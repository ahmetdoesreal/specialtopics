
<file path=[Content_Types].xml><?xml version="1.0" encoding="utf-8"?>
<Types xmlns="http://schemas.openxmlformats.org/package/2006/content-types">
  <Default Extension="png" ContentType="image/png"/>
  <Default Extension="svg" ContentType="image/svg+xml"/>
  <Default Extension="jpeg" ContentType="image/jpeg"/>
  <Default Extension="emf" ContentType="image/x-emf"/>
  <Default Extension="rels" ContentType="application/vnd.openxmlformats-package.relationships+xml"/>
  <Default Extension="xml" ContentType="application/xml"/>
  <Override PartName="/ppt/presentation.xml" ContentType="application/vnd.openxmlformats-officedocument.presentationml.presentation.main+xml"/>
  <Override PartName="/ppt/slideMasters/slideMaster1.xml" ContentType="application/vnd.openxmlformats-officedocument.presentationml.slideMaster+xml"/>
  <Override PartName="/ppt/slides/slide1.xml" ContentType="application/vnd.openxmlformats-officedocument.presentationml.slide+xml"/>
  <Override PartName="/ppt/slides/slide2.xml" ContentType="application/vnd.openxmlformats-officedocument.presentationml.slide+xml"/>
  <Override PartName="/ppt/slides/slide3.xml" ContentType="application/vnd.openxmlformats-officedocument.presentationml.slide+xml"/>
  <Override PartName="/ppt/slides/slide4.xml" ContentType="application/vnd.openxmlformats-officedocument.presentationml.slide+xml"/>
  <Override PartName="/ppt/slides/slide5.xml" ContentType="application/vnd.openxmlformats-officedocument.presentationml.slide+xml"/>
  <Override PartName="/ppt/slides/slide6.xml" ContentType="application/vnd.openxmlformats-officedocument.presentationml.slide+xml"/>
  <Override PartName="/ppt/slides/slide7.xml" ContentType="application/vnd.openxmlformats-officedocument.presentationml.slide+xml"/>
  <Override PartName="/ppt/slides/slide8.xml" ContentType="application/vnd.openxmlformats-officedocument.presentationml.slide+xml"/>
  <Override PartName="/ppt/slides/slide9.xml" ContentType="application/vnd.openxmlformats-officedocument.presentationml.slide+xml"/>
  <Override PartName="/ppt/slides/slide10.xml" ContentType="application/vnd.openxmlformats-officedocument.presentationml.slide+xml"/>
  <Override PartName="/ppt/slides/slide11.xml" ContentType="application/vnd.openxmlformats-officedocument.presentationml.slide+xml"/>
  <Override PartName="/ppt/slides/slide12.xml" ContentType="application/vnd.openxmlformats-officedocument.presentationml.slide+xml"/>
  <Override PartName="/ppt/slides/slide13.xml" ContentType="application/vnd.openxmlformats-officedocument.presentationml.slide+xml"/>
  <Override PartName="/ppt/slides/slide14.xml" ContentType="application/vnd.openxmlformats-officedocument.presentationml.slide+xml"/>
  <Override PartName="/ppt/slides/slide15.xml" ContentType="application/vnd.openxmlformats-officedocument.presentationml.slide+xml"/>
  <Override PartName="/ppt/slides/slide16.xml" ContentType="application/vnd.openxmlformats-officedocument.presentationml.slide+xml"/>
  <Override PartName="/ppt/slides/slide17.xml" ContentType="application/vnd.openxmlformats-officedocument.presentationml.slide+xml"/>
  <Override PartName="/ppt/slides/slide18.xml" ContentType="application/vnd.openxmlformats-officedocument.presentationml.slide+xml"/>
  <Override PartName="/ppt/slides/slide19.xml" ContentType="application/vnd.openxmlformats-officedocument.presentationml.slide+xml"/>
  <Override PartName="/ppt/slides/slide20.xml" ContentType="application/vnd.openxmlformats-officedocument.presentationml.slide+xml"/>
  <Override PartName="/ppt/slides/slide21.xml" ContentType="application/vnd.openxmlformats-officedocument.presentationml.slide+xml"/>
  <Override PartName="/ppt/slides/slide22.xml" ContentType="application/vnd.openxmlformats-officedocument.presentationml.slide+xml"/>
  <Override PartName="/ppt/slides/slide23.xml" ContentType="application/vnd.openxmlformats-officedocument.presentationml.slide+xml"/>
  <Override PartName="/ppt/slides/slide24.xml" ContentType="application/vnd.openxmlformats-officedocument.presentationml.slide+xml"/>
  <Override PartName="/ppt/slides/slide25.xml" ContentType="application/vnd.openxmlformats-officedocument.presentationml.slide+xml"/>
  <Override PartName="/ppt/slides/slide26.xml" ContentType="application/vnd.openxmlformats-officedocument.presentationml.slide+xml"/>
  <Override PartName="/ppt/slides/slide27.xml" ContentType="application/vnd.openxmlformats-officedocument.presentationml.slide+xml"/>
  <Override PartName="/ppt/slides/slide28.xml" ContentType="application/vnd.openxmlformats-officedocument.presentationml.slide+xml"/>
  <Override PartName="/ppt/slides/slide29.xml" ContentType="application/vnd.openxmlformats-officedocument.presentationml.slide+xml"/>
  <Override PartName="/ppt/slides/slide30.xml" ContentType="application/vnd.openxmlformats-officedocument.presentationml.slide+xml"/>
  <Override PartName="/ppt/slides/slide31.xml" ContentType="application/vnd.openxmlformats-officedocument.presentationml.slide+xml"/>
  <Override PartName="/ppt/slides/slide32.xml" ContentType="application/vnd.openxmlformats-officedocument.presentationml.slide+xml"/>
  <Override PartName="/ppt/slides/slide33.xml" ContentType="application/vnd.openxmlformats-officedocument.presentationml.slide+xml"/>
  <Override PartName="/ppt/slides/slide34.xml" ContentType="application/vnd.openxmlformats-officedocument.presentationml.slide+xml"/>
  <Override PartName="/ppt/slides/slide35.xml" ContentType="application/vnd.openxmlformats-officedocument.presentationml.slide+xml"/>
  <Override PartName="/ppt/slides/slide36.xml" ContentType="application/vnd.openxmlformats-officedocument.presentationml.slide+xml"/>
  <Override PartName="/ppt/slides/slide37.xml" ContentType="application/vnd.openxmlformats-officedocument.presentationml.slide+xml"/>
  <Override PartName="/ppt/slides/slide38.xml" ContentType="application/vnd.openxmlformats-officedocument.presentationml.slide+xml"/>
  <Override PartName="/ppt/slides/slide39.xml" ContentType="application/vnd.openxmlformats-officedocument.presentationml.slide+xml"/>
  <Override PartName="/ppt/slides/slide40.xml" ContentType="application/vnd.openxmlformats-officedocument.presentationml.slide+xml"/>
  <Override PartName="/ppt/slides/slide41.xml" ContentType="application/vnd.openxmlformats-officedocument.presentationml.slide+xml"/>
  <Override PartName="/ppt/slides/slide42.xml" ContentType="application/vnd.openxmlformats-officedocument.presentationml.slide+xml"/>
  <Override PartName="/ppt/slides/slide43.xml" ContentType="application/vnd.openxmlformats-officedocument.presentationml.slide+xml"/>
  <Override PartName="/ppt/slides/slide44.xml" ContentType="application/vnd.openxmlformats-officedocument.presentationml.slide+xml"/>
  <Override PartName="/ppt/slides/slide45.xml" ContentType="application/vnd.openxmlformats-officedocument.presentationml.slide+xml"/>
  <Override PartName="/ppt/slides/slide46.xml" ContentType="application/vnd.openxmlformats-officedocument.presentationml.slide+xml"/>
  <Override PartName="/ppt/slides/slide47.xml" ContentType="application/vnd.openxmlformats-officedocument.presentationml.slide+xml"/>
  <Override PartName="/ppt/slides/slide48.xml" ContentType="application/vnd.openxmlformats-officedocument.presentationml.slide+xml"/>
  <Override PartName="/ppt/slides/slide49.xml" ContentType="application/vnd.openxmlformats-officedocument.presentationml.slide+xml"/>
  <Override PartName="/ppt/slides/slide50.xml" ContentType="application/vnd.openxmlformats-officedocument.presentationml.slide+xml"/>
  <Override PartName="/ppt/slides/slide51.xml" ContentType="application/vnd.openxmlformats-officedocument.presentationml.slide+xml"/>
  <Override PartName="/ppt/slides/slide52.xml" ContentType="application/vnd.openxmlformats-officedocument.presentationml.slide+xml"/>
  <Override PartName="/ppt/slides/slide53.xml" ContentType="application/vnd.openxmlformats-officedocument.presentationml.slide+xml"/>
  <Override PartName="/ppt/slides/slide54.xml" ContentType="application/vnd.openxmlformats-officedocument.presentationml.slide+xml"/>
  <Override PartName="/ppt/slides/slide55.xml" ContentType="application/vnd.openxmlformats-officedocument.presentationml.slide+xml"/>
  <Override PartName="/ppt/slides/slide56.xml" ContentType="application/vnd.openxmlformats-officedocument.presentationml.slide+xml"/>
  <Override PartName="/ppt/slides/slide57.xml" ContentType="application/vnd.openxmlformats-officedocument.presentationml.slide+xml"/>
  <Override PartName="/ppt/slides/slide58.xml" ContentType="application/vnd.openxmlformats-officedocument.presentationml.slide+xml"/>
  <Override PartName="/ppt/slides/slide59.xml" ContentType="application/vnd.openxmlformats-officedocument.presentationml.slide+xml"/>
  <Override PartName="/ppt/slides/slide60.xml" ContentType="application/vnd.openxmlformats-officedocument.presentationml.slide+xml"/>
  <Override PartName="/ppt/slides/slide61.xml" ContentType="application/vnd.openxmlformats-officedocument.presentationml.slide+xml"/>
  <Override PartName="/ppt/slides/slide62.xml" ContentType="application/vnd.openxmlformats-officedocument.presentationml.slide+xml"/>
  <Override PartName="/ppt/slides/slide63.xml" ContentType="application/vnd.openxmlformats-officedocument.presentationml.slide+xml"/>
  <Override PartName="/ppt/slides/slide64.xml" ContentType="application/vnd.openxmlformats-officedocument.presentationml.slide+xml"/>
  <Override PartName="/ppt/slides/slide65.xml" ContentType="application/vnd.openxmlformats-officedocument.presentationml.slide+xml"/>
  <Override PartName="/ppt/slides/slide66.xml" ContentType="application/vnd.openxmlformats-officedocument.presentationml.slide+xml"/>
  <Override PartName="/ppt/slides/slide67.xml" ContentType="application/vnd.openxmlformats-officedocument.presentationml.slide+xml"/>
  <Override PartName="/ppt/slides/slide68.xml" ContentType="application/vnd.openxmlformats-officedocument.presentationml.slide+xml"/>
  <Override PartName="/ppt/slides/slide69.xml" ContentType="application/vnd.openxmlformats-officedocument.presentationml.slide+xml"/>
  <Override PartName="/ppt/slides/slide70.xml" ContentType="application/vnd.openxmlformats-officedocument.presentationml.slide+xml"/>
  <Override PartName="/ppt/slides/slide71.xml" ContentType="application/vnd.openxmlformats-officedocument.presentationml.slide+xml"/>
  <Override PartName="/ppt/slides/slide72.xml" ContentType="application/vnd.openxmlformats-officedocument.presentationml.slide+xml"/>
  <Override PartName="/ppt/slides/slide73.xml" ContentType="application/vnd.openxmlformats-officedocument.presentationml.slide+xml"/>
  <Override PartName="/ppt/slides/slide74.xml" ContentType="application/vnd.openxmlformats-officedocument.presentationml.slide+xml"/>
  <Override PartName="/ppt/slides/slide75.xml" ContentType="application/vnd.openxmlformats-officedocument.presentationml.slide+xml"/>
  <Override PartName="/ppt/slides/slide76.xml" ContentType="application/vnd.openxmlformats-officedocument.presentationml.slide+xml"/>
  <Override PartName="/ppt/slides/slide77.xml" ContentType="application/vnd.openxmlformats-officedocument.presentationml.slide+xml"/>
  <Override PartName="/ppt/slides/slide78.xml" ContentType="application/vnd.openxmlformats-officedocument.presentationml.slide+xml"/>
  <Override PartName="/ppt/slides/slide79.xml" ContentType="application/vnd.openxmlformats-officedocument.presentationml.slide+xml"/>
  <Override PartName="/ppt/slides/slide80.xml" ContentType="application/vnd.openxmlformats-officedocument.presentationml.slide+xml"/>
  <Override PartName="/ppt/slides/slide81.xml" ContentType="application/vnd.openxmlformats-officedocument.presentationml.slide+xml"/>
  <Override PartName="/ppt/slides/slide82.xml" ContentType="application/vnd.openxmlformats-officedocument.presentationml.slide+xml"/>
  <Override PartName="/ppt/slides/slide83.xml" ContentType="application/vnd.openxmlformats-officedocument.presentationml.slide+xml"/>
  <Override PartName="/ppt/slides/slide84.xml" ContentType="application/vnd.openxmlformats-officedocument.presentationml.slide+xml"/>
  <Override PartName="/ppt/slides/slide85.xml" ContentType="application/vnd.openxmlformats-officedocument.presentationml.slide+xml"/>
  <Override PartName="/ppt/slides/slide86.xml" ContentType="application/vnd.openxmlformats-officedocument.presentationml.slide+xml"/>
  <Override PartName="/ppt/slides/slide87.xml" ContentType="application/vnd.openxmlformats-officedocument.presentationml.slide+xml"/>
  <Override PartName="/ppt/slides/slide88.xml" ContentType="application/vnd.openxmlformats-officedocument.presentationml.slide+xml"/>
  <Override PartName="/ppt/slides/slide89.xml" ContentType="application/vnd.openxmlformats-officedocument.presentationml.slide+xml"/>
  <Override PartName="/ppt/slides/slide90.xml" ContentType="application/vnd.openxmlformats-officedocument.presentationml.slide+xml"/>
  <Override PartName="/ppt/slides/slide91.xml" ContentType="application/vnd.openxmlformats-officedocument.presentationml.slide+xml"/>
  <Override PartName="/ppt/slides/slide92.xml" ContentType="application/vnd.openxmlformats-officedocument.presentationml.slide+xml"/>
  <Override PartName="/ppt/slides/slide93.xml" ContentType="application/vnd.openxmlformats-officedocument.presentationml.slide+xml"/>
  <Override PartName="/ppt/slides/slide94.xml" ContentType="application/vnd.openxmlformats-officedocument.presentationml.slide+xml"/>
  <Override PartName="/ppt/slides/slide95.xml" ContentType="application/vnd.openxmlformats-officedocument.presentationml.slide+xml"/>
  <Override PartName="/ppt/slides/slide96.xml" ContentType="application/vnd.openxmlformats-officedocument.presentationml.slide+xml"/>
  <Override PartName="/ppt/slides/slide97.xml" ContentType="application/vnd.openxmlformats-officedocument.presentationml.slide+xml"/>
  <Override PartName="/ppt/slides/slide98.xml" ContentType="application/vnd.openxmlformats-officedocument.presentationml.slide+xml"/>
  <Override PartName="/ppt/slides/slide99.xml" ContentType="application/vnd.openxmlformats-officedocument.presentationml.slide+xml"/>
  <Override PartName="/ppt/slides/slide100.xml" ContentType="application/vnd.openxmlformats-officedocument.presentationml.slide+xml"/>
  <Override PartName="/ppt/slides/slide101.xml" ContentType="application/vnd.openxmlformats-officedocument.presentationml.slide+xml"/>
  <Override PartName="/ppt/slides/slide102.xml" ContentType="application/vnd.openxmlformats-officedocument.presentationml.slide+xml"/>
  <Override PartName="/ppt/slides/slide103.xml" ContentType="application/vnd.openxmlformats-officedocument.presentationml.slide+xml"/>
  <Override PartName="/ppt/slides/slide104.xml" ContentType="application/vnd.openxmlformats-officedocument.presentationml.slide+xml"/>
  <Override PartName="/ppt/slides/slide105.xml" ContentType="application/vnd.openxmlformats-officedocument.presentationml.slide+xml"/>
  <Override PartName="/ppt/slides/slide106.xml" ContentType="application/vnd.openxmlformats-officedocument.presentationml.slide+xml"/>
  <Override PartName="/ppt/slides/slide107.xml" ContentType="application/vnd.openxmlformats-officedocument.presentationml.slide+xml"/>
  <Override PartName="/ppt/slides/slide108.xml" ContentType="application/vnd.openxmlformats-officedocument.presentationml.slide+xml"/>
  <Override PartName="/ppt/slides/slide109.xml" ContentType="application/vnd.openxmlformats-officedocument.presentationml.slide+xml"/>
  <Override PartName="/ppt/slides/slide110.xml" ContentType="application/vnd.openxmlformats-officedocument.presentationml.slide+xml"/>
  <Override PartName="/ppt/slides/slide111.xml" ContentType="application/vnd.openxmlformats-officedocument.presentationml.slide+xml"/>
  <Override PartName="/ppt/slides/slide112.xml" ContentType="application/vnd.openxmlformats-officedocument.presentationml.slide+xml"/>
  <Override PartName="/ppt/slides/slide113.xml" ContentType="application/vnd.openxmlformats-officedocument.presentationml.slide+xml"/>
  <Override PartName="/ppt/slides/slide114.xml" ContentType="application/vnd.openxmlformats-officedocument.presentationml.slide+xml"/>
  <Override PartName="/ppt/slides/slide115.xml" ContentType="application/vnd.openxmlformats-officedocument.presentationml.slide+xml"/>
  <Override PartName="/ppt/slides/slide116.xml" ContentType="application/vnd.openxmlformats-officedocument.presentationml.slide+xml"/>
  <Override PartName="/ppt/slides/slide117.xml" ContentType="application/vnd.openxmlformats-officedocument.presentationml.slide+xml"/>
  <Override PartName="/ppt/slides/slide118.xml" ContentType="application/vnd.openxmlformats-officedocument.presentationml.slide+xml"/>
  <Override PartName="/ppt/slides/slide119.xml" ContentType="application/vnd.openxmlformats-officedocument.presentationml.slide+xml"/>
  <Override PartName="/ppt/slides/slide120.xml" ContentType="application/vnd.openxmlformats-officedocument.presentationml.slide+xml"/>
  <Override PartName="/ppt/slides/slide121.xml" ContentType="application/vnd.openxmlformats-officedocument.presentationml.slide+xml"/>
  <Override PartName="/ppt/slides/slide122.xml" ContentType="application/vnd.openxmlformats-officedocument.presentationml.slide+xml"/>
  <Override PartName="/ppt/slides/slide123.xml" ContentType="application/vnd.openxmlformats-officedocument.presentationml.slide+xml"/>
  <Override PartName="/ppt/slides/slide124.xml" ContentType="application/vnd.openxmlformats-officedocument.presentationml.slide+xml"/>
  <Override PartName="/ppt/slides/slide125.xml" ContentType="application/vnd.openxmlformats-officedocument.presentationml.slide+xml"/>
  <Override PartName="/ppt/slides/slide126.xml" ContentType="application/vnd.openxmlformats-officedocument.presentationml.slide+xml"/>
  <Override PartName="/ppt/slides/slide127.xml" ContentType="application/vnd.openxmlformats-officedocument.presentationml.slide+xml"/>
  <Override PartName="/ppt/slides/slide128.xml" ContentType="application/vnd.openxmlformats-officedocument.presentationml.slide+xml"/>
  <Override PartName="/ppt/notesMasters/notesMaster1.xml" ContentType="application/vnd.openxmlformats-officedocument.presentationml.notesMaster+xml"/>
  <Override PartName="/ppt/presProps.xml" ContentType="application/vnd.openxmlformats-officedocument.presentationml.presProps+xml"/>
  <Override PartName="/ppt/viewProps.xml" ContentType="application/vnd.openxmlformats-officedocument.presentationml.viewProps+xml"/>
  <Override PartName="/ppt/theme/theme1.xml" ContentType="application/vnd.openxmlformats-officedocument.theme+xml"/>
  <Override PartName="/ppt/tableStyles.xml" ContentType="application/vnd.openxmlformats-officedocument.presentationml.tableStyles+xml"/>
  <Override PartName="/ppt/slideLayouts/slideLayout1.xml" ContentType="application/vnd.openxmlformats-officedocument.presentationml.slideLayout+xml"/>
  <Override PartName="/ppt/slideLayouts/slideLayout2.xml" ContentType="application/vnd.openxmlformats-officedocument.presentationml.slideLayout+xml"/>
  <Override PartName="/ppt/slideLayouts/slideLayout3.xml" ContentType="application/vnd.openxmlformats-officedocument.presentationml.slideLayout+xml"/>
  <Override PartName="/ppt/slideLayouts/slideLayout4.xml" ContentType="application/vnd.openxmlformats-officedocument.presentationml.slideLayout+xml"/>
  <Override PartName="/ppt/slideLayouts/slideLayout5.xml" ContentType="application/vnd.openxmlformats-officedocument.presentationml.slideLayout+xml"/>
  <Override PartName="/ppt/slideLayouts/slideLayout6.xml" ContentType="application/vnd.openxmlformats-officedocument.presentationml.slideLayout+xml"/>
  <Override PartName="/ppt/slideLayouts/slideLayout7.xml" ContentType="application/vnd.openxmlformats-officedocument.presentationml.slideLayout+xml"/>
  <Override PartName="/ppt/slideLayouts/slideLayout8.xml" ContentType="application/vnd.openxmlformats-officedocument.presentationml.slideLayout+xml"/>
  <Override PartName="/ppt/slideLayouts/slideLayout9.xml" ContentType="application/vnd.openxmlformats-officedocument.presentationml.slideLayout+xml"/>
  <Override PartName="/ppt/slideLayouts/slideLayout10.xml" ContentType="application/vnd.openxmlformats-officedocument.presentationml.slideLayout+xml"/>
  <Override PartName="/ppt/slideLayouts/slideLayout11.xml" ContentType="application/vnd.openxmlformats-officedocument.presentationml.slideLayout+xml"/>
  <Override PartName="/ppt/theme/theme2.xml" ContentType="application/vnd.openxmlformats-officedocument.theme+xml"/>
  <Override PartName="/ppt/diagrams/data1.xml" ContentType="application/vnd.openxmlformats-officedocument.drawingml.diagramData+xml"/>
  <Override PartName="/ppt/diagrams/layout1.xml" ContentType="application/vnd.openxmlformats-officedocument.drawingml.diagramLayout+xml"/>
  <Override PartName="/ppt/diagrams/quickStyle1.xml" ContentType="application/vnd.openxmlformats-officedocument.drawingml.diagramStyle+xml"/>
  <Override PartName="/ppt/diagrams/colors1.xml" ContentType="application/vnd.openxmlformats-officedocument.drawingml.diagramColors+xml"/>
  <Override PartName="/ppt/diagrams/drawing1.xml" ContentType="application/vnd.ms-office.drawingml.diagramDrawing+xml"/>
  <Override PartName="/ppt/diagrams/data2.xml" ContentType="application/vnd.openxmlformats-officedocument.drawingml.diagramData+xml"/>
  <Override PartName="/ppt/diagrams/layout2.xml" ContentType="application/vnd.openxmlformats-officedocument.drawingml.diagramLayout+xml"/>
  <Override PartName="/ppt/diagrams/quickStyle2.xml" ContentType="application/vnd.openxmlformats-officedocument.drawingml.diagramStyle+xml"/>
  <Override PartName="/ppt/diagrams/colors2.xml" ContentType="application/vnd.openxmlformats-officedocument.drawingml.diagramColors+xml"/>
  <Override PartName="/ppt/diagrams/drawing2.xml" ContentType="application/vnd.ms-office.drawingml.diagramDrawing+xml"/>
  <Override PartName="/ppt/diagrams/data3.xml" ContentType="application/vnd.openxmlformats-officedocument.drawingml.diagramData+xml"/>
  <Override PartName="/ppt/diagrams/layout3.xml" ContentType="application/vnd.openxmlformats-officedocument.drawingml.diagramLayout+xml"/>
  <Override PartName="/ppt/diagrams/quickStyle3.xml" ContentType="application/vnd.openxmlformats-officedocument.drawingml.diagramStyle+xml"/>
  <Override PartName="/ppt/diagrams/colors3.xml" ContentType="application/vnd.openxmlformats-officedocument.drawingml.diagramColors+xml"/>
  <Override PartName="/ppt/diagrams/drawing3.xml" ContentType="application/vnd.ms-office.drawingml.diagramDrawing+xml"/>
  <Override PartName="/ppt/diagrams/data4.xml" ContentType="application/vnd.openxmlformats-officedocument.drawingml.diagramData+xml"/>
  <Override PartName="/ppt/diagrams/layout4.xml" ContentType="application/vnd.openxmlformats-officedocument.drawingml.diagramLayout+xml"/>
  <Override PartName="/ppt/diagrams/quickStyle4.xml" ContentType="application/vnd.openxmlformats-officedocument.drawingml.diagramStyle+xml"/>
  <Override PartName="/ppt/diagrams/colors4.xml" ContentType="application/vnd.openxmlformats-officedocument.drawingml.diagramColors+xml"/>
  <Override PartName="/ppt/diagrams/drawing4.xml" ContentType="application/vnd.ms-office.drawingml.diagramDrawing+xml"/>
  <Override PartName="/ppt/diagrams/data5.xml" ContentType="application/vnd.openxmlformats-officedocument.drawingml.diagramData+xml"/>
  <Override PartName="/ppt/diagrams/layout5.xml" ContentType="application/vnd.openxmlformats-officedocument.drawingml.diagramLayout+xml"/>
  <Override PartName="/ppt/diagrams/quickStyle5.xml" ContentType="application/vnd.openxmlformats-officedocument.drawingml.diagramStyle+xml"/>
  <Override PartName="/ppt/diagrams/colors5.xml" ContentType="application/vnd.openxmlformats-officedocument.drawingml.diagramColors+xml"/>
  <Override PartName="/ppt/diagrams/drawing5.xml" ContentType="application/vnd.ms-office.drawingml.diagramDrawing+xml"/>
  <Override PartName="/ppt/diagrams/data6.xml" ContentType="application/vnd.openxmlformats-officedocument.drawingml.diagramData+xml"/>
  <Override PartName="/ppt/diagrams/layout6.xml" ContentType="application/vnd.openxmlformats-officedocument.drawingml.diagramLayout+xml"/>
  <Override PartName="/ppt/diagrams/quickStyle6.xml" ContentType="application/vnd.openxmlformats-officedocument.drawingml.diagramStyle+xml"/>
  <Override PartName="/ppt/diagrams/colors6.xml" ContentType="application/vnd.openxmlformats-officedocument.drawingml.diagramColors+xml"/>
  <Override PartName="/ppt/diagrams/drawing6.xml" ContentType="application/vnd.ms-office.drawingml.diagramDrawing+xml"/>
  <Override PartName="/ppt/notesSlides/notesSlide1.xml" ContentType="application/vnd.openxmlformats-officedocument.presentationml.notesSlide+xml"/>
  <Override PartName="/ppt/diagrams/data7.xml" ContentType="application/vnd.openxmlformats-officedocument.drawingml.diagramData+xml"/>
  <Override PartName="/ppt/diagrams/layout7.xml" ContentType="application/vnd.openxmlformats-officedocument.drawingml.diagramLayout+xml"/>
  <Override PartName="/ppt/diagrams/quickStyle7.xml" ContentType="application/vnd.openxmlformats-officedocument.drawingml.diagramStyle+xml"/>
  <Override PartName="/ppt/diagrams/colors7.xml" ContentType="application/vnd.openxmlformats-officedocument.drawingml.diagramColors+xml"/>
  <Override PartName="/ppt/diagrams/drawing7.xml" ContentType="application/vnd.ms-office.drawingml.diagramDrawing+xml"/>
  <Override PartName="/ppt/diagrams/data8.xml" ContentType="application/vnd.openxmlformats-officedocument.drawingml.diagramData+xml"/>
  <Override PartName="/ppt/diagrams/layout8.xml" ContentType="application/vnd.openxmlformats-officedocument.drawingml.diagramLayout+xml"/>
  <Override PartName="/ppt/diagrams/quickStyle8.xml" ContentType="application/vnd.openxmlformats-officedocument.drawingml.diagramStyle+xml"/>
  <Override PartName="/ppt/diagrams/colors8.xml" ContentType="application/vnd.openxmlformats-officedocument.drawingml.diagramColors+xml"/>
  <Override PartName="/ppt/diagrams/drawing8.xml" ContentType="application/vnd.ms-office.drawingml.diagramDrawing+xml"/>
  <Override PartName="/ppt/diagrams/data9.xml" ContentType="application/vnd.openxmlformats-officedocument.drawingml.diagramData+xml"/>
  <Override PartName="/ppt/diagrams/layout9.xml" ContentType="application/vnd.openxmlformats-officedocument.drawingml.diagramLayout+xml"/>
  <Override PartName="/ppt/diagrams/quickStyle9.xml" ContentType="application/vnd.openxmlformats-officedocument.drawingml.diagramStyle+xml"/>
  <Override PartName="/ppt/diagrams/colors9.xml" ContentType="application/vnd.openxmlformats-officedocument.drawingml.diagramColors+xml"/>
  <Override PartName="/ppt/diagrams/drawing9.xml" ContentType="application/vnd.ms-office.drawingml.diagramDrawing+xml"/>
  <Override PartName="/ppt/diagrams/data10.xml" ContentType="application/vnd.openxmlformats-officedocument.drawingml.diagramData+xml"/>
  <Override PartName="/ppt/diagrams/layout10.xml" ContentType="application/vnd.openxmlformats-officedocument.drawingml.diagramLayout+xml"/>
  <Override PartName="/ppt/diagrams/quickStyle10.xml" ContentType="application/vnd.openxmlformats-officedocument.drawingml.diagramStyle+xml"/>
  <Override PartName="/ppt/diagrams/colors10.xml" ContentType="application/vnd.openxmlformats-officedocument.drawingml.diagramColors+xml"/>
  <Override PartName="/ppt/diagrams/drawing10.xml" ContentType="application/vnd.ms-office.drawingml.diagramDrawing+xml"/>
  <Override PartName="/ppt/diagrams/data11.xml" ContentType="application/vnd.openxmlformats-officedocument.drawingml.diagramData+xml"/>
  <Override PartName="/ppt/diagrams/layout11.xml" ContentType="application/vnd.openxmlformats-officedocument.drawingml.diagramLayout+xml"/>
  <Override PartName="/ppt/diagrams/quickStyle11.xml" ContentType="application/vnd.openxmlformats-officedocument.drawingml.diagramStyle+xml"/>
  <Override PartName="/ppt/diagrams/colors11.xml" ContentType="application/vnd.openxmlformats-officedocument.drawingml.diagramColors+xml"/>
  <Override PartName="/ppt/diagrams/drawing11.xml" ContentType="application/vnd.ms-office.drawingml.diagramDrawing+xml"/>
  <Override PartName="/ppt/diagrams/data12.xml" ContentType="application/vnd.openxmlformats-officedocument.drawingml.diagramData+xml"/>
  <Override PartName="/ppt/diagrams/layout12.xml" ContentType="application/vnd.openxmlformats-officedocument.drawingml.diagramLayout+xml"/>
  <Override PartName="/ppt/diagrams/quickStyle12.xml" ContentType="application/vnd.openxmlformats-officedocument.drawingml.diagramStyle+xml"/>
  <Override PartName="/ppt/diagrams/colors12.xml" ContentType="application/vnd.openxmlformats-officedocument.drawingml.diagramColors+xml"/>
  <Override PartName="/ppt/diagrams/drawing12.xml" ContentType="application/vnd.ms-office.drawingml.diagramDrawing+xml"/>
  <Override PartName="/ppt/diagrams/data13.xml" ContentType="application/vnd.openxmlformats-officedocument.drawingml.diagramData+xml"/>
  <Override PartName="/ppt/diagrams/layout13.xml" ContentType="application/vnd.openxmlformats-officedocument.drawingml.diagramLayout+xml"/>
  <Override PartName="/ppt/diagrams/quickStyle13.xml" ContentType="application/vnd.openxmlformats-officedocument.drawingml.diagramStyle+xml"/>
  <Override PartName="/ppt/diagrams/colors13.xml" ContentType="application/vnd.openxmlformats-officedocument.drawingml.diagramColors+xml"/>
  <Override PartName="/ppt/diagrams/drawing13.xml" ContentType="application/vnd.ms-office.drawingml.diagramDrawing+xml"/>
  <Override PartName="/ppt/diagrams/data14.xml" ContentType="application/vnd.openxmlformats-officedocument.drawingml.diagramData+xml"/>
  <Override PartName="/ppt/diagrams/layout14.xml" ContentType="application/vnd.openxmlformats-officedocument.drawingml.diagramLayout+xml"/>
  <Override PartName="/ppt/diagrams/quickStyle14.xml" ContentType="application/vnd.openxmlformats-officedocument.drawingml.diagramStyle+xml"/>
  <Override PartName="/ppt/diagrams/colors14.xml" ContentType="application/vnd.openxmlformats-officedocument.drawingml.diagramColors+xml"/>
  <Override PartName="/ppt/diagrams/drawing14.xml" ContentType="application/vnd.ms-office.drawingml.diagramDrawing+xml"/>
  <Override PartName="/ppt/diagrams/data15.xml" ContentType="application/vnd.openxmlformats-officedocument.drawingml.diagramData+xml"/>
  <Override PartName="/ppt/diagrams/layout15.xml" ContentType="application/vnd.openxmlformats-officedocument.drawingml.diagramLayout+xml"/>
  <Override PartName="/ppt/diagrams/quickStyle15.xml" ContentType="application/vnd.openxmlformats-officedocument.drawingml.diagramStyle+xml"/>
  <Override PartName="/ppt/diagrams/colors15.xml" ContentType="application/vnd.openxmlformats-officedocument.drawingml.diagramColors+xml"/>
  <Override PartName="/ppt/diagrams/drawing15.xml" ContentType="application/vnd.ms-office.drawingml.diagramDrawing+xml"/>
  <Override PartName="/ppt/diagrams/data16.xml" ContentType="application/vnd.openxmlformats-officedocument.drawingml.diagramData+xml"/>
  <Override PartName="/ppt/diagrams/layout16.xml" ContentType="application/vnd.openxmlformats-officedocument.drawingml.diagramLayout+xml"/>
  <Override PartName="/ppt/diagrams/quickStyle16.xml" ContentType="application/vnd.openxmlformats-officedocument.drawingml.diagramStyle+xml"/>
  <Override PartName="/ppt/diagrams/colors16.xml" ContentType="application/vnd.openxmlformats-officedocument.drawingml.diagramColors+xml"/>
  <Override PartName="/ppt/diagrams/drawing16.xml" ContentType="application/vnd.ms-office.drawingml.diagramDrawing+xml"/>
  <Override PartName="/ppt/diagrams/data17.xml" ContentType="application/vnd.openxmlformats-officedocument.drawingml.diagramData+xml"/>
  <Override PartName="/ppt/diagrams/layout17.xml" ContentType="application/vnd.openxmlformats-officedocument.drawingml.diagramLayout+xml"/>
  <Override PartName="/ppt/diagrams/quickStyle17.xml" ContentType="application/vnd.openxmlformats-officedocument.drawingml.diagramStyle+xml"/>
  <Override PartName="/ppt/diagrams/colors17.xml" ContentType="application/vnd.openxmlformats-officedocument.drawingml.diagramColors+xml"/>
  <Override PartName="/ppt/diagrams/drawing17.xml" ContentType="application/vnd.ms-office.drawingml.diagramDrawing+xml"/>
  <Override PartName="/ppt/diagrams/data18.xml" ContentType="application/vnd.openxmlformats-officedocument.drawingml.diagramData+xml"/>
  <Override PartName="/ppt/diagrams/layout18.xml" ContentType="application/vnd.openxmlformats-officedocument.drawingml.diagramLayout+xml"/>
  <Override PartName="/ppt/diagrams/quickStyle18.xml" ContentType="application/vnd.openxmlformats-officedocument.drawingml.diagramStyle+xml"/>
  <Override PartName="/ppt/diagrams/colors18.xml" ContentType="application/vnd.openxmlformats-officedocument.drawingml.diagramColors+xml"/>
  <Override PartName="/ppt/diagrams/drawing18.xml" ContentType="application/vnd.ms-office.drawingml.diagramDrawing+xml"/>
  <Override PartName="/ppt/diagrams/data19.xml" ContentType="application/vnd.openxmlformats-officedocument.drawingml.diagramData+xml"/>
  <Override PartName="/ppt/diagrams/layout19.xml" ContentType="application/vnd.openxmlformats-officedocument.drawingml.diagramLayout+xml"/>
  <Override PartName="/ppt/diagrams/quickStyle19.xml" ContentType="application/vnd.openxmlformats-officedocument.drawingml.diagramStyle+xml"/>
  <Override PartName="/ppt/diagrams/colors19.xml" ContentType="application/vnd.openxmlformats-officedocument.drawingml.diagramColors+xml"/>
  <Override PartName="/ppt/diagrams/drawing19.xml" ContentType="application/vnd.ms-office.drawingml.diagramDrawing+xml"/>
  <Override PartName="/ppt/diagrams/data20.xml" ContentType="application/vnd.openxmlformats-officedocument.drawingml.diagramData+xml"/>
  <Override PartName="/ppt/diagrams/layout20.xml" ContentType="application/vnd.openxmlformats-officedocument.drawingml.diagramLayout+xml"/>
  <Override PartName="/ppt/diagrams/quickStyle20.xml" ContentType="application/vnd.openxmlformats-officedocument.drawingml.diagramStyle+xml"/>
  <Override PartName="/ppt/diagrams/colors20.xml" ContentType="application/vnd.openxmlformats-officedocument.drawingml.diagramColors+xml"/>
  <Override PartName="/ppt/diagrams/drawing20.xml" ContentType="application/vnd.ms-office.drawingml.diagramDrawing+xml"/>
  <Override PartName="/ppt/diagrams/data21.xml" ContentType="application/vnd.openxmlformats-officedocument.drawingml.diagramData+xml"/>
  <Override PartName="/ppt/diagrams/layout21.xml" ContentType="application/vnd.openxmlformats-officedocument.drawingml.diagramLayout+xml"/>
  <Override PartName="/ppt/diagrams/quickStyle21.xml" ContentType="application/vnd.openxmlformats-officedocument.drawingml.diagramStyle+xml"/>
  <Override PartName="/ppt/diagrams/colors21.xml" ContentType="application/vnd.openxmlformats-officedocument.drawingml.diagramColors+xml"/>
  <Override PartName="/ppt/diagrams/drawing21.xml" ContentType="application/vnd.ms-office.drawingml.diagramDrawing+xml"/>
  <Override PartName="/ppt/diagrams/data22.xml" ContentType="application/vnd.openxmlformats-officedocument.drawingml.diagramData+xml"/>
  <Override PartName="/ppt/diagrams/layout22.xml" ContentType="application/vnd.openxmlformats-officedocument.drawingml.diagramLayout+xml"/>
  <Override PartName="/ppt/diagrams/quickStyle22.xml" ContentType="application/vnd.openxmlformats-officedocument.drawingml.diagramStyle+xml"/>
  <Override PartName="/ppt/diagrams/colors22.xml" ContentType="application/vnd.openxmlformats-officedocument.drawingml.diagramColors+xml"/>
  <Override PartName="/ppt/diagrams/drawing22.xml" ContentType="application/vnd.ms-office.drawingml.diagramDrawing+xml"/>
  <Override PartName="/ppt/diagrams/data23.xml" ContentType="application/vnd.openxmlformats-officedocument.drawingml.diagramData+xml"/>
  <Override PartName="/ppt/diagrams/layout23.xml" ContentType="application/vnd.openxmlformats-officedocument.drawingml.diagramLayout+xml"/>
  <Override PartName="/ppt/diagrams/quickStyle23.xml" ContentType="application/vnd.openxmlformats-officedocument.drawingml.diagramStyle+xml"/>
  <Override PartName="/ppt/diagrams/colors23.xml" ContentType="application/vnd.openxmlformats-officedocument.drawingml.diagramColors+xml"/>
  <Override PartName="/ppt/diagrams/drawing23.xml" ContentType="application/vnd.ms-office.drawingml.diagramDrawing+xml"/>
  <Override PartName="/ppt/diagrams/data24.xml" ContentType="application/vnd.openxmlformats-officedocument.drawingml.diagramData+xml"/>
  <Override PartName="/ppt/diagrams/layout24.xml" ContentType="application/vnd.openxmlformats-officedocument.drawingml.diagramLayout+xml"/>
  <Override PartName="/ppt/diagrams/quickStyle24.xml" ContentType="application/vnd.openxmlformats-officedocument.drawingml.diagramStyle+xml"/>
  <Override PartName="/ppt/diagrams/colors24.xml" ContentType="application/vnd.openxmlformats-officedocument.drawingml.diagramColors+xml"/>
  <Override PartName="/ppt/diagrams/drawing24.xml" ContentType="application/vnd.ms-office.drawingml.diagramDrawing+xml"/>
  <Override PartName="/ppt/diagrams/data25.xml" ContentType="application/vnd.openxmlformats-officedocument.drawingml.diagramData+xml"/>
  <Override PartName="/ppt/diagrams/layout25.xml" ContentType="application/vnd.openxmlformats-officedocument.drawingml.diagramLayout+xml"/>
  <Override PartName="/ppt/diagrams/quickStyle25.xml" ContentType="application/vnd.openxmlformats-officedocument.drawingml.diagramStyle+xml"/>
  <Override PartName="/ppt/diagrams/colors25.xml" ContentType="application/vnd.openxmlformats-officedocument.drawingml.diagramColors+xml"/>
  <Override PartName="/ppt/diagrams/drawing25.xml" ContentType="application/vnd.ms-office.drawingml.diagramDrawing+xml"/>
  <Override PartName="/ppt/diagrams/data26.xml" ContentType="application/vnd.openxmlformats-officedocument.drawingml.diagramData+xml"/>
  <Override PartName="/ppt/diagrams/layout26.xml" ContentType="application/vnd.openxmlformats-officedocument.drawingml.diagramLayout+xml"/>
  <Override PartName="/ppt/diagrams/quickStyle26.xml" ContentType="application/vnd.openxmlformats-officedocument.drawingml.diagramStyle+xml"/>
  <Override PartName="/ppt/diagrams/colors26.xml" ContentType="application/vnd.openxmlformats-officedocument.drawingml.diagramColors+xml"/>
  <Override PartName="/ppt/diagrams/drawing26.xml" ContentType="application/vnd.ms-office.drawingml.diagramDrawing+xml"/>
  <Override PartName="/ppt/diagrams/data27.xml" ContentType="application/vnd.openxmlformats-officedocument.drawingml.diagramData+xml"/>
  <Override PartName="/ppt/diagrams/layout27.xml" ContentType="application/vnd.openxmlformats-officedocument.drawingml.diagramLayout+xml"/>
  <Override PartName="/ppt/diagrams/quickStyle27.xml" ContentType="application/vnd.openxmlformats-officedocument.drawingml.diagramStyle+xml"/>
  <Override PartName="/ppt/diagrams/colors27.xml" ContentType="application/vnd.openxmlformats-officedocument.drawingml.diagramColors+xml"/>
  <Override PartName="/ppt/diagrams/drawing27.xml" ContentType="application/vnd.ms-office.drawingml.diagramDrawing+xml"/>
  <Override PartName="/ppt/diagrams/data28.xml" ContentType="application/vnd.openxmlformats-officedocument.drawingml.diagramData+xml"/>
  <Override PartName="/ppt/diagrams/layout28.xml" ContentType="application/vnd.openxmlformats-officedocument.drawingml.diagramLayout+xml"/>
  <Override PartName="/ppt/diagrams/quickStyle28.xml" ContentType="application/vnd.openxmlformats-officedocument.drawingml.diagramStyle+xml"/>
  <Override PartName="/ppt/diagrams/colors28.xml" ContentType="application/vnd.openxmlformats-officedocument.drawingml.diagramColors+xml"/>
  <Override PartName="/ppt/diagrams/drawing28.xml" ContentType="application/vnd.ms-office.drawingml.diagramDrawing+xml"/>
  <Override PartName="/ppt/diagrams/data29.xml" ContentType="application/vnd.openxmlformats-officedocument.drawingml.diagramData+xml"/>
  <Override PartName="/ppt/diagrams/layout29.xml" ContentType="application/vnd.openxmlformats-officedocument.drawingml.diagramLayout+xml"/>
  <Override PartName="/ppt/diagrams/quickStyle29.xml" ContentType="application/vnd.openxmlformats-officedocument.drawingml.diagramStyle+xml"/>
  <Override PartName="/ppt/diagrams/colors29.xml" ContentType="application/vnd.openxmlformats-officedocument.drawingml.diagramColors+xml"/>
  <Override PartName="/ppt/diagrams/drawing29.xml" ContentType="application/vnd.ms-office.drawingml.diagramDrawing+xml"/>
  <Override PartName="/ppt/diagrams/data30.xml" ContentType="application/vnd.openxmlformats-officedocument.drawingml.diagramData+xml"/>
  <Override PartName="/ppt/diagrams/layout30.xml" ContentType="application/vnd.openxmlformats-officedocument.drawingml.diagramLayout+xml"/>
  <Override PartName="/ppt/diagrams/quickStyle30.xml" ContentType="application/vnd.openxmlformats-officedocument.drawingml.diagramStyle+xml"/>
  <Override PartName="/ppt/diagrams/colors30.xml" ContentType="application/vnd.openxmlformats-officedocument.drawingml.diagramColors+xml"/>
  <Override PartName="/ppt/diagrams/drawing30.xml" ContentType="application/vnd.ms-office.drawingml.diagramDrawing+xml"/>
  <Override PartName="/ppt/diagrams/data31.xml" ContentType="application/vnd.openxmlformats-officedocument.drawingml.diagramData+xml"/>
  <Override PartName="/ppt/diagrams/layout31.xml" ContentType="application/vnd.openxmlformats-officedocument.drawingml.diagramLayout+xml"/>
  <Override PartName="/ppt/diagrams/quickStyle31.xml" ContentType="application/vnd.openxmlformats-officedocument.drawingml.diagramStyle+xml"/>
  <Override PartName="/ppt/diagrams/colors31.xml" ContentType="application/vnd.openxmlformats-officedocument.drawingml.diagramColors+xml"/>
  <Override PartName="/ppt/diagrams/drawing31.xml" ContentType="application/vnd.ms-office.drawingml.diagramDrawing+xml"/>
  <Override PartName="/ppt/diagrams/data32.xml" ContentType="application/vnd.openxmlformats-officedocument.drawingml.diagramData+xml"/>
  <Override PartName="/ppt/diagrams/layout32.xml" ContentType="application/vnd.openxmlformats-officedocument.drawingml.diagramLayout+xml"/>
  <Override PartName="/ppt/diagrams/quickStyle32.xml" ContentType="application/vnd.openxmlformats-officedocument.drawingml.diagramStyle+xml"/>
  <Override PartName="/ppt/diagrams/colors32.xml" ContentType="application/vnd.openxmlformats-officedocument.drawingml.diagramColors+xml"/>
  <Override PartName="/ppt/diagrams/drawing32.xml" ContentType="application/vnd.ms-office.drawingml.diagramDrawing+xml"/>
  <Override PartName="/ppt/notesSlides/notesSlide2.xml" ContentType="application/vnd.openxmlformats-officedocument.presentationml.notesSlide+xml"/>
  <Override PartName="/ppt/diagrams/data33.xml" ContentType="application/vnd.openxmlformats-officedocument.drawingml.diagramData+xml"/>
  <Override PartName="/ppt/diagrams/layout33.xml" ContentType="application/vnd.openxmlformats-officedocument.drawingml.diagramLayout+xml"/>
  <Override PartName="/ppt/diagrams/quickStyle33.xml" ContentType="application/vnd.openxmlformats-officedocument.drawingml.diagramStyle+xml"/>
  <Override PartName="/ppt/diagrams/colors33.xml" ContentType="application/vnd.openxmlformats-officedocument.drawingml.diagramColors+xml"/>
  <Override PartName="/ppt/diagrams/drawing33.xml" ContentType="application/vnd.ms-office.drawingml.diagramDrawing+xml"/>
  <Override PartName="/ppt/diagrams/data34.xml" ContentType="application/vnd.openxmlformats-officedocument.drawingml.diagramData+xml"/>
  <Override PartName="/ppt/diagrams/layout34.xml" ContentType="application/vnd.openxmlformats-officedocument.drawingml.diagramLayout+xml"/>
  <Override PartName="/ppt/diagrams/quickStyle34.xml" ContentType="application/vnd.openxmlformats-officedocument.drawingml.diagramStyle+xml"/>
  <Override PartName="/ppt/diagrams/colors34.xml" ContentType="application/vnd.openxmlformats-officedocument.drawingml.diagramColors+xml"/>
  <Override PartName="/ppt/diagrams/drawing34.xml" ContentType="application/vnd.ms-office.drawingml.diagramDrawing+xml"/>
  <Override PartName="/ppt/diagrams/data35.xml" ContentType="application/vnd.openxmlformats-officedocument.drawingml.diagramData+xml"/>
  <Override PartName="/ppt/diagrams/layout35.xml" ContentType="application/vnd.openxmlformats-officedocument.drawingml.diagramLayout+xml"/>
  <Override PartName="/ppt/diagrams/quickStyle35.xml" ContentType="application/vnd.openxmlformats-officedocument.drawingml.diagramStyle+xml"/>
  <Override PartName="/ppt/diagrams/colors35.xml" ContentType="application/vnd.openxmlformats-officedocument.drawingml.diagramColors+xml"/>
  <Override PartName="/ppt/diagrams/drawing35.xml" ContentType="application/vnd.ms-office.drawingml.diagramDrawing+xml"/>
  <Override PartName="/ppt/diagrams/data36.xml" ContentType="application/vnd.openxmlformats-officedocument.drawingml.diagramData+xml"/>
  <Override PartName="/ppt/diagrams/layout36.xml" ContentType="application/vnd.openxmlformats-officedocument.drawingml.diagramLayout+xml"/>
  <Override PartName="/ppt/diagrams/quickStyle36.xml" ContentType="application/vnd.openxmlformats-officedocument.drawingml.diagramStyle+xml"/>
  <Override PartName="/ppt/diagrams/colors36.xml" ContentType="application/vnd.openxmlformats-officedocument.drawingml.diagramColors+xml"/>
  <Override PartName="/ppt/diagrams/drawing36.xml" ContentType="application/vnd.ms-office.drawingml.diagramDrawing+xml"/>
  <Override PartName="/ppt/diagrams/data37.xml" ContentType="application/vnd.openxmlformats-officedocument.drawingml.diagramData+xml"/>
  <Override PartName="/ppt/diagrams/layout37.xml" ContentType="application/vnd.openxmlformats-officedocument.drawingml.diagramLayout+xml"/>
  <Override PartName="/ppt/diagrams/quickStyle37.xml" ContentType="application/vnd.openxmlformats-officedocument.drawingml.diagramStyle+xml"/>
  <Override PartName="/ppt/diagrams/colors37.xml" ContentType="application/vnd.openxmlformats-officedocument.drawingml.diagramColors+xml"/>
  <Override PartName="/ppt/diagrams/drawing37.xml" ContentType="application/vnd.ms-office.drawingml.diagramDrawing+xml"/>
  <Override PartName="/ppt/diagrams/data38.xml" ContentType="application/vnd.openxmlformats-officedocument.drawingml.diagramData+xml"/>
  <Override PartName="/ppt/diagrams/layout38.xml" ContentType="application/vnd.openxmlformats-officedocument.drawingml.diagramLayout+xml"/>
  <Override PartName="/ppt/diagrams/quickStyle38.xml" ContentType="application/vnd.openxmlformats-officedocument.drawingml.diagramStyle+xml"/>
  <Override PartName="/ppt/diagrams/colors38.xml" ContentType="application/vnd.openxmlformats-officedocument.drawingml.diagramColors+xml"/>
  <Override PartName="/ppt/diagrams/drawing38.xml" ContentType="application/vnd.ms-office.drawingml.diagramDrawing+xml"/>
  <Override PartName="/ppt/diagrams/data39.xml" ContentType="application/vnd.openxmlformats-officedocument.drawingml.diagramData+xml"/>
  <Override PartName="/ppt/diagrams/layout39.xml" ContentType="application/vnd.openxmlformats-officedocument.drawingml.diagramLayout+xml"/>
  <Override PartName="/ppt/diagrams/quickStyle39.xml" ContentType="application/vnd.openxmlformats-officedocument.drawingml.diagramStyle+xml"/>
  <Override PartName="/ppt/diagrams/colors39.xml" ContentType="application/vnd.openxmlformats-officedocument.drawingml.diagramColors+xml"/>
  <Override PartName="/ppt/diagrams/drawing39.xml" ContentType="application/vnd.ms-office.drawingml.diagramDrawing+xml"/>
  <Override PartName="/ppt/diagrams/data40.xml" ContentType="application/vnd.openxmlformats-officedocument.drawingml.diagramData+xml"/>
  <Override PartName="/ppt/diagrams/layout40.xml" ContentType="application/vnd.openxmlformats-officedocument.drawingml.diagramLayout+xml"/>
  <Override PartName="/ppt/diagrams/quickStyle40.xml" ContentType="application/vnd.openxmlformats-officedocument.drawingml.diagramStyle+xml"/>
  <Override PartName="/ppt/diagrams/colors40.xml" ContentType="application/vnd.openxmlformats-officedocument.drawingml.diagramColors+xml"/>
  <Override PartName="/ppt/diagrams/drawing40.xml" ContentType="application/vnd.ms-office.drawingml.diagramDrawing+xml"/>
  <Override PartName="/ppt/diagrams/data41.xml" ContentType="application/vnd.openxmlformats-officedocument.drawingml.diagramData+xml"/>
  <Override PartName="/ppt/diagrams/layout41.xml" ContentType="application/vnd.openxmlformats-officedocument.drawingml.diagramLayout+xml"/>
  <Override PartName="/ppt/diagrams/quickStyle41.xml" ContentType="application/vnd.openxmlformats-officedocument.drawingml.diagramStyle+xml"/>
  <Override PartName="/ppt/diagrams/colors41.xml" ContentType="application/vnd.openxmlformats-officedocument.drawingml.diagramColors+xml"/>
  <Override PartName="/ppt/diagrams/drawing41.xml" ContentType="application/vnd.ms-office.drawingml.diagramDrawing+xml"/>
  <Override PartName="/ppt/diagrams/data42.xml" ContentType="application/vnd.openxmlformats-officedocument.drawingml.diagramData+xml"/>
  <Override PartName="/ppt/diagrams/layout42.xml" ContentType="application/vnd.openxmlformats-officedocument.drawingml.diagramLayout+xml"/>
  <Override PartName="/ppt/diagrams/quickStyle42.xml" ContentType="application/vnd.openxmlformats-officedocument.drawingml.diagramStyle+xml"/>
  <Override PartName="/ppt/diagrams/colors42.xml" ContentType="application/vnd.openxmlformats-officedocument.drawingml.diagramColors+xml"/>
  <Override PartName="/ppt/diagrams/drawing42.xml" ContentType="application/vnd.ms-office.drawingml.diagramDrawing+xml"/>
  <Override PartName="/ppt/diagrams/data43.xml" ContentType="application/vnd.openxmlformats-officedocument.drawingml.diagramData+xml"/>
  <Override PartName="/ppt/diagrams/layout43.xml" ContentType="application/vnd.openxmlformats-officedocument.drawingml.diagramLayout+xml"/>
  <Override PartName="/ppt/diagrams/quickStyle43.xml" ContentType="application/vnd.openxmlformats-officedocument.drawingml.diagramStyle+xml"/>
  <Override PartName="/ppt/diagrams/colors43.xml" ContentType="application/vnd.openxmlformats-officedocument.drawingml.diagramColors+xml"/>
  <Override PartName="/ppt/diagrams/drawing43.xml" ContentType="application/vnd.ms-office.drawingml.diagramDrawing+xml"/>
  <Override PartName="/ppt/diagrams/data44.xml" ContentType="application/vnd.openxmlformats-officedocument.drawingml.diagramData+xml"/>
  <Override PartName="/ppt/diagrams/layout44.xml" ContentType="application/vnd.openxmlformats-officedocument.drawingml.diagramLayout+xml"/>
  <Override PartName="/ppt/diagrams/quickStyle44.xml" ContentType="application/vnd.openxmlformats-officedocument.drawingml.diagramStyle+xml"/>
  <Override PartName="/ppt/diagrams/colors44.xml" ContentType="application/vnd.openxmlformats-officedocument.drawingml.diagramColors+xml"/>
  <Override PartName="/ppt/diagrams/drawing44.xml" ContentType="application/vnd.ms-office.drawingml.diagramDrawing+xml"/>
  <Override PartName="/ppt/diagrams/data45.xml" ContentType="application/vnd.openxmlformats-officedocument.drawingml.diagramData+xml"/>
  <Override PartName="/ppt/diagrams/layout45.xml" ContentType="application/vnd.openxmlformats-officedocument.drawingml.diagramLayout+xml"/>
  <Override PartName="/ppt/diagrams/quickStyle45.xml" ContentType="application/vnd.openxmlformats-officedocument.drawingml.diagramStyle+xml"/>
  <Override PartName="/ppt/diagrams/colors45.xml" ContentType="application/vnd.openxmlformats-officedocument.drawingml.diagramColors+xml"/>
  <Override PartName="/ppt/diagrams/drawing45.xml" ContentType="application/vnd.ms-office.drawingml.diagramDrawing+xml"/>
  <Override PartName="/ppt/notesSlides/notesSlide3.xml" ContentType="application/vnd.openxmlformats-officedocument.presentationml.notesSlide+xml"/>
  <Override PartName="/ppt/diagrams/data46.xml" ContentType="application/vnd.openxmlformats-officedocument.drawingml.diagramData+xml"/>
  <Override PartName="/ppt/diagrams/layout46.xml" ContentType="application/vnd.openxmlformats-officedocument.drawingml.diagramLayout+xml"/>
  <Override PartName="/ppt/diagrams/quickStyle46.xml" ContentType="application/vnd.openxmlformats-officedocument.drawingml.diagramStyle+xml"/>
  <Override PartName="/ppt/diagrams/colors46.xml" ContentType="application/vnd.openxmlformats-officedocument.drawingml.diagramColors+xml"/>
  <Override PartName="/ppt/diagrams/drawing46.xml" ContentType="application/vnd.ms-office.drawingml.diagramDrawing+xml"/>
  <Override PartName="/ppt/diagrams/data47.xml" ContentType="application/vnd.openxmlformats-officedocument.drawingml.diagramData+xml"/>
  <Override PartName="/ppt/diagrams/layout47.xml" ContentType="application/vnd.openxmlformats-officedocument.drawingml.diagramLayout+xml"/>
  <Override PartName="/ppt/diagrams/quickStyle47.xml" ContentType="application/vnd.openxmlformats-officedocument.drawingml.diagramStyle+xml"/>
  <Override PartName="/ppt/diagrams/colors47.xml" ContentType="application/vnd.openxmlformats-officedocument.drawingml.diagramColors+xml"/>
  <Override PartName="/ppt/diagrams/drawing47.xml" ContentType="application/vnd.ms-office.drawingml.diagramDrawing+xml"/>
  <Override PartName="/ppt/diagrams/data48.xml" ContentType="application/vnd.openxmlformats-officedocument.drawingml.diagramData+xml"/>
  <Override PartName="/ppt/diagrams/layout48.xml" ContentType="application/vnd.openxmlformats-officedocument.drawingml.diagramLayout+xml"/>
  <Override PartName="/ppt/diagrams/quickStyle48.xml" ContentType="application/vnd.openxmlformats-officedocument.drawingml.diagramStyle+xml"/>
  <Override PartName="/ppt/diagrams/colors48.xml" ContentType="application/vnd.openxmlformats-officedocument.drawingml.diagramColors+xml"/>
  <Override PartName="/ppt/diagrams/drawing48.xml" ContentType="application/vnd.ms-office.drawingml.diagramDrawing+xml"/>
  <Override PartName="/ppt/diagrams/data49.xml" ContentType="application/vnd.openxmlformats-officedocument.drawingml.diagramData+xml"/>
  <Override PartName="/ppt/diagrams/layout49.xml" ContentType="application/vnd.openxmlformats-officedocument.drawingml.diagramLayout+xml"/>
  <Override PartName="/ppt/diagrams/quickStyle49.xml" ContentType="application/vnd.openxmlformats-officedocument.drawingml.diagramStyle+xml"/>
  <Override PartName="/ppt/diagrams/colors49.xml" ContentType="application/vnd.openxmlformats-officedocument.drawingml.diagramColors+xml"/>
  <Override PartName="/ppt/diagrams/drawing49.xml" ContentType="application/vnd.ms-office.drawingml.diagramDrawing+xml"/>
  <Override PartName="/ppt/diagrams/data50.xml" ContentType="application/vnd.openxmlformats-officedocument.drawingml.diagramData+xml"/>
  <Override PartName="/ppt/diagrams/layout50.xml" ContentType="application/vnd.openxmlformats-officedocument.drawingml.diagramLayout+xml"/>
  <Override PartName="/ppt/diagrams/quickStyle50.xml" ContentType="application/vnd.openxmlformats-officedocument.drawingml.diagramStyle+xml"/>
  <Override PartName="/ppt/diagrams/colors50.xml" ContentType="application/vnd.openxmlformats-officedocument.drawingml.diagramColors+xml"/>
  <Override PartName="/ppt/diagrams/drawing50.xml" ContentType="application/vnd.ms-office.drawingml.diagramDrawing+xml"/>
  <Override PartName="/ppt/diagrams/data51.xml" ContentType="application/vnd.openxmlformats-officedocument.drawingml.diagramData+xml"/>
  <Override PartName="/ppt/diagrams/layout51.xml" ContentType="application/vnd.openxmlformats-officedocument.drawingml.diagramLayout+xml"/>
  <Override PartName="/ppt/diagrams/quickStyle51.xml" ContentType="application/vnd.openxmlformats-officedocument.drawingml.diagramStyle+xml"/>
  <Override PartName="/ppt/diagrams/colors51.xml" ContentType="application/vnd.openxmlformats-officedocument.drawingml.diagramColors+xml"/>
  <Override PartName="/ppt/diagrams/drawing51.xml" ContentType="application/vnd.ms-office.drawingml.diagramDrawing+xml"/>
  <Override PartName="/ppt/diagrams/data52.xml" ContentType="application/vnd.openxmlformats-officedocument.drawingml.diagramData+xml"/>
  <Override PartName="/ppt/diagrams/layout52.xml" ContentType="application/vnd.openxmlformats-officedocument.drawingml.diagramLayout+xml"/>
  <Override PartName="/ppt/diagrams/quickStyle52.xml" ContentType="application/vnd.openxmlformats-officedocument.drawingml.diagramStyle+xml"/>
  <Override PartName="/ppt/diagrams/colors52.xml" ContentType="application/vnd.openxmlformats-officedocument.drawingml.diagramColors+xml"/>
  <Override PartName="/ppt/diagrams/drawing52.xml" ContentType="application/vnd.ms-office.drawingml.diagramDrawing+xml"/>
  <Override PartName="/ppt/diagrams/data53.xml" ContentType="application/vnd.openxmlformats-officedocument.drawingml.diagramData+xml"/>
  <Override PartName="/ppt/diagrams/layout53.xml" ContentType="application/vnd.openxmlformats-officedocument.drawingml.diagramLayout+xml"/>
  <Override PartName="/ppt/diagrams/quickStyle53.xml" ContentType="application/vnd.openxmlformats-officedocument.drawingml.diagramStyle+xml"/>
  <Override PartName="/ppt/diagrams/colors53.xml" ContentType="application/vnd.openxmlformats-officedocument.drawingml.diagramColors+xml"/>
  <Override PartName="/ppt/diagrams/drawing53.xml" ContentType="application/vnd.ms-office.drawingml.diagramDrawing+xml"/>
  <Override PartName="/ppt/diagrams/data54.xml" ContentType="application/vnd.openxmlformats-officedocument.drawingml.diagramData+xml"/>
  <Override PartName="/ppt/diagrams/layout54.xml" ContentType="application/vnd.openxmlformats-officedocument.drawingml.diagramLayout+xml"/>
  <Override PartName="/ppt/diagrams/quickStyle54.xml" ContentType="application/vnd.openxmlformats-officedocument.drawingml.diagramStyle+xml"/>
  <Override PartName="/ppt/diagrams/colors54.xml" ContentType="application/vnd.openxmlformats-officedocument.drawingml.diagramColors+xml"/>
  <Override PartName="/ppt/diagrams/drawing54.xml" ContentType="application/vnd.ms-office.drawingml.diagramDrawing+xml"/>
  <Override PartName="/ppt/diagrams/data55.xml" ContentType="application/vnd.openxmlformats-officedocument.drawingml.diagramData+xml"/>
  <Override PartName="/ppt/diagrams/layout55.xml" ContentType="application/vnd.openxmlformats-officedocument.drawingml.diagramLayout+xml"/>
  <Override PartName="/ppt/diagrams/quickStyle55.xml" ContentType="application/vnd.openxmlformats-officedocument.drawingml.diagramStyle+xml"/>
  <Override PartName="/ppt/diagrams/colors55.xml" ContentType="application/vnd.openxmlformats-officedocument.drawingml.diagramColors+xml"/>
  <Override PartName="/ppt/diagrams/drawing55.xml" ContentType="application/vnd.ms-office.drawingml.diagramDrawing+xml"/>
  <Override PartName="/ppt/diagrams/data56.xml" ContentType="application/vnd.openxmlformats-officedocument.drawingml.diagramData+xml"/>
  <Override PartName="/ppt/diagrams/layout56.xml" ContentType="application/vnd.openxmlformats-officedocument.drawingml.diagramLayout+xml"/>
  <Override PartName="/ppt/diagrams/quickStyle56.xml" ContentType="application/vnd.openxmlformats-officedocument.drawingml.diagramStyle+xml"/>
  <Override PartName="/ppt/diagrams/colors56.xml" ContentType="application/vnd.openxmlformats-officedocument.drawingml.diagramColors+xml"/>
  <Override PartName="/ppt/diagrams/drawing56.xml" ContentType="application/vnd.ms-office.drawingml.diagramDrawing+xml"/>
  <Override PartName="/ppt/diagrams/data57.xml" ContentType="application/vnd.openxmlformats-officedocument.drawingml.diagramData+xml"/>
  <Override PartName="/ppt/diagrams/layout57.xml" ContentType="application/vnd.openxmlformats-officedocument.drawingml.diagramLayout+xml"/>
  <Override PartName="/ppt/diagrams/quickStyle57.xml" ContentType="application/vnd.openxmlformats-officedocument.drawingml.diagramStyle+xml"/>
  <Override PartName="/ppt/diagrams/colors57.xml" ContentType="application/vnd.openxmlformats-officedocument.drawingml.diagramColors+xml"/>
  <Override PartName="/ppt/diagrams/drawing57.xml" ContentType="application/vnd.ms-office.drawingml.diagramDrawing+xml"/>
  <Override PartName="/ppt/diagrams/data58.xml" ContentType="application/vnd.openxmlformats-officedocument.drawingml.diagramData+xml"/>
  <Override PartName="/ppt/diagrams/layout58.xml" ContentType="application/vnd.openxmlformats-officedocument.drawingml.diagramLayout+xml"/>
  <Override PartName="/ppt/diagrams/quickStyle58.xml" ContentType="application/vnd.openxmlformats-officedocument.drawingml.diagramStyle+xml"/>
  <Override PartName="/ppt/diagrams/colors58.xml" ContentType="application/vnd.openxmlformats-officedocument.drawingml.diagramColors+xml"/>
  <Override PartName="/ppt/diagrams/drawing58.xml" ContentType="application/vnd.ms-office.drawingml.diagramDrawing+xml"/>
  <Override PartName="/ppt/diagrams/data59.xml" ContentType="application/vnd.openxmlformats-officedocument.drawingml.diagramData+xml"/>
  <Override PartName="/ppt/diagrams/layout59.xml" ContentType="application/vnd.openxmlformats-officedocument.drawingml.diagramLayout+xml"/>
  <Override PartName="/ppt/diagrams/quickStyle59.xml" ContentType="application/vnd.openxmlformats-officedocument.drawingml.diagramStyle+xml"/>
  <Override PartName="/ppt/diagrams/colors59.xml" ContentType="application/vnd.openxmlformats-officedocument.drawingml.diagramColors+xml"/>
  <Override PartName="/ppt/diagrams/drawing59.xml" ContentType="application/vnd.ms-office.drawingml.diagramDrawing+xml"/>
  <Override PartName="/ppt/diagrams/data60.xml" ContentType="application/vnd.openxmlformats-officedocument.drawingml.diagramData+xml"/>
  <Override PartName="/ppt/diagrams/layout60.xml" ContentType="application/vnd.openxmlformats-officedocument.drawingml.diagramLayout+xml"/>
  <Override PartName="/ppt/diagrams/quickStyle60.xml" ContentType="application/vnd.openxmlformats-officedocument.drawingml.diagramStyle+xml"/>
  <Override PartName="/ppt/diagrams/colors60.xml" ContentType="application/vnd.openxmlformats-officedocument.drawingml.diagramColors+xml"/>
  <Override PartName="/ppt/diagrams/drawing60.xml" ContentType="application/vnd.ms-office.drawingml.diagramDrawing+xml"/>
  <Override PartName="/ppt/diagrams/data61.xml" ContentType="application/vnd.openxmlformats-officedocument.drawingml.diagramData+xml"/>
  <Override PartName="/ppt/diagrams/layout61.xml" ContentType="application/vnd.openxmlformats-officedocument.drawingml.diagramLayout+xml"/>
  <Override PartName="/ppt/diagrams/quickStyle61.xml" ContentType="application/vnd.openxmlformats-officedocument.drawingml.diagramStyle+xml"/>
  <Override PartName="/ppt/diagrams/colors61.xml" ContentType="application/vnd.openxmlformats-officedocument.drawingml.diagramColors+xml"/>
  <Override PartName="/ppt/diagrams/drawing61.xml" ContentType="application/vnd.ms-office.drawingml.diagramDrawing+xml"/>
  <Override PartName="/ppt/diagrams/data62.xml" ContentType="application/vnd.openxmlformats-officedocument.drawingml.diagramData+xml"/>
  <Override PartName="/ppt/diagrams/layout62.xml" ContentType="application/vnd.openxmlformats-officedocument.drawingml.diagramLayout+xml"/>
  <Override PartName="/ppt/diagrams/quickStyle62.xml" ContentType="application/vnd.openxmlformats-officedocument.drawingml.diagramStyle+xml"/>
  <Override PartName="/ppt/diagrams/colors62.xml" ContentType="application/vnd.openxmlformats-officedocument.drawingml.diagramColors+xml"/>
  <Override PartName="/ppt/diagrams/drawing62.xml" ContentType="application/vnd.ms-office.drawingml.diagramDrawing+xml"/>
  <Override PartName="/ppt/diagrams/data63.xml" ContentType="application/vnd.openxmlformats-officedocument.drawingml.diagramData+xml"/>
  <Override PartName="/ppt/diagrams/layout63.xml" ContentType="application/vnd.openxmlformats-officedocument.drawingml.diagramLayout+xml"/>
  <Override PartName="/ppt/diagrams/quickStyle63.xml" ContentType="application/vnd.openxmlformats-officedocument.drawingml.diagramStyle+xml"/>
  <Override PartName="/ppt/diagrams/colors63.xml" ContentType="application/vnd.openxmlformats-officedocument.drawingml.diagramColors+xml"/>
  <Override PartName="/ppt/diagrams/drawing63.xml" ContentType="application/vnd.ms-office.drawingml.diagramDrawing+xml"/>
  <Override PartName="/ppt/diagrams/data64.xml" ContentType="application/vnd.openxmlformats-officedocument.drawingml.diagramData+xml"/>
  <Override PartName="/ppt/diagrams/layout64.xml" ContentType="application/vnd.openxmlformats-officedocument.drawingml.diagramLayout+xml"/>
  <Override PartName="/ppt/diagrams/quickStyle64.xml" ContentType="application/vnd.openxmlformats-officedocument.drawingml.diagramStyle+xml"/>
  <Override PartName="/ppt/diagrams/colors64.xml" ContentType="application/vnd.openxmlformats-officedocument.drawingml.diagramColors+xml"/>
  <Override PartName="/ppt/diagrams/drawing64.xml" ContentType="application/vnd.ms-office.drawingml.diagramDrawing+xml"/>
  <Override PartName="/ppt/diagrams/data65.xml" ContentType="application/vnd.openxmlformats-officedocument.drawingml.diagramData+xml"/>
  <Override PartName="/ppt/diagrams/layout65.xml" ContentType="application/vnd.openxmlformats-officedocument.drawingml.diagramLayout+xml"/>
  <Override PartName="/ppt/diagrams/quickStyle65.xml" ContentType="application/vnd.openxmlformats-officedocument.drawingml.diagramStyle+xml"/>
  <Override PartName="/ppt/diagrams/colors65.xml" ContentType="application/vnd.openxmlformats-officedocument.drawingml.diagramColors+xml"/>
  <Override PartName="/ppt/diagrams/drawing65.xml" ContentType="application/vnd.ms-office.drawingml.diagramDrawing+xml"/>
  <Override PartName="/ppt/diagrams/data66.xml" ContentType="application/vnd.openxmlformats-officedocument.drawingml.diagramData+xml"/>
  <Override PartName="/ppt/diagrams/layout66.xml" ContentType="application/vnd.openxmlformats-officedocument.drawingml.diagramLayout+xml"/>
  <Override PartName="/ppt/diagrams/quickStyle66.xml" ContentType="application/vnd.openxmlformats-officedocument.drawingml.diagramStyle+xml"/>
  <Override PartName="/ppt/diagrams/colors66.xml" ContentType="application/vnd.openxmlformats-officedocument.drawingml.diagramColors+xml"/>
  <Override PartName="/ppt/diagrams/drawing66.xml" ContentType="application/vnd.ms-office.drawingml.diagramDrawing+xml"/>
  <Override PartName="/ppt/notesSlides/notesSlide4.xml" ContentType="application/vnd.openxmlformats-officedocument.presentationml.notesSlide+xml"/>
  <Override PartName="/ppt/diagrams/data67.xml" ContentType="application/vnd.openxmlformats-officedocument.drawingml.diagramData+xml"/>
  <Override PartName="/ppt/diagrams/layout67.xml" ContentType="application/vnd.openxmlformats-officedocument.drawingml.diagramLayout+xml"/>
  <Override PartName="/ppt/diagrams/quickStyle67.xml" ContentType="application/vnd.openxmlformats-officedocument.drawingml.diagramStyle+xml"/>
  <Override PartName="/ppt/diagrams/colors67.xml" ContentType="application/vnd.openxmlformats-officedocument.drawingml.diagramColors+xml"/>
  <Override PartName="/ppt/diagrams/drawing67.xml" ContentType="application/vnd.ms-office.drawingml.diagramDrawing+xml"/>
  <Override PartName="/ppt/diagrams/data68.xml" ContentType="application/vnd.openxmlformats-officedocument.drawingml.diagramData+xml"/>
  <Override PartName="/ppt/diagrams/layout68.xml" ContentType="application/vnd.openxmlformats-officedocument.drawingml.diagramLayout+xml"/>
  <Override PartName="/ppt/diagrams/quickStyle68.xml" ContentType="application/vnd.openxmlformats-officedocument.drawingml.diagramStyle+xml"/>
  <Override PartName="/ppt/diagrams/colors68.xml" ContentType="application/vnd.openxmlformats-officedocument.drawingml.diagramColors+xml"/>
  <Override PartName="/ppt/diagrams/drawing68.xml" ContentType="application/vnd.ms-office.drawingml.diagramDrawing+xml"/>
  <Override PartName="/ppt/diagrams/data69.xml" ContentType="application/vnd.openxmlformats-officedocument.drawingml.diagramData+xml"/>
  <Override PartName="/ppt/diagrams/layout69.xml" ContentType="application/vnd.openxmlformats-officedocument.drawingml.diagramLayout+xml"/>
  <Override PartName="/ppt/diagrams/quickStyle69.xml" ContentType="application/vnd.openxmlformats-officedocument.drawingml.diagramStyle+xml"/>
  <Override PartName="/ppt/diagrams/colors69.xml" ContentType="application/vnd.openxmlformats-officedocument.drawingml.diagramColors+xml"/>
  <Override PartName="/ppt/diagrams/drawing69.xml" ContentType="application/vnd.ms-office.drawingml.diagramDrawing+xml"/>
  <Override PartName="/ppt/diagrams/data70.xml" ContentType="application/vnd.openxmlformats-officedocument.drawingml.diagramData+xml"/>
  <Override PartName="/ppt/diagrams/layout70.xml" ContentType="application/vnd.openxmlformats-officedocument.drawingml.diagramLayout+xml"/>
  <Override PartName="/ppt/diagrams/quickStyle70.xml" ContentType="application/vnd.openxmlformats-officedocument.drawingml.diagramStyle+xml"/>
  <Override PartName="/ppt/diagrams/colors70.xml" ContentType="application/vnd.openxmlformats-officedocument.drawingml.diagramColors+xml"/>
  <Override PartName="/ppt/diagrams/drawing70.xml" ContentType="application/vnd.ms-office.drawingml.diagramDrawing+xml"/>
  <Override PartName="/ppt/diagrams/data71.xml" ContentType="application/vnd.openxmlformats-officedocument.drawingml.diagramData+xml"/>
  <Override PartName="/ppt/diagrams/layout71.xml" ContentType="application/vnd.openxmlformats-officedocument.drawingml.diagramLayout+xml"/>
  <Override PartName="/ppt/diagrams/quickStyle71.xml" ContentType="application/vnd.openxmlformats-officedocument.drawingml.diagramStyle+xml"/>
  <Override PartName="/ppt/diagrams/colors71.xml" ContentType="application/vnd.openxmlformats-officedocument.drawingml.diagramColors+xml"/>
  <Override PartName="/ppt/diagrams/drawing71.xml" ContentType="application/vnd.ms-office.drawingml.diagramDrawing+xml"/>
  <Override PartName="/ppt/diagrams/data72.xml" ContentType="application/vnd.openxmlformats-officedocument.drawingml.diagramData+xml"/>
  <Override PartName="/ppt/diagrams/layout72.xml" ContentType="application/vnd.openxmlformats-officedocument.drawingml.diagramLayout+xml"/>
  <Override PartName="/ppt/diagrams/quickStyle72.xml" ContentType="application/vnd.openxmlformats-officedocument.drawingml.diagramStyle+xml"/>
  <Override PartName="/ppt/diagrams/colors72.xml" ContentType="application/vnd.openxmlformats-officedocument.drawingml.diagramColors+xml"/>
  <Override PartName="/ppt/diagrams/drawing72.xml" ContentType="application/vnd.ms-office.drawingml.diagramDrawing+xml"/>
  <Override PartName="/ppt/diagrams/data73.xml" ContentType="application/vnd.openxmlformats-officedocument.drawingml.diagramData+xml"/>
  <Override PartName="/ppt/diagrams/layout73.xml" ContentType="application/vnd.openxmlformats-officedocument.drawingml.diagramLayout+xml"/>
  <Override PartName="/ppt/diagrams/quickStyle73.xml" ContentType="application/vnd.openxmlformats-officedocument.drawingml.diagramStyle+xml"/>
  <Override PartName="/ppt/diagrams/colors73.xml" ContentType="application/vnd.openxmlformats-officedocument.drawingml.diagramColors+xml"/>
  <Override PartName="/ppt/diagrams/drawing73.xml" ContentType="application/vnd.ms-office.drawingml.diagramDrawing+xml"/>
  <Override PartName="/ppt/diagrams/data74.xml" ContentType="application/vnd.openxmlformats-officedocument.drawingml.diagramData+xml"/>
  <Override PartName="/ppt/diagrams/layout74.xml" ContentType="application/vnd.openxmlformats-officedocument.drawingml.diagramLayout+xml"/>
  <Override PartName="/ppt/diagrams/quickStyle74.xml" ContentType="application/vnd.openxmlformats-officedocument.drawingml.diagramStyle+xml"/>
  <Override PartName="/ppt/diagrams/colors74.xml" ContentType="application/vnd.openxmlformats-officedocument.drawingml.diagramColors+xml"/>
  <Override PartName="/ppt/diagrams/drawing74.xml" ContentType="application/vnd.ms-office.drawingml.diagramDrawing+xml"/>
  <Override PartName="/ppt/diagrams/data75.xml" ContentType="application/vnd.openxmlformats-officedocument.drawingml.diagramData+xml"/>
  <Override PartName="/ppt/diagrams/layout75.xml" ContentType="application/vnd.openxmlformats-officedocument.drawingml.diagramLayout+xml"/>
  <Override PartName="/ppt/diagrams/quickStyle75.xml" ContentType="application/vnd.openxmlformats-officedocument.drawingml.diagramStyle+xml"/>
  <Override PartName="/ppt/diagrams/colors75.xml" ContentType="application/vnd.openxmlformats-officedocument.drawingml.diagramColors+xml"/>
  <Override PartName="/ppt/diagrams/drawing75.xml" ContentType="application/vnd.ms-office.drawingml.diagramDrawing+xml"/>
  <Override PartName="/ppt/diagrams/data76.xml" ContentType="application/vnd.openxmlformats-officedocument.drawingml.diagramData+xml"/>
  <Override PartName="/ppt/diagrams/layout76.xml" ContentType="application/vnd.openxmlformats-officedocument.drawingml.diagramLayout+xml"/>
  <Override PartName="/ppt/diagrams/quickStyle76.xml" ContentType="application/vnd.openxmlformats-officedocument.drawingml.diagramStyle+xml"/>
  <Override PartName="/ppt/diagrams/colors76.xml" ContentType="application/vnd.openxmlformats-officedocument.drawingml.diagramColors+xml"/>
  <Override PartName="/ppt/diagrams/drawing76.xml" ContentType="application/vnd.ms-office.drawingml.diagramDrawing+xml"/>
  <Override PartName="/ppt/diagrams/data77.xml" ContentType="application/vnd.openxmlformats-officedocument.drawingml.diagramData+xml"/>
  <Override PartName="/ppt/diagrams/layout77.xml" ContentType="application/vnd.openxmlformats-officedocument.drawingml.diagramLayout+xml"/>
  <Override PartName="/ppt/diagrams/quickStyle77.xml" ContentType="application/vnd.openxmlformats-officedocument.drawingml.diagramStyle+xml"/>
  <Override PartName="/ppt/diagrams/colors77.xml" ContentType="application/vnd.openxmlformats-officedocument.drawingml.diagramColors+xml"/>
  <Override PartName="/ppt/diagrams/drawing77.xml" ContentType="application/vnd.ms-office.drawingml.diagramDrawing+xml"/>
  <Override PartName="/ppt/diagrams/data78.xml" ContentType="application/vnd.openxmlformats-officedocument.drawingml.diagramData+xml"/>
  <Override PartName="/ppt/diagrams/layout78.xml" ContentType="application/vnd.openxmlformats-officedocument.drawingml.diagramLayout+xml"/>
  <Override PartName="/ppt/diagrams/quickStyle78.xml" ContentType="application/vnd.openxmlformats-officedocument.drawingml.diagramStyle+xml"/>
  <Override PartName="/ppt/diagrams/colors78.xml" ContentType="application/vnd.openxmlformats-officedocument.drawingml.diagramColors+xml"/>
  <Override PartName="/ppt/diagrams/drawing78.xml" ContentType="application/vnd.ms-office.drawingml.diagramDrawing+xml"/>
  <Override PartName="/ppt/diagrams/data79.xml" ContentType="application/vnd.openxmlformats-officedocument.drawingml.diagramData+xml"/>
  <Override PartName="/ppt/diagrams/layout79.xml" ContentType="application/vnd.openxmlformats-officedocument.drawingml.diagramLayout+xml"/>
  <Override PartName="/ppt/diagrams/quickStyle79.xml" ContentType="application/vnd.openxmlformats-officedocument.drawingml.diagramStyle+xml"/>
  <Override PartName="/ppt/diagrams/colors79.xml" ContentType="application/vnd.openxmlformats-officedocument.drawingml.diagramColors+xml"/>
  <Override PartName="/ppt/diagrams/drawing79.xml" ContentType="application/vnd.ms-office.drawingml.diagramDrawing+xml"/>
  <Override PartName="/ppt/diagrams/data80.xml" ContentType="application/vnd.openxmlformats-officedocument.drawingml.diagramData+xml"/>
  <Override PartName="/ppt/diagrams/layout80.xml" ContentType="application/vnd.openxmlformats-officedocument.drawingml.diagramLayout+xml"/>
  <Override PartName="/ppt/diagrams/quickStyle80.xml" ContentType="application/vnd.openxmlformats-officedocument.drawingml.diagramStyle+xml"/>
  <Override PartName="/ppt/diagrams/colors80.xml" ContentType="application/vnd.openxmlformats-officedocument.drawingml.diagramColors+xml"/>
  <Override PartName="/ppt/diagrams/drawing80.xml" ContentType="application/vnd.ms-office.drawingml.diagramDrawing+xml"/>
  <Override PartName="/ppt/diagrams/data81.xml" ContentType="application/vnd.openxmlformats-officedocument.drawingml.diagramData+xml"/>
  <Override PartName="/ppt/diagrams/layout81.xml" ContentType="application/vnd.openxmlformats-officedocument.drawingml.diagramLayout+xml"/>
  <Override PartName="/ppt/diagrams/quickStyle81.xml" ContentType="application/vnd.openxmlformats-officedocument.drawingml.diagramStyle+xml"/>
  <Override PartName="/ppt/diagrams/colors81.xml" ContentType="application/vnd.openxmlformats-officedocument.drawingml.diagramColors+xml"/>
  <Override PartName="/ppt/diagrams/drawing81.xml" ContentType="application/vnd.ms-office.drawingml.diagramDrawing+xml"/>
  <Override PartName="/ppt/diagrams/data82.xml" ContentType="application/vnd.openxmlformats-officedocument.drawingml.diagramData+xml"/>
  <Override PartName="/ppt/diagrams/layout82.xml" ContentType="application/vnd.openxmlformats-officedocument.drawingml.diagramLayout+xml"/>
  <Override PartName="/ppt/diagrams/quickStyle82.xml" ContentType="application/vnd.openxmlformats-officedocument.drawingml.diagramStyle+xml"/>
  <Override PartName="/ppt/diagrams/colors82.xml" ContentType="application/vnd.openxmlformats-officedocument.drawingml.diagramColors+xml"/>
  <Override PartName="/ppt/diagrams/drawing82.xml" ContentType="application/vnd.ms-office.drawingml.diagramDrawing+xml"/>
  <Override PartName="/ppt/diagrams/data83.xml" ContentType="application/vnd.openxmlformats-officedocument.drawingml.diagramData+xml"/>
  <Override PartName="/ppt/diagrams/layout83.xml" ContentType="application/vnd.openxmlformats-officedocument.drawingml.diagramLayout+xml"/>
  <Override PartName="/ppt/diagrams/quickStyle83.xml" ContentType="application/vnd.openxmlformats-officedocument.drawingml.diagramStyle+xml"/>
  <Override PartName="/ppt/diagrams/colors83.xml" ContentType="application/vnd.openxmlformats-officedocument.drawingml.diagramColors+xml"/>
  <Override PartName="/ppt/diagrams/drawing83.xml" ContentType="application/vnd.ms-office.drawingml.diagramDrawing+xml"/>
  <Override PartName="/ppt/diagrams/data84.xml" ContentType="application/vnd.openxmlformats-officedocument.drawingml.diagramData+xml"/>
  <Override PartName="/ppt/diagrams/layout84.xml" ContentType="application/vnd.openxmlformats-officedocument.drawingml.diagramLayout+xml"/>
  <Override PartName="/ppt/diagrams/quickStyle84.xml" ContentType="application/vnd.openxmlformats-officedocument.drawingml.diagramStyle+xml"/>
  <Override PartName="/ppt/diagrams/colors84.xml" ContentType="application/vnd.openxmlformats-officedocument.drawingml.diagramColors+xml"/>
  <Override PartName="/ppt/diagrams/drawing84.xml" ContentType="application/vnd.ms-office.drawingml.diagramDrawing+xml"/>
  <Override PartName="/ppt/diagrams/data85.xml" ContentType="application/vnd.openxmlformats-officedocument.drawingml.diagramData+xml"/>
  <Override PartName="/ppt/diagrams/layout85.xml" ContentType="application/vnd.openxmlformats-officedocument.drawingml.diagramLayout+xml"/>
  <Override PartName="/ppt/diagrams/quickStyle85.xml" ContentType="application/vnd.openxmlformats-officedocument.drawingml.diagramStyle+xml"/>
  <Override PartName="/ppt/diagrams/colors85.xml" ContentType="application/vnd.openxmlformats-officedocument.drawingml.diagramColors+xml"/>
  <Override PartName="/ppt/diagrams/drawing85.xml" ContentType="application/vnd.ms-office.drawingml.diagramDrawing+xml"/>
  <Override PartName="/ppt/diagrams/data86.xml" ContentType="application/vnd.openxmlformats-officedocument.drawingml.diagramData+xml"/>
  <Override PartName="/ppt/diagrams/layout86.xml" ContentType="application/vnd.openxmlformats-officedocument.drawingml.diagramLayout+xml"/>
  <Override PartName="/ppt/diagrams/quickStyle86.xml" ContentType="application/vnd.openxmlformats-officedocument.drawingml.diagramStyle+xml"/>
  <Override PartName="/ppt/diagrams/colors86.xml" ContentType="application/vnd.openxmlformats-officedocument.drawingml.diagramColors+xml"/>
  <Override PartName="/ppt/diagrams/drawing86.xml" ContentType="application/vnd.ms-office.drawingml.diagramDrawing+xml"/>
  <Override PartName="/ppt/diagrams/data87.xml" ContentType="application/vnd.openxmlformats-officedocument.drawingml.diagramData+xml"/>
  <Override PartName="/ppt/diagrams/layout87.xml" ContentType="application/vnd.openxmlformats-officedocument.drawingml.diagramLayout+xml"/>
  <Override PartName="/ppt/diagrams/quickStyle87.xml" ContentType="application/vnd.openxmlformats-officedocument.drawingml.diagramStyle+xml"/>
  <Override PartName="/ppt/diagrams/colors87.xml" ContentType="application/vnd.openxmlformats-officedocument.drawingml.diagramColors+xml"/>
  <Override PartName="/ppt/diagrams/drawing87.xml" ContentType="application/vnd.ms-office.drawingml.diagramDrawing+xml"/>
  <Override PartName="/ppt/diagrams/data88.xml" ContentType="application/vnd.openxmlformats-officedocument.drawingml.diagramData+xml"/>
  <Override PartName="/ppt/diagrams/layout88.xml" ContentType="application/vnd.openxmlformats-officedocument.drawingml.diagramLayout+xml"/>
  <Override PartName="/ppt/diagrams/quickStyle88.xml" ContentType="application/vnd.openxmlformats-officedocument.drawingml.diagramStyle+xml"/>
  <Override PartName="/ppt/diagrams/colors88.xml" ContentType="application/vnd.openxmlformats-officedocument.drawingml.diagramColors+xml"/>
  <Override PartName="/ppt/diagrams/drawing88.xml" ContentType="application/vnd.ms-office.drawingml.diagramDrawing+xml"/>
  <Override PartName="/ppt/diagrams/data89.xml" ContentType="application/vnd.openxmlformats-officedocument.drawingml.diagramData+xml"/>
  <Override PartName="/ppt/diagrams/layout89.xml" ContentType="application/vnd.openxmlformats-officedocument.drawingml.diagramLayout+xml"/>
  <Override PartName="/ppt/diagrams/quickStyle89.xml" ContentType="application/vnd.openxmlformats-officedocument.drawingml.diagramStyle+xml"/>
  <Override PartName="/ppt/diagrams/colors89.xml" ContentType="application/vnd.openxmlformats-officedocument.drawingml.diagramColors+xml"/>
  <Override PartName="/ppt/diagrams/drawing89.xml" ContentType="application/vnd.ms-office.drawingml.diagramDrawing+xml"/>
  <Override PartName="/ppt/diagrams/data90.xml" ContentType="application/vnd.openxmlformats-officedocument.drawingml.diagramData+xml"/>
  <Override PartName="/ppt/diagrams/layout90.xml" ContentType="application/vnd.openxmlformats-officedocument.drawingml.diagramLayout+xml"/>
  <Override PartName="/ppt/diagrams/quickStyle90.xml" ContentType="application/vnd.openxmlformats-officedocument.drawingml.diagramStyle+xml"/>
  <Override PartName="/ppt/diagrams/colors90.xml" ContentType="application/vnd.openxmlformats-officedocument.drawingml.diagramColors+xml"/>
  <Override PartName="/ppt/diagrams/drawing90.xml" ContentType="application/vnd.ms-office.drawingml.diagramDrawing+xml"/>
  <Override PartName="/ppt/diagrams/data91.xml" ContentType="application/vnd.openxmlformats-officedocument.drawingml.diagramData+xml"/>
  <Override PartName="/ppt/diagrams/layout91.xml" ContentType="application/vnd.openxmlformats-officedocument.drawingml.diagramLayout+xml"/>
  <Override PartName="/ppt/diagrams/quickStyle91.xml" ContentType="application/vnd.openxmlformats-officedocument.drawingml.diagramStyle+xml"/>
  <Override PartName="/ppt/diagrams/colors91.xml" ContentType="application/vnd.openxmlformats-officedocument.drawingml.diagramColors+xml"/>
  <Override PartName="/ppt/diagrams/drawing91.xml" ContentType="application/vnd.ms-office.drawingml.diagramDrawing+xml"/>
  <Override PartName="/ppt/diagrams/data92.xml" ContentType="application/vnd.openxmlformats-officedocument.drawingml.diagramData+xml"/>
  <Override PartName="/ppt/diagrams/layout92.xml" ContentType="application/vnd.openxmlformats-officedocument.drawingml.diagramLayout+xml"/>
  <Override PartName="/ppt/diagrams/quickStyle92.xml" ContentType="application/vnd.openxmlformats-officedocument.drawingml.diagramStyle+xml"/>
  <Override PartName="/ppt/diagrams/colors92.xml" ContentType="application/vnd.openxmlformats-officedocument.drawingml.diagramColors+xml"/>
  <Override PartName="/ppt/diagrams/drawing92.xml" ContentType="application/vnd.ms-office.drawingml.diagramDrawing+xml"/>
  <Override PartName="/ppt/diagrams/data93.xml" ContentType="application/vnd.openxmlformats-officedocument.drawingml.diagramData+xml"/>
  <Override PartName="/ppt/diagrams/layout93.xml" ContentType="application/vnd.openxmlformats-officedocument.drawingml.diagramLayout+xml"/>
  <Override PartName="/ppt/diagrams/quickStyle93.xml" ContentType="application/vnd.openxmlformats-officedocument.drawingml.diagramStyle+xml"/>
  <Override PartName="/ppt/diagrams/colors93.xml" ContentType="application/vnd.openxmlformats-officedocument.drawingml.diagramColors+xml"/>
  <Override PartName="/ppt/diagrams/drawing93.xml" ContentType="application/vnd.ms-office.drawingml.diagramDrawing+xml"/>
  <Override PartName="/ppt/diagrams/data94.xml" ContentType="application/vnd.openxmlformats-officedocument.drawingml.diagramData+xml"/>
  <Override PartName="/ppt/diagrams/layout94.xml" ContentType="application/vnd.openxmlformats-officedocument.drawingml.diagramLayout+xml"/>
  <Override PartName="/ppt/diagrams/quickStyle94.xml" ContentType="application/vnd.openxmlformats-officedocument.drawingml.diagramStyle+xml"/>
  <Override PartName="/ppt/diagrams/colors94.xml" ContentType="application/vnd.openxmlformats-officedocument.drawingml.diagramColors+xml"/>
  <Override PartName="/ppt/diagrams/drawing94.xml" ContentType="application/vnd.ms-office.drawingml.diagramDrawing+xml"/>
  <Override PartName="/ppt/diagrams/data95.xml" ContentType="application/vnd.openxmlformats-officedocument.drawingml.diagramData+xml"/>
  <Override PartName="/ppt/diagrams/layout95.xml" ContentType="application/vnd.openxmlformats-officedocument.drawingml.diagramLayout+xml"/>
  <Override PartName="/ppt/diagrams/quickStyle95.xml" ContentType="application/vnd.openxmlformats-officedocument.drawingml.diagramStyle+xml"/>
  <Override PartName="/ppt/diagrams/colors95.xml" ContentType="application/vnd.openxmlformats-officedocument.drawingml.diagramColors+xml"/>
  <Override PartName="/ppt/diagrams/drawing95.xml" ContentType="application/vnd.ms-office.drawingml.diagramDrawing+xml"/>
  <Override PartName="/ppt/diagrams/data96.xml" ContentType="application/vnd.openxmlformats-officedocument.drawingml.diagramData+xml"/>
  <Override PartName="/ppt/diagrams/layout96.xml" ContentType="application/vnd.openxmlformats-officedocument.drawingml.diagramLayout+xml"/>
  <Override PartName="/ppt/diagrams/quickStyle96.xml" ContentType="application/vnd.openxmlformats-officedocument.drawingml.diagramStyle+xml"/>
  <Override PartName="/ppt/diagrams/colors96.xml" ContentType="application/vnd.openxmlformats-officedocument.drawingml.diagramColors+xml"/>
  <Override PartName="/ppt/diagrams/drawing96.xml" ContentType="application/vnd.ms-office.drawingml.diagramDrawing+xml"/>
  <Override PartName="/ppt/diagrams/data97.xml" ContentType="application/vnd.openxmlformats-officedocument.drawingml.diagramData+xml"/>
  <Override PartName="/ppt/diagrams/layout97.xml" ContentType="application/vnd.openxmlformats-officedocument.drawingml.diagramLayout+xml"/>
  <Override PartName="/ppt/diagrams/quickStyle97.xml" ContentType="application/vnd.openxmlformats-officedocument.drawingml.diagramStyle+xml"/>
  <Override PartName="/ppt/diagrams/colors97.xml" ContentType="application/vnd.openxmlformats-officedocument.drawingml.diagramColors+xml"/>
  <Override PartName="/ppt/diagrams/drawing97.xml" ContentType="application/vnd.ms-office.drawingml.diagramDrawing+xml"/>
  <Override PartName="/ppt/diagrams/data98.xml" ContentType="application/vnd.openxmlformats-officedocument.drawingml.diagramData+xml"/>
  <Override PartName="/ppt/diagrams/layout98.xml" ContentType="application/vnd.openxmlformats-officedocument.drawingml.diagramLayout+xml"/>
  <Override PartName="/ppt/diagrams/quickStyle98.xml" ContentType="application/vnd.openxmlformats-officedocument.drawingml.diagramStyle+xml"/>
  <Override PartName="/ppt/diagrams/colors98.xml" ContentType="application/vnd.openxmlformats-officedocument.drawingml.diagramColors+xml"/>
  <Override PartName="/ppt/diagrams/drawing98.xml" ContentType="application/vnd.ms-office.drawingml.diagramDrawing+xml"/>
  <Override PartName="/ppt/diagrams/data99.xml" ContentType="application/vnd.openxmlformats-officedocument.drawingml.diagramData+xml"/>
  <Override PartName="/ppt/diagrams/layout99.xml" ContentType="application/vnd.openxmlformats-officedocument.drawingml.diagramLayout+xml"/>
  <Override PartName="/ppt/diagrams/quickStyle99.xml" ContentType="application/vnd.openxmlformats-officedocument.drawingml.diagramStyle+xml"/>
  <Override PartName="/ppt/diagrams/colors99.xml" ContentType="application/vnd.openxmlformats-officedocument.drawingml.diagramColors+xml"/>
  <Override PartName="/ppt/diagrams/drawing99.xml" ContentType="application/vnd.ms-office.drawingml.diagramDrawing+xml"/>
  <Override PartName="/ppt/diagrams/data100.xml" ContentType="application/vnd.openxmlformats-officedocument.drawingml.diagramData+xml"/>
  <Override PartName="/ppt/diagrams/layout100.xml" ContentType="application/vnd.openxmlformats-officedocument.drawingml.diagramLayout+xml"/>
  <Override PartName="/ppt/diagrams/quickStyle100.xml" ContentType="application/vnd.openxmlformats-officedocument.drawingml.diagramStyle+xml"/>
  <Override PartName="/ppt/diagrams/colors100.xml" ContentType="application/vnd.openxmlformats-officedocument.drawingml.diagramColors+xml"/>
  <Override PartName="/ppt/diagrams/drawing100.xml" ContentType="application/vnd.ms-office.drawingml.diagramDrawing+xml"/>
  <Override PartName="/ppt/diagrams/data101.xml" ContentType="application/vnd.openxmlformats-officedocument.drawingml.diagramData+xml"/>
  <Override PartName="/ppt/diagrams/layout101.xml" ContentType="application/vnd.openxmlformats-officedocument.drawingml.diagramLayout+xml"/>
  <Override PartName="/ppt/diagrams/quickStyle101.xml" ContentType="application/vnd.openxmlformats-officedocument.drawingml.diagramStyle+xml"/>
  <Override PartName="/ppt/diagrams/colors101.xml" ContentType="application/vnd.openxmlformats-officedocument.drawingml.diagramColors+xml"/>
  <Override PartName="/ppt/diagrams/drawing101.xml" ContentType="application/vnd.ms-office.drawingml.diagramDrawing+xml"/>
  <Override PartName="/ppt/diagrams/data102.xml" ContentType="application/vnd.openxmlformats-officedocument.drawingml.diagramData+xml"/>
  <Override PartName="/ppt/diagrams/layout102.xml" ContentType="application/vnd.openxmlformats-officedocument.drawingml.diagramLayout+xml"/>
  <Override PartName="/ppt/diagrams/quickStyle102.xml" ContentType="application/vnd.openxmlformats-officedocument.drawingml.diagramStyle+xml"/>
  <Override PartName="/ppt/diagrams/colors102.xml" ContentType="application/vnd.openxmlformats-officedocument.drawingml.diagramColors+xml"/>
  <Override PartName="/ppt/diagrams/drawing102.xml" ContentType="application/vnd.ms-office.drawingml.diagramDrawing+xml"/>
  <Override PartName="/ppt/diagrams/data103.xml" ContentType="application/vnd.openxmlformats-officedocument.drawingml.diagramData+xml"/>
  <Override PartName="/ppt/diagrams/layout103.xml" ContentType="application/vnd.openxmlformats-officedocument.drawingml.diagramLayout+xml"/>
  <Override PartName="/ppt/diagrams/quickStyle103.xml" ContentType="application/vnd.openxmlformats-officedocument.drawingml.diagramStyle+xml"/>
  <Override PartName="/ppt/diagrams/colors103.xml" ContentType="application/vnd.openxmlformats-officedocument.drawingml.diagramColors+xml"/>
  <Override PartName="/ppt/diagrams/drawing103.xml" ContentType="application/vnd.ms-office.drawingml.diagramDrawing+xml"/>
  <Override PartName="/ppt/diagrams/data104.xml" ContentType="application/vnd.openxmlformats-officedocument.drawingml.diagramData+xml"/>
  <Override PartName="/ppt/diagrams/layout104.xml" ContentType="application/vnd.openxmlformats-officedocument.drawingml.diagramLayout+xml"/>
  <Override PartName="/ppt/diagrams/quickStyle104.xml" ContentType="application/vnd.openxmlformats-officedocument.drawingml.diagramStyle+xml"/>
  <Override PartName="/ppt/diagrams/colors104.xml" ContentType="application/vnd.openxmlformats-officedocument.drawingml.diagramColors+xml"/>
  <Override PartName="/ppt/diagrams/drawing104.xml" ContentType="application/vnd.ms-office.drawingml.diagramDrawing+xml"/>
  <Override PartName="/ppt/diagrams/data105.xml" ContentType="application/vnd.openxmlformats-officedocument.drawingml.diagramData+xml"/>
  <Override PartName="/ppt/diagrams/layout105.xml" ContentType="application/vnd.openxmlformats-officedocument.drawingml.diagramLayout+xml"/>
  <Override PartName="/ppt/diagrams/quickStyle105.xml" ContentType="application/vnd.openxmlformats-officedocument.drawingml.diagramStyle+xml"/>
  <Override PartName="/ppt/diagrams/colors105.xml" ContentType="application/vnd.openxmlformats-officedocument.drawingml.diagramColors+xml"/>
  <Override PartName="/ppt/diagrams/drawing105.xml" ContentType="application/vnd.ms-office.drawingml.diagramDrawing+xml"/>
  <Override PartName="/ppt/diagrams/data106.xml" ContentType="application/vnd.openxmlformats-officedocument.drawingml.diagramData+xml"/>
  <Override PartName="/ppt/diagrams/layout106.xml" ContentType="application/vnd.openxmlformats-officedocument.drawingml.diagramLayout+xml"/>
  <Override PartName="/ppt/diagrams/quickStyle106.xml" ContentType="application/vnd.openxmlformats-officedocument.drawingml.diagramStyle+xml"/>
  <Override PartName="/ppt/diagrams/colors106.xml" ContentType="application/vnd.openxmlformats-officedocument.drawingml.diagramColors+xml"/>
  <Override PartName="/ppt/diagrams/drawing106.xml" ContentType="application/vnd.ms-office.drawingml.diagramDrawing+xml"/>
  <Override PartName="/ppt/diagrams/data107.xml" ContentType="application/vnd.openxmlformats-officedocument.drawingml.diagramData+xml"/>
  <Override PartName="/ppt/diagrams/layout107.xml" ContentType="application/vnd.openxmlformats-officedocument.drawingml.diagramLayout+xml"/>
  <Override PartName="/ppt/diagrams/quickStyle107.xml" ContentType="application/vnd.openxmlformats-officedocument.drawingml.diagramStyle+xml"/>
  <Override PartName="/ppt/diagrams/colors107.xml" ContentType="application/vnd.openxmlformats-officedocument.drawingml.diagramColors+xml"/>
  <Override PartName="/ppt/diagrams/drawing107.xml" ContentType="application/vnd.ms-office.drawingml.diagramDrawing+xml"/>
  <Override PartName="/ppt/diagrams/data108.xml" ContentType="application/vnd.openxmlformats-officedocument.drawingml.diagramData+xml"/>
  <Override PartName="/ppt/diagrams/layout108.xml" ContentType="application/vnd.openxmlformats-officedocument.drawingml.diagramLayout+xml"/>
  <Override PartName="/ppt/diagrams/quickStyle108.xml" ContentType="application/vnd.openxmlformats-officedocument.drawingml.diagramStyle+xml"/>
  <Override PartName="/ppt/diagrams/colors108.xml" ContentType="application/vnd.openxmlformats-officedocument.drawingml.diagramColors+xml"/>
  <Override PartName="/ppt/diagrams/drawing108.xml" ContentType="application/vnd.ms-office.drawingml.diagramDrawing+xml"/>
  <Override PartName="/ppt/diagrams/data109.xml" ContentType="application/vnd.openxmlformats-officedocument.drawingml.diagramData+xml"/>
  <Override PartName="/ppt/diagrams/layout109.xml" ContentType="application/vnd.openxmlformats-officedocument.drawingml.diagramLayout+xml"/>
  <Override PartName="/ppt/diagrams/quickStyle109.xml" ContentType="application/vnd.openxmlformats-officedocument.drawingml.diagramStyle+xml"/>
  <Override PartName="/ppt/diagrams/colors109.xml" ContentType="application/vnd.openxmlformats-officedocument.drawingml.diagramColors+xml"/>
  <Override PartName="/ppt/diagrams/drawing109.xml" ContentType="application/vnd.ms-office.drawingml.diagramDrawing+xml"/>
  <Override PartName="/ppt/diagrams/data110.xml" ContentType="application/vnd.openxmlformats-officedocument.drawingml.diagramData+xml"/>
  <Override PartName="/ppt/diagrams/layout110.xml" ContentType="application/vnd.openxmlformats-officedocument.drawingml.diagramLayout+xml"/>
  <Override PartName="/ppt/diagrams/quickStyle110.xml" ContentType="application/vnd.openxmlformats-officedocument.drawingml.diagramStyle+xml"/>
  <Override PartName="/ppt/diagrams/colors110.xml" ContentType="application/vnd.openxmlformats-officedocument.drawingml.diagramColors+xml"/>
  <Override PartName="/ppt/diagrams/drawing110.xml" ContentType="application/vnd.ms-office.drawingml.diagramDrawing+xml"/>
  <Override PartName="/ppt/diagrams/data111.xml" ContentType="application/vnd.openxmlformats-officedocument.drawingml.diagramData+xml"/>
  <Override PartName="/ppt/diagrams/layout111.xml" ContentType="application/vnd.openxmlformats-officedocument.drawingml.diagramLayout+xml"/>
  <Override PartName="/ppt/diagrams/quickStyle111.xml" ContentType="application/vnd.openxmlformats-officedocument.drawingml.diagramStyle+xml"/>
  <Override PartName="/ppt/diagrams/colors111.xml" ContentType="application/vnd.openxmlformats-officedocument.drawingml.diagramColors+xml"/>
  <Override PartName="/ppt/diagrams/drawing111.xml" ContentType="application/vnd.ms-office.drawingml.diagramDrawing+xml"/>
  <Override PartName="/docProps/core.xml" ContentType="application/vnd.openxmlformats-package.core-properties+xml"/>
  <Override PartName="/docProps/app.xml" ContentType="application/vnd.openxmlformats-officedocument.extended-properties+xml"/>
  <Override PartName="/docProps/custom.xml" ContentType="application/vnd.openxmlformats-officedocument.custom-properties+xml"/>
</Types>
</file>

<file path=_rels/.rels><?xml version="1.0" encoding="UTF-8" standalone="yes"?>
<Relationships xmlns="http://schemas.openxmlformats.org/package/2006/relationships"><Relationship Id="rId3" Type="http://schemas.openxmlformats.org/officeDocument/2006/relationships/extended-properties" Target="docProps/app.xml"/><Relationship Id="rId2" Type="http://schemas.openxmlformats.org/package/2006/relationships/metadata/core-properties" Target="docProps/core.xml"/><Relationship Id="rId1" Type="http://schemas.openxmlformats.org/officeDocument/2006/relationships/officeDocument" Target="ppt/presentation.xml"/><Relationship Id="rId4" Type="http://schemas.openxmlformats.org/officeDocument/2006/relationships/custom-properties" Target="docProps/custom.xml"/></Relationships>
</file>

<file path=ppt/presentation.xml><?xml version="1.0" encoding="utf-8"?>
<p:presentation xmlns:a="http://schemas.openxmlformats.org/drawingml/2006/main" xmlns:r="http://schemas.openxmlformats.org/officeDocument/2006/relationships" xmlns:p="http://schemas.openxmlformats.org/presentationml/2006/main" autoCompressPictures="0">
  <p:sldMasterIdLst>
    <p:sldMasterId id="2147483741" r:id="rId1"/>
  </p:sldMasterIdLst>
  <p:notesMasterIdLst>
    <p:notesMasterId r:id="rId130"/>
  </p:notesMasterIdLst>
  <p:sldIdLst>
    <p:sldId id="256" r:id="rId2"/>
    <p:sldId id="257" r:id="rId3"/>
    <p:sldId id="288" r:id="rId4"/>
    <p:sldId id="289" r:id="rId5"/>
    <p:sldId id="425" r:id="rId6"/>
    <p:sldId id="290" r:id="rId7"/>
    <p:sldId id="283" r:id="rId8"/>
    <p:sldId id="291" r:id="rId9"/>
    <p:sldId id="292" r:id="rId10"/>
    <p:sldId id="293" r:id="rId11"/>
    <p:sldId id="294" r:id="rId12"/>
    <p:sldId id="295" r:id="rId13"/>
    <p:sldId id="380" r:id="rId14"/>
    <p:sldId id="284" r:id="rId15"/>
    <p:sldId id="296" r:id="rId16"/>
    <p:sldId id="403" r:id="rId17"/>
    <p:sldId id="297" r:id="rId18"/>
    <p:sldId id="298" r:id="rId19"/>
    <p:sldId id="381" r:id="rId20"/>
    <p:sldId id="404" r:id="rId21"/>
    <p:sldId id="299" r:id="rId22"/>
    <p:sldId id="300" r:id="rId23"/>
    <p:sldId id="382" r:id="rId24"/>
    <p:sldId id="301" r:id="rId25"/>
    <p:sldId id="405" r:id="rId26"/>
    <p:sldId id="303" r:id="rId27"/>
    <p:sldId id="407" r:id="rId28"/>
    <p:sldId id="406" r:id="rId29"/>
    <p:sldId id="304" r:id="rId30"/>
    <p:sldId id="306" r:id="rId31"/>
    <p:sldId id="307" r:id="rId32"/>
    <p:sldId id="384" r:id="rId33"/>
    <p:sldId id="309" r:id="rId34"/>
    <p:sldId id="308" r:id="rId35"/>
    <p:sldId id="310" r:id="rId36"/>
    <p:sldId id="311" r:id="rId37"/>
    <p:sldId id="386" r:id="rId38"/>
    <p:sldId id="312" r:id="rId39"/>
    <p:sldId id="313" r:id="rId40"/>
    <p:sldId id="314" r:id="rId41"/>
    <p:sldId id="315" r:id="rId42"/>
    <p:sldId id="316" r:id="rId43"/>
    <p:sldId id="385" r:id="rId44"/>
    <p:sldId id="317" r:id="rId45"/>
    <p:sldId id="318" r:id="rId46"/>
    <p:sldId id="408" r:id="rId47"/>
    <p:sldId id="319" r:id="rId48"/>
    <p:sldId id="320" r:id="rId49"/>
    <p:sldId id="321" r:id="rId50"/>
    <p:sldId id="322" r:id="rId51"/>
    <p:sldId id="323" r:id="rId52"/>
    <p:sldId id="325" r:id="rId53"/>
    <p:sldId id="326" r:id="rId54"/>
    <p:sldId id="327" r:id="rId55"/>
    <p:sldId id="328" r:id="rId56"/>
    <p:sldId id="330" r:id="rId57"/>
    <p:sldId id="331" r:id="rId58"/>
    <p:sldId id="332" r:id="rId59"/>
    <p:sldId id="333" r:id="rId60"/>
    <p:sldId id="334" r:id="rId61"/>
    <p:sldId id="336" r:id="rId62"/>
    <p:sldId id="337" r:id="rId63"/>
    <p:sldId id="285" r:id="rId64"/>
    <p:sldId id="338" r:id="rId65"/>
    <p:sldId id="339" r:id="rId66"/>
    <p:sldId id="340" r:id="rId67"/>
    <p:sldId id="341" r:id="rId68"/>
    <p:sldId id="342" r:id="rId69"/>
    <p:sldId id="387" r:id="rId70"/>
    <p:sldId id="343" r:id="rId71"/>
    <p:sldId id="388" r:id="rId72"/>
    <p:sldId id="344" r:id="rId73"/>
    <p:sldId id="409" r:id="rId74"/>
    <p:sldId id="345" r:id="rId75"/>
    <p:sldId id="389" r:id="rId76"/>
    <p:sldId id="347" r:id="rId77"/>
    <p:sldId id="390" r:id="rId78"/>
    <p:sldId id="426" r:id="rId79"/>
    <p:sldId id="349" r:id="rId80"/>
    <p:sldId id="348" r:id="rId81"/>
    <p:sldId id="391" r:id="rId82"/>
    <p:sldId id="350" r:id="rId83"/>
    <p:sldId id="392" r:id="rId84"/>
    <p:sldId id="351" r:id="rId85"/>
    <p:sldId id="393" r:id="rId86"/>
    <p:sldId id="352" r:id="rId87"/>
    <p:sldId id="357" r:id="rId88"/>
    <p:sldId id="394" r:id="rId89"/>
    <p:sldId id="358" r:id="rId90"/>
    <p:sldId id="395" r:id="rId91"/>
    <p:sldId id="396" r:id="rId92"/>
    <p:sldId id="359" r:id="rId93"/>
    <p:sldId id="398" r:id="rId94"/>
    <p:sldId id="360" r:id="rId95"/>
    <p:sldId id="411" r:id="rId96"/>
    <p:sldId id="410" r:id="rId97"/>
    <p:sldId id="361" r:id="rId98"/>
    <p:sldId id="415" r:id="rId99"/>
    <p:sldId id="414" r:id="rId100"/>
    <p:sldId id="413" r:id="rId101"/>
    <p:sldId id="412" r:id="rId102"/>
    <p:sldId id="416" r:id="rId103"/>
    <p:sldId id="362" r:id="rId104"/>
    <p:sldId id="363" r:id="rId105"/>
    <p:sldId id="286" r:id="rId106"/>
    <p:sldId id="365" r:id="rId107"/>
    <p:sldId id="366" r:id="rId108"/>
    <p:sldId id="417" r:id="rId109"/>
    <p:sldId id="367" r:id="rId110"/>
    <p:sldId id="419" r:id="rId111"/>
    <p:sldId id="418" r:id="rId112"/>
    <p:sldId id="399" r:id="rId113"/>
    <p:sldId id="369" r:id="rId114"/>
    <p:sldId id="400" r:id="rId115"/>
    <p:sldId id="370" r:id="rId116"/>
    <p:sldId id="371" r:id="rId117"/>
    <p:sldId id="420" r:id="rId118"/>
    <p:sldId id="373" r:id="rId119"/>
    <p:sldId id="374" r:id="rId120"/>
    <p:sldId id="287" r:id="rId121"/>
    <p:sldId id="377" r:id="rId122"/>
    <p:sldId id="378" r:id="rId123"/>
    <p:sldId id="401" r:id="rId124"/>
    <p:sldId id="379" r:id="rId125"/>
    <p:sldId id="402" r:id="rId126"/>
    <p:sldId id="423" r:id="rId127"/>
    <p:sldId id="421" r:id="rId128"/>
    <p:sldId id="424" r:id="rId129"/>
  </p:sldIdLst>
  <p:sldSz cx="12192000" cy="6858000"/>
  <p:notesSz cx="6858000" cy="9144000"/>
  <p:defaultTextStyle>
    <a:defPPr>
      <a:defRPr lang="en-US"/>
    </a:defPPr>
    <a:lvl1pPr marL="0" algn="l" defTabSz="4572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1pPr>
    <a:lvl2pPr marL="457200" algn="l" defTabSz="4572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2pPr>
    <a:lvl3pPr marL="914400" algn="l" defTabSz="4572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3pPr>
    <a:lvl4pPr marL="1371600" algn="l" defTabSz="4572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4pPr>
    <a:lvl5pPr marL="1828800" algn="l" defTabSz="4572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5pPr>
    <a:lvl6pPr marL="2286000" algn="l" defTabSz="4572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6pPr>
    <a:lvl7pPr marL="2743200" algn="l" defTabSz="4572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7pPr>
    <a:lvl8pPr marL="3200400" algn="l" defTabSz="4572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8pPr>
    <a:lvl9pPr marL="3657600" algn="l" defTabSz="4572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9pPr>
  </p:defaultTextStyle>
  <p:extLst>
    <p:ext uri="{EFAFB233-063F-42B5-8137-9DF3F51BA10A}">
      <p15:sldGuideLst xmlns:p15="http://schemas.microsoft.com/office/powerpoint/2012/main"/>
    </p:ext>
  </p:extLst>
</p:presentation>
</file>

<file path=ppt/presProps.xml><?xml version="1.0" encoding="utf-8"?>
<p:presentationPr xmlns:a="http://schemas.openxmlformats.org/drawingml/2006/main" xmlns:r="http://schemas.openxmlformats.org/officeDocument/2006/relationships" xmlns:p="http://schemas.openxmlformats.org/presentationml/2006/main">
  <p:showPr showNarration="1">
    <p:present/>
    <p:sldAll/>
    <p:penClr>
      <a:prstClr val="red"/>
    </p:penClr>
    <p:extLst>
      <p:ext uri="{EC167BDD-8182-4AB7-AECC-EB403E3ABB37}">
        <p14:laserClr xmlns:p14="http://schemas.microsoft.com/office/powerpoint/2010/main">
          <a:srgbClr val="FF0000"/>
        </p14:laserClr>
      </p:ext>
      <p:ext uri="{2FDB2607-1784-4EEB-B798-7EB5836EED8A}">
        <p14:showMediaCtrls xmlns:p14="http://schemas.microsoft.com/office/powerpoint/2010/main" val="1"/>
      </p:ext>
    </p:extLst>
  </p:showPr>
  <p:extLst>
    <p:ext uri="{E76CE94A-603C-4142-B9EB-6D1370010A27}">
      <p14:discardImageEditData xmlns:p14="http://schemas.microsoft.com/office/powerpoint/2010/main" val="0"/>
    </p:ext>
    <p:ext uri="{D31A062A-798A-4329-ABDD-BBA856620510}">
      <p14:defaultImageDpi xmlns:p14="http://schemas.microsoft.com/office/powerpoint/2010/main" val="32767"/>
    </p:ext>
    <p:ext uri="{FD5EFAAD-0ECE-453E-9831-46B23BE46B34}">
      <p15:chartTrackingRefBased xmlns:p15="http://schemas.microsoft.com/office/powerpoint/2012/main" val="1"/>
    </p:ext>
  </p:extLst>
</p:presentationPr>
</file>

<file path=ppt/tableStyles.xml><?xml version="1.0" encoding="utf-8"?>
<a:tblStyleLst xmlns:a="http://schemas.openxmlformats.org/drawingml/2006/main" def="{5C22544A-7EE6-4342-B048-85BDC9FD1C3A}">
  <a:tblStyle styleId="{5C22544A-7EE6-4342-B048-85BDC9FD1C3A}" styleName="Medium Style 2 - Accent 1">
    <a:wholeTbl>
      <a:tcTxStyle>
        <a:fontRef idx="minor">
          <a:prstClr val="black"/>
        </a:fontRef>
        <a:schemeClr val="dk1"/>
      </a:tcTxStyle>
      <a:tcStyle>
        <a:tcBdr>
          <a:left>
            <a:ln w="12700" cmpd="sng">
              <a:solidFill>
                <a:schemeClr val="lt1"/>
              </a:solidFill>
            </a:ln>
          </a:left>
          <a:right>
            <a:ln w="12700" cmpd="sng">
              <a:solidFill>
                <a:schemeClr val="lt1"/>
              </a:solidFill>
            </a:ln>
          </a:right>
          <a:top>
            <a:ln w="12700" cmpd="sng">
              <a:solidFill>
                <a:schemeClr val="lt1"/>
              </a:solidFill>
            </a:ln>
          </a:top>
          <a:bottom>
            <a:ln w="12700" cmpd="sng">
              <a:solidFill>
                <a:schemeClr val="lt1"/>
              </a:solidFill>
            </a:ln>
          </a:bottom>
          <a:insideH>
            <a:ln w="12700" cmpd="sng">
              <a:solidFill>
                <a:schemeClr val="lt1"/>
              </a:solidFill>
            </a:ln>
          </a:insideH>
          <a:insideV>
            <a:ln w="12700" cmpd="sng">
              <a:solidFill>
                <a:schemeClr val="lt1"/>
              </a:solidFill>
            </a:ln>
          </a:insideV>
        </a:tcBdr>
        <a:fill>
          <a:solidFill>
            <a:schemeClr val="accent1">
              <a:tint val="20000"/>
            </a:schemeClr>
          </a:solidFill>
        </a:fill>
      </a:tcStyle>
    </a:wholeTbl>
    <a:band1H>
      <a:tcStyle>
        <a:tcBdr/>
        <a:fill>
          <a:solidFill>
            <a:schemeClr val="accent1">
              <a:tint val="40000"/>
            </a:schemeClr>
          </a:solidFill>
        </a:fill>
      </a:tcStyle>
    </a:band1H>
    <a:band2H>
      <a:tcStyle>
        <a:tcBdr/>
      </a:tcStyle>
    </a:band2H>
    <a:band1V>
      <a:tcStyle>
        <a:tcBdr/>
        <a:fill>
          <a:solidFill>
            <a:schemeClr val="accent1">
              <a:tint val="40000"/>
            </a:schemeClr>
          </a:solidFill>
        </a:fill>
      </a:tcStyle>
    </a:band1V>
    <a:band2V>
      <a:tcStyle>
        <a:tcBdr/>
      </a:tcStyle>
    </a:band2V>
    <a:lastCol>
      <a:tcTxStyle b="on">
        <a:fontRef idx="minor">
          <a:prstClr val="black"/>
        </a:fontRef>
        <a:schemeClr val="lt1"/>
      </a:tcTxStyle>
      <a:tcStyle>
        <a:tcBdr/>
        <a:fill>
          <a:solidFill>
            <a:schemeClr val="accent1"/>
          </a:solidFill>
        </a:fill>
      </a:tcStyle>
    </a:lastCol>
    <a:firstCol>
      <a:tcTxStyle b="on">
        <a:fontRef idx="minor">
          <a:prstClr val="black"/>
        </a:fontRef>
        <a:schemeClr val="lt1"/>
      </a:tcTxStyle>
      <a:tcStyle>
        <a:tcBdr/>
        <a:fill>
          <a:solidFill>
            <a:schemeClr val="accent1"/>
          </a:solidFill>
        </a:fill>
      </a:tcStyle>
    </a:firstCol>
    <a:lastRow>
      <a:tcTxStyle b="on">
        <a:fontRef idx="minor">
          <a:prstClr val="black"/>
        </a:fontRef>
        <a:schemeClr val="lt1"/>
      </a:tcTxStyle>
      <a:tcStyle>
        <a:tcBdr>
          <a:top>
            <a:ln w="38100" cmpd="sng">
              <a:solidFill>
                <a:schemeClr val="lt1"/>
              </a:solidFill>
            </a:ln>
          </a:top>
        </a:tcBdr>
        <a:fill>
          <a:solidFill>
            <a:schemeClr val="accent1"/>
          </a:solidFill>
        </a:fill>
      </a:tcStyle>
    </a:lastRow>
    <a:firstRow>
      <a:tcTxStyle b="on">
        <a:fontRef idx="minor">
          <a:prstClr val="black"/>
        </a:fontRef>
        <a:schemeClr val="lt1"/>
      </a:tcTxStyle>
      <a:tcStyle>
        <a:tcBdr>
          <a:bottom>
            <a:ln w="38100" cmpd="sng">
              <a:solidFill>
                <a:schemeClr val="lt1"/>
              </a:solidFill>
            </a:ln>
          </a:bottom>
        </a:tcBdr>
        <a:fill>
          <a:solidFill>
            <a:schemeClr val="accent1"/>
          </a:solidFill>
        </a:fill>
      </a:tcStyle>
    </a:firstRow>
  </a:tblStyle>
  <a:tblStyle styleId="{08FB837D-C827-4EFA-A057-4D05807E0F7C}" styleName="Themed Style 1 - Accent 6">
    <a:tblBg>
      <a:fillRef idx="2">
        <a:schemeClr val="accent6"/>
      </a:fillRef>
      <a:effectRef idx="1">
        <a:schemeClr val="accent6"/>
      </a:effectRef>
    </a:tblBg>
    <a:wholeTbl>
      <a:tcTxStyle>
        <a:fontRef idx="minor">
          <a:scrgbClr r="0" g="0" b="0"/>
        </a:fontRef>
        <a:schemeClr val="dk1"/>
      </a:tcTxStyle>
      <a:tcStyle>
        <a:tcBdr>
          <a:left>
            <a:lnRef idx="1">
              <a:schemeClr val="accent6"/>
            </a:lnRef>
          </a:left>
          <a:right>
            <a:lnRef idx="1">
              <a:schemeClr val="accent6"/>
            </a:lnRef>
          </a:right>
          <a:top>
            <a:lnRef idx="1">
              <a:schemeClr val="accent6"/>
            </a:lnRef>
          </a:top>
          <a:bottom>
            <a:lnRef idx="1">
              <a:schemeClr val="accent6"/>
            </a:lnRef>
          </a:bottom>
          <a:insideH>
            <a:lnRef idx="1">
              <a:schemeClr val="accent6"/>
            </a:lnRef>
          </a:insideH>
          <a:insideV>
            <a:lnRef idx="1">
              <a:schemeClr val="accent6"/>
            </a:lnRef>
          </a:insideV>
        </a:tcBdr>
        <a:fill>
          <a:noFill/>
        </a:fill>
      </a:tcStyle>
    </a:wholeTbl>
    <a:band1H>
      <a:tcStyle>
        <a:tcBdr/>
        <a:fill>
          <a:solidFill>
            <a:schemeClr val="accent6">
              <a:alpha val="40000"/>
            </a:schemeClr>
          </a:solidFill>
        </a:fill>
      </a:tcStyle>
    </a:band1H>
    <a:band2H>
      <a:tcStyle>
        <a:tcBdr/>
      </a:tcStyle>
    </a:band2H>
    <a:band1V>
      <a:tcStyle>
        <a:tcBdr>
          <a:top>
            <a:lnRef idx="1">
              <a:schemeClr val="accent6"/>
            </a:lnRef>
          </a:top>
          <a:bottom>
            <a:lnRef idx="1">
              <a:schemeClr val="accent6"/>
            </a:lnRef>
          </a:bottom>
        </a:tcBdr>
        <a:fill>
          <a:solidFill>
            <a:schemeClr val="accent6">
              <a:alpha val="40000"/>
            </a:schemeClr>
          </a:solidFill>
        </a:fill>
      </a:tcStyle>
    </a:band1V>
    <a:band2V>
      <a:tcStyle>
        <a:tcBdr/>
      </a:tcStyle>
    </a:band2V>
    <a:lastCol>
      <a:tcTxStyle b="on"/>
      <a:tcStyle>
        <a:tcBdr>
          <a:left>
            <a:lnRef idx="2">
              <a:schemeClr val="accent6"/>
            </a:lnRef>
          </a:left>
          <a:right>
            <a:lnRef idx="1">
              <a:schemeClr val="accent6"/>
            </a:lnRef>
          </a:right>
          <a:top>
            <a:lnRef idx="1">
              <a:schemeClr val="accent6"/>
            </a:lnRef>
          </a:top>
          <a:bottom>
            <a:lnRef idx="1">
              <a:schemeClr val="accent6"/>
            </a:lnRef>
          </a:bottom>
          <a:insideH>
            <a:lnRef idx="1">
              <a:schemeClr val="accent6"/>
            </a:lnRef>
          </a:insideH>
          <a:insideV>
            <a:ln>
              <a:noFill/>
            </a:ln>
          </a:insideV>
        </a:tcBdr>
      </a:tcStyle>
    </a:lastCol>
    <a:firstCol>
      <a:tcTxStyle b="on"/>
      <a:tcStyle>
        <a:tcBdr>
          <a:left>
            <a:lnRef idx="1">
              <a:schemeClr val="accent6"/>
            </a:lnRef>
          </a:left>
          <a:right>
            <a:lnRef idx="2">
              <a:schemeClr val="accent6"/>
            </a:lnRef>
          </a:right>
          <a:top>
            <a:lnRef idx="1">
              <a:schemeClr val="accent6"/>
            </a:lnRef>
          </a:top>
          <a:bottom>
            <a:lnRef idx="1">
              <a:schemeClr val="accent6"/>
            </a:lnRef>
          </a:bottom>
          <a:insideH>
            <a:lnRef idx="1">
              <a:schemeClr val="accent6"/>
            </a:lnRef>
          </a:insideH>
          <a:insideV>
            <a:ln>
              <a:noFill/>
            </a:ln>
          </a:insideV>
        </a:tcBdr>
      </a:tcStyle>
    </a:firstCol>
    <a:lastRow>
      <a:tcTxStyle b="on"/>
      <a:tcStyle>
        <a:tcBdr>
          <a:left>
            <a:lnRef idx="1">
              <a:schemeClr val="accent6"/>
            </a:lnRef>
          </a:left>
          <a:right>
            <a:lnRef idx="1">
              <a:schemeClr val="accent6"/>
            </a:lnRef>
          </a:right>
          <a:top>
            <a:lnRef idx="2">
              <a:schemeClr val="accent6"/>
            </a:lnRef>
          </a:top>
          <a:bottom>
            <a:lnRef idx="2">
              <a:schemeClr val="accent6"/>
            </a:lnRef>
          </a:bottom>
          <a:insideH>
            <a:ln>
              <a:noFill/>
            </a:ln>
          </a:insideH>
          <a:insideV>
            <a:ln>
              <a:noFill/>
            </a:ln>
          </a:insideV>
        </a:tcBdr>
        <a:fill>
          <a:noFill/>
        </a:fill>
      </a:tcStyle>
    </a:lastRow>
    <a:firstRow>
      <a:tcTxStyle b="on">
        <a:fontRef idx="minor">
          <a:scrgbClr r="0" g="0" b="0"/>
        </a:fontRef>
        <a:schemeClr val="lt1"/>
      </a:tcTxStyle>
      <a:tcStyle>
        <a:tcBdr>
          <a:left>
            <a:lnRef idx="1">
              <a:schemeClr val="accent6"/>
            </a:lnRef>
          </a:left>
          <a:right>
            <a:lnRef idx="1">
              <a:schemeClr val="accent6"/>
            </a:lnRef>
          </a:right>
          <a:top>
            <a:lnRef idx="1">
              <a:schemeClr val="accent6"/>
            </a:lnRef>
          </a:top>
          <a:bottom>
            <a:lnRef idx="2">
              <a:schemeClr val="lt1"/>
            </a:lnRef>
          </a:bottom>
          <a:insideH>
            <a:ln>
              <a:noFill/>
            </a:ln>
          </a:insideH>
          <a:insideV>
            <a:ln>
              <a:noFill/>
            </a:ln>
          </a:insideV>
        </a:tcBdr>
        <a:fill>
          <a:solidFill>
            <a:schemeClr val="accent6"/>
          </a:solidFill>
        </a:fill>
      </a:tcStyle>
    </a:firstRow>
  </a:tblStyle>
  <a:tblStyle styleId="{616DA210-FB5B-4158-B5E0-FEB733F419BA}" styleName="Light Style 3">
    <a:wholeTbl>
      <a:tcTxStyle>
        <a:fontRef idx="minor">
          <a:scrgbClr r="0" g="0" b="0"/>
        </a:fontRef>
        <a:schemeClr val="tx1"/>
      </a:tcTxStyle>
      <a:tcStyle>
        <a:tcBdr>
          <a:left>
            <a:ln w="12700" cmpd="sng">
              <a:solidFill>
                <a:schemeClr val="tx1"/>
              </a:solidFill>
            </a:ln>
          </a:left>
          <a:right>
            <a:ln w="12700" cmpd="sng">
              <a:solidFill>
                <a:schemeClr val="tx1"/>
              </a:solidFill>
            </a:ln>
          </a:right>
          <a:top>
            <a:ln w="12700" cmpd="sng">
              <a:solidFill>
                <a:schemeClr val="tx1"/>
              </a:solidFill>
            </a:ln>
          </a:top>
          <a:bottom>
            <a:ln w="12700" cmpd="sng">
              <a:solidFill>
                <a:schemeClr val="tx1"/>
              </a:solidFill>
            </a:ln>
          </a:bottom>
          <a:insideH>
            <a:ln w="12700" cmpd="sng">
              <a:solidFill>
                <a:schemeClr val="tx1"/>
              </a:solidFill>
            </a:ln>
          </a:insideH>
          <a:insideV>
            <a:ln w="12700" cmpd="sng">
              <a:solidFill>
                <a:schemeClr val="tx1"/>
              </a:solidFill>
            </a:ln>
          </a:insideV>
        </a:tcBdr>
        <a:fill>
          <a:noFill/>
        </a:fill>
      </a:tcStyle>
    </a:wholeTbl>
    <a:band1H>
      <a:tcStyle>
        <a:tcBdr/>
        <a:fill>
          <a:solidFill>
            <a:schemeClr val="tx1">
              <a:alpha val="20000"/>
            </a:schemeClr>
          </a:solidFill>
        </a:fill>
      </a:tcStyle>
    </a:band1H>
    <a:band1V>
      <a:tcStyle>
        <a:tcBdr/>
        <a:fill>
          <a:solidFill>
            <a:schemeClr val="tx1">
              <a:alpha val="20000"/>
            </a:schemeClr>
          </a:solidFill>
        </a:fill>
      </a:tcStyle>
    </a:band1V>
    <a:lastCol>
      <a:tcTxStyle b="on"/>
      <a:tcStyle>
        <a:tcBdr/>
      </a:tcStyle>
    </a:lastCol>
    <a:firstCol>
      <a:tcTxStyle b="on"/>
      <a:tcStyle>
        <a:tcBdr/>
      </a:tcStyle>
    </a:firstCol>
    <a:lastRow>
      <a:tcTxStyle b="on"/>
      <a:tcStyle>
        <a:tcBdr>
          <a:top>
            <a:ln w="50800" cmpd="dbl">
              <a:solidFill>
                <a:schemeClr val="tx1"/>
              </a:solidFill>
            </a:ln>
          </a:top>
        </a:tcBdr>
        <a:fill>
          <a:noFill/>
        </a:fill>
      </a:tcStyle>
    </a:lastRow>
    <a:firstRow>
      <a:tcTxStyle b="on"/>
      <a:tcStyle>
        <a:tcBdr>
          <a:bottom>
            <a:ln w="25400" cmpd="sng">
              <a:solidFill>
                <a:schemeClr val="tx1"/>
              </a:solidFill>
            </a:ln>
          </a:bottom>
        </a:tcBdr>
        <a:fill>
          <a:noFill/>
        </a:fill>
      </a:tcStyle>
    </a:firstRow>
  </a:tblStyle>
  <a:tblStyle styleId="{E8B1032C-EA38-4F05-BA0D-38AFFFC7BED3}" styleName="Light Style 3 - Accent 6">
    <a:wholeTbl>
      <a:tcTxStyle>
        <a:fontRef idx="minor">
          <a:scrgbClr r="0" g="0" b="0"/>
        </a:fontRef>
        <a:schemeClr val="tx1"/>
      </a:tcTxStyle>
      <a:tcStyle>
        <a:tcBdr>
          <a:left>
            <a:ln w="12700" cmpd="sng">
              <a:solidFill>
                <a:schemeClr val="accent6"/>
              </a:solidFill>
            </a:ln>
          </a:left>
          <a:right>
            <a:ln w="12700" cmpd="sng">
              <a:solidFill>
                <a:schemeClr val="accent6"/>
              </a:solidFill>
            </a:ln>
          </a:right>
          <a:top>
            <a:ln w="12700" cmpd="sng">
              <a:solidFill>
                <a:schemeClr val="accent6"/>
              </a:solidFill>
            </a:ln>
          </a:top>
          <a:bottom>
            <a:ln w="12700" cmpd="sng">
              <a:solidFill>
                <a:schemeClr val="accent6"/>
              </a:solidFill>
            </a:ln>
          </a:bottom>
          <a:insideH>
            <a:ln w="12700" cmpd="sng">
              <a:solidFill>
                <a:schemeClr val="accent6"/>
              </a:solidFill>
            </a:ln>
          </a:insideH>
          <a:insideV>
            <a:ln w="12700" cmpd="sng">
              <a:solidFill>
                <a:schemeClr val="accent6"/>
              </a:solidFill>
            </a:ln>
          </a:insideV>
        </a:tcBdr>
        <a:fill>
          <a:noFill/>
        </a:fill>
      </a:tcStyle>
    </a:wholeTbl>
    <a:band1H>
      <a:tcStyle>
        <a:tcBdr/>
        <a:fill>
          <a:solidFill>
            <a:schemeClr val="accent6">
              <a:alpha val="20000"/>
            </a:schemeClr>
          </a:solidFill>
        </a:fill>
      </a:tcStyle>
    </a:band1H>
    <a:band1V>
      <a:tcStyle>
        <a:tcBdr/>
        <a:fill>
          <a:solidFill>
            <a:schemeClr val="accent6">
              <a:alpha val="20000"/>
            </a:schemeClr>
          </a:solidFill>
        </a:fill>
      </a:tcStyle>
    </a:band1V>
    <a:lastCol>
      <a:tcTxStyle b="on"/>
      <a:tcStyle>
        <a:tcBdr/>
      </a:tcStyle>
    </a:lastCol>
    <a:firstCol>
      <a:tcTxStyle b="on"/>
      <a:tcStyle>
        <a:tcBdr/>
      </a:tcStyle>
    </a:firstCol>
    <a:lastRow>
      <a:tcTxStyle b="on"/>
      <a:tcStyle>
        <a:tcBdr>
          <a:top>
            <a:ln w="50800" cmpd="dbl">
              <a:solidFill>
                <a:schemeClr val="accent6"/>
              </a:solidFill>
            </a:ln>
          </a:top>
        </a:tcBdr>
        <a:fill>
          <a:noFill/>
        </a:fill>
      </a:tcStyle>
    </a:lastRow>
    <a:firstRow>
      <a:tcTxStyle b="on"/>
      <a:tcStyle>
        <a:tcBdr>
          <a:bottom>
            <a:ln w="25400" cmpd="sng">
              <a:solidFill>
                <a:schemeClr val="accent6"/>
              </a:solidFill>
            </a:ln>
          </a:bottom>
        </a:tcBdr>
        <a:fill>
          <a:noFill/>
        </a:fill>
      </a:tcStyle>
    </a:firstRow>
  </a:tblStyle>
  <a:tblStyle styleId="{16D9F66E-5EB9-4882-86FB-DCBF35E3C3E4}" styleName="Medium Style 4 - Accent 6">
    <a:wholeTbl>
      <a:tcTxStyle>
        <a:fontRef idx="minor">
          <a:scrgbClr r="0" g="0" b="0"/>
        </a:fontRef>
        <a:schemeClr val="dk1"/>
      </a:tcTxStyle>
      <a:tcStyle>
        <a:tcBdr>
          <a:left>
            <a:ln w="12700" cmpd="sng">
              <a:solidFill>
                <a:schemeClr val="accent6"/>
              </a:solidFill>
            </a:ln>
          </a:left>
          <a:right>
            <a:ln w="12700" cmpd="sng">
              <a:solidFill>
                <a:schemeClr val="accent6"/>
              </a:solidFill>
            </a:ln>
          </a:right>
          <a:top>
            <a:ln w="12700" cmpd="sng">
              <a:solidFill>
                <a:schemeClr val="accent6"/>
              </a:solidFill>
            </a:ln>
          </a:top>
          <a:bottom>
            <a:ln w="12700" cmpd="sng">
              <a:solidFill>
                <a:schemeClr val="accent6"/>
              </a:solidFill>
            </a:ln>
          </a:bottom>
          <a:insideH>
            <a:ln w="12700" cmpd="sng">
              <a:solidFill>
                <a:schemeClr val="accent6"/>
              </a:solidFill>
            </a:ln>
          </a:insideH>
          <a:insideV>
            <a:ln w="12700" cmpd="sng">
              <a:solidFill>
                <a:schemeClr val="accent6"/>
              </a:solidFill>
            </a:ln>
          </a:insideV>
        </a:tcBdr>
        <a:fill>
          <a:solidFill>
            <a:schemeClr val="accent6">
              <a:tint val="20000"/>
            </a:schemeClr>
          </a:solidFill>
        </a:fill>
      </a:tcStyle>
    </a:wholeTbl>
    <a:band1H>
      <a:tcStyle>
        <a:tcBdr/>
        <a:fill>
          <a:solidFill>
            <a:schemeClr val="accent6">
              <a:tint val="40000"/>
            </a:schemeClr>
          </a:solidFill>
        </a:fill>
      </a:tcStyle>
    </a:band1H>
    <a:band1V>
      <a:tcStyle>
        <a:tcBdr/>
        <a:fill>
          <a:solidFill>
            <a:schemeClr val="accent6">
              <a:tint val="40000"/>
            </a:schemeClr>
          </a:solidFill>
        </a:fill>
      </a:tcStyle>
    </a:band1V>
    <a:lastCol>
      <a:tcTxStyle b="on"/>
      <a:tcStyle>
        <a:tcBdr/>
      </a:tcStyle>
    </a:lastCol>
    <a:firstCol>
      <a:tcTxStyle b="on"/>
      <a:tcStyle>
        <a:tcBdr/>
      </a:tcStyle>
    </a:firstCol>
    <a:lastRow>
      <a:tcTxStyle b="on"/>
      <a:tcStyle>
        <a:tcBdr>
          <a:top>
            <a:ln w="25400" cmpd="sng">
              <a:solidFill>
                <a:schemeClr val="accent6"/>
              </a:solidFill>
            </a:ln>
          </a:top>
        </a:tcBdr>
        <a:fill>
          <a:solidFill>
            <a:schemeClr val="accent6">
              <a:tint val="20000"/>
            </a:schemeClr>
          </a:solidFill>
        </a:fill>
      </a:tcStyle>
    </a:lastRow>
    <a:firstRow>
      <a:tcTxStyle b="on"/>
      <a:tcStyle>
        <a:tcBdr/>
        <a:fill>
          <a:solidFill>
            <a:schemeClr val="accent6">
              <a:tint val="20000"/>
            </a:schemeClr>
          </a:solidFill>
        </a:fill>
      </a:tcStyle>
    </a:firstRow>
  </a:tblStyle>
</a:tblStyleLst>
</file>

<file path=ppt/viewProps.xml><?xml version="1.0" encoding="utf-8"?>
<p:viewPr xmlns:a="http://schemas.openxmlformats.org/drawingml/2006/main" xmlns:r="http://schemas.openxmlformats.org/officeDocument/2006/relationships" xmlns:p="http://schemas.openxmlformats.org/presentationml/2006/main">
  <p:normalViewPr>
    <p:restoredLeft sz="22868" autoAdjust="0"/>
    <p:restoredTop sz="87819" autoAdjust="0"/>
  </p:normalViewPr>
  <p:slideViewPr>
    <p:cSldViewPr snapToGrid="0">
      <p:cViewPr varScale="1">
        <p:scale>
          <a:sx n="64" d="100"/>
          <a:sy n="64" d="100"/>
        </p:scale>
        <p:origin x="390" y="66"/>
      </p:cViewPr>
      <p:guideLst/>
    </p:cSldViewPr>
  </p:slideViewPr>
  <p:notesTextViewPr>
    <p:cViewPr>
      <p:scale>
        <a:sx n="1" d="1"/>
        <a:sy n="1" d="1"/>
      </p:scale>
      <p:origin x="0" y="0"/>
    </p:cViewPr>
  </p:notesTextViewPr>
  <p:gridSpacing cx="72008" cy="72008"/>
</p:viewPr>
</file>

<file path=ppt/_rels/presentation.xml.rels><?xml version="1.0" encoding="UTF-8" standalone="yes"?>
<Relationships xmlns="http://schemas.openxmlformats.org/package/2006/relationships"><Relationship Id="rId117" Type="http://schemas.openxmlformats.org/officeDocument/2006/relationships/slide" Target="slides/slide116.xml"/><Relationship Id="rId21" Type="http://schemas.openxmlformats.org/officeDocument/2006/relationships/slide" Target="slides/slide20.xml"/><Relationship Id="rId42" Type="http://schemas.openxmlformats.org/officeDocument/2006/relationships/slide" Target="slides/slide41.xml"/><Relationship Id="rId63" Type="http://schemas.openxmlformats.org/officeDocument/2006/relationships/slide" Target="slides/slide62.xml"/><Relationship Id="rId84" Type="http://schemas.openxmlformats.org/officeDocument/2006/relationships/slide" Target="slides/slide83.xml"/><Relationship Id="rId16" Type="http://schemas.openxmlformats.org/officeDocument/2006/relationships/slide" Target="slides/slide15.xml"/><Relationship Id="rId107" Type="http://schemas.openxmlformats.org/officeDocument/2006/relationships/slide" Target="slides/slide106.xml"/><Relationship Id="rId11" Type="http://schemas.openxmlformats.org/officeDocument/2006/relationships/slide" Target="slides/slide10.xml"/><Relationship Id="rId32" Type="http://schemas.openxmlformats.org/officeDocument/2006/relationships/slide" Target="slides/slide31.xml"/><Relationship Id="rId37" Type="http://schemas.openxmlformats.org/officeDocument/2006/relationships/slide" Target="slides/slide36.xml"/><Relationship Id="rId53" Type="http://schemas.openxmlformats.org/officeDocument/2006/relationships/slide" Target="slides/slide52.xml"/><Relationship Id="rId58" Type="http://schemas.openxmlformats.org/officeDocument/2006/relationships/slide" Target="slides/slide57.xml"/><Relationship Id="rId74" Type="http://schemas.openxmlformats.org/officeDocument/2006/relationships/slide" Target="slides/slide73.xml"/><Relationship Id="rId79" Type="http://schemas.openxmlformats.org/officeDocument/2006/relationships/slide" Target="slides/slide78.xml"/><Relationship Id="rId102" Type="http://schemas.openxmlformats.org/officeDocument/2006/relationships/slide" Target="slides/slide101.xml"/><Relationship Id="rId123" Type="http://schemas.openxmlformats.org/officeDocument/2006/relationships/slide" Target="slides/slide122.xml"/><Relationship Id="rId128" Type="http://schemas.openxmlformats.org/officeDocument/2006/relationships/slide" Target="slides/slide127.xml"/><Relationship Id="rId5" Type="http://schemas.openxmlformats.org/officeDocument/2006/relationships/slide" Target="slides/slide4.xml"/><Relationship Id="rId90" Type="http://schemas.openxmlformats.org/officeDocument/2006/relationships/slide" Target="slides/slide89.xml"/><Relationship Id="rId95" Type="http://schemas.openxmlformats.org/officeDocument/2006/relationships/slide" Target="slides/slide94.xml"/><Relationship Id="rId22" Type="http://schemas.openxmlformats.org/officeDocument/2006/relationships/slide" Target="slides/slide21.xml"/><Relationship Id="rId27" Type="http://schemas.openxmlformats.org/officeDocument/2006/relationships/slide" Target="slides/slide26.xml"/><Relationship Id="rId43" Type="http://schemas.openxmlformats.org/officeDocument/2006/relationships/slide" Target="slides/slide42.xml"/><Relationship Id="rId48" Type="http://schemas.openxmlformats.org/officeDocument/2006/relationships/slide" Target="slides/slide47.xml"/><Relationship Id="rId64" Type="http://schemas.openxmlformats.org/officeDocument/2006/relationships/slide" Target="slides/slide63.xml"/><Relationship Id="rId69" Type="http://schemas.openxmlformats.org/officeDocument/2006/relationships/slide" Target="slides/slide68.xml"/><Relationship Id="rId113" Type="http://schemas.openxmlformats.org/officeDocument/2006/relationships/slide" Target="slides/slide112.xml"/><Relationship Id="rId118" Type="http://schemas.openxmlformats.org/officeDocument/2006/relationships/slide" Target="slides/slide117.xml"/><Relationship Id="rId134" Type="http://schemas.openxmlformats.org/officeDocument/2006/relationships/tableStyles" Target="tableStyles.xml"/><Relationship Id="rId80" Type="http://schemas.openxmlformats.org/officeDocument/2006/relationships/slide" Target="slides/slide79.xml"/><Relationship Id="rId85" Type="http://schemas.openxmlformats.org/officeDocument/2006/relationships/slide" Target="slides/slide84.xml"/><Relationship Id="rId12" Type="http://schemas.openxmlformats.org/officeDocument/2006/relationships/slide" Target="slides/slide11.xml"/><Relationship Id="rId17" Type="http://schemas.openxmlformats.org/officeDocument/2006/relationships/slide" Target="slides/slide16.xml"/><Relationship Id="rId33" Type="http://schemas.openxmlformats.org/officeDocument/2006/relationships/slide" Target="slides/slide32.xml"/><Relationship Id="rId38" Type="http://schemas.openxmlformats.org/officeDocument/2006/relationships/slide" Target="slides/slide37.xml"/><Relationship Id="rId59" Type="http://schemas.openxmlformats.org/officeDocument/2006/relationships/slide" Target="slides/slide58.xml"/><Relationship Id="rId103" Type="http://schemas.openxmlformats.org/officeDocument/2006/relationships/slide" Target="slides/slide102.xml"/><Relationship Id="rId108" Type="http://schemas.openxmlformats.org/officeDocument/2006/relationships/slide" Target="slides/slide107.xml"/><Relationship Id="rId124" Type="http://schemas.openxmlformats.org/officeDocument/2006/relationships/slide" Target="slides/slide123.xml"/><Relationship Id="rId129" Type="http://schemas.openxmlformats.org/officeDocument/2006/relationships/slide" Target="slides/slide128.xml"/><Relationship Id="rId54" Type="http://schemas.openxmlformats.org/officeDocument/2006/relationships/slide" Target="slides/slide53.xml"/><Relationship Id="rId70" Type="http://schemas.openxmlformats.org/officeDocument/2006/relationships/slide" Target="slides/slide69.xml"/><Relationship Id="rId75" Type="http://schemas.openxmlformats.org/officeDocument/2006/relationships/slide" Target="slides/slide74.xml"/><Relationship Id="rId91" Type="http://schemas.openxmlformats.org/officeDocument/2006/relationships/slide" Target="slides/slide90.xml"/><Relationship Id="rId96" Type="http://schemas.openxmlformats.org/officeDocument/2006/relationships/slide" Target="slides/slide95.xml"/><Relationship Id="rId1" Type="http://schemas.openxmlformats.org/officeDocument/2006/relationships/slideMaster" Target="slideMasters/slideMaster1.xml"/><Relationship Id="rId6" Type="http://schemas.openxmlformats.org/officeDocument/2006/relationships/slide" Target="slides/slide5.xml"/><Relationship Id="rId23" Type="http://schemas.openxmlformats.org/officeDocument/2006/relationships/slide" Target="slides/slide22.xml"/><Relationship Id="rId28" Type="http://schemas.openxmlformats.org/officeDocument/2006/relationships/slide" Target="slides/slide27.xml"/><Relationship Id="rId49" Type="http://schemas.openxmlformats.org/officeDocument/2006/relationships/slide" Target="slides/slide48.xml"/><Relationship Id="rId114" Type="http://schemas.openxmlformats.org/officeDocument/2006/relationships/slide" Target="slides/slide113.xml"/><Relationship Id="rId119" Type="http://schemas.openxmlformats.org/officeDocument/2006/relationships/slide" Target="slides/slide118.xml"/><Relationship Id="rId44" Type="http://schemas.openxmlformats.org/officeDocument/2006/relationships/slide" Target="slides/slide43.xml"/><Relationship Id="rId60" Type="http://schemas.openxmlformats.org/officeDocument/2006/relationships/slide" Target="slides/slide59.xml"/><Relationship Id="rId65" Type="http://schemas.openxmlformats.org/officeDocument/2006/relationships/slide" Target="slides/slide64.xml"/><Relationship Id="rId81" Type="http://schemas.openxmlformats.org/officeDocument/2006/relationships/slide" Target="slides/slide80.xml"/><Relationship Id="rId86" Type="http://schemas.openxmlformats.org/officeDocument/2006/relationships/slide" Target="slides/slide85.xml"/><Relationship Id="rId130" Type="http://schemas.openxmlformats.org/officeDocument/2006/relationships/notesMaster" Target="notesMasters/notesMaster1.xml"/><Relationship Id="rId13" Type="http://schemas.openxmlformats.org/officeDocument/2006/relationships/slide" Target="slides/slide12.xml"/><Relationship Id="rId18" Type="http://schemas.openxmlformats.org/officeDocument/2006/relationships/slide" Target="slides/slide17.xml"/><Relationship Id="rId39" Type="http://schemas.openxmlformats.org/officeDocument/2006/relationships/slide" Target="slides/slide38.xml"/><Relationship Id="rId109" Type="http://schemas.openxmlformats.org/officeDocument/2006/relationships/slide" Target="slides/slide108.xml"/><Relationship Id="rId34" Type="http://schemas.openxmlformats.org/officeDocument/2006/relationships/slide" Target="slides/slide33.xml"/><Relationship Id="rId50" Type="http://schemas.openxmlformats.org/officeDocument/2006/relationships/slide" Target="slides/slide49.xml"/><Relationship Id="rId55" Type="http://schemas.openxmlformats.org/officeDocument/2006/relationships/slide" Target="slides/slide54.xml"/><Relationship Id="rId76" Type="http://schemas.openxmlformats.org/officeDocument/2006/relationships/slide" Target="slides/slide75.xml"/><Relationship Id="rId97" Type="http://schemas.openxmlformats.org/officeDocument/2006/relationships/slide" Target="slides/slide96.xml"/><Relationship Id="rId104" Type="http://schemas.openxmlformats.org/officeDocument/2006/relationships/slide" Target="slides/slide103.xml"/><Relationship Id="rId120" Type="http://schemas.openxmlformats.org/officeDocument/2006/relationships/slide" Target="slides/slide119.xml"/><Relationship Id="rId125" Type="http://schemas.openxmlformats.org/officeDocument/2006/relationships/slide" Target="slides/slide124.xml"/><Relationship Id="rId7" Type="http://schemas.openxmlformats.org/officeDocument/2006/relationships/slide" Target="slides/slide6.xml"/><Relationship Id="rId71" Type="http://schemas.openxmlformats.org/officeDocument/2006/relationships/slide" Target="slides/slide70.xml"/><Relationship Id="rId92" Type="http://schemas.openxmlformats.org/officeDocument/2006/relationships/slide" Target="slides/slide91.xml"/><Relationship Id="rId2" Type="http://schemas.openxmlformats.org/officeDocument/2006/relationships/slide" Target="slides/slide1.xml"/><Relationship Id="rId29" Type="http://schemas.openxmlformats.org/officeDocument/2006/relationships/slide" Target="slides/slide28.xml"/><Relationship Id="rId24" Type="http://schemas.openxmlformats.org/officeDocument/2006/relationships/slide" Target="slides/slide23.xml"/><Relationship Id="rId40" Type="http://schemas.openxmlformats.org/officeDocument/2006/relationships/slide" Target="slides/slide39.xml"/><Relationship Id="rId45" Type="http://schemas.openxmlformats.org/officeDocument/2006/relationships/slide" Target="slides/slide44.xml"/><Relationship Id="rId66" Type="http://schemas.openxmlformats.org/officeDocument/2006/relationships/slide" Target="slides/slide65.xml"/><Relationship Id="rId87" Type="http://schemas.openxmlformats.org/officeDocument/2006/relationships/slide" Target="slides/slide86.xml"/><Relationship Id="rId110" Type="http://schemas.openxmlformats.org/officeDocument/2006/relationships/slide" Target="slides/slide109.xml"/><Relationship Id="rId115" Type="http://schemas.openxmlformats.org/officeDocument/2006/relationships/slide" Target="slides/slide114.xml"/><Relationship Id="rId131" Type="http://schemas.openxmlformats.org/officeDocument/2006/relationships/presProps" Target="presProps.xml"/><Relationship Id="rId61" Type="http://schemas.openxmlformats.org/officeDocument/2006/relationships/slide" Target="slides/slide60.xml"/><Relationship Id="rId82" Type="http://schemas.openxmlformats.org/officeDocument/2006/relationships/slide" Target="slides/slide81.xml"/><Relationship Id="rId19" Type="http://schemas.openxmlformats.org/officeDocument/2006/relationships/slide" Target="slides/slide18.xml"/><Relationship Id="rId14" Type="http://schemas.openxmlformats.org/officeDocument/2006/relationships/slide" Target="slides/slide13.xml"/><Relationship Id="rId30" Type="http://schemas.openxmlformats.org/officeDocument/2006/relationships/slide" Target="slides/slide29.xml"/><Relationship Id="rId35" Type="http://schemas.openxmlformats.org/officeDocument/2006/relationships/slide" Target="slides/slide34.xml"/><Relationship Id="rId56" Type="http://schemas.openxmlformats.org/officeDocument/2006/relationships/slide" Target="slides/slide55.xml"/><Relationship Id="rId77" Type="http://schemas.openxmlformats.org/officeDocument/2006/relationships/slide" Target="slides/slide76.xml"/><Relationship Id="rId100" Type="http://schemas.openxmlformats.org/officeDocument/2006/relationships/slide" Target="slides/slide99.xml"/><Relationship Id="rId105" Type="http://schemas.openxmlformats.org/officeDocument/2006/relationships/slide" Target="slides/slide104.xml"/><Relationship Id="rId126" Type="http://schemas.openxmlformats.org/officeDocument/2006/relationships/slide" Target="slides/slide125.xml"/><Relationship Id="rId8" Type="http://schemas.openxmlformats.org/officeDocument/2006/relationships/slide" Target="slides/slide7.xml"/><Relationship Id="rId51" Type="http://schemas.openxmlformats.org/officeDocument/2006/relationships/slide" Target="slides/slide50.xml"/><Relationship Id="rId72" Type="http://schemas.openxmlformats.org/officeDocument/2006/relationships/slide" Target="slides/slide71.xml"/><Relationship Id="rId93" Type="http://schemas.openxmlformats.org/officeDocument/2006/relationships/slide" Target="slides/slide92.xml"/><Relationship Id="rId98" Type="http://schemas.openxmlformats.org/officeDocument/2006/relationships/slide" Target="slides/slide97.xml"/><Relationship Id="rId121" Type="http://schemas.openxmlformats.org/officeDocument/2006/relationships/slide" Target="slides/slide120.xml"/><Relationship Id="rId3" Type="http://schemas.openxmlformats.org/officeDocument/2006/relationships/slide" Target="slides/slide2.xml"/><Relationship Id="rId25" Type="http://schemas.openxmlformats.org/officeDocument/2006/relationships/slide" Target="slides/slide24.xml"/><Relationship Id="rId46" Type="http://schemas.openxmlformats.org/officeDocument/2006/relationships/slide" Target="slides/slide45.xml"/><Relationship Id="rId67" Type="http://schemas.openxmlformats.org/officeDocument/2006/relationships/slide" Target="slides/slide66.xml"/><Relationship Id="rId116" Type="http://schemas.openxmlformats.org/officeDocument/2006/relationships/slide" Target="slides/slide115.xml"/><Relationship Id="rId20" Type="http://schemas.openxmlformats.org/officeDocument/2006/relationships/slide" Target="slides/slide19.xml"/><Relationship Id="rId41" Type="http://schemas.openxmlformats.org/officeDocument/2006/relationships/slide" Target="slides/slide40.xml"/><Relationship Id="rId62" Type="http://schemas.openxmlformats.org/officeDocument/2006/relationships/slide" Target="slides/slide61.xml"/><Relationship Id="rId83" Type="http://schemas.openxmlformats.org/officeDocument/2006/relationships/slide" Target="slides/slide82.xml"/><Relationship Id="rId88" Type="http://schemas.openxmlformats.org/officeDocument/2006/relationships/slide" Target="slides/slide87.xml"/><Relationship Id="rId111" Type="http://schemas.openxmlformats.org/officeDocument/2006/relationships/slide" Target="slides/slide110.xml"/><Relationship Id="rId132" Type="http://schemas.openxmlformats.org/officeDocument/2006/relationships/viewProps" Target="viewProps.xml"/><Relationship Id="rId15" Type="http://schemas.openxmlformats.org/officeDocument/2006/relationships/slide" Target="slides/slide14.xml"/><Relationship Id="rId36" Type="http://schemas.openxmlformats.org/officeDocument/2006/relationships/slide" Target="slides/slide35.xml"/><Relationship Id="rId57" Type="http://schemas.openxmlformats.org/officeDocument/2006/relationships/slide" Target="slides/slide56.xml"/><Relationship Id="rId106" Type="http://schemas.openxmlformats.org/officeDocument/2006/relationships/slide" Target="slides/slide105.xml"/><Relationship Id="rId127" Type="http://schemas.openxmlformats.org/officeDocument/2006/relationships/slide" Target="slides/slide126.xml"/><Relationship Id="rId10" Type="http://schemas.openxmlformats.org/officeDocument/2006/relationships/slide" Target="slides/slide9.xml"/><Relationship Id="rId31" Type="http://schemas.openxmlformats.org/officeDocument/2006/relationships/slide" Target="slides/slide30.xml"/><Relationship Id="rId52" Type="http://schemas.openxmlformats.org/officeDocument/2006/relationships/slide" Target="slides/slide51.xml"/><Relationship Id="rId73" Type="http://schemas.openxmlformats.org/officeDocument/2006/relationships/slide" Target="slides/slide72.xml"/><Relationship Id="rId78" Type="http://schemas.openxmlformats.org/officeDocument/2006/relationships/slide" Target="slides/slide77.xml"/><Relationship Id="rId94" Type="http://schemas.openxmlformats.org/officeDocument/2006/relationships/slide" Target="slides/slide93.xml"/><Relationship Id="rId99" Type="http://schemas.openxmlformats.org/officeDocument/2006/relationships/slide" Target="slides/slide98.xml"/><Relationship Id="rId101" Type="http://schemas.openxmlformats.org/officeDocument/2006/relationships/slide" Target="slides/slide100.xml"/><Relationship Id="rId122" Type="http://schemas.openxmlformats.org/officeDocument/2006/relationships/slide" Target="slides/slide121.xml"/><Relationship Id="rId4" Type="http://schemas.openxmlformats.org/officeDocument/2006/relationships/slide" Target="slides/slide3.xml"/><Relationship Id="rId9" Type="http://schemas.openxmlformats.org/officeDocument/2006/relationships/slide" Target="slides/slide8.xml"/><Relationship Id="rId26" Type="http://schemas.openxmlformats.org/officeDocument/2006/relationships/slide" Target="slides/slide25.xml"/><Relationship Id="rId47" Type="http://schemas.openxmlformats.org/officeDocument/2006/relationships/slide" Target="slides/slide46.xml"/><Relationship Id="rId68" Type="http://schemas.openxmlformats.org/officeDocument/2006/relationships/slide" Target="slides/slide67.xml"/><Relationship Id="rId89" Type="http://schemas.openxmlformats.org/officeDocument/2006/relationships/slide" Target="slides/slide88.xml"/><Relationship Id="rId112" Type="http://schemas.openxmlformats.org/officeDocument/2006/relationships/slide" Target="slides/slide111.xml"/><Relationship Id="rId133" Type="http://schemas.openxmlformats.org/officeDocument/2006/relationships/theme" Target="theme/theme1.xml"/></Relationships>
</file>

<file path=ppt/diagrams/_rels/data1.xml.rels><?xml version="1.0" encoding="UTF-8" standalone="yes"?>
<Relationships xmlns="http://schemas.openxmlformats.org/package/2006/relationships"><Relationship Id="rId8" Type="http://schemas.openxmlformats.org/officeDocument/2006/relationships/image" Target="../media/image8.svg"/><Relationship Id="rId3" Type="http://schemas.openxmlformats.org/officeDocument/2006/relationships/image" Target="../media/image3.png"/><Relationship Id="rId7" Type="http://schemas.openxmlformats.org/officeDocument/2006/relationships/image" Target="../media/image7.png"/><Relationship Id="rId12" Type="http://schemas.openxmlformats.org/officeDocument/2006/relationships/image" Target="../media/image12.svg"/><Relationship Id="rId2" Type="http://schemas.openxmlformats.org/officeDocument/2006/relationships/image" Target="../media/image2.svg"/><Relationship Id="rId1" Type="http://schemas.openxmlformats.org/officeDocument/2006/relationships/image" Target="../media/image1.png"/><Relationship Id="rId6" Type="http://schemas.openxmlformats.org/officeDocument/2006/relationships/image" Target="../media/image6.svg"/><Relationship Id="rId11" Type="http://schemas.openxmlformats.org/officeDocument/2006/relationships/image" Target="../media/image11.png"/><Relationship Id="rId5" Type="http://schemas.openxmlformats.org/officeDocument/2006/relationships/image" Target="../media/image5.png"/><Relationship Id="rId10" Type="http://schemas.openxmlformats.org/officeDocument/2006/relationships/image" Target="../media/image10.svg"/><Relationship Id="rId4" Type="http://schemas.openxmlformats.org/officeDocument/2006/relationships/image" Target="../media/image4.svg"/><Relationship Id="rId9" Type="http://schemas.openxmlformats.org/officeDocument/2006/relationships/image" Target="../media/image9.png"/></Relationships>
</file>

<file path=ppt/diagrams/_rels/data2.xml.rels><?xml version="1.0" encoding="UTF-8" standalone="yes"?>
<Relationships xmlns="http://schemas.openxmlformats.org/package/2006/relationships"><Relationship Id="rId3" Type="http://schemas.openxmlformats.org/officeDocument/2006/relationships/image" Target="../media/image15.png"/><Relationship Id="rId2" Type="http://schemas.openxmlformats.org/officeDocument/2006/relationships/image" Target="../media/image14.svg"/><Relationship Id="rId1" Type="http://schemas.openxmlformats.org/officeDocument/2006/relationships/image" Target="../media/image13.png"/><Relationship Id="rId6" Type="http://schemas.openxmlformats.org/officeDocument/2006/relationships/image" Target="../media/image18.svg"/><Relationship Id="rId5" Type="http://schemas.openxmlformats.org/officeDocument/2006/relationships/image" Target="../media/image17.png"/><Relationship Id="rId4" Type="http://schemas.openxmlformats.org/officeDocument/2006/relationships/image" Target="../media/image16.svg"/></Relationships>
</file>

<file path=ppt/diagrams/_rels/data3.xml.rels><?xml version="1.0" encoding="UTF-8" standalone="yes"?>
<Relationships xmlns="http://schemas.openxmlformats.org/package/2006/relationships"><Relationship Id="rId3" Type="http://schemas.openxmlformats.org/officeDocument/2006/relationships/image" Target="../media/image21.png"/><Relationship Id="rId2" Type="http://schemas.openxmlformats.org/officeDocument/2006/relationships/image" Target="../media/image20.svg"/><Relationship Id="rId1" Type="http://schemas.openxmlformats.org/officeDocument/2006/relationships/image" Target="../media/image19.png"/><Relationship Id="rId6" Type="http://schemas.openxmlformats.org/officeDocument/2006/relationships/image" Target="../media/image24.svg"/><Relationship Id="rId5" Type="http://schemas.openxmlformats.org/officeDocument/2006/relationships/image" Target="../media/image23.png"/><Relationship Id="rId4" Type="http://schemas.openxmlformats.org/officeDocument/2006/relationships/image" Target="../media/image22.svg"/></Relationships>
</file>

<file path=ppt/diagrams/_rels/data4.xml.rels><?xml version="1.0" encoding="UTF-8" standalone="yes"?>
<Relationships xmlns="http://schemas.openxmlformats.org/package/2006/relationships"><Relationship Id="rId3" Type="http://schemas.openxmlformats.org/officeDocument/2006/relationships/image" Target="../media/image21.png"/><Relationship Id="rId2" Type="http://schemas.openxmlformats.org/officeDocument/2006/relationships/image" Target="../media/image20.svg"/><Relationship Id="rId1" Type="http://schemas.openxmlformats.org/officeDocument/2006/relationships/image" Target="../media/image19.png"/><Relationship Id="rId6" Type="http://schemas.openxmlformats.org/officeDocument/2006/relationships/image" Target="../media/image24.svg"/><Relationship Id="rId5" Type="http://schemas.openxmlformats.org/officeDocument/2006/relationships/image" Target="../media/image23.png"/><Relationship Id="rId4" Type="http://schemas.openxmlformats.org/officeDocument/2006/relationships/image" Target="../media/image22.svg"/></Relationships>
</file>

<file path=ppt/diagrams/_rels/data5.xml.rels><?xml version="1.0" encoding="UTF-8" standalone="yes"?>
<Relationships xmlns="http://schemas.openxmlformats.org/package/2006/relationships"><Relationship Id="rId8" Type="http://schemas.openxmlformats.org/officeDocument/2006/relationships/image" Target="../media/image33.svg"/><Relationship Id="rId3" Type="http://schemas.openxmlformats.org/officeDocument/2006/relationships/image" Target="../media/image28.png"/><Relationship Id="rId7" Type="http://schemas.openxmlformats.org/officeDocument/2006/relationships/image" Target="../media/image32.png"/><Relationship Id="rId2" Type="http://schemas.openxmlformats.org/officeDocument/2006/relationships/image" Target="../media/image27.svg"/><Relationship Id="rId1" Type="http://schemas.openxmlformats.org/officeDocument/2006/relationships/image" Target="../media/image26.png"/><Relationship Id="rId6" Type="http://schemas.openxmlformats.org/officeDocument/2006/relationships/image" Target="../media/image31.svg"/><Relationship Id="rId5" Type="http://schemas.openxmlformats.org/officeDocument/2006/relationships/image" Target="../media/image30.png"/><Relationship Id="rId4" Type="http://schemas.openxmlformats.org/officeDocument/2006/relationships/image" Target="../media/image29.svg"/><Relationship Id="rId9" Type="http://schemas.openxmlformats.org/officeDocument/2006/relationships/image" Target="../media/image34.jpeg"/></Relationships>
</file>

<file path=ppt/diagrams/_rels/data6.xml.rels><?xml version="1.0" encoding="UTF-8" standalone="yes"?>
<Relationships xmlns="http://schemas.openxmlformats.org/package/2006/relationships"><Relationship Id="rId8" Type="http://schemas.openxmlformats.org/officeDocument/2006/relationships/image" Target="../media/image42.svg"/><Relationship Id="rId3" Type="http://schemas.openxmlformats.org/officeDocument/2006/relationships/image" Target="../media/image37.png"/><Relationship Id="rId7" Type="http://schemas.openxmlformats.org/officeDocument/2006/relationships/image" Target="../media/image41.png"/><Relationship Id="rId2" Type="http://schemas.openxmlformats.org/officeDocument/2006/relationships/image" Target="../media/image36.svg"/><Relationship Id="rId1" Type="http://schemas.openxmlformats.org/officeDocument/2006/relationships/image" Target="../media/image35.png"/><Relationship Id="rId6" Type="http://schemas.openxmlformats.org/officeDocument/2006/relationships/image" Target="../media/image40.svg"/><Relationship Id="rId5" Type="http://schemas.openxmlformats.org/officeDocument/2006/relationships/image" Target="../media/image39.png"/><Relationship Id="rId4" Type="http://schemas.openxmlformats.org/officeDocument/2006/relationships/image" Target="../media/image38.svg"/></Relationships>
</file>

<file path=ppt/diagrams/_rels/data7.xml.rels><?xml version="1.0" encoding="UTF-8" standalone="yes"?>
<Relationships xmlns="http://schemas.openxmlformats.org/package/2006/relationships"><Relationship Id="rId8" Type="http://schemas.openxmlformats.org/officeDocument/2006/relationships/image" Target="../media/image53.svg"/><Relationship Id="rId3" Type="http://schemas.openxmlformats.org/officeDocument/2006/relationships/image" Target="../media/image48.png"/><Relationship Id="rId7" Type="http://schemas.openxmlformats.org/officeDocument/2006/relationships/image" Target="../media/image52.png"/><Relationship Id="rId2" Type="http://schemas.openxmlformats.org/officeDocument/2006/relationships/image" Target="../media/image47.svg"/><Relationship Id="rId1" Type="http://schemas.openxmlformats.org/officeDocument/2006/relationships/image" Target="../media/image46.png"/><Relationship Id="rId6" Type="http://schemas.openxmlformats.org/officeDocument/2006/relationships/image" Target="../media/image51.svg"/><Relationship Id="rId5" Type="http://schemas.openxmlformats.org/officeDocument/2006/relationships/image" Target="../media/image50.png"/><Relationship Id="rId4" Type="http://schemas.openxmlformats.org/officeDocument/2006/relationships/image" Target="../media/image49.svg"/></Relationships>
</file>

<file path=ppt/diagrams/_rels/data8.xml.rels><?xml version="1.0" encoding="UTF-8" standalone="yes"?>
<Relationships xmlns="http://schemas.openxmlformats.org/package/2006/relationships"><Relationship Id="rId3" Type="http://schemas.openxmlformats.org/officeDocument/2006/relationships/image" Target="../media/image56.png"/><Relationship Id="rId2" Type="http://schemas.openxmlformats.org/officeDocument/2006/relationships/image" Target="../media/image55.svg"/><Relationship Id="rId1" Type="http://schemas.openxmlformats.org/officeDocument/2006/relationships/image" Target="../media/image54.png"/><Relationship Id="rId4" Type="http://schemas.openxmlformats.org/officeDocument/2006/relationships/image" Target="../media/image57.svg"/></Relationships>
</file>

<file path=ppt/diagrams/_rels/data9.xml.rels><?xml version="1.0" encoding="UTF-8" standalone="yes"?>
<Relationships xmlns="http://schemas.openxmlformats.org/package/2006/relationships"><Relationship Id="rId3" Type="http://schemas.openxmlformats.org/officeDocument/2006/relationships/image" Target="../media/image60.png"/><Relationship Id="rId2" Type="http://schemas.openxmlformats.org/officeDocument/2006/relationships/image" Target="../media/image59.svg"/><Relationship Id="rId1" Type="http://schemas.openxmlformats.org/officeDocument/2006/relationships/image" Target="../media/image58.png"/><Relationship Id="rId6" Type="http://schemas.openxmlformats.org/officeDocument/2006/relationships/image" Target="../media/image63.svg"/><Relationship Id="rId5" Type="http://schemas.openxmlformats.org/officeDocument/2006/relationships/image" Target="../media/image62.png"/><Relationship Id="rId4" Type="http://schemas.openxmlformats.org/officeDocument/2006/relationships/image" Target="../media/image61.svg"/></Relationships>
</file>

<file path=ppt/diagrams/_rels/data11.xml.rels><?xml version="1.0" encoding="UTF-8" standalone="yes"?>
<Relationships xmlns="http://schemas.openxmlformats.org/package/2006/relationships"><Relationship Id="rId3" Type="http://schemas.openxmlformats.org/officeDocument/2006/relationships/image" Target="../media/image23.png"/><Relationship Id="rId2" Type="http://schemas.openxmlformats.org/officeDocument/2006/relationships/image" Target="../media/image65.svg"/><Relationship Id="rId1" Type="http://schemas.openxmlformats.org/officeDocument/2006/relationships/image" Target="../media/image64.png"/><Relationship Id="rId6" Type="http://schemas.openxmlformats.org/officeDocument/2006/relationships/image" Target="../media/image68.svg"/><Relationship Id="rId5" Type="http://schemas.openxmlformats.org/officeDocument/2006/relationships/image" Target="../media/image67.png"/><Relationship Id="rId4" Type="http://schemas.openxmlformats.org/officeDocument/2006/relationships/image" Target="../media/image66.svg"/></Relationships>
</file>

<file path=ppt/diagrams/_rels/data12.xml.rels><?xml version="1.0" encoding="UTF-8" standalone="yes"?>
<Relationships xmlns="http://schemas.openxmlformats.org/package/2006/relationships"><Relationship Id="rId3" Type="http://schemas.openxmlformats.org/officeDocument/2006/relationships/image" Target="../media/image72.png"/><Relationship Id="rId2" Type="http://schemas.openxmlformats.org/officeDocument/2006/relationships/image" Target="../media/image71.svg"/><Relationship Id="rId1" Type="http://schemas.openxmlformats.org/officeDocument/2006/relationships/image" Target="../media/image70.png"/><Relationship Id="rId6" Type="http://schemas.openxmlformats.org/officeDocument/2006/relationships/image" Target="../media/image75.svg"/><Relationship Id="rId5" Type="http://schemas.openxmlformats.org/officeDocument/2006/relationships/image" Target="../media/image74.png"/><Relationship Id="rId4" Type="http://schemas.openxmlformats.org/officeDocument/2006/relationships/image" Target="../media/image73.svg"/></Relationships>
</file>

<file path=ppt/diagrams/_rels/data13.xml.rels><?xml version="1.0" encoding="UTF-8" standalone="yes"?>
<Relationships xmlns="http://schemas.openxmlformats.org/package/2006/relationships"><Relationship Id="rId8" Type="http://schemas.openxmlformats.org/officeDocument/2006/relationships/image" Target="../media/image83.svg"/><Relationship Id="rId3" Type="http://schemas.openxmlformats.org/officeDocument/2006/relationships/image" Target="../media/image78.png"/><Relationship Id="rId7" Type="http://schemas.openxmlformats.org/officeDocument/2006/relationships/image" Target="../media/image82.png"/><Relationship Id="rId2" Type="http://schemas.openxmlformats.org/officeDocument/2006/relationships/image" Target="../media/image77.svg"/><Relationship Id="rId1" Type="http://schemas.openxmlformats.org/officeDocument/2006/relationships/image" Target="../media/image76.png"/><Relationship Id="rId6" Type="http://schemas.openxmlformats.org/officeDocument/2006/relationships/image" Target="../media/image81.svg"/><Relationship Id="rId5" Type="http://schemas.openxmlformats.org/officeDocument/2006/relationships/image" Target="../media/image80.png"/><Relationship Id="rId10" Type="http://schemas.openxmlformats.org/officeDocument/2006/relationships/image" Target="../media/image85.svg"/><Relationship Id="rId4" Type="http://schemas.openxmlformats.org/officeDocument/2006/relationships/image" Target="../media/image79.svg"/><Relationship Id="rId9" Type="http://schemas.openxmlformats.org/officeDocument/2006/relationships/image" Target="../media/image84.png"/></Relationships>
</file>

<file path=ppt/diagrams/_rels/data14.xml.rels><?xml version="1.0" encoding="UTF-8" standalone="yes"?>
<Relationships xmlns="http://schemas.openxmlformats.org/package/2006/relationships"><Relationship Id="rId8" Type="http://schemas.openxmlformats.org/officeDocument/2006/relationships/image" Target="../media/image91.svg"/><Relationship Id="rId3" Type="http://schemas.openxmlformats.org/officeDocument/2006/relationships/image" Target="../media/image86.png"/><Relationship Id="rId7" Type="http://schemas.openxmlformats.org/officeDocument/2006/relationships/image" Target="../media/image90.png"/><Relationship Id="rId2" Type="http://schemas.openxmlformats.org/officeDocument/2006/relationships/image" Target="../media/image12.svg"/><Relationship Id="rId1" Type="http://schemas.openxmlformats.org/officeDocument/2006/relationships/image" Target="../media/image11.png"/><Relationship Id="rId6" Type="http://schemas.openxmlformats.org/officeDocument/2006/relationships/image" Target="../media/image89.svg"/><Relationship Id="rId5" Type="http://schemas.openxmlformats.org/officeDocument/2006/relationships/image" Target="../media/image88.png"/><Relationship Id="rId4" Type="http://schemas.openxmlformats.org/officeDocument/2006/relationships/image" Target="../media/image87.svg"/></Relationships>
</file>

<file path=ppt/diagrams/_rels/data15.xml.rels><?xml version="1.0" encoding="UTF-8" standalone="yes"?>
<Relationships xmlns="http://schemas.openxmlformats.org/package/2006/relationships"><Relationship Id="rId3" Type="http://schemas.openxmlformats.org/officeDocument/2006/relationships/image" Target="../media/image95.png"/><Relationship Id="rId2" Type="http://schemas.openxmlformats.org/officeDocument/2006/relationships/image" Target="../media/image94.svg"/><Relationship Id="rId1" Type="http://schemas.openxmlformats.org/officeDocument/2006/relationships/image" Target="../media/image93.png"/><Relationship Id="rId4" Type="http://schemas.openxmlformats.org/officeDocument/2006/relationships/image" Target="../media/image96.svg"/></Relationships>
</file>

<file path=ppt/diagrams/_rels/data16.xml.rels><?xml version="1.0" encoding="UTF-8" standalone="yes"?>
<Relationships xmlns="http://schemas.openxmlformats.org/package/2006/relationships"><Relationship Id="rId3" Type="http://schemas.openxmlformats.org/officeDocument/2006/relationships/image" Target="../media/image99.png"/><Relationship Id="rId2" Type="http://schemas.openxmlformats.org/officeDocument/2006/relationships/image" Target="../media/image12.svg"/><Relationship Id="rId1" Type="http://schemas.openxmlformats.org/officeDocument/2006/relationships/image" Target="../media/image11.png"/><Relationship Id="rId4" Type="http://schemas.openxmlformats.org/officeDocument/2006/relationships/image" Target="../media/image100.svg"/></Relationships>
</file>

<file path=ppt/diagrams/_rels/data17.xml.rels><?xml version="1.0" encoding="UTF-8" standalone="yes"?>
<Relationships xmlns="http://schemas.openxmlformats.org/package/2006/relationships"><Relationship Id="rId3" Type="http://schemas.openxmlformats.org/officeDocument/2006/relationships/image" Target="../media/image104.svg"/><Relationship Id="rId2" Type="http://schemas.openxmlformats.org/officeDocument/2006/relationships/image" Target="../media/image103.png"/><Relationship Id="rId1" Type="http://schemas.openxmlformats.org/officeDocument/2006/relationships/image" Target="../media/image102.png"/><Relationship Id="rId5" Type="http://schemas.openxmlformats.org/officeDocument/2006/relationships/image" Target="../media/image106.svg"/><Relationship Id="rId4" Type="http://schemas.openxmlformats.org/officeDocument/2006/relationships/image" Target="../media/image105.png"/></Relationships>
</file>

<file path=ppt/diagrams/_rels/data18.xml.rels><?xml version="1.0" encoding="UTF-8" standalone="yes"?>
<Relationships xmlns="http://schemas.openxmlformats.org/package/2006/relationships"><Relationship Id="rId3" Type="http://schemas.openxmlformats.org/officeDocument/2006/relationships/image" Target="../media/image109.png"/><Relationship Id="rId7" Type="http://schemas.openxmlformats.org/officeDocument/2006/relationships/image" Target="../media/image113.jpeg"/><Relationship Id="rId2" Type="http://schemas.openxmlformats.org/officeDocument/2006/relationships/image" Target="../media/image108.svg"/><Relationship Id="rId1" Type="http://schemas.openxmlformats.org/officeDocument/2006/relationships/image" Target="../media/image107.png"/><Relationship Id="rId6" Type="http://schemas.openxmlformats.org/officeDocument/2006/relationships/image" Target="../media/image112.svg"/><Relationship Id="rId5" Type="http://schemas.openxmlformats.org/officeDocument/2006/relationships/image" Target="../media/image111.png"/><Relationship Id="rId4" Type="http://schemas.openxmlformats.org/officeDocument/2006/relationships/image" Target="../media/image110.svg"/></Relationships>
</file>

<file path=ppt/diagrams/_rels/data19.xml.rels><?xml version="1.0" encoding="UTF-8" standalone="yes"?>
<Relationships xmlns="http://schemas.openxmlformats.org/package/2006/relationships"><Relationship Id="rId8" Type="http://schemas.openxmlformats.org/officeDocument/2006/relationships/image" Target="../media/image83.svg"/><Relationship Id="rId3" Type="http://schemas.openxmlformats.org/officeDocument/2006/relationships/image" Target="../media/image116.png"/><Relationship Id="rId7" Type="http://schemas.openxmlformats.org/officeDocument/2006/relationships/image" Target="../media/image82.png"/><Relationship Id="rId2" Type="http://schemas.openxmlformats.org/officeDocument/2006/relationships/image" Target="../media/image115.svg"/><Relationship Id="rId1" Type="http://schemas.openxmlformats.org/officeDocument/2006/relationships/image" Target="../media/image114.png"/><Relationship Id="rId6" Type="http://schemas.openxmlformats.org/officeDocument/2006/relationships/image" Target="../media/image119.svg"/><Relationship Id="rId5" Type="http://schemas.openxmlformats.org/officeDocument/2006/relationships/image" Target="../media/image118.png"/><Relationship Id="rId4" Type="http://schemas.openxmlformats.org/officeDocument/2006/relationships/image" Target="../media/image117.svg"/></Relationships>
</file>

<file path=ppt/diagrams/_rels/data20.xml.rels><?xml version="1.0" encoding="UTF-8" standalone="yes"?>
<Relationships xmlns="http://schemas.openxmlformats.org/package/2006/relationships"><Relationship Id="rId3" Type="http://schemas.openxmlformats.org/officeDocument/2006/relationships/image" Target="../media/image120.png"/><Relationship Id="rId2" Type="http://schemas.openxmlformats.org/officeDocument/2006/relationships/image" Target="../media/image12.svg"/><Relationship Id="rId1" Type="http://schemas.openxmlformats.org/officeDocument/2006/relationships/image" Target="../media/image11.png"/><Relationship Id="rId6" Type="http://schemas.openxmlformats.org/officeDocument/2006/relationships/image" Target="../media/image123.svg"/><Relationship Id="rId5" Type="http://schemas.openxmlformats.org/officeDocument/2006/relationships/image" Target="../media/image122.png"/><Relationship Id="rId4" Type="http://schemas.openxmlformats.org/officeDocument/2006/relationships/image" Target="../media/image121.svg"/></Relationships>
</file>

<file path=ppt/diagrams/_rels/data21.xml.rels><?xml version="1.0" encoding="UTF-8" standalone="yes"?>
<Relationships xmlns="http://schemas.openxmlformats.org/package/2006/relationships"><Relationship Id="rId3" Type="http://schemas.openxmlformats.org/officeDocument/2006/relationships/image" Target="../media/image124.png"/><Relationship Id="rId2" Type="http://schemas.openxmlformats.org/officeDocument/2006/relationships/image" Target="../media/image12.svg"/><Relationship Id="rId1" Type="http://schemas.openxmlformats.org/officeDocument/2006/relationships/image" Target="../media/image11.png"/><Relationship Id="rId6" Type="http://schemas.openxmlformats.org/officeDocument/2006/relationships/image" Target="../media/image127.svg"/><Relationship Id="rId5" Type="http://schemas.openxmlformats.org/officeDocument/2006/relationships/image" Target="../media/image126.png"/><Relationship Id="rId4" Type="http://schemas.openxmlformats.org/officeDocument/2006/relationships/image" Target="../media/image125.svg"/></Relationships>
</file>

<file path=ppt/diagrams/_rels/data22.xml.rels><?xml version="1.0" encoding="UTF-8" standalone="yes"?>
<Relationships xmlns="http://schemas.openxmlformats.org/package/2006/relationships"><Relationship Id="rId8" Type="http://schemas.openxmlformats.org/officeDocument/2006/relationships/image" Target="../media/image134.svg"/><Relationship Id="rId3" Type="http://schemas.openxmlformats.org/officeDocument/2006/relationships/image" Target="../media/image5.png"/><Relationship Id="rId7" Type="http://schemas.openxmlformats.org/officeDocument/2006/relationships/image" Target="../media/image133.png"/><Relationship Id="rId2" Type="http://schemas.openxmlformats.org/officeDocument/2006/relationships/image" Target="../media/image130.svg"/><Relationship Id="rId1" Type="http://schemas.openxmlformats.org/officeDocument/2006/relationships/image" Target="../media/image129.png"/><Relationship Id="rId6" Type="http://schemas.openxmlformats.org/officeDocument/2006/relationships/image" Target="../media/image132.svg"/><Relationship Id="rId5" Type="http://schemas.openxmlformats.org/officeDocument/2006/relationships/image" Target="../media/image131.png"/><Relationship Id="rId4" Type="http://schemas.openxmlformats.org/officeDocument/2006/relationships/image" Target="../media/image6.svg"/></Relationships>
</file>

<file path=ppt/diagrams/_rels/data23.xml.rels><?xml version="1.0" encoding="UTF-8" standalone="yes"?>
<Relationships xmlns="http://schemas.openxmlformats.org/package/2006/relationships"><Relationship Id="rId3" Type="http://schemas.openxmlformats.org/officeDocument/2006/relationships/image" Target="../media/image88.png"/><Relationship Id="rId7" Type="http://schemas.openxmlformats.org/officeDocument/2006/relationships/image" Target="../media/image140.svg"/><Relationship Id="rId2" Type="http://schemas.openxmlformats.org/officeDocument/2006/relationships/image" Target="../media/image130.svg"/><Relationship Id="rId1" Type="http://schemas.openxmlformats.org/officeDocument/2006/relationships/image" Target="../media/image129.png"/><Relationship Id="rId6" Type="http://schemas.openxmlformats.org/officeDocument/2006/relationships/image" Target="../media/image139.png"/><Relationship Id="rId5" Type="http://schemas.openxmlformats.org/officeDocument/2006/relationships/image" Target="../media/image138.png"/><Relationship Id="rId4" Type="http://schemas.openxmlformats.org/officeDocument/2006/relationships/image" Target="../media/image89.svg"/></Relationships>
</file>

<file path=ppt/diagrams/_rels/data24.xml.rels><?xml version="1.0" encoding="UTF-8" standalone="yes"?>
<Relationships xmlns="http://schemas.openxmlformats.org/package/2006/relationships"><Relationship Id="rId8" Type="http://schemas.openxmlformats.org/officeDocument/2006/relationships/image" Target="../media/image146.svg"/><Relationship Id="rId3" Type="http://schemas.openxmlformats.org/officeDocument/2006/relationships/image" Target="../media/image141.png"/><Relationship Id="rId7" Type="http://schemas.openxmlformats.org/officeDocument/2006/relationships/image" Target="../media/image145.png"/><Relationship Id="rId2" Type="http://schemas.openxmlformats.org/officeDocument/2006/relationships/image" Target="../media/image83.svg"/><Relationship Id="rId1" Type="http://schemas.openxmlformats.org/officeDocument/2006/relationships/image" Target="../media/image82.png"/><Relationship Id="rId6" Type="http://schemas.openxmlformats.org/officeDocument/2006/relationships/image" Target="../media/image144.svg"/><Relationship Id="rId5" Type="http://schemas.openxmlformats.org/officeDocument/2006/relationships/image" Target="../media/image143.png"/><Relationship Id="rId10" Type="http://schemas.openxmlformats.org/officeDocument/2006/relationships/image" Target="../media/image24.svg"/><Relationship Id="rId4" Type="http://schemas.openxmlformats.org/officeDocument/2006/relationships/image" Target="../media/image142.svg"/><Relationship Id="rId9" Type="http://schemas.openxmlformats.org/officeDocument/2006/relationships/image" Target="../media/image23.png"/></Relationships>
</file>

<file path=ppt/diagrams/_rels/data25.xml.rels><?xml version="1.0" encoding="UTF-8" standalone="yes"?>
<Relationships xmlns="http://schemas.openxmlformats.org/package/2006/relationships"><Relationship Id="rId3" Type="http://schemas.openxmlformats.org/officeDocument/2006/relationships/image" Target="../media/image147.png"/><Relationship Id="rId2" Type="http://schemas.openxmlformats.org/officeDocument/2006/relationships/image" Target="../media/image115.svg"/><Relationship Id="rId1" Type="http://schemas.openxmlformats.org/officeDocument/2006/relationships/image" Target="../media/image114.png"/><Relationship Id="rId6" Type="http://schemas.openxmlformats.org/officeDocument/2006/relationships/image" Target="../media/image149.svg"/><Relationship Id="rId5" Type="http://schemas.openxmlformats.org/officeDocument/2006/relationships/image" Target="../media/image148.png"/><Relationship Id="rId4" Type="http://schemas.openxmlformats.org/officeDocument/2006/relationships/image" Target="../media/image73.svg"/></Relationships>
</file>

<file path=ppt/diagrams/_rels/data28.xml.rels><?xml version="1.0" encoding="UTF-8" standalone="yes"?>
<Relationships xmlns="http://schemas.openxmlformats.org/package/2006/relationships"><Relationship Id="rId3" Type="http://schemas.openxmlformats.org/officeDocument/2006/relationships/image" Target="../media/image150.png"/><Relationship Id="rId2" Type="http://schemas.openxmlformats.org/officeDocument/2006/relationships/image" Target="../media/image130.svg"/><Relationship Id="rId1" Type="http://schemas.openxmlformats.org/officeDocument/2006/relationships/image" Target="../media/image129.png"/><Relationship Id="rId6" Type="http://schemas.openxmlformats.org/officeDocument/2006/relationships/image" Target="../media/image106.svg"/><Relationship Id="rId5" Type="http://schemas.openxmlformats.org/officeDocument/2006/relationships/image" Target="../media/image105.png"/><Relationship Id="rId4" Type="http://schemas.openxmlformats.org/officeDocument/2006/relationships/image" Target="../media/image151.svg"/></Relationships>
</file>

<file path=ppt/diagrams/_rels/data29.xml.rels><?xml version="1.0" encoding="UTF-8" standalone="yes"?>
<Relationships xmlns="http://schemas.openxmlformats.org/package/2006/relationships"><Relationship Id="rId3" Type="http://schemas.openxmlformats.org/officeDocument/2006/relationships/image" Target="../media/image155.png"/><Relationship Id="rId2" Type="http://schemas.openxmlformats.org/officeDocument/2006/relationships/image" Target="../media/image154.svg"/><Relationship Id="rId1" Type="http://schemas.openxmlformats.org/officeDocument/2006/relationships/image" Target="../media/image153.png"/><Relationship Id="rId4" Type="http://schemas.openxmlformats.org/officeDocument/2006/relationships/image" Target="../media/image156.svg"/></Relationships>
</file>

<file path=ppt/diagrams/_rels/data31.xml.rels><?xml version="1.0" encoding="UTF-8" standalone="yes"?>
<Relationships xmlns="http://schemas.openxmlformats.org/package/2006/relationships"><Relationship Id="rId8" Type="http://schemas.openxmlformats.org/officeDocument/2006/relationships/image" Target="../media/image57.svg"/><Relationship Id="rId3" Type="http://schemas.openxmlformats.org/officeDocument/2006/relationships/image" Target="../media/image159.png"/><Relationship Id="rId7" Type="http://schemas.openxmlformats.org/officeDocument/2006/relationships/image" Target="../media/image56.png"/><Relationship Id="rId2" Type="http://schemas.openxmlformats.org/officeDocument/2006/relationships/image" Target="../media/image158.svg"/><Relationship Id="rId1" Type="http://schemas.openxmlformats.org/officeDocument/2006/relationships/image" Target="../media/image157.png"/><Relationship Id="rId6" Type="http://schemas.openxmlformats.org/officeDocument/2006/relationships/image" Target="../media/image115.svg"/><Relationship Id="rId5" Type="http://schemas.openxmlformats.org/officeDocument/2006/relationships/image" Target="../media/image114.png"/><Relationship Id="rId4" Type="http://schemas.openxmlformats.org/officeDocument/2006/relationships/image" Target="../media/image160.svg"/></Relationships>
</file>

<file path=ppt/diagrams/_rels/data34.xml.rels><?xml version="1.0" encoding="UTF-8" standalone="yes"?>
<Relationships xmlns="http://schemas.openxmlformats.org/package/2006/relationships"><Relationship Id="rId8" Type="http://schemas.openxmlformats.org/officeDocument/2006/relationships/image" Target="../media/image164.svg"/><Relationship Id="rId3" Type="http://schemas.openxmlformats.org/officeDocument/2006/relationships/image" Target="../media/image161.png"/><Relationship Id="rId7" Type="http://schemas.openxmlformats.org/officeDocument/2006/relationships/image" Target="../media/image163.png"/><Relationship Id="rId2" Type="http://schemas.openxmlformats.org/officeDocument/2006/relationships/image" Target="../media/image12.svg"/><Relationship Id="rId1" Type="http://schemas.openxmlformats.org/officeDocument/2006/relationships/image" Target="../media/image11.png"/><Relationship Id="rId6" Type="http://schemas.openxmlformats.org/officeDocument/2006/relationships/image" Target="../media/image89.svg"/><Relationship Id="rId5" Type="http://schemas.openxmlformats.org/officeDocument/2006/relationships/image" Target="../media/image88.png"/><Relationship Id="rId4" Type="http://schemas.openxmlformats.org/officeDocument/2006/relationships/image" Target="../media/image162.svg"/></Relationships>
</file>

<file path=ppt/diagrams/_rels/data35.xml.rels><?xml version="1.0" encoding="UTF-8" standalone="yes"?>
<Relationships xmlns="http://schemas.openxmlformats.org/package/2006/relationships"><Relationship Id="rId8" Type="http://schemas.openxmlformats.org/officeDocument/2006/relationships/image" Target="../media/image166.svg"/><Relationship Id="rId3" Type="http://schemas.openxmlformats.org/officeDocument/2006/relationships/image" Target="../media/image133.png"/><Relationship Id="rId7" Type="http://schemas.openxmlformats.org/officeDocument/2006/relationships/image" Target="../media/image165.png"/><Relationship Id="rId2" Type="http://schemas.openxmlformats.org/officeDocument/2006/relationships/image" Target="../media/image164.svg"/><Relationship Id="rId1" Type="http://schemas.openxmlformats.org/officeDocument/2006/relationships/image" Target="../media/image163.png"/><Relationship Id="rId6" Type="http://schemas.openxmlformats.org/officeDocument/2006/relationships/image" Target="../media/image130.svg"/><Relationship Id="rId5" Type="http://schemas.openxmlformats.org/officeDocument/2006/relationships/image" Target="../media/image129.png"/><Relationship Id="rId4" Type="http://schemas.openxmlformats.org/officeDocument/2006/relationships/image" Target="../media/image134.svg"/></Relationships>
</file>

<file path=ppt/diagrams/_rels/data36.xml.rels><?xml version="1.0" encoding="UTF-8" standalone="yes"?>
<Relationships xmlns="http://schemas.openxmlformats.org/package/2006/relationships"><Relationship Id="rId3" Type="http://schemas.openxmlformats.org/officeDocument/2006/relationships/image" Target="../media/image163.png"/><Relationship Id="rId2" Type="http://schemas.openxmlformats.org/officeDocument/2006/relationships/image" Target="../media/image166.svg"/><Relationship Id="rId1" Type="http://schemas.openxmlformats.org/officeDocument/2006/relationships/image" Target="../media/image165.png"/><Relationship Id="rId6" Type="http://schemas.openxmlformats.org/officeDocument/2006/relationships/image" Target="../media/image134.svg"/><Relationship Id="rId5" Type="http://schemas.openxmlformats.org/officeDocument/2006/relationships/image" Target="../media/image133.png"/><Relationship Id="rId4" Type="http://schemas.openxmlformats.org/officeDocument/2006/relationships/image" Target="../media/image164.svg"/></Relationships>
</file>

<file path=ppt/diagrams/_rels/data37.xml.rels><?xml version="1.0" encoding="UTF-8" standalone="yes"?>
<Relationships xmlns="http://schemas.openxmlformats.org/package/2006/relationships"><Relationship Id="rId2" Type="http://schemas.openxmlformats.org/officeDocument/2006/relationships/image" Target="../media/image167.svg"/><Relationship Id="rId1" Type="http://schemas.openxmlformats.org/officeDocument/2006/relationships/image" Target="../media/image133.png"/></Relationships>
</file>

<file path=ppt/diagrams/_rels/data38.xml.rels><?xml version="1.0" encoding="UTF-8" standalone="yes"?>
<Relationships xmlns="http://schemas.openxmlformats.org/package/2006/relationships"><Relationship Id="rId8" Type="http://schemas.openxmlformats.org/officeDocument/2006/relationships/image" Target="../media/image176.svg"/><Relationship Id="rId3" Type="http://schemas.openxmlformats.org/officeDocument/2006/relationships/image" Target="../media/image171.png"/><Relationship Id="rId7" Type="http://schemas.openxmlformats.org/officeDocument/2006/relationships/image" Target="../media/image175.png"/><Relationship Id="rId2" Type="http://schemas.openxmlformats.org/officeDocument/2006/relationships/image" Target="../media/image170.svg"/><Relationship Id="rId1" Type="http://schemas.openxmlformats.org/officeDocument/2006/relationships/image" Target="../media/image169.png"/><Relationship Id="rId6" Type="http://schemas.openxmlformats.org/officeDocument/2006/relationships/image" Target="../media/image174.svg"/><Relationship Id="rId5" Type="http://schemas.openxmlformats.org/officeDocument/2006/relationships/image" Target="../media/image173.png"/><Relationship Id="rId4" Type="http://schemas.openxmlformats.org/officeDocument/2006/relationships/image" Target="../media/image172.svg"/></Relationships>
</file>

<file path=ppt/diagrams/_rels/data39.xml.rels><?xml version="1.0" encoding="UTF-8" standalone="yes"?>
<Relationships xmlns="http://schemas.openxmlformats.org/package/2006/relationships"><Relationship Id="rId3" Type="http://schemas.openxmlformats.org/officeDocument/2006/relationships/image" Target="../media/image157.png"/><Relationship Id="rId2" Type="http://schemas.openxmlformats.org/officeDocument/2006/relationships/image" Target="../media/image178.svg"/><Relationship Id="rId1" Type="http://schemas.openxmlformats.org/officeDocument/2006/relationships/image" Target="../media/image177.png"/><Relationship Id="rId6" Type="http://schemas.openxmlformats.org/officeDocument/2006/relationships/image" Target="../media/image57.svg"/><Relationship Id="rId5" Type="http://schemas.openxmlformats.org/officeDocument/2006/relationships/image" Target="../media/image56.png"/><Relationship Id="rId4" Type="http://schemas.openxmlformats.org/officeDocument/2006/relationships/image" Target="../media/image158.svg"/></Relationships>
</file>

<file path=ppt/diagrams/_rels/data40.xml.rels><?xml version="1.0" encoding="UTF-8" standalone="yes"?>
<Relationships xmlns="http://schemas.openxmlformats.org/package/2006/relationships"><Relationship Id="rId3" Type="http://schemas.openxmlformats.org/officeDocument/2006/relationships/image" Target="../media/image126.png"/><Relationship Id="rId2" Type="http://schemas.openxmlformats.org/officeDocument/2006/relationships/image" Target="../media/image130.svg"/><Relationship Id="rId1" Type="http://schemas.openxmlformats.org/officeDocument/2006/relationships/image" Target="../media/image129.png"/><Relationship Id="rId6" Type="http://schemas.openxmlformats.org/officeDocument/2006/relationships/image" Target="../media/image151.svg"/><Relationship Id="rId5" Type="http://schemas.openxmlformats.org/officeDocument/2006/relationships/image" Target="../media/image150.png"/><Relationship Id="rId4" Type="http://schemas.openxmlformats.org/officeDocument/2006/relationships/image" Target="../media/image127.svg"/></Relationships>
</file>

<file path=ppt/diagrams/_rels/data41.xml.rels><?xml version="1.0" encoding="UTF-8" standalone="yes"?>
<Relationships xmlns="http://schemas.openxmlformats.org/package/2006/relationships"><Relationship Id="rId3" Type="http://schemas.openxmlformats.org/officeDocument/2006/relationships/image" Target="../media/image181.png"/><Relationship Id="rId2" Type="http://schemas.openxmlformats.org/officeDocument/2006/relationships/image" Target="../media/image180.svg"/><Relationship Id="rId1" Type="http://schemas.openxmlformats.org/officeDocument/2006/relationships/image" Target="../media/image179.png"/><Relationship Id="rId4" Type="http://schemas.openxmlformats.org/officeDocument/2006/relationships/image" Target="../media/image182.svg"/></Relationships>
</file>

<file path=ppt/diagrams/_rels/data42.xml.rels><?xml version="1.0" encoding="UTF-8" standalone="yes"?>
<Relationships xmlns="http://schemas.openxmlformats.org/package/2006/relationships"><Relationship Id="rId3" Type="http://schemas.openxmlformats.org/officeDocument/2006/relationships/image" Target="../media/image185.png"/><Relationship Id="rId2" Type="http://schemas.openxmlformats.org/officeDocument/2006/relationships/image" Target="../media/image184.svg"/><Relationship Id="rId1" Type="http://schemas.openxmlformats.org/officeDocument/2006/relationships/image" Target="../media/image183.png"/><Relationship Id="rId6" Type="http://schemas.openxmlformats.org/officeDocument/2006/relationships/image" Target="../media/image188.svg"/><Relationship Id="rId5" Type="http://schemas.openxmlformats.org/officeDocument/2006/relationships/image" Target="../media/image187.png"/><Relationship Id="rId4" Type="http://schemas.openxmlformats.org/officeDocument/2006/relationships/image" Target="../media/image186.svg"/></Relationships>
</file>

<file path=ppt/diagrams/_rels/data46.xml.rels><?xml version="1.0" encoding="UTF-8" standalone="yes"?>
<Relationships xmlns="http://schemas.openxmlformats.org/package/2006/relationships"><Relationship Id="rId8" Type="http://schemas.openxmlformats.org/officeDocument/2006/relationships/image" Target="../media/image196.svg"/><Relationship Id="rId3" Type="http://schemas.openxmlformats.org/officeDocument/2006/relationships/image" Target="../media/image191.png"/><Relationship Id="rId7" Type="http://schemas.openxmlformats.org/officeDocument/2006/relationships/image" Target="../media/image195.png"/><Relationship Id="rId2" Type="http://schemas.openxmlformats.org/officeDocument/2006/relationships/image" Target="../media/image12.svg"/><Relationship Id="rId1" Type="http://schemas.openxmlformats.org/officeDocument/2006/relationships/image" Target="../media/image11.png"/><Relationship Id="rId6" Type="http://schemas.openxmlformats.org/officeDocument/2006/relationships/image" Target="../media/image194.svg"/><Relationship Id="rId5" Type="http://schemas.openxmlformats.org/officeDocument/2006/relationships/image" Target="../media/image193.png"/><Relationship Id="rId10" Type="http://schemas.openxmlformats.org/officeDocument/2006/relationships/image" Target="../media/image198.svg"/><Relationship Id="rId4" Type="http://schemas.openxmlformats.org/officeDocument/2006/relationships/image" Target="../media/image192.svg"/><Relationship Id="rId9" Type="http://schemas.openxmlformats.org/officeDocument/2006/relationships/image" Target="../media/image197.png"/></Relationships>
</file>

<file path=ppt/diagrams/_rels/data47.xml.rels><?xml version="1.0" encoding="UTF-8" standalone="yes"?>
<Relationships xmlns="http://schemas.openxmlformats.org/package/2006/relationships"><Relationship Id="rId8" Type="http://schemas.openxmlformats.org/officeDocument/2006/relationships/image" Target="../media/image204.svg"/><Relationship Id="rId3" Type="http://schemas.openxmlformats.org/officeDocument/2006/relationships/image" Target="../media/image199.png"/><Relationship Id="rId7" Type="http://schemas.openxmlformats.org/officeDocument/2006/relationships/image" Target="../media/image203.png"/><Relationship Id="rId2" Type="http://schemas.openxmlformats.org/officeDocument/2006/relationships/image" Target="../media/image36.svg"/><Relationship Id="rId1" Type="http://schemas.openxmlformats.org/officeDocument/2006/relationships/image" Target="../media/image35.png"/><Relationship Id="rId6" Type="http://schemas.openxmlformats.org/officeDocument/2006/relationships/image" Target="../media/image202.svg"/><Relationship Id="rId5" Type="http://schemas.openxmlformats.org/officeDocument/2006/relationships/image" Target="../media/image201.png"/><Relationship Id="rId4" Type="http://schemas.openxmlformats.org/officeDocument/2006/relationships/image" Target="../media/image200.svg"/></Relationships>
</file>

<file path=ppt/diagrams/_rels/data48.xml.rels><?xml version="1.0" encoding="UTF-8" standalone="yes"?>
<Relationships xmlns="http://schemas.openxmlformats.org/package/2006/relationships"><Relationship Id="rId8" Type="http://schemas.openxmlformats.org/officeDocument/2006/relationships/image" Target="../media/image208.svg"/><Relationship Id="rId3" Type="http://schemas.openxmlformats.org/officeDocument/2006/relationships/image" Target="../media/image205.png"/><Relationship Id="rId7" Type="http://schemas.openxmlformats.org/officeDocument/2006/relationships/image" Target="../media/image207.png"/><Relationship Id="rId2" Type="http://schemas.openxmlformats.org/officeDocument/2006/relationships/image" Target="../media/image12.svg"/><Relationship Id="rId1" Type="http://schemas.openxmlformats.org/officeDocument/2006/relationships/image" Target="../media/image11.png"/><Relationship Id="rId6" Type="http://schemas.openxmlformats.org/officeDocument/2006/relationships/image" Target="../media/image89.svg"/><Relationship Id="rId5" Type="http://schemas.openxmlformats.org/officeDocument/2006/relationships/image" Target="../media/image88.png"/><Relationship Id="rId4" Type="http://schemas.openxmlformats.org/officeDocument/2006/relationships/image" Target="../media/image206.svg"/></Relationships>
</file>

<file path=ppt/diagrams/_rels/data49.xml.rels><?xml version="1.0" encoding="UTF-8" standalone="yes"?>
<Relationships xmlns="http://schemas.openxmlformats.org/package/2006/relationships"><Relationship Id="rId8" Type="http://schemas.openxmlformats.org/officeDocument/2006/relationships/image" Target="../media/image214.svg"/><Relationship Id="rId3" Type="http://schemas.openxmlformats.org/officeDocument/2006/relationships/image" Target="../media/image209.png"/><Relationship Id="rId7" Type="http://schemas.openxmlformats.org/officeDocument/2006/relationships/image" Target="../media/image213.png"/><Relationship Id="rId2" Type="http://schemas.openxmlformats.org/officeDocument/2006/relationships/image" Target="../media/image12.svg"/><Relationship Id="rId1" Type="http://schemas.openxmlformats.org/officeDocument/2006/relationships/image" Target="../media/image11.png"/><Relationship Id="rId6" Type="http://schemas.openxmlformats.org/officeDocument/2006/relationships/image" Target="../media/image212.svg"/><Relationship Id="rId5" Type="http://schemas.openxmlformats.org/officeDocument/2006/relationships/image" Target="../media/image211.png"/><Relationship Id="rId4" Type="http://schemas.openxmlformats.org/officeDocument/2006/relationships/image" Target="../media/image210.svg"/></Relationships>
</file>

<file path=ppt/diagrams/_rels/data50.xml.rels><?xml version="1.0" encoding="UTF-8" standalone="yes"?>
<Relationships xmlns="http://schemas.openxmlformats.org/package/2006/relationships"><Relationship Id="rId8" Type="http://schemas.openxmlformats.org/officeDocument/2006/relationships/image" Target="../media/image220.svg"/><Relationship Id="rId3" Type="http://schemas.openxmlformats.org/officeDocument/2006/relationships/image" Target="../media/image215.png"/><Relationship Id="rId7" Type="http://schemas.openxmlformats.org/officeDocument/2006/relationships/image" Target="../media/image219.png"/><Relationship Id="rId2" Type="http://schemas.openxmlformats.org/officeDocument/2006/relationships/image" Target="../media/image12.svg"/><Relationship Id="rId1" Type="http://schemas.openxmlformats.org/officeDocument/2006/relationships/image" Target="../media/image11.png"/><Relationship Id="rId6" Type="http://schemas.openxmlformats.org/officeDocument/2006/relationships/image" Target="../media/image218.svg"/><Relationship Id="rId5" Type="http://schemas.openxmlformats.org/officeDocument/2006/relationships/image" Target="../media/image217.png"/><Relationship Id="rId4" Type="http://schemas.openxmlformats.org/officeDocument/2006/relationships/image" Target="../media/image216.svg"/></Relationships>
</file>

<file path=ppt/diagrams/_rels/data51.xml.rels><?xml version="1.0" encoding="UTF-8" standalone="yes"?>
<Relationships xmlns="http://schemas.openxmlformats.org/package/2006/relationships"><Relationship Id="rId8" Type="http://schemas.openxmlformats.org/officeDocument/2006/relationships/image" Target="../media/image226.svg"/><Relationship Id="rId3" Type="http://schemas.openxmlformats.org/officeDocument/2006/relationships/image" Target="../media/image221.png"/><Relationship Id="rId7" Type="http://schemas.openxmlformats.org/officeDocument/2006/relationships/image" Target="../media/image225.png"/><Relationship Id="rId2" Type="http://schemas.openxmlformats.org/officeDocument/2006/relationships/image" Target="../media/image12.svg"/><Relationship Id="rId1" Type="http://schemas.openxmlformats.org/officeDocument/2006/relationships/image" Target="../media/image11.png"/><Relationship Id="rId6" Type="http://schemas.openxmlformats.org/officeDocument/2006/relationships/image" Target="../media/image224.svg"/><Relationship Id="rId5" Type="http://schemas.openxmlformats.org/officeDocument/2006/relationships/image" Target="../media/image223.png"/><Relationship Id="rId4" Type="http://schemas.openxmlformats.org/officeDocument/2006/relationships/image" Target="../media/image222.svg"/></Relationships>
</file>

<file path=ppt/diagrams/_rels/data52.xml.rels><?xml version="1.0" encoding="UTF-8" standalone="yes"?>
<Relationships xmlns="http://schemas.openxmlformats.org/package/2006/relationships"><Relationship Id="rId3" Type="http://schemas.openxmlformats.org/officeDocument/2006/relationships/image" Target="../media/image227.png"/><Relationship Id="rId2" Type="http://schemas.openxmlformats.org/officeDocument/2006/relationships/image" Target="../media/image57.svg"/><Relationship Id="rId1" Type="http://schemas.openxmlformats.org/officeDocument/2006/relationships/image" Target="../media/image56.png"/><Relationship Id="rId6" Type="http://schemas.openxmlformats.org/officeDocument/2006/relationships/image" Target="../media/image230.svg"/><Relationship Id="rId5" Type="http://schemas.openxmlformats.org/officeDocument/2006/relationships/image" Target="../media/image229.png"/><Relationship Id="rId4" Type="http://schemas.openxmlformats.org/officeDocument/2006/relationships/image" Target="../media/image228.svg"/></Relationships>
</file>

<file path=ppt/diagrams/_rels/data53.xml.rels><?xml version="1.0" encoding="UTF-8" standalone="yes"?>
<Relationships xmlns="http://schemas.openxmlformats.org/package/2006/relationships"><Relationship Id="rId3" Type="http://schemas.openxmlformats.org/officeDocument/2006/relationships/image" Target="../media/image231.png"/><Relationship Id="rId2" Type="http://schemas.openxmlformats.org/officeDocument/2006/relationships/image" Target="../media/image12.svg"/><Relationship Id="rId1" Type="http://schemas.openxmlformats.org/officeDocument/2006/relationships/image" Target="../media/image11.png"/><Relationship Id="rId6" Type="http://schemas.openxmlformats.org/officeDocument/2006/relationships/image" Target="../media/image233.svg"/><Relationship Id="rId5" Type="http://schemas.openxmlformats.org/officeDocument/2006/relationships/image" Target="../media/image205.png"/><Relationship Id="rId4" Type="http://schemas.openxmlformats.org/officeDocument/2006/relationships/image" Target="../media/image232.svg"/></Relationships>
</file>

<file path=ppt/diagrams/_rels/data54.xml.rels><?xml version="1.0" encoding="UTF-8" standalone="yes"?>
<Relationships xmlns="http://schemas.openxmlformats.org/package/2006/relationships"><Relationship Id="rId8" Type="http://schemas.openxmlformats.org/officeDocument/2006/relationships/image" Target="../media/image238.svg"/><Relationship Id="rId3" Type="http://schemas.openxmlformats.org/officeDocument/2006/relationships/image" Target="../media/image234.png"/><Relationship Id="rId7" Type="http://schemas.openxmlformats.org/officeDocument/2006/relationships/image" Target="../media/image99.png"/><Relationship Id="rId2" Type="http://schemas.openxmlformats.org/officeDocument/2006/relationships/image" Target="../media/image12.svg"/><Relationship Id="rId1" Type="http://schemas.openxmlformats.org/officeDocument/2006/relationships/image" Target="../media/image11.png"/><Relationship Id="rId6" Type="http://schemas.openxmlformats.org/officeDocument/2006/relationships/image" Target="../media/image237.svg"/><Relationship Id="rId5" Type="http://schemas.openxmlformats.org/officeDocument/2006/relationships/image" Target="../media/image236.png"/><Relationship Id="rId4" Type="http://schemas.openxmlformats.org/officeDocument/2006/relationships/image" Target="../media/image235.svg"/></Relationships>
</file>

<file path=ppt/diagrams/_rels/data55.xml.rels><?xml version="1.0" encoding="UTF-8" standalone="yes"?>
<Relationships xmlns="http://schemas.openxmlformats.org/package/2006/relationships"><Relationship Id="rId3" Type="http://schemas.openxmlformats.org/officeDocument/2006/relationships/image" Target="../media/image241.png"/><Relationship Id="rId2" Type="http://schemas.openxmlformats.org/officeDocument/2006/relationships/image" Target="../media/image240.svg"/><Relationship Id="rId1" Type="http://schemas.openxmlformats.org/officeDocument/2006/relationships/image" Target="../media/image239.png"/><Relationship Id="rId6" Type="http://schemas.openxmlformats.org/officeDocument/2006/relationships/image" Target="../media/image244.svg"/><Relationship Id="rId5" Type="http://schemas.openxmlformats.org/officeDocument/2006/relationships/image" Target="../media/image243.png"/><Relationship Id="rId4" Type="http://schemas.openxmlformats.org/officeDocument/2006/relationships/image" Target="../media/image242.svg"/></Relationships>
</file>

<file path=ppt/diagrams/_rels/data57.xml.rels><?xml version="1.0" encoding="UTF-8" standalone="yes"?>
<Relationships xmlns="http://schemas.openxmlformats.org/package/2006/relationships"><Relationship Id="rId8" Type="http://schemas.openxmlformats.org/officeDocument/2006/relationships/image" Target="../media/image251.svg"/><Relationship Id="rId3" Type="http://schemas.openxmlformats.org/officeDocument/2006/relationships/image" Target="../media/image247.png"/><Relationship Id="rId7" Type="http://schemas.openxmlformats.org/officeDocument/2006/relationships/image" Target="../media/image185.png"/><Relationship Id="rId2" Type="http://schemas.openxmlformats.org/officeDocument/2006/relationships/image" Target="../media/image246.svg"/><Relationship Id="rId1" Type="http://schemas.openxmlformats.org/officeDocument/2006/relationships/image" Target="../media/image245.png"/><Relationship Id="rId6" Type="http://schemas.openxmlformats.org/officeDocument/2006/relationships/image" Target="../media/image250.svg"/><Relationship Id="rId5" Type="http://schemas.openxmlformats.org/officeDocument/2006/relationships/image" Target="../media/image249.png"/><Relationship Id="rId4" Type="http://schemas.openxmlformats.org/officeDocument/2006/relationships/image" Target="../media/image248.svg"/></Relationships>
</file>

<file path=ppt/diagrams/_rels/data58.xml.rels><?xml version="1.0" encoding="UTF-8" standalone="yes"?>
<Relationships xmlns="http://schemas.openxmlformats.org/package/2006/relationships"><Relationship Id="rId3" Type="http://schemas.openxmlformats.org/officeDocument/2006/relationships/image" Target="../media/image3.png"/><Relationship Id="rId2" Type="http://schemas.openxmlformats.org/officeDocument/2006/relationships/image" Target="../media/image12.svg"/><Relationship Id="rId1" Type="http://schemas.openxmlformats.org/officeDocument/2006/relationships/image" Target="../media/image11.png"/><Relationship Id="rId6" Type="http://schemas.openxmlformats.org/officeDocument/2006/relationships/image" Target="../media/image253.svg"/><Relationship Id="rId5" Type="http://schemas.openxmlformats.org/officeDocument/2006/relationships/image" Target="../media/image252.png"/><Relationship Id="rId4" Type="http://schemas.openxmlformats.org/officeDocument/2006/relationships/image" Target="../media/image4.svg"/></Relationships>
</file>

<file path=ppt/diagrams/_rels/data59.xml.rels><?xml version="1.0" encoding="UTF-8" standalone="yes"?>
<Relationships xmlns="http://schemas.openxmlformats.org/package/2006/relationships"><Relationship Id="rId8" Type="http://schemas.openxmlformats.org/officeDocument/2006/relationships/image" Target="../media/image260.svg"/><Relationship Id="rId3" Type="http://schemas.openxmlformats.org/officeDocument/2006/relationships/image" Target="../media/image256.png"/><Relationship Id="rId7" Type="http://schemas.openxmlformats.org/officeDocument/2006/relationships/image" Target="../media/image147.png"/><Relationship Id="rId2" Type="http://schemas.openxmlformats.org/officeDocument/2006/relationships/image" Target="../media/image255.svg"/><Relationship Id="rId1" Type="http://schemas.openxmlformats.org/officeDocument/2006/relationships/image" Target="../media/image254.png"/><Relationship Id="rId6" Type="http://schemas.openxmlformats.org/officeDocument/2006/relationships/image" Target="../media/image259.svg"/><Relationship Id="rId5" Type="http://schemas.openxmlformats.org/officeDocument/2006/relationships/image" Target="../media/image258.png"/><Relationship Id="rId4" Type="http://schemas.openxmlformats.org/officeDocument/2006/relationships/image" Target="../media/image257.svg"/></Relationships>
</file>

<file path=ppt/diagrams/_rels/data60.xml.rels><?xml version="1.0" encoding="UTF-8" standalone="yes"?>
<Relationships xmlns="http://schemas.openxmlformats.org/package/2006/relationships"><Relationship Id="rId8" Type="http://schemas.openxmlformats.org/officeDocument/2006/relationships/image" Target="../media/image266.svg"/><Relationship Id="rId3" Type="http://schemas.openxmlformats.org/officeDocument/2006/relationships/image" Target="../media/image261.png"/><Relationship Id="rId7" Type="http://schemas.openxmlformats.org/officeDocument/2006/relationships/image" Target="../media/image265.png"/><Relationship Id="rId2" Type="http://schemas.openxmlformats.org/officeDocument/2006/relationships/image" Target="../media/image27.svg"/><Relationship Id="rId1" Type="http://schemas.openxmlformats.org/officeDocument/2006/relationships/image" Target="../media/image26.png"/><Relationship Id="rId6" Type="http://schemas.openxmlformats.org/officeDocument/2006/relationships/image" Target="../media/image264.svg"/><Relationship Id="rId5" Type="http://schemas.openxmlformats.org/officeDocument/2006/relationships/image" Target="../media/image263.png"/><Relationship Id="rId4" Type="http://schemas.openxmlformats.org/officeDocument/2006/relationships/image" Target="../media/image262.svg"/></Relationships>
</file>

<file path=ppt/diagrams/_rels/data61.xml.rels><?xml version="1.0" encoding="UTF-8" standalone="yes"?>
<Relationships xmlns="http://schemas.openxmlformats.org/package/2006/relationships"><Relationship Id="rId3" Type="http://schemas.openxmlformats.org/officeDocument/2006/relationships/image" Target="../media/image269.png"/><Relationship Id="rId2" Type="http://schemas.openxmlformats.org/officeDocument/2006/relationships/image" Target="../media/image268.svg"/><Relationship Id="rId1" Type="http://schemas.openxmlformats.org/officeDocument/2006/relationships/image" Target="../media/image267.png"/><Relationship Id="rId6" Type="http://schemas.openxmlformats.org/officeDocument/2006/relationships/image" Target="../media/image134.svg"/><Relationship Id="rId5" Type="http://schemas.openxmlformats.org/officeDocument/2006/relationships/image" Target="../media/image133.png"/><Relationship Id="rId4" Type="http://schemas.openxmlformats.org/officeDocument/2006/relationships/image" Target="../media/image270.svg"/></Relationships>
</file>

<file path=ppt/diagrams/_rels/data62.xml.rels><?xml version="1.0" encoding="UTF-8" standalone="yes"?>
<Relationships xmlns="http://schemas.openxmlformats.org/package/2006/relationships"><Relationship Id="rId3" Type="http://schemas.openxmlformats.org/officeDocument/2006/relationships/image" Target="../media/image273.png"/><Relationship Id="rId2" Type="http://schemas.openxmlformats.org/officeDocument/2006/relationships/image" Target="../media/image272.svg"/><Relationship Id="rId1" Type="http://schemas.openxmlformats.org/officeDocument/2006/relationships/image" Target="../media/image271.png"/><Relationship Id="rId6" Type="http://schemas.openxmlformats.org/officeDocument/2006/relationships/image" Target="../media/image276.svg"/><Relationship Id="rId5" Type="http://schemas.openxmlformats.org/officeDocument/2006/relationships/image" Target="../media/image275.png"/><Relationship Id="rId4" Type="http://schemas.openxmlformats.org/officeDocument/2006/relationships/image" Target="../media/image274.svg"/></Relationships>
</file>

<file path=ppt/diagrams/_rels/data63.xml.rels><?xml version="1.0" encoding="UTF-8" standalone="yes"?>
<Relationships xmlns="http://schemas.openxmlformats.org/package/2006/relationships"><Relationship Id="rId3" Type="http://schemas.openxmlformats.org/officeDocument/2006/relationships/image" Target="../media/image279.png"/><Relationship Id="rId2" Type="http://schemas.openxmlformats.org/officeDocument/2006/relationships/image" Target="../media/image278.svg"/><Relationship Id="rId1" Type="http://schemas.openxmlformats.org/officeDocument/2006/relationships/image" Target="../media/image277.png"/><Relationship Id="rId6" Type="http://schemas.openxmlformats.org/officeDocument/2006/relationships/image" Target="../media/image281.svg"/><Relationship Id="rId5" Type="http://schemas.openxmlformats.org/officeDocument/2006/relationships/image" Target="../media/image280.png"/><Relationship Id="rId4" Type="http://schemas.openxmlformats.org/officeDocument/2006/relationships/image" Target="../media/image27.svg"/></Relationships>
</file>

<file path=ppt/diagrams/_rels/data64.xml.rels><?xml version="1.0" encoding="UTF-8" standalone="yes"?>
<Relationships xmlns="http://schemas.openxmlformats.org/package/2006/relationships"><Relationship Id="rId3" Type="http://schemas.openxmlformats.org/officeDocument/2006/relationships/image" Target="../media/image147.png"/><Relationship Id="rId2" Type="http://schemas.openxmlformats.org/officeDocument/2006/relationships/image" Target="../media/image47.svg"/><Relationship Id="rId1" Type="http://schemas.openxmlformats.org/officeDocument/2006/relationships/image" Target="../media/image46.png"/><Relationship Id="rId6" Type="http://schemas.openxmlformats.org/officeDocument/2006/relationships/image" Target="../media/image283.svg"/><Relationship Id="rId5" Type="http://schemas.openxmlformats.org/officeDocument/2006/relationships/image" Target="../media/image282.png"/><Relationship Id="rId4" Type="http://schemas.openxmlformats.org/officeDocument/2006/relationships/image" Target="../media/image73.svg"/></Relationships>
</file>

<file path=ppt/diagrams/_rels/data65.xml.rels><?xml version="1.0" encoding="UTF-8" standalone="yes"?>
<Relationships xmlns="http://schemas.openxmlformats.org/package/2006/relationships"><Relationship Id="rId8" Type="http://schemas.openxmlformats.org/officeDocument/2006/relationships/image" Target="../media/image291.svg"/><Relationship Id="rId3" Type="http://schemas.openxmlformats.org/officeDocument/2006/relationships/image" Target="../media/image286.png"/><Relationship Id="rId7" Type="http://schemas.openxmlformats.org/officeDocument/2006/relationships/image" Target="../media/image290.png"/><Relationship Id="rId2" Type="http://schemas.openxmlformats.org/officeDocument/2006/relationships/image" Target="../media/image285.svg"/><Relationship Id="rId1" Type="http://schemas.openxmlformats.org/officeDocument/2006/relationships/image" Target="../media/image284.png"/><Relationship Id="rId6" Type="http://schemas.openxmlformats.org/officeDocument/2006/relationships/image" Target="../media/image289.svg"/><Relationship Id="rId5" Type="http://schemas.openxmlformats.org/officeDocument/2006/relationships/image" Target="../media/image288.png"/><Relationship Id="rId4" Type="http://schemas.openxmlformats.org/officeDocument/2006/relationships/image" Target="../media/image287.svg"/></Relationships>
</file>

<file path=ppt/diagrams/_rels/data66.xml.rels><?xml version="1.0" encoding="UTF-8" standalone="yes"?>
<Relationships xmlns="http://schemas.openxmlformats.org/package/2006/relationships"><Relationship Id="rId2" Type="http://schemas.openxmlformats.org/officeDocument/2006/relationships/image" Target="../media/image293.png"/><Relationship Id="rId1" Type="http://schemas.openxmlformats.org/officeDocument/2006/relationships/image" Target="../media/image292.png"/></Relationships>
</file>

<file path=ppt/diagrams/_rels/data67.xml.rels><?xml version="1.0" encoding="UTF-8" standalone="yes"?>
<Relationships xmlns="http://schemas.openxmlformats.org/package/2006/relationships"><Relationship Id="rId3" Type="http://schemas.openxmlformats.org/officeDocument/2006/relationships/image" Target="../media/image296.png"/><Relationship Id="rId2" Type="http://schemas.openxmlformats.org/officeDocument/2006/relationships/image" Target="../media/image295.svg"/><Relationship Id="rId1" Type="http://schemas.openxmlformats.org/officeDocument/2006/relationships/image" Target="../media/image294.png"/><Relationship Id="rId6" Type="http://schemas.openxmlformats.org/officeDocument/2006/relationships/image" Target="../media/image299.svg"/><Relationship Id="rId5" Type="http://schemas.openxmlformats.org/officeDocument/2006/relationships/image" Target="../media/image298.png"/><Relationship Id="rId4" Type="http://schemas.openxmlformats.org/officeDocument/2006/relationships/image" Target="../media/image297.svg"/></Relationships>
</file>

<file path=ppt/diagrams/_rels/data68.xml.rels><?xml version="1.0" encoding="UTF-8" standalone="yes"?>
<Relationships xmlns="http://schemas.openxmlformats.org/package/2006/relationships"><Relationship Id="rId3" Type="http://schemas.openxmlformats.org/officeDocument/2006/relationships/image" Target="../media/image302.png"/><Relationship Id="rId2" Type="http://schemas.openxmlformats.org/officeDocument/2006/relationships/image" Target="../media/image301.svg"/><Relationship Id="rId1" Type="http://schemas.openxmlformats.org/officeDocument/2006/relationships/image" Target="../media/image300.png"/><Relationship Id="rId6" Type="http://schemas.openxmlformats.org/officeDocument/2006/relationships/image" Target="../media/image305.svg"/><Relationship Id="rId5" Type="http://schemas.openxmlformats.org/officeDocument/2006/relationships/image" Target="../media/image304.png"/><Relationship Id="rId4" Type="http://schemas.openxmlformats.org/officeDocument/2006/relationships/image" Target="../media/image303.svg"/></Relationships>
</file>

<file path=ppt/diagrams/_rels/data69.xml.rels><?xml version="1.0" encoding="UTF-8" standalone="yes"?>
<Relationships xmlns="http://schemas.openxmlformats.org/package/2006/relationships"><Relationship Id="rId3" Type="http://schemas.openxmlformats.org/officeDocument/2006/relationships/image" Target="../media/image308.png"/><Relationship Id="rId2" Type="http://schemas.openxmlformats.org/officeDocument/2006/relationships/image" Target="../media/image307.svg"/><Relationship Id="rId1" Type="http://schemas.openxmlformats.org/officeDocument/2006/relationships/image" Target="../media/image306.png"/><Relationship Id="rId6" Type="http://schemas.openxmlformats.org/officeDocument/2006/relationships/image" Target="../media/image134.svg"/><Relationship Id="rId5" Type="http://schemas.openxmlformats.org/officeDocument/2006/relationships/image" Target="../media/image133.png"/><Relationship Id="rId4" Type="http://schemas.openxmlformats.org/officeDocument/2006/relationships/image" Target="../media/image309.svg"/></Relationships>
</file>

<file path=ppt/diagrams/_rels/data70.xml.rels><?xml version="1.0" encoding="UTF-8" standalone="yes"?>
<Relationships xmlns="http://schemas.openxmlformats.org/package/2006/relationships"><Relationship Id="rId3" Type="http://schemas.openxmlformats.org/officeDocument/2006/relationships/image" Target="../media/image312.png"/><Relationship Id="rId2" Type="http://schemas.openxmlformats.org/officeDocument/2006/relationships/image" Target="../media/image311.svg"/><Relationship Id="rId1" Type="http://schemas.openxmlformats.org/officeDocument/2006/relationships/image" Target="../media/image310.png"/><Relationship Id="rId6" Type="http://schemas.openxmlformats.org/officeDocument/2006/relationships/image" Target="../media/image315.svg"/><Relationship Id="rId5" Type="http://schemas.openxmlformats.org/officeDocument/2006/relationships/image" Target="../media/image314.png"/><Relationship Id="rId4" Type="http://schemas.openxmlformats.org/officeDocument/2006/relationships/image" Target="../media/image313.svg"/></Relationships>
</file>

<file path=ppt/diagrams/_rels/data73.xml.rels><?xml version="1.0" encoding="UTF-8" standalone="yes"?>
<Relationships xmlns="http://schemas.openxmlformats.org/package/2006/relationships"><Relationship Id="rId3" Type="http://schemas.openxmlformats.org/officeDocument/2006/relationships/image" Target="../media/image319.png"/><Relationship Id="rId2" Type="http://schemas.openxmlformats.org/officeDocument/2006/relationships/image" Target="../media/image318.svg"/><Relationship Id="rId1" Type="http://schemas.openxmlformats.org/officeDocument/2006/relationships/image" Target="../media/image317.png"/><Relationship Id="rId6" Type="http://schemas.openxmlformats.org/officeDocument/2006/relationships/image" Target="../media/image322.svg"/><Relationship Id="rId5" Type="http://schemas.openxmlformats.org/officeDocument/2006/relationships/image" Target="../media/image321.png"/><Relationship Id="rId4" Type="http://schemas.openxmlformats.org/officeDocument/2006/relationships/image" Target="../media/image320.svg"/></Relationships>
</file>

<file path=ppt/diagrams/_rels/data74.xml.rels><?xml version="1.0" encoding="UTF-8" standalone="yes"?>
<Relationships xmlns="http://schemas.openxmlformats.org/package/2006/relationships"><Relationship Id="rId3" Type="http://schemas.openxmlformats.org/officeDocument/2006/relationships/image" Target="../media/image323.png"/><Relationship Id="rId2" Type="http://schemas.openxmlformats.org/officeDocument/2006/relationships/image" Target="../media/image47.svg"/><Relationship Id="rId1" Type="http://schemas.openxmlformats.org/officeDocument/2006/relationships/image" Target="../media/image46.png"/><Relationship Id="rId6" Type="http://schemas.openxmlformats.org/officeDocument/2006/relationships/image" Target="../media/image326.svg"/><Relationship Id="rId5" Type="http://schemas.openxmlformats.org/officeDocument/2006/relationships/image" Target="../media/image325.png"/><Relationship Id="rId4" Type="http://schemas.openxmlformats.org/officeDocument/2006/relationships/image" Target="../media/image324.svg"/></Relationships>
</file>

<file path=ppt/diagrams/_rels/data75.xml.rels><?xml version="1.0" encoding="UTF-8" standalone="yes"?>
<Relationships xmlns="http://schemas.openxmlformats.org/package/2006/relationships"><Relationship Id="rId3" Type="http://schemas.openxmlformats.org/officeDocument/2006/relationships/image" Target="../media/image329.png"/><Relationship Id="rId2" Type="http://schemas.openxmlformats.org/officeDocument/2006/relationships/image" Target="../media/image328.svg"/><Relationship Id="rId1" Type="http://schemas.openxmlformats.org/officeDocument/2006/relationships/image" Target="../media/image327.png"/><Relationship Id="rId6" Type="http://schemas.openxmlformats.org/officeDocument/2006/relationships/image" Target="../media/image332.svg"/><Relationship Id="rId5" Type="http://schemas.openxmlformats.org/officeDocument/2006/relationships/image" Target="../media/image331.png"/><Relationship Id="rId4" Type="http://schemas.openxmlformats.org/officeDocument/2006/relationships/image" Target="../media/image330.svg"/></Relationships>
</file>

<file path=ppt/diagrams/_rels/data76.xml.rels><?xml version="1.0" encoding="UTF-8" standalone="yes"?>
<Relationships xmlns="http://schemas.openxmlformats.org/package/2006/relationships"><Relationship Id="rId8" Type="http://schemas.openxmlformats.org/officeDocument/2006/relationships/image" Target="../media/image332.svg"/><Relationship Id="rId3" Type="http://schemas.openxmlformats.org/officeDocument/2006/relationships/image" Target="../media/image335.png"/><Relationship Id="rId7" Type="http://schemas.openxmlformats.org/officeDocument/2006/relationships/image" Target="../media/image331.png"/><Relationship Id="rId2" Type="http://schemas.openxmlformats.org/officeDocument/2006/relationships/image" Target="../media/image334.svg"/><Relationship Id="rId1" Type="http://schemas.openxmlformats.org/officeDocument/2006/relationships/image" Target="../media/image333.png"/><Relationship Id="rId6" Type="http://schemas.openxmlformats.org/officeDocument/2006/relationships/image" Target="../media/image338.svg"/><Relationship Id="rId5" Type="http://schemas.openxmlformats.org/officeDocument/2006/relationships/image" Target="../media/image337.png"/><Relationship Id="rId4" Type="http://schemas.openxmlformats.org/officeDocument/2006/relationships/image" Target="../media/image336.svg"/></Relationships>
</file>

<file path=ppt/diagrams/_rels/data77.xml.rels><?xml version="1.0" encoding="UTF-8" standalone="yes"?>
<Relationships xmlns="http://schemas.openxmlformats.org/package/2006/relationships"><Relationship Id="rId8" Type="http://schemas.openxmlformats.org/officeDocument/2006/relationships/image" Target="../media/image346.svg"/><Relationship Id="rId3" Type="http://schemas.openxmlformats.org/officeDocument/2006/relationships/image" Target="../media/image341.png"/><Relationship Id="rId7" Type="http://schemas.openxmlformats.org/officeDocument/2006/relationships/image" Target="../media/image345.png"/><Relationship Id="rId2" Type="http://schemas.openxmlformats.org/officeDocument/2006/relationships/image" Target="../media/image340.svg"/><Relationship Id="rId1" Type="http://schemas.openxmlformats.org/officeDocument/2006/relationships/image" Target="../media/image339.png"/><Relationship Id="rId6" Type="http://schemas.openxmlformats.org/officeDocument/2006/relationships/image" Target="../media/image344.svg"/><Relationship Id="rId5" Type="http://schemas.openxmlformats.org/officeDocument/2006/relationships/image" Target="../media/image343.png"/><Relationship Id="rId4" Type="http://schemas.openxmlformats.org/officeDocument/2006/relationships/image" Target="../media/image342.svg"/></Relationships>
</file>

<file path=ppt/diagrams/_rels/data78.xml.rels><?xml version="1.0" encoding="UTF-8" standalone="yes"?>
<Relationships xmlns="http://schemas.openxmlformats.org/package/2006/relationships"><Relationship Id="rId8" Type="http://schemas.openxmlformats.org/officeDocument/2006/relationships/image" Target="../media/image322.svg"/><Relationship Id="rId3" Type="http://schemas.openxmlformats.org/officeDocument/2006/relationships/image" Target="../media/image349.png"/><Relationship Id="rId7" Type="http://schemas.openxmlformats.org/officeDocument/2006/relationships/image" Target="../media/image321.png"/><Relationship Id="rId2" Type="http://schemas.openxmlformats.org/officeDocument/2006/relationships/image" Target="../media/image348.svg"/><Relationship Id="rId1" Type="http://schemas.openxmlformats.org/officeDocument/2006/relationships/image" Target="../media/image347.png"/><Relationship Id="rId6" Type="http://schemas.openxmlformats.org/officeDocument/2006/relationships/image" Target="../media/image352.svg"/><Relationship Id="rId5" Type="http://schemas.openxmlformats.org/officeDocument/2006/relationships/image" Target="../media/image351.png"/><Relationship Id="rId4" Type="http://schemas.openxmlformats.org/officeDocument/2006/relationships/image" Target="../media/image350.svg"/></Relationships>
</file>

<file path=ppt/diagrams/_rels/data79.xml.rels><?xml version="1.0" encoding="UTF-8" standalone="yes"?>
<Relationships xmlns="http://schemas.openxmlformats.org/package/2006/relationships"><Relationship Id="rId3" Type="http://schemas.openxmlformats.org/officeDocument/2006/relationships/image" Target="../media/image358.png"/><Relationship Id="rId2" Type="http://schemas.openxmlformats.org/officeDocument/2006/relationships/image" Target="../media/image281.svg"/><Relationship Id="rId1" Type="http://schemas.openxmlformats.org/officeDocument/2006/relationships/image" Target="../media/image280.png"/><Relationship Id="rId4" Type="http://schemas.openxmlformats.org/officeDocument/2006/relationships/image" Target="../media/image359.svg"/></Relationships>
</file>

<file path=ppt/diagrams/_rels/data80.xml.rels><?xml version="1.0" encoding="UTF-8" standalone="yes"?>
<Relationships xmlns="http://schemas.openxmlformats.org/package/2006/relationships"><Relationship Id="rId3" Type="http://schemas.openxmlformats.org/officeDocument/2006/relationships/image" Target="../media/image362.png"/><Relationship Id="rId2" Type="http://schemas.openxmlformats.org/officeDocument/2006/relationships/image" Target="../media/image361.svg"/><Relationship Id="rId1" Type="http://schemas.openxmlformats.org/officeDocument/2006/relationships/image" Target="../media/image360.png"/><Relationship Id="rId4" Type="http://schemas.openxmlformats.org/officeDocument/2006/relationships/image" Target="../media/image363.svg"/></Relationships>
</file>

<file path=ppt/diagrams/_rels/data81.xml.rels><?xml version="1.0" encoding="UTF-8" standalone="yes"?>
<Relationships xmlns="http://schemas.openxmlformats.org/package/2006/relationships"><Relationship Id="rId3" Type="http://schemas.openxmlformats.org/officeDocument/2006/relationships/image" Target="../media/image366.png"/><Relationship Id="rId2" Type="http://schemas.openxmlformats.org/officeDocument/2006/relationships/image" Target="../media/image365.svg"/><Relationship Id="rId1" Type="http://schemas.openxmlformats.org/officeDocument/2006/relationships/image" Target="../media/image364.png"/><Relationship Id="rId6" Type="http://schemas.openxmlformats.org/officeDocument/2006/relationships/image" Target="../media/image369.svg"/><Relationship Id="rId5" Type="http://schemas.openxmlformats.org/officeDocument/2006/relationships/image" Target="../media/image368.png"/><Relationship Id="rId4" Type="http://schemas.openxmlformats.org/officeDocument/2006/relationships/image" Target="../media/image367.svg"/></Relationships>
</file>

<file path=ppt/diagrams/_rels/data82.xml.rels><?xml version="1.0" encoding="UTF-8" standalone="yes"?>
<Relationships xmlns="http://schemas.openxmlformats.org/package/2006/relationships"><Relationship Id="rId3" Type="http://schemas.openxmlformats.org/officeDocument/2006/relationships/image" Target="../media/image370.png"/><Relationship Id="rId2" Type="http://schemas.openxmlformats.org/officeDocument/2006/relationships/image" Target="../media/image301.svg"/><Relationship Id="rId1" Type="http://schemas.openxmlformats.org/officeDocument/2006/relationships/image" Target="../media/image300.png"/><Relationship Id="rId6" Type="http://schemas.openxmlformats.org/officeDocument/2006/relationships/image" Target="../media/image260.svg"/><Relationship Id="rId5" Type="http://schemas.openxmlformats.org/officeDocument/2006/relationships/image" Target="../media/image147.png"/><Relationship Id="rId4" Type="http://schemas.openxmlformats.org/officeDocument/2006/relationships/image" Target="../media/image371.svg"/></Relationships>
</file>

<file path=ppt/diagrams/_rels/data83.xml.rels><?xml version="1.0" encoding="UTF-8" standalone="yes"?>
<Relationships xmlns="http://schemas.openxmlformats.org/package/2006/relationships"><Relationship Id="rId3" Type="http://schemas.openxmlformats.org/officeDocument/2006/relationships/image" Target="../media/image372.png"/><Relationship Id="rId2" Type="http://schemas.openxmlformats.org/officeDocument/2006/relationships/image" Target="../media/image12.svg"/><Relationship Id="rId1" Type="http://schemas.openxmlformats.org/officeDocument/2006/relationships/image" Target="../media/image11.png"/><Relationship Id="rId4" Type="http://schemas.openxmlformats.org/officeDocument/2006/relationships/image" Target="../media/image373.svg"/></Relationships>
</file>

<file path=ppt/diagrams/_rels/data84.xml.rels><?xml version="1.0" encoding="UTF-8" standalone="yes"?>
<Relationships xmlns="http://schemas.openxmlformats.org/package/2006/relationships"><Relationship Id="rId3" Type="http://schemas.openxmlformats.org/officeDocument/2006/relationships/image" Target="../media/image165.png"/><Relationship Id="rId2" Type="http://schemas.openxmlformats.org/officeDocument/2006/relationships/image" Target="../media/image12.svg"/><Relationship Id="rId1" Type="http://schemas.openxmlformats.org/officeDocument/2006/relationships/image" Target="../media/image11.png"/><Relationship Id="rId6" Type="http://schemas.openxmlformats.org/officeDocument/2006/relationships/image" Target="../media/image375.svg"/><Relationship Id="rId5" Type="http://schemas.openxmlformats.org/officeDocument/2006/relationships/image" Target="../media/image374.png"/><Relationship Id="rId4" Type="http://schemas.openxmlformats.org/officeDocument/2006/relationships/image" Target="../media/image166.svg"/></Relationships>
</file>

<file path=ppt/diagrams/_rels/data85.xml.rels><?xml version="1.0" encoding="UTF-8" standalone="yes"?>
<Relationships xmlns="http://schemas.openxmlformats.org/package/2006/relationships"><Relationship Id="rId3" Type="http://schemas.openxmlformats.org/officeDocument/2006/relationships/image" Target="../media/image165.png"/><Relationship Id="rId2" Type="http://schemas.openxmlformats.org/officeDocument/2006/relationships/image" Target="../media/image12.svg"/><Relationship Id="rId1" Type="http://schemas.openxmlformats.org/officeDocument/2006/relationships/image" Target="../media/image11.png"/><Relationship Id="rId6" Type="http://schemas.openxmlformats.org/officeDocument/2006/relationships/image" Target="../media/image375.svg"/><Relationship Id="rId5" Type="http://schemas.openxmlformats.org/officeDocument/2006/relationships/image" Target="../media/image374.png"/><Relationship Id="rId4" Type="http://schemas.openxmlformats.org/officeDocument/2006/relationships/image" Target="../media/image166.svg"/></Relationships>
</file>

<file path=ppt/diagrams/_rels/data86.xml.rels><?xml version="1.0" encoding="UTF-8" standalone="yes"?>
<Relationships xmlns="http://schemas.openxmlformats.org/package/2006/relationships"><Relationship Id="rId3" Type="http://schemas.openxmlformats.org/officeDocument/2006/relationships/image" Target="../media/image150.png"/><Relationship Id="rId2" Type="http://schemas.openxmlformats.org/officeDocument/2006/relationships/image" Target="../media/image130.svg"/><Relationship Id="rId1" Type="http://schemas.openxmlformats.org/officeDocument/2006/relationships/image" Target="../media/image129.png"/><Relationship Id="rId6" Type="http://schemas.openxmlformats.org/officeDocument/2006/relationships/image" Target="../media/image377.svg"/><Relationship Id="rId5" Type="http://schemas.openxmlformats.org/officeDocument/2006/relationships/image" Target="../media/image376.png"/><Relationship Id="rId4" Type="http://schemas.openxmlformats.org/officeDocument/2006/relationships/image" Target="../media/image151.svg"/></Relationships>
</file>

<file path=ppt/diagrams/_rels/data87.xml.rels><?xml version="1.0" encoding="UTF-8" standalone="yes"?>
<Relationships xmlns="http://schemas.openxmlformats.org/package/2006/relationships"><Relationship Id="rId3" Type="http://schemas.openxmlformats.org/officeDocument/2006/relationships/image" Target="../media/image275.png"/><Relationship Id="rId2" Type="http://schemas.openxmlformats.org/officeDocument/2006/relationships/image" Target="../media/image301.svg"/><Relationship Id="rId1" Type="http://schemas.openxmlformats.org/officeDocument/2006/relationships/image" Target="../media/image300.png"/><Relationship Id="rId6" Type="http://schemas.openxmlformats.org/officeDocument/2006/relationships/image" Target="../media/image380.svg"/><Relationship Id="rId5" Type="http://schemas.openxmlformats.org/officeDocument/2006/relationships/image" Target="../media/image379.png"/><Relationship Id="rId4" Type="http://schemas.openxmlformats.org/officeDocument/2006/relationships/image" Target="../media/image378.svg"/></Relationships>
</file>

<file path=ppt/diagrams/_rels/data88.xml.rels><?xml version="1.0" encoding="UTF-8" standalone="yes"?>
<Relationships xmlns="http://schemas.openxmlformats.org/package/2006/relationships"><Relationship Id="rId3" Type="http://schemas.openxmlformats.org/officeDocument/2006/relationships/image" Target="../media/image382.png"/><Relationship Id="rId2" Type="http://schemas.openxmlformats.org/officeDocument/2006/relationships/image" Target="../media/image377.svg"/><Relationship Id="rId1" Type="http://schemas.openxmlformats.org/officeDocument/2006/relationships/image" Target="../media/image376.png"/><Relationship Id="rId4" Type="http://schemas.openxmlformats.org/officeDocument/2006/relationships/image" Target="../media/image383.svg"/></Relationships>
</file>

<file path=ppt/diagrams/_rels/data89.xml.rels><?xml version="1.0" encoding="UTF-8" standalone="yes"?>
<Relationships xmlns="http://schemas.openxmlformats.org/package/2006/relationships"><Relationship Id="rId3" Type="http://schemas.openxmlformats.org/officeDocument/2006/relationships/image" Target="../media/image165.png"/><Relationship Id="rId2" Type="http://schemas.openxmlformats.org/officeDocument/2006/relationships/image" Target="../media/image27.svg"/><Relationship Id="rId1" Type="http://schemas.openxmlformats.org/officeDocument/2006/relationships/image" Target="../media/image26.png"/><Relationship Id="rId4" Type="http://schemas.openxmlformats.org/officeDocument/2006/relationships/image" Target="../media/image166.svg"/></Relationships>
</file>

<file path=ppt/diagrams/_rels/data90.xml.rels><?xml version="1.0" encoding="UTF-8" standalone="yes"?>
<Relationships xmlns="http://schemas.openxmlformats.org/package/2006/relationships"><Relationship Id="rId3" Type="http://schemas.openxmlformats.org/officeDocument/2006/relationships/image" Target="../media/image133.png"/><Relationship Id="rId2" Type="http://schemas.openxmlformats.org/officeDocument/2006/relationships/image" Target="../media/image386.svg"/><Relationship Id="rId1" Type="http://schemas.openxmlformats.org/officeDocument/2006/relationships/image" Target="../media/image385.png"/><Relationship Id="rId4" Type="http://schemas.openxmlformats.org/officeDocument/2006/relationships/image" Target="../media/image134.svg"/></Relationships>
</file>

<file path=ppt/diagrams/_rels/data91.xml.rels><?xml version="1.0" encoding="UTF-8" standalone="yes"?>
<Relationships xmlns="http://schemas.openxmlformats.org/package/2006/relationships"><Relationship Id="rId8" Type="http://schemas.openxmlformats.org/officeDocument/2006/relationships/image" Target="../media/image395.svg"/><Relationship Id="rId3" Type="http://schemas.openxmlformats.org/officeDocument/2006/relationships/image" Target="../media/image392.png"/><Relationship Id="rId7" Type="http://schemas.openxmlformats.org/officeDocument/2006/relationships/image" Target="../media/image394.png"/><Relationship Id="rId2" Type="http://schemas.openxmlformats.org/officeDocument/2006/relationships/image" Target="../media/image391.svg"/><Relationship Id="rId1" Type="http://schemas.openxmlformats.org/officeDocument/2006/relationships/image" Target="../media/image390.png"/><Relationship Id="rId6" Type="http://schemas.openxmlformats.org/officeDocument/2006/relationships/image" Target="../media/image253.svg"/><Relationship Id="rId5" Type="http://schemas.openxmlformats.org/officeDocument/2006/relationships/image" Target="../media/image252.png"/><Relationship Id="rId10" Type="http://schemas.openxmlformats.org/officeDocument/2006/relationships/image" Target="../media/image397.svg"/><Relationship Id="rId4" Type="http://schemas.openxmlformats.org/officeDocument/2006/relationships/image" Target="../media/image393.svg"/><Relationship Id="rId9" Type="http://schemas.openxmlformats.org/officeDocument/2006/relationships/image" Target="../media/image396.png"/></Relationships>
</file>

<file path=ppt/diagrams/_rels/data92.xml.rels><?xml version="1.0" encoding="UTF-8" standalone="yes"?>
<Relationships xmlns="http://schemas.openxmlformats.org/package/2006/relationships"><Relationship Id="rId3" Type="http://schemas.openxmlformats.org/officeDocument/2006/relationships/image" Target="../media/image400.png"/><Relationship Id="rId2" Type="http://schemas.openxmlformats.org/officeDocument/2006/relationships/image" Target="../media/image399.svg"/><Relationship Id="rId1" Type="http://schemas.openxmlformats.org/officeDocument/2006/relationships/image" Target="../media/image398.png"/><Relationship Id="rId6" Type="http://schemas.openxmlformats.org/officeDocument/2006/relationships/image" Target="../media/image403.svg"/><Relationship Id="rId5" Type="http://schemas.openxmlformats.org/officeDocument/2006/relationships/image" Target="../media/image402.png"/><Relationship Id="rId4" Type="http://schemas.openxmlformats.org/officeDocument/2006/relationships/image" Target="../media/image401.svg"/></Relationships>
</file>

<file path=ppt/diagrams/_rels/data93.xml.rels><?xml version="1.0" encoding="UTF-8" standalone="yes"?>
<Relationships xmlns="http://schemas.openxmlformats.org/package/2006/relationships"><Relationship Id="rId3" Type="http://schemas.openxmlformats.org/officeDocument/2006/relationships/image" Target="../media/image406.png"/><Relationship Id="rId2" Type="http://schemas.openxmlformats.org/officeDocument/2006/relationships/image" Target="../media/image405.svg"/><Relationship Id="rId1" Type="http://schemas.openxmlformats.org/officeDocument/2006/relationships/image" Target="../media/image404.png"/><Relationship Id="rId6" Type="http://schemas.openxmlformats.org/officeDocument/2006/relationships/image" Target="../media/image403.svg"/><Relationship Id="rId5" Type="http://schemas.openxmlformats.org/officeDocument/2006/relationships/image" Target="../media/image402.png"/><Relationship Id="rId4" Type="http://schemas.openxmlformats.org/officeDocument/2006/relationships/image" Target="../media/image407.svg"/></Relationships>
</file>

<file path=ppt/diagrams/_rels/data94.xml.rels><?xml version="1.0" encoding="UTF-8" standalone="yes"?>
<Relationships xmlns="http://schemas.openxmlformats.org/package/2006/relationships"><Relationship Id="rId3" Type="http://schemas.openxmlformats.org/officeDocument/2006/relationships/image" Target="../media/image410.png"/><Relationship Id="rId2" Type="http://schemas.openxmlformats.org/officeDocument/2006/relationships/image" Target="../media/image409.svg"/><Relationship Id="rId1" Type="http://schemas.openxmlformats.org/officeDocument/2006/relationships/image" Target="../media/image408.png"/><Relationship Id="rId6" Type="http://schemas.openxmlformats.org/officeDocument/2006/relationships/image" Target="../media/image413.svg"/><Relationship Id="rId5" Type="http://schemas.openxmlformats.org/officeDocument/2006/relationships/image" Target="../media/image412.png"/><Relationship Id="rId4" Type="http://schemas.openxmlformats.org/officeDocument/2006/relationships/image" Target="../media/image411.svg"/></Relationships>
</file>

<file path=ppt/diagrams/_rels/data95.xml.rels><?xml version="1.0" encoding="UTF-8" standalone="yes"?>
<Relationships xmlns="http://schemas.openxmlformats.org/package/2006/relationships"><Relationship Id="rId3" Type="http://schemas.openxmlformats.org/officeDocument/2006/relationships/image" Target="../media/image414.png"/><Relationship Id="rId2" Type="http://schemas.openxmlformats.org/officeDocument/2006/relationships/image" Target="../media/image403.svg"/><Relationship Id="rId1" Type="http://schemas.openxmlformats.org/officeDocument/2006/relationships/image" Target="../media/image402.png"/><Relationship Id="rId4" Type="http://schemas.openxmlformats.org/officeDocument/2006/relationships/image" Target="../media/image415.svg"/></Relationships>
</file>

<file path=ppt/diagrams/_rels/data96.xml.rels><?xml version="1.0" encoding="UTF-8" standalone="yes"?>
<Relationships xmlns="http://schemas.openxmlformats.org/package/2006/relationships"><Relationship Id="rId3" Type="http://schemas.openxmlformats.org/officeDocument/2006/relationships/image" Target="../media/image416.png"/><Relationship Id="rId2" Type="http://schemas.openxmlformats.org/officeDocument/2006/relationships/image" Target="../media/image403.svg"/><Relationship Id="rId1" Type="http://schemas.openxmlformats.org/officeDocument/2006/relationships/image" Target="../media/image402.png"/><Relationship Id="rId6" Type="http://schemas.openxmlformats.org/officeDocument/2006/relationships/image" Target="../media/image419.svg"/><Relationship Id="rId5" Type="http://schemas.openxmlformats.org/officeDocument/2006/relationships/image" Target="../media/image418.png"/><Relationship Id="rId4" Type="http://schemas.openxmlformats.org/officeDocument/2006/relationships/image" Target="../media/image417.svg"/></Relationships>
</file>

<file path=ppt/diagrams/_rels/data97.xml.rels><?xml version="1.0" encoding="UTF-8" standalone="yes"?>
<Relationships xmlns="http://schemas.openxmlformats.org/package/2006/relationships"><Relationship Id="rId3" Type="http://schemas.openxmlformats.org/officeDocument/2006/relationships/image" Target="../media/image422.png"/><Relationship Id="rId2" Type="http://schemas.openxmlformats.org/officeDocument/2006/relationships/image" Target="../media/image421.svg"/><Relationship Id="rId1" Type="http://schemas.openxmlformats.org/officeDocument/2006/relationships/image" Target="../media/image420.png"/><Relationship Id="rId4" Type="http://schemas.openxmlformats.org/officeDocument/2006/relationships/image" Target="../media/image423.svg"/></Relationships>
</file>

<file path=ppt/diagrams/_rels/data98.xml.rels><?xml version="1.0" encoding="UTF-8" standalone="yes"?>
<Relationships xmlns="http://schemas.openxmlformats.org/package/2006/relationships"><Relationship Id="rId8" Type="http://schemas.openxmlformats.org/officeDocument/2006/relationships/image" Target="../media/image429.svg"/><Relationship Id="rId3" Type="http://schemas.openxmlformats.org/officeDocument/2006/relationships/image" Target="../media/image402.png"/><Relationship Id="rId7" Type="http://schemas.openxmlformats.org/officeDocument/2006/relationships/image" Target="../media/image428.png"/><Relationship Id="rId12" Type="http://schemas.openxmlformats.org/officeDocument/2006/relationships/image" Target="../media/image433.svg"/><Relationship Id="rId2" Type="http://schemas.openxmlformats.org/officeDocument/2006/relationships/image" Target="../media/image425.svg"/><Relationship Id="rId1" Type="http://schemas.openxmlformats.org/officeDocument/2006/relationships/image" Target="../media/image424.png"/><Relationship Id="rId6" Type="http://schemas.openxmlformats.org/officeDocument/2006/relationships/image" Target="../media/image427.svg"/><Relationship Id="rId11" Type="http://schemas.openxmlformats.org/officeDocument/2006/relationships/image" Target="../media/image432.png"/><Relationship Id="rId5" Type="http://schemas.openxmlformats.org/officeDocument/2006/relationships/image" Target="../media/image426.png"/><Relationship Id="rId10" Type="http://schemas.openxmlformats.org/officeDocument/2006/relationships/image" Target="../media/image431.svg"/><Relationship Id="rId4" Type="http://schemas.openxmlformats.org/officeDocument/2006/relationships/image" Target="../media/image403.svg"/><Relationship Id="rId9" Type="http://schemas.openxmlformats.org/officeDocument/2006/relationships/image" Target="../media/image430.png"/></Relationships>
</file>

<file path=ppt/diagrams/_rels/data99.xml.rels><?xml version="1.0" encoding="UTF-8" standalone="yes"?>
<Relationships xmlns="http://schemas.openxmlformats.org/package/2006/relationships"><Relationship Id="rId3" Type="http://schemas.openxmlformats.org/officeDocument/2006/relationships/image" Target="../media/image370.png"/><Relationship Id="rId2" Type="http://schemas.openxmlformats.org/officeDocument/2006/relationships/image" Target="../media/image403.svg"/><Relationship Id="rId1" Type="http://schemas.openxmlformats.org/officeDocument/2006/relationships/image" Target="../media/image402.png"/><Relationship Id="rId6" Type="http://schemas.openxmlformats.org/officeDocument/2006/relationships/image" Target="../media/image435.svg"/><Relationship Id="rId5" Type="http://schemas.openxmlformats.org/officeDocument/2006/relationships/image" Target="../media/image434.png"/><Relationship Id="rId4" Type="http://schemas.openxmlformats.org/officeDocument/2006/relationships/image" Target="../media/image371.svg"/></Relationships>
</file>

<file path=ppt/diagrams/_rels/data100.xml.rels><?xml version="1.0" encoding="UTF-8" standalone="yes"?>
<Relationships xmlns="http://schemas.openxmlformats.org/package/2006/relationships"><Relationship Id="rId8" Type="http://schemas.openxmlformats.org/officeDocument/2006/relationships/image" Target="../media/image441.svg"/><Relationship Id="rId3" Type="http://schemas.openxmlformats.org/officeDocument/2006/relationships/image" Target="../media/image86.png"/><Relationship Id="rId7" Type="http://schemas.openxmlformats.org/officeDocument/2006/relationships/image" Target="../media/image440.png"/><Relationship Id="rId2" Type="http://schemas.openxmlformats.org/officeDocument/2006/relationships/image" Target="../media/image437.svg"/><Relationship Id="rId1" Type="http://schemas.openxmlformats.org/officeDocument/2006/relationships/image" Target="../media/image436.png"/><Relationship Id="rId6" Type="http://schemas.openxmlformats.org/officeDocument/2006/relationships/image" Target="../media/image439.svg"/><Relationship Id="rId5" Type="http://schemas.openxmlformats.org/officeDocument/2006/relationships/image" Target="../media/image438.png"/><Relationship Id="rId4" Type="http://schemas.openxmlformats.org/officeDocument/2006/relationships/image" Target="../media/image87.svg"/></Relationships>
</file>

<file path=ppt/diagrams/_rels/data101.xml.rels><?xml version="1.0" encoding="UTF-8" standalone="yes"?>
<Relationships xmlns="http://schemas.openxmlformats.org/package/2006/relationships"><Relationship Id="rId3" Type="http://schemas.openxmlformats.org/officeDocument/2006/relationships/image" Target="../media/image442.png"/><Relationship Id="rId2" Type="http://schemas.openxmlformats.org/officeDocument/2006/relationships/image" Target="../media/image403.svg"/><Relationship Id="rId1" Type="http://schemas.openxmlformats.org/officeDocument/2006/relationships/image" Target="../media/image402.png"/><Relationship Id="rId6" Type="http://schemas.openxmlformats.org/officeDocument/2006/relationships/image" Target="../media/image315.svg"/><Relationship Id="rId5" Type="http://schemas.openxmlformats.org/officeDocument/2006/relationships/image" Target="../media/image314.png"/><Relationship Id="rId4" Type="http://schemas.openxmlformats.org/officeDocument/2006/relationships/image" Target="../media/image443.svg"/></Relationships>
</file>

<file path=ppt/diagrams/_rels/data103.xml.rels><?xml version="1.0" encoding="UTF-8" standalone="yes"?>
<Relationships xmlns="http://schemas.openxmlformats.org/package/2006/relationships"><Relationship Id="rId8" Type="http://schemas.openxmlformats.org/officeDocument/2006/relationships/image" Target="../media/image403.svg"/><Relationship Id="rId3" Type="http://schemas.openxmlformats.org/officeDocument/2006/relationships/image" Target="../media/image444.png"/><Relationship Id="rId7" Type="http://schemas.openxmlformats.org/officeDocument/2006/relationships/image" Target="../media/image402.png"/><Relationship Id="rId2" Type="http://schemas.openxmlformats.org/officeDocument/2006/relationships/image" Target="../media/image386.svg"/><Relationship Id="rId1" Type="http://schemas.openxmlformats.org/officeDocument/2006/relationships/image" Target="../media/image385.png"/><Relationship Id="rId6" Type="http://schemas.openxmlformats.org/officeDocument/2006/relationships/image" Target="../media/image447.svg"/><Relationship Id="rId5" Type="http://schemas.openxmlformats.org/officeDocument/2006/relationships/image" Target="../media/image446.png"/><Relationship Id="rId4" Type="http://schemas.openxmlformats.org/officeDocument/2006/relationships/image" Target="../media/image445.svg"/></Relationships>
</file>

<file path=ppt/diagrams/_rels/data104.xml.rels><?xml version="1.0" encoding="UTF-8" standalone="yes"?>
<Relationships xmlns="http://schemas.openxmlformats.org/package/2006/relationships"><Relationship Id="rId8" Type="http://schemas.openxmlformats.org/officeDocument/2006/relationships/image" Target="../media/image453.svg"/><Relationship Id="rId3" Type="http://schemas.openxmlformats.org/officeDocument/2006/relationships/image" Target="../media/image402.png"/><Relationship Id="rId7" Type="http://schemas.openxmlformats.org/officeDocument/2006/relationships/image" Target="../media/image452.png"/><Relationship Id="rId2" Type="http://schemas.openxmlformats.org/officeDocument/2006/relationships/image" Target="../media/image449.svg"/><Relationship Id="rId1" Type="http://schemas.openxmlformats.org/officeDocument/2006/relationships/image" Target="../media/image448.png"/><Relationship Id="rId6" Type="http://schemas.openxmlformats.org/officeDocument/2006/relationships/image" Target="../media/image451.svg"/><Relationship Id="rId5" Type="http://schemas.openxmlformats.org/officeDocument/2006/relationships/image" Target="../media/image450.png"/><Relationship Id="rId4" Type="http://schemas.openxmlformats.org/officeDocument/2006/relationships/image" Target="../media/image403.svg"/></Relationships>
</file>

<file path=ppt/diagrams/_rels/data105.xml.rels><?xml version="1.0" encoding="UTF-8" standalone="yes"?>
<Relationships xmlns="http://schemas.openxmlformats.org/package/2006/relationships"><Relationship Id="rId8" Type="http://schemas.openxmlformats.org/officeDocument/2006/relationships/image" Target="../media/image403.svg"/><Relationship Id="rId3" Type="http://schemas.openxmlformats.org/officeDocument/2006/relationships/image" Target="../media/image456.png"/><Relationship Id="rId7" Type="http://schemas.openxmlformats.org/officeDocument/2006/relationships/image" Target="../media/image402.png"/><Relationship Id="rId2" Type="http://schemas.openxmlformats.org/officeDocument/2006/relationships/image" Target="../media/image455.svg"/><Relationship Id="rId1" Type="http://schemas.openxmlformats.org/officeDocument/2006/relationships/image" Target="../media/image454.png"/><Relationship Id="rId6" Type="http://schemas.openxmlformats.org/officeDocument/2006/relationships/image" Target="../media/image449.svg"/><Relationship Id="rId5" Type="http://schemas.openxmlformats.org/officeDocument/2006/relationships/image" Target="../media/image448.png"/><Relationship Id="rId10" Type="http://schemas.openxmlformats.org/officeDocument/2006/relationships/image" Target="../media/image459.svg"/><Relationship Id="rId4" Type="http://schemas.openxmlformats.org/officeDocument/2006/relationships/image" Target="../media/image457.svg"/><Relationship Id="rId9" Type="http://schemas.openxmlformats.org/officeDocument/2006/relationships/image" Target="../media/image458.png"/></Relationships>
</file>

<file path=ppt/diagrams/_rels/data106.xml.rels><?xml version="1.0" encoding="UTF-8" standalone="yes"?>
<Relationships xmlns="http://schemas.openxmlformats.org/package/2006/relationships"><Relationship Id="rId8" Type="http://schemas.openxmlformats.org/officeDocument/2006/relationships/image" Target="../media/image461.svg"/><Relationship Id="rId3" Type="http://schemas.openxmlformats.org/officeDocument/2006/relationships/image" Target="../media/image275.png"/><Relationship Id="rId7" Type="http://schemas.openxmlformats.org/officeDocument/2006/relationships/image" Target="../media/image460.png"/><Relationship Id="rId2" Type="http://schemas.openxmlformats.org/officeDocument/2006/relationships/image" Target="../media/image328.svg"/><Relationship Id="rId1" Type="http://schemas.openxmlformats.org/officeDocument/2006/relationships/image" Target="../media/image327.png"/><Relationship Id="rId6" Type="http://schemas.openxmlformats.org/officeDocument/2006/relationships/image" Target="../media/image130.svg"/><Relationship Id="rId5" Type="http://schemas.openxmlformats.org/officeDocument/2006/relationships/image" Target="../media/image129.png"/><Relationship Id="rId4" Type="http://schemas.openxmlformats.org/officeDocument/2006/relationships/image" Target="../media/image378.svg"/></Relationships>
</file>

<file path=ppt/diagrams/_rels/data107.xml.rels><?xml version="1.0" encoding="UTF-8" standalone="yes"?>
<Relationships xmlns="http://schemas.openxmlformats.org/package/2006/relationships"><Relationship Id="rId3" Type="http://schemas.openxmlformats.org/officeDocument/2006/relationships/image" Target="../media/image3.png"/><Relationship Id="rId2" Type="http://schemas.openxmlformats.org/officeDocument/2006/relationships/image" Target="../media/image463.svg"/><Relationship Id="rId1" Type="http://schemas.openxmlformats.org/officeDocument/2006/relationships/image" Target="../media/image462.png"/><Relationship Id="rId6" Type="http://schemas.openxmlformats.org/officeDocument/2006/relationships/image" Target="../media/image465.svg"/><Relationship Id="rId5" Type="http://schemas.openxmlformats.org/officeDocument/2006/relationships/image" Target="../media/image464.png"/><Relationship Id="rId4" Type="http://schemas.openxmlformats.org/officeDocument/2006/relationships/image" Target="../media/image4.svg"/></Relationships>
</file>

<file path=ppt/diagrams/_rels/data108.xml.rels><?xml version="1.0" encoding="UTF-8" standalone="yes"?>
<Relationships xmlns="http://schemas.openxmlformats.org/package/2006/relationships"><Relationship Id="rId3" Type="http://schemas.openxmlformats.org/officeDocument/2006/relationships/image" Target="../media/image468.png"/><Relationship Id="rId2" Type="http://schemas.openxmlformats.org/officeDocument/2006/relationships/image" Target="../media/image467.svg"/><Relationship Id="rId1" Type="http://schemas.openxmlformats.org/officeDocument/2006/relationships/image" Target="../media/image466.png"/><Relationship Id="rId4" Type="http://schemas.openxmlformats.org/officeDocument/2006/relationships/image" Target="../media/image469.svg"/></Relationships>
</file>

<file path=ppt/diagrams/_rels/data109.xml.rels><?xml version="1.0" encoding="UTF-8" standalone="yes"?>
<Relationships xmlns="http://schemas.openxmlformats.org/package/2006/relationships"><Relationship Id="rId3" Type="http://schemas.openxmlformats.org/officeDocument/2006/relationships/image" Target="../media/image472.png"/><Relationship Id="rId2" Type="http://schemas.openxmlformats.org/officeDocument/2006/relationships/image" Target="../media/image471.svg"/><Relationship Id="rId1" Type="http://schemas.openxmlformats.org/officeDocument/2006/relationships/image" Target="../media/image470.png"/><Relationship Id="rId6" Type="http://schemas.openxmlformats.org/officeDocument/2006/relationships/image" Target="../media/image474.svg"/><Relationship Id="rId5" Type="http://schemas.openxmlformats.org/officeDocument/2006/relationships/image" Target="../media/image473.png"/><Relationship Id="rId4" Type="http://schemas.openxmlformats.org/officeDocument/2006/relationships/image" Target="../media/image160.svg"/></Relationships>
</file>

<file path=ppt/diagrams/_rels/data110.xml.rels><?xml version="1.0" encoding="UTF-8" standalone="yes"?>
<Relationships xmlns="http://schemas.openxmlformats.org/package/2006/relationships"><Relationship Id="rId3" Type="http://schemas.openxmlformats.org/officeDocument/2006/relationships/image" Target="../media/image477.png"/><Relationship Id="rId2" Type="http://schemas.openxmlformats.org/officeDocument/2006/relationships/image" Target="../media/image476.svg"/><Relationship Id="rId1" Type="http://schemas.openxmlformats.org/officeDocument/2006/relationships/image" Target="../media/image475.png"/><Relationship Id="rId6" Type="http://schemas.openxmlformats.org/officeDocument/2006/relationships/image" Target="../media/image480.svg"/><Relationship Id="rId5" Type="http://schemas.openxmlformats.org/officeDocument/2006/relationships/image" Target="../media/image479.png"/><Relationship Id="rId4" Type="http://schemas.openxmlformats.org/officeDocument/2006/relationships/image" Target="../media/image478.svg"/></Relationships>
</file>

<file path=ppt/diagrams/_rels/data111.xml.rels><?xml version="1.0" encoding="UTF-8" standalone="yes"?>
<Relationships xmlns="http://schemas.openxmlformats.org/package/2006/relationships"><Relationship Id="rId8" Type="http://schemas.openxmlformats.org/officeDocument/2006/relationships/image" Target="../media/image489.svg"/><Relationship Id="rId3" Type="http://schemas.openxmlformats.org/officeDocument/2006/relationships/image" Target="../media/image265.png"/><Relationship Id="rId7" Type="http://schemas.openxmlformats.org/officeDocument/2006/relationships/image" Target="../media/image488.png"/><Relationship Id="rId2" Type="http://schemas.openxmlformats.org/officeDocument/2006/relationships/image" Target="../media/image484.svg"/><Relationship Id="rId1" Type="http://schemas.openxmlformats.org/officeDocument/2006/relationships/image" Target="../media/image483.png"/><Relationship Id="rId6" Type="http://schemas.openxmlformats.org/officeDocument/2006/relationships/image" Target="../media/image487.svg"/><Relationship Id="rId5" Type="http://schemas.openxmlformats.org/officeDocument/2006/relationships/image" Target="../media/image486.png"/><Relationship Id="rId4" Type="http://schemas.openxmlformats.org/officeDocument/2006/relationships/image" Target="../media/image485.svg"/></Relationships>
</file>

<file path=ppt/diagrams/_rels/drawing1.xml.rels><?xml version="1.0" encoding="UTF-8" standalone="yes"?>
<Relationships xmlns="http://schemas.openxmlformats.org/package/2006/relationships"><Relationship Id="rId8" Type="http://schemas.openxmlformats.org/officeDocument/2006/relationships/image" Target="../media/image8.svg"/><Relationship Id="rId3" Type="http://schemas.openxmlformats.org/officeDocument/2006/relationships/image" Target="../media/image3.png"/><Relationship Id="rId7" Type="http://schemas.openxmlformats.org/officeDocument/2006/relationships/image" Target="../media/image7.png"/><Relationship Id="rId12" Type="http://schemas.openxmlformats.org/officeDocument/2006/relationships/image" Target="../media/image12.svg"/><Relationship Id="rId2" Type="http://schemas.openxmlformats.org/officeDocument/2006/relationships/image" Target="../media/image2.svg"/><Relationship Id="rId1" Type="http://schemas.openxmlformats.org/officeDocument/2006/relationships/image" Target="../media/image1.png"/><Relationship Id="rId6" Type="http://schemas.openxmlformats.org/officeDocument/2006/relationships/image" Target="../media/image6.svg"/><Relationship Id="rId11" Type="http://schemas.openxmlformats.org/officeDocument/2006/relationships/image" Target="../media/image11.png"/><Relationship Id="rId5" Type="http://schemas.openxmlformats.org/officeDocument/2006/relationships/image" Target="../media/image5.png"/><Relationship Id="rId10" Type="http://schemas.openxmlformats.org/officeDocument/2006/relationships/image" Target="../media/image10.svg"/><Relationship Id="rId4" Type="http://schemas.openxmlformats.org/officeDocument/2006/relationships/image" Target="../media/image4.svg"/><Relationship Id="rId9" Type="http://schemas.openxmlformats.org/officeDocument/2006/relationships/image" Target="../media/image9.png"/></Relationships>
</file>

<file path=ppt/diagrams/_rels/drawing2.xml.rels><?xml version="1.0" encoding="UTF-8" standalone="yes"?>
<Relationships xmlns="http://schemas.openxmlformats.org/package/2006/relationships"><Relationship Id="rId3" Type="http://schemas.openxmlformats.org/officeDocument/2006/relationships/image" Target="../media/image15.png"/><Relationship Id="rId2" Type="http://schemas.openxmlformats.org/officeDocument/2006/relationships/image" Target="../media/image14.svg"/><Relationship Id="rId1" Type="http://schemas.openxmlformats.org/officeDocument/2006/relationships/image" Target="../media/image13.png"/><Relationship Id="rId6" Type="http://schemas.openxmlformats.org/officeDocument/2006/relationships/image" Target="../media/image18.svg"/><Relationship Id="rId5" Type="http://schemas.openxmlformats.org/officeDocument/2006/relationships/image" Target="../media/image17.png"/><Relationship Id="rId4" Type="http://schemas.openxmlformats.org/officeDocument/2006/relationships/image" Target="../media/image16.svg"/></Relationships>
</file>

<file path=ppt/diagrams/_rels/drawing3.xml.rels><?xml version="1.0" encoding="UTF-8" standalone="yes"?>
<Relationships xmlns="http://schemas.openxmlformats.org/package/2006/relationships"><Relationship Id="rId3" Type="http://schemas.openxmlformats.org/officeDocument/2006/relationships/image" Target="../media/image21.png"/><Relationship Id="rId2" Type="http://schemas.openxmlformats.org/officeDocument/2006/relationships/image" Target="../media/image20.svg"/><Relationship Id="rId1" Type="http://schemas.openxmlformats.org/officeDocument/2006/relationships/image" Target="../media/image19.png"/><Relationship Id="rId6" Type="http://schemas.openxmlformats.org/officeDocument/2006/relationships/image" Target="../media/image24.svg"/><Relationship Id="rId5" Type="http://schemas.openxmlformats.org/officeDocument/2006/relationships/image" Target="../media/image23.png"/><Relationship Id="rId4" Type="http://schemas.openxmlformats.org/officeDocument/2006/relationships/image" Target="../media/image22.svg"/></Relationships>
</file>

<file path=ppt/diagrams/_rels/drawing4.xml.rels><?xml version="1.0" encoding="UTF-8" standalone="yes"?>
<Relationships xmlns="http://schemas.openxmlformats.org/package/2006/relationships"><Relationship Id="rId3" Type="http://schemas.openxmlformats.org/officeDocument/2006/relationships/image" Target="../media/image21.png"/><Relationship Id="rId2" Type="http://schemas.openxmlformats.org/officeDocument/2006/relationships/image" Target="../media/image20.svg"/><Relationship Id="rId1" Type="http://schemas.openxmlformats.org/officeDocument/2006/relationships/image" Target="../media/image19.png"/><Relationship Id="rId6" Type="http://schemas.openxmlformats.org/officeDocument/2006/relationships/image" Target="../media/image24.svg"/><Relationship Id="rId5" Type="http://schemas.openxmlformats.org/officeDocument/2006/relationships/image" Target="../media/image23.png"/><Relationship Id="rId4" Type="http://schemas.openxmlformats.org/officeDocument/2006/relationships/image" Target="../media/image22.svg"/></Relationships>
</file>

<file path=ppt/diagrams/_rels/drawing5.xml.rels><?xml version="1.0" encoding="UTF-8" standalone="yes"?>
<Relationships xmlns="http://schemas.openxmlformats.org/package/2006/relationships"><Relationship Id="rId8" Type="http://schemas.openxmlformats.org/officeDocument/2006/relationships/image" Target="../media/image33.svg"/><Relationship Id="rId3" Type="http://schemas.openxmlformats.org/officeDocument/2006/relationships/image" Target="../media/image28.png"/><Relationship Id="rId7" Type="http://schemas.openxmlformats.org/officeDocument/2006/relationships/image" Target="../media/image32.png"/><Relationship Id="rId2" Type="http://schemas.openxmlformats.org/officeDocument/2006/relationships/image" Target="../media/image27.svg"/><Relationship Id="rId1" Type="http://schemas.openxmlformats.org/officeDocument/2006/relationships/image" Target="../media/image26.png"/><Relationship Id="rId6" Type="http://schemas.openxmlformats.org/officeDocument/2006/relationships/image" Target="../media/image31.svg"/><Relationship Id="rId5" Type="http://schemas.openxmlformats.org/officeDocument/2006/relationships/image" Target="../media/image30.png"/><Relationship Id="rId4" Type="http://schemas.openxmlformats.org/officeDocument/2006/relationships/image" Target="../media/image29.svg"/><Relationship Id="rId9" Type="http://schemas.openxmlformats.org/officeDocument/2006/relationships/image" Target="../media/image34.jpeg"/></Relationships>
</file>

<file path=ppt/diagrams/_rels/drawing6.xml.rels><?xml version="1.0" encoding="UTF-8" standalone="yes"?>
<Relationships xmlns="http://schemas.openxmlformats.org/package/2006/relationships"><Relationship Id="rId8" Type="http://schemas.openxmlformats.org/officeDocument/2006/relationships/image" Target="../media/image42.svg"/><Relationship Id="rId3" Type="http://schemas.openxmlformats.org/officeDocument/2006/relationships/image" Target="../media/image37.png"/><Relationship Id="rId7" Type="http://schemas.openxmlformats.org/officeDocument/2006/relationships/image" Target="../media/image41.png"/><Relationship Id="rId2" Type="http://schemas.openxmlformats.org/officeDocument/2006/relationships/image" Target="../media/image36.svg"/><Relationship Id="rId1" Type="http://schemas.openxmlformats.org/officeDocument/2006/relationships/image" Target="../media/image35.png"/><Relationship Id="rId6" Type="http://schemas.openxmlformats.org/officeDocument/2006/relationships/image" Target="../media/image40.svg"/><Relationship Id="rId5" Type="http://schemas.openxmlformats.org/officeDocument/2006/relationships/image" Target="../media/image39.png"/><Relationship Id="rId4" Type="http://schemas.openxmlformats.org/officeDocument/2006/relationships/image" Target="../media/image38.svg"/></Relationships>
</file>

<file path=ppt/diagrams/_rels/drawing7.xml.rels><?xml version="1.0" encoding="UTF-8" standalone="yes"?>
<Relationships xmlns="http://schemas.openxmlformats.org/package/2006/relationships"><Relationship Id="rId8" Type="http://schemas.openxmlformats.org/officeDocument/2006/relationships/image" Target="../media/image53.svg"/><Relationship Id="rId3" Type="http://schemas.openxmlformats.org/officeDocument/2006/relationships/image" Target="../media/image48.png"/><Relationship Id="rId7" Type="http://schemas.openxmlformats.org/officeDocument/2006/relationships/image" Target="../media/image52.png"/><Relationship Id="rId2" Type="http://schemas.openxmlformats.org/officeDocument/2006/relationships/image" Target="../media/image47.svg"/><Relationship Id="rId1" Type="http://schemas.openxmlformats.org/officeDocument/2006/relationships/image" Target="../media/image46.png"/><Relationship Id="rId6" Type="http://schemas.openxmlformats.org/officeDocument/2006/relationships/image" Target="../media/image51.svg"/><Relationship Id="rId5" Type="http://schemas.openxmlformats.org/officeDocument/2006/relationships/image" Target="../media/image50.png"/><Relationship Id="rId4" Type="http://schemas.openxmlformats.org/officeDocument/2006/relationships/image" Target="../media/image49.svg"/></Relationships>
</file>

<file path=ppt/diagrams/_rels/drawing8.xml.rels><?xml version="1.0" encoding="UTF-8" standalone="yes"?>
<Relationships xmlns="http://schemas.openxmlformats.org/package/2006/relationships"><Relationship Id="rId3" Type="http://schemas.openxmlformats.org/officeDocument/2006/relationships/image" Target="../media/image56.png"/><Relationship Id="rId2" Type="http://schemas.openxmlformats.org/officeDocument/2006/relationships/image" Target="../media/image55.svg"/><Relationship Id="rId1" Type="http://schemas.openxmlformats.org/officeDocument/2006/relationships/image" Target="../media/image54.png"/><Relationship Id="rId4" Type="http://schemas.openxmlformats.org/officeDocument/2006/relationships/image" Target="../media/image57.svg"/></Relationships>
</file>

<file path=ppt/diagrams/_rels/drawing9.xml.rels><?xml version="1.0" encoding="UTF-8" standalone="yes"?>
<Relationships xmlns="http://schemas.openxmlformats.org/package/2006/relationships"><Relationship Id="rId3" Type="http://schemas.openxmlformats.org/officeDocument/2006/relationships/image" Target="../media/image60.png"/><Relationship Id="rId2" Type="http://schemas.openxmlformats.org/officeDocument/2006/relationships/image" Target="../media/image59.svg"/><Relationship Id="rId1" Type="http://schemas.openxmlformats.org/officeDocument/2006/relationships/image" Target="../media/image58.png"/><Relationship Id="rId6" Type="http://schemas.openxmlformats.org/officeDocument/2006/relationships/image" Target="../media/image63.svg"/><Relationship Id="rId5" Type="http://schemas.openxmlformats.org/officeDocument/2006/relationships/image" Target="../media/image62.png"/><Relationship Id="rId4" Type="http://schemas.openxmlformats.org/officeDocument/2006/relationships/image" Target="../media/image61.svg"/></Relationships>
</file>

<file path=ppt/diagrams/_rels/drawing11.xml.rels><?xml version="1.0" encoding="UTF-8" standalone="yes"?>
<Relationships xmlns="http://schemas.openxmlformats.org/package/2006/relationships"><Relationship Id="rId3" Type="http://schemas.openxmlformats.org/officeDocument/2006/relationships/image" Target="../media/image23.png"/><Relationship Id="rId2" Type="http://schemas.openxmlformats.org/officeDocument/2006/relationships/image" Target="../media/image65.svg"/><Relationship Id="rId1" Type="http://schemas.openxmlformats.org/officeDocument/2006/relationships/image" Target="../media/image64.png"/><Relationship Id="rId6" Type="http://schemas.openxmlformats.org/officeDocument/2006/relationships/image" Target="../media/image68.svg"/><Relationship Id="rId5" Type="http://schemas.openxmlformats.org/officeDocument/2006/relationships/image" Target="../media/image67.png"/><Relationship Id="rId4" Type="http://schemas.openxmlformats.org/officeDocument/2006/relationships/image" Target="../media/image66.svg"/></Relationships>
</file>

<file path=ppt/diagrams/_rels/drawing12.xml.rels><?xml version="1.0" encoding="UTF-8" standalone="yes"?>
<Relationships xmlns="http://schemas.openxmlformats.org/package/2006/relationships"><Relationship Id="rId3" Type="http://schemas.openxmlformats.org/officeDocument/2006/relationships/image" Target="../media/image72.png"/><Relationship Id="rId2" Type="http://schemas.openxmlformats.org/officeDocument/2006/relationships/image" Target="../media/image71.svg"/><Relationship Id="rId1" Type="http://schemas.openxmlformats.org/officeDocument/2006/relationships/image" Target="../media/image70.png"/><Relationship Id="rId6" Type="http://schemas.openxmlformats.org/officeDocument/2006/relationships/image" Target="../media/image75.svg"/><Relationship Id="rId5" Type="http://schemas.openxmlformats.org/officeDocument/2006/relationships/image" Target="../media/image74.png"/><Relationship Id="rId4" Type="http://schemas.openxmlformats.org/officeDocument/2006/relationships/image" Target="../media/image73.svg"/></Relationships>
</file>

<file path=ppt/diagrams/_rels/drawing13.xml.rels><?xml version="1.0" encoding="UTF-8" standalone="yes"?>
<Relationships xmlns="http://schemas.openxmlformats.org/package/2006/relationships"><Relationship Id="rId8" Type="http://schemas.openxmlformats.org/officeDocument/2006/relationships/image" Target="../media/image83.svg"/><Relationship Id="rId3" Type="http://schemas.openxmlformats.org/officeDocument/2006/relationships/image" Target="../media/image78.png"/><Relationship Id="rId7" Type="http://schemas.openxmlformats.org/officeDocument/2006/relationships/image" Target="../media/image82.png"/><Relationship Id="rId2" Type="http://schemas.openxmlformats.org/officeDocument/2006/relationships/image" Target="../media/image77.svg"/><Relationship Id="rId1" Type="http://schemas.openxmlformats.org/officeDocument/2006/relationships/image" Target="../media/image76.png"/><Relationship Id="rId6" Type="http://schemas.openxmlformats.org/officeDocument/2006/relationships/image" Target="../media/image81.svg"/><Relationship Id="rId5" Type="http://schemas.openxmlformats.org/officeDocument/2006/relationships/image" Target="../media/image80.png"/><Relationship Id="rId10" Type="http://schemas.openxmlformats.org/officeDocument/2006/relationships/image" Target="../media/image85.svg"/><Relationship Id="rId4" Type="http://schemas.openxmlformats.org/officeDocument/2006/relationships/image" Target="../media/image79.svg"/><Relationship Id="rId9" Type="http://schemas.openxmlformats.org/officeDocument/2006/relationships/image" Target="../media/image84.png"/></Relationships>
</file>

<file path=ppt/diagrams/_rels/drawing14.xml.rels><?xml version="1.0" encoding="UTF-8" standalone="yes"?>
<Relationships xmlns="http://schemas.openxmlformats.org/package/2006/relationships"><Relationship Id="rId8" Type="http://schemas.openxmlformats.org/officeDocument/2006/relationships/image" Target="../media/image91.svg"/><Relationship Id="rId3" Type="http://schemas.openxmlformats.org/officeDocument/2006/relationships/image" Target="../media/image86.png"/><Relationship Id="rId7" Type="http://schemas.openxmlformats.org/officeDocument/2006/relationships/image" Target="../media/image90.png"/><Relationship Id="rId2" Type="http://schemas.openxmlformats.org/officeDocument/2006/relationships/image" Target="../media/image12.svg"/><Relationship Id="rId1" Type="http://schemas.openxmlformats.org/officeDocument/2006/relationships/image" Target="../media/image11.png"/><Relationship Id="rId6" Type="http://schemas.openxmlformats.org/officeDocument/2006/relationships/image" Target="../media/image89.svg"/><Relationship Id="rId5" Type="http://schemas.openxmlformats.org/officeDocument/2006/relationships/image" Target="../media/image88.png"/><Relationship Id="rId4" Type="http://schemas.openxmlformats.org/officeDocument/2006/relationships/image" Target="../media/image87.svg"/></Relationships>
</file>

<file path=ppt/diagrams/_rels/drawing15.xml.rels><?xml version="1.0" encoding="UTF-8" standalone="yes"?>
<Relationships xmlns="http://schemas.openxmlformats.org/package/2006/relationships"><Relationship Id="rId3" Type="http://schemas.openxmlformats.org/officeDocument/2006/relationships/image" Target="../media/image95.png"/><Relationship Id="rId2" Type="http://schemas.openxmlformats.org/officeDocument/2006/relationships/image" Target="../media/image94.svg"/><Relationship Id="rId1" Type="http://schemas.openxmlformats.org/officeDocument/2006/relationships/image" Target="../media/image93.png"/><Relationship Id="rId4" Type="http://schemas.openxmlformats.org/officeDocument/2006/relationships/image" Target="../media/image96.svg"/></Relationships>
</file>

<file path=ppt/diagrams/_rels/drawing16.xml.rels><?xml version="1.0" encoding="UTF-8" standalone="yes"?>
<Relationships xmlns="http://schemas.openxmlformats.org/package/2006/relationships"><Relationship Id="rId3" Type="http://schemas.openxmlformats.org/officeDocument/2006/relationships/image" Target="../media/image99.png"/><Relationship Id="rId2" Type="http://schemas.openxmlformats.org/officeDocument/2006/relationships/image" Target="../media/image12.svg"/><Relationship Id="rId1" Type="http://schemas.openxmlformats.org/officeDocument/2006/relationships/image" Target="../media/image11.png"/><Relationship Id="rId4" Type="http://schemas.openxmlformats.org/officeDocument/2006/relationships/image" Target="../media/image100.svg"/></Relationships>
</file>

<file path=ppt/diagrams/_rels/drawing17.xml.rels><?xml version="1.0" encoding="UTF-8" standalone="yes"?>
<Relationships xmlns="http://schemas.openxmlformats.org/package/2006/relationships"><Relationship Id="rId3" Type="http://schemas.openxmlformats.org/officeDocument/2006/relationships/image" Target="../media/image104.svg"/><Relationship Id="rId2" Type="http://schemas.openxmlformats.org/officeDocument/2006/relationships/image" Target="../media/image103.png"/><Relationship Id="rId1" Type="http://schemas.openxmlformats.org/officeDocument/2006/relationships/image" Target="../media/image102.png"/><Relationship Id="rId5" Type="http://schemas.openxmlformats.org/officeDocument/2006/relationships/image" Target="../media/image106.svg"/><Relationship Id="rId4" Type="http://schemas.openxmlformats.org/officeDocument/2006/relationships/image" Target="../media/image105.png"/></Relationships>
</file>

<file path=ppt/diagrams/_rels/drawing18.xml.rels><?xml version="1.0" encoding="UTF-8" standalone="yes"?>
<Relationships xmlns="http://schemas.openxmlformats.org/package/2006/relationships"><Relationship Id="rId3" Type="http://schemas.openxmlformats.org/officeDocument/2006/relationships/image" Target="../media/image109.png"/><Relationship Id="rId7" Type="http://schemas.openxmlformats.org/officeDocument/2006/relationships/image" Target="../media/image113.jpeg"/><Relationship Id="rId2" Type="http://schemas.openxmlformats.org/officeDocument/2006/relationships/image" Target="../media/image108.svg"/><Relationship Id="rId1" Type="http://schemas.openxmlformats.org/officeDocument/2006/relationships/image" Target="../media/image107.png"/><Relationship Id="rId6" Type="http://schemas.openxmlformats.org/officeDocument/2006/relationships/image" Target="../media/image112.svg"/><Relationship Id="rId5" Type="http://schemas.openxmlformats.org/officeDocument/2006/relationships/image" Target="../media/image111.png"/><Relationship Id="rId4" Type="http://schemas.openxmlformats.org/officeDocument/2006/relationships/image" Target="../media/image110.svg"/></Relationships>
</file>

<file path=ppt/diagrams/_rels/drawing19.xml.rels><?xml version="1.0" encoding="UTF-8" standalone="yes"?>
<Relationships xmlns="http://schemas.openxmlformats.org/package/2006/relationships"><Relationship Id="rId8" Type="http://schemas.openxmlformats.org/officeDocument/2006/relationships/image" Target="../media/image83.svg"/><Relationship Id="rId3" Type="http://schemas.openxmlformats.org/officeDocument/2006/relationships/image" Target="../media/image116.png"/><Relationship Id="rId7" Type="http://schemas.openxmlformats.org/officeDocument/2006/relationships/image" Target="../media/image82.png"/><Relationship Id="rId2" Type="http://schemas.openxmlformats.org/officeDocument/2006/relationships/image" Target="../media/image115.svg"/><Relationship Id="rId1" Type="http://schemas.openxmlformats.org/officeDocument/2006/relationships/image" Target="../media/image114.png"/><Relationship Id="rId6" Type="http://schemas.openxmlformats.org/officeDocument/2006/relationships/image" Target="../media/image119.svg"/><Relationship Id="rId5" Type="http://schemas.openxmlformats.org/officeDocument/2006/relationships/image" Target="../media/image118.png"/><Relationship Id="rId4" Type="http://schemas.openxmlformats.org/officeDocument/2006/relationships/image" Target="../media/image117.svg"/></Relationships>
</file>

<file path=ppt/diagrams/_rels/drawing20.xml.rels><?xml version="1.0" encoding="UTF-8" standalone="yes"?>
<Relationships xmlns="http://schemas.openxmlformats.org/package/2006/relationships"><Relationship Id="rId3" Type="http://schemas.openxmlformats.org/officeDocument/2006/relationships/image" Target="../media/image120.png"/><Relationship Id="rId2" Type="http://schemas.openxmlformats.org/officeDocument/2006/relationships/image" Target="../media/image12.svg"/><Relationship Id="rId1" Type="http://schemas.openxmlformats.org/officeDocument/2006/relationships/image" Target="../media/image11.png"/><Relationship Id="rId6" Type="http://schemas.openxmlformats.org/officeDocument/2006/relationships/image" Target="../media/image123.svg"/><Relationship Id="rId5" Type="http://schemas.openxmlformats.org/officeDocument/2006/relationships/image" Target="../media/image122.png"/><Relationship Id="rId4" Type="http://schemas.openxmlformats.org/officeDocument/2006/relationships/image" Target="../media/image121.svg"/></Relationships>
</file>

<file path=ppt/diagrams/_rels/drawing21.xml.rels><?xml version="1.0" encoding="UTF-8" standalone="yes"?>
<Relationships xmlns="http://schemas.openxmlformats.org/package/2006/relationships"><Relationship Id="rId3" Type="http://schemas.openxmlformats.org/officeDocument/2006/relationships/image" Target="../media/image124.png"/><Relationship Id="rId2" Type="http://schemas.openxmlformats.org/officeDocument/2006/relationships/image" Target="../media/image12.svg"/><Relationship Id="rId1" Type="http://schemas.openxmlformats.org/officeDocument/2006/relationships/image" Target="../media/image11.png"/><Relationship Id="rId6" Type="http://schemas.openxmlformats.org/officeDocument/2006/relationships/image" Target="../media/image127.svg"/><Relationship Id="rId5" Type="http://schemas.openxmlformats.org/officeDocument/2006/relationships/image" Target="../media/image126.png"/><Relationship Id="rId4" Type="http://schemas.openxmlformats.org/officeDocument/2006/relationships/image" Target="../media/image125.svg"/></Relationships>
</file>

<file path=ppt/diagrams/_rels/drawing22.xml.rels><?xml version="1.0" encoding="UTF-8" standalone="yes"?>
<Relationships xmlns="http://schemas.openxmlformats.org/package/2006/relationships"><Relationship Id="rId8" Type="http://schemas.openxmlformats.org/officeDocument/2006/relationships/image" Target="../media/image134.svg"/><Relationship Id="rId3" Type="http://schemas.openxmlformats.org/officeDocument/2006/relationships/image" Target="../media/image5.png"/><Relationship Id="rId7" Type="http://schemas.openxmlformats.org/officeDocument/2006/relationships/image" Target="../media/image133.png"/><Relationship Id="rId2" Type="http://schemas.openxmlformats.org/officeDocument/2006/relationships/image" Target="../media/image130.svg"/><Relationship Id="rId1" Type="http://schemas.openxmlformats.org/officeDocument/2006/relationships/image" Target="../media/image129.png"/><Relationship Id="rId6" Type="http://schemas.openxmlformats.org/officeDocument/2006/relationships/image" Target="../media/image132.svg"/><Relationship Id="rId5" Type="http://schemas.openxmlformats.org/officeDocument/2006/relationships/image" Target="../media/image131.png"/><Relationship Id="rId4" Type="http://schemas.openxmlformats.org/officeDocument/2006/relationships/image" Target="../media/image6.svg"/></Relationships>
</file>

<file path=ppt/diagrams/_rels/drawing23.xml.rels><?xml version="1.0" encoding="UTF-8" standalone="yes"?>
<Relationships xmlns="http://schemas.openxmlformats.org/package/2006/relationships"><Relationship Id="rId3" Type="http://schemas.openxmlformats.org/officeDocument/2006/relationships/image" Target="../media/image88.png"/><Relationship Id="rId7" Type="http://schemas.openxmlformats.org/officeDocument/2006/relationships/image" Target="../media/image140.svg"/><Relationship Id="rId2" Type="http://schemas.openxmlformats.org/officeDocument/2006/relationships/image" Target="../media/image130.svg"/><Relationship Id="rId1" Type="http://schemas.openxmlformats.org/officeDocument/2006/relationships/image" Target="../media/image129.png"/><Relationship Id="rId6" Type="http://schemas.openxmlformats.org/officeDocument/2006/relationships/image" Target="../media/image139.png"/><Relationship Id="rId5" Type="http://schemas.openxmlformats.org/officeDocument/2006/relationships/image" Target="../media/image138.png"/><Relationship Id="rId4" Type="http://schemas.openxmlformats.org/officeDocument/2006/relationships/image" Target="../media/image89.svg"/></Relationships>
</file>

<file path=ppt/diagrams/_rels/drawing24.xml.rels><?xml version="1.0" encoding="UTF-8" standalone="yes"?>
<Relationships xmlns="http://schemas.openxmlformats.org/package/2006/relationships"><Relationship Id="rId8" Type="http://schemas.openxmlformats.org/officeDocument/2006/relationships/image" Target="../media/image146.svg"/><Relationship Id="rId3" Type="http://schemas.openxmlformats.org/officeDocument/2006/relationships/image" Target="../media/image141.png"/><Relationship Id="rId7" Type="http://schemas.openxmlformats.org/officeDocument/2006/relationships/image" Target="../media/image145.png"/><Relationship Id="rId2" Type="http://schemas.openxmlformats.org/officeDocument/2006/relationships/image" Target="../media/image83.svg"/><Relationship Id="rId1" Type="http://schemas.openxmlformats.org/officeDocument/2006/relationships/image" Target="../media/image82.png"/><Relationship Id="rId6" Type="http://schemas.openxmlformats.org/officeDocument/2006/relationships/image" Target="../media/image144.svg"/><Relationship Id="rId5" Type="http://schemas.openxmlformats.org/officeDocument/2006/relationships/image" Target="../media/image143.png"/><Relationship Id="rId10" Type="http://schemas.openxmlformats.org/officeDocument/2006/relationships/image" Target="../media/image24.svg"/><Relationship Id="rId4" Type="http://schemas.openxmlformats.org/officeDocument/2006/relationships/image" Target="../media/image142.svg"/><Relationship Id="rId9" Type="http://schemas.openxmlformats.org/officeDocument/2006/relationships/image" Target="../media/image23.png"/></Relationships>
</file>

<file path=ppt/diagrams/_rels/drawing25.xml.rels><?xml version="1.0" encoding="UTF-8" standalone="yes"?>
<Relationships xmlns="http://schemas.openxmlformats.org/package/2006/relationships"><Relationship Id="rId3" Type="http://schemas.openxmlformats.org/officeDocument/2006/relationships/image" Target="../media/image147.png"/><Relationship Id="rId2" Type="http://schemas.openxmlformats.org/officeDocument/2006/relationships/image" Target="../media/image115.svg"/><Relationship Id="rId1" Type="http://schemas.openxmlformats.org/officeDocument/2006/relationships/image" Target="../media/image114.png"/><Relationship Id="rId6" Type="http://schemas.openxmlformats.org/officeDocument/2006/relationships/image" Target="../media/image149.svg"/><Relationship Id="rId5" Type="http://schemas.openxmlformats.org/officeDocument/2006/relationships/image" Target="../media/image148.png"/><Relationship Id="rId4" Type="http://schemas.openxmlformats.org/officeDocument/2006/relationships/image" Target="../media/image73.svg"/></Relationships>
</file>

<file path=ppt/diagrams/_rels/drawing28.xml.rels><?xml version="1.0" encoding="UTF-8" standalone="yes"?>
<Relationships xmlns="http://schemas.openxmlformats.org/package/2006/relationships"><Relationship Id="rId3" Type="http://schemas.openxmlformats.org/officeDocument/2006/relationships/image" Target="../media/image150.png"/><Relationship Id="rId2" Type="http://schemas.openxmlformats.org/officeDocument/2006/relationships/image" Target="../media/image130.svg"/><Relationship Id="rId1" Type="http://schemas.openxmlformats.org/officeDocument/2006/relationships/image" Target="../media/image129.png"/><Relationship Id="rId6" Type="http://schemas.openxmlformats.org/officeDocument/2006/relationships/image" Target="../media/image106.svg"/><Relationship Id="rId5" Type="http://schemas.openxmlformats.org/officeDocument/2006/relationships/image" Target="../media/image105.png"/><Relationship Id="rId4" Type="http://schemas.openxmlformats.org/officeDocument/2006/relationships/image" Target="../media/image151.svg"/></Relationships>
</file>

<file path=ppt/diagrams/_rels/drawing29.xml.rels><?xml version="1.0" encoding="UTF-8" standalone="yes"?>
<Relationships xmlns="http://schemas.openxmlformats.org/package/2006/relationships"><Relationship Id="rId3" Type="http://schemas.openxmlformats.org/officeDocument/2006/relationships/image" Target="../media/image155.png"/><Relationship Id="rId2" Type="http://schemas.openxmlformats.org/officeDocument/2006/relationships/image" Target="../media/image154.svg"/><Relationship Id="rId1" Type="http://schemas.openxmlformats.org/officeDocument/2006/relationships/image" Target="../media/image153.png"/><Relationship Id="rId4" Type="http://schemas.openxmlformats.org/officeDocument/2006/relationships/image" Target="../media/image156.svg"/></Relationships>
</file>

<file path=ppt/diagrams/_rels/drawing31.xml.rels><?xml version="1.0" encoding="UTF-8" standalone="yes"?>
<Relationships xmlns="http://schemas.openxmlformats.org/package/2006/relationships"><Relationship Id="rId8" Type="http://schemas.openxmlformats.org/officeDocument/2006/relationships/image" Target="../media/image57.svg"/><Relationship Id="rId3" Type="http://schemas.openxmlformats.org/officeDocument/2006/relationships/image" Target="../media/image159.png"/><Relationship Id="rId7" Type="http://schemas.openxmlformats.org/officeDocument/2006/relationships/image" Target="../media/image56.png"/><Relationship Id="rId2" Type="http://schemas.openxmlformats.org/officeDocument/2006/relationships/image" Target="../media/image158.svg"/><Relationship Id="rId1" Type="http://schemas.openxmlformats.org/officeDocument/2006/relationships/image" Target="../media/image157.png"/><Relationship Id="rId6" Type="http://schemas.openxmlformats.org/officeDocument/2006/relationships/image" Target="../media/image115.svg"/><Relationship Id="rId5" Type="http://schemas.openxmlformats.org/officeDocument/2006/relationships/image" Target="../media/image114.png"/><Relationship Id="rId4" Type="http://schemas.openxmlformats.org/officeDocument/2006/relationships/image" Target="../media/image160.svg"/></Relationships>
</file>

<file path=ppt/diagrams/_rels/drawing34.xml.rels><?xml version="1.0" encoding="UTF-8" standalone="yes"?>
<Relationships xmlns="http://schemas.openxmlformats.org/package/2006/relationships"><Relationship Id="rId8" Type="http://schemas.openxmlformats.org/officeDocument/2006/relationships/image" Target="../media/image164.svg"/><Relationship Id="rId3" Type="http://schemas.openxmlformats.org/officeDocument/2006/relationships/image" Target="../media/image161.png"/><Relationship Id="rId7" Type="http://schemas.openxmlformats.org/officeDocument/2006/relationships/image" Target="../media/image163.png"/><Relationship Id="rId2" Type="http://schemas.openxmlformats.org/officeDocument/2006/relationships/image" Target="../media/image12.svg"/><Relationship Id="rId1" Type="http://schemas.openxmlformats.org/officeDocument/2006/relationships/image" Target="../media/image11.png"/><Relationship Id="rId6" Type="http://schemas.openxmlformats.org/officeDocument/2006/relationships/image" Target="../media/image89.svg"/><Relationship Id="rId5" Type="http://schemas.openxmlformats.org/officeDocument/2006/relationships/image" Target="../media/image88.png"/><Relationship Id="rId4" Type="http://schemas.openxmlformats.org/officeDocument/2006/relationships/image" Target="../media/image162.svg"/></Relationships>
</file>

<file path=ppt/diagrams/_rels/drawing35.xml.rels><?xml version="1.0" encoding="UTF-8" standalone="yes"?>
<Relationships xmlns="http://schemas.openxmlformats.org/package/2006/relationships"><Relationship Id="rId8" Type="http://schemas.openxmlformats.org/officeDocument/2006/relationships/image" Target="../media/image166.svg"/><Relationship Id="rId3" Type="http://schemas.openxmlformats.org/officeDocument/2006/relationships/image" Target="../media/image133.png"/><Relationship Id="rId7" Type="http://schemas.openxmlformats.org/officeDocument/2006/relationships/image" Target="../media/image165.png"/><Relationship Id="rId2" Type="http://schemas.openxmlformats.org/officeDocument/2006/relationships/image" Target="../media/image164.svg"/><Relationship Id="rId1" Type="http://schemas.openxmlformats.org/officeDocument/2006/relationships/image" Target="../media/image163.png"/><Relationship Id="rId6" Type="http://schemas.openxmlformats.org/officeDocument/2006/relationships/image" Target="../media/image130.svg"/><Relationship Id="rId5" Type="http://schemas.openxmlformats.org/officeDocument/2006/relationships/image" Target="../media/image129.png"/><Relationship Id="rId4" Type="http://schemas.openxmlformats.org/officeDocument/2006/relationships/image" Target="../media/image134.svg"/></Relationships>
</file>

<file path=ppt/diagrams/_rels/drawing36.xml.rels><?xml version="1.0" encoding="UTF-8" standalone="yes"?>
<Relationships xmlns="http://schemas.openxmlformats.org/package/2006/relationships"><Relationship Id="rId3" Type="http://schemas.openxmlformats.org/officeDocument/2006/relationships/image" Target="../media/image163.png"/><Relationship Id="rId2" Type="http://schemas.openxmlformats.org/officeDocument/2006/relationships/image" Target="../media/image166.svg"/><Relationship Id="rId1" Type="http://schemas.openxmlformats.org/officeDocument/2006/relationships/image" Target="../media/image165.png"/><Relationship Id="rId6" Type="http://schemas.openxmlformats.org/officeDocument/2006/relationships/image" Target="../media/image134.svg"/><Relationship Id="rId5" Type="http://schemas.openxmlformats.org/officeDocument/2006/relationships/image" Target="../media/image133.png"/><Relationship Id="rId4" Type="http://schemas.openxmlformats.org/officeDocument/2006/relationships/image" Target="../media/image164.svg"/></Relationships>
</file>

<file path=ppt/diagrams/_rels/drawing37.xml.rels><?xml version="1.0" encoding="UTF-8" standalone="yes"?>
<Relationships xmlns="http://schemas.openxmlformats.org/package/2006/relationships"><Relationship Id="rId2" Type="http://schemas.openxmlformats.org/officeDocument/2006/relationships/image" Target="../media/image167.svg"/><Relationship Id="rId1" Type="http://schemas.openxmlformats.org/officeDocument/2006/relationships/image" Target="../media/image133.png"/></Relationships>
</file>

<file path=ppt/diagrams/_rels/drawing38.xml.rels><?xml version="1.0" encoding="UTF-8" standalone="yes"?>
<Relationships xmlns="http://schemas.openxmlformats.org/package/2006/relationships"><Relationship Id="rId8" Type="http://schemas.openxmlformats.org/officeDocument/2006/relationships/image" Target="../media/image176.svg"/><Relationship Id="rId3" Type="http://schemas.openxmlformats.org/officeDocument/2006/relationships/image" Target="../media/image171.png"/><Relationship Id="rId7" Type="http://schemas.openxmlformats.org/officeDocument/2006/relationships/image" Target="../media/image175.png"/><Relationship Id="rId2" Type="http://schemas.openxmlformats.org/officeDocument/2006/relationships/image" Target="../media/image170.svg"/><Relationship Id="rId1" Type="http://schemas.openxmlformats.org/officeDocument/2006/relationships/image" Target="../media/image169.png"/><Relationship Id="rId6" Type="http://schemas.openxmlformats.org/officeDocument/2006/relationships/image" Target="../media/image174.svg"/><Relationship Id="rId5" Type="http://schemas.openxmlformats.org/officeDocument/2006/relationships/image" Target="../media/image173.png"/><Relationship Id="rId4" Type="http://schemas.openxmlformats.org/officeDocument/2006/relationships/image" Target="../media/image172.svg"/></Relationships>
</file>

<file path=ppt/diagrams/_rels/drawing39.xml.rels><?xml version="1.0" encoding="UTF-8" standalone="yes"?>
<Relationships xmlns="http://schemas.openxmlformats.org/package/2006/relationships"><Relationship Id="rId3" Type="http://schemas.openxmlformats.org/officeDocument/2006/relationships/image" Target="../media/image157.png"/><Relationship Id="rId2" Type="http://schemas.openxmlformats.org/officeDocument/2006/relationships/image" Target="../media/image178.svg"/><Relationship Id="rId1" Type="http://schemas.openxmlformats.org/officeDocument/2006/relationships/image" Target="../media/image177.png"/><Relationship Id="rId6" Type="http://schemas.openxmlformats.org/officeDocument/2006/relationships/image" Target="../media/image57.svg"/><Relationship Id="rId5" Type="http://schemas.openxmlformats.org/officeDocument/2006/relationships/image" Target="../media/image56.png"/><Relationship Id="rId4" Type="http://schemas.openxmlformats.org/officeDocument/2006/relationships/image" Target="../media/image158.svg"/></Relationships>
</file>

<file path=ppt/diagrams/_rels/drawing40.xml.rels><?xml version="1.0" encoding="UTF-8" standalone="yes"?>
<Relationships xmlns="http://schemas.openxmlformats.org/package/2006/relationships"><Relationship Id="rId3" Type="http://schemas.openxmlformats.org/officeDocument/2006/relationships/image" Target="../media/image126.png"/><Relationship Id="rId2" Type="http://schemas.openxmlformats.org/officeDocument/2006/relationships/image" Target="../media/image130.svg"/><Relationship Id="rId1" Type="http://schemas.openxmlformats.org/officeDocument/2006/relationships/image" Target="../media/image129.png"/><Relationship Id="rId6" Type="http://schemas.openxmlformats.org/officeDocument/2006/relationships/image" Target="../media/image151.svg"/><Relationship Id="rId5" Type="http://schemas.openxmlformats.org/officeDocument/2006/relationships/image" Target="../media/image150.png"/><Relationship Id="rId4" Type="http://schemas.openxmlformats.org/officeDocument/2006/relationships/image" Target="../media/image127.svg"/></Relationships>
</file>

<file path=ppt/diagrams/_rels/drawing41.xml.rels><?xml version="1.0" encoding="UTF-8" standalone="yes"?>
<Relationships xmlns="http://schemas.openxmlformats.org/package/2006/relationships"><Relationship Id="rId3" Type="http://schemas.openxmlformats.org/officeDocument/2006/relationships/image" Target="../media/image181.png"/><Relationship Id="rId2" Type="http://schemas.openxmlformats.org/officeDocument/2006/relationships/image" Target="../media/image180.svg"/><Relationship Id="rId1" Type="http://schemas.openxmlformats.org/officeDocument/2006/relationships/image" Target="../media/image179.png"/><Relationship Id="rId4" Type="http://schemas.openxmlformats.org/officeDocument/2006/relationships/image" Target="../media/image182.svg"/></Relationships>
</file>

<file path=ppt/diagrams/_rels/drawing42.xml.rels><?xml version="1.0" encoding="UTF-8" standalone="yes"?>
<Relationships xmlns="http://schemas.openxmlformats.org/package/2006/relationships"><Relationship Id="rId3" Type="http://schemas.openxmlformats.org/officeDocument/2006/relationships/image" Target="../media/image185.png"/><Relationship Id="rId2" Type="http://schemas.openxmlformats.org/officeDocument/2006/relationships/image" Target="../media/image184.svg"/><Relationship Id="rId1" Type="http://schemas.openxmlformats.org/officeDocument/2006/relationships/image" Target="../media/image183.png"/><Relationship Id="rId6" Type="http://schemas.openxmlformats.org/officeDocument/2006/relationships/image" Target="../media/image188.svg"/><Relationship Id="rId5" Type="http://schemas.openxmlformats.org/officeDocument/2006/relationships/image" Target="../media/image187.png"/><Relationship Id="rId4" Type="http://schemas.openxmlformats.org/officeDocument/2006/relationships/image" Target="../media/image186.svg"/></Relationships>
</file>

<file path=ppt/diagrams/_rels/drawing46.xml.rels><?xml version="1.0" encoding="UTF-8" standalone="yes"?>
<Relationships xmlns="http://schemas.openxmlformats.org/package/2006/relationships"><Relationship Id="rId8" Type="http://schemas.openxmlformats.org/officeDocument/2006/relationships/image" Target="../media/image196.svg"/><Relationship Id="rId3" Type="http://schemas.openxmlformats.org/officeDocument/2006/relationships/image" Target="../media/image191.png"/><Relationship Id="rId7" Type="http://schemas.openxmlformats.org/officeDocument/2006/relationships/image" Target="../media/image195.png"/><Relationship Id="rId2" Type="http://schemas.openxmlformats.org/officeDocument/2006/relationships/image" Target="../media/image12.svg"/><Relationship Id="rId1" Type="http://schemas.openxmlformats.org/officeDocument/2006/relationships/image" Target="../media/image11.png"/><Relationship Id="rId6" Type="http://schemas.openxmlformats.org/officeDocument/2006/relationships/image" Target="../media/image194.svg"/><Relationship Id="rId5" Type="http://schemas.openxmlformats.org/officeDocument/2006/relationships/image" Target="../media/image193.png"/><Relationship Id="rId10" Type="http://schemas.openxmlformats.org/officeDocument/2006/relationships/image" Target="../media/image198.svg"/><Relationship Id="rId4" Type="http://schemas.openxmlformats.org/officeDocument/2006/relationships/image" Target="../media/image192.svg"/><Relationship Id="rId9" Type="http://schemas.openxmlformats.org/officeDocument/2006/relationships/image" Target="../media/image197.png"/></Relationships>
</file>

<file path=ppt/diagrams/_rels/drawing47.xml.rels><?xml version="1.0" encoding="UTF-8" standalone="yes"?>
<Relationships xmlns="http://schemas.openxmlformats.org/package/2006/relationships"><Relationship Id="rId8" Type="http://schemas.openxmlformats.org/officeDocument/2006/relationships/image" Target="../media/image204.svg"/><Relationship Id="rId3" Type="http://schemas.openxmlformats.org/officeDocument/2006/relationships/image" Target="../media/image199.png"/><Relationship Id="rId7" Type="http://schemas.openxmlformats.org/officeDocument/2006/relationships/image" Target="../media/image203.png"/><Relationship Id="rId2" Type="http://schemas.openxmlformats.org/officeDocument/2006/relationships/image" Target="../media/image36.svg"/><Relationship Id="rId1" Type="http://schemas.openxmlformats.org/officeDocument/2006/relationships/image" Target="../media/image35.png"/><Relationship Id="rId6" Type="http://schemas.openxmlformats.org/officeDocument/2006/relationships/image" Target="../media/image202.svg"/><Relationship Id="rId5" Type="http://schemas.openxmlformats.org/officeDocument/2006/relationships/image" Target="../media/image201.png"/><Relationship Id="rId4" Type="http://schemas.openxmlformats.org/officeDocument/2006/relationships/image" Target="../media/image200.svg"/></Relationships>
</file>

<file path=ppt/diagrams/_rels/drawing48.xml.rels><?xml version="1.0" encoding="UTF-8" standalone="yes"?>
<Relationships xmlns="http://schemas.openxmlformats.org/package/2006/relationships"><Relationship Id="rId8" Type="http://schemas.openxmlformats.org/officeDocument/2006/relationships/image" Target="../media/image208.svg"/><Relationship Id="rId3" Type="http://schemas.openxmlformats.org/officeDocument/2006/relationships/image" Target="../media/image205.png"/><Relationship Id="rId7" Type="http://schemas.openxmlformats.org/officeDocument/2006/relationships/image" Target="../media/image207.png"/><Relationship Id="rId2" Type="http://schemas.openxmlformats.org/officeDocument/2006/relationships/image" Target="../media/image12.svg"/><Relationship Id="rId1" Type="http://schemas.openxmlformats.org/officeDocument/2006/relationships/image" Target="../media/image11.png"/><Relationship Id="rId6" Type="http://schemas.openxmlformats.org/officeDocument/2006/relationships/image" Target="../media/image89.svg"/><Relationship Id="rId5" Type="http://schemas.openxmlformats.org/officeDocument/2006/relationships/image" Target="../media/image88.png"/><Relationship Id="rId4" Type="http://schemas.openxmlformats.org/officeDocument/2006/relationships/image" Target="../media/image206.svg"/></Relationships>
</file>

<file path=ppt/diagrams/_rels/drawing49.xml.rels><?xml version="1.0" encoding="UTF-8" standalone="yes"?>
<Relationships xmlns="http://schemas.openxmlformats.org/package/2006/relationships"><Relationship Id="rId8" Type="http://schemas.openxmlformats.org/officeDocument/2006/relationships/image" Target="../media/image214.svg"/><Relationship Id="rId3" Type="http://schemas.openxmlformats.org/officeDocument/2006/relationships/image" Target="../media/image209.png"/><Relationship Id="rId7" Type="http://schemas.openxmlformats.org/officeDocument/2006/relationships/image" Target="../media/image213.png"/><Relationship Id="rId2" Type="http://schemas.openxmlformats.org/officeDocument/2006/relationships/image" Target="../media/image12.svg"/><Relationship Id="rId1" Type="http://schemas.openxmlformats.org/officeDocument/2006/relationships/image" Target="../media/image11.png"/><Relationship Id="rId6" Type="http://schemas.openxmlformats.org/officeDocument/2006/relationships/image" Target="../media/image212.svg"/><Relationship Id="rId5" Type="http://schemas.openxmlformats.org/officeDocument/2006/relationships/image" Target="../media/image211.png"/><Relationship Id="rId4" Type="http://schemas.openxmlformats.org/officeDocument/2006/relationships/image" Target="../media/image210.svg"/></Relationships>
</file>

<file path=ppt/diagrams/_rels/drawing50.xml.rels><?xml version="1.0" encoding="UTF-8" standalone="yes"?>
<Relationships xmlns="http://schemas.openxmlformats.org/package/2006/relationships"><Relationship Id="rId8" Type="http://schemas.openxmlformats.org/officeDocument/2006/relationships/image" Target="../media/image220.svg"/><Relationship Id="rId3" Type="http://schemas.openxmlformats.org/officeDocument/2006/relationships/image" Target="../media/image215.png"/><Relationship Id="rId7" Type="http://schemas.openxmlformats.org/officeDocument/2006/relationships/image" Target="../media/image219.png"/><Relationship Id="rId2" Type="http://schemas.openxmlformats.org/officeDocument/2006/relationships/image" Target="../media/image12.svg"/><Relationship Id="rId1" Type="http://schemas.openxmlformats.org/officeDocument/2006/relationships/image" Target="../media/image11.png"/><Relationship Id="rId6" Type="http://schemas.openxmlformats.org/officeDocument/2006/relationships/image" Target="../media/image218.svg"/><Relationship Id="rId5" Type="http://schemas.openxmlformats.org/officeDocument/2006/relationships/image" Target="../media/image217.png"/><Relationship Id="rId4" Type="http://schemas.openxmlformats.org/officeDocument/2006/relationships/image" Target="../media/image216.svg"/></Relationships>
</file>

<file path=ppt/diagrams/_rels/drawing51.xml.rels><?xml version="1.0" encoding="UTF-8" standalone="yes"?>
<Relationships xmlns="http://schemas.openxmlformats.org/package/2006/relationships"><Relationship Id="rId8" Type="http://schemas.openxmlformats.org/officeDocument/2006/relationships/image" Target="../media/image226.svg"/><Relationship Id="rId3" Type="http://schemas.openxmlformats.org/officeDocument/2006/relationships/image" Target="../media/image221.png"/><Relationship Id="rId7" Type="http://schemas.openxmlformats.org/officeDocument/2006/relationships/image" Target="../media/image225.png"/><Relationship Id="rId2" Type="http://schemas.openxmlformats.org/officeDocument/2006/relationships/image" Target="../media/image12.svg"/><Relationship Id="rId1" Type="http://schemas.openxmlformats.org/officeDocument/2006/relationships/image" Target="../media/image11.png"/><Relationship Id="rId6" Type="http://schemas.openxmlformats.org/officeDocument/2006/relationships/image" Target="../media/image224.svg"/><Relationship Id="rId5" Type="http://schemas.openxmlformats.org/officeDocument/2006/relationships/image" Target="../media/image223.png"/><Relationship Id="rId4" Type="http://schemas.openxmlformats.org/officeDocument/2006/relationships/image" Target="../media/image222.svg"/></Relationships>
</file>

<file path=ppt/diagrams/_rels/drawing52.xml.rels><?xml version="1.0" encoding="UTF-8" standalone="yes"?>
<Relationships xmlns="http://schemas.openxmlformats.org/package/2006/relationships"><Relationship Id="rId3" Type="http://schemas.openxmlformats.org/officeDocument/2006/relationships/image" Target="../media/image227.png"/><Relationship Id="rId2" Type="http://schemas.openxmlformats.org/officeDocument/2006/relationships/image" Target="../media/image57.svg"/><Relationship Id="rId1" Type="http://schemas.openxmlformats.org/officeDocument/2006/relationships/image" Target="../media/image56.png"/><Relationship Id="rId6" Type="http://schemas.openxmlformats.org/officeDocument/2006/relationships/image" Target="../media/image230.svg"/><Relationship Id="rId5" Type="http://schemas.openxmlformats.org/officeDocument/2006/relationships/image" Target="../media/image229.png"/><Relationship Id="rId4" Type="http://schemas.openxmlformats.org/officeDocument/2006/relationships/image" Target="../media/image228.svg"/></Relationships>
</file>

<file path=ppt/diagrams/_rels/drawing53.xml.rels><?xml version="1.0" encoding="UTF-8" standalone="yes"?>
<Relationships xmlns="http://schemas.openxmlformats.org/package/2006/relationships"><Relationship Id="rId3" Type="http://schemas.openxmlformats.org/officeDocument/2006/relationships/image" Target="../media/image231.png"/><Relationship Id="rId2" Type="http://schemas.openxmlformats.org/officeDocument/2006/relationships/image" Target="../media/image12.svg"/><Relationship Id="rId1" Type="http://schemas.openxmlformats.org/officeDocument/2006/relationships/image" Target="../media/image11.png"/><Relationship Id="rId6" Type="http://schemas.openxmlformats.org/officeDocument/2006/relationships/image" Target="../media/image233.svg"/><Relationship Id="rId5" Type="http://schemas.openxmlformats.org/officeDocument/2006/relationships/image" Target="../media/image205.png"/><Relationship Id="rId4" Type="http://schemas.openxmlformats.org/officeDocument/2006/relationships/image" Target="../media/image232.svg"/></Relationships>
</file>

<file path=ppt/diagrams/_rels/drawing54.xml.rels><?xml version="1.0" encoding="UTF-8" standalone="yes"?>
<Relationships xmlns="http://schemas.openxmlformats.org/package/2006/relationships"><Relationship Id="rId8" Type="http://schemas.openxmlformats.org/officeDocument/2006/relationships/image" Target="../media/image238.svg"/><Relationship Id="rId3" Type="http://schemas.openxmlformats.org/officeDocument/2006/relationships/image" Target="../media/image234.png"/><Relationship Id="rId7" Type="http://schemas.openxmlformats.org/officeDocument/2006/relationships/image" Target="../media/image99.png"/><Relationship Id="rId2" Type="http://schemas.openxmlformats.org/officeDocument/2006/relationships/image" Target="../media/image12.svg"/><Relationship Id="rId1" Type="http://schemas.openxmlformats.org/officeDocument/2006/relationships/image" Target="../media/image11.png"/><Relationship Id="rId6" Type="http://schemas.openxmlformats.org/officeDocument/2006/relationships/image" Target="../media/image237.svg"/><Relationship Id="rId5" Type="http://schemas.openxmlformats.org/officeDocument/2006/relationships/image" Target="../media/image236.png"/><Relationship Id="rId4" Type="http://schemas.openxmlformats.org/officeDocument/2006/relationships/image" Target="../media/image235.svg"/></Relationships>
</file>

<file path=ppt/diagrams/_rels/drawing55.xml.rels><?xml version="1.0" encoding="UTF-8" standalone="yes"?>
<Relationships xmlns="http://schemas.openxmlformats.org/package/2006/relationships"><Relationship Id="rId3" Type="http://schemas.openxmlformats.org/officeDocument/2006/relationships/image" Target="../media/image241.png"/><Relationship Id="rId2" Type="http://schemas.openxmlformats.org/officeDocument/2006/relationships/image" Target="../media/image240.svg"/><Relationship Id="rId1" Type="http://schemas.openxmlformats.org/officeDocument/2006/relationships/image" Target="../media/image239.png"/><Relationship Id="rId6" Type="http://schemas.openxmlformats.org/officeDocument/2006/relationships/image" Target="../media/image244.svg"/><Relationship Id="rId5" Type="http://schemas.openxmlformats.org/officeDocument/2006/relationships/image" Target="../media/image243.png"/><Relationship Id="rId4" Type="http://schemas.openxmlformats.org/officeDocument/2006/relationships/image" Target="../media/image242.svg"/></Relationships>
</file>

<file path=ppt/diagrams/_rels/drawing57.xml.rels><?xml version="1.0" encoding="UTF-8" standalone="yes"?>
<Relationships xmlns="http://schemas.openxmlformats.org/package/2006/relationships"><Relationship Id="rId8" Type="http://schemas.openxmlformats.org/officeDocument/2006/relationships/image" Target="../media/image251.svg"/><Relationship Id="rId3" Type="http://schemas.openxmlformats.org/officeDocument/2006/relationships/image" Target="../media/image247.png"/><Relationship Id="rId7" Type="http://schemas.openxmlformats.org/officeDocument/2006/relationships/image" Target="../media/image185.png"/><Relationship Id="rId2" Type="http://schemas.openxmlformats.org/officeDocument/2006/relationships/image" Target="../media/image246.svg"/><Relationship Id="rId1" Type="http://schemas.openxmlformats.org/officeDocument/2006/relationships/image" Target="../media/image245.png"/><Relationship Id="rId6" Type="http://schemas.openxmlformats.org/officeDocument/2006/relationships/image" Target="../media/image250.svg"/><Relationship Id="rId5" Type="http://schemas.openxmlformats.org/officeDocument/2006/relationships/image" Target="../media/image249.png"/><Relationship Id="rId4" Type="http://schemas.openxmlformats.org/officeDocument/2006/relationships/image" Target="../media/image248.svg"/></Relationships>
</file>

<file path=ppt/diagrams/_rels/drawing58.xml.rels><?xml version="1.0" encoding="UTF-8" standalone="yes"?>
<Relationships xmlns="http://schemas.openxmlformats.org/package/2006/relationships"><Relationship Id="rId3" Type="http://schemas.openxmlformats.org/officeDocument/2006/relationships/image" Target="../media/image3.png"/><Relationship Id="rId2" Type="http://schemas.openxmlformats.org/officeDocument/2006/relationships/image" Target="../media/image12.svg"/><Relationship Id="rId1" Type="http://schemas.openxmlformats.org/officeDocument/2006/relationships/image" Target="../media/image11.png"/><Relationship Id="rId6" Type="http://schemas.openxmlformats.org/officeDocument/2006/relationships/image" Target="../media/image253.svg"/><Relationship Id="rId5" Type="http://schemas.openxmlformats.org/officeDocument/2006/relationships/image" Target="../media/image252.png"/><Relationship Id="rId4" Type="http://schemas.openxmlformats.org/officeDocument/2006/relationships/image" Target="../media/image4.svg"/></Relationships>
</file>

<file path=ppt/diagrams/_rels/drawing59.xml.rels><?xml version="1.0" encoding="UTF-8" standalone="yes"?>
<Relationships xmlns="http://schemas.openxmlformats.org/package/2006/relationships"><Relationship Id="rId8" Type="http://schemas.openxmlformats.org/officeDocument/2006/relationships/image" Target="../media/image260.svg"/><Relationship Id="rId3" Type="http://schemas.openxmlformats.org/officeDocument/2006/relationships/image" Target="../media/image256.png"/><Relationship Id="rId7" Type="http://schemas.openxmlformats.org/officeDocument/2006/relationships/image" Target="../media/image147.png"/><Relationship Id="rId2" Type="http://schemas.openxmlformats.org/officeDocument/2006/relationships/image" Target="../media/image255.svg"/><Relationship Id="rId1" Type="http://schemas.openxmlformats.org/officeDocument/2006/relationships/image" Target="../media/image254.png"/><Relationship Id="rId6" Type="http://schemas.openxmlformats.org/officeDocument/2006/relationships/image" Target="../media/image259.svg"/><Relationship Id="rId5" Type="http://schemas.openxmlformats.org/officeDocument/2006/relationships/image" Target="../media/image258.png"/><Relationship Id="rId4" Type="http://schemas.openxmlformats.org/officeDocument/2006/relationships/image" Target="../media/image257.svg"/></Relationships>
</file>

<file path=ppt/diagrams/_rels/drawing60.xml.rels><?xml version="1.0" encoding="UTF-8" standalone="yes"?>
<Relationships xmlns="http://schemas.openxmlformats.org/package/2006/relationships"><Relationship Id="rId8" Type="http://schemas.openxmlformats.org/officeDocument/2006/relationships/image" Target="../media/image266.svg"/><Relationship Id="rId3" Type="http://schemas.openxmlformats.org/officeDocument/2006/relationships/image" Target="../media/image261.png"/><Relationship Id="rId7" Type="http://schemas.openxmlformats.org/officeDocument/2006/relationships/image" Target="../media/image265.png"/><Relationship Id="rId2" Type="http://schemas.openxmlformats.org/officeDocument/2006/relationships/image" Target="../media/image27.svg"/><Relationship Id="rId1" Type="http://schemas.openxmlformats.org/officeDocument/2006/relationships/image" Target="../media/image26.png"/><Relationship Id="rId6" Type="http://schemas.openxmlformats.org/officeDocument/2006/relationships/image" Target="../media/image264.svg"/><Relationship Id="rId5" Type="http://schemas.openxmlformats.org/officeDocument/2006/relationships/image" Target="../media/image263.png"/><Relationship Id="rId4" Type="http://schemas.openxmlformats.org/officeDocument/2006/relationships/image" Target="../media/image262.svg"/></Relationships>
</file>

<file path=ppt/diagrams/_rels/drawing61.xml.rels><?xml version="1.0" encoding="UTF-8" standalone="yes"?>
<Relationships xmlns="http://schemas.openxmlformats.org/package/2006/relationships"><Relationship Id="rId3" Type="http://schemas.openxmlformats.org/officeDocument/2006/relationships/image" Target="../media/image269.png"/><Relationship Id="rId2" Type="http://schemas.openxmlformats.org/officeDocument/2006/relationships/image" Target="../media/image268.svg"/><Relationship Id="rId1" Type="http://schemas.openxmlformats.org/officeDocument/2006/relationships/image" Target="../media/image267.png"/><Relationship Id="rId6" Type="http://schemas.openxmlformats.org/officeDocument/2006/relationships/image" Target="../media/image134.svg"/><Relationship Id="rId5" Type="http://schemas.openxmlformats.org/officeDocument/2006/relationships/image" Target="../media/image133.png"/><Relationship Id="rId4" Type="http://schemas.openxmlformats.org/officeDocument/2006/relationships/image" Target="../media/image270.svg"/></Relationships>
</file>

<file path=ppt/diagrams/_rels/drawing62.xml.rels><?xml version="1.0" encoding="UTF-8" standalone="yes"?>
<Relationships xmlns="http://schemas.openxmlformats.org/package/2006/relationships"><Relationship Id="rId3" Type="http://schemas.openxmlformats.org/officeDocument/2006/relationships/image" Target="../media/image273.png"/><Relationship Id="rId2" Type="http://schemas.openxmlformats.org/officeDocument/2006/relationships/image" Target="../media/image272.svg"/><Relationship Id="rId1" Type="http://schemas.openxmlformats.org/officeDocument/2006/relationships/image" Target="../media/image271.png"/><Relationship Id="rId6" Type="http://schemas.openxmlformats.org/officeDocument/2006/relationships/image" Target="../media/image276.svg"/><Relationship Id="rId5" Type="http://schemas.openxmlformats.org/officeDocument/2006/relationships/image" Target="../media/image275.png"/><Relationship Id="rId4" Type="http://schemas.openxmlformats.org/officeDocument/2006/relationships/image" Target="../media/image274.svg"/></Relationships>
</file>

<file path=ppt/diagrams/_rels/drawing63.xml.rels><?xml version="1.0" encoding="UTF-8" standalone="yes"?>
<Relationships xmlns="http://schemas.openxmlformats.org/package/2006/relationships"><Relationship Id="rId3" Type="http://schemas.openxmlformats.org/officeDocument/2006/relationships/image" Target="../media/image279.png"/><Relationship Id="rId2" Type="http://schemas.openxmlformats.org/officeDocument/2006/relationships/image" Target="../media/image278.svg"/><Relationship Id="rId1" Type="http://schemas.openxmlformats.org/officeDocument/2006/relationships/image" Target="../media/image277.png"/><Relationship Id="rId6" Type="http://schemas.openxmlformats.org/officeDocument/2006/relationships/image" Target="../media/image281.svg"/><Relationship Id="rId5" Type="http://schemas.openxmlformats.org/officeDocument/2006/relationships/image" Target="../media/image280.png"/><Relationship Id="rId4" Type="http://schemas.openxmlformats.org/officeDocument/2006/relationships/image" Target="../media/image27.svg"/></Relationships>
</file>

<file path=ppt/diagrams/_rels/drawing64.xml.rels><?xml version="1.0" encoding="UTF-8" standalone="yes"?>
<Relationships xmlns="http://schemas.openxmlformats.org/package/2006/relationships"><Relationship Id="rId3" Type="http://schemas.openxmlformats.org/officeDocument/2006/relationships/image" Target="../media/image147.png"/><Relationship Id="rId2" Type="http://schemas.openxmlformats.org/officeDocument/2006/relationships/image" Target="../media/image47.svg"/><Relationship Id="rId1" Type="http://schemas.openxmlformats.org/officeDocument/2006/relationships/image" Target="../media/image46.png"/><Relationship Id="rId6" Type="http://schemas.openxmlformats.org/officeDocument/2006/relationships/image" Target="../media/image283.svg"/><Relationship Id="rId5" Type="http://schemas.openxmlformats.org/officeDocument/2006/relationships/image" Target="../media/image282.png"/><Relationship Id="rId4" Type="http://schemas.openxmlformats.org/officeDocument/2006/relationships/image" Target="../media/image73.svg"/></Relationships>
</file>

<file path=ppt/diagrams/_rels/drawing65.xml.rels><?xml version="1.0" encoding="UTF-8" standalone="yes"?>
<Relationships xmlns="http://schemas.openxmlformats.org/package/2006/relationships"><Relationship Id="rId8" Type="http://schemas.openxmlformats.org/officeDocument/2006/relationships/image" Target="../media/image291.svg"/><Relationship Id="rId3" Type="http://schemas.openxmlformats.org/officeDocument/2006/relationships/image" Target="../media/image286.png"/><Relationship Id="rId7" Type="http://schemas.openxmlformats.org/officeDocument/2006/relationships/image" Target="../media/image290.png"/><Relationship Id="rId2" Type="http://schemas.openxmlformats.org/officeDocument/2006/relationships/image" Target="../media/image285.svg"/><Relationship Id="rId1" Type="http://schemas.openxmlformats.org/officeDocument/2006/relationships/image" Target="../media/image284.png"/><Relationship Id="rId6" Type="http://schemas.openxmlformats.org/officeDocument/2006/relationships/image" Target="../media/image289.svg"/><Relationship Id="rId5" Type="http://schemas.openxmlformats.org/officeDocument/2006/relationships/image" Target="../media/image288.png"/><Relationship Id="rId4" Type="http://schemas.openxmlformats.org/officeDocument/2006/relationships/image" Target="../media/image287.svg"/></Relationships>
</file>

<file path=ppt/diagrams/_rels/drawing66.xml.rels><?xml version="1.0" encoding="UTF-8" standalone="yes"?>
<Relationships xmlns="http://schemas.openxmlformats.org/package/2006/relationships"><Relationship Id="rId2" Type="http://schemas.openxmlformats.org/officeDocument/2006/relationships/image" Target="../media/image293.png"/><Relationship Id="rId1" Type="http://schemas.openxmlformats.org/officeDocument/2006/relationships/image" Target="../media/image292.png"/></Relationships>
</file>

<file path=ppt/diagrams/_rels/drawing67.xml.rels><?xml version="1.0" encoding="UTF-8" standalone="yes"?>
<Relationships xmlns="http://schemas.openxmlformats.org/package/2006/relationships"><Relationship Id="rId3" Type="http://schemas.openxmlformats.org/officeDocument/2006/relationships/image" Target="../media/image296.png"/><Relationship Id="rId2" Type="http://schemas.openxmlformats.org/officeDocument/2006/relationships/image" Target="../media/image295.svg"/><Relationship Id="rId1" Type="http://schemas.openxmlformats.org/officeDocument/2006/relationships/image" Target="../media/image294.png"/><Relationship Id="rId6" Type="http://schemas.openxmlformats.org/officeDocument/2006/relationships/image" Target="../media/image299.svg"/><Relationship Id="rId5" Type="http://schemas.openxmlformats.org/officeDocument/2006/relationships/image" Target="../media/image298.png"/><Relationship Id="rId4" Type="http://schemas.openxmlformats.org/officeDocument/2006/relationships/image" Target="../media/image297.svg"/></Relationships>
</file>

<file path=ppt/diagrams/_rels/drawing68.xml.rels><?xml version="1.0" encoding="UTF-8" standalone="yes"?>
<Relationships xmlns="http://schemas.openxmlformats.org/package/2006/relationships"><Relationship Id="rId3" Type="http://schemas.openxmlformats.org/officeDocument/2006/relationships/image" Target="../media/image302.png"/><Relationship Id="rId2" Type="http://schemas.openxmlformats.org/officeDocument/2006/relationships/image" Target="../media/image301.svg"/><Relationship Id="rId1" Type="http://schemas.openxmlformats.org/officeDocument/2006/relationships/image" Target="../media/image300.png"/><Relationship Id="rId6" Type="http://schemas.openxmlformats.org/officeDocument/2006/relationships/image" Target="../media/image305.svg"/><Relationship Id="rId5" Type="http://schemas.openxmlformats.org/officeDocument/2006/relationships/image" Target="../media/image304.png"/><Relationship Id="rId4" Type="http://schemas.openxmlformats.org/officeDocument/2006/relationships/image" Target="../media/image303.svg"/></Relationships>
</file>

<file path=ppt/diagrams/_rels/drawing69.xml.rels><?xml version="1.0" encoding="UTF-8" standalone="yes"?>
<Relationships xmlns="http://schemas.openxmlformats.org/package/2006/relationships"><Relationship Id="rId3" Type="http://schemas.openxmlformats.org/officeDocument/2006/relationships/image" Target="../media/image308.png"/><Relationship Id="rId2" Type="http://schemas.openxmlformats.org/officeDocument/2006/relationships/image" Target="../media/image307.svg"/><Relationship Id="rId1" Type="http://schemas.openxmlformats.org/officeDocument/2006/relationships/image" Target="../media/image306.png"/><Relationship Id="rId6" Type="http://schemas.openxmlformats.org/officeDocument/2006/relationships/image" Target="../media/image134.svg"/><Relationship Id="rId5" Type="http://schemas.openxmlformats.org/officeDocument/2006/relationships/image" Target="../media/image133.png"/><Relationship Id="rId4" Type="http://schemas.openxmlformats.org/officeDocument/2006/relationships/image" Target="../media/image309.svg"/></Relationships>
</file>

<file path=ppt/diagrams/_rels/drawing70.xml.rels><?xml version="1.0" encoding="UTF-8" standalone="yes"?>
<Relationships xmlns="http://schemas.openxmlformats.org/package/2006/relationships"><Relationship Id="rId3" Type="http://schemas.openxmlformats.org/officeDocument/2006/relationships/image" Target="../media/image312.png"/><Relationship Id="rId2" Type="http://schemas.openxmlformats.org/officeDocument/2006/relationships/image" Target="../media/image311.svg"/><Relationship Id="rId1" Type="http://schemas.openxmlformats.org/officeDocument/2006/relationships/image" Target="../media/image310.png"/><Relationship Id="rId6" Type="http://schemas.openxmlformats.org/officeDocument/2006/relationships/image" Target="../media/image315.svg"/><Relationship Id="rId5" Type="http://schemas.openxmlformats.org/officeDocument/2006/relationships/image" Target="../media/image314.png"/><Relationship Id="rId4" Type="http://schemas.openxmlformats.org/officeDocument/2006/relationships/image" Target="../media/image313.svg"/></Relationships>
</file>

<file path=ppt/diagrams/_rels/drawing73.xml.rels><?xml version="1.0" encoding="UTF-8" standalone="yes"?>
<Relationships xmlns="http://schemas.openxmlformats.org/package/2006/relationships"><Relationship Id="rId3" Type="http://schemas.openxmlformats.org/officeDocument/2006/relationships/image" Target="../media/image319.png"/><Relationship Id="rId2" Type="http://schemas.openxmlformats.org/officeDocument/2006/relationships/image" Target="../media/image318.svg"/><Relationship Id="rId1" Type="http://schemas.openxmlformats.org/officeDocument/2006/relationships/image" Target="../media/image317.png"/><Relationship Id="rId6" Type="http://schemas.openxmlformats.org/officeDocument/2006/relationships/image" Target="../media/image322.svg"/><Relationship Id="rId5" Type="http://schemas.openxmlformats.org/officeDocument/2006/relationships/image" Target="../media/image321.png"/><Relationship Id="rId4" Type="http://schemas.openxmlformats.org/officeDocument/2006/relationships/image" Target="../media/image320.svg"/></Relationships>
</file>

<file path=ppt/diagrams/_rels/drawing74.xml.rels><?xml version="1.0" encoding="UTF-8" standalone="yes"?>
<Relationships xmlns="http://schemas.openxmlformats.org/package/2006/relationships"><Relationship Id="rId3" Type="http://schemas.openxmlformats.org/officeDocument/2006/relationships/image" Target="../media/image323.png"/><Relationship Id="rId2" Type="http://schemas.openxmlformats.org/officeDocument/2006/relationships/image" Target="../media/image47.svg"/><Relationship Id="rId1" Type="http://schemas.openxmlformats.org/officeDocument/2006/relationships/image" Target="../media/image46.png"/><Relationship Id="rId6" Type="http://schemas.openxmlformats.org/officeDocument/2006/relationships/image" Target="../media/image326.svg"/><Relationship Id="rId5" Type="http://schemas.openxmlformats.org/officeDocument/2006/relationships/image" Target="../media/image325.png"/><Relationship Id="rId4" Type="http://schemas.openxmlformats.org/officeDocument/2006/relationships/image" Target="../media/image324.svg"/></Relationships>
</file>

<file path=ppt/diagrams/_rels/drawing75.xml.rels><?xml version="1.0" encoding="UTF-8" standalone="yes"?>
<Relationships xmlns="http://schemas.openxmlformats.org/package/2006/relationships"><Relationship Id="rId3" Type="http://schemas.openxmlformats.org/officeDocument/2006/relationships/image" Target="../media/image329.png"/><Relationship Id="rId2" Type="http://schemas.openxmlformats.org/officeDocument/2006/relationships/image" Target="../media/image328.svg"/><Relationship Id="rId1" Type="http://schemas.openxmlformats.org/officeDocument/2006/relationships/image" Target="../media/image327.png"/><Relationship Id="rId6" Type="http://schemas.openxmlformats.org/officeDocument/2006/relationships/image" Target="../media/image332.svg"/><Relationship Id="rId5" Type="http://schemas.openxmlformats.org/officeDocument/2006/relationships/image" Target="../media/image331.png"/><Relationship Id="rId4" Type="http://schemas.openxmlformats.org/officeDocument/2006/relationships/image" Target="../media/image330.svg"/></Relationships>
</file>

<file path=ppt/diagrams/_rels/drawing76.xml.rels><?xml version="1.0" encoding="UTF-8" standalone="yes"?>
<Relationships xmlns="http://schemas.openxmlformats.org/package/2006/relationships"><Relationship Id="rId8" Type="http://schemas.openxmlformats.org/officeDocument/2006/relationships/image" Target="../media/image332.svg"/><Relationship Id="rId3" Type="http://schemas.openxmlformats.org/officeDocument/2006/relationships/image" Target="../media/image335.png"/><Relationship Id="rId7" Type="http://schemas.openxmlformats.org/officeDocument/2006/relationships/image" Target="../media/image331.png"/><Relationship Id="rId2" Type="http://schemas.openxmlformats.org/officeDocument/2006/relationships/image" Target="../media/image334.svg"/><Relationship Id="rId1" Type="http://schemas.openxmlformats.org/officeDocument/2006/relationships/image" Target="../media/image333.png"/><Relationship Id="rId6" Type="http://schemas.openxmlformats.org/officeDocument/2006/relationships/image" Target="../media/image338.svg"/><Relationship Id="rId5" Type="http://schemas.openxmlformats.org/officeDocument/2006/relationships/image" Target="../media/image337.png"/><Relationship Id="rId4" Type="http://schemas.openxmlformats.org/officeDocument/2006/relationships/image" Target="../media/image336.svg"/></Relationships>
</file>

<file path=ppt/diagrams/_rels/drawing77.xml.rels><?xml version="1.0" encoding="UTF-8" standalone="yes"?>
<Relationships xmlns="http://schemas.openxmlformats.org/package/2006/relationships"><Relationship Id="rId8" Type="http://schemas.openxmlformats.org/officeDocument/2006/relationships/image" Target="../media/image346.svg"/><Relationship Id="rId3" Type="http://schemas.openxmlformats.org/officeDocument/2006/relationships/image" Target="../media/image341.png"/><Relationship Id="rId7" Type="http://schemas.openxmlformats.org/officeDocument/2006/relationships/image" Target="../media/image345.png"/><Relationship Id="rId2" Type="http://schemas.openxmlformats.org/officeDocument/2006/relationships/image" Target="../media/image340.svg"/><Relationship Id="rId1" Type="http://schemas.openxmlformats.org/officeDocument/2006/relationships/image" Target="../media/image339.png"/><Relationship Id="rId6" Type="http://schemas.openxmlformats.org/officeDocument/2006/relationships/image" Target="../media/image344.svg"/><Relationship Id="rId5" Type="http://schemas.openxmlformats.org/officeDocument/2006/relationships/image" Target="../media/image343.png"/><Relationship Id="rId4" Type="http://schemas.openxmlformats.org/officeDocument/2006/relationships/image" Target="../media/image342.svg"/></Relationships>
</file>

<file path=ppt/diagrams/_rels/drawing78.xml.rels><?xml version="1.0" encoding="UTF-8" standalone="yes"?>
<Relationships xmlns="http://schemas.openxmlformats.org/package/2006/relationships"><Relationship Id="rId8" Type="http://schemas.openxmlformats.org/officeDocument/2006/relationships/image" Target="../media/image322.svg"/><Relationship Id="rId3" Type="http://schemas.openxmlformats.org/officeDocument/2006/relationships/image" Target="../media/image349.png"/><Relationship Id="rId7" Type="http://schemas.openxmlformats.org/officeDocument/2006/relationships/image" Target="../media/image321.png"/><Relationship Id="rId2" Type="http://schemas.openxmlformats.org/officeDocument/2006/relationships/image" Target="../media/image348.svg"/><Relationship Id="rId1" Type="http://schemas.openxmlformats.org/officeDocument/2006/relationships/image" Target="../media/image347.png"/><Relationship Id="rId6" Type="http://schemas.openxmlformats.org/officeDocument/2006/relationships/image" Target="../media/image352.svg"/><Relationship Id="rId5" Type="http://schemas.openxmlformats.org/officeDocument/2006/relationships/image" Target="../media/image351.png"/><Relationship Id="rId4" Type="http://schemas.openxmlformats.org/officeDocument/2006/relationships/image" Target="../media/image350.svg"/></Relationships>
</file>

<file path=ppt/diagrams/_rels/drawing79.xml.rels><?xml version="1.0" encoding="UTF-8" standalone="yes"?>
<Relationships xmlns="http://schemas.openxmlformats.org/package/2006/relationships"><Relationship Id="rId3" Type="http://schemas.openxmlformats.org/officeDocument/2006/relationships/image" Target="../media/image358.png"/><Relationship Id="rId2" Type="http://schemas.openxmlformats.org/officeDocument/2006/relationships/image" Target="../media/image281.svg"/><Relationship Id="rId1" Type="http://schemas.openxmlformats.org/officeDocument/2006/relationships/image" Target="../media/image280.png"/><Relationship Id="rId4" Type="http://schemas.openxmlformats.org/officeDocument/2006/relationships/image" Target="../media/image359.svg"/></Relationships>
</file>

<file path=ppt/diagrams/_rels/drawing80.xml.rels><?xml version="1.0" encoding="UTF-8" standalone="yes"?>
<Relationships xmlns="http://schemas.openxmlformats.org/package/2006/relationships"><Relationship Id="rId3" Type="http://schemas.openxmlformats.org/officeDocument/2006/relationships/image" Target="../media/image362.png"/><Relationship Id="rId2" Type="http://schemas.openxmlformats.org/officeDocument/2006/relationships/image" Target="../media/image361.svg"/><Relationship Id="rId1" Type="http://schemas.openxmlformats.org/officeDocument/2006/relationships/image" Target="../media/image360.png"/><Relationship Id="rId4" Type="http://schemas.openxmlformats.org/officeDocument/2006/relationships/image" Target="../media/image363.svg"/></Relationships>
</file>

<file path=ppt/diagrams/_rels/drawing81.xml.rels><?xml version="1.0" encoding="UTF-8" standalone="yes"?>
<Relationships xmlns="http://schemas.openxmlformats.org/package/2006/relationships"><Relationship Id="rId3" Type="http://schemas.openxmlformats.org/officeDocument/2006/relationships/image" Target="../media/image366.png"/><Relationship Id="rId2" Type="http://schemas.openxmlformats.org/officeDocument/2006/relationships/image" Target="../media/image365.svg"/><Relationship Id="rId1" Type="http://schemas.openxmlformats.org/officeDocument/2006/relationships/image" Target="../media/image364.png"/><Relationship Id="rId6" Type="http://schemas.openxmlformats.org/officeDocument/2006/relationships/image" Target="../media/image369.svg"/><Relationship Id="rId5" Type="http://schemas.openxmlformats.org/officeDocument/2006/relationships/image" Target="../media/image368.png"/><Relationship Id="rId4" Type="http://schemas.openxmlformats.org/officeDocument/2006/relationships/image" Target="../media/image367.svg"/></Relationships>
</file>

<file path=ppt/diagrams/_rels/drawing82.xml.rels><?xml version="1.0" encoding="UTF-8" standalone="yes"?>
<Relationships xmlns="http://schemas.openxmlformats.org/package/2006/relationships"><Relationship Id="rId3" Type="http://schemas.openxmlformats.org/officeDocument/2006/relationships/image" Target="../media/image370.png"/><Relationship Id="rId2" Type="http://schemas.openxmlformats.org/officeDocument/2006/relationships/image" Target="../media/image301.svg"/><Relationship Id="rId1" Type="http://schemas.openxmlformats.org/officeDocument/2006/relationships/image" Target="../media/image300.png"/><Relationship Id="rId6" Type="http://schemas.openxmlformats.org/officeDocument/2006/relationships/image" Target="../media/image260.svg"/><Relationship Id="rId5" Type="http://schemas.openxmlformats.org/officeDocument/2006/relationships/image" Target="../media/image147.png"/><Relationship Id="rId4" Type="http://schemas.openxmlformats.org/officeDocument/2006/relationships/image" Target="../media/image371.svg"/></Relationships>
</file>

<file path=ppt/diagrams/_rels/drawing83.xml.rels><?xml version="1.0" encoding="UTF-8" standalone="yes"?>
<Relationships xmlns="http://schemas.openxmlformats.org/package/2006/relationships"><Relationship Id="rId3" Type="http://schemas.openxmlformats.org/officeDocument/2006/relationships/image" Target="../media/image372.png"/><Relationship Id="rId2" Type="http://schemas.openxmlformats.org/officeDocument/2006/relationships/image" Target="../media/image12.svg"/><Relationship Id="rId1" Type="http://schemas.openxmlformats.org/officeDocument/2006/relationships/image" Target="../media/image11.png"/><Relationship Id="rId4" Type="http://schemas.openxmlformats.org/officeDocument/2006/relationships/image" Target="../media/image373.svg"/></Relationships>
</file>

<file path=ppt/diagrams/_rels/drawing84.xml.rels><?xml version="1.0" encoding="UTF-8" standalone="yes"?>
<Relationships xmlns="http://schemas.openxmlformats.org/package/2006/relationships"><Relationship Id="rId3" Type="http://schemas.openxmlformats.org/officeDocument/2006/relationships/image" Target="../media/image165.png"/><Relationship Id="rId2" Type="http://schemas.openxmlformats.org/officeDocument/2006/relationships/image" Target="../media/image12.svg"/><Relationship Id="rId1" Type="http://schemas.openxmlformats.org/officeDocument/2006/relationships/image" Target="../media/image11.png"/><Relationship Id="rId6" Type="http://schemas.openxmlformats.org/officeDocument/2006/relationships/image" Target="../media/image375.svg"/><Relationship Id="rId5" Type="http://schemas.openxmlformats.org/officeDocument/2006/relationships/image" Target="../media/image374.png"/><Relationship Id="rId4" Type="http://schemas.openxmlformats.org/officeDocument/2006/relationships/image" Target="../media/image166.svg"/></Relationships>
</file>

<file path=ppt/diagrams/_rels/drawing85.xml.rels><?xml version="1.0" encoding="UTF-8" standalone="yes"?>
<Relationships xmlns="http://schemas.openxmlformats.org/package/2006/relationships"><Relationship Id="rId3" Type="http://schemas.openxmlformats.org/officeDocument/2006/relationships/image" Target="../media/image165.png"/><Relationship Id="rId2" Type="http://schemas.openxmlformats.org/officeDocument/2006/relationships/image" Target="../media/image12.svg"/><Relationship Id="rId1" Type="http://schemas.openxmlformats.org/officeDocument/2006/relationships/image" Target="../media/image11.png"/><Relationship Id="rId6" Type="http://schemas.openxmlformats.org/officeDocument/2006/relationships/image" Target="../media/image375.svg"/><Relationship Id="rId5" Type="http://schemas.openxmlformats.org/officeDocument/2006/relationships/image" Target="../media/image374.png"/><Relationship Id="rId4" Type="http://schemas.openxmlformats.org/officeDocument/2006/relationships/image" Target="../media/image166.svg"/></Relationships>
</file>

<file path=ppt/diagrams/_rels/drawing86.xml.rels><?xml version="1.0" encoding="UTF-8" standalone="yes"?>
<Relationships xmlns="http://schemas.openxmlformats.org/package/2006/relationships"><Relationship Id="rId3" Type="http://schemas.openxmlformats.org/officeDocument/2006/relationships/image" Target="../media/image150.png"/><Relationship Id="rId2" Type="http://schemas.openxmlformats.org/officeDocument/2006/relationships/image" Target="../media/image130.svg"/><Relationship Id="rId1" Type="http://schemas.openxmlformats.org/officeDocument/2006/relationships/image" Target="../media/image129.png"/><Relationship Id="rId6" Type="http://schemas.openxmlformats.org/officeDocument/2006/relationships/image" Target="../media/image377.svg"/><Relationship Id="rId5" Type="http://schemas.openxmlformats.org/officeDocument/2006/relationships/image" Target="../media/image376.png"/><Relationship Id="rId4" Type="http://schemas.openxmlformats.org/officeDocument/2006/relationships/image" Target="../media/image151.svg"/></Relationships>
</file>

<file path=ppt/diagrams/_rels/drawing87.xml.rels><?xml version="1.0" encoding="UTF-8" standalone="yes"?>
<Relationships xmlns="http://schemas.openxmlformats.org/package/2006/relationships"><Relationship Id="rId3" Type="http://schemas.openxmlformats.org/officeDocument/2006/relationships/image" Target="../media/image275.png"/><Relationship Id="rId2" Type="http://schemas.openxmlformats.org/officeDocument/2006/relationships/image" Target="../media/image301.svg"/><Relationship Id="rId1" Type="http://schemas.openxmlformats.org/officeDocument/2006/relationships/image" Target="../media/image300.png"/><Relationship Id="rId6" Type="http://schemas.openxmlformats.org/officeDocument/2006/relationships/image" Target="../media/image380.svg"/><Relationship Id="rId5" Type="http://schemas.openxmlformats.org/officeDocument/2006/relationships/image" Target="../media/image379.png"/><Relationship Id="rId4" Type="http://schemas.openxmlformats.org/officeDocument/2006/relationships/image" Target="../media/image378.svg"/></Relationships>
</file>

<file path=ppt/diagrams/_rels/drawing88.xml.rels><?xml version="1.0" encoding="UTF-8" standalone="yes"?>
<Relationships xmlns="http://schemas.openxmlformats.org/package/2006/relationships"><Relationship Id="rId3" Type="http://schemas.openxmlformats.org/officeDocument/2006/relationships/image" Target="../media/image382.png"/><Relationship Id="rId2" Type="http://schemas.openxmlformats.org/officeDocument/2006/relationships/image" Target="../media/image377.svg"/><Relationship Id="rId1" Type="http://schemas.openxmlformats.org/officeDocument/2006/relationships/image" Target="../media/image376.png"/><Relationship Id="rId4" Type="http://schemas.openxmlformats.org/officeDocument/2006/relationships/image" Target="../media/image383.svg"/></Relationships>
</file>

<file path=ppt/diagrams/_rels/drawing89.xml.rels><?xml version="1.0" encoding="UTF-8" standalone="yes"?>
<Relationships xmlns="http://schemas.openxmlformats.org/package/2006/relationships"><Relationship Id="rId3" Type="http://schemas.openxmlformats.org/officeDocument/2006/relationships/image" Target="../media/image165.png"/><Relationship Id="rId2" Type="http://schemas.openxmlformats.org/officeDocument/2006/relationships/image" Target="../media/image27.svg"/><Relationship Id="rId1" Type="http://schemas.openxmlformats.org/officeDocument/2006/relationships/image" Target="../media/image26.png"/><Relationship Id="rId4" Type="http://schemas.openxmlformats.org/officeDocument/2006/relationships/image" Target="../media/image166.svg"/></Relationships>
</file>

<file path=ppt/diagrams/_rels/drawing90.xml.rels><?xml version="1.0" encoding="UTF-8" standalone="yes"?>
<Relationships xmlns="http://schemas.openxmlformats.org/package/2006/relationships"><Relationship Id="rId3" Type="http://schemas.openxmlformats.org/officeDocument/2006/relationships/image" Target="../media/image133.png"/><Relationship Id="rId2" Type="http://schemas.openxmlformats.org/officeDocument/2006/relationships/image" Target="../media/image386.svg"/><Relationship Id="rId1" Type="http://schemas.openxmlformats.org/officeDocument/2006/relationships/image" Target="../media/image385.png"/><Relationship Id="rId4" Type="http://schemas.openxmlformats.org/officeDocument/2006/relationships/image" Target="../media/image134.svg"/></Relationships>
</file>

<file path=ppt/diagrams/_rels/drawing91.xml.rels><?xml version="1.0" encoding="UTF-8" standalone="yes"?>
<Relationships xmlns="http://schemas.openxmlformats.org/package/2006/relationships"><Relationship Id="rId8" Type="http://schemas.openxmlformats.org/officeDocument/2006/relationships/image" Target="../media/image395.svg"/><Relationship Id="rId3" Type="http://schemas.openxmlformats.org/officeDocument/2006/relationships/image" Target="../media/image392.png"/><Relationship Id="rId7" Type="http://schemas.openxmlformats.org/officeDocument/2006/relationships/image" Target="../media/image394.png"/><Relationship Id="rId2" Type="http://schemas.openxmlformats.org/officeDocument/2006/relationships/image" Target="../media/image391.svg"/><Relationship Id="rId1" Type="http://schemas.openxmlformats.org/officeDocument/2006/relationships/image" Target="../media/image390.png"/><Relationship Id="rId6" Type="http://schemas.openxmlformats.org/officeDocument/2006/relationships/image" Target="../media/image253.svg"/><Relationship Id="rId5" Type="http://schemas.openxmlformats.org/officeDocument/2006/relationships/image" Target="../media/image252.png"/><Relationship Id="rId10" Type="http://schemas.openxmlformats.org/officeDocument/2006/relationships/image" Target="../media/image397.svg"/><Relationship Id="rId4" Type="http://schemas.openxmlformats.org/officeDocument/2006/relationships/image" Target="../media/image393.svg"/><Relationship Id="rId9" Type="http://schemas.openxmlformats.org/officeDocument/2006/relationships/image" Target="../media/image396.png"/></Relationships>
</file>

<file path=ppt/diagrams/_rels/drawing92.xml.rels><?xml version="1.0" encoding="UTF-8" standalone="yes"?>
<Relationships xmlns="http://schemas.openxmlformats.org/package/2006/relationships"><Relationship Id="rId3" Type="http://schemas.openxmlformats.org/officeDocument/2006/relationships/image" Target="../media/image400.png"/><Relationship Id="rId2" Type="http://schemas.openxmlformats.org/officeDocument/2006/relationships/image" Target="../media/image399.svg"/><Relationship Id="rId1" Type="http://schemas.openxmlformats.org/officeDocument/2006/relationships/image" Target="../media/image398.png"/><Relationship Id="rId6" Type="http://schemas.openxmlformats.org/officeDocument/2006/relationships/image" Target="../media/image403.svg"/><Relationship Id="rId5" Type="http://schemas.openxmlformats.org/officeDocument/2006/relationships/image" Target="../media/image402.png"/><Relationship Id="rId4" Type="http://schemas.openxmlformats.org/officeDocument/2006/relationships/image" Target="../media/image401.svg"/></Relationships>
</file>

<file path=ppt/diagrams/_rels/drawing93.xml.rels><?xml version="1.0" encoding="UTF-8" standalone="yes"?>
<Relationships xmlns="http://schemas.openxmlformats.org/package/2006/relationships"><Relationship Id="rId3" Type="http://schemas.openxmlformats.org/officeDocument/2006/relationships/image" Target="../media/image406.png"/><Relationship Id="rId2" Type="http://schemas.openxmlformats.org/officeDocument/2006/relationships/image" Target="../media/image405.svg"/><Relationship Id="rId1" Type="http://schemas.openxmlformats.org/officeDocument/2006/relationships/image" Target="../media/image404.png"/><Relationship Id="rId6" Type="http://schemas.openxmlformats.org/officeDocument/2006/relationships/image" Target="../media/image403.svg"/><Relationship Id="rId5" Type="http://schemas.openxmlformats.org/officeDocument/2006/relationships/image" Target="../media/image402.png"/><Relationship Id="rId4" Type="http://schemas.openxmlformats.org/officeDocument/2006/relationships/image" Target="../media/image407.svg"/></Relationships>
</file>

<file path=ppt/diagrams/_rels/drawing94.xml.rels><?xml version="1.0" encoding="UTF-8" standalone="yes"?>
<Relationships xmlns="http://schemas.openxmlformats.org/package/2006/relationships"><Relationship Id="rId3" Type="http://schemas.openxmlformats.org/officeDocument/2006/relationships/image" Target="../media/image410.png"/><Relationship Id="rId2" Type="http://schemas.openxmlformats.org/officeDocument/2006/relationships/image" Target="../media/image409.svg"/><Relationship Id="rId1" Type="http://schemas.openxmlformats.org/officeDocument/2006/relationships/image" Target="../media/image408.png"/><Relationship Id="rId6" Type="http://schemas.openxmlformats.org/officeDocument/2006/relationships/image" Target="../media/image413.svg"/><Relationship Id="rId5" Type="http://schemas.openxmlformats.org/officeDocument/2006/relationships/image" Target="../media/image412.png"/><Relationship Id="rId4" Type="http://schemas.openxmlformats.org/officeDocument/2006/relationships/image" Target="../media/image411.svg"/></Relationships>
</file>

<file path=ppt/diagrams/_rels/drawing95.xml.rels><?xml version="1.0" encoding="UTF-8" standalone="yes"?>
<Relationships xmlns="http://schemas.openxmlformats.org/package/2006/relationships"><Relationship Id="rId3" Type="http://schemas.openxmlformats.org/officeDocument/2006/relationships/image" Target="../media/image414.png"/><Relationship Id="rId2" Type="http://schemas.openxmlformats.org/officeDocument/2006/relationships/image" Target="../media/image403.svg"/><Relationship Id="rId1" Type="http://schemas.openxmlformats.org/officeDocument/2006/relationships/image" Target="../media/image402.png"/><Relationship Id="rId4" Type="http://schemas.openxmlformats.org/officeDocument/2006/relationships/image" Target="../media/image415.svg"/></Relationships>
</file>

<file path=ppt/diagrams/_rels/drawing96.xml.rels><?xml version="1.0" encoding="UTF-8" standalone="yes"?>
<Relationships xmlns="http://schemas.openxmlformats.org/package/2006/relationships"><Relationship Id="rId3" Type="http://schemas.openxmlformats.org/officeDocument/2006/relationships/image" Target="../media/image416.png"/><Relationship Id="rId2" Type="http://schemas.openxmlformats.org/officeDocument/2006/relationships/image" Target="../media/image403.svg"/><Relationship Id="rId1" Type="http://schemas.openxmlformats.org/officeDocument/2006/relationships/image" Target="../media/image402.png"/><Relationship Id="rId6" Type="http://schemas.openxmlformats.org/officeDocument/2006/relationships/image" Target="../media/image419.svg"/><Relationship Id="rId5" Type="http://schemas.openxmlformats.org/officeDocument/2006/relationships/image" Target="../media/image418.png"/><Relationship Id="rId4" Type="http://schemas.openxmlformats.org/officeDocument/2006/relationships/image" Target="../media/image417.svg"/></Relationships>
</file>

<file path=ppt/diagrams/_rels/drawing97.xml.rels><?xml version="1.0" encoding="UTF-8" standalone="yes"?>
<Relationships xmlns="http://schemas.openxmlformats.org/package/2006/relationships"><Relationship Id="rId3" Type="http://schemas.openxmlformats.org/officeDocument/2006/relationships/image" Target="../media/image422.png"/><Relationship Id="rId2" Type="http://schemas.openxmlformats.org/officeDocument/2006/relationships/image" Target="../media/image421.svg"/><Relationship Id="rId1" Type="http://schemas.openxmlformats.org/officeDocument/2006/relationships/image" Target="../media/image420.png"/><Relationship Id="rId4" Type="http://schemas.openxmlformats.org/officeDocument/2006/relationships/image" Target="../media/image423.svg"/></Relationships>
</file>

<file path=ppt/diagrams/_rels/drawing98.xml.rels><?xml version="1.0" encoding="UTF-8" standalone="yes"?>
<Relationships xmlns="http://schemas.openxmlformats.org/package/2006/relationships"><Relationship Id="rId8" Type="http://schemas.openxmlformats.org/officeDocument/2006/relationships/image" Target="../media/image429.svg"/><Relationship Id="rId3" Type="http://schemas.openxmlformats.org/officeDocument/2006/relationships/image" Target="../media/image402.png"/><Relationship Id="rId7" Type="http://schemas.openxmlformats.org/officeDocument/2006/relationships/image" Target="../media/image428.png"/><Relationship Id="rId12" Type="http://schemas.openxmlformats.org/officeDocument/2006/relationships/image" Target="../media/image433.svg"/><Relationship Id="rId2" Type="http://schemas.openxmlformats.org/officeDocument/2006/relationships/image" Target="../media/image425.svg"/><Relationship Id="rId1" Type="http://schemas.openxmlformats.org/officeDocument/2006/relationships/image" Target="../media/image424.png"/><Relationship Id="rId6" Type="http://schemas.openxmlformats.org/officeDocument/2006/relationships/image" Target="../media/image427.svg"/><Relationship Id="rId11" Type="http://schemas.openxmlformats.org/officeDocument/2006/relationships/image" Target="../media/image432.png"/><Relationship Id="rId5" Type="http://schemas.openxmlformats.org/officeDocument/2006/relationships/image" Target="../media/image426.png"/><Relationship Id="rId10" Type="http://schemas.openxmlformats.org/officeDocument/2006/relationships/image" Target="../media/image431.svg"/><Relationship Id="rId4" Type="http://schemas.openxmlformats.org/officeDocument/2006/relationships/image" Target="../media/image403.svg"/><Relationship Id="rId9" Type="http://schemas.openxmlformats.org/officeDocument/2006/relationships/image" Target="../media/image430.png"/></Relationships>
</file>

<file path=ppt/diagrams/_rels/drawing99.xml.rels><?xml version="1.0" encoding="UTF-8" standalone="yes"?>
<Relationships xmlns="http://schemas.openxmlformats.org/package/2006/relationships"><Relationship Id="rId3" Type="http://schemas.openxmlformats.org/officeDocument/2006/relationships/image" Target="../media/image370.png"/><Relationship Id="rId2" Type="http://schemas.openxmlformats.org/officeDocument/2006/relationships/image" Target="../media/image403.svg"/><Relationship Id="rId1" Type="http://schemas.openxmlformats.org/officeDocument/2006/relationships/image" Target="../media/image402.png"/><Relationship Id="rId6" Type="http://schemas.openxmlformats.org/officeDocument/2006/relationships/image" Target="../media/image435.svg"/><Relationship Id="rId5" Type="http://schemas.openxmlformats.org/officeDocument/2006/relationships/image" Target="../media/image434.png"/><Relationship Id="rId4" Type="http://schemas.openxmlformats.org/officeDocument/2006/relationships/image" Target="../media/image371.svg"/></Relationships>
</file>

<file path=ppt/diagrams/_rels/drawing100.xml.rels><?xml version="1.0" encoding="UTF-8" standalone="yes"?>
<Relationships xmlns="http://schemas.openxmlformats.org/package/2006/relationships"><Relationship Id="rId8" Type="http://schemas.openxmlformats.org/officeDocument/2006/relationships/image" Target="../media/image441.svg"/><Relationship Id="rId3" Type="http://schemas.openxmlformats.org/officeDocument/2006/relationships/image" Target="../media/image86.png"/><Relationship Id="rId7" Type="http://schemas.openxmlformats.org/officeDocument/2006/relationships/image" Target="../media/image440.png"/><Relationship Id="rId2" Type="http://schemas.openxmlformats.org/officeDocument/2006/relationships/image" Target="../media/image437.svg"/><Relationship Id="rId1" Type="http://schemas.openxmlformats.org/officeDocument/2006/relationships/image" Target="../media/image436.png"/><Relationship Id="rId6" Type="http://schemas.openxmlformats.org/officeDocument/2006/relationships/image" Target="../media/image439.svg"/><Relationship Id="rId5" Type="http://schemas.openxmlformats.org/officeDocument/2006/relationships/image" Target="../media/image438.png"/><Relationship Id="rId4" Type="http://schemas.openxmlformats.org/officeDocument/2006/relationships/image" Target="../media/image87.svg"/></Relationships>
</file>

<file path=ppt/diagrams/_rels/drawing101.xml.rels><?xml version="1.0" encoding="UTF-8" standalone="yes"?>
<Relationships xmlns="http://schemas.openxmlformats.org/package/2006/relationships"><Relationship Id="rId3" Type="http://schemas.openxmlformats.org/officeDocument/2006/relationships/image" Target="../media/image442.png"/><Relationship Id="rId2" Type="http://schemas.openxmlformats.org/officeDocument/2006/relationships/image" Target="../media/image403.svg"/><Relationship Id="rId1" Type="http://schemas.openxmlformats.org/officeDocument/2006/relationships/image" Target="../media/image402.png"/><Relationship Id="rId6" Type="http://schemas.openxmlformats.org/officeDocument/2006/relationships/image" Target="../media/image315.svg"/><Relationship Id="rId5" Type="http://schemas.openxmlformats.org/officeDocument/2006/relationships/image" Target="../media/image314.png"/><Relationship Id="rId4" Type="http://schemas.openxmlformats.org/officeDocument/2006/relationships/image" Target="../media/image443.svg"/></Relationships>
</file>

<file path=ppt/diagrams/_rels/drawing103.xml.rels><?xml version="1.0" encoding="UTF-8" standalone="yes"?>
<Relationships xmlns="http://schemas.openxmlformats.org/package/2006/relationships"><Relationship Id="rId8" Type="http://schemas.openxmlformats.org/officeDocument/2006/relationships/image" Target="../media/image403.svg"/><Relationship Id="rId3" Type="http://schemas.openxmlformats.org/officeDocument/2006/relationships/image" Target="../media/image444.png"/><Relationship Id="rId7" Type="http://schemas.openxmlformats.org/officeDocument/2006/relationships/image" Target="../media/image402.png"/><Relationship Id="rId2" Type="http://schemas.openxmlformats.org/officeDocument/2006/relationships/image" Target="../media/image386.svg"/><Relationship Id="rId1" Type="http://schemas.openxmlformats.org/officeDocument/2006/relationships/image" Target="../media/image385.png"/><Relationship Id="rId6" Type="http://schemas.openxmlformats.org/officeDocument/2006/relationships/image" Target="../media/image447.svg"/><Relationship Id="rId5" Type="http://schemas.openxmlformats.org/officeDocument/2006/relationships/image" Target="../media/image446.png"/><Relationship Id="rId4" Type="http://schemas.openxmlformats.org/officeDocument/2006/relationships/image" Target="../media/image445.svg"/></Relationships>
</file>

<file path=ppt/diagrams/_rels/drawing104.xml.rels><?xml version="1.0" encoding="UTF-8" standalone="yes"?>
<Relationships xmlns="http://schemas.openxmlformats.org/package/2006/relationships"><Relationship Id="rId8" Type="http://schemas.openxmlformats.org/officeDocument/2006/relationships/image" Target="../media/image453.svg"/><Relationship Id="rId3" Type="http://schemas.openxmlformats.org/officeDocument/2006/relationships/image" Target="../media/image402.png"/><Relationship Id="rId7" Type="http://schemas.openxmlformats.org/officeDocument/2006/relationships/image" Target="../media/image452.png"/><Relationship Id="rId2" Type="http://schemas.openxmlformats.org/officeDocument/2006/relationships/image" Target="../media/image449.svg"/><Relationship Id="rId1" Type="http://schemas.openxmlformats.org/officeDocument/2006/relationships/image" Target="../media/image448.png"/><Relationship Id="rId6" Type="http://schemas.openxmlformats.org/officeDocument/2006/relationships/image" Target="../media/image451.svg"/><Relationship Id="rId5" Type="http://schemas.openxmlformats.org/officeDocument/2006/relationships/image" Target="../media/image450.png"/><Relationship Id="rId4" Type="http://schemas.openxmlformats.org/officeDocument/2006/relationships/image" Target="../media/image403.svg"/></Relationships>
</file>

<file path=ppt/diagrams/_rels/drawing105.xml.rels><?xml version="1.0" encoding="UTF-8" standalone="yes"?>
<Relationships xmlns="http://schemas.openxmlformats.org/package/2006/relationships"><Relationship Id="rId8" Type="http://schemas.openxmlformats.org/officeDocument/2006/relationships/image" Target="../media/image403.svg"/><Relationship Id="rId3" Type="http://schemas.openxmlformats.org/officeDocument/2006/relationships/image" Target="../media/image456.png"/><Relationship Id="rId7" Type="http://schemas.openxmlformats.org/officeDocument/2006/relationships/image" Target="../media/image402.png"/><Relationship Id="rId2" Type="http://schemas.openxmlformats.org/officeDocument/2006/relationships/image" Target="../media/image455.svg"/><Relationship Id="rId1" Type="http://schemas.openxmlformats.org/officeDocument/2006/relationships/image" Target="../media/image454.png"/><Relationship Id="rId6" Type="http://schemas.openxmlformats.org/officeDocument/2006/relationships/image" Target="../media/image449.svg"/><Relationship Id="rId5" Type="http://schemas.openxmlformats.org/officeDocument/2006/relationships/image" Target="../media/image448.png"/><Relationship Id="rId10" Type="http://schemas.openxmlformats.org/officeDocument/2006/relationships/image" Target="../media/image459.svg"/><Relationship Id="rId4" Type="http://schemas.openxmlformats.org/officeDocument/2006/relationships/image" Target="../media/image457.svg"/><Relationship Id="rId9" Type="http://schemas.openxmlformats.org/officeDocument/2006/relationships/image" Target="../media/image458.png"/></Relationships>
</file>

<file path=ppt/diagrams/_rels/drawing106.xml.rels><?xml version="1.0" encoding="UTF-8" standalone="yes"?>
<Relationships xmlns="http://schemas.openxmlformats.org/package/2006/relationships"><Relationship Id="rId8" Type="http://schemas.openxmlformats.org/officeDocument/2006/relationships/image" Target="../media/image461.svg"/><Relationship Id="rId3" Type="http://schemas.openxmlformats.org/officeDocument/2006/relationships/image" Target="../media/image275.png"/><Relationship Id="rId7" Type="http://schemas.openxmlformats.org/officeDocument/2006/relationships/image" Target="../media/image460.png"/><Relationship Id="rId2" Type="http://schemas.openxmlformats.org/officeDocument/2006/relationships/image" Target="../media/image328.svg"/><Relationship Id="rId1" Type="http://schemas.openxmlformats.org/officeDocument/2006/relationships/image" Target="../media/image327.png"/><Relationship Id="rId6" Type="http://schemas.openxmlformats.org/officeDocument/2006/relationships/image" Target="../media/image130.svg"/><Relationship Id="rId5" Type="http://schemas.openxmlformats.org/officeDocument/2006/relationships/image" Target="../media/image129.png"/><Relationship Id="rId4" Type="http://schemas.openxmlformats.org/officeDocument/2006/relationships/image" Target="../media/image378.svg"/></Relationships>
</file>

<file path=ppt/diagrams/_rels/drawing107.xml.rels><?xml version="1.0" encoding="UTF-8" standalone="yes"?>
<Relationships xmlns="http://schemas.openxmlformats.org/package/2006/relationships"><Relationship Id="rId3" Type="http://schemas.openxmlformats.org/officeDocument/2006/relationships/image" Target="../media/image3.png"/><Relationship Id="rId2" Type="http://schemas.openxmlformats.org/officeDocument/2006/relationships/image" Target="../media/image463.svg"/><Relationship Id="rId1" Type="http://schemas.openxmlformats.org/officeDocument/2006/relationships/image" Target="../media/image462.png"/><Relationship Id="rId6" Type="http://schemas.openxmlformats.org/officeDocument/2006/relationships/image" Target="../media/image465.svg"/><Relationship Id="rId5" Type="http://schemas.openxmlformats.org/officeDocument/2006/relationships/image" Target="../media/image464.png"/><Relationship Id="rId4" Type="http://schemas.openxmlformats.org/officeDocument/2006/relationships/image" Target="../media/image4.svg"/></Relationships>
</file>

<file path=ppt/diagrams/_rels/drawing108.xml.rels><?xml version="1.0" encoding="UTF-8" standalone="yes"?>
<Relationships xmlns="http://schemas.openxmlformats.org/package/2006/relationships"><Relationship Id="rId3" Type="http://schemas.openxmlformats.org/officeDocument/2006/relationships/image" Target="../media/image468.png"/><Relationship Id="rId2" Type="http://schemas.openxmlformats.org/officeDocument/2006/relationships/image" Target="../media/image467.svg"/><Relationship Id="rId1" Type="http://schemas.openxmlformats.org/officeDocument/2006/relationships/image" Target="../media/image466.png"/><Relationship Id="rId4" Type="http://schemas.openxmlformats.org/officeDocument/2006/relationships/image" Target="../media/image469.svg"/></Relationships>
</file>

<file path=ppt/diagrams/_rels/drawing109.xml.rels><?xml version="1.0" encoding="UTF-8" standalone="yes"?>
<Relationships xmlns="http://schemas.openxmlformats.org/package/2006/relationships"><Relationship Id="rId3" Type="http://schemas.openxmlformats.org/officeDocument/2006/relationships/image" Target="../media/image472.png"/><Relationship Id="rId2" Type="http://schemas.openxmlformats.org/officeDocument/2006/relationships/image" Target="../media/image471.svg"/><Relationship Id="rId1" Type="http://schemas.openxmlformats.org/officeDocument/2006/relationships/image" Target="../media/image470.png"/><Relationship Id="rId6" Type="http://schemas.openxmlformats.org/officeDocument/2006/relationships/image" Target="../media/image474.svg"/><Relationship Id="rId5" Type="http://schemas.openxmlformats.org/officeDocument/2006/relationships/image" Target="../media/image473.png"/><Relationship Id="rId4" Type="http://schemas.openxmlformats.org/officeDocument/2006/relationships/image" Target="../media/image160.svg"/></Relationships>
</file>

<file path=ppt/diagrams/_rels/drawing110.xml.rels><?xml version="1.0" encoding="UTF-8" standalone="yes"?>
<Relationships xmlns="http://schemas.openxmlformats.org/package/2006/relationships"><Relationship Id="rId3" Type="http://schemas.openxmlformats.org/officeDocument/2006/relationships/image" Target="../media/image477.png"/><Relationship Id="rId2" Type="http://schemas.openxmlformats.org/officeDocument/2006/relationships/image" Target="../media/image476.svg"/><Relationship Id="rId1" Type="http://schemas.openxmlformats.org/officeDocument/2006/relationships/image" Target="../media/image475.png"/><Relationship Id="rId6" Type="http://schemas.openxmlformats.org/officeDocument/2006/relationships/image" Target="../media/image480.svg"/><Relationship Id="rId5" Type="http://schemas.openxmlformats.org/officeDocument/2006/relationships/image" Target="../media/image479.png"/><Relationship Id="rId4" Type="http://schemas.openxmlformats.org/officeDocument/2006/relationships/image" Target="../media/image478.svg"/></Relationships>
</file>

<file path=ppt/diagrams/_rels/drawing111.xml.rels><?xml version="1.0" encoding="UTF-8" standalone="yes"?>
<Relationships xmlns="http://schemas.openxmlformats.org/package/2006/relationships"><Relationship Id="rId8" Type="http://schemas.openxmlformats.org/officeDocument/2006/relationships/image" Target="../media/image489.svg"/><Relationship Id="rId3" Type="http://schemas.openxmlformats.org/officeDocument/2006/relationships/image" Target="../media/image265.png"/><Relationship Id="rId7" Type="http://schemas.openxmlformats.org/officeDocument/2006/relationships/image" Target="../media/image488.png"/><Relationship Id="rId2" Type="http://schemas.openxmlformats.org/officeDocument/2006/relationships/image" Target="../media/image484.svg"/><Relationship Id="rId1" Type="http://schemas.openxmlformats.org/officeDocument/2006/relationships/image" Target="../media/image483.png"/><Relationship Id="rId6" Type="http://schemas.openxmlformats.org/officeDocument/2006/relationships/image" Target="../media/image487.svg"/><Relationship Id="rId5" Type="http://schemas.openxmlformats.org/officeDocument/2006/relationships/image" Target="../media/image486.png"/><Relationship Id="rId4" Type="http://schemas.openxmlformats.org/officeDocument/2006/relationships/image" Target="../media/image485.svg"/></Relationships>
</file>

<file path=ppt/diagrams/colors1.xml><?xml version="1.0" encoding="utf-8"?>
<dgm:colorsDef xmlns:dgm="http://schemas.openxmlformats.org/drawingml/2006/diagram" xmlns:a="http://schemas.openxmlformats.org/drawingml/2006/main" uniqueId="urn:microsoft.com/office/officeart/2018/5/colors/Iconchunking_neutralbg_colorful1">
  <dgm:title val=""/>
  <dgm:desc val=""/>
  <dgm:catLst>
    <dgm:cat type="colorful" pri="10100"/>
  </dgm:catLst>
  <dgm:styleLbl name="node0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node1">
    <dgm:fillClrLst meth="repeat">
      <a:schemeClr val="accent2"/>
      <a:schemeClr val="accent3"/>
      <a:schemeClr val="accent4"/>
      <a:schemeClr val="accent5"/>
      <a:schemeClr val="accent6"/>
    </dgm:fillClrLst>
    <dgm:linClrLst meth="repeat">
      <a:schemeClr val="lt1">
        <a:alpha val="0"/>
      </a:schemeClr>
    </dgm:linClrLst>
    <dgm:effectClrLst/>
    <dgm:txLinClrLst/>
    <dgm:txFillClrLst/>
    <dgm:txEffectClrLst/>
  </dgm:styleLbl>
  <dgm:styleLbl name="alignNode1">
    <dgm:fillClrLst meth="repeat">
      <a:schemeClr val="accent2"/>
      <a:schemeClr val="accent3"/>
      <a:schemeClr val="accent4"/>
      <a:schemeClr val="accent5"/>
      <a:schemeClr val="accent6"/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/>
    <dgm:txEffectClrLst/>
  </dgm:styleLbl>
  <dgm:styleLbl name="lnNode1">
    <dgm:fillClrLst meth="repeat">
      <a:schemeClr val="accent2"/>
      <a:schemeClr val="accent3"/>
      <a:schemeClr val="accent4"/>
      <a:schemeClr val="accent5"/>
      <a:schemeClr val="accent6"/>
    </dgm:fillClrLst>
    <dgm:linClrLst meth="repeat">
      <a:schemeClr val="lt1"/>
    </dgm:linClrLst>
    <dgm:effectClrLst/>
    <dgm:txLinClrLst/>
    <dgm:txFillClrLst/>
    <dgm:txEffectClrLst/>
  </dgm:styleLbl>
  <dgm:styleLbl name="vennNode1">
    <dgm:fillClrLst meth="repeat">
      <a:schemeClr val="accent2">
        <a:alpha val="50000"/>
      </a:schemeClr>
      <a:schemeClr val="accent3">
        <a:alpha val="50000"/>
      </a:schemeClr>
      <a:schemeClr val="accent4">
        <a:alpha val="50000"/>
      </a:schemeClr>
      <a:schemeClr val="accent5">
        <a:alpha val="50000"/>
      </a:schemeClr>
      <a:schemeClr val="accent6">
        <a:alpha val="50000"/>
      </a:schemeClr>
    </dgm:fillClrLst>
    <dgm:linClrLst meth="repeat">
      <a:schemeClr val="lt1"/>
    </dgm:linClrLst>
    <dgm:effectClrLst/>
    <dgm:txLinClrLst/>
    <dgm:txFillClrLst/>
    <dgm:txEffectClrLst/>
  </dgm:styleLbl>
  <dgm:styleLbl name="node2">
    <dgm:fillClrLst>
      <a:schemeClr val="accent2"/>
    </dgm:fillClrLst>
    <dgm:linClrLst meth="repeat">
      <a:schemeClr val="lt1"/>
    </dgm:linClrLst>
    <dgm:effectClrLst/>
    <dgm:txLinClrLst/>
    <dgm:txFillClrLst/>
    <dgm:txEffectClrLst/>
  </dgm:styleLbl>
  <dgm:styleLbl name="node3">
    <dgm:fillClrLst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node4">
    <dgm:fillClrLst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fgImgPlace1">
    <dgm:fillClrLst meth="repeat">
      <a:schemeClr val="accent2">
        <a:tint val="50000"/>
      </a:schemeClr>
      <a:schemeClr val="accent3">
        <a:tint val="50000"/>
      </a:schemeClr>
      <a:schemeClr val="accent4">
        <a:tint val="50000"/>
      </a:schemeClr>
      <a:schemeClr val="accent5">
        <a:tint val="50000"/>
      </a:schemeClr>
      <a:schemeClr val="accent6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alignImgPlace1">
    <dgm:fillClrLst>
      <a:schemeClr val="accent1">
        <a:tint val="50000"/>
      </a:schemeClr>
      <a:schemeClr val="accent2">
        <a:tint val="2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bgImgPlace1">
    <dgm:fillClrLst>
      <a:schemeClr val="accent1">
        <a:tint val="50000"/>
      </a:schemeClr>
      <a:schemeClr val="accent2">
        <a:tint val="2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sibTrans2D1">
    <dgm:fillClrLst meth="repeat">
      <a:schemeClr val="accent2"/>
      <a:schemeClr val="accent3"/>
      <a:schemeClr val="accent4"/>
      <a:schemeClr val="accent5"/>
      <a:schemeClr val="accent6"/>
    </dgm:fillClrLst>
    <dgm:linClrLst meth="cycle">
      <a:schemeClr val="lt1"/>
    </dgm:linClrLst>
    <dgm:effectClrLst/>
    <dgm:txLinClrLst/>
    <dgm:txFillClrLst/>
    <dgm:txEffectClrLst/>
  </dgm:styleLbl>
  <dgm:styleLbl name="fgSibTrans2D1">
    <dgm:fillClrLst meth="repeat">
      <a:schemeClr val="accent2"/>
      <a:schemeClr val="accent3"/>
      <a:schemeClr val="accent4"/>
      <a:schemeClr val="accent5"/>
      <a:schemeClr val="accent6"/>
    </dgm:fillClrLst>
    <dgm:linClrLst meth="cycle">
      <a:schemeClr val="lt1"/>
    </dgm:linClrLst>
    <dgm:effectClrLst/>
    <dgm:txLinClrLst/>
    <dgm:txFillClrLst meth="repeat">
      <a:schemeClr val="lt1"/>
    </dgm:txFillClrLst>
    <dgm:txEffectClrLst/>
  </dgm:styleLbl>
  <dgm:styleLbl name="bgSibTrans2D1">
    <dgm:fillClrLst meth="repeat">
      <a:schemeClr val="accent2"/>
      <a:schemeClr val="accent3"/>
      <a:schemeClr val="accent4"/>
      <a:schemeClr val="accent5"/>
      <a:schemeClr val="accent6"/>
    </dgm:fillClrLst>
    <dgm:linClrLst meth="cycle">
      <a:schemeClr val="lt1"/>
    </dgm:linClrLst>
    <dgm:effectClrLst/>
    <dgm:txLinClrLst/>
    <dgm:txFillClrLst meth="repeat">
      <a:schemeClr val="lt1"/>
    </dgm:txFillClrLst>
    <dgm:txEffectClrLst/>
  </dgm:styleLbl>
  <dgm:styleLbl name="sibTrans1D1">
    <dgm:fillClrLst meth="repeat">
      <a:schemeClr val="accent2"/>
      <a:schemeClr val="accent3"/>
      <a:schemeClr val="accent4"/>
      <a:schemeClr val="accent5"/>
      <a:schemeClr val="accent6"/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tx1"/>
    </dgm:txFillClrLst>
    <dgm:txEffectClrLst/>
  </dgm:styleLbl>
  <dgm:styleLbl name="callout">
    <dgm:fillClrLst meth="repeat">
      <a:schemeClr val="accent2"/>
    </dgm:fillClrLst>
    <dgm:linClrLst meth="repeat">
      <a:schemeClr val="accent2">
        <a:tint val="50000"/>
      </a:schemeClr>
    </dgm:linClrLst>
    <dgm:effectClrLst/>
    <dgm:txLinClrLst/>
    <dgm:txFillClrLst meth="repeat">
      <a:schemeClr val="tx1"/>
    </dgm:txFillClrLst>
    <dgm:txEffectClrLst/>
  </dgm:styleLbl>
  <dgm:styleLbl name="asst0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sst1">
    <dgm:fillClrLst meth="repeat">
      <a:schemeClr val="accent2"/>
    </dgm:fillClrLst>
    <dgm:linClrLst meth="repeat">
      <a:schemeClr val="lt1"/>
    </dgm:linClrLst>
    <dgm:effectClrLst/>
    <dgm:txLinClrLst/>
    <dgm:txFillClrLst/>
    <dgm:txEffectClrLst/>
  </dgm:styleLbl>
  <dgm:styleLbl name="asst2">
    <dgm:fillClrLst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asst3">
    <dgm:fillClrLst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asst4">
    <dgm:fillClrLst>
      <a:schemeClr val="accent5"/>
    </dgm:fillClrLst>
    <dgm:linClrLst meth="repeat">
      <a:schemeClr val="lt1"/>
    </dgm:linClrLst>
    <dgm:effectClrLst/>
    <dgm:txLinClrLst/>
    <dgm:txFillClrLst/>
    <dgm:txEffectClrLst/>
  </dgm:styleLbl>
  <dgm:styleLbl name="parChTrans2D1">
    <dgm:fillClrLst meth="repeat">
      <a:schemeClr val="accent2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parChTrans2D2">
    <dgm:fillClrLst meth="repeat"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parChTrans2D3">
    <dgm:fillClrLst meth="repeat"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parChTrans2D4">
    <dgm:fillClrLst meth="repeat">
      <a:schemeClr val="accent5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parChTrans1D1">
    <dgm:fillClrLst meth="repeat">
      <a:schemeClr val="accent2"/>
    </dgm:fillClrLst>
    <dgm:linClrLst meth="repeat">
      <a:schemeClr val="accent1"/>
    </dgm:linClrLst>
    <dgm:effectClrLst/>
    <dgm:txLinClrLst/>
    <dgm:txFillClrLst meth="repeat">
      <a:schemeClr val="tx1"/>
    </dgm:txFillClrLst>
    <dgm:txEffectClrLst/>
  </dgm:styleLbl>
  <dgm:styleLbl name="parChTrans1D2">
    <dgm:fillClrLst meth="repeat">
      <a:schemeClr val="accent3">
        <a:tint val="90000"/>
      </a:schemeClr>
    </dgm:fillClrLst>
    <dgm:linClrLst meth="repeat">
      <a:schemeClr val="accent2"/>
    </dgm:linClrLst>
    <dgm:effectClrLst/>
    <dgm:txLinClrLst/>
    <dgm:txFillClrLst meth="repeat">
      <a:schemeClr val="tx1"/>
    </dgm:txFillClrLst>
    <dgm:txEffectClrLst/>
  </dgm:styleLbl>
  <dgm:styleLbl name="parChTrans1D3">
    <dgm:fillClrLst meth="repeat">
      <a:schemeClr val="accent4">
        <a:tint val="70000"/>
      </a:schemeClr>
    </dgm:fillClrLst>
    <dgm:linClrLst meth="repeat">
      <a:schemeClr val="accent3"/>
    </dgm:linClrLst>
    <dgm:effectClrLst/>
    <dgm:txLinClrLst/>
    <dgm:txFillClrLst meth="repeat">
      <a:schemeClr val="tx1"/>
    </dgm:txFillClrLst>
    <dgm:txEffectClrLst/>
  </dgm:styleLbl>
  <dgm:styleLbl name="parChTrans1D4">
    <dgm:fillClrLst meth="repeat">
      <a:schemeClr val="accent5">
        <a:tint val="50000"/>
      </a:schemeClr>
    </dgm:fillClrLst>
    <dgm:linClrLst meth="repeat">
      <a:schemeClr val="accent4"/>
    </dgm:linClrLst>
    <dgm:effectClrLst/>
    <dgm:txLinClrLst/>
    <dgm:txFillClrLst meth="repeat">
      <a:schemeClr val="tx1"/>
    </dgm:txFillClrLst>
    <dgm:txEffectClrLst/>
  </dgm:styleLbl>
  <dgm:styleLbl name="fgAcc1">
    <dgm:fillClrLst meth="repeat">
      <a:schemeClr val="lt1">
        <a:alpha val="90000"/>
      </a:schemeClr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conFgAcc1">
    <dgm:fillClrLst meth="repeat">
      <a:schemeClr val="lt1">
        <a:alpha val="90000"/>
      </a:schemeClr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alignAcc1">
    <dgm:fillClrLst meth="repeat">
      <a:schemeClr val="lt1">
        <a:alpha val="90000"/>
      </a:schemeClr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trAlignAcc1">
    <dgm:fillClrLst meth="repeat">
      <a:schemeClr val="lt1">
        <a:alpha val="4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bgAcc1">
    <dgm:fillClrLst meth="repeat">
      <a:schemeClr val="lt1">
        <a:alpha val="90000"/>
      </a:schemeClr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solidFgAcc1">
    <dgm:fillClrLst meth="repeat">
      <a:schemeClr val="lt1"/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solidAlignAcc1">
    <dgm:fillClrLst meth="repeat">
      <a:schemeClr val="lt1"/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solidBgAcc1">
    <dgm:fillClrLst meth="repeat">
      <a:schemeClr val="lt1"/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fgAccFollowNode1">
    <dgm:fillClrLst meth="repeat">
      <a:schemeClr val="accent2">
        <a:tint val="40000"/>
        <a:alpha val="90000"/>
      </a:schemeClr>
      <a:schemeClr val="accent3">
        <a:tint val="40000"/>
        <a:alpha val="90000"/>
      </a:schemeClr>
      <a:schemeClr val="accent4">
        <a:tint val="40000"/>
        <a:alpha val="90000"/>
      </a:schemeClr>
      <a:schemeClr val="accent5">
        <a:tint val="40000"/>
        <a:alpha val="90000"/>
      </a:schemeClr>
      <a:schemeClr val="accent6">
        <a:tint val="40000"/>
        <a:alpha val="90000"/>
      </a:schemeClr>
    </dgm:fillClrLst>
    <dgm:linClrLst meth="repeat">
      <a:schemeClr val="accent2">
        <a:tint val="40000"/>
        <a:alpha val="90000"/>
      </a:schemeClr>
      <a:schemeClr val="accent3">
        <a:tint val="40000"/>
        <a:alpha val="90000"/>
      </a:schemeClr>
      <a:schemeClr val="accent4">
        <a:tint val="40000"/>
        <a:alpha val="90000"/>
      </a:schemeClr>
      <a:schemeClr val="accent5">
        <a:tint val="40000"/>
        <a:alpha val="90000"/>
      </a:schemeClr>
      <a:schemeClr val="accent6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alignAccFollowNode1">
    <dgm:fillClrLst meth="repeat">
      <a:schemeClr val="accent2">
        <a:tint val="40000"/>
        <a:alpha val="90000"/>
      </a:schemeClr>
      <a:schemeClr val="accent3">
        <a:tint val="40000"/>
        <a:alpha val="90000"/>
      </a:schemeClr>
      <a:schemeClr val="accent4">
        <a:tint val="40000"/>
        <a:alpha val="90000"/>
      </a:schemeClr>
      <a:schemeClr val="accent5">
        <a:tint val="40000"/>
        <a:alpha val="90000"/>
      </a:schemeClr>
      <a:schemeClr val="accent6">
        <a:tint val="40000"/>
        <a:alpha val="90000"/>
      </a:schemeClr>
    </dgm:fillClrLst>
    <dgm:linClrLst meth="repeat">
      <a:schemeClr val="accent2">
        <a:tint val="40000"/>
        <a:alpha val="90000"/>
      </a:schemeClr>
      <a:schemeClr val="accent3">
        <a:tint val="40000"/>
        <a:alpha val="90000"/>
      </a:schemeClr>
      <a:schemeClr val="accent4">
        <a:tint val="40000"/>
        <a:alpha val="90000"/>
      </a:schemeClr>
      <a:schemeClr val="accent5">
        <a:tint val="40000"/>
        <a:alpha val="90000"/>
      </a:schemeClr>
      <a:schemeClr val="accent6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bgAccFollowNode1">
    <dgm:fillClrLst meth="repeat">
      <a:schemeClr val="accent2">
        <a:tint val="40000"/>
        <a:alpha val="90000"/>
      </a:schemeClr>
      <a:schemeClr val="accent3">
        <a:tint val="40000"/>
        <a:alpha val="90000"/>
      </a:schemeClr>
      <a:schemeClr val="accent4">
        <a:tint val="40000"/>
        <a:alpha val="90000"/>
      </a:schemeClr>
      <a:schemeClr val="accent5">
        <a:tint val="40000"/>
        <a:alpha val="90000"/>
      </a:schemeClr>
      <a:schemeClr val="accent6">
        <a:tint val="40000"/>
        <a:alpha val="90000"/>
      </a:schemeClr>
    </dgm:fillClrLst>
    <dgm:linClrLst meth="repeat">
      <a:schemeClr val="accent2">
        <a:tint val="40000"/>
        <a:alpha val="90000"/>
      </a:schemeClr>
      <a:schemeClr val="accent3">
        <a:tint val="40000"/>
        <a:alpha val="90000"/>
      </a:schemeClr>
      <a:schemeClr val="accent4">
        <a:tint val="40000"/>
        <a:alpha val="90000"/>
      </a:schemeClr>
      <a:schemeClr val="accent5">
        <a:tint val="40000"/>
        <a:alpha val="90000"/>
      </a:schemeClr>
      <a:schemeClr val="accent6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fgAcc0">
    <dgm:fillClrLst meth="repeat">
      <a:schemeClr val="lt1">
        <a:alpha val="90000"/>
      </a:schemeClr>
    </dgm:fillClrLst>
    <dgm:linClrLst>
      <a:schemeClr val="accent1"/>
    </dgm:linClrLst>
    <dgm:effectClrLst/>
    <dgm:txLinClrLst/>
    <dgm:txFillClrLst meth="repeat">
      <a:schemeClr val="dk1"/>
    </dgm:txFillClrLst>
    <dgm:txEffectClrLst/>
  </dgm:styleLbl>
  <dgm:styleLbl name="fgAcc2">
    <dgm:fillClrLst meth="repeat">
      <a:schemeClr val="lt1">
        <a:alpha val="90000"/>
      </a:schemeClr>
    </dgm:fillClrLst>
    <dgm:linClrLst>
      <a:schemeClr val="accent2"/>
    </dgm:linClrLst>
    <dgm:effectClrLst/>
    <dgm:txLinClrLst/>
    <dgm:txFillClrLst meth="repeat">
      <a:schemeClr val="dk1"/>
    </dgm:txFillClrLst>
    <dgm:txEffectClrLst/>
  </dgm:styleLbl>
  <dgm:styleLbl name="fgAcc3">
    <dgm:fillClrLst meth="repeat">
      <a:schemeClr val="lt1">
        <a:alpha val="90000"/>
      </a:schemeClr>
    </dgm:fillClrLst>
    <dgm:linClrLst>
      <a:schemeClr val="accent3"/>
    </dgm:linClrLst>
    <dgm:effectClrLst/>
    <dgm:txLinClrLst/>
    <dgm:txFillClrLst meth="repeat">
      <a:schemeClr val="dk1"/>
    </dgm:txFillClrLst>
    <dgm:txEffectClrLst/>
  </dgm:styleLbl>
  <dgm:styleLbl name="fgAcc4">
    <dgm:fillClrLst meth="repeat">
      <a:schemeClr val="lt1">
        <a:alpha val="90000"/>
      </a:schemeClr>
    </dgm:fillClrLst>
    <dgm:linClrLst>
      <a:schemeClr val="accent4"/>
    </dgm:linClrLst>
    <dgm:effectClrLst/>
    <dgm:txLinClrLst/>
    <dgm:txFillClrLst meth="repeat">
      <a:schemeClr val="dk1"/>
    </dgm:txFillClrLst>
    <dgm:txEffectClrLst/>
  </dgm:styleLbl>
  <dgm:styleLbl name="bgShp">
    <dgm:fillClrLst meth="repeat">
      <a:schemeClr val="bg1">
        <a:lumMod val="95000"/>
      </a:schemeClr>
    </dgm:fillClrLst>
    <dgm:linClrLst meth="repeat">
      <a:schemeClr val="dk1"/>
    </dgm:linClrLst>
    <dgm:effectClrLst/>
    <dgm:txLinClrLst/>
    <dgm:txFillClrLst meth="repeat">
      <a:schemeClr val="dk1"/>
    </dgm:txFillClrLst>
    <dgm:txEffectClrLst/>
  </dgm:styleLbl>
  <dgm:styleLbl name="dkBgShp">
    <dgm:fillClrLst meth="repeat">
      <a:schemeClr val="accent2">
        <a:shade val="90000"/>
      </a:schemeClr>
    </dgm:fillClrLst>
    <dgm:linClrLst meth="repeat">
      <a:schemeClr val="dk1"/>
    </dgm:linClrLst>
    <dgm:effectClrLst/>
    <dgm:txLinClrLst/>
    <dgm:txFillClrLst meth="repeat">
      <a:schemeClr val="lt1"/>
    </dgm:txFillClrLst>
    <dgm:txEffectClrLst/>
  </dgm:styleLbl>
  <dgm:styleLbl name="trBgShp">
    <dgm:fillClrLst meth="repeat">
      <a:schemeClr val="accent1">
        <a:tint val="50000"/>
        <a:alpha val="40000"/>
      </a:schemeClr>
    </dgm:fillClrLst>
    <dgm:linClrLst meth="repeat">
      <a:schemeClr val="accent2"/>
    </dgm:linClrLst>
    <dgm:effectClrLst/>
    <dgm:txLinClrLst/>
    <dgm:txFillClrLst meth="repeat">
      <a:schemeClr val="lt1"/>
    </dgm:txFillClrLst>
    <dgm:txEffectClrLst/>
  </dgm:styleLbl>
  <dgm:styleLbl name="fgShp">
    <dgm:fillClrLst meth="repeat">
      <a:schemeClr val="accent2">
        <a:tint val="40000"/>
      </a:schemeClr>
    </dgm:fillClrLst>
    <dgm:linClrLst meth="repeat">
      <a:schemeClr val="lt1"/>
    </dgm:linClrLst>
    <dgm:effectClrLst/>
    <dgm:txLinClrLst/>
    <dgm:txFillClrLst meth="repeat">
      <a:schemeClr val="dk1"/>
    </dgm:txFillClrLst>
    <dgm:txEffectClrLst/>
  </dgm:styleLbl>
  <dgm:styleLbl name="revTx">
    <dgm:fillClrLst meth="repeat">
      <a:schemeClr val="lt1">
        <a:alpha val="0"/>
      </a:schemeClr>
    </dgm:fillClrLst>
    <dgm:linClrLst meth="repeat">
      <a:schemeClr val="dk1">
        <a:alpha val="0"/>
      </a:schemeClr>
    </dgm:linClrLst>
    <dgm:effectClrLst/>
    <dgm:txLinClrLst/>
    <dgm:txFillClrLst meth="repeat">
      <a:schemeClr val="tx1"/>
    </dgm:txFillClrLst>
    <dgm:txEffectClrLst/>
  </dgm:styleLbl>
</dgm:colorsDef>
</file>

<file path=ppt/diagrams/colors2.xml><?xml version="1.0" encoding="utf-8"?>
<dgm:colorsDef xmlns:dgm="http://schemas.openxmlformats.org/drawingml/2006/diagram" xmlns:a="http://schemas.openxmlformats.org/drawingml/2006/main" uniqueId="urn:microsoft.com/office/officeart/2018/5/colors/Iconchunking_neutralbg_colorful5">
  <dgm:title val=""/>
  <dgm:desc val=""/>
  <dgm:catLst>
    <dgm:cat type="colorful" pri="10500"/>
  </dgm:catLst>
  <dgm:styleLbl name="node0">
    <dgm:fillClrLst meth="repeat"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node1">
    <dgm:fillClrLst>
      <a:schemeClr val="accent5"/>
      <a:schemeClr val="accent6"/>
    </dgm:fillClrLst>
    <dgm:linClrLst meth="repeat">
      <a:schemeClr val="lt1">
        <a:alpha val="0"/>
      </a:schemeClr>
    </dgm:linClrLst>
    <dgm:effectClrLst/>
    <dgm:txLinClrLst/>
    <dgm:txFillClrLst/>
    <dgm:txEffectClrLst/>
  </dgm:styleLbl>
  <dgm:styleLbl name="alignNode1">
    <dgm:fillClrLst>
      <a:schemeClr val="accent5"/>
      <a:schemeClr val="accent6"/>
    </dgm:fillClrLst>
    <dgm:linClrLst>
      <a:schemeClr val="accent5"/>
      <a:schemeClr val="accent6"/>
    </dgm:linClrLst>
    <dgm:effectClrLst/>
    <dgm:txLinClrLst/>
    <dgm:txFillClrLst/>
    <dgm:txEffectClrLst/>
  </dgm:styleLbl>
  <dgm:styleLbl name="lnNode1">
    <dgm:fillClrLst>
      <a:schemeClr val="accent5"/>
      <a:schemeClr val="accent6"/>
    </dgm:fillClrLst>
    <dgm:linClrLst meth="repeat">
      <a:schemeClr val="lt1"/>
    </dgm:linClrLst>
    <dgm:effectClrLst/>
    <dgm:txLinClrLst/>
    <dgm:txFillClrLst/>
    <dgm:txEffectClrLst/>
  </dgm:styleLbl>
  <dgm:styleLbl name="vennNode1">
    <dgm:fillClrLst>
      <a:schemeClr val="accent5">
        <a:alpha val="50000"/>
      </a:schemeClr>
      <a:schemeClr val="accent6">
        <a:alpha val="50000"/>
      </a:schemeClr>
    </dgm:fillClrLst>
    <dgm:linClrLst meth="repeat">
      <a:schemeClr val="lt1"/>
    </dgm:linClrLst>
    <dgm:effectClrLst/>
    <dgm:txLinClrLst/>
    <dgm:txFillClrLst/>
    <dgm:txEffectClrLst/>
  </dgm:styleLbl>
  <dgm:styleLbl name="node2">
    <dgm:fillClrLst>
      <a:schemeClr val="accent6"/>
    </dgm:fillClrLst>
    <dgm:linClrLst meth="repeat">
      <a:schemeClr val="lt1"/>
    </dgm:linClrLst>
    <dgm:effectClrLst/>
    <dgm:txLinClrLst/>
    <dgm:txFillClrLst/>
    <dgm:txEffectClrLst/>
  </dgm:styleLbl>
  <dgm:styleLbl name="node3">
    <dgm:fillClrLst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node4">
    <dgm:fillClrLst>
      <a:schemeClr val="accent2"/>
    </dgm:fillClrLst>
    <dgm:linClrLst meth="repeat">
      <a:schemeClr val="lt1"/>
    </dgm:linClrLst>
    <dgm:effectClrLst/>
    <dgm:txLinClrLst/>
    <dgm:txFillClrLst/>
    <dgm:txEffectClrLst/>
  </dgm:styleLbl>
  <dgm:styleLbl name="fgImgPlace1">
    <dgm:fillClrLst>
      <a:schemeClr val="accent5">
        <a:tint val="50000"/>
      </a:schemeClr>
      <a:schemeClr val="accent6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alignImgPlace1">
    <dgm:fillClrLst>
      <a:schemeClr val="accent5">
        <a:tint val="50000"/>
      </a:schemeClr>
      <a:schemeClr val="accent6">
        <a:tint val="2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bgImgPlace1">
    <dgm:fillClrLst>
      <a:schemeClr val="accent5">
        <a:tint val="50000"/>
      </a:schemeClr>
      <a:schemeClr val="accent6">
        <a:tint val="2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sibTrans2D1">
    <dgm:fillClrLst>
      <a:schemeClr val="accent5"/>
      <a:schemeClr val="accent6"/>
    </dgm:fillClrLst>
    <dgm:linClrLst meth="repeat">
      <a:schemeClr val="lt1"/>
    </dgm:linClrLst>
    <dgm:effectClrLst/>
    <dgm:txLinClrLst/>
    <dgm:txFillClrLst/>
    <dgm:txEffectClrLst/>
  </dgm:styleLbl>
  <dgm:styleLbl name="fgSibTrans2D1">
    <dgm:fillClrLst>
      <a:schemeClr val="accent5"/>
      <a:schemeClr val="accent6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bgSibTrans2D1">
    <dgm:fillClrLst>
      <a:schemeClr val="accent5"/>
      <a:schemeClr val="accent6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sibTrans1D1">
    <dgm:fillClrLst/>
    <dgm:linClrLst>
      <a:schemeClr val="accent5"/>
      <a:schemeClr val="accent6"/>
    </dgm:linClrLst>
    <dgm:effectClrLst/>
    <dgm:txLinClrLst/>
    <dgm:txFillClrLst meth="repeat">
      <a:schemeClr val="tx1"/>
    </dgm:txFillClrLst>
    <dgm:txEffectClrLst/>
  </dgm:styleLbl>
  <dgm:styleLbl name="callout">
    <dgm:fillClrLst meth="repeat">
      <a:schemeClr val="accent5"/>
    </dgm:fillClrLst>
    <dgm:linClrLst meth="repeat">
      <a:schemeClr val="accent5">
        <a:tint val="50000"/>
      </a:schemeClr>
    </dgm:linClrLst>
    <dgm:effectClrLst/>
    <dgm:txLinClrLst/>
    <dgm:txFillClrLst meth="repeat">
      <a:schemeClr val="tx1"/>
    </dgm:txFillClrLst>
    <dgm:txEffectClrLst/>
  </dgm:styleLbl>
  <dgm:styleLbl name="asst0">
    <dgm:fillClrLst meth="repeat">
      <a:schemeClr val="accent5"/>
    </dgm:fillClrLst>
    <dgm:linClrLst meth="repeat">
      <a:schemeClr val="lt1">
        <a:shade val="80000"/>
      </a:schemeClr>
    </dgm:linClrLst>
    <dgm:effectClrLst/>
    <dgm:txLinClrLst/>
    <dgm:txFillClrLst/>
    <dgm:txEffectClrLst/>
  </dgm:styleLbl>
  <dgm:styleLbl name="asst1">
    <dgm:fillClrLst meth="repeat">
      <a:schemeClr val="accent6"/>
    </dgm:fillClrLst>
    <dgm:linClrLst meth="repeat">
      <a:schemeClr val="lt1">
        <a:shade val="80000"/>
      </a:schemeClr>
    </dgm:linClrLst>
    <dgm:effectClrLst/>
    <dgm:txLinClrLst/>
    <dgm:txFillClrLst/>
    <dgm:txEffectClrLst/>
  </dgm:styleLbl>
  <dgm:styleLbl name="asst2">
    <dgm:fillClrLst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sst3">
    <dgm:fillClrLst>
      <a:schemeClr val="accent2"/>
    </dgm:fillClrLst>
    <dgm:linClrLst meth="repeat">
      <a:schemeClr val="lt1"/>
    </dgm:linClrLst>
    <dgm:effectClrLst/>
    <dgm:txLinClrLst/>
    <dgm:txFillClrLst/>
    <dgm:txEffectClrLst/>
  </dgm:styleLbl>
  <dgm:styleLbl name="asst4">
    <dgm:fillClrLst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parChTrans2D1">
    <dgm:fillClrLst meth="repeat">
      <a:schemeClr val="accent5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parChTrans2D2">
    <dgm:fillClrLst meth="repeat">
      <a:schemeClr val="accent6"/>
    </dgm:fillClrLst>
    <dgm:linClrLst meth="repeat">
      <a:schemeClr val="lt1"/>
    </dgm:linClrLst>
    <dgm:effectClrLst/>
    <dgm:txLinClrLst/>
    <dgm:txFillClrLst/>
    <dgm:txEffectClrLst/>
  </dgm:styleLbl>
  <dgm:styleLbl name="parChTrans2D3">
    <dgm:fillClrLst meth="repeat">
      <a:schemeClr val="accent6"/>
    </dgm:fillClrLst>
    <dgm:linClrLst meth="repeat">
      <a:schemeClr val="lt1"/>
    </dgm:linClrLst>
    <dgm:effectClrLst/>
    <dgm:txLinClrLst/>
    <dgm:txFillClrLst/>
    <dgm:txEffectClrLst/>
  </dgm:styleLbl>
  <dgm:styleLbl name="parChTrans2D4">
    <dgm:fillClrLst meth="repeat">
      <a:schemeClr val="accent1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parChTrans1D1">
    <dgm:fillClrLst meth="repeat">
      <a:schemeClr val="accent5"/>
    </dgm:fillClrLst>
    <dgm:linClrLst meth="repeat">
      <a:schemeClr val="accent5"/>
    </dgm:linClrLst>
    <dgm:effectClrLst/>
    <dgm:txLinClrLst/>
    <dgm:txFillClrLst meth="repeat">
      <a:schemeClr val="tx1"/>
    </dgm:txFillClrLst>
    <dgm:txEffectClrLst/>
  </dgm:styleLbl>
  <dgm:styleLbl name="parChTrans1D2">
    <dgm:fillClrLst meth="repeat">
      <a:schemeClr val="accent6">
        <a:tint val="90000"/>
      </a:schemeClr>
    </dgm:fillClrLst>
    <dgm:linClrLst meth="repeat">
      <a:schemeClr val="accent6"/>
    </dgm:linClrLst>
    <dgm:effectClrLst/>
    <dgm:txLinClrLst/>
    <dgm:txFillClrLst meth="repeat">
      <a:schemeClr val="tx1"/>
    </dgm:txFillClrLst>
    <dgm:txEffectClrLst/>
  </dgm:styleLbl>
  <dgm:styleLbl name="parChTrans1D3">
    <dgm:fillClrLst meth="repeat">
      <a:schemeClr val="accent6">
        <a:tint val="70000"/>
      </a:schemeClr>
    </dgm:fillClrLst>
    <dgm:linClrLst meth="repeat">
      <a:schemeClr val="accent1"/>
    </dgm:linClrLst>
    <dgm:effectClrLst/>
    <dgm:txLinClrLst/>
    <dgm:txFillClrLst meth="repeat">
      <a:schemeClr val="tx1"/>
    </dgm:txFillClrLst>
    <dgm:txEffectClrLst/>
  </dgm:styleLbl>
  <dgm:styleLbl name="parChTrans1D4">
    <dgm:fillClrLst meth="repeat">
      <a:schemeClr val="accent6">
        <a:tint val="50000"/>
      </a:schemeClr>
    </dgm:fillClrLst>
    <dgm:linClrLst meth="repeat">
      <a:schemeClr val="accent2"/>
    </dgm:linClrLst>
    <dgm:effectClrLst/>
    <dgm:txLinClrLst/>
    <dgm:txFillClrLst meth="repeat">
      <a:schemeClr val="tx1"/>
    </dgm:txFillClrLst>
    <dgm:txEffectClrLst/>
  </dgm:styleLbl>
  <dgm:styleLbl name="fgAcc1">
    <dgm:fillClrLst meth="repeat">
      <a:schemeClr val="lt1">
        <a:alpha val="90000"/>
      </a:schemeClr>
    </dgm:fillClrLst>
    <dgm:linClrLst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conFgAcc1">
    <dgm:fillClrLst meth="repeat">
      <a:schemeClr val="lt1">
        <a:alpha val="90000"/>
      </a:schemeClr>
    </dgm:fillClrLst>
    <dgm:linClrLst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alignAcc1">
    <dgm:fillClrLst meth="repeat">
      <a:schemeClr val="lt1">
        <a:alpha val="90000"/>
      </a:schemeClr>
    </dgm:fillClrLst>
    <dgm:linClrLst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trAlignAcc1">
    <dgm:fillClrLst meth="repeat">
      <a:schemeClr val="lt1">
        <a:alpha val="40000"/>
      </a:schemeClr>
    </dgm:fillClrLst>
    <dgm:linClrLst meth="repeat">
      <a:schemeClr val="accent5"/>
    </dgm:linClrLst>
    <dgm:effectClrLst/>
    <dgm:txLinClrLst/>
    <dgm:txFillClrLst meth="repeat">
      <a:schemeClr val="dk1"/>
    </dgm:txFillClrLst>
    <dgm:txEffectClrLst/>
  </dgm:styleLbl>
  <dgm:styleLbl name="bgAcc1">
    <dgm:fillClrLst meth="repeat">
      <a:schemeClr val="lt1">
        <a:alpha val="90000"/>
      </a:schemeClr>
    </dgm:fillClrLst>
    <dgm:linClrLst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solidFgAcc1">
    <dgm:fillClrLst meth="repeat">
      <a:schemeClr val="lt1"/>
    </dgm:fillClrLst>
    <dgm:linClrLst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solidAlignAcc1">
    <dgm:fillClrLst meth="repeat">
      <a:schemeClr val="lt1"/>
    </dgm:fillClrLst>
    <dgm:linClrLst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solidBgAcc1">
    <dgm:fillClrLst meth="repeat">
      <a:schemeClr val="lt1"/>
    </dgm:fillClrLst>
    <dgm:linClrLst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fgAccFollowNode1">
    <dgm:fillClrLst>
      <a:schemeClr val="accent5">
        <a:tint val="40000"/>
        <a:alpha val="90000"/>
      </a:schemeClr>
      <a:schemeClr val="accent6">
        <a:tint val="40000"/>
        <a:alpha val="90000"/>
      </a:schemeClr>
    </dgm:fillClrLst>
    <dgm:linClrLst>
      <a:schemeClr val="accent5">
        <a:tint val="40000"/>
        <a:alpha val="90000"/>
      </a:schemeClr>
      <a:schemeClr val="accent5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alignAccFollowNode1">
    <dgm:fillClrLst>
      <a:schemeClr val="accent5">
        <a:tint val="40000"/>
        <a:alpha val="90000"/>
      </a:schemeClr>
      <a:schemeClr val="accent6">
        <a:tint val="40000"/>
        <a:alpha val="90000"/>
      </a:schemeClr>
    </dgm:fillClrLst>
    <dgm:linClrLst>
      <a:schemeClr val="accent5">
        <a:tint val="40000"/>
        <a:alpha val="90000"/>
      </a:schemeClr>
      <a:schemeClr val="accent6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bgAccFollowNode1">
    <dgm:fillClrLst>
      <a:schemeClr val="accent5">
        <a:tint val="40000"/>
        <a:alpha val="90000"/>
      </a:schemeClr>
      <a:schemeClr val="accent6">
        <a:tint val="40000"/>
        <a:alpha val="90000"/>
      </a:schemeClr>
    </dgm:fillClrLst>
    <dgm:linClrLst>
      <a:schemeClr val="accent5">
        <a:tint val="40000"/>
        <a:alpha val="90000"/>
      </a:schemeClr>
      <a:schemeClr val="accent6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fgAcc0">
    <dgm:fillClrLst meth="repeat">
      <a:schemeClr val="lt1">
        <a:alpha val="90000"/>
      </a:schemeClr>
    </dgm:fillClrLst>
    <dgm:linClrLst>
      <a:schemeClr val="accent4"/>
    </dgm:linClrLst>
    <dgm:effectClrLst/>
    <dgm:txLinClrLst/>
    <dgm:txFillClrLst meth="repeat">
      <a:schemeClr val="dk1"/>
    </dgm:txFillClrLst>
    <dgm:txEffectClrLst/>
  </dgm:styleLbl>
  <dgm:styleLbl name="fgAcc2">
    <dgm:fillClrLst meth="repeat">
      <a:schemeClr val="lt1">
        <a:alpha val="90000"/>
      </a:schemeClr>
    </dgm:fillClrLst>
    <dgm:linClrLst>
      <a:schemeClr val="accent6"/>
    </dgm:linClrLst>
    <dgm:effectClrLst/>
    <dgm:txLinClrLst/>
    <dgm:txFillClrLst meth="repeat">
      <a:schemeClr val="dk1"/>
    </dgm:txFillClrLst>
    <dgm:txEffectClrLst/>
  </dgm:styleLbl>
  <dgm:styleLbl name="fgAcc3">
    <dgm:fillClrLst meth="repeat">
      <a:schemeClr val="lt1">
        <a:alpha val="90000"/>
      </a:schemeClr>
    </dgm:fillClrLst>
    <dgm:linClrLst>
      <a:schemeClr val="accent1"/>
    </dgm:linClrLst>
    <dgm:effectClrLst/>
    <dgm:txLinClrLst/>
    <dgm:txFillClrLst meth="repeat">
      <a:schemeClr val="dk1"/>
    </dgm:txFillClrLst>
    <dgm:txEffectClrLst/>
  </dgm:styleLbl>
  <dgm:styleLbl name="fgAcc4">
    <dgm:fillClrLst meth="repeat">
      <a:schemeClr val="lt1">
        <a:alpha val="90000"/>
      </a:schemeClr>
    </dgm:fillClrLst>
    <dgm:linClrLst>
      <a:schemeClr val="accent2"/>
    </dgm:linClrLst>
    <dgm:effectClrLst/>
    <dgm:txLinClrLst/>
    <dgm:txFillClrLst meth="repeat">
      <a:schemeClr val="dk1"/>
    </dgm:txFillClrLst>
    <dgm:txEffectClrLst/>
  </dgm:styleLbl>
  <dgm:styleLbl name="bgShp">
    <dgm:fillClrLst meth="repeat">
      <a:schemeClr val="bg1">
        <a:lumMod val="95000"/>
      </a:schemeClr>
    </dgm:fillClrLst>
    <dgm:linClrLst meth="repeat">
      <a:schemeClr val="dk1"/>
    </dgm:linClrLst>
    <dgm:effectClrLst/>
    <dgm:txLinClrLst/>
    <dgm:txFillClrLst meth="repeat">
      <a:schemeClr val="dk1"/>
    </dgm:txFillClrLst>
    <dgm:txEffectClrLst/>
  </dgm:styleLbl>
  <dgm:styleLbl name="dkBgShp">
    <dgm:fillClrLst meth="repeat">
      <a:schemeClr val="accent5">
        <a:shade val="90000"/>
      </a:schemeClr>
    </dgm:fillClrLst>
    <dgm:linClrLst meth="repeat">
      <a:schemeClr val="dk1"/>
    </dgm:linClrLst>
    <dgm:effectClrLst/>
    <dgm:txLinClrLst/>
    <dgm:txFillClrLst meth="repeat">
      <a:schemeClr val="lt1"/>
    </dgm:txFillClrLst>
    <dgm:txEffectClrLst/>
  </dgm:styleLbl>
  <dgm:styleLbl name="trBgShp">
    <dgm:fillClrLst meth="repeat">
      <a:schemeClr val="accent5">
        <a:tint val="50000"/>
        <a:alpha val="40000"/>
      </a:schemeClr>
    </dgm:fillClrLst>
    <dgm:linClrLst meth="repeat">
      <a:schemeClr val="accent5"/>
    </dgm:linClrLst>
    <dgm:effectClrLst/>
    <dgm:txLinClrLst/>
    <dgm:txFillClrLst meth="repeat">
      <a:schemeClr val="lt1"/>
    </dgm:txFillClrLst>
    <dgm:txEffectClrLst/>
  </dgm:styleLbl>
  <dgm:styleLbl name="fgShp">
    <dgm:fillClrLst meth="repeat">
      <a:schemeClr val="accent5">
        <a:tint val="40000"/>
      </a:schemeClr>
    </dgm:fillClrLst>
    <dgm:linClrLst meth="repeat">
      <a:schemeClr val="lt1"/>
    </dgm:linClrLst>
    <dgm:effectClrLst/>
    <dgm:txLinClrLst/>
    <dgm:txFillClrLst meth="repeat">
      <a:schemeClr val="dk1"/>
    </dgm:txFillClrLst>
    <dgm:txEffectClrLst/>
  </dgm:styleLbl>
  <dgm:styleLbl name="revTx">
    <dgm:fillClrLst meth="repeat">
      <a:schemeClr val="lt1">
        <a:alpha val="0"/>
      </a:schemeClr>
    </dgm:fillClrLst>
    <dgm:linClrLst meth="repeat">
      <a:schemeClr val="dk1">
        <a:alpha val="0"/>
      </a:schemeClr>
    </dgm:linClrLst>
    <dgm:effectClrLst/>
    <dgm:txLinClrLst/>
    <dgm:txFillClrLst meth="repeat">
      <a:schemeClr val="tx1"/>
    </dgm:txFillClrLst>
    <dgm:txEffectClrLst/>
  </dgm:styleLbl>
</dgm:colorsDef>
</file>

<file path=ppt/diagrams/colors3.xml><?xml version="1.0" encoding="utf-8"?>
<dgm:colorsDef xmlns:dgm="http://schemas.openxmlformats.org/drawingml/2006/diagram" xmlns:a="http://schemas.openxmlformats.org/drawingml/2006/main" uniqueId="urn:microsoft.com/office/officeart/2018/5/colors/Iconchunking_neutralbg_colorful5">
  <dgm:title val=""/>
  <dgm:desc val=""/>
  <dgm:catLst>
    <dgm:cat type="colorful" pri="10500"/>
  </dgm:catLst>
  <dgm:styleLbl name="node0">
    <dgm:fillClrLst meth="repeat"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node1">
    <dgm:fillClrLst>
      <a:schemeClr val="accent5"/>
      <a:schemeClr val="accent6"/>
    </dgm:fillClrLst>
    <dgm:linClrLst meth="repeat">
      <a:schemeClr val="lt1">
        <a:alpha val="0"/>
      </a:schemeClr>
    </dgm:linClrLst>
    <dgm:effectClrLst/>
    <dgm:txLinClrLst/>
    <dgm:txFillClrLst/>
    <dgm:txEffectClrLst/>
  </dgm:styleLbl>
  <dgm:styleLbl name="alignNode1">
    <dgm:fillClrLst>
      <a:schemeClr val="accent5"/>
      <a:schemeClr val="accent6"/>
    </dgm:fillClrLst>
    <dgm:linClrLst>
      <a:schemeClr val="accent5"/>
      <a:schemeClr val="accent6"/>
    </dgm:linClrLst>
    <dgm:effectClrLst/>
    <dgm:txLinClrLst/>
    <dgm:txFillClrLst/>
    <dgm:txEffectClrLst/>
  </dgm:styleLbl>
  <dgm:styleLbl name="lnNode1">
    <dgm:fillClrLst>
      <a:schemeClr val="accent5"/>
      <a:schemeClr val="accent6"/>
    </dgm:fillClrLst>
    <dgm:linClrLst meth="repeat">
      <a:schemeClr val="lt1"/>
    </dgm:linClrLst>
    <dgm:effectClrLst/>
    <dgm:txLinClrLst/>
    <dgm:txFillClrLst/>
    <dgm:txEffectClrLst/>
  </dgm:styleLbl>
  <dgm:styleLbl name="vennNode1">
    <dgm:fillClrLst>
      <a:schemeClr val="accent5">
        <a:alpha val="50000"/>
      </a:schemeClr>
      <a:schemeClr val="accent6">
        <a:alpha val="50000"/>
      </a:schemeClr>
    </dgm:fillClrLst>
    <dgm:linClrLst meth="repeat">
      <a:schemeClr val="lt1"/>
    </dgm:linClrLst>
    <dgm:effectClrLst/>
    <dgm:txLinClrLst/>
    <dgm:txFillClrLst/>
    <dgm:txEffectClrLst/>
  </dgm:styleLbl>
  <dgm:styleLbl name="node2">
    <dgm:fillClrLst>
      <a:schemeClr val="accent6"/>
    </dgm:fillClrLst>
    <dgm:linClrLst meth="repeat">
      <a:schemeClr val="lt1"/>
    </dgm:linClrLst>
    <dgm:effectClrLst/>
    <dgm:txLinClrLst/>
    <dgm:txFillClrLst/>
    <dgm:txEffectClrLst/>
  </dgm:styleLbl>
  <dgm:styleLbl name="node3">
    <dgm:fillClrLst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node4">
    <dgm:fillClrLst>
      <a:schemeClr val="accent2"/>
    </dgm:fillClrLst>
    <dgm:linClrLst meth="repeat">
      <a:schemeClr val="lt1"/>
    </dgm:linClrLst>
    <dgm:effectClrLst/>
    <dgm:txLinClrLst/>
    <dgm:txFillClrLst/>
    <dgm:txEffectClrLst/>
  </dgm:styleLbl>
  <dgm:styleLbl name="fgImgPlace1">
    <dgm:fillClrLst>
      <a:schemeClr val="accent5">
        <a:tint val="50000"/>
      </a:schemeClr>
      <a:schemeClr val="accent6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alignImgPlace1">
    <dgm:fillClrLst>
      <a:schemeClr val="accent5">
        <a:tint val="50000"/>
      </a:schemeClr>
      <a:schemeClr val="accent6">
        <a:tint val="2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bgImgPlace1">
    <dgm:fillClrLst>
      <a:schemeClr val="accent5">
        <a:tint val="50000"/>
      </a:schemeClr>
      <a:schemeClr val="accent6">
        <a:tint val="2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sibTrans2D1">
    <dgm:fillClrLst>
      <a:schemeClr val="accent5"/>
      <a:schemeClr val="accent6"/>
    </dgm:fillClrLst>
    <dgm:linClrLst meth="repeat">
      <a:schemeClr val="lt1"/>
    </dgm:linClrLst>
    <dgm:effectClrLst/>
    <dgm:txLinClrLst/>
    <dgm:txFillClrLst/>
    <dgm:txEffectClrLst/>
  </dgm:styleLbl>
  <dgm:styleLbl name="fgSibTrans2D1">
    <dgm:fillClrLst>
      <a:schemeClr val="accent5"/>
      <a:schemeClr val="accent6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bgSibTrans2D1">
    <dgm:fillClrLst>
      <a:schemeClr val="accent5"/>
      <a:schemeClr val="accent6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sibTrans1D1">
    <dgm:fillClrLst/>
    <dgm:linClrLst>
      <a:schemeClr val="accent5"/>
      <a:schemeClr val="accent6"/>
    </dgm:linClrLst>
    <dgm:effectClrLst/>
    <dgm:txLinClrLst/>
    <dgm:txFillClrLst meth="repeat">
      <a:schemeClr val="tx1"/>
    </dgm:txFillClrLst>
    <dgm:txEffectClrLst/>
  </dgm:styleLbl>
  <dgm:styleLbl name="callout">
    <dgm:fillClrLst meth="repeat">
      <a:schemeClr val="accent5"/>
    </dgm:fillClrLst>
    <dgm:linClrLst meth="repeat">
      <a:schemeClr val="accent5">
        <a:tint val="50000"/>
      </a:schemeClr>
    </dgm:linClrLst>
    <dgm:effectClrLst/>
    <dgm:txLinClrLst/>
    <dgm:txFillClrLst meth="repeat">
      <a:schemeClr val="tx1"/>
    </dgm:txFillClrLst>
    <dgm:txEffectClrLst/>
  </dgm:styleLbl>
  <dgm:styleLbl name="asst0">
    <dgm:fillClrLst meth="repeat">
      <a:schemeClr val="accent5"/>
    </dgm:fillClrLst>
    <dgm:linClrLst meth="repeat">
      <a:schemeClr val="lt1">
        <a:shade val="80000"/>
      </a:schemeClr>
    </dgm:linClrLst>
    <dgm:effectClrLst/>
    <dgm:txLinClrLst/>
    <dgm:txFillClrLst/>
    <dgm:txEffectClrLst/>
  </dgm:styleLbl>
  <dgm:styleLbl name="asst1">
    <dgm:fillClrLst meth="repeat">
      <a:schemeClr val="accent6"/>
    </dgm:fillClrLst>
    <dgm:linClrLst meth="repeat">
      <a:schemeClr val="lt1">
        <a:shade val="80000"/>
      </a:schemeClr>
    </dgm:linClrLst>
    <dgm:effectClrLst/>
    <dgm:txLinClrLst/>
    <dgm:txFillClrLst/>
    <dgm:txEffectClrLst/>
  </dgm:styleLbl>
  <dgm:styleLbl name="asst2">
    <dgm:fillClrLst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sst3">
    <dgm:fillClrLst>
      <a:schemeClr val="accent2"/>
    </dgm:fillClrLst>
    <dgm:linClrLst meth="repeat">
      <a:schemeClr val="lt1"/>
    </dgm:linClrLst>
    <dgm:effectClrLst/>
    <dgm:txLinClrLst/>
    <dgm:txFillClrLst/>
    <dgm:txEffectClrLst/>
  </dgm:styleLbl>
  <dgm:styleLbl name="asst4">
    <dgm:fillClrLst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parChTrans2D1">
    <dgm:fillClrLst meth="repeat">
      <a:schemeClr val="accent5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parChTrans2D2">
    <dgm:fillClrLst meth="repeat">
      <a:schemeClr val="accent6"/>
    </dgm:fillClrLst>
    <dgm:linClrLst meth="repeat">
      <a:schemeClr val="lt1"/>
    </dgm:linClrLst>
    <dgm:effectClrLst/>
    <dgm:txLinClrLst/>
    <dgm:txFillClrLst/>
    <dgm:txEffectClrLst/>
  </dgm:styleLbl>
  <dgm:styleLbl name="parChTrans2D3">
    <dgm:fillClrLst meth="repeat">
      <a:schemeClr val="accent6"/>
    </dgm:fillClrLst>
    <dgm:linClrLst meth="repeat">
      <a:schemeClr val="lt1"/>
    </dgm:linClrLst>
    <dgm:effectClrLst/>
    <dgm:txLinClrLst/>
    <dgm:txFillClrLst/>
    <dgm:txEffectClrLst/>
  </dgm:styleLbl>
  <dgm:styleLbl name="parChTrans2D4">
    <dgm:fillClrLst meth="repeat">
      <a:schemeClr val="accent1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parChTrans1D1">
    <dgm:fillClrLst meth="repeat">
      <a:schemeClr val="accent5"/>
    </dgm:fillClrLst>
    <dgm:linClrLst meth="repeat">
      <a:schemeClr val="accent5"/>
    </dgm:linClrLst>
    <dgm:effectClrLst/>
    <dgm:txLinClrLst/>
    <dgm:txFillClrLst meth="repeat">
      <a:schemeClr val="tx1"/>
    </dgm:txFillClrLst>
    <dgm:txEffectClrLst/>
  </dgm:styleLbl>
  <dgm:styleLbl name="parChTrans1D2">
    <dgm:fillClrLst meth="repeat">
      <a:schemeClr val="accent6">
        <a:tint val="90000"/>
      </a:schemeClr>
    </dgm:fillClrLst>
    <dgm:linClrLst meth="repeat">
      <a:schemeClr val="accent6"/>
    </dgm:linClrLst>
    <dgm:effectClrLst/>
    <dgm:txLinClrLst/>
    <dgm:txFillClrLst meth="repeat">
      <a:schemeClr val="tx1"/>
    </dgm:txFillClrLst>
    <dgm:txEffectClrLst/>
  </dgm:styleLbl>
  <dgm:styleLbl name="parChTrans1D3">
    <dgm:fillClrLst meth="repeat">
      <a:schemeClr val="accent6">
        <a:tint val="70000"/>
      </a:schemeClr>
    </dgm:fillClrLst>
    <dgm:linClrLst meth="repeat">
      <a:schemeClr val="accent1"/>
    </dgm:linClrLst>
    <dgm:effectClrLst/>
    <dgm:txLinClrLst/>
    <dgm:txFillClrLst meth="repeat">
      <a:schemeClr val="tx1"/>
    </dgm:txFillClrLst>
    <dgm:txEffectClrLst/>
  </dgm:styleLbl>
  <dgm:styleLbl name="parChTrans1D4">
    <dgm:fillClrLst meth="repeat">
      <a:schemeClr val="accent6">
        <a:tint val="50000"/>
      </a:schemeClr>
    </dgm:fillClrLst>
    <dgm:linClrLst meth="repeat">
      <a:schemeClr val="accent2"/>
    </dgm:linClrLst>
    <dgm:effectClrLst/>
    <dgm:txLinClrLst/>
    <dgm:txFillClrLst meth="repeat">
      <a:schemeClr val="tx1"/>
    </dgm:txFillClrLst>
    <dgm:txEffectClrLst/>
  </dgm:styleLbl>
  <dgm:styleLbl name="fgAcc1">
    <dgm:fillClrLst meth="repeat">
      <a:schemeClr val="lt1">
        <a:alpha val="90000"/>
      </a:schemeClr>
    </dgm:fillClrLst>
    <dgm:linClrLst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conFgAcc1">
    <dgm:fillClrLst meth="repeat">
      <a:schemeClr val="lt1">
        <a:alpha val="90000"/>
      </a:schemeClr>
    </dgm:fillClrLst>
    <dgm:linClrLst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alignAcc1">
    <dgm:fillClrLst meth="repeat">
      <a:schemeClr val="lt1">
        <a:alpha val="90000"/>
      </a:schemeClr>
    </dgm:fillClrLst>
    <dgm:linClrLst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trAlignAcc1">
    <dgm:fillClrLst meth="repeat">
      <a:schemeClr val="lt1">
        <a:alpha val="40000"/>
      </a:schemeClr>
    </dgm:fillClrLst>
    <dgm:linClrLst meth="repeat">
      <a:schemeClr val="accent5"/>
    </dgm:linClrLst>
    <dgm:effectClrLst/>
    <dgm:txLinClrLst/>
    <dgm:txFillClrLst meth="repeat">
      <a:schemeClr val="dk1"/>
    </dgm:txFillClrLst>
    <dgm:txEffectClrLst/>
  </dgm:styleLbl>
  <dgm:styleLbl name="bgAcc1">
    <dgm:fillClrLst meth="repeat">
      <a:schemeClr val="lt1">
        <a:alpha val="90000"/>
      </a:schemeClr>
    </dgm:fillClrLst>
    <dgm:linClrLst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solidFgAcc1">
    <dgm:fillClrLst meth="repeat">
      <a:schemeClr val="lt1"/>
    </dgm:fillClrLst>
    <dgm:linClrLst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solidAlignAcc1">
    <dgm:fillClrLst meth="repeat">
      <a:schemeClr val="lt1"/>
    </dgm:fillClrLst>
    <dgm:linClrLst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solidBgAcc1">
    <dgm:fillClrLst meth="repeat">
      <a:schemeClr val="lt1"/>
    </dgm:fillClrLst>
    <dgm:linClrLst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fgAccFollowNode1">
    <dgm:fillClrLst>
      <a:schemeClr val="accent5">
        <a:tint val="40000"/>
        <a:alpha val="90000"/>
      </a:schemeClr>
      <a:schemeClr val="accent6">
        <a:tint val="40000"/>
        <a:alpha val="90000"/>
      </a:schemeClr>
    </dgm:fillClrLst>
    <dgm:linClrLst>
      <a:schemeClr val="accent5">
        <a:tint val="40000"/>
        <a:alpha val="90000"/>
      </a:schemeClr>
      <a:schemeClr val="accent5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alignAccFollowNode1">
    <dgm:fillClrLst>
      <a:schemeClr val="accent5">
        <a:tint val="40000"/>
        <a:alpha val="90000"/>
      </a:schemeClr>
      <a:schemeClr val="accent6">
        <a:tint val="40000"/>
        <a:alpha val="90000"/>
      </a:schemeClr>
    </dgm:fillClrLst>
    <dgm:linClrLst>
      <a:schemeClr val="accent5">
        <a:tint val="40000"/>
        <a:alpha val="90000"/>
      </a:schemeClr>
      <a:schemeClr val="accent6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bgAccFollowNode1">
    <dgm:fillClrLst>
      <a:schemeClr val="accent5">
        <a:tint val="40000"/>
        <a:alpha val="90000"/>
      </a:schemeClr>
      <a:schemeClr val="accent6">
        <a:tint val="40000"/>
        <a:alpha val="90000"/>
      </a:schemeClr>
    </dgm:fillClrLst>
    <dgm:linClrLst>
      <a:schemeClr val="accent5">
        <a:tint val="40000"/>
        <a:alpha val="90000"/>
      </a:schemeClr>
      <a:schemeClr val="accent6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fgAcc0">
    <dgm:fillClrLst meth="repeat">
      <a:schemeClr val="lt1">
        <a:alpha val="90000"/>
      </a:schemeClr>
    </dgm:fillClrLst>
    <dgm:linClrLst>
      <a:schemeClr val="accent4"/>
    </dgm:linClrLst>
    <dgm:effectClrLst/>
    <dgm:txLinClrLst/>
    <dgm:txFillClrLst meth="repeat">
      <a:schemeClr val="dk1"/>
    </dgm:txFillClrLst>
    <dgm:txEffectClrLst/>
  </dgm:styleLbl>
  <dgm:styleLbl name="fgAcc2">
    <dgm:fillClrLst meth="repeat">
      <a:schemeClr val="lt1">
        <a:alpha val="90000"/>
      </a:schemeClr>
    </dgm:fillClrLst>
    <dgm:linClrLst>
      <a:schemeClr val="accent6"/>
    </dgm:linClrLst>
    <dgm:effectClrLst/>
    <dgm:txLinClrLst/>
    <dgm:txFillClrLst meth="repeat">
      <a:schemeClr val="dk1"/>
    </dgm:txFillClrLst>
    <dgm:txEffectClrLst/>
  </dgm:styleLbl>
  <dgm:styleLbl name="fgAcc3">
    <dgm:fillClrLst meth="repeat">
      <a:schemeClr val="lt1">
        <a:alpha val="90000"/>
      </a:schemeClr>
    </dgm:fillClrLst>
    <dgm:linClrLst>
      <a:schemeClr val="accent1"/>
    </dgm:linClrLst>
    <dgm:effectClrLst/>
    <dgm:txLinClrLst/>
    <dgm:txFillClrLst meth="repeat">
      <a:schemeClr val="dk1"/>
    </dgm:txFillClrLst>
    <dgm:txEffectClrLst/>
  </dgm:styleLbl>
  <dgm:styleLbl name="fgAcc4">
    <dgm:fillClrLst meth="repeat">
      <a:schemeClr val="lt1">
        <a:alpha val="90000"/>
      </a:schemeClr>
    </dgm:fillClrLst>
    <dgm:linClrLst>
      <a:schemeClr val="accent2"/>
    </dgm:linClrLst>
    <dgm:effectClrLst/>
    <dgm:txLinClrLst/>
    <dgm:txFillClrLst meth="repeat">
      <a:schemeClr val="dk1"/>
    </dgm:txFillClrLst>
    <dgm:txEffectClrLst/>
  </dgm:styleLbl>
  <dgm:styleLbl name="bgShp">
    <dgm:fillClrLst meth="repeat">
      <a:schemeClr val="bg1">
        <a:lumMod val="95000"/>
      </a:schemeClr>
    </dgm:fillClrLst>
    <dgm:linClrLst meth="repeat">
      <a:schemeClr val="dk1"/>
    </dgm:linClrLst>
    <dgm:effectClrLst/>
    <dgm:txLinClrLst/>
    <dgm:txFillClrLst meth="repeat">
      <a:schemeClr val="dk1"/>
    </dgm:txFillClrLst>
    <dgm:txEffectClrLst/>
  </dgm:styleLbl>
  <dgm:styleLbl name="dkBgShp">
    <dgm:fillClrLst meth="repeat">
      <a:schemeClr val="accent5">
        <a:shade val="90000"/>
      </a:schemeClr>
    </dgm:fillClrLst>
    <dgm:linClrLst meth="repeat">
      <a:schemeClr val="dk1"/>
    </dgm:linClrLst>
    <dgm:effectClrLst/>
    <dgm:txLinClrLst/>
    <dgm:txFillClrLst meth="repeat">
      <a:schemeClr val="lt1"/>
    </dgm:txFillClrLst>
    <dgm:txEffectClrLst/>
  </dgm:styleLbl>
  <dgm:styleLbl name="trBgShp">
    <dgm:fillClrLst meth="repeat">
      <a:schemeClr val="accent5">
        <a:tint val="50000"/>
        <a:alpha val="40000"/>
      </a:schemeClr>
    </dgm:fillClrLst>
    <dgm:linClrLst meth="repeat">
      <a:schemeClr val="accent5"/>
    </dgm:linClrLst>
    <dgm:effectClrLst/>
    <dgm:txLinClrLst/>
    <dgm:txFillClrLst meth="repeat">
      <a:schemeClr val="lt1"/>
    </dgm:txFillClrLst>
    <dgm:txEffectClrLst/>
  </dgm:styleLbl>
  <dgm:styleLbl name="fgShp">
    <dgm:fillClrLst meth="repeat">
      <a:schemeClr val="accent5">
        <a:tint val="40000"/>
      </a:schemeClr>
    </dgm:fillClrLst>
    <dgm:linClrLst meth="repeat">
      <a:schemeClr val="lt1"/>
    </dgm:linClrLst>
    <dgm:effectClrLst/>
    <dgm:txLinClrLst/>
    <dgm:txFillClrLst meth="repeat">
      <a:schemeClr val="dk1"/>
    </dgm:txFillClrLst>
    <dgm:txEffectClrLst/>
  </dgm:styleLbl>
  <dgm:styleLbl name="revTx">
    <dgm:fillClrLst meth="repeat">
      <a:schemeClr val="lt1">
        <a:alpha val="0"/>
      </a:schemeClr>
    </dgm:fillClrLst>
    <dgm:linClrLst meth="repeat">
      <a:schemeClr val="dk1">
        <a:alpha val="0"/>
      </a:schemeClr>
    </dgm:linClrLst>
    <dgm:effectClrLst/>
    <dgm:txLinClrLst/>
    <dgm:txFillClrLst meth="repeat">
      <a:schemeClr val="tx1"/>
    </dgm:txFillClrLst>
    <dgm:txEffectClrLst/>
  </dgm:styleLbl>
</dgm:colorsDef>
</file>

<file path=ppt/diagrams/colors4.xml><?xml version="1.0" encoding="utf-8"?>
<dgm:colorsDef xmlns:dgm="http://schemas.openxmlformats.org/drawingml/2006/diagram" xmlns:a="http://schemas.openxmlformats.org/drawingml/2006/main" uniqueId="urn:microsoft.com/office/officeart/2018/5/colors/Iconchunking_neutralbg_colorful5">
  <dgm:title val=""/>
  <dgm:desc val=""/>
  <dgm:catLst>
    <dgm:cat type="colorful" pri="10500"/>
  </dgm:catLst>
  <dgm:styleLbl name="node0">
    <dgm:fillClrLst meth="repeat"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node1">
    <dgm:fillClrLst>
      <a:schemeClr val="accent5"/>
      <a:schemeClr val="accent6"/>
    </dgm:fillClrLst>
    <dgm:linClrLst meth="repeat">
      <a:schemeClr val="lt1">
        <a:alpha val="0"/>
      </a:schemeClr>
    </dgm:linClrLst>
    <dgm:effectClrLst/>
    <dgm:txLinClrLst/>
    <dgm:txFillClrLst/>
    <dgm:txEffectClrLst/>
  </dgm:styleLbl>
  <dgm:styleLbl name="alignNode1">
    <dgm:fillClrLst>
      <a:schemeClr val="accent5"/>
      <a:schemeClr val="accent6"/>
    </dgm:fillClrLst>
    <dgm:linClrLst>
      <a:schemeClr val="accent5"/>
      <a:schemeClr val="accent6"/>
    </dgm:linClrLst>
    <dgm:effectClrLst/>
    <dgm:txLinClrLst/>
    <dgm:txFillClrLst/>
    <dgm:txEffectClrLst/>
  </dgm:styleLbl>
  <dgm:styleLbl name="lnNode1">
    <dgm:fillClrLst>
      <a:schemeClr val="accent5"/>
      <a:schemeClr val="accent6"/>
    </dgm:fillClrLst>
    <dgm:linClrLst meth="repeat">
      <a:schemeClr val="lt1"/>
    </dgm:linClrLst>
    <dgm:effectClrLst/>
    <dgm:txLinClrLst/>
    <dgm:txFillClrLst/>
    <dgm:txEffectClrLst/>
  </dgm:styleLbl>
  <dgm:styleLbl name="vennNode1">
    <dgm:fillClrLst>
      <a:schemeClr val="accent5">
        <a:alpha val="50000"/>
      </a:schemeClr>
      <a:schemeClr val="accent6">
        <a:alpha val="50000"/>
      </a:schemeClr>
    </dgm:fillClrLst>
    <dgm:linClrLst meth="repeat">
      <a:schemeClr val="lt1"/>
    </dgm:linClrLst>
    <dgm:effectClrLst/>
    <dgm:txLinClrLst/>
    <dgm:txFillClrLst/>
    <dgm:txEffectClrLst/>
  </dgm:styleLbl>
  <dgm:styleLbl name="node2">
    <dgm:fillClrLst>
      <a:schemeClr val="accent6"/>
    </dgm:fillClrLst>
    <dgm:linClrLst meth="repeat">
      <a:schemeClr val="lt1"/>
    </dgm:linClrLst>
    <dgm:effectClrLst/>
    <dgm:txLinClrLst/>
    <dgm:txFillClrLst/>
    <dgm:txEffectClrLst/>
  </dgm:styleLbl>
  <dgm:styleLbl name="node3">
    <dgm:fillClrLst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node4">
    <dgm:fillClrLst>
      <a:schemeClr val="accent2"/>
    </dgm:fillClrLst>
    <dgm:linClrLst meth="repeat">
      <a:schemeClr val="lt1"/>
    </dgm:linClrLst>
    <dgm:effectClrLst/>
    <dgm:txLinClrLst/>
    <dgm:txFillClrLst/>
    <dgm:txEffectClrLst/>
  </dgm:styleLbl>
  <dgm:styleLbl name="fgImgPlace1">
    <dgm:fillClrLst>
      <a:schemeClr val="accent5">
        <a:tint val="50000"/>
      </a:schemeClr>
      <a:schemeClr val="accent6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alignImgPlace1">
    <dgm:fillClrLst>
      <a:schemeClr val="accent5">
        <a:tint val="50000"/>
      </a:schemeClr>
      <a:schemeClr val="accent6">
        <a:tint val="2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bgImgPlace1">
    <dgm:fillClrLst>
      <a:schemeClr val="accent5">
        <a:tint val="50000"/>
      </a:schemeClr>
      <a:schemeClr val="accent6">
        <a:tint val="2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sibTrans2D1">
    <dgm:fillClrLst>
      <a:schemeClr val="accent5"/>
      <a:schemeClr val="accent6"/>
    </dgm:fillClrLst>
    <dgm:linClrLst meth="repeat">
      <a:schemeClr val="lt1"/>
    </dgm:linClrLst>
    <dgm:effectClrLst/>
    <dgm:txLinClrLst/>
    <dgm:txFillClrLst/>
    <dgm:txEffectClrLst/>
  </dgm:styleLbl>
  <dgm:styleLbl name="fgSibTrans2D1">
    <dgm:fillClrLst>
      <a:schemeClr val="accent5"/>
      <a:schemeClr val="accent6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bgSibTrans2D1">
    <dgm:fillClrLst>
      <a:schemeClr val="accent5"/>
      <a:schemeClr val="accent6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sibTrans1D1">
    <dgm:fillClrLst/>
    <dgm:linClrLst>
      <a:schemeClr val="accent5"/>
      <a:schemeClr val="accent6"/>
    </dgm:linClrLst>
    <dgm:effectClrLst/>
    <dgm:txLinClrLst/>
    <dgm:txFillClrLst meth="repeat">
      <a:schemeClr val="tx1"/>
    </dgm:txFillClrLst>
    <dgm:txEffectClrLst/>
  </dgm:styleLbl>
  <dgm:styleLbl name="callout">
    <dgm:fillClrLst meth="repeat">
      <a:schemeClr val="accent5"/>
    </dgm:fillClrLst>
    <dgm:linClrLst meth="repeat">
      <a:schemeClr val="accent5">
        <a:tint val="50000"/>
      </a:schemeClr>
    </dgm:linClrLst>
    <dgm:effectClrLst/>
    <dgm:txLinClrLst/>
    <dgm:txFillClrLst meth="repeat">
      <a:schemeClr val="tx1"/>
    </dgm:txFillClrLst>
    <dgm:txEffectClrLst/>
  </dgm:styleLbl>
  <dgm:styleLbl name="asst0">
    <dgm:fillClrLst meth="repeat">
      <a:schemeClr val="accent5"/>
    </dgm:fillClrLst>
    <dgm:linClrLst meth="repeat">
      <a:schemeClr val="lt1">
        <a:shade val="80000"/>
      </a:schemeClr>
    </dgm:linClrLst>
    <dgm:effectClrLst/>
    <dgm:txLinClrLst/>
    <dgm:txFillClrLst/>
    <dgm:txEffectClrLst/>
  </dgm:styleLbl>
  <dgm:styleLbl name="asst1">
    <dgm:fillClrLst meth="repeat">
      <a:schemeClr val="accent6"/>
    </dgm:fillClrLst>
    <dgm:linClrLst meth="repeat">
      <a:schemeClr val="lt1">
        <a:shade val="80000"/>
      </a:schemeClr>
    </dgm:linClrLst>
    <dgm:effectClrLst/>
    <dgm:txLinClrLst/>
    <dgm:txFillClrLst/>
    <dgm:txEffectClrLst/>
  </dgm:styleLbl>
  <dgm:styleLbl name="asst2">
    <dgm:fillClrLst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sst3">
    <dgm:fillClrLst>
      <a:schemeClr val="accent2"/>
    </dgm:fillClrLst>
    <dgm:linClrLst meth="repeat">
      <a:schemeClr val="lt1"/>
    </dgm:linClrLst>
    <dgm:effectClrLst/>
    <dgm:txLinClrLst/>
    <dgm:txFillClrLst/>
    <dgm:txEffectClrLst/>
  </dgm:styleLbl>
  <dgm:styleLbl name="asst4">
    <dgm:fillClrLst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parChTrans2D1">
    <dgm:fillClrLst meth="repeat">
      <a:schemeClr val="accent5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parChTrans2D2">
    <dgm:fillClrLst meth="repeat">
      <a:schemeClr val="accent6"/>
    </dgm:fillClrLst>
    <dgm:linClrLst meth="repeat">
      <a:schemeClr val="lt1"/>
    </dgm:linClrLst>
    <dgm:effectClrLst/>
    <dgm:txLinClrLst/>
    <dgm:txFillClrLst/>
    <dgm:txEffectClrLst/>
  </dgm:styleLbl>
  <dgm:styleLbl name="parChTrans2D3">
    <dgm:fillClrLst meth="repeat">
      <a:schemeClr val="accent6"/>
    </dgm:fillClrLst>
    <dgm:linClrLst meth="repeat">
      <a:schemeClr val="lt1"/>
    </dgm:linClrLst>
    <dgm:effectClrLst/>
    <dgm:txLinClrLst/>
    <dgm:txFillClrLst/>
    <dgm:txEffectClrLst/>
  </dgm:styleLbl>
  <dgm:styleLbl name="parChTrans2D4">
    <dgm:fillClrLst meth="repeat">
      <a:schemeClr val="accent1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parChTrans1D1">
    <dgm:fillClrLst meth="repeat">
      <a:schemeClr val="accent5"/>
    </dgm:fillClrLst>
    <dgm:linClrLst meth="repeat">
      <a:schemeClr val="accent5"/>
    </dgm:linClrLst>
    <dgm:effectClrLst/>
    <dgm:txLinClrLst/>
    <dgm:txFillClrLst meth="repeat">
      <a:schemeClr val="tx1"/>
    </dgm:txFillClrLst>
    <dgm:txEffectClrLst/>
  </dgm:styleLbl>
  <dgm:styleLbl name="parChTrans1D2">
    <dgm:fillClrLst meth="repeat">
      <a:schemeClr val="accent6">
        <a:tint val="90000"/>
      </a:schemeClr>
    </dgm:fillClrLst>
    <dgm:linClrLst meth="repeat">
      <a:schemeClr val="accent6"/>
    </dgm:linClrLst>
    <dgm:effectClrLst/>
    <dgm:txLinClrLst/>
    <dgm:txFillClrLst meth="repeat">
      <a:schemeClr val="tx1"/>
    </dgm:txFillClrLst>
    <dgm:txEffectClrLst/>
  </dgm:styleLbl>
  <dgm:styleLbl name="parChTrans1D3">
    <dgm:fillClrLst meth="repeat">
      <a:schemeClr val="accent6">
        <a:tint val="70000"/>
      </a:schemeClr>
    </dgm:fillClrLst>
    <dgm:linClrLst meth="repeat">
      <a:schemeClr val="accent1"/>
    </dgm:linClrLst>
    <dgm:effectClrLst/>
    <dgm:txLinClrLst/>
    <dgm:txFillClrLst meth="repeat">
      <a:schemeClr val="tx1"/>
    </dgm:txFillClrLst>
    <dgm:txEffectClrLst/>
  </dgm:styleLbl>
  <dgm:styleLbl name="parChTrans1D4">
    <dgm:fillClrLst meth="repeat">
      <a:schemeClr val="accent6">
        <a:tint val="50000"/>
      </a:schemeClr>
    </dgm:fillClrLst>
    <dgm:linClrLst meth="repeat">
      <a:schemeClr val="accent2"/>
    </dgm:linClrLst>
    <dgm:effectClrLst/>
    <dgm:txLinClrLst/>
    <dgm:txFillClrLst meth="repeat">
      <a:schemeClr val="tx1"/>
    </dgm:txFillClrLst>
    <dgm:txEffectClrLst/>
  </dgm:styleLbl>
  <dgm:styleLbl name="fgAcc1">
    <dgm:fillClrLst meth="repeat">
      <a:schemeClr val="lt1">
        <a:alpha val="90000"/>
      </a:schemeClr>
    </dgm:fillClrLst>
    <dgm:linClrLst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conFgAcc1">
    <dgm:fillClrLst meth="repeat">
      <a:schemeClr val="lt1">
        <a:alpha val="90000"/>
      </a:schemeClr>
    </dgm:fillClrLst>
    <dgm:linClrLst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alignAcc1">
    <dgm:fillClrLst meth="repeat">
      <a:schemeClr val="lt1">
        <a:alpha val="90000"/>
      </a:schemeClr>
    </dgm:fillClrLst>
    <dgm:linClrLst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trAlignAcc1">
    <dgm:fillClrLst meth="repeat">
      <a:schemeClr val="lt1">
        <a:alpha val="40000"/>
      </a:schemeClr>
    </dgm:fillClrLst>
    <dgm:linClrLst meth="repeat">
      <a:schemeClr val="accent5"/>
    </dgm:linClrLst>
    <dgm:effectClrLst/>
    <dgm:txLinClrLst/>
    <dgm:txFillClrLst meth="repeat">
      <a:schemeClr val="dk1"/>
    </dgm:txFillClrLst>
    <dgm:txEffectClrLst/>
  </dgm:styleLbl>
  <dgm:styleLbl name="bgAcc1">
    <dgm:fillClrLst meth="repeat">
      <a:schemeClr val="lt1">
        <a:alpha val="90000"/>
      </a:schemeClr>
    </dgm:fillClrLst>
    <dgm:linClrLst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solidFgAcc1">
    <dgm:fillClrLst meth="repeat">
      <a:schemeClr val="lt1"/>
    </dgm:fillClrLst>
    <dgm:linClrLst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solidAlignAcc1">
    <dgm:fillClrLst meth="repeat">
      <a:schemeClr val="lt1"/>
    </dgm:fillClrLst>
    <dgm:linClrLst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solidBgAcc1">
    <dgm:fillClrLst meth="repeat">
      <a:schemeClr val="lt1"/>
    </dgm:fillClrLst>
    <dgm:linClrLst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fgAccFollowNode1">
    <dgm:fillClrLst>
      <a:schemeClr val="accent5">
        <a:tint val="40000"/>
        <a:alpha val="90000"/>
      </a:schemeClr>
      <a:schemeClr val="accent6">
        <a:tint val="40000"/>
        <a:alpha val="90000"/>
      </a:schemeClr>
    </dgm:fillClrLst>
    <dgm:linClrLst>
      <a:schemeClr val="accent5">
        <a:tint val="40000"/>
        <a:alpha val="90000"/>
      </a:schemeClr>
      <a:schemeClr val="accent5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alignAccFollowNode1">
    <dgm:fillClrLst>
      <a:schemeClr val="accent5">
        <a:tint val="40000"/>
        <a:alpha val="90000"/>
      </a:schemeClr>
      <a:schemeClr val="accent6">
        <a:tint val="40000"/>
        <a:alpha val="90000"/>
      </a:schemeClr>
    </dgm:fillClrLst>
    <dgm:linClrLst>
      <a:schemeClr val="accent5">
        <a:tint val="40000"/>
        <a:alpha val="90000"/>
      </a:schemeClr>
      <a:schemeClr val="accent6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bgAccFollowNode1">
    <dgm:fillClrLst>
      <a:schemeClr val="accent5">
        <a:tint val="40000"/>
        <a:alpha val="90000"/>
      </a:schemeClr>
      <a:schemeClr val="accent6">
        <a:tint val="40000"/>
        <a:alpha val="90000"/>
      </a:schemeClr>
    </dgm:fillClrLst>
    <dgm:linClrLst>
      <a:schemeClr val="accent5">
        <a:tint val="40000"/>
        <a:alpha val="90000"/>
      </a:schemeClr>
      <a:schemeClr val="accent6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fgAcc0">
    <dgm:fillClrLst meth="repeat">
      <a:schemeClr val="lt1">
        <a:alpha val="90000"/>
      </a:schemeClr>
    </dgm:fillClrLst>
    <dgm:linClrLst>
      <a:schemeClr val="accent4"/>
    </dgm:linClrLst>
    <dgm:effectClrLst/>
    <dgm:txLinClrLst/>
    <dgm:txFillClrLst meth="repeat">
      <a:schemeClr val="dk1"/>
    </dgm:txFillClrLst>
    <dgm:txEffectClrLst/>
  </dgm:styleLbl>
  <dgm:styleLbl name="fgAcc2">
    <dgm:fillClrLst meth="repeat">
      <a:schemeClr val="lt1">
        <a:alpha val="90000"/>
      </a:schemeClr>
    </dgm:fillClrLst>
    <dgm:linClrLst>
      <a:schemeClr val="accent6"/>
    </dgm:linClrLst>
    <dgm:effectClrLst/>
    <dgm:txLinClrLst/>
    <dgm:txFillClrLst meth="repeat">
      <a:schemeClr val="dk1"/>
    </dgm:txFillClrLst>
    <dgm:txEffectClrLst/>
  </dgm:styleLbl>
  <dgm:styleLbl name="fgAcc3">
    <dgm:fillClrLst meth="repeat">
      <a:schemeClr val="lt1">
        <a:alpha val="90000"/>
      </a:schemeClr>
    </dgm:fillClrLst>
    <dgm:linClrLst>
      <a:schemeClr val="accent1"/>
    </dgm:linClrLst>
    <dgm:effectClrLst/>
    <dgm:txLinClrLst/>
    <dgm:txFillClrLst meth="repeat">
      <a:schemeClr val="dk1"/>
    </dgm:txFillClrLst>
    <dgm:txEffectClrLst/>
  </dgm:styleLbl>
  <dgm:styleLbl name="fgAcc4">
    <dgm:fillClrLst meth="repeat">
      <a:schemeClr val="lt1">
        <a:alpha val="90000"/>
      </a:schemeClr>
    </dgm:fillClrLst>
    <dgm:linClrLst>
      <a:schemeClr val="accent2"/>
    </dgm:linClrLst>
    <dgm:effectClrLst/>
    <dgm:txLinClrLst/>
    <dgm:txFillClrLst meth="repeat">
      <a:schemeClr val="dk1"/>
    </dgm:txFillClrLst>
    <dgm:txEffectClrLst/>
  </dgm:styleLbl>
  <dgm:styleLbl name="bgShp">
    <dgm:fillClrLst meth="repeat">
      <a:schemeClr val="bg1">
        <a:lumMod val="95000"/>
      </a:schemeClr>
    </dgm:fillClrLst>
    <dgm:linClrLst meth="repeat">
      <a:schemeClr val="dk1"/>
    </dgm:linClrLst>
    <dgm:effectClrLst/>
    <dgm:txLinClrLst/>
    <dgm:txFillClrLst meth="repeat">
      <a:schemeClr val="dk1"/>
    </dgm:txFillClrLst>
    <dgm:txEffectClrLst/>
  </dgm:styleLbl>
  <dgm:styleLbl name="dkBgShp">
    <dgm:fillClrLst meth="repeat">
      <a:schemeClr val="accent5">
        <a:shade val="90000"/>
      </a:schemeClr>
    </dgm:fillClrLst>
    <dgm:linClrLst meth="repeat">
      <a:schemeClr val="dk1"/>
    </dgm:linClrLst>
    <dgm:effectClrLst/>
    <dgm:txLinClrLst/>
    <dgm:txFillClrLst meth="repeat">
      <a:schemeClr val="lt1"/>
    </dgm:txFillClrLst>
    <dgm:txEffectClrLst/>
  </dgm:styleLbl>
  <dgm:styleLbl name="trBgShp">
    <dgm:fillClrLst meth="repeat">
      <a:schemeClr val="accent5">
        <a:tint val="50000"/>
        <a:alpha val="40000"/>
      </a:schemeClr>
    </dgm:fillClrLst>
    <dgm:linClrLst meth="repeat">
      <a:schemeClr val="accent5"/>
    </dgm:linClrLst>
    <dgm:effectClrLst/>
    <dgm:txLinClrLst/>
    <dgm:txFillClrLst meth="repeat">
      <a:schemeClr val="lt1"/>
    </dgm:txFillClrLst>
    <dgm:txEffectClrLst/>
  </dgm:styleLbl>
  <dgm:styleLbl name="fgShp">
    <dgm:fillClrLst meth="repeat">
      <a:schemeClr val="accent5">
        <a:tint val="40000"/>
      </a:schemeClr>
    </dgm:fillClrLst>
    <dgm:linClrLst meth="repeat">
      <a:schemeClr val="lt1"/>
    </dgm:linClrLst>
    <dgm:effectClrLst/>
    <dgm:txLinClrLst/>
    <dgm:txFillClrLst meth="repeat">
      <a:schemeClr val="dk1"/>
    </dgm:txFillClrLst>
    <dgm:txEffectClrLst/>
  </dgm:styleLbl>
  <dgm:styleLbl name="revTx">
    <dgm:fillClrLst meth="repeat">
      <a:schemeClr val="lt1">
        <a:alpha val="0"/>
      </a:schemeClr>
    </dgm:fillClrLst>
    <dgm:linClrLst meth="repeat">
      <a:schemeClr val="dk1">
        <a:alpha val="0"/>
      </a:schemeClr>
    </dgm:linClrLst>
    <dgm:effectClrLst/>
    <dgm:txLinClrLst/>
    <dgm:txFillClrLst meth="repeat">
      <a:schemeClr val="tx1"/>
    </dgm:txFillClrLst>
    <dgm:txEffectClrLst/>
  </dgm:styleLbl>
</dgm:colorsDef>
</file>

<file path=ppt/diagrams/colors5.xml><?xml version="1.0" encoding="utf-8"?>
<dgm:colorsDef xmlns:dgm="http://schemas.openxmlformats.org/drawingml/2006/diagram" xmlns:a="http://schemas.openxmlformats.org/drawingml/2006/main" uniqueId="urn:microsoft.com/office/officeart/2018/5/colors/Iconchunking_neutralbg_colorful1">
  <dgm:title val=""/>
  <dgm:desc val=""/>
  <dgm:catLst>
    <dgm:cat type="colorful" pri="10100"/>
  </dgm:catLst>
  <dgm:styleLbl name="node0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node1">
    <dgm:fillClrLst meth="repeat">
      <a:schemeClr val="accent2"/>
      <a:schemeClr val="accent3"/>
      <a:schemeClr val="accent4"/>
      <a:schemeClr val="accent5"/>
      <a:schemeClr val="accent6"/>
    </dgm:fillClrLst>
    <dgm:linClrLst meth="repeat">
      <a:schemeClr val="lt1">
        <a:alpha val="0"/>
      </a:schemeClr>
    </dgm:linClrLst>
    <dgm:effectClrLst/>
    <dgm:txLinClrLst/>
    <dgm:txFillClrLst/>
    <dgm:txEffectClrLst/>
  </dgm:styleLbl>
  <dgm:styleLbl name="alignNode1">
    <dgm:fillClrLst meth="repeat">
      <a:schemeClr val="accent2"/>
      <a:schemeClr val="accent3"/>
      <a:schemeClr val="accent4"/>
      <a:schemeClr val="accent5"/>
      <a:schemeClr val="accent6"/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/>
    <dgm:txEffectClrLst/>
  </dgm:styleLbl>
  <dgm:styleLbl name="lnNode1">
    <dgm:fillClrLst meth="repeat">
      <a:schemeClr val="accent2"/>
      <a:schemeClr val="accent3"/>
      <a:schemeClr val="accent4"/>
      <a:schemeClr val="accent5"/>
      <a:schemeClr val="accent6"/>
    </dgm:fillClrLst>
    <dgm:linClrLst meth="repeat">
      <a:schemeClr val="lt1"/>
    </dgm:linClrLst>
    <dgm:effectClrLst/>
    <dgm:txLinClrLst/>
    <dgm:txFillClrLst/>
    <dgm:txEffectClrLst/>
  </dgm:styleLbl>
  <dgm:styleLbl name="vennNode1">
    <dgm:fillClrLst meth="repeat">
      <a:schemeClr val="accent2">
        <a:alpha val="50000"/>
      </a:schemeClr>
      <a:schemeClr val="accent3">
        <a:alpha val="50000"/>
      </a:schemeClr>
      <a:schemeClr val="accent4">
        <a:alpha val="50000"/>
      </a:schemeClr>
      <a:schemeClr val="accent5">
        <a:alpha val="50000"/>
      </a:schemeClr>
      <a:schemeClr val="accent6">
        <a:alpha val="50000"/>
      </a:schemeClr>
    </dgm:fillClrLst>
    <dgm:linClrLst meth="repeat">
      <a:schemeClr val="lt1"/>
    </dgm:linClrLst>
    <dgm:effectClrLst/>
    <dgm:txLinClrLst/>
    <dgm:txFillClrLst/>
    <dgm:txEffectClrLst/>
  </dgm:styleLbl>
  <dgm:styleLbl name="node2">
    <dgm:fillClrLst>
      <a:schemeClr val="accent2"/>
    </dgm:fillClrLst>
    <dgm:linClrLst meth="repeat">
      <a:schemeClr val="lt1"/>
    </dgm:linClrLst>
    <dgm:effectClrLst/>
    <dgm:txLinClrLst/>
    <dgm:txFillClrLst/>
    <dgm:txEffectClrLst/>
  </dgm:styleLbl>
  <dgm:styleLbl name="node3">
    <dgm:fillClrLst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node4">
    <dgm:fillClrLst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fgImgPlace1">
    <dgm:fillClrLst meth="repeat">
      <a:schemeClr val="accent2">
        <a:tint val="50000"/>
      </a:schemeClr>
      <a:schemeClr val="accent3">
        <a:tint val="50000"/>
      </a:schemeClr>
      <a:schemeClr val="accent4">
        <a:tint val="50000"/>
      </a:schemeClr>
      <a:schemeClr val="accent5">
        <a:tint val="50000"/>
      </a:schemeClr>
      <a:schemeClr val="accent6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alignImgPlace1">
    <dgm:fillClrLst>
      <a:schemeClr val="accent1">
        <a:tint val="50000"/>
      </a:schemeClr>
      <a:schemeClr val="accent2">
        <a:tint val="2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bgImgPlace1">
    <dgm:fillClrLst>
      <a:schemeClr val="accent1">
        <a:tint val="50000"/>
      </a:schemeClr>
      <a:schemeClr val="accent2">
        <a:tint val="2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sibTrans2D1">
    <dgm:fillClrLst meth="repeat">
      <a:schemeClr val="accent2"/>
      <a:schemeClr val="accent3"/>
      <a:schemeClr val="accent4"/>
      <a:schemeClr val="accent5"/>
      <a:schemeClr val="accent6"/>
    </dgm:fillClrLst>
    <dgm:linClrLst meth="cycle">
      <a:schemeClr val="lt1"/>
    </dgm:linClrLst>
    <dgm:effectClrLst/>
    <dgm:txLinClrLst/>
    <dgm:txFillClrLst/>
    <dgm:txEffectClrLst/>
  </dgm:styleLbl>
  <dgm:styleLbl name="fgSibTrans2D1">
    <dgm:fillClrLst meth="repeat">
      <a:schemeClr val="accent2"/>
      <a:schemeClr val="accent3"/>
      <a:schemeClr val="accent4"/>
      <a:schemeClr val="accent5"/>
      <a:schemeClr val="accent6"/>
    </dgm:fillClrLst>
    <dgm:linClrLst meth="cycle">
      <a:schemeClr val="lt1"/>
    </dgm:linClrLst>
    <dgm:effectClrLst/>
    <dgm:txLinClrLst/>
    <dgm:txFillClrLst meth="repeat">
      <a:schemeClr val="lt1"/>
    </dgm:txFillClrLst>
    <dgm:txEffectClrLst/>
  </dgm:styleLbl>
  <dgm:styleLbl name="bgSibTrans2D1">
    <dgm:fillClrLst meth="repeat">
      <a:schemeClr val="accent2"/>
      <a:schemeClr val="accent3"/>
      <a:schemeClr val="accent4"/>
      <a:schemeClr val="accent5"/>
      <a:schemeClr val="accent6"/>
    </dgm:fillClrLst>
    <dgm:linClrLst meth="cycle">
      <a:schemeClr val="lt1"/>
    </dgm:linClrLst>
    <dgm:effectClrLst/>
    <dgm:txLinClrLst/>
    <dgm:txFillClrLst meth="repeat">
      <a:schemeClr val="lt1"/>
    </dgm:txFillClrLst>
    <dgm:txEffectClrLst/>
  </dgm:styleLbl>
  <dgm:styleLbl name="sibTrans1D1">
    <dgm:fillClrLst meth="repeat">
      <a:schemeClr val="accent2"/>
      <a:schemeClr val="accent3"/>
      <a:schemeClr val="accent4"/>
      <a:schemeClr val="accent5"/>
      <a:schemeClr val="accent6"/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tx1"/>
    </dgm:txFillClrLst>
    <dgm:txEffectClrLst/>
  </dgm:styleLbl>
  <dgm:styleLbl name="callout">
    <dgm:fillClrLst meth="repeat">
      <a:schemeClr val="accent2"/>
    </dgm:fillClrLst>
    <dgm:linClrLst meth="repeat">
      <a:schemeClr val="accent2">
        <a:tint val="50000"/>
      </a:schemeClr>
    </dgm:linClrLst>
    <dgm:effectClrLst/>
    <dgm:txLinClrLst/>
    <dgm:txFillClrLst meth="repeat">
      <a:schemeClr val="tx1"/>
    </dgm:txFillClrLst>
    <dgm:txEffectClrLst/>
  </dgm:styleLbl>
  <dgm:styleLbl name="asst0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sst1">
    <dgm:fillClrLst meth="repeat">
      <a:schemeClr val="accent2"/>
    </dgm:fillClrLst>
    <dgm:linClrLst meth="repeat">
      <a:schemeClr val="lt1"/>
    </dgm:linClrLst>
    <dgm:effectClrLst/>
    <dgm:txLinClrLst/>
    <dgm:txFillClrLst/>
    <dgm:txEffectClrLst/>
  </dgm:styleLbl>
  <dgm:styleLbl name="asst2">
    <dgm:fillClrLst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asst3">
    <dgm:fillClrLst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asst4">
    <dgm:fillClrLst>
      <a:schemeClr val="accent5"/>
    </dgm:fillClrLst>
    <dgm:linClrLst meth="repeat">
      <a:schemeClr val="lt1"/>
    </dgm:linClrLst>
    <dgm:effectClrLst/>
    <dgm:txLinClrLst/>
    <dgm:txFillClrLst/>
    <dgm:txEffectClrLst/>
  </dgm:styleLbl>
  <dgm:styleLbl name="parChTrans2D1">
    <dgm:fillClrLst meth="repeat">
      <a:schemeClr val="accent2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parChTrans2D2">
    <dgm:fillClrLst meth="repeat"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parChTrans2D3">
    <dgm:fillClrLst meth="repeat"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parChTrans2D4">
    <dgm:fillClrLst meth="repeat">
      <a:schemeClr val="accent5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parChTrans1D1">
    <dgm:fillClrLst meth="repeat">
      <a:schemeClr val="accent2"/>
    </dgm:fillClrLst>
    <dgm:linClrLst meth="repeat">
      <a:schemeClr val="accent1"/>
    </dgm:linClrLst>
    <dgm:effectClrLst/>
    <dgm:txLinClrLst/>
    <dgm:txFillClrLst meth="repeat">
      <a:schemeClr val="tx1"/>
    </dgm:txFillClrLst>
    <dgm:txEffectClrLst/>
  </dgm:styleLbl>
  <dgm:styleLbl name="parChTrans1D2">
    <dgm:fillClrLst meth="repeat">
      <a:schemeClr val="accent3">
        <a:tint val="90000"/>
      </a:schemeClr>
    </dgm:fillClrLst>
    <dgm:linClrLst meth="repeat">
      <a:schemeClr val="accent2"/>
    </dgm:linClrLst>
    <dgm:effectClrLst/>
    <dgm:txLinClrLst/>
    <dgm:txFillClrLst meth="repeat">
      <a:schemeClr val="tx1"/>
    </dgm:txFillClrLst>
    <dgm:txEffectClrLst/>
  </dgm:styleLbl>
  <dgm:styleLbl name="parChTrans1D3">
    <dgm:fillClrLst meth="repeat">
      <a:schemeClr val="accent4">
        <a:tint val="70000"/>
      </a:schemeClr>
    </dgm:fillClrLst>
    <dgm:linClrLst meth="repeat">
      <a:schemeClr val="accent3"/>
    </dgm:linClrLst>
    <dgm:effectClrLst/>
    <dgm:txLinClrLst/>
    <dgm:txFillClrLst meth="repeat">
      <a:schemeClr val="tx1"/>
    </dgm:txFillClrLst>
    <dgm:txEffectClrLst/>
  </dgm:styleLbl>
  <dgm:styleLbl name="parChTrans1D4">
    <dgm:fillClrLst meth="repeat">
      <a:schemeClr val="accent5">
        <a:tint val="50000"/>
      </a:schemeClr>
    </dgm:fillClrLst>
    <dgm:linClrLst meth="repeat">
      <a:schemeClr val="accent4"/>
    </dgm:linClrLst>
    <dgm:effectClrLst/>
    <dgm:txLinClrLst/>
    <dgm:txFillClrLst meth="repeat">
      <a:schemeClr val="tx1"/>
    </dgm:txFillClrLst>
    <dgm:txEffectClrLst/>
  </dgm:styleLbl>
  <dgm:styleLbl name="fgAcc1">
    <dgm:fillClrLst meth="repeat">
      <a:schemeClr val="lt1">
        <a:alpha val="90000"/>
      </a:schemeClr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conFgAcc1">
    <dgm:fillClrLst meth="repeat">
      <a:schemeClr val="lt1">
        <a:alpha val="90000"/>
      </a:schemeClr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alignAcc1">
    <dgm:fillClrLst meth="repeat">
      <a:schemeClr val="lt1">
        <a:alpha val="90000"/>
      </a:schemeClr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trAlignAcc1">
    <dgm:fillClrLst meth="repeat">
      <a:schemeClr val="lt1">
        <a:alpha val="4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bgAcc1">
    <dgm:fillClrLst meth="repeat">
      <a:schemeClr val="lt1">
        <a:alpha val="90000"/>
      </a:schemeClr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solidFgAcc1">
    <dgm:fillClrLst meth="repeat">
      <a:schemeClr val="lt1"/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solidAlignAcc1">
    <dgm:fillClrLst meth="repeat">
      <a:schemeClr val="lt1"/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solidBgAcc1">
    <dgm:fillClrLst meth="repeat">
      <a:schemeClr val="lt1"/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fgAccFollowNode1">
    <dgm:fillClrLst meth="repeat">
      <a:schemeClr val="accent2">
        <a:tint val="40000"/>
        <a:alpha val="90000"/>
      </a:schemeClr>
      <a:schemeClr val="accent3">
        <a:tint val="40000"/>
        <a:alpha val="90000"/>
      </a:schemeClr>
      <a:schemeClr val="accent4">
        <a:tint val="40000"/>
        <a:alpha val="90000"/>
      </a:schemeClr>
      <a:schemeClr val="accent5">
        <a:tint val="40000"/>
        <a:alpha val="90000"/>
      </a:schemeClr>
      <a:schemeClr val="accent6">
        <a:tint val="40000"/>
        <a:alpha val="90000"/>
      </a:schemeClr>
    </dgm:fillClrLst>
    <dgm:linClrLst meth="repeat">
      <a:schemeClr val="accent2">
        <a:tint val="40000"/>
        <a:alpha val="90000"/>
      </a:schemeClr>
      <a:schemeClr val="accent3">
        <a:tint val="40000"/>
        <a:alpha val="90000"/>
      </a:schemeClr>
      <a:schemeClr val="accent4">
        <a:tint val="40000"/>
        <a:alpha val="90000"/>
      </a:schemeClr>
      <a:schemeClr val="accent5">
        <a:tint val="40000"/>
        <a:alpha val="90000"/>
      </a:schemeClr>
      <a:schemeClr val="accent6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alignAccFollowNode1">
    <dgm:fillClrLst meth="repeat">
      <a:schemeClr val="accent2">
        <a:tint val="40000"/>
        <a:alpha val="90000"/>
      </a:schemeClr>
      <a:schemeClr val="accent3">
        <a:tint val="40000"/>
        <a:alpha val="90000"/>
      </a:schemeClr>
      <a:schemeClr val="accent4">
        <a:tint val="40000"/>
        <a:alpha val="90000"/>
      </a:schemeClr>
      <a:schemeClr val="accent5">
        <a:tint val="40000"/>
        <a:alpha val="90000"/>
      </a:schemeClr>
      <a:schemeClr val="accent6">
        <a:tint val="40000"/>
        <a:alpha val="90000"/>
      </a:schemeClr>
    </dgm:fillClrLst>
    <dgm:linClrLst meth="repeat">
      <a:schemeClr val="accent2">
        <a:tint val="40000"/>
        <a:alpha val="90000"/>
      </a:schemeClr>
      <a:schemeClr val="accent3">
        <a:tint val="40000"/>
        <a:alpha val="90000"/>
      </a:schemeClr>
      <a:schemeClr val="accent4">
        <a:tint val="40000"/>
        <a:alpha val="90000"/>
      </a:schemeClr>
      <a:schemeClr val="accent5">
        <a:tint val="40000"/>
        <a:alpha val="90000"/>
      </a:schemeClr>
      <a:schemeClr val="accent6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bgAccFollowNode1">
    <dgm:fillClrLst meth="repeat">
      <a:schemeClr val="accent2">
        <a:tint val="40000"/>
        <a:alpha val="90000"/>
      </a:schemeClr>
      <a:schemeClr val="accent3">
        <a:tint val="40000"/>
        <a:alpha val="90000"/>
      </a:schemeClr>
      <a:schemeClr val="accent4">
        <a:tint val="40000"/>
        <a:alpha val="90000"/>
      </a:schemeClr>
      <a:schemeClr val="accent5">
        <a:tint val="40000"/>
        <a:alpha val="90000"/>
      </a:schemeClr>
      <a:schemeClr val="accent6">
        <a:tint val="40000"/>
        <a:alpha val="90000"/>
      </a:schemeClr>
    </dgm:fillClrLst>
    <dgm:linClrLst meth="repeat">
      <a:schemeClr val="accent2">
        <a:tint val="40000"/>
        <a:alpha val="90000"/>
      </a:schemeClr>
      <a:schemeClr val="accent3">
        <a:tint val="40000"/>
        <a:alpha val="90000"/>
      </a:schemeClr>
      <a:schemeClr val="accent4">
        <a:tint val="40000"/>
        <a:alpha val="90000"/>
      </a:schemeClr>
      <a:schemeClr val="accent5">
        <a:tint val="40000"/>
        <a:alpha val="90000"/>
      </a:schemeClr>
      <a:schemeClr val="accent6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fgAcc0">
    <dgm:fillClrLst meth="repeat">
      <a:schemeClr val="lt1">
        <a:alpha val="90000"/>
      </a:schemeClr>
    </dgm:fillClrLst>
    <dgm:linClrLst>
      <a:schemeClr val="accent1"/>
    </dgm:linClrLst>
    <dgm:effectClrLst/>
    <dgm:txLinClrLst/>
    <dgm:txFillClrLst meth="repeat">
      <a:schemeClr val="dk1"/>
    </dgm:txFillClrLst>
    <dgm:txEffectClrLst/>
  </dgm:styleLbl>
  <dgm:styleLbl name="fgAcc2">
    <dgm:fillClrLst meth="repeat">
      <a:schemeClr val="lt1">
        <a:alpha val="90000"/>
      </a:schemeClr>
    </dgm:fillClrLst>
    <dgm:linClrLst>
      <a:schemeClr val="accent2"/>
    </dgm:linClrLst>
    <dgm:effectClrLst/>
    <dgm:txLinClrLst/>
    <dgm:txFillClrLst meth="repeat">
      <a:schemeClr val="dk1"/>
    </dgm:txFillClrLst>
    <dgm:txEffectClrLst/>
  </dgm:styleLbl>
  <dgm:styleLbl name="fgAcc3">
    <dgm:fillClrLst meth="repeat">
      <a:schemeClr val="lt1">
        <a:alpha val="90000"/>
      </a:schemeClr>
    </dgm:fillClrLst>
    <dgm:linClrLst>
      <a:schemeClr val="accent3"/>
    </dgm:linClrLst>
    <dgm:effectClrLst/>
    <dgm:txLinClrLst/>
    <dgm:txFillClrLst meth="repeat">
      <a:schemeClr val="dk1"/>
    </dgm:txFillClrLst>
    <dgm:txEffectClrLst/>
  </dgm:styleLbl>
  <dgm:styleLbl name="fgAcc4">
    <dgm:fillClrLst meth="repeat">
      <a:schemeClr val="lt1">
        <a:alpha val="90000"/>
      </a:schemeClr>
    </dgm:fillClrLst>
    <dgm:linClrLst>
      <a:schemeClr val="accent4"/>
    </dgm:linClrLst>
    <dgm:effectClrLst/>
    <dgm:txLinClrLst/>
    <dgm:txFillClrLst meth="repeat">
      <a:schemeClr val="dk1"/>
    </dgm:txFillClrLst>
    <dgm:txEffectClrLst/>
  </dgm:styleLbl>
  <dgm:styleLbl name="bgShp">
    <dgm:fillClrLst meth="repeat">
      <a:schemeClr val="bg1">
        <a:lumMod val="95000"/>
      </a:schemeClr>
    </dgm:fillClrLst>
    <dgm:linClrLst meth="repeat">
      <a:schemeClr val="dk1"/>
    </dgm:linClrLst>
    <dgm:effectClrLst/>
    <dgm:txLinClrLst/>
    <dgm:txFillClrLst meth="repeat">
      <a:schemeClr val="dk1"/>
    </dgm:txFillClrLst>
    <dgm:txEffectClrLst/>
  </dgm:styleLbl>
  <dgm:styleLbl name="dkBgShp">
    <dgm:fillClrLst meth="repeat">
      <a:schemeClr val="accent2">
        <a:shade val="90000"/>
      </a:schemeClr>
    </dgm:fillClrLst>
    <dgm:linClrLst meth="repeat">
      <a:schemeClr val="dk1"/>
    </dgm:linClrLst>
    <dgm:effectClrLst/>
    <dgm:txLinClrLst/>
    <dgm:txFillClrLst meth="repeat">
      <a:schemeClr val="lt1"/>
    </dgm:txFillClrLst>
    <dgm:txEffectClrLst/>
  </dgm:styleLbl>
  <dgm:styleLbl name="trBgShp">
    <dgm:fillClrLst meth="repeat">
      <a:schemeClr val="accent1">
        <a:tint val="50000"/>
        <a:alpha val="40000"/>
      </a:schemeClr>
    </dgm:fillClrLst>
    <dgm:linClrLst meth="repeat">
      <a:schemeClr val="accent2"/>
    </dgm:linClrLst>
    <dgm:effectClrLst/>
    <dgm:txLinClrLst/>
    <dgm:txFillClrLst meth="repeat">
      <a:schemeClr val="lt1"/>
    </dgm:txFillClrLst>
    <dgm:txEffectClrLst/>
  </dgm:styleLbl>
  <dgm:styleLbl name="fgShp">
    <dgm:fillClrLst meth="repeat">
      <a:schemeClr val="accent2">
        <a:tint val="40000"/>
      </a:schemeClr>
    </dgm:fillClrLst>
    <dgm:linClrLst meth="repeat">
      <a:schemeClr val="lt1"/>
    </dgm:linClrLst>
    <dgm:effectClrLst/>
    <dgm:txLinClrLst/>
    <dgm:txFillClrLst meth="repeat">
      <a:schemeClr val="dk1"/>
    </dgm:txFillClrLst>
    <dgm:txEffectClrLst/>
  </dgm:styleLbl>
  <dgm:styleLbl name="revTx">
    <dgm:fillClrLst meth="repeat">
      <a:schemeClr val="lt1">
        <a:alpha val="0"/>
      </a:schemeClr>
    </dgm:fillClrLst>
    <dgm:linClrLst meth="repeat">
      <a:schemeClr val="dk1">
        <a:alpha val="0"/>
      </a:schemeClr>
    </dgm:linClrLst>
    <dgm:effectClrLst/>
    <dgm:txLinClrLst/>
    <dgm:txFillClrLst meth="repeat">
      <a:schemeClr val="tx1"/>
    </dgm:txFillClrLst>
    <dgm:txEffectClrLst/>
  </dgm:styleLbl>
</dgm:colorsDef>
</file>

<file path=ppt/diagrams/colors6.xml><?xml version="1.0" encoding="utf-8"?>
<dgm:colorsDef xmlns:dgm="http://schemas.openxmlformats.org/drawingml/2006/diagram" xmlns:a="http://schemas.openxmlformats.org/drawingml/2006/main" uniqueId="urn:microsoft.com/office/officeart/2018/5/colors/Iconchunking_neutralbg_colorful2">
  <dgm:title val=""/>
  <dgm:desc val=""/>
  <dgm:catLst>
    <dgm:cat type="colorful" pri="10200"/>
  </dgm:catLst>
  <dgm:styleLbl name="node0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node1">
    <dgm:fillClrLst>
      <a:schemeClr val="accent2"/>
      <a:schemeClr val="accent3"/>
    </dgm:fillClrLst>
    <dgm:linClrLst meth="repeat">
      <a:schemeClr val="lt1">
        <a:alpha val="0"/>
      </a:schemeClr>
    </dgm:linClrLst>
    <dgm:effectClrLst/>
    <dgm:txLinClrLst/>
    <dgm:txFillClrLst/>
    <dgm:txEffectClrLst/>
  </dgm:styleLbl>
  <dgm:styleLbl name="alignNode1">
    <dgm:fillClrLst>
      <a:schemeClr val="accent2"/>
      <a:schemeClr val="accent3"/>
    </dgm:fillClrLst>
    <dgm:linClrLst>
      <a:schemeClr val="accent2"/>
      <a:schemeClr val="accent3"/>
    </dgm:linClrLst>
    <dgm:effectClrLst/>
    <dgm:txLinClrLst/>
    <dgm:txFillClrLst/>
    <dgm:txEffectClrLst/>
  </dgm:styleLbl>
  <dgm:styleLbl name="lnNode1">
    <dgm:fillClrLst>
      <a:schemeClr val="accent2"/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vennNode1">
    <dgm:fillClrLst>
      <a:schemeClr val="accent2">
        <a:alpha val="50000"/>
      </a:schemeClr>
      <a:schemeClr val="accent3">
        <a:alpha val="50000"/>
      </a:schemeClr>
    </dgm:fillClrLst>
    <dgm:linClrLst meth="repeat">
      <a:schemeClr val="lt1"/>
    </dgm:linClrLst>
    <dgm:effectClrLst/>
    <dgm:txLinClrLst/>
    <dgm:txFillClrLst/>
    <dgm:txEffectClrLst/>
  </dgm:styleLbl>
  <dgm:styleLbl name="node2">
    <dgm:fillClrLst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node3">
    <dgm:fillClrLst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node4">
    <dgm:fillClrLst>
      <a:schemeClr val="accent5"/>
    </dgm:fillClrLst>
    <dgm:linClrLst meth="repeat">
      <a:schemeClr val="lt1"/>
    </dgm:linClrLst>
    <dgm:effectClrLst/>
    <dgm:txLinClrLst/>
    <dgm:txFillClrLst/>
    <dgm:txEffectClrLst/>
  </dgm:styleLbl>
  <dgm:styleLbl name="fgImgPlace1">
    <dgm:fillClrLst>
      <a:schemeClr val="accent2">
        <a:tint val="50000"/>
      </a:schemeClr>
      <a:schemeClr val="accent3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alignImgPlace1">
    <dgm:fillClrLst>
      <a:schemeClr val="accent2">
        <a:tint val="50000"/>
      </a:schemeClr>
      <a:schemeClr val="accent3">
        <a:tint val="2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bgImgPlace1">
    <dgm:fillClrLst>
      <a:schemeClr val="accent2">
        <a:tint val="50000"/>
      </a:schemeClr>
      <a:schemeClr val="accent3">
        <a:tint val="2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sibTrans2D1">
    <dgm:fillClrLst>
      <a:schemeClr val="accent2"/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fgSibTrans2D1">
    <dgm:fillClrLst>
      <a:schemeClr val="accent2"/>
      <a:schemeClr val="accent3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bgSibTrans2D1">
    <dgm:fillClrLst>
      <a:schemeClr val="accent2"/>
      <a:schemeClr val="accent3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sibTrans1D1">
    <dgm:fillClrLst/>
    <dgm:linClrLst>
      <a:schemeClr val="accent2"/>
      <a:schemeClr val="accent3"/>
    </dgm:linClrLst>
    <dgm:effectClrLst/>
    <dgm:txLinClrLst/>
    <dgm:txFillClrLst meth="repeat">
      <a:schemeClr val="tx1"/>
    </dgm:txFillClrLst>
    <dgm:txEffectClrLst/>
  </dgm:styleLbl>
  <dgm:styleLbl name="callout">
    <dgm:fillClrLst meth="repeat">
      <a:schemeClr val="accent2"/>
    </dgm:fillClrLst>
    <dgm:linClrLst meth="repeat">
      <a:schemeClr val="accent2">
        <a:tint val="50000"/>
      </a:schemeClr>
    </dgm:linClrLst>
    <dgm:effectClrLst/>
    <dgm:txLinClrLst/>
    <dgm:txFillClrLst meth="repeat">
      <a:schemeClr val="tx1"/>
    </dgm:txFillClrLst>
    <dgm:txEffectClrLst/>
  </dgm:styleLbl>
  <dgm:styleLbl name="asst0">
    <dgm:fillClrLst meth="repeat">
      <a:schemeClr val="accent2"/>
    </dgm:fillClrLst>
    <dgm:linClrLst meth="repeat">
      <a:schemeClr val="lt1">
        <a:shade val="80000"/>
      </a:schemeClr>
    </dgm:linClrLst>
    <dgm:effectClrLst/>
    <dgm:txLinClrLst/>
    <dgm:txFillClrLst/>
    <dgm:txEffectClrLst/>
  </dgm:styleLbl>
  <dgm:styleLbl name="asst1">
    <dgm:fillClrLst meth="repeat">
      <a:schemeClr val="accent3"/>
    </dgm:fillClrLst>
    <dgm:linClrLst meth="repeat">
      <a:schemeClr val="lt1">
        <a:shade val="80000"/>
      </a:schemeClr>
    </dgm:linClrLst>
    <dgm:effectClrLst/>
    <dgm:txLinClrLst/>
    <dgm:txFillClrLst/>
    <dgm:txEffectClrLst/>
  </dgm:styleLbl>
  <dgm:styleLbl name="asst2">
    <dgm:fillClrLst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asst3">
    <dgm:fillClrLst>
      <a:schemeClr val="accent5"/>
    </dgm:fillClrLst>
    <dgm:linClrLst meth="repeat">
      <a:schemeClr val="lt1"/>
    </dgm:linClrLst>
    <dgm:effectClrLst/>
    <dgm:txLinClrLst/>
    <dgm:txFillClrLst/>
    <dgm:txEffectClrLst/>
  </dgm:styleLbl>
  <dgm:styleLbl name="asst4">
    <dgm:fillClrLst>
      <a:schemeClr val="accent6"/>
    </dgm:fillClrLst>
    <dgm:linClrLst meth="repeat">
      <a:schemeClr val="lt1"/>
    </dgm:linClrLst>
    <dgm:effectClrLst/>
    <dgm:txLinClrLst/>
    <dgm:txFillClrLst/>
    <dgm:txEffectClrLst/>
  </dgm:styleLbl>
  <dgm:styleLbl name="parChTrans2D1">
    <dgm:fillClrLst meth="repeat">
      <a:schemeClr val="accent2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parChTrans2D2">
    <dgm:fillClrLst meth="repeat"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parChTrans2D3">
    <dgm:fillClrLst meth="repeat"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parChTrans2D4">
    <dgm:fillClrLst meth="repeat">
      <a:schemeClr val="accent5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parChTrans1D1">
    <dgm:fillClrLst meth="repeat">
      <a:schemeClr val="accent2"/>
    </dgm:fillClrLst>
    <dgm:linClrLst meth="repeat">
      <a:schemeClr val="accent2"/>
    </dgm:linClrLst>
    <dgm:effectClrLst/>
    <dgm:txLinClrLst/>
    <dgm:txFillClrLst meth="repeat">
      <a:schemeClr val="tx1"/>
    </dgm:txFillClrLst>
    <dgm:txEffectClrLst/>
  </dgm:styleLbl>
  <dgm:styleLbl name="parChTrans1D2">
    <dgm:fillClrLst meth="repeat">
      <a:schemeClr val="accent2">
        <a:tint val="90000"/>
      </a:schemeClr>
    </dgm:fillClrLst>
    <dgm:linClrLst meth="repeat">
      <a:schemeClr val="accent3"/>
    </dgm:linClrLst>
    <dgm:effectClrLst/>
    <dgm:txLinClrLst/>
    <dgm:txFillClrLst meth="repeat">
      <a:schemeClr val="tx1"/>
    </dgm:txFillClrLst>
    <dgm:txEffectClrLst/>
  </dgm:styleLbl>
  <dgm:styleLbl name="parChTrans1D3">
    <dgm:fillClrLst meth="repeat">
      <a:schemeClr val="accent2">
        <a:tint val="70000"/>
      </a:schemeClr>
    </dgm:fillClrLst>
    <dgm:linClrLst meth="repeat">
      <a:schemeClr val="accent4"/>
    </dgm:linClrLst>
    <dgm:effectClrLst/>
    <dgm:txLinClrLst/>
    <dgm:txFillClrLst meth="repeat">
      <a:schemeClr val="tx1"/>
    </dgm:txFillClrLst>
    <dgm:txEffectClrLst/>
  </dgm:styleLbl>
  <dgm:styleLbl name="parChTrans1D4">
    <dgm:fillClrLst meth="repeat">
      <a:schemeClr val="accent2">
        <a:tint val="50000"/>
      </a:schemeClr>
    </dgm:fillClrLst>
    <dgm:linClrLst meth="repeat">
      <a:schemeClr val="accent5"/>
    </dgm:linClrLst>
    <dgm:effectClrLst/>
    <dgm:txLinClrLst/>
    <dgm:txFillClrLst meth="repeat">
      <a:schemeClr val="tx1"/>
    </dgm:txFillClrLst>
    <dgm:txEffectClrLst/>
  </dgm:styleLbl>
  <dgm:styleLbl name="fgAcc1">
    <dgm:fillClrLst meth="repeat">
      <a:schemeClr val="lt1">
        <a:alpha val="90000"/>
      </a:schemeClr>
    </dgm:fillClrLst>
    <dgm:linClrLst>
      <a:schemeClr val="accent2"/>
      <a:schemeClr val="accent3"/>
    </dgm:linClrLst>
    <dgm:effectClrLst/>
    <dgm:txLinClrLst/>
    <dgm:txFillClrLst meth="repeat">
      <a:schemeClr val="dk1"/>
    </dgm:txFillClrLst>
    <dgm:txEffectClrLst/>
  </dgm:styleLbl>
  <dgm:styleLbl name="conFgAcc1">
    <dgm:fillClrLst meth="repeat">
      <a:schemeClr val="lt1">
        <a:alpha val="90000"/>
      </a:schemeClr>
    </dgm:fillClrLst>
    <dgm:linClrLst>
      <a:schemeClr val="accent2"/>
      <a:schemeClr val="accent3"/>
    </dgm:linClrLst>
    <dgm:effectClrLst/>
    <dgm:txLinClrLst/>
    <dgm:txFillClrLst meth="repeat">
      <a:schemeClr val="dk1"/>
    </dgm:txFillClrLst>
    <dgm:txEffectClrLst/>
  </dgm:styleLbl>
  <dgm:styleLbl name="alignAcc1">
    <dgm:fillClrLst meth="repeat">
      <a:schemeClr val="lt1">
        <a:alpha val="90000"/>
      </a:schemeClr>
    </dgm:fillClrLst>
    <dgm:linClrLst>
      <a:schemeClr val="accent2"/>
      <a:schemeClr val="accent3"/>
    </dgm:linClrLst>
    <dgm:effectClrLst/>
    <dgm:txLinClrLst/>
    <dgm:txFillClrLst meth="repeat">
      <a:schemeClr val="dk1"/>
    </dgm:txFillClrLst>
    <dgm:txEffectClrLst/>
  </dgm:styleLbl>
  <dgm:styleLbl name="trAlignAcc1">
    <dgm:fillClrLst meth="repeat">
      <a:schemeClr val="lt1">
        <a:alpha val="40000"/>
      </a:schemeClr>
    </dgm:fillClrLst>
    <dgm:linClrLst meth="repeat">
      <a:schemeClr val="accent2"/>
    </dgm:linClrLst>
    <dgm:effectClrLst/>
    <dgm:txLinClrLst/>
    <dgm:txFillClrLst meth="repeat">
      <a:schemeClr val="dk1"/>
    </dgm:txFillClrLst>
    <dgm:txEffectClrLst/>
  </dgm:styleLbl>
  <dgm:styleLbl name="bgAcc1">
    <dgm:fillClrLst meth="repeat">
      <a:schemeClr val="lt1">
        <a:alpha val="90000"/>
      </a:schemeClr>
    </dgm:fillClrLst>
    <dgm:linClrLst>
      <a:schemeClr val="accent2"/>
      <a:schemeClr val="accent3"/>
    </dgm:linClrLst>
    <dgm:effectClrLst/>
    <dgm:txLinClrLst/>
    <dgm:txFillClrLst meth="repeat">
      <a:schemeClr val="dk1"/>
    </dgm:txFillClrLst>
    <dgm:txEffectClrLst/>
  </dgm:styleLbl>
  <dgm:styleLbl name="solidFgAcc1">
    <dgm:fillClrLst meth="repeat">
      <a:schemeClr val="lt1"/>
    </dgm:fillClrLst>
    <dgm:linClrLst>
      <a:schemeClr val="accent2"/>
      <a:schemeClr val="accent3"/>
    </dgm:linClrLst>
    <dgm:effectClrLst/>
    <dgm:txLinClrLst/>
    <dgm:txFillClrLst meth="repeat">
      <a:schemeClr val="dk1"/>
    </dgm:txFillClrLst>
    <dgm:txEffectClrLst/>
  </dgm:styleLbl>
  <dgm:styleLbl name="solidAlignAcc1">
    <dgm:fillClrLst meth="repeat">
      <a:schemeClr val="lt1"/>
    </dgm:fillClrLst>
    <dgm:linClrLst>
      <a:schemeClr val="accent2"/>
      <a:schemeClr val="accent3"/>
    </dgm:linClrLst>
    <dgm:effectClrLst/>
    <dgm:txLinClrLst/>
    <dgm:txFillClrLst meth="repeat">
      <a:schemeClr val="dk1"/>
    </dgm:txFillClrLst>
    <dgm:txEffectClrLst/>
  </dgm:styleLbl>
  <dgm:styleLbl name="solidBgAcc1">
    <dgm:fillClrLst meth="repeat">
      <a:schemeClr val="lt1"/>
    </dgm:fillClrLst>
    <dgm:linClrLst>
      <a:schemeClr val="accent2"/>
      <a:schemeClr val="accent3"/>
    </dgm:linClrLst>
    <dgm:effectClrLst/>
    <dgm:txLinClrLst/>
    <dgm:txFillClrLst meth="repeat">
      <a:schemeClr val="dk1"/>
    </dgm:txFillClrLst>
    <dgm:txEffectClrLst/>
  </dgm:styleLbl>
  <dgm:styleLbl name="fgAccFollowNode1">
    <dgm:fillClrLst>
      <a:schemeClr val="accent2">
        <a:tint val="40000"/>
        <a:alpha val="90000"/>
      </a:schemeClr>
      <a:schemeClr val="accent3">
        <a:tint val="40000"/>
        <a:alpha val="90000"/>
      </a:schemeClr>
    </dgm:fillClrLst>
    <dgm:linClrLst>
      <a:schemeClr val="accent2">
        <a:tint val="40000"/>
        <a:alpha val="90000"/>
      </a:schemeClr>
      <a:schemeClr val="accent3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alignAccFollowNode1">
    <dgm:fillClrLst>
      <a:schemeClr val="accent2">
        <a:tint val="40000"/>
        <a:alpha val="90000"/>
      </a:schemeClr>
      <a:schemeClr val="accent3">
        <a:tint val="40000"/>
        <a:alpha val="90000"/>
      </a:schemeClr>
    </dgm:fillClrLst>
    <dgm:linClrLst>
      <a:schemeClr val="accent2">
        <a:tint val="40000"/>
        <a:alpha val="90000"/>
      </a:schemeClr>
      <a:schemeClr val="accent3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bgAccFollowNode1">
    <dgm:fillClrLst>
      <a:schemeClr val="accent2">
        <a:tint val="40000"/>
        <a:alpha val="90000"/>
      </a:schemeClr>
      <a:schemeClr val="accent3">
        <a:tint val="40000"/>
        <a:alpha val="90000"/>
      </a:schemeClr>
    </dgm:fillClrLst>
    <dgm:linClrLst>
      <a:schemeClr val="accent2">
        <a:tint val="40000"/>
        <a:alpha val="90000"/>
      </a:schemeClr>
      <a:schemeClr val="accent3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fgAcc0">
    <dgm:fillClrLst meth="repeat">
      <a:schemeClr val="lt1">
        <a:alpha val="90000"/>
      </a:schemeClr>
    </dgm:fillClrLst>
    <dgm:linClrLst>
      <a:schemeClr val="accent1"/>
    </dgm:linClrLst>
    <dgm:effectClrLst/>
    <dgm:txLinClrLst/>
    <dgm:txFillClrLst meth="repeat">
      <a:schemeClr val="dk1"/>
    </dgm:txFillClrLst>
    <dgm:txEffectClrLst/>
  </dgm:styleLbl>
  <dgm:styleLbl name="fgAcc2">
    <dgm:fillClrLst meth="repeat">
      <a:schemeClr val="lt1">
        <a:alpha val="90000"/>
      </a:schemeClr>
    </dgm:fillClrLst>
    <dgm:linClrLst>
      <a:schemeClr val="accent3"/>
    </dgm:linClrLst>
    <dgm:effectClrLst/>
    <dgm:txLinClrLst/>
    <dgm:txFillClrLst meth="repeat">
      <a:schemeClr val="dk1"/>
    </dgm:txFillClrLst>
    <dgm:txEffectClrLst/>
  </dgm:styleLbl>
  <dgm:styleLbl name="fgAcc3">
    <dgm:fillClrLst meth="repeat">
      <a:schemeClr val="lt1">
        <a:alpha val="90000"/>
      </a:schemeClr>
    </dgm:fillClrLst>
    <dgm:linClrLst>
      <a:schemeClr val="accent4"/>
    </dgm:linClrLst>
    <dgm:effectClrLst/>
    <dgm:txLinClrLst/>
    <dgm:txFillClrLst meth="repeat">
      <a:schemeClr val="dk1"/>
    </dgm:txFillClrLst>
    <dgm:txEffectClrLst/>
  </dgm:styleLbl>
  <dgm:styleLbl name="fgAcc4">
    <dgm:fillClrLst meth="repeat">
      <a:schemeClr val="lt1">
        <a:alpha val="90000"/>
      </a:schemeClr>
    </dgm:fillClrLst>
    <dgm:linClrLst>
      <a:schemeClr val="accent5"/>
    </dgm:linClrLst>
    <dgm:effectClrLst/>
    <dgm:txLinClrLst/>
    <dgm:txFillClrLst meth="repeat">
      <a:schemeClr val="dk1"/>
    </dgm:txFillClrLst>
    <dgm:txEffectClrLst/>
  </dgm:styleLbl>
  <dgm:styleLbl name="bgShp">
    <dgm:fillClrLst meth="repeat">
      <a:schemeClr val="bg1">
        <a:lumMod val="95000"/>
      </a:schemeClr>
    </dgm:fillClrLst>
    <dgm:linClrLst meth="repeat">
      <a:schemeClr val="dk1"/>
    </dgm:linClrLst>
    <dgm:effectClrLst/>
    <dgm:txLinClrLst/>
    <dgm:txFillClrLst meth="repeat">
      <a:schemeClr val="dk1"/>
    </dgm:txFillClrLst>
    <dgm:txEffectClrLst/>
  </dgm:styleLbl>
  <dgm:styleLbl name="dkBgShp">
    <dgm:fillClrLst meth="repeat">
      <a:schemeClr val="accent2">
        <a:shade val="90000"/>
      </a:schemeClr>
    </dgm:fillClrLst>
    <dgm:linClrLst meth="repeat">
      <a:schemeClr val="dk1"/>
    </dgm:linClrLst>
    <dgm:effectClrLst/>
    <dgm:txLinClrLst/>
    <dgm:txFillClrLst meth="repeat">
      <a:schemeClr val="lt1"/>
    </dgm:txFillClrLst>
    <dgm:txEffectClrLst/>
  </dgm:styleLbl>
  <dgm:styleLbl name="trBgShp">
    <dgm:fillClrLst meth="repeat">
      <a:schemeClr val="accent2">
        <a:tint val="50000"/>
        <a:alpha val="40000"/>
      </a:schemeClr>
    </dgm:fillClrLst>
    <dgm:linClrLst meth="repeat">
      <a:schemeClr val="accent2"/>
    </dgm:linClrLst>
    <dgm:effectClrLst/>
    <dgm:txLinClrLst/>
    <dgm:txFillClrLst meth="repeat">
      <a:schemeClr val="lt1"/>
    </dgm:txFillClrLst>
    <dgm:txEffectClrLst/>
  </dgm:styleLbl>
  <dgm:styleLbl name="fgShp">
    <dgm:fillClrLst meth="repeat">
      <a:schemeClr val="accent2">
        <a:tint val="40000"/>
      </a:schemeClr>
    </dgm:fillClrLst>
    <dgm:linClrLst meth="repeat">
      <a:schemeClr val="lt1"/>
    </dgm:linClrLst>
    <dgm:effectClrLst/>
    <dgm:txLinClrLst/>
    <dgm:txFillClrLst meth="repeat">
      <a:schemeClr val="dk1"/>
    </dgm:txFillClrLst>
    <dgm:txEffectClrLst/>
  </dgm:styleLbl>
  <dgm:styleLbl name="revTx">
    <dgm:fillClrLst meth="repeat">
      <a:schemeClr val="lt1">
        <a:alpha val="0"/>
      </a:schemeClr>
    </dgm:fillClrLst>
    <dgm:linClrLst meth="repeat">
      <a:schemeClr val="dk1">
        <a:alpha val="0"/>
      </a:schemeClr>
    </dgm:linClrLst>
    <dgm:effectClrLst/>
    <dgm:txLinClrLst/>
    <dgm:txFillClrLst meth="repeat">
      <a:schemeClr val="tx1"/>
    </dgm:txFillClrLst>
    <dgm:txEffectClrLst/>
  </dgm:styleLbl>
</dgm:colorsDef>
</file>

<file path=ppt/diagrams/colors7.xml><?xml version="1.0" encoding="utf-8"?>
<dgm:colorsDef xmlns:dgm="http://schemas.openxmlformats.org/drawingml/2006/diagram" xmlns:a="http://schemas.openxmlformats.org/drawingml/2006/main" uniqueId="urn:microsoft.com/office/officeart/2018/5/colors/Iconchunking_neutralbg_colorful1">
  <dgm:title val=""/>
  <dgm:desc val=""/>
  <dgm:catLst>
    <dgm:cat type="colorful" pri="10100"/>
  </dgm:catLst>
  <dgm:styleLbl name="node0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node1">
    <dgm:fillClrLst meth="repeat">
      <a:schemeClr val="accent2"/>
      <a:schemeClr val="accent3"/>
      <a:schemeClr val="accent4"/>
      <a:schemeClr val="accent5"/>
      <a:schemeClr val="accent6"/>
    </dgm:fillClrLst>
    <dgm:linClrLst meth="repeat">
      <a:schemeClr val="lt1">
        <a:alpha val="0"/>
      </a:schemeClr>
    </dgm:linClrLst>
    <dgm:effectClrLst/>
    <dgm:txLinClrLst/>
    <dgm:txFillClrLst/>
    <dgm:txEffectClrLst/>
  </dgm:styleLbl>
  <dgm:styleLbl name="alignNode1">
    <dgm:fillClrLst meth="repeat">
      <a:schemeClr val="accent2"/>
      <a:schemeClr val="accent3"/>
      <a:schemeClr val="accent4"/>
      <a:schemeClr val="accent5"/>
      <a:schemeClr val="accent6"/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/>
    <dgm:txEffectClrLst/>
  </dgm:styleLbl>
  <dgm:styleLbl name="lnNode1">
    <dgm:fillClrLst meth="repeat">
      <a:schemeClr val="accent2"/>
      <a:schemeClr val="accent3"/>
      <a:schemeClr val="accent4"/>
      <a:schemeClr val="accent5"/>
      <a:schemeClr val="accent6"/>
    </dgm:fillClrLst>
    <dgm:linClrLst meth="repeat">
      <a:schemeClr val="lt1"/>
    </dgm:linClrLst>
    <dgm:effectClrLst/>
    <dgm:txLinClrLst/>
    <dgm:txFillClrLst/>
    <dgm:txEffectClrLst/>
  </dgm:styleLbl>
  <dgm:styleLbl name="vennNode1">
    <dgm:fillClrLst meth="repeat">
      <a:schemeClr val="accent2">
        <a:alpha val="50000"/>
      </a:schemeClr>
      <a:schemeClr val="accent3">
        <a:alpha val="50000"/>
      </a:schemeClr>
      <a:schemeClr val="accent4">
        <a:alpha val="50000"/>
      </a:schemeClr>
      <a:schemeClr val="accent5">
        <a:alpha val="50000"/>
      </a:schemeClr>
      <a:schemeClr val="accent6">
        <a:alpha val="50000"/>
      </a:schemeClr>
    </dgm:fillClrLst>
    <dgm:linClrLst meth="repeat">
      <a:schemeClr val="lt1"/>
    </dgm:linClrLst>
    <dgm:effectClrLst/>
    <dgm:txLinClrLst/>
    <dgm:txFillClrLst/>
    <dgm:txEffectClrLst/>
  </dgm:styleLbl>
  <dgm:styleLbl name="node2">
    <dgm:fillClrLst>
      <a:schemeClr val="accent2"/>
    </dgm:fillClrLst>
    <dgm:linClrLst meth="repeat">
      <a:schemeClr val="lt1"/>
    </dgm:linClrLst>
    <dgm:effectClrLst/>
    <dgm:txLinClrLst/>
    <dgm:txFillClrLst/>
    <dgm:txEffectClrLst/>
  </dgm:styleLbl>
  <dgm:styleLbl name="node3">
    <dgm:fillClrLst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node4">
    <dgm:fillClrLst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fgImgPlace1">
    <dgm:fillClrLst meth="repeat">
      <a:schemeClr val="accent2">
        <a:tint val="50000"/>
      </a:schemeClr>
      <a:schemeClr val="accent3">
        <a:tint val="50000"/>
      </a:schemeClr>
      <a:schemeClr val="accent4">
        <a:tint val="50000"/>
      </a:schemeClr>
      <a:schemeClr val="accent5">
        <a:tint val="50000"/>
      </a:schemeClr>
      <a:schemeClr val="accent6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alignImgPlace1">
    <dgm:fillClrLst>
      <a:schemeClr val="accent1">
        <a:tint val="50000"/>
      </a:schemeClr>
      <a:schemeClr val="accent2">
        <a:tint val="2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bgImgPlace1">
    <dgm:fillClrLst>
      <a:schemeClr val="accent1">
        <a:tint val="50000"/>
      </a:schemeClr>
      <a:schemeClr val="accent2">
        <a:tint val="2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sibTrans2D1">
    <dgm:fillClrLst meth="repeat">
      <a:schemeClr val="accent2"/>
      <a:schemeClr val="accent3"/>
      <a:schemeClr val="accent4"/>
      <a:schemeClr val="accent5"/>
      <a:schemeClr val="accent6"/>
    </dgm:fillClrLst>
    <dgm:linClrLst meth="cycle">
      <a:schemeClr val="lt1"/>
    </dgm:linClrLst>
    <dgm:effectClrLst/>
    <dgm:txLinClrLst/>
    <dgm:txFillClrLst/>
    <dgm:txEffectClrLst/>
  </dgm:styleLbl>
  <dgm:styleLbl name="fgSibTrans2D1">
    <dgm:fillClrLst meth="repeat">
      <a:schemeClr val="accent2"/>
      <a:schemeClr val="accent3"/>
      <a:schemeClr val="accent4"/>
      <a:schemeClr val="accent5"/>
      <a:schemeClr val="accent6"/>
    </dgm:fillClrLst>
    <dgm:linClrLst meth="cycle">
      <a:schemeClr val="lt1"/>
    </dgm:linClrLst>
    <dgm:effectClrLst/>
    <dgm:txLinClrLst/>
    <dgm:txFillClrLst meth="repeat">
      <a:schemeClr val="lt1"/>
    </dgm:txFillClrLst>
    <dgm:txEffectClrLst/>
  </dgm:styleLbl>
  <dgm:styleLbl name="bgSibTrans2D1">
    <dgm:fillClrLst meth="repeat">
      <a:schemeClr val="accent2"/>
      <a:schemeClr val="accent3"/>
      <a:schemeClr val="accent4"/>
      <a:schemeClr val="accent5"/>
      <a:schemeClr val="accent6"/>
    </dgm:fillClrLst>
    <dgm:linClrLst meth="cycle">
      <a:schemeClr val="lt1"/>
    </dgm:linClrLst>
    <dgm:effectClrLst/>
    <dgm:txLinClrLst/>
    <dgm:txFillClrLst meth="repeat">
      <a:schemeClr val="lt1"/>
    </dgm:txFillClrLst>
    <dgm:txEffectClrLst/>
  </dgm:styleLbl>
  <dgm:styleLbl name="sibTrans1D1">
    <dgm:fillClrLst meth="repeat">
      <a:schemeClr val="accent2"/>
      <a:schemeClr val="accent3"/>
      <a:schemeClr val="accent4"/>
      <a:schemeClr val="accent5"/>
      <a:schemeClr val="accent6"/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tx1"/>
    </dgm:txFillClrLst>
    <dgm:txEffectClrLst/>
  </dgm:styleLbl>
  <dgm:styleLbl name="callout">
    <dgm:fillClrLst meth="repeat">
      <a:schemeClr val="accent2"/>
    </dgm:fillClrLst>
    <dgm:linClrLst meth="repeat">
      <a:schemeClr val="accent2">
        <a:tint val="50000"/>
      </a:schemeClr>
    </dgm:linClrLst>
    <dgm:effectClrLst/>
    <dgm:txLinClrLst/>
    <dgm:txFillClrLst meth="repeat">
      <a:schemeClr val="tx1"/>
    </dgm:txFillClrLst>
    <dgm:txEffectClrLst/>
  </dgm:styleLbl>
  <dgm:styleLbl name="asst0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sst1">
    <dgm:fillClrLst meth="repeat">
      <a:schemeClr val="accent2"/>
    </dgm:fillClrLst>
    <dgm:linClrLst meth="repeat">
      <a:schemeClr val="lt1"/>
    </dgm:linClrLst>
    <dgm:effectClrLst/>
    <dgm:txLinClrLst/>
    <dgm:txFillClrLst/>
    <dgm:txEffectClrLst/>
  </dgm:styleLbl>
  <dgm:styleLbl name="asst2">
    <dgm:fillClrLst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asst3">
    <dgm:fillClrLst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asst4">
    <dgm:fillClrLst>
      <a:schemeClr val="accent5"/>
    </dgm:fillClrLst>
    <dgm:linClrLst meth="repeat">
      <a:schemeClr val="lt1"/>
    </dgm:linClrLst>
    <dgm:effectClrLst/>
    <dgm:txLinClrLst/>
    <dgm:txFillClrLst/>
    <dgm:txEffectClrLst/>
  </dgm:styleLbl>
  <dgm:styleLbl name="parChTrans2D1">
    <dgm:fillClrLst meth="repeat">
      <a:schemeClr val="accent2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parChTrans2D2">
    <dgm:fillClrLst meth="repeat"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parChTrans2D3">
    <dgm:fillClrLst meth="repeat"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parChTrans2D4">
    <dgm:fillClrLst meth="repeat">
      <a:schemeClr val="accent5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parChTrans1D1">
    <dgm:fillClrLst meth="repeat">
      <a:schemeClr val="accent2"/>
    </dgm:fillClrLst>
    <dgm:linClrLst meth="repeat">
      <a:schemeClr val="accent1"/>
    </dgm:linClrLst>
    <dgm:effectClrLst/>
    <dgm:txLinClrLst/>
    <dgm:txFillClrLst meth="repeat">
      <a:schemeClr val="tx1"/>
    </dgm:txFillClrLst>
    <dgm:txEffectClrLst/>
  </dgm:styleLbl>
  <dgm:styleLbl name="parChTrans1D2">
    <dgm:fillClrLst meth="repeat">
      <a:schemeClr val="accent3">
        <a:tint val="90000"/>
      </a:schemeClr>
    </dgm:fillClrLst>
    <dgm:linClrLst meth="repeat">
      <a:schemeClr val="accent2"/>
    </dgm:linClrLst>
    <dgm:effectClrLst/>
    <dgm:txLinClrLst/>
    <dgm:txFillClrLst meth="repeat">
      <a:schemeClr val="tx1"/>
    </dgm:txFillClrLst>
    <dgm:txEffectClrLst/>
  </dgm:styleLbl>
  <dgm:styleLbl name="parChTrans1D3">
    <dgm:fillClrLst meth="repeat">
      <a:schemeClr val="accent4">
        <a:tint val="70000"/>
      </a:schemeClr>
    </dgm:fillClrLst>
    <dgm:linClrLst meth="repeat">
      <a:schemeClr val="accent3"/>
    </dgm:linClrLst>
    <dgm:effectClrLst/>
    <dgm:txLinClrLst/>
    <dgm:txFillClrLst meth="repeat">
      <a:schemeClr val="tx1"/>
    </dgm:txFillClrLst>
    <dgm:txEffectClrLst/>
  </dgm:styleLbl>
  <dgm:styleLbl name="parChTrans1D4">
    <dgm:fillClrLst meth="repeat">
      <a:schemeClr val="accent5">
        <a:tint val="50000"/>
      </a:schemeClr>
    </dgm:fillClrLst>
    <dgm:linClrLst meth="repeat">
      <a:schemeClr val="accent4"/>
    </dgm:linClrLst>
    <dgm:effectClrLst/>
    <dgm:txLinClrLst/>
    <dgm:txFillClrLst meth="repeat">
      <a:schemeClr val="tx1"/>
    </dgm:txFillClrLst>
    <dgm:txEffectClrLst/>
  </dgm:styleLbl>
  <dgm:styleLbl name="fgAcc1">
    <dgm:fillClrLst meth="repeat">
      <a:schemeClr val="lt1">
        <a:alpha val="90000"/>
      </a:schemeClr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conFgAcc1">
    <dgm:fillClrLst meth="repeat">
      <a:schemeClr val="lt1">
        <a:alpha val="90000"/>
      </a:schemeClr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alignAcc1">
    <dgm:fillClrLst meth="repeat">
      <a:schemeClr val="lt1">
        <a:alpha val="90000"/>
      </a:schemeClr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trAlignAcc1">
    <dgm:fillClrLst meth="repeat">
      <a:schemeClr val="lt1">
        <a:alpha val="4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bgAcc1">
    <dgm:fillClrLst meth="repeat">
      <a:schemeClr val="lt1">
        <a:alpha val="90000"/>
      </a:schemeClr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solidFgAcc1">
    <dgm:fillClrLst meth="repeat">
      <a:schemeClr val="lt1"/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solidAlignAcc1">
    <dgm:fillClrLst meth="repeat">
      <a:schemeClr val="lt1"/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solidBgAcc1">
    <dgm:fillClrLst meth="repeat">
      <a:schemeClr val="lt1"/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fgAccFollowNode1">
    <dgm:fillClrLst meth="repeat">
      <a:schemeClr val="accent2">
        <a:tint val="40000"/>
        <a:alpha val="90000"/>
      </a:schemeClr>
      <a:schemeClr val="accent3">
        <a:tint val="40000"/>
        <a:alpha val="90000"/>
      </a:schemeClr>
      <a:schemeClr val="accent4">
        <a:tint val="40000"/>
        <a:alpha val="90000"/>
      </a:schemeClr>
      <a:schemeClr val="accent5">
        <a:tint val="40000"/>
        <a:alpha val="90000"/>
      </a:schemeClr>
      <a:schemeClr val="accent6">
        <a:tint val="40000"/>
        <a:alpha val="90000"/>
      </a:schemeClr>
    </dgm:fillClrLst>
    <dgm:linClrLst meth="repeat">
      <a:schemeClr val="accent2">
        <a:tint val="40000"/>
        <a:alpha val="90000"/>
      </a:schemeClr>
      <a:schemeClr val="accent3">
        <a:tint val="40000"/>
        <a:alpha val="90000"/>
      </a:schemeClr>
      <a:schemeClr val="accent4">
        <a:tint val="40000"/>
        <a:alpha val="90000"/>
      </a:schemeClr>
      <a:schemeClr val="accent5">
        <a:tint val="40000"/>
        <a:alpha val="90000"/>
      </a:schemeClr>
      <a:schemeClr val="accent6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alignAccFollowNode1">
    <dgm:fillClrLst meth="repeat">
      <a:schemeClr val="accent2">
        <a:tint val="40000"/>
        <a:alpha val="90000"/>
      </a:schemeClr>
      <a:schemeClr val="accent3">
        <a:tint val="40000"/>
        <a:alpha val="90000"/>
      </a:schemeClr>
      <a:schemeClr val="accent4">
        <a:tint val="40000"/>
        <a:alpha val="90000"/>
      </a:schemeClr>
      <a:schemeClr val="accent5">
        <a:tint val="40000"/>
        <a:alpha val="90000"/>
      </a:schemeClr>
      <a:schemeClr val="accent6">
        <a:tint val="40000"/>
        <a:alpha val="90000"/>
      </a:schemeClr>
    </dgm:fillClrLst>
    <dgm:linClrLst meth="repeat">
      <a:schemeClr val="accent2">
        <a:tint val="40000"/>
        <a:alpha val="90000"/>
      </a:schemeClr>
      <a:schemeClr val="accent3">
        <a:tint val="40000"/>
        <a:alpha val="90000"/>
      </a:schemeClr>
      <a:schemeClr val="accent4">
        <a:tint val="40000"/>
        <a:alpha val="90000"/>
      </a:schemeClr>
      <a:schemeClr val="accent5">
        <a:tint val="40000"/>
        <a:alpha val="90000"/>
      </a:schemeClr>
      <a:schemeClr val="accent6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bgAccFollowNode1">
    <dgm:fillClrLst meth="repeat">
      <a:schemeClr val="accent2">
        <a:tint val="40000"/>
        <a:alpha val="90000"/>
      </a:schemeClr>
      <a:schemeClr val="accent3">
        <a:tint val="40000"/>
        <a:alpha val="90000"/>
      </a:schemeClr>
      <a:schemeClr val="accent4">
        <a:tint val="40000"/>
        <a:alpha val="90000"/>
      </a:schemeClr>
      <a:schemeClr val="accent5">
        <a:tint val="40000"/>
        <a:alpha val="90000"/>
      </a:schemeClr>
      <a:schemeClr val="accent6">
        <a:tint val="40000"/>
        <a:alpha val="90000"/>
      </a:schemeClr>
    </dgm:fillClrLst>
    <dgm:linClrLst meth="repeat">
      <a:schemeClr val="accent2">
        <a:tint val="40000"/>
        <a:alpha val="90000"/>
      </a:schemeClr>
      <a:schemeClr val="accent3">
        <a:tint val="40000"/>
        <a:alpha val="90000"/>
      </a:schemeClr>
      <a:schemeClr val="accent4">
        <a:tint val="40000"/>
        <a:alpha val="90000"/>
      </a:schemeClr>
      <a:schemeClr val="accent5">
        <a:tint val="40000"/>
        <a:alpha val="90000"/>
      </a:schemeClr>
      <a:schemeClr val="accent6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fgAcc0">
    <dgm:fillClrLst meth="repeat">
      <a:schemeClr val="lt1">
        <a:alpha val="90000"/>
      </a:schemeClr>
    </dgm:fillClrLst>
    <dgm:linClrLst>
      <a:schemeClr val="accent1"/>
    </dgm:linClrLst>
    <dgm:effectClrLst/>
    <dgm:txLinClrLst/>
    <dgm:txFillClrLst meth="repeat">
      <a:schemeClr val="dk1"/>
    </dgm:txFillClrLst>
    <dgm:txEffectClrLst/>
  </dgm:styleLbl>
  <dgm:styleLbl name="fgAcc2">
    <dgm:fillClrLst meth="repeat">
      <a:schemeClr val="lt1">
        <a:alpha val="90000"/>
      </a:schemeClr>
    </dgm:fillClrLst>
    <dgm:linClrLst>
      <a:schemeClr val="accent2"/>
    </dgm:linClrLst>
    <dgm:effectClrLst/>
    <dgm:txLinClrLst/>
    <dgm:txFillClrLst meth="repeat">
      <a:schemeClr val="dk1"/>
    </dgm:txFillClrLst>
    <dgm:txEffectClrLst/>
  </dgm:styleLbl>
  <dgm:styleLbl name="fgAcc3">
    <dgm:fillClrLst meth="repeat">
      <a:schemeClr val="lt1">
        <a:alpha val="90000"/>
      </a:schemeClr>
    </dgm:fillClrLst>
    <dgm:linClrLst>
      <a:schemeClr val="accent3"/>
    </dgm:linClrLst>
    <dgm:effectClrLst/>
    <dgm:txLinClrLst/>
    <dgm:txFillClrLst meth="repeat">
      <a:schemeClr val="dk1"/>
    </dgm:txFillClrLst>
    <dgm:txEffectClrLst/>
  </dgm:styleLbl>
  <dgm:styleLbl name="fgAcc4">
    <dgm:fillClrLst meth="repeat">
      <a:schemeClr val="lt1">
        <a:alpha val="90000"/>
      </a:schemeClr>
    </dgm:fillClrLst>
    <dgm:linClrLst>
      <a:schemeClr val="accent4"/>
    </dgm:linClrLst>
    <dgm:effectClrLst/>
    <dgm:txLinClrLst/>
    <dgm:txFillClrLst meth="repeat">
      <a:schemeClr val="dk1"/>
    </dgm:txFillClrLst>
    <dgm:txEffectClrLst/>
  </dgm:styleLbl>
  <dgm:styleLbl name="bgShp">
    <dgm:fillClrLst meth="repeat">
      <a:schemeClr val="bg1">
        <a:lumMod val="95000"/>
      </a:schemeClr>
    </dgm:fillClrLst>
    <dgm:linClrLst meth="repeat">
      <a:schemeClr val="dk1"/>
    </dgm:linClrLst>
    <dgm:effectClrLst/>
    <dgm:txLinClrLst/>
    <dgm:txFillClrLst meth="repeat">
      <a:schemeClr val="dk1"/>
    </dgm:txFillClrLst>
    <dgm:txEffectClrLst/>
  </dgm:styleLbl>
  <dgm:styleLbl name="dkBgShp">
    <dgm:fillClrLst meth="repeat">
      <a:schemeClr val="accent2">
        <a:shade val="90000"/>
      </a:schemeClr>
    </dgm:fillClrLst>
    <dgm:linClrLst meth="repeat">
      <a:schemeClr val="dk1"/>
    </dgm:linClrLst>
    <dgm:effectClrLst/>
    <dgm:txLinClrLst/>
    <dgm:txFillClrLst meth="repeat">
      <a:schemeClr val="lt1"/>
    </dgm:txFillClrLst>
    <dgm:txEffectClrLst/>
  </dgm:styleLbl>
  <dgm:styleLbl name="trBgShp">
    <dgm:fillClrLst meth="repeat">
      <a:schemeClr val="accent1">
        <a:tint val="50000"/>
        <a:alpha val="40000"/>
      </a:schemeClr>
    </dgm:fillClrLst>
    <dgm:linClrLst meth="repeat">
      <a:schemeClr val="accent2"/>
    </dgm:linClrLst>
    <dgm:effectClrLst/>
    <dgm:txLinClrLst/>
    <dgm:txFillClrLst meth="repeat">
      <a:schemeClr val="lt1"/>
    </dgm:txFillClrLst>
    <dgm:txEffectClrLst/>
  </dgm:styleLbl>
  <dgm:styleLbl name="fgShp">
    <dgm:fillClrLst meth="repeat">
      <a:schemeClr val="accent2">
        <a:tint val="40000"/>
      </a:schemeClr>
    </dgm:fillClrLst>
    <dgm:linClrLst meth="repeat">
      <a:schemeClr val="lt1"/>
    </dgm:linClrLst>
    <dgm:effectClrLst/>
    <dgm:txLinClrLst/>
    <dgm:txFillClrLst meth="repeat">
      <a:schemeClr val="dk1"/>
    </dgm:txFillClrLst>
    <dgm:txEffectClrLst/>
  </dgm:styleLbl>
  <dgm:styleLbl name="revTx">
    <dgm:fillClrLst meth="repeat">
      <a:schemeClr val="lt1">
        <a:alpha val="0"/>
      </a:schemeClr>
    </dgm:fillClrLst>
    <dgm:linClrLst meth="repeat">
      <a:schemeClr val="dk1">
        <a:alpha val="0"/>
      </a:schemeClr>
    </dgm:linClrLst>
    <dgm:effectClrLst/>
    <dgm:txLinClrLst/>
    <dgm:txFillClrLst meth="repeat">
      <a:schemeClr val="tx1"/>
    </dgm:txFillClrLst>
    <dgm:txEffectClrLst/>
  </dgm:styleLbl>
</dgm:colorsDef>
</file>

<file path=ppt/diagrams/colors8.xml><?xml version="1.0" encoding="utf-8"?>
<dgm:colorsDef xmlns:dgm="http://schemas.openxmlformats.org/drawingml/2006/diagram" xmlns:a="http://schemas.openxmlformats.org/drawingml/2006/main" uniqueId="urn:microsoft.com/office/officeart/2018/5/colors/Iconchunking_neutralbg_accent1_2">
  <dgm:title val=""/>
  <dgm:desc val=""/>
  <dgm:catLst>
    <dgm:cat type="accent1" pri="11200"/>
  </dgm:catLst>
  <dgm:styleLbl name="node0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lignNode1">
    <dgm:fillClrLst meth="repeat">
      <a:schemeClr val="accent1"/>
    </dgm:fillClrLst>
    <dgm:linClrLst meth="repeat">
      <a:schemeClr val="accent1"/>
    </dgm:linClrLst>
    <dgm:effectClrLst/>
    <dgm:txLinClrLst/>
    <dgm:txFillClrLst/>
    <dgm:txEffectClrLst/>
  </dgm:styleLbl>
  <dgm:styleLbl name="node1">
    <dgm:fillClrLst meth="repeat">
      <a:schemeClr val="accent1"/>
    </dgm:fillClrLst>
    <dgm:linClrLst meth="repeat">
      <a:schemeClr val="lt1">
        <a:alpha val="0"/>
      </a:schemeClr>
    </dgm:linClrLst>
    <dgm:effectClrLst/>
    <dgm:txLinClrLst/>
    <dgm:txFillClrLst/>
    <dgm:txEffectClrLst/>
  </dgm:styleLbl>
  <dgm:styleLbl name="lnNode1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vennNode1">
    <dgm:fillClrLst meth="repeat">
      <a:schemeClr val="accent1">
        <a:alpha val="50000"/>
      </a:schemeClr>
    </dgm:fillClrLst>
    <dgm:linClrLst meth="repeat">
      <a:schemeClr val="lt1"/>
    </dgm:linClrLst>
    <dgm:effectClrLst/>
    <dgm:txLinClrLst/>
    <dgm:txFillClrLst/>
    <dgm:txEffectClrLst/>
  </dgm:styleLbl>
  <dgm:styleLbl name="node2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node3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node4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fgImgPlace1">
    <dgm:fillClrLst meth="repeat">
      <a:schemeClr val="accent1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alignImgPlace1">
    <dgm:fillClrLst meth="repeat">
      <a:schemeClr val="accent1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bgImgPlace1">
    <dgm:fillClrLst meth="repeat">
      <a:schemeClr val="accent1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sibTrans2D1">
    <dgm:fillClrLst meth="repeat">
      <a:schemeClr val="accent1">
        <a:tint val="60000"/>
      </a:schemeClr>
    </dgm:fillClrLst>
    <dgm:linClrLst meth="repeat">
      <a:schemeClr val="accent1">
        <a:tint val="60000"/>
      </a:schemeClr>
    </dgm:linClrLst>
    <dgm:effectClrLst/>
    <dgm:txLinClrLst/>
    <dgm:txFillClrLst/>
    <dgm:txEffectClrLst/>
  </dgm:styleLbl>
  <dgm:styleLbl name="fgSibTrans2D1">
    <dgm:fillClrLst meth="repeat">
      <a:schemeClr val="accent1">
        <a:tint val="60000"/>
      </a:schemeClr>
    </dgm:fillClrLst>
    <dgm:linClrLst meth="repeat">
      <a:schemeClr val="accent1">
        <a:tint val="60000"/>
      </a:schemeClr>
    </dgm:linClrLst>
    <dgm:effectClrLst/>
    <dgm:txLinClrLst/>
    <dgm:txFillClrLst/>
    <dgm:txEffectClrLst/>
  </dgm:styleLbl>
  <dgm:styleLbl name="bgSibTrans2D1">
    <dgm:fillClrLst meth="repeat">
      <a:schemeClr val="accent1">
        <a:tint val="60000"/>
      </a:schemeClr>
    </dgm:fillClrLst>
    <dgm:linClrLst meth="repeat">
      <a:schemeClr val="accent1">
        <a:tint val="60000"/>
      </a:schemeClr>
    </dgm:linClrLst>
    <dgm:effectClrLst/>
    <dgm:txLinClrLst/>
    <dgm:txFillClrLst/>
    <dgm:txEffectClrLst/>
  </dgm:styleLbl>
  <dgm:styleLbl name="sibTrans1D1">
    <dgm:fillClrLst meth="repeat">
      <a:schemeClr val="accent1"/>
    </dgm:fillClrLst>
    <dgm:linClrLst meth="repeat">
      <a:schemeClr val="accent1"/>
    </dgm:linClrLst>
    <dgm:effectClrLst/>
    <dgm:txLinClrLst/>
    <dgm:txFillClrLst meth="repeat">
      <a:schemeClr val="tx1"/>
    </dgm:txFillClrLst>
    <dgm:txEffectClrLst/>
  </dgm:styleLbl>
  <dgm:styleLbl name="callout">
    <dgm:fillClrLst meth="repeat">
      <a:schemeClr val="accent1"/>
    </dgm:fillClrLst>
    <dgm:linClrLst meth="repeat">
      <a:schemeClr val="accent1">
        <a:tint val="50000"/>
      </a:schemeClr>
    </dgm:linClrLst>
    <dgm:effectClrLst/>
    <dgm:txLinClrLst/>
    <dgm:txFillClrLst meth="repeat">
      <a:schemeClr val="tx1"/>
    </dgm:txFillClrLst>
    <dgm:txEffectClrLst/>
  </dgm:styleLbl>
  <dgm:styleLbl name="asst0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sst1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sst2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sst3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sst4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parChTrans2D1">
    <dgm:fillClrLst meth="repeat">
      <a:schemeClr val="accent1">
        <a:tint val="60000"/>
      </a:schemeClr>
    </dgm:fillClrLst>
    <dgm:linClrLst meth="repeat">
      <a:schemeClr val="accent1">
        <a:tint val="60000"/>
      </a:schemeClr>
    </dgm:linClrLst>
    <dgm:effectClrLst/>
    <dgm:txLinClrLst/>
    <dgm:txFillClrLst meth="repeat">
      <a:schemeClr val="lt1"/>
    </dgm:txFillClrLst>
    <dgm:txEffectClrLst/>
  </dgm:styleLbl>
  <dgm:styleLbl name="parChTrans2D2">
    <dgm:fillClrLst meth="repeat">
      <a:schemeClr val="accent1"/>
    </dgm:fillClrLst>
    <dgm:linClrLst meth="repeat">
      <a:schemeClr val="accent1"/>
    </dgm:linClrLst>
    <dgm:effectClrLst/>
    <dgm:txLinClrLst/>
    <dgm:txFillClrLst meth="repeat">
      <a:schemeClr val="lt1"/>
    </dgm:txFillClrLst>
    <dgm:txEffectClrLst/>
  </dgm:styleLbl>
  <dgm:styleLbl name="parChTrans2D3">
    <dgm:fillClrLst meth="repeat">
      <a:schemeClr val="accent1"/>
    </dgm:fillClrLst>
    <dgm:linClrLst meth="repeat">
      <a:schemeClr val="accent1"/>
    </dgm:linClrLst>
    <dgm:effectClrLst/>
    <dgm:txLinClrLst/>
    <dgm:txFillClrLst meth="repeat">
      <a:schemeClr val="lt1"/>
    </dgm:txFillClrLst>
    <dgm:txEffectClrLst/>
  </dgm:styleLbl>
  <dgm:styleLbl name="parChTrans2D4">
    <dgm:fillClrLst meth="repeat">
      <a:schemeClr val="accent1"/>
    </dgm:fillClrLst>
    <dgm:linClrLst meth="repeat">
      <a:schemeClr val="accent1"/>
    </dgm:linClrLst>
    <dgm:effectClrLst/>
    <dgm:txLinClrLst/>
    <dgm:txFillClrLst meth="repeat">
      <a:schemeClr val="lt1"/>
    </dgm:txFillClrLst>
    <dgm:txEffectClrLst/>
  </dgm:styleLbl>
  <dgm:styleLbl name="parChTrans1D1">
    <dgm:fillClrLst meth="repeat">
      <a:schemeClr val="accent1"/>
    </dgm:fillClrLst>
    <dgm:linClrLst meth="repeat">
      <a:schemeClr val="accent1">
        <a:shade val="60000"/>
      </a:schemeClr>
    </dgm:linClrLst>
    <dgm:effectClrLst/>
    <dgm:txLinClrLst/>
    <dgm:txFillClrLst meth="repeat">
      <a:schemeClr val="tx1"/>
    </dgm:txFillClrLst>
    <dgm:txEffectClrLst/>
  </dgm:styleLbl>
  <dgm:styleLbl name="parChTrans1D2">
    <dgm:fillClrLst meth="repeat">
      <a:schemeClr val="accent1"/>
    </dgm:fillClrLst>
    <dgm:linClrLst meth="repeat">
      <a:schemeClr val="accent1">
        <a:shade val="60000"/>
      </a:schemeClr>
    </dgm:linClrLst>
    <dgm:effectClrLst/>
    <dgm:txLinClrLst/>
    <dgm:txFillClrLst meth="repeat">
      <a:schemeClr val="tx1"/>
    </dgm:txFillClrLst>
    <dgm:txEffectClrLst/>
  </dgm:styleLbl>
  <dgm:styleLbl name="parChTrans1D3">
    <dgm:fillClrLst meth="repeat">
      <a:schemeClr val="accent1"/>
    </dgm:fillClrLst>
    <dgm:linClrLst meth="repeat">
      <a:schemeClr val="accent1">
        <a:shade val="80000"/>
      </a:schemeClr>
    </dgm:linClrLst>
    <dgm:effectClrLst/>
    <dgm:txLinClrLst/>
    <dgm:txFillClrLst meth="repeat">
      <a:schemeClr val="tx1"/>
    </dgm:txFillClrLst>
    <dgm:txEffectClrLst/>
  </dgm:styleLbl>
  <dgm:styleLbl name="parChTrans1D4">
    <dgm:fillClrLst meth="repeat">
      <a:schemeClr val="accent1"/>
    </dgm:fillClrLst>
    <dgm:linClrLst meth="repeat">
      <a:schemeClr val="accent1">
        <a:shade val="80000"/>
      </a:schemeClr>
    </dgm:linClrLst>
    <dgm:effectClrLst/>
    <dgm:txLinClrLst/>
    <dgm:txFillClrLst meth="repeat">
      <a:schemeClr val="tx1"/>
    </dgm:txFillClrLst>
    <dgm:txEffectClrLst/>
  </dgm:styleLbl>
  <dgm:styleLbl name="fgAcc1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conFgAcc1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alignAcc1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trAlignAcc1">
    <dgm:fillClrLst meth="repeat">
      <a:schemeClr val="lt1">
        <a:alpha val="4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bgAcc1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solidFgAcc1">
    <dgm:fillClrLst meth="repeat">
      <a:schemeClr val="lt1"/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solidAlignAcc1">
    <dgm:fillClrLst meth="repeat">
      <a:schemeClr val="lt1"/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solidBgAcc1">
    <dgm:fillClrLst meth="repeat">
      <a:schemeClr val="lt1"/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fgAccFollowNode1">
    <dgm:fillClrLst meth="repeat">
      <a:schemeClr val="accent1">
        <a:alpha val="90000"/>
        <a:tint val="40000"/>
      </a:schemeClr>
    </dgm:fillClrLst>
    <dgm:linClrLst meth="repeat">
      <a:schemeClr val="accent1">
        <a:alpha val="90000"/>
        <a:tint val="40000"/>
      </a:schemeClr>
    </dgm:linClrLst>
    <dgm:effectClrLst/>
    <dgm:txLinClrLst/>
    <dgm:txFillClrLst meth="repeat">
      <a:schemeClr val="dk1"/>
    </dgm:txFillClrLst>
    <dgm:txEffectClrLst/>
  </dgm:styleLbl>
  <dgm:styleLbl name="alignAccFollowNode1">
    <dgm:fillClrLst meth="repeat">
      <a:schemeClr val="accent1">
        <a:alpha val="90000"/>
        <a:tint val="40000"/>
      </a:schemeClr>
    </dgm:fillClrLst>
    <dgm:linClrLst meth="repeat">
      <a:schemeClr val="accent1">
        <a:alpha val="90000"/>
        <a:tint val="40000"/>
      </a:schemeClr>
    </dgm:linClrLst>
    <dgm:effectClrLst/>
    <dgm:txLinClrLst/>
    <dgm:txFillClrLst meth="repeat">
      <a:schemeClr val="dk1"/>
    </dgm:txFillClrLst>
    <dgm:txEffectClrLst/>
  </dgm:styleLbl>
  <dgm:styleLbl name="bgAccFollowNode1">
    <dgm:fillClrLst meth="repeat">
      <a:schemeClr val="accent1">
        <a:alpha val="90000"/>
        <a:tint val="40000"/>
      </a:schemeClr>
    </dgm:fillClrLst>
    <dgm:linClrLst meth="repeat">
      <a:schemeClr val="accent1">
        <a:alpha val="90000"/>
        <a:tint val="40000"/>
      </a:schemeClr>
    </dgm:linClrLst>
    <dgm:effectClrLst/>
    <dgm:txLinClrLst/>
    <dgm:txFillClrLst meth="repeat">
      <a:schemeClr val="dk1"/>
    </dgm:txFillClrLst>
    <dgm:txEffectClrLst/>
  </dgm:styleLbl>
  <dgm:styleLbl name="fgAcc0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fgAcc2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fgAcc3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fgAcc4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bgShp">
    <dgm:fillClrLst meth="repeat">
      <a:schemeClr val="bg1">
        <a:lumMod val="95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dkBgShp">
    <dgm:fillClrLst meth="repeat">
      <a:schemeClr val="accent1">
        <a:shade val="80000"/>
      </a:schemeClr>
    </dgm:fillClrLst>
    <dgm:linClrLst meth="repeat">
      <a:schemeClr val="accent1"/>
    </dgm:linClrLst>
    <dgm:effectClrLst/>
    <dgm:txLinClrLst/>
    <dgm:txFillClrLst meth="repeat">
      <a:schemeClr val="lt1"/>
    </dgm:txFillClrLst>
    <dgm:txEffectClrLst/>
  </dgm:styleLbl>
  <dgm:styleLbl name="trBgShp">
    <dgm:fillClrLst meth="repeat">
      <a:schemeClr val="accent1">
        <a:tint val="50000"/>
        <a:alpha val="40000"/>
      </a:schemeClr>
    </dgm:fillClrLst>
    <dgm:linClrLst meth="repeat">
      <a:schemeClr val="accent1"/>
    </dgm:linClrLst>
    <dgm:effectClrLst/>
    <dgm:txLinClrLst/>
    <dgm:txFillClrLst meth="repeat">
      <a:schemeClr val="lt1"/>
    </dgm:txFillClrLst>
    <dgm:txEffectClrLst/>
  </dgm:styleLbl>
  <dgm:styleLbl name="fgShp">
    <dgm:fillClrLst meth="repeat">
      <a:schemeClr val="accent1">
        <a:tint val="60000"/>
      </a:schemeClr>
    </dgm:fillClrLst>
    <dgm:linClrLst meth="repeat">
      <a:schemeClr val="lt1"/>
    </dgm:linClrLst>
    <dgm:effectClrLst/>
    <dgm:txLinClrLst/>
    <dgm:txFillClrLst meth="repeat">
      <a:schemeClr val="dk1"/>
    </dgm:txFillClrLst>
    <dgm:txEffectClrLst/>
  </dgm:styleLbl>
  <dgm:styleLbl name="revTx">
    <dgm:fillClrLst meth="repeat">
      <a:schemeClr val="lt1">
        <a:alpha val="0"/>
      </a:schemeClr>
    </dgm:fillClrLst>
    <dgm:linClrLst meth="repeat">
      <a:schemeClr val="dk1">
        <a:alpha val="0"/>
      </a:schemeClr>
    </dgm:linClrLst>
    <dgm:effectClrLst/>
    <dgm:txLinClrLst/>
    <dgm:txFillClrLst meth="repeat">
      <a:schemeClr val="tx1"/>
    </dgm:txFillClrLst>
    <dgm:txEffectClrLst/>
  </dgm:styleLbl>
</dgm:colorsDef>
</file>

<file path=ppt/diagrams/colors9.xml><?xml version="1.0" encoding="utf-8"?>
<dgm:colorsDef xmlns:dgm="http://schemas.openxmlformats.org/drawingml/2006/diagram" xmlns:a="http://schemas.openxmlformats.org/drawingml/2006/main" uniqueId="urn:microsoft.com/office/officeart/2018/5/colors/Iconchunking_neutralbg_colorful1">
  <dgm:title val=""/>
  <dgm:desc val=""/>
  <dgm:catLst>
    <dgm:cat type="colorful" pri="10100"/>
  </dgm:catLst>
  <dgm:styleLbl name="node0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node1">
    <dgm:fillClrLst meth="repeat">
      <a:schemeClr val="accent2"/>
      <a:schemeClr val="accent3"/>
      <a:schemeClr val="accent4"/>
      <a:schemeClr val="accent5"/>
      <a:schemeClr val="accent6"/>
    </dgm:fillClrLst>
    <dgm:linClrLst meth="repeat">
      <a:schemeClr val="lt1">
        <a:alpha val="0"/>
      </a:schemeClr>
    </dgm:linClrLst>
    <dgm:effectClrLst/>
    <dgm:txLinClrLst/>
    <dgm:txFillClrLst/>
    <dgm:txEffectClrLst/>
  </dgm:styleLbl>
  <dgm:styleLbl name="alignNode1">
    <dgm:fillClrLst meth="repeat">
      <a:schemeClr val="accent2"/>
      <a:schemeClr val="accent3"/>
      <a:schemeClr val="accent4"/>
      <a:schemeClr val="accent5"/>
      <a:schemeClr val="accent6"/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/>
    <dgm:txEffectClrLst/>
  </dgm:styleLbl>
  <dgm:styleLbl name="lnNode1">
    <dgm:fillClrLst meth="repeat">
      <a:schemeClr val="accent2"/>
      <a:schemeClr val="accent3"/>
      <a:schemeClr val="accent4"/>
      <a:schemeClr val="accent5"/>
      <a:schemeClr val="accent6"/>
    </dgm:fillClrLst>
    <dgm:linClrLst meth="repeat">
      <a:schemeClr val="lt1"/>
    </dgm:linClrLst>
    <dgm:effectClrLst/>
    <dgm:txLinClrLst/>
    <dgm:txFillClrLst/>
    <dgm:txEffectClrLst/>
  </dgm:styleLbl>
  <dgm:styleLbl name="vennNode1">
    <dgm:fillClrLst meth="repeat">
      <a:schemeClr val="accent2">
        <a:alpha val="50000"/>
      </a:schemeClr>
      <a:schemeClr val="accent3">
        <a:alpha val="50000"/>
      </a:schemeClr>
      <a:schemeClr val="accent4">
        <a:alpha val="50000"/>
      </a:schemeClr>
      <a:schemeClr val="accent5">
        <a:alpha val="50000"/>
      </a:schemeClr>
      <a:schemeClr val="accent6">
        <a:alpha val="50000"/>
      </a:schemeClr>
    </dgm:fillClrLst>
    <dgm:linClrLst meth="repeat">
      <a:schemeClr val="lt1"/>
    </dgm:linClrLst>
    <dgm:effectClrLst/>
    <dgm:txLinClrLst/>
    <dgm:txFillClrLst/>
    <dgm:txEffectClrLst/>
  </dgm:styleLbl>
  <dgm:styleLbl name="node2">
    <dgm:fillClrLst>
      <a:schemeClr val="accent2"/>
    </dgm:fillClrLst>
    <dgm:linClrLst meth="repeat">
      <a:schemeClr val="lt1"/>
    </dgm:linClrLst>
    <dgm:effectClrLst/>
    <dgm:txLinClrLst/>
    <dgm:txFillClrLst/>
    <dgm:txEffectClrLst/>
  </dgm:styleLbl>
  <dgm:styleLbl name="node3">
    <dgm:fillClrLst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node4">
    <dgm:fillClrLst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fgImgPlace1">
    <dgm:fillClrLst meth="repeat">
      <a:schemeClr val="accent2">
        <a:tint val="50000"/>
      </a:schemeClr>
      <a:schemeClr val="accent3">
        <a:tint val="50000"/>
      </a:schemeClr>
      <a:schemeClr val="accent4">
        <a:tint val="50000"/>
      </a:schemeClr>
      <a:schemeClr val="accent5">
        <a:tint val="50000"/>
      </a:schemeClr>
      <a:schemeClr val="accent6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alignImgPlace1">
    <dgm:fillClrLst>
      <a:schemeClr val="accent1">
        <a:tint val="50000"/>
      </a:schemeClr>
      <a:schemeClr val="accent2">
        <a:tint val="2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bgImgPlace1">
    <dgm:fillClrLst>
      <a:schemeClr val="accent1">
        <a:tint val="50000"/>
      </a:schemeClr>
      <a:schemeClr val="accent2">
        <a:tint val="2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sibTrans2D1">
    <dgm:fillClrLst meth="repeat">
      <a:schemeClr val="accent2"/>
      <a:schemeClr val="accent3"/>
      <a:schemeClr val="accent4"/>
      <a:schemeClr val="accent5"/>
      <a:schemeClr val="accent6"/>
    </dgm:fillClrLst>
    <dgm:linClrLst meth="cycle">
      <a:schemeClr val="lt1"/>
    </dgm:linClrLst>
    <dgm:effectClrLst/>
    <dgm:txLinClrLst/>
    <dgm:txFillClrLst/>
    <dgm:txEffectClrLst/>
  </dgm:styleLbl>
  <dgm:styleLbl name="fgSibTrans2D1">
    <dgm:fillClrLst meth="repeat">
      <a:schemeClr val="accent2"/>
      <a:schemeClr val="accent3"/>
      <a:schemeClr val="accent4"/>
      <a:schemeClr val="accent5"/>
      <a:schemeClr val="accent6"/>
    </dgm:fillClrLst>
    <dgm:linClrLst meth="cycle">
      <a:schemeClr val="lt1"/>
    </dgm:linClrLst>
    <dgm:effectClrLst/>
    <dgm:txLinClrLst/>
    <dgm:txFillClrLst meth="repeat">
      <a:schemeClr val="lt1"/>
    </dgm:txFillClrLst>
    <dgm:txEffectClrLst/>
  </dgm:styleLbl>
  <dgm:styleLbl name="bgSibTrans2D1">
    <dgm:fillClrLst meth="repeat">
      <a:schemeClr val="accent2"/>
      <a:schemeClr val="accent3"/>
      <a:schemeClr val="accent4"/>
      <a:schemeClr val="accent5"/>
      <a:schemeClr val="accent6"/>
    </dgm:fillClrLst>
    <dgm:linClrLst meth="cycle">
      <a:schemeClr val="lt1"/>
    </dgm:linClrLst>
    <dgm:effectClrLst/>
    <dgm:txLinClrLst/>
    <dgm:txFillClrLst meth="repeat">
      <a:schemeClr val="lt1"/>
    </dgm:txFillClrLst>
    <dgm:txEffectClrLst/>
  </dgm:styleLbl>
  <dgm:styleLbl name="sibTrans1D1">
    <dgm:fillClrLst meth="repeat">
      <a:schemeClr val="accent2"/>
      <a:schemeClr val="accent3"/>
      <a:schemeClr val="accent4"/>
      <a:schemeClr val="accent5"/>
      <a:schemeClr val="accent6"/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tx1"/>
    </dgm:txFillClrLst>
    <dgm:txEffectClrLst/>
  </dgm:styleLbl>
  <dgm:styleLbl name="callout">
    <dgm:fillClrLst meth="repeat">
      <a:schemeClr val="accent2"/>
    </dgm:fillClrLst>
    <dgm:linClrLst meth="repeat">
      <a:schemeClr val="accent2">
        <a:tint val="50000"/>
      </a:schemeClr>
    </dgm:linClrLst>
    <dgm:effectClrLst/>
    <dgm:txLinClrLst/>
    <dgm:txFillClrLst meth="repeat">
      <a:schemeClr val="tx1"/>
    </dgm:txFillClrLst>
    <dgm:txEffectClrLst/>
  </dgm:styleLbl>
  <dgm:styleLbl name="asst0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sst1">
    <dgm:fillClrLst meth="repeat">
      <a:schemeClr val="accent2"/>
    </dgm:fillClrLst>
    <dgm:linClrLst meth="repeat">
      <a:schemeClr val="lt1"/>
    </dgm:linClrLst>
    <dgm:effectClrLst/>
    <dgm:txLinClrLst/>
    <dgm:txFillClrLst/>
    <dgm:txEffectClrLst/>
  </dgm:styleLbl>
  <dgm:styleLbl name="asst2">
    <dgm:fillClrLst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asst3">
    <dgm:fillClrLst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asst4">
    <dgm:fillClrLst>
      <a:schemeClr val="accent5"/>
    </dgm:fillClrLst>
    <dgm:linClrLst meth="repeat">
      <a:schemeClr val="lt1"/>
    </dgm:linClrLst>
    <dgm:effectClrLst/>
    <dgm:txLinClrLst/>
    <dgm:txFillClrLst/>
    <dgm:txEffectClrLst/>
  </dgm:styleLbl>
  <dgm:styleLbl name="parChTrans2D1">
    <dgm:fillClrLst meth="repeat">
      <a:schemeClr val="accent2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parChTrans2D2">
    <dgm:fillClrLst meth="repeat"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parChTrans2D3">
    <dgm:fillClrLst meth="repeat"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parChTrans2D4">
    <dgm:fillClrLst meth="repeat">
      <a:schemeClr val="accent5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parChTrans1D1">
    <dgm:fillClrLst meth="repeat">
      <a:schemeClr val="accent2"/>
    </dgm:fillClrLst>
    <dgm:linClrLst meth="repeat">
      <a:schemeClr val="accent1"/>
    </dgm:linClrLst>
    <dgm:effectClrLst/>
    <dgm:txLinClrLst/>
    <dgm:txFillClrLst meth="repeat">
      <a:schemeClr val="tx1"/>
    </dgm:txFillClrLst>
    <dgm:txEffectClrLst/>
  </dgm:styleLbl>
  <dgm:styleLbl name="parChTrans1D2">
    <dgm:fillClrLst meth="repeat">
      <a:schemeClr val="accent3">
        <a:tint val="90000"/>
      </a:schemeClr>
    </dgm:fillClrLst>
    <dgm:linClrLst meth="repeat">
      <a:schemeClr val="accent2"/>
    </dgm:linClrLst>
    <dgm:effectClrLst/>
    <dgm:txLinClrLst/>
    <dgm:txFillClrLst meth="repeat">
      <a:schemeClr val="tx1"/>
    </dgm:txFillClrLst>
    <dgm:txEffectClrLst/>
  </dgm:styleLbl>
  <dgm:styleLbl name="parChTrans1D3">
    <dgm:fillClrLst meth="repeat">
      <a:schemeClr val="accent4">
        <a:tint val="70000"/>
      </a:schemeClr>
    </dgm:fillClrLst>
    <dgm:linClrLst meth="repeat">
      <a:schemeClr val="accent3"/>
    </dgm:linClrLst>
    <dgm:effectClrLst/>
    <dgm:txLinClrLst/>
    <dgm:txFillClrLst meth="repeat">
      <a:schemeClr val="tx1"/>
    </dgm:txFillClrLst>
    <dgm:txEffectClrLst/>
  </dgm:styleLbl>
  <dgm:styleLbl name="parChTrans1D4">
    <dgm:fillClrLst meth="repeat">
      <a:schemeClr val="accent5">
        <a:tint val="50000"/>
      </a:schemeClr>
    </dgm:fillClrLst>
    <dgm:linClrLst meth="repeat">
      <a:schemeClr val="accent4"/>
    </dgm:linClrLst>
    <dgm:effectClrLst/>
    <dgm:txLinClrLst/>
    <dgm:txFillClrLst meth="repeat">
      <a:schemeClr val="tx1"/>
    </dgm:txFillClrLst>
    <dgm:txEffectClrLst/>
  </dgm:styleLbl>
  <dgm:styleLbl name="fgAcc1">
    <dgm:fillClrLst meth="repeat">
      <a:schemeClr val="lt1">
        <a:alpha val="90000"/>
      </a:schemeClr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conFgAcc1">
    <dgm:fillClrLst meth="repeat">
      <a:schemeClr val="lt1">
        <a:alpha val="90000"/>
      </a:schemeClr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alignAcc1">
    <dgm:fillClrLst meth="repeat">
      <a:schemeClr val="lt1">
        <a:alpha val="90000"/>
      </a:schemeClr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trAlignAcc1">
    <dgm:fillClrLst meth="repeat">
      <a:schemeClr val="lt1">
        <a:alpha val="4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bgAcc1">
    <dgm:fillClrLst meth="repeat">
      <a:schemeClr val="lt1">
        <a:alpha val="90000"/>
      </a:schemeClr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solidFgAcc1">
    <dgm:fillClrLst meth="repeat">
      <a:schemeClr val="lt1"/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solidAlignAcc1">
    <dgm:fillClrLst meth="repeat">
      <a:schemeClr val="lt1"/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solidBgAcc1">
    <dgm:fillClrLst meth="repeat">
      <a:schemeClr val="lt1"/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fgAccFollowNode1">
    <dgm:fillClrLst meth="repeat">
      <a:schemeClr val="accent2">
        <a:tint val="40000"/>
        <a:alpha val="90000"/>
      </a:schemeClr>
      <a:schemeClr val="accent3">
        <a:tint val="40000"/>
        <a:alpha val="90000"/>
      </a:schemeClr>
      <a:schemeClr val="accent4">
        <a:tint val="40000"/>
        <a:alpha val="90000"/>
      </a:schemeClr>
      <a:schemeClr val="accent5">
        <a:tint val="40000"/>
        <a:alpha val="90000"/>
      </a:schemeClr>
      <a:schemeClr val="accent6">
        <a:tint val="40000"/>
        <a:alpha val="90000"/>
      </a:schemeClr>
    </dgm:fillClrLst>
    <dgm:linClrLst meth="repeat">
      <a:schemeClr val="accent2">
        <a:tint val="40000"/>
        <a:alpha val="90000"/>
      </a:schemeClr>
      <a:schemeClr val="accent3">
        <a:tint val="40000"/>
        <a:alpha val="90000"/>
      </a:schemeClr>
      <a:schemeClr val="accent4">
        <a:tint val="40000"/>
        <a:alpha val="90000"/>
      </a:schemeClr>
      <a:schemeClr val="accent5">
        <a:tint val="40000"/>
        <a:alpha val="90000"/>
      </a:schemeClr>
      <a:schemeClr val="accent6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alignAccFollowNode1">
    <dgm:fillClrLst meth="repeat">
      <a:schemeClr val="accent2">
        <a:tint val="40000"/>
        <a:alpha val="90000"/>
      </a:schemeClr>
      <a:schemeClr val="accent3">
        <a:tint val="40000"/>
        <a:alpha val="90000"/>
      </a:schemeClr>
      <a:schemeClr val="accent4">
        <a:tint val="40000"/>
        <a:alpha val="90000"/>
      </a:schemeClr>
      <a:schemeClr val="accent5">
        <a:tint val="40000"/>
        <a:alpha val="90000"/>
      </a:schemeClr>
      <a:schemeClr val="accent6">
        <a:tint val="40000"/>
        <a:alpha val="90000"/>
      </a:schemeClr>
    </dgm:fillClrLst>
    <dgm:linClrLst meth="repeat">
      <a:schemeClr val="accent2">
        <a:tint val="40000"/>
        <a:alpha val="90000"/>
      </a:schemeClr>
      <a:schemeClr val="accent3">
        <a:tint val="40000"/>
        <a:alpha val="90000"/>
      </a:schemeClr>
      <a:schemeClr val="accent4">
        <a:tint val="40000"/>
        <a:alpha val="90000"/>
      </a:schemeClr>
      <a:schemeClr val="accent5">
        <a:tint val="40000"/>
        <a:alpha val="90000"/>
      </a:schemeClr>
      <a:schemeClr val="accent6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bgAccFollowNode1">
    <dgm:fillClrLst meth="repeat">
      <a:schemeClr val="accent2">
        <a:tint val="40000"/>
        <a:alpha val="90000"/>
      </a:schemeClr>
      <a:schemeClr val="accent3">
        <a:tint val="40000"/>
        <a:alpha val="90000"/>
      </a:schemeClr>
      <a:schemeClr val="accent4">
        <a:tint val="40000"/>
        <a:alpha val="90000"/>
      </a:schemeClr>
      <a:schemeClr val="accent5">
        <a:tint val="40000"/>
        <a:alpha val="90000"/>
      </a:schemeClr>
      <a:schemeClr val="accent6">
        <a:tint val="40000"/>
        <a:alpha val="90000"/>
      </a:schemeClr>
    </dgm:fillClrLst>
    <dgm:linClrLst meth="repeat">
      <a:schemeClr val="accent2">
        <a:tint val="40000"/>
        <a:alpha val="90000"/>
      </a:schemeClr>
      <a:schemeClr val="accent3">
        <a:tint val="40000"/>
        <a:alpha val="90000"/>
      </a:schemeClr>
      <a:schemeClr val="accent4">
        <a:tint val="40000"/>
        <a:alpha val="90000"/>
      </a:schemeClr>
      <a:schemeClr val="accent5">
        <a:tint val="40000"/>
        <a:alpha val="90000"/>
      </a:schemeClr>
      <a:schemeClr val="accent6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fgAcc0">
    <dgm:fillClrLst meth="repeat">
      <a:schemeClr val="lt1">
        <a:alpha val="90000"/>
      </a:schemeClr>
    </dgm:fillClrLst>
    <dgm:linClrLst>
      <a:schemeClr val="accent1"/>
    </dgm:linClrLst>
    <dgm:effectClrLst/>
    <dgm:txLinClrLst/>
    <dgm:txFillClrLst meth="repeat">
      <a:schemeClr val="dk1"/>
    </dgm:txFillClrLst>
    <dgm:txEffectClrLst/>
  </dgm:styleLbl>
  <dgm:styleLbl name="fgAcc2">
    <dgm:fillClrLst meth="repeat">
      <a:schemeClr val="lt1">
        <a:alpha val="90000"/>
      </a:schemeClr>
    </dgm:fillClrLst>
    <dgm:linClrLst>
      <a:schemeClr val="accent2"/>
    </dgm:linClrLst>
    <dgm:effectClrLst/>
    <dgm:txLinClrLst/>
    <dgm:txFillClrLst meth="repeat">
      <a:schemeClr val="dk1"/>
    </dgm:txFillClrLst>
    <dgm:txEffectClrLst/>
  </dgm:styleLbl>
  <dgm:styleLbl name="fgAcc3">
    <dgm:fillClrLst meth="repeat">
      <a:schemeClr val="lt1">
        <a:alpha val="90000"/>
      </a:schemeClr>
    </dgm:fillClrLst>
    <dgm:linClrLst>
      <a:schemeClr val="accent3"/>
    </dgm:linClrLst>
    <dgm:effectClrLst/>
    <dgm:txLinClrLst/>
    <dgm:txFillClrLst meth="repeat">
      <a:schemeClr val="dk1"/>
    </dgm:txFillClrLst>
    <dgm:txEffectClrLst/>
  </dgm:styleLbl>
  <dgm:styleLbl name="fgAcc4">
    <dgm:fillClrLst meth="repeat">
      <a:schemeClr val="lt1">
        <a:alpha val="90000"/>
      </a:schemeClr>
    </dgm:fillClrLst>
    <dgm:linClrLst>
      <a:schemeClr val="accent4"/>
    </dgm:linClrLst>
    <dgm:effectClrLst/>
    <dgm:txLinClrLst/>
    <dgm:txFillClrLst meth="repeat">
      <a:schemeClr val="dk1"/>
    </dgm:txFillClrLst>
    <dgm:txEffectClrLst/>
  </dgm:styleLbl>
  <dgm:styleLbl name="bgShp">
    <dgm:fillClrLst meth="repeat">
      <a:schemeClr val="bg1">
        <a:lumMod val="95000"/>
      </a:schemeClr>
    </dgm:fillClrLst>
    <dgm:linClrLst meth="repeat">
      <a:schemeClr val="dk1"/>
    </dgm:linClrLst>
    <dgm:effectClrLst/>
    <dgm:txLinClrLst/>
    <dgm:txFillClrLst meth="repeat">
      <a:schemeClr val="dk1"/>
    </dgm:txFillClrLst>
    <dgm:txEffectClrLst/>
  </dgm:styleLbl>
  <dgm:styleLbl name="dkBgShp">
    <dgm:fillClrLst meth="repeat">
      <a:schemeClr val="accent2">
        <a:shade val="90000"/>
      </a:schemeClr>
    </dgm:fillClrLst>
    <dgm:linClrLst meth="repeat">
      <a:schemeClr val="dk1"/>
    </dgm:linClrLst>
    <dgm:effectClrLst/>
    <dgm:txLinClrLst/>
    <dgm:txFillClrLst meth="repeat">
      <a:schemeClr val="lt1"/>
    </dgm:txFillClrLst>
    <dgm:txEffectClrLst/>
  </dgm:styleLbl>
  <dgm:styleLbl name="trBgShp">
    <dgm:fillClrLst meth="repeat">
      <a:schemeClr val="accent1">
        <a:tint val="50000"/>
        <a:alpha val="40000"/>
      </a:schemeClr>
    </dgm:fillClrLst>
    <dgm:linClrLst meth="repeat">
      <a:schemeClr val="accent2"/>
    </dgm:linClrLst>
    <dgm:effectClrLst/>
    <dgm:txLinClrLst/>
    <dgm:txFillClrLst meth="repeat">
      <a:schemeClr val="lt1"/>
    </dgm:txFillClrLst>
    <dgm:txEffectClrLst/>
  </dgm:styleLbl>
  <dgm:styleLbl name="fgShp">
    <dgm:fillClrLst meth="repeat">
      <a:schemeClr val="accent2">
        <a:tint val="40000"/>
      </a:schemeClr>
    </dgm:fillClrLst>
    <dgm:linClrLst meth="repeat">
      <a:schemeClr val="lt1"/>
    </dgm:linClrLst>
    <dgm:effectClrLst/>
    <dgm:txLinClrLst/>
    <dgm:txFillClrLst meth="repeat">
      <a:schemeClr val="dk1"/>
    </dgm:txFillClrLst>
    <dgm:txEffectClrLst/>
  </dgm:styleLbl>
  <dgm:styleLbl name="revTx">
    <dgm:fillClrLst meth="repeat">
      <a:schemeClr val="lt1">
        <a:alpha val="0"/>
      </a:schemeClr>
    </dgm:fillClrLst>
    <dgm:linClrLst meth="repeat">
      <a:schemeClr val="dk1">
        <a:alpha val="0"/>
      </a:schemeClr>
    </dgm:linClrLst>
    <dgm:effectClrLst/>
    <dgm:txLinClrLst/>
    <dgm:txFillClrLst meth="repeat">
      <a:schemeClr val="tx1"/>
    </dgm:txFillClrLst>
    <dgm:txEffectClrLst/>
  </dgm:styleLbl>
</dgm:colorsDef>
</file>

<file path=ppt/diagrams/colors10.xml><?xml version="1.0" encoding="utf-8"?>
<dgm:colorsDef xmlns:dgm="http://schemas.openxmlformats.org/drawingml/2006/diagram" xmlns:a="http://schemas.openxmlformats.org/drawingml/2006/main" uniqueId="urn:microsoft.com/office/officeart/2005/8/colors/accent1_2">
  <dgm:title val=""/>
  <dgm:desc val=""/>
  <dgm:catLst>
    <dgm:cat type="accent1" pri="11200"/>
  </dgm:catLst>
  <dgm:styleLbl name="node0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lignNode1">
    <dgm:fillClrLst meth="repeat">
      <a:schemeClr val="accent1"/>
    </dgm:fillClrLst>
    <dgm:linClrLst meth="repeat">
      <a:schemeClr val="accent1"/>
    </dgm:linClrLst>
    <dgm:effectClrLst/>
    <dgm:txLinClrLst/>
    <dgm:txFillClrLst/>
    <dgm:txEffectClrLst/>
  </dgm:styleLbl>
  <dgm:styleLbl name="node1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lnNode1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vennNode1">
    <dgm:fillClrLst meth="repeat">
      <a:schemeClr val="accent1">
        <a:alpha val="50000"/>
      </a:schemeClr>
    </dgm:fillClrLst>
    <dgm:linClrLst meth="repeat">
      <a:schemeClr val="lt1"/>
    </dgm:linClrLst>
    <dgm:effectClrLst/>
    <dgm:txLinClrLst/>
    <dgm:txFillClrLst/>
    <dgm:txEffectClrLst/>
  </dgm:styleLbl>
  <dgm:styleLbl name="node2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node3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node4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fgImgPlace1">
    <dgm:fillClrLst meth="repeat">
      <a:schemeClr val="accent1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alignImgPlace1">
    <dgm:fillClrLst meth="repeat">
      <a:schemeClr val="accent1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bgImgPlace1">
    <dgm:fillClrLst meth="repeat">
      <a:schemeClr val="accent1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sibTrans2D1">
    <dgm:fillClrLst meth="repeat">
      <a:schemeClr val="accent1">
        <a:tint val="60000"/>
      </a:schemeClr>
    </dgm:fillClrLst>
    <dgm:linClrLst meth="repeat">
      <a:schemeClr val="accent1">
        <a:tint val="60000"/>
      </a:schemeClr>
    </dgm:linClrLst>
    <dgm:effectClrLst/>
    <dgm:txLinClrLst/>
    <dgm:txFillClrLst/>
    <dgm:txEffectClrLst/>
  </dgm:styleLbl>
  <dgm:styleLbl name="fgSibTrans2D1">
    <dgm:fillClrLst meth="repeat">
      <a:schemeClr val="accent1">
        <a:tint val="60000"/>
      </a:schemeClr>
    </dgm:fillClrLst>
    <dgm:linClrLst meth="repeat">
      <a:schemeClr val="accent1">
        <a:tint val="60000"/>
      </a:schemeClr>
    </dgm:linClrLst>
    <dgm:effectClrLst/>
    <dgm:txLinClrLst/>
    <dgm:txFillClrLst/>
    <dgm:txEffectClrLst/>
  </dgm:styleLbl>
  <dgm:styleLbl name="bgSibTrans2D1">
    <dgm:fillClrLst meth="repeat">
      <a:schemeClr val="accent1">
        <a:tint val="60000"/>
      </a:schemeClr>
    </dgm:fillClrLst>
    <dgm:linClrLst meth="repeat">
      <a:schemeClr val="accent1">
        <a:tint val="60000"/>
      </a:schemeClr>
    </dgm:linClrLst>
    <dgm:effectClrLst/>
    <dgm:txLinClrLst/>
    <dgm:txFillClrLst/>
    <dgm:txEffectClrLst/>
  </dgm:styleLbl>
  <dgm:styleLbl name="sibTrans1D1">
    <dgm:fillClrLst meth="repeat">
      <a:schemeClr val="accent1"/>
    </dgm:fillClrLst>
    <dgm:linClrLst meth="repeat">
      <a:schemeClr val="accent1"/>
    </dgm:linClrLst>
    <dgm:effectClrLst/>
    <dgm:txLinClrLst/>
    <dgm:txFillClrLst meth="repeat">
      <a:schemeClr val="tx1"/>
    </dgm:txFillClrLst>
    <dgm:txEffectClrLst/>
  </dgm:styleLbl>
  <dgm:styleLbl name="callout">
    <dgm:fillClrLst meth="repeat">
      <a:schemeClr val="accent1"/>
    </dgm:fillClrLst>
    <dgm:linClrLst meth="repeat">
      <a:schemeClr val="accent1">
        <a:tint val="50000"/>
      </a:schemeClr>
    </dgm:linClrLst>
    <dgm:effectClrLst/>
    <dgm:txLinClrLst/>
    <dgm:txFillClrLst meth="repeat">
      <a:schemeClr val="tx1"/>
    </dgm:txFillClrLst>
    <dgm:txEffectClrLst/>
  </dgm:styleLbl>
  <dgm:styleLbl name="asst0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sst1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sst2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sst3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sst4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parChTrans2D1">
    <dgm:fillClrLst meth="repeat">
      <a:schemeClr val="accent1">
        <a:tint val="60000"/>
      </a:schemeClr>
    </dgm:fillClrLst>
    <dgm:linClrLst meth="repeat">
      <a:schemeClr val="accent1">
        <a:tint val="60000"/>
      </a:schemeClr>
    </dgm:linClrLst>
    <dgm:effectClrLst/>
    <dgm:txLinClrLst/>
    <dgm:txFillClrLst meth="repeat">
      <a:schemeClr val="lt1"/>
    </dgm:txFillClrLst>
    <dgm:txEffectClrLst/>
  </dgm:styleLbl>
  <dgm:styleLbl name="parChTrans2D2">
    <dgm:fillClrLst meth="repeat">
      <a:schemeClr val="accent1"/>
    </dgm:fillClrLst>
    <dgm:linClrLst meth="repeat">
      <a:schemeClr val="accent1"/>
    </dgm:linClrLst>
    <dgm:effectClrLst/>
    <dgm:txLinClrLst/>
    <dgm:txFillClrLst meth="repeat">
      <a:schemeClr val="lt1"/>
    </dgm:txFillClrLst>
    <dgm:txEffectClrLst/>
  </dgm:styleLbl>
  <dgm:styleLbl name="parChTrans2D3">
    <dgm:fillClrLst meth="repeat">
      <a:schemeClr val="accent1"/>
    </dgm:fillClrLst>
    <dgm:linClrLst meth="repeat">
      <a:schemeClr val="accent1"/>
    </dgm:linClrLst>
    <dgm:effectClrLst/>
    <dgm:txLinClrLst/>
    <dgm:txFillClrLst meth="repeat">
      <a:schemeClr val="lt1"/>
    </dgm:txFillClrLst>
    <dgm:txEffectClrLst/>
  </dgm:styleLbl>
  <dgm:styleLbl name="parChTrans2D4">
    <dgm:fillClrLst meth="repeat">
      <a:schemeClr val="accent1"/>
    </dgm:fillClrLst>
    <dgm:linClrLst meth="repeat">
      <a:schemeClr val="accent1"/>
    </dgm:linClrLst>
    <dgm:effectClrLst/>
    <dgm:txLinClrLst/>
    <dgm:txFillClrLst meth="repeat">
      <a:schemeClr val="lt1"/>
    </dgm:txFillClrLst>
    <dgm:txEffectClrLst/>
  </dgm:styleLbl>
  <dgm:styleLbl name="parChTrans1D1">
    <dgm:fillClrLst meth="repeat">
      <a:schemeClr val="accent1"/>
    </dgm:fillClrLst>
    <dgm:linClrLst meth="repeat">
      <a:schemeClr val="accent1">
        <a:shade val="60000"/>
      </a:schemeClr>
    </dgm:linClrLst>
    <dgm:effectClrLst/>
    <dgm:txLinClrLst/>
    <dgm:txFillClrLst meth="repeat">
      <a:schemeClr val="tx1"/>
    </dgm:txFillClrLst>
    <dgm:txEffectClrLst/>
  </dgm:styleLbl>
  <dgm:styleLbl name="parChTrans1D2">
    <dgm:fillClrLst meth="repeat">
      <a:schemeClr val="accent1"/>
    </dgm:fillClrLst>
    <dgm:linClrLst meth="repeat">
      <a:schemeClr val="accent1">
        <a:shade val="60000"/>
      </a:schemeClr>
    </dgm:linClrLst>
    <dgm:effectClrLst/>
    <dgm:txLinClrLst/>
    <dgm:txFillClrLst meth="repeat">
      <a:schemeClr val="tx1"/>
    </dgm:txFillClrLst>
    <dgm:txEffectClrLst/>
  </dgm:styleLbl>
  <dgm:styleLbl name="parChTrans1D3">
    <dgm:fillClrLst meth="repeat">
      <a:schemeClr val="accent1"/>
    </dgm:fillClrLst>
    <dgm:linClrLst meth="repeat">
      <a:schemeClr val="accent1">
        <a:shade val="80000"/>
      </a:schemeClr>
    </dgm:linClrLst>
    <dgm:effectClrLst/>
    <dgm:txLinClrLst/>
    <dgm:txFillClrLst meth="repeat">
      <a:schemeClr val="tx1"/>
    </dgm:txFillClrLst>
    <dgm:txEffectClrLst/>
  </dgm:styleLbl>
  <dgm:styleLbl name="parChTrans1D4">
    <dgm:fillClrLst meth="repeat">
      <a:schemeClr val="accent1"/>
    </dgm:fillClrLst>
    <dgm:linClrLst meth="repeat">
      <a:schemeClr val="accent1">
        <a:shade val="80000"/>
      </a:schemeClr>
    </dgm:linClrLst>
    <dgm:effectClrLst/>
    <dgm:txLinClrLst/>
    <dgm:txFillClrLst meth="repeat">
      <a:schemeClr val="tx1"/>
    </dgm:txFillClrLst>
    <dgm:txEffectClrLst/>
  </dgm:styleLbl>
  <dgm:styleLbl name="fgAcc1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conFgAcc1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alignAcc1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trAlignAcc1">
    <dgm:fillClrLst meth="repeat">
      <a:schemeClr val="lt1">
        <a:alpha val="4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bgAcc1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solidFgAcc1">
    <dgm:fillClrLst meth="repeat">
      <a:schemeClr val="lt1"/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solidAlignAcc1">
    <dgm:fillClrLst meth="repeat">
      <a:schemeClr val="lt1"/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solidBgAcc1">
    <dgm:fillClrLst meth="repeat">
      <a:schemeClr val="lt1"/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fgAccFollowNode1">
    <dgm:fillClrLst meth="repeat">
      <a:schemeClr val="accent1">
        <a:alpha val="90000"/>
        <a:tint val="40000"/>
      </a:schemeClr>
    </dgm:fillClrLst>
    <dgm:linClrLst meth="repeat">
      <a:schemeClr val="accent1">
        <a:alpha val="90000"/>
        <a:tint val="40000"/>
      </a:schemeClr>
    </dgm:linClrLst>
    <dgm:effectClrLst/>
    <dgm:txLinClrLst/>
    <dgm:txFillClrLst meth="repeat">
      <a:schemeClr val="dk1"/>
    </dgm:txFillClrLst>
    <dgm:txEffectClrLst/>
  </dgm:styleLbl>
  <dgm:styleLbl name="alignAccFollowNode1">
    <dgm:fillClrLst meth="repeat">
      <a:schemeClr val="accent1">
        <a:alpha val="90000"/>
        <a:tint val="40000"/>
      </a:schemeClr>
    </dgm:fillClrLst>
    <dgm:linClrLst meth="repeat">
      <a:schemeClr val="accent1">
        <a:alpha val="90000"/>
        <a:tint val="40000"/>
      </a:schemeClr>
    </dgm:linClrLst>
    <dgm:effectClrLst/>
    <dgm:txLinClrLst/>
    <dgm:txFillClrLst meth="repeat">
      <a:schemeClr val="dk1"/>
    </dgm:txFillClrLst>
    <dgm:txEffectClrLst/>
  </dgm:styleLbl>
  <dgm:styleLbl name="bgAccFollowNode1">
    <dgm:fillClrLst meth="repeat">
      <a:schemeClr val="accent1">
        <a:alpha val="90000"/>
        <a:tint val="40000"/>
      </a:schemeClr>
    </dgm:fillClrLst>
    <dgm:linClrLst meth="repeat">
      <a:schemeClr val="accent1">
        <a:alpha val="90000"/>
        <a:tint val="40000"/>
      </a:schemeClr>
    </dgm:linClrLst>
    <dgm:effectClrLst/>
    <dgm:txLinClrLst/>
    <dgm:txFillClrLst meth="repeat">
      <a:schemeClr val="dk1"/>
    </dgm:txFillClrLst>
    <dgm:txEffectClrLst/>
  </dgm:styleLbl>
  <dgm:styleLbl name="fgAcc0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fgAcc2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fgAcc3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fgAcc4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bgShp">
    <dgm:fillClrLst meth="repeat">
      <a:schemeClr val="accent1">
        <a:tint val="4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dkBgShp">
    <dgm:fillClrLst meth="repeat">
      <a:schemeClr val="accent1">
        <a:shade val="80000"/>
      </a:schemeClr>
    </dgm:fillClrLst>
    <dgm:linClrLst meth="repeat">
      <a:schemeClr val="accent1"/>
    </dgm:linClrLst>
    <dgm:effectClrLst/>
    <dgm:txLinClrLst/>
    <dgm:txFillClrLst meth="repeat">
      <a:schemeClr val="lt1"/>
    </dgm:txFillClrLst>
    <dgm:txEffectClrLst/>
  </dgm:styleLbl>
  <dgm:styleLbl name="trBgShp">
    <dgm:fillClrLst meth="repeat">
      <a:schemeClr val="accent1">
        <a:tint val="50000"/>
        <a:alpha val="40000"/>
      </a:schemeClr>
    </dgm:fillClrLst>
    <dgm:linClrLst meth="repeat">
      <a:schemeClr val="accent1"/>
    </dgm:linClrLst>
    <dgm:effectClrLst/>
    <dgm:txLinClrLst/>
    <dgm:txFillClrLst meth="repeat">
      <a:schemeClr val="lt1"/>
    </dgm:txFillClrLst>
    <dgm:txEffectClrLst/>
  </dgm:styleLbl>
  <dgm:styleLbl name="fgShp">
    <dgm:fillClrLst meth="repeat">
      <a:schemeClr val="accent1">
        <a:tint val="60000"/>
      </a:schemeClr>
    </dgm:fillClrLst>
    <dgm:linClrLst meth="repeat">
      <a:schemeClr val="lt1"/>
    </dgm:linClrLst>
    <dgm:effectClrLst/>
    <dgm:txLinClrLst/>
    <dgm:txFillClrLst meth="repeat">
      <a:schemeClr val="dk1"/>
    </dgm:txFillClrLst>
    <dgm:txEffectClrLst/>
  </dgm:styleLbl>
  <dgm:styleLbl name="revTx">
    <dgm:fillClrLst meth="repeat">
      <a:schemeClr val="lt1">
        <a:alpha val="0"/>
      </a:schemeClr>
    </dgm:fillClrLst>
    <dgm:linClrLst meth="repeat">
      <a:schemeClr val="dk1">
        <a:alpha val="0"/>
      </a:schemeClr>
    </dgm:linClrLst>
    <dgm:effectClrLst/>
    <dgm:txLinClrLst/>
    <dgm:txFillClrLst meth="repeat">
      <a:schemeClr val="tx1"/>
    </dgm:txFillClrLst>
    <dgm:txEffectClrLst/>
  </dgm:styleLbl>
</dgm:colorsDef>
</file>

<file path=ppt/diagrams/colors11.xml><?xml version="1.0" encoding="utf-8"?>
<dgm:colorsDef xmlns:dgm="http://schemas.openxmlformats.org/drawingml/2006/diagram" xmlns:a="http://schemas.openxmlformats.org/drawingml/2006/main" uniqueId="urn:microsoft.com/office/officeart/2018/5/colors/Iconchunking_neutralbg_colorful1">
  <dgm:title val=""/>
  <dgm:desc val=""/>
  <dgm:catLst>
    <dgm:cat type="colorful" pri="10100"/>
  </dgm:catLst>
  <dgm:styleLbl name="node0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node1">
    <dgm:fillClrLst meth="repeat">
      <a:schemeClr val="accent2"/>
      <a:schemeClr val="accent3"/>
      <a:schemeClr val="accent4"/>
      <a:schemeClr val="accent5"/>
      <a:schemeClr val="accent6"/>
    </dgm:fillClrLst>
    <dgm:linClrLst meth="repeat">
      <a:schemeClr val="lt1">
        <a:alpha val="0"/>
      </a:schemeClr>
    </dgm:linClrLst>
    <dgm:effectClrLst/>
    <dgm:txLinClrLst/>
    <dgm:txFillClrLst/>
    <dgm:txEffectClrLst/>
  </dgm:styleLbl>
  <dgm:styleLbl name="alignNode1">
    <dgm:fillClrLst meth="repeat">
      <a:schemeClr val="accent2"/>
      <a:schemeClr val="accent3"/>
      <a:schemeClr val="accent4"/>
      <a:schemeClr val="accent5"/>
      <a:schemeClr val="accent6"/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/>
    <dgm:txEffectClrLst/>
  </dgm:styleLbl>
  <dgm:styleLbl name="lnNode1">
    <dgm:fillClrLst meth="repeat">
      <a:schemeClr val="accent2"/>
      <a:schemeClr val="accent3"/>
      <a:schemeClr val="accent4"/>
      <a:schemeClr val="accent5"/>
      <a:schemeClr val="accent6"/>
    </dgm:fillClrLst>
    <dgm:linClrLst meth="repeat">
      <a:schemeClr val="lt1"/>
    </dgm:linClrLst>
    <dgm:effectClrLst/>
    <dgm:txLinClrLst/>
    <dgm:txFillClrLst/>
    <dgm:txEffectClrLst/>
  </dgm:styleLbl>
  <dgm:styleLbl name="vennNode1">
    <dgm:fillClrLst meth="repeat">
      <a:schemeClr val="accent2">
        <a:alpha val="50000"/>
      </a:schemeClr>
      <a:schemeClr val="accent3">
        <a:alpha val="50000"/>
      </a:schemeClr>
      <a:schemeClr val="accent4">
        <a:alpha val="50000"/>
      </a:schemeClr>
      <a:schemeClr val="accent5">
        <a:alpha val="50000"/>
      </a:schemeClr>
      <a:schemeClr val="accent6">
        <a:alpha val="50000"/>
      </a:schemeClr>
    </dgm:fillClrLst>
    <dgm:linClrLst meth="repeat">
      <a:schemeClr val="lt1"/>
    </dgm:linClrLst>
    <dgm:effectClrLst/>
    <dgm:txLinClrLst/>
    <dgm:txFillClrLst/>
    <dgm:txEffectClrLst/>
  </dgm:styleLbl>
  <dgm:styleLbl name="node2">
    <dgm:fillClrLst>
      <a:schemeClr val="accent2"/>
    </dgm:fillClrLst>
    <dgm:linClrLst meth="repeat">
      <a:schemeClr val="lt1"/>
    </dgm:linClrLst>
    <dgm:effectClrLst/>
    <dgm:txLinClrLst/>
    <dgm:txFillClrLst/>
    <dgm:txEffectClrLst/>
  </dgm:styleLbl>
  <dgm:styleLbl name="node3">
    <dgm:fillClrLst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node4">
    <dgm:fillClrLst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fgImgPlace1">
    <dgm:fillClrLst meth="repeat">
      <a:schemeClr val="accent2">
        <a:tint val="50000"/>
      </a:schemeClr>
      <a:schemeClr val="accent3">
        <a:tint val="50000"/>
      </a:schemeClr>
      <a:schemeClr val="accent4">
        <a:tint val="50000"/>
      </a:schemeClr>
      <a:schemeClr val="accent5">
        <a:tint val="50000"/>
      </a:schemeClr>
      <a:schemeClr val="accent6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alignImgPlace1">
    <dgm:fillClrLst>
      <a:schemeClr val="accent1">
        <a:tint val="50000"/>
      </a:schemeClr>
      <a:schemeClr val="accent2">
        <a:tint val="2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bgImgPlace1">
    <dgm:fillClrLst>
      <a:schemeClr val="accent1">
        <a:tint val="50000"/>
      </a:schemeClr>
      <a:schemeClr val="accent2">
        <a:tint val="2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sibTrans2D1">
    <dgm:fillClrLst meth="repeat">
      <a:schemeClr val="accent2"/>
      <a:schemeClr val="accent3"/>
      <a:schemeClr val="accent4"/>
      <a:schemeClr val="accent5"/>
      <a:schemeClr val="accent6"/>
    </dgm:fillClrLst>
    <dgm:linClrLst meth="cycle">
      <a:schemeClr val="lt1"/>
    </dgm:linClrLst>
    <dgm:effectClrLst/>
    <dgm:txLinClrLst/>
    <dgm:txFillClrLst/>
    <dgm:txEffectClrLst/>
  </dgm:styleLbl>
  <dgm:styleLbl name="fgSibTrans2D1">
    <dgm:fillClrLst meth="repeat">
      <a:schemeClr val="accent2"/>
      <a:schemeClr val="accent3"/>
      <a:schemeClr val="accent4"/>
      <a:schemeClr val="accent5"/>
      <a:schemeClr val="accent6"/>
    </dgm:fillClrLst>
    <dgm:linClrLst meth="cycle">
      <a:schemeClr val="lt1"/>
    </dgm:linClrLst>
    <dgm:effectClrLst/>
    <dgm:txLinClrLst/>
    <dgm:txFillClrLst meth="repeat">
      <a:schemeClr val="lt1"/>
    </dgm:txFillClrLst>
    <dgm:txEffectClrLst/>
  </dgm:styleLbl>
  <dgm:styleLbl name="bgSibTrans2D1">
    <dgm:fillClrLst meth="repeat">
      <a:schemeClr val="accent2"/>
      <a:schemeClr val="accent3"/>
      <a:schemeClr val="accent4"/>
      <a:schemeClr val="accent5"/>
      <a:schemeClr val="accent6"/>
    </dgm:fillClrLst>
    <dgm:linClrLst meth="cycle">
      <a:schemeClr val="lt1"/>
    </dgm:linClrLst>
    <dgm:effectClrLst/>
    <dgm:txLinClrLst/>
    <dgm:txFillClrLst meth="repeat">
      <a:schemeClr val="lt1"/>
    </dgm:txFillClrLst>
    <dgm:txEffectClrLst/>
  </dgm:styleLbl>
  <dgm:styleLbl name="sibTrans1D1">
    <dgm:fillClrLst meth="repeat">
      <a:schemeClr val="accent2"/>
      <a:schemeClr val="accent3"/>
      <a:schemeClr val="accent4"/>
      <a:schemeClr val="accent5"/>
      <a:schemeClr val="accent6"/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tx1"/>
    </dgm:txFillClrLst>
    <dgm:txEffectClrLst/>
  </dgm:styleLbl>
  <dgm:styleLbl name="callout">
    <dgm:fillClrLst meth="repeat">
      <a:schemeClr val="accent2"/>
    </dgm:fillClrLst>
    <dgm:linClrLst meth="repeat">
      <a:schemeClr val="accent2">
        <a:tint val="50000"/>
      </a:schemeClr>
    </dgm:linClrLst>
    <dgm:effectClrLst/>
    <dgm:txLinClrLst/>
    <dgm:txFillClrLst meth="repeat">
      <a:schemeClr val="tx1"/>
    </dgm:txFillClrLst>
    <dgm:txEffectClrLst/>
  </dgm:styleLbl>
  <dgm:styleLbl name="asst0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sst1">
    <dgm:fillClrLst meth="repeat">
      <a:schemeClr val="accent2"/>
    </dgm:fillClrLst>
    <dgm:linClrLst meth="repeat">
      <a:schemeClr val="lt1"/>
    </dgm:linClrLst>
    <dgm:effectClrLst/>
    <dgm:txLinClrLst/>
    <dgm:txFillClrLst/>
    <dgm:txEffectClrLst/>
  </dgm:styleLbl>
  <dgm:styleLbl name="asst2">
    <dgm:fillClrLst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asst3">
    <dgm:fillClrLst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asst4">
    <dgm:fillClrLst>
      <a:schemeClr val="accent5"/>
    </dgm:fillClrLst>
    <dgm:linClrLst meth="repeat">
      <a:schemeClr val="lt1"/>
    </dgm:linClrLst>
    <dgm:effectClrLst/>
    <dgm:txLinClrLst/>
    <dgm:txFillClrLst/>
    <dgm:txEffectClrLst/>
  </dgm:styleLbl>
  <dgm:styleLbl name="parChTrans2D1">
    <dgm:fillClrLst meth="repeat">
      <a:schemeClr val="accent2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parChTrans2D2">
    <dgm:fillClrLst meth="repeat"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parChTrans2D3">
    <dgm:fillClrLst meth="repeat"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parChTrans2D4">
    <dgm:fillClrLst meth="repeat">
      <a:schemeClr val="accent5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parChTrans1D1">
    <dgm:fillClrLst meth="repeat">
      <a:schemeClr val="accent2"/>
    </dgm:fillClrLst>
    <dgm:linClrLst meth="repeat">
      <a:schemeClr val="accent1"/>
    </dgm:linClrLst>
    <dgm:effectClrLst/>
    <dgm:txLinClrLst/>
    <dgm:txFillClrLst meth="repeat">
      <a:schemeClr val="tx1"/>
    </dgm:txFillClrLst>
    <dgm:txEffectClrLst/>
  </dgm:styleLbl>
  <dgm:styleLbl name="parChTrans1D2">
    <dgm:fillClrLst meth="repeat">
      <a:schemeClr val="accent3">
        <a:tint val="90000"/>
      </a:schemeClr>
    </dgm:fillClrLst>
    <dgm:linClrLst meth="repeat">
      <a:schemeClr val="accent2"/>
    </dgm:linClrLst>
    <dgm:effectClrLst/>
    <dgm:txLinClrLst/>
    <dgm:txFillClrLst meth="repeat">
      <a:schemeClr val="tx1"/>
    </dgm:txFillClrLst>
    <dgm:txEffectClrLst/>
  </dgm:styleLbl>
  <dgm:styleLbl name="parChTrans1D3">
    <dgm:fillClrLst meth="repeat">
      <a:schemeClr val="accent4">
        <a:tint val="70000"/>
      </a:schemeClr>
    </dgm:fillClrLst>
    <dgm:linClrLst meth="repeat">
      <a:schemeClr val="accent3"/>
    </dgm:linClrLst>
    <dgm:effectClrLst/>
    <dgm:txLinClrLst/>
    <dgm:txFillClrLst meth="repeat">
      <a:schemeClr val="tx1"/>
    </dgm:txFillClrLst>
    <dgm:txEffectClrLst/>
  </dgm:styleLbl>
  <dgm:styleLbl name="parChTrans1D4">
    <dgm:fillClrLst meth="repeat">
      <a:schemeClr val="accent5">
        <a:tint val="50000"/>
      </a:schemeClr>
    </dgm:fillClrLst>
    <dgm:linClrLst meth="repeat">
      <a:schemeClr val="accent4"/>
    </dgm:linClrLst>
    <dgm:effectClrLst/>
    <dgm:txLinClrLst/>
    <dgm:txFillClrLst meth="repeat">
      <a:schemeClr val="tx1"/>
    </dgm:txFillClrLst>
    <dgm:txEffectClrLst/>
  </dgm:styleLbl>
  <dgm:styleLbl name="fgAcc1">
    <dgm:fillClrLst meth="repeat">
      <a:schemeClr val="lt1">
        <a:alpha val="90000"/>
      </a:schemeClr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conFgAcc1">
    <dgm:fillClrLst meth="repeat">
      <a:schemeClr val="lt1">
        <a:alpha val="90000"/>
      </a:schemeClr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alignAcc1">
    <dgm:fillClrLst meth="repeat">
      <a:schemeClr val="lt1">
        <a:alpha val="90000"/>
      </a:schemeClr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trAlignAcc1">
    <dgm:fillClrLst meth="repeat">
      <a:schemeClr val="lt1">
        <a:alpha val="4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bgAcc1">
    <dgm:fillClrLst meth="repeat">
      <a:schemeClr val="lt1">
        <a:alpha val="90000"/>
      </a:schemeClr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solidFgAcc1">
    <dgm:fillClrLst meth="repeat">
      <a:schemeClr val="lt1"/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solidAlignAcc1">
    <dgm:fillClrLst meth="repeat">
      <a:schemeClr val="lt1"/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solidBgAcc1">
    <dgm:fillClrLst meth="repeat">
      <a:schemeClr val="lt1"/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fgAccFollowNode1">
    <dgm:fillClrLst meth="repeat">
      <a:schemeClr val="accent2">
        <a:tint val="40000"/>
        <a:alpha val="90000"/>
      </a:schemeClr>
      <a:schemeClr val="accent3">
        <a:tint val="40000"/>
        <a:alpha val="90000"/>
      </a:schemeClr>
      <a:schemeClr val="accent4">
        <a:tint val="40000"/>
        <a:alpha val="90000"/>
      </a:schemeClr>
      <a:schemeClr val="accent5">
        <a:tint val="40000"/>
        <a:alpha val="90000"/>
      </a:schemeClr>
      <a:schemeClr val="accent6">
        <a:tint val="40000"/>
        <a:alpha val="90000"/>
      </a:schemeClr>
    </dgm:fillClrLst>
    <dgm:linClrLst meth="repeat">
      <a:schemeClr val="accent2">
        <a:tint val="40000"/>
        <a:alpha val="90000"/>
      </a:schemeClr>
      <a:schemeClr val="accent3">
        <a:tint val="40000"/>
        <a:alpha val="90000"/>
      </a:schemeClr>
      <a:schemeClr val="accent4">
        <a:tint val="40000"/>
        <a:alpha val="90000"/>
      </a:schemeClr>
      <a:schemeClr val="accent5">
        <a:tint val="40000"/>
        <a:alpha val="90000"/>
      </a:schemeClr>
      <a:schemeClr val="accent6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alignAccFollowNode1">
    <dgm:fillClrLst meth="repeat">
      <a:schemeClr val="accent2">
        <a:tint val="40000"/>
        <a:alpha val="90000"/>
      </a:schemeClr>
      <a:schemeClr val="accent3">
        <a:tint val="40000"/>
        <a:alpha val="90000"/>
      </a:schemeClr>
      <a:schemeClr val="accent4">
        <a:tint val="40000"/>
        <a:alpha val="90000"/>
      </a:schemeClr>
      <a:schemeClr val="accent5">
        <a:tint val="40000"/>
        <a:alpha val="90000"/>
      </a:schemeClr>
      <a:schemeClr val="accent6">
        <a:tint val="40000"/>
        <a:alpha val="90000"/>
      </a:schemeClr>
    </dgm:fillClrLst>
    <dgm:linClrLst meth="repeat">
      <a:schemeClr val="accent2">
        <a:tint val="40000"/>
        <a:alpha val="90000"/>
      </a:schemeClr>
      <a:schemeClr val="accent3">
        <a:tint val="40000"/>
        <a:alpha val="90000"/>
      </a:schemeClr>
      <a:schemeClr val="accent4">
        <a:tint val="40000"/>
        <a:alpha val="90000"/>
      </a:schemeClr>
      <a:schemeClr val="accent5">
        <a:tint val="40000"/>
        <a:alpha val="90000"/>
      </a:schemeClr>
      <a:schemeClr val="accent6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bgAccFollowNode1">
    <dgm:fillClrLst meth="repeat">
      <a:schemeClr val="accent2">
        <a:tint val="40000"/>
        <a:alpha val="90000"/>
      </a:schemeClr>
      <a:schemeClr val="accent3">
        <a:tint val="40000"/>
        <a:alpha val="90000"/>
      </a:schemeClr>
      <a:schemeClr val="accent4">
        <a:tint val="40000"/>
        <a:alpha val="90000"/>
      </a:schemeClr>
      <a:schemeClr val="accent5">
        <a:tint val="40000"/>
        <a:alpha val="90000"/>
      </a:schemeClr>
      <a:schemeClr val="accent6">
        <a:tint val="40000"/>
        <a:alpha val="90000"/>
      </a:schemeClr>
    </dgm:fillClrLst>
    <dgm:linClrLst meth="repeat">
      <a:schemeClr val="accent2">
        <a:tint val="40000"/>
        <a:alpha val="90000"/>
      </a:schemeClr>
      <a:schemeClr val="accent3">
        <a:tint val="40000"/>
        <a:alpha val="90000"/>
      </a:schemeClr>
      <a:schemeClr val="accent4">
        <a:tint val="40000"/>
        <a:alpha val="90000"/>
      </a:schemeClr>
      <a:schemeClr val="accent5">
        <a:tint val="40000"/>
        <a:alpha val="90000"/>
      </a:schemeClr>
      <a:schemeClr val="accent6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fgAcc0">
    <dgm:fillClrLst meth="repeat">
      <a:schemeClr val="lt1">
        <a:alpha val="90000"/>
      </a:schemeClr>
    </dgm:fillClrLst>
    <dgm:linClrLst>
      <a:schemeClr val="accent1"/>
    </dgm:linClrLst>
    <dgm:effectClrLst/>
    <dgm:txLinClrLst/>
    <dgm:txFillClrLst meth="repeat">
      <a:schemeClr val="dk1"/>
    </dgm:txFillClrLst>
    <dgm:txEffectClrLst/>
  </dgm:styleLbl>
  <dgm:styleLbl name="fgAcc2">
    <dgm:fillClrLst meth="repeat">
      <a:schemeClr val="lt1">
        <a:alpha val="90000"/>
      </a:schemeClr>
    </dgm:fillClrLst>
    <dgm:linClrLst>
      <a:schemeClr val="accent2"/>
    </dgm:linClrLst>
    <dgm:effectClrLst/>
    <dgm:txLinClrLst/>
    <dgm:txFillClrLst meth="repeat">
      <a:schemeClr val="dk1"/>
    </dgm:txFillClrLst>
    <dgm:txEffectClrLst/>
  </dgm:styleLbl>
  <dgm:styleLbl name="fgAcc3">
    <dgm:fillClrLst meth="repeat">
      <a:schemeClr val="lt1">
        <a:alpha val="90000"/>
      </a:schemeClr>
    </dgm:fillClrLst>
    <dgm:linClrLst>
      <a:schemeClr val="accent3"/>
    </dgm:linClrLst>
    <dgm:effectClrLst/>
    <dgm:txLinClrLst/>
    <dgm:txFillClrLst meth="repeat">
      <a:schemeClr val="dk1"/>
    </dgm:txFillClrLst>
    <dgm:txEffectClrLst/>
  </dgm:styleLbl>
  <dgm:styleLbl name="fgAcc4">
    <dgm:fillClrLst meth="repeat">
      <a:schemeClr val="lt1">
        <a:alpha val="90000"/>
      </a:schemeClr>
    </dgm:fillClrLst>
    <dgm:linClrLst>
      <a:schemeClr val="accent4"/>
    </dgm:linClrLst>
    <dgm:effectClrLst/>
    <dgm:txLinClrLst/>
    <dgm:txFillClrLst meth="repeat">
      <a:schemeClr val="dk1"/>
    </dgm:txFillClrLst>
    <dgm:txEffectClrLst/>
  </dgm:styleLbl>
  <dgm:styleLbl name="bgShp">
    <dgm:fillClrLst meth="repeat">
      <a:schemeClr val="bg1">
        <a:lumMod val="95000"/>
      </a:schemeClr>
    </dgm:fillClrLst>
    <dgm:linClrLst meth="repeat">
      <a:schemeClr val="dk1"/>
    </dgm:linClrLst>
    <dgm:effectClrLst/>
    <dgm:txLinClrLst/>
    <dgm:txFillClrLst meth="repeat">
      <a:schemeClr val="dk1"/>
    </dgm:txFillClrLst>
    <dgm:txEffectClrLst/>
  </dgm:styleLbl>
  <dgm:styleLbl name="dkBgShp">
    <dgm:fillClrLst meth="repeat">
      <a:schemeClr val="accent2">
        <a:shade val="90000"/>
      </a:schemeClr>
    </dgm:fillClrLst>
    <dgm:linClrLst meth="repeat">
      <a:schemeClr val="dk1"/>
    </dgm:linClrLst>
    <dgm:effectClrLst/>
    <dgm:txLinClrLst/>
    <dgm:txFillClrLst meth="repeat">
      <a:schemeClr val="lt1"/>
    </dgm:txFillClrLst>
    <dgm:txEffectClrLst/>
  </dgm:styleLbl>
  <dgm:styleLbl name="trBgShp">
    <dgm:fillClrLst meth="repeat">
      <a:schemeClr val="accent1">
        <a:tint val="50000"/>
        <a:alpha val="40000"/>
      </a:schemeClr>
    </dgm:fillClrLst>
    <dgm:linClrLst meth="repeat">
      <a:schemeClr val="accent2"/>
    </dgm:linClrLst>
    <dgm:effectClrLst/>
    <dgm:txLinClrLst/>
    <dgm:txFillClrLst meth="repeat">
      <a:schemeClr val="lt1"/>
    </dgm:txFillClrLst>
    <dgm:txEffectClrLst/>
  </dgm:styleLbl>
  <dgm:styleLbl name="fgShp">
    <dgm:fillClrLst meth="repeat">
      <a:schemeClr val="accent2">
        <a:tint val="40000"/>
      </a:schemeClr>
    </dgm:fillClrLst>
    <dgm:linClrLst meth="repeat">
      <a:schemeClr val="lt1"/>
    </dgm:linClrLst>
    <dgm:effectClrLst/>
    <dgm:txLinClrLst/>
    <dgm:txFillClrLst meth="repeat">
      <a:schemeClr val="dk1"/>
    </dgm:txFillClrLst>
    <dgm:txEffectClrLst/>
  </dgm:styleLbl>
  <dgm:styleLbl name="revTx">
    <dgm:fillClrLst meth="repeat">
      <a:schemeClr val="lt1">
        <a:alpha val="0"/>
      </a:schemeClr>
    </dgm:fillClrLst>
    <dgm:linClrLst meth="repeat">
      <a:schemeClr val="dk1">
        <a:alpha val="0"/>
      </a:schemeClr>
    </dgm:linClrLst>
    <dgm:effectClrLst/>
    <dgm:txLinClrLst/>
    <dgm:txFillClrLst meth="repeat">
      <a:schemeClr val="tx1"/>
    </dgm:txFillClrLst>
    <dgm:txEffectClrLst/>
  </dgm:styleLbl>
</dgm:colorsDef>
</file>

<file path=ppt/diagrams/colors12.xml><?xml version="1.0" encoding="utf-8"?>
<dgm:colorsDef xmlns:dgm="http://schemas.openxmlformats.org/drawingml/2006/diagram" xmlns:a="http://schemas.openxmlformats.org/drawingml/2006/main" uniqueId="urn:microsoft.com/office/officeart/2018/5/colors/Iconchunking_neutralbg_colorful1">
  <dgm:title val=""/>
  <dgm:desc val=""/>
  <dgm:catLst>
    <dgm:cat type="colorful" pri="10100"/>
  </dgm:catLst>
  <dgm:styleLbl name="node0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node1">
    <dgm:fillClrLst meth="repeat">
      <a:schemeClr val="accent2"/>
      <a:schemeClr val="accent3"/>
      <a:schemeClr val="accent4"/>
      <a:schemeClr val="accent5"/>
      <a:schemeClr val="accent6"/>
    </dgm:fillClrLst>
    <dgm:linClrLst meth="repeat">
      <a:schemeClr val="lt1">
        <a:alpha val="0"/>
      </a:schemeClr>
    </dgm:linClrLst>
    <dgm:effectClrLst/>
    <dgm:txLinClrLst/>
    <dgm:txFillClrLst/>
    <dgm:txEffectClrLst/>
  </dgm:styleLbl>
  <dgm:styleLbl name="alignNode1">
    <dgm:fillClrLst meth="repeat">
      <a:schemeClr val="accent2"/>
      <a:schemeClr val="accent3"/>
      <a:schemeClr val="accent4"/>
      <a:schemeClr val="accent5"/>
      <a:schemeClr val="accent6"/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/>
    <dgm:txEffectClrLst/>
  </dgm:styleLbl>
  <dgm:styleLbl name="lnNode1">
    <dgm:fillClrLst meth="repeat">
      <a:schemeClr val="accent2"/>
      <a:schemeClr val="accent3"/>
      <a:schemeClr val="accent4"/>
      <a:schemeClr val="accent5"/>
      <a:schemeClr val="accent6"/>
    </dgm:fillClrLst>
    <dgm:linClrLst meth="repeat">
      <a:schemeClr val="lt1"/>
    </dgm:linClrLst>
    <dgm:effectClrLst/>
    <dgm:txLinClrLst/>
    <dgm:txFillClrLst/>
    <dgm:txEffectClrLst/>
  </dgm:styleLbl>
  <dgm:styleLbl name="vennNode1">
    <dgm:fillClrLst meth="repeat">
      <a:schemeClr val="accent2">
        <a:alpha val="50000"/>
      </a:schemeClr>
      <a:schemeClr val="accent3">
        <a:alpha val="50000"/>
      </a:schemeClr>
      <a:schemeClr val="accent4">
        <a:alpha val="50000"/>
      </a:schemeClr>
      <a:schemeClr val="accent5">
        <a:alpha val="50000"/>
      </a:schemeClr>
      <a:schemeClr val="accent6">
        <a:alpha val="50000"/>
      </a:schemeClr>
    </dgm:fillClrLst>
    <dgm:linClrLst meth="repeat">
      <a:schemeClr val="lt1"/>
    </dgm:linClrLst>
    <dgm:effectClrLst/>
    <dgm:txLinClrLst/>
    <dgm:txFillClrLst/>
    <dgm:txEffectClrLst/>
  </dgm:styleLbl>
  <dgm:styleLbl name="node2">
    <dgm:fillClrLst>
      <a:schemeClr val="accent2"/>
    </dgm:fillClrLst>
    <dgm:linClrLst meth="repeat">
      <a:schemeClr val="lt1"/>
    </dgm:linClrLst>
    <dgm:effectClrLst/>
    <dgm:txLinClrLst/>
    <dgm:txFillClrLst/>
    <dgm:txEffectClrLst/>
  </dgm:styleLbl>
  <dgm:styleLbl name="node3">
    <dgm:fillClrLst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node4">
    <dgm:fillClrLst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fgImgPlace1">
    <dgm:fillClrLst meth="repeat">
      <a:schemeClr val="accent2">
        <a:tint val="50000"/>
      </a:schemeClr>
      <a:schemeClr val="accent3">
        <a:tint val="50000"/>
      </a:schemeClr>
      <a:schemeClr val="accent4">
        <a:tint val="50000"/>
      </a:schemeClr>
      <a:schemeClr val="accent5">
        <a:tint val="50000"/>
      </a:schemeClr>
      <a:schemeClr val="accent6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alignImgPlace1">
    <dgm:fillClrLst>
      <a:schemeClr val="accent1">
        <a:tint val="50000"/>
      </a:schemeClr>
      <a:schemeClr val="accent2">
        <a:tint val="2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bgImgPlace1">
    <dgm:fillClrLst>
      <a:schemeClr val="accent1">
        <a:tint val="50000"/>
      </a:schemeClr>
      <a:schemeClr val="accent2">
        <a:tint val="2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sibTrans2D1">
    <dgm:fillClrLst meth="repeat">
      <a:schemeClr val="accent2"/>
      <a:schemeClr val="accent3"/>
      <a:schemeClr val="accent4"/>
      <a:schemeClr val="accent5"/>
      <a:schemeClr val="accent6"/>
    </dgm:fillClrLst>
    <dgm:linClrLst meth="cycle">
      <a:schemeClr val="lt1"/>
    </dgm:linClrLst>
    <dgm:effectClrLst/>
    <dgm:txLinClrLst/>
    <dgm:txFillClrLst/>
    <dgm:txEffectClrLst/>
  </dgm:styleLbl>
  <dgm:styleLbl name="fgSibTrans2D1">
    <dgm:fillClrLst meth="repeat">
      <a:schemeClr val="accent2"/>
      <a:schemeClr val="accent3"/>
      <a:schemeClr val="accent4"/>
      <a:schemeClr val="accent5"/>
      <a:schemeClr val="accent6"/>
    </dgm:fillClrLst>
    <dgm:linClrLst meth="cycle">
      <a:schemeClr val="lt1"/>
    </dgm:linClrLst>
    <dgm:effectClrLst/>
    <dgm:txLinClrLst/>
    <dgm:txFillClrLst meth="repeat">
      <a:schemeClr val="lt1"/>
    </dgm:txFillClrLst>
    <dgm:txEffectClrLst/>
  </dgm:styleLbl>
  <dgm:styleLbl name="bgSibTrans2D1">
    <dgm:fillClrLst meth="repeat">
      <a:schemeClr val="accent2"/>
      <a:schemeClr val="accent3"/>
      <a:schemeClr val="accent4"/>
      <a:schemeClr val="accent5"/>
      <a:schemeClr val="accent6"/>
    </dgm:fillClrLst>
    <dgm:linClrLst meth="cycle">
      <a:schemeClr val="lt1"/>
    </dgm:linClrLst>
    <dgm:effectClrLst/>
    <dgm:txLinClrLst/>
    <dgm:txFillClrLst meth="repeat">
      <a:schemeClr val="lt1"/>
    </dgm:txFillClrLst>
    <dgm:txEffectClrLst/>
  </dgm:styleLbl>
  <dgm:styleLbl name="sibTrans1D1">
    <dgm:fillClrLst meth="repeat">
      <a:schemeClr val="accent2"/>
      <a:schemeClr val="accent3"/>
      <a:schemeClr val="accent4"/>
      <a:schemeClr val="accent5"/>
      <a:schemeClr val="accent6"/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tx1"/>
    </dgm:txFillClrLst>
    <dgm:txEffectClrLst/>
  </dgm:styleLbl>
  <dgm:styleLbl name="callout">
    <dgm:fillClrLst meth="repeat">
      <a:schemeClr val="accent2"/>
    </dgm:fillClrLst>
    <dgm:linClrLst meth="repeat">
      <a:schemeClr val="accent2">
        <a:tint val="50000"/>
      </a:schemeClr>
    </dgm:linClrLst>
    <dgm:effectClrLst/>
    <dgm:txLinClrLst/>
    <dgm:txFillClrLst meth="repeat">
      <a:schemeClr val="tx1"/>
    </dgm:txFillClrLst>
    <dgm:txEffectClrLst/>
  </dgm:styleLbl>
  <dgm:styleLbl name="asst0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sst1">
    <dgm:fillClrLst meth="repeat">
      <a:schemeClr val="accent2"/>
    </dgm:fillClrLst>
    <dgm:linClrLst meth="repeat">
      <a:schemeClr val="lt1"/>
    </dgm:linClrLst>
    <dgm:effectClrLst/>
    <dgm:txLinClrLst/>
    <dgm:txFillClrLst/>
    <dgm:txEffectClrLst/>
  </dgm:styleLbl>
  <dgm:styleLbl name="asst2">
    <dgm:fillClrLst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asst3">
    <dgm:fillClrLst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asst4">
    <dgm:fillClrLst>
      <a:schemeClr val="accent5"/>
    </dgm:fillClrLst>
    <dgm:linClrLst meth="repeat">
      <a:schemeClr val="lt1"/>
    </dgm:linClrLst>
    <dgm:effectClrLst/>
    <dgm:txLinClrLst/>
    <dgm:txFillClrLst/>
    <dgm:txEffectClrLst/>
  </dgm:styleLbl>
  <dgm:styleLbl name="parChTrans2D1">
    <dgm:fillClrLst meth="repeat">
      <a:schemeClr val="accent2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parChTrans2D2">
    <dgm:fillClrLst meth="repeat"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parChTrans2D3">
    <dgm:fillClrLst meth="repeat"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parChTrans2D4">
    <dgm:fillClrLst meth="repeat">
      <a:schemeClr val="accent5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parChTrans1D1">
    <dgm:fillClrLst meth="repeat">
      <a:schemeClr val="accent2"/>
    </dgm:fillClrLst>
    <dgm:linClrLst meth="repeat">
      <a:schemeClr val="accent1"/>
    </dgm:linClrLst>
    <dgm:effectClrLst/>
    <dgm:txLinClrLst/>
    <dgm:txFillClrLst meth="repeat">
      <a:schemeClr val="tx1"/>
    </dgm:txFillClrLst>
    <dgm:txEffectClrLst/>
  </dgm:styleLbl>
  <dgm:styleLbl name="parChTrans1D2">
    <dgm:fillClrLst meth="repeat">
      <a:schemeClr val="accent3">
        <a:tint val="90000"/>
      </a:schemeClr>
    </dgm:fillClrLst>
    <dgm:linClrLst meth="repeat">
      <a:schemeClr val="accent2"/>
    </dgm:linClrLst>
    <dgm:effectClrLst/>
    <dgm:txLinClrLst/>
    <dgm:txFillClrLst meth="repeat">
      <a:schemeClr val="tx1"/>
    </dgm:txFillClrLst>
    <dgm:txEffectClrLst/>
  </dgm:styleLbl>
  <dgm:styleLbl name="parChTrans1D3">
    <dgm:fillClrLst meth="repeat">
      <a:schemeClr val="accent4">
        <a:tint val="70000"/>
      </a:schemeClr>
    </dgm:fillClrLst>
    <dgm:linClrLst meth="repeat">
      <a:schemeClr val="accent3"/>
    </dgm:linClrLst>
    <dgm:effectClrLst/>
    <dgm:txLinClrLst/>
    <dgm:txFillClrLst meth="repeat">
      <a:schemeClr val="tx1"/>
    </dgm:txFillClrLst>
    <dgm:txEffectClrLst/>
  </dgm:styleLbl>
  <dgm:styleLbl name="parChTrans1D4">
    <dgm:fillClrLst meth="repeat">
      <a:schemeClr val="accent5">
        <a:tint val="50000"/>
      </a:schemeClr>
    </dgm:fillClrLst>
    <dgm:linClrLst meth="repeat">
      <a:schemeClr val="accent4"/>
    </dgm:linClrLst>
    <dgm:effectClrLst/>
    <dgm:txLinClrLst/>
    <dgm:txFillClrLst meth="repeat">
      <a:schemeClr val="tx1"/>
    </dgm:txFillClrLst>
    <dgm:txEffectClrLst/>
  </dgm:styleLbl>
  <dgm:styleLbl name="fgAcc1">
    <dgm:fillClrLst meth="repeat">
      <a:schemeClr val="lt1">
        <a:alpha val="90000"/>
      </a:schemeClr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conFgAcc1">
    <dgm:fillClrLst meth="repeat">
      <a:schemeClr val="lt1">
        <a:alpha val="90000"/>
      </a:schemeClr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alignAcc1">
    <dgm:fillClrLst meth="repeat">
      <a:schemeClr val="lt1">
        <a:alpha val="90000"/>
      </a:schemeClr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trAlignAcc1">
    <dgm:fillClrLst meth="repeat">
      <a:schemeClr val="lt1">
        <a:alpha val="4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bgAcc1">
    <dgm:fillClrLst meth="repeat">
      <a:schemeClr val="lt1">
        <a:alpha val="90000"/>
      </a:schemeClr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solidFgAcc1">
    <dgm:fillClrLst meth="repeat">
      <a:schemeClr val="lt1"/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solidAlignAcc1">
    <dgm:fillClrLst meth="repeat">
      <a:schemeClr val="lt1"/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solidBgAcc1">
    <dgm:fillClrLst meth="repeat">
      <a:schemeClr val="lt1"/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fgAccFollowNode1">
    <dgm:fillClrLst meth="repeat">
      <a:schemeClr val="accent2">
        <a:tint val="40000"/>
        <a:alpha val="90000"/>
      </a:schemeClr>
      <a:schemeClr val="accent3">
        <a:tint val="40000"/>
        <a:alpha val="90000"/>
      </a:schemeClr>
      <a:schemeClr val="accent4">
        <a:tint val="40000"/>
        <a:alpha val="90000"/>
      </a:schemeClr>
      <a:schemeClr val="accent5">
        <a:tint val="40000"/>
        <a:alpha val="90000"/>
      </a:schemeClr>
      <a:schemeClr val="accent6">
        <a:tint val="40000"/>
        <a:alpha val="90000"/>
      </a:schemeClr>
    </dgm:fillClrLst>
    <dgm:linClrLst meth="repeat">
      <a:schemeClr val="accent2">
        <a:tint val="40000"/>
        <a:alpha val="90000"/>
      </a:schemeClr>
      <a:schemeClr val="accent3">
        <a:tint val="40000"/>
        <a:alpha val="90000"/>
      </a:schemeClr>
      <a:schemeClr val="accent4">
        <a:tint val="40000"/>
        <a:alpha val="90000"/>
      </a:schemeClr>
      <a:schemeClr val="accent5">
        <a:tint val="40000"/>
        <a:alpha val="90000"/>
      </a:schemeClr>
      <a:schemeClr val="accent6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alignAccFollowNode1">
    <dgm:fillClrLst meth="repeat">
      <a:schemeClr val="accent2">
        <a:tint val="40000"/>
        <a:alpha val="90000"/>
      </a:schemeClr>
      <a:schemeClr val="accent3">
        <a:tint val="40000"/>
        <a:alpha val="90000"/>
      </a:schemeClr>
      <a:schemeClr val="accent4">
        <a:tint val="40000"/>
        <a:alpha val="90000"/>
      </a:schemeClr>
      <a:schemeClr val="accent5">
        <a:tint val="40000"/>
        <a:alpha val="90000"/>
      </a:schemeClr>
      <a:schemeClr val="accent6">
        <a:tint val="40000"/>
        <a:alpha val="90000"/>
      </a:schemeClr>
    </dgm:fillClrLst>
    <dgm:linClrLst meth="repeat">
      <a:schemeClr val="accent2">
        <a:tint val="40000"/>
        <a:alpha val="90000"/>
      </a:schemeClr>
      <a:schemeClr val="accent3">
        <a:tint val="40000"/>
        <a:alpha val="90000"/>
      </a:schemeClr>
      <a:schemeClr val="accent4">
        <a:tint val="40000"/>
        <a:alpha val="90000"/>
      </a:schemeClr>
      <a:schemeClr val="accent5">
        <a:tint val="40000"/>
        <a:alpha val="90000"/>
      </a:schemeClr>
      <a:schemeClr val="accent6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bgAccFollowNode1">
    <dgm:fillClrLst meth="repeat">
      <a:schemeClr val="accent2">
        <a:tint val="40000"/>
        <a:alpha val="90000"/>
      </a:schemeClr>
      <a:schemeClr val="accent3">
        <a:tint val="40000"/>
        <a:alpha val="90000"/>
      </a:schemeClr>
      <a:schemeClr val="accent4">
        <a:tint val="40000"/>
        <a:alpha val="90000"/>
      </a:schemeClr>
      <a:schemeClr val="accent5">
        <a:tint val="40000"/>
        <a:alpha val="90000"/>
      </a:schemeClr>
      <a:schemeClr val="accent6">
        <a:tint val="40000"/>
        <a:alpha val="90000"/>
      </a:schemeClr>
    </dgm:fillClrLst>
    <dgm:linClrLst meth="repeat">
      <a:schemeClr val="accent2">
        <a:tint val="40000"/>
        <a:alpha val="90000"/>
      </a:schemeClr>
      <a:schemeClr val="accent3">
        <a:tint val="40000"/>
        <a:alpha val="90000"/>
      </a:schemeClr>
      <a:schemeClr val="accent4">
        <a:tint val="40000"/>
        <a:alpha val="90000"/>
      </a:schemeClr>
      <a:schemeClr val="accent5">
        <a:tint val="40000"/>
        <a:alpha val="90000"/>
      </a:schemeClr>
      <a:schemeClr val="accent6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fgAcc0">
    <dgm:fillClrLst meth="repeat">
      <a:schemeClr val="lt1">
        <a:alpha val="90000"/>
      </a:schemeClr>
    </dgm:fillClrLst>
    <dgm:linClrLst>
      <a:schemeClr val="accent1"/>
    </dgm:linClrLst>
    <dgm:effectClrLst/>
    <dgm:txLinClrLst/>
    <dgm:txFillClrLst meth="repeat">
      <a:schemeClr val="dk1"/>
    </dgm:txFillClrLst>
    <dgm:txEffectClrLst/>
  </dgm:styleLbl>
  <dgm:styleLbl name="fgAcc2">
    <dgm:fillClrLst meth="repeat">
      <a:schemeClr val="lt1">
        <a:alpha val="90000"/>
      </a:schemeClr>
    </dgm:fillClrLst>
    <dgm:linClrLst>
      <a:schemeClr val="accent2"/>
    </dgm:linClrLst>
    <dgm:effectClrLst/>
    <dgm:txLinClrLst/>
    <dgm:txFillClrLst meth="repeat">
      <a:schemeClr val="dk1"/>
    </dgm:txFillClrLst>
    <dgm:txEffectClrLst/>
  </dgm:styleLbl>
  <dgm:styleLbl name="fgAcc3">
    <dgm:fillClrLst meth="repeat">
      <a:schemeClr val="lt1">
        <a:alpha val="90000"/>
      </a:schemeClr>
    </dgm:fillClrLst>
    <dgm:linClrLst>
      <a:schemeClr val="accent3"/>
    </dgm:linClrLst>
    <dgm:effectClrLst/>
    <dgm:txLinClrLst/>
    <dgm:txFillClrLst meth="repeat">
      <a:schemeClr val="dk1"/>
    </dgm:txFillClrLst>
    <dgm:txEffectClrLst/>
  </dgm:styleLbl>
  <dgm:styleLbl name="fgAcc4">
    <dgm:fillClrLst meth="repeat">
      <a:schemeClr val="lt1">
        <a:alpha val="90000"/>
      </a:schemeClr>
    </dgm:fillClrLst>
    <dgm:linClrLst>
      <a:schemeClr val="accent4"/>
    </dgm:linClrLst>
    <dgm:effectClrLst/>
    <dgm:txLinClrLst/>
    <dgm:txFillClrLst meth="repeat">
      <a:schemeClr val="dk1"/>
    </dgm:txFillClrLst>
    <dgm:txEffectClrLst/>
  </dgm:styleLbl>
  <dgm:styleLbl name="bgShp">
    <dgm:fillClrLst meth="repeat">
      <a:schemeClr val="bg1">
        <a:lumMod val="95000"/>
      </a:schemeClr>
    </dgm:fillClrLst>
    <dgm:linClrLst meth="repeat">
      <a:schemeClr val="dk1"/>
    </dgm:linClrLst>
    <dgm:effectClrLst/>
    <dgm:txLinClrLst/>
    <dgm:txFillClrLst meth="repeat">
      <a:schemeClr val="dk1"/>
    </dgm:txFillClrLst>
    <dgm:txEffectClrLst/>
  </dgm:styleLbl>
  <dgm:styleLbl name="dkBgShp">
    <dgm:fillClrLst meth="repeat">
      <a:schemeClr val="accent2">
        <a:shade val="90000"/>
      </a:schemeClr>
    </dgm:fillClrLst>
    <dgm:linClrLst meth="repeat">
      <a:schemeClr val="dk1"/>
    </dgm:linClrLst>
    <dgm:effectClrLst/>
    <dgm:txLinClrLst/>
    <dgm:txFillClrLst meth="repeat">
      <a:schemeClr val="lt1"/>
    </dgm:txFillClrLst>
    <dgm:txEffectClrLst/>
  </dgm:styleLbl>
  <dgm:styleLbl name="trBgShp">
    <dgm:fillClrLst meth="repeat">
      <a:schemeClr val="accent1">
        <a:tint val="50000"/>
        <a:alpha val="40000"/>
      </a:schemeClr>
    </dgm:fillClrLst>
    <dgm:linClrLst meth="repeat">
      <a:schemeClr val="accent2"/>
    </dgm:linClrLst>
    <dgm:effectClrLst/>
    <dgm:txLinClrLst/>
    <dgm:txFillClrLst meth="repeat">
      <a:schemeClr val="lt1"/>
    </dgm:txFillClrLst>
    <dgm:txEffectClrLst/>
  </dgm:styleLbl>
  <dgm:styleLbl name="fgShp">
    <dgm:fillClrLst meth="repeat">
      <a:schemeClr val="accent2">
        <a:tint val="40000"/>
      </a:schemeClr>
    </dgm:fillClrLst>
    <dgm:linClrLst meth="repeat">
      <a:schemeClr val="lt1"/>
    </dgm:linClrLst>
    <dgm:effectClrLst/>
    <dgm:txLinClrLst/>
    <dgm:txFillClrLst meth="repeat">
      <a:schemeClr val="dk1"/>
    </dgm:txFillClrLst>
    <dgm:txEffectClrLst/>
  </dgm:styleLbl>
  <dgm:styleLbl name="revTx">
    <dgm:fillClrLst meth="repeat">
      <a:schemeClr val="lt1">
        <a:alpha val="0"/>
      </a:schemeClr>
    </dgm:fillClrLst>
    <dgm:linClrLst meth="repeat">
      <a:schemeClr val="dk1">
        <a:alpha val="0"/>
      </a:schemeClr>
    </dgm:linClrLst>
    <dgm:effectClrLst/>
    <dgm:txLinClrLst/>
    <dgm:txFillClrLst meth="repeat">
      <a:schemeClr val="tx1"/>
    </dgm:txFillClrLst>
    <dgm:txEffectClrLst/>
  </dgm:styleLbl>
</dgm:colorsDef>
</file>

<file path=ppt/diagrams/colors13.xml><?xml version="1.0" encoding="utf-8"?>
<dgm:colorsDef xmlns:dgm="http://schemas.openxmlformats.org/drawingml/2006/diagram" xmlns:a="http://schemas.openxmlformats.org/drawingml/2006/main" uniqueId="urn:microsoft.com/office/officeart/2018/5/colors/Iconchunking_neutralbg_colorful1">
  <dgm:title val=""/>
  <dgm:desc val=""/>
  <dgm:catLst>
    <dgm:cat type="colorful" pri="10100"/>
  </dgm:catLst>
  <dgm:styleLbl name="node0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node1">
    <dgm:fillClrLst meth="repeat">
      <a:schemeClr val="accent2"/>
      <a:schemeClr val="accent3"/>
      <a:schemeClr val="accent4"/>
      <a:schemeClr val="accent5"/>
      <a:schemeClr val="accent6"/>
    </dgm:fillClrLst>
    <dgm:linClrLst meth="repeat">
      <a:schemeClr val="lt1">
        <a:alpha val="0"/>
      </a:schemeClr>
    </dgm:linClrLst>
    <dgm:effectClrLst/>
    <dgm:txLinClrLst/>
    <dgm:txFillClrLst/>
    <dgm:txEffectClrLst/>
  </dgm:styleLbl>
  <dgm:styleLbl name="alignNode1">
    <dgm:fillClrLst meth="repeat">
      <a:schemeClr val="accent2"/>
      <a:schemeClr val="accent3"/>
      <a:schemeClr val="accent4"/>
      <a:schemeClr val="accent5"/>
      <a:schemeClr val="accent6"/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/>
    <dgm:txEffectClrLst/>
  </dgm:styleLbl>
  <dgm:styleLbl name="lnNode1">
    <dgm:fillClrLst meth="repeat">
      <a:schemeClr val="accent2"/>
      <a:schemeClr val="accent3"/>
      <a:schemeClr val="accent4"/>
      <a:schemeClr val="accent5"/>
      <a:schemeClr val="accent6"/>
    </dgm:fillClrLst>
    <dgm:linClrLst meth="repeat">
      <a:schemeClr val="lt1"/>
    </dgm:linClrLst>
    <dgm:effectClrLst/>
    <dgm:txLinClrLst/>
    <dgm:txFillClrLst/>
    <dgm:txEffectClrLst/>
  </dgm:styleLbl>
  <dgm:styleLbl name="vennNode1">
    <dgm:fillClrLst meth="repeat">
      <a:schemeClr val="accent2">
        <a:alpha val="50000"/>
      </a:schemeClr>
      <a:schemeClr val="accent3">
        <a:alpha val="50000"/>
      </a:schemeClr>
      <a:schemeClr val="accent4">
        <a:alpha val="50000"/>
      </a:schemeClr>
      <a:schemeClr val="accent5">
        <a:alpha val="50000"/>
      </a:schemeClr>
      <a:schemeClr val="accent6">
        <a:alpha val="50000"/>
      </a:schemeClr>
    </dgm:fillClrLst>
    <dgm:linClrLst meth="repeat">
      <a:schemeClr val="lt1"/>
    </dgm:linClrLst>
    <dgm:effectClrLst/>
    <dgm:txLinClrLst/>
    <dgm:txFillClrLst/>
    <dgm:txEffectClrLst/>
  </dgm:styleLbl>
  <dgm:styleLbl name="node2">
    <dgm:fillClrLst>
      <a:schemeClr val="accent2"/>
    </dgm:fillClrLst>
    <dgm:linClrLst meth="repeat">
      <a:schemeClr val="lt1"/>
    </dgm:linClrLst>
    <dgm:effectClrLst/>
    <dgm:txLinClrLst/>
    <dgm:txFillClrLst/>
    <dgm:txEffectClrLst/>
  </dgm:styleLbl>
  <dgm:styleLbl name="node3">
    <dgm:fillClrLst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node4">
    <dgm:fillClrLst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fgImgPlace1">
    <dgm:fillClrLst meth="repeat">
      <a:schemeClr val="accent2">
        <a:tint val="50000"/>
      </a:schemeClr>
      <a:schemeClr val="accent3">
        <a:tint val="50000"/>
      </a:schemeClr>
      <a:schemeClr val="accent4">
        <a:tint val="50000"/>
      </a:schemeClr>
      <a:schemeClr val="accent5">
        <a:tint val="50000"/>
      </a:schemeClr>
      <a:schemeClr val="accent6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alignImgPlace1">
    <dgm:fillClrLst>
      <a:schemeClr val="accent1">
        <a:tint val="50000"/>
      </a:schemeClr>
      <a:schemeClr val="accent2">
        <a:tint val="2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bgImgPlace1">
    <dgm:fillClrLst>
      <a:schemeClr val="accent1">
        <a:tint val="50000"/>
      </a:schemeClr>
      <a:schemeClr val="accent2">
        <a:tint val="2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sibTrans2D1">
    <dgm:fillClrLst meth="repeat">
      <a:schemeClr val="accent2"/>
      <a:schemeClr val="accent3"/>
      <a:schemeClr val="accent4"/>
      <a:schemeClr val="accent5"/>
      <a:schemeClr val="accent6"/>
    </dgm:fillClrLst>
    <dgm:linClrLst meth="cycle">
      <a:schemeClr val="lt1"/>
    </dgm:linClrLst>
    <dgm:effectClrLst/>
    <dgm:txLinClrLst/>
    <dgm:txFillClrLst/>
    <dgm:txEffectClrLst/>
  </dgm:styleLbl>
  <dgm:styleLbl name="fgSibTrans2D1">
    <dgm:fillClrLst meth="repeat">
      <a:schemeClr val="accent2"/>
      <a:schemeClr val="accent3"/>
      <a:schemeClr val="accent4"/>
      <a:schemeClr val="accent5"/>
      <a:schemeClr val="accent6"/>
    </dgm:fillClrLst>
    <dgm:linClrLst meth="cycle">
      <a:schemeClr val="lt1"/>
    </dgm:linClrLst>
    <dgm:effectClrLst/>
    <dgm:txLinClrLst/>
    <dgm:txFillClrLst meth="repeat">
      <a:schemeClr val="lt1"/>
    </dgm:txFillClrLst>
    <dgm:txEffectClrLst/>
  </dgm:styleLbl>
  <dgm:styleLbl name="bgSibTrans2D1">
    <dgm:fillClrLst meth="repeat">
      <a:schemeClr val="accent2"/>
      <a:schemeClr val="accent3"/>
      <a:schemeClr val="accent4"/>
      <a:schemeClr val="accent5"/>
      <a:schemeClr val="accent6"/>
    </dgm:fillClrLst>
    <dgm:linClrLst meth="cycle">
      <a:schemeClr val="lt1"/>
    </dgm:linClrLst>
    <dgm:effectClrLst/>
    <dgm:txLinClrLst/>
    <dgm:txFillClrLst meth="repeat">
      <a:schemeClr val="lt1"/>
    </dgm:txFillClrLst>
    <dgm:txEffectClrLst/>
  </dgm:styleLbl>
  <dgm:styleLbl name="sibTrans1D1">
    <dgm:fillClrLst meth="repeat">
      <a:schemeClr val="accent2"/>
      <a:schemeClr val="accent3"/>
      <a:schemeClr val="accent4"/>
      <a:schemeClr val="accent5"/>
      <a:schemeClr val="accent6"/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tx1"/>
    </dgm:txFillClrLst>
    <dgm:txEffectClrLst/>
  </dgm:styleLbl>
  <dgm:styleLbl name="callout">
    <dgm:fillClrLst meth="repeat">
      <a:schemeClr val="accent2"/>
    </dgm:fillClrLst>
    <dgm:linClrLst meth="repeat">
      <a:schemeClr val="accent2">
        <a:tint val="50000"/>
      </a:schemeClr>
    </dgm:linClrLst>
    <dgm:effectClrLst/>
    <dgm:txLinClrLst/>
    <dgm:txFillClrLst meth="repeat">
      <a:schemeClr val="tx1"/>
    </dgm:txFillClrLst>
    <dgm:txEffectClrLst/>
  </dgm:styleLbl>
  <dgm:styleLbl name="asst0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sst1">
    <dgm:fillClrLst meth="repeat">
      <a:schemeClr val="accent2"/>
    </dgm:fillClrLst>
    <dgm:linClrLst meth="repeat">
      <a:schemeClr val="lt1"/>
    </dgm:linClrLst>
    <dgm:effectClrLst/>
    <dgm:txLinClrLst/>
    <dgm:txFillClrLst/>
    <dgm:txEffectClrLst/>
  </dgm:styleLbl>
  <dgm:styleLbl name="asst2">
    <dgm:fillClrLst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asst3">
    <dgm:fillClrLst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asst4">
    <dgm:fillClrLst>
      <a:schemeClr val="accent5"/>
    </dgm:fillClrLst>
    <dgm:linClrLst meth="repeat">
      <a:schemeClr val="lt1"/>
    </dgm:linClrLst>
    <dgm:effectClrLst/>
    <dgm:txLinClrLst/>
    <dgm:txFillClrLst/>
    <dgm:txEffectClrLst/>
  </dgm:styleLbl>
  <dgm:styleLbl name="parChTrans2D1">
    <dgm:fillClrLst meth="repeat">
      <a:schemeClr val="accent2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parChTrans2D2">
    <dgm:fillClrLst meth="repeat"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parChTrans2D3">
    <dgm:fillClrLst meth="repeat"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parChTrans2D4">
    <dgm:fillClrLst meth="repeat">
      <a:schemeClr val="accent5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parChTrans1D1">
    <dgm:fillClrLst meth="repeat">
      <a:schemeClr val="accent2"/>
    </dgm:fillClrLst>
    <dgm:linClrLst meth="repeat">
      <a:schemeClr val="accent1"/>
    </dgm:linClrLst>
    <dgm:effectClrLst/>
    <dgm:txLinClrLst/>
    <dgm:txFillClrLst meth="repeat">
      <a:schemeClr val="tx1"/>
    </dgm:txFillClrLst>
    <dgm:txEffectClrLst/>
  </dgm:styleLbl>
  <dgm:styleLbl name="parChTrans1D2">
    <dgm:fillClrLst meth="repeat">
      <a:schemeClr val="accent3">
        <a:tint val="90000"/>
      </a:schemeClr>
    </dgm:fillClrLst>
    <dgm:linClrLst meth="repeat">
      <a:schemeClr val="accent2"/>
    </dgm:linClrLst>
    <dgm:effectClrLst/>
    <dgm:txLinClrLst/>
    <dgm:txFillClrLst meth="repeat">
      <a:schemeClr val="tx1"/>
    </dgm:txFillClrLst>
    <dgm:txEffectClrLst/>
  </dgm:styleLbl>
  <dgm:styleLbl name="parChTrans1D3">
    <dgm:fillClrLst meth="repeat">
      <a:schemeClr val="accent4">
        <a:tint val="70000"/>
      </a:schemeClr>
    </dgm:fillClrLst>
    <dgm:linClrLst meth="repeat">
      <a:schemeClr val="accent3"/>
    </dgm:linClrLst>
    <dgm:effectClrLst/>
    <dgm:txLinClrLst/>
    <dgm:txFillClrLst meth="repeat">
      <a:schemeClr val="tx1"/>
    </dgm:txFillClrLst>
    <dgm:txEffectClrLst/>
  </dgm:styleLbl>
  <dgm:styleLbl name="parChTrans1D4">
    <dgm:fillClrLst meth="repeat">
      <a:schemeClr val="accent5">
        <a:tint val="50000"/>
      </a:schemeClr>
    </dgm:fillClrLst>
    <dgm:linClrLst meth="repeat">
      <a:schemeClr val="accent4"/>
    </dgm:linClrLst>
    <dgm:effectClrLst/>
    <dgm:txLinClrLst/>
    <dgm:txFillClrLst meth="repeat">
      <a:schemeClr val="tx1"/>
    </dgm:txFillClrLst>
    <dgm:txEffectClrLst/>
  </dgm:styleLbl>
  <dgm:styleLbl name="fgAcc1">
    <dgm:fillClrLst meth="repeat">
      <a:schemeClr val="lt1">
        <a:alpha val="90000"/>
      </a:schemeClr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conFgAcc1">
    <dgm:fillClrLst meth="repeat">
      <a:schemeClr val="lt1">
        <a:alpha val="90000"/>
      </a:schemeClr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alignAcc1">
    <dgm:fillClrLst meth="repeat">
      <a:schemeClr val="lt1">
        <a:alpha val="90000"/>
      </a:schemeClr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trAlignAcc1">
    <dgm:fillClrLst meth="repeat">
      <a:schemeClr val="lt1">
        <a:alpha val="4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bgAcc1">
    <dgm:fillClrLst meth="repeat">
      <a:schemeClr val="lt1">
        <a:alpha val="90000"/>
      </a:schemeClr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solidFgAcc1">
    <dgm:fillClrLst meth="repeat">
      <a:schemeClr val="lt1"/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solidAlignAcc1">
    <dgm:fillClrLst meth="repeat">
      <a:schemeClr val="lt1"/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solidBgAcc1">
    <dgm:fillClrLst meth="repeat">
      <a:schemeClr val="lt1"/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fgAccFollowNode1">
    <dgm:fillClrLst meth="repeat">
      <a:schemeClr val="accent2">
        <a:tint val="40000"/>
        <a:alpha val="90000"/>
      </a:schemeClr>
      <a:schemeClr val="accent3">
        <a:tint val="40000"/>
        <a:alpha val="90000"/>
      </a:schemeClr>
      <a:schemeClr val="accent4">
        <a:tint val="40000"/>
        <a:alpha val="90000"/>
      </a:schemeClr>
      <a:schemeClr val="accent5">
        <a:tint val="40000"/>
        <a:alpha val="90000"/>
      </a:schemeClr>
      <a:schemeClr val="accent6">
        <a:tint val="40000"/>
        <a:alpha val="90000"/>
      </a:schemeClr>
    </dgm:fillClrLst>
    <dgm:linClrLst meth="repeat">
      <a:schemeClr val="accent2">
        <a:tint val="40000"/>
        <a:alpha val="90000"/>
      </a:schemeClr>
      <a:schemeClr val="accent3">
        <a:tint val="40000"/>
        <a:alpha val="90000"/>
      </a:schemeClr>
      <a:schemeClr val="accent4">
        <a:tint val="40000"/>
        <a:alpha val="90000"/>
      </a:schemeClr>
      <a:schemeClr val="accent5">
        <a:tint val="40000"/>
        <a:alpha val="90000"/>
      </a:schemeClr>
      <a:schemeClr val="accent6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alignAccFollowNode1">
    <dgm:fillClrLst meth="repeat">
      <a:schemeClr val="accent2">
        <a:tint val="40000"/>
        <a:alpha val="90000"/>
      </a:schemeClr>
      <a:schemeClr val="accent3">
        <a:tint val="40000"/>
        <a:alpha val="90000"/>
      </a:schemeClr>
      <a:schemeClr val="accent4">
        <a:tint val="40000"/>
        <a:alpha val="90000"/>
      </a:schemeClr>
      <a:schemeClr val="accent5">
        <a:tint val="40000"/>
        <a:alpha val="90000"/>
      </a:schemeClr>
      <a:schemeClr val="accent6">
        <a:tint val="40000"/>
        <a:alpha val="90000"/>
      </a:schemeClr>
    </dgm:fillClrLst>
    <dgm:linClrLst meth="repeat">
      <a:schemeClr val="accent2">
        <a:tint val="40000"/>
        <a:alpha val="90000"/>
      </a:schemeClr>
      <a:schemeClr val="accent3">
        <a:tint val="40000"/>
        <a:alpha val="90000"/>
      </a:schemeClr>
      <a:schemeClr val="accent4">
        <a:tint val="40000"/>
        <a:alpha val="90000"/>
      </a:schemeClr>
      <a:schemeClr val="accent5">
        <a:tint val="40000"/>
        <a:alpha val="90000"/>
      </a:schemeClr>
      <a:schemeClr val="accent6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bgAccFollowNode1">
    <dgm:fillClrLst meth="repeat">
      <a:schemeClr val="accent2">
        <a:tint val="40000"/>
        <a:alpha val="90000"/>
      </a:schemeClr>
      <a:schemeClr val="accent3">
        <a:tint val="40000"/>
        <a:alpha val="90000"/>
      </a:schemeClr>
      <a:schemeClr val="accent4">
        <a:tint val="40000"/>
        <a:alpha val="90000"/>
      </a:schemeClr>
      <a:schemeClr val="accent5">
        <a:tint val="40000"/>
        <a:alpha val="90000"/>
      </a:schemeClr>
      <a:schemeClr val="accent6">
        <a:tint val="40000"/>
        <a:alpha val="90000"/>
      </a:schemeClr>
    </dgm:fillClrLst>
    <dgm:linClrLst meth="repeat">
      <a:schemeClr val="accent2">
        <a:tint val="40000"/>
        <a:alpha val="90000"/>
      </a:schemeClr>
      <a:schemeClr val="accent3">
        <a:tint val="40000"/>
        <a:alpha val="90000"/>
      </a:schemeClr>
      <a:schemeClr val="accent4">
        <a:tint val="40000"/>
        <a:alpha val="90000"/>
      </a:schemeClr>
      <a:schemeClr val="accent5">
        <a:tint val="40000"/>
        <a:alpha val="90000"/>
      </a:schemeClr>
      <a:schemeClr val="accent6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fgAcc0">
    <dgm:fillClrLst meth="repeat">
      <a:schemeClr val="lt1">
        <a:alpha val="90000"/>
      </a:schemeClr>
    </dgm:fillClrLst>
    <dgm:linClrLst>
      <a:schemeClr val="accent1"/>
    </dgm:linClrLst>
    <dgm:effectClrLst/>
    <dgm:txLinClrLst/>
    <dgm:txFillClrLst meth="repeat">
      <a:schemeClr val="dk1"/>
    </dgm:txFillClrLst>
    <dgm:txEffectClrLst/>
  </dgm:styleLbl>
  <dgm:styleLbl name="fgAcc2">
    <dgm:fillClrLst meth="repeat">
      <a:schemeClr val="lt1">
        <a:alpha val="90000"/>
      </a:schemeClr>
    </dgm:fillClrLst>
    <dgm:linClrLst>
      <a:schemeClr val="accent2"/>
    </dgm:linClrLst>
    <dgm:effectClrLst/>
    <dgm:txLinClrLst/>
    <dgm:txFillClrLst meth="repeat">
      <a:schemeClr val="dk1"/>
    </dgm:txFillClrLst>
    <dgm:txEffectClrLst/>
  </dgm:styleLbl>
  <dgm:styleLbl name="fgAcc3">
    <dgm:fillClrLst meth="repeat">
      <a:schemeClr val="lt1">
        <a:alpha val="90000"/>
      </a:schemeClr>
    </dgm:fillClrLst>
    <dgm:linClrLst>
      <a:schemeClr val="accent3"/>
    </dgm:linClrLst>
    <dgm:effectClrLst/>
    <dgm:txLinClrLst/>
    <dgm:txFillClrLst meth="repeat">
      <a:schemeClr val="dk1"/>
    </dgm:txFillClrLst>
    <dgm:txEffectClrLst/>
  </dgm:styleLbl>
  <dgm:styleLbl name="fgAcc4">
    <dgm:fillClrLst meth="repeat">
      <a:schemeClr val="lt1">
        <a:alpha val="90000"/>
      </a:schemeClr>
    </dgm:fillClrLst>
    <dgm:linClrLst>
      <a:schemeClr val="accent4"/>
    </dgm:linClrLst>
    <dgm:effectClrLst/>
    <dgm:txLinClrLst/>
    <dgm:txFillClrLst meth="repeat">
      <a:schemeClr val="dk1"/>
    </dgm:txFillClrLst>
    <dgm:txEffectClrLst/>
  </dgm:styleLbl>
  <dgm:styleLbl name="bgShp">
    <dgm:fillClrLst meth="repeat">
      <a:schemeClr val="bg1">
        <a:lumMod val="95000"/>
      </a:schemeClr>
    </dgm:fillClrLst>
    <dgm:linClrLst meth="repeat">
      <a:schemeClr val="dk1"/>
    </dgm:linClrLst>
    <dgm:effectClrLst/>
    <dgm:txLinClrLst/>
    <dgm:txFillClrLst meth="repeat">
      <a:schemeClr val="dk1"/>
    </dgm:txFillClrLst>
    <dgm:txEffectClrLst/>
  </dgm:styleLbl>
  <dgm:styleLbl name="dkBgShp">
    <dgm:fillClrLst meth="repeat">
      <a:schemeClr val="accent2">
        <a:shade val="90000"/>
      </a:schemeClr>
    </dgm:fillClrLst>
    <dgm:linClrLst meth="repeat">
      <a:schemeClr val="dk1"/>
    </dgm:linClrLst>
    <dgm:effectClrLst/>
    <dgm:txLinClrLst/>
    <dgm:txFillClrLst meth="repeat">
      <a:schemeClr val="lt1"/>
    </dgm:txFillClrLst>
    <dgm:txEffectClrLst/>
  </dgm:styleLbl>
  <dgm:styleLbl name="trBgShp">
    <dgm:fillClrLst meth="repeat">
      <a:schemeClr val="accent1">
        <a:tint val="50000"/>
        <a:alpha val="40000"/>
      </a:schemeClr>
    </dgm:fillClrLst>
    <dgm:linClrLst meth="repeat">
      <a:schemeClr val="accent2"/>
    </dgm:linClrLst>
    <dgm:effectClrLst/>
    <dgm:txLinClrLst/>
    <dgm:txFillClrLst meth="repeat">
      <a:schemeClr val="lt1"/>
    </dgm:txFillClrLst>
    <dgm:txEffectClrLst/>
  </dgm:styleLbl>
  <dgm:styleLbl name="fgShp">
    <dgm:fillClrLst meth="repeat">
      <a:schemeClr val="accent2">
        <a:tint val="40000"/>
      </a:schemeClr>
    </dgm:fillClrLst>
    <dgm:linClrLst meth="repeat">
      <a:schemeClr val="lt1"/>
    </dgm:linClrLst>
    <dgm:effectClrLst/>
    <dgm:txLinClrLst/>
    <dgm:txFillClrLst meth="repeat">
      <a:schemeClr val="dk1"/>
    </dgm:txFillClrLst>
    <dgm:txEffectClrLst/>
  </dgm:styleLbl>
  <dgm:styleLbl name="revTx">
    <dgm:fillClrLst meth="repeat">
      <a:schemeClr val="lt1">
        <a:alpha val="0"/>
      </a:schemeClr>
    </dgm:fillClrLst>
    <dgm:linClrLst meth="repeat">
      <a:schemeClr val="dk1">
        <a:alpha val="0"/>
      </a:schemeClr>
    </dgm:linClrLst>
    <dgm:effectClrLst/>
    <dgm:txLinClrLst/>
    <dgm:txFillClrLst meth="repeat">
      <a:schemeClr val="tx1"/>
    </dgm:txFillClrLst>
    <dgm:txEffectClrLst/>
  </dgm:styleLbl>
</dgm:colorsDef>
</file>

<file path=ppt/diagrams/colors14.xml><?xml version="1.0" encoding="utf-8"?>
<dgm:colorsDef xmlns:dgm="http://schemas.openxmlformats.org/drawingml/2006/diagram" xmlns:a="http://schemas.openxmlformats.org/drawingml/2006/main" uniqueId="urn:microsoft.com/office/officeart/2018/5/colors/Iconchunking_neutralbg_colorful1">
  <dgm:title val=""/>
  <dgm:desc val=""/>
  <dgm:catLst>
    <dgm:cat type="colorful" pri="10100"/>
  </dgm:catLst>
  <dgm:styleLbl name="node0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node1">
    <dgm:fillClrLst meth="repeat">
      <a:schemeClr val="accent2"/>
      <a:schemeClr val="accent3"/>
      <a:schemeClr val="accent4"/>
      <a:schemeClr val="accent5"/>
      <a:schemeClr val="accent6"/>
    </dgm:fillClrLst>
    <dgm:linClrLst meth="repeat">
      <a:schemeClr val="lt1">
        <a:alpha val="0"/>
      </a:schemeClr>
    </dgm:linClrLst>
    <dgm:effectClrLst/>
    <dgm:txLinClrLst/>
    <dgm:txFillClrLst/>
    <dgm:txEffectClrLst/>
  </dgm:styleLbl>
  <dgm:styleLbl name="alignNode1">
    <dgm:fillClrLst meth="repeat">
      <a:schemeClr val="accent2"/>
      <a:schemeClr val="accent3"/>
      <a:schemeClr val="accent4"/>
      <a:schemeClr val="accent5"/>
      <a:schemeClr val="accent6"/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/>
    <dgm:txEffectClrLst/>
  </dgm:styleLbl>
  <dgm:styleLbl name="lnNode1">
    <dgm:fillClrLst meth="repeat">
      <a:schemeClr val="accent2"/>
      <a:schemeClr val="accent3"/>
      <a:schemeClr val="accent4"/>
      <a:schemeClr val="accent5"/>
      <a:schemeClr val="accent6"/>
    </dgm:fillClrLst>
    <dgm:linClrLst meth="repeat">
      <a:schemeClr val="lt1"/>
    </dgm:linClrLst>
    <dgm:effectClrLst/>
    <dgm:txLinClrLst/>
    <dgm:txFillClrLst/>
    <dgm:txEffectClrLst/>
  </dgm:styleLbl>
  <dgm:styleLbl name="vennNode1">
    <dgm:fillClrLst meth="repeat">
      <a:schemeClr val="accent2">
        <a:alpha val="50000"/>
      </a:schemeClr>
      <a:schemeClr val="accent3">
        <a:alpha val="50000"/>
      </a:schemeClr>
      <a:schemeClr val="accent4">
        <a:alpha val="50000"/>
      </a:schemeClr>
      <a:schemeClr val="accent5">
        <a:alpha val="50000"/>
      </a:schemeClr>
      <a:schemeClr val="accent6">
        <a:alpha val="50000"/>
      </a:schemeClr>
    </dgm:fillClrLst>
    <dgm:linClrLst meth="repeat">
      <a:schemeClr val="lt1"/>
    </dgm:linClrLst>
    <dgm:effectClrLst/>
    <dgm:txLinClrLst/>
    <dgm:txFillClrLst/>
    <dgm:txEffectClrLst/>
  </dgm:styleLbl>
  <dgm:styleLbl name="node2">
    <dgm:fillClrLst>
      <a:schemeClr val="accent2"/>
    </dgm:fillClrLst>
    <dgm:linClrLst meth="repeat">
      <a:schemeClr val="lt1"/>
    </dgm:linClrLst>
    <dgm:effectClrLst/>
    <dgm:txLinClrLst/>
    <dgm:txFillClrLst/>
    <dgm:txEffectClrLst/>
  </dgm:styleLbl>
  <dgm:styleLbl name="node3">
    <dgm:fillClrLst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node4">
    <dgm:fillClrLst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fgImgPlace1">
    <dgm:fillClrLst meth="repeat">
      <a:schemeClr val="accent2">
        <a:tint val="50000"/>
      </a:schemeClr>
      <a:schemeClr val="accent3">
        <a:tint val="50000"/>
      </a:schemeClr>
      <a:schemeClr val="accent4">
        <a:tint val="50000"/>
      </a:schemeClr>
      <a:schemeClr val="accent5">
        <a:tint val="50000"/>
      </a:schemeClr>
      <a:schemeClr val="accent6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alignImgPlace1">
    <dgm:fillClrLst>
      <a:schemeClr val="accent1">
        <a:tint val="50000"/>
      </a:schemeClr>
      <a:schemeClr val="accent2">
        <a:tint val="2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bgImgPlace1">
    <dgm:fillClrLst>
      <a:schemeClr val="accent1">
        <a:tint val="50000"/>
      </a:schemeClr>
      <a:schemeClr val="accent2">
        <a:tint val="2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sibTrans2D1">
    <dgm:fillClrLst meth="repeat">
      <a:schemeClr val="accent2"/>
      <a:schemeClr val="accent3"/>
      <a:schemeClr val="accent4"/>
      <a:schemeClr val="accent5"/>
      <a:schemeClr val="accent6"/>
    </dgm:fillClrLst>
    <dgm:linClrLst meth="cycle">
      <a:schemeClr val="lt1"/>
    </dgm:linClrLst>
    <dgm:effectClrLst/>
    <dgm:txLinClrLst/>
    <dgm:txFillClrLst/>
    <dgm:txEffectClrLst/>
  </dgm:styleLbl>
  <dgm:styleLbl name="fgSibTrans2D1">
    <dgm:fillClrLst meth="repeat">
      <a:schemeClr val="accent2"/>
      <a:schemeClr val="accent3"/>
      <a:schemeClr val="accent4"/>
      <a:schemeClr val="accent5"/>
      <a:schemeClr val="accent6"/>
    </dgm:fillClrLst>
    <dgm:linClrLst meth="cycle">
      <a:schemeClr val="lt1"/>
    </dgm:linClrLst>
    <dgm:effectClrLst/>
    <dgm:txLinClrLst/>
    <dgm:txFillClrLst meth="repeat">
      <a:schemeClr val="lt1"/>
    </dgm:txFillClrLst>
    <dgm:txEffectClrLst/>
  </dgm:styleLbl>
  <dgm:styleLbl name="bgSibTrans2D1">
    <dgm:fillClrLst meth="repeat">
      <a:schemeClr val="accent2"/>
      <a:schemeClr val="accent3"/>
      <a:schemeClr val="accent4"/>
      <a:schemeClr val="accent5"/>
      <a:schemeClr val="accent6"/>
    </dgm:fillClrLst>
    <dgm:linClrLst meth="cycle">
      <a:schemeClr val="lt1"/>
    </dgm:linClrLst>
    <dgm:effectClrLst/>
    <dgm:txLinClrLst/>
    <dgm:txFillClrLst meth="repeat">
      <a:schemeClr val="lt1"/>
    </dgm:txFillClrLst>
    <dgm:txEffectClrLst/>
  </dgm:styleLbl>
  <dgm:styleLbl name="sibTrans1D1">
    <dgm:fillClrLst meth="repeat">
      <a:schemeClr val="accent2"/>
      <a:schemeClr val="accent3"/>
      <a:schemeClr val="accent4"/>
      <a:schemeClr val="accent5"/>
      <a:schemeClr val="accent6"/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tx1"/>
    </dgm:txFillClrLst>
    <dgm:txEffectClrLst/>
  </dgm:styleLbl>
  <dgm:styleLbl name="callout">
    <dgm:fillClrLst meth="repeat">
      <a:schemeClr val="accent2"/>
    </dgm:fillClrLst>
    <dgm:linClrLst meth="repeat">
      <a:schemeClr val="accent2">
        <a:tint val="50000"/>
      </a:schemeClr>
    </dgm:linClrLst>
    <dgm:effectClrLst/>
    <dgm:txLinClrLst/>
    <dgm:txFillClrLst meth="repeat">
      <a:schemeClr val="tx1"/>
    </dgm:txFillClrLst>
    <dgm:txEffectClrLst/>
  </dgm:styleLbl>
  <dgm:styleLbl name="asst0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sst1">
    <dgm:fillClrLst meth="repeat">
      <a:schemeClr val="accent2"/>
    </dgm:fillClrLst>
    <dgm:linClrLst meth="repeat">
      <a:schemeClr val="lt1"/>
    </dgm:linClrLst>
    <dgm:effectClrLst/>
    <dgm:txLinClrLst/>
    <dgm:txFillClrLst/>
    <dgm:txEffectClrLst/>
  </dgm:styleLbl>
  <dgm:styleLbl name="asst2">
    <dgm:fillClrLst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asst3">
    <dgm:fillClrLst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asst4">
    <dgm:fillClrLst>
      <a:schemeClr val="accent5"/>
    </dgm:fillClrLst>
    <dgm:linClrLst meth="repeat">
      <a:schemeClr val="lt1"/>
    </dgm:linClrLst>
    <dgm:effectClrLst/>
    <dgm:txLinClrLst/>
    <dgm:txFillClrLst/>
    <dgm:txEffectClrLst/>
  </dgm:styleLbl>
  <dgm:styleLbl name="parChTrans2D1">
    <dgm:fillClrLst meth="repeat">
      <a:schemeClr val="accent2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parChTrans2D2">
    <dgm:fillClrLst meth="repeat"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parChTrans2D3">
    <dgm:fillClrLst meth="repeat"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parChTrans2D4">
    <dgm:fillClrLst meth="repeat">
      <a:schemeClr val="accent5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parChTrans1D1">
    <dgm:fillClrLst meth="repeat">
      <a:schemeClr val="accent2"/>
    </dgm:fillClrLst>
    <dgm:linClrLst meth="repeat">
      <a:schemeClr val="accent1"/>
    </dgm:linClrLst>
    <dgm:effectClrLst/>
    <dgm:txLinClrLst/>
    <dgm:txFillClrLst meth="repeat">
      <a:schemeClr val="tx1"/>
    </dgm:txFillClrLst>
    <dgm:txEffectClrLst/>
  </dgm:styleLbl>
  <dgm:styleLbl name="parChTrans1D2">
    <dgm:fillClrLst meth="repeat">
      <a:schemeClr val="accent3">
        <a:tint val="90000"/>
      </a:schemeClr>
    </dgm:fillClrLst>
    <dgm:linClrLst meth="repeat">
      <a:schemeClr val="accent2"/>
    </dgm:linClrLst>
    <dgm:effectClrLst/>
    <dgm:txLinClrLst/>
    <dgm:txFillClrLst meth="repeat">
      <a:schemeClr val="tx1"/>
    </dgm:txFillClrLst>
    <dgm:txEffectClrLst/>
  </dgm:styleLbl>
  <dgm:styleLbl name="parChTrans1D3">
    <dgm:fillClrLst meth="repeat">
      <a:schemeClr val="accent4">
        <a:tint val="70000"/>
      </a:schemeClr>
    </dgm:fillClrLst>
    <dgm:linClrLst meth="repeat">
      <a:schemeClr val="accent3"/>
    </dgm:linClrLst>
    <dgm:effectClrLst/>
    <dgm:txLinClrLst/>
    <dgm:txFillClrLst meth="repeat">
      <a:schemeClr val="tx1"/>
    </dgm:txFillClrLst>
    <dgm:txEffectClrLst/>
  </dgm:styleLbl>
  <dgm:styleLbl name="parChTrans1D4">
    <dgm:fillClrLst meth="repeat">
      <a:schemeClr val="accent5">
        <a:tint val="50000"/>
      </a:schemeClr>
    </dgm:fillClrLst>
    <dgm:linClrLst meth="repeat">
      <a:schemeClr val="accent4"/>
    </dgm:linClrLst>
    <dgm:effectClrLst/>
    <dgm:txLinClrLst/>
    <dgm:txFillClrLst meth="repeat">
      <a:schemeClr val="tx1"/>
    </dgm:txFillClrLst>
    <dgm:txEffectClrLst/>
  </dgm:styleLbl>
  <dgm:styleLbl name="fgAcc1">
    <dgm:fillClrLst meth="repeat">
      <a:schemeClr val="lt1">
        <a:alpha val="90000"/>
      </a:schemeClr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conFgAcc1">
    <dgm:fillClrLst meth="repeat">
      <a:schemeClr val="lt1">
        <a:alpha val="90000"/>
      </a:schemeClr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alignAcc1">
    <dgm:fillClrLst meth="repeat">
      <a:schemeClr val="lt1">
        <a:alpha val="90000"/>
      </a:schemeClr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trAlignAcc1">
    <dgm:fillClrLst meth="repeat">
      <a:schemeClr val="lt1">
        <a:alpha val="4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bgAcc1">
    <dgm:fillClrLst meth="repeat">
      <a:schemeClr val="lt1">
        <a:alpha val="90000"/>
      </a:schemeClr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solidFgAcc1">
    <dgm:fillClrLst meth="repeat">
      <a:schemeClr val="lt1"/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solidAlignAcc1">
    <dgm:fillClrLst meth="repeat">
      <a:schemeClr val="lt1"/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solidBgAcc1">
    <dgm:fillClrLst meth="repeat">
      <a:schemeClr val="lt1"/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fgAccFollowNode1">
    <dgm:fillClrLst meth="repeat">
      <a:schemeClr val="accent2">
        <a:tint val="40000"/>
        <a:alpha val="90000"/>
      </a:schemeClr>
      <a:schemeClr val="accent3">
        <a:tint val="40000"/>
        <a:alpha val="90000"/>
      </a:schemeClr>
      <a:schemeClr val="accent4">
        <a:tint val="40000"/>
        <a:alpha val="90000"/>
      </a:schemeClr>
      <a:schemeClr val="accent5">
        <a:tint val="40000"/>
        <a:alpha val="90000"/>
      </a:schemeClr>
      <a:schemeClr val="accent6">
        <a:tint val="40000"/>
        <a:alpha val="90000"/>
      </a:schemeClr>
    </dgm:fillClrLst>
    <dgm:linClrLst meth="repeat">
      <a:schemeClr val="accent2">
        <a:tint val="40000"/>
        <a:alpha val="90000"/>
      </a:schemeClr>
      <a:schemeClr val="accent3">
        <a:tint val="40000"/>
        <a:alpha val="90000"/>
      </a:schemeClr>
      <a:schemeClr val="accent4">
        <a:tint val="40000"/>
        <a:alpha val="90000"/>
      </a:schemeClr>
      <a:schemeClr val="accent5">
        <a:tint val="40000"/>
        <a:alpha val="90000"/>
      </a:schemeClr>
      <a:schemeClr val="accent6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alignAccFollowNode1">
    <dgm:fillClrLst meth="repeat">
      <a:schemeClr val="accent2">
        <a:tint val="40000"/>
        <a:alpha val="90000"/>
      </a:schemeClr>
      <a:schemeClr val="accent3">
        <a:tint val="40000"/>
        <a:alpha val="90000"/>
      </a:schemeClr>
      <a:schemeClr val="accent4">
        <a:tint val="40000"/>
        <a:alpha val="90000"/>
      </a:schemeClr>
      <a:schemeClr val="accent5">
        <a:tint val="40000"/>
        <a:alpha val="90000"/>
      </a:schemeClr>
      <a:schemeClr val="accent6">
        <a:tint val="40000"/>
        <a:alpha val="90000"/>
      </a:schemeClr>
    </dgm:fillClrLst>
    <dgm:linClrLst meth="repeat">
      <a:schemeClr val="accent2">
        <a:tint val="40000"/>
        <a:alpha val="90000"/>
      </a:schemeClr>
      <a:schemeClr val="accent3">
        <a:tint val="40000"/>
        <a:alpha val="90000"/>
      </a:schemeClr>
      <a:schemeClr val="accent4">
        <a:tint val="40000"/>
        <a:alpha val="90000"/>
      </a:schemeClr>
      <a:schemeClr val="accent5">
        <a:tint val="40000"/>
        <a:alpha val="90000"/>
      </a:schemeClr>
      <a:schemeClr val="accent6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bgAccFollowNode1">
    <dgm:fillClrLst meth="repeat">
      <a:schemeClr val="accent2">
        <a:tint val="40000"/>
        <a:alpha val="90000"/>
      </a:schemeClr>
      <a:schemeClr val="accent3">
        <a:tint val="40000"/>
        <a:alpha val="90000"/>
      </a:schemeClr>
      <a:schemeClr val="accent4">
        <a:tint val="40000"/>
        <a:alpha val="90000"/>
      </a:schemeClr>
      <a:schemeClr val="accent5">
        <a:tint val="40000"/>
        <a:alpha val="90000"/>
      </a:schemeClr>
      <a:schemeClr val="accent6">
        <a:tint val="40000"/>
        <a:alpha val="90000"/>
      </a:schemeClr>
    </dgm:fillClrLst>
    <dgm:linClrLst meth="repeat">
      <a:schemeClr val="accent2">
        <a:tint val="40000"/>
        <a:alpha val="90000"/>
      </a:schemeClr>
      <a:schemeClr val="accent3">
        <a:tint val="40000"/>
        <a:alpha val="90000"/>
      </a:schemeClr>
      <a:schemeClr val="accent4">
        <a:tint val="40000"/>
        <a:alpha val="90000"/>
      </a:schemeClr>
      <a:schemeClr val="accent5">
        <a:tint val="40000"/>
        <a:alpha val="90000"/>
      </a:schemeClr>
      <a:schemeClr val="accent6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fgAcc0">
    <dgm:fillClrLst meth="repeat">
      <a:schemeClr val="lt1">
        <a:alpha val="90000"/>
      </a:schemeClr>
    </dgm:fillClrLst>
    <dgm:linClrLst>
      <a:schemeClr val="accent1"/>
    </dgm:linClrLst>
    <dgm:effectClrLst/>
    <dgm:txLinClrLst/>
    <dgm:txFillClrLst meth="repeat">
      <a:schemeClr val="dk1"/>
    </dgm:txFillClrLst>
    <dgm:txEffectClrLst/>
  </dgm:styleLbl>
  <dgm:styleLbl name="fgAcc2">
    <dgm:fillClrLst meth="repeat">
      <a:schemeClr val="lt1">
        <a:alpha val="90000"/>
      </a:schemeClr>
    </dgm:fillClrLst>
    <dgm:linClrLst>
      <a:schemeClr val="accent2"/>
    </dgm:linClrLst>
    <dgm:effectClrLst/>
    <dgm:txLinClrLst/>
    <dgm:txFillClrLst meth="repeat">
      <a:schemeClr val="dk1"/>
    </dgm:txFillClrLst>
    <dgm:txEffectClrLst/>
  </dgm:styleLbl>
  <dgm:styleLbl name="fgAcc3">
    <dgm:fillClrLst meth="repeat">
      <a:schemeClr val="lt1">
        <a:alpha val="90000"/>
      </a:schemeClr>
    </dgm:fillClrLst>
    <dgm:linClrLst>
      <a:schemeClr val="accent3"/>
    </dgm:linClrLst>
    <dgm:effectClrLst/>
    <dgm:txLinClrLst/>
    <dgm:txFillClrLst meth="repeat">
      <a:schemeClr val="dk1"/>
    </dgm:txFillClrLst>
    <dgm:txEffectClrLst/>
  </dgm:styleLbl>
  <dgm:styleLbl name="fgAcc4">
    <dgm:fillClrLst meth="repeat">
      <a:schemeClr val="lt1">
        <a:alpha val="90000"/>
      </a:schemeClr>
    </dgm:fillClrLst>
    <dgm:linClrLst>
      <a:schemeClr val="accent4"/>
    </dgm:linClrLst>
    <dgm:effectClrLst/>
    <dgm:txLinClrLst/>
    <dgm:txFillClrLst meth="repeat">
      <a:schemeClr val="dk1"/>
    </dgm:txFillClrLst>
    <dgm:txEffectClrLst/>
  </dgm:styleLbl>
  <dgm:styleLbl name="bgShp">
    <dgm:fillClrLst meth="repeat">
      <a:schemeClr val="bg1">
        <a:lumMod val="95000"/>
      </a:schemeClr>
    </dgm:fillClrLst>
    <dgm:linClrLst meth="repeat">
      <a:schemeClr val="dk1"/>
    </dgm:linClrLst>
    <dgm:effectClrLst/>
    <dgm:txLinClrLst/>
    <dgm:txFillClrLst meth="repeat">
      <a:schemeClr val="dk1"/>
    </dgm:txFillClrLst>
    <dgm:txEffectClrLst/>
  </dgm:styleLbl>
  <dgm:styleLbl name="dkBgShp">
    <dgm:fillClrLst meth="repeat">
      <a:schemeClr val="accent2">
        <a:shade val="90000"/>
      </a:schemeClr>
    </dgm:fillClrLst>
    <dgm:linClrLst meth="repeat">
      <a:schemeClr val="dk1"/>
    </dgm:linClrLst>
    <dgm:effectClrLst/>
    <dgm:txLinClrLst/>
    <dgm:txFillClrLst meth="repeat">
      <a:schemeClr val="lt1"/>
    </dgm:txFillClrLst>
    <dgm:txEffectClrLst/>
  </dgm:styleLbl>
  <dgm:styleLbl name="trBgShp">
    <dgm:fillClrLst meth="repeat">
      <a:schemeClr val="accent1">
        <a:tint val="50000"/>
        <a:alpha val="40000"/>
      </a:schemeClr>
    </dgm:fillClrLst>
    <dgm:linClrLst meth="repeat">
      <a:schemeClr val="accent2"/>
    </dgm:linClrLst>
    <dgm:effectClrLst/>
    <dgm:txLinClrLst/>
    <dgm:txFillClrLst meth="repeat">
      <a:schemeClr val="lt1"/>
    </dgm:txFillClrLst>
    <dgm:txEffectClrLst/>
  </dgm:styleLbl>
  <dgm:styleLbl name="fgShp">
    <dgm:fillClrLst meth="repeat">
      <a:schemeClr val="accent2">
        <a:tint val="40000"/>
      </a:schemeClr>
    </dgm:fillClrLst>
    <dgm:linClrLst meth="repeat">
      <a:schemeClr val="lt1"/>
    </dgm:linClrLst>
    <dgm:effectClrLst/>
    <dgm:txLinClrLst/>
    <dgm:txFillClrLst meth="repeat">
      <a:schemeClr val="dk1"/>
    </dgm:txFillClrLst>
    <dgm:txEffectClrLst/>
  </dgm:styleLbl>
  <dgm:styleLbl name="revTx">
    <dgm:fillClrLst meth="repeat">
      <a:schemeClr val="lt1">
        <a:alpha val="0"/>
      </a:schemeClr>
    </dgm:fillClrLst>
    <dgm:linClrLst meth="repeat">
      <a:schemeClr val="dk1">
        <a:alpha val="0"/>
      </a:schemeClr>
    </dgm:linClrLst>
    <dgm:effectClrLst/>
    <dgm:txLinClrLst/>
    <dgm:txFillClrLst meth="repeat">
      <a:schemeClr val="tx1"/>
    </dgm:txFillClrLst>
    <dgm:txEffectClrLst/>
  </dgm:styleLbl>
</dgm:colorsDef>
</file>

<file path=ppt/diagrams/colors15.xml><?xml version="1.0" encoding="utf-8"?>
<dgm:colorsDef xmlns:dgm="http://schemas.openxmlformats.org/drawingml/2006/diagram" xmlns:a="http://schemas.openxmlformats.org/drawingml/2006/main" uniqueId="urn:microsoft.com/office/officeart/2018/5/colors/Iconchunking_neutralbg_colorful1">
  <dgm:title val=""/>
  <dgm:desc val=""/>
  <dgm:catLst>
    <dgm:cat type="colorful" pri="10100"/>
  </dgm:catLst>
  <dgm:styleLbl name="node0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node1">
    <dgm:fillClrLst meth="repeat">
      <a:schemeClr val="accent2"/>
      <a:schemeClr val="accent3"/>
      <a:schemeClr val="accent4"/>
      <a:schemeClr val="accent5"/>
      <a:schemeClr val="accent6"/>
    </dgm:fillClrLst>
    <dgm:linClrLst meth="repeat">
      <a:schemeClr val="lt1">
        <a:alpha val="0"/>
      </a:schemeClr>
    </dgm:linClrLst>
    <dgm:effectClrLst/>
    <dgm:txLinClrLst/>
    <dgm:txFillClrLst/>
    <dgm:txEffectClrLst/>
  </dgm:styleLbl>
  <dgm:styleLbl name="alignNode1">
    <dgm:fillClrLst meth="repeat">
      <a:schemeClr val="accent2"/>
      <a:schemeClr val="accent3"/>
      <a:schemeClr val="accent4"/>
      <a:schemeClr val="accent5"/>
      <a:schemeClr val="accent6"/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/>
    <dgm:txEffectClrLst/>
  </dgm:styleLbl>
  <dgm:styleLbl name="lnNode1">
    <dgm:fillClrLst meth="repeat">
      <a:schemeClr val="accent2"/>
      <a:schemeClr val="accent3"/>
      <a:schemeClr val="accent4"/>
      <a:schemeClr val="accent5"/>
      <a:schemeClr val="accent6"/>
    </dgm:fillClrLst>
    <dgm:linClrLst meth="repeat">
      <a:schemeClr val="lt1"/>
    </dgm:linClrLst>
    <dgm:effectClrLst/>
    <dgm:txLinClrLst/>
    <dgm:txFillClrLst/>
    <dgm:txEffectClrLst/>
  </dgm:styleLbl>
  <dgm:styleLbl name="vennNode1">
    <dgm:fillClrLst meth="repeat">
      <a:schemeClr val="accent2">
        <a:alpha val="50000"/>
      </a:schemeClr>
      <a:schemeClr val="accent3">
        <a:alpha val="50000"/>
      </a:schemeClr>
      <a:schemeClr val="accent4">
        <a:alpha val="50000"/>
      </a:schemeClr>
      <a:schemeClr val="accent5">
        <a:alpha val="50000"/>
      </a:schemeClr>
      <a:schemeClr val="accent6">
        <a:alpha val="50000"/>
      </a:schemeClr>
    </dgm:fillClrLst>
    <dgm:linClrLst meth="repeat">
      <a:schemeClr val="lt1"/>
    </dgm:linClrLst>
    <dgm:effectClrLst/>
    <dgm:txLinClrLst/>
    <dgm:txFillClrLst/>
    <dgm:txEffectClrLst/>
  </dgm:styleLbl>
  <dgm:styleLbl name="node2">
    <dgm:fillClrLst>
      <a:schemeClr val="accent2"/>
    </dgm:fillClrLst>
    <dgm:linClrLst meth="repeat">
      <a:schemeClr val="lt1"/>
    </dgm:linClrLst>
    <dgm:effectClrLst/>
    <dgm:txLinClrLst/>
    <dgm:txFillClrLst/>
    <dgm:txEffectClrLst/>
  </dgm:styleLbl>
  <dgm:styleLbl name="node3">
    <dgm:fillClrLst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node4">
    <dgm:fillClrLst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fgImgPlace1">
    <dgm:fillClrLst meth="repeat">
      <a:schemeClr val="accent2">
        <a:tint val="50000"/>
      </a:schemeClr>
      <a:schemeClr val="accent3">
        <a:tint val="50000"/>
      </a:schemeClr>
      <a:schemeClr val="accent4">
        <a:tint val="50000"/>
      </a:schemeClr>
      <a:schemeClr val="accent5">
        <a:tint val="50000"/>
      </a:schemeClr>
      <a:schemeClr val="accent6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alignImgPlace1">
    <dgm:fillClrLst>
      <a:schemeClr val="accent1">
        <a:tint val="50000"/>
      </a:schemeClr>
      <a:schemeClr val="accent2">
        <a:tint val="2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bgImgPlace1">
    <dgm:fillClrLst>
      <a:schemeClr val="accent1">
        <a:tint val="50000"/>
      </a:schemeClr>
      <a:schemeClr val="accent2">
        <a:tint val="2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sibTrans2D1">
    <dgm:fillClrLst meth="repeat">
      <a:schemeClr val="accent2"/>
      <a:schemeClr val="accent3"/>
      <a:schemeClr val="accent4"/>
      <a:schemeClr val="accent5"/>
      <a:schemeClr val="accent6"/>
    </dgm:fillClrLst>
    <dgm:linClrLst meth="cycle">
      <a:schemeClr val="lt1"/>
    </dgm:linClrLst>
    <dgm:effectClrLst/>
    <dgm:txLinClrLst/>
    <dgm:txFillClrLst/>
    <dgm:txEffectClrLst/>
  </dgm:styleLbl>
  <dgm:styleLbl name="fgSibTrans2D1">
    <dgm:fillClrLst meth="repeat">
      <a:schemeClr val="accent2"/>
      <a:schemeClr val="accent3"/>
      <a:schemeClr val="accent4"/>
      <a:schemeClr val="accent5"/>
      <a:schemeClr val="accent6"/>
    </dgm:fillClrLst>
    <dgm:linClrLst meth="cycle">
      <a:schemeClr val="lt1"/>
    </dgm:linClrLst>
    <dgm:effectClrLst/>
    <dgm:txLinClrLst/>
    <dgm:txFillClrLst meth="repeat">
      <a:schemeClr val="lt1"/>
    </dgm:txFillClrLst>
    <dgm:txEffectClrLst/>
  </dgm:styleLbl>
  <dgm:styleLbl name="bgSibTrans2D1">
    <dgm:fillClrLst meth="repeat">
      <a:schemeClr val="accent2"/>
      <a:schemeClr val="accent3"/>
      <a:schemeClr val="accent4"/>
      <a:schemeClr val="accent5"/>
      <a:schemeClr val="accent6"/>
    </dgm:fillClrLst>
    <dgm:linClrLst meth="cycle">
      <a:schemeClr val="lt1"/>
    </dgm:linClrLst>
    <dgm:effectClrLst/>
    <dgm:txLinClrLst/>
    <dgm:txFillClrLst meth="repeat">
      <a:schemeClr val="lt1"/>
    </dgm:txFillClrLst>
    <dgm:txEffectClrLst/>
  </dgm:styleLbl>
  <dgm:styleLbl name="sibTrans1D1">
    <dgm:fillClrLst meth="repeat">
      <a:schemeClr val="accent2"/>
      <a:schemeClr val="accent3"/>
      <a:schemeClr val="accent4"/>
      <a:schemeClr val="accent5"/>
      <a:schemeClr val="accent6"/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tx1"/>
    </dgm:txFillClrLst>
    <dgm:txEffectClrLst/>
  </dgm:styleLbl>
  <dgm:styleLbl name="callout">
    <dgm:fillClrLst meth="repeat">
      <a:schemeClr val="accent2"/>
    </dgm:fillClrLst>
    <dgm:linClrLst meth="repeat">
      <a:schemeClr val="accent2">
        <a:tint val="50000"/>
      </a:schemeClr>
    </dgm:linClrLst>
    <dgm:effectClrLst/>
    <dgm:txLinClrLst/>
    <dgm:txFillClrLst meth="repeat">
      <a:schemeClr val="tx1"/>
    </dgm:txFillClrLst>
    <dgm:txEffectClrLst/>
  </dgm:styleLbl>
  <dgm:styleLbl name="asst0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sst1">
    <dgm:fillClrLst meth="repeat">
      <a:schemeClr val="accent2"/>
    </dgm:fillClrLst>
    <dgm:linClrLst meth="repeat">
      <a:schemeClr val="lt1"/>
    </dgm:linClrLst>
    <dgm:effectClrLst/>
    <dgm:txLinClrLst/>
    <dgm:txFillClrLst/>
    <dgm:txEffectClrLst/>
  </dgm:styleLbl>
  <dgm:styleLbl name="asst2">
    <dgm:fillClrLst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asst3">
    <dgm:fillClrLst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asst4">
    <dgm:fillClrLst>
      <a:schemeClr val="accent5"/>
    </dgm:fillClrLst>
    <dgm:linClrLst meth="repeat">
      <a:schemeClr val="lt1"/>
    </dgm:linClrLst>
    <dgm:effectClrLst/>
    <dgm:txLinClrLst/>
    <dgm:txFillClrLst/>
    <dgm:txEffectClrLst/>
  </dgm:styleLbl>
  <dgm:styleLbl name="parChTrans2D1">
    <dgm:fillClrLst meth="repeat">
      <a:schemeClr val="accent2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parChTrans2D2">
    <dgm:fillClrLst meth="repeat"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parChTrans2D3">
    <dgm:fillClrLst meth="repeat"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parChTrans2D4">
    <dgm:fillClrLst meth="repeat">
      <a:schemeClr val="accent5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parChTrans1D1">
    <dgm:fillClrLst meth="repeat">
      <a:schemeClr val="accent2"/>
    </dgm:fillClrLst>
    <dgm:linClrLst meth="repeat">
      <a:schemeClr val="accent1"/>
    </dgm:linClrLst>
    <dgm:effectClrLst/>
    <dgm:txLinClrLst/>
    <dgm:txFillClrLst meth="repeat">
      <a:schemeClr val="tx1"/>
    </dgm:txFillClrLst>
    <dgm:txEffectClrLst/>
  </dgm:styleLbl>
  <dgm:styleLbl name="parChTrans1D2">
    <dgm:fillClrLst meth="repeat">
      <a:schemeClr val="accent3">
        <a:tint val="90000"/>
      </a:schemeClr>
    </dgm:fillClrLst>
    <dgm:linClrLst meth="repeat">
      <a:schemeClr val="accent2"/>
    </dgm:linClrLst>
    <dgm:effectClrLst/>
    <dgm:txLinClrLst/>
    <dgm:txFillClrLst meth="repeat">
      <a:schemeClr val="tx1"/>
    </dgm:txFillClrLst>
    <dgm:txEffectClrLst/>
  </dgm:styleLbl>
  <dgm:styleLbl name="parChTrans1D3">
    <dgm:fillClrLst meth="repeat">
      <a:schemeClr val="accent4">
        <a:tint val="70000"/>
      </a:schemeClr>
    </dgm:fillClrLst>
    <dgm:linClrLst meth="repeat">
      <a:schemeClr val="accent3"/>
    </dgm:linClrLst>
    <dgm:effectClrLst/>
    <dgm:txLinClrLst/>
    <dgm:txFillClrLst meth="repeat">
      <a:schemeClr val="tx1"/>
    </dgm:txFillClrLst>
    <dgm:txEffectClrLst/>
  </dgm:styleLbl>
  <dgm:styleLbl name="parChTrans1D4">
    <dgm:fillClrLst meth="repeat">
      <a:schemeClr val="accent5">
        <a:tint val="50000"/>
      </a:schemeClr>
    </dgm:fillClrLst>
    <dgm:linClrLst meth="repeat">
      <a:schemeClr val="accent4"/>
    </dgm:linClrLst>
    <dgm:effectClrLst/>
    <dgm:txLinClrLst/>
    <dgm:txFillClrLst meth="repeat">
      <a:schemeClr val="tx1"/>
    </dgm:txFillClrLst>
    <dgm:txEffectClrLst/>
  </dgm:styleLbl>
  <dgm:styleLbl name="fgAcc1">
    <dgm:fillClrLst meth="repeat">
      <a:schemeClr val="lt1">
        <a:alpha val="90000"/>
      </a:schemeClr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conFgAcc1">
    <dgm:fillClrLst meth="repeat">
      <a:schemeClr val="lt1">
        <a:alpha val="90000"/>
      </a:schemeClr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alignAcc1">
    <dgm:fillClrLst meth="repeat">
      <a:schemeClr val="lt1">
        <a:alpha val="90000"/>
      </a:schemeClr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trAlignAcc1">
    <dgm:fillClrLst meth="repeat">
      <a:schemeClr val="lt1">
        <a:alpha val="4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bgAcc1">
    <dgm:fillClrLst meth="repeat">
      <a:schemeClr val="lt1">
        <a:alpha val="90000"/>
      </a:schemeClr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solidFgAcc1">
    <dgm:fillClrLst meth="repeat">
      <a:schemeClr val="lt1"/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solidAlignAcc1">
    <dgm:fillClrLst meth="repeat">
      <a:schemeClr val="lt1"/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solidBgAcc1">
    <dgm:fillClrLst meth="repeat">
      <a:schemeClr val="lt1"/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fgAccFollowNode1">
    <dgm:fillClrLst meth="repeat">
      <a:schemeClr val="accent2">
        <a:tint val="40000"/>
        <a:alpha val="90000"/>
      </a:schemeClr>
      <a:schemeClr val="accent3">
        <a:tint val="40000"/>
        <a:alpha val="90000"/>
      </a:schemeClr>
      <a:schemeClr val="accent4">
        <a:tint val="40000"/>
        <a:alpha val="90000"/>
      </a:schemeClr>
      <a:schemeClr val="accent5">
        <a:tint val="40000"/>
        <a:alpha val="90000"/>
      </a:schemeClr>
      <a:schemeClr val="accent6">
        <a:tint val="40000"/>
        <a:alpha val="90000"/>
      </a:schemeClr>
    </dgm:fillClrLst>
    <dgm:linClrLst meth="repeat">
      <a:schemeClr val="accent2">
        <a:tint val="40000"/>
        <a:alpha val="90000"/>
      </a:schemeClr>
      <a:schemeClr val="accent3">
        <a:tint val="40000"/>
        <a:alpha val="90000"/>
      </a:schemeClr>
      <a:schemeClr val="accent4">
        <a:tint val="40000"/>
        <a:alpha val="90000"/>
      </a:schemeClr>
      <a:schemeClr val="accent5">
        <a:tint val="40000"/>
        <a:alpha val="90000"/>
      </a:schemeClr>
      <a:schemeClr val="accent6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alignAccFollowNode1">
    <dgm:fillClrLst meth="repeat">
      <a:schemeClr val="accent2">
        <a:tint val="40000"/>
        <a:alpha val="90000"/>
      </a:schemeClr>
      <a:schemeClr val="accent3">
        <a:tint val="40000"/>
        <a:alpha val="90000"/>
      </a:schemeClr>
      <a:schemeClr val="accent4">
        <a:tint val="40000"/>
        <a:alpha val="90000"/>
      </a:schemeClr>
      <a:schemeClr val="accent5">
        <a:tint val="40000"/>
        <a:alpha val="90000"/>
      </a:schemeClr>
      <a:schemeClr val="accent6">
        <a:tint val="40000"/>
        <a:alpha val="90000"/>
      </a:schemeClr>
    </dgm:fillClrLst>
    <dgm:linClrLst meth="repeat">
      <a:schemeClr val="accent2">
        <a:tint val="40000"/>
        <a:alpha val="90000"/>
      </a:schemeClr>
      <a:schemeClr val="accent3">
        <a:tint val="40000"/>
        <a:alpha val="90000"/>
      </a:schemeClr>
      <a:schemeClr val="accent4">
        <a:tint val="40000"/>
        <a:alpha val="90000"/>
      </a:schemeClr>
      <a:schemeClr val="accent5">
        <a:tint val="40000"/>
        <a:alpha val="90000"/>
      </a:schemeClr>
      <a:schemeClr val="accent6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bgAccFollowNode1">
    <dgm:fillClrLst meth="repeat">
      <a:schemeClr val="accent2">
        <a:tint val="40000"/>
        <a:alpha val="90000"/>
      </a:schemeClr>
      <a:schemeClr val="accent3">
        <a:tint val="40000"/>
        <a:alpha val="90000"/>
      </a:schemeClr>
      <a:schemeClr val="accent4">
        <a:tint val="40000"/>
        <a:alpha val="90000"/>
      </a:schemeClr>
      <a:schemeClr val="accent5">
        <a:tint val="40000"/>
        <a:alpha val="90000"/>
      </a:schemeClr>
      <a:schemeClr val="accent6">
        <a:tint val="40000"/>
        <a:alpha val="90000"/>
      </a:schemeClr>
    </dgm:fillClrLst>
    <dgm:linClrLst meth="repeat">
      <a:schemeClr val="accent2">
        <a:tint val="40000"/>
        <a:alpha val="90000"/>
      </a:schemeClr>
      <a:schemeClr val="accent3">
        <a:tint val="40000"/>
        <a:alpha val="90000"/>
      </a:schemeClr>
      <a:schemeClr val="accent4">
        <a:tint val="40000"/>
        <a:alpha val="90000"/>
      </a:schemeClr>
      <a:schemeClr val="accent5">
        <a:tint val="40000"/>
        <a:alpha val="90000"/>
      </a:schemeClr>
      <a:schemeClr val="accent6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fgAcc0">
    <dgm:fillClrLst meth="repeat">
      <a:schemeClr val="lt1">
        <a:alpha val="90000"/>
      </a:schemeClr>
    </dgm:fillClrLst>
    <dgm:linClrLst>
      <a:schemeClr val="accent1"/>
    </dgm:linClrLst>
    <dgm:effectClrLst/>
    <dgm:txLinClrLst/>
    <dgm:txFillClrLst meth="repeat">
      <a:schemeClr val="dk1"/>
    </dgm:txFillClrLst>
    <dgm:txEffectClrLst/>
  </dgm:styleLbl>
  <dgm:styleLbl name="fgAcc2">
    <dgm:fillClrLst meth="repeat">
      <a:schemeClr val="lt1">
        <a:alpha val="90000"/>
      </a:schemeClr>
    </dgm:fillClrLst>
    <dgm:linClrLst>
      <a:schemeClr val="accent2"/>
    </dgm:linClrLst>
    <dgm:effectClrLst/>
    <dgm:txLinClrLst/>
    <dgm:txFillClrLst meth="repeat">
      <a:schemeClr val="dk1"/>
    </dgm:txFillClrLst>
    <dgm:txEffectClrLst/>
  </dgm:styleLbl>
  <dgm:styleLbl name="fgAcc3">
    <dgm:fillClrLst meth="repeat">
      <a:schemeClr val="lt1">
        <a:alpha val="90000"/>
      </a:schemeClr>
    </dgm:fillClrLst>
    <dgm:linClrLst>
      <a:schemeClr val="accent3"/>
    </dgm:linClrLst>
    <dgm:effectClrLst/>
    <dgm:txLinClrLst/>
    <dgm:txFillClrLst meth="repeat">
      <a:schemeClr val="dk1"/>
    </dgm:txFillClrLst>
    <dgm:txEffectClrLst/>
  </dgm:styleLbl>
  <dgm:styleLbl name="fgAcc4">
    <dgm:fillClrLst meth="repeat">
      <a:schemeClr val="lt1">
        <a:alpha val="90000"/>
      </a:schemeClr>
    </dgm:fillClrLst>
    <dgm:linClrLst>
      <a:schemeClr val="accent4"/>
    </dgm:linClrLst>
    <dgm:effectClrLst/>
    <dgm:txLinClrLst/>
    <dgm:txFillClrLst meth="repeat">
      <a:schemeClr val="dk1"/>
    </dgm:txFillClrLst>
    <dgm:txEffectClrLst/>
  </dgm:styleLbl>
  <dgm:styleLbl name="bgShp">
    <dgm:fillClrLst meth="repeat">
      <a:schemeClr val="bg1">
        <a:lumMod val="95000"/>
      </a:schemeClr>
    </dgm:fillClrLst>
    <dgm:linClrLst meth="repeat">
      <a:schemeClr val="dk1"/>
    </dgm:linClrLst>
    <dgm:effectClrLst/>
    <dgm:txLinClrLst/>
    <dgm:txFillClrLst meth="repeat">
      <a:schemeClr val="dk1"/>
    </dgm:txFillClrLst>
    <dgm:txEffectClrLst/>
  </dgm:styleLbl>
  <dgm:styleLbl name="dkBgShp">
    <dgm:fillClrLst meth="repeat">
      <a:schemeClr val="accent2">
        <a:shade val="90000"/>
      </a:schemeClr>
    </dgm:fillClrLst>
    <dgm:linClrLst meth="repeat">
      <a:schemeClr val="dk1"/>
    </dgm:linClrLst>
    <dgm:effectClrLst/>
    <dgm:txLinClrLst/>
    <dgm:txFillClrLst meth="repeat">
      <a:schemeClr val="lt1"/>
    </dgm:txFillClrLst>
    <dgm:txEffectClrLst/>
  </dgm:styleLbl>
  <dgm:styleLbl name="trBgShp">
    <dgm:fillClrLst meth="repeat">
      <a:schemeClr val="accent1">
        <a:tint val="50000"/>
        <a:alpha val="40000"/>
      </a:schemeClr>
    </dgm:fillClrLst>
    <dgm:linClrLst meth="repeat">
      <a:schemeClr val="accent2"/>
    </dgm:linClrLst>
    <dgm:effectClrLst/>
    <dgm:txLinClrLst/>
    <dgm:txFillClrLst meth="repeat">
      <a:schemeClr val="lt1"/>
    </dgm:txFillClrLst>
    <dgm:txEffectClrLst/>
  </dgm:styleLbl>
  <dgm:styleLbl name="fgShp">
    <dgm:fillClrLst meth="repeat">
      <a:schemeClr val="accent2">
        <a:tint val="40000"/>
      </a:schemeClr>
    </dgm:fillClrLst>
    <dgm:linClrLst meth="repeat">
      <a:schemeClr val="lt1"/>
    </dgm:linClrLst>
    <dgm:effectClrLst/>
    <dgm:txLinClrLst/>
    <dgm:txFillClrLst meth="repeat">
      <a:schemeClr val="dk1"/>
    </dgm:txFillClrLst>
    <dgm:txEffectClrLst/>
  </dgm:styleLbl>
  <dgm:styleLbl name="revTx">
    <dgm:fillClrLst meth="repeat">
      <a:schemeClr val="lt1">
        <a:alpha val="0"/>
      </a:schemeClr>
    </dgm:fillClrLst>
    <dgm:linClrLst meth="repeat">
      <a:schemeClr val="dk1">
        <a:alpha val="0"/>
      </a:schemeClr>
    </dgm:linClrLst>
    <dgm:effectClrLst/>
    <dgm:txLinClrLst/>
    <dgm:txFillClrLst meth="repeat">
      <a:schemeClr val="tx1"/>
    </dgm:txFillClrLst>
    <dgm:txEffectClrLst/>
  </dgm:styleLbl>
</dgm:colorsDef>
</file>

<file path=ppt/diagrams/colors16.xml><?xml version="1.0" encoding="utf-8"?>
<dgm:colorsDef xmlns:dgm="http://schemas.openxmlformats.org/drawingml/2006/diagram" xmlns:a="http://schemas.openxmlformats.org/drawingml/2006/main" uniqueId="urn:microsoft.com/office/officeart/2018/5/colors/Iconchunking_neutralbg_colorful1">
  <dgm:title val=""/>
  <dgm:desc val=""/>
  <dgm:catLst>
    <dgm:cat type="colorful" pri="10100"/>
  </dgm:catLst>
  <dgm:styleLbl name="node0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node1">
    <dgm:fillClrLst meth="repeat">
      <a:schemeClr val="accent2"/>
      <a:schemeClr val="accent3"/>
      <a:schemeClr val="accent4"/>
      <a:schemeClr val="accent5"/>
      <a:schemeClr val="accent6"/>
    </dgm:fillClrLst>
    <dgm:linClrLst meth="repeat">
      <a:schemeClr val="lt1">
        <a:alpha val="0"/>
      </a:schemeClr>
    </dgm:linClrLst>
    <dgm:effectClrLst/>
    <dgm:txLinClrLst/>
    <dgm:txFillClrLst/>
    <dgm:txEffectClrLst/>
  </dgm:styleLbl>
  <dgm:styleLbl name="alignNode1">
    <dgm:fillClrLst meth="repeat">
      <a:schemeClr val="accent2"/>
      <a:schemeClr val="accent3"/>
      <a:schemeClr val="accent4"/>
      <a:schemeClr val="accent5"/>
      <a:schemeClr val="accent6"/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/>
    <dgm:txEffectClrLst/>
  </dgm:styleLbl>
  <dgm:styleLbl name="lnNode1">
    <dgm:fillClrLst meth="repeat">
      <a:schemeClr val="accent2"/>
      <a:schemeClr val="accent3"/>
      <a:schemeClr val="accent4"/>
      <a:schemeClr val="accent5"/>
      <a:schemeClr val="accent6"/>
    </dgm:fillClrLst>
    <dgm:linClrLst meth="repeat">
      <a:schemeClr val="lt1"/>
    </dgm:linClrLst>
    <dgm:effectClrLst/>
    <dgm:txLinClrLst/>
    <dgm:txFillClrLst/>
    <dgm:txEffectClrLst/>
  </dgm:styleLbl>
  <dgm:styleLbl name="vennNode1">
    <dgm:fillClrLst meth="repeat">
      <a:schemeClr val="accent2">
        <a:alpha val="50000"/>
      </a:schemeClr>
      <a:schemeClr val="accent3">
        <a:alpha val="50000"/>
      </a:schemeClr>
      <a:schemeClr val="accent4">
        <a:alpha val="50000"/>
      </a:schemeClr>
      <a:schemeClr val="accent5">
        <a:alpha val="50000"/>
      </a:schemeClr>
      <a:schemeClr val="accent6">
        <a:alpha val="50000"/>
      </a:schemeClr>
    </dgm:fillClrLst>
    <dgm:linClrLst meth="repeat">
      <a:schemeClr val="lt1"/>
    </dgm:linClrLst>
    <dgm:effectClrLst/>
    <dgm:txLinClrLst/>
    <dgm:txFillClrLst/>
    <dgm:txEffectClrLst/>
  </dgm:styleLbl>
  <dgm:styleLbl name="node2">
    <dgm:fillClrLst>
      <a:schemeClr val="accent2"/>
    </dgm:fillClrLst>
    <dgm:linClrLst meth="repeat">
      <a:schemeClr val="lt1"/>
    </dgm:linClrLst>
    <dgm:effectClrLst/>
    <dgm:txLinClrLst/>
    <dgm:txFillClrLst/>
    <dgm:txEffectClrLst/>
  </dgm:styleLbl>
  <dgm:styleLbl name="node3">
    <dgm:fillClrLst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node4">
    <dgm:fillClrLst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fgImgPlace1">
    <dgm:fillClrLst meth="repeat">
      <a:schemeClr val="accent2">
        <a:tint val="50000"/>
      </a:schemeClr>
      <a:schemeClr val="accent3">
        <a:tint val="50000"/>
      </a:schemeClr>
      <a:schemeClr val="accent4">
        <a:tint val="50000"/>
      </a:schemeClr>
      <a:schemeClr val="accent5">
        <a:tint val="50000"/>
      </a:schemeClr>
      <a:schemeClr val="accent6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alignImgPlace1">
    <dgm:fillClrLst>
      <a:schemeClr val="accent1">
        <a:tint val="50000"/>
      </a:schemeClr>
      <a:schemeClr val="accent2">
        <a:tint val="2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bgImgPlace1">
    <dgm:fillClrLst>
      <a:schemeClr val="accent1">
        <a:tint val="50000"/>
      </a:schemeClr>
      <a:schemeClr val="accent2">
        <a:tint val="2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sibTrans2D1">
    <dgm:fillClrLst meth="repeat">
      <a:schemeClr val="accent2"/>
      <a:schemeClr val="accent3"/>
      <a:schemeClr val="accent4"/>
      <a:schemeClr val="accent5"/>
      <a:schemeClr val="accent6"/>
    </dgm:fillClrLst>
    <dgm:linClrLst meth="cycle">
      <a:schemeClr val="lt1"/>
    </dgm:linClrLst>
    <dgm:effectClrLst/>
    <dgm:txLinClrLst/>
    <dgm:txFillClrLst/>
    <dgm:txEffectClrLst/>
  </dgm:styleLbl>
  <dgm:styleLbl name="fgSibTrans2D1">
    <dgm:fillClrLst meth="repeat">
      <a:schemeClr val="accent2"/>
      <a:schemeClr val="accent3"/>
      <a:schemeClr val="accent4"/>
      <a:schemeClr val="accent5"/>
      <a:schemeClr val="accent6"/>
    </dgm:fillClrLst>
    <dgm:linClrLst meth="cycle">
      <a:schemeClr val="lt1"/>
    </dgm:linClrLst>
    <dgm:effectClrLst/>
    <dgm:txLinClrLst/>
    <dgm:txFillClrLst meth="repeat">
      <a:schemeClr val="lt1"/>
    </dgm:txFillClrLst>
    <dgm:txEffectClrLst/>
  </dgm:styleLbl>
  <dgm:styleLbl name="bgSibTrans2D1">
    <dgm:fillClrLst meth="repeat">
      <a:schemeClr val="accent2"/>
      <a:schemeClr val="accent3"/>
      <a:schemeClr val="accent4"/>
      <a:schemeClr val="accent5"/>
      <a:schemeClr val="accent6"/>
    </dgm:fillClrLst>
    <dgm:linClrLst meth="cycle">
      <a:schemeClr val="lt1"/>
    </dgm:linClrLst>
    <dgm:effectClrLst/>
    <dgm:txLinClrLst/>
    <dgm:txFillClrLst meth="repeat">
      <a:schemeClr val="lt1"/>
    </dgm:txFillClrLst>
    <dgm:txEffectClrLst/>
  </dgm:styleLbl>
  <dgm:styleLbl name="sibTrans1D1">
    <dgm:fillClrLst meth="repeat">
      <a:schemeClr val="accent2"/>
      <a:schemeClr val="accent3"/>
      <a:schemeClr val="accent4"/>
      <a:schemeClr val="accent5"/>
      <a:schemeClr val="accent6"/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tx1"/>
    </dgm:txFillClrLst>
    <dgm:txEffectClrLst/>
  </dgm:styleLbl>
  <dgm:styleLbl name="callout">
    <dgm:fillClrLst meth="repeat">
      <a:schemeClr val="accent2"/>
    </dgm:fillClrLst>
    <dgm:linClrLst meth="repeat">
      <a:schemeClr val="accent2">
        <a:tint val="50000"/>
      </a:schemeClr>
    </dgm:linClrLst>
    <dgm:effectClrLst/>
    <dgm:txLinClrLst/>
    <dgm:txFillClrLst meth="repeat">
      <a:schemeClr val="tx1"/>
    </dgm:txFillClrLst>
    <dgm:txEffectClrLst/>
  </dgm:styleLbl>
  <dgm:styleLbl name="asst0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sst1">
    <dgm:fillClrLst meth="repeat">
      <a:schemeClr val="accent2"/>
    </dgm:fillClrLst>
    <dgm:linClrLst meth="repeat">
      <a:schemeClr val="lt1"/>
    </dgm:linClrLst>
    <dgm:effectClrLst/>
    <dgm:txLinClrLst/>
    <dgm:txFillClrLst/>
    <dgm:txEffectClrLst/>
  </dgm:styleLbl>
  <dgm:styleLbl name="asst2">
    <dgm:fillClrLst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asst3">
    <dgm:fillClrLst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asst4">
    <dgm:fillClrLst>
      <a:schemeClr val="accent5"/>
    </dgm:fillClrLst>
    <dgm:linClrLst meth="repeat">
      <a:schemeClr val="lt1"/>
    </dgm:linClrLst>
    <dgm:effectClrLst/>
    <dgm:txLinClrLst/>
    <dgm:txFillClrLst/>
    <dgm:txEffectClrLst/>
  </dgm:styleLbl>
  <dgm:styleLbl name="parChTrans2D1">
    <dgm:fillClrLst meth="repeat">
      <a:schemeClr val="accent2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parChTrans2D2">
    <dgm:fillClrLst meth="repeat"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parChTrans2D3">
    <dgm:fillClrLst meth="repeat"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parChTrans2D4">
    <dgm:fillClrLst meth="repeat">
      <a:schemeClr val="accent5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parChTrans1D1">
    <dgm:fillClrLst meth="repeat">
      <a:schemeClr val="accent2"/>
    </dgm:fillClrLst>
    <dgm:linClrLst meth="repeat">
      <a:schemeClr val="accent1"/>
    </dgm:linClrLst>
    <dgm:effectClrLst/>
    <dgm:txLinClrLst/>
    <dgm:txFillClrLst meth="repeat">
      <a:schemeClr val="tx1"/>
    </dgm:txFillClrLst>
    <dgm:txEffectClrLst/>
  </dgm:styleLbl>
  <dgm:styleLbl name="parChTrans1D2">
    <dgm:fillClrLst meth="repeat">
      <a:schemeClr val="accent3">
        <a:tint val="90000"/>
      </a:schemeClr>
    </dgm:fillClrLst>
    <dgm:linClrLst meth="repeat">
      <a:schemeClr val="accent2"/>
    </dgm:linClrLst>
    <dgm:effectClrLst/>
    <dgm:txLinClrLst/>
    <dgm:txFillClrLst meth="repeat">
      <a:schemeClr val="tx1"/>
    </dgm:txFillClrLst>
    <dgm:txEffectClrLst/>
  </dgm:styleLbl>
  <dgm:styleLbl name="parChTrans1D3">
    <dgm:fillClrLst meth="repeat">
      <a:schemeClr val="accent4">
        <a:tint val="70000"/>
      </a:schemeClr>
    </dgm:fillClrLst>
    <dgm:linClrLst meth="repeat">
      <a:schemeClr val="accent3"/>
    </dgm:linClrLst>
    <dgm:effectClrLst/>
    <dgm:txLinClrLst/>
    <dgm:txFillClrLst meth="repeat">
      <a:schemeClr val="tx1"/>
    </dgm:txFillClrLst>
    <dgm:txEffectClrLst/>
  </dgm:styleLbl>
  <dgm:styleLbl name="parChTrans1D4">
    <dgm:fillClrLst meth="repeat">
      <a:schemeClr val="accent5">
        <a:tint val="50000"/>
      </a:schemeClr>
    </dgm:fillClrLst>
    <dgm:linClrLst meth="repeat">
      <a:schemeClr val="accent4"/>
    </dgm:linClrLst>
    <dgm:effectClrLst/>
    <dgm:txLinClrLst/>
    <dgm:txFillClrLst meth="repeat">
      <a:schemeClr val="tx1"/>
    </dgm:txFillClrLst>
    <dgm:txEffectClrLst/>
  </dgm:styleLbl>
  <dgm:styleLbl name="fgAcc1">
    <dgm:fillClrLst meth="repeat">
      <a:schemeClr val="lt1">
        <a:alpha val="90000"/>
      </a:schemeClr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conFgAcc1">
    <dgm:fillClrLst meth="repeat">
      <a:schemeClr val="lt1">
        <a:alpha val="90000"/>
      </a:schemeClr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alignAcc1">
    <dgm:fillClrLst meth="repeat">
      <a:schemeClr val="lt1">
        <a:alpha val="90000"/>
      </a:schemeClr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trAlignAcc1">
    <dgm:fillClrLst meth="repeat">
      <a:schemeClr val="lt1">
        <a:alpha val="4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bgAcc1">
    <dgm:fillClrLst meth="repeat">
      <a:schemeClr val="lt1">
        <a:alpha val="90000"/>
      </a:schemeClr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solidFgAcc1">
    <dgm:fillClrLst meth="repeat">
      <a:schemeClr val="lt1"/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solidAlignAcc1">
    <dgm:fillClrLst meth="repeat">
      <a:schemeClr val="lt1"/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solidBgAcc1">
    <dgm:fillClrLst meth="repeat">
      <a:schemeClr val="lt1"/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fgAccFollowNode1">
    <dgm:fillClrLst meth="repeat">
      <a:schemeClr val="accent2">
        <a:tint val="40000"/>
        <a:alpha val="90000"/>
      </a:schemeClr>
      <a:schemeClr val="accent3">
        <a:tint val="40000"/>
        <a:alpha val="90000"/>
      </a:schemeClr>
      <a:schemeClr val="accent4">
        <a:tint val="40000"/>
        <a:alpha val="90000"/>
      </a:schemeClr>
      <a:schemeClr val="accent5">
        <a:tint val="40000"/>
        <a:alpha val="90000"/>
      </a:schemeClr>
      <a:schemeClr val="accent6">
        <a:tint val="40000"/>
        <a:alpha val="90000"/>
      </a:schemeClr>
    </dgm:fillClrLst>
    <dgm:linClrLst meth="repeat">
      <a:schemeClr val="accent2">
        <a:tint val="40000"/>
        <a:alpha val="90000"/>
      </a:schemeClr>
      <a:schemeClr val="accent3">
        <a:tint val="40000"/>
        <a:alpha val="90000"/>
      </a:schemeClr>
      <a:schemeClr val="accent4">
        <a:tint val="40000"/>
        <a:alpha val="90000"/>
      </a:schemeClr>
      <a:schemeClr val="accent5">
        <a:tint val="40000"/>
        <a:alpha val="90000"/>
      </a:schemeClr>
      <a:schemeClr val="accent6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alignAccFollowNode1">
    <dgm:fillClrLst meth="repeat">
      <a:schemeClr val="accent2">
        <a:tint val="40000"/>
        <a:alpha val="90000"/>
      </a:schemeClr>
      <a:schemeClr val="accent3">
        <a:tint val="40000"/>
        <a:alpha val="90000"/>
      </a:schemeClr>
      <a:schemeClr val="accent4">
        <a:tint val="40000"/>
        <a:alpha val="90000"/>
      </a:schemeClr>
      <a:schemeClr val="accent5">
        <a:tint val="40000"/>
        <a:alpha val="90000"/>
      </a:schemeClr>
      <a:schemeClr val="accent6">
        <a:tint val="40000"/>
        <a:alpha val="90000"/>
      </a:schemeClr>
    </dgm:fillClrLst>
    <dgm:linClrLst meth="repeat">
      <a:schemeClr val="accent2">
        <a:tint val="40000"/>
        <a:alpha val="90000"/>
      </a:schemeClr>
      <a:schemeClr val="accent3">
        <a:tint val="40000"/>
        <a:alpha val="90000"/>
      </a:schemeClr>
      <a:schemeClr val="accent4">
        <a:tint val="40000"/>
        <a:alpha val="90000"/>
      </a:schemeClr>
      <a:schemeClr val="accent5">
        <a:tint val="40000"/>
        <a:alpha val="90000"/>
      </a:schemeClr>
      <a:schemeClr val="accent6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bgAccFollowNode1">
    <dgm:fillClrLst meth="repeat">
      <a:schemeClr val="accent2">
        <a:tint val="40000"/>
        <a:alpha val="90000"/>
      </a:schemeClr>
      <a:schemeClr val="accent3">
        <a:tint val="40000"/>
        <a:alpha val="90000"/>
      </a:schemeClr>
      <a:schemeClr val="accent4">
        <a:tint val="40000"/>
        <a:alpha val="90000"/>
      </a:schemeClr>
      <a:schemeClr val="accent5">
        <a:tint val="40000"/>
        <a:alpha val="90000"/>
      </a:schemeClr>
      <a:schemeClr val="accent6">
        <a:tint val="40000"/>
        <a:alpha val="90000"/>
      </a:schemeClr>
    </dgm:fillClrLst>
    <dgm:linClrLst meth="repeat">
      <a:schemeClr val="accent2">
        <a:tint val="40000"/>
        <a:alpha val="90000"/>
      </a:schemeClr>
      <a:schemeClr val="accent3">
        <a:tint val="40000"/>
        <a:alpha val="90000"/>
      </a:schemeClr>
      <a:schemeClr val="accent4">
        <a:tint val="40000"/>
        <a:alpha val="90000"/>
      </a:schemeClr>
      <a:schemeClr val="accent5">
        <a:tint val="40000"/>
        <a:alpha val="90000"/>
      </a:schemeClr>
      <a:schemeClr val="accent6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fgAcc0">
    <dgm:fillClrLst meth="repeat">
      <a:schemeClr val="lt1">
        <a:alpha val="90000"/>
      </a:schemeClr>
    </dgm:fillClrLst>
    <dgm:linClrLst>
      <a:schemeClr val="accent1"/>
    </dgm:linClrLst>
    <dgm:effectClrLst/>
    <dgm:txLinClrLst/>
    <dgm:txFillClrLst meth="repeat">
      <a:schemeClr val="dk1"/>
    </dgm:txFillClrLst>
    <dgm:txEffectClrLst/>
  </dgm:styleLbl>
  <dgm:styleLbl name="fgAcc2">
    <dgm:fillClrLst meth="repeat">
      <a:schemeClr val="lt1">
        <a:alpha val="90000"/>
      </a:schemeClr>
    </dgm:fillClrLst>
    <dgm:linClrLst>
      <a:schemeClr val="accent2"/>
    </dgm:linClrLst>
    <dgm:effectClrLst/>
    <dgm:txLinClrLst/>
    <dgm:txFillClrLst meth="repeat">
      <a:schemeClr val="dk1"/>
    </dgm:txFillClrLst>
    <dgm:txEffectClrLst/>
  </dgm:styleLbl>
  <dgm:styleLbl name="fgAcc3">
    <dgm:fillClrLst meth="repeat">
      <a:schemeClr val="lt1">
        <a:alpha val="90000"/>
      </a:schemeClr>
    </dgm:fillClrLst>
    <dgm:linClrLst>
      <a:schemeClr val="accent3"/>
    </dgm:linClrLst>
    <dgm:effectClrLst/>
    <dgm:txLinClrLst/>
    <dgm:txFillClrLst meth="repeat">
      <a:schemeClr val="dk1"/>
    </dgm:txFillClrLst>
    <dgm:txEffectClrLst/>
  </dgm:styleLbl>
  <dgm:styleLbl name="fgAcc4">
    <dgm:fillClrLst meth="repeat">
      <a:schemeClr val="lt1">
        <a:alpha val="90000"/>
      </a:schemeClr>
    </dgm:fillClrLst>
    <dgm:linClrLst>
      <a:schemeClr val="accent4"/>
    </dgm:linClrLst>
    <dgm:effectClrLst/>
    <dgm:txLinClrLst/>
    <dgm:txFillClrLst meth="repeat">
      <a:schemeClr val="dk1"/>
    </dgm:txFillClrLst>
    <dgm:txEffectClrLst/>
  </dgm:styleLbl>
  <dgm:styleLbl name="bgShp">
    <dgm:fillClrLst meth="repeat">
      <a:schemeClr val="bg1">
        <a:lumMod val="95000"/>
      </a:schemeClr>
    </dgm:fillClrLst>
    <dgm:linClrLst meth="repeat">
      <a:schemeClr val="dk1"/>
    </dgm:linClrLst>
    <dgm:effectClrLst/>
    <dgm:txLinClrLst/>
    <dgm:txFillClrLst meth="repeat">
      <a:schemeClr val="dk1"/>
    </dgm:txFillClrLst>
    <dgm:txEffectClrLst/>
  </dgm:styleLbl>
  <dgm:styleLbl name="dkBgShp">
    <dgm:fillClrLst meth="repeat">
      <a:schemeClr val="accent2">
        <a:shade val="90000"/>
      </a:schemeClr>
    </dgm:fillClrLst>
    <dgm:linClrLst meth="repeat">
      <a:schemeClr val="dk1"/>
    </dgm:linClrLst>
    <dgm:effectClrLst/>
    <dgm:txLinClrLst/>
    <dgm:txFillClrLst meth="repeat">
      <a:schemeClr val="lt1"/>
    </dgm:txFillClrLst>
    <dgm:txEffectClrLst/>
  </dgm:styleLbl>
  <dgm:styleLbl name="trBgShp">
    <dgm:fillClrLst meth="repeat">
      <a:schemeClr val="accent1">
        <a:tint val="50000"/>
        <a:alpha val="40000"/>
      </a:schemeClr>
    </dgm:fillClrLst>
    <dgm:linClrLst meth="repeat">
      <a:schemeClr val="accent2"/>
    </dgm:linClrLst>
    <dgm:effectClrLst/>
    <dgm:txLinClrLst/>
    <dgm:txFillClrLst meth="repeat">
      <a:schemeClr val="lt1"/>
    </dgm:txFillClrLst>
    <dgm:txEffectClrLst/>
  </dgm:styleLbl>
  <dgm:styleLbl name="fgShp">
    <dgm:fillClrLst meth="repeat">
      <a:schemeClr val="accent2">
        <a:tint val="40000"/>
      </a:schemeClr>
    </dgm:fillClrLst>
    <dgm:linClrLst meth="repeat">
      <a:schemeClr val="lt1"/>
    </dgm:linClrLst>
    <dgm:effectClrLst/>
    <dgm:txLinClrLst/>
    <dgm:txFillClrLst meth="repeat">
      <a:schemeClr val="dk1"/>
    </dgm:txFillClrLst>
    <dgm:txEffectClrLst/>
  </dgm:styleLbl>
  <dgm:styleLbl name="revTx">
    <dgm:fillClrLst meth="repeat">
      <a:schemeClr val="lt1">
        <a:alpha val="0"/>
      </a:schemeClr>
    </dgm:fillClrLst>
    <dgm:linClrLst meth="repeat">
      <a:schemeClr val="dk1">
        <a:alpha val="0"/>
      </a:schemeClr>
    </dgm:linClrLst>
    <dgm:effectClrLst/>
    <dgm:txLinClrLst/>
    <dgm:txFillClrLst meth="repeat">
      <a:schemeClr val="tx1"/>
    </dgm:txFillClrLst>
    <dgm:txEffectClrLst/>
  </dgm:styleLbl>
</dgm:colorsDef>
</file>

<file path=ppt/diagrams/colors17.xml><?xml version="1.0" encoding="utf-8"?>
<dgm:colorsDef xmlns:dgm="http://schemas.openxmlformats.org/drawingml/2006/diagram" xmlns:a="http://schemas.openxmlformats.org/drawingml/2006/main" uniqueId="urn:microsoft.com/office/officeart/2018/5/colors/Iconchunking_neutralbg_accent4_2">
  <dgm:title val=""/>
  <dgm:desc val=""/>
  <dgm:catLst>
    <dgm:cat type="accent4" pri="14200"/>
  </dgm:catLst>
  <dgm:styleLbl name="node0">
    <dgm:fillClrLst meth="repeat"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node1">
    <dgm:fillClrLst meth="repeat">
      <a:schemeClr val="accent4"/>
    </dgm:fillClrLst>
    <dgm:linClrLst meth="repeat">
      <a:schemeClr val="lt1">
        <a:alpha val="0"/>
      </a:schemeClr>
    </dgm:linClrLst>
    <dgm:effectClrLst/>
    <dgm:txLinClrLst/>
    <dgm:txFillClrLst/>
    <dgm:txEffectClrLst/>
  </dgm:styleLbl>
  <dgm:styleLbl name="alignNode1">
    <dgm:fillClrLst meth="repeat">
      <a:schemeClr val="accent4"/>
    </dgm:fillClrLst>
    <dgm:linClrLst meth="repeat">
      <a:schemeClr val="accent4"/>
    </dgm:linClrLst>
    <dgm:effectClrLst/>
    <dgm:txLinClrLst/>
    <dgm:txFillClrLst/>
    <dgm:txEffectClrLst/>
  </dgm:styleLbl>
  <dgm:styleLbl name="lnNode1">
    <dgm:fillClrLst meth="repeat"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vennNode1">
    <dgm:fillClrLst meth="repeat">
      <a:schemeClr val="accent4">
        <a:alpha val="50000"/>
      </a:schemeClr>
    </dgm:fillClrLst>
    <dgm:linClrLst meth="repeat">
      <a:schemeClr val="lt1"/>
    </dgm:linClrLst>
    <dgm:effectClrLst/>
    <dgm:txLinClrLst/>
    <dgm:txFillClrLst/>
    <dgm:txEffectClrLst/>
  </dgm:styleLbl>
  <dgm:styleLbl name="node2">
    <dgm:fillClrLst meth="repeat"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node3">
    <dgm:fillClrLst meth="repeat"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node4">
    <dgm:fillClrLst meth="repeat"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fgImgPlace1">
    <dgm:fillClrLst meth="repeat">
      <a:schemeClr val="accent4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alignImgPlace1">
    <dgm:fillClrLst meth="repeat">
      <a:schemeClr val="accent4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bgImgPlace1">
    <dgm:fillClrLst meth="repeat">
      <a:schemeClr val="accent4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sibTrans2D1">
    <dgm:fillClrLst meth="repeat">
      <a:schemeClr val="accent4">
        <a:tint val="60000"/>
      </a:schemeClr>
    </dgm:fillClrLst>
    <dgm:linClrLst meth="repeat">
      <a:schemeClr val="accent4">
        <a:tint val="60000"/>
      </a:schemeClr>
    </dgm:linClrLst>
    <dgm:effectClrLst/>
    <dgm:txLinClrLst/>
    <dgm:txFillClrLst/>
    <dgm:txEffectClrLst/>
  </dgm:styleLbl>
  <dgm:styleLbl name="fgSibTrans2D1">
    <dgm:fillClrLst meth="repeat">
      <a:schemeClr val="accent4">
        <a:tint val="60000"/>
      </a:schemeClr>
    </dgm:fillClrLst>
    <dgm:linClrLst meth="repeat">
      <a:schemeClr val="accent4">
        <a:tint val="60000"/>
      </a:schemeClr>
    </dgm:linClrLst>
    <dgm:effectClrLst/>
    <dgm:txLinClrLst/>
    <dgm:txFillClrLst/>
    <dgm:txEffectClrLst/>
  </dgm:styleLbl>
  <dgm:styleLbl name="bgSibTrans2D1">
    <dgm:fillClrLst meth="repeat">
      <a:schemeClr val="accent4">
        <a:tint val="60000"/>
      </a:schemeClr>
    </dgm:fillClrLst>
    <dgm:linClrLst meth="repeat">
      <a:schemeClr val="accent4">
        <a:tint val="60000"/>
      </a:schemeClr>
    </dgm:linClrLst>
    <dgm:effectClrLst/>
    <dgm:txLinClrLst/>
    <dgm:txFillClrLst/>
    <dgm:txEffectClrLst/>
  </dgm:styleLbl>
  <dgm:styleLbl name="sibTrans1D1">
    <dgm:fillClrLst meth="repeat">
      <a:schemeClr val="accent4"/>
    </dgm:fillClrLst>
    <dgm:linClrLst meth="repeat">
      <a:schemeClr val="accent4"/>
    </dgm:linClrLst>
    <dgm:effectClrLst/>
    <dgm:txLinClrLst/>
    <dgm:txFillClrLst meth="repeat">
      <a:schemeClr val="tx1"/>
    </dgm:txFillClrLst>
    <dgm:txEffectClrLst/>
  </dgm:styleLbl>
  <dgm:styleLbl name="callout">
    <dgm:fillClrLst meth="repeat">
      <a:schemeClr val="accent4"/>
    </dgm:fillClrLst>
    <dgm:linClrLst meth="repeat">
      <a:schemeClr val="accent4">
        <a:tint val="50000"/>
      </a:schemeClr>
    </dgm:linClrLst>
    <dgm:effectClrLst/>
    <dgm:txLinClrLst/>
    <dgm:txFillClrLst meth="repeat">
      <a:schemeClr val="tx1"/>
    </dgm:txFillClrLst>
    <dgm:txEffectClrLst/>
  </dgm:styleLbl>
  <dgm:styleLbl name="asst0">
    <dgm:fillClrLst meth="repeat"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asst1">
    <dgm:fillClrLst meth="repeat"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asst2">
    <dgm:fillClrLst meth="repeat"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asst3">
    <dgm:fillClrLst meth="repeat"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asst4">
    <dgm:fillClrLst meth="repeat"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parChTrans2D1">
    <dgm:fillClrLst meth="repeat">
      <a:schemeClr val="accent4">
        <a:tint val="60000"/>
      </a:schemeClr>
    </dgm:fillClrLst>
    <dgm:linClrLst meth="repeat">
      <a:schemeClr val="accent4">
        <a:tint val="60000"/>
      </a:schemeClr>
    </dgm:linClrLst>
    <dgm:effectClrLst/>
    <dgm:txLinClrLst/>
    <dgm:txFillClrLst meth="repeat">
      <a:schemeClr val="lt1"/>
    </dgm:txFillClrLst>
    <dgm:txEffectClrLst/>
  </dgm:styleLbl>
  <dgm:styleLbl name="parChTrans2D2">
    <dgm:fillClrLst meth="repeat">
      <a:schemeClr val="accent4"/>
    </dgm:fillClrLst>
    <dgm:linClrLst meth="repeat">
      <a:schemeClr val="accent4"/>
    </dgm:linClrLst>
    <dgm:effectClrLst/>
    <dgm:txLinClrLst/>
    <dgm:txFillClrLst meth="repeat">
      <a:schemeClr val="lt1"/>
    </dgm:txFillClrLst>
    <dgm:txEffectClrLst/>
  </dgm:styleLbl>
  <dgm:styleLbl name="parChTrans2D3">
    <dgm:fillClrLst meth="repeat">
      <a:schemeClr val="accent4"/>
    </dgm:fillClrLst>
    <dgm:linClrLst meth="repeat">
      <a:schemeClr val="accent4"/>
    </dgm:linClrLst>
    <dgm:effectClrLst/>
    <dgm:txLinClrLst/>
    <dgm:txFillClrLst meth="repeat">
      <a:schemeClr val="lt1"/>
    </dgm:txFillClrLst>
    <dgm:txEffectClrLst/>
  </dgm:styleLbl>
  <dgm:styleLbl name="parChTrans2D4">
    <dgm:fillClrLst meth="repeat">
      <a:schemeClr val="accent4"/>
    </dgm:fillClrLst>
    <dgm:linClrLst meth="repeat">
      <a:schemeClr val="accent4"/>
    </dgm:linClrLst>
    <dgm:effectClrLst/>
    <dgm:txLinClrLst/>
    <dgm:txFillClrLst meth="repeat">
      <a:schemeClr val="lt1"/>
    </dgm:txFillClrLst>
    <dgm:txEffectClrLst/>
  </dgm:styleLbl>
  <dgm:styleLbl name="parChTrans1D1">
    <dgm:fillClrLst meth="repeat">
      <a:schemeClr val="accent4"/>
    </dgm:fillClrLst>
    <dgm:linClrLst meth="repeat">
      <a:schemeClr val="accent4">
        <a:shade val="60000"/>
      </a:schemeClr>
    </dgm:linClrLst>
    <dgm:effectClrLst/>
    <dgm:txLinClrLst/>
    <dgm:txFillClrLst meth="repeat">
      <a:schemeClr val="tx1"/>
    </dgm:txFillClrLst>
    <dgm:txEffectClrLst/>
  </dgm:styleLbl>
  <dgm:styleLbl name="parChTrans1D2">
    <dgm:fillClrLst meth="repeat">
      <a:schemeClr val="accent4"/>
    </dgm:fillClrLst>
    <dgm:linClrLst meth="repeat">
      <a:schemeClr val="accent4">
        <a:shade val="60000"/>
      </a:schemeClr>
    </dgm:linClrLst>
    <dgm:effectClrLst/>
    <dgm:txLinClrLst/>
    <dgm:txFillClrLst meth="repeat">
      <a:schemeClr val="tx1"/>
    </dgm:txFillClrLst>
    <dgm:txEffectClrLst/>
  </dgm:styleLbl>
  <dgm:styleLbl name="parChTrans1D3">
    <dgm:fillClrLst meth="repeat">
      <a:schemeClr val="accent4"/>
    </dgm:fillClrLst>
    <dgm:linClrLst meth="repeat">
      <a:schemeClr val="accent4">
        <a:shade val="80000"/>
      </a:schemeClr>
    </dgm:linClrLst>
    <dgm:effectClrLst/>
    <dgm:txLinClrLst/>
    <dgm:txFillClrLst meth="repeat">
      <a:schemeClr val="tx1"/>
    </dgm:txFillClrLst>
    <dgm:txEffectClrLst/>
  </dgm:styleLbl>
  <dgm:styleLbl name="parChTrans1D4">
    <dgm:fillClrLst meth="repeat">
      <a:schemeClr val="accent4"/>
    </dgm:fillClrLst>
    <dgm:linClrLst meth="repeat">
      <a:schemeClr val="accent4">
        <a:shade val="80000"/>
      </a:schemeClr>
    </dgm:linClrLst>
    <dgm:effectClrLst/>
    <dgm:txLinClrLst/>
    <dgm:txFillClrLst meth="repeat">
      <a:schemeClr val="tx1"/>
    </dgm:txFillClrLst>
    <dgm:txEffectClrLst/>
  </dgm:styleLbl>
  <dgm:styleLbl name="fgAcc1">
    <dgm:fillClrLst meth="repeat">
      <a:schemeClr val="lt1">
        <a:alpha val="90000"/>
      </a:schemeClr>
    </dgm:fillClrLst>
    <dgm:linClrLst meth="repeat">
      <a:schemeClr val="accent4"/>
    </dgm:linClrLst>
    <dgm:effectClrLst/>
    <dgm:txLinClrLst/>
    <dgm:txFillClrLst meth="repeat">
      <a:schemeClr val="dk1"/>
    </dgm:txFillClrLst>
    <dgm:txEffectClrLst/>
  </dgm:styleLbl>
  <dgm:styleLbl name="conFgAcc1">
    <dgm:fillClrLst meth="repeat">
      <a:schemeClr val="lt1">
        <a:alpha val="90000"/>
      </a:schemeClr>
    </dgm:fillClrLst>
    <dgm:linClrLst meth="repeat">
      <a:schemeClr val="accent4"/>
    </dgm:linClrLst>
    <dgm:effectClrLst/>
    <dgm:txLinClrLst/>
    <dgm:txFillClrLst meth="repeat">
      <a:schemeClr val="dk1"/>
    </dgm:txFillClrLst>
    <dgm:txEffectClrLst/>
  </dgm:styleLbl>
  <dgm:styleLbl name="alignAcc1">
    <dgm:fillClrLst meth="repeat">
      <a:schemeClr val="lt1">
        <a:alpha val="90000"/>
      </a:schemeClr>
    </dgm:fillClrLst>
    <dgm:linClrLst meth="repeat">
      <a:schemeClr val="accent4"/>
    </dgm:linClrLst>
    <dgm:effectClrLst/>
    <dgm:txLinClrLst/>
    <dgm:txFillClrLst meth="repeat">
      <a:schemeClr val="dk1"/>
    </dgm:txFillClrLst>
    <dgm:txEffectClrLst/>
  </dgm:styleLbl>
  <dgm:styleLbl name="trAlignAcc1">
    <dgm:fillClrLst meth="repeat">
      <a:schemeClr val="lt1">
        <a:alpha val="40000"/>
      </a:schemeClr>
    </dgm:fillClrLst>
    <dgm:linClrLst meth="repeat">
      <a:schemeClr val="accent4"/>
    </dgm:linClrLst>
    <dgm:effectClrLst/>
    <dgm:txLinClrLst/>
    <dgm:txFillClrLst meth="repeat">
      <a:schemeClr val="dk1"/>
    </dgm:txFillClrLst>
    <dgm:txEffectClrLst/>
  </dgm:styleLbl>
  <dgm:styleLbl name="bgAcc1">
    <dgm:fillClrLst meth="repeat">
      <a:schemeClr val="lt1">
        <a:alpha val="90000"/>
      </a:schemeClr>
    </dgm:fillClrLst>
    <dgm:linClrLst meth="repeat">
      <a:schemeClr val="accent4"/>
    </dgm:linClrLst>
    <dgm:effectClrLst/>
    <dgm:txLinClrLst/>
    <dgm:txFillClrLst meth="repeat">
      <a:schemeClr val="dk1"/>
    </dgm:txFillClrLst>
    <dgm:txEffectClrLst/>
  </dgm:styleLbl>
  <dgm:styleLbl name="solidFgAcc1">
    <dgm:fillClrLst meth="repeat">
      <a:schemeClr val="lt1"/>
    </dgm:fillClrLst>
    <dgm:linClrLst meth="repeat">
      <a:schemeClr val="accent4"/>
    </dgm:linClrLst>
    <dgm:effectClrLst/>
    <dgm:txLinClrLst/>
    <dgm:txFillClrLst meth="repeat">
      <a:schemeClr val="dk1"/>
    </dgm:txFillClrLst>
    <dgm:txEffectClrLst/>
  </dgm:styleLbl>
  <dgm:styleLbl name="solidAlignAcc1">
    <dgm:fillClrLst meth="repeat">
      <a:schemeClr val="lt1"/>
    </dgm:fillClrLst>
    <dgm:linClrLst meth="repeat">
      <a:schemeClr val="accent4"/>
    </dgm:linClrLst>
    <dgm:effectClrLst/>
    <dgm:txLinClrLst/>
    <dgm:txFillClrLst meth="repeat">
      <a:schemeClr val="dk1"/>
    </dgm:txFillClrLst>
    <dgm:txEffectClrLst/>
  </dgm:styleLbl>
  <dgm:styleLbl name="solidBgAcc1">
    <dgm:fillClrLst meth="repeat">
      <a:schemeClr val="lt1"/>
    </dgm:fillClrLst>
    <dgm:linClrLst meth="repeat">
      <a:schemeClr val="accent4"/>
    </dgm:linClrLst>
    <dgm:effectClrLst/>
    <dgm:txLinClrLst/>
    <dgm:txFillClrLst meth="repeat">
      <a:schemeClr val="dk1"/>
    </dgm:txFillClrLst>
    <dgm:txEffectClrLst/>
  </dgm:styleLbl>
  <dgm:styleLbl name="fgAccFollowNode1">
    <dgm:fillClrLst meth="repeat">
      <a:schemeClr val="accent4">
        <a:alpha val="90000"/>
        <a:tint val="40000"/>
      </a:schemeClr>
    </dgm:fillClrLst>
    <dgm:linClrLst meth="repeat">
      <a:schemeClr val="accent4">
        <a:alpha val="90000"/>
        <a:tint val="40000"/>
      </a:schemeClr>
    </dgm:linClrLst>
    <dgm:effectClrLst/>
    <dgm:txLinClrLst/>
    <dgm:txFillClrLst meth="repeat">
      <a:schemeClr val="dk1"/>
    </dgm:txFillClrLst>
    <dgm:txEffectClrLst/>
  </dgm:styleLbl>
  <dgm:styleLbl name="alignAccFollowNode1">
    <dgm:fillClrLst meth="repeat">
      <a:schemeClr val="accent4">
        <a:alpha val="90000"/>
        <a:tint val="40000"/>
      </a:schemeClr>
    </dgm:fillClrLst>
    <dgm:linClrLst meth="repeat">
      <a:schemeClr val="accent4">
        <a:alpha val="90000"/>
        <a:tint val="40000"/>
      </a:schemeClr>
    </dgm:linClrLst>
    <dgm:effectClrLst/>
    <dgm:txLinClrLst/>
    <dgm:txFillClrLst meth="repeat">
      <a:schemeClr val="dk1"/>
    </dgm:txFillClrLst>
    <dgm:txEffectClrLst/>
  </dgm:styleLbl>
  <dgm:styleLbl name="bgAccFollowNode1">
    <dgm:fillClrLst meth="repeat">
      <a:schemeClr val="accent4">
        <a:alpha val="90000"/>
        <a:tint val="40000"/>
      </a:schemeClr>
    </dgm:fillClrLst>
    <dgm:linClrLst meth="repeat">
      <a:schemeClr val="accent4">
        <a:alpha val="90000"/>
        <a:tint val="40000"/>
      </a:schemeClr>
    </dgm:linClrLst>
    <dgm:effectClrLst/>
    <dgm:txLinClrLst/>
    <dgm:txFillClrLst meth="repeat">
      <a:schemeClr val="dk1"/>
    </dgm:txFillClrLst>
    <dgm:txEffectClrLst/>
  </dgm:styleLbl>
  <dgm:styleLbl name="fgAcc0">
    <dgm:fillClrLst meth="repeat">
      <a:schemeClr val="lt1">
        <a:alpha val="90000"/>
      </a:schemeClr>
    </dgm:fillClrLst>
    <dgm:linClrLst meth="repeat">
      <a:schemeClr val="accent4"/>
    </dgm:linClrLst>
    <dgm:effectClrLst/>
    <dgm:txLinClrLst/>
    <dgm:txFillClrLst meth="repeat">
      <a:schemeClr val="dk1"/>
    </dgm:txFillClrLst>
    <dgm:txEffectClrLst/>
  </dgm:styleLbl>
  <dgm:styleLbl name="fgAcc2">
    <dgm:fillClrLst meth="repeat">
      <a:schemeClr val="lt1">
        <a:alpha val="90000"/>
      </a:schemeClr>
    </dgm:fillClrLst>
    <dgm:linClrLst meth="repeat">
      <a:schemeClr val="accent4"/>
    </dgm:linClrLst>
    <dgm:effectClrLst/>
    <dgm:txLinClrLst/>
    <dgm:txFillClrLst meth="repeat">
      <a:schemeClr val="dk1"/>
    </dgm:txFillClrLst>
    <dgm:txEffectClrLst/>
  </dgm:styleLbl>
  <dgm:styleLbl name="fgAcc3">
    <dgm:fillClrLst meth="repeat">
      <a:schemeClr val="lt1">
        <a:alpha val="90000"/>
      </a:schemeClr>
    </dgm:fillClrLst>
    <dgm:linClrLst meth="repeat">
      <a:schemeClr val="accent4"/>
    </dgm:linClrLst>
    <dgm:effectClrLst/>
    <dgm:txLinClrLst/>
    <dgm:txFillClrLst meth="repeat">
      <a:schemeClr val="dk1"/>
    </dgm:txFillClrLst>
    <dgm:txEffectClrLst/>
  </dgm:styleLbl>
  <dgm:styleLbl name="fgAcc4">
    <dgm:fillClrLst meth="repeat">
      <a:schemeClr val="lt1">
        <a:alpha val="90000"/>
      </a:schemeClr>
    </dgm:fillClrLst>
    <dgm:linClrLst meth="repeat">
      <a:schemeClr val="accent4"/>
    </dgm:linClrLst>
    <dgm:effectClrLst/>
    <dgm:txLinClrLst/>
    <dgm:txFillClrLst meth="repeat">
      <a:schemeClr val="dk1"/>
    </dgm:txFillClrLst>
    <dgm:txEffectClrLst/>
  </dgm:styleLbl>
  <dgm:styleLbl name="bgShp">
    <dgm:fillClrLst meth="repeat">
      <a:schemeClr val="bg1">
        <a:lumMod val="95000"/>
      </a:schemeClr>
    </dgm:fillClrLst>
    <dgm:linClrLst meth="repeat">
      <a:schemeClr val="accent4"/>
    </dgm:linClrLst>
    <dgm:effectClrLst/>
    <dgm:txLinClrLst/>
    <dgm:txFillClrLst meth="repeat">
      <a:schemeClr val="dk1"/>
    </dgm:txFillClrLst>
    <dgm:txEffectClrLst/>
  </dgm:styleLbl>
  <dgm:styleLbl name="dkBgShp">
    <dgm:fillClrLst meth="repeat">
      <a:schemeClr val="accent4">
        <a:shade val="80000"/>
      </a:schemeClr>
    </dgm:fillClrLst>
    <dgm:linClrLst meth="repeat">
      <a:schemeClr val="accent4"/>
    </dgm:linClrLst>
    <dgm:effectClrLst/>
    <dgm:txLinClrLst/>
    <dgm:txFillClrLst meth="repeat">
      <a:schemeClr val="lt1"/>
    </dgm:txFillClrLst>
    <dgm:txEffectClrLst/>
  </dgm:styleLbl>
  <dgm:styleLbl name="trBgShp">
    <dgm:fillClrLst meth="repeat">
      <a:schemeClr val="accent4">
        <a:tint val="50000"/>
        <a:alpha val="40000"/>
      </a:schemeClr>
    </dgm:fillClrLst>
    <dgm:linClrLst meth="repeat">
      <a:schemeClr val="accent4"/>
    </dgm:linClrLst>
    <dgm:effectClrLst/>
    <dgm:txLinClrLst/>
    <dgm:txFillClrLst meth="repeat">
      <a:schemeClr val="lt1"/>
    </dgm:txFillClrLst>
    <dgm:txEffectClrLst/>
  </dgm:styleLbl>
  <dgm:styleLbl name="fgShp">
    <dgm:fillClrLst meth="repeat">
      <a:schemeClr val="accent4">
        <a:tint val="60000"/>
      </a:schemeClr>
    </dgm:fillClrLst>
    <dgm:linClrLst meth="repeat">
      <a:schemeClr val="lt1"/>
    </dgm:linClrLst>
    <dgm:effectClrLst/>
    <dgm:txLinClrLst/>
    <dgm:txFillClrLst meth="repeat">
      <a:schemeClr val="dk1"/>
    </dgm:txFillClrLst>
    <dgm:txEffectClrLst/>
  </dgm:styleLbl>
  <dgm:styleLbl name="revTx">
    <dgm:fillClrLst meth="repeat">
      <a:schemeClr val="lt1">
        <a:alpha val="0"/>
      </a:schemeClr>
    </dgm:fillClrLst>
    <dgm:linClrLst meth="repeat">
      <a:schemeClr val="dk1">
        <a:alpha val="0"/>
      </a:schemeClr>
    </dgm:linClrLst>
    <dgm:effectClrLst/>
    <dgm:txLinClrLst/>
    <dgm:txFillClrLst meth="repeat">
      <a:schemeClr val="tx1"/>
    </dgm:txFillClrLst>
    <dgm:txEffectClrLst/>
  </dgm:styleLbl>
</dgm:colorsDef>
</file>

<file path=ppt/diagrams/colors18.xml><?xml version="1.0" encoding="utf-8"?>
<dgm:colorsDef xmlns:dgm="http://schemas.openxmlformats.org/drawingml/2006/diagram" xmlns:a="http://schemas.openxmlformats.org/drawingml/2006/main" uniqueId="urn:microsoft.com/office/officeart/2018/5/colors/Iconchunking_neutralbg_accent1_2">
  <dgm:title val=""/>
  <dgm:desc val=""/>
  <dgm:catLst>
    <dgm:cat type="accent1" pri="11200"/>
  </dgm:catLst>
  <dgm:styleLbl name="node0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lignNode1">
    <dgm:fillClrLst meth="repeat">
      <a:schemeClr val="accent1"/>
    </dgm:fillClrLst>
    <dgm:linClrLst meth="repeat">
      <a:schemeClr val="accent1"/>
    </dgm:linClrLst>
    <dgm:effectClrLst/>
    <dgm:txLinClrLst/>
    <dgm:txFillClrLst/>
    <dgm:txEffectClrLst/>
  </dgm:styleLbl>
  <dgm:styleLbl name="node1">
    <dgm:fillClrLst meth="repeat">
      <a:schemeClr val="accent1"/>
    </dgm:fillClrLst>
    <dgm:linClrLst meth="repeat">
      <a:schemeClr val="lt1">
        <a:alpha val="0"/>
      </a:schemeClr>
    </dgm:linClrLst>
    <dgm:effectClrLst/>
    <dgm:txLinClrLst/>
    <dgm:txFillClrLst/>
    <dgm:txEffectClrLst/>
  </dgm:styleLbl>
  <dgm:styleLbl name="lnNode1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vennNode1">
    <dgm:fillClrLst meth="repeat">
      <a:schemeClr val="accent1">
        <a:alpha val="50000"/>
      </a:schemeClr>
    </dgm:fillClrLst>
    <dgm:linClrLst meth="repeat">
      <a:schemeClr val="lt1"/>
    </dgm:linClrLst>
    <dgm:effectClrLst/>
    <dgm:txLinClrLst/>
    <dgm:txFillClrLst/>
    <dgm:txEffectClrLst/>
  </dgm:styleLbl>
  <dgm:styleLbl name="node2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node3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node4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fgImgPlace1">
    <dgm:fillClrLst meth="repeat">
      <a:schemeClr val="accent1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alignImgPlace1">
    <dgm:fillClrLst meth="repeat">
      <a:schemeClr val="accent1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bgImgPlace1">
    <dgm:fillClrLst meth="repeat">
      <a:schemeClr val="accent1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sibTrans2D1">
    <dgm:fillClrLst meth="repeat">
      <a:schemeClr val="accent1">
        <a:tint val="60000"/>
      </a:schemeClr>
    </dgm:fillClrLst>
    <dgm:linClrLst meth="repeat">
      <a:schemeClr val="accent1">
        <a:tint val="60000"/>
      </a:schemeClr>
    </dgm:linClrLst>
    <dgm:effectClrLst/>
    <dgm:txLinClrLst/>
    <dgm:txFillClrLst/>
    <dgm:txEffectClrLst/>
  </dgm:styleLbl>
  <dgm:styleLbl name="fgSibTrans2D1">
    <dgm:fillClrLst meth="repeat">
      <a:schemeClr val="accent1">
        <a:tint val="60000"/>
      </a:schemeClr>
    </dgm:fillClrLst>
    <dgm:linClrLst meth="repeat">
      <a:schemeClr val="accent1">
        <a:tint val="60000"/>
      </a:schemeClr>
    </dgm:linClrLst>
    <dgm:effectClrLst/>
    <dgm:txLinClrLst/>
    <dgm:txFillClrLst/>
    <dgm:txEffectClrLst/>
  </dgm:styleLbl>
  <dgm:styleLbl name="bgSibTrans2D1">
    <dgm:fillClrLst meth="repeat">
      <a:schemeClr val="accent1">
        <a:tint val="60000"/>
      </a:schemeClr>
    </dgm:fillClrLst>
    <dgm:linClrLst meth="repeat">
      <a:schemeClr val="accent1">
        <a:tint val="60000"/>
      </a:schemeClr>
    </dgm:linClrLst>
    <dgm:effectClrLst/>
    <dgm:txLinClrLst/>
    <dgm:txFillClrLst/>
    <dgm:txEffectClrLst/>
  </dgm:styleLbl>
  <dgm:styleLbl name="sibTrans1D1">
    <dgm:fillClrLst meth="repeat">
      <a:schemeClr val="accent1"/>
    </dgm:fillClrLst>
    <dgm:linClrLst meth="repeat">
      <a:schemeClr val="accent1"/>
    </dgm:linClrLst>
    <dgm:effectClrLst/>
    <dgm:txLinClrLst/>
    <dgm:txFillClrLst meth="repeat">
      <a:schemeClr val="tx1"/>
    </dgm:txFillClrLst>
    <dgm:txEffectClrLst/>
  </dgm:styleLbl>
  <dgm:styleLbl name="callout">
    <dgm:fillClrLst meth="repeat">
      <a:schemeClr val="accent1"/>
    </dgm:fillClrLst>
    <dgm:linClrLst meth="repeat">
      <a:schemeClr val="accent1">
        <a:tint val="50000"/>
      </a:schemeClr>
    </dgm:linClrLst>
    <dgm:effectClrLst/>
    <dgm:txLinClrLst/>
    <dgm:txFillClrLst meth="repeat">
      <a:schemeClr val="tx1"/>
    </dgm:txFillClrLst>
    <dgm:txEffectClrLst/>
  </dgm:styleLbl>
  <dgm:styleLbl name="asst0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sst1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sst2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sst3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sst4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parChTrans2D1">
    <dgm:fillClrLst meth="repeat">
      <a:schemeClr val="accent1">
        <a:tint val="60000"/>
      </a:schemeClr>
    </dgm:fillClrLst>
    <dgm:linClrLst meth="repeat">
      <a:schemeClr val="accent1">
        <a:tint val="60000"/>
      </a:schemeClr>
    </dgm:linClrLst>
    <dgm:effectClrLst/>
    <dgm:txLinClrLst/>
    <dgm:txFillClrLst meth="repeat">
      <a:schemeClr val="lt1"/>
    </dgm:txFillClrLst>
    <dgm:txEffectClrLst/>
  </dgm:styleLbl>
  <dgm:styleLbl name="parChTrans2D2">
    <dgm:fillClrLst meth="repeat">
      <a:schemeClr val="accent1"/>
    </dgm:fillClrLst>
    <dgm:linClrLst meth="repeat">
      <a:schemeClr val="accent1"/>
    </dgm:linClrLst>
    <dgm:effectClrLst/>
    <dgm:txLinClrLst/>
    <dgm:txFillClrLst meth="repeat">
      <a:schemeClr val="lt1"/>
    </dgm:txFillClrLst>
    <dgm:txEffectClrLst/>
  </dgm:styleLbl>
  <dgm:styleLbl name="parChTrans2D3">
    <dgm:fillClrLst meth="repeat">
      <a:schemeClr val="accent1"/>
    </dgm:fillClrLst>
    <dgm:linClrLst meth="repeat">
      <a:schemeClr val="accent1"/>
    </dgm:linClrLst>
    <dgm:effectClrLst/>
    <dgm:txLinClrLst/>
    <dgm:txFillClrLst meth="repeat">
      <a:schemeClr val="lt1"/>
    </dgm:txFillClrLst>
    <dgm:txEffectClrLst/>
  </dgm:styleLbl>
  <dgm:styleLbl name="parChTrans2D4">
    <dgm:fillClrLst meth="repeat">
      <a:schemeClr val="accent1"/>
    </dgm:fillClrLst>
    <dgm:linClrLst meth="repeat">
      <a:schemeClr val="accent1"/>
    </dgm:linClrLst>
    <dgm:effectClrLst/>
    <dgm:txLinClrLst/>
    <dgm:txFillClrLst meth="repeat">
      <a:schemeClr val="lt1"/>
    </dgm:txFillClrLst>
    <dgm:txEffectClrLst/>
  </dgm:styleLbl>
  <dgm:styleLbl name="parChTrans1D1">
    <dgm:fillClrLst meth="repeat">
      <a:schemeClr val="accent1"/>
    </dgm:fillClrLst>
    <dgm:linClrLst meth="repeat">
      <a:schemeClr val="accent1">
        <a:shade val="60000"/>
      </a:schemeClr>
    </dgm:linClrLst>
    <dgm:effectClrLst/>
    <dgm:txLinClrLst/>
    <dgm:txFillClrLst meth="repeat">
      <a:schemeClr val="tx1"/>
    </dgm:txFillClrLst>
    <dgm:txEffectClrLst/>
  </dgm:styleLbl>
  <dgm:styleLbl name="parChTrans1D2">
    <dgm:fillClrLst meth="repeat">
      <a:schemeClr val="accent1"/>
    </dgm:fillClrLst>
    <dgm:linClrLst meth="repeat">
      <a:schemeClr val="accent1">
        <a:shade val="60000"/>
      </a:schemeClr>
    </dgm:linClrLst>
    <dgm:effectClrLst/>
    <dgm:txLinClrLst/>
    <dgm:txFillClrLst meth="repeat">
      <a:schemeClr val="tx1"/>
    </dgm:txFillClrLst>
    <dgm:txEffectClrLst/>
  </dgm:styleLbl>
  <dgm:styleLbl name="parChTrans1D3">
    <dgm:fillClrLst meth="repeat">
      <a:schemeClr val="accent1"/>
    </dgm:fillClrLst>
    <dgm:linClrLst meth="repeat">
      <a:schemeClr val="accent1">
        <a:shade val="80000"/>
      </a:schemeClr>
    </dgm:linClrLst>
    <dgm:effectClrLst/>
    <dgm:txLinClrLst/>
    <dgm:txFillClrLst meth="repeat">
      <a:schemeClr val="tx1"/>
    </dgm:txFillClrLst>
    <dgm:txEffectClrLst/>
  </dgm:styleLbl>
  <dgm:styleLbl name="parChTrans1D4">
    <dgm:fillClrLst meth="repeat">
      <a:schemeClr val="accent1"/>
    </dgm:fillClrLst>
    <dgm:linClrLst meth="repeat">
      <a:schemeClr val="accent1">
        <a:shade val="80000"/>
      </a:schemeClr>
    </dgm:linClrLst>
    <dgm:effectClrLst/>
    <dgm:txLinClrLst/>
    <dgm:txFillClrLst meth="repeat">
      <a:schemeClr val="tx1"/>
    </dgm:txFillClrLst>
    <dgm:txEffectClrLst/>
  </dgm:styleLbl>
  <dgm:styleLbl name="fgAcc1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conFgAcc1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alignAcc1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trAlignAcc1">
    <dgm:fillClrLst meth="repeat">
      <a:schemeClr val="lt1">
        <a:alpha val="4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bgAcc1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solidFgAcc1">
    <dgm:fillClrLst meth="repeat">
      <a:schemeClr val="lt1"/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solidAlignAcc1">
    <dgm:fillClrLst meth="repeat">
      <a:schemeClr val="lt1"/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solidBgAcc1">
    <dgm:fillClrLst meth="repeat">
      <a:schemeClr val="lt1"/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fgAccFollowNode1">
    <dgm:fillClrLst meth="repeat">
      <a:schemeClr val="accent1">
        <a:alpha val="90000"/>
        <a:tint val="40000"/>
      </a:schemeClr>
    </dgm:fillClrLst>
    <dgm:linClrLst meth="repeat">
      <a:schemeClr val="accent1">
        <a:alpha val="90000"/>
        <a:tint val="40000"/>
      </a:schemeClr>
    </dgm:linClrLst>
    <dgm:effectClrLst/>
    <dgm:txLinClrLst/>
    <dgm:txFillClrLst meth="repeat">
      <a:schemeClr val="dk1"/>
    </dgm:txFillClrLst>
    <dgm:txEffectClrLst/>
  </dgm:styleLbl>
  <dgm:styleLbl name="alignAccFollowNode1">
    <dgm:fillClrLst meth="repeat">
      <a:schemeClr val="accent1">
        <a:alpha val="90000"/>
        <a:tint val="40000"/>
      </a:schemeClr>
    </dgm:fillClrLst>
    <dgm:linClrLst meth="repeat">
      <a:schemeClr val="accent1">
        <a:alpha val="90000"/>
        <a:tint val="40000"/>
      </a:schemeClr>
    </dgm:linClrLst>
    <dgm:effectClrLst/>
    <dgm:txLinClrLst/>
    <dgm:txFillClrLst meth="repeat">
      <a:schemeClr val="dk1"/>
    </dgm:txFillClrLst>
    <dgm:txEffectClrLst/>
  </dgm:styleLbl>
  <dgm:styleLbl name="bgAccFollowNode1">
    <dgm:fillClrLst meth="repeat">
      <a:schemeClr val="accent1">
        <a:alpha val="90000"/>
        <a:tint val="40000"/>
      </a:schemeClr>
    </dgm:fillClrLst>
    <dgm:linClrLst meth="repeat">
      <a:schemeClr val="accent1">
        <a:alpha val="90000"/>
        <a:tint val="40000"/>
      </a:schemeClr>
    </dgm:linClrLst>
    <dgm:effectClrLst/>
    <dgm:txLinClrLst/>
    <dgm:txFillClrLst meth="repeat">
      <a:schemeClr val="dk1"/>
    </dgm:txFillClrLst>
    <dgm:txEffectClrLst/>
  </dgm:styleLbl>
  <dgm:styleLbl name="fgAcc0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fgAcc2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fgAcc3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fgAcc4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bgShp">
    <dgm:fillClrLst meth="repeat">
      <a:schemeClr val="bg1">
        <a:lumMod val="95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dkBgShp">
    <dgm:fillClrLst meth="repeat">
      <a:schemeClr val="accent1">
        <a:shade val="80000"/>
      </a:schemeClr>
    </dgm:fillClrLst>
    <dgm:linClrLst meth="repeat">
      <a:schemeClr val="accent1"/>
    </dgm:linClrLst>
    <dgm:effectClrLst/>
    <dgm:txLinClrLst/>
    <dgm:txFillClrLst meth="repeat">
      <a:schemeClr val="lt1"/>
    </dgm:txFillClrLst>
    <dgm:txEffectClrLst/>
  </dgm:styleLbl>
  <dgm:styleLbl name="trBgShp">
    <dgm:fillClrLst meth="repeat">
      <a:schemeClr val="accent1">
        <a:tint val="50000"/>
        <a:alpha val="40000"/>
      </a:schemeClr>
    </dgm:fillClrLst>
    <dgm:linClrLst meth="repeat">
      <a:schemeClr val="accent1"/>
    </dgm:linClrLst>
    <dgm:effectClrLst/>
    <dgm:txLinClrLst/>
    <dgm:txFillClrLst meth="repeat">
      <a:schemeClr val="lt1"/>
    </dgm:txFillClrLst>
    <dgm:txEffectClrLst/>
  </dgm:styleLbl>
  <dgm:styleLbl name="fgShp">
    <dgm:fillClrLst meth="repeat">
      <a:schemeClr val="accent1">
        <a:tint val="60000"/>
      </a:schemeClr>
    </dgm:fillClrLst>
    <dgm:linClrLst meth="repeat">
      <a:schemeClr val="lt1"/>
    </dgm:linClrLst>
    <dgm:effectClrLst/>
    <dgm:txLinClrLst/>
    <dgm:txFillClrLst meth="repeat">
      <a:schemeClr val="dk1"/>
    </dgm:txFillClrLst>
    <dgm:txEffectClrLst/>
  </dgm:styleLbl>
  <dgm:styleLbl name="revTx">
    <dgm:fillClrLst meth="repeat">
      <a:schemeClr val="lt1">
        <a:alpha val="0"/>
      </a:schemeClr>
    </dgm:fillClrLst>
    <dgm:linClrLst meth="repeat">
      <a:schemeClr val="dk1">
        <a:alpha val="0"/>
      </a:schemeClr>
    </dgm:linClrLst>
    <dgm:effectClrLst/>
    <dgm:txLinClrLst/>
    <dgm:txFillClrLst meth="repeat">
      <a:schemeClr val="tx1"/>
    </dgm:txFillClrLst>
    <dgm:txEffectClrLst/>
  </dgm:styleLbl>
</dgm:colorsDef>
</file>

<file path=ppt/diagrams/colors19.xml><?xml version="1.0" encoding="utf-8"?>
<dgm:colorsDef xmlns:dgm="http://schemas.openxmlformats.org/drawingml/2006/diagram" xmlns:a="http://schemas.openxmlformats.org/drawingml/2006/main" uniqueId="urn:microsoft.com/office/officeart/2018/5/colors/Iconchunking_neutralbg_colorful1">
  <dgm:title val=""/>
  <dgm:desc val=""/>
  <dgm:catLst>
    <dgm:cat type="colorful" pri="10100"/>
  </dgm:catLst>
  <dgm:styleLbl name="node0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node1">
    <dgm:fillClrLst meth="repeat">
      <a:schemeClr val="accent2"/>
      <a:schemeClr val="accent3"/>
      <a:schemeClr val="accent4"/>
      <a:schemeClr val="accent5"/>
      <a:schemeClr val="accent6"/>
    </dgm:fillClrLst>
    <dgm:linClrLst meth="repeat">
      <a:schemeClr val="lt1">
        <a:alpha val="0"/>
      </a:schemeClr>
    </dgm:linClrLst>
    <dgm:effectClrLst/>
    <dgm:txLinClrLst/>
    <dgm:txFillClrLst/>
    <dgm:txEffectClrLst/>
  </dgm:styleLbl>
  <dgm:styleLbl name="alignNode1">
    <dgm:fillClrLst meth="repeat">
      <a:schemeClr val="accent2"/>
      <a:schemeClr val="accent3"/>
      <a:schemeClr val="accent4"/>
      <a:schemeClr val="accent5"/>
      <a:schemeClr val="accent6"/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/>
    <dgm:txEffectClrLst/>
  </dgm:styleLbl>
  <dgm:styleLbl name="lnNode1">
    <dgm:fillClrLst meth="repeat">
      <a:schemeClr val="accent2"/>
      <a:schemeClr val="accent3"/>
      <a:schemeClr val="accent4"/>
      <a:schemeClr val="accent5"/>
      <a:schemeClr val="accent6"/>
    </dgm:fillClrLst>
    <dgm:linClrLst meth="repeat">
      <a:schemeClr val="lt1"/>
    </dgm:linClrLst>
    <dgm:effectClrLst/>
    <dgm:txLinClrLst/>
    <dgm:txFillClrLst/>
    <dgm:txEffectClrLst/>
  </dgm:styleLbl>
  <dgm:styleLbl name="vennNode1">
    <dgm:fillClrLst meth="repeat">
      <a:schemeClr val="accent2">
        <a:alpha val="50000"/>
      </a:schemeClr>
      <a:schemeClr val="accent3">
        <a:alpha val="50000"/>
      </a:schemeClr>
      <a:schemeClr val="accent4">
        <a:alpha val="50000"/>
      </a:schemeClr>
      <a:schemeClr val="accent5">
        <a:alpha val="50000"/>
      </a:schemeClr>
      <a:schemeClr val="accent6">
        <a:alpha val="50000"/>
      </a:schemeClr>
    </dgm:fillClrLst>
    <dgm:linClrLst meth="repeat">
      <a:schemeClr val="lt1"/>
    </dgm:linClrLst>
    <dgm:effectClrLst/>
    <dgm:txLinClrLst/>
    <dgm:txFillClrLst/>
    <dgm:txEffectClrLst/>
  </dgm:styleLbl>
  <dgm:styleLbl name="node2">
    <dgm:fillClrLst>
      <a:schemeClr val="accent2"/>
    </dgm:fillClrLst>
    <dgm:linClrLst meth="repeat">
      <a:schemeClr val="lt1"/>
    </dgm:linClrLst>
    <dgm:effectClrLst/>
    <dgm:txLinClrLst/>
    <dgm:txFillClrLst/>
    <dgm:txEffectClrLst/>
  </dgm:styleLbl>
  <dgm:styleLbl name="node3">
    <dgm:fillClrLst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node4">
    <dgm:fillClrLst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fgImgPlace1">
    <dgm:fillClrLst meth="repeat">
      <a:schemeClr val="accent2">
        <a:tint val="50000"/>
      </a:schemeClr>
      <a:schemeClr val="accent3">
        <a:tint val="50000"/>
      </a:schemeClr>
      <a:schemeClr val="accent4">
        <a:tint val="50000"/>
      </a:schemeClr>
      <a:schemeClr val="accent5">
        <a:tint val="50000"/>
      </a:schemeClr>
      <a:schemeClr val="accent6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alignImgPlace1">
    <dgm:fillClrLst>
      <a:schemeClr val="accent1">
        <a:tint val="50000"/>
      </a:schemeClr>
      <a:schemeClr val="accent2">
        <a:tint val="2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bgImgPlace1">
    <dgm:fillClrLst>
      <a:schemeClr val="accent1">
        <a:tint val="50000"/>
      </a:schemeClr>
      <a:schemeClr val="accent2">
        <a:tint val="2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sibTrans2D1">
    <dgm:fillClrLst meth="repeat">
      <a:schemeClr val="accent2"/>
      <a:schemeClr val="accent3"/>
      <a:schemeClr val="accent4"/>
      <a:schemeClr val="accent5"/>
      <a:schemeClr val="accent6"/>
    </dgm:fillClrLst>
    <dgm:linClrLst meth="cycle">
      <a:schemeClr val="lt1"/>
    </dgm:linClrLst>
    <dgm:effectClrLst/>
    <dgm:txLinClrLst/>
    <dgm:txFillClrLst/>
    <dgm:txEffectClrLst/>
  </dgm:styleLbl>
  <dgm:styleLbl name="fgSibTrans2D1">
    <dgm:fillClrLst meth="repeat">
      <a:schemeClr val="accent2"/>
      <a:schemeClr val="accent3"/>
      <a:schemeClr val="accent4"/>
      <a:schemeClr val="accent5"/>
      <a:schemeClr val="accent6"/>
    </dgm:fillClrLst>
    <dgm:linClrLst meth="cycle">
      <a:schemeClr val="lt1"/>
    </dgm:linClrLst>
    <dgm:effectClrLst/>
    <dgm:txLinClrLst/>
    <dgm:txFillClrLst meth="repeat">
      <a:schemeClr val="lt1"/>
    </dgm:txFillClrLst>
    <dgm:txEffectClrLst/>
  </dgm:styleLbl>
  <dgm:styleLbl name="bgSibTrans2D1">
    <dgm:fillClrLst meth="repeat">
      <a:schemeClr val="accent2"/>
      <a:schemeClr val="accent3"/>
      <a:schemeClr val="accent4"/>
      <a:schemeClr val="accent5"/>
      <a:schemeClr val="accent6"/>
    </dgm:fillClrLst>
    <dgm:linClrLst meth="cycle">
      <a:schemeClr val="lt1"/>
    </dgm:linClrLst>
    <dgm:effectClrLst/>
    <dgm:txLinClrLst/>
    <dgm:txFillClrLst meth="repeat">
      <a:schemeClr val="lt1"/>
    </dgm:txFillClrLst>
    <dgm:txEffectClrLst/>
  </dgm:styleLbl>
  <dgm:styleLbl name="sibTrans1D1">
    <dgm:fillClrLst meth="repeat">
      <a:schemeClr val="accent2"/>
      <a:schemeClr val="accent3"/>
      <a:schemeClr val="accent4"/>
      <a:schemeClr val="accent5"/>
      <a:schemeClr val="accent6"/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tx1"/>
    </dgm:txFillClrLst>
    <dgm:txEffectClrLst/>
  </dgm:styleLbl>
  <dgm:styleLbl name="callout">
    <dgm:fillClrLst meth="repeat">
      <a:schemeClr val="accent2"/>
    </dgm:fillClrLst>
    <dgm:linClrLst meth="repeat">
      <a:schemeClr val="accent2">
        <a:tint val="50000"/>
      </a:schemeClr>
    </dgm:linClrLst>
    <dgm:effectClrLst/>
    <dgm:txLinClrLst/>
    <dgm:txFillClrLst meth="repeat">
      <a:schemeClr val="tx1"/>
    </dgm:txFillClrLst>
    <dgm:txEffectClrLst/>
  </dgm:styleLbl>
  <dgm:styleLbl name="asst0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sst1">
    <dgm:fillClrLst meth="repeat">
      <a:schemeClr val="accent2"/>
    </dgm:fillClrLst>
    <dgm:linClrLst meth="repeat">
      <a:schemeClr val="lt1"/>
    </dgm:linClrLst>
    <dgm:effectClrLst/>
    <dgm:txLinClrLst/>
    <dgm:txFillClrLst/>
    <dgm:txEffectClrLst/>
  </dgm:styleLbl>
  <dgm:styleLbl name="asst2">
    <dgm:fillClrLst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asst3">
    <dgm:fillClrLst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asst4">
    <dgm:fillClrLst>
      <a:schemeClr val="accent5"/>
    </dgm:fillClrLst>
    <dgm:linClrLst meth="repeat">
      <a:schemeClr val="lt1"/>
    </dgm:linClrLst>
    <dgm:effectClrLst/>
    <dgm:txLinClrLst/>
    <dgm:txFillClrLst/>
    <dgm:txEffectClrLst/>
  </dgm:styleLbl>
  <dgm:styleLbl name="parChTrans2D1">
    <dgm:fillClrLst meth="repeat">
      <a:schemeClr val="accent2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parChTrans2D2">
    <dgm:fillClrLst meth="repeat"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parChTrans2D3">
    <dgm:fillClrLst meth="repeat"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parChTrans2D4">
    <dgm:fillClrLst meth="repeat">
      <a:schemeClr val="accent5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parChTrans1D1">
    <dgm:fillClrLst meth="repeat">
      <a:schemeClr val="accent2"/>
    </dgm:fillClrLst>
    <dgm:linClrLst meth="repeat">
      <a:schemeClr val="accent1"/>
    </dgm:linClrLst>
    <dgm:effectClrLst/>
    <dgm:txLinClrLst/>
    <dgm:txFillClrLst meth="repeat">
      <a:schemeClr val="tx1"/>
    </dgm:txFillClrLst>
    <dgm:txEffectClrLst/>
  </dgm:styleLbl>
  <dgm:styleLbl name="parChTrans1D2">
    <dgm:fillClrLst meth="repeat">
      <a:schemeClr val="accent3">
        <a:tint val="90000"/>
      </a:schemeClr>
    </dgm:fillClrLst>
    <dgm:linClrLst meth="repeat">
      <a:schemeClr val="accent2"/>
    </dgm:linClrLst>
    <dgm:effectClrLst/>
    <dgm:txLinClrLst/>
    <dgm:txFillClrLst meth="repeat">
      <a:schemeClr val="tx1"/>
    </dgm:txFillClrLst>
    <dgm:txEffectClrLst/>
  </dgm:styleLbl>
  <dgm:styleLbl name="parChTrans1D3">
    <dgm:fillClrLst meth="repeat">
      <a:schemeClr val="accent4">
        <a:tint val="70000"/>
      </a:schemeClr>
    </dgm:fillClrLst>
    <dgm:linClrLst meth="repeat">
      <a:schemeClr val="accent3"/>
    </dgm:linClrLst>
    <dgm:effectClrLst/>
    <dgm:txLinClrLst/>
    <dgm:txFillClrLst meth="repeat">
      <a:schemeClr val="tx1"/>
    </dgm:txFillClrLst>
    <dgm:txEffectClrLst/>
  </dgm:styleLbl>
  <dgm:styleLbl name="parChTrans1D4">
    <dgm:fillClrLst meth="repeat">
      <a:schemeClr val="accent5">
        <a:tint val="50000"/>
      </a:schemeClr>
    </dgm:fillClrLst>
    <dgm:linClrLst meth="repeat">
      <a:schemeClr val="accent4"/>
    </dgm:linClrLst>
    <dgm:effectClrLst/>
    <dgm:txLinClrLst/>
    <dgm:txFillClrLst meth="repeat">
      <a:schemeClr val="tx1"/>
    </dgm:txFillClrLst>
    <dgm:txEffectClrLst/>
  </dgm:styleLbl>
  <dgm:styleLbl name="fgAcc1">
    <dgm:fillClrLst meth="repeat">
      <a:schemeClr val="lt1">
        <a:alpha val="90000"/>
      </a:schemeClr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conFgAcc1">
    <dgm:fillClrLst meth="repeat">
      <a:schemeClr val="lt1">
        <a:alpha val="90000"/>
      </a:schemeClr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alignAcc1">
    <dgm:fillClrLst meth="repeat">
      <a:schemeClr val="lt1">
        <a:alpha val="90000"/>
      </a:schemeClr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trAlignAcc1">
    <dgm:fillClrLst meth="repeat">
      <a:schemeClr val="lt1">
        <a:alpha val="4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bgAcc1">
    <dgm:fillClrLst meth="repeat">
      <a:schemeClr val="lt1">
        <a:alpha val="90000"/>
      </a:schemeClr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solidFgAcc1">
    <dgm:fillClrLst meth="repeat">
      <a:schemeClr val="lt1"/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solidAlignAcc1">
    <dgm:fillClrLst meth="repeat">
      <a:schemeClr val="lt1"/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solidBgAcc1">
    <dgm:fillClrLst meth="repeat">
      <a:schemeClr val="lt1"/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fgAccFollowNode1">
    <dgm:fillClrLst meth="repeat">
      <a:schemeClr val="accent2">
        <a:tint val="40000"/>
        <a:alpha val="90000"/>
      </a:schemeClr>
      <a:schemeClr val="accent3">
        <a:tint val="40000"/>
        <a:alpha val="90000"/>
      </a:schemeClr>
      <a:schemeClr val="accent4">
        <a:tint val="40000"/>
        <a:alpha val="90000"/>
      </a:schemeClr>
      <a:schemeClr val="accent5">
        <a:tint val="40000"/>
        <a:alpha val="90000"/>
      </a:schemeClr>
      <a:schemeClr val="accent6">
        <a:tint val="40000"/>
        <a:alpha val="90000"/>
      </a:schemeClr>
    </dgm:fillClrLst>
    <dgm:linClrLst meth="repeat">
      <a:schemeClr val="accent2">
        <a:tint val="40000"/>
        <a:alpha val="90000"/>
      </a:schemeClr>
      <a:schemeClr val="accent3">
        <a:tint val="40000"/>
        <a:alpha val="90000"/>
      </a:schemeClr>
      <a:schemeClr val="accent4">
        <a:tint val="40000"/>
        <a:alpha val="90000"/>
      </a:schemeClr>
      <a:schemeClr val="accent5">
        <a:tint val="40000"/>
        <a:alpha val="90000"/>
      </a:schemeClr>
      <a:schemeClr val="accent6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alignAccFollowNode1">
    <dgm:fillClrLst meth="repeat">
      <a:schemeClr val="accent2">
        <a:tint val="40000"/>
        <a:alpha val="90000"/>
      </a:schemeClr>
      <a:schemeClr val="accent3">
        <a:tint val="40000"/>
        <a:alpha val="90000"/>
      </a:schemeClr>
      <a:schemeClr val="accent4">
        <a:tint val="40000"/>
        <a:alpha val="90000"/>
      </a:schemeClr>
      <a:schemeClr val="accent5">
        <a:tint val="40000"/>
        <a:alpha val="90000"/>
      </a:schemeClr>
      <a:schemeClr val="accent6">
        <a:tint val="40000"/>
        <a:alpha val="90000"/>
      </a:schemeClr>
    </dgm:fillClrLst>
    <dgm:linClrLst meth="repeat">
      <a:schemeClr val="accent2">
        <a:tint val="40000"/>
        <a:alpha val="90000"/>
      </a:schemeClr>
      <a:schemeClr val="accent3">
        <a:tint val="40000"/>
        <a:alpha val="90000"/>
      </a:schemeClr>
      <a:schemeClr val="accent4">
        <a:tint val="40000"/>
        <a:alpha val="90000"/>
      </a:schemeClr>
      <a:schemeClr val="accent5">
        <a:tint val="40000"/>
        <a:alpha val="90000"/>
      </a:schemeClr>
      <a:schemeClr val="accent6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bgAccFollowNode1">
    <dgm:fillClrLst meth="repeat">
      <a:schemeClr val="accent2">
        <a:tint val="40000"/>
        <a:alpha val="90000"/>
      </a:schemeClr>
      <a:schemeClr val="accent3">
        <a:tint val="40000"/>
        <a:alpha val="90000"/>
      </a:schemeClr>
      <a:schemeClr val="accent4">
        <a:tint val="40000"/>
        <a:alpha val="90000"/>
      </a:schemeClr>
      <a:schemeClr val="accent5">
        <a:tint val="40000"/>
        <a:alpha val="90000"/>
      </a:schemeClr>
      <a:schemeClr val="accent6">
        <a:tint val="40000"/>
        <a:alpha val="90000"/>
      </a:schemeClr>
    </dgm:fillClrLst>
    <dgm:linClrLst meth="repeat">
      <a:schemeClr val="accent2">
        <a:tint val="40000"/>
        <a:alpha val="90000"/>
      </a:schemeClr>
      <a:schemeClr val="accent3">
        <a:tint val="40000"/>
        <a:alpha val="90000"/>
      </a:schemeClr>
      <a:schemeClr val="accent4">
        <a:tint val="40000"/>
        <a:alpha val="90000"/>
      </a:schemeClr>
      <a:schemeClr val="accent5">
        <a:tint val="40000"/>
        <a:alpha val="90000"/>
      </a:schemeClr>
      <a:schemeClr val="accent6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fgAcc0">
    <dgm:fillClrLst meth="repeat">
      <a:schemeClr val="lt1">
        <a:alpha val="90000"/>
      </a:schemeClr>
    </dgm:fillClrLst>
    <dgm:linClrLst>
      <a:schemeClr val="accent1"/>
    </dgm:linClrLst>
    <dgm:effectClrLst/>
    <dgm:txLinClrLst/>
    <dgm:txFillClrLst meth="repeat">
      <a:schemeClr val="dk1"/>
    </dgm:txFillClrLst>
    <dgm:txEffectClrLst/>
  </dgm:styleLbl>
  <dgm:styleLbl name="fgAcc2">
    <dgm:fillClrLst meth="repeat">
      <a:schemeClr val="lt1">
        <a:alpha val="90000"/>
      </a:schemeClr>
    </dgm:fillClrLst>
    <dgm:linClrLst>
      <a:schemeClr val="accent2"/>
    </dgm:linClrLst>
    <dgm:effectClrLst/>
    <dgm:txLinClrLst/>
    <dgm:txFillClrLst meth="repeat">
      <a:schemeClr val="dk1"/>
    </dgm:txFillClrLst>
    <dgm:txEffectClrLst/>
  </dgm:styleLbl>
  <dgm:styleLbl name="fgAcc3">
    <dgm:fillClrLst meth="repeat">
      <a:schemeClr val="lt1">
        <a:alpha val="90000"/>
      </a:schemeClr>
    </dgm:fillClrLst>
    <dgm:linClrLst>
      <a:schemeClr val="accent3"/>
    </dgm:linClrLst>
    <dgm:effectClrLst/>
    <dgm:txLinClrLst/>
    <dgm:txFillClrLst meth="repeat">
      <a:schemeClr val="dk1"/>
    </dgm:txFillClrLst>
    <dgm:txEffectClrLst/>
  </dgm:styleLbl>
  <dgm:styleLbl name="fgAcc4">
    <dgm:fillClrLst meth="repeat">
      <a:schemeClr val="lt1">
        <a:alpha val="90000"/>
      </a:schemeClr>
    </dgm:fillClrLst>
    <dgm:linClrLst>
      <a:schemeClr val="accent4"/>
    </dgm:linClrLst>
    <dgm:effectClrLst/>
    <dgm:txLinClrLst/>
    <dgm:txFillClrLst meth="repeat">
      <a:schemeClr val="dk1"/>
    </dgm:txFillClrLst>
    <dgm:txEffectClrLst/>
  </dgm:styleLbl>
  <dgm:styleLbl name="bgShp">
    <dgm:fillClrLst meth="repeat">
      <a:schemeClr val="bg1">
        <a:lumMod val="95000"/>
      </a:schemeClr>
    </dgm:fillClrLst>
    <dgm:linClrLst meth="repeat">
      <a:schemeClr val="dk1"/>
    </dgm:linClrLst>
    <dgm:effectClrLst/>
    <dgm:txLinClrLst/>
    <dgm:txFillClrLst meth="repeat">
      <a:schemeClr val="dk1"/>
    </dgm:txFillClrLst>
    <dgm:txEffectClrLst/>
  </dgm:styleLbl>
  <dgm:styleLbl name="dkBgShp">
    <dgm:fillClrLst meth="repeat">
      <a:schemeClr val="accent2">
        <a:shade val="90000"/>
      </a:schemeClr>
    </dgm:fillClrLst>
    <dgm:linClrLst meth="repeat">
      <a:schemeClr val="dk1"/>
    </dgm:linClrLst>
    <dgm:effectClrLst/>
    <dgm:txLinClrLst/>
    <dgm:txFillClrLst meth="repeat">
      <a:schemeClr val="lt1"/>
    </dgm:txFillClrLst>
    <dgm:txEffectClrLst/>
  </dgm:styleLbl>
  <dgm:styleLbl name="trBgShp">
    <dgm:fillClrLst meth="repeat">
      <a:schemeClr val="accent1">
        <a:tint val="50000"/>
        <a:alpha val="40000"/>
      </a:schemeClr>
    </dgm:fillClrLst>
    <dgm:linClrLst meth="repeat">
      <a:schemeClr val="accent2"/>
    </dgm:linClrLst>
    <dgm:effectClrLst/>
    <dgm:txLinClrLst/>
    <dgm:txFillClrLst meth="repeat">
      <a:schemeClr val="lt1"/>
    </dgm:txFillClrLst>
    <dgm:txEffectClrLst/>
  </dgm:styleLbl>
  <dgm:styleLbl name="fgShp">
    <dgm:fillClrLst meth="repeat">
      <a:schemeClr val="accent2">
        <a:tint val="40000"/>
      </a:schemeClr>
    </dgm:fillClrLst>
    <dgm:linClrLst meth="repeat">
      <a:schemeClr val="lt1"/>
    </dgm:linClrLst>
    <dgm:effectClrLst/>
    <dgm:txLinClrLst/>
    <dgm:txFillClrLst meth="repeat">
      <a:schemeClr val="dk1"/>
    </dgm:txFillClrLst>
    <dgm:txEffectClrLst/>
  </dgm:styleLbl>
  <dgm:styleLbl name="revTx">
    <dgm:fillClrLst meth="repeat">
      <a:schemeClr val="lt1">
        <a:alpha val="0"/>
      </a:schemeClr>
    </dgm:fillClrLst>
    <dgm:linClrLst meth="repeat">
      <a:schemeClr val="dk1">
        <a:alpha val="0"/>
      </a:schemeClr>
    </dgm:linClrLst>
    <dgm:effectClrLst/>
    <dgm:txLinClrLst/>
    <dgm:txFillClrLst meth="repeat">
      <a:schemeClr val="tx1"/>
    </dgm:txFillClrLst>
    <dgm:txEffectClrLst/>
  </dgm:styleLbl>
</dgm:colorsDef>
</file>

<file path=ppt/diagrams/colors20.xml><?xml version="1.0" encoding="utf-8"?>
<dgm:colorsDef xmlns:dgm="http://schemas.openxmlformats.org/drawingml/2006/diagram" xmlns:a="http://schemas.openxmlformats.org/drawingml/2006/main" uniqueId="urn:microsoft.com/office/officeart/2018/5/colors/Iconchunking_neutralbg_colorful1">
  <dgm:title val=""/>
  <dgm:desc val=""/>
  <dgm:catLst>
    <dgm:cat type="colorful" pri="10100"/>
  </dgm:catLst>
  <dgm:styleLbl name="node0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node1">
    <dgm:fillClrLst meth="repeat">
      <a:schemeClr val="accent2"/>
      <a:schemeClr val="accent3"/>
      <a:schemeClr val="accent4"/>
      <a:schemeClr val="accent5"/>
      <a:schemeClr val="accent6"/>
    </dgm:fillClrLst>
    <dgm:linClrLst meth="repeat">
      <a:schemeClr val="lt1">
        <a:alpha val="0"/>
      </a:schemeClr>
    </dgm:linClrLst>
    <dgm:effectClrLst/>
    <dgm:txLinClrLst/>
    <dgm:txFillClrLst/>
    <dgm:txEffectClrLst/>
  </dgm:styleLbl>
  <dgm:styleLbl name="alignNode1">
    <dgm:fillClrLst meth="repeat">
      <a:schemeClr val="accent2"/>
      <a:schemeClr val="accent3"/>
      <a:schemeClr val="accent4"/>
      <a:schemeClr val="accent5"/>
      <a:schemeClr val="accent6"/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/>
    <dgm:txEffectClrLst/>
  </dgm:styleLbl>
  <dgm:styleLbl name="lnNode1">
    <dgm:fillClrLst meth="repeat">
      <a:schemeClr val="accent2"/>
      <a:schemeClr val="accent3"/>
      <a:schemeClr val="accent4"/>
      <a:schemeClr val="accent5"/>
      <a:schemeClr val="accent6"/>
    </dgm:fillClrLst>
    <dgm:linClrLst meth="repeat">
      <a:schemeClr val="lt1"/>
    </dgm:linClrLst>
    <dgm:effectClrLst/>
    <dgm:txLinClrLst/>
    <dgm:txFillClrLst/>
    <dgm:txEffectClrLst/>
  </dgm:styleLbl>
  <dgm:styleLbl name="vennNode1">
    <dgm:fillClrLst meth="repeat">
      <a:schemeClr val="accent2">
        <a:alpha val="50000"/>
      </a:schemeClr>
      <a:schemeClr val="accent3">
        <a:alpha val="50000"/>
      </a:schemeClr>
      <a:schemeClr val="accent4">
        <a:alpha val="50000"/>
      </a:schemeClr>
      <a:schemeClr val="accent5">
        <a:alpha val="50000"/>
      </a:schemeClr>
      <a:schemeClr val="accent6">
        <a:alpha val="50000"/>
      </a:schemeClr>
    </dgm:fillClrLst>
    <dgm:linClrLst meth="repeat">
      <a:schemeClr val="lt1"/>
    </dgm:linClrLst>
    <dgm:effectClrLst/>
    <dgm:txLinClrLst/>
    <dgm:txFillClrLst/>
    <dgm:txEffectClrLst/>
  </dgm:styleLbl>
  <dgm:styleLbl name="node2">
    <dgm:fillClrLst>
      <a:schemeClr val="accent2"/>
    </dgm:fillClrLst>
    <dgm:linClrLst meth="repeat">
      <a:schemeClr val="lt1"/>
    </dgm:linClrLst>
    <dgm:effectClrLst/>
    <dgm:txLinClrLst/>
    <dgm:txFillClrLst/>
    <dgm:txEffectClrLst/>
  </dgm:styleLbl>
  <dgm:styleLbl name="node3">
    <dgm:fillClrLst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node4">
    <dgm:fillClrLst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fgImgPlace1">
    <dgm:fillClrLst meth="repeat">
      <a:schemeClr val="accent2">
        <a:tint val="50000"/>
      </a:schemeClr>
      <a:schemeClr val="accent3">
        <a:tint val="50000"/>
      </a:schemeClr>
      <a:schemeClr val="accent4">
        <a:tint val="50000"/>
      </a:schemeClr>
      <a:schemeClr val="accent5">
        <a:tint val="50000"/>
      </a:schemeClr>
      <a:schemeClr val="accent6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alignImgPlace1">
    <dgm:fillClrLst>
      <a:schemeClr val="accent1">
        <a:tint val="50000"/>
      </a:schemeClr>
      <a:schemeClr val="accent2">
        <a:tint val="2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bgImgPlace1">
    <dgm:fillClrLst>
      <a:schemeClr val="accent1">
        <a:tint val="50000"/>
      </a:schemeClr>
      <a:schemeClr val="accent2">
        <a:tint val="2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sibTrans2D1">
    <dgm:fillClrLst meth="repeat">
      <a:schemeClr val="accent2"/>
      <a:schemeClr val="accent3"/>
      <a:schemeClr val="accent4"/>
      <a:schemeClr val="accent5"/>
      <a:schemeClr val="accent6"/>
    </dgm:fillClrLst>
    <dgm:linClrLst meth="cycle">
      <a:schemeClr val="lt1"/>
    </dgm:linClrLst>
    <dgm:effectClrLst/>
    <dgm:txLinClrLst/>
    <dgm:txFillClrLst/>
    <dgm:txEffectClrLst/>
  </dgm:styleLbl>
  <dgm:styleLbl name="fgSibTrans2D1">
    <dgm:fillClrLst meth="repeat">
      <a:schemeClr val="accent2"/>
      <a:schemeClr val="accent3"/>
      <a:schemeClr val="accent4"/>
      <a:schemeClr val="accent5"/>
      <a:schemeClr val="accent6"/>
    </dgm:fillClrLst>
    <dgm:linClrLst meth="cycle">
      <a:schemeClr val="lt1"/>
    </dgm:linClrLst>
    <dgm:effectClrLst/>
    <dgm:txLinClrLst/>
    <dgm:txFillClrLst meth="repeat">
      <a:schemeClr val="lt1"/>
    </dgm:txFillClrLst>
    <dgm:txEffectClrLst/>
  </dgm:styleLbl>
  <dgm:styleLbl name="bgSibTrans2D1">
    <dgm:fillClrLst meth="repeat">
      <a:schemeClr val="accent2"/>
      <a:schemeClr val="accent3"/>
      <a:schemeClr val="accent4"/>
      <a:schemeClr val="accent5"/>
      <a:schemeClr val="accent6"/>
    </dgm:fillClrLst>
    <dgm:linClrLst meth="cycle">
      <a:schemeClr val="lt1"/>
    </dgm:linClrLst>
    <dgm:effectClrLst/>
    <dgm:txLinClrLst/>
    <dgm:txFillClrLst meth="repeat">
      <a:schemeClr val="lt1"/>
    </dgm:txFillClrLst>
    <dgm:txEffectClrLst/>
  </dgm:styleLbl>
  <dgm:styleLbl name="sibTrans1D1">
    <dgm:fillClrLst meth="repeat">
      <a:schemeClr val="accent2"/>
      <a:schemeClr val="accent3"/>
      <a:schemeClr val="accent4"/>
      <a:schemeClr val="accent5"/>
      <a:schemeClr val="accent6"/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tx1"/>
    </dgm:txFillClrLst>
    <dgm:txEffectClrLst/>
  </dgm:styleLbl>
  <dgm:styleLbl name="callout">
    <dgm:fillClrLst meth="repeat">
      <a:schemeClr val="accent2"/>
    </dgm:fillClrLst>
    <dgm:linClrLst meth="repeat">
      <a:schemeClr val="accent2">
        <a:tint val="50000"/>
      </a:schemeClr>
    </dgm:linClrLst>
    <dgm:effectClrLst/>
    <dgm:txLinClrLst/>
    <dgm:txFillClrLst meth="repeat">
      <a:schemeClr val="tx1"/>
    </dgm:txFillClrLst>
    <dgm:txEffectClrLst/>
  </dgm:styleLbl>
  <dgm:styleLbl name="asst0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sst1">
    <dgm:fillClrLst meth="repeat">
      <a:schemeClr val="accent2"/>
    </dgm:fillClrLst>
    <dgm:linClrLst meth="repeat">
      <a:schemeClr val="lt1"/>
    </dgm:linClrLst>
    <dgm:effectClrLst/>
    <dgm:txLinClrLst/>
    <dgm:txFillClrLst/>
    <dgm:txEffectClrLst/>
  </dgm:styleLbl>
  <dgm:styleLbl name="asst2">
    <dgm:fillClrLst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asst3">
    <dgm:fillClrLst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asst4">
    <dgm:fillClrLst>
      <a:schemeClr val="accent5"/>
    </dgm:fillClrLst>
    <dgm:linClrLst meth="repeat">
      <a:schemeClr val="lt1"/>
    </dgm:linClrLst>
    <dgm:effectClrLst/>
    <dgm:txLinClrLst/>
    <dgm:txFillClrLst/>
    <dgm:txEffectClrLst/>
  </dgm:styleLbl>
  <dgm:styleLbl name="parChTrans2D1">
    <dgm:fillClrLst meth="repeat">
      <a:schemeClr val="accent2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parChTrans2D2">
    <dgm:fillClrLst meth="repeat"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parChTrans2D3">
    <dgm:fillClrLst meth="repeat"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parChTrans2D4">
    <dgm:fillClrLst meth="repeat">
      <a:schemeClr val="accent5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parChTrans1D1">
    <dgm:fillClrLst meth="repeat">
      <a:schemeClr val="accent2"/>
    </dgm:fillClrLst>
    <dgm:linClrLst meth="repeat">
      <a:schemeClr val="accent1"/>
    </dgm:linClrLst>
    <dgm:effectClrLst/>
    <dgm:txLinClrLst/>
    <dgm:txFillClrLst meth="repeat">
      <a:schemeClr val="tx1"/>
    </dgm:txFillClrLst>
    <dgm:txEffectClrLst/>
  </dgm:styleLbl>
  <dgm:styleLbl name="parChTrans1D2">
    <dgm:fillClrLst meth="repeat">
      <a:schemeClr val="accent3">
        <a:tint val="90000"/>
      </a:schemeClr>
    </dgm:fillClrLst>
    <dgm:linClrLst meth="repeat">
      <a:schemeClr val="accent2"/>
    </dgm:linClrLst>
    <dgm:effectClrLst/>
    <dgm:txLinClrLst/>
    <dgm:txFillClrLst meth="repeat">
      <a:schemeClr val="tx1"/>
    </dgm:txFillClrLst>
    <dgm:txEffectClrLst/>
  </dgm:styleLbl>
  <dgm:styleLbl name="parChTrans1D3">
    <dgm:fillClrLst meth="repeat">
      <a:schemeClr val="accent4">
        <a:tint val="70000"/>
      </a:schemeClr>
    </dgm:fillClrLst>
    <dgm:linClrLst meth="repeat">
      <a:schemeClr val="accent3"/>
    </dgm:linClrLst>
    <dgm:effectClrLst/>
    <dgm:txLinClrLst/>
    <dgm:txFillClrLst meth="repeat">
      <a:schemeClr val="tx1"/>
    </dgm:txFillClrLst>
    <dgm:txEffectClrLst/>
  </dgm:styleLbl>
  <dgm:styleLbl name="parChTrans1D4">
    <dgm:fillClrLst meth="repeat">
      <a:schemeClr val="accent5">
        <a:tint val="50000"/>
      </a:schemeClr>
    </dgm:fillClrLst>
    <dgm:linClrLst meth="repeat">
      <a:schemeClr val="accent4"/>
    </dgm:linClrLst>
    <dgm:effectClrLst/>
    <dgm:txLinClrLst/>
    <dgm:txFillClrLst meth="repeat">
      <a:schemeClr val="tx1"/>
    </dgm:txFillClrLst>
    <dgm:txEffectClrLst/>
  </dgm:styleLbl>
  <dgm:styleLbl name="fgAcc1">
    <dgm:fillClrLst meth="repeat">
      <a:schemeClr val="lt1">
        <a:alpha val="90000"/>
      </a:schemeClr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conFgAcc1">
    <dgm:fillClrLst meth="repeat">
      <a:schemeClr val="lt1">
        <a:alpha val="90000"/>
      </a:schemeClr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alignAcc1">
    <dgm:fillClrLst meth="repeat">
      <a:schemeClr val="lt1">
        <a:alpha val="90000"/>
      </a:schemeClr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trAlignAcc1">
    <dgm:fillClrLst meth="repeat">
      <a:schemeClr val="lt1">
        <a:alpha val="4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bgAcc1">
    <dgm:fillClrLst meth="repeat">
      <a:schemeClr val="lt1">
        <a:alpha val="90000"/>
      </a:schemeClr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solidFgAcc1">
    <dgm:fillClrLst meth="repeat">
      <a:schemeClr val="lt1"/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solidAlignAcc1">
    <dgm:fillClrLst meth="repeat">
      <a:schemeClr val="lt1"/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solidBgAcc1">
    <dgm:fillClrLst meth="repeat">
      <a:schemeClr val="lt1"/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fgAccFollowNode1">
    <dgm:fillClrLst meth="repeat">
      <a:schemeClr val="accent2">
        <a:tint val="40000"/>
        <a:alpha val="90000"/>
      </a:schemeClr>
      <a:schemeClr val="accent3">
        <a:tint val="40000"/>
        <a:alpha val="90000"/>
      </a:schemeClr>
      <a:schemeClr val="accent4">
        <a:tint val="40000"/>
        <a:alpha val="90000"/>
      </a:schemeClr>
      <a:schemeClr val="accent5">
        <a:tint val="40000"/>
        <a:alpha val="90000"/>
      </a:schemeClr>
      <a:schemeClr val="accent6">
        <a:tint val="40000"/>
        <a:alpha val="90000"/>
      </a:schemeClr>
    </dgm:fillClrLst>
    <dgm:linClrLst meth="repeat">
      <a:schemeClr val="accent2">
        <a:tint val="40000"/>
        <a:alpha val="90000"/>
      </a:schemeClr>
      <a:schemeClr val="accent3">
        <a:tint val="40000"/>
        <a:alpha val="90000"/>
      </a:schemeClr>
      <a:schemeClr val="accent4">
        <a:tint val="40000"/>
        <a:alpha val="90000"/>
      </a:schemeClr>
      <a:schemeClr val="accent5">
        <a:tint val="40000"/>
        <a:alpha val="90000"/>
      </a:schemeClr>
      <a:schemeClr val="accent6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alignAccFollowNode1">
    <dgm:fillClrLst meth="repeat">
      <a:schemeClr val="accent2">
        <a:tint val="40000"/>
        <a:alpha val="90000"/>
      </a:schemeClr>
      <a:schemeClr val="accent3">
        <a:tint val="40000"/>
        <a:alpha val="90000"/>
      </a:schemeClr>
      <a:schemeClr val="accent4">
        <a:tint val="40000"/>
        <a:alpha val="90000"/>
      </a:schemeClr>
      <a:schemeClr val="accent5">
        <a:tint val="40000"/>
        <a:alpha val="90000"/>
      </a:schemeClr>
      <a:schemeClr val="accent6">
        <a:tint val="40000"/>
        <a:alpha val="90000"/>
      </a:schemeClr>
    </dgm:fillClrLst>
    <dgm:linClrLst meth="repeat">
      <a:schemeClr val="accent2">
        <a:tint val="40000"/>
        <a:alpha val="90000"/>
      </a:schemeClr>
      <a:schemeClr val="accent3">
        <a:tint val="40000"/>
        <a:alpha val="90000"/>
      </a:schemeClr>
      <a:schemeClr val="accent4">
        <a:tint val="40000"/>
        <a:alpha val="90000"/>
      </a:schemeClr>
      <a:schemeClr val="accent5">
        <a:tint val="40000"/>
        <a:alpha val="90000"/>
      </a:schemeClr>
      <a:schemeClr val="accent6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bgAccFollowNode1">
    <dgm:fillClrLst meth="repeat">
      <a:schemeClr val="accent2">
        <a:tint val="40000"/>
        <a:alpha val="90000"/>
      </a:schemeClr>
      <a:schemeClr val="accent3">
        <a:tint val="40000"/>
        <a:alpha val="90000"/>
      </a:schemeClr>
      <a:schemeClr val="accent4">
        <a:tint val="40000"/>
        <a:alpha val="90000"/>
      </a:schemeClr>
      <a:schemeClr val="accent5">
        <a:tint val="40000"/>
        <a:alpha val="90000"/>
      </a:schemeClr>
      <a:schemeClr val="accent6">
        <a:tint val="40000"/>
        <a:alpha val="90000"/>
      </a:schemeClr>
    </dgm:fillClrLst>
    <dgm:linClrLst meth="repeat">
      <a:schemeClr val="accent2">
        <a:tint val="40000"/>
        <a:alpha val="90000"/>
      </a:schemeClr>
      <a:schemeClr val="accent3">
        <a:tint val="40000"/>
        <a:alpha val="90000"/>
      </a:schemeClr>
      <a:schemeClr val="accent4">
        <a:tint val="40000"/>
        <a:alpha val="90000"/>
      </a:schemeClr>
      <a:schemeClr val="accent5">
        <a:tint val="40000"/>
        <a:alpha val="90000"/>
      </a:schemeClr>
      <a:schemeClr val="accent6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fgAcc0">
    <dgm:fillClrLst meth="repeat">
      <a:schemeClr val="lt1">
        <a:alpha val="90000"/>
      </a:schemeClr>
    </dgm:fillClrLst>
    <dgm:linClrLst>
      <a:schemeClr val="accent1"/>
    </dgm:linClrLst>
    <dgm:effectClrLst/>
    <dgm:txLinClrLst/>
    <dgm:txFillClrLst meth="repeat">
      <a:schemeClr val="dk1"/>
    </dgm:txFillClrLst>
    <dgm:txEffectClrLst/>
  </dgm:styleLbl>
  <dgm:styleLbl name="fgAcc2">
    <dgm:fillClrLst meth="repeat">
      <a:schemeClr val="lt1">
        <a:alpha val="90000"/>
      </a:schemeClr>
    </dgm:fillClrLst>
    <dgm:linClrLst>
      <a:schemeClr val="accent2"/>
    </dgm:linClrLst>
    <dgm:effectClrLst/>
    <dgm:txLinClrLst/>
    <dgm:txFillClrLst meth="repeat">
      <a:schemeClr val="dk1"/>
    </dgm:txFillClrLst>
    <dgm:txEffectClrLst/>
  </dgm:styleLbl>
  <dgm:styleLbl name="fgAcc3">
    <dgm:fillClrLst meth="repeat">
      <a:schemeClr val="lt1">
        <a:alpha val="90000"/>
      </a:schemeClr>
    </dgm:fillClrLst>
    <dgm:linClrLst>
      <a:schemeClr val="accent3"/>
    </dgm:linClrLst>
    <dgm:effectClrLst/>
    <dgm:txLinClrLst/>
    <dgm:txFillClrLst meth="repeat">
      <a:schemeClr val="dk1"/>
    </dgm:txFillClrLst>
    <dgm:txEffectClrLst/>
  </dgm:styleLbl>
  <dgm:styleLbl name="fgAcc4">
    <dgm:fillClrLst meth="repeat">
      <a:schemeClr val="lt1">
        <a:alpha val="90000"/>
      </a:schemeClr>
    </dgm:fillClrLst>
    <dgm:linClrLst>
      <a:schemeClr val="accent4"/>
    </dgm:linClrLst>
    <dgm:effectClrLst/>
    <dgm:txLinClrLst/>
    <dgm:txFillClrLst meth="repeat">
      <a:schemeClr val="dk1"/>
    </dgm:txFillClrLst>
    <dgm:txEffectClrLst/>
  </dgm:styleLbl>
  <dgm:styleLbl name="bgShp">
    <dgm:fillClrLst meth="repeat">
      <a:schemeClr val="bg1">
        <a:lumMod val="95000"/>
      </a:schemeClr>
    </dgm:fillClrLst>
    <dgm:linClrLst meth="repeat">
      <a:schemeClr val="dk1"/>
    </dgm:linClrLst>
    <dgm:effectClrLst/>
    <dgm:txLinClrLst/>
    <dgm:txFillClrLst meth="repeat">
      <a:schemeClr val="dk1"/>
    </dgm:txFillClrLst>
    <dgm:txEffectClrLst/>
  </dgm:styleLbl>
  <dgm:styleLbl name="dkBgShp">
    <dgm:fillClrLst meth="repeat">
      <a:schemeClr val="accent2">
        <a:shade val="90000"/>
      </a:schemeClr>
    </dgm:fillClrLst>
    <dgm:linClrLst meth="repeat">
      <a:schemeClr val="dk1"/>
    </dgm:linClrLst>
    <dgm:effectClrLst/>
    <dgm:txLinClrLst/>
    <dgm:txFillClrLst meth="repeat">
      <a:schemeClr val="lt1"/>
    </dgm:txFillClrLst>
    <dgm:txEffectClrLst/>
  </dgm:styleLbl>
  <dgm:styleLbl name="trBgShp">
    <dgm:fillClrLst meth="repeat">
      <a:schemeClr val="accent1">
        <a:tint val="50000"/>
        <a:alpha val="40000"/>
      </a:schemeClr>
    </dgm:fillClrLst>
    <dgm:linClrLst meth="repeat">
      <a:schemeClr val="accent2"/>
    </dgm:linClrLst>
    <dgm:effectClrLst/>
    <dgm:txLinClrLst/>
    <dgm:txFillClrLst meth="repeat">
      <a:schemeClr val="lt1"/>
    </dgm:txFillClrLst>
    <dgm:txEffectClrLst/>
  </dgm:styleLbl>
  <dgm:styleLbl name="fgShp">
    <dgm:fillClrLst meth="repeat">
      <a:schemeClr val="accent2">
        <a:tint val="40000"/>
      </a:schemeClr>
    </dgm:fillClrLst>
    <dgm:linClrLst meth="repeat">
      <a:schemeClr val="lt1"/>
    </dgm:linClrLst>
    <dgm:effectClrLst/>
    <dgm:txLinClrLst/>
    <dgm:txFillClrLst meth="repeat">
      <a:schemeClr val="dk1"/>
    </dgm:txFillClrLst>
    <dgm:txEffectClrLst/>
  </dgm:styleLbl>
  <dgm:styleLbl name="revTx">
    <dgm:fillClrLst meth="repeat">
      <a:schemeClr val="lt1">
        <a:alpha val="0"/>
      </a:schemeClr>
    </dgm:fillClrLst>
    <dgm:linClrLst meth="repeat">
      <a:schemeClr val="dk1">
        <a:alpha val="0"/>
      </a:schemeClr>
    </dgm:linClrLst>
    <dgm:effectClrLst/>
    <dgm:txLinClrLst/>
    <dgm:txFillClrLst meth="repeat">
      <a:schemeClr val="tx1"/>
    </dgm:txFillClrLst>
    <dgm:txEffectClrLst/>
  </dgm:styleLbl>
</dgm:colorsDef>
</file>

<file path=ppt/diagrams/colors21.xml><?xml version="1.0" encoding="utf-8"?>
<dgm:colorsDef xmlns:dgm="http://schemas.openxmlformats.org/drawingml/2006/diagram" xmlns:a="http://schemas.openxmlformats.org/drawingml/2006/main" uniqueId="urn:microsoft.com/office/officeart/2018/5/colors/Iconchunking_neutralbg_colorful1">
  <dgm:title val=""/>
  <dgm:desc val=""/>
  <dgm:catLst>
    <dgm:cat type="colorful" pri="10100"/>
  </dgm:catLst>
  <dgm:styleLbl name="node0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node1">
    <dgm:fillClrLst meth="repeat">
      <a:schemeClr val="accent2"/>
      <a:schemeClr val="accent3"/>
      <a:schemeClr val="accent4"/>
      <a:schemeClr val="accent5"/>
      <a:schemeClr val="accent6"/>
    </dgm:fillClrLst>
    <dgm:linClrLst meth="repeat">
      <a:schemeClr val="lt1">
        <a:alpha val="0"/>
      </a:schemeClr>
    </dgm:linClrLst>
    <dgm:effectClrLst/>
    <dgm:txLinClrLst/>
    <dgm:txFillClrLst/>
    <dgm:txEffectClrLst/>
  </dgm:styleLbl>
  <dgm:styleLbl name="alignNode1">
    <dgm:fillClrLst meth="repeat">
      <a:schemeClr val="accent2"/>
      <a:schemeClr val="accent3"/>
      <a:schemeClr val="accent4"/>
      <a:schemeClr val="accent5"/>
      <a:schemeClr val="accent6"/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/>
    <dgm:txEffectClrLst/>
  </dgm:styleLbl>
  <dgm:styleLbl name="lnNode1">
    <dgm:fillClrLst meth="repeat">
      <a:schemeClr val="accent2"/>
      <a:schemeClr val="accent3"/>
      <a:schemeClr val="accent4"/>
      <a:schemeClr val="accent5"/>
      <a:schemeClr val="accent6"/>
    </dgm:fillClrLst>
    <dgm:linClrLst meth="repeat">
      <a:schemeClr val="lt1"/>
    </dgm:linClrLst>
    <dgm:effectClrLst/>
    <dgm:txLinClrLst/>
    <dgm:txFillClrLst/>
    <dgm:txEffectClrLst/>
  </dgm:styleLbl>
  <dgm:styleLbl name="vennNode1">
    <dgm:fillClrLst meth="repeat">
      <a:schemeClr val="accent2">
        <a:alpha val="50000"/>
      </a:schemeClr>
      <a:schemeClr val="accent3">
        <a:alpha val="50000"/>
      </a:schemeClr>
      <a:schemeClr val="accent4">
        <a:alpha val="50000"/>
      </a:schemeClr>
      <a:schemeClr val="accent5">
        <a:alpha val="50000"/>
      </a:schemeClr>
      <a:schemeClr val="accent6">
        <a:alpha val="50000"/>
      </a:schemeClr>
    </dgm:fillClrLst>
    <dgm:linClrLst meth="repeat">
      <a:schemeClr val="lt1"/>
    </dgm:linClrLst>
    <dgm:effectClrLst/>
    <dgm:txLinClrLst/>
    <dgm:txFillClrLst/>
    <dgm:txEffectClrLst/>
  </dgm:styleLbl>
  <dgm:styleLbl name="node2">
    <dgm:fillClrLst>
      <a:schemeClr val="accent2"/>
    </dgm:fillClrLst>
    <dgm:linClrLst meth="repeat">
      <a:schemeClr val="lt1"/>
    </dgm:linClrLst>
    <dgm:effectClrLst/>
    <dgm:txLinClrLst/>
    <dgm:txFillClrLst/>
    <dgm:txEffectClrLst/>
  </dgm:styleLbl>
  <dgm:styleLbl name="node3">
    <dgm:fillClrLst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node4">
    <dgm:fillClrLst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fgImgPlace1">
    <dgm:fillClrLst meth="repeat">
      <a:schemeClr val="accent2">
        <a:tint val="50000"/>
      </a:schemeClr>
      <a:schemeClr val="accent3">
        <a:tint val="50000"/>
      </a:schemeClr>
      <a:schemeClr val="accent4">
        <a:tint val="50000"/>
      </a:schemeClr>
      <a:schemeClr val="accent5">
        <a:tint val="50000"/>
      </a:schemeClr>
      <a:schemeClr val="accent6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alignImgPlace1">
    <dgm:fillClrLst>
      <a:schemeClr val="accent1">
        <a:tint val="50000"/>
      </a:schemeClr>
      <a:schemeClr val="accent2">
        <a:tint val="2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bgImgPlace1">
    <dgm:fillClrLst>
      <a:schemeClr val="accent1">
        <a:tint val="50000"/>
      </a:schemeClr>
      <a:schemeClr val="accent2">
        <a:tint val="2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sibTrans2D1">
    <dgm:fillClrLst meth="repeat">
      <a:schemeClr val="accent2"/>
      <a:schemeClr val="accent3"/>
      <a:schemeClr val="accent4"/>
      <a:schemeClr val="accent5"/>
      <a:schemeClr val="accent6"/>
    </dgm:fillClrLst>
    <dgm:linClrLst meth="cycle">
      <a:schemeClr val="lt1"/>
    </dgm:linClrLst>
    <dgm:effectClrLst/>
    <dgm:txLinClrLst/>
    <dgm:txFillClrLst/>
    <dgm:txEffectClrLst/>
  </dgm:styleLbl>
  <dgm:styleLbl name="fgSibTrans2D1">
    <dgm:fillClrLst meth="repeat">
      <a:schemeClr val="accent2"/>
      <a:schemeClr val="accent3"/>
      <a:schemeClr val="accent4"/>
      <a:schemeClr val="accent5"/>
      <a:schemeClr val="accent6"/>
    </dgm:fillClrLst>
    <dgm:linClrLst meth="cycle">
      <a:schemeClr val="lt1"/>
    </dgm:linClrLst>
    <dgm:effectClrLst/>
    <dgm:txLinClrLst/>
    <dgm:txFillClrLst meth="repeat">
      <a:schemeClr val="lt1"/>
    </dgm:txFillClrLst>
    <dgm:txEffectClrLst/>
  </dgm:styleLbl>
  <dgm:styleLbl name="bgSibTrans2D1">
    <dgm:fillClrLst meth="repeat">
      <a:schemeClr val="accent2"/>
      <a:schemeClr val="accent3"/>
      <a:schemeClr val="accent4"/>
      <a:schemeClr val="accent5"/>
      <a:schemeClr val="accent6"/>
    </dgm:fillClrLst>
    <dgm:linClrLst meth="cycle">
      <a:schemeClr val="lt1"/>
    </dgm:linClrLst>
    <dgm:effectClrLst/>
    <dgm:txLinClrLst/>
    <dgm:txFillClrLst meth="repeat">
      <a:schemeClr val="lt1"/>
    </dgm:txFillClrLst>
    <dgm:txEffectClrLst/>
  </dgm:styleLbl>
  <dgm:styleLbl name="sibTrans1D1">
    <dgm:fillClrLst meth="repeat">
      <a:schemeClr val="accent2"/>
      <a:schemeClr val="accent3"/>
      <a:schemeClr val="accent4"/>
      <a:schemeClr val="accent5"/>
      <a:schemeClr val="accent6"/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tx1"/>
    </dgm:txFillClrLst>
    <dgm:txEffectClrLst/>
  </dgm:styleLbl>
  <dgm:styleLbl name="callout">
    <dgm:fillClrLst meth="repeat">
      <a:schemeClr val="accent2"/>
    </dgm:fillClrLst>
    <dgm:linClrLst meth="repeat">
      <a:schemeClr val="accent2">
        <a:tint val="50000"/>
      </a:schemeClr>
    </dgm:linClrLst>
    <dgm:effectClrLst/>
    <dgm:txLinClrLst/>
    <dgm:txFillClrLst meth="repeat">
      <a:schemeClr val="tx1"/>
    </dgm:txFillClrLst>
    <dgm:txEffectClrLst/>
  </dgm:styleLbl>
  <dgm:styleLbl name="asst0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sst1">
    <dgm:fillClrLst meth="repeat">
      <a:schemeClr val="accent2"/>
    </dgm:fillClrLst>
    <dgm:linClrLst meth="repeat">
      <a:schemeClr val="lt1"/>
    </dgm:linClrLst>
    <dgm:effectClrLst/>
    <dgm:txLinClrLst/>
    <dgm:txFillClrLst/>
    <dgm:txEffectClrLst/>
  </dgm:styleLbl>
  <dgm:styleLbl name="asst2">
    <dgm:fillClrLst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asst3">
    <dgm:fillClrLst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asst4">
    <dgm:fillClrLst>
      <a:schemeClr val="accent5"/>
    </dgm:fillClrLst>
    <dgm:linClrLst meth="repeat">
      <a:schemeClr val="lt1"/>
    </dgm:linClrLst>
    <dgm:effectClrLst/>
    <dgm:txLinClrLst/>
    <dgm:txFillClrLst/>
    <dgm:txEffectClrLst/>
  </dgm:styleLbl>
  <dgm:styleLbl name="parChTrans2D1">
    <dgm:fillClrLst meth="repeat">
      <a:schemeClr val="accent2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parChTrans2D2">
    <dgm:fillClrLst meth="repeat"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parChTrans2D3">
    <dgm:fillClrLst meth="repeat"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parChTrans2D4">
    <dgm:fillClrLst meth="repeat">
      <a:schemeClr val="accent5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parChTrans1D1">
    <dgm:fillClrLst meth="repeat">
      <a:schemeClr val="accent2"/>
    </dgm:fillClrLst>
    <dgm:linClrLst meth="repeat">
      <a:schemeClr val="accent1"/>
    </dgm:linClrLst>
    <dgm:effectClrLst/>
    <dgm:txLinClrLst/>
    <dgm:txFillClrLst meth="repeat">
      <a:schemeClr val="tx1"/>
    </dgm:txFillClrLst>
    <dgm:txEffectClrLst/>
  </dgm:styleLbl>
  <dgm:styleLbl name="parChTrans1D2">
    <dgm:fillClrLst meth="repeat">
      <a:schemeClr val="accent3">
        <a:tint val="90000"/>
      </a:schemeClr>
    </dgm:fillClrLst>
    <dgm:linClrLst meth="repeat">
      <a:schemeClr val="accent2"/>
    </dgm:linClrLst>
    <dgm:effectClrLst/>
    <dgm:txLinClrLst/>
    <dgm:txFillClrLst meth="repeat">
      <a:schemeClr val="tx1"/>
    </dgm:txFillClrLst>
    <dgm:txEffectClrLst/>
  </dgm:styleLbl>
  <dgm:styleLbl name="parChTrans1D3">
    <dgm:fillClrLst meth="repeat">
      <a:schemeClr val="accent4">
        <a:tint val="70000"/>
      </a:schemeClr>
    </dgm:fillClrLst>
    <dgm:linClrLst meth="repeat">
      <a:schemeClr val="accent3"/>
    </dgm:linClrLst>
    <dgm:effectClrLst/>
    <dgm:txLinClrLst/>
    <dgm:txFillClrLst meth="repeat">
      <a:schemeClr val="tx1"/>
    </dgm:txFillClrLst>
    <dgm:txEffectClrLst/>
  </dgm:styleLbl>
  <dgm:styleLbl name="parChTrans1D4">
    <dgm:fillClrLst meth="repeat">
      <a:schemeClr val="accent5">
        <a:tint val="50000"/>
      </a:schemeClr>
    </dgm:fillClrLst>
    <dgm:linClrLst meth="repeat">
      <a:schemeClr val="accent4"/>
    </dgm:linClrLst>
    <dgm:effectClrLst/>
    <dgm:txLinClrLst/>
    <dgm:txFillClrLst meth="repeat">
      <a:schemeClr val="tx1"/>
    </dgm:txFillClrLst>
    <dgm:txEffectClrLst/>
  </dgm:styleLbl>
  <dgm:styleLbl name="fgAcc1">
    <dgm:fillClrLst meth="repeat">
      <a:schemeClr val="lt1">
        <a:alpha val="90000"/>
      </a:schemeClr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conFgAcc1">
    <dgm:fillClrLst meth="repeat">
      <a:schemeClr val="lt1">
        <a:alpha val="90000"/>
      </a:schemeClr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alignAcc1">
    <dgm:fillClrLst meth="repeat">
      <a:schemeClr val="lt1">
        <a:alpha val="90000"/>
      </a:schemeClr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trAlignAcc1">
    <dgm:fillClrLst meth="repeat">
      <a:schemeClr val="lt1">
        <a:alpha val="4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bgAcc1">
    <dgm:fillClrLst meth="repeat">
      <a:schemeClr val="lt1">
        <a:alpha val="90000"/>
      </a:schemeClr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solidFgAcc1">
    <dgm:fillClrLst meth="repeat">
      <a:schemeClr val="lt1"/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solidAlignAcc1">
    <dgm:fillClrLst meth="repeat">
      <a:schemeClr val="lt1"/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solidBgAcc1">
    <dgm:fillClrLst meth="repeat">
      <a:schemeClr val="lt1"/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fgAccFollowNode1">
    <dgm:fillClrLst meth="repeat">
      <a:schemeClr val="accent2">
        <a:tint val="40000"/>
        <a:alpha val="90000"/>
      </a:schemeClr>
      <a:schemeClr val="accent3">
        <a:tint val="40000"/>
        <a:alpha val="90000"/>
      </a:schemeClr>
      <a:schemeClr val="accent4">
        <a:tint val="40000"/>
        <a:alpha val="90000"/>
      </a:schemeClr>
      <a:schemeClr val="accent5">
        <a:tint val="40000"/>
        <a:alpha val="90000"/>
      </a:schemeClr>
      <a:schemeClr val="accent6">
        <a:tint val="40000"/>
        <a:alpha val="90000"/>
      </a:schemeClr>
    </dgm:fillClrLst>
    <dgm:linClrLst meth="repeat">
      <a:schemeClr val="accent2">
        <a:tint val="40000"/>
        <a:alpha val="90000"/>
      </a:schemeClr>
      <a:schemeClr val="accent3">
        <a:tint val="40000"/>
        <a:alpha val="90000"/>
      </a:schemeClr>
      <a:schemeClr val="accent4">
        <a:tint val="40000"/>
        <a:alpha val="90000"/>
      </a:schemeClr>
      <a:schemeClr val="accent5">
        <a:tint val="40000"/>
        <a:alpha val="90000"/>
      </a:schemeClr>
      <a:schemeClr val="accent6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alignAccFollowNode1">
    <dgm:fillClrLst meth="repeat">
      <a:schemeClr val="accent2">
        <a:tint val="40000"/>
        <a:alpha val="90000"/>
      </a:schemeClr>
      <a:schemeClr val="accent3">
        <a:tint val="40000"/>
        <a:alpha val="90000"/>
      </a:schemeClr>
      <a:schemeClr val="accent4">
        <a:tint val="40000"/>
        <a:alpha val="90000"/>
      </a:schemeClr>
      <a:schemeClr val="accent5">
        <a:tint val="40000"/>
        <a:alpha val="90000"/>
      </a:schemeClr>
      <a:schemeClr val="accent6">
        <a:tint val="40000"/>
        <a:alpha val="90000"/>
      </a:schemeClr>
    </dgm:fillClrLst>
    <dgm:linClrLst meth="repeat">
      <a:schemeClr val="accent2">
        <a:tint val="40000"/>
        <a:alpha val="90000"/>
      </a:schemeClr>
      <a:schemeClr val="accent3">
        <a:tint val="40000"/>
        <a:alpha val="90000"/>
      </a:schemeClr>
      <a:schemeClr val="accent4">
        <a:tint val="40000"/>
        <a:alpha val="90000"/>
      </a:schemeClr>
      <a:schemeClr val="accent5">
        <a:tint val="40000"/>
        <a:alpha val="90000"/>
      </a:schemeClr>
      <a:schemeClr val="accent6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bgAccFollowNode1">
    <dgm:fillClrLst meth="repeat">
      <a:schemeClr val="accent2">
        <a:tint val="40000"/>
        <a:alpha val="90000"/>
      </a:schemeClr>
      <a:schemeClr val="accent3">
        <a:tint val="40000"/>
        <a:alpha val="90000"/>
      </a:schemeClr>
      <a:schemeClr val="accent4">
        <a:tint val="40000"/>
        <a:alpha val="90000"/>
      </a:schemeClr>
      <a:schemeClr val="accent5">
        <a:tint val="40000"/>
        <a:alpha val="90000"/>
      </a:schemeClr>
      <a:schemeClr val="accent6">
        <a:tint val="40000"/>
        <a:alpha val="90000"/>
      </a:schemeClr>
    </dgm:fillClrLst>
    <dgm:linClrLst meth="repeat">
      <a:schemeClr val="accent2">
        <a:tint val="40000"/>
        <a:alpha val="90000"/>
      </a:schemeClr>
      <a:schemeClr val="accent3">
        <a:tint val="40000"/>
        <a:alpha val="90000"/>
      </a:schemeClr>
      <a:schemeClr val="accent4">
        <a:tint val="40000"/>
        <a:alpha val="90000"/>
      </a:schemeClr>
      <a:schemeClr val="accent5">
        <a:tint val="40000"/>
        <a:alpha val="90000"/>
      </a:schemeClr>
      <a:schemeClr val="accent6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fgAcc0">
    <dgm:fillClrLst meth="repeat">
      <a:schemeClr val="lt1">
        <a:alpha val="90000"/>
      </a:schemeClr>
    </dgm:fillClrLst>
    <dgm:linClrLst>
      <a:schemeClr val="accent1"/>
    </dgm:linClrLst>
    <dgm:effectClrLst/>
    <dgm:txLinClrLst/>
    <dgm:txFillClrLst meth="repeat">
      <a:schemeClr val="dk1"/>
    </dgm:txFillClrLst>
    <dgm:txEffectClrLst/>
  </dgm:styleLbl>
  <dgm:styleLbl name="fgAcc2">
    <dgm:fillClrLst meth="repeat">
      <a:schemeClr val="lt1">
        <a:alpha val="90000"/>
      </a:schemeClr>
    </dgm:fillClrLst>
    <dgm:linClrLst>
      <a:schemeClr val="accent2"/>
    </dgm:linClrLst>
    <dgm:effectClrLst/>
    <dgm:txLinClrLst/>
    <dgm:txFillClrLst meth="repeat">
      <a:schemeClr val="dk1"/>
    </dgm:txFillClrLst>
    <dgm:txEffectClrLst/>
  </dgm:styleLbl>
  <dgm:styleLbl name="fgAcc3">
    <dgm:fillClrLst meth="repeat">
      <a:schemeClr val="lt1">
        <a:alpha val="90000"/>
      </a:schemeClr>
    </dgm:fillClrLst>
    <dgm:linClrLst>
      <a:schemeClr val="accent3"/>
    </dgm:linClrLst>
    <dgm:effectClrLst/>
    <dgm:txLinClrLst/>
    <dgm:txFillClrLst meth="repeat">
      <a:schemeClr val="dk1"/>
    </dgm:txFillClrLst>
    <dgm:txEffectClrLst/>
  </dgm:styleLbl>
  <dgm:styleLbl name="fgAcc4">
    <dgm:fillClrLst meth="repeat">
      <a:schemeClr val="lt1">
        <a:alpha val="90000"/>
      </a:schemeClr>
    </dgm:fillClrLst>
    <dgm:linClrLst>
      <a:schemeClr val="accent4"/>
    </dgm:linClrLst>
    <dgm:effectClrLst/>
    <dgm:txLinClrLst/>
    <dgm:txFillClrLst meth="repeat">
      <a:schemeClr val="dk1"/>
    </dgm:txFillClrLst>
    <dgm:txEffectClrLst/>
  </dgm:styleLbl>
  <dgm:styleLbl name="bgShp">
    <dgm:fillClrLst meth="repeat">
      <a:schemeClr val="bg1">
        <a:lumMod val="95000"/>
      </a:schemeClr>
    </dgm:fillClrLst>
    <dgm:linClrLst meth="repeat">
      <a:schemeClr val="dk1"/>
    </dgm:linClrLst>
    <dgm:effectClrLst/>
    <dgm:txLinClrLst/>
    <dgm:txFillClrLst meth="repeat">
      <a:schemeClr val="dk1"/>
    </dgm:txFillClrLst>
    <dgm:txEffectClrLst/>
  </dgm:styleLbl>
  <dgm:styleLbl name="dkBgShp">
    <dgm:fillClrLst meth="repeat">
      <a:schemeClr val="accent2">
        <a:shade val="90000"/>
      </a:schemeClr>
    </dgm:fillClrLst>
    <dgm:linClrLst meth="repeat">
      <a:schemeClr val="dk1"/>
    </dgm:linClrLst>
    <dgm:effectClrLst/>
    <dgm:txLinClrLst/>
    <dgm:txFillClrLst meth="repeat">
      <a:schemeClr val="lt1"/>
    </dgm:txFillClrLst>
    <dgm:txEffectClrLst/>
  </dgm:styleLbl>
  <dgm:styleLbl name="trBgShp">
    <dgm:fillClrLst meth="repeat">
      <a:schemeClr val="accent1">
        <a:tint val="50000"/>
        <a:alpha val="40000"/>
      </a:schemeClr>
    </dgm:fillClrLst>
    <dgm:linClrLst meth="repeat">
      <a:schemeClr val="accent2"/>
    </dgm:linClrLst>
    <dgm:effectClrLst/>
    <dgm:txLinClrLst/>
    <dgm:txFillClrLst meth="repeat">
      <a:schemeClr val="lt1"/>
    </dgm:txFillClrLst>
    <dgm:txEffectClrLst/>
  </dgm:styleLbl>
  <dgm:styleLbl name="fgShp">
    <dgm:fillClrLst meth="repeat">
      <a:schemeClr val="accent2">
        <a:tint val="40000"/>
      </a:schemeClr>
    </dgm:fillClrLst>
    <dgm:linClrLst meth="repeat">
      <a:schemeClr val="lt1"/>
    </dgm:linClrLst>
    <dgm:effectClrLst/>
    <dgm:txLinClrLst/>
    <dgm:txFillClrLst meth="repeat">
      <a:schemeClr val="dk1"/>
    </dgm:txFillClrLst>
    <dgm:txEffectClrLst/>
  </dgm:styleLbl>
  <dgm:styleLbl name="revTx">
    <dgm:fillClrLst meth="repeat">
      <a:schemeClr val="lt1">
        <a:alpha val="0"/>
      </a:schemeClr>
    </dgm:fillClrLst>
    <dgm:linClrLst meth="repeat">
      <a:schemeClr val="dk1">
        <a:alpha val="0"/>
      </a:schemeClr>
    </dgm:linClrLst>
    <dgm:effectClrLst/>
    <dgm:txLinClrLst/>
    <dgm:txFillClrLst meth="repeat">
      <a:schemeClr val="tx1"/>
    </dgm:txFillClrLst>
    <dgm:txEffectClrLst/>
  </dgm:styleLbl>
</dgm:colorsDef>
</file>

<file path=ppt/diagrams/colors22.xml><?xml version="1.0" encoding="utf-8"?>
<dgm:colorsDef xmlns:dgm="http://schemas.openxmlformats.org/drawingml/2006/diagram" xmlns:a="http://schemas.openxmlformats.org/drawingml/2006/main" uniqueId="urn:microsoft.com/office/officeart/2018/5/colors/Iconchunking_neutralbg_accent4_2">
  <dgm:title val=""/>
  <dgm:desc val=""/>
  <dgm:catLst>
    <dgm:cat type="accent4" pri="14200"/>
  </dgm:catLst>
  <dgm:styleLbl name="node0">
    <dgm:fillClrLst meth="repeat"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node1">
    <dgm:fillClrLst meth="repeat">
      <a:schemeClr val="accent4"/>
    </dgm:fillClrLst>
    <dgm:linClrLst meth="repeat">
      <a:schemeClr val="lt1">
        <a:alpha val="0"/>
      </a:schemeClr>
    </dgm:linClrLst>
    <dgm:effectClrLst/>
    <dgm:txLinClrLst/>
    <dgm:txFillClrLst/>
    <dgm:txEffectClrLst/>
  </dgm:styleLbl>
  <dgm:styleLbl name="alignNode1">
    <dgm:fillClrLst meth="repeat">
      <a:schemeClr val="accent4"/>
    </dgm:fillClrLst>
    <dgm:linClrLst meth="repeat">
      <a:schemeClr val="accent4"/>
    </dgm:linClrLst>
    <dgm:effectClrLst/>
    <dgm:txLinClrLst/>
    <dgm:txFillClrLst/>
    <dgm:txEffectClrLst/>
  </dgm:styleLbl>
  <dgm:styleLbl name="lnNode1">
    <dgm:fillClrLst meth="repeat"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vennNode1">
    <dgm:fillClrLst meth="repeat">
      <a:schemeClr val="accent4">
        <a:alpha val="50000"/>
      </a:schemeClr>
    </dgm:fillClrLst>
    <dgm:linClrLst meth="repeat">
      <a:schemeClr val="lt1"/>
    </dgm:linClrLst>
    <dgm:effectClrLst/>
    <dgm:txLinClrLst/>
    <dgm:txFillClrLst/>
    <dgm:txEffectClrLst/>
  </dgm:styleLbl>
  <dgm:styleLbl name="node2">
    <dgm:fillClrLst meth="repeat"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node3">
    <dgm:fillClrLst meth="repeat"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node4">
    <dgm:fillClrLst meth="repeat"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fgImgPlace1">
    <dgm:fillClrLst meth="repeat">
      <a:schemeClr val="accent4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alignImgPlace1">
    <dgm:fillClrLst meth="repeat">
      <a:schemeClr val="accent4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bgImgPlace1">
    <dgm:fillClrLst meth="repeat">
      <a:schemeClr val="accent4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sibTrans2D1">
    <dgm:fillClrLst meth="repeat">
      <a:schemeClr val="accent4">
        <a:tint val="60000"/>
      </a:schemeClr>
    </dgm:fillClrLst>
    <dgm:linClrLst meth="repeat">
      <a:schemeClr val="accent4">
        <a:tint val="60000"/>
      </a:schemeClr>
    </dgm:linClrLst>
    <dgm:effectClrLst/>
    <dgm:txLinClrLst/>
    <dgm:txFillClrLst/>
    <dgm:txEffectClrLst/>
  </dgm:styleLbl>
  <dgm:styleLbl name="fgSibTrans2D1">
    <dgm:fillClrLst meth="repeat">
      <a:schemeClr val="accent4">
        <a:tint val="60000"/>
      </a:schemeClr>
    </dgm:fillClrLst>
    <dgm:linClrLst meth="repeat">
      <a:schemeClr val="accent4">
        <a:tint val="60000"/>
      </a:schemeClr>
    </dgm:linClrLst>
    <dgm:effectClrLst/>
    <dgm:txLinClrLst/>
    <dgm:txFillClrLst/>
    <dgm:txEffectClrLst/>
  </dgm:styleLbl>
  <dgm:styleLbl name="bgSibTrans2D1">
    <dgm:fillClrLst meth="repeat">
      <a:schemeClr val="accent4">
        <a:tint val="60000"/>
      </a:schemeClr>
    </dgm:fillClrLst>
    <dgm:linClrLst meth="repeat">
      <a:schemeClr val="accent4">
        <a:tint val="60000"/>
      </a:schemeClr>
    </dgm:linClrLst>
    <dgm:effectClrLst/>
    <dgm:txLinClrLst/>
    <dgm:txFillClrLst/>
    <dgm:txEffectClrLst/>
  </dgm:styleLbl>
  <dgm:styleLbl name="sibTrans1D1">
    <dgm:fillClrLst meth="repeat">
      <a:schemeClr val="accent4"/>
    </dgm:fillClrLst>
    <dgm:linClrLst meth="repeat">
      <a:schemeClr val="accent4"/>
    </dgm:linClrLst>
    <dgm:effectClrLst/>
    <dgm:txLinClrLst/>
    <dgm:txFillClrLst meth="repeat">
      <a:schemeClr val="tx1"/>
    </dgm:txFillClrLst>
    <dgm:txEffectClrLst/>
  </dgm:styleLbl>
  <dgm:styleLbl name="callout">
    <dgm:fillClrLst meth="repeat">
      <a:schemeClr val="accent4"/>
    </dgm:fillClrLst>
    <dgm:linClrLst meth="repeat">
      <a:schemeClr val="accent4">
        <a:tint val="50000"/>
      </a:schemeClr>
    </dgm:linClrLst>
    <dgm:effectClrLst/>
    <dgm:txLinClrLst/>
    <dgm:txFillClrLst meth="repeat">
      <a:schemeClr val="tx1"/>
    </dgm:txFillClrLst>
    <dgm:txEffectClrLst/>
  </dgm:styleLbl>
  <dgm:styleLbl name="asst0">
    <dgm:fillClrLst meth="repeat"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asst1">
    <dgm:fillClrLst meth="repeat"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asst2">
    <dgm:fillClrLst meth="repeat"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asst3">
    <dgm:fillClrLst meth="repeat"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asst4">
    <dgm:fillClrLst meth="repeat"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parChTrans2D1">
    <dgm:fillClrLst meth="repeat">
      <a:schemeClr val="accent4">
        <a:tint val="60000"/>
      </a:schemeClr>
    </dgm:fillClrLst>
    <dgm:linClrLst meth="repeat">
      <a:schemeClr val="accent4">
        <a:tint val="60000"/>
      </a:schemeClr>
    </dgm:linClrLst>
    <dgm:effectClrLst/>
    <dgm:txLinClrLst/>
    <dgm:txFillClrLst meth="repeat">
      <a:schemeClr val="lt1"/>
    </dgm:txFillClrLst>
    <dgm:txEffectClrLst/>
  </dgm:styleLbl>
  <dgm:styleLbl name="parChTrans2D2">
    <dgm:fillClrLst meth="repeat">
      <a:schemeClr val="accent4"/>
    </dgm:fillClrLst>
    <dgm:linClrLst meth="repeat">
      <a:schemeClr val="accent4"/>
    </dgm:linClrLst>
    <dgm:effectClrLst/>
    <dgm:txLinClrLst/>
    <dgm:txFillClrLst meth="repeat">
      <a:schemeClr val="lt1"/>
    </dgm:txFillClrLst>
    <dgm:txEffectClrLst/>
  </dgm:styleLbl>
  <dgm:styleLbl name="parChTrans2D3">
    <dgm:fillClrLst meth="repeat">
      <a:schemeClr val="accent4"/>
    </dgm:fillClrLst>
    <dgm:linClrLst meth="repeat">
      <a:schemeClr val="accent4"/>
    </dgm:linClrLst>
    <dgm:effectClrLst/>
    <dgm:txLinClrLst/>
    <dgm:txFillClrLst meth="repeat">
      <a:schemeClr val="lt1"/>
    </dgm:txFillClrLst>
    <dgm:txEffectClrLst/>
  </dgm:styleLbl>
  <dgm:styleLbl name="parChTrans2D4">
    <dgm:fillClrLst meth="repeat">
      <a:schemeClr val="accent4"/>
    </dgm:fillClrLst>
    <dgm:linClrLst meth="repeat">
      <a:schemeClr val="accent4"/>
    </dgm:linClrLst>
    <dgm:effectClrLst/>
    <dgm:txLinClrLst/>
    <dgm:txFillClrLst meth="repeat">
      <a:schemeClr val="lt1"/>
    </dgm:txFillClrLst>
    <dgm:txEffectClrLst/>
  </dgm:styleLbl>
  <dgm:styleLbl name="parChTrans1D1">
    <dgm:fillClrLst meth="repeat">
      <a:schemeClr val="accent4"/>
    </dgm:fillClrLst>
    <dgm:linClrLst meth="repeat">
      <a:schemeClr val="accent4">
        <a:shade val="60000"/>
      </a:schemeClr>
    </dgm:linClrLst>
    <dgm:effectClrLst/>
    <dgm:txLinClrLst/>
    <dgm:txFillClrLst meth="repeat">
      <a:schemeClr val="tx1"/>
    </dgm:txFillClrLst>
    <dgm:txEffectClrLst/>
  </dgm:styleLbl>
  <dgm:styleLbl name="parChTrans1D2">
    <dgm:fillClrLst meth="repeat">
      <a:schemeClr val="accent4"/>
    </dgm:fillClrLst>
    <dgm:linClrLst meth="repeat">
      <a:schemeClr val="accent4">
        <a:shade val="60000"/>
      </a:schemeClr>
    </dgm:linClrLst>
    <dgm:effectClrLst/>
    <dgm:txLinClrLst/>
    <dgm:txFillClrLst meth="repeat">
      <a:schemeClr val="tx1"/>
    </dgm:txFillClrLst>
    <dgm:txEffectClrLst/>
  </dgm:styleLbl>
  <dgm:styleLbl name="parChTrans1D3">
    <dgm:fillClrLst meth="repeat">
      <a:schemeClr val="accent4"/>
    </dgm:fillClrLst>
    <dgm:linClrLst meth="repeat">
      <a:schemeClr val="accent4">
        <a:shade val="80000"/>
      </a:schemeClr>
    </dgm:linClrLst>
    <dgm:effectClrLst/>
    <dgm:txLinClrLst/>
    <dgm:txFillClrLst meth="repeat">
      <a:schemeClr val="tx1"/>
    </dgm:txFillClrLst>
    <dgm:txEffectClrLst/>
  </dgm:styleLbl>
  <dgm:styleLbl name="parChTrans1D4">
    <dgm:fillClrLst meth="repeat">
      <a:schemeClr val="accent4"/>
    </dgm:fillClrLst>
    <dgm:linClrLst meth="repeat">
      <a:schemeClr val="accent4">
        <a:shade val="80000"/>
      </a:schemeClr>
    </dgm:linClrLst>
    <dgm:effectClrLst/>
    <dgm:txLinClrLst/>
    <dgm:txFillClrLst meth="repeat">
      <a:schemeClr val="tx1"/>
    </dgm:txFillClrLst>
    <dgm:txEffectClrLst/>
  </dgm:styleLbl>
  <dgm:styleLbl name="fgAcc1">
    <dgm:fillClrLst meth="repeat">
      <a:schemeClr val="lt1">
        <a:alpha val="90000"/>
      </a:schemeClr>
    </dgm:fillClrLst>
    <dgm:linClrLst meth="repeat">
      <a:schemeClr val="accent4"/>
    </dgm:linClrLst>
    <dgm:effectClrLst/>
    <dgm:txLinClrLst/>
    <dgm:txFillClrLst meth="repeat">
      <a:schemeClr val="dk1"/>
    </dgm:txFillClrLst>
    <dgm:txEffectClrLst/>
  </dgm:styleLbl>
  <dgm:styleLbl name="conFgAcc1">
    <dgm:fillClrLst meth="repeat">
      <a:schemeClr val="lt1">
        <a:alpha val="90000"/>
      </a:schemeClr>
    </dgm:fillClrLst>
    <dgm:linClrLst meth="repeat">
      <a:schemeClr val="accent4"/>
    </dgm:linClrLst>
    <dgm:effectClrLst/>
    <dgm:txLinClrLst/>
    <dgm:txFillClrLst meth="repeat">
      <a:schemeClr val="dk1"/>
    </dgm:txFillClrLst>
    <dgm:txEffectClrLst/>
  </dgm:styleLbl>
  <dgm:styleLbl name="alignAcc1">
    <dgm:fillClrLst meth="repeat">
      <a:schemeClr val="lt1">
        <a:alpha val="90000"/>
      </a:schemeClr>
    </dgm:fillClrLst>
    <dgm:linClrLst meth="repeat">
      <a:schemeClr val="accent4"/>
    </dgm:linClrLst>
    <dgm:effectClrLst/>
    <dgm:txLinClrLst/>
    <dgm:txFillClrLst meth="repeat">
      <a:schemeClr val="dk1"/>
    </dgm:txFillClrLst>
    <dgm:txEffectClrLst/>
  </dgm:styleLbl>
  <dgm:styleLbl name="trAlignAcc1">
    <dgm:fillClrLst meth="repeat">
      <a:schemeClr val="lt1">
        <a:alpha val="40000"/>
      </a:schemeClr>
    </dgm:fillClrLst>
    <dgm:linClrLst meth="repeat">
      <a:schemeClr val="accent4"/>
    </dgm:linClrLst>
    <dgm:effectClrLst/>
    <dgm:txLinClrLst/>
    <dgm:txFillClrLst meth="repeat">
      <a:schemeClr val="dk1"/>
    </dgm:txFillClrLst>
    <dgm:txEffectClrLst/>
  </dgm:styleLbl>
  <dgm:styleLbl name="bgAcc1">
    <dgm:fillClrLst meth="repeat">
      <a:schemeClr val="lt1">
        <a:alpha val="90000"/>
      </a:schemeClr>
    </dgm:fillClrLst>
    <dgm:linClrLst meth="repeat">
      <a:schemeClr val="accent4"/>
    </dgm:linClrLst>
    <dgm:effectClrLst/>
    <dgm:txLinClrLst/>
    <dgm:txFillClrLst meth="repeat">
      <a:schemeClr val="dk1"/>
    </dgm:txFillClrLst>
    <dgm:txEffectClrLst/>
  </dgm:styleLbl>
  <dgm:styleLbl name="solidFgAcc1">
    <dgm:fillClrLst meth="repeat">
      <a:schemeClr val="lt1"/>
    </dgm:fillClrLst>
    <dgm:linClrLst meth="repeat">
      <a:schemeClr val="accent4"/>
    </dgm:linClrLst>
    <dgm:effectClrLst/>
    <dgm:txLinClrLst/>
    <dgm:txFillClrLst meth="repeat">
      <a:schemeClr val="dk1"/>
    </dgm:txFillClrLst>
    <dgm:txEffectClrLst/>
  </dgm:styleLbl>
  <dgm:styleLbl name="solidAlignAcc1">
    <dgm:fillClrLst meth="repeat">
      <a:schemeClr val="lt1"/>
    </dgm:fillClrLst>
    <dgm:linClrLst meth="repeat">
      <a:schemeClr val="accent4"/>
    </dgm:linClrLst>
    <dgm:effectClrLst/>
    <dgm:txLinClrLst/>
    <dgm:txFillClrLst meth="repeat">
      <a:schemeClr val="dk1"/>
    </dgm:txFillClrLst>
    <dgm:txEffectClrLst/>
  </dgm:styleLbl>
  <dgm:styleLbl name="solidBgAcc1">
    <dgm:fillClrLst meth="repeat">
      <a:schemeClr val="lt1"/>
    </dgm:fillClrLst>
    <dgm:linClrLst meth="repeat">
      <a:schemeClr val="accent4"/>
    </dgm:linClrLst>
    <dgm:effectClrLst/>
    <dgm:txLinClrLst/>
    <dgm:txFillClrLst meth="repeat">
      <a:schemeClr val="dk1"/>
    </dgm:txFillClrLst>
    <dgm:txEffectClrLst/>
  </dgm:styleLbl>
  <dgm:styleLbl name="fgAccFollowNode1">
    <dgm:fillClrLst meth="repeat">
      <a:schemeClr val="accent4">
        <a:alpha val="90000"/>
        <a:tint val="40000"/>
      </a:schemeClr>
    </dgm:fillClrLst>
    <dgm:linClrLst meth="repeat">
      <a:schemeClr val="accent4">
        <a:alpha val="90000"/>
        <a:tint val="40000"/>
      </a:schemeClr>
    </dgm:linClrLst>
    <dgm:effectClrLst/>
    <dgm:txLinClrLst/>
    <dgm:txFillClrLst meth="repeat">
      <a:schemeClr val="dk1"/>
    </dgm:txFillClrLst>
    <dgm:txEffectClrLst/>
  </dgm:styleLbl>
  <dgm:styleLbl name="alignAccFollowNode1">
    <dgm:fillClrLst meth="repeat">
      <a:schemeClr val="accent4">
        <a:alpha val="90000"/>
        <a:tint val="40000"/>
      </a:schemeClr>
    </dgm:fillClrLst>
    <dgm:linClrLst meth="repeat">
      <a:schemeClr val="accent4">
        <a:alpha val="90000"/>
        <a:tint val="40000"/>
      </a:schemeClr>
    </dgm:linClrLst>
    <dgm:effectClrLst/>
    <dgm:txLinClrLst/>
    <dgm:txFillClrLst meth="repeat">
      <a:schemeClr val="dk1"/>
    </dgm:txFillClrLst>
    <dgm:txEffectClrLst/>
  </dgm:styleLbl>
  <dgm:styleLbl name="bgAccFollowNode1">
    <dgm:fillClrLst meth="repeat">
      <a:schemeClr val="accent4">
        <a:alpha val="90000"/>
        <a:tint val="40000"/>
      </a:schemeClr>
    </dgm:fillClrLst>
    <dgm:linClrLst meth="repeat">
      <a:schemeClr val="accent4">
        <a:alpha val="90000"/>
        <a:tint val="40000"/>
      </a:schemeClr>
    </dgm:linClrLst>
    <dgm:effectClrLst/>
    <dgm:txLinClrLst/>
    <dgm:txFillClrLst meth="repeat">
      <a:schemeClr val="dk1"/>
    </dgm:txFillClrLst>
    <dgm:txEffectClrLst/>
  </dgm:styleLbl>
  <dgm:styleLbl name="fgAcc0">
    <dgm:fillClrLst meth="repeat">
      <a:schemeClr val="lt1">
        <a:alpha val="90000"/>
      </a:schemeClr>
    </dgm:fillClrLst>
    <dgm:linClrLst meth="repeat">
      <a:schemeClr val="accent4"/>
    </dgm:linClrLst>
    <dgm:effectClrLst/>
    <dgm:txLinClrLst/>
    <dgm:txFillClrLst meth="repeat">
      <a:schemeClr val="dk1"/>
    </dgm:txFillClrLst>
    <dgm:txEffectClrLst/>
  </dgm:styleLbl>
  <dgm:styleLbl name="fgAcc2">
    <dgm:fillClrLst meth="repeat">
      <a:schemeClr val="lt1">
        <a:alpha val="90000"/>
      </a:schemeClr>
    </dgm:fillClrLst>
    <dgm:linClrLst meth="repeat">
      <a:schemeClr val="accent4"/>
    </dgm:linClrLst>
    <dgm:effectClrLst/>
    <dgm:txLinClrLst/>
    <dgm:txFillClrLst meth="repeat">
      <a:schemeClr val="dk1"/>
    </dgm:txFillClrLst>
    <dgm:txEffectClrLst/>
  </dgm:styleLbl>
  <dgm:styleLbl name="fgAcc3">
    <dgm:fillClrLst meth="repeat">
      <a:schemeClr val="lt1">
        <a:alpha val="90000"/>
      </a:schemeClr>
    </dgm:fillClrLst>
    <dgm:linClrLst meth="repeat">
      <a:schemeClr val="accent4"/>
    </dgm:linClrLst>
    <dgm:effectClrLst/>
    <dgm:txLinClrLst/>
    <dgm:txFillClrLst meth="repeat">
      <a:schemeClr val="dk1"/>
    </dgm:txFillClrLst>
    <dgm:txEffectClrLst/>
  </dgm:styleLbl>
  <dgm:styleLbl name="fgAcc4">
    <dgm:fillClrLst meth="repeat">
      <a:schemeClr val="lt1">
        <a:alpha val="90000"/>
      </a:schemeClr>
    </dgm:fillClrLst>
    <dgm:linClrLst meth="repeat">
      <a:schemeClr val="accent4"/>
    </dgm:linClrLst>
    <dgm:effectClrLst/>
    <dgm:txLinClrLst/>
    <dgm:txFillClrLst meth="repeat">
      <a:schemeClr val="dk1"/>
    </dgm:txFillClrLst>
    <dgm:txEffectClrLst/>
  </dgm:styleLbl>
  <dgm:styleLbl name="bgShp">
    <dgm:fillClrLst meth="repeat">
      <a:schemeClr val="bg1">
        <a:lumMod val="95000"/>
      </a:schemeClr>
    </dgm:fillClrLst>
    <dgm:linClrLst meth="repeat">
      <a:schemeClr val="accent4"/>
    </dgm:linClrLst>
    <dgm:effectClrLst/>
    <dgm:txLinClrLst/>
    <dgm:txFillClrLst meth="repeat">
      <a:schemeClr val="dk1"/>
    </dgm:txFillClrLst>
    <dgm:txEffectClrLst/>
  </dgm:styleLbl>
  <dgm:styleLbl name="dkBgShp">
    <dgm:fillClrLst meth="repeat">
      <a:schemeClr val="accent4">
        <a:shade val="80000"/>
      </a:schemeClr>
    </dgm:fillClrLst>
    <dgm:linClrLst meth="repeat">
      <a:schemeClr val="accent4"/>
    </dgm:linClrLst>
    <dgm:effectClrLst/>
    <dgm:txLinClrLst/>
    <dgm:txFillClrLst meth="repeat">
      <a:schemeClr val="lt1"/>
    </dgm:txFillClrLst>
    <dgm:txEffectClrLst/>
  </dgm:styleLbl>
  <dgm:styleLbl name="trBgShp">
    <dgm:fillClrLst meth="repeat">
      <a:schemeClr val="accent4">
        <a:tint val="50000"/>
        <a:alpha val="40000"/>
      </a:schemeClr>
    </dgm:fillClrLst>
    <dgm:linClrLst meth="repeat">
      <a:schemeClr val="accent4"/>
    </dgm:linClrLst>
    <dgm:effectClrLst/>
    <dgm:txLinClrLst/>
    <dgm:txFillClrLst meth="repeat">
      <a:schemeClr val="lt1"/>
    </dgm:txFillClrLst>
    <dgm:txEffectClrLst/>
  </dgm:styleLbl>
  <dgm:styleLbl name="fgShp">
    <dgm:fillClrLst meth="repeat">
      <a:schemeClr val="accent4">
        <a:tint val="60000"/>
      </a:schemeClr>
    </dgm:fillClrLst>
    <dgm:linClrLst meth="repeat">
      <a:schemeClr val="lt1"/>
    </dgm:linClrLst>
    <dgm:effectClrLst/>
    <dgm:txLinClrLst/>
    <dgm:txFillClrLst meth="repeat">
      <a:schemeClr val="dk1"/>
    </dgm:txFillClrLst>
    <dgm:txEffectClrLst/>
  </dgm:styleLbl>
  <dgm:styleLbl name="revTx">
    <dgm:fillClrLst meth="repeat">
      <a:schemeClr val="lt1">
        <a:alpha val="0"/>
      </a:schemeClr>
    </dgm:fillClrLst>
    <dgm:linClrLst meth="repeat">
      <a:schemeClr val="dk1">
        <a:alpha val="0"/>
      </a:schemeClr>
    </dgm:linClrLst>
    <dgm:effectClrLst/>
    <dgm:txLinClrLst/>
    <dgm:txFillClrLst meth="repeat">
      <a:schemeClr val="tx1"/>
    </dgm:txFillClrLst>
    <dgm:txEffectClrLst/>
  </dgm:styleLbl>
</dgm:colorsDef>
</file>

<file path=ppt/diagrams/colors23.xml><?xml version="1.0" encoding="utf-8"?>
<dgm:colorsDef xmlns:dgm="http://schemas.openxmlformats.org/drawingml/2006/diagram" xmlns:a="http://schemas.openxmlformats.org/drawingml/2006/main" uniqueId="urn:microsoft.com/office/officeart/2018/5/colors/Iconchunking_neutralbg_accent4_2">
  <dgm:title val=""/>
  <dgm:desc val=""/>
  <dgm:catLst>
    <dgm:cat type="accent4" pri="14200"/>
  </dgm:catLst>
  <dgm:styleLbl name="node0">
    <dgm:fillClrLst meth="repeat"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node1">
    <dgm:fillClrLst meth="repeat">
      <a:schemeClr val="accent4"/>
    </dgm:fillClrLst>
    <dgm:linClrLst meth="repeat">
      <a:schemeClr val="lt1">
        <a:alpha val="0"/>
      </a:schemeClr>
    </dgm:linClrLst>
    <dgm:effectClrLst/>
    <dgm:txLinClrLst/>
    <dgm:txFillClrLst/>
    <dgm:txEffectClrLst/>
  </dgm:styleLbl>
  <dgm:styleLbl name="alignNode1">
    <dgm:fillClrLst meth="repeat">
      <a:schemeClr val="accent4"/>
    </dgm:fillClrLst>
    <dgm:linClrLst meth="repeat">
      <a:schemeClr val="accent4"/>
    </dgm:linClrLst>
    <dgm:effectClrLst/>
    <dgm:txLinClrLst/>
    <dgm:txFillClrLst/>
    <dgm:txEffectClrLst/>
  </dgm:styleLbl>
  <dgm:styleLbl name="lnNode1">
    <dgm:fillClrLst meth="repeat"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vennNode1">
    <dgm:fillClrLst meth="repeat">
      <a:schemeClr val="accent4">
        <a:alpha val="50000"/>
      </a:schemeClr>
    </dgm:fillClrLst>
    <dgm:linClrLst meth="repeat">
      <a:schemeClr val="lt1"/>
    </dgm:linClrLst>
    <dgm:effectClrLst/>
    <dgm:txLinClrLst/>
    <dgm:txFillClrLst/>
    <dgm:txEffectClrLst/>
  </dgm:styleLbl>
  <dgm:styleLbl name="node2">
    <dgm:fillClrLst meth="repeat"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node3">
    <dgm:fillClrLst meth="repeat"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node4">
    <dgm:fillClrLst meth="repeat"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fgImgPlace1">
    <dgm:fillClrLst meth="repeat">
      <a:schemeClr val="accent4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alignImgPlace1">
    <dgm:fillClrLst meth="repeat">
      <a:schemeClr val="accent4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bgImgPlace1">
    <dgm:fillClrLst meth="repeat">
      <a:schemeClr val="accent4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sibTrans2D1">
    <dgm:fillClrLst meth="repeat">
      <a:schemeClr val="accent4">
        <a:tint val="60000"/>
      </a:schemeClr>
    </dgm:fillClrLst>
    <dgm:linClrLst meth="repeat">
      <a:schemeClr val="accent4">
        <a:tint val="60000"/>
      </a:schemeClr>
    </dgm:linClrLst>
    <dgm:effectClrLst/>
    <dgm:txLinClrLst/>
    <dgm:txFillClrLst/>
    <dgm:txEffectClrLst/>
  </dgm:styleLbl>
  <dgm:styleLbl name="fgSibTrans2D1">
    <dgm:fillClrLst meth="repeat">
      <a:schemeClr val="accent4">
        <a:tint val="60000"/>
      </a:schemeClr>
    </dgm:fillClrLst>
    <dgm:linClrLst meth="repeat">
      <a:schemeClr val="accent4">
        <a:tint val="60000"/>
      </a:schemeClr>
    </dgm:linClrLst>
    <dgm:effectClrLst/>
    <dgm:txLinClrLst/>
    <dgm:txFillClrLst/>
    <dgm:txEffectClrLst/>
  </dgm:styleLbl>
  <dgm:styleLbl name="bgSibTrans2D1">
    <dgm:fillClrLst meth="repeat">
      <a:schemeClr val="accent4">
        <a:tint val="60000"/>
      </a:schemeClr>
    </dgm:fillClrLst>
    <dgm:linClrLst meth="repeat">
      <a:schemeClr val="accent4">
        <a:tint val="60000"/>
      </a:schemeClr>
    </dgm:linClrLst>
    <dgm:effectClrLst/>
    <dgm:txLinClrLst/>
    <dgm:txFillClrLst/>
    <dgm:txEffectClrLst/>
  </dgm:styleLbl>
  <dgm:styleLbl name="sibTrans1D1">
    <dgm:fillClrLst meth="repeat">
      <a:schemeClr val="accent4"/>
    </dgm:fillClrLst>
    <dgm:linClrLst meth="repeat">
      <a:schemeClr val="accent4"/>
    </dgm:linClrLst>
    <dgm:effectClrLst/>
    <dgm:txLinClrLst/>
    <dgm:txFillClrLst meth="repeat">
      <a:schemeClr val="tx1"/>
    </dgm:txFillClrLst>
    <dgm:txEffectClrLst/>
  </dgm:styleLbl>
  <dgm:styleLbl name="callout">
    <dgm:fillClrLst meth="repeat">
      <a:schemeClr val="accent4"/>
    </dgm:fillClrLst>
    <dgm:linClrLst meth="repeat">
      <a:schemeClr val="accent4">
        <a:tint val="50000"/>
      </a:schemeClr>
    </dgm:linClrLst>
    <dgm:effectClrLst/>
    <dgm:txLinClrLst/>
    <dgm:txFillClrLst meth="repeat">
      <a:schemeClr val="tx1"/>
    </dgm:txFillClrLst>
    <dgm:txEffectClrLst/>
  </dgm:styleLbl>
  <dgm:styleLbl name="asst0">
    <dgm:fillClrLst meth="repeat"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asst1">
    <dgm:fillClrLst meth="repeat"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asst2">
    <dgm:fillClrLst meth="repeat"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asst3">
    <dgm:fillClrLst meth="repeat"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asst4">
    <dgm:fillClrLst meth="repeat"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parChTrans2D1">
    <dgm:fillClrLst meth="repeat">
      <a:schemeClr val="accent4">
        <a:tint val="60000"/>
      </a:schemeClr>
    </dgm:fillClrLst>
    <dgm:linClrLst meth="repeat">
      <a:schemeClr val="accent4">
        <a:tint val="60000"/>
      </a:schemeClr>
    </dgm:linClrLst>
    <dgm:effectClrLst/>
    <dgm:txLinClrLst/>
    <dgm:txFillClrLst meth="repeat">
      <a:schemeClr val="lt1"/>
    </dgm:txFillClrLst>
    <dgm:txEffectClrLst/>
  </dgm:styleLbl>
  <dgm:styleLbl name="parChTrans2D2">
    <dgm:fillClrLst meth="repeat">
      <a:schemeClr val="accent4"/>
    </dgm:fillClrLst>
    <dgm:linClrLst meth="repeat">
      <a:schemeClr val="accent4"/>
    </dgm:linClrLst>
    <dgm:effectClrLst/>
    <dgm:txLinClrLst/>
    <dgm:txFillClrLst meth="repeat">
      <a:schemeClr val="lt1"/>
    </dgm:txFillClrLst>
    <dgm:txEffectClrLst/>
  </dgm:styleLbl>
  <dgm:styleLbl name="parChTrans2D3">
    <dgm:fillClrLst meth="repeat">
      <a:schemeClr val="accent4"/>
    </dgm:fillClrLst>
    <dgm:linClrLst meth="repeat">
      <a:schemeClr val="accent4"/>
    </dgm:linClrLst>
    <dgm:effectClrLst/>
    <dgm:txLinClrLst/>
    <dgm:txFillClrLst meth="repeat">
      <a:schemeClr val="lt1"/>
    </dgm:txFillClrLst>
    <dgm:txEffectClrLst/>
  </dgm:styleLbl>
  <dgm:styleLbl name="parChTrans2D4">
    <dgm:fillClrLst meth="repeat">
      <a:schemeClr val="accent4"/>
    </dgm:fillClrLst>
    <dgm:linClrLst meth="repeat">
      <a:schemeClr val="accent4"/>
    </dgm:linClrLst>
    <dgm:effectClrLst/>
    <dgm:txLinClrLst/>
    <dgm:txFillClrLst meth="repeat">
      <a:schemeClr val="lt1"/>
    </dgm:txFillClrLst>
    <dgm:txEffectClrLst/>
  </dgm:styleLbl>
  <dgm:styleLbl name="parChTrans1D1">
    <dgm:fillClrLst meth="repeat">
      <a:schemeClr val="accent4"/>
    </dgm:fillClrLst>
    <dgm:linClrLst meth="repeat">
      <a:schemeClr val="accent4">
        <a:shade val="60000"/>
      </a:schemeClr>
    </dgm:linClrLst>
    <dgm:effectClrLst/>
    <dgm:txLinClrLst/>
    <dgm:txFillClrLst meth="repeat">
      <a:schemeClr val="tx1"/>
    </dgm:txFillClrLst>
    <dgm:txEffectClrLst/>
  </dgm:styleLbl>
  <dgm:styleLbl name="parChTrans1D2">
    <dgm:fillClrLst meth="repeat">
      <a:schemeClr val="accent4"/>
    </dgm:fillClrLst>
    <dgm:linClrLst meth="repeat">
      <a:schemeClr val="accent4">
        <a:shade val="60000"/>
      </a:schemeClr>
    </dgm:linClrLst>
    <dgm:effectClrLst/>
    <dgm:txLinClrLst/>
    <dgm:txFillClrLst meth="repeat">
      <a:schemeClr val="tx1"/>
    </dgm:txFillClrLst>
    <dgm:txEffectClrLst/>
  </dgm:styleLbl>
  <dgm:styleLbl name="parChTrans1D3">
    <dgm:fillClrLst meth="repeat">
      <a:schemeClr val="accent4"/>
    </dgm:fillClrLst>
    <dgm:linClrLst meth="repeat">
      <a:schemeClr val="accent4">
        <a:shade val="80000"/>
      </a:schemeClr>
    </dgm:linClrLst>
    <dgm:effectClrLst/>
    <dgm:txLinClrLst/>
    <dgm:txFillClrLst meth="repeat">
      <a:schemeClr val="tx1"/>
    </dgm:txFillClrLst>
    <dgm:txEffectClrLst/>
  </dgm:styleLbl>
  <dgm:styleLbl name="parChTrans1D4">
    <dgm:fillClrLst meth="repeat">
      <a:schemeClr val="accent4"/>
    </dgm:fillClrLst>
    <dgm:linClrLst meth="repeat">
      <a:schemeClr val="accent4">
        <a:shade val="80000"/>
      </a:schemeClr>
    </dgm:linClrLst>
    <dgm:effectClrLst/>
    <dgm:txLinClrLst/>
    <dgm:txFillClrLst meth="repeat">
      <a:schemeClr val="tx1"/>
    </dgm:txFillClrLst>
    <dgm:txEffectClrLst/>
  </dgm:styleLbl>
  <dgm:styleLbl name="fgAcc1">
    <dgm:fillClrLst meth="repeat">
      <a:schemeClr val="lt1">
        <a:alpha val="90000"/>
      </a:schemeClr>
    </dgm:fillClrLst>
    <dgm:linClrLst meth="repeat">
      <a:schemeClr val="accent4"/>
    </dgm:linClrLst>
    <dgm:effectClrLst/>
    <dgm:txLinClrLst/>
    <dgm:txFillClrLst meth="repeat">
      <a:schemeClr val="dk1"/>
    </dgm:txFillClrLst>
    <dgm:txEffectClrLst/>
  </dgm:styleLbl>
  <dgm:styleLbl name="conFgAcc1">
    <dgm:fillClrLst meth="repeat">
      <a:schemeClr val="lt1">
        <a:alpha val="90000"/>
      </a:schemeClr>
    </dgm:fillClrLst>
    <dgm:linClrLst meth="repeat">
      <a:schemeClr val="accent4"/>
    </dgm:linClrLst>
    <dgm:effectClrLst/>
    <dgm:txLinClrLst/>
    <dgm:txFillClrLst meth="repeat">
      <a:schemeClr val="dk1"/>
    </dgm:txFillClrLst>
    <dgm:txEffectClrLst/>
  </dgm:styleLbl>
  <dgm:styleLbl name="alignAcc1">
    <dgm:fillClrLst meth="repeat">
      <a:schemeClr val="lt1">
        <a:alpha val="90000"/>
      </a:schemeClr>
    </dgm:fillClrLst>
    <dgm:linClrLst meth="repeat">
      <a:schemeClr val="accent4"/>
    </dgm:linClrLst>
    <dgm:effectClrLst/>
    <dgm:txLinClrLst/>
    <dgm:txFillClrLst meth="repeat">
      <a:schemeClr val="dk1"/>
    </dgm:txFillClrLst>
    <dgm:txEffectClrLst/>
  </dgm:styleLbl>
  <dgm:styleLbl name="trAlignAcc1">
    <dgm:fillClrLst meth="repeat">
      <a:schemeClr val="lt1">
        <a:alpha val="40000"/>
      </a:schemeClr>
    </dgm:fillClrLst>
    <dgm:linClrLst meth="repeat">
      <a:schemeClr val="accent4"/>
    </dgm:linClrLst>
    <dgm:effectClrLst/>
    <dgm:txLinClrLst/>
    <dgm:txFillClrLst meth="repeat">
      <a:schemeClr val="dk1"/>
    </dgm:txFillClrLst>
    <dgm:txEffectClrLst/>
  </dgm:styleLbl>
  <dgm:styleLbl name="bgAcc1">
    <dgm:fillClrLst meth="repeat">
      <a:schemeClr val="lt1">
        <a:alpha val="90000"/>
      </a:schemeClr>
    </dgm:fillClrLst>
    <dgm:linClrLst meth="repeat">
      <a:schemeClr val="accent4"/>
    </dgm:linClrLst>
    <dgm:effectClrLst/>
    <dgm:txLinClrLst/>
    <dgm:txFillClrLst meth="repeat">
      <a:schemeClr val="dk1"/>
    </dgm:txFillClrLst>
    <dgm:txEffectClrLst/>
  </dgm:styleLbl>
  <dgm:styleLbl name="solidFgAcc1">
    <dgm:fillClrLst meth="repeat">
      <a:schemeClr val="lt1"/>
    </dgm:fillClrLst>
    <dgm:linClrLst meth="repeat">
      <a:schemeClr val="accent4"/>
    </dgm:linClrLst>
    <dgm:effectClrLst/>
    <dgm:txLinClrLst/>
    <dgm:txFillClrLst meth="repeat">
      <a:schemeClr val="dk1"/>
    </dgm:txFillClrLst>
    <dgm:txEffectClrLst/>
  </dgm:styleLbl>
  <dgm:styleLbl name="solidAlignAcc1">
    <dgm:fillClrLst meth="repeat">
      <a:schemeClr val="lt1"/>
    </dgm:fillClrLst>
    <dgm:linClrLst meth="repeat">
      <a:schemeClr val="accent4"/>
    </dgm:linClrLst>
    <dgm:effectClrLst/>
    <dgm:txLinClrLst/>
    <dgm:txFillClrLst meth="repeat">
      <a:schemeClr val="dk1"/>
    </dgm:txFillClrLst>
    <dgm:txEffectClrLst/>
  </dgm:styleLbl>
  <dgm:styleLbl name="solidBgAcc1">
    <dgm:fillClrLst meth="repeat">
      <a:schemeClr val="lt1"/>
    </dgm:fillClrLst>
    <dgm:linClrLst meth="repeat">
      <a:schemeClr val="accent4"/>
    </dgm:linClrLst>
    <dgm:effectClrLst/>
    <dgm:txLinClrLst/>
    <dgm:txFillClrLst meth="repeat">
      <a:schemeClr val="dk1"/>
    </dgm:txFillClrLst>
    <dgm:txEffectClrLst/>
  </dgm:styleLbl>
  <dgm:styleLbl name="fgAccFollowNode1">
    <dgm:fillClrLst meth="repeat">
      <a:schemeClr val="accent4">
        <a:alpha val="90000"/>
        <a:tint val="40000"/>
      </a:schemeClr>
    </dgm:fillClrLst>
    <dgm:linClrLst meth="repeat">
      <a:schemeClr val="accent4">
        <a:alpha val="90000"/>
        <a:tint val="40000"/>
      </a:schemeClr>
    </dgm:linClrLst>
    <dgm:effectClrLst/>
    <dgm:txLinClrLst/>
    <dgm:txFillClrLst meth="repeat">
      <a:schemeClr val="dk1"/>
    </dgm:txFillClrLst>
    <dgm:txEffectClrLst/>
  </dgm:styleLbl>
  <dgm:styleLbl name="alignAccFollowNode1">
    <dgm:fillClrLst meth="repeat">
      <a:schemeClr val="accent4">
        <a:alpha val="90000"/>
        <a:tint val="40000"/>
      </a:schemeClr>
    </dgm:fillClrLst>
    <dgm:linClrLst meth="repeat">
      <a:schemeClr val="accent4">
        <a:alpha val="90000"/>
        <a:tint val="40000"/>
      </a:schemeClr>
    </dgm:linClrLst>
    <dgm:effectClrLst/>
    <dgm:txLinClrLst/>
    <dgm:txFillClrLst meth="repeat">
      <a:schemeClr val="dk1"/>
    </dgm:txFillClrLst>
    <dgm:txEffectClrLst/>
  </dgm:styleLbl>
  <dgm:styleLbl name="bgAccFollowNode1">
    <dgm:fillClrLst meth="repeat">
      <a:schemeClr val="accent4">
        <a:alpha val="90000"/>
        <a:tint val="40000"/>
      </a:schemeClr>
    </dgm:fillClrLst>
    <dgm:linClrLst meth="repeat">
      <a:schemeClr val="accent4">
        <a:alpha val="90000"/>
        <a:tint val="40000"/>
      </a:schemeClr>
    </dgm:linClrLst>
    <dgm:effectClrLst/>
    <dgm:txLinClrLst/>
    <dgm:txFillClrLst meth="repeat">
      <a:schemeClr val="dk1"/>
    </dgm:txFillClrLst>
    <dgm:txEffectClrLst/>
  </dgm:styleLbl>
  <dgm:styleLbl name="fgAcc0">
    <dgm:fillClrLst meth="repeat">
      <a:schemeClr val="lt1">
        <a:alpha val="90000"/>
      </a:schemeClr>
    </dgm:fillClrLst>
    <dgm:linClrLst meth="repeat">
      <a:schemeClr val="accent4"/>
    </dgm:linClrLst>
    <dgm:effectClrLst/>
    <dgm:txLinClrLst/>
    <dgm:txFillClrLst meth="repeat">
      <a:schemeClr val="dk1"/>
    </dgm:txFillClrLst>
    <dgm:txEffectClrLst/>
  </dgm:styleLbl>
  <dgm:styleLbl name="fgAcc2">
    <dgm:fillClrLst meth="repeat">
      <a:schemeClr val="lt1">
        <a:alpha val="90000"/>
      </a:schemeClr>
    </dgm:fillClrLst>
    <dgm:linClrLst meth="repeat">
      <a:schemeClr val="accent4"/>
    </dgm:linClrLst>
    <dgm:effectClrLst/>
    <dgm:txLinClrLst/>
    <dgm:txFillClrLst meth="repeat">
      <a:schemeClr val="dk1"/>
    </dgm:txFillClrLst>
    <dgm:txEffectClrLst/>
  </dgm:styleLbl>
  <dgm:styleLbl name="fgAcc3">
    <dgm:fillClrLst meth="repeat">
      <a:schemeClr val="lt1">
        <a:alpha val="90000"/>
      </a:schemeClr>
    </dgm:fillClrLst>
    <dgm:linClrLst meth="repeat">
      <a:schemeClr val="accent4"/>
    </dgm:linClrLst>
    <dgm:effectClrLst/>
    <dgm:txLinClrLst/>
    <dgm:txFillClrLst meth="repeat">
      <a:schemeClr val="dk1"/>
    </dgm:txFillClrLst>
    <dgm:txEffectClrLst/>
  </dgm:styleLbl>
  <dgm:styleLbl name="fgAcc4">
    <dgm:fillClrLst meth="repeat">
      <a:schemeClr val="lt1">
        <a:alpha val="90000"/>
      </a:schemeClr>
    </dgm:fillClrLst>
    <dgm:linClrLst meth="repeat">
      <a:schemeClr val="accent4"/>
    </dgm:linClrLst>
    <dgm:effectClrLst/>
    <dgm:txLinClrLst/>
    <dgm:txFillClrLst meth="repeat">
      <a:schemeClr val="dk1"/>
    </dgm:txFillClrLst>
    <dgm:txEffectClrLst/>
  </dgm:styleLbl>
  <dgm:styleLbl name="bgShp">
    <dgm:fillClrLst meth="repeat">
      <a:schemeClr val="bg1">
        <a:lumMod val="95000"/>
      </a:schemeClr>
    </dgm:fillClrLst>
    <dgm:linClrLst meth="repeat">
      <a:schemeClr val="accent4"/>
    </dgm:linClrLst>
    <dgm:effectClrLst/>
    <dgm:txLinClrLst/>
    <dgm:txFillClrLst meth="repeat">
      <a:schemeClr val="dk1"/>
    </dgm:txFillClrLst>
    <dgm:txEffectClrLst/>
  </dgm:styleLbl>
  <dgm:styleLbl name="dkBgShp">
    <dgm:fillClrLst meth="repeat">
      <a:schemeClr val="accent4">
        <a:shade val="80000"/>
      </a:schemeClr>
    </dgm:fillClrLst>
    <dgm:linClrLst meth="repeat">
      <a:schemeClr val="accent4"/>
    </dgm:linClrLst>
    <dgm:effectClrLst/>
    <dgm:txLinClrLst/>
    <dgm:txFillClrLst meth="repeat">
      <a:schemeClr val="lt1"/>
    </dgm:txFillClrLst>
    <dgm:txEffectClrLst/>
  </dgm:styleLbl>
  <dgm:styleLbl name="trBgShp">
    <dgm:fillClrLst meth="repeat">
      <a:schemeClr val="accent4">
        <a:tint val="50000"/>
        <a:alpha val="40000"/>
      </a:schemeClr>
    </dgm:fillClrLst>
    <dgm:linClrLst meth="repeat">
      <a:schemeClr val="accent4"/>
    </dgm:linClrLst>
    <dgm:effectClrLst/>
    <dgm:txLinClrLst/>
    <dgm:txFillClrLst meth="repeat">
      <a:schemeClr val="lt1"/>
    </dgm:txFillClrLst>
    <dgm:txEffectClrLst/>
  </dgm:styleLbl>
  <dgm:styleLbl name="fgShp">
    <dgm:fillClrLst meth="repeat">
      <a:schemeClr val="accent4">
        <a:tint val="60000"/>
      </a:schemeClr>
    </dgm:fillClrLst>
    <dgm:linClrLst meth="repeat">
      <a:schemeClr val="lt1"/>
    </dgm:linClrLst>
    <dgm:effectClrLst/>
    <dgm:txLinClrLst/>
    <dgm:txFillClrLst meth="repeat">
      <a:schemeClr val="dk1"/>
    </dgm:txFillClrLst>
    <dgm:txEffectClrLst/>
  </dgm:styleLbl>
  <dgm:styleLbl name="revTx">
    <dgm:fillClrLst meth="repeat">
      <a:schemeClr val="lt1">
        <a:alpha val="0"/>
      </a:schemeClr>
    </dgm:fillClrLst>
    <dgm:linClrLst meth="repeat">
      <a:schemeClr val="dk1">
        <a:alpha val="0"/>
      </a:schemeClr>
    </dgm:linClrLst>
    <dgm:effectClrLst/>
    <dgm:txLinClrLst/>
    <dgm:txFillClrLst meth="repeat">
      <a:schemeClr val="tx1"/>
    </dgm:txFillClrLst>
    <dgm:txEffectClrLst/>
  </dgm:styleLbl>
</dgm:colorsDef>
</file>

<file path=ppt/diagrams/colors24.xml><?xml version="1.0" encoding="utf-8"?>
<dgm:colorsDef xmlns:dgm="http://schemas.openxmlformats.org/drawingml/2006/diagram" xmlns:a="http://schemas.openxmlformats.org/drawingml/2006/main" uniqueId="urn:microsoft.com/office/officeart/2018/5/colors/Iconchunking_neutralbg_colorful5">
  <dgm:title val=""/>
  <dgm:desc val=""/>
  <dgm:catLst>
    <dgm:cat type="colorful" pri="10500"/>
  </dgm:catLst>
  <dgm:styleLbl name="node0">
    <dgm:fillClrLst meth="repeat"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node1">
    <dgm:fillClrLst>
      <a:schemeClr val="accent5"/>
      <a:schemeClr val="accent6"/>
    </dgm:fillClrLst>
    <dgm:linClrLst meth="repeat">
      <a:schemeClr val="lt1">
        <a:alpha val="0"/>
      </a:schemeClr>
    </dgm:linClrLst>
    <dgm:effectClrLst/>
    <dgm:txLinClrLst/>
    <dgm:txFillClrLst/>
    <dgm:txEffectClrLst/>
  </dgm:styleLbl>
  <dgm:styleLbl name="alignNode1">
    <dgm:fillClrLst>
      <a:schemeClr val="accent5"/>
      <a:schemeClr val="accent6"/>
    </dgm:fillClrLst>
    <dgm:linClrLst>
      <a:schemeClr val="accent5"/>
      <a:schemeClr val="accent6"/>
    </dgm:linClrLst>
    <dgm:effectClrLst/>
    <dgm:txLinClrLst/>
    <dgm:txFillClrLst/>
    <dgm:txEffectClrLst/>
  </dgm:styleLbl>
  <dgm:styleLbl name="lnNode1">
    <dgm:fillClrLst>
      <a:schemeClr val="accent5"/>
      <a:schemeClr val="accent6"/>
    </dgm:fillClrLst>
    <dgm:linClrLst meth="repeat">
      <a:schemeClr val="lt1"/>
    </dgm:linClrLst>
    <dgm:effectClrLst/>
    <dgm:txLinClrLst/>
    <dgm:txFillClrLst/>
    <dgm:txEffectClrLst/>
  </dgm:styleLbl>
  <dgm:styleLbl name="vennNode1">
    <dgm:fillClrLst>
      <a:schemeClr val="accent5">
        <a:alpha val="50000"/>
      </a:schemeClr>
      <a:schemeClr val="accent6">
        <a:alpha val="50000"/>
      </a:schemeClr>
    </dgm:fillClrLst>
    <dgm:linClrLst meth="repeat">
      <a:schemeClr val="lt1"/>
    </dgm:linClrLst>
    <dgm:effectClrLst/>
    <dgm:txLinClrLst/>
    <dgm:txFillClrLst/>
    <dgm:txEffectClrLst/>
  </dgm:styleLbl>
  <dgm:styleLbl name="node2">
    <dgm:fillClrLst>
      <a:schemeClr val="accent6"/>
    </dgm:fillClrLst>
    <dgm:linClrLst meth="repeat">
      <a:schemeClr val="lt1"/>
    </dgm:linClrLst>
    <dgm:effectClrLst/>
    <dgm:txLinClrLst/>
    <dgm:txFillClrLst/>
    <dgm:txEffectClrLst/>
  </dgm:styleLbl>
  <dgm:styleLbl name="node3">
    <dgm:fillClrLst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node4">
    <dgm:fillClrLst>
      <a:schemeClr val="accent2"/>
    </dgm:fillClrLst>
    <dgm:linClrLst meth="repeat">
      <a:schemeClr val="lt1"/>
    </dgm:linClrLst>
    <dgm:effectClrLst/>
    <dgm:txLinClrLst/>
    <dgm:txFillClrLst/>
    <dgm:txEffectClrLst/>
  </dgm:styleLbl>
  <dgm:styleLbl name="fgImgPlace1">
    <dgm:fillClrLst>
      <a:schemeClr val="accent5">
        <a:tint val="50000"/>
      </a:schemeClr>
      <a:schemeClr val="accent6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alignImgPlace1">
    <dgm:fillClrLst>
      <a:schemeClr val="accent5">
        <a:tint val="50000"/>
      </a:schemeClr>
      <a:schemeClr val="accent6">
        <a:tint val="2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bgImgPlace1">
    <dgm:fillClrLst>
      <a:schemeClr val="accent5">
        <a:tint val="50000"/>
      </a:schemeClr>
      <a:schemeClr val="accent6">
        <a:tint val="2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sibTrans2D1">
    <dgm:fillClrLst>
      <a:schemeClr val="accent5"/>
      <a:schemeClr val="accent6"/>
    </dgm:fillClrLst>
    <dgm:linClrLst meth="repeat">
      <a:schemeClr val="lt1"/>
    </dgm:linClrLst>
    <dgm:effectClrLst/>
    <dgm:txLinClrLst/>
    <dgm:txFillClrLst/>
    <dgm:txEffectClrLst/>
  </dgm:styleLbl>
  <dgm:styleLbl name="fgSibTrans2D1">
    <dgm:fillClrLst>
      <a:schemeClr val="accent5"/>
      <a:schemeClr val="accent6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bgSibTrans2D1">
    <dgm:fillClrLst>
      <a:schemeClr val="accent5"/>
      <a:schemeClr val="accent6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sibTrans1D1">
    <dgm:fillClrLst/>
    <dgm:linClrLst>
      <a:schemeClr val="accent5"/>
      <a:schemeClr val="accent6"/>
    </dgm:linClrLst>
    <dgm:effectClrLst/>
    <dgm:txLinClrLst/>
    <dgm:txFillClrLst meth="repeat">
      <a:schemeClr val="tx1"/>
    </dgm:txFillClrLst>
    <dgm:txEffectClrLst/>
  </dgm:styleLbl>
  <dgm:styleLbl name="callout">
    <dgm:fillClrLst meth="repeat">
      <a:schemeClr val="accent5"/>
    </dgm:fillClrLst>
    <dgm:linClrLst meth="repeat">
      <a:schemeClr val="accent5">
        <a:tint val="50000"/>
      </a:schemeClr>
    </dgm:linClrLst>
    <dgm:effectClrLst/>
    <dgm:txLinClrLst/>
    <dgm:txFillClrLst meth="repeat">
      <a:schemeClr val="tx1"/>
    </dgm:txFillClrLst>
    <dgm:txEffectClrLst/>
  </dgm:styleLbl>
  <dgm:styleLbl name="asst0">
    <dgm:fillClrLst meth="repeat">
      <a:schemeClr val="accent5"/>
    </dgm:fillClrLst>
    <dgm:linClrLst meth="repeat">
      <a:schemeClr val="lt1">
        <a:shade val="80000"/>
      </a:schemeClr>
    </dgm:linClrLst>
    <dgm:effectClrLst/>
    <dgm:txLinClrLst/>
    <dgm:txFillClrLst/>
    <dgm:txEffectClrLst/>
  </dgm:styleLbl>
  <dgm:styleLbl name="asst1">
    <dgm:fillClrLst meth="repeat">
      <a:schemeClr val="accent6"/>
    </dgm:fillClrLst>
    <dgm:linClrLst meth="repeat">
      <a:schemeClr val="lt1">
        <a:shade val="80000"/>
      </a:schemeClr>
    </dgm:linClrLst>
    <dgm:effectClrLst/>
    <dgm:txLinClrLst/>
    <dgm:txFillClrLst/>
    <dgm:txEffectClrLst/>
  </dgm:styleLbl>
  <dgm:styleLbl name="asst2">
    <dgm:fillClrLst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sst3">
    <dgm:fillClrLst>
      <a:schemeClr val="accent2"/>
    </dgm:fillClrLst>
    <dgm:linClrLst meth="repeat">
      <a:schemeClr val="lt1"/>
    </dgm:linClrLst>
    <dgm:effectClrLst/>
    <dgm:txLinClrLst/>
    <dgm:txFillClrLst/>
    <dgm:txEffectClrLst/>
  </dgm:styleLbl>
  <dgm:styleLbl name="asst4">
    <dgm:fillClrLst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parChTrans2D1">
    <dgm:fillClrLst meth="repeat">
      <a:schemeClr val="accent5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parChTrans2D2">
    <dgm:fillClrLst meth="repeat">
      <a:schemeClr val="accent6"/>
    </dgm:fillClrLst>
    <dgm:linClrLst meth="repeat">
      <a:schemeClr val="lt1"/>
    </dgm:linClrLst>
    <dgm:effectClrLst/>
    <dgm:txLinClrLst/>
    <dgm:txFillClrLst/>
    <dgm:txEffectClrLst/>
  </dgm:styleLbl>
  <dgm:styleLbl name="parChTrans2D3">
    <dgm:fillClrLst meth="repeat">
      <a:schemeClr val="accent6"/>
    </dgm:fillClrLst>
    <dgm:linClrLst meth="repeat">
      <a:schemeClr val="lt1"/>
    </dgm:linClrLst>
    <dgm:effectClrLst/>
    <dgm:txLinClrLst/>
    <dgm:txFillClrLst/>
    <dgm:txEffectClrLst/>
  </dgm:styleLbl>
  <dgm:styleLbl name="parChTrans2D4">
    <dgm:fillClrLst meth="repeat">
      <a:schemeClr val="accent1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parChTrans1D1">
    <dgm:fillClrLst meth="repeat">
      <a:schemeClr val="accent5"/>
    </dgm:fillClrLst>
    <dgm:linClrLst meth="repeat">
      <a:schemeClr val="accent5"/>
    </dgm:linClrLst>
    <dgm:effectClrLst/>
    <dgm:txLinClrLst/>
    <dgm:txFillClrLst meth="repeat">
      <a:schemeClr val="tx1"/>
    </dgm:txFillClrLst>
    <dgm:txEffectClrLst/>
  </dgm:styleLbl>
  <dgm:styleLbl name="parChTrans1D2">
    <dgm:fillClrLst meth="repeat">
      <a:schemeClr val="accent6">
        <a:tint val="90000"/>
      </a:schemeClr>
    </dgm:fillClrLst>
    <dgm:linClrLst meth="repeat">
      <a:schemeClr val="accent6"/>
    </dgm:linClrLst>
    <dgm:effectClrLst/>
    <dgm:txLinClrLst/>
    <dgm:txFillClrLst meth="repeat">
      <a:schemeClr val="tx1"/>
    </dgm:txFillClrLst>
    <dgm:txEffectClrLst/>
  </dgm:styleLbl>
  <dgm:styleLbl name="parChTrans1D3">
    <dgm:fillClrLst meth="repeat">
      <a:schemeClr val="accent6">
        <a:tint val="70000"/>
      </a:schemeClr>
    </dgm:fillClrLst>
    <dgm:linClrLst meth="repeat">
      <a:schemeClr val="accent1"/>
    </dgm:linClrLst>
    <dgm:effectClrLst/>
    <dgm:txLinClrLst/>
    <dgm:txFillClrLst meth="repeat">
      <a:schemeClr val="tx1"/>
    </dgm:txFillClrLst>
    <dgm:txEffectClrLst/>
  </dgm:styleLbl>
  <dgm:styleLbl name="parChTrans1D4">
    <dgm:fillClrLst meth="repeat">
      <a:schemeClr val="accent6">
        <a:tint val="50000"/>
      </a:schemeClr>
    </dgm:fillClrLst>
    <dgm:linClrLst meth="repeat">
      <a:schemeClr val="accent2"/>
    </dgm:linClrLst>
    <dgm:effectClrLst/>
    <dgm:txLinClrLst/>
    <dgm:txFillClrLst meth="repeat">
      <a:schemeClr val="tx1"/>
    </dgm:txFillClrLst>
    <dgm:txEffectClrLst/>
  </dgm:styleLbl>
  <dgm:styleLbl name="fgAcc1">
    <dgm:fillClrLst meth="repeat">
      <a:schemeClr val="lt1">
        <a:alpha val="90000"/>
      </a:schemeClr>
    </dgm:fillClrLst>
    <dgm:linClrLst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conFgAcc1">
    <dgm:fillClrLst meth="repeat">
      <a:schemeClr val="lt1">
        <a:alpha val="90000"/>
      </a:schemeClr>
    </dgm:fillClrLst>
    <dgm:linClrLst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alignAcc1">
    <dgm:fillClrLst meth="repeat">
      <a:schemeClr val="lt1">
        <a:alpha val="90000"/>
      </a:schemeClr>
    </dgm:fillClrLst>
    <dgm:linClrLst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trAlignAcc1">
    <dgm:fillClrLst meth="repeat">
      <a:schemeClr val="lt1">
        <a:alpha val="40000"/>
      </a:schemeClr>
    </dgm:fillClrLst>
    <dgm:linClrLst meth="repeat">
      <a:schemeClr val="accent5"/>
    </dgm:linClrLst>
    <dgm:effectClrLst/>
    <dgm:txLinClrLst/>
    <dgm:txFillClrLst meth="repeat">
      <a:schemeClr val="dk1"/>
    </dgm:txFillClrLst>
    <dgm:txEffectClrLst/>
  </dgm:styleLbl>
  <dgm:styleLbl name="bgAcc1">
    <dgm:fillClrLst meth="repeat">
      <a:schemeClr val="lt1">
        <a:alpha val="90000"/>
      </a:schemeClr>
    </dgm:fillClrLst>
    <dgm:linClrLst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solidFgAcc1">
    <dgm:fillClrLst meth="repeat">
      <a:schemeClr val="lt1"/>
    </dgm:fillClrLst>
    <dgm:linClrLst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solidAlignAcc1">
    <dgm:fillClrLst meth="repeat">
      <a:schemeClr val="lt1"/>
    </dgm:fillClrLst>
    <dgm:linClrLst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solidBgAcc1">
    <dgm:fillClrLst meth="repeat">
      <a:schemeClr val="lt1"/>
    </dgm:fillClrLst>
    <dgm:linClrLst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fgAccFollowNode1">
    <dgm:fillClrLst>
      <a:schemeClr val="accent5">
        <a:tint val="40000"/>
        <a:alpha val="90000"/>
      </a:schemeClr>
      <a:schemeClr val="accent6">
        <a:tint val="40000"/>
        <a:alpha val="90000"/>
      </a:schemeClr>
    </dgm:fillClrLst>
    <dgm:linClrLst>
      <a:schemeClr val="accent5">
        <a:tint val="40000"/>
        <a:alpha val="90000"/>
      </a:schemeClr>
      <a:schemeClr val="accent5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alignAccFollowNode1">
    <dgm:fillClrLst>
      <a:schemeClr val="accent5">
        <a:tint val="40000"/>
        <a:alpha val="90000"/>
      </a:schemeClr>
      <a:schemeClr val="accent6">
        <a:tint val="40000"/>
        <a:alpha val="90000"/>
      </a:schemeClr>
    </dgm:fillClrLst>
    <dgm:linClrLst>
      <a:schemeClr val="accent5">
        <a:tint val="40000"/>
        <a:alpha val="90000"/>
      </a:schemeClr>
      <a:schemeClr val="accent6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bgAccFollowNode1">
    <dgm:fillClrLst>
      <a:schemeClr val="accent5">
        <a:tint val="40000"/>
        <a:alpha val="90000"/>
      </a:schemeClr>
      <a:schemeClr val="accent6">
        <a:tint val="40000"/>
        <a:alpha val="90000"/>
      </a:schemeClr>
    </dgm:fillClrLst>
    <dgm:linClrLst>
      <a:schemeClr val="accent5">
        <a:tint val="40000"/>
        <a:alpha val="90000"/>
      </a:schemeClr>
      <a:schemeClr val="accent6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fgAcc0">
    <dgm:fillClrLst meth="repeat">
      <a:schemeClr val="lt1">
        <a:alpha val="90000"/>
      </a:schemeClr>
    </dgm:fillClrLst>
    <dgm:linClrLst>
      <a:schemeClr val="accent4"/>
    </dgm:linClrLst>
    <dgm:effectClrLst/>
    <dgm:txLinClrLst/>
    <dgm:txFillClrLst meth="repeat">
      <a:schemeClr val="dk1"/>
    </dgm:txFillClrLst>
    <dgm:txEffectClrLst/>
  </dgm:styleLbl>
  <dgm:styleLbl name="fgAcc2">
    <dgm:fillClrLst meth="repeat">
      <a:schemeClr val="lt1">
        <a:alpha val="90000"/>
      </a:schemeClr>
    </dgm:fillClrLst>
    <dgm:linClrLst>
      <a:schemeClr val="accent6"/>
    </dgm:linClrLst>
    <dgm:effectClrLst/>
    <dgm:txLinClrLst/>
    <dgm:txFillClrLst meth="repeat">
      <a:schemeClr val="dk1"/>
    </dgm:txFillClrLst>
    <dgm:txEffectClrLst/>
  </dgm:styleLbl>
  <dgm:styleLbl name="fgAcc3">
    <dgm:fillClrLst meth="repeat">
      <a:schemeClr val="lt1">
        <a:alpha val="90000"/>
      </a:schemeClr>
    </dgm:fillClrLst>
    <dgm:linClrLst>
      <a:schemeClr val="accent1"/>
    </dgm:linClrLst>
    <dgm:effectClrLst/>
    <dgm:txLinClrLst/>
    <dgm:txFillClrLst meth="repeat">
      <a:schemeClr val="dk1"/>
    </dgm:txFillClrLst>
    <dgm:txEffectClrLst/>
  </dgm:styleLbl>
  <dgm:styleLbl name="fgAcc4">
    <dgm:fillClrLst meth="repeat">
      <a:schemeClr val="lt1">
        <a:alpha val="90000"/>
      </a:schemeClr>
    </dgm:fillClrLst>
    <dgm:linClrLst>
      <a:schemeClr val="accent2"/>
    </dgm:linClrLst>
    <dgm:effectClrLst/>
    <dgm:txLinClrLst/>
    <dgm:txFillClrLst meth="repeat">
      <a:schemeClr val="dk1"/>
    </dgm:txFillClrLst>
    <dgm:txEffectClrLst/>
  </dgm:styleLbl>
  <dgm:styleLbl name="bgShp">
    <dgm:fillClrLst meth="repeat">
      <a:schemeClr val="bg1">
        <a:lumMod val="95000"/>
      </a:schemeClr>
    </dgm:fillClrLst>
    <dgm:linClrLst meth="repeat">
      <a:schemeClr val="dk1"/>
    </dgm:linClrLst>
    <dgm:effectClrLst/>
    <dgm:txLinClrLst/>
    <dgm:txFillClrLst meth="repeat">
      <a:schemeClr val="dk1"/>
    </dgm:txFillClrLst>
    <dgm:txEffectClrLst/>
  </dgm:styleLbl>
  <dgm:styleLbl name="dkBgShp">
    <dgm:fillClrLst meth="repeat">
      <a:schemeClr val="accent5">
        <a:shade val="90000"/>
      </a:schemeClr>
    </dgm:fillClrLst>
    <dgm:linClrLst meth="repeat">
      <a:schemeClr val="dk1"/>
    </dgm:linClrLst>
    <dgm:effectClrLst/>
    <dgm:txLinClrLst/>
    <dgm:txFillClrLst meth="repeat">
      <a:schemeClr val="lt1"/>
    </dgm:txFillClrLst>
    <dgm:txEffectClrLst/>
  </dgm:styleLbl>
  <dgm:styleLbl name="trBgShp">
    <dgm:fillClrLst meth="repeat">
      <a:schemeClr val="accent5">
        <a:tint val="50000"/>
        <a:alpha val="40000"/>
      </a:schemeClr>
    </dgm:fillClrLst>
    <dgm:linClrLst meth="repeat">
      <a:schemeClr val="accent5"/>
    </dgm:linClrLst>
    <dgm:effectClrLst/>
    <dgm:txLinClrLst/>
    <dgm:txFillClrLst meth="repeat">
      <a:schemeClr val="lt1"/>
    </dgm:txFillClrLst>
    <dgm:txEffectClrLst/>
  </dgm:styleLbl>
  <dgm:styleLbl name="fgShp">
    <dgm:fillClrLst meth="repeat">
      <a:schemeClr val="accent5">
        <a:tint val="40000"/>
      </a:schemeClr>
    </dgm:fillClrLst>
    <dgm:linClrLst meth="repeat">
      <a:schemeClr val="lt1"/>
    </dgm:linClrLst>
    <dgm:effectClrLst/>
    <dgm:txLinClrLst/>
    <dgm:txFillClrLst meth="repeat">
      <a:schemeClr val="dk1"/>
    </dgm:txFillClrLst>
    <dgm:txEffectClrLst/>
  </dgm:styleLbl>
  <dgm:styleLbl name="revTx">
    <dgm:fillClrLst meth="repeat">
      <a:schemeClr val="lt1">
        <a:alpha val="0"/>
      </a:schemeClr>
    </dgm:fillClrLst>
    <dgm:linClrLst meth="repeat">
      <a:schemeClr val="dk1">
        <a:alpha val="0"/>
      </a:schemeClr>
    </dgm:linClrLst>
    <dgm:effectClrLst/>
    <dgm:txLinClrLst/>
    <dgm:txFillClrLst meth="repeat">
      <a:schemeClr val="tx1"/>
    </dgm:txFillClrLst>
    <dgm:txEffectClrLst/>
  </dgm:styleLbl>
</dgm:colorsDef>
</file>

<file path=ppt/diagrams/colors25.xml><?xml version="1.0" encoding="utf-8"?>
<dgm:colorsDef xmlns:dgm="http://schemas.openxmlformats.org/drawingml/2006/diagram" xmlns:a="http://schemas.openxmlformats.org/drawingml/2006/main" uniqueId="urn:microsoft.com/office/officeart/2018/5/colors/Iconchunking_neutralbg_colorful1">
  <dgm:title val=""/>
  <dgm:desc val=""/>
  <dgm:catLst>
    <dgm:cat type="colorful" pri="10100"/>
  </dgm:catLst>
  <dgm:styleLbl name="node0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node1">
    <dgm:fillClrLst meth="repeat">
      <a:schemeClr val="accent2"/>
      <a:schemeClr val="accent3"/>
      <a:schemeClr val="accent4"/>
      <a:schemeClr val="accent5"/>
      <a:schemeClr val="accent6"/>
    </dgm:fillClrLst>
    <dgm:linClrLst meth="repeat">
      <a:schemeClr val="lt1">
        <a:alpha val="0"/>
      </a:schemeClr>
    </dgm:linClrLst>
    <dgm:effectClrLst/>
    <dgm:txLinClrLst/>
    <dgm:txFillClrLst/>
    <dgm:txEffectClrLst/>
  </dgm:styleLbl>
  <dgm:styleLbl name="alignNode1">
    <dgm:fillClrLst meth="repeat">
      <a:schemeClr val="accent2"/>
      <a:schemeClr val="accent3"/>
      <a:schemeClr val="accent4"/>
      <a:schemeClr val="accent5"/>
      <a:schemeClr val="accent6"/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/>
    <dgm:txEffectClrLst/>
  </dgm:styleLbl>
  <dgm:styleLbl name="lnNode1">
    <dgm:fillClrLst meth="repeat">
      <a:schemeClr val="accent2"/>
      <a:schemeClr val="accent3"/>
      <a:schemeClr val="accent4"/>
      <a:schemeClr val="accent5"/>
      <a:schemeClr val="accent6"/>
    </dgm:fillClrLst>
    <dgm:linClrLst meth="repeat">
      <a:schemeClr val="lt1"/>
    </dgm:linClrLst>
    <dgm:effectClrLst/>
    <dgm:txLinClrLst/>
    <dgm:txFillClrLst/>
    <dgm:txEffectClrLst/>
  </dgm:styleLbl>
  <dgm:styleLbl name="vennNode1">
    <dgm:fillClrLst meth="repeat">
      <a:schemeClr val="accent2">
        <a:alpha val="50000"/>
      </a:schemeClr>
      <a:schemeClr val="accent3">
        <a:alpha val="50000"/>
      </a:schemeClr>
      <a:schemeClr val="accent4">
        <a:alpha val="50000"/>
      </a:schemeClr>
      <a:schemeClr val="accent5">
        <a:alpha val="50000"/>
      </a:schemeClr>
      <a:schemeClr val="accent6">
        <a:alpha val="50000"/>
      </a:schemeClr>
    </dgm:fillClrLst>
    <dgm:linClrLst meth="repeat">
      <a:schemeClr val="lt1"/>
    </dgm:linClrLst>
    <dgm:effectClrLst/>
    <dgm:txLinClrLst/>
    <dgm:txFillClrLst/>
    <dgm:txEffectClrLst/>
  </dgm:styleLbl>
  <dgm:styleLbl name="node2">
    <dgm:fillClrLst>
      <a:schemeClr val="accent2"/>
    </dgm:fillClrLst>
    <dgm:linClrLst meth="repeat">
      <a:schemeClr val="lt1"/>
    </dgm:linClrLst>
    <dgm:effectClrLst/>
    <dgm:txLinClrLst/>
    <dgm:txFillClrLst/>
    <dgm:txEffectClrLst/>
  </dgm:styleLbl>
  <dgm:styleLbl name="node3">
    <dgm:fillClrLst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node4">
    <dgm:fillClrLst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fgImgPlace1">
    <dgm:fillClrLst meth="repeat">
      <a:schemeClr val="accent2">
        <a:tint val="50000"/>
      </a:schemeClr>
      <a:schemeClr val="accent3">
        <a:tint val="50000"/>
      </a:schemeClr>
      <a:schemeClr val="accent4">
        <a:tint val="50000"/>
      </a:schemeClr>
      <a:schemeClr val="accent5">
        <a:tint val="50000"/>
      </a:schemeClr>
      <a:schemeClr val="accent6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alignImgPlace1">
    <dgm:fillClrLst>
      <a:schemeClr val="accent1">
        <a:tint val="50000"/>
      </a:schemeClr>
      <a:schemeClr val="accent2">
        <a:tint val="2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bgImgPlace1">
    <dgm:fillClrLst>
      <a:schemeClr val="accent1">
        <a:tint val="50000"/>
      </a:schemeClr>
      <a:schemeClr val="accent2">
        <a:tint val="2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sibTrans2D1">
    <dgm:fillClrLst meth="repeat">
      <a:schemeClr val="accent2"/>
      <a:schemeClr val="accent3"/>
      <a:schemeClr val="accent4"/>
      <a:schemeClr val="accent5"/>
      <a:schemeClr val="accent6"/>
    </dgm:fillClrLst>
    <dgm:linClrLst meth="cycle">
      <a:schemeClr val="lt1"/>
    </dgm:linClrLst>
    <dgm:effectClrLst/>
    <dgm:txLinClrLst/>
    <dgm:txFillClrLst/>
    <dgm:txEffectClrLst/>
  </dgm:styleLbl>
  <dgm:styleLbl name="fgSibTrans2D1">
    <dgm:fillClrLst meth="repeat">
      <a:schemeClr val="accent2"/>
      <a:schemeClr val="accent3"/>
      <a:schemeClr val="accent4"/>
      <a:schemeClr val="accent5"/>
      <a:schemeClr val="accent6"/>
    </dgm:fillClrLst>
    <dgm:linClrLst meth="cycle">
      <a:schemeClr val="lt1"/>
    </dgm:linClrLst>
    <dgm:effectClrLst/>
    <dgm:txLinClrLst/>
    <dgm:txFillClrLst meth="repeat">
      <a:schemeClr val="lt1"/>
    </dgm:txFillClrLst>
    <dgm:txEffectClrLst/>
  </dgm:styleLbl>
  <dgm:styleLbl name="bgSibTrans2D1">
    <dgm:fillClrLst meth="repeat">
      <a:schemeClr val="accent2"/>
      <a:schemeClr val="accent3"/>
      <a:schemeClr val="accent4"/>
      <a:schemeClr val="accent5"/>
      <a:schemeClr val="accent6"/>
    </dgm:fillClrLst>
    <dgm:linClrLst meth="cycle">
      <a:schemeClr val="lt1"/>
    </dgm:linClrLst>
    <dgm:effectClrLst/>
    <dgm:txLinClrLst/>
    <dgm:txFillClrLst meth="repeat">
      <a:schemeClr val="lt1"/>
    </dgm:txFillClrLst>
    <dgm:txEffectClrLst/>
  </dgm:styleLbl>
  <dgm:styleLbl name="sibTrans1D1">
    <dgm:fillClrLst meth="repeat">
      <a:schemeClr val="accent2"/>
      <a:schemeClr val="accent3"/>
      <a:schemeClr val="accent4"/>
      <a:schemeClr val="accent5"/>
      <a:schemeClr val="accent6"/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tx1"/>
    </dgm:txFillClrLst>
    <dgm:txEffectClrLst/>
  </dgm:styleLbl>
  <dgm:styleLbl name="callout">
    <dgm:fillClrLst meth="repeat">
      <a:schemeClr val="accent2"/>
    </dgm:fillClrLst>
    <dgm:linClrLst meth="repeat">
      <a:schemeClr val="accent2">
        <a:tint val="50000"/>
      </a:schemeClr>
    </dgm:linClrLst>
    <dgm:effectClrLst/>
    <dgm:txLinClrLst/>
    <dgm:txFillClrLst meth="repeat">
      <a:schemeClr val="tx1"/>
    </dgm:txFillClrLst>
    <dgm:txEffectClrLst/>
  </dgm:styleLbl>
  <dgm:styleLbl name="asst0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sst1">
    <dgm:fillClrLst meth="repeat">
      <a:schemeClr val="accent2"/>
    </dgm:fillClrLst>
    <dgm:linClrLst meth="repeat">
      <a:schemeClr val="lt1"/>
    </dgm:linClrLst>
    <dgm:effectClrLst/>
    <dgm:txLinClrLst/>
    <dgm:txFillClrLst/>
    <dgm:txEffectClrLst/>
  </dgm:styleLbl>
  <dgm:styleLbl name="asst2">
    <dgm:fillClrLst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asst3">
    <dgm:fillClrLst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asst4">
    <dgm:fillClrLst>
      <a:schemeClr val="accent5"/>
    </dgm:fillClrLst>
    <dgm:linClrLst meth="repeat">
      <a:schemeClr val="lt1"/>
    </dgm:linClrLst>
    <dgm:effectClrLst/>
    <dgm:txLinClrLst/>
    <dgm:txFillClrLst/>
    <dgm:txEffectClrLst/>
  </dgm:styleLbl>
  <dgm:styleLbl name="parChTrans2D1">
    <dgm:fillClrLst meth="repeat">
      <a:schemeClr val="accent2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parChTrans2D2">
    <dgm:fillClrLst meth="repeat"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parChTrans2D3">
    <dgm:fillClrLst meth="repeat"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parChTrans2D4">
    <dgm:fillClrLst meth="repeat">
      <a:schemeClr val="accent5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parChTrans1D1">
    <dgm:fillClrLst meth="repeat">
      <a:schemeClr val="accent2"/>
    </dgm:fillClrLst>
    <dgm:linClrLst meth="repeat">
      <a:schemeClr val="accent1"/>
    </dgm:linClrLst>
    <dgm:effectClrLst/>
    <dgm:txLinClrLst/>
    <dgm:txFillClrLst meth="repeat">
      <a:schemeClr val="tx1"/>
    </dgm:txFillClrLst>
    <dgm:txEffectClrLst/>
  </dgm:styleLbl>
  <dgm:styleLbl name="parChTrans1D2">
    <dgm:fillClrLst meth="repeat">
      <a:schemeClr val="accent3">
        <a:tint val="90000"/>
      </a:schemeClr>
    </dgm:fillClrLst>
    <dgm:linClrLst meth="repeat">
      <a:schemeClr val="accent2"/>
    </dgm:linClrLst>
    <dgm:effectClrLst/>
    <dgm:txLinClrLst/>
    <dgm:txFillClrLst meth="repeat">
      <a:schemeClr val="tx1"/>
    </dgm:txFillClrLst>
    <dgm:txEffectClrLst/>
  </dgm:styleLbl>
  <dgm:styleLbl name="parChTrans1D3">
    <dgm:fillClrLst meth="repeat">
      <a:schemeClr val="accent4">
        <a:tint val="70000"/>
      </a:schemeClr>
    </dgm:fillClrLst>
    <dgm:linClrLst meth="repeat">
      <a:schemeClr val="accent3"/>
    </dgm:linClrLst>
    <dgm:effectClrLst/>
    <dgm:txLinClrLst/>
    <dgm:txFillClrLst meth="repeat">
      <a:schemeClr val="tx1"/>
    </dgm:txFillClrLst>
    <dgm:txEffectClrLst/>
  </dgm:styleLbl>
  <dgm:styleLbl name="parChTrans1D4">
    <dgm:fillClrLst meth="repeat">
      <a:schemeClr val="accent5">
        <a:tint val="50000"/>
      </a:schemeClr>
    </dgm:fillClrLst>
    <dgm:linClrLst meth="repeat">
      <a:schemeClr val="accent4"/>
    </dgm:linClrLst>
    <dgm:effectClrLst/>
    <dgm:txLinClrLst/>
    <dgm:txFillClrLst meth="repeat">
      <a:schemeClr val="tx1"/>
    </dgm:txFillClrLst>
    <dgm:txEffectClrLst/>
  </dgm:styleLbl>
  <dgm:styleLbl name="fgAcc1">
    <dgm:fillClrLst meth="repeat">
      <a:schemeClr val="lt1">
        <a:alpha val="90000"/>
      </a:schemeClr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conFgAcc1">
    <dgm:fillClrLst meth="repeat">
      <a:schemeClr val="lt1">
        <a:alpha val="90000"/>
      </a:schemeClr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alignAcc1">
    <dgm:fillClrLst meth="repeat">
      <a:schemeClr val="lt1">
        <a:alpha val="90000"/>
      </a:schemeClr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trAlignAcc1">
    <dgm:fillClrLst meth="repeat">
      <a:schemeClr val="lt1">
        <a:alpha val="4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bgAcc1">
    <dgm:fillClrLst meth="repeat">
      <a:schemeClr val="lt1">
        <a:alpha val="90000"/>
      </a:schemeClr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solidFgAcc1">
    <dgm:fillClrLst meth="repeat">
      <a:schemeClr val="lt1"/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solidAlignAcc1">
    <dgm:fillClrLst meth="repeat">
      <a:schemeClr val="lt1"/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solidBgAcc1">
    <dgm:fillClrLst meth="repeat">
      <a:schemeClr val="lt1"/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fgAccFollowNode1">
    <dgm:fillClrLst meth="repeat">
      <a:schemeClr val="accent2">
        <a:tint val="40000"/>
        <a:alpha val="90000"/>
      </a:schemeClr>
      <a:schemeClr val="accent3">
        <a:tint val="40000"/>
        <a:alpha val="90000"/>
      </a:schemeClr>
      <a:schemeClr val="accent4">
        <a:tint val="40000"/>
        <a:alpha val="90000"/>
      </a:schemeClr>
      <a:schemeClr val="accent5">
        <a:tint val="40000"/>
        <a:alpha val="90000"/>
      </a:schemeClr>
      <a:schemeClr val="accent6">
        <a:tint val="40000"/>
        <a:alpha val="90000"/>
      </a:schemeClr>
    </dgm:fillClrLst>
    <dgm:linClrLst meth="repeat">
      <a:schemeClr val="accent2">
        <a:tint val="40000"/>
        <a:alpha val="90000"/>
      </a:schemeClr>
      <a:schemeClr val="accent3">
        <a:tint val="40000"/>
        <a:alpha val="90000"/>
      </a:schemeClr>
      <a:schemeClr val="accent4">
        <a:tint val="40000"/>
        <a:alpha val="90000"/>
      </a:schemeClr>
      <a:schemeClr val="accent5">
        <a:tint val="40000"/>
        <a:alpha val="90000"/>
      </a:schemeClr>
      <a:schemeClr val="accent6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alignAccFollowNode1">
    <dgm:fillClrLst meth="repeat">
      <a:schemeClr val="accent2">
        <a:tint val="40000"/>
        <a:alpha val="90000"/>
      </a:schemeClr>
      <a:schemeClr val="accent3">
        <a:tint val="40000"/>
        <a:alpha val="90000"/>
      </a:schemeClr>
      <a:schemeClr val="accent4">
        <a:tint val="40000"/>
        <a:alpha val="90000"/>
      </a:schemeClr>
      <a:schemeClr val="accent5">
        <a:tint val="40000"/>
        <a:alpha val="90000"/>
      </a:schemeClr>
      <a:schemeClr val="accent6">
        <a:tint val="40000"/>
        <a:alpha val="90000"/>
      </a:schemeClr>
    </dgm:fillClrLst>
    <dgm:linClrLst meth="repeat">
      <a:schemeClr val="accent2">
        <a:tint val="40000"/>
        <a:alpha val="90000"/>
      </a:schemeClr>
      <a:schemeClr val="accent3">
        <a:tint val="40000"/>
        <a:alpha val="90000"/>
      </a:schemeClr>
      <a:schemeClr val="accent4">
        <a:tint val="40000"/>
        <a:alpha val="90000"/>
      </a:schemeClr>
      <a:schemeClr val="accent5">
        <a:tint val="40000"/>
        <a:alpha val="90000"/>
      </a:schemeClr>
      <a:schemeClr val="accent6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bgAccFollowNode1">
    <dgm:fillClrLst meth="repeat">
      <a:schemeClr val="accent2">
        <a:tint val="40000"/>
        <a:alpha val="90000"/>
      </a:schemeClr>
      <a:schemeClr val="accent3">
        <a:tint val="40000"/>
        <a:alpha val="90000"/>
      </a:schemeClr>
      <a:schemeClr val="accent4">
        <a:tint val="40000"/>
        <a:alpha val="90000"/>
      </a:schemeClr>
      <a:schemeClr val="accent5">
        <a:tint val="40000"/>
        <a:alpha val="90000"/>
      </a:schemeClr>
      <a:schemeClr val="accent6">
        <a:tint val="40000"/>
        <a:alpha val="90000"/>
      </a:schemeClr>
    </dgm:fillClrLst>
    <dgm:linClrLst meth="repeat">
      <a:schemeClr val="accent2">
        <a:tint val="40000"/>
        <a:alpha val="90000"/>
      </a:schemeClr>
      <a:schemeClr val="accent3">
        <a:tint val="40000"/>
        <a:alpha val="90000"/>
      </a:schemeClr>
      <a:schemeClr val="accent4">
        <a:tint val="40000"/>
        <a:alpha val="90000"/>
      </a:schemeClr>
      <a:schemeClr val="accent5">
        <a:tint val="40000"/>
        <a:alpha val="90000"/>
      </a:schemeClr>
      <a:schemeClr val="accent6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fgAcc0">
    <dgm:fillClrLst meth="repeat">
      <a:schemeClr val="lt1">
        <a:alpha val="90000"/>
      </a:schemeClr>
    </dgm:fillClrLst>
    <dgm:linClrLst>
      <a:schemeClr val="accent1"/>
    </dgm:linClrLst>
    <dgm:effectClrLst/>
    <dgm:txLinClrLst/>
    <dgm:txFillClrLst meth="repeat">
      <a:schemeClr val="dk1"/>
    </dgm:txFillClrLst>
    <dgm:txEffectClrLst/>
  </dgm:styleLbl>
  <dgm:styleLbl name="fgAcc2">
    <dgm:fillClrLst meth="repeat">
      <a:schemeClr val="lt1">
        <a:alpha val="90000"/>
      </a:schemeClr>
    </dgm:fillClrLst>
    <dgm:linClrLst>
      <a:schemeClr val="accent2"/>
    </dgm:linClrLst>
    <dgm:effectClrLst/>
    <dgm:txLinClrLst/>
    <dgm:txFillClrLst meth="repeat">
      <a:schemeClr val="dk1"/>
    </dgm:txFillClrLst>
    <dgm:txEffectClrLst/>
  </dgm:styleLbl>
  <dgm:styleLbl name="fgAcc3">
    <dgm:fillClrLst meth="repeat">
      <a:schemeClr val="lt1">
        <a:alpha val="90000"/>
      </a:schemeClr>
    </dgm:fillClrLst>
    <dgm:linClrLst>
      <a:schemeClr val="accent3"/>
    </dgm:linClrLst>
    <dgm:effectClrLst/>
    <dgm:txLinClrLst/>
    <dgm:txFillClrLst meth="repeat">
      <a:schemeClr val="dk1"/>
    </dgm:txFillClrLst>
    <dgm:txEffectClrLst/>
  </dgm:styleLbl>
  <dgm:styleLbl name="fgAcc4">
    <dgm:fillClrLst meth="repeat">
      <a:schemeClr val="lt1">
        <a:alpha val="90000"/>
      </a:schemeClr>
    </dgm:fillClrLst>
    <dgm:linClrLst>
      <a:schemeClr val="accent4"/>
    </dgm:linClrLst>
    <dgm:effectClrLst/>
    <dgm:txLinClrLst/>
    <dgm:txFillClrLst meth="repeat">
      <a:schemeClr val="dk1"/>
    </dgm:txFillClrLst>
    <dgm:txEffectClrLst/>
  </dgm:styleLbl>
  <dgm:styleLbl name="bgShp">
    <dgm:fillClrLst meth="repeat">
      <a:schemeClr val="bg1">
        <a:lumMod val="95000"/>
      </a:schemeClr>
    </dgm:fillClrLst>
    <dgm:linClrLst meth="repeat">
      <a:schemeClr val="dk1"/>
    </dgm:linClrLst>
    <dgm:effectClrLst/>
    <dgm:txLinClrLst/>
    <dgm:txFillClrLst meth="repeat">
      <a:schemeClr val="dk1"/>
    </dgm:txFillClrLst>
    <dgm:txEffectClrLst/>
  </dgm:styleLbl>
  <dgm:styleLbl name="dkBgShp">
    <dgm:fillClrLst meth="repeat">
      <a:schemeClr val="accent2">
        <a:shade val="90000"/>
      </a:schemeClr>
    </dgm:fillClrLst>
    <dgm:linClrLst meth="repeat">
      <a:schemeClr val="dk1"/>
    </dgm:linClrLst>
    <dgm:effectClrLst/>
    <dgm:txLinClrLst/>
    <dgm:txFillClrLst meth="repeat">
      <a:schemeClr val="lt1"/>
    </dgm:txFillClrLst>
    <dgm:txEffectClrLst/>
  </dgm:styleLbl>
  <dgm:styleLbl name="trBgShp">
    <dgm:fillClrLst meth="repeat">
      <a:schemeClr val="accent1">
        <a:tint val="50000"/>
        <a:alpha val="40000"/>
      </a:schemeClr>
    </dgm:fillClrLst>
    <dgm:linClrLst meth="repeat">
      <a:schemeClr val="accent2"/>
    </dgm:linClrLst>
    <dgm:effectClrLst/>
    <dgm:txLinClrLst/>
    <dgm:txFillClrLst meth="repeat">
      <a:schemeClr val="lt1"/>
    </dgm:txFillClrLst>
    <dgm:txEffectClrLst/>
  </dgm:styleLbl>
  <dgm:styleLbl name="fgShp">
    <dgm:fillClrLst meth="repeat">
      <a:schemeClr val="accent2">
        <a:tint val="40000"/>
      </a:schemeClr>
    </dgm:fillClrLst>
    <dgm:linClrLst meth="repeat">
      <a:schemeClr val="lt1"/>
    </dgm:linClrLst>
    <dgm:effectClrLst/>
    <dgm:txLinClrLst/>
    <dgm:txFillClrLst meth="repeat">
      <a:schemeClr val="dk1"/>
    </dgm:txFillClrLst>
    <dgm:txEffectClrLst/>
  </dgm:styleLbl>
  <dgm:styleLbl name="revTx">
    <dgm:fillClrLst meth="repeat">
      <a:schemeClr val="lt1">
        <a:alpha val="0"/>
      </a:schemeClr>
    </dgm:fillClrLst>
    <dgm:linClrLst meth="repeat">
      <a:schemeClr val="dk1">
        <a:alpha val="0"/>
      </a:schemeClr>
    </dgm:linClrLst>
    <dgm:effectClrLst/>
    <dgm:txLinClrLst/>
    <dgm:txFillClrLst meth="repeat">
      <a:schemeClr val="tx1"/>
    </dgm:txFillClrLst>
    <dgm:txEffectClrLst/>
  </dgm:styleLbl>
</dgm:colorsDef>
</file>

<file path=ppt/diagrams/colors26.xml><?xml version="1.0" encoding="utf-8"?>
<dgm:colorsDef xmlns:dgm="http://schemas.openxmlformats.org/drawingml/2006/diagram" xmlns:a="http://schemas.openxmlformats.org/drawingml/2006/main" uniqueId="urn:microsoft.com/office/officeart/2005/8/colors/colorful1">
  <dgm:title val=""/>
  <dgm:desc val=""/>
  <dgm:catLst>
    <dgm:cat type="colorful" pri="10100"/>
  </dgm:catLst>
  <dgm:styleLbl name="node0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node1">
    <dgm:fillClrLst meth="repeat">
      <a:schemeClr val="accent2"/>
      <a:schemeClr val="accent3"/>
      <a:schemeClr val="accent4"/>
      <a:schemeClr val="accent5"/>
      <a:schemeClr val="accent6"/>
    </dgm:fillClrLst>
    <dgm:linClrLst meth="repeat">
      <a:schemeClr val="lt1"/>
    </dgm:linClrLst>
    <dgm:effectClrLst/>
    <dgm:txLinClrLst/>
    <dgm:txFillClrLst/>
    <dgm:txEffectClrLst/>
  </dgm:styleLbl>
  <dgm:styleLbl name="alignNode1">
    <dgm:fillClrLst meth="repeat">
      <a:schemeClr val="accent2"/>
      <a:schemeClr val="accent3"/>
      <a:schemeClr val="accent4"/>
      <a:schemeClr val="accent5"/>
      <a:schemeClr val="accent6"/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/>
    <dgm:txEffectClrLst/>
  </dgm:styleLbl>
  <dgm:styleLbl name="lnNode1">
    <dgm:fillClrLst meth="repeat">
      <a:schemeClr val="accent2"/>
      <a:schemeClr val="accent3"/>
      <a:schemeClr val="accent4"/>
      <a:schemeClr val="accent5"/>
      <a:schemeClr val="accent6"/>
    </dgm:fillClrLst>
    <dgm:linClrLst meth="repeat">
      <a:schemeClr val="lt1"/>
    </dgm:linClrLst>
    <dgm:effectClrLst/>
    <dgm:txLinClrLst/>
    <dgm:txFillClrLst/>
    <dgm:txEffectClrLst/>
  </dgm:styleLbl>
  <dgm:styleLbl name="vennNode1">
    <dgm:fillClrLst meth="repeat">
      <a:schemeClr val="accent2">
        <a:alpha val="50000"/>
      </a:schemeClr>
      <a:schemeClr val="accent3">
        <a:alpha val="50000"/>
      </a:schemeClr>
      <a:schemeClr val="accent4">
        <a:alpha val="50000"/>
      </a:schemeClr>
      <a:schemeClr val="accent5">
        <a:alpha val="50000"/>
      </a:schemeClr>
      <a:schemeClr val="accent6">
        <a:alpha val="50000"/>
      </a:schemeClr>
    </dgm:fillClrLst>
    <dgm:linClrLst meth="repeat">
      <a:schemeClr val="lt1"/>
    </dgm:linClrLst>
    <dgm:effectClrLst/>
    <dgm:txLinClrLst/>
    <dgm:txFillClrLst/>
    <dgm:txEffectClrLst/>
  </dgm:styleLbl>
  <dgm:styleLbl name="node2">
    <dgm:fillClrLst>
      <a:schemeClr val="accent2"/>
    </dgm:fillClrLst>
    <dgm:linClrLst meth="repeat">
      <a:schemeClr val="lt1"/>
    </dgm:linClrLst>
    <dgm:effectClrLst/>
    <dgm:txLinClrLst/>
    <dgm:txFillClrLst/>
    <dgm:txEffectClrLst/>
  </dgm:styleLbl>
  <dgm:styleLbl name="node3">
    <dgm:fillClrLst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node4">
    <dgm:fillClrLst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fgImgPlace1">
    <dgm:fillClrLst meth="repeat">
      <a:schemeClr val="accent2">
        <a:tint val="50000"/>
      </a:schemeClr>
      <a:schemeClr val="accent3">
        <a:tint val="50000"/>
      </a:schemeClr>
      <a:schemeClr val="accent4">
        <a:tint val="50000"/>
      </a:schemeClr>
      <a:schemeClr val="accent5">
        <a:tint val="50000"/>
      </a:schemeClr>
      <a:schemeClr val="accent6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alignImgPlace1">
    <dgm:fillClrLst>
      <a:schemeClr val="accent1">
        <a:tint val="50000"/>
      </a:schemeClr>
      <a:schemeClr val="accent2">
        <a:tint val="2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bgImgPlace1">
    <dgm:fillClrLst>
      <a:schemeClr val="accent1">
        <a:tint val="50000"/>
      </a:schemeClr>
      <a:schemeClr val="accent2">
        <a:tint val="2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sibTrans2D1">
    <dgm:fillClrLst meth="repeat">
      <a:schemeClr val="accent2"/>
      <a:schemeClr val="accent3"/>
      <a:schemeClr val="accent4"/>
      <a:schemeClr val="accent5"/>
      <a:schemeClr val="accent6"/>
    </dgm:fillClrLst>
    <dgm:linClrLst meth="cycle">
      <a:schemeClr val="lt1"/>
    </dgm:linClrLst>
    <dgm:effectClrLst/>
    <dgm:txLinClrLst/>
    <dgm:txFillClrLst/>
    <dgm:txEffectClrLst/>
  </dgm:styleLbl>
  <dgm:styleLbl name="fgSibTrans2D1">
    <dgm:fillClrLst meth="repeat">
      <a:schemeClr val="accent2"/>
      <a:schemeClr val="accent3"/>
      <a:schemeClr val="accent4"/>
      <a:schemeClr val="accent5"/>
      <a:schemeClr val="accent6"/>
    </dgm:fillClrLst>
    <dgm:linClrLst meth="cycle">
      <a:schemeClr val="lt1"/>
    </dgm:linClrLst>
    <dgm:effectClrLst/>
    <dgm:txLinClrLst/>
    <dgm:txFillClrLst meth="repeat">
      <a:schemeClr val="lt1"/>
    </dgm:txFillClrLst>
    <dgm:txEffectClrLst/>
  </dgm:styleLbl>
  <dgm:styleLbl name="bgSibTrans2D1">
    <dgm:fillClrLst meth="repeat">
      <a:schemeClr val="accent2"/>
      <a:schemeClr val="accent3"/>
      <a:schemeClr val="accent4"/>
      <a:schemeClr val="accent5"/>
      <a:schemeClr val="accent6"/>
    </dgm:fillClrLst>
    <dgm:linClrLst meth="cycle">
      <a:schemeClr val="lt1"/>
    </dgm:linClrLst>
    <dgm:effectClrLst/>
    <dgm:txLinClrLst/>
    <dgm:txFillClrLst meth="repeat">
      <a:schemeClr val="lt1"/>
    </dgm:txFillClrLst>
    <dgm:txEffectClrLst/>
  </dgm:styleLbl>
  <dgm:styleLbl name="sibTrans1D1">
    <dgm:fillClrLst meth="repeat">
      <a:schemeClr val="accent2"/>
      <a:schemeClr val="accent3"/>
      <a:schemeClr val="accent4"/>
      <a:schemeClr val="accent5"/>
      <a:schemeClr val="accent6"/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tx1"/>
    </dgm:txFillClrLst>
    <dgm:txEffectClrLst/>
  </dgm:styleLbl>
  <dgm:styleLbl name="callout">
    <dgm:fillClrLst meth="repeat">
      <a:schemeClr val="accent2"/>
    </dgm:fillClrLst>
    <dgm:linClrLst meth="repeat">
      <a:schemeClr val="accent2">
        <a:tint val="50000"/>
      </a:schemeClr>
    </dgm:linClrLst>
    <dgm:effectClrLst/>
    <dgm:txLinClrLst/>
    <dgm:txFillClrLst meth="repeat">
      <a:schemeClr val="tx1"/>
    </dgm:txFillClrLst>
    <dgm:txEffectClrLst/>
  </dgm:styleLbl>
  <dgm:styleLbl name="asst0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sst1">
    <dgm:fillClrLst meth="repeat">
      <a:schemeClr val="accent2"/>
    </dgm:fillClrLst>
    <dgm:linClrLst meth="repeat">
      <a:schemeClr val="lt1"/>
    </dgm:linClrLst>
    <dgm:effectClrLst/>
    <dgm:txLinClrLst/>
    <dgm:txFillClrLst/>
    <dgm:txEffectClrLst/>
  </dgm:styleLbl>
  <dgm:styleLbl name="asst2">
    <dgm:fillClrLst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asst3">
    <dgm:fillClrLst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asst4">
    <dgm:fillClrLst>
      <a:schemeClr val="accent5"/>
    </dgm:fillClrLst>
    <dgm:linClrLst meth="repeat">
      <a:schemeClr val="lt1"/>
    </dgm:linClrLst>
    <dgm:effectClrLst/>
    <dgm:txLinClrLst/>
    <dgm:txFillClrLst/>
    <dgm:txEffectClrLst/>
  </dgm:styleLbl>
  <dgm:styleLbl name="parChTrans2D1">
    <dgm:fillClrLst meth="repeat">
      <a:schemeClr val="accent2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parChTrans2D2">
    <dgm:fillClrLst meth="repeat"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parChTrans2D3">
    <dgm:fillClrLst meth="repeat"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parChTrans2D4">
    <dgm:fillClrLst meth="repeat">
      <a:schemeClr val="accent5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parChTrans1D1">
    <dgm:fillClrLst meth="repeat">
      <a:schemeClr val="accent2"/>
    </dgm:fillClrLst>
    <dgm:linClrLst meth="repeat">
      <a:schemeClr val="accent1"/>
    </dgm:linClrLst>
    <dgm:effectClrLst/>
    <dgm:txLinClrLst/>
    <dgm:txFillClrLst meth="repeat">
      <a:schemeClr val="tx1"/>
    </dgm:txFillClrLst>
    <dgm:txEffectClrLst/>
  </dgm:styleLbl>
  <dgm:styleLbl name="parChTrans1D2">
    <dgm:fillClrLst meth="repeat">
      <a:schemeClr val="accent3">
        <a:tint val="90000"/>
      </a:schemeClr>
    </dgm:fillClrLst>
    <dgm:linClrLst meth="repeat">
      <a:schemeClr val="accent2"/>
    </dgm:linClrLst>
    <dgm:effectClrLst/>
    <dgm:txLinClrLst/>
    <dgm:txFillClrLst meth="repeat">
      <a:schemeClr val="tx1"/>
    </dgm:txFillClrLst>
    <dgm:txEffectClrLst/>
  </dgm:styleLbl>
  <dgm:styleLbl name="parChTrans1D3">
    <dgm:fillClrLst meth="repeat">
      <a:schemeClr val="accent4">
        <a:tint val="70000"/>
      </a:schemeClr>
    </dgm:fillClrLst>
    <dgm:linClrLst meth="repeat">
      <a:schemeClr val="accent3"/>
    </dgm:linClrLst>
    <dgm:effectClrLst/>
    <dgm:txLinClrLst/>
    <dgm:txFillClrLst meth="repeat">
      <a:schemeClr val="tx1"/>
    </dgm:txFillClrLst>
    <dgm:txEffectClrLst/>
  </dgm:styleLbl>
  <dgm:styleLbl name="parChTrans1D4">
    <dgm:fillClrLst meth="repeat">
      <a:schemeClr val="accent5">
        <a:tint val="50000"/>
      </a:schemeClr>
    </dgm:fillClrLst>
    <dgm:linClrLst meth="repeat">
      <a:schemeClr val="accent4"/>
    </dgm:linClrLst>
    <dgm:effectClrLst/>
    <dgm:txLinClrLst/>
    <dgm:txFillClrLst meth="repeat">
      <a:schemeClr val="tx1"/>
    </dgm:txFillClrLst>
    <dgm:txEffectClrLst/>
  </dgm:styleLbl>
  <dgm:styleLbl name="fgAcc1">
    <dgm:fillClrLst meth="repeat">
      <a:schemeClr val="lt1">
        <a:alpha val="90000"/>
      </a:schemeClr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conFgAcc1">
    <dgm:fillClrLst meth="repeat">
      <a:schemeClr val="lt1">
        <a:alpha val="90000"/>
      </a:schemeClr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alignAcc1">
    <dgm:fillClrLst meth="repeat">
      <a:schemeClr val="lt1">
        <a:alpha val="90000"/>
      </a:schemeClr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trAlignAcc1">
    <dgm:fillClrLst meth="repeat">
      <a:schemeClr val="lt1">
        <a:alpha val="4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bgAcc1">
    <dgm:fillClrLst meth="repeat">
      <a:schemeClr val="lt1">
        <a:alpha val="90000"/>
      </a:schemeClr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solidFgAcc1">
    <dgm:fillClrLst meth="repeat">
      <a:schemeClr val="lt1"/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solidAlignAcc1">
    <dgm:fillClrLst meth="repeat">
      <a:schemeClr val="lt1"/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solidBgAcc1">
    <dgm:fillClrLst meth="repeat">
      <a:schemeClr val="lt1"/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fgAccFollowNode1">
    <dgm:fillClrLst meth="repeat">
      <a:schemeClr val="accent2">
        <a:tint val="40000"/>
        <a:alpha val="90000"/>
      </a:schemeClr>
      <a:schemeClr val="accent3">
        <a:tint val="40000"/>
        <a:alpha val="90000"/>
      </a:schemeClr>
      <a:schemeClr val="accent4">
        <a:tint val="40000"/>
        <a:alpha val="90000"/>
      </a:schemeClr>
      <a:schemeClr val="accent5">
        <a:tint val="40000"/>
        <a:alpha val="90000"/>
      </a:schemeClr>
      <a:schemeClr val="accent6">
        <a:tint val="40000"/>
        <a:alpha val="90000"/>
      </a:schemeClr>
    </dgm:fillClrLst>
    <dgm:linClrLst meth="repeat">
      <a:schemeClr val="accent2">
        <a:tint val="40000"/>
        <a:alpha val="90000"/>
      </a:schemeClr>
      <a:schemeClr val="accent3">
        <a:tint val="40000"/>
        <a:alpha val="90000"/>
      </a:schemeClr>
      <a:schemeClr val="accent4">
        <a:tint val="40000"/>
        <a:alpha val="90000"/>
      </a:schemeClr>
      <a:schemeClr val="accent5">
        <a:tint val="40000"/>
        <a:alpha val="90000"/>
      </a:schemeClr>
      <a:schemeClr val="accent6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alignAccFollowNode1">
    <dgm:fillClrLst meth="repeat">
      <a:schemeClr val="accent2">
        <a:tint val="40000"/>
        <a:alpha val="90000"/>
      </a:schemeClr>
      <a:schemeClr val="accent3">
        <a:tint val="40000"/>
        <a:alpha val="90000"/>
      </a:schemeClr>
      <a:schemeClr val="accent4">
        <a:tint val="40000"/>
        <a:alpha val="90000"/>
      </a:schemeClr>
      <a:schemeClr val="accent5">
        <a:tint val="40000"/>
        <a:alpha val="90000"/>
      </a:schemeClr>
      <a:schemeClr val="accent6">
        <a:tint val="40000"/>
        <a:alpha val="90000"/>
      </a:schemeClr>
    </dgm:fillClrLst>
    <dgm:linClrLst meth="repeat">
      <a:schemeClr val="accent2">
        <a:tint val="40000"/>
        <a:alpha val="90000"/>
      </a:schemeClr>
      <a:schemeClr val="accent3">
        <a:tint val="40000"/>
        <a:alpha val="90000"/>
      </a:schemeClr>
      <a:schemeClr val="accent4">
        <a:tint val="40000"/>
        <a:alpha val="90000"/>
      </a:schemeClr>
      <a:schemeClr val="accent5">
        <a:tint val="40000"/>
        <a:alpha val="90000"/>
      </a:schemeClr>
      <a:schemeClr val="accent6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bgAccFollowNode1">
    <dgm:fillClrLst meth="repeat">
      <a:schemeClr val="accent2">
        <a:tint val="40000"/>
        <a:alpha val="90000"/>
      </a:schemeClr>
      <a:schemeClr val="accent3">
        <a:tint val="40000"/>
        <a:alpha val="90000"/>
      </a:schemeClr>
      <a:schemeClr val="accent4">
        <a:tint val="40000"/>
        <a:alpha val="90000"/>
      </a:schemeClr>
      <a:schemeClr val="accent5">
        <a:tint val="40000"/>
        <a:alpha val="90000"/>
      </a:schemeClr>
      <a:schemeClr val="accent6">
        <a:tint val="40000"/>
        <a:alpha val="90000"/>
      </a:schemeClr>
    </dgm:fillClrLst>
    <dgm:linClrLst meth="repeat">
      <a:schemeClr val="accent2">
        <a:tint val="40000"/>
        <a:alpha val="90000"/>
      </a:schemeClr>
      <a:schemeClr val="accent3">
        <a:tint val="40000"/>
        <a:alpha val="90000"/>
      </a:schemeClr>
      <a:schemeClr val="accent4">
        <a:tint val="40000"/>
        <a:alpha val="90000"/>
      </a:schemeClr>
      <a:schemeClr val="accent5">
        <a:tint val="40000"/>
        <a:alpha val="90000"/>
      </a:schemeClr>
      <a:schemeClr val="accent6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fgAcc0">
    <dgm:fillClrLst meth="repeat">
      <a:schemeClr val="lt1">
        <a:alpha val="90000"/>
      </a:schemeClr>
    </dgm:fillClrLst>
    <dgm:linClrLst>
      <a:schemeClr val="accent1"/>
    </dgm:linClrLst>
    <dgm:effectClrLst/>
    <dgm:txLinClrLst/>
    <dgm:txFillClrLst meth="repeat">
      <a:schemeClr val="dk1"/>
    </dgm:txFillClrLst>
    <dgm:txEffectClrLst/>
  </dgm:styleLbl>
  <dgm:styleLbl name="fgAcc2">
    <dgm:fillClrLst meth="repeat">
      <a:schemeClr val="lt1">
        <a:alpha val="90000"/>
      </a:schemeClr>
    </dgm:fillClrLst>
    <dgm:linClrLst>
      <a:schemeClr val="accent2"/>
    </dgm:linClrLst>
    <dgm:effectClrLst/>
    <dgm:txLinClrLst/>
    <dgm:txFillClrLst meth="repeat">
      <a:schemeClr val="dk1"/>
    </dgm:txFillClrLst>
    <dgm:txEffectClrLst/>
  </dgm:styleLbl>
  <dgm:styleLbl name="fgAcc3">
    <dgm:fillClrLst meth="repeat">
      <a:schemeClr val="lt1">
        <a:alpha val="90000"/>
      </a:schemeClr>
    </dgm:fillClrLst>
    <dgm:linClrLst>
      <a:schemeClr val="accent3"/>
    </dgm:linClrLst>
    <dgm:effectClrLst/>
    <dgm:txLinClrLst/>
    <dgm:txFillClrLst meth="repeat">
      <a:schemeClr val="dk1"/>
    </dgm:txFillClrLst>
    <dgm:txEffectClrLst/>
  </dgm:styleLbl>
  <dgm:styleLbl name="fgAcc4">
    <dgm:fillClrLst meth="repeat">
      <a:schemeClr val="lt1">
        <a:alpha val="90000"/>
      </a:schemeClr>
    </dgm:fillClrLst>
    <dgm:linClrLst>
      <a:schemeClr val="accent4"/>
    </dgm:linClrLst>
    <dgm:effectClrLst/>
    <dgm:txLinClrLst/>
    <dgm:txFillClrLst meth="repeat">
      <a:schemeClr val="dk1"/>
    </dgm:txFillClrLst>
    <dgm:txEffectClrLst/>
  </dgm:styleLbl>
  <dgm:styleLbl name="bgShp">
    <dgm:fillClrLst meth="repeat">
      <a:schemeClr val="accent2">
        <a:tint val="40000"/>
      </a:schemeClr>
    </dgm:fillClrLst>
    <dgm:linClrLst meth="repeat">
      <a:schemeClr val="dk1"/>
    </dgm:linClrLst>
    <dgm:effectClrLst/>
    <dgm:txLinClrLst/>
    <dgm:txFillClrLst meth="repeat">
      <a:schemeClr val="dk1"/>
    </dgm:txFillClrLst>
    <dgm:txEffectClrLst/>
  </dgm:styleLbl>
  <dgm:styleLbl name="dkBgShp">
    <dgm:fillClrLst meth="repeat">
      <a:schemeClr val="accent2">
        <a:shade val="90000"/>
      </a:schemeClr>
    </dgm:fillClrLst>
    <dgm:linClrLst meth="repeat">
      <a:schemeClr val="dk1"/>
    </dgm:linClrLst>
    <dgm:effectClrLst/>
    <dgm:txLinClrLst/>
    <dgm:txFillClrLst meth="repeat">
      <a:schemeClr val="lt1"/>
    </dgm:txFillClrLst>
    <dgm:txEffectClrLst/>
  </dgm:styleLbl>
  <dgm:styleLbl name="trBgShp">
    <dgm:fillClrLst meth="repeat">
      <a:schemeClr val="accent1">
        <a:tint val="50000"/>
        <a:alpha val="40000"/>
      </a:schemeClr>
    </dgm:fillClrLst>
    <dgm:linClrLst meth="repeat">
      <a:schemeClr val="accent2"/>
    </dgm:linClrLst>
    <dgm:effectClrLst/>
    <dgm:txLinClrLst/>
    <dgm:txFillClrLst meth="repeat">
      <a:schemeClr val="lt1"/>
    </dgm:txFillClrLst>
    <dgm:txEffectClrLst/>
  </dgm:styleLbl>
  <dgm:styleLbl name="fgShp">
    <dgm:fillClrLst meth="repeat">
      <a:schemeClr val="accent2">
        <a:tint val="40000"/>
      </a:schemeClr>
    </dgm:fillClrLst>
    <dgm:linClrLst meth="repeat">
      <a:schemeClr val="lt1"/>
    </dgm:linClrLst>
    <dgm:effectClrLst/>
    <dgm:txLinClrLst/>
    <dgm:txFillClrLst meth="repeat">
      <a:schemeClr val="dk1"/>
    </dgm:txFillClrLst>
    <dgm:txEffectClrLst/>
  </dgm:styleLbl>
  <dgm:styleLbl name="revTx">
    <dgm:fillClrLst meth="repeat">
      <a:schemeClr val="lt1">
        <a:alpha val="0"/>
      </a:schemeClr>
    </dgm:fillClrLst>
    <dgm:linClrLst meth="repeat">
      <a:schemeClr val="dk1">
        <a:alpha val="0"/>
      </a:schemeClr>
    </dgm:linClrLst>
    <dgm:effectClrLst/>
    <dgm:txLinClrLst/>
    <dgm:txFillClrLst meth="repeat">
      <a:schemeClr val="tx1"/>
    </dgm:txFillClrLst>
    <dgm:txEffectClrLst/>
  </dgm:styleLbl>
</dgm:colorsDef>
</file>

<file path=ppt/diagrams/colors27.xml><?xml version="1.0" encoding="utf-8"?>
<dgm:colorsDef xmlns:dgm="http://schemas.openxmlformats.org/drawingml/2006/diagram" xmlns:a="http://schemas.openxmlformats.org/drawingml/2006/main" uniqueId="urn:microsoft.com/office/officeart/2005/8/colors/accent1_2">
  <dgm:title val=""/>
  <dgm:desc val=""/>
  <dgm:catLst>
    <dgm:cat type="accent1" pri="11200"/>
  </dgm:catLst>
  <dgm:styleLbl name="node0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lignNode1">
    <dgm:fillClrLst meth="repeat">
      <a:schemeClr val="accent1"/>
    </dgm:fillClrLst>
    <dgm:linClrLst meth="repeat">
      <a:schemeClr val="accent1"/>
    </dgm:linClrLst>
    <dgm:effectClrLst/>
    <dgm:txLinClrLst/>
    <dgm:txFillClrLst/>
    <dgm:txEffectClrLst/>
  </dgm:styleLbl>
  <dgm:styleLbl name="node1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lnNode1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vennNode1">
    <dgm:fillClrLst meth="repeat">
      <a:schemeClr val="accent1">
        <a:alpha val="50000"/>
      </a:schemeClr>
    </dgm:fillClrLst>
    <dgm:linClrLst meth="repeat">
      <a:schemeClr val="lt1"/>
    </dgm:linClrLst>
    <dgm:effectClrLst/>
    <dgm:txLinClrLst/>
    <dgm:txFillClrLst/>
    <dgm:txEffectClrLst/>
  </dgm:styleLbl>
  <dgm:styleLbl name="node2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node3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node4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fgImgPlace1">
    <dgm:fillClrLst meth="repeat">
      <a:schemeClr val="accent1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alignImgPlace1">
    <dgm:fillClrLst meth="repeat">
      <a:schemeClr val="accent1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bgImgPlace1">
    <dgm:fillClrLst meth="repeat">
      <a:schemeClr val="accent1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sibTrans2D1">
    <dgm:fillClrLst meth="repeat">
      <a:schemeClr val="accent1">
        <a:tint val="60000"/>
      </a:schemeClr>
    </dgm:fillClrLst>
    <dgm:linClrLst meth="repeat">
      <a:schemeClr val="accent1">
        <a:tint val="60000"/>
      </a:schemeClr>
    </dgm:linClrLst>
    <dgm:effectClrLst/>
    <dgm:txLinClrLst/>
    <dgm:txFillClrLst/>
    <dgm:txEffectClrLst/>
  </dgm:styleLbl>
  <dgm:styleLbl name="fgSibTrans2D1">
    <dgm:fillClrLst meth="repeat">
      <a:schemeClr val="accent1">
        <a:tint val="60000"/>
      </a:schemeClr>
    </dgm:fillClrLst>
    <dgm:linClrLst meth="repeat">
      <a:schemeClr val="accent1">
        <a:tint val="60000"/>
      </a:schemeClr>
    </dgm:linClrLst>
    <dgm:effectClrLst/>
    <dgm:txLinClrLst/>
    <dgm:txFillClrLst/>
    <dgm:txEffectClrLst/>
  </dgm:styleLbl>
  <dgm:styleLbl name="bgSibTrans2D1">
    <dgm:fillClrLst meth="repeat">
      <a:schemeClr val="accent1">
        <a:tint val="60000"/>
      </a:schemeClr>
    </dgm:fillClrLst>
    <dgm:linClrLst meth="repeat">
      <a:schemeClr val="accent1">
        <a:tint val="60000"/>
      </a:schemeClr>
    </dgm:linClrLst>
    <dgm:effectClrLst/>
    <dgm:txLinClrLst/>
    <dgm:txFillClrLst/>
    <dgm:txEffectClrLst/>
  </dgm:styleLbl>
  <dgm:styleLbl name="sibTrans1D1">
    <dgm:fillClrLst meth="repeat">
      <a:schemeClr val="accent1"/>
    </dgm:fillClrLst>
    <dgm:linClrLst meth="repeat">
      <a:schemeClr val="accent1"/>
    </dgm:linClrLst>
    <dgm:effectClrLst/>
    <dgm:txLinClrLst/>
    <dgm:txFillClrLst meth="repeat">
      <a:schemeClr val="tx1"/>
    </dgm:txFillClrLst>
    <dgm:txEffectClrLst/>
  </dgm:styleLbl>
  <dgm:styleLbl name="callout">
    <dgm:fillClrLst meth="repeat">
      <a:schemeClr val="accent1"/>
    </dgm:fillClrLst>
    <dgm:linClrLst meth="repeat">
      <a:schemeClr val="accent1">
        <a:tint val="50000"/>
      </a:schemeClr>
    </dgm:linClrLst>
    <dgm:effectClrLst/>
    <dgm:txLinClrLst/>
    <dgm:txFillClrLst meth="repeat">
      <a:schemeClr val="tx1"/>
    </dgm:txFillClrLst>
    <dgm:txEffectClrLst/>
  </dgm:styleLbl>
  <dgm:styleLbl name="asst0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sst1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sst2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sst3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sst4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parChTrans2D1">
    <dgm:fillClrLst meth="repeat">
      <a:schemeClr val="accent1">
        <a:tint val="60000"/>
      </a:schemeClr>
    </dgm:fillClrLst>
    <dgm:linClrLst meth="repeat">
      <a:schemeClr val="accent1">
        <a:tint val="60000"/>
      </a:schemeClr>
    </dgm:linClrLst>
    <dgm:effectClrLst/>
    <dgm:txLinClrLst/>
    <dgm:txFillClrLst meth="repeat">
      <a:schemeClr val="lt1"/>
    </dgm:txFillClrLst>
    <dgm:txEffectClrLst/>
  </dgm:styleLbl>
  <dgm:styleLbl name="parChTrans2D2">
    <dgm:fillClrLst meth="repeat">
      <a:schemeClr val="accent1"/>
    </dgm:fillClrLst>
    <dgm:linClrLst meth="repeat">
      <a:schemeClr val="accent1"/>
    </dgm:linClrLst>
    <dgm:effectClrLst/>
    <dgm:txLinClrLst/>
    <dgm:txFillClrLst meth="repeat">
      <a:schemeClr val="lt1"/>
    </dgm:txFillClrLst>
    <dgm:txEffectClrLst/>
  </dgm:styleLbl>
  <dgm:styleLbl name="parChTrans2D3">
    <dgm:fillClrLst meth="repeat">
      <a:schemeClr val="accent1"/>
    </dgm:fillClrLst>
    <dgm:linClrLst meth="repeat">
      <a:schemeClr val="accent1"/>
    </dgm:linClrLst>
    <dgm:effectClrLst/>
    <dgm:txLinClrLst/>
    <dgm:txFillClrLst meth="repeat">
      <a:schemeClr val="lt1"/>
    </dgm:txFillClrLst>
    <dgm:txEffectClrLst/>
  </dgm:styleLbl>
  <dgm:styleLbl name="parChTrans2D4">
    <dgm:fillClrLst meth="repeat">
      <a:schemeClr val="accent1"/>
    </dgm:fillClrLst>
    <dgm:linClrLst meth="repeat">
      <a:schemeClr val="accent1"/>
    </dgm:linClrLst>
    <dgm:effectClrLst/>
    <dgm:txLinClrLst/>
    <dgm:txFillClrLst meth="repeat">
      <a:schemeClr val="lt1"/>
    </dgm:txFillClrLst>
    <dgm:txEffectClrLst/>
  </dgm:styleLbl>
  <dgm:styleLbl name="parChTrans1D1">
    <dgm:fillClrLst meth="repeat">
      <a:schemeClr val="accent1"/>
    </dgm:fillClrLst>
    <dgm:linClrLst meth="repeat">
      <a:schemeClr val="accent1">
        <a:shade val="60000"/>
      </a:schemeClr>
    </dgm:linClrLst>
    <dgm:effectClrLst/>
    <dgm:txLinClrLst/>
    <dgm:txFillClrLst meth="repeat">
      <a:schemeClr val="tx1"/>
    </dgm:txFillClrLst>
    <dgm:txEffectClrLst/>
  </dgm:styleLbl>
  <dgm:styleLbl name="parChTrans1D2">
    <dgm:fillClrLst meth="repeat">
      <a:schemeClr val="accent1"/>
    </dgm:fillClrLst>
    <dgm:linClrLst meth="repeat">
      <a:schemeClr val="accent1">
        <a:shade val="60000"/>
      </a:schemeClr>
    </dgm:linClrLst>
    <dgm:effectClrLst/>
    <dgm:txLinClrLst/>
    <dgm:txFillClrLst meth="repeat">
      <a:schemeClr val="tx1"/>
    </dgm:txFillClrLst>
    <dgm:txEffectClrLst/>
  </dgm:styleLbl>
  <dgm:styleLbl name="parChTrans1D3">
    <dgm:fillClrLst meth="repeat">
      <a:schemeClr val="accent1"/>
    </dgm:fillClrLst>
    <dgm:linClrLst meth="repeat">
      <a:schemeClr val="accent1">
        <a:shade val="80000"/>
      </a:schemeClr>
    </dgm:linClrLst>
    <dgm:effectClrLst/>
    <dgm:txLinClrLst/>
    <dgm:txFillClrLst meth="repeat">
      <a:schemeClr val="tx1"/>
    </dgm:txFillClrLst>
    <dgm:txEffectClrLst/>
  </dgm:styleLbl>
  <dgm:styleLbl name="parChTrans1D4">
    <dgm:fillClrLst meth="repeat">
      <a:schemeClr val="accent1"/>
    </dgm:fillClrLst>
    <dgm:linClrLst meth="repeat">
      <a:schemeClr val="accent1">
        <a:shade val="80000"/>
      </a:schemeClr>
    </dgm:linClrLst>
    <dgm:effectClrLst/>
    <dgm:txLinClrLst/>
    <dgm:txFillClrLst meth="repeat">
      <a:schemeClr val="tx1"/>
    </dgm:txFillClrLst>
    <dgm:txEffectClrLst/>
  </dgm:styleLbl>
  <dgm:styleLbl name="fgAcc1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conFgAcc1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alignAcc1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trAlignAcc1">
    <dgm:fillClrLst meth="repeat">
      <a:schemeClr val="lt1">
        <a:alpha val="4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bgAcc1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solidFgAcc1">
    <dgm:fillClrLst meth="repeat">
      <a:schemeClr val="lt1"/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solidAlignAcc1">
    <dgm:fillClrLst meth="repeat">
      <a:schemeClr val="lt1"/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solidBgAcc1">
    <dgm:fillClrLst meth="repeat">
      <a:schemeClr val="lt1"/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fgAccFollowNode1">
    <dgm:fillClrLst meth="repeat">
      <a:schemeClr val="accent1">
        <a:alpha val="90000"/>
        <a:tint val="40000"/>
      </a:schemeClr>
    </dgm:fillClrLst>
    <dgm:linClrLst meth="repeat">
      <a:schemeClr val="accent1">
        <a:alpha val="90000"/>
        <a:tint val="40000"/>
      </a:schemeClr>
    </dgm:linClrLst>
    <dgm:effectClrLst/>
    <dgm:txLinClrLst/>
    <dgm:txFillClrLst meth="repeat">
      <a:schemeClr val="dk1"/>
    </dgm:txFillClrLst>
    <dgm:txEffectClrLst/>
  </dgm:styleLbl>
  <dgm:styleLbl name="alignAccFollowNode1">
    <dgm:fillClrLst meth="repeat">
      <a:schemeClr val="accent1">
        <a:alpha val="90000"/>
        <a:tint val="40000"/>
      </a:schemeClr>
    </dgm:fillClrLst>
    <dgm:linClrLst meth="repeat">
      <a:schemeClr val="accent1">
        <a:alpha val="90000"/>
        <a:tint val="40000"/>
      </a:schemeClr>
    </dgm:linClrLst>
    <dgm:effectClrLst/>
    <dgm:txLinClrLst/>
    <dgm:txFillClrLst meth="repeat">
      <a:schemeClr val="dk1"/>
    </dgm:txFillClrLst>
    <dgm:txEffectClrLst/>
  </dgm:styleLbl>
  <dgm:styleLbl name="bgAccFollowNode1">
    <dgm:fillClrLst meth="repeat">
      <a:schemeClr val="accent1">
        <a:alpha val="90000"/>
        <a:tint val="40000"/>
      </a:schemeClr>
    </dgm:fillClrLst>
    <dgm:linClrLst meth="repeat">
      <a:schemeClr val="accent1">
        <a:alpha val="90000"/>
        <a:tint val="40000"/>
      </a:schemeClr>
    </dgm:linClrLst>
    <dgm:effectClrLst/>
    <dgm:txLinClrLst/>
    <dgm:txFillClrLst meth="repeat">
      <a:schemeClr val="dk1"/>
    </dgm:txFillClrLst>
    <dgm:txEffectClrLst/>
  </dgm:styleLbl>
  <dgm:styleLbl name="fgAcc0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fgAcc2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fgAcc3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fgAcc4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bgShp">
    <dgm:fillClrLst meth="repeat">
      <a:schemeClr val="accent1">
        <a:tint val="4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dkBgShp">
    <dgm:fillClrLst meth="repeat">
      <a:schemeClr val="accent1">
        <a:shade val="80000"/>
      </a:schemeClr>
    </dgm:fillClrLst>
    <dgm:linClrLst meth="repeat">
      <a:schemeClr val="accent1"/>
    </dgm:linClrLst>
    <dgm:effectClrLst/>
    <dgm:txLinClrLst/>
    <dgm:txFillClrLst meth="repeat">
      <a:schemeClr val="lt1"/>
    </dgm:txFillClrLst>
    <dgm:txEffectClrLst/>
  </dgm:styleLbl>
  <dgm:styleLbl name="trBgShp">
    <dgm:fillClrLst meth="repeat">
      <a:schemeClr val="accent1">
        <a:tint val="50000"/>
        <a:alpha val="40000"/>
      </a:schemeClr>
    </dgm:fillClrLst>
    <dgm:linClrLst meth="repeat">
      <a:schemeClr val="accent1"/>
    </dgm:linClrLst>
    <dgm:effectClrLst/>
    <dgm:txLinClrLst/>
    <dgm:txFillClrLst meth="repeat">
      <a:schemeClr val="lt1"/>
    </dgm:txFillClrLst>
    <dgm:txEffectClrLst/>
  </dgm:styleLbl>
  <dgm:styleLbl name="fgShp">
    <dgm:fillClrLst meth="repeat">
      <a:schemeClr val="accent1">
        <a:tint val="60000"/>
      </a:schemeClr>
    </dgm:fillClrLst>
    <dgm:linClrLst meth="repeat">
      <a:schemeClr val="lt1"/>
    </dgm:linClrLst>
    <dgm:effectClrLst/>
    <dgm:txLinClrLst/>
    <dgm:txFillClrLst meth="repeat">
      <a:schemeClr val="dk1"/>
    </dgm:txFillClrLst>
    <dgm:txEffectClrLst/>
  </dgm:styleLbl>
  <dgm:styleLbl name="revTx">
    <dgm:fillClrLst meth="repeat">
      <a:schemeClr val="lt1">
        <a:alpha val="0"/>
      </a:schemeClr>
    </dgm:fillClrLst>
    <dgm:linClrLst meth="repeat">
      <a:schemeClr val="dk1">
        <a:alpha val="0"/>
      </a:schemeClr>
    </dgm:linClrLst>
    <dgm:effectClrLst/>
    <dgm:txLinClrLst/>
    <dgm:txFillClrLst meth="repeat">
      <a:schemeClr val="tx1"/>
    </dgm:txFillClrLst>
    <dgm:txEffectClrLst/>
  </dgm:styleLbl>
</dgm:colorsDef>
</file>

<file path=ppt/diagrams/colors28.xml><?xml version="1.0" encoding="utf-8"?>
<dgm:colorsDef xmlns:dgm="http://schemas.openxmlformats.org/drawingml/2006/diagram" xmlns:a="http://schemas.openxmlformats.org/drawingml/2006/main" uniqueId="urn:microsoft.com/office/officeart/2018/5/colors/Iconchunking_neutralbg_accent4_2">
  <dgm:title val=""/>
  <dgm:desc val=""/>
  <dgm:catLst>
    <dgm:cat type="accent4" pri="14200"/>
  </dgm:catLst>
  <dgm:styleLbl name="node0">
    <dgm:fillClrLst meth="repeat"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node1">
    <dgm:fillClrLst meth="repeat">
      <a:schemeClr val="accent4"/>
    </dgm:fillClrLst>
    <dgm:linClrLst meth="repeat">
      <a:schemeClr val="lt1">
        <a:alpha val="0"/>
      </a:schemeClr>
    </dgm:linClrLst>
    <dgm:effectClrLst/>
    <dgm:txLinClrLst/>
    <dgm:txFillClrLst/>
    <dgm:txEffectClrLst/>
  </dgm:styleLbl>
  <dgm:styleLbl name="alignNode1">
    <dgm:fillClrLst meth="repeat">
      <a:schemeClr val="accent4"/>
    </dgm:fillClrLst>
    <dgm:linClrLst meth="repeat">
      <a:schemeClr val="accent4"/>
    </dgm:linClrLst>
    <dgm:effectClrLst/>
    <dgm:txLinClrLst/>
    <dgm:txFillClrLst/>
    <dgm:txEffectClrLst/>
  </dgm:styleLbl>
  <dgm:styleLbl name="lnNode1">
    <dgm:fillClrLst meth="repeat"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vennNode1">
    <dgm:fillClrLst meth="repeat">
      <a:schemeClr val="accent4">
        <a:alpha val="50000"/>
      </a:schemeClr>
    </dgm:fillClrLst>
    <dgm:linClrLst meth="repeat">
      <a:schemeClr val="lt1"/>
    </dgm:linClrLst>
    <dgm:effectClrLst/>
    <dgm:txLinClrLst/>
    <dgm:txFillClrLst/>
    <dgm:txEffectClrLst/>
  </dgm:styleLbl>
  <dgm:styleLbl name="node2">
    <dgm:fillClrLst meth="repeat"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node3">
    <dgm:fillClrLst meth="repeat"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node4">
    <dgm:fillClrLst meth="repeat"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fgImgPlace1">
    <dgm:fillClrLst meth="repeat">
      <a:schemeClr val="accent4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alignImgPlace1">
    <dgm:fillClrLst meth="repeat">
      <a:schemeClr val="accent4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bgImgPlace1">
    <dgm:fillClrLst meth="repeat">
      <a:schemeClr val="accent4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sibTrans2D1">
    <dgm:fillClrLst meth="repeat">
      <a:schemeClr val="accent4">
        <a:tint val="60000"/>
      </a:schemeClr>
    </dgm:fillClrLst>
    <dgm:linClrLst meth="repeat">
      <a:schemeClr val="accent4">
        <a:tint val="60000"/>
      </a:schemeClr>
    </dgm:linClrLst>
    <dgm:effectClrLst/>
    <dgm:txLinClrLst/>
    <dgm:txFillClrLst/>
    <dgm:txEffectClrLst/>
  </dgm:styleLbl>
  <dgm:styleLbl name="fgSibTrans2D1">
    <dgm:fillClrLst meth="repeat">
      <a:schemeClr val="accent4">
        <a:tint val="60000"/>
      </a:schemeClr>
    </dgm:fillClrLst>
    <dgm:linClrLst meth="repeat">
      <a:schemeClr val="accent4">
        <a:tint val="60000"/>
      </a:schemeClr>
    </dgm:linClrLst>
    <dgm:effectClrLst/>
    <dgm:txLinClrLst/>
    <dgm:txFillClrLst/>
    <dgm:txEffectClrLst/>
  </dgm:styleLbl>
  <dgm:styleLbl name="bgSibTrans2D1">
    <dgm:fillClrLst meth="repeat">
      <a:schemeClr val="accent4">
        <a:tint val="60000"/>
      </a:schemeClr>
    </dgm:fillClrLst>
    <dgm:linClrLst meth="repeat">
      <a:schemeClr val="accent4">
        <a:tint val="60000"/>
      </a:schemeClr>
    </dgm:linClrLst>
    <dgm:effectClrLst/>
    <dgm:txLinClrLst/>
    <dgm:txFillClrLst/>
    <dgm:txEffectClrLst/>
  </dgm:styleLbl>
  <dgm:styleLbl name="sibTrans1D1">
    <dgm:fillClrLst meth="repeat">
      <a:schemeClr val="accent4"/>
    </dgm:fillClrLst>
    <dgm:linClrLst meth="repeat">
      <a:schemeClr val="accent4"/>
    </dgm:linClrLst>
    <dgm:effectClrLst/>
    <dgm:txLinClrLst/>
    <dgm:txFillClrLst meth="repeat">
      <a:schemeClr val="tx1"/>
    </dgm:txFillClrLst>
    <dgm:txEffectClrLst/>
  </dgm:styleLbl>
  <dgm:styleLbl name="callout">
    <dgm:fillClrLst meth="repeat">
      <a:schemeClr val="accent4"/>
    </dgm:fillClrLst>
    <dgm:linClrLst meth="repeat">
      <a:schemeClr val="accent4">
        <a:tint val="50000"/>
      </a:schemeClr>
    </dgm:linClrLst>
    <dgm:effectClrLst/>
    <dgm:txLinClrLst/>
    <dgm:txFillClrLst meth="repeat">
      <a:schemeClr val="tx1"/>
    </dgm:txFillClrLst>
    <dgm:txEffectClrLst/>
  </dgm:styleLbl>
  <dgm:styleLbl name="asst0">
    <dgm:fillClrLst meth="repeat"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asst1">
    <dgm:fillClrLst meth="repeat"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asst2">
    <dgm:fillClrLst meth="repeat"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asst3">
    <dgm:fillClrLst meth="repeat"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asst4">
    <dgm:fillClrLst meth="repeat"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parChTrans2D1">
    <dgm:fillClrLst meth="repeat">
      <a:schemeClr val="accent4">
        <a:tint val="60000"/>
      </a:schemeClr>
    </dgm:fillClrLst>
    <dgm:linClrLst meth="repeat">
      <a:schemeClr val="accent4">
        <a:tint val="60000"/>
      </a:schemeClr>
    </dgm:linClrLst>
    <dgm:effectClrLst/>
    <dgm:txLinClrLst/>
    <dgm:txFillClrLst meth="repeat">
      <a:schemeClr val="lt1"/>
    </dgm:txFillClrLst>
    <dgm:txEffectClrLst/>
  </dgm:styleLbl>
  <dgm:styleLbl name="parChTrans2D2">
    <dgm:fillClrLst meth="repeat">
      <a:schemeClr val="accent4"/>
    </dgm:fillClrLst>
    <dgm:linClrLst meth="repeat">
      <a:schemeClr val="accent4"/>
    </dgm:linClrLst>
    <dgm:effectClrLst/>
    <dgm:txLinClrLst/>
    <dgm:txFillClrLst meth="repeat">
      <a:schemeClr val="lt1"/>
    </dgm:txFillClrLst>
    <dgm:txEffectClrLst/>
  </dgm:styleLbl>
  <dgm:styleLbl name="parChTrans2D3">
    <dgm:fillClrLst meth="repeat">
      <a:schemeClr val="accent4"/>
    </dgm:fillClrLst>
    <dgm:linClrLst meth="repeat">
      <a:schemeClr val="accent4"/>
    </dgm:linClrLst>
    <dgm:effectClrLst/>
    <dgm:txLinClrLst/>
    <dgm:txFillClrLst meth="repeat">
      <a:schemeClr val="lt1"/>
    </dgm:txFillClrLst>
    <dgm:txEffectClrLst/>
  </dgm:styleLbl>
  <dgm:styleLbl name="parChTrans2D4">
    <dgm:fillClrLst meth="repeat">
      <a:schemeClr val="accent4"/>
    </dgm:fillClrLst>
    <dgm:linClrLst meth="repeat">
      <a:schemeClr val="accent4"/>
    </dgm:linClrLst>
    <dgm:effectClrLst/>
    <dgm:txLinClrLst/>
    <dgm:txFillClrLst meth="repeat">
      <a:schemeClr val="lt1"/>
    </dgm:txFillClrLst>
    <dgm:txEffectClrLst/>
  </dgm:styleLbl>
  <dgm:styleLbl name="parChTrans1D1">
    <dgm:fillClrLst meth="repeat">
      <a:schemeClr val="accent4"/>
    </dgm:fillClrLst>
    <dgm:linClrLst meth="repeat">
      <a:schemeClr val="accent4">
        <a:shade val="60000"/>
      </a:schemeClr>
    </dgm:linClrLst>
    <dgm:effectClrLst/>
    <dgm:txLinClrLst/>
    <dgm:txFillClrLst meth="repeat">
      <a:schemeClr val="tx1"/>
    </dgm:txFillClrLst>
    <dgm:txEffectClrLst/>
  </dgm:styleLbl>
  <dgm:styleLbl name="parChTrans1D2">
    <dgm:fillClrLst meth="repeat">
      <a:schemeClr val="accent4"/>
    </dgm:fillClrLst>
    <dgm:linClrLst meth="repeat">
      <a:schemeClr val="accent4">
        <a:shade val="60000"/>
      </a:schemeClr>
    </dgm:linClrLst>
    <dgm:effectClrLst/>
    <dgm:txLinClrLst/>
    <dgm:txFillClrLst meth="repeat">
      <a:schemeClr val="tx1"/>
    </dgm:txFillClrLst>
    <dgm:txEffectClrLst/>
  </dgm:styleLbl>
  <dgm:styleLbl name="parChTrans1D3">
    <dgm:fillClrLst meth="repeat">
      <a:schemeClr val="accent4"/>
    </dgm:fillClrLst>
    <dgm:linClrLst meth="repeat">
      <a:schemeClr val="accent4">
        <a:shade val="80000"/>
      </a:schemeClr>
    </dgm:linClrLst>
    <dgm:effectClrLst/>
    <dgm:txLinClrLst/>
    <dgm:txFillClrLst meth="repeat">
      <a:schemeClr val="tx1"/>
    </dgm:txFillClrLst>
    <dgm:txEffectClrLst/>
  </dgm:styleLbl>
  <dgm:styleLbl name="parChTrans1D4">
    <dgm:fillClrLst meth="repeat">
      <a:schemeClr val="accent4"/>
    </dgm:fillClrLst>
    <dgm:linClrLst meth="repeat">
      <a:schemeClr val="accent4">
        <a:shade val="80000"/>
      </a:schemeClr>
    </dgm:linClrLst>
    <dgm:effectClrLst/>
    <dgm:txLinClrLst/>
    <dgm:txFillClrLst meth="repeat">
      <a:schemeClr val="tx1"/>
    </dgm:txFillClrLst>
    <dgm:txEffectClrLst/>
  </dgm:styleLbl>
  <dgm:styleLbl name="fgAcc1">
    <dgm:fillClrLst meth="repeat">
      <a:schemeClr val="lt1">
        <a:alpha val="90000"/>
      </a:schemeClr>
    </dgm:fillClrLst>
    <dgm:linClrLst meth="repeat">
      <a:schemeClr val="accent4"/>
    </dgm:linClrLst>
    <dgm:effectClrLst/>
    <dgm:txLinClrLst/>
    <dgm:txFillClrLst meth="repeat">
      <a:schemeClr val="dk1"/>
    </dgm:txFillClrLst>
    <dgm:txEffectClrLst/>
  </dgm:styleLbl>
  <dgm:styleLbl name="conFgAcc1">
    <dgm:fillClrLst meth="repeat">
      <a:schemeClr val="lt1">
        <a:alpha val="90000"/>
      </a:schemeClr>
    </dgm:fillClrLst>
    <dgm:linClrLst meth="repeat">
      <a:schemeClr val="accent4"/>
    </dgm:linClrLst>
    <dgm:effectClrLst/>
    <dgm:txLinClrLst/>
    <dgm:txFillClrLst meth="repeat">
      <a:schemeClr val="dk1"/>
    </dgm:txFillClrLst>
    <dgm:txEffectClrLst/>
  </dgm:styleLbl>
  <dgm:styleLbl name="alignAcc1">
    <dgm:fillClrLst meth="repeat">
      <a:schemeClr val="lt1">
        <a:alpha val="90000"/>
      </a:schemeClr>
    </dgm:fillClrLst>
    <dgm:linClrLst meth="repeat">
      <a:schemeClr val="accent4"/>
    </dgm:linClrLst>
    <dgm:effectClrLst/>
    <dgm:txLinClrLst/>
    <dgm:txFillClrLst meth="repeat">
      <a:schemeClr val="dk1"/>
    </dgm:txFillClrLst>
    <dgm:txEffectClrLst/>
  </dgm:styleLbl>
  <dgm:styleLbl name="trAlignAcc1">
    <dgm:fillClrLst meth="repeat">
      <a:schemeClr val="lt1">
        <a:alpha val="40000"/>
      </a:schemeClr>
    </dgm:fillClrLst>
    <dgm:linClrLst meth="repeat">
      <a:schemeClr val="accent4"/>
    </dgm:linClrLst>
    <dgm:effectClrLst/>
    <dgm:txLinClrLst/>
    <dgm:txFillClrLst meth="repeat">
      <a:schemeClr val="dk1"/>
    </dgm:txFillClrLst>
    <dgm:txEffectClrLst/>
  </dgm:styleLbl>
  <dgm:styleLbl name="bgAcc1">
    <dgm:fillClrLst meth="repeat">
      <a:schemeClr val="lt1">
        <a:alpha val="90000"/>
      </a:schemeClr>
    </dgm:fillClrLst>
    <dgm:linClrLst meth="repeat">
      <a:schemeClr val="accent4"/>
    </dgm:linClrLst>
    <dgm:effectClrLst/>
    <dgm:txLinClrLst/>
    <dgm:txFillClrLst meth="repeat">
      <a:schemeClr val="dk1"/>
    </dgm:txFillClrLst>
    <dgm:txEffectClrLst/>
  </dgm:styleLbl>
  <dgm:styleLbl name="solidFgAcc1">
    <dgm:fillClrLst meth="repeat">
      <a:schemeClr val="lt1"/>
    </dgm:fillClrLst>
    <dgm:linClrLst meth="repeat">
      <a:schemeClr val="accent4"/>
    </dgm:linClrLst>
    <dgm:effectClrLst/>
    <dgm:txLinClrLst/>
    <dgm:txFillClrLst meth="repeat">
      <a:schemeClr val="dk1"/>
    </dgm:txFillClrLst>
    <dgm:txEffectClrLst/>
  </dgm:styleLbl>
  <dgm:styleLbl name="solidAlignAcc1">
    <dgm:fillClrLst meth="repeat">
      <a:schemeClr val="lt1"/>
    </dgm:fillClrLst>
    <dgm:linClrLst meth="repeat">
      <a:schemeClr val="accent4"/>
    </dgm:linClrLst>
    <dgm:effectClrLst/>
    <dgm:txLinClrLst/>
    <dgm:txFillClrLst meth="repeat">
      <a:schemeClr val="dk1"/>
    </dgm:txFillClrLst>
    <dgm:txEffectClrLst/>
  </dgm:styleLbl>
  <dgm:styleLbl name="solidBgAcc1">
    <dgm:fillClrLst meth="repeat">
      <a:schemeClr val="lt1"/>
    </dgm:fillClrLst>
    <dgm:linClrLst meth="repeat">
      <a:schemeClr val="accent4"/>
    </dgm:linClrLst>
    <dgm:effectClrLst/>
    <dgm:txLinClrLst/>
    <dgm:txFillClrLst meth="repeat">
      <a:schemeClr val="dk1"/>
    </dgm:txFillClrLst>
    <dgm:txEffectClrLst/>
  </dgm:styleLbl>
  <dgm:styleLbl name="fgAccFollowNode1">
    <dgm:fillClrLst meth="repeat">
      <a:schemeClr val="accent4">
        <a:alpha val="90000"/>
        <a:tint val="40000"/>
      </a:schemeClr>
    </dgm:fillClrLst>
    <dgm:linClrLst meth="repeat">
      <a:schemeClr val="accent4">
        <a:alpha val="90000"/>
        <a:tint val="40000"/>
      </a:schemeClr>
    </dgm:linClrLst>
    <dgm:effectClrLst/>
    <dgm:txLinClrLst/>
    <dgm:txFillClrLst meth="repeat">
      <a:schemeClr val="dk1"/>
    </dgm:txFillClrLst>
    <dgm:txEffectClrLst/>
  </dgm:styleLbl>
  <dgm:styleLbl name="alignAccFollowNode1">
    <dgm:fillClrLst meth="repeat">
      <a:schemeClr val="accent4">
        <a:alpha val="90000"/>
        <a:tint val="40000"/>
      </a:schemeClr>
    </dgm:fillClrLst>
    <dgm:linClrLst meth="repeat">
      <a:schemeClr val="accent4">
        <a:alpha val="90000"/>
        <a:tint val="40000"/>
      </a:schemeClr>
    </dgm:linClrLst>
    <dgm:effectClrLst/>
    <dgm:txLinClrLst/>
    <dgm:txFillClrLst meth="repeat">
      <a:schemeClr val="dk1"/>
    </dgm:txFillClrLst>
    <dgm:txEffectClrLst/>
  </dgm:styleLbl>
  <dgm:styleLbl name="bgAccFollowNode1">
    <dgm:fillClrLst meth="repeat">
      <a:schemeClr val="accent4">
        <a:alpha val="90000"/>
        <a:tint val="40000"/>
      </a:schemeClr>
    </dgm:fillClrLst>
    <dgm:linClrLst meth="repeat">
      <a:schemeClr val="accent4">
        <a:alpha val="90000"/>
        <a:tint val="40000"/>
      </a:schemeClr>
    </dgm:linClrLst>
    <dgm:effectClrLst/>
    <dgm:txLinClrLst/>
    <dgm:txFillClrLst meth="repeat">
      <a:schemeClr val="dk1"/>
    </dgm:txFillClrLst>
    <dgm:txEffectClrLst/>
  </dgm:styleLbl>
  <dgm:styleLbl name="fgAcc0">
    <dgm:fillClrLst meth="repeat">
      <a:schemeClr val="lt1">
        <a:alpha val="90000"/>
      </a:schemeClr>
    </dgm:fillClrLst>
    <dgm:linClrLst meth="repeat">
      <a:schemeClr val="accent4"/>
    </dgm:linClrLst>
    <dgm:effectClrLst/>
    <dgm:txLinClrLst/>
    <dgm:txFillClrLst meth="repeat">
      <a:schemeClr val="dk1"/>
    </dgm:txFillClrLst>
    <dgm:txEffectClrLst/>
  </dgm:styleLbl>
  <dgm:styleLbl name="fgAcc2">
    <dgm:fillClrLst meth="repeat">
      <a:schemeClr val="lt1">
        <a:alpha val="90000"/>
      </a:schemeClr>
    </dgm:fillClrLst>
    <dgm:linClrLst meth="repeat">
      <a:schemeClr val="accent4"/>
    </dgm:linClrLst>
    <dgm:effectClrLst/>
    <dgm:txLinClrLst/>
    <dgm:txFillClrLst meth="repeat">
      <a:schemeClr val="dk1"/>
    </dgm:txFillClrLst>
    <dgm:txEffectClrLst/>
  </dgm:styleLbl>
  <dgm:styleLbl name="fgAcc3">
    <dgm:fillClrLst meth="repeat">
      <a:schemeClr val="lt1">
        <a:alpha val="90000"/>
      </a:schemeClr>
    </dgm:fillClrLst>
    <dgm:linClrLst meth="repeat">
      <a:schemeClr val="accent4"/>
    </dgm:linClrLst>
    <dgm:effectClrLst/>
    <dgm:txLinClrLst/>
    <dgm:txFillClrLst meth="repeat">
      <a:schemeClr val="dk1"/>
    </dgm:txFillClrLst>
    <dgm:txEffectClrLst/>
  </dgm:styleLbl>
  <dgm:styleLbl name="fgAcc4">
    <dgm:fillClrLst meth="repeat">
      <a:schemeClr val="lt1">
        <a:alpha val="90000"/>
      </a:schemeClr>
    </dgm:fillClrLst>
    <dgm:linClrLst meth="repeat">
      <a:schemeClr val="accent4"/>
    </dgm:linClrLst>
    <dgm:effectClrLst/>
    <dgm:txLinClrLst/>
    <dgm:txFillClrLst meth="repeat">
      <a:schemeClr val="dk1"/>
    </dgm:txFillClrLst>
    <dgm:txEffectClrLst/>
  </dgm:styleLbl>
  <dgm:styleLbl name="bgShp">
    <dgm:fillClrLst meth="repeat">
      <a:schemeClr val="bg1">
        <a:lumMod val="95000"/>
      </a:schemeClr>
    </dgm:fillClrLst>
    <dgm:linClrLst meth="repeat">
      <a:schemeClr val="accent4"/>
    </dgm:linClrLst>
    <dgm:effectClrLst/>
    <dgm:txLinClrLst/>
    <dgm:txFillClrLst meth="repeat">
      <a:schemeClr val="dk1"/>
    </dgm:txFillClrLst>
    <dgm:txEffectClrLst/>
  </dgm:styleLbl>
  <dgm:styleLbl name="dkBgShp">
    <dgm:fillClrLst meth="repeat">
      <a:schemeClr val="accent4">
        <a:shade val="80000"/>
      </a:schemeClr>
    </dgm:fillClrLst>
    <dgm:linClrLst meth="repeat">
      <a:schemeClr val="accent4"/>
    </dgm:linClrLst>
    <dgm:effectClrLst/>
    <dgm:txLinClrLst/>
    <dgm:txFillClrLst meth="repeat">
      <a:schemeClr val="lt1"/>
    </dgm:txFillClrLst>
    <dgm:txEffectClrLst/>
  </dgm:styleLbl>
  <dgm:styleLbl name="trBgShp">
    <dgm:fillClrLst meth="repeat">
      <a:schemeClr val="accent4">
        <a:tint val="50000"/>
        <a:alpha val="40000"/>
      </a:schemeClr>
    </dgm:fillClrLst>
    <dgm:linClrLst meth="repeat">
      <a:schemeClr val="accent4"/>
    </dgm:linClrLst>
    <dgm:effectClrLst/>
    <dgm:txLinClrLst/>
    <dgm:txFillClrLst meth="repeat">
      <a:schemeClr val="lt1"/>
    </dgm:txFillClrLst>
    <dgm:txEffectClrLst/>
  </dgm:styleLbl>
  <dgm:styleLbl name="fgShp">
    <dgm:fillClrLst meth="repeat">
      <a:schemeClr val="accent4">
        <a:tint val="60000"/>
      </a:schemeClr>
    </dgm:fillClrLst>
    <dgm:linClrLst meth="repeat">
      <a:schemeClr val="lt1"/>
    </dgm:linClrLst>
    <dgm:effectClrLst/>
    <dgm:txLinClrLst/>
    <dgm:txFillClrLst meth="repeat">
      <a:schemeClr val="dk1"/>
    </dgm:txFillClrLst>
    <dgm:txEffectClrLst/>
  </dgm:styleLbl>
  <dgm:styleLbl name="revTx">
    <dgm:fillClrLst meth="repeat">
      <a:schemeClr val="lt1">
        <a:alpha val="0"/>
      </a:schemeClr>
    </dgm:fillClrLst>
    <dgm:linClrLst meth="repeat">
      <a:schemeClr val="dk1">
        <a:alpha val="0"/>
      </a:schemeClr>
    </dgm:linClrLst>
    <dgm:effectClrLst/>
    <dgm:txLinClrLst/>
    <dgm:txFillClrLst meth="repeat">
      <a:schemeClr val="tx1"/>
    </dgm:txFillClrLst>
    <dgm:txEffectClrLst/>
  </dgm:styleLbl>
</dgm:colorsDef>
</file>

<file path=ppt/diagrams/colors29.xml><?xml version="1.0" encoding="utf-8"?>
<dgm:colorsDef xmlns:dgm="http://schemas.openxmlformats.org/drawingml/2006/diagram" xmlns:a="http://schemas.openxmlformats.org/drawingml/2006/main" uniqueId="urn:microsoft.com/office/officeart/2018/5/colors/Iconchunking_neutralbg_accent1_2">
  <dgm:title val=""/>
  <dgm:desc val=""/>
  <dgm:catLst>
    <dgm:cat type="accent1" pri="11200"/>
  </dgm:catLst>
  <dgm:styleLbl name="node0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lignNode1">
    <dgm:fillClrLst meth="repeat">
      <a:schemeClr val="accent1"/>
    </dgm:fillClrLst>
    <dgm:linClrLst meth="repeat">
      <a:schemeClr val="accent1"/>
    </dgm:linClrLst>
    <dgm:effectClrLst/>
    <dgm:txLinClrLst/>
    <dgm:txFillClrLst/>
    <dgm:txEffectClrLst/>
  </dgm:styleLbl>
  <dgm:styleLbl name="node1">
    <dgm:fillClrLst meth="repeat">
      <a:schemeClr val="accent1"/>
    </dgm:fillClrLst>
    <dgm:linClrLst meth="repeat">
      <a:schemeClr val="lt1">
        <a:alpha val="0"/>
      </a:schemeClr>
    </dgm:linClrLst>
    <dgm:effectClrLst/>
    <dgm:txLinClrLst/>
    <dgm:txFillClrLst/>
    <dgm:txEffectClrLst/>
  </dgm:styleLbl>
  <dgm:styleLbl name="lnNode1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vennNode1">
    <dgm:fillClrLst meth="repeat">
      <a:schemeClr val="accent1">
        <a:alpha val="50000"/>
      </a:schemeClr>
    </dgm:fillClrLst>
    <dgm:linClrLst meth="repeat">
      <a:schemeClr val="lt1"/>
    </dgm:linClrLst>
    <dgm:effectClrLst/>
    <dgm:txLinClrLst/>
    <dgm:txFillClrLst/>
    <dgm:txEffectClrLst/>
  </dgm:styleLbl>
  <dgm:styleLbl name="node2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node3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node4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fgImgPlace1">
    <dgm:fillClrLst meth="repeat">
      <a:schemeClr val="accent1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alignImgPlace1">
    <dgm:fillClrLst meth="repeat">
      <a:schemeClr val="accent1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bgImgPlace1">
    <dgm:fillClrLst meth="repeat">
      <a:schemeClr val="accent1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sibTrans2D1">
    <dgm:fillClrLst meth="repeat">
      <a:schemeClr val="accent1">
        <a:tint val="60000"/>
      </a:schemeClr>
    </dgm:fillClrLst>
    <dgm:linClrLst meth="repeat">
      <a:schemeClr val="accent1">
        <a:tint val="60000"/>
      </a:schemeClr>
    </dgm:linClrLst>
    <dgm:effectClrLst/>
    <dgm:txLinClrLst/>
    <dgm:txFillClrLst/>
    <dgm:txEffectClrLst/>
  </dgm:styleLbl>
  <dgm:styleLbl name="fgSibTrans2D1">
    <dgm:fillClrLst meth="repeat">
      <a:schemeClr val="accent1">
        <a:tint val="60000"/>
      </a:schemeClr>
    </dgm:fillClrLst>
    <dgm:linClrLst meth="repeat">
      <a:schemeClr val="accent1">
        <a:tint val="60000"/>
      </a:schemeClr>
    </dgm:linClrLst>
    <dgm:effectClrLst/>
    <dgm:txLinClrLst/>
    <dgm:txFillClrLst/>
    <dgm:txEffectClrLst/>
  </dgm:styleLbl>
  <dgm:styleLbl name="bgSibTrans2D1">
    <dgm:fillClrLst meth="repeat">
      <a:schemeClr val="accent1">
        <a:tint val="60000"/>
      </a:schemeClr>
    </dgm:fillClrLst>
    <dgm:linClrLst meth="repeat">
      <a:schemeClr val="accent1">
        <a:tint val="60000"/>
      </a:schemeClr>
    </dgm:linClrLst>
    <dgm:effectClrLst/>
    <dgm:txLinClrLst/>
    <dgm:txFillClrLst/>
    <dgm:txEffectClrLst/>
  </dgm:styleLbl>
  <dgm:styleLbl name="sibTrans1D1">
    <dgm:fillClrLst meth="repeat">
      <a:schemeClr val="accent1"/>
    </dgm:fillClrLst>
    <dgm:linClrLst meth="repeat">
      <a:schemeClr val="accent1"/>
    </dgm:linClrLst>
    <dgm:effectClrLst/>
    <dgm:txLinClrLst/>
    <dgm:txFillClrLst meth="repeat">
      <a:schemeClr val="tx1"/>
    </dgm:txFillClrLst>
    <dgm:txEffectClrLst/>
  </dgm:styleLbl>
  <dgm:styleLbl name="callout">
    <dgm:fillClrLst meth="repeat">
      <a:schemeClr val="accent1"/>
    </dgm:fillClrLst>
    <dgm:linClrLst meth="repeat">
      <a:schemeClr val="accent1">
        <a:tint val="50000"/>
      </a:schemeClr>
    </dgm:linClrLst>
    <dgm:effectClrLst/>
    <dgm:txLinClrLst/>
    <dgm:txFillClrLst meth="repeat">
      <a:schemeClr val="tx1"/>
    </dgm:txFillClrLst>
    <dgm:txEffectClrLst/>
  </dgm:styleLbl>
  <dgm:styleLbl name="asst0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sst1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sst2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sst3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sst4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parChTrans2D1">
    <dgm:fillClrLst meth="repeat">
      <a:schemeClr val="accent1">
        <a:tint val="60000"/>
      </a:schemeClr>
    </dgm:fillClrLst>
    <dgm:linClrLst meth="repeat">
      <a:schemeClr val="accent1">
        <a:tint val="60000"/>
      </a:schemeClr>
    </dgm:linClrLst>
    <dgm:effectClrLst/>
    <dgm:txLinClrLst/>
    <dgm:txFillClrLst meth="repeat">
      <a:schemeClr val="lt1"/>
    </dgm:txFillClrLst>
    <dgm:txEffectClrLst/>
  </dgm:styleLbl>
  <dgm:styleLbl name="parChTrans2D2">
    <dgm:fillClrLst meth="repeat">
      <a:schemeClr val="accent1"/>
    </dgm:fillClrLst>
    <dgm:linClrLst meth="repeat">
      <a:schemeClr val="accent1"/>
    </dgm:linClrLst>
    <dgm:effectClrLst/>
    <dgm:txLinClrLst/>
    <dgm:txFillClrLst meth="repeat">
      <a:schemeClr val="lt1"/>
    </dgm:txFillClrLst>
    <dgm:txEffectClrLst/>
  </dgm:styleLbl>
  <dgm:styleLbl name="parChTrans2D3">
    <dgm:fillClrLst meth="repeat">
      <a:schemeClr val="accent1"/>
    </dgm:fillClrLst>
    <dgm:linClrLst meth="repeat">
      <a:schemeClr val="accent1"/>
    </dgm:linClrLst>
    <dgm:effectClrLst/>
    <dgm:txLinClrLst/>
    <dgm:txFillClrLst meth="repeat">
      <a:schemeClr val="lt1"/>
    </dgm:txFillClrLst>
    <dgm:txEffectClrLst/>
  </dgm:styleLbl>
  <dgm:styleLbl name="parChTrans2D4">
    <dgm:fillClrLst meth="repeat">
      <a:schemeClr val="accent1"/>
    </dgm:fillClrLst>
    <dgm:linClrLst meth="repeat">
      <a:schemeClr val="accent1"/>
    </dgm:linClrLst>
    <dgm:effectClrLst/>
    <dgm:txLinClrLst/>
    <dgm:txFillClrLst meth="repeat">
      <a:schemeClr val="lt1"/>
    </dgm:txFillClrLst>
    <dgm:txEffectClrLst/>
  </dgm:styleLbl>
  <dgm:styleLbl name="parChTrans1D1">
    <dgm:fillClrLst meth="repeat">
      <a:schemeClr val="accent1"/>
    </dgm:fillClrLst>
    <dgm:linClrLst meth="repeat">
      <a:schemeClr val="accent1">
        <a:shade val="60000"/>
      </a:schemeClr>
    </dgm:linClrLst>
    <dgm:effectClrLst/>
    <dgm:txLinClrLst/>
    <dgm:txFillClrLst meth="repeat">
      <a:schemeClr val="tx1"/>
    </dgm:txFillClrLst>
    <dgm:txEffectClrLst/>
  </dgm:styleLbl>
  <dgm:styleLbl name="parChTrans1D2">
    <dgm:fillClrLst meth="repeat">
      <a:schemeClr val="accent1"/>
    </dgm:fillClrLst>
    <dgm:linClrLst meth="repeat">
      <a:schemeClr val="accent1">
        <a:shade val="60000"/>
      </a:schemeClr>
    </dgm:linClrLst>
    <dgm:effectClrLst/>
    <dgm:txLinClrLst/>
    <dgm:txFillClrLst meth="repeat">
      <a:schemeClr val="tx1"/>
    </dgm:txFillClrLst>
    <dgm:txEffectClrLst/>
  </dgm:styleLbl>
  <dgm:styleLbl name="parChTrans1D3">
    <dgm:fillClrLst meth="repeat">
      <a:schemeClr val="accent1"/>
    </dgm:fillClrLst>
    <dgm:linClrLst meth="repeat">
      <a:schemeClr val="accent1">
        <a:shade val="80000"/>
      </a:schemeClr>
    </dgm:linClrLst>
    <dgm:effectClrLst/>
    <dgm:txLinClrLst/>
    <dgm:txFillClrLst meth="repeat">
      <a:schemeClr val="tx1"/>
    </dgm:txFillClrLst>
    <dgm:txEffectClrLst/>
  </dgm:styleLbl>
  <dgm:styleLbl name="parChTrans1D4">
    <dgm:fillClrLst meth="repeat">
      <a:schemeClr val="accent1"/>
    </dgm:fillClrLst>
    <dgm:linClrLst meth="repeat">
      <a:schemeClr val="accent1">
        <a:shade val="80000"/>
      </a:schemeClr>
    </dgm:linClrLst>
    <dgm:effectClrLst/>
    <dgm:txLinClrLst/>
    <dgm:txFillClrLst meth="repeat">
      <a:schemeClr val="tx1"/>
    </dgm:txFillClrLst>
    <dgm:txEffectClrLst/>
  </dgm:styleLbl>
  <dgm:styleLbl name="fgAcc1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conFgAcc1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alignAcc1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trAlignAcc1">
    <dgm:fillClrLst meth="repeat">
      <a:schemeClr val="lt1">
        <a:alpha val="4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bgAcc1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solidFgAcc1">
    <dgm:fillClrLst meth="repeat">
      <a:schemeClr val="lt1"/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solidAlignAcc1">
    <dgm:fillClrLst meth="repeat">
      <a:schemeClr val="lt1"/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solidBgAcc1">
    <dgm:fillClrLst meth="repeat">
      <a:schemeClr val="lt1"/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fgAccFollowNode1">
    <dgm:fillClrLst meth="repeat">
      <a:schemeClr val="accent1">
        <a:alpha val="90000"/>
        <a:tint val="40000"/>
      </a:schemeClr>
    </dgm:fillClrLst>
    <dgm:linClrLst meth="repeat">
      <a:schemeClr val="accent1">
        <a:alpha val="90000"/>
        <a:tint val="40000"/>
      </a:schemeClr>
    </dgm:linClrLst>
    <dgm:effectClrLst/>
    <dgm:txLinClrLst/>
    <dgm:txFillClrLst meth="repeat">
      <a:schemeClr val="dk1"/>
    </dgm:txFillClrLst>
    <dgm:txEffectClrLst/>
  </dgm:styleLbl>
  <dgm:styleLbl name="alignAccFollowNode1">
    <dgm:fillClrLst meth="repeat">
      <a:schemeClr val="accent1">
        <a:alpha val="90000"/>
        <a:tint val="40000"/>
      </a:schemeClr>
    </dgm:fillClrLst>
    <dgm:linClrLst meth="repeat">
      <a:schemeClr val="accent1">
        <a:alpha val="90000"/>
        <a:tint val="40000"/>
      </a:schemeClr>
    </dgm:linClrLst>
    <dgm:effectClrLst/>
    <dgm:txLinClrLst/>
    <dgm:txFillClrLst meth="repeat">
      <a:schemeClr val="dk1"/>
    </dgm:txFillClrLst>
    <dgm:txEffectClrLst/>
  </dgm:styleLbl>
  <dgm:styleLbl name="bgAccFollowNode1">
    <dgm:fillClrLst meth="repeat">
      <a:schemeClr val="accent1">
        <a:alpha val="90000"/>
        <a:tint val="40000"/>
      </a:schemeClr>
    </dgm:fillClrLst>
    <dgm:linClrLst meth="repeat">
      <a:schemeClr val="accent1">
        <a:alpha val="90000"/>
        <a:tint val="40000"/>
      </a:schemeClr>
    </dgm:linClrLst>
    <dgm:effectClrLst/>
    <dgm:txLinClrLst/>
    <dgm:txFillClrLst meth="repeat">
      <a:schemeClr val="dk1"/>
    </dgm:txFillClrLst>
    <dgm:txEffectClrLst/>
  </dgm:styleLbl>
  <dgm:styleLbl name="fgAcc0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fgAcc2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fgAcc3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fgAcc4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bgShp">
    <dgm:fillClrLst meth="repeat">
      <a:schemeClr val="bg1">
        <a:lumMod val="95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dkBgShp">
    <dgm:fillClrLst meth="repeat">
      <a:schemeClr val="accent1">
        <a:shade val="80000"/>
      </a:schemeClr>
    </dgm:fillClrLst>
    <dgm:linClrLst meth="repeat">
      <a:schemeClr val="accent1"/>
    </dgm:linClrLst>
    <dgm:effectClrLst/>
    <dgm:txLinClrLst/>
    <dgm:txFillClrLst meth="repeat">
      <a:schemeClr val="lt1"/>
    </dgm:txFillClrLst>
    <dgm:txEffectClrLst/>
  </dgm:styleLbl>
  <dgm:styleLbl name="trBgShp">
    <dgm:fillClrLst meth="repeat">
      <a:schemeClr val="accent1">
        <a:tint val="50000"/>
        <a:alpha val="40000"/>
      </a:schemeClr>
    </dgm:fillClrLst>
    <dgm:linClrLst meth="repeat">
      <a:schemeClr val="accent1"/>
    </dgm:linClrLst>
    <dgm:effectClrLst/>
    <dgm:txLinClrLst/>
    <dgm:txFillClrLst meth="repeat">
      <a:schemeClr val="lt1"/>
    </dgm:txFillClrLst>
    <dgm:txEffectClrLst/>
  </dgm:styleLbl>
  <dgm:styleLbl name="fgShp">
    <dgm:fillClrLst meth="repeat">
      <a:schemeClr val="accent1">
        <a:tint val="60000"/>
      </a:schemeClr>
    </dgm:fillClrLst>
    <dgm:linClrLst meth="repeat">
      <a:schemeClr val="lt1"/>
    </dgm:linClrLst>
    <dgm:effectClrLst/>
    <dgm:txLinClrLst/>
    <dgm:txFillClrLst meth="repeat">
      <a:schemeClr val="dk1"/>
    </dgm:txFillClrLst>
    <dgm:txEffectClrLst/>
  </dgm:styleLbl>
  <dgm:styleLbl name="revTx">
    <dgm:fillClrLst meth="repeat">
      <a:schemeClr val="lt1">
        <a:alpha val="0"/>
      </a:schemeClr>
    </dgm:fillClrLst>
    <dgm:linClrLst meth="repeat">
      <a:schemeClr val="dk1">
        <a:alpha val="0"/>
      </a:schemeClr>
    </dgm:linClrLst>
    <dgm:effectClrLst/>
    <dgm:txLinClrLst/>
    <dgm:txFillClrLst meth="repeat">
      <a:schemeClr val="tx1"/>
    </dgm:txFillClrLst>
    <dgm:txEffectClrLst/>
  </dgm:styleLbl>
</dgm:colorsDef>
</file>

<file path=ppt/diagrams/colors30.xml><?xml version="1.0" encoding="utf-8"?>
<dgm:colorsDef xmlns:dgm="http://schemas.openxmlformats.org/drawingml/2006/diagram" xmlns:a="http://schemas.openxmlformats.org/drawingml/2006/main" uniqueId="urn:microsoft.com/office/officeart/2005/8/colors/colorful2">
  <dgm:title val=""/>
  <dgm:desc val=""/>
  <dgm:catLst>
    <dgm:cat type="colorful" pri="10200"/>
  </dgm:catLst>
  <dgm:styleLbl name="node0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node1">
    <dgm:fillClrLst>
      <a:schemeClr val="accent2"/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alignNode1">
    <dgm:fillClrLst>
      <a:schemeClr val="accent2"/>
      <a:schemeClr val="accent3"/>
    </dgm:fillClrLst>
    <dgm:linClrLst>
      <a:schemeClr val="accent2"/>
      <a:schemeClr val="accent3"/>
    </dgm:linClrLst>
    <dgm:effectClrLst/>
    <dgm:txLinClrLst/>
    <dgm:txFillClrLst/>
    <dgm:txEffectClrLst/>
  </dgm:styleLbl>
  <dgm:styleLbl name="lnNode1">
    <dgm:fillClrLst>
      <a:schemeClr val="accent2"/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vennNode1">
    <dgm:fillClrLst>
      <a:schemeClr val="accent2">
        <a:alpha val="50000"/>
      </a:schemeClr>
      <a:schemeClr val="accent3">
        <a:alpha val="50000"/>
      </a:schemeClr>
    </dgm:fillClrLst>
    <dgm:linClrLst meth="repeat">
      <a:schemeClr val="lt1"/>
    </dgm:linClrLst>
    <dgm:effectClrLst/>
    <dgm:txLinClrLst/>
    <dgm:txFillClrLst/>
    <dgm:txEffectClrLst/>
  </dgm:styleLbl>
  <dgm:styleLbl name="node2">
    <dgm:fillClrLst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node3">
    <dgm:fillClrLst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node4">
    <dgm:fillClrLst>
      <a:schemeClr val="accent5"/>
    </dgm:fillClrLst>
    <dgm:linClrLst meth="repeat">
      <a:schemeClr val="lt1"/>
    </dgm:linClrLst>
    <dgm:effectClrLst/>
    <dgm:txLinClrLst/>
    <dgm:txFillClrLst/>
    <dgm:txEffectClrLst/>
  </dgm:styleLbl>
  <dgm:styleLbl name="fgImgPlace1">
    <dgm:fillClrLst>
      <a:schemeClr val="accent2">
        <a:tint val="50000"/>
      </a:schemeClr>
      <a:schemeClr val="accent3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alignImgPlace1">
    <dgm:fillClrLst>
      <a:schemeClr val="accent2">
        <a:tint val="50000"/>
      </a:schemeClr>
      <a:schemeClr val="accent3">
        <a:tint val="2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bgImgPlace1">
    <dgm:fillClrLst>
      <a:schemeClr val="accent2">
        <a:tint val="50000"/>
      </a:schemeClr>
      <a:schemeClr val="accent3">
        <a:tint val="2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sibTrans2D1">
    <dgm:fillClrLst>
      <a:schemeClr val="accent2"/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fgSibTrans2D1">
    <dgm:fillClrLst>
      <a:schemeClr val="accent2"/>
      <a:schemeClr val="accent3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bgSibTrans2D1">
    <dgm:fillClrLst>
      <a:schemeClr val="accent2"/>
      <a:schemeClr val="accent3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sibTrans1D1">
    <dgm:fillClrLst/>
    <dgm:linClrLst>
      <a:schemeClr val="accent2"/>
      <a:schemeClr val="accent3"/>
    </dgm:linClrLst>
    <dgm:effectClrLst/>
    <dgm:txLinClrLst/>
    <dgm:txFillClrLst meth="repeat">
      <a:schemeClr val="tx1"/>
    </dgm:txFillClrLst>
    <dgm:txEffectClrLst/>
  </dgm:styleLbl>
  <dgm:styleLbl name="callout">
    <dgm:fillClrLst meth="repeat">
      <a:schemeClr val="accent2"/>
    </dgm:fillClrLst>
    <dgm:linClrLst meth="repeat">
      <a:schemeClr val="accent2">
        <a:tint val="50000"/>
      </a:schemeClr>
    </dgm:linClrLst>
    <dgm:effectClrLst/>
    <dgm:txLinClrLst/>
    <dgm:txFillClrLst meth="repeat">
      <a:schemeClr val="tx1"/>
    </dgm:txFillClrLst>
    <dgm:txEffectClrLst/>
  </dgm:styleLbl>
  <dgm:styleLbl name="asst0">
    <dgm:fillClrLst meth="repeat">
      <a:schemeClr val="accent2"/>
    </dgm:fillClrLst>
    <dgm:linClrLst meth="repeat">
      <a:schemeClr val="lt1">
        <a:shade val="80000"/>
      </a:schemeClr>
    </dgm:linClrLst>
    <dgm:effectClrLst/>
    <dgm:txLinClrLst/>
    <dgm:txFillClrLst/>
    <dgm:txEffectClrLst/>
  </dgm:styleLbl>
  <dgm:styleLbl name="asst1">
    <dgm:fillClrLst meth="repeat">
      <a:schemeClr val="accent3"/>
    </dgm:fillClrLst>
    <dgm:linClrLst meth="repeat">
      <a:schemeClr val="lt1">
        <a:shade val="80000"/>
      </a:schemeClr>
    </dgm:linClrLst>
    <dgm:effectClrLst/>
    <dgm:txLinClrLst/>
    <dgm:txFillClrLst/>
    <dgm:txEffectClrLst/>
  </dgm:styleLbl>
  <dgm:styleLbl name="asst2">
    <dgm:fillClrLst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asst3">
    <dgm:fillClrLst>
      <a:schemeClr val="accent5"/>
    </dgm:fillClrLst>
    <dgm:linClrLst meth="repeat">
      <a:schemeClr val="lt1"/>
    </dgm:linClrLst>
    <dgm:effectClrLst/>
    <dgm:txLinClrLst/>
    <dgm:txFillClrLst/>
    <dgm:txEffectClrLst/>
  </dgm:styleLbl>
  <dgm:styleLbl name="asst4">
    <dgm:fillClrLst>
      <a:schemeClr val="accent6"/>
    </dgm:fillClrLst>
    <dgm:linClrLst meth="repeat">
      <a:schemeClr val="lt1"/>
    </dgm:linClrLst>
    <dgm:effectClrLst/>
    <dgm:txLinClrLst/>
    <dgm:txFillClrLst/>
    <dgm:txEffectClrLst/>
  </dgm:styleLbl>
  <dgm:styleLbl name="parChTrans2D1">
    <dgm:fillClrLst meth="repeat">
      <a:schemeClr val="accent2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parChTrans2D2">
    <dgm:fillClrLst meth="repeat"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parChTrans2D3">
    <dgm:fillClrLst meth="repeat"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parChTrans2D4">
    <dgm:fillClrLst meth="repeat">
      <a:schemeClr val="accent5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parChTrans1D1">
    <dgm:fillClrLst meth="repeat">
      <a:schemeClr val="accent2"/>
    </dgm:fillClrLst>
    <dgm:linClrLst meth="repeat">
      <a:schemeClr val="accent2"/>
    </dgm:linClrLst>
    <dgm:effectClrLst/>
    <dgm:txLinClrLst/>
    <dgm:txFillClrLst meth="repeat">
      <a:schemeClr val="tx1"/>
    </dgm:txFillClrLst>
    <dgm:txEffectClrLst/>
  </dgm:styleLbl>
  <dgm:styleLbl name="parChTrans1D2">
    <dgm:fillClrLst meth="repeat">
      <a:schemeClr val="accent2">
        <a:tint val="90000"/>
      </a:schemeClr>
    </dgm:fillClrLst>
    <dgm:linClrLst meth="repeat">
      <a:schemeClr val="accent3"/>
    </dgm:linClrLst>
    <dgm:effectClrLst/>
    <dgm:txLinClrLst/>
    <dgm:txFillClrLst meth="repeat">
      <a:schemeClr val="tx1"/>
    </dgm:txFillClrLst>
    <dgm:txEffectClrLst/>
  </dgm:styleLbl>
  <dgm:styleLbl name="parChTrans1D3">
    <dgm:fillClrLst meth="repeat">
      <a:schemeClr val="accent2">
        <a:tint val="70000"/>
      </a:schemeClr>
    </dgm:fillClrLst>
    <dgm:linClrLst meth="repeat">
      <a:schemeClr val="accent4"/>
    </dgm:linClrLst>
    <dgm:effectClrLst/>
    <dgm:txLinClrLst/>
    <dgm:txFillClrLst meth="repeat">
      <a:schemeClr val="tx1"/>
    </dgm:txFillClrLst>
    <dgm:txEffectClrLst/>
  </dgm:styleLbl>
  <dgm:styleLbl name="parChTrans1D4">
    <dgm:fillClrLst meth="repeat">
      <a:schemeClr val="accent2">
        <a:tint val="50000"/>
      </a:schemeClr>
    </dgm:fillClrLst>
    <dgm:linClrLst meth="repeat">
      <a:schemeClr val="accent5"/>
    </dgm:linClrLst>
    <dgm:effectClrLst/>
    <dgm:txLinClrLst/>
    <dgm:txFillClrLst meth="repeat">
      <a:schemeClr val="tx1"/>
    </dgm:txFillClrLst>
    <dgm:txEffectClrLst/>
  </dgm:styleLbl>
  <dgm:styleLbl name="fgAcc1">
    <dgm:fillClrLst meth="repeat">
      <a:schemeClr val="lt1">
        <a:alpha val="90000"/>
      </a:schemeClr>
    </dgm:fillClrLst>
    <dgm:linClrLst>
      <a:schemeClr val="accent2"/>
      <a:schemeClr val="accent3"/>
    </dgm:linClrLst>
    <dgm:effectClrLst/>
    <dgm:txLinClrLst/>
    <dgm:txFillClrLst meth="repeat">
      <a:schemeClr val="dk1"/>
    </dgm:txFillClrLst>
    <dgm:txEffectClrLst/>
  </dgm:styleLbl>
  <dgm:styleLbl name="conFgAcc1">
    <dgm:fillClrLst meth="repeat">
      <a:schemeClr val="lt1">
        <a:alpha val="90000"/>
      </a:schemeClr>
    </dgm:fillClrLst>
    <dgm:linClrLst>
      <a:schemeClr val="accent2"/>
      <a:schemeClr val="accent3"/>
    </dgm:linClrLst>
    <dgm:effectClrLst/>
    <dgm:txLinClrLst/>
    <dgm:txFillClrLst meth="repeat">
      <a:schemeClr val="dk1"/>
    </dgm:txFillClrLst>
    <dgm:txEffectClrLst/>
  </dgm:styleLbl>
  <dgm:styleLbl name="alignAcc1">
    <dgm:fillClrLst meth="repeat">
      <a:schemeClr val="lt1">
        <a:alpha val="90000"/>
      </a:schemeClr>
    </dgm:fillClrLst>
    <dgm:linClrLst>
      <a:schemeClr val="accent2"/>
      <a:schemeClr val="accent3"/>
    </dgm:linClrLst>
    <dgm:effectClrLst/>
    <dgm:txLinClrLst/>
    <dgm:txFillClrLst meth="repeat">
      <a:schemeClr val="dk1"/>
    </dgm:txFillClrLst>
    <dgm:txEffectClrLst/>
  </dgm:styleLbl>
  <dgm:styleLbl name="trAlignAcc1">
    <dgm:fillClrLst meth="repeat">
      <a:schemeClr val="lt1">
        <a:alpha val="40000"/>
      </a:schemeClr>
    </dgm:fillClrLst>
    <dgm:linClrLst meth="repeat">
      <a:schemeClr val="accent2"/>
    </dgm:linClrLst>
    <dgm:effectClrLst/>
    <dgm:txLinClrLst/>
    <dgm:txFillClrLst meth="repeat">
      <a:schemeClr val="dk1"/>
    </dgm:txFillClrLst>
    <dgm:txEffectClrLst/>
  </dgm:styleLbl>
  <dgm:styleLbl name="bgAcc1">
    <dgm:fillClrLst meth="repeat">
      <a:schemeClr val="lt1">
        <a:alpha val="90000"/>
      </a:schemeClr>
    </dgm:fillClrLst>
    <dgm:linClrLst>
      <a:schemeClr val="accent2"/>
      <a:schemeClr val="accent3"/>
    </dgm:linClrLst>
    <dgm:effectClrLst/>
    <dgm:txLinClrLst/>
    <dgm:txFillClrLst meth="repeat">
      <a:schemeClr val="dk1"/>
    </dgm:txFillClrLst>
    <dgm:txEffectClrLst/>
  </dgm:styleLbl>
  <dgm:styleLbl name="solidFgAcc1">
    <dgm:fillClrLst meth="repeat">
      <a:schemeClr val="lt1"/>
    </dgm:fillClrLst>
    <dgm:linClrLst>
      <a:schemeClr val="accent2"/>
      <a:schemeClr val="accent3"/>
    </dgm:linClrLst>
    <dgm:effectClrLst/>
    <dgm:txLinClrLst/>
    <dgm:txFillClrLst meth="repeat">
      <a:schemeClr val="dk1"/>
    </dgm:txFillClrLst>
    <dgm:txEffectClrLst/>
  </dgm:styleLbl>
  <dgm:styleLbl name="solidAlignAcc1">
    <dgm:fillClrLst meth="repeat">
      <a:schemeClr val="lt1"/>
    </dgm:fillClrLst>
    <dgm:linClrLst>
      <a:schemeClr val="accent2"/>
      <a:schemeClr val="accent3"/>
    </dgm:linClrLst>
    <dgm:effectClrLst/>
    <dgm:txLinClrLst/>
    <dgm:txFillClrLst meth="repeat">
      <a:schemeClr val="dk1"/>
    </dgm:txFillClrLst>
    <dgm:txEffectClrLst/>
  </dgm:styleLbl>
  <dgm:styleLbl name="solidBgAcc1">
    <dgm:fillClrLst meth="repeat">
      <a:schemeClr val="lt1"/>
    </dgm:fillClrLst>
    <dgm:linClrLst>
      <a:schemeClr val="accent2"/>
      <a:schemeClr val="accent3"/>
    </dgm:linClrLst>
    <dgm:effectClrLst/>
    <dgm:txLinClrLst/>
    <dgm:txFillClrLst meth="repeat">
      <a:schemeClr val="dk1"/>
    </dgm:txFillClrLst>
    <dgm:txEffectClrLst/>
  </dgm:styleLbl>
  <dgm:styleLbl name="fgAccFollowNode1">
    <dgm:fillClrLst>
      <a:schemeClr val="accent2">
        <a:tint val="40000"/>
        <a:alpha val="90000"/>
      </a:schemeClr>
      <a:schemeClr val="accent3">
        <a:tint val="40000"/>
        <a:alpha val="90000"/>
      </a:schemeClr>
    </dgm:fillClrLst>
    <dgm:linClrLst>
      <a:schemeClr val="accent2">
        <a:tint val="40000"/>
        <a:alpha val="90000"/>
      </a:schemeClr>
      <a:schemeClr val="accent3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alignAccFollowNode1">
    <dgm:fillClrLst>
      <a:schemeClr val="accent2">
        <a:tint val="40000"/>
        <a:alpha val="90000"/>
      </a:schemeClr>
      <a:schemeClr val="accent3">
        <a:tint val="40000"/>
        <a:alpha val="90000"/>
      </a:schemeClr>
    </dgm:fillClrLst>
    <dgm:linClrLst>
      <a:schemeClr val="accent2">
        <a:tint val="40000"/>
        <a:alpha val="90000"/>
      </a:schemeClr>
      <a:schemeClr val="accent3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bgAccFollowNode1">
    <dgm:fillClrLst>
      <a:schemeClr val="accent2">
        <a:tint val="40000"/>
        <a:alpha val="90000"/>
      </a:schemeClr>
      <a:schemeClr val="accent3">
        <a:tint val="40000"/>
        <a:alpha val="90000"/>
      </a:schemeClr>
    </dgm:fillClrLst>
    <dgm:linClrLst>
      <a:schemeClr val="accent2">
        <a:tint val="40000"/>
        <a:alpha val="90000"/>
      </a:schemeClr>
      <a:schemeClr val="accent3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fgAcc0">
    <dgm:fillClrLst meth="repeat">
      <a:schemeClr val="lt1">
        <a:alpha val="90000"/>
      </a:schemeClr>
    </dgm:fillClrLst>
    <dgm:linClrLst>
      <a:schemeClr val="accent1"/>
    </dgm:linClrLst>
    <dgm:effectClrLst/>
    <dgm:txLinClrLst/>
    <dgm:txFillClrLst meth="repeat">
      <a:schemeClr val="dk1"/>
    </dgm:txFillClrLst>
    <dgm:txEffectClrLst/>
  </dgm:styleLbl>
  <dgm:styleLbl name="fgAcc2">
    <dgm:fillClrLst meth="repeat">
      <a:schemeClr val="lt1">
        <a:alpha val="90000"/>
      </a:schemeClr>
    </dgm:fillClrLst>
    <dgm:linClrLst>
      <a:schemeClr val="accent3"/>
    </dgm:linClrLst>
    <dgm:effectClrLst/>
    <dgm:txLinClrLst/>
    <dgm:txFillClrLst meth="repeat">
      <a:schemeClr val="dk1"/>
    </dgm:txFillClrLst>
    <dgm:txEffectClrLst/>
  </dgm:styleLbl>
  <dgm:styleLbl name="fgAcc3">
    <dgm:fillClrLst meth="repeat">
      <a:schemeClr val="lt1">
        <a:alpha val="90000"/>
      </a:schemeClr>
    </dgm:fillClrLst>
    <dgm:linClrLst>
      <a:schemeClr val="accent4"/>
    </dgm:linClrLst>
    <dgm:effectClrLst/>
    <dgm:txLinClrLst/>
    <dgm:txFillClrLst meth="repeat">
      <a:schemeClr val="dk1"/>
    </dgm:txFillClrLst>
    <dgm:txEffectClrLst/>
  </dgm:styleLbl>
  <dgm:styleLbl name="fgAcc4">
    <dgm:fillClrLst meth="repeat">
      <a:schemeClr val="lt1">
        <a:alpha val="90000"/>
      </a:schemeClr>
    </dgm:fillClrLst>
    <dgm:linClrLst>
      <a:schemeClr val="accent5"/>
    </dgm:linClrLst>
    <dgm:effectClrLst/>
    <dgm:txLinClrLst/>
    <dgm:txFillClrLst meth="repeat">
      <a:schemeClr val="dk1"/>
    </dgm:txFillClrLst>
    <dgm:txEffectClrLst/>
  </dgm:styleLbl>
  <dgm:styleLbl name="bgShp">
    <dgm:fillClrLst meth="repeat">
      <a:schemeClr val="accent2">
        <a:tint val="40000"/>
      </a:schemeClr>
    </dgm:fillClrLst>
    <dgm:linClrLst meth="repeat">
      <a:schemeClr val="dk1"/>
    </dgm:linClrLst>
    <dgm:effectClrLst/>
    <dgm:txLinClrLst/>
    <dgm:txFillClrLst meth="repeat">
      <a:schemeClr val="dk1"/>
    </dgm:txFillClrLst>
    <dgm:txEffectClrLst/>
  </dgm:styleLbl>
  <dgm:styleLbl name="dkBgShp">
    <dgm:fillClrLst meth="repeat">
      <a:schemeClr val="accent2">
        <a:shade val="90000"/>
      </a:schemeClr>
    </dgm:fillClrLst>
    <dgm:linClrLst meth="repeat">
      <a:schemeClr val="dk1"/>
    </dgm:linClrLst>
    <dgm:effectClrLst/>
    <dgm:txLinClrLst/>
    <dgm:txFillClrLst meth="repeat">
      <a:schemeClr val="lt1"/>
    </dgm:txFillClrLst>
    <dgm:txEffectClrLst/>
  </dgm:styleLbl>
  <dgm:styleLbl name="trBgShp">
    <dgm:fillClrLst meth="repeat">
      <a:schemeClr val="accent2">
        <a:tint val="50000"/>
        <a:alpha val="40000"/>
      </a:schemeClr>
    </dgm:fillClrLst>
    <dgm:linClrLst meth="repeat">
      <a:schemeClr val="accent2"/>
    </dgm:linClrLst>
    <dgm:effectClrLst/>
    <dgm:txLinClrLst/>
    <dgm:txFillClrLst meth="repeat">
      <a:schemeClr val="lt1"/>
    </dgm:txFillClrLst>
    <dgm:txEffectClrLst/>
  </dgm:styleLbl>
  <dgm:styleLbl name="fgShp">
    <dgm:fillClrLst meth="repeat">
      <a:schemeClr val="accent2">
        <a:tint val="40000"/>
      </a:schemeClr>
    </dgm:fillClrLst>
    <dgm:linClrLst meth="repeat">
      <a:schemeClr val="lt1"/>
    </dgm:linClrLst>
    <dgm:effectClrLst/>
    <dgm:txLinClrLst/>
    <dgm:txFillClrLst meth="repeat">
      <a:schemeClr val="dk1"/>
    </dgm:txFillClrLst>
    <dgm:txEffectClrLst/>
  </dgm:styleLbl>
  <dgm:styleLbl name="revTx">
    <dgm:fillClrLst meth="repeat">
      <a:schemeClr val="lt1">
        <a:alpha val="0"/>
      </a:schemeClr>
    </dgm:fillClrLst>
    <dgm:linClrLst meth="repeat">
      <a:schemeClr val="dk1">
        <a:alpha val="0"/>
      </a:schemeClr>
    </dgm:linClrLst>
    <dgm:effectClrLst/>
    <dgm:txLinClrLst/>
    <dgm:txFillClrLst meth="repeat">
      <a:schemeClr val="tx1"/>
    </dgm:txFillClrLst>
    <dgm:txEffectClrLst/>
  </dgm:styleLbl>
</dgm:colorsDef>
</file>

<file path=ppt/diagrams/colors31.xml><?xml version="1.0" encoding="utf-8"?>
<dgm:colorsDef xmlns:dgm="http://schemas.openxmlformats.org/drawingml/2006/diagram" xmlns:a="http://schemas.openxmlformats.org/drawingml/2006/main" uniqueId="urn:microsoft.com/office/officeart/2018/5/colors/Iconchunking_neutralbg_accent1_2">
  <dgm:title val=""/>
  <dgm:desc val=""/>
  <dgm:catLst>
    <dgm:cat type="accent1" pri="11200"/>
  </dgm:catLst>
  <dgm:styleLbl name="node0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lignNode1">
    <dgm:fillClrLst meth="repeat">
      <a:schemeClr val="accent1"/>
    </dgm:fillClrLst>
    <dgm:linClrLst meth="repeat">
      <a:schemeClr val="accent1"/>
    </dgm:linClrLst>
    <dgm:effectClrLst/>
    <dgm:txLinClrLst/>
    <dgm:txFillClrLst/>
    <dgm:txEffectClrLst/>
  </dgm:styleLbl>
  <dgm:styleLbl name="node1">
    <dgm:fillClrLst meth="repeat">
      <a:schemeClr val="accent1"/>
    </dgm:fillClrLst>
    <dgm:linClrLst meth="repeat">
      <a:schemeClr val="lt1">
        <a:alpha val="0"/>
      </a:schemeClr>
    </dgm:linClrLst>
    <dgm:effectClrLst/>
    <dgm:txLinClrLst/>
    <dgm:txFillClrLst/>
    <dgm:txEffectClrLst/>
  </dgm:styleLbl>
  <dgm:styleLbl name="lnNode1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vennNode1">
    <dgm:fillClrLst meth="repeat">
      <a:schemeClr val="accent1">
        <a:alpha val="50000"/>
      </a:schemeClr>
    </dgm:fillClrLst>
    <dgm:linClrLst meth="repeat">
      <a:schemeClr val="lt1"/>
    </dgm:linClrLst>
    <dgm:effectClrLst/>
    <dgm:txLinClrLst/>
    <dgm:txFillClrLst/>
    <dgm:txEffectClrLst/>
  </dgm:styleLbl>
  <dgm:styleLbl name="node2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node3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node4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fgImgPlace1">
    <dgm:fillClrLst meth="repeat">
      <a:schemeClr val="accent1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alignImgPlace1">
    <dgm:fillClrLst meth="repeat">
      <a:schemeClr val="accent1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bgImgPlace1">
    <dgm:fillClrLst meth="repeat">
      <a:schemeClr val="accent1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sibTrans2D1">
    <dgm:fillClrLst meth="repeat">
      <a:schemeClr val="accent1">
        <a:tint val="60000"/>
      </a:schemeClr>
    </dgm:fillClrLst>
    <dgm:linClrLst meth="repeat">
      <a:schemeClr val="accent1">
        <a:tint val="60000"/>
      </a:schemeClr>
    </dgm:linClrLst>
    <dgm:effectClrLst/>
    <dgm:txLinClrLst/>
    <dgm:txFillClrLst/>
    <dgm:txEffectClrLst/>
  </dgm:styleLbl>
  <dgm:styleLbl name="fgSibTrans2D1">
    <dgm:fillClrLst meth="repeat">
      <a:schemeClr val="accent1">
        <a:tint val="60000"/>
      </a:schemeClr>
    </dgm:fillClrLst>
    <dgm:linClrLst meth="repeat">
      <a:schemeClr val="accent1">
        <a:tint val="60000"/>
      </a:schemeClr>
    </dgm:linClrLst>
    <dgm:effectClrLst/>
    <dgm:txLinClrLst/>
    <dgm:txFillClrLst/>
    <dgm:txEffectClrLst/>
  </dgm:styleLbl>
  <dgm:styleLbl name="bgSibTrans2D1">
    <dgm:fillClrLst meth="repeat">
      <a:schemeClr val="accent1">
        <a:tint val="60000"/>
      </a:schemeClr>
    </dgm:fillClrLst>
    <dgm:linClrLst meth="repeat">
      <a:schemeClr val="accent1">
        <a:tint val="60000"/>
      </a:schemeClr>
    </dgm:linClrLst>
    <dgm:effectClrLst/>
    <dgm:txLinClrLst/>
    <dgm:txFillClrLst/>
    <dgm:txEffectClrLst/>
  </dgm:styleLbl>
  <dgm:styleLbl name="sibTrans1D1">
    <dgm:fillClrLst meth="repeat">
      <a:schemeClr val="accent1"/>
    </dgm:fillClrLst>
    <dgm:linClrLst meth="repeat">
      <a:schemeClr val="accent1"/>
    </dgm:linClrLst>
    <dgm:effectClrLst/>
    <dgm:txLinClrLst/>
    <dgm:txFillClrLst meth="repeat">
      <a:schemeClr val="tx1"/>
    </dgm:txFillClrLst>
    <dgm:txEffectClrLst/>
  </dgm:styleLbl>
  <dgm:styleLbl name="callout">
    <dgm:fillClrLst meth="repeat">
      <a:schemeClr val="accent1"/>
    </dgm:fillClrLst>
    <dgm:linClrLst meth="repeat">
      <a:schemeClr val="accent1">
        <a:tint val="50000"/>
      </a:schemeClr>
    </dgm:linClrLst>
    <dgm:effectClrLst/>
    <dgm:txLinClrLst/>
    <dgm:txFillClrLst meth="repeat">
      <a:schemeClr val="tx1"/>
    </dgm:txFillClrLst>
    <dgm:txEffectClrLst/>
  </dgm:styleLbl>
  <dgm:styleLbl name="asst0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sst1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sst2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sst3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sst4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parChTrans2D1">
    <dgm:fillClrLst meth="repeat">
      <a:schemeClr val="accent1">
        <a:tint val="60000"/>
      </a:schemeClr>
    </dgm:fillClrLst>
    <dgm:linClrLst meth="repeat">
      <a:schemeClr val="accent1">
        <a:tint val="60000"/>
      </a:schemeClr>
    </dgm:linClrLst>
    <dgm:effectClrLst/>
    <dgm:txLinClrLst/>
    <dgm:txFillClrLst meth="repeat">
      <a:schemeClr val="lt1"/>
    </dgm:txFillClrLst>
    <dgm:txEffectClrLst/>
  </dgm:styleLbl>
  <dgm:styleLbl name="parChTrans2D2">
    <dgm:fillClrLst meth="repeat">
      <a:schemeClr val="accent1"/>
    </dgm:fillClrLst>
    <dgm:linClrLst meth="repeat">
      <a:schemeClr val="accent1"/>
    </dgm:linClrLst>
    <dgm:effectClrLst/>
    <dgm:txLinClrLst/>
    <dgm:txFillClrLst meth="repeat">
      <a:schemeClr val="lt1"/>
    </dgm:txFillClrLst>
    <dgm:txEffectClrLst/>
  </dgm:styleLbl>
  <dgm:styleLbl name="parChTrans2D3">
    <dgm:fillClrLst meth="repeat">
      <a:schemeClr val="accent1"/>
    </dgm:fillClrLst>
    <dgm:linClrLst meth="repeat">
      <a:schemeClr val="accent1"/>
    </dgm:linClrLst>
    <dgm:effectClrLst/>
    <dgm:txLinClrLst/>
    <dgm:txFillClrLst meth="repeat">
      <a:schemeClr val="lt1"/>
    </dgm:txFillClrLst>
    <dgm:txEffectClrLst/>
  </dgm:styleLbl>
  <dgm:styleLbl name="parChTrans2D4">
    <dgm:fillClrLst meth="repeat">
      <a:schemeClr val="accent1"/>
    </dgm:fillClrLst>
    <dgm:linClrLst meth="repeat">
      <a:schemeClr val="accent1"/>
    </dgm:linClrLst>
    <dgm:effectClrLst/>
    <dgm:txLinClrLst/>
    <dgm:txFillClrLst meth="repeat">
      <a:schemeClr val="lt1"/>
    </dgm:txFillClrLst>
    <dgm:txEffectClrLst/>
  </dgm:styleLbl>
  <dgm:styleLbl name="parChTrans1D1">
    <dgm:fillClrLst meth="repeat">
      <a:schemeClr val="accent1"/>
    </dgm:fillClrLst>
    <dgm:linClrLst meth="repeat">
      <a:schemeClr val="accent1">
        <a:shade val="60000"/>
      </a:schemeClr>
    </dgm:linClrLst>
    <dgm:effectClrLst/>
    <dgm:txLinClrLst/>
    <dgm:txFillClrLst meth="repeat">
      <a:schemeClr val="tx1"/>
    </dgm:txFillClrLst>
    <dgm:txEffectClrLst/>
  </dgm:styleLbl>
  <dgm:styleLbl name="parChTrans1D2">
    <dgm:fillClrLst meth="repeat">
      <a:schemeClr val="accent1"/>
    </dgm:fillClrLst>
    <dgm:linClrLst meth="repeat">
      <a:schemeClr val="accent1">
        <a:shade val="60000"/>
      </a:schemeClr>
    </dgm:linClrLst>
    <dgm:effectClrLst/>
    <dgm:txLinClrLst/>
    <dgm:txFillClrLst meth="repeat">
      <a:schemeClr val="tx1"/>
    </dgm:txFillClrLst>
    <dgm:txEffectClrLst/>
  </dgm:styleLbl>
  <dgm:styleLbl name="parChTrans1D3">
    <dgm:fillClrLst meth="repeat">
      <a:schemeClr val="accent1"/>
    </dgm:fillClrLst>
    <dgm:linClrLst meth="repeat">
      <a:schemeClr val="accent1">
        <a:shade val="80000"/>
      </a:schemeClr>
    </dgm:linClrLst>
    <dgm:effectClrLst/>
    <dgm:txLinClrLst/>
    <dgm:txFillClrLst meth="repeat">
      <a:schemeClr val="tx1"/>
    </dgm:txFillClrLst>
    <dgm:txEffectClrLst/>
  </dgm:styleLbl>
  <dgm:styleLbl name="parChTrans1D4">
    <dgm:fillClrLst meth="repeat">
      <a:schemeClr val="accent1"/>
    </dgm:fillClrLst>
    <dgm:linClrLst meth="repeat">
      <a:schemeClr val="accent1">
        <a:shade val="80000"/>
      </a:schemeClr>
    </dgm:linClrLst>
    <dgm:effectClrLst/>
    <dgm:txLinClrLst/>
    <dgm:txFillClrLst meth="repeat">
      <a:schemeClr val="tx1"/>
    </dgm:txFillClrLst>
    <dgm:txEffectClrLst/>
  </dgm:styleLbl>
  <dgm:styleLbl name="fgAcc1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conFgAcc1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alignAcc1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trAlignAcc1">
    <dgm:fillClrLst meth="repeat">
      <a:schemeClr val="lt1">
        <a:alpha val="4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bgAcc1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solidFgAcc1">
    <dgm:fillClrLst meth="repeat">
      <a:schemeClr val="lt1"/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solidAlignAcc1">
    <dgm:fillClrLst meth="repeat">
      <a:schemeClr val="lt1"/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solidBgAcc1">
    <dgm:fillClrLst meth="repeat">
      <a:schemeClr val="lt1"/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fgAccFollowNode1">
    <dgm:fillClrLst meth="repeat">
      <a:schemeClr val="accent1">
        <a:alpha val="90000"/>
        <a:tint val="40000"/>
      </a:schemeClr>
    </dgm:fillClrLst>
    <dgm:linClrLst meth="repeat">
      <a:schemeClr val="accent1">
        <a:alpha val="90000"/>
        <a:tint val="40000"/>
      </a:schemeClr>
    </dgm:linClrLst>
    <dgm:effectClrLst/>
    <dgm:txLinClrLst/>
    <dgm:txFillClrLst meth="repeat">
      <a:schemeClr val="dk1"/>
    </dgm:txFillClrLst>
    <dgm:txEffectClrLst/>
  </dgm:styleLbl>
  <dgm:styleLbl name="alignAccFollowNode1">
    <dgm:fillClrLst meth="repeat">
      <a:schemeClr val="accent1">
        <a:alpha val="90000"/>
        <a:tint val="40000"/>
      </a:schemeClr>
    </dgm:fillClrLst>
    <dgm:linClrLst meth="repeat">
      <a:schemeClr val="accent1">
        <a:alpha val="90000"/>
        <a:tint val="40000"/>
      </a:schemeClr>
    </dgm:linClrLst>
    <dgm:effectClrLst/>
    <dgm:txLinClrLst/>
    <dgm:txFillClrLst meth="repeat">
      <a:schemeClr val="dk1"/>
    </dgm:txFillClrLst>
    <dgm:txEffectClrLst/>
  </dgm:styleLbl>
  <dgm:styleLbl name="bgAccFollowNode1">
    <dgm:fillClrLst meth="repeat">
      <a:schemeClr val="accent1">
        <a:alpha val="90000"/>
        <a:tint val="40000"/>
      </a:schemeClr>
    </dgm:fillClrLst>
    <dgm:linClrLst meth="repeat">
      <a:schemeClr val="accent1">
        <a:alpha val="90000"/>
        <a:tint val="40000"/>
      </a:schemeClr>
    </dgm:linClrLst>
    <dgm:effectClrLst/>
    <dgm:txLinClrLst/>
    <dgm:txFillClrLst meth="repeat">
      <a:schemeClr val="dk1"/>
    </dgm:txFillClrLst>
    <dgm:txEffectClrLst/>
  </dgm:styleLbl>
  <dgm:styleLbl name="fgAcc0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fgAcc2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fgAcc3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fgAcc4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bgShp">
    <dgm:fillClrLst meth="repeat">
      <a:schemeClr val="bg1">
        <a:lumMod val="95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dkBgShp">
    <dgm:fillClrLst meth="repeat">
      <a:schemeClr val="accent1">
        <a:shade val="80000"/>
      </a:schemeClr>
    </dgm:fillClrLst>
    <dgm:linClrLst meth="repeat">
      <a:schemeClr val="accent1"/>
    </dgm:linClrLst>
    <dgm:effectClrLst/>
    <dgm:txLinClrLst/>
    <dgm:txFillClrLst meth="repeat">
      <a:schemeClr val="lt1"/>
    </dgm:txFillClrLst>
    <dgm:txEffectClrLst/>
  </dgm:styleLbl>
  <dgm:styleLbl name="trBgShp">
    <dgm:fillClrLst meth="repeat">
      <a:schemeClr val="accent1">
        <a:tint val="50000"/>
        <a:alpha val="40000"/>
      </a:schemeClr>
    </dgm:fillClrLst>
    <dgm:linClrLst meth="repeat">
      <a:schemeClr val="accent1"/>
    </dgm:linClrLst>
    <dgm:effectClrLst/>
    <dgm:txLinClrLst/>
    <dgm:txFillClrLst meth="repeat">
      <a:schemeClr val="lt1"/>
    </dgm:txFillClrLst>
    <dgm:txEffectClrLst/>
  </dgm:styleLbl>
  <dgm:styleLbl name="fgShp">
    <dgm:fillClrLst meth="repeat">
      <a:schemeClr val="accent1">
        <a:tint val="60000"/>
      </a:schemeClr>
    </dgm:fillClrLst>
    <dgm:linClrLst meth="repeat">
      <a:schemeClr val="lt1"/>
    </dgm:linClrLst>
    <dgm:effectClrLst/>
    <dgm:txLinClrLst/>
    <dgm:txFillClrLst meth="repeat">
      <a:schemeClr val="dk1"/>
    </dgm:txFillClrLst>
    <dgm:txEffectClrLst/>
  </dgm:styleLbl>
  <dgm:styleLbl name="revTx">
    <dgm:fillClrLst meth="repeat">
      <a:schemeClr val="lt1">
        <a:alpha val="0"/>
      </a:schemeClr>
    </dgm:fillClrLst>
    <dgm:linClrLst meth="repeat">
      <a:schemeClr val="dk1">
        <a:alpha val="0"/>
      </a:schemeClr>
    </dgm:linClrLst>
    <dgm:effectClrLst/>
    <dgm:txLinClrLst/>
    <dgm:txFillClrLst meth="repeat">
      <a:schemeClr val="tx1"/>
    </dgm:txFillClrLst>
    <dgm:txEffectClrLst/>
  </dgm:styleLbl>
</dgm:colorsDef>
</file>

<file path=ppt/diagrams/colors32.xml><?xml version="1.0" encoding="utf-8"?>
<dgm:colorsDef xmlns:dgm="http://schemas.openxmlformats.org/drawingml/2006/diagram" xmlns:a="http://schemas.openxmlformats.org/drawingml/2006/main" uniqueId="urn:microsoft.com/office/officeart/2005/8/colors/accent1_2">
  <dgm:title val=""/>
  <dgm:desc val=""/>
  <dgm:catLst>
    <dgm:cat type="accent1" pri="11200"/>
  </dgm:catLst>
  <dgm:styleLbl name="node0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lignNode1">
    <dgm:fillClrLst meth="repeat">
      <a:schemeClr val="accent1"/>
    </dgm:fillClrLst>
    <dgm:linClrLst meth="repeat">
      <a:schemeClr val="accent1"/>
    </dgm:linClrLst>
    <dgm:effectClrLst/>
    <dgm:txLinClrLst/>
    <dgm:txFillClrLst/>
    <dgm:txEffectClrLst/>
  </dgm:styleLbl>
  <dgm:styleLbl name="node1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lnNode1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vennNode1">
    <dgm:fillClrLst meth="repeat">
      <a:schemeClr val="accent1">
        <a:alpha val="50000"/>
      </a:schemeClr>
    </dgm:fillClrLst>
    <dgm:linClrLst meth="repeat">
      <a:schemeClr val="lt1"/>
    </dgm:linClrLst>
    <dgm:effectClrLst/>
    <dgm:txLinClrLst/>
    <dgm:txFillClrLst/>
    <dgm:txEffectClrLst/>
  </dgm:styleLbl>
  <dgm:styleLbl name="node2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node3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node4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fgImgPlace1">
    <dgm:fillClrLst meth="repeat">
      <a:schemeClr val="accent1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alignImgPlace1">
    <dgm:fillClrLst meth="repeat">
      <a:schemeClr val="accent1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bgImgPlace1">
    <dgm:fillClrLst meth="repeat">
      <a:schemeClr val="accent1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sibTrans2D1">
    <dgm:fillClrLst meth="repeat">
      <a:schemeClr val="accent1">
        <a:tint val="60000"/>
      </a:schemeClr>
    </dgm:fillClrLst>
    <dgm:linClrLst meth="repeat">
      <a:schemeClr val="accent1">
        <a:tint val="60000"/>
      </a:schemeClr>
    </dgm:linClrLst>
    <dgm:effectClrLst/>
    <dgm:txLinClrLst/>
    <dgm:txFillClrLst/>
    <dgm:txEffectClrLst/>
  </dgm:styleLbl>
  <dgm:styleLbl name="fgSibTrans2D1">
    <dgm:fillClrLst meth="repeat">
      <a:schemeClr val="accent1">
        <a:tint val="60000"/>
      </a:schemeClr>
    </dgm:fillClrLst>
    <dgm:linClrLst meth="repeat">
      <a:schemeClr val="accent1">
        <a:tint val="60000"/>
      </a:schemeClr>
    </dgm:linClrLst>
    <dgm:effectClrLst/>
    <dgm:txLinClrLst/>
    <dgm:txFillClrLst/>
    <dgm:txEffectClrLst/>
  </dgm:styleLbl>
  <dgm:styleLbl name="bgSibTrans2D1">
    <dgm:fillClrLst meth="repeat">
      <a:schemeClr val="accent1">
        <a:tint val="60000"/>
      </a:schemeClr>
    </dgm:fillClrLst>
    <dgm:linClrLst meth="repeat">
      <a:schemeClr val="accent1">
        <a:tint val="60000"/>
      </a:schemeClr>
    </dgm:linClrLst>
    <dgm:effectClrLst/>
    <dgm:txLinClrLst/>
    <dgm:txFillClrLst/>
    <dgm:txEffectClrLst/>
  </dgm:styleLbl>
  <dgm:styleLbl name="sibTrans1D1">
    <dgm:fillClrLst meth="repeat">
      <a:schemeClr val="accent1"/>
    </dgm:fillClrLst>
    <dgm:linClrLst meth="repeat">
      <a:schemeClr val="accent1"/>
    </dgm:linClrLst>
    <dgm:effectClrLst/>
    <dgm:txLinClrLst/>
    <dgm:txFillClrLst meth="repeat">
      <a:schemeClr val="tx1"/>
    </dgm:txFillClrLst>
    <dgm:txEffectClrLst/>
  </dgm:styleLbl>
  <dgm:styleLbl name="callout">
    <dgm:fillClrLst meth="repeat">
      <a:schemeClr val="accent1"/>
    </dgm:fillClrLst>
    <dgm:linClrLst meth="repeat">
      <a:schemeClr val="accent1">
        <a:tint val="50000"/>
      </a:schemeClr>
    </dgm:linClrLst>
    <dgm:effectClrLst/>
    <dgm:txLinClrLst/>
    <dgm:txFillClrLst meth="repeat">
      <a:schemeClr val="tx1"/>
    </dgm:txFillClrLst>
    <dgm:txEffectClrLst/>
  </dgm:styleLbl>
  <dgm:styleLbl name="asst0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sst1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sst2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sst3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sst4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parChTrans2D1">
    <dgm:fillClrLst meth="repeat">
      <a:schemeClr val="accent1">
        <a:tint val="60000"/>
      </a:schemeClr>
    </dgm:fillClrLst>
    <dgm:linClrLst meth="repeat">
      <a:schemeClr val="accent1">
        <a:tint val="60000"/>
      </a:schemeClr>
    </dgm:linClrLst>
    <dgm:effectClrLst/>
    <dgm:txLinClrLst/>
    <dgm:txFillClrLst meth="repeat">
      <a:schemeClr val="lt1"/>
    </dgm:txFillClrLst>
    <dgm:txEffectClrLst/>
  </dgm:styleLbl>
  <dgm:styleLbl name="parChTrans2D2">
    <dgm:fillClrLst meth="repeat">
      <a:schemeClr val="accent1"/>
    </dgm:fillClrLst>
    <dgm:linClrLst meth="repeat">
      <a:schemeClr val="accent1"/>
    </dgm:linClrLst>
    <dgm:effectClrLst/>
    <dgm:txLinClrLst/>
    <dgm:txFillClrLst meth="repeat">
      <a:schemeClr val="lt1"/>
    </dgm:txFillClrLst>
    <dgm:txEffectClrLst/>
  </dgm:styleLbl>
  <dgm:styleLbl name="parChTrans2D3">
    <dgm:fillClrLst meth="repeat">
      <a:schemeClr val="accent1"/>
    </dgm:fillClrLst>
    <dgm:linClrLst meth="repeat">
      <a:schemeClr val="accent1"/>
    </dgm:linClrLst>
    <dgm:effectClrLst/>
    <dgm:txLinClrLst/>
    <dgm:txFillClrLst meth="repeat">
      <a:schemeClr val="lt1"/>
    </dgm:txFillClrLst>
    <dgm:txEffectClrLst/>
  </dgm:styleLbl>
  <dgm:styleLbl name="parChTrans2D4">
    <dgm:fillClrLst meth="repeat">
      <a:schemeClr val="accent1"/>
    </dgm:fillClrLst>
    <dgm:linClrLst meth="repeat">
      <a:schemeClr val="accent1"/>
    </dgm:linClrLst>
    <dgm:effectClrLst/>
    <dgm:txLinClrLst/>
    <dgm:txFillClrLst meth="repeat">
      <a:schemeClr val="lt1"/>
    </dgm:txFillClrLst>
    <dgm:txEffectClrLst/>
  </dgm:styleLbl>
  <dgm:styleLbl name="parChTrans1D1">
    <dgm:fillClrLst meth="repeat">
      <a:schemeClr val="accent1"/>
    </dgm:fillClrLst>
    <dgm:linClrLst meth="repeat">
      <a:schemeClr val="accent1">
        <a:shade val="60000"/>
      </a:schemeClr>
    </dgm:linClrLst>
    <dgm:effectClrLst/>
    <dgm:txLinClrLst/>
    <dgm:txFillClrLst meth="repeat">
      <a:schemeClr val="tx1"/>
    </dgm:txFillClrLst>
    <dgm:txEffectClrLst/>
  </dgm:styleLbl>
  <dgm:styleLbl name="parChTrans1D2">
    <dgm:fillClrLst meth="repeat">
      <a:schemeClr val="accent1"/>
    </dgm:fillClrLst>
    <dgm:linClrLst meth="repeat">
      <a:schemeClr val="accent1">
        <a:shade val="60000"/>
      </a:schemeClr>
    </dgm:linClrLst>
    <dgm:effectClrLst/>
    <dgm:txLinClrLst/>
    <dgm:txFillClrLst meth="repeat">
      <a:schemeClr val="tx1"/>
    </dgm:txFillClrLst>
    <dgm:txEffectClrLst/>
  </dgm:styleLbl>
  <dgm:styleLbl name="parChTrans1D3">
    <dgm:fillClrLst meth="repeat">
      <a:schemeClr val="accent1"/>
    </dgm:fillClrLst>
    <dgm:linClrLst meth="repeat">
      <a:schemeClr val="accent1">
        <a:shade val="80000"/>
      </a:schemeClr>
    </dgm:linClrLst>
    <dgm:effectClrLst/>
    <dgm:txLinClrLst/>
    <dgm:txFillClrLst meth="repeat">
      <a:schemeClr val="tx1"/>
    </dgm:txFillClrLst>
    <dgm:txEffectClrLst/>
  </dgm:styleLbl>
  <dgm:styleLbl name="parChTrans1D4">
    <dgm:fillClrLst meth="repeat">
      <a:schemeClr val="accent1"/>
    </dgm:fillClrLst>
    <dgm:linClrLst meth="repeat">
      <a:schemeClr val="accent1">
        <a:shade val="80000"/>
      </a:schemeClr>
    </dgm:linClrLst>
    <dgm:effectClrLst/>
    <dgm:txLinClrLst/>
    <dgm:txFillClrLst meth="repeat">
      <a:schemeClr val="tx1"/>
    </dgm:txFillClrLst>
    <dgm:txEffectClrLst/>
  </dgm:styleLbl>
  <dgm:styleLbl name="fgAcc1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conFgAcc1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alignAcc1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trAlignAcc1">
    <dgm:fillClrLst meth="repeat">
      <a:schemeClr val="lt1">
        <a:alpha val="4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bgAcc1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solidFgAcc1">
    <dgm:fillClrLst meth="repeat">
      <a:schemeClr val="lt1"/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solidAlignAcc1">
    <dgm:fillClrLst meth="repeat">
      <a:schemeClr val="lt1"/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solidBgAcc1">
    <dgm:fillClrLst meth="repeat">
      <a:schemeClr val="lt1"/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fgAccFollowNode1">
    <dgm:fillClrLst meth="repeat">
      <a:schemeClr val="accent1">
        <a:alpha val="90000"/>
        <a:tint val="40000"/>
      </a:schemeClr>
    </dgm:fillClrLst>
    <dgm:linClrLst meth="repeat">
      <a:schemeClr val="accent1">
        <a:alpha val="90000"/>
        <a:tint val="40000"/>
      </a:schemeClr>
    </dgm:linClrLst>
    <dgm:effectClrLst/>
    <dgm:txLinClrLst/>
    <dgm:txFillClrLst meth="repeat">
      <a:schemeClr val="dk1"/>
    </dgm:txFillClrLst>
    <dgm:txEffectClrLst/>
  </dgm:styleLbl>
  <dgm:styleLbl name="alignAccFollowNode1">
    <dgm:fillClrLst meth="repeat">
      <a:schemeClr val="accent1">
        <a:alpha val="90000"/>
        <a:tint val="40000"/>
      </a:schemeClr>
    </dgm:fillClrLst>
    <dgm:linClrLst meth="repeat">
      <a:schemeClr val="accent1">
        <a:alpha val="90000"/>
        <a:tint val="40000"/>
      </a:schemeClr>
    </dgm:linClrLst>
    <dgm:effectClrLst/>
    <dgm:txLinClrLst/>
    <dgm:txFillClrLst meth="repeat">
      <a:schemeClr val="dk1"/>
    </dgm:txFillClrLst>
    <dgm:txEffectClrLst/>
  </dgm:styleLbl>
  <dgm:styleLbl name="bgAccFollowNode1">
    <dgm:fillClrLst meth="repeat">
      <a:schemeClr val="accent1">
        <a:alpha val="90000"/>
        <a:tint val="40000"/>
      </a:schemeClr>
    </dgm:fillClrLst>
    <dgm:linClrLst meth="repeat">
      <a:schemeClr val="accent1">
        <a:alpha val="90000"/>
        <a:tint val="40000"/>
      </a:schemeClr>
    </dgm:linClrLst>
    <dgm:effectClrLst/>
    <dgm:txLinClrLst/>
    <dgm:txFillClrLst meth="repeat">
      <a:schemeClr val="dk1"/>
    </dgm:txFillClrLst>
    <dgm:txEffectClrLst/>
  </dgm:styleLbl>
  <dgm:styleLbl name="fgAcc0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fgAcc2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fgAcc3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fgAcc4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bgShp">
    <dgm:fillClrLst meth="repeat">
      <a:schemeClr val="accent1">
        <a:tint val="4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dkBgShp">
    <dgm:fillClrLst meth="repeat">
      <a:schemeClr val="accent1">
        <a:shade val="80000"/>
      </a:schemeClr>
    </dgm:fillClrLst>
    <dgm:linClrLst meth="repeat">
      <a:schemeClr val="accent1"/>
    </dgm:linClrLst>
    <dgm:effectClrLst/>
    <dgm:txLinClrLst/>
    <dgm:txFillClrLst meth="repeat">
      <a:schemeClr val="lt1"/>
    </dgm:txFillClrLst>
    <dgm:txEffectClrLst/>
  </dgm:styleLbl>
  <dgm:styleLbl name="trBgShp">
    <dgm:fillClrLst meth="repeat">
      <a:schemeClr val="accent1">
        <a:tint val="50000"/>
        <a:alpha val="40000"/>
      </a:schemeClr>
    </dgm:fillClrLst>
    <dgm:linClrLst meth="repeat">
      <a:schemeClr val="accent1"/>
    </dgm:linClrLst>
    <dgm:effectClrLst/>
    <dgm:txLinClrLst/>
    <dgm:txFillClrLst meth="repeat">
      <a:schemeClr val="lt1"/>
    </dgm:txFillClrLst>
    <dgm:txEffectClrLst/>
  </dgm:styleLbl>
  <dgm:styleLbl name="fgShp">
    <dgm:fillClrLst meth="repeat">
      <a:schemeClr val="accent1">
        <a:tint val="60000"/>
      </a:schemeClr>
    </dgm:fillClrLst>
    <dgm:linClrLst meth="repeat">
      <a:schemeClr val="lt1"/>
    </dgm:linClrLst>
    <dgm:effectClrLst/>
    <dgm:txLinClrLst/>
    <dgm:txFillClrLst meth="repeat">
      <a:schemeClr val="dk1"/>
    </dgm:txFillClrLst>
    <dgm:txEffectClrLst/>
  </dgm:styleLbl>
  <dgm:styleLbl name="revTx">
    <dgm:fillClrLst meth="repeat">
      <a:schemeClr val="lt1">
        <a:alpha val="0"/>
      </a:schemeClr>
    </dgm:fillClrLst>
    <dgm:linClrLst meth="repeat">
      <a:schemeClr val="dk1">
        <a:alpha val="0"/>
      </a:schemeClr>
    </dgm:linClrLst>
    <dgm:effectClrLst/>
    <dgm:txLinClrLst/>
    <dgm:txFillClrLst meth="repeat">
      <a:schemeClr val="tx1"/>
    </dgm:txFillClrLst>
    <dgm:txEffectClrLst/>
  </dgm:styleLbl>
</dgm:colorsDef>
</file>

<file path=ppt/diagrams/colors33.xml><?xml version="1.0" encoding="utf-8"?>
<dgm:colorsDef xmlns:dgm="http://schemas.openxmlformats.org/drawingml/2006/diagram" xmlns:a="http://schemas.openxmlformats.org/drawingml/2006/main" uniqueId="urn:microsoft.com/office/officeart/2005/8/colors/accent1_2">
  <dgm:title val=""/>
  <dgm:desc val=""/>
  <dgm:catLst>
    <dgm:cat type="accent1" pri="11200"/>
  </dgm:catLst>
  <dgm:styleLbl name="node0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lignNode1">
    <dgm:fillClrLst meth="repeat">
      <a:schemeClr val="accent1"/>
    </dgm:fillClrLst>
    <dgm:linClrLst meth="repeat">
      <a:schemeClr val="accent1"/>
    </dgm:linClrLst>
    <dgm:effectClrLst/>
    <dgm:txLinClrLst/>
    <dgm:txFillClrLst/>
    <dgm:txEffectClrLst/>
  </dgm:styleLbl>
  <dgm:styleLbl name="node1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lnNode1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vennNode1">
    <dgm:fillClrLst meth="repeat">
      <a:schemeClr val="accent1">
        <a:alpha val="50000"/>
      </a:schemeClr>
    </dgm:fillClrLst>
    <dgm:linClrLst meth="repeat">
      <a:schemeClr val="lt1"/>
    </dgm:linClrLst>
    <dgm:effectClrLst/>
    <dgm:txLinClrLst/>
    <dgm:txFillClrLst/>
    <dgm:txEffectClrLst/>
  </dgm:styleLbl>
  <dgm:styleLbl name="node2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node3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node4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fgImgPlace1">
    <dgm:fillClrLst meth="repeat">
      <a:schemeClr val="accent1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alignImgPlace1">
    <dgm:fillClrLst meth="repeat">
      <a:schemeClr val="accent1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bgImgPlace1">
    <dgm:fillClrLst meth="repeat">
      <a:schemeClr val="accent1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sibTrans2D1">
    <dgm:fillClrLst meth="repeat">
      <a:schemeClr val="accent1">
        <a:tint val="60000"/>
      </a:schemeClr>
    </dgm:fillClrLst>
    <dgm:linClrLst meth="repeat">
      <a:schemeClr val="accent1">
        <a:tint val="60000"/>
      </a:schemeClr>
    </dgm:linClrLst>
    <dgm:effectClrLst/>
    <dgm:txLinClrLst/>
    <dgm:txFillClrLst/>
    <dgm:txEffectClrLst/>
  </dgm:styleLbl>
  <dgm:styleLbl name="fgSibTrans2D1">
    <dgm:fillClrLst meth="repeat">
      <a:schemeClr val="accent1">
        <a:tint val="60000"/>
      </a:schemeClr>
    </dgm:fillClrLst>
    <dgm:linClrLst meth="repeat">
      <a:schemeClr val="accent1">
        <a:tint val="60000"/>
      </a:schemeClr>
    </dgm:linClrLst>
    <dgm:effectClrLst/>
    <dgm:txLinClrLst/>
    <dgm:txFillClrLst/>
    <dgm:txEffectClrLst/>
  </dgm:styleLbl>
  <dgm:styleLbl name="bgSibTrans2D1">
    <dgm:fillClrLst meth="repeat">
      <a:schemeClr val="accent1">
        <a:tint val="60000"/>
      </a:schemeClr>
    </dgm:fillClrLst>
    <dgm:linClrLst meth="repeat">
      <a:schemeClr val="accent1">
        <a:tint val="60000"/>
      </a:schemeClr>
    </dgm:linClrLst>
    <dgm:effectClrLst/>
    <dgm:txLinClrLst/>
    <dgm:txFillClrLst/>
    <dgm:txEffectClrLst/>
  </dgm:styleLbl>
  <dgm:styleLbl name="sibTrans1D1">
    <dgm:fillClrLst meth="repeat">
      <a:schemeClr val="accent1"/>
    </dgm:fillClrLst>
    <dgm:linClrLst meth="repeat">
      <a:schemeClr val="accent1"/>
    </dgm:linClrLst>
    <dgm:effectClrLst/>
    <dgm:txLinClrLst/>
    <dgm:txFillClrLst meth="repeat">
      <a:schemeClr val="tx1"/>
    </dgm:txFillClrLst>
    <dgm:txEffectClrLst/>
  </dgm:styleLbl>
  <dgm:styleLbl name="callout">
    <dgm:fillClrLst meth="repeat">
      <a:schemeClr val="accent1"/>
    </dgm:fillClrLst>
    <dgm:linClrLst meth="repeat">
      <a:schemeClr val="accent1">
        <a:tint val="50000"/>
      </a:schemeClr>
    </dgm:linClrLst>
    <dgm:effectClrLst/>
    <dgm:txLinClrLst/>
    <dgm:txFillClrLst meth="repeat">
      <a:schemeClr val="tx1"/>
    </dgm:txFillClrLst>
    <dgm:txEffectClrLst/>
  </dgm:styleLbl>
  <dgm:styleLbl name="asst0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sst1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sst2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sst3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sst4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parChTrans2D1">
    <dgm:fillClrLst meth="repeat">
      <a:schemeClr val="accent1">
        <a:tint val="60000"/>
      </a:schemeClr>
    </dgm:fillClrLst>
    <dgm:linClrLst meth="repeat">
      <a:schemeClr val="accent1">
        <a:tint val="60000"/>
      </a:schemeClr>
    </dgm:linClrLst>
    <dgm:effectClrLst/>
    <dgm:txLinClrLst/>
    <dgm:txFillClrLst meth="repeat">
      <a:schemeClr val="lt1"/>
    </dgm:txFillClrLst>
    <dgm:txEffectClrLst/>
  </dgm:styleLbl>
  <dgm:styleLbl name="parChTrans2D2">
    <dgm:fillClrLst meth="repeat">
      <a:schemeClr val="accent1"/>
    </dgm:fillClrLst>
    <dgm:linClrLst meth="repeat">
      <a:schemeClr val="accent1"/>
    </dgm:linClrLst>
    <dgm:effectClrLst/>
    <dgm:txLinClrLst/>
    <dgm:txFillClrLst meth="repeat">
      <a:schemeClr val="lt1"/>
    </dgm:txFillClrLst>
    <dgm:txEffectClrLst/>
  </dgm:styleLbl>
  <dgm:styleLbl name="parChTrans2D3">
    <dgm:fillClrLst meth="repeat">
      <a:schemeClr val="accent1"/>
    </dgm:fillClrLst>
    <dgm:linClrLst meth="repeat">
      <a:schemeClr val="accent1"/>
    </dgm:linClrLst>
    <dgm:effectClrLst/>
    <dgm:txLinClrLst/>
    <dgm:txFillClrLst meth="repeat">
      <a:schemeClr val="lt1"/>
    </dgm:txFillClrLst>
    <dgm:txEffectClrLst/>
  </dgm:styleLbl>
  <dgm:styleLbl name="parChTrans2D4">
    <dgm:fillClrLst meth="repeat">
      <a:schemeClr val="accent1"/>
    </dgm:fillClrLst>
    <dgm:linClrLst meth="repeat">
      <a:schemeClr val="accent1"/>
    </dgm:linClrLst>
    <dgm:effectClrLst/>
    <dgm:txLinClrLst/>
    <dgm:txFillClrLst meth="repeat">
      <a:schemeClr val="lt1"/>
    </dgm:txFillClrLst>
    <dgm:txEffectClrLst/>
  </dgm:styleLbl>
  <dgm:styleLbl name="parChTrans1D1">
    <dgm:fillClrLst meth="repeat">
      <a:schemeClr val="accent1"/>
    </dgm:fillClrLst>
    <dgm:linClrLst meth="repeat">
      <a:schemeClr val="accent1">
        <a:shade val="60000"/>
      </a:schemeClr>
    </dgm:linClrLst>
    <dgm:effectClrLst/>
    <dgm:txLinClrLst/>
    <dgm:txFillClrLst meth="repeat">
      <a:schemeClr val="tx1"/>
    </dgm:txFillClrLst>
    <dgm:txEffectClrLst/>
  </dgm:styleLbl>
  <dgm:styleLbl name="parChTrans1D2">
    <dgm:fillClrLst meth="repeat">
      <a:schemeClr val="accent1"/>
    </dgm:fillClrLst>
    <dgm:linClrLst meth="repeat">
      <a:schemeClr val="accent1">
        <a:shade val="60000"/>
      </a:schemeClr>
    </dgm:linClrLst>
    <dgm:effectClrLst/>
    <dgm:txLinClrLst/>
    <dgm:txFillClrLst meth="repeat">
      <a:schemeClr val="tx1"/>
    </dgm:txFillClrLst>
    <dgm:txEffectClrLst/>
  </dgm:styleLbl>
  <dgm:styleLbl name="parChTrans1D3">
    <dgm:fillClrLst meth="repeat">
      <a:schemeClr val="accent1"/>
    </dgm:fillClrLst>
    <dgm:linClrLst meth="repeat">
      <a:schemeClr val="accent1">
        <a:shade val="80000"/>
      </a:schemeClr>
    </dgm:linClrLst>
    <dgm:effectClrLst/>
    <dgm:txLinClrLst/>
    <dgm:txFillClrLst meth="repeat">
      <a:schemeClr val="tx1"/>
    </dgm:txFillClrLst>
    <dgm:txEffectClrLst/>
  </dgm:styleLbl>
  <dgm:styleLbl name="parChTrans1D4">
    <dgm:fillClrLst meth="repeat">
      <a:schemeClr val="accent1"/>
    </dgm:fillClrLst>
    <dgm:linClrLst meth="repeat">
      <a:schemeClr val="accent1">
        <a:shade val="80000"/>
      </a:schemeClr>
    </dgm:linClrLst>
    <dgm:effectClrLst/>
    <dgm:txLinClrLst/>
    <dgm:txFillClrLst meth="repeat">
      <a:schemeClr val="tx1"/>
    </dgm:txFillClrLst>
    <dgm:txEffectClrLst/>
  </dgm:styleLbl>
  <dgm:styleLbl name="fgAcc1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conFgAcc1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alignAcc1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trAlignAcc1">
    <dgm:fillClrLst meth="repeat">
      <a:schemeClr val="lt1">
        <a:alpha val="4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bgAcc1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solidFgAcc1">
    <dgm:fillClrLst meth="repeat">
      <a:schemeClr val="lt1"/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solidAlignAcc1">
    <dgm:fillClrLst meth="repeat">
      <a:schemeClr val="lt1"/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solidBgAcc1">
    <dgm:fillClrLst meth="repeat">
      <a:schemeClr val="lt1"/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fgAccFollowNode1">
    <dgm:fillClrLst meth="repeat">
      <a:schemeClr val="accent1">
        <a:alpha val="90000"/>
        <a:tint val="40000"/>
      </a:schemeClr>
    </dgm:fillClrLst>
    <dgm:linClrLst meth="repeat">
      <a:schemeClr val="accent1">
        <a:alpha val="90000"/>
        <a:tint val="40000"/>
      </a:schemeClr>
    </dgm:linClrLst>
    <dgm:effectClrLst/>
    <dgm:txLinClrLst/>
    <dgm:txFillClrLst meth="repeat">
      <a:schemeClr val="dk1"/>
    </dgm:txFillClrLst>
    <dgm:txEffectClrLst/>
  </dgm:styleLbl>
  <dgm:styleLbl name="alignAccFollowNode1">
    <dgm:fillClrLst meth="repeat">
      <a:schemeClr val="accent1">
        <a:alpha val="90000"/>
        <a:tint val="40000"/>
      </a:schemeClr>
    </dgm:fillClrLst>
    <dgm:linClrLst meth="repeat">
      <a:schemeClr val="accent1">
        <a:alpha val="90000"/>
        <a:tint val="40000"/>
      </a:schemeClr>
    </dgm:linClrLst>
    <dgm:effectClrLst/>
    <dgm:txLinClrLst/>
    <dgm:txFillClrLst meth="repeat">
      <a:schemeClr val="dk1"/>
    </dgm:txFillClrLst>
    <dgm:txEffectClrLst/>
  </dgm:styleLbl>
  <dgm:styleLbl name="bgAccFollowNode1">
    <dgm:fillClrLst meth="repeat">
      <a:schemeClr val="accent1">
        <a:alpha val="90000"/>
        <a:tint val="40000"/>
      </a:schemeClr>
    </dgm:fillClrLst>
    <dgm:linClrLst meth="repeat">
      <a:schemeClr val="accent1">
        <a:alpha val="90000"/>
        <a:tint val="40000"/>
      </a:schemeClr>
    </dgm:linClrLst>
    <dgm:effectClrLst/>
    <dgm:txLinClrLst/>
    <dgm:txFillClrLst meth="repeat">
      <a:schemeClr val="dk1"/>
    </dgm:txFillClrLst>
    <dgm:txEffectClrLst/>
  </dgm:styleLbl>
  <dgm:styleLbl name="fgAcc0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fgAcc2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fgAcc3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fgAcc4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bgShp">
    <dgm:fillClrLst meth="repeat">
      <a:schemeClr val="accent1">
        <a:tint val="4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dkBgShp">
    <dgm:fillClrLst meth="repeat">
      <a:schemeClr val="accent1">
        <a:shade val="80000"/>
      </a:schemeClr>
    </dgm:fillClrLst>
    <dgm:linClrLst meth="repeat">
      <a:schemeClr val="accent1"/>
    </dgm:linClrLst>
    <dgm:effectClrLst/>
    <dgm:txLinClrLst/>
    <dgm:txFillClrLst meth="repeat">
      <a:schemeClr val="lt1"/>
    </dgm:txFillClrLst>
    <dgm:txEffectClrLst/>
  </dgm:styleLbl>
  <dgm:styleLbl name="trBgShp">
    <dgm:fillClrLst meth="repeat">
      <a:schemeClr val="accent1">
        <a:tint val="50000"/>
        <a:alpha val="40000"/>
      </a:schemeClr>
    </dgm:fillClrLst>
    <dgm:linClrLst meth="repeat">
      <a:schemeClr val="accent1"/>
    </dgm:linClrLst>
    <dgm:effectClrLst/>
    <dgm:txLinClrLst/>
    <dgm:txFillClrLst meth="repeat">
      <a:schemeClr val="lt1"/>
    </dgm:txFillClrLst>
    <dgm:txEffectClrLst/>
  </dgm:styleLbl>
  <dgm:styleLbl name="fgShp">
    <dgm:fillClrLst meth="repeat">
      <a:schemeClr val="accent1">
        <a:tint val="60000"/>
      </a:schemeClr>
    </dgm:fillClrLst>
    <dgm:linClrLst meth="repeat">
      <a:schemeClr val="lt1"/>
    </dgm:linClrLst>
    <dgm:effectClrLst/>
    <dgm:txLinClrLst/>
    <dgm:txFillClrLst meth="repeat">
      <a:schemeClr val="dk1"/>
    </dgm:txFillClrLst>
    <dgm:txEffectClrLst/>
  </dgm:styleLbl>
  <dgm:styleLbl name="revTx">
    <dgm:fillClrLst meth="repeat">
      <a:schemeClr val="lt1">
        <a:alpha val="0"/>
      </a:schemeClr>
    </dgm:fillClrLst>
    <dgm:linClrLst meth="repeat">
      <a:schemeClr val="dk1">
        <a:alpha val="0"/>
      </a:schemeClr>
    </dgm:linClrLst>
    <dgm:effectClrLst/>
    <dgm:txLinClrLst/>
    <dgm:txFillClrLst meth="repeat">
      <a:schemeClr val="tx1"/>
    </dgm:txFillClrLst>
    <dgm:txEffectClrLst/>
  </dgm:styleLbl>
</dgm:colorsDef>
</file>

<file path=ppt/diagrams/colors34.xml><?xml version="1.0" encoding="utf-8"?>
<dgm:colorsDef xmlns:dgm="http://schemas.openxmlformats.org/drawingml/2006/diagram" xmlns:a="http://schemas.openxmlformats.org/drawingml/2006/main" uniqueId="urn:microsoft.com/office/officeart/2018/5/colors/Iconchunking_neutralbg_colorful1">
  <dgm:title val=""/>
  <dgm:desc val=""/>
  <dgm:catLst>
    <dgm:cat type="colorful" pri="10100"/>
  </dgm:catLst>
  <dgm:styleLbl name="node0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node1">
    <dgm:fillClrLst meth="repeat">
      <a:schemeClr val="accent2"/>
      <a:schemeClr val="accent3"/>
      <a:schemeClr val="accent4"/>
      <a:schemeClr val="accent5"/>
      <a:schemeClr val="accent6"/>
    </dgm:fillClrLst>
    <dgm:linClrLst meth="repeat">
      <a:schemeClr val="lt1">
        <a:alpha val="0"/>
      </a:schemeClr>
    </dgm:linClrLst>
    <dgm:effectClrLst/>
    <dgm:txLinClrLst/>
    <dgm:txFillClrLst/>
    <dgm:txEffectClrLst/>
  </dgm:styleLbl>
  <dgm:styleLbl name="alignNode1">
    <dgm:fillClrLst meth="repeat">
      <a:schemeClr val="accent2"/>
      <a:schemeClr val="accent3"/>
      <a:schemeClr val="accent4"/>
      <a:schemeClr val="accent5"/>
      <a:schemeClr val="accent6"/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/>
    <dgm:txEffectClrLst/>
  </dgm:styleLbl>
  <dgm:styleLbl name="lnNode1">
    <dgm:fillClrLst meth="repeat">
      <a:schemeClr val="accent2"/>
      <a:schemeClr val="accent3"/>
      <a:schemeClr val="accent4"/>
      <a:schemeClr val="accent5"/>
      <a:schemeClr val="accent6"/>
    </dgm:fillClrLst>
    <dgm:linClrLst meth="repeat">
      <a:schemeClr val="lt1"/>
    </dgm:linClrLst>
    <dgm:effectClrLst/>
    <dgm:txLinClrLst/>
    <dgm:txFillClrLst/>
    <dgm:txEffectClrLst/>
  </dgm:styleLbl>
  <dgm:styleLbl name="vennNode1">
    <dgm:fillClrLst meth="repeat">
      <a:schemeClr val="accent2">
        <a:alpha val="50000"/>
      </a:schemeClr>
      <a:schemeClr val="accent3">
        <a:alpha val="50000"/>
      </a:schemeClr>
      <a:schemeClr val="accent4">
        <a:alpha val="50000"/>
      </a:schemeClr>
      <a:schemeClr val="accent5">
        <a:alpha val="50000"/>
      </a:schemeClr>
      <a:schemeClr val="accent6">
        <a:alpha val="50000"/>
      </a:schemeClr>
    </dgm:fillClrLst>
    <dgm:linClrLst meth="repeat">
      <a:schemeClr val="lt1"/>
    </dgm:linClrLst>
    <dgm:effectClrLst/>
    <dgm:txLinClrLst/>
    <dgm:txFillClrLst/>
    <dgm:txEffectClrLst/>
  </dgm:styleLbl>
  <dgm:styleLbl name="node2">
    <dgm:fillClrLst>
      <a:schemeClr val="accent2"/>
    </dgm:fillClrLst>
    <dgm:linClrLst meth="repeat">
      <a:schemeClr val="lt1"/>
    </dgm:linClrLst>
    <dgm:effectClrLst/>
    <dgm:txLinClrLst/>
    <dgm:txFillClrLst/>
    <dgm:txEffectClrLst/>
  </dgm:styleLbl>
  <dgm:styleLbl name="node3">
    <dgm:fillClrLst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node4">
    <dgm:fillClrLst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fgImgPlace1">
    <dgm:fillClrLst meth="repeat">
      <a:schemeClr val="accent2">
        <a:tint val="50000"/>
      </a:schemeClr>
      <a:schemeClr val="accent3">
        <a:tint val="50000"/>
      </a:schemeClr>
      <a:schemeClr val="accent4">
        <a:tint val="50000"/>
      </a:schemeClr>
      <a:schemeClr val="accent5">
        <a:tint val="50000"/>
      </a:schemeClr>
      <a:schemeClr val="accent6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alignImgPlace1">
    <dgm:fillClrLst>
      <a:schemeClr val="accent1">
        <a:tint val="50000"/>
      </a:schemeClr>
      <a:schemeClr val="accent2">
        <a:tint val="2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bgImgPlace1">
    <dgm:fillClrLst>
      <a:schemeClr val="accent1">
        <a:tint val="50000"/>
      </a:schemeClr>
      <a:schemeClr val="accent2">
        <a:tint val="2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sibTrans2D1">
    <dgm:fillClrLst meth="repeat">
      <a:schemeClr val="accent2"/>
      <a:schemeClr val="accent3"/>
      <a:schemeClr val="accent4"/>
      <a:schemeClr val="accent5"/>
      <a:schemeClr val="accent6"/>
    </dgm:fillClrLst>
    <dgm:linClrLst meth="cycle">
      <a:schemeClr val="lt1"/>
    </dgm:linClrLst>
    <dgm:effectClrLst/>
    <dgm:txLinClrLst/>
    <dgm:txFillClrLst/>
    <dgm:txEffectClrLst/>
  </dgm:styleLbl>
  <dgm:styleLbl name="fgSibTrans2D1">
    <dgm:fillClrLst meth="repeat">
      <a:schemeClr val="accent2"/>
      <a:schemeClr val="accent3"/>
      <a:schemeClr val="accent4"/>
      <a:schemeClr val="accent5"/>
      <a:schemeClr val="accent6"/>
    </dgm:fillClrLst>
    <dgm:linClrLst meth="cycle">
      <a:schemeClr val="lt1"/>
    </dgm:linClrLst>
    <dgm:effectClrLst/>
    <dgm:txLinClrLst/>
    <dgm:txFillClrLst meth="repeat">
      <a:schemeClr val="lt1"/>
    </dgm:txFillClrLst>
    <dgm:txEffectClrLst/>
  </dgm:styleLbl>
  <dgm:styleLbl name="bgSibTrans2D1">
    <dgm:fillClrLst meth="repeat">
      <a:schemeClr val="accent2"/>
      <a:schemeClr val="accent3"/>
      <a:schemeClr val="accent4"/>
      <a:schemeClr val="accent5"/>
      <a:schemeClr val="accent6"/>
    </dgm:fillClrLst>
    <dgm:linClrLst meth="cycle">
      <a:schemeClr val="lt1"/>
    </dgm:linClrLst>
    <dgm:effectClrLst/>
    <dgm:txLinClrLst/>
    <dgm:txFillClrLst meth="repeat">
      <a:schemeClr val="lt1"/>
    </dgm:txFillClrLst>
    <dgm:txEffectClrLst/>
  </dgm:styleLbl>
  <dgm:styleLbl name="sibTrans1D1">
    <dgm:fillClrLst meth="repeat">
      <a:schemeClr val="accent2"/>
      <a:schemeClr val="accent3"/>
      <a:schemeClr val="accent4"/>
      <a:schemeClr val="accent5"/>
      <a:schemeClr val="accent6"/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tx1"/>
    </dgm:txFillClrLst>
    <dgm:txEffectClrLst/>
  </dgm:styleLbl>
  <dgm:styleLbl name="callout">
    <dgm:fillClrLst meth="repeat">
      <a:schemeClr val="accent2"/>
    </dgm:fillClrLst>
    <dgm:linClrLst meth="repeat">
      <a:schemeClr val="accent2">
        <a:tint val="50000"/>
      </a:schemeClr>
    </dgm:linClrLst>
    <dgm:effectClrLst/>
    <dgm:txLinClrLst/>
    <dgm:txFillClrLst meth="repeat">
      <a:schemeClr val="tx1"/>
    </dgm:txFillClrLst>
    <dgm:txEffectClrLst/>
  </dgm:styleLbl>
  <dgm:styleLbl name="asst0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sst1">
    <dgm:fillClrLst meth="repeat">
      <a:schemeClr val="accent2"/>
    </dgm:fillClrLst>
    <dgm:linClrLst meth="repeat">
      <a:schemeClr val="lt1"/>
    </dgm:linClrLst>
    <dgm:effectClrLst/>
    <dgm:txLinClrLst/>
    <dgm:txFillClrLst/>
    <dgm:txEffectClrLst/>
  </dgm:styleLbl>
  <dgm:styleLbl name="asst2">
    <dgm:fillClrLst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asst3">
    <dgm:fillClrLst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asst4">
    <dgm:fillClrLst>
      <a:schemeClr val="accent5"/>
    </dgm:fillClrLst>
    <dgm:linClrLst meth="repeat">
      <a:schemeClr val="lt1"/>
    </dgm:linClrLst>
    <dgm:effectClrLst/>
    <dgm:txLinClrLst/>
    <dgm:txFillClrLst/>
    <dgm:txEffectClrLst/>
  </dgm:styleLbl>
  <dgm:styleLbl name="parChTrans2D1">
    <dgm:fillClrLst meth="repeat">
      <a:schemeClr val="accent2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parChTrans2D2">
    <dgm:fillClrLst meth="repeat"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parChTrans2D3">
    <dgm:fillClrLst meth="repeat"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parChTrans2D4">
    <dgm:fillClrLst meth="repeat">
      <a:schemeClr val="accent5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parChTrans1D1">
    <dgm:fillClrLst meth="repeat">
      <a:schemeClr val="accent2"/>
    </dgm:fillClrLst>
    <dgm:linClrLst meth="repeat">
      <a:schemeClr val="accent1"/>
    </dgm:linClrLst>
    <dgm:effectClrLst/>
    <dgm:txLinClrLst/>
    <dgm:txFillClrLst meth="repeat">
      <a:schemeClr val="tx1"/>
    </dgm:txFillClrLst>
    <dgm:txEffectClrLst/>
  </dgm:styleLbl>
  <dgm:styleLbl name="parChTrans1D2">
    <dgm:fillClrLst meth="repeat">
      <a:schemeClr val="accent3">
        <a:tint val="90000"/>
      </a:schemeClr>
    </dgm:fillClrLst>
    <dgm:linClrLst meth="repeat">
      <a:schemeClr val="accent2"/>
    </dgm:linClrLst>
    <dgm:effectClrLst/>
    <dgm:txLinClrLst/>
    <dgm:txFillClrLst meth="repeat">
      <a:schemeClr val="tx1"/>
    </dgm:txFillClrLst>
    <dgm:txEffectClrLst/>
  </dgm:styleLbl>
  <dgm:styleLbl name="parChTrans1D3">
    <dgm:fillClrLst meth="repeat">
      <a:schemeClr val="accent4">
        <a:tint val="70000"/>
      </a:schemeClr>
    </dgm:fillClrLst>
    <dgm:linClrLst meth="repeat">
      <a:schemeClr val="accent3"/>
    </dgm:linClrLst>
    <dgm:effectClrLst/>
    <dgm:txLinClrLst/>
    <dgm:txFillClrLst meth="repeat">
      <a:schemeClr val="tx1"/>
    </dgm:txFillClrLst>
    <dgm:txEffectClrLst/>
  </dgm:styleLbl>
  <dgm:styleLbl name="parChTrans1D4">
    <dgm:fillClrLst meth="repeat">
      <a:schemeClr val="accent5">
        <a:tint val="50000"/>
      </a:schemeClr>
    </dgm:fillClrLst>
    <dgm:linClrLst meth="repeat">
      <a:schemeClr val="accent4"/>
    </dgm:linClrLst>
    <dgm:effectClrLst/>
    <dgm:txLinClrLst/>
    <dgm:txFillClrLst meth="repeat">
      <a:schemeClr val="tx1"/>
    </dgm:txFillClrLst>
    <dgm:txEffectClrLst/>
  </dgm:styleLbl>
  <dgm:styleLbl name="fgAcc1">
    <dgm:fillClrLst meth="repeat">
      <a:schemeClr val="lt1">
        <a:alpha val="90000"/>
      </a:schemeClr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conFgAcc1">
    <dgm:fillClrLst meth="repeat">
      <a:schemeClr val="lt1">
        <a:alpha val="90000"/>
      </a:schemeClr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alignAcc1">
    <dgm:fillClrLst meth="repeat">
      <a:schemeClr val="lt1">
        <a:alpha val="90000"/>
      </a:schemeClr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trAlignAcc1">
    <dgm:fillClrLst meth="repeat">
      <a:schemeClr val="lt1">
        <a:alpha val="4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bgAcc1">
    <dgm:fillClrLst meth="repeat">
      <a:schemeClr val="lt1">
        <a:alpha val="90000"/>
      </a:schemeClr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solidFgAcc1">
    <dgm:fillClrLst meth="repeat">
      <a:schemeClr val="lt1"/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solidAlignAcc1">
    <dgm:fillClrLst meth="repeat">
      <a:schemeClr val="lt1"/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solidBgAcc1">
    <dgm:fillClrLst meth="repeat">
      <a:schemeClr val="lt1"/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fgAccFollowNode1">
    <dgm:fillClrLst meth="repeat">
      <a:schemeClr val="accent2">
        <a:tint val="40000"/>
        <a:alpha val="90000"/>
      </a:schemeClr>
      <a:schemeClr val="accent3">
        <a:tint val="40000"/>
        <a:alpha val="90000"/>
      </a:schemeClr>
      <a:schemeClr val="accent4">
        <a:tint val="40000"/>
        <a:alpha val="90000"/>
      </a:schemeClr>
      <a:schemeClr val="accent5">
        <a:tint val="40000"/>
        <a:alpha val="90000"/>
      </a:schemeClr>
      <a:schemeClr val="accent6">
        <a:tint val="40000"/>
        <a:alpha val="90000"/>
      </a:schemeClr>
    </dgm:fillClrLst>
    <dgm:linClrLst meth="repeat">
      <a:schemeClr val="accent2">
        <a:tint val="40000"/>
        <a:alpha val="90000"/>
      </a:schemeClr>
      <a:schemeClr val="accent3">
        <a:tint val="40000"/>
        <a:alpha val="90000"/>
      </a:schemeClr>
      <a:schemeClr val="accent4">
        <a:tint val="40000"/>
        <a:alpha val="90000"/>
      </a:schemeClr>
      <a:schemeClr val="accent5">
        <a:tint val="40000"/>
        <a:alpha val="90000"/>
      </a:schemeClr>
      <a:schemeClr val="accent6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alignAccFollowNode1">
    <dgm:fillClrLst meth="repeat">
      <a:schemeClr val="accent2">
        <a:tint val="40000"/>
        <a:alpha val="90000"/>
      </a:schemeClr>
      <a:schemeClr val="accent3">
        <a:tint val="40000"/>
        <a:alpha val="90000"/>
      </a:schemeClr>
      <a:schemeClr val="accent4">
        <a:tint val="40000"/>
        <a:alpha val="90000"/>
      </a:schemeClr>
      <a:schemeClr val="accent5">
        <a:tint val="40000"/>
        <a:alpha val="90000"/>
      </a:schemeClr>
      <a:schemeClr val="accent6">
        <a:tint val="40000"/>
        <a:alpha val="90000"/>
      </a:schemeClr>
    </dgm:fillClrLst>
    <dgm:linClrLst meth="repeat">
      <a:schemeClr val="accent2">
        <a:tint val="40000"/>
        <a:alpha val="90000"/>
      </a:schemeClr>
      <a:schemeClr val="accent3">
        <a:tint val="40000"/>
        <a:alpha val="90000"/>
      </a:schemeClr>
      <a:schemeClr val="accent4">
        <a:tint val="40000"/>
        <a:alpha val="90000"/>
      </a:schemeClr>
      <a:schemeClr val="accent5">
        <a:tint val="40000"/>
        <a:alpha val="90000"/>
      </a:schemeClr>
      <a:schemeClr val="accent6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bgAccFollowNode1">
    <dgm:fillClrLst meth="repeat">
      <a:schemeClr val="accent2">
        <a:tint val="40000"/>
        <a:alpha val="90000"/>
      </a:schemeClr>
      <a:schemeClr val="accent3">
        <a:tint val="40000"/>
        <a:alpha val="90000"/>
      </a:schemeClr>
      <a:schemeClr val="accent4">
        <a:tint val="40000"/>
        <a:alpha val="90000"/>
      </a:schemeClr>
      <a:schemeClr val="accent5">
        <a:tint val="40000"/>
        <a:alpha val="90000"/>
      </a:schemeClr>
      <a:schemeClr val="accent6">
        <a:tint val="40000"/>
        <a:alpha val="90000"/>
      </a:schemeClr>
    </dgm:fillClrLst>
    <dgm:linClrLst meth="repeat">
      <a:schemeClr val="accent2">
        <a:tint val="40000"/>
        <a:alpha val="90000"/>
      </a:schemeClr>
      <a:schemeClr val="accent3">
        <a:tint val="40000"/>
        <a:alpha val="90000"/>
      </a:schemeClr>
      <a:schemeClr val="accent4">
        <a:tint val="40000"/>
        <a:alpha val="90000"/>
      </a:schemeClr>
      <a:schemeClr val="accent5">
        <a:tint val="40000"/>
        <a:alpha val="90000"/>
      </a:schemeClr>
      <a:schemeClr val="accent6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fgAcc0">
    <dgm:fillClrLst meth="repeat">
      <a:schemeClr val="lt1">
        <a:alpha val="90000"/>
      </a:schemeClr>
    </dgm:fillClrLst>
    <dgm:linClrLst>
      <a:schemeClr val="accent1"/>
    </dgm:linClrLst>
    <dgm:effectClrLst/>
    <dgm:txLinClrLst/>
    <dgm:txFillClrLst meth="repeat">
      <a:schemeClr val="dk1"/>
    </dgm:txFillClrLst>
    <dgm:txEffectClrLst/>
  </dgm:styleLbl>
  <dgm:styleLbl name="fgAcc2">
    <dgm:fillClrLst meth="repeat">
      <a:schemeClr val="lt1">
        <a:alpha val="90000"/>
      </a:schemeClr>
    </dgm:fillClrLst>
    <dgm:linClrLst>
      <a:schemeClr val="accent2"/>
    </dgm:linClrLst>
    <dgm:effectClrLst/>
    <dgm:txLinClrLst/>
    <dgm:txFillClrLst meth="repeat">
      <a:schemeClr val="dk1"/>
    </dgm:txFillClrLst>
    <dgm:txEffectClrLst/>
  </dgm:styleLbl>
  <dgm:styleLbl name="fgAcc3">
    <dgm:fillClrLst meth="repeat">
      <a:schemeClr val="lt1">
        <a:alpha val="90000"/>
      </a:schemeClr>
    </dgm:fillClrLst>
    <dgm:linClrLst>
      <a:schemeClr val="accent3"/>
    </dgm:linClrLst>
    <dgm:effectClrLst/>
    <dgm:txLinClrLst/>
    <dgm:txFillClrLst meth="repeat">
      <a:schemeClr val="dk1"/>
    </dgm:txFillClrLst>
    <dgm:txEffectClrLst/>
  </dgm:styleLbl>
  <dgm:styleLbl name="fgAcc4">
    <dgm:fillClrLst meth="repeat">
      <a:schemeClr val="lt1">
        <a:alpha val="90000"/>
      </a:schemeClr>
    </dgm:fillClrLst>
    <dgm:linClrLst>
      <a:schemeClr val="accent4"/>
    </dgm:linClrLst>
    <dgm:effectClrLst/>
    <dgm:txLinClrLst/>
    <dgm:txFillClrLst meth="repeat">
      <a:schemeClr val="dk1"/>
    </dgm:txFillClrLst>
    <dgm:txEffectClrLst/>
  </dgm:styleLbl>
  <dgm:styleLbl name="bgShp">
    <dgm:fillClrLst meth="repeat">
      <a:schemeClr val="bg1">
        <a:lumMod val="95000"/>
      </a:schemeClr>
    </dgm:fillClrLst>
    <dgm:linClrLst meth="repeat">
      <a:schemeClr val="dk1"/>
    </dgm:linClrLst>
    <dgm:effectClrLst/>
    <dgm:txLinClrLst/>
    <dgm:txFillClrLst meth="repeat">
      <a:schemeClr val="dk1"/>
    </dgm:txFillClrLst>
    <dgm:txEffectClrLst/>
  </dgm:styleLbl>
  <dgm:styleLbl name="dkBgShp">
    <dgm:fillClrLst meth="repeat">
      <a:schemeClr val="accent2">
        <a:shade val="90000"/>
      </a:schemeClr>
    </dgm:fillClrLst>
    <dgm:linClrLst meth="repeat">
      <a:schemeClr val="dk1"/>
    </dgm:linClrLst>
    <dgm:effectClrLst/>
    <dgm:txLinClrLst/>
    <dgm:txFillClrLst meth="repeat">
      <a:schemeClr val="lt1"/>
    </dgm:txFillClrLst>
    <dgm:txEffectClrLst/>
  </dgm:styleLbl>
  <dgm:styleLbl name="trBgShp">
    <dgm:fillClrLst meth="repeat">
      <a:schemeClr val="accent1">
        <a:tint val="50000"/>
        <a:alpha val="40000"/>
      </a:schemeClr>
    </dgm:fillClrLst>
    <dgm:linClrLst meth="repeat">
      <a:schemeClr val="accent2"/>
    </dgm:linClrLst>
    <dgm:effectClrLst/>
    <dgm:txLinClrLst/>
    <dgm:txFillClrLst meth="repeat">
      <a:schemeClr val="lt1"/>
    </dgm:txFillClrLst>
    <dgm:txEffectClrLst/>
  </dgm:styleLbl>
  <dgm:styleLbl name="fgShp">
    <dgm:fillClrLst meth="repeat">
      <a:schemeClr val="accent2">
        <a:tint val="40000"/>
      </a:schemeClr>
    </dgm:fillClrLst>
    <dgm:linClrLst meth="repeat">
      <a:schemeClr val="lt1"/>
    </dgm:linClrLst>
    <dgm:effectClrLst/>
    <dgm:txLinClrLst/>
    <dgm:txFillClrLst meth="repeat">
      <a:schemeClr val="dk1"/>
    </dgm:txFillClrLst>
    <dgm:txEffectClrLst/>
  </dgm:styleLbl>
  <dgm:styleLbl name="revTx">
    <dgm:fillClrLst meth="repeat">
      <a:schemeClr val="lt1">
        <a:alpha val="0"/>
      </a:schemeClr>
    </dgm:fillClrLst>
    <dgm:linClrLst meth="repeat">
      <a:schemeClr val="dk1">
        <a:alpha val="0"/>
      </a:schemeClr>
    </dgm:linClrLst>
    <dgm:effectClrLst/>
    <dgm:txLinClrLst/>
    <dgm:txFillClrLst meth="repeat">
      <a:schemeClr val="tx1"/>
    </dgm:txFillClrLst>
    <dgm:txEffectClrLst/>
  </dgm:styleLbl>
</dgm:colorsDef>
</file>

<file path=ppt/diagrams/colors35.xml><?xml version="1.0" encoding="utf-8"?>
<dgm:colorsDef xmlns:dgm="http://schemas.openxmlformats.org/drawingml/2006/diagram" xmlns:a="http://schemas.openxmlformats.org/drawingml/2006/main" uniqueId="urn:microsoft.com/office/officeart/2018/5/colors/Iconchunking_neutralbg_colorful1">
  <dgm:title val=""/>
  <dgm:desc val=""/>
  <dgm:catLst>
    <dgm:cat type="colorful" pri="10100"/>
  </dgm:catLst>
  <dgm:styleLbl name="node0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node1">
    <dgm:fillClrLst meth="repeat">
      <a:schemeClr val="accent2"/>
      <a:schemeClr val="accent3"/>
      <a:schemeClr val="accent4"/>
      <a:schemeClr val="accent5"/>
      <a:schemeClr val="accent6"/>
    </dgm:fillClrLst>
    <dgm:linClrLst meth="repeat">
      <a:schemeClr val="lt1">
        <a:alpha val="0"/>
      </a:schemeClr>
    </dgm:linClrLst>
    <dgm:effectClrLst/>
    <dgm:txLinClrLst/>
    <dgm:txFillClrLst/>
    <dgm:txEffectClrLst/>
  </dgm:styleLbl>
  <dgm:styleLbl name="alignNode1">
    <dgm:fillClrLst meth="repeat">
      <a:schemeClr val="accent2"/>
      <a:schemeClr val="accent3"/>
      <a:schemeClr val="accent4"/>
      <a:schemeClr val="accent5"/>
      <a:schemeClr val="accent6"/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/>
    <dgm:txEffectClrLst/>
  </dgm:styleLbl>
  <dgm:styleLbl name="lnNode1">
    <dgm:fillClrLst meth="repeat">
      <a:schemeClr val="accent2"/>
      <a:schemeClr val="accent3"/>
      <a:schemeClr val="accent4"/>
      <a:schemeClr val="accent5"/>
      <a:schemeClr val="accent6"/>
    </dgm:fillClrLst>
    <dgm:linClrLst meth="repeat">
      <a:schemeClr val="lt1"/>
    </dgm:linClrLst>
    <dgm:effectClrLst/>
    <dgm:txLinClrLst/>
    <dgm:txFillClrLst/>
    <dgm:txEffectClrLst/>
  </dgm:styleLbl>
  <dgm:styleLbl name="vennNode1">
    <dgm:fillClrLst meth="repeat">
      <a:schemeClr val="accent2">
        <a:alpha val="50000"/>
      </a:schemeClr>
      <a:schemeClr val="accent3">
        <a:alpha val="50000"/>
      </a:schemeClr>
      <a:schemeClr val="accent4">
        <a:alpha val="50000"/>
      </a:schemeClr>
      <a:schemeClr val="accent5">
        <a:alpha val="50000"/>
      </a:schemeClr>
      <a:schemeClr val="accent6">
        <a:alpha val="50000"/>
      </a:schemeClr>
    </dgm:fillClrLst>
    <dgm:linClrLst meth="repeat">
      <a:schemeClr val="lt1"/>
    </dgm:linClrLst>
    <dgm:effectClrLst/>
    <dgm:txLinClrLst/>
    <dgm:txFillClrLst/>
    <dgm:txEffectClrLst/>
  </dgm:styleLbl>
  <dgm:styleLbl name="node2">
    <dgm:fillClrLst>
      <a:schemeClr val="accent2"/>
    </dgm:fillClrLst>
    <dgm:linClrLst meth="repeat">
      <a:schemeClr val="lt1"/>
    </dgm:linClrLst>
    <dgm:effectClrLst/>
    <dgm:txLinClrLst/>
    <dgm:txFillClrLst/>
    <dgm:txEffectClrLst/>
  </dgm:styleLbl>
  <dgm:styleLbl name="node3">
    <dgm:fillClrLst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node4">
    <dgm:fillClrLst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fgImgPlace1">
    <dgm:fillClrLst meth="repeat">
      <a:schemeClr val="accent2">
        <a:tint val="50000"/>
      </a:schemeClr>
      <a:schemeClr val="accent3">
        <a:tint val="50000"/>
      </a:schemeClr>
      <a:schemeClr val="accent4">
        <a:tint val="50000"/>
      </a:schemeClr>
      <a:schemeClr val="accent5">
        <a:tint val="50000"/>
      </a:schemeClr>
      <a:schemeClr val="accent6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alignImgPlace1">
    <dgm:fillClrLst>
      <a:schemeClr val="accent1">
        <a:tint val="50000"/>
      </a:schemeClr>
      <a:schemeClr val="accent2">
        <a:tint val="2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bgImgPlace1">
    <dgm:fillClrLst>
      <a:schemeClr val="accent1">
        <a:tint val="50000"/>
      </a:schemeClr>
      <a:schemeClr val="accent2">
        <a:tint val="2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sibTrans2D1">
    <dgm:fillClrLst meth="repeat">
      <a:schemeClr val="accent2"/>
      <a:schemeClr val="accent3"/>
      <a:schemeClr val="accent4"/>
      <a:schemeClr val="accent5"/>
      <a:schemeClr val="accent6"/>
    </dgm:fillClrLst>
    <dgm:linClrLst meth="cycle">
      <a:schemeClr val="lt1"/>
    </dgm:linClrLst>
    <dgm:effectClrLst/>
    <dgm:txLinClrLst/>
    <dgm:txFillClrLst/>
    <dgm:txEffectClrLst/>
  </dgm:styleLbl>
  <dgm:styleLbl name="fgSibTrans2D1">
    <dgm:fillClrLst meth="repeat">
      <a:schemeClr val="accent2"/>
      <a:schemeClr val="accent3"/>
      <a:schemeClr val="accent4"/>
      <a:schemeClr val="accent5"/>
      <a:schemeClr val="accent6"/>
    </dgm:fillClrLst>
    <dgm:linClrLst meth="cycle">
      <a:schemeClr val="lt1"/>
    </dgm:linClrLst>
    <dgm:effectClrLst/>
    <dgm:txLinClrLst/>
    <dgm:txFillClrLst meth="repeat">
      <a:schemeClr val="lt1"/>
    </dgm:txFillClrLst>
    <dgm:txEffectClrLst/>
  </dgm:styleLbl>
  <dgm:styleLbl name="bgSibTrans2D1">
    <dgm:fillClrLst meth="repeat">
      <a:schemeClr val="accent2"/>
      <a:schemeClr val="accent3"/>
      <a:schemeClr val="accent4"/>
      <a:schemeClr val="accent5"/>
      <a:schemeClr val="accent6"/>
    </dgm:fillClrLst>
    <dgm:linClrLst meth="cycle">
      <a:schemeClr val="lt1"/>
    </dgm:linClrLst>
    <dgm:effectClrLst/>
    <dgm:txLinClrLst/>
    <dgm:txFillClrLst meth="repeat">
      <a:schemeClr val="lt1"/>
    </dgm:txFillClrLst>
    <dgm:txEffectClrLst/>
  </dgm:styleLbl>
  <dgm:styleLbl name="sibTrans1D1">
    <dgm:fillClrLst meth="repeat">
      <a:schemeClr val="accent2"/>
      <a:schemeClr val="accent3"/>
      <a:schemeClr val="accent4"/>
      <a:schemeClr val="accent5"/>
      <a:schemeClr val="accent6"/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tx1"/>
    </dgm:txFillClrLst>
    <dgm:txEffectClrLst/>
  </dgm:styleLbl>
  <dgm:styleLbl name="callout">
    <dgm:fillClrLst meth="repeat">
      <a:schemeClr val="accent2"/>
    </dgm:fillClrLst>
    <dgm:linClrLst meth="repeat">
      <a:schemeClr val="accent2">
        <a:tint val="50000"/>
      </a:schemeClr>
    </dgm:linClrLst>
    <dgm:effectClrLst/>
    <dgm:txLinClrLst/>
    <dgm:txFillClrLst meth="repeat">
      <a:schemeClr val="tx1"/>
    </dgm:txFillClrLst>
    <dgm:txEffectClrLst/>
  </dgm:styleLbl>
  <dgm:styleLbl name="asst0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sst1">
    <dgm:fillClrLst meth="repeat">
      <a:schemeClr val="accent2"/>
    </dgm:fillClrLst>
    <dgm:linClrLst meth="repeat">
      <a:schemeClr val="lt1"/>
    </dgm:linClrLst>
    <dgm:effectClrLst/>
    <dgm:txLinClrLst/>
    <dgm:txFillClrLst/>
    <dgm:txEffectClrLst/>
  </dgm:styleLbl>
  <dgm:styleLbl name="asst2">
    <dgm:fillClrLst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asst3">
    <dgm:fillClrLst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asst4">
    <dgm:fillClrLst>
      <a:schemeClr val="accent5"/>
    </dgm:fillClrLst>
    <dgm:linClrLst meth="repeat">
      <a:schemeClr val="lt1"/>
    </dgm:linClrLst>
    <dgm:effectClrLst/>
    <dgm:txLinClrLst/>
    <dgm:txFillClrLst/>
    <dgm:txEffectClrLst/>
  </dgm:styleLbl>
  <dgm:styleLbl name="parChTrans2D1">
    <dgm:fillClrLst meth="repeat">
      <a:schemeClr val="accent2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parChTrans2D2">
    <dgm:fillClrLst meth="repeat"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parChTrans2D3">
    <dgm:fillClrLst meth="repeat"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parChTrans2D4">
    <dgm:fillClrLst meth="repeat">
      <a:schemeClr val="accent5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parChTrans1D1">
    <dgm:fillClrLst meth="repeat">
      <a:schemeClr val="accent2"/>
    </dgm:fillClrLst>
    <dgm:linClrLst meth="repeat">
      <a:schemeClr val="accent1"/>
    </dgm:linClrLst>
    <dgm:effectClrLst/>
    <dgm:txLinClrLst/>
    <dgm:txFillClrLst meth="repeat">
      <a:schemeClr val="tx1"/>
    </dgm:txFillClrLst>
    <dgm:txEffectClrLst/>
  </dgm:styleLbl>
  <dgm:styleLbl name="parChTrans1D2">
    <dgm:fillClrLst meth="repeat">
      <a:schemeClr val="accent3">
        <a:tint val="90000"/>
      </a:schemeClr>
    </dgm:fillClrLst>
    <dgm:linClrLst meth="repeat">
      <a:schemeClr val="accent2"/>
    </dgm:linClrLst>
    <dgm:effectClrLst/>
    <dgm:txLinClrLst/>
    <dgm:txFillClrLst meth="repeat">
      <a:schemeClr val="tx1"/>
    </dgm:txFillClrLst>
    <dgm:txEffectClrLst/>
  </dgm:styleLbl>
  <dgm:styleLbl name="parChTrans1D3">
    <dgm:fillClrLst meth="repeat">
      <a:schemeClr val="accent4">
        <a:tint val="70000"/>
      </a:schemeClr>
    </dgm:fillClrLst>
    <dgm:linClrLst meth="repeat">
      <a:schemeClr val="accent3"/>
    </dgm:linClrLst>
    <dgm:effectClrLst/>
    <dgm:txLinClrLst/>
    <dgm:txFillClrLst meth="repeat">
      <a:schemeClr val="tx1"/>
    </dgm:txFillClrLst>
    <dgm:txEffectClrLst/>
  </dgm:styleLbl>
  <dgm:styleLbl name="parChTrans1D4">
    <dgm:fillClrLst meth="repeat">
      <a:schemeClr val="accent5">
        <a:tint val="50000"/>
      </a:schemeClr>
    </dgm:fillClrLst>
    <dgm:linClrLst meth="repeat">
      <a:schemeClr val="accent4"/>
    </dgm:linClrLst>
    <dgm:effectClrLst/>
    <dgm:txLinClrLst/>
    <dgm:txFillClrLst meth="repeat">
      <a:schemeClr val="tx1"/>
    </dgm:txFillClrLst>
    <dgm:txEffectClrLst/>
  </dgm:styleLbl>
  <dgm:styleLbl name="fgAcc1">
    <dgm:fillClrLst meth="repeat">
      <a:schemeClr val="lt1">
        <a:alpha val="90000"/>
      </a:schemeClr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conFgAcc1">
    <dgm:fillClrLst meth="repeat">
      <a:schemeClr val="lt1">
        <a:alpha val="90000"/>
      </a:schemeClr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alignAcc1">
    <dgm:fillClrLst meth="repeat">
      <a:schemeClr val="lt1">
        <a:alpha val="90000"/>
      </a:schemeClr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trAlignAcc1">
    <dgm:fillClrLst meth="repeat">
      <a:schemeClr val="lt1">
        <a:alpha val="4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bgAcc1">
    <dgm:fillClrLst meth="repeat">
      <a:schemeClr val="lt1">
        <a:alpha val="90000"/>
      </a:schemeClr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solidFgAcc1">
    <dgm:fillClrLst meth="repeat">
      <a:schemeClr val="lt1"/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solidAlignAcc1">
    <dgm:fillClrLst meth="repeat">
      <a:schemeClr val="lt1"/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solidBgAcc1">
    <dgm:fillClrLst meth="repeat">
      <a:schemeClr val="lt1"/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fgAccFollowNode1">
    <dgm:fillClrLst meth="repeat">
      <a:schemeClr val="accent2">
        <a:tint val="40000"/>
        <a:alpha val="90000"/>
      </a:schemeClr>
      <a:schemeClr val="accent3">
        <a:tint val="40000"/>
        <a:alpha val="90000"/>
      </a:schemeClr>
      <a:schemeClr val="accent4">
        <a:tint val="40000"/>
        <a:alpha val="90000"/>
      </a:schemeClr>
      <a:schemeClr val="accent5">
        <a:tint val="40000"/>
        <a:alpha val="90000"/>
      </a:schemeClr>
      <a:schemeClr val="accent6">
        <a:tint val="40000"/>
        <a:alpha val="90000"/>
      </a:schemeClr>
    </dgm:fillClrLst>
    <dgm:linClrLst meth="repeat">
      <a:schemeClr val="accent2">
        <a:tint val="40000"/>
        <a:alpha val="90000"/>
      </a:schemeClr>
      <a:schemeClr val="accent3">
        <a:tint val="40000"/>
        <a:alpha val="90000"/>
      </a:schemeClr>
      <a:schemeClr val="accent4">
        <a:tint val="40000"/>
        <a:alpha val="90000"/>
      </a:schemeClr>
      <a:schemeClr val="accent5">
        <a:tint val="40000"/>
        <a:alpha val="90000"/>
      </a:schemeClr>
      <a:schemeClr val="accent6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alignAccFollowNode1">
    <dgm:fillClrLst meth="repeat">
      <a:schemeClr val="accent2">
        <a:tint val="40000"/>
        <a:alpha val="90000"/>
      </a:schemeClr>
      <a:schemeClr val="accent3">
        <a:tint val="40000"/>
        <a:alpha val="90000"/>
      </a:schemeClr>
      <a:schemeClr val="accent4">
        <a:tint val="40000"/>
        <a:alpha val="90000"/>
      </a:schemeClr>
      <a:schemeClr val="accent5">
        <a:tint val="40000"/>
        <a:alpha val="90000"/>
      </a:schemeClr>
      <a:schemeClr val="accent6">
        <a:tint val="40000"/>
        <a:alpha val="90000"/>
      </a:schemeClr>
    </dgm:fillClrLst>
    <dgm:linClrLst meth="repeat">
      <a:schemeClr val="accent2">
        <a:tint val="40000"/>
        <a:alpha val="90000"/>
      </a:schemeClr>
      <a:schemeClr val="accent3">
        <a:tint val="40000"/>
        <a:alpha val="90000"/>
      </a:schemeClr>
      <a:schemeClr val="accent4">
        <a:tint val="40000"/>
        <a:alpha val="90000"/>
      </a:schemeClr>
      <a:schemeClr val="accent5">
        <a:tint val="40000"/>
        <a:alpha val="90000"/>
      </a:schemeClr>
      <a:schemeClr val="accent6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bgAccFollowNode1">
    <dgm:fillClrLst meth="repeat">
      <a:schemeClr val="accent2">
        <a:tint val="40000"/>
        <a:alpha val="90000"/>
      </a:schemeClr>
      <a:schemeClr val="accent3">
        <a:tint val="40000"/>
        <a:alpha val="90000"/>
      </a:schemeClr>
      <a:schemeClr val="accent4">
        <a:tint val="40000"/>
        <a:alpha val="90000"/>
      </a:schemeClr>
      <a:schemeClr val="accent5">
        <a:tint val="40000"/>
        <a:alpha val="90000"/>
      </a:schemeClr>
      <a:schemeClr val="accent6">
        <a:tint val="40000"/>
        <a:alpha val="90000"/>
      </a:schemeClr>
    </dgm:fillClrLst>
    <dgm:linClrLst meth="repeat">
      <a:schemeClr val="accent2">
        <a:tint val="40000"/>
        <a:alpha val="90000"/>
      </a:schemeClr>
      <a:schemeClr val="accent3">
        <a:tint val="40000"/>
        <a:alpha val="90000"/>
      </a:schemeClr>
      <a:schemeClr val="accent4">
        <a:tint val="40000"/>
        <a:alpha val="90000"/>
      </a:schemeClr>
      <a:schemeClr val="accent5">
        <a:tint val="40000"/>
        <a:alpha val="90000"/>
      </a:schemeClr>
      <a:schemeClr val="accent6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fgAcc0">
    <dgm:fillClrLst meth="repeat">
      <a:schemeClr val="lt1">
        <a:alpha val="90000"/>
      </a:schemeClr>
    </dgm:fillClrLst>
    <dgm:linClrLst>
      <a:schemeClr val="accent1"/>
    </dgm:linClrLst>
    <dgm:effectClrLst/>
    <dgm:txLinClrLst/>
    <dgm:txFillClrLst meth="repeat">
      <a:schemeClr val="dk1"/>
    </dgm:txFillClrLst>
    <dgm:txEffectClrLst/>
  </dgm:styleLbl>
  <dgm:styleLbl name="fgAcc2">
    <dgm:fillClrLst meth="repeat">
      <a:schemeClr val="lt1">
        <a:alpha val="90000"/>
      </a:schemeClr>
    </dgm:fillClrLst>
    <dgm:linClrLst>
      <a:schemeClr val="accent2"/>
    </dgm:linClrLst>
    <dgm:effectClrLst/>
    <dgm:txLinClrLst/>
    <dgm:txFillClrLst meth="repeat">
      <a:schemeClr val="dk1"/>
    </dgm:txFillClrLst>
    <dgm:txEffectClrLst/>
  </dgm:styleLbl>
  <dgm:styleLbl name="fgAcc3">
    <dgm:fillClrLst meth="repeat">
      <a:schemeClr val="lt1">
        <a:alpha val="90000"/>
      </a:schemeClr>
    </dgm:fillClrLst>
    <dgm:linClrLst>
      <a:schemeClr val="accent3"/>
    </dgm:linClrLst>
    <dgm:effectClrLst/>
    <dgm:txLinClrLst/>
    <dgm:txFillClrLst meth="repeat">
      <a:schemeClr val="dk1"/>
    </dgm:txFillClrLst>
    <dgm:txEffectClrLst/>
  </dgm:styleLbl>
  <dgm:styleLbl name="fgAcc4">
    <dgm:fillClrLst meth="repeat">
      <a:schemeClr val="lt1">
        <a:alpha val="90000"/>
      </a:schemeClr>
    </dgm:fillClrLst>
    <dgm:linClrLst>
      <a:schemeClr val="accent4"/>
    </dgm:linClrLst>
    <dgm:effectClrLst/>
    <dgm:txLinClrLst/>
    <dgm:txFillClrLst meth="repeat">
      <a:schemeClr val="dk1"/>
    </dgm:txFillClrLst>
    <dgm:txEffectClrLst/>
  </dgm:styleLbl>
  <dgm:styleLbl name="bgShp">
    <dgm:fillClrLst meth="repeat">
      <a:schemeClr val="bg1">
        <a:lumMod val="95000"/>
      </a:schemeClr>
    </dgm:fillClrLst>
    <dgm:linClrLst meth="repeat">
      <a:schemeClr val="dk1"/>
    </dgm:linClrLst>
    <dgm:effectClrLst/>
    <dgm:txLinClrLst/>
    <dgm:txFillClrLst meth="repeat">
      <a:schemeClr val="dk1"/>
    </dgm:txFillClrLst>
    <dgm:txEffectClrLst/>
  </dgm:styleLbl>
  <dgm:styleLbl name="dkBgShp">
    <dgm:fillClrLst meth="repeat">
      <a:schemeClr val="accent2">
        <a:shade val="90000"/>
      </a:schemeClr>
    </dgm:fillClrLst>
    <dgm:linClrLst meth="repeat">
      <a:schemeClr val="dk1"/>
    </dgm:linClrLst>
    <dgm:effectClrLst/>
    <dgm:txLinClrLst/>
    <dgm:txFillClrLst meth="repeat">
      <a:schemeClr val="lt1"/>
    </dgm:txFillClrLst>
    <dgm:txEffectClrLst/>
  </dgm:styleLbl>
  <dgm:styleLbl name="trBgShp">
    <dgm:fillClrLst meth="repeat">
      <a:schemeClr val="accent1">
        <a:tint val="50000"/>
        <a:alpha val="40000"/>
      </a:schemeClr>
    </dgm:fillClrLst>
    <dgm:linClrLst meth="repeat">
      <a:schemeClr val="accent2"/>
    </dgm:linClrLst>
    <dgm:effectClrLst/>
    <dgm:txLinClrLst/>
    <dgm:txFillClrLst meth="repeat">
      <a:schemeClr val="lt1"/>
    </dgm:txFillClrLst>
    <dgm:txEffectClrLst/>
  </dgm:styleLbl>
  <dgm:styleLbl name="fgShp">
    <dgm:fillClrLst meth="repeat">
      <a:schemeClr val="accent2">
        <a:tint val="40000"/>
      </a:schemeClr>
    </dgm:fillClrLst>
    <dgm:linClrLst meth="repeat">
      <a:schemeClr val="lt1"/>
    </dgm:linClrLst>
    <dgm:effectClrLst/>
    <dgm:txLinClrLst/>
    <dgm:txFillClrLst meth="repeat">
      <a:schemeClr val="dk1"/>
    </dgm:txFillClrLst>
    <dgm:txEffectClrLst/>
  </dgm:styleLbl>
  <dgm:styleLbl name="revTx">
    <dgm:fillClrLst meth="repeat">
      <a:schemeClr val="lt1">
        <a:alpha val="0"/>
      </a:schemeClr>
    </dgm:fillClrLst>
    <dgm:linClrLst meth="repeat">
      <a:schemeClr val="dk1">
        <a:alpha val="0"/>
      </a:schemeClr>
    </dgm:linClrLst>
    <dgm:effectClrLst/>
    <dgm:txLinClrLst/>
    <dgm:txFillClrLst meth="repeat">
      <a:schemeClr val="tx1"/>
    </dgm:txFillClrLst>
    <dgm:txEffectClrLst/>
  </dgm:styleLbl>
</dgm:colorsDef>
</file>

<file path=ppt/diagrams/colors36.xml><?xml version="1.0" encoding="utf-8"?>
<dgm:colorsDef xmlns:dgm="http://schemas.openxmlformats.org/drawingml/2006/diagram" xmlns:a="http://schemas.openxmlformats.org/drawingml/2006/main" uniqueId="urn:microsoft.com/office/officeart/2018/5/colors/Iconchunking_neutralbg_colorful2">
  <dgm:title val=""/>
  <dgm:desc val=""/>
  <dgm:catLst>
    <dgm:cat type="colorful" pri="10200"/>
  </dgm:catLst>
  <dgm:styleLbl name="node0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node1">
    <dgm:fillClrLst>
      <a:schemeClr val="accent2"/>
      <a:schemeClr val="accent3"/>
    </dgm:fillClrLst>
    <dgm:linClrLst meth="repeat">
      <a:schemeClr val="lt1">
        <a:alpha val="0"/>
      </a:schemeClr>
    </dgm:linClrLst>
    <dgm:effectClrLst/>
    <dgm:txLinClrLst/>
    <dgm:txFillClrLst/>
    <dgm:txEffectClrLst/>
  </dgm:styleLbl>
  <dgm:styleLbl name="alignNode1">
    <dgm:fillClrLst>
      <a:schemeClr val="accent2"/>
      <a:schemeClr val="accent3"/>
    </dgm:fillClrLst>
    <dgm:linClrLst>
      <a:schemeClr val="accent2"/>
      <a:schemeClr val="accent3"/>
    </dgm:linClrLst>
    <dgm:effectClrLst/>
    <dgm:txLinClrLst/>
    <dgm:txFillClrLst/>
    <dgm:txEffectClrLst/>
  </dgm:styleLbl>
  <dgm:styleLbl name="lnNode1">
    <dgm:fillClrLst>
      <a:schemeClr val="accent2"/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vennNode1">
    <dgm:fillClrLst>
      <a:schemeClr val="accent2">
        <a:alpha val="50000"/>
      </a:schemeClr>
      <a:schemeClr val="accent3">
        <a:alpha val="50000"/>
      </a:schemeClr>
    </dgm:fillClrLst>
    <dgm:linClrLst meth="repeat">
      <a:schemeClr val="lt1"/>
    </dgm:linClrLst>
    <dgm:effectClrLst/>
    <dgm:txLinClrLst/>
    <dgm:txFillClrLst/>
    <dgm:txEffectClrLst/>
  </dgm:styleLbl>
  <dgm:styleLbl name="node2">
    <dgm:fillClrLst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node3">
    <dgm:fillClrLst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node4">
    <dgm:fillClrLst>
      <a:schemeClr val="accent5"/>
    </dgm:fillClrLst>
    <dgm:linClrLst meth="repeat">
      <a:schemeClr val="lt1"/>
    </dgm:linClrLst>
    <dgm:effectClrLst/>
    <dgm:txLinClrLst/>
    <dgm:txFillClrLst/>
    <dgm:txEffectClrLst/>
  </dgm:styleLbl>
  <dgm:styleLbl name="fgImgPlace1">
    <dgm:fillClrLst>
      <a:schemeClr val="accent2">
        <a:tint val="50000"/>
      </a:schemeClr>
      <a:schemeClr val="accent3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alignImgPlace1">
    <dgm:fillClrLst>
      <a:schemeClr val="accent2">
        <a:tint val="50000"/>
      </a:schemeClr>
      <a:schemeClr val="accent3">
        <a:tint val="2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bgImgPlace1">
    <dgm:fillClrLst>
      <a:schemeClr val="accent2">
        <a:tint val="50000"/>
      </a:schemeClr>
      <a:schemeClr val="accent3">
        <a:tint val="2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sibTrans2D1">
    <dgm:fillClrLst>
      <a:schemeClr val="accent2"/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fgSibTrans2D1">
    <dgm:fillClrLst>
      <a:schemeClr val="accent2"/>
      <a:schemeClr val="accent3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bgSibTrans2D1">
    <dgm:fillClrLst>
      <a:schemeClr val="accent2"/>
      <a:schemeClr val="accent3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sibTrans1D1">
    <dgm:fillClrLst/>
    <dgm:linClrLst>
      <a:schemeClr val="accent2"/>
      <a:schemeClr val="accent3"/>
    </dgm:linClrLst>
    <dgm:effectClrLst/>
    <dgm:txLinClrLst/>
    <dgm:txFillClrLst meth="repeat">
      <a:schemeClr val="tx1"/>
    </dgm:txFillClrLst>
    <dgm:txEffectClrLst/>
  </dgm:styleLbl>
  <dgm:styleLbl name="callout">
    <dgm:fillClrLst meth="repeat">
      <a:schemeClr val="accent2"/>
    </dgm:fillClrLst>
    <dgm:linClrLst meth="repeat">
      <a:schemeClr val="accent2">
        <a:tint val="50000"/>
      </a:schemeClr>
    </dgm:linClrLst>
    <dgm:effectClrLst/>
    <dgm:txLinClrLst/>
    <dgm:txFillClrLst meth="repeat">
      <a:schemeClr val="tx1"/>
    </dgm:txFillClrLst>
    <dgm:txEffectClrLst/>
  </dgm:styleLbl>
  <dgm:styleLbl name="asst0">
    <dgm:fillClrLst meth="repeat">
      <a:schemeClr val="accent2"/>
    </dgm:fillClrLst>
    <dgm:linClrLst meth="repeat">
      <a:schemeClr val="lt1">
        <a:shade val="80000"/>
      </a:schemeClr>
    </dgm:linClrLst>
    <dgm:effectClrLst/>
    <dgm:txLinClrLst/>
    <dgm:txFillClrLst/>
    <dgm:txEffectClrLst/>
  </dgm:styleLbl>
  <dgm:styleLbl name="asst1">
    <dgm:fillClrLst meth="repeat">
      <a:schemeClr val="accent3"/>
    </dgm:fillClrLst>
    <dgm:linClrLst meth="repeat">
      <a:schemeClr val="lt1">
        <a:shade val="80000"/>
      </a:schemeClr>
    </dgm:linClrLst>
    <dgm:effectClrLst/>
    <dgm:txLinClrLst/>
    <dgm:txFillClrLst/>
    <dgm:txEffectClrLst/>
  </dgm:styleLbl>
  <dgm:styleLbl name="asst2">
    <dgm:fillClrLst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asst3">
    <dgm:fillClrLst>
      <a:schemeClr val="accent5"/>
    </dgm:fillClrLst>
    <dgm:linClrLst meth="repeat">
      <a:schemeClr val="lt1"/>
    </dgm:linClrLst>
    <dgm:effectClrLst/>
    <dgm:txLinClrLst/>
    <dgm:txFillClrLst/>
    <dgm:txEffectClrLst/>
  </dgm:styleLbl>
  <dgm:styleLbl name="asst4">
    <dgm:fillClrLst>
      <a:schemeClr val="accent6"/>
    </dgm:fillClrLst>
    <dgm:linClrLst meth="repeat">
      <a:schemeClr val="lt1"/>
    </dgm:linClrLst>
    <dgm:effectClrLst/>
    <dgm:txLinClrLst/>
    <dgm:txFillClrLst/>
    <dgm:txEffectClrLst/>
  </dgm:styleLbl>
  <dgm:styleLbl name="parChTrans2D1">
    <dgm:fillClrLst meth="repeat">
      <a:schemeClr val="accent2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parChTrans2D2">
    <dgm:fillClrLst meth="repeat"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parChTrans2D3">
    <dgm:fillClrLst meth="repeat"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parChTrans2D4">
    <dgm:fillClrLst meth="repeat">
      <a:schemeClr val="accent5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parChTrans1D1">
    <dgm:fillClrLst meth="repeat">
      <a:schemeClr val="accent2"/>
    </dgm:fillClrLst>
    <dgm:linClrLst meth="repeat">
      <a:schemeClr val="accent2"/>
    </dgm:linClrLst>
    <dgm:effectClrLst/>
    <dgm:txLinClrLst/>
    <dgm:txFillClrLst meth="repeat">
      <a:schemeClr val="tx1"/>
    </dgm:txFillClrLst>
    <dgm:txEffectClrLst/>
  </dgm:styleLbl>
  <dgm:styleLbl name="parChTrans1D2">
    <dgm:fillClrLst meth="repeat">
      <a:schemeClr val="accent2">
        <a:tint val="90000"/>
      </a:schemeClr>
    </dgm:fillClrLst>
    <dgm:linClrLst meth="repeat">
      <a:schemeClr val="accent3"/>
    </dgm:linClrLst>
    <dgm:effectClrLst/>
    <dgm:txLinClrLst/>
    <dgm:txFillClrLst meth="repeat">
      <a:schemeClr val="tx1"/>
    </dgm:txFillClrLst>
    <dgm:txEffectClrLst/>
  </dgm:styleLbl>
  <dgm:styleLbl name="parChTrans1D3">
    <dgm:fillClrLst meth="repeat">
      <a:schemeClr val="accent2">
        <a:tint val="70000"/>
      </a:schemeClr>
    </dgm:fillClrLst>
    <dgm:linClrLst meth="repeat">
      <a:schemeClr val="accent4"/>
    </dgm:linClrLst>
    <dgm:effectClrLst/>
    <dgm:txLinClrLst/>
    <dgm:txFillClrLst meth="repeat">
      <a:schemeClr val="tx1"/>
    </dgm:txFillClrLst>
    <dgm:txEffectClrLst/>
  </dgm:styleLbl>
  <dgm:styleLbl name="parChTrans1D4">
    <dgm:fillClrLst meth="repeat">
      <a:schemeClr val="accent2">
        <a:tint val="50000"/>
      </a:schemeClr>
    </dgm:fillClrLst>
    <dgm:linClrLst meth="repeat">
      <a:schemeClr val="accent5"/>
    </dgm:linClrLst>
    <dgm:effectClrLst/>
    <dgm:txLinClrLst/>
    <dgm:txFillClrLst meth="repeat">
      <a:schemeClr val="tx1"/>
    </dgm:txFillClrLst>
    <dgm:txEffectClrLst/>
  </dgm:styleLbl>
  <dgm:styleLbl name="fgAcc1">
    <dgm:fillClrLst meth="repeat">
      <a:schemeClr val="lt1">
        <a:alpha val="90000"/>
      </a:schemeClr>
    </dgm:fillClrLst>
    <dgm:linClrLst>
      <a:schemeClr val="accent2"/>
      <a:schemeClr val="accent3"/>
    </dgm:linClrLst>
    <dgm:effectClrLst/>
    <dgm:txLinClrLst/>
    <dgm:txFillClrLst meth="repeat">
      <a:schemeClr val="dk1"/>
    </dgm:txFillClrLst>
    <dgm:txEffectClrLst/>
  </dgm:styleLbl>
  <dgm:styleLbl name="conFgAcc1">
    <dgm:fillClrLst meth="repeat">
      <a:schemeClr val="lt1">
        <a:alpha val="90000"/>
      </a:schemeClr>
    </dgm:fillClrLst>
    <dgm:linClrLst>
      <a:schemeClr val="accent2"/>
      <a:schemeClr val="accent3"/>
    </dgm:linClrLst>
    <dgm:effectClrLst/>
    <dgm:txLinClrLst/>
    <dgm:txFillClrLst meth="repeat">
      <a:schemeClr val="dk1"/>
    </dgm:txFillClrLst>
    <dgm:txEffectClrLst/>
  </dgm:styleLbl>
  <dgm:styleLbl name="alignAcc1">
    <dgm:fillClrLst meth="repeat">
      <a:schemeClr val="lt1">
        <a:alpha val="90000"/>
      </a:schemeClr>
    </dgm:fillClrLst>
    <dgm:linClrLst>
      <a:schemeClr val="accent2"/>
      <a:schemeClr val="accent3"/>
    </dgm:linClrLst>
    <dgm:effectClrLst/>
    <dgm:txLinClrLst/>
    <dgm:txFillClrLst meth="repeat">
      <a:schemeClr val="dk1"/>
    </dgm:txFillClrLst>
    <dgm:txEffectClrLst/>
  </dgm:styleLbl>
  <dgm:styleLbl name="trAlignAcc1">
    <dgm:fillClrLst meth="repeat">
      <a:schemeClr val="lt1">
        <a:alpha val="40000"/>
      </a:schemeClr>
    </dgm:fillClrLst>
    <dgm:linClrLst meth="repeat">
      <a:schemeClr val="accent2"/>
    </dgm:linClrLst>
    <dgm:effectClrLst/>
    <dgm:txLinClrLst/>
    <dgm:txFillClrLst meth="repeat">
      <a:schemeClr val="dk1"/>
    </dgm:txFillClrLst>
    <dgm:txEffectClrLst/>
  </dgm:styleLbl>
  <dgm:styleLbl name="bgAcc1">
    <dgm:fillClrLst meth="repeat">
      <a:schemeClr val="lt1">
        <a:alpha val="90000"/>
      </a:schemeClr>
    </dgm:fillClrLst>
    <dgm:linClrLst>
      <a:schemeClr val="accent2"/>
      <a:schemeClr val="accent3"/>
    </dgm:linClrLst>
    <dgm:effectClrLst/>
    <dgm:txLinClrLst/>
    <dgm:txFillClrLst meth="repeat">
      <a:schemeClr val="dk1"/>
    </dgm:txFillClrLst>
    <dgm:txEffectClrLst/>
  </dgm:styleLbl>
  <dgm:styleLbl name="solidFgAcc1">
    <dgm:fillClrLst meth="repeat">
      <a:schemeClr val="lt1"/>
    </dgm:fillClrLst>
    <dgm:linClrLst>
      <a:schemeClr val="accent2"/>
      <a:schemeClr val="accent3"/>
    </dgm:linClrLst>
    <dgm:effectClrLst/>
    <dgm:txLinClrLst/>
    <dgm:txFillClrLst meth="repeat">
      <a:schemeClr val="dk1"/>
    </dgm:txFillClrLst>
    <dgm:txEffectClrLst/>
  </dgm:styleLbl>
  <dgm:styleLbl name="solidAlignAcc1">
    <dgm:fillClrLst meth="repeat">
      <a:schemeClr val="lt1"/>
    </dgm:fillClrLst>
    <dgm:linClrLst>
      <a:schemeClr val="accent2"/>
      <a:schemeClr val="accent3"/>
    </dgm:linClrLst>
    <dgm:effectClrLst/>
    <dgm:txLinClrLst/>
    <dgm:txFillClrLst meth="repeat">
      <a:schemeClr val="dk1"/>
    </dgm:txFillClrLst>
    <dgm:txEffectClrLst/>
  </dgm:styleLbl>
  <dgm:styleLbl name="solidBgAcc1">
    <dgm:fillClrLst meth="repeat">
      <a:schemeClr val="lt1"/>
    </dgm:fillClrLst>
    <dgm:linClrLst>
      <a:schemeClr val="accent2"/>
      <a:schemeClr val="accent3"/>
    </dgm:linClrLst>
    <dgm:effectClrLst/>
    <dgm:txLinClrLst/>
    <dgm:txFillClrLst meth="repeat">
      <a:schemeClr val="dk1"/>
    </dgm:txFillClrLst>
    <dgm:txEffectClrLst/>
  </dgm:styleLbl>
  <dgm:styleLbl name="fgAccFollowNode1">
    <dgm:fillClrLst>
      <a:schemeClr val="accent2">
        <a:tint val="40000"/>
        <a:alpha val="90000"/>
      </a:schemeClr>
      <a:schemeClr val="accent3">
        <a:tint val="40000"/>
        <a:alpha val="90000"/>
      </a:schemeClr>
    </dgm:fillClrLst>
    <dgm:linClrLst>
      <a:schemeClr val="accent2">
        <a:tint val="40000"/>
        <a:alpha val="90000"/>
      </a:schemeClr>
      <a:schemeClr val="accent3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alignAccFollowNode1">
    <dgm:fillClrLst>
      <a:schemeClr val="accent2">
        <a:tint val="40000"/>
        <a:alpha val="90000"/>
      </a:schemeClr>
      <a:schemeClr val="accent3">
        <a:tint val="40000"/>
        <a:alpha val="90000"/>
      </a:schemeClr>
    </dgm:fillClrLst>
    <dgm:linClrLst>
      <a:schemeClr val="accent2">
        <a:tint val="40000"/>
        <a:alpha val="90000"/>
      </a:schemeClr>
      <a:schemeClr val="accent3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bgAccFollowNode1">
    <dgm:fillClrLst>
      <a:schemeClr val="accent2">
        <a:tint val="40000"/>
        <a:alpha val="90000"/>
      </a:schemeClr>
      <a:schemeClr val="accent3">
        <a:tint val="40000"/>
        <a:alpha val="90000"/>
      </a:schemeClr>
    </dgm:fillClrLst>
    <dgm:linClrLst>
      <a:schemeClr val="accent2">
        <a:tint val="40000"/>
        <a:alpha val="90000"/>
      </a:schemeClr>
      <a:schemeClr val="accent3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fgAcc0">
    <dgm:fillClrLst meth="repeat">
      <a:schemeClr val="lt1">
        <a:alpha val="90000"/>
      </a:schemeClr>
    </dgm:fillClrLst>
    <dgm:linClrLst>
      <a:schemeClr val="accent1"/>
    </dgm:linClrLst>
    <dgm:effectClrLst/>
    <dgm:txLinClrLst/>
    <dgm:txFillClrLst meth="repeat">
      <a:schemeClr val="dk1"/>
    </dgm:txFillClrLst>
    <dgm:txEffectClrLst/>
  </dgm:styleLbl>
  <dgm:styleLbl name="fgAcc2">
    <dgm:fillClrLst meth="repeat">
      <a:schemeClr val="lt1">
        <a:alpha val="90000"/>
      </a:schemeClr>
    </dgm:fillClrLst>
    <dgm:linClrLst>
      <a:schemeClr val="accent3"/>
    </dgm:linClrLst>
    <dgm:effectClrLst/>
    <dgm:txLinClrLst/>
    <dgm:txFillClrLst meth="repeat">
      <a:schemeClr val="dk1"/>
    </dgm:txFillClrLst>
    <dgm:txEffectClrLst/>
  </dgm:styleLbl>
  <dgm:styleLbl name="fgAcc3">
    <dgm:fillClrLst meth="repeat">
      <a:schemeClr val="lt1">
        <a:alpha val="90000"/>
      </a:schemeClr>
    </dgm:fillClrLst>
    <dgm:linClrLst>
      <a:schemeClr val="accent4"/>
    </dgm:linClrLst>
    <dgm:effectClrLst/>
    <dgm:txLinClrLst/>
    <dgm:txFillClrLst meth="repeat">
      <a:schemeClr val="dk1"/>
    </dgm:txFillClrLst>
    <dgm:txEffectClrLst/>
  </dgm:styleLbl>
  <dgm:styleLbl name="fgAcc4">
    <dgm:fillClrLst meth="repeat">
      <a:schemeClr val="lt1">
        <a:alpha val="90000"/>
      </a:schemeClr>
    </dgm:fillClrLst>
    <dgm:linClrLst>
      <a:schemeClr val="accent5"/>
    </dgm:linClrLst>
    <dgm:effectClrLst/>
    <dgm:txLinClrLst/>
    <dgm:txFillClrLst meth="repeat">
      <a:schemeClr val="dk1"/>
    </dgm:txFillClrLst>
    <dgm:txEffectClrLst/>
  </dgm:styleLbl>
  <dgm:styleLbl name="bgShp">
    <dgm:fillClrLst meth="repeat">
      <a:schemeClr val="bg1">
        <a:lumMod val="95000"/>
      </a:schemeClr>
    </dgm:fillClrLst>
    <dgm:linClrLst meth="repeat">
      <a:schemeClr val="dk1"/>
    </dgm:linClrLst>
    <dgm:effectClrLst/>
    <dgm:txLinClrLst/>
    <dgm:txFillClrLst meth="repeat">
      <a:schemeClr val="dk1"/>
    </dgm:txFillClrLst>
    <dgm:txEffectClrLst/>
  </dgm:styleLbl>
  <dgm:styleLbl name="dkBgShp">
    <dgm:fillClrLst meth="repeat">
      <a:schemeClr val="accent2">
        <a:shade val="90000"/>
      </a:schemeClr>
    </dgm:fillClrLst>
    <dgm:linClrLst meth="repeat">
      <a:schemeClr val="dk1"/>
    </dgm:linClrLst>
    <dgm:effectClrLst/>
    <dgm:txLinClrLst/>
    <dgm:txFillClrLst meth="repeat">
      <a:schemeClr val="lt1"/>
    </dgm:txFillClrLst>
    <dgm:txEffectClrLst/>
  </dgm:styleLbl>
  <dgm:styleLbl name="trBgShp">
    <dgm:fillClrLst meth="repeat">
      <a:schemeClr val="accent2">
        <a:tint val="50000"/>
        <a:alpha val="40000"/>
      </a:schemeClr>
    </dgm:fillClrLst>
    <dgm:linClrLst meth="repeat">
      <a:schemeClr val="accent2"/>
    </dgm:linClrLst>
    <dgm:effectClrLst/>
    <dgm:txLinClrLst/>
    <dgm:txFillClrLst meth="repeat">
      <a:schemeClr val="lt1"/>
    </dgm:txFillClrLst>
    <dgm:txEffectClrLst/>
  </dgm:styleLbl>
  <dgm:styleLbl name="fgShp">
    <dgm:fillClrLst meth="repeat">
      <a:schemeClr val="accent2">
        <a:tint val="40000"/>
      </a:schemeClr>
    </dgm:fillClrLst>
    <dgm:linClrLst meth="repeat">
      <a:schemeClr val="lt1"/>
    </dgm:linClrLst>
    <dgm:effectClrLst/>
    <dgm:txLinClrLst/>
    <dgm:txFillClrLst meth="repeat">
      <a:schemeClr val="dk1"/>
    </dgm:txFillClrLst>
    <dgm:txEffectClrLst/>
  </dgm:styleLbl>
  <dgm:styleLbl name="revTx">
    <dgm:fillClrLst meth="repeat">
      <a:schemeClr val="lt1">
        <a:alpha val="0"/>
      </a:schemeClr>
    </dgm:fillClrLst>
    <dgm:linClrLst meth="repeat">
      <a:schemeClr val="dk1">
        <a:alpha val="0"/>
      </a:schemeClr>
    </dgm:linClrLst>
    <dgm:effectClrLst/>
    <dgm:txLinClrLst/>
    <dgm:txFillClrLst meth="repeat">
      <a:schemeClr val="tx1"/>
    </dgm:txFillClrLst>
    <dgm:txEffectClrLst/>
  </dgm:styleLbl>
</dgm:colorsDef>
</file>

<file path=ppt/diagrams/colors37.xml><?xml version="1.0" encoding="utf-8"?>
<dgm:colorsDef xmlns:dgm="http://schemas.openxmlformats.org/drawingml/2006/diagram" xmlns:a="http://schemas.openxmlformats.org/drawingml/2006/main" uniqueId="urn:microsoft.com/office/officeart/2018/5/colors/Iconchunking_neutralbg_colorful1">
  <dgm:title val=""/>
  <dgm:desc val=""/>
  <dgm:catLst>
    <dgm:cat type="colorful" pri="10100"/>
  </dgm:catLst>
  <dgm:styleLbl name="node0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node1">
    <dgm:fillClrLst meth="repeat">
      <a:schemeClr val="accent2"/>
      <a:schemeClr val="accent3"/>
      <a:schemeClr val="accent4"/>
      <a:schemeClr val="accent5"/>
      <a:schemeClr val="accent6"/>
    </dgm:fillClrLst>
    <dgm:linClrLst meth="repeat">
      <a:schemeClr val="lt1">
        <a:alpha val="0"/>
      </a:schemeClr>
    </dgm:linClrLst>
    <dgm:effectClrLst/>
    <dgm:txLinClrLst/>
    <dgm:txFillClrLst/>
    <dgm:txEffectClrLst/>
  </dgm:styleLbl>
  <dgm:styleLbl name="alignNode1">
    <dgm:fillClrLst meth="repeat">
      <a:schemeClr val="accent2"/>
      <a:schemeClr val="accent3"/>
      <a:schemeClr val="accent4"/>
      <a:schemeClr val="accent5"/>
      <a:schemeClr val="accent6"/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/>
    <dgm:txEffectClrLst/>
  </dgm:styleLbl>
  <dgm:styleLbl name="lnNode1">
    <dgm:fillClrLst meth="repeat">
      <a:schemeClr val="accent2"/>
      <a:schemeClr val="accent3"/>
      <a:schemeClr val="accent4"/>
      <a:schemeClr val="accent5"/>
      <a:schemeClr val="accent6"/>
    </dgm:fillClrLst>
    <dgm:linClrLst meth="repeat">
      <a:schemeClr val="lt1"/>
    </dgm:linClrLst>
    <dgm:effectClrLst/>
    <dgm:txLinClrLst/>
    <dgm:txFillClrLst/>
    <dgm:txEffectClrLst/>
  </dgm:styleLbl>
  <dgm:styleLbl name="vennNode1">
    <dgm:fillClrLst meth="repeat">
      <a:schemeClr val="accent2">
        <a:alpha val="50000"/>
      </a:schemeClr>
      <a:schemeClr val="accent3">
        <a:alpha val="50000"/>
      </a:schemeClr>
      <a:schemeClr val="accent4">
        <a:alpha val="50000"/>
      </a:schemeClr>
      <a:schemeClr val="accent5">
        <a:alpha val="50000"/>
      </a:schemeClr>
      <a:schemeClr val="accent6">
        <a:alpha val="50000"/>
      </a:schemeClr>
    </dgm:fillClrLst>
    <dgm:linClrLst meth="repeat">
      <a:schemeClr val="lt1"/>
    </dgm:linClrLst>
    <dgm:effectClrLst/>
    <dgm:txLinClrLst/>
    <dgm:txFillClrLst/>
    <dgm:txEffectClrLst/>
  </dgm:styleLbl>
  <dgm:styleLbl name="node2">
    <dgm:fillClrLst>
      <a:schemeClr val="accent2"/>
    </dgm:fillClrLst>
    <dgm:linClrLst meth="repeat">
      <a:schemeClr val="lt1"/>
    </dgm:linClrLst>
    <dgm:effectClrLst/>
    <dgm:txLinClrLst/>
    <dgm:txFillClrLst/>
    <dgm:txEffectClrLst/>
  </dgm:styleLbl>
  <dgm:styleLbl name="node3">
    <dgm:fillClrLst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node4">
    <dgm:fillClrLst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fgImgPlace1">
    <dgm:fillClrLst meth="repeat">
      <a:schemeClr val="accent2">
        <a:tint val="50000"/>
      </a:schemeClr>
      <a:schemeClr val="accent3">
        <a:tint val="50000"/>
      </a:schemeClr>
      <a:schemeClr val="accent4">
        <a:tint val="50000"/>
      </a:schemeClr>
      <a:schemeClr val="accent5">
        <a:tint val="50000"/>
      </a:schemeClr>
      <a:schemeClr val="accent6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alignImgPlace1">
    <dgm:fillClrLst>
      <a:schemeClr val="accent1">
        <a:tint val="50000"/>
      </a:schemeClr>
      <a:schemeClr val="accent2">
        <a:tint val="2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bgImgPlace1">
    <dgm:fillClrLst>
      <a:schemeClr val="accent1">
        <a:tint val="50000"/>
      </a:schemeClr>
      <a:schemeClr val="accent2">
        <a:tint val="2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sibTrans2D1">
    <dgm:fillClrLst meth="repeat">
      <a:schemeClr val="accent2"/>
      <a:schemeClr val="accent3"/>
      <a:schemeClr val="accent4"/>
      <a:schemeClr val="accent5"/>
      <a:schemeClr val="accent6"/>
    </dgm:fillClrLst>
    <dgm:linClrLst meth="cycle">
      <a:schemeClr val="lt1"/>
    </dgm:linClrLst>
    <dgm:effectClrLst/>
    <dgm:txLinClrLst/>
    <dgm:txFillClrLst/>
    <dgm:txEffectClrLst/>
  </dgm:styleLbl>
  <dgm:styleLbl name="fgSibTrans2D1">
    <dgm:fillClrLst meth="repeat">
      <a:schemeClr val="accent2"/>
      <a:schemeClr val="accent3"/>
      <a:schemeClr val="accent4"/>
      <a:schemeClr val="accent5"/>
      <a:schemeClr val="accent6"/>
    </dgm:fillClrLst>
    <dgm:linClrLst meth="cycle">
      <a:schemeClr val="lt1"/>
    </dgm:linClrLst>
    <dgm:effectClrLst/>
    <dgm:txLinClrLst/>
    <dgm:txFillClrLst meth="repeat">
      <a:schemeClr val="lt1"/>
    </dgm:txFillClrLst>
    <dgm:txEffectClrLst/>
  </dgm:styleLbl>
  <dgm:styleLbl name="bgSibTrans2D1">
    <dgm:fillClrLst meth="repeat">
      <a:schemeClr val="accent2"/>
      <a:schemeClr val="accent3"/>
      <a:schemeClr val="accent4"/>
      <a:schemeClr val="accent5"/>
      <a:schemeClr val="accent6"/>
    </dgm:fillClrLst>
    <dgm:linClrLst meth="cycle">
      <a:schemeClr val="lt1"/>
    </dgm:linClrLst>
    <dgm:effectClrLst/>
    <dgm:txLinClrLst/>
    <dgm:txFillClrLst meth="repeat">
      <a:schemeClr val="lt1"/>
    </dgm:txFillClrLst>
    <dgm:txEffectClrLst/>
  </dgm:styleLbl>
  <dgm:styleLbl name="sibTrans1D1">
    <dgm:fillClrLst meth="repeat">
      <a:schemeClr val="accent2"/>
      <a:schemeClr val="accent3"/>
      <a:schemeClr val="accent4"/>
      <a:schemeClr val="accent5"/>
      <a:schemeClr val="accent6"/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tx1"/>
    </dgm:txFillClrLst>
    <dgm:txEffectClrLst/>
  </dgm:styleLbl>
  <dgm:styleLbl name="callout">
    <dgm:fillClrLst meth="repeat">
      <a:schemeClr val="accent2"/>
    </dgm:fillClrLst>
    <dgm:linClrLst meth="repeat">
      <a:schemeClr val="accent2">
        <a:tint val="50000"/>
      </a:schemeClr>
    </dgm:linClrLst>
    <dgm:effectClrLst/>
    <dgm:txLinClrLst/>
    <dgm:txFillClrLst meth="repeat">
      <a:schemeClr val="tx1"/>
    </dgm:txFillClrLst>
    <dgm:txEffectClrLst/>
  </dgm:styleLbl>
  <dgm:styleLbl name="asst0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sst1">
    <dgm:fillClrLst meth="repeat">
      <a:schemeClr val="accent2"/>
    </dgm:fillClrLst>
    <dgm:linClrLst meth="repeat">
      <a:schemeClr val="lt1"/>
    </dgm:linClrLst>
    <dgm:effectClrLst/>
    <dgm:txLinClrLst/>
    <dgm:txFillClrLst/>
    <dgm:txEffectClrLst/>
  </dgm:styleLbl>
  <dgm:styleLbl name="asst2">
    <dgm:fillClrLst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asst3">
    <dgm:fillClrLst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asst4">
    <dgm:fillClrLst>
      <a:schemeClr val="accent5"/>
    </dgm:fillClrLst>
    <dgm:linClrLst meth="repeat">
      <a:schemeClr val="lt1"/>
    </dgm:linClrLst>
    <dgm:effectClrLst/>
    <dgm:txLinClrLst/>
    <dgm:txFillClrLst/>
    <dgm:txEffectClrLst/>
  </dgm:styleLbl>
  <dgm:styleLbl name="parChTrans2D1">
    <dgm:fillClrLst meth="repeat">
      <a:schemeClr val="accent2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parChTrans2D2">
    <dgm:fillClrLst meth="repeat"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parChTrans2D3">
    <dgm:fillClrLst meth="repeat"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parChTrans2D4">
    <dgm:fillClrLst meth="repeat">
      <a:schemeClr val="accent5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parChTrans1D1">
    <dgm:fillClrLst meth="repeat">
      <a:schemeClr val="accent2"/>
    </dgm:fillClrLst>
    <dgm:linClrLst meth="repeat">
      <a:schemeClr val="accent1"/>
    </dgm:linClrLst>
    <dgm:effectClrLst/>
    <dgm:txLinClrLst/>
    <dgm:txFillClrLst meth="repeat">
      <a:schemeClr val="tx1"/>
    </dgm:txFillClrLst>
    <dgm:txEffectClrLst/>
  </dgm:styleLbl>
  <dgm:styleLbl name="parChTrans1D2">
    <dgm:fillClrLst meth="repeat">
      <a:schemeClr val="accent3">
        <a:tint val="90000"/>
      </a:schemeClr>
    </dgm:fillClrLst>
    <dgm:linClrLst meth="repeat">
      <a:schemeClr val="accent2"/>
    </dgm:linClrLst>
    <dgm:effectClrLst/>
    <dgm:txLinClrLst/>
    <dgm:txFillClrLst meth="repeat">
      <a:schemeClr val="tx1"/>
    </dgm:txFillClrLst>
    <dgm:txEffectClrLst/>
  </dgm:styleLbl>
  <dgm:styleLbl name="parChTrans1D3">
    <dgm:fillClrLst meth="repeat">
      <a:schemeClr val="accent4">
        <a:tint val="70000"/>
      </a:schemeClr>
    </dgm:fillClrLst>
    <dgm:linClrLst meth="repeat">
      <a:schemeClr val="accent3"/>
    </dgm:linClrLst>
    <dgm:effectClrLst/>
    <dgm:txLinClrLst/>
    <dgm:txFillClrLst meth="repeat">
      <a:schemeClr val="tx1"/>
    </dgm:txFillClrLst>
    <dgm:txEffectClrLst/>
  </dgm:styleLbl>
  <dgm:styleLbl name="parChTrans1D4">
    <dgm:fillClrLst meth="repeat">
      <a:schemeClr val="accent5">
        <a:tint val="50000"/>
      </a:schemeClr>
    </dgm:fillClrLst>
    <dgm:linClrLst meth="repeat">
      <a:schemeClr val="accent4"/>
    </dgm:linClrLst>
    <dgm:effectClrLst/>
    <dgm:txLinClrLst/>
    <dgm:txFillClrLst meth="repeat">
      <a:schemeClr val="tx1"/>
    </dgm:txFillClrLst>
    <dgm:txEffectClrLst/>
  </dgm:styleLbl>
  <dgm:styleLbl name="fgAcc1">
    <dgm:fillClrLst meth="repeat">
      <a:schemeClr val="lt1">
        <a:alpha val="90000"/>
      </a:schemeClr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conFgAcc1">
    <dgm:fillClrLst meth="repeat">
      <a:schemeClr val="lt1">
        <a:alpha val="90000"/>
      </a:schemeClr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alignAcc1">
    <dgm:fillClrLst meth="repeat">
      <a:schemeClr val="lt1">
        <a:alpha val="90000"/>
      </a:schemeClr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trAlignAcc1">
    <dgm:fillClrLst meth="repeat">
      <a:schemeClr val="lt1">
        <a:alpha val="4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bgAcc1">
    <dgm:fillClrLst meth="repeat">
      <a:schemeClr val="lt1">
        <a:alpha val="90000"/>
      </a:schemeClr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solidFgAcc1">
    <dgm:fillClrLst meth="repeat">
      <a:schemeClr val="lt1"/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solidAlignAcc1">
    <dgm:fillClrLst meth="repeat">
      <a:schemeClr val="lt1"/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solidBgAcc1">
    <dgm:fillClrLst meth="repeat">
      <a:schemeClr val="lt1"/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fgAccFollowNode1">
    <dgm:fillClrLst meth="repeat">
      <a:schemeClr val="accent2">
        <a:tint val="40000"/>
        <a:alpha val="90000"/>
      </a:schemeClr>
      <a:schemeClr val="accent3">
        <a:tint val="40000"/>
        <a:alpha val="90000"/>
      </a:schemeClr>
      <a:schemeClr val="accent4">
        <a:tint val="40000"/>
        <a:alpha val="90000"/>
      </a:schemeClr>
      <a:schemeClr val="accent5">
        <a:tint val="40000"/>
        <a:alpha val="90000"/>
      </a:schemeClr>
      <a:schemeClr val="accent6">
        <a:tint val="40000"/>
        <a:alpha val="90000"/>
      </a:schemeClr>
    </dgm:fillClrLst>
    <dgm:linClrLst meth="repeat">
      <a:schemeClr val="accent2">
        <a:tint val="40000"/>
        <a:alpha val="90000"/>
      </a:schemeClr>
      <a:schemeClr val="accent3">
        <a:tint val="40000"/>
        <a:alpha val="90000"/>
      </a:schemeClr>
      <a:schemeClr val="accent4">
        <a:tint val="40000"/>
        <a:alpha val="90000"/>
      </a:schemeClr>
      <a:schemeClr val="accent5">
        <a:tint val="40000"/>
        <a:alpha val="90000"/>
      </a:schemeClr>
      <a:schemeClr val="accent6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alignAccFollowNode1">
    <dgm:fillClrLst meth="repeat">
      <a:schemeClr val="accent2">
        <a:tint val="40000"/>
        <a:alpha val="90000"/>
      </a:schemeClr>
      <a:schemeClr val="accent3">
        <a:tint val="40000"/>
        <a:alpha val="90000"/>
      </a:schemeClr>
      <a:schemeClr val="accent4">
        <a:tint val="40000"/>
        <a:alpha val="90000"/>
      </a:schemeClr>
      <a:schemeClr val="accent5">
        <a:tint val="40000"/>
        <a:alpha val="90000"/>
      </a:schemeClr>
      <a:schemeClr val="accent6">
        <a:tint val="40000"/>
        <a:alpha val="90000"/>
      </a:schemeClr>
    </dgm:fillClrLst>
    <dgm:linClrLst meth="repeat">
      <a:schemeClr val="accent2">
        <a:tint val="40000"/>
        <a:alpha val="90000"/>
      </a:schemeClr>
      <a:schemeClr val="accent3">
        <a:tint val="40000"/>
        <a:alpha val="90000"/>
      </a:schemeClr>
      <a:schemeClr val="accent4">
        <a:tint val="40000"/>
        <a:alpha val="90000"/>
      </a:schemeClr>
      <a:schemeClr val="accent5">
        <a:tint val="40000"/>
        <a:alpha val="90000"/>
      </a:schemeClr>
      <a:schemeClr val="accent6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bgAccFollowNode1">
    <dgm:fillClrLst meth="repeat">
      <a:schemeClr val="accent2">
        <a:tint val="40000"/>
        <a:alpha val="90000"/>
      </a:schemeClr>
      <a:schemeClr val="accent3">
        <a:tint val="40000"/>
        <a:alpha val="90000"/>
      </a:schemeClr>
      <a:schemeClr val="accent4">
        <a:tint val="40000"/>
        <a:alpha val="90000"/>
      </a:schemeClr>
      <a:schemeClr val="accent5">
        <a:tint val="40000"/>
        <a:alpha val="90000"/>
      </a:schemeClr>
      <a:schemeClr val="accent6">
        <a:tint val="40000"/>
        <a:alpha val="90000"/>
      </a:schemeClr>
    </dgm:fillClrLst>
    <dgm:linClrLst meth="repeat">
      <a:schemeClr val="accent2">
        <a:tint val="40000"/>
        <a:alpha val="90000"/>
      </a:schemeClr>
      <a:schemeClr val="accent3">
        <a:tint val="40000"/>
        <a:alpha val="90000"/>
      </a:schemeClr>
      <a:schemeClr val="accent4">
        <a:tint val="40000"/>
        <a:alpha val="90000"/>
      </a:schemeClr>
      <a:schemeClr val="accent5">
        <a:tint val="40000"/>
        <a:alpha val="90000"/>
      </a:schemeClr>
      <a:schemeClr val="accent6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fgAcc0">
    <dgm:fillClrLst meth="repeat">
      <a:schemeClr val="lt1">
        <a:alpha val="90000"/>
      </a:schemeClr>
    </dgm:fillClrLst>
    <dgm:linClrLst>
      <a:schemeClr val="accent1"/>
    </dgm:linClrLst>
    <dgm:effectClrLst/>
    <dgm:txLinClrLst/>
    <dgm:txFillClrLst meth="repeat">
      <a:schemeClr val="dk1"/>
    </dgm:txFillClrLst>
    <dgm:txEffectClrLst/>
  </dgm:styleLbl>
  <dgm:styleLbl name="fgAcc2">
    <dgm:fillClrLst meth="repeat">
      <a:schemeClr val="lt1">
        <a:alpha val="90000"/>
      </a:schemeClr>
    </dgm:fillClrLst>
    <dgm:linClrLst>
      <a:schemeClr val="accent2"/>
    </dgm:linClrLst>
    <dgm:effectClrLst/>
    <dgm:txLinClrLst/>
    <dgm:txFillClrLst meth="repeat">
      <a:schemeClr val="dk1"/>
    </dgm:txFillClrLst>
    <dgm:txEffectClrLst/>
  </dgm:styleLbl>
  <dgm:styleLbl name="fgAcc3">
    <dgm:fillClrLst meth="repeat">
      <a:schemeClr val="lt1">
        <a:alpha val="90000"/>
      </a:schemeClr>
    </dgm:fillClrLst>
    <dgm:linClrLst>
      <a:schemeClr val="accent3"/>
    </dgm:linClrLst>
    <dgm:effectClrLst/>
    <dgm:txLinClrLst/>
    <dgm:txFillClrLst meth="repeat">
      <a:schemeClr val="dk1"/>
    </dgm:txFillClrLst>
    <dgm:txEffectClrLst/>
  </dgm:styleLbl>
  <dgm:styleLbl name="fgAcc4">
    <dgm:fillClrLst meth="repeat">
      <a:schemeClr val="lt1">
        <a:alpha val="90000"/>
      </a:schemeClr>
    </dgm:fillClrLst>
    <dgm:linClrLst>
      <a:schemeClr val="accent4"/>
    </dgm:linClrLst>
    <dgm:effectClrLst/>
    <dgm:txLinClrLst/>
    <dgm:txFillClrLst meth="repeat">
      <a:schemeClr val="dk1"/>
    </dgm:txFillClrLst>
    <dgm:txEffectClrLst/>
  </dgm:styleLbl>
  <dgm:styleLbl name="bgShp">
    <dgm:fillClrLst meth="repeat">
      <a:schemeClr val="bg1">
        <a:lumMod val="95000"/>
      </a:schemeClr>
    </dgm:fillClrLst>
    <dgm:linClrLst meth="repeat">
      <a:schemeClr val="dk1"/>
    </dgm:linClrLst>
    <dgm:effectClrLst/>
    <dgm:txLinClrLst/>
    <dgm:txFillClrLst meth="repeat">
      <a:schemeClr val="dk1"/>
    </dgm:txFillClrLst>
    <dgm:txEffectClrLst/>
  </dgm:styleLbl>
  <dgm:styleLbl name="dkBgShp">
    <dgm:fillClrLst meth="repeat">
      <a:schemeClr val="accent2">
        <a:shade val="90000"/>
      </a:schemeClr>
    </dgm:fillClrLst>
    <dgm:linClrLst meth="repeat">
      <a:schemeClr val="dk1"/>
    </dgm:linClrLst>
    <dgm:effectClrLst/>
    <dgm:txLinClrLst/>
    <dgm:txFillClrLst meth="repeat">
      <a:schemeClr val="lt1"/>
    </dgm:txFillClrLst>
    <dgm:txEffectClrLst/>
  </dgm:styleLbl>
  <dgm:styleLbl name="trBgShp">
    <dgm:fillClrLst meth="repeat">
      <a:schemeClr val="accent1">
        <a:tint val="50000"/>
        <a:alpha val="40000"/>
      </a:schemeClr>
    </dgm:fillClrLst>
    <dgm:linClrLst meth="repeat">
      <a:schemeClr val="accent2"/>
    </dgm:linClrLst>
    <dgm:effectClrLst/>
    <dgm:txLinClrLst/>
    <dgm:txFillClrLst meth="repeat">
      <a:schemeClr val="lt1"/>
    </dgm:txFillClrLst>
    <dgm:txEffectClrLst/>
  </dgm:styleLbl>
  <dgm:styleLbl name="fgShp">
    <dgm:fillClrLst meth="repeat">
      <a:schemeClr val="accent2">
        <a:tint val="40000"/>
      </a:schemeClr>
    </dgm:fillClrLst>
    <dgm:linClrLst meth="repeat">
      <a:schemeClr val="lt1"/>
    </dgm:linClrLst>
    <dgm:effectClrLst/>
    <dgm:txLinClrLst/>
    <dgm:txFillClrLst meth="repeat">
      <a:schemeClr val="dk1"/>
    </dgm:txFillClrLst>
    <dgm:txEffectClrLst/>
  </dgm:styleLbl>
  <dgm:styleLbl name="revTx">
    <dgm:fillClrLst meth="repeat">
      <a:schemeClr val="lt1">
        <a:alpha val="0"/>
      </a:schemeClr>
    </dgm:fillClrLst>
    <dgm:linClrLst meth="repeat">
      <a:schemeClr val="dk1">
        <a:alpha val="0"/>
      </a:schemeClr>
    </dgm:linClrLst>
    <dgm:effectClrLst/>
    <dgm:txLinClrLst/>
    <dgm:txFillClrLst meth="repeat">
      <a:schemeClr val="tx1"/>
    </dgm:txFillClrLst>
    <dgm:txEffectClrLst/>
  </dgm:styleLbl>
</dgm:colorsDef>
</file>

<file path=ppt/diagrams/colors38.xml><?xml version="1.0" encoding="utf-8"?>
<dgm:colorsDef xmlns:dgm="http://schemas.openxmlformats.org/drawingml/2006/diagram" xmlns:a="http://schemas.openxmlformats.org/drawingml/2006/main" uniqueId="urn:microsoft.com/office/officeart/2018/5/colors/Iconchunking_neutralbg_colorful1">
  <dgm:title val=""/>
  <dgm:desc val=""/>
  <dgm:catLst>
    <dgm:cat type="colorful" pri="10100"/>
  </dgm:catLst>
  <dgm:styleLbl name="node0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node1">
    <dgm:fillClrLst meth="repeat">
      <a:schemeClr val="accent2"/>
      <a:schemeClr val="accent3"/>
      <a:schemeClr val="accent4"/>
      <a:schemeClr val="accent5"/>
      <a:schemeClr val="accent6"/>
    </dgm:fillClrLst>
    <dgm:linClrLst meth="repeat">
      <a:schemeClr val="lt1">
        <a:alpha val="0"/>
      </a:schemeClr>
    </dgm:linClrLst>
    <dgm:effectClrLst/>
    <dgm:txLinClrLst/>
    <dgm:txFillClrLst/>
    <dgm:txEffectClrLst/>
  </dgm:styleLbl>
  <dgm:styleLbl name="alignNode1">
    <dgm:fillClrLst meth="repeat">
      <a:schemeClr val="accent2"/>
      <a:schemeClr val="accent3"/>
      <a:schemeClr val="accent4"/>
      <a:schemeClr val="accent5"/>
      <a:schemeClr val="accent6"/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/>
    <dgm:txEffectClrLst/>
  </dgm:styleLbl>
  <dgm:styleLbl name="lnNode1">
    <dgm:fillClrLst meth="repeat">
      <a:schemeClr val="accent2"/>
      <a:schemeClr val="accent3"/>
      <a:schemeClr val="accent4"/>
      <a:schemeClr val="accent5"/>
      <a:schemeClr val="accent6"/>
    </dgm:fillClrLst>
    <dgm:linClrLst meth="repeat">
      <a:schemeClr val="lt1"/>
    </dgm:linClrLst>
    <dgm:effectClrLst/>
    <dgm:txLinClrLst/>
    <dgm:txFillClrLst/>
    <dgm:txEffectClrLst/>
  </dgm:styleLbl>
  <dgm:styleLbl name="vennNode1">
    <dgm:fillClrLst meth="repeat">
      <a:schemeClr val="accent2">
        <a:alpha val="50000"/>
      </a:schemeClr>
      <a:schemeClr val="accent3">
        <a:alpha val="50000"/>
      </a:schemeClr>
      <a:schemeClr val="accent4">
        <a:alpha val="50000"/>
      </a:schemeClr>
      <a:schemeClr val="accent5">
        <a:alpha val="50000"/>
      </a:schemeClr>
      <a:schemeClr val="accent6">
        <a:alpha val="50000"/>
      </a:schemeClr>
    </dgm:fillClrLst>
    <dgm:linClrLst meth="repeat">
      <a:schemeClr val="lt1"/>
    </dgm:linClrLst>
    <dgm:effectClrLst/>
    <dgm:txLinClrLst/>
    <dgm:txFillClrLst/>
    <dgm:txEffectClrLst/>
  </dgm:styleLbl>
  <dgm:styleLbl name="node2">
    <dgm:fillClrLst>
      <a:schemeClr val="accent2"/>
    </dgm:fillClrLst>
    <dgm:linClrLst meth="repeat">
      <a:schemeClr val="lt1"/>
    </dgm:linClrLst>
    <dgm:effectClrLst/>
    <dgm:txLinClrLst/>
    <dgm:txFillClrLst/>
    <dgm:txEffectClrLst/>
  </dgm:styleLbl>
  <dgm:styleLbl name="node3">
    <dgm:fillClrLst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node4">
    <dgm:fillClrLst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fgImgPlace1">
    <dgm:fillClrLst meth="repeat">
      <a:schemeClr val="accent2">
        <a:tint val="50000"/>
      </a:schemeClr>
      <a:schemeClr val="accent3">
        <a:tint val="50000"/>
      </a:schemeClr>
      <a:schemeClr val="accent4">
        <a:tint val="50000"/>
      </a:schemeClr>
      <a:schemeClr val="accent5">
        <a:tint val="50000"/>
      </a:schemeClr>
      <a:schemeClr val="accent6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alignImgPlace1">
    <dgm:fillClrLst>
      <a:schemeClr val="accent1">
        <a:tint val="50000"/>
      </a:schemeClr>
      <a:schemeClr val="accent2">
        <a:tint val="2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bgImgPlace1">
    <dgm:fillClrLst>
      <a:schemeClr val="accent1">
        <a:tint val="50000"/>
      </a:schemeClr>
      <a:schemeClr val="accent2">
        <a:tint val="2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sibTrans2D1">
    <dgm:fillClrLst meth="repeat">
      <a:schemeClr val="accent2"/>
      <a:schemeClr val="accent3"/>
      <a:schemeClr val="accent4"/>
      <a:schemeClr val="accent5"/>
      <a:schemeClr val="accent6"/>
    </dgm:fillClrLst>
    <dgm:linClrLst meth="cycle">
      <a:schemeClr val="lt1"/>
    </dgm:linClrLst>
    <dgm:effectClrLst/>
    <dgm:txLinClrLst/>
    <dgm:txFillClrLst/>
    <dgm:txEffectClrLst/>
  </dgm:styleLbl>
  <dgm:styleLbl name="fgSibTrans2D1">
    <dgm:fillClrLst meth="repeat">
      <a:schemeClr val="accent2"/>
      <a:schemeClr val="accent3"/>
      <a:schemeClr val="accent4"/>
      <a:schemeClr val="accent5"/>
      <a:schemeClr val="accent6"/>
    </dgm:fillClrLst>
    <dgm:linClrLst meth="cycle">
      <a:schemeClr val="lt1"/>
    </dgm:linClrLst>
    <dgm:effectClrLst/>
    <dgm:txLinClrLst/>
    <dgm:txFillClrLst meth="repeat">
      <a:schemeClr val="lt1"/>
    </dgm:txFillClrLst>
    <dgm:txEffectClrLst/>
  </dgm:styleLbl>
  <dgm:styleLbl name="bgSibTrans2D1">
    <dgm:fillClrLst meth="repeat">
      <a:schemeClr val="accent2"/>
      <a:schemeClr val="accent3"/>
      <a:schemeClr val="accent4"/>
      <a:schemeClr val="accent5"/>
      <a:schemeClr val="accent6"/>
    </dgm:fillClrLst>
    <dgm:linClrLst meth="cycle">
      <a:schemeClr val="lt1"/>
    </dgm:linClrLst>
    <dgm:effectClrLst/>
    <dgm:txLinClrLst/>
    <dgm:txFillClrLst meth="repeat">
      <a:schemeClr val="lt1"/>
    </dgm:txFillClrLst>
    <dgm:txEffectClrLst/>
  </dgm:styleLbl>
  <dgm:styleLbl name="sibTrans1D1">
    <dgm:fillClrLst meth="repeat">
      <a:schemeClr val="accent2"/>
      <a:schemeClr val="accent3"/>
      <a:schemeClr val="accent4"/>
      <a:schemeClr val="accent5"/>
      <a:schemeClr val="accent6"/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tx1"/>
    </dgm:txFillClrLst>
    <dgm:txEffectClrLst/>
  </dgm:styleLbl>
  <dgm:styleLbl name="callout">
    <dgm:fillClrLst meth="repeat">
      <a:schemeClr val="accent2"/>
    </dgm:fillClrLst>
    <dgm:linClrLst meth="repeat">
      <a:schemeClr val="accent2">
        <a:tint val="50000"/>
      </a:schemeClr>
    </dgm:linClrLst>
    <dgm:effectClrLst/>
    <dgm:txLinClrLst/>
    <dgm:txFillClrLst meth="repeat">
      <a:schemeClr val="tx1"/>
    </dgm:txFillClrLst>
    <dgm:txEffectClrLst/>
  </dgm:styleLbl>
  <dgm:styleLbl name="asst0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sst1">
    <dgm:fillClrLst meth="repeat">
      <a:schemeClr val="accent2"/>
    </dgm:fillClrLst>
    <dgm:linClrLst meth="repeat">
      <a:schemeClr val="lt1"/>
    </dgm:linClrLst>
    <dgm:effectClrLst/>
    <dgm:txLinClrLst/>
    <dgm:txFillClrLst/>
    <dgm:txEffectClrLst/>
  </dgm:styleLbl>
  <dgm:styleLbl name="asst2">
    <dgm:fillClrLst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asst3">
    <dgm:fillClrLst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asst4">
    <dgm:fillClrLst>
      <a:schemeClr val="accent5"/>
    </dgm:fillClrLst>
    <dgm:linClrLst meth="repeat">
      <a:schemeClr val="lt1"/>
    </dgm:linClrLst>
    <dgm:effectClrLst/>
    <dgm:txLinClrLst/>
    <dgm:txFillClrLst/>
    <dgm:txEffectClrLst/>
  </dgm:styleLbl>
  <dgm:styleLbl name="parChTrans2D1">
    <dgm:fillClrLst meth="repeat">
      <a:schemeClr val="accent2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parChTrans2D2">
    <dgm:fillClrLst meth="repeat"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parChTrans2D3">
    <dgm:fillClrLst meth="repeat"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parChTrans2D4">
    <dgm:fillClrLst meth="repeat">
      <a:schemeClr val="accent5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parChTrans1D1">
    <dgm:fillClrLst meth="repeat">
      <a:schemeClr val="accent2"/>
    </dgm:fillClrLst>
    <dgm:linClrLst meth="repeat">
      <a:schemeClr val="accent1"/>
    </dgm:linClrLst>
    <dgm:effectClrLst/>
    <dgm:txLinClrLst/>
    <dgm:txFillClrLst meth="repeat">
      <a:schemeClr val="tx1"/>
    </dgm:txFillClrLst>
    <dgm:txEffectClrLst/>
  </dgm:styleLbl>
  <dgm:styleLbl name="parChTrans1D2">
    <dgm:fillClrLst meth="repeat">
      <a:schemeClr val="accent3">
        <a:tint val="90000"/>
      </a:schemeClr>
    </dgm:fillClrLst>
    <dgm:linClrLst meth="repeat">
      <a:schemeClr val="accent2"/>
    </dgm:linClrLst>
    <dgm:effectClrLst/>
    <dgm:txLinClrLst/>
    <dgm:txFillClrLst meth="repeat">
      <a:schemeClr val="tx1"/>
    </dgm:txFillClrLst>
    <dgm:txEffectClrLst/>
  </dgm:styleLbl>
  <dgm:styleLbl name="parChTrans1D3">
    <dgm:fillClrLst meth="repeat">
      <a:schemeClr val="accent4">
        <a:tint val="70000"/>
      </a:schemeClr>
    </dgm:fillClrLst>
    <dgm:linClrLst meth="repeat">
      <a:schemeClr val="accent3"/>
    </dgm:linClrLst>
    <dgm:effectClrLst/>
    <dgm:txLinClrLst/>
    <dgm:txFillClrLst meth="repeat">
      <a:schemeClr val="tx1"/>
    </dgm:txFillClrLst>
    <dgm:txEffectClrLst/>
  </dgm:styleLbl>
  <dgm:styleLbl name="parChTrans1D4">
    <dgm:fillClrLst meth="repeat">
      <a:schemeClr val="accent5">
        <a:tint val="50000"/>
      </a:schemeClr>
    </dgm:fillClrLst>
    <dgm:linClrLst meth="repeat">
      <a:schemeClr val="accent4"/>
    </dgm:linClrLst>
    <dgm:effectClrLst/>
    <dgm:txLinClrLst/>
    <dgm:txFillClrLst meth="repeat">
      <a:schemeClr val="tx1"/>
    </dgm:txFillClrLst>
    <dgm:txEffectClrLst/>
  </dgm:styleLbl>
  <dgm:styleLbl name="fgAcc1">
    <dgm:fillClrLst meth="repeat">
      <a:schemeClr val="lt1">
        <a:alpha val="90000"/>
      </a:schemeClr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conFgAcc1">
    <dgm:fillClrLst meth="repeat">
      <a:schemeClr val="lt1">
        <a:alpha val="90000"/>
      </a:schemeClr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alignAcc1">
    <dgm:fillClrLst meth="repeat">
      <a:schemeClr val="lt1">
        <a:alpha val="90000"/>
      </a:schemeClr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trAlignAcc1">
    <dgm:fillClrLst meth="repeat">
      <a:schemeClr val="lt1">
        <a:alpha val="4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bgAcc1">
    <dgm:fillClrLst meth="repeat">
      <a:schemeClr val="lt1">
        <a:alpha val="90000"/>
      </a:schemeClr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solidFgAcc1">
    <dgm:fillClrLst meth="repeat">
      <a:schemeClr val="lt1"/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solidAlignAcc1">
    <dgm:fillClrLst meth="repeat">
      <a:schemeClr val="lt1"/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solidBgAcc1">
    <dgm:fillClrLst meth="repeat">
      <a:schemeClr val="lt1"/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fgAccFollowNode1">
    <dgm:fillClrLst meth="repeat">
      <a:schemeClr val="accent2">
        <a:tint val="40000"/>
        <a:alpha val="90000"/>
      </a:schemeClr>
      <a:schemeClr val="accent3">
        <a:tint val="40000"/>
        <a:alpha val="90000"/>
      </a:schemeClr>
      <a:schemeClr val="accent4">
        <a:tint val="40000"/>
        <a:alpha val="90000"/>
      </a:schemeClr>
      <a:schemeClr val="accent5">
        <a:tint val="40000"/>
        <a:alpha val="90000"/>
      </a:schemeClr>
      <a:schemeClr val="accent6">
        <a:tint val="40000"/>
        <a:alpha val="90000"/>
      </a:schemeClr>
    </dgm:fillClrLst>
    <dgm:linClrLst meth="repeat">
      <a:schemeClr val="accent2">
        <a:tint val="40000"/>
        <a:alpha val="90000"/>
      </a:schemeClr>
      <a:schemeClr val="accent3">
        <a:tint val="40000"/>
        <a:alpha val="90000"/>
      </a:schemeClr>
      <a:schemeClr val="accent4">
        <a:tint val="40000"/>
        <a:alpha val="90000"/>
      </a:schemeClr>
      <a:schemeClr val="accent5">
        <a:tint val="40000"/>
        <a:alpha val="90000"/>
      </a:schemeClr>
      <a:schemeClr val="accent6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alignAccFollowNode1">
    <dgm:fillClrLst meth="repeat">
      <a:schemeClr val="accent2">
        <a:tint val="40000"/>
        <a:alpha val="90000"/>
      </a:schemeClr>
      <a:schemeClr val="accent3">
        <a:tint val="40000"/>
        <a:alpha val="90000"/>
      </a:schemeClr>
      <a:schemeClr val="accent4">
        <a:tint val="40000"/>
        <a:alpha val="90000"/>
      </a:schemeClr>
      <a:schemeClr val="accent5">
        <a:tint val="40000"/>
        <a:alpha val="90000"/>
      </a:schemeClr>
      <a:schemeClr val="accent6">
        <a:tint val="40000"/>
        <a:alpha val="90000"/>
      </a:schemeClr>
    </dgm:fillClrLst>
    <dgm:linClrLst meth="repeat">
      <a:schemeClr val="accent2">
        <a:tint val="40000"/>
        <a:alpha val="90000"/>
      </a:schemeClr>
      <a:schemeClr val="accent3">
        <a:tint val="40000"/>
        <a:alpha val="90000"/>
      </a:schemeClr>
      <a:schemeClr val="accent4">
        <a:tint val="40000"/>
        <a:alpha val="90000"/>
      </a:schemeClr>
      <a:schemeClr val="accent5">
        <a:tint val="40000"/>
        <a:alpha val="90000"/>
      </a:schemeClr>
      <a:schemeClr val="accent6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bgAccFollowNode1">
    <dgm:fillClrLst meth="repeat">
      <a:schemeClr val="accent2">
        <a:tint val="40000"/>
        <a:alpha val="90000"/>
      </a:schemeClr>
      <a:schemeClr val="accent3">
        <a:tint val="40000"/>
        <a:alpha val="90000"/>
      </a:schemeClr>
      <a:schemeClr val="accent4">
        <a:tint val="40000"/>
        <a:alpha val="90000"/>
      </a:schemeClr>
      <a:schemeClr val="accent5">
        <a:tint val="40000"/>
        <a:alpha val="90000"/>
      </a:schemeClr>
      <a:schemeClr val="accent6">
        <a:tint val="40000"/>
        <a:alpha val="90000"/>
      </a:schemeClr>
    </dgm:fillClrLst>
    <dgm:linClrLst meth="repeat">
      <a:schemeClr val="accent2">
        <a:tint val="40000"/>
        <a:alpha val="90000"/>
      </a:schemeClr>
      <a:schemeClr val="accent3">
        <a:tint val="40000"/>
        <a:alpha val="90000"/>
      </a:schemeClr>
      <a:schemeClr val="accent4">
        <a:tint val="40000"/>
        <a:alpha val="90000"/>
      </a:schemeClr>
      <a:schemeClr val="accent5">
        <a:tint val="40000"/>
        <a:alpha val="90000"/>
      </a:schemeClr>
      <a:schemeClr val="accent6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fgAcc0">
    <dgm:fillClrLst meth="repeat">
      <a:schemeClr val="lt1">
        <a:alpha val="90000"/>
      </a:schemeClr>
    </dgm:fillClrLst>
    <dgm:linClrLst>
      <a:schemeClr val="accent1"/>
    </dgm:linClrLst>
    <dgm:effectClrLst/>
    <dgm:txLinClrLst/>
    <dgm:txFillClrLst meth="repeat">
      <a:schemeClr val="dk1"/>
    </dgm:txFillClrLst>
    <dgm:txEffectClrLst/>
  </dgm:styleLbl>
  <dgm:styleLbl name="fgAcc2">
    <dgm:fillClrLst meth="repeat">
      <a:schemeClr val="lt1">
        <a:alpha val="90000"/>
      </a:schemeClr>
    </dgm:fillClrLst>
    <dgm:linClrLst>
      <a:schemeClr val="accent2"/>
    </dgm:linClrLst>
    <dgm:effectClrLst/>
    <dgm:txLinClrLst/>
    <dgm:txFillClrLst meth="repeat">
      <a:schemeClr val="dk1"/>
    </dgm:txFillClrLst>
    <dgm:txEffectClrLst/>
  </dgm:styleLbl>
  <dgm:styleLbl name="fgAcc3">
    <dgm:fillClrLst meth="repeat">
      <a:schemeClr val="lt1">
        <a:alpha val="90000"/>
      </a:schemeClr>
    </dgm:fillClrLst>
    <dgm:linClrLst>
      <a:schemeClr val="accent3"/>
    </dgm:linClrLst>
    <dgm:effectClrLst/>
    <dgm:txLinClrLst/>
    <dgm:txFillClrLst meth="repeat">
      <a:schemeClr val="dk1"/>
    </dgm:txFillClrLst>
    <dgm:txEffectClrLst/>
  </dgm:styleLbl>
  <dgm:styleLbl name="fgAcc4">
    <dgm:fillClrLst meth="repeat">
      <a:schemeClr val="lt1">
        <a:alpha val="90000"/>
      </a:schemeClr>
    </dgm:fillClrLst>
    <dgm:linClrLst>
      <a:schemeClr val="accent4"/>
    </dgm:linClrLst>
    <dgm:effectClrLst/>
    <dgm:txLinClrLst/>
    <dgm:txFillClrLst meth="repeat">
      <a:schemeClr val="dk1"/>
    </dgm:txFillClrLst>
    <dgm:txEffectClrLst/>
  </dgm:styleLbl>
  <dgm:styleLbl name="bgShp">
    <dgm:fillClrLst meth="repeat">
      <a:schemeClr val="bg1">
        <a:lumMod val="95000"/>
      </a:schemeClr>
    </dgm:fillClrLst>
    <dgm:linClrLst meth="repeat">
      <a:schemeClr val="dk1"/>
    </dgm:linClrLst>
    <dgm:effectClrLst/>
    <dgm:txLinClrLst/>
    <dgm:txFillClrLst meth="repeat">
      <a:schemeClr val="dk1"/>
    </dgm:txFillClrLst>
    <dgm:txEffectClrLst/>
  </dgm:styleLbl>
  <dgm:styleLbl name="dkBgShp">
    <dgm:fillClrLst meth="repeat">
      <a:schemeClr val="accent2">
        <a:shade val="90000"/>
      </a:schemeClr>
    </dgm:fillClrLst>
    <dgm:linClrLst meth="repeat">
      <a:schemeClr val="dk1"/>
    </dgm:linClrLst>
    <dgm:effectClrLst/>
    <dgm:txLinClrLst/>
    <dgm:txFillClrLst meth="repeat">
      <a:schemeClr val="lt1"/>
    </dgm:txFillClrLst>
    <dgm:txEffectClrLst/>
  </dgm:styleLbl>
  <dgm:styleLbl name="trBgShp">
    <dgm:fillClrLst meth="repeat">
      <a:schemeClr val="accent1">
        <a:tint val="50000"/>
        <a:alpha val="40000"/>
      </a:schemeClr>
    </dgm:fillClrLst>
    <dgm:linClrLst meth="repeat">
      <a:schemeClr val="accent2"/>
    </dgm:linClrLst>
    <dgm:effectClrLst/>
    <dgm:txLinClrLst/>
    <dgm:txFillClrLst meth="repeat">
      <a:schemeClr val="lt1"/>
    </dgm:txFillClrLst>
    <dgm:txEffectClrLst/>
  </dgm:styleLbl>
  <dgm:styleLbl name="fgShp">
    <dgm:fillClrLst meth="repeat">
      <a:schemeClr val="accent2">
        <a:tint val="40000"/>
      </a:schemeClr>
    </dgm:fillClrLst>
    <dgm:linClrLst meth="repeat">
      <a:schemeClr val="lt1"/>
    </dgm:linClrLst>
    <dgm:effectClrLst/>
    <dgm:txLinClrLst/>
    <dgm:txFillClrLst meth="repeat">
      <a:schemeClr val="dk1"/>
    </dgm:txFillClrLst>
    <dgm:txEffectClrLst/>
  </dgm:styleLbl>
  <dgm:styleLbl name="revTx">
    <dgm:fillClrLst meth="repeat">
      <a:schemeClr val="lt1">
        <a:alpha val="0"/>
      </a:schemeClr>
    </dgm:fillClrLst>
    <dgm:linClrLst meth="repeat">
      <a:schemeClr val="dk1">
        <a:alpha val="0"/>
      </a:schemeClr>
    </dgm:linClrLst>
    <dgm:effectClrLst/>
    <dgm:txLinClrLst/>
    <dgm:txFillClrLst meth="repeat">
      <a:schemeClr val="tx1"/>
    </dgm:txFillClrLst>
    <dgm:txEffectClrLst/>
  </dgm:styleLbl>
</dgm:colorsDef>
</file>

<file path=ppt/diagrams/colors39.xml><?xml version="1.0" encoding="utf-8"?>
<dgm:colorsDef xmlns:dgm="http://schemas.openxmlformats.org/drawingml/2006/diagram" xmlns:a="http://schemas.openxmlformats.org/drawingml/2006/main" uniqueId="urn:microsoft.com/office/officeart/2018/5/colors/Iconchunking_neutralbg_accent1_2">
  <dgm:title val=""/>
  <dgm:desc val=""/>
  <dgm:catLst>
    <dgm:cat type="accent1" pri="11200"/>
  </dgm:catLst>
  <dgm:styleLbl name="node0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lignNode1">
    <dgm:fillClrLst meth="repeat">
      <a:schemeClr val="accent1"/>
    </dgm:fillClrLst>
    <dgm:linClrLst meth="repeat">
      <a:schemeClr val="accent1"/>
    </dgm:linClrLst>
    <dgm:effectClrLst/>
    <dgm:txLinClrLst/>
    <dgm:txFillClrLst/>
    <dgm:txEffectClrLst/>
  </dgm:styleLbl>
  <dgm:styleLbl name="node1">
    <dgm:fillClrLst meth="repeat">
      <a:schemeClr val="accent1"/>
    </dgm:fillClrLst>
    <dgm:linClrLst meth="repeat">
      <a:schemeClr val="lt1">
        <a:alpha val="0"/>
      </a:schemeClr>
    </dgm:linClrLst>
    <dgm:effectClrLst/>
    <dgm:txLinClrLst/>
    <dgm:txFillClrLst/>
    <dgm:txEffectClrLst/>
  </dgm:styleLbl>
  <dgm:styleLbl name="lnNode1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vennNode1">
    <dgm:fillClrLst meth="repeat">
      <a:schemeClr val="accent1">
        <a:alpha val="50000"/>
      </a:schemeClr>
    </dgm:fillClrLst>
    <dgm:linClrLst meth="repeat">
      <a:schemeClr val="lt1"/>
    </dgm:linClrLst>
    <dgm:effectClrLst/>
    <dgm:txLinClrLst/>
    <dgm:txFillClrLst/>
    <dgm:txEffectClrLst/>
  </dgm:styleLbl>
  <dgm:styleLbl name="node2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node3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node4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fgImgPlace1">
    <dgm:fillClrLst meth="repeat">
      <a:schemeClr val="accent1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alignImgPlace1">
    <dgm:fillClrLst meth="repeat">
      <a:schemeClr val="accent1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bgImgPlace1">
    <dgm:fillClrLst meth="repeat">
      <a:schemeClr val="accent1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sibTrans2D1">
    <dgm:fillClrLst meth="repeat">
      <a:schemeClr val="accent1">
        <a:tint val="60000"/>
      </a:schemeClr>
    </dgm:fillClrLst>
    <dgm:linClrLst meth="repeat">
      <a:schemeClr val="accent1">
        <a:tint val="60000"/>
      </a:schemeClr>
    </dgm:linClrLst>
    <dgm:effectClrLst/>
    <dgm:txLinClrLst/>
    <dgm:txFillClrLst/>
    <dgm:txEffectClrLst/>
  </dgm:styleLbl>
  <dgm:styleLbl name="fgSibTrans2D1">
    <dgm:fillClrLst meth="repeat">
      <a:schemeClr val="accent1">
        <a:tint val="60000"/>
      </a:schemeClr>
    </dgm:fillClrLst>
    <dgm:linClrLst meth="repeat">
      <a:schemeClr val="accent1">
        <a:tint val="60000"/>
      </a:schemeClr>
    </dgm:linClrLst>
    <dgm:effectClrLst/>
    <dgm:txLinClrLst/>
    <dgm:txFillClrLst/>
    <dgm:txEffectClrLst/>
  </dgm:styleLbl>
  <dgm:styleLbl name="bgSibTrans2D1">
    <dgm:fillClrLst meth="repeat">
      <a:schemeClr val="accent1">
        <a:tint val="60000"/>
      </a:schemeClr>
    </dgm:fillClrLst>
    <dgm:linClrLst meth="repeat">
      <a:schemeClr val="accent1">
        <a:tint val="60000"/>
      </a:schemeClr>
    </dgm:linClrLst>
    <dgm:effectClrLst/>
    <dgm:txLinClrLst/>
    <dgm:txFillClrLst/>
    <dgm:txEffectClrLst/>
  </dgm:styleLbl>
  <dgm:styleLbl name="sibTrans1D1">
    <dgm:fillClrLst meth="repeat">
      <a:schemeClr val="accent1"/>
    </dgm:fillClrLst>
    <dgm:linClrLst meth="repeat">
      <a:schemeClr val="accent1"/>
    </dgm:linClrLst>
    <dgm:effectClrLst/>
    <dgm:txLinClrLst/>
    <dgm:txFillClrLst meth="repeat">
      <a:schemeClr val="tx1"/>
    </dgm:txFillClrLst>
    <dgm:txEffectClrLst/>
  </dgm:styleLbl>
  <dgm:styleLbl name="callout">
    <dgm:fillClrLst meth="repeat">
      <a:schemeClr val="accent1"/>
    </dgm:fillClrLst>
    <dgm:linClrLst meth="repeat">
      <a:schemeClr val="accent1">
        <a:tint val="50000"/>
      </a:schemeClr>
    </dgm:linClrLst>
    <dgm:effectClrLst/>
    <dgm:txLinClrLst/>
    <dgm:txFillClrLst meth="repeat">
      <a:schemeClr val="tx1"/>
    </dgm:txFillClrLst>
    <dgm:txEffectClrLst/>
  </dgm:styleLbl>
  <dgm:styleLbl name="asst0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sst1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sst2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sst3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sst4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parChTrans2D1">
    <dgm:fillClrLst meth="repeat">
      <a:schemeClr val="accent1">
        <a:tint val="60000"/>
      </a:schemeClr>
    </dgm:fillClrLst>
    <dgm:linClrLst meth="repeat">
      <a:schemeClr val="accent1">
        <a:tint val="60000"/>
      </a:schemeClr>
    </dgm:linClrLst>
    <dgm:effectClrLst/>
    <dgm:txLinClrLst/>
    <dgm:txFillClrLst meth="repeat">
      <a:schemeClr val="lt1"/>
    </dgm:txFillClrLst>
    <dgm:txEffectClrLst/>
  </dgm:styleLbl>
  <dgm:styleLbl name="parChTrans2D2">
    <dgm:fillClrLst meth="repeat">
      <a:schemeClr val="accent1"/>
    </dgm:fillClrLst>
    <dgm:linClrLst meth="repeat">
      <a:schemeClr val="accent1"/>
    </dgm:linClrLst>
    <dgm:effectClrLst/>
    <dgm:txLinClrLst/>
    <dgm:txFillClrLst meth="repeat">
      <a:schemeClr val="lt1"/>
    </dgm:txFillClrLst>
    <dgm:txEffectClrLst/>
  </dgm:styleLbl>
  <dgm:styleLbl name="parChTrans2D3">
    <dgm:fillClrLst meth="repeat">
      <a:schemeClr val="accent1"/>
    </dgm:fillClrLst>
    <dgm:linClrLst meth="repeat">
      <a:schemeClr val="accent1"/>
    </dgm:linClrLst>
    <dgm:effectClrLst/>
    <dgm:txLinClrLst/>
    <dgm:txFillClrLst meth="repeat">
      <a:schemeClr val="lt1"/>
    </dgm:txFillClrLst>
    <dgm:txEffectClrLst/>
  </dgm:styleLbl>
  <dgm:styleLbl name="parChTrans2D4">
    <dgm:fillClrLst meth="repeat">
      <a:schemeClr val="accent1"/>
    </dgm:fillClrLst>
    <dgm:linClrLst meth="repeat">
      <a:schemeClr val="accent1"/>
    </dgm:linClrLst>
    <dgm:effectClrLst/>
    <dgm:txLinClrLst/>
    <dgm:txFillClrLst meth="repeat">
      <a:schemeClr val="lt1"/>
    </dgm:txFillClrLst>
    <dgm:txEffectClrLst/>
  </dgm:styleLbl>
  <dgm:styleLbl name="parChTrans1D1">
    <dgm:fillClrLst meth="repeat">
      <a:schemeClr val="accent1"/>
    </dgm:fillClrLst>
    <dgm:linClrLst meth="repeat">
      <a:schemeClr val="accent1">
        <a:shade val="60000"/>
      </a:schemeClr>
    </dgm:linClrLst>
    <dgm:effectClrLst/>
    <dgm:txLinClrLst/>
    <dgm:txFillClrLst meth="repeat">
      <a:schemeClr val="tx1"/>
    </dgm:txFillClrLst>
    <dgm:txEffectClrLst/>
  </dgm:styleLbl>
  <dgm:styleLbl name="parChTrans1D2">
    <dgm:fillClrLst meth="repeat">
      <a:schemeClr val="accent1"/>
    </dgm:fillClrLst>
    <dgm:linClrLst meth="repeat">
      <a:schemeClr val="accent1">
        <a:shade val="60000"/>
      </a:schemeClr>
    </dgm:linClrLst>
    <dgm:effectClrLst/>
    <dgm:txLinClrLst/>
    <dgm:txFillClrLst meth="repeat">
      <a:schemeClr val="tx1"/>
    </dgm:txFillClrLst>
    <dgm:txEffectClrLst/>
  </dgm:styleLbl>
  <dgm:styleLbl name="parChTrans1D3">
    <dgm:fillClrLst meth="repeat">
      <a:schemeClr val="accent1"/>
    </dgm:fillClrLst>
    <dgm:linClrLst meth="repeat">
      <a:schemeClr val="accent1">
        <a:shade val="80000"/>
      </a:schemeClr>
    </dgm:linClrLst>
    <dgm:effectClrLst/>
    <dgm:txLinClrLst/>
    <dgm:txFillClrLst meth="repeat">
      <a:schemeClr val="tx1"/>
    </dgm:txFillClrLst>
    <dgm:txEffectClrLst/>
  </dgm:styleLbl>
  <dgm:styleLbl name="parChTrans1D4">
    <dgm:fillClrLst meth="repeat">
      <a:schemeClr val="accent1"/>
    </dgm:fillClrLst>
    <dgm:linClrLst meth="repeat">
      <a:schemeClr val="accent1">
        <a:shade val="80000"/>
      </a:schemeClr>
    </dgm:linClrLst>
    <dgm:effectClrLst/>
    <dgm:txLinClrLst/>
    <dgm:txFillClrLst meth="repeat">
      <a:schemeClr val="tx1"/>
    </dgm:txFillClrLst>
    <dgm:txEffectClrLst/>
  </dgm:styleLbl>
  <dgm:styleLbl name="fgAcc1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conFgAcc1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alignAcc1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trAlignAcc1">
    <dgm:fillClrLst meth="repeat">
      <a:schemeClr val="lt1">
        <a:alpha val="4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bgAcc1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solidFgAcc1">
    <dgm:fillClrLst meth="repeat">
      <a:schemeClr val="lt1"/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solidAlignAcc1">
    <dgm:fillClrLst meth="repeat">
      <a:schemeClr val="lt1"/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solidBgAcc1">
    <dgm:fillClrLst meth="repeat">
      <a:schemeClr val="lt1"/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fgAccFollowNode1">
    <dgm:fillClrLst meth="repeat">
      <a:schemeClr val="accent1">
        <a:alpha val="90000"/>
        <a:tint val="40000"/>
      </a:schemeClr>
    </dgm:fillClrLst>
    <dgm:linClrLst meth="repeat">
      <a:schemeClr val="accent1">
        <a:alpha val="90000"/>
        <a:tint val="40000"/>
      </a:schemeClr>
    </dgm:linClrLst>
    <dgm:effectClrLst/>
    <dgm:txLinClrLst/>
    <dgm:txFillClrLst meth="repeat">
      <a:schemeClr val="dk1"/>
    </dgm:txFillClrLst>
    <dgm:txEffectClrLst/>
  </dgm:styleLbl>
  <dgm:styleLbl name="alignAccFollowNode1">
    <dgm:fillClrLst meth="repeat">
      <a:schemeClr val="accent1">
        <a:alpha val="90000"/>
        <a:tint val="40000"/>
      </a:schemeClr>
    </dgm:fillClrLst>
    <dgm:linClrLst meth="repeat">
      <a:schemeClr val="accent1">
        <a:alpha val="90000"/>
        <a:tint val="40000"/>
      </a:schemeClr>
    </dgm:linClrLst>
    <dgm:effectClrLst/>
    <dgm:txLinClrLst/>
    <dgm:txFillClrLst meth="repeat">
      <a:schemeClr val="dk1"/>
    </dgm:txFillClrLst>
    <dgm:txEffectClrLst/>
  </dgm:styleLbl>
  <dgm:styleLbl name="bgAccFollowNode1">
    <dgm:fillClrLst meth="repeat">
      <a:schemeClr val="accent1">
        <a:alpha val="90000"/>
        <a:tint val="40000"/>
      </a:schemeClr>
    </dgm:fillClrLst>
    <dgm:linClrLst meth="repeat">
      <a:schemeClr val="accent1">
        <a:alpha val="90000"/>
        <a:tint val="40000"/>
      </a:schemeClr>
    </dgm:linClrLst>
    <dgm:effectClrLst/>
    <dgm:txLinClrLst/>
    <dgm:txFillClrLst meth="repeat">
      <a:schemeClr val="dk1"/>
    </dgm:txFillClrLst>
    <dgm:txEffectClrLst/>
  </dgm:styleLbl>
  <dgm:styleLbl name="fgAcc0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fgAcc2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fgAcc3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fgAcc4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bgShp">
    <dgm:fillClrLst meth="repeat">
      <a:schemeClr val="bg1">
        <a:lumMod val="95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dkBgShp">
    <dgm:fillClrLst meth="repeat">
      <a:schemeClr val="accent1">
        <a:shade val="80000"/>
      </a:schemeClr>
    </dgm:fillClrLst>
    <dgm:linClrLst meth="repeat">
      <a:schemeClr val="accent1"/>
    </dgm:linClrLst>
    <dgm:effectClrLst/>
    <dgm:txLinClrLst/>
    <dgm:txFillClrLst meth="repeat">
      <a:schemeClr val="lt1"/>
    </dgm:txFillClrLst>
    <dgm:txEffectClrLst/>
  </dgm:styleLbl>
  <dgm:styleLbl name="trBgShp">
    <dgm:fillClrLst meth="repeat">
      <a:schemeClr val="accent1">
        <a:tint val="50000"/>
        <a:alpha val="40000"/>
      </a:schemeClr>
    </dgm:fillClrLst>
    <dgm:linClrLst meth="repeat">
      <a:schemeClr val="accent1"/>
    </dgm:linClrLst>
    <dgm:effectClrLst/>
    <dgm:txLinClrLst/>
    <dgm:txFillClrLst meth="repeat">
      <a:schemeClr val="lt1"/>
    </dgm:txFillClrLst>
    <dgm:txEffectClrLst/>
  </dgm:styleLbl>
  <dgm:styleLbl name="fgShp">
    <dgm:fillClrLst meth="repeat">
      <a:schemeClr val="accent1">
        <a:tint val="60000"/>
      </a:schemeClr>
    </dgm:fillClrLst>
    <dgm:linClrLst meth="repeat">
      <a:schemeClr val="lt1"/>
    </dgm:linClrLst>
    <dgm:effectClrLst/>
    <dgm:txLinClrLst/>
    <dgm:txFillClrLst meth="repeat">
      <a:schemeClr val="dk1"/>
    </dgm:txFillClrLst>
    <dgm:txEffectClrLst/>
  </dgm:styleLbl>
  <dgm:styleLbl name="revTx">
    <dgm:fillClrLst meth="repeat">
      <a:schemeClr val="lt1">
        <a:alpha val="0"/>
      </a:schemeClr>
    </dgm:fillClrLst>
    <dgm:linClrLst meth="repeat">
      <a:schemeClr val="dk1">
        <a:alpha val="0"/>
      </a:schemeClr>
    </dgm:linClrLst>
    <dgm:effectClrLst/>
    <dgm:txLinClrLst/>
    <dgm:txFillClrLst meth="repeat">
      <a:schemeClr val="tx1"/>
    </dgm:txFillClrLst>
    <dgm:txEffectClrLst/>
  </dgm:styleLbl>
</dgm:colorsDef>
</file>

<file path=ppt/diagrams/colors40.xml><?xml version="1.0" encoding="utf-8"?>
<dgm:colorsDef xmlns:dgm="http://schemas.openxmlformats.org/drawingml/2006/diagram" xmlns:a="http://schemas.openxmlformats.org/drawingml/2006/main" uniqueId="urn:microsoft.com/office/officeart/2018/5/colors/Iconchunking_neutralbg_accent4_2">
  <dgm:title val=""/>
  <dgm:desc val=""/>
  <dgm:catLst>
    <dgm:cat type="accent4" pri="14200"/>
  </dgm:catLst>
  <dgm:styleLbl name="node0">
    <dgm:fillClrLst meth="repeat"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node1">
    <dgm:fillClrLst meth="repeat">
      <a:schemeClr val="accent4"/>
    </dgm:fillClrLst>
    <dgm:linClrLst meth="repeat">
      <a:schemeClr val="lt1">
        <a:alpha val="0"/>
      </a:schemeClr>
    </dgm:linClrLst>
    <dgm:effectClrLst/>
    <dgm:txLinClrLst/>
    <dgm:txFillClrLst/>
    <dgm:txEffectClrLst/>
  </dgm:styleLbl>
  <dgm:styleLbl name="alignNode1">
    <dgm:fillClrLst meth="repeat">
      <a:schemeClr val="accent4"/>
    </dgm:fillClrLst>
    <dgm:linClrLst meth="repeat">
      <a:schemeClr val="accent4"/>
    </dgm:linClrLst>
    <dgm:effectClrLst/>
    <dgm:txLinClrLst/>
    <dgm:txFillClrLst/>
    <dgm:txEffectClrLst/>
  </dgm:styleLbl>
  <dgm:styleLbl name="lnNode1">
    <dgm:fillClrLst meth="repeat"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vennNode1">
    <dgm:fillClrLst meth="repeat">
      <a:schemeClr val="accent4">
        <a:alpha val="50000"/>
      </a:schemeClr>
    </dgm:fillClrLst>
    <dgm:linClrLst meth="repeat">
      <a:schemeClr val="lt1"/>
    </dgm:linClrLst>
    <dgm:effectClrLst/>
    <dgm:txLinClrLst/>
    <dgm:txFillClrLst/>
    <dgm:txEffectClrLst/>
  </dgm:styleLbl>
  <dgm:styleLbl name="node2">
    <dgm:fillClrLst meth="repeat"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node3">
    <dgm:fillClrLst meth="repeat"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node4">
    <dgm:fillClrLst meth="repeat"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fgImgPlace1">
    <dgm:fillClrLst meth="repeat">
      <a:schemeClr val="accent4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alignImgPlace1">
    <dgm:fillClrLst meth="repeat">
      <a:schemeClr val="accent4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bgImgPlace1">
    <dgm:fillClrLst meth="repeat">
      <a:schemeClr val="accent4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sibTrans2D1">
    <dgm:fillClrLst meth="repeat">
      <a:schemeClr val="accent4">
        <a:tint val="60000"/>
      </a:schemeClr>
    </dgm:fillClrLst>
    <dgm:linClrLst meth="repeat">
      <a:schemeClr val="accent4">
        <a:tint val="60000"/>
      </a:schemeClr>
    </dgm:linClrLst>
    <dgm:effectClrLst/>
    <dgm:txLinClrLst/>
    <dgm:txFillClrLst/>
    <dgm:txEffectClrLst/>
  </dgm:styleLbl>
  <dgm:styleLbl name="fgSibTrans2D1">
    <dgm:fillClrLst meth="repeat">
      <a:schemeClr val="accent4">
        <a:tint val="60000"/>
      </a:schemeClr>
    </dgm:fillClrLst>
    <dgm:linClrLst meth="repeat">
      <a:schemeClr val="accent4">
        <a:tint val="60000"/>
      </a:schemeClr>
    </dgm:linClrLst>
    <dgm:effectClrLst/>
    <dgm:txLinClrLst/>
    <dgm:txFillClrLst/>
    <dgm:txEffectClrLst/>
  </dgm:styleLbl>
  <dgm:styleLbl name="bgSibTrans2D1">
    <dgm:fillClrLst meth="repeat">
      <a:schemeClr val="accent4">
        <a:tint val="60000"/>
      </a:schemeClr>
    </dgm:fillClrLst>
    <dgm:linClrLst meth="repeat">
      <a:schemeClr val="accent4">
        <a:tint val="60000"/>
      </a:schemeClr>
    </dgm:linClrLst>
    <dgm:effectClrLst/>
    <dgm:txLinClrLst/>
    <dgm:txFillClrLst/>
    <dgm:txEffectClrLst/>
  </dgm:styleLbl>
  <dgm:styleLbl name="sibTrans1D1">
    <dgm:fillClrLst meth="repeat">
      <a:schemeClr val="accent4"/>
    </dgm:fillClrLst>
    <dgm:linClrLst meth="repeat">
      <a:schemeClr val="accent4"/>
    </dgm:linClrLst>
    <dgm:effectClrLst/>
    <dgm:txLinClrLst/>
    <dgm:txFillClrLst meth="repeat">
      <a:schemeClr val="tx1"/>
    </dgm:txFillClrLst>
    <dgm:txEffectClrLst/>
  </dgm:styleLbl>
  <dgm:styleLbl name="callout">
    <dgm:fillClrLst meth="repeat">
      <a:schemeClr val="accent4"/>
    </dgm:fillClrLst>
    <dgm:linClrLst meth="repeat">
      <a:schemeClr val="accent4">
        <a:tint val="50000"/>
      </a:schemeClr>
    </dgm:linClrLst>
    <dgm:effectClrLst/>
    <dgm:txLinClrLst/>
    <dgm:txFillClrLst meth="repeat">
      <a:schemeClr val="tx1"/>
    </dgm:txFillClrLst>
    <dgm:txEffectClrLst/>
  </dgm:styleLbl>
  <dgm:styleLbl name="asst0">
    <dgm:fillClrLst meth="repeat"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asst1">
    <dgm:fillClrLst meth="repeat"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asst2">
    <dgm:fillClrLst meth="repeat"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asst3">
    <dgm:fillClrLst meth="repeat"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asst4">
    <dgm:fillClrLst meth="repeat"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parChTrans2D1">
    <dgm:fillClrLst meth="repeat">
      <a:schemeClr val="accent4">
        <a:tint val="60000"/>
      </a:schemeClr>
    </dgm:fillClrLst>
    <dgm:linClrLst meth="repeat">
      <a:schemeClr val="accent4">
        <a:tint val="60000"/>
      </a:schemeClr>
    </dgm:linClrLst>
    <dgm:effectClrLst/>
    <dgm:txLinClrLst/>
    <dgm:txFillClrLst meth="repeat">
      <a:schemeClr val="lt1"/>
    </dgm:txFillClrLst>
    <dgm:txEffectClrLst/>
  </dgm:styleLbl>
  <dgm:styleLbl name="parChTrans2D2">
    <dgm:fillClrLst meth="repeat">
      <a:schemeClr val="accent4"/>
    </dgm:fillClrLst>
    <dgm:linClrLst meth="repeat">
      <a:schemeClr val="accent4"/>
    </dgm:linClrLst>
    <dgm:effectClrLst/>
    <dgm:txLinClrLst/>
    <dgm:txFillClrLst meth="repeat">
      <a:schemeClr val="lt1"/>
    </dgm:txFillClrLst>
    <dgm:txEffectClrLst/>
  </dgm:styleLbl>
  <dgm:styleLbl name="parChTrans2D3">
    <dgm:fillClrLst meth="repeat">
      <a:schemeClr val="accent4"/>
    </dgm:fillClrLst>
    <dgm:linClrLst meth="repeat">
      <a:schemeClr val="accent4"/>
    </dgm:linClrLst>
    <dgm:effectClrLst/>
    <dgm:txLinClrLst/>
    <dgm:txFillClrLst meth="repeat">
      <a:schemeClr val="lt1"/>
    </dgm:txFillClrLst>
    <dgm:txEffectClrLst/>
  </dgm:styleLbl>
  <dgm:styleLbl name="parChTrans2D4">
    <dgm:fillClrLst meth="repeat">
      <a:schemeClr val="accent4"/>
    </dgm:fillClrLst>
    <dgm:linClrLst meth="repeat">
      <a:schemeClr val="accent4"/>
    </dgm:linClrLst>
    <dgm:effectClrLst/>
    <dgm:txLinClrLst/>
    <dgm:txFillClrLst meth="repeat">
      <a:schemeClr val="lt1"/>
    </dgm:txFillClrLst>
    <dgm:txEffectClrLst/>
  </dgm:styleLbl>
  <dgm:styleLbl name="parChTrans1D1">
    <dgm:fillClrLst meth="repeat">
      <a:schemeClr val="accent4"/>
    </dgm:fillClrLst>
    <dgm:linClrLst meth="repeat">
      <a:schemeClr val="accent4">
        <a:shade val="60000"/>
      </a:schemeClr>
    </dgm:linClrLst>
    <dgm:effectClrLst/>
    <dgm:txLinClrLst/>
    <dgm:txFillClrLst meth="repeat">
      <a:schemeClr val="tx1"/>
    </dgm:txFillClrLst>
    <dgm:txEffectClrLst/>
  </dgm:styleLbl>
  <dgm:styleLbl name="parChTrans1D2">
    <dgm:fillClrLst meth="repeat">
      <a:schemeClr val="accent4"/>
    </dgm:fillClrLst>
    <dgm:linClrLst meth="repeat">
      <a:schemeClr val="accent4">
        <a:shade val="60000"/>
      </a:schemeClr>
    </dgm:linClrLst>
    <dgm:effectClrLst/>
    <dgm:txLinClrLst/>
    <dgm:txFillClrLst meth="repeat">
      <a:schemeClr val="tx1"/>
    </dgm:txFillClrLst>
    <dgm:txEffectClrLst/>
  </dgm:styleLbl>
  <dgm:styleLbl name="parChTrans1D3">
    <dgm:fillClrLst meth="repeat">
      <a:schemeClr val="accent4"/>
    </dgm:fillClrLst>
    <dgm:linClrLst meth="repeat">
      <a:schemeClr val="accent4">
        <a:shade val="80000"/>
      </a:schemeClr>
    </dgm:linClrLst>
    <dgm:effectClrLst/>
    <dgm:txLinClrLst/>
    <dgm:txFillClrLst meth="repeat">
      <a:schemeClr val="tx1"/>
    </dgm:txFillClrLst>
    <dgm:txEffectClrLst/>
  </dgm:styleLbl>
  <dgm:styleLbl name="parChTrans1D4">
    <dgm:fillClrLst meth="repeat">
      <a:schemeClr val="accent4"/>
    </dgm:fillClrLst>
    <dgm:linClrLst meth="repeat">
      <a:schemeClr val="accent4">
        <a:shade val="80000"/>
      </a:schemeClr>
    </dgm:linClrLst>
    <dgm:effectClrLst/>
    <dgm:txLinClrLst/>
    <dgm:txFillClrLst meth="repeat">
      <a:schemeClr val="tx1"/>
    </dgm:txFillClrLst>
    <dgm:txEffectClrLst/>
  </dgm:styleLbl>
  <dgm:styleLbl name="fgAcc1">
    <dgm:fillClrLst meth="repeat">
      <a:schemeClr val="lt1">
        <a:alpha val="90000"/>
      </a:schemeClr>
    </dgm:fillClrLst>
    <dgm:linClrLst meth="repeat">
      <a:schemeClr val="accent4"/>
    </dgm:linClrLst>
    <dgm:effectClrLst/>
    <dgm:txLinClrLst/>
    <dgm:txFillClrLst meth="repeat">
      <a:schemeClr val="dk1"/>
    </dgm:txFillClrLst>
    <dgm:txEffectClrLst/>
  </dgm:styleLbl>
  <dgm:styleLbl name="conFgAcc1">
    <dgm:fillClrLst meth="repeat">
      <a:schemeClr val="lt1">
        <a:alpha val="90000"/>
      </a:schemeClr>
    </dgm:fillClrLst>
    <dgm:linClrLst meth="repeat">
      <a:schemeClr val="accent4"/>
    </dgm:linClrLst>
    <dgm:effectClrLst/>
    <dgm:txLinClrLst/>
    <dgm:txFillClrLst meth="repeat">
      <a:schemeClr val="dk1"/>
    </dgm:txFillClrLst>
    <dgm:txEffectClrLst/>
  </dgm:styleLbl>
  <dgm:styleLbl name="alignAcc1">
    <dgm:fillClrLst meth="repeat">
      <a:schemeClr val="lt1">
        <a:alpha val="90000"/>
      </a:schemeClr>
    </dgm:fillClrLst>
    <dgm:linClrLst meth="repeat">
      <a:schemeClr val="accent4"/>
    </dgm:linClrLst>
    <dgm:effectClrLst/>
    <dgm:txLinClrLst/>
    <dgm:txFillClrLst meth="repeat">
      <a:schemeClr val="dk1"/>
    </dgm:txFillClrLst>
    <dgm:txEffectClrLst/>
  </dgm:styleLbl>
  <dgm:styleLbl name="trAlignAcc1">
    <dgm:fillClrLst meth="repeat">
      <a:schemeClr val="lt1">
        <a:alpha val="40000"/>
      </a:schemeClr>
    </dgm:fillClrLst>
    <dgm:linClrLst meth="repeat">
      <a:schemeClr val="accent4"/>
    </dgm:linClrLst>
    <dgm:effectClrLst/>
    <dgm:txLinClrLst/>
    <dgm:txFillClrLst meth="repeat">
      <a:schemeClr val="dk1"/>
    </dgm:txFillClrLst>
    <dgm:txEffectClrLst/>
  </dgm:styleLbl>
  <dgm:styleLbl name="bgAcc1">
    <dgm:fillClrLst meth="repeat">
      <a:schemeClr val="lt1">
        <a:alpha val="90000"/>
      </a:schemeClr>
    </dgm:fillClrLst>
    <dgm:linClrLst meth="repeat">
      <a:schemeClr val="accent4"/>
    </dgm:linClrLst>
    <dgm:effectClrLst/>
    <dgm:txLinClrLst/>
    <dgm:txFillClrLst meth="repeat">
      <a:schemeClr val="dk1"/>
    </dgm:txFillClrLst>
    <dgm:txEffectClrLst/>
  </dgm:styleLbl>
  <dgm:styleLbl name="solidFgAcc1">
    <dgm:fillClrLst meth="repeat">
      <a:schemeClr val="lt1"/>
    </dgm:fillClrLst>
    <dgm:linClrLst meth="repeat">
      <a:schemeClr val="accent4"/>
    </dgm:linClrLst>
    <dgm:effectClrLst/>
    <dgm:txLinClrLst/>
    <dgm:txFillClrLst meth="repeat">
      <a:schemeClr val="dk1"/>
    </dgm:txFillClrLst>
    <dgm:txEffectClrLst/>
  </dgm:styleLbl>
  <dgm:styleLbl name="solidAlignAcc1">
    <dgm:fillClrLst meth="repeat">
      <a:schemeClr val="lt1"/>
    </dgm:fillClrLst>
    <dgm:linClrLst meth="repeat">
      <a:schemeClr val="accent4"/>
    </dgm:linClrLst>
    <dgm:effectClrLst/>
    <dgm:txLinClrLst/>
    <dgm:txFillClrLst meth="repeat">
      <a:schemeClr val="dk1"/>
    </dgm:txFillClrLst>
    <dgm:txEffectClrLst/>
  </dgm:styleLbl>
  <dgm:styleLbl name="solidBgAcc1">
    <dgm:fillClrLst meth="repeat">
      <a:schemeClr val="lt1"/>
    </dgm:fillClrLst>
    <dgm:linClrLst meth="repeat">
      <a:schemeClr val="accent4"/>
    </dgm:linClrLst>
    <dgm:effectClrLst/>
    <dgm:txLinClrLst/>
    <dgm:txFillClrLst meth="repeat">
      <a:schemeClr val="dk1"/>
    </dgm:txFillClrLst>
    <dgm:txEffectClrLst/>
  </dgm:styleLbl>
  <dgm:styleLbl name="fgAccFollowNode1">
    <dgm:fillClrLst meth="repeat">
      <a:schemeClr val="accent4">
        <a:alpha val="90000"/>
        <a:tint val="40000"/>
      </a:schemeClr>
    </dgm:fillClrLst>
    <dgm:linClrLst meth="repeat">
      <a:schemeClr val="accent4">
        <a:alpha val="90000"/>
        <a:tint val="40000"/>
      </a:schemeClr>
    </dgm:linClrLst>
    <dgm:effectClrLst/>
    <dgm:txLinClrLst/>
    <dgm:txFillClrLst meth="repeat">
      <a:schemeClr val="dk1"/>
    </dgm:txFillClrLst>
    <dgm:txEffectClrLst/>
  </dgm:styleLbl>
  <dgm:styleLbl name="alignAccFollowNode1">
    <dgm:fillClrLst meth="repeat">
      <a:schemeClr val="accent4">
        <a:alpha val="90000"/>
        <a:tint val="40000"/>
      </a:schemeClr>
    </dgm:fillClrLst>
    <dgm:linClrLst meth="repeat">
      <a:schemeClr val="accent4">
        <a:alpha val="90000"/>
        <a:tint val="40000"/>
      </a:schemeClr>
    </dgm:linClrLst>
    <dgm:effectClrLst/>
    <dgm:txLinClrLst/>
    <dgm:txFillClrLst meth="repeat">
      <a:schemeClr val="dk1"/>
    </dgm:txFillClrLst>
    <dgm:txEffectClrLst/>
  </dgm:styleLbl>
  <dgm:styleLbl name="bgAccFollowNode1">
    <dgm:fillClrLst meth="repeat">
      <a:schemeClr val="accent4">
        <a:alpha val="90000"/>
        <a:tint val="40000"/>
      </a:schemeClr>
    </dgm:fillClrLst>
    <dgm:linClrLst meth="repeat">
      <a:schemeClr val="accent4">
        <a:alpha val="90000"/>
        <a:tint val="40000"/>
      </a:schemeClr>
    </dgm:linClrLst>
    <dgm:effectClrLst/>
    <dgm:txLinClrLst/>
    <dgm:txFillClrLst meth="repeat">
      <a:schemeClr val="dk1"/>
    </dgm:txFillClrLst>
    <dgm:txEffectClrLst/>
  </dgm:styleLbl>
  <dgm:styleLbl name="fgAcc0">
    <dgm:fillClrLst meth="repeat">
      <a:schemeClr val="lt1">
        <a:alpha val="90000"/>
      </a:schemeClr>
    </dgm:fillClrLst>
    <dgm:linClrLst meth="repeat">
      <a:schemeClr val="accent4"/>
    </dgm:linClrLst>
    <dgm:effectClrLst/>
    <dgm:txLinClrLst/>
    <dgm:txFillClrLst meth="repeat">
      <a:schemeClr val="dk1"/>
    </dgm:txFillClrLst>
    <dgm:txEffectClrLst/>
  </dgm:styleLbl>
  <dgm:styleLbl name="fgAcc2">
    <dgm:fillClrLst meth="repeat">
      <a:schemeClr val="lt1">
        <a:alpha val="90000"/>
      </a:schemeClr>
    </dgm:fillClrLst>
    <dgm:linClrLst meth="repeat">
      <a:schemeClr val="accent4"/>
    </dgm:linClrLst>
    <dgm:effectClrLst/>
    <dgm:txLinClrLst/>
    <dgm:txFillClrLst meth="repeat">
      <a:schemeClr val="dk1"/>
    </dgm:txFillClrLst>
    <dgm:txEffectClrLst/>
  </dgm:styleLbl>
  <dgm:styleLbl name="fgAcc3">
    <dgm:fillClrLst meth="repeat">
      <a:schemeClr val="lt1">
        <a:alpha val="90000"/>
      </a:schemeClr>
    </dgm:fillClrLst>
    <dgm:linClrLst meth="repeat">
      <a:schemeClr val="accent4"/>
    </dgm:linClrLst>
    <dgm:effectClrLst/>
    <dgm:txLinClrLst/>
    <dgm:txFillClrLst meth="repeat">
      <a:schemeClr val="dk1"/>
    </dgm:txFillClrLst>
    <dgm:txEffectClrLst/>
  </dgm:styleLbl>
  <dgm:styleLbl name="fgAcc4">
    <dgm:fillClrLst meth="repeat">
      <a:schemeClr val="lt1">
        <a:alpha val="90000"/>
      </a:schemeClr>
    </dgm:fillClrLst>
    <dgm:linClrLst meth="repeat">
      <a:schemeClr val="accent4"/>
    </dgm:linClrLst>
    <dgm:effectClrLst/>
    <dgm:txLinClrLst/>
    <dgm:txFillClrLst meth="repeat">
      <a:schemeClr val="dk1"/>
    </dgm:txFillClrLst>
    <dgm:txEffectClrLst/>
  </dgm:styleLbl>
  <dgm:styleLbl name="bgShp">
    <dgm:fillClrLst meth="repeat">
      <a:schemeClr val="bg1">
        <a:lumMod val="95000"/>
      </a:schemeClr>
    </dgm:fillClrLst>
    <dgm:linClrLst meth="repeat">
      <a:schemeClr val="accent4"/>
    </dgm:linClrLst>
    <dgm:effectClrLst/>
    <dgm:txLinClrLst/>
    <dgm:txFillClrLst meth="repeat">
      <a:schemeClr val="dk1"/>
    </dgm:txFillClrLst>
    <dgm:txEffectClrLst/>
  </dgm:styleLbl>
  <dgm:styleLbl name="dkBgShp">
    <dgm:fillClrLst meth="repeat">
      <a:schemeClr val="accent4">
        <a:shade val="80000"/>
      </a:schemeClr>
    </dgm:fillClrLst>
    <dgm:linClrLst meth="repeat">
      <a:schemeClr val="accent4"/>
    </dgm:linClrLst>
    <dgm:effectClrLst/>
    <dgm:txLinClrLst/>
    <dgm:txFillClrLst meth="repeat">
      <a:schemeClr val="lt1"/>
    </dgm:txFillClrLst>
    <dgm:txEffectClrLst/>
  </dgm:styleLbl>
  <dgm:styleLbl name="trBgShp">
    <dgm:fillClrLst meth="repeat">
      <a:schemeClr val="accent4">
        <a:tint val="50000"/>
        <a:alpha val="40000"/>
      </a:schemeClr>
    </dgm:fillClrLst>
    <dgm:linClrLst meth="repeat">
      <a:schemeClr val="accent4"/>
    </dgm:linClrLst>
    <dgm:effectClrLst/>
    <dgm:txLinClrLst/>
    <dgm:txFillClrLst meth="repeat">
      <a:schemeClr val="lt1"/>
    </dgm:txFillClrLst>
    <dgm:txEffectClrLst/>
  </dgm:styleLbl>
  <dgm:styleLbl name="fgShp">
    <dgm:fillClrLst meth="repeat">
      <a:schemeClr val="accent4">
        <a:tint val="60000"/>
      </a:schemeClr>
    </dgm:fillClrLst>
    <dgm:linClrLst meth="repeat">
      <a:schemeClr val="lt1"/>
    </dgm:linClrLst>
    <dgm:effectClrLst/>
    <dgm:txLinClrLst/>
    <dgm:txFillClrLst meth="repeat">
      <a:schemeClr val="dk1"/>
    </dgm:txFillClrLst>
    <dgm:txEffectClrLst/>
  </dgm:styleLbl>
  <dgm:styleLbl name="revTx">
    <dgm:fillClrLst meth="repeat">
      <a:schemeClr val="lt1">
        <a:alpha val="0"/>
      </a:schemeClr>
    </dgm:fillClrLst>
    <dgm:linClrLst meth="repeat">
      <a:schemeClr val="dk1">
        <a:alpha val="0"/>
      </a:schemeClr>
    </dgm:linClrLst>
    <dgm:effectClrLst/>
    <dgm:txLinClrLst/>
    <dgm:txFillClrLst meth="repeat">
      <a:schemeClr val="tx1"/>
    </dgm:txFillClrLst>
    <dgm:txEffectClrLst/>
  </dgm:styleLbl>
</dgm:colorsDef>
</file>

<file path=ppt/diagrams/colors41.xml><?xml version="1.0" encoding="utf-8"?>
<dgm:colorsDef xmlns:dgm="http://schemas.openxmlformats.org/drawingml/2006/diagram" xmlns:a="http://schemas.openxmlformats.org/drawingml/2006/main" uniqueId="urn:microsoft.com/office/officeart/2018/5/colors/Iconchunking_neutralbg_colorful2">
  <dgm:title val=""/>
  <dgm:desc val=""/>
  <dgm:catLst>
    <dgm:cat type="colorful" pri="10200"/>
  </dgm:catLst>
  <dgm:styleLbl name="node0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node1">
    <dgm:fillClrLst>
      <a:schemeClr val="accent2"/>
      <a:schemeClr val="accent3"/>
    </dgm:fillClrLst>
    <dgm:linClrLst meth="repeat">
      <a:schemeClr val="lt1">
        <a:alpha val="0"/>
      </a:schemeClr>
    </dgm:linClrLst>
    <dgm:effectClrLst/>
    <dgm:txLinClrLst/>
    <dgm:txFillClrLst/>
    <dgm:txEffectClrLst/>
  </dgm:styleLbl>
  <dgm:styleLbl name="alignNode1">
    <dgm:fillClrLst>
      <a:schemeClr val="accent2"/>
      <a:schemeClr val="accent3"/>
    </dgm:fillClrLst>
    <dgm:linClrLst>
      <a:schemeClr val="accent2"/>
      <a:schemeClr val="accent3"/>
    </dgm:linClrLst>
    <dgm:effectClrLst/>
    <dgm:txLinClrLst/>
    <dgm:txFillClrLst/>
    <dgm:txEffectClrLst/>
  </dgm:styleLbl>
  <dgm:styleLbl name="lnNode1">
    <dgm:fillClrLst>
      <a:schemeClr val="accent2"/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vennNode1">
    <dgm:fillClrLst>
      <a:schemeClr val="accent2">
        <a:alpha val="50000"/>
      </a:schemeClr>
      <a:schemeClr val="accent3">
        <a:alpha val="50000"/>
      </a:schemeClr>
    </dgm:fillClrLst>
    <dgm:linClrLst meth="repeat">
      <a:schemeClr val="lt1"/>
    </dgm:linClrLst>
    <dgm:effectClrLst/>
    <dgm:txLinClrLst/>
    <dgm:txFillClrLst/>
    <dgm:txEffectClrLst/>
  </dgm:styleLbl>
  <dgm:styleLbl name="node2">
    <dgm:fillClrLst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node3">
    <dgm:fillClrLst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node4">
    <dgm:fillClrLst>
      <a:schemeClr val="accent5"/>
    </dgm:fillClrLst>
    <dgm:linClrLst meth="repeat">
      <a:schemeClr val="lt1"/>
    </dgm:linClrLst>
    <dgm:effectClrLst/>
    <dgm:txLinClrLst/>
    <dgm:txFillClrLst/>
    <dgm:txEffectClrLst/>
  </dgm:styleLbl>
  <dgm:styleLbl name="fgImgPlace1">
    <dgm:fillClrLst>
      <a:schemeClr val="accent2">
        <a:tint val="50000"/>
      </a:schemeClr>
      <a:schemeClr val="accent3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alignImgPlace1">
    <dgm:fillClrLst>
      <a:schemeClr val="accent2">
        <a:tint val="50000"/>
      </a:schemeClr>
      <a:schemeClr val="accent3">
        <a:tint val="2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bgImgPlace1">
    <dgm:fillClrLst>
      <a:schemeClr val="accent2">
        <a:tint val="50000"/>
      </a:schemeClr>
      <a:schemeClr val="accent3">
        <a:tint val="2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sibTrans2D1">
    <dgm:fillClrLst>
      <a:schemeClr val="accent2"/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fgSibTrans2D1">
    <dgm:fillClrLst>
      <a:schemeClr val="accent2"/>
      <a:schemeClr val="accent3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bgSibTrans2D1">
    <dgm:fillClrLst>
      <a:schemeClr val="accent2"/>
      <a:schemeClr val="accent3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sibTrans1D1">
    <dgm:fillClrLst/>
    <dgm:linClrLst>
      <a:schemeClr val="accent2"/>
      <a:schemeClr val="accent3"/>
    </dgm:linClrLst>
    <dgm:effectClrLst/>
    <dgm:txLinClrLst/>
    <dgm:txFillClrLst meth="repeat">
      <a:schemeClr val="tx1"/>
    </dgm:txFillClrLst>
    <dgm:txEffectClrLst/>
  </dgm:styleLbl>
  <dgm:styleLbl name="callout">
    <dgm:fillClrLst meth="repeat">
      <a:schemeClr val="accent2"/>
    </dgm:fillClrLst>
    <dgm:linClrLst meth="repeat">
      <a:schemeClr val="accent2">
        <a:tint val="50000"/>
      </a:schemeClr>
    </dgm:linClrLst>
    <dgm:effectClrLst/>
    <dgm:txLinClrLst/>
    <dgm:txFillClrLst meth="repeat">
      <a:schemeClr val="tx1"/>
    </dgm:txFillClrLst>
    <dgm:txEffectClrLst/>
  </dgm:styleLbl>
  <dgm:styleLbl name="asst0">
    <dgm:fillClrLst meth="repeat">
      <a:schemeClr val="accent2"/>
    </dgm:fillClrLst>
    <dgm:linClrLst meth="repeat">
      <a:schemeClr val="lt1">
        <a:shade val="80000"/>
      </a:schemeClr>
    </dgm:linClrLst>
    <dgm:effectClrLst/>
    <dgm:txLinClrLst/>
    <dgm:txFillClrLst/>
    <dgm:txEffectClrLst/>
  </dgm:styleLbl>
  <dgm:styleLbl name="asst1">
    <dgm:fillClrLst meth="repeat">
      <a:schemeClr val="accent3"/>
    </dgm:fillClrLst>
    <dgm:linClrLst meth="repeat">
      <a:schemeClr val="lt1">
        <a:shade val="80000"/>
      </a:schemeClr>
    </dgm:linClrLst>
    <dgm:effectClrLst/>
    <dgm:txLinClrLst/>
    <dgm:txFillClrLst/>
    <dgm:txEffectClrLst/>
  </dgm:styleLbl>
  <dgm:styleLbl name="asst2">
    <dgm:fillClrLst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asst3">
    <dgm:fillClrLst>
      <a:schemeClr val="accent5"/>
    </dgm:fillClrLst>
    <dgm:linClrLst meth="repeat">
      <a:schemeClr val="lt1"/>
    </dgm:linClrLst>
    <dgm:effectClrLst/>
    <dgm:txLinClrLst/>
    <dgm:txFillClrLst/>
    <dgm:txEffectClrLst/>
  </dgm:styleLbl>
  <dgm:styleLbl name="asst4">
    <dgm:fillClrLst>
      <a:schemeClr val="accent6"/>
    </dgm:fillClrLst>
    <dgm:linClrLst meth="repeat">
      <a:schemeClr val="lt1"/>
    </dgm:linClrLst>
    <dgm:effectClrLst/>
    <dgm:txLinClrLst/>
    <dgm:txFillClrLst/>
    <dgm:txEffectClrLst/>
  </dgm:styleLbl>
  <dgm:styleLbl name="parChTrans2D1">
    <dgm:fillClrLst meth="repeat">
      <a:schemeClr val="accent2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parChTrans2D2">
    <dgm:fillClrLst meth="repeat"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parChTrans2D3">
    <dgm:fillClrLst meth="repeat"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parChTrans2D4">
    <dgm:fillClrLst meth="repeat">
      <a:schemeClr val="accent5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parChTrans1D1">
    <dgm:fillClrLst meth="repeat">
      <a:schemeClr val="accent2"/>
    </dgm:fillClrLst>
    <dgm:linClrLst meth="repeat">
      <a:schemeClr val="accent2"/>
    </dgm:linClrLst>
    <dgm:effectClrLst/>
    <dgm:txLinClrLst/>
    <dgm:txFillClrLst meth="repeat">
      <a:schemeClr val="tx1"/>
    </dgm:txFillClrLst>
    <dgm:txEffectClrLst/>
  </dgm:styleLbl>
  <dgm:styleLbl name="parChTrans1D2">
    <dgm:fillClrLst meth="repeat">
      <a:schemeClr val="accent2">
        <a:tint val="90000"/>
      </a:schemeClr>
    </dgm:fillClrLst>
    <dgm:linClrLst meth="repeat">
      <a:schemeClr val="accent3"/>
    </dgm:linClrLst>
    <dgm:effectClrLst/>
    <dgm:txLinClrLst/>
    <dgm:txFillClrLst meth="repeat">
      <a:schemeClr val="tx1"/>
    </dgm:txFillClrLst>
    <dgm:txEffectClrLst/>
  </dgm:styleLbl>
  <dgm:styleLbl name="parChTrans1D3">
    <dgm:fillClrLst meth="repeat">
      <a:schemeClr val="accent2">
        <a:tint val="70000"/>
      </a:schemeClr>
    </dgm:fillClrLst>
    <dgm:linClrLst meth="repeat">
      <a:schemeClr val="accent4"/>
    </dgm:linClrLst>
    <dgm:effectClrLst/>
    <dgm:txLinClrLst/>
    <dgm:txFillClrLst meth="repeat">
      <a:schemeClr val="tx1"/>
    </dgm:txFillClrLst>
    <dgm:txEffectClrLst/>
  </dgm:styleLbl>
  <dgm:styleLbl name="parChTrans1D4">
    <dgm:fillClrLst meth="repeat">
      <a:schemeClr val="accent2">
        <a:tint val="50000"/>
      </a:schemeClr>
    </dgm:fillClrLst>
    <dgm:linClrLst meth="repeat">
      <a:schemeClr val="accent5"/>
    </dgm:linClrLst>
    <dgm:effectClrLst/>
    <dgm:txLinClrLst/>
    <dgm:txFillClrLst meth="repeat">
      <a:schemeClr val="tx1"/>
    </dgm:txFillClrLst>
    <dgm:txEffectClrLst/>
  </dgm:styleLbl>
  <dgm:styleLbl name="fgAcc1">
    <dgm:fillClrLst meth="repeat">
      <a:schemeClr val="lt1">
        <a:alpha val="90000"/>
      </a:schemeClr>
    </dgm:fillClrLst>
    <dgm:linClrLst>
      <a:schemeClr val="accent2"/>
      <a:schemeClr val="accent3"/>
    </dgm:linClrLst>
    <dgm:effectClrLst/>
    <dgm:txLinClrLst/>
    <dgm:txFillClrLst meth="repeat">
      <a:schemeClr val="dk1"/>
    </dgm:txFillClrLst>
    <dgm:txEffectClrLst/>
  </dgm:styleLbl>
  <dgm:styleLbl name="conFgAcc1">
    <dgm:fillClrLst meth="repeat">
      <a:schemeClr val="lt1">
        <a:alpha val="90000"/>
      </a:schemeClr>
    </dgm:fillClrLst>
    <dgm:linClrLst>
      <a:schemeClr val="accent2"/>
      <a:schemeClr val="accent3"/>
    </dgm:linClrLst>
    <dgm:effectClrLst/>
    <dgm:txLinClrLst/>
    <dgm:txFillClrLst meth="repeat">
      <a:schemeClr val="dk1"/>
    </dgm:txFillClrLst>
    <dgm:txEffectClrLst/>
  </dgm:styleLbl>
  <dgm:styleLbl name="alignAcc1">
    <dgm:fillClrLst meth="repeat">
      <a:schemeClr val="lt1">
        <a:alpha val="90000"/>
      </a:schemeClr>
    </dgm:fillClrLst>
    <dgm:linClrLst>
      <a:schemeClr val="accent2"/>
      <a:schemeClr val="accent3"/>
    </dgm:linClrLst>
    <dgm:effectClrLst/>
    <dgm:txLinClrLst/>
    <dgm:txFillClrLst meth="repeat">
      <a:schemeClr val="dk1"/>
    </dgm:txFillClrLst>
    <dgm:txEffectClrLst/>
  </dgm:styleLbl>
  <dgm:styleLbl name="trAlignAcc1">
    <dgm:fillClrLst meth="repeat">
      <a:schemeClr val="lt1">
        <a:alpha val="40000"/>
      </a:schemeClr>
    </dgm:fillClrLst>
    <dgm:linClrLst meth="repeat">
      <a:schemeClr val="accent2"/>
    </dgm:linClrLst>
    <dgm:effectClrLst/>
    <dgm:txLinClrLst/>
    <dgm:txFillClrLst meth="repeat">
      <a:schemeClr val="dk1"/>
    </dgm:txFillClrLst>
    <dgm:txEffectClrLst/>
  </dgm:styleLbl>
  <dgm:styleLbl name="bgAcc1">
    <dgm:fillClrLst meth="repeat">
      <a:schemeClr val="lt1">
        <a:alpha val="90000"/>
      </a:schemeClr>
    </dgm:fillClrLst>
    <dgm:linClrLst>
      <a:schemeClr val="accent2"/>
      <a:schemeClr val="accent3"/>
    </dgm:linClrLst>
    <dgm:effectClrLst/>
    <dgm:txLinClrLst/>
    <dgm:txFillClrLst meth="repeat">
      <a:schemeClr val="dk1"/>
    </dgm:txFillClrLst>
    <dgm:txEffectClrLst/>
  </dgm:styleLbl>
  <dgm:styleLbl name="solidFgAcc1">
    <dgm:fillClrLst meth="repeat">
      <a:schemeClr val="lt1"/>
    </dgm:fillClrLst>
    <dgm:linClrLst>
      <a:schemeClr val="accent2"/>
      <a:schemeClr val="accent3"/>
    </dgm:linClrLst>
    <dgm:effectClrLst/>
    <dgm:txLinClrLst/>
    <dgm:txFillClrLst meth="repeat">
      <a:schemeClr val="dk1"/>
    </dgm:txFillClrLst>
    <dgm:txEffectClrLst/>
  </dgm:styleLbl>
  <dgm:styleLbl name="solidAlignAcc1">
    <dgm:fillClrLst meth="repeat">
      <a:schemeClr val="lt1"/>
    </dgm:fillClrLst>
    <dgm:linClrLst>
      <a:schemeClr val="accent2"/>
      <a:schemeClr val="accent3"/>
    </dgm:linClrLst>
    <dgm:effectClrLst/>
    <dgm:txLinClrLst/>
    <dgm:txFillClrLst meth="repeat">
      <a:schemeClr val="dk1"/>
    </dgm:txFillClrLst>
    <dgm:txEffectClrLst/>
  </dgm:styleLbl>
  <dgm:styleLbl name="solidBgAcc1">
    <dgm:fillClrLst meth="repeat">
      <a:schemeClr val="lt1"/>
    </dgm:fillClrLst>
    <dgm:linClrLst>
      <a:schemeClr val="accent2"/>
      <a:schemeClr val="accent3"/>
    </dgm:linClrLst>
    <dgm:effectClrLst/>
    <dgm:txLinClrLst/>
    <dgm:txFillClrLst meth="repeat">
      <a:schemeClr val="dk1"/>
    </dgm:txFillClrLst>
    <dgm:txEffectClrLst/>
  </dgm:styleLbl>
  <dgm:styleLbl name="fgAccFollowNode1">
    <dgm:fillClrLst>
      <a:schemeClr val="accent2">
        <a:tint val="40000"/>
        <a:alpha val="90000"/>
      </a:schemeClr>
      <a:schemeClr val="accent3">
        <a:tint val="40000"/>
        <a:alpha val="90000"/>
      </a:schemeClr>
    </dgm:fillClrLst>
    <dgm:linClrLst>
      <a:schemeClr val="accent2">
        <a:tint val="40000"/>
        <a:alpha val="90000"/>
      </a:schemeClr>
      <a:schemeClr val="accent3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alignAccFollowNode1">
    <dgm:fillClrLst>
      <a:schemeClr val="accent2">
        <a:tint val="40000"/>
        <a:alpha val="90000"/>
      </a:schemeClr>
      <a:schemeClr val="accent3">
        <a:tint val="40000"/>
        <a:alpha val="90000"/>
      </a:schemeClr>
    </dgm:fillClrLst>
    <dgm:linClrLst>
      <a:schemeClr val="accent2">
        <a:tint val="40000"/>
        <a:alpha val="90000"/>
      </a:schemeClr>
      <a:schemeClr val="accent3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bgAccFollowNode1">
    <dgm:fillClrLst>
      <a:schemeClr val="accent2">
        <a:tint val="40000"/>
        <a:alpha val="90000"/>
      </a:schemeClr>
      <a:schemeClr val="accent3">
        <a:tint val="40000"/>
        <a:alpha val="90000"/>
      </a:schemeClr>
    </dgm:fillClrLst>
    <dgm:linClrLst>
      <a:schemeClr val="accent2">
        <a:tint val="40000"/>
        <a:alpha val="90000"/>
      </a:schemeClr>
      <a:schemeClr val="accent3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fgAcc0">
    <dgm:fillClrLst meth="repeat">
      <a:schemeClr val="lt1">
        <a:alpha val="90000"/>
      </a:schemeClr>
    </dgm:fillClrLst>
    <dgm:linClrLst>
      <a:schemeClr val="accent1"/>
    </dgm:linClrLst>
    <dgm:effectClrLst/>
    <dgm:txLinClrLst/>
    <dgm:txFillClrLst meth="repeat">
      <a:schemeClr val="dk1"/>
    </dgm:txFillClrLst>
    <dgm:txEffectClrLst/>
  </dgm:styleLbl>
  <dgm:styleLbl name="fgAcc2">
    <dgm:fillClrLst meth="repeat">
      <a:schemeClr val="lt1">
        <a:alpha val="90000"/>
      </a:schemeClr>
    </dgm:fillClrLst>
    <dgm:linClrLst>
      <a:schemeClr val="accent3"/>
    </dgm:linClrLst>
    <dgm:effectClrLst/>
    <dgm:txLinClrLst/>
    <dgm:txFillClrLst meth="repeat">
      <a:schemeClr val="dk1"/>
    </dgm:txFillClrLst>
    <dgm:txEffectClrLst/>
  </dgm:styleLbl>
  <dgm:styleLbl name="fgAcc3">
    <dgm:fillClrLst meth="repeat">
      <a:schemeClr val="lt1">
        <a:alpha val="90000"/>
      </a:schemeClr>
    </dgm:fillClrLst>
    <dgm:linClrLst>
      <a:schemeClr val="accent4"/>
    </dgm:linClrLst>
    <dgm:effectClrLst/>
    <dgm:txLinClrLst/>
    <dgm:txFillClrLst meth="repeat">
      <a:schemeClr val="dk1"/>
    </dgm:txFillClrLst>
    <dgm:txEffectClrLst/>
  </dgm:styleLbl>
  <dgm:styleLbl name="fgAcc4">
    <dgm:fillClrLst meth="repeat">
      <a:schemeClr val="lt1">
        <a:alpha val="90000"/>
      </a:schemeClr>
    </dgm:fillClrLst>
    <dgm:linClrLst>
      <a:schemeClr val="accent5"/>
    </dgm:linClrLst>
    <dgm:effectClrLst/>
    <dgm:txLinClrLst/>
    <dgm:txFillClrLst meth="repeat">
      <a:schemeClr val="dk1"/>
    </dgm:txFillClrLst>
    <dgm:txEffectClrLst/>
  </dgm:styleLbl>
  <dgm:styleLbl name="bgShp">
    <dgm:fillClrLst meth="repeat">
      <a:schemeClr val="bg1">
        <a:lumMod val="95000"/>
      </a:schemeClr>
    </dgm:fillClrLst>
    <dgm:linClrLst meth="repeat">
      <a:schemeClr val="dk1"/>
    </dgm:linClrLst>
    <dgm:effectClrLst/>
    <dgm:txLinClrLst/>
    <dgm:txFillClrLst meth="repeat">
      <a:schemeClr val="dk1"/>
    </dgm:txFillClrLst>
    <dgm:txEffectClrLst/>
  </dgm:styleLbl>
  <dgm:styleLbl name="dkBgShp">
    <dgm:fillClrLst meth="repeat">
      <a:schemeClr val="accent2">
        <a:shade val="90000"/>
      </a:schemeClr>
    </dgm:fillClrLst>
    <dgm:linClrLst meth="repeat">
      <a:schemeClr val="dk1"/>
    </dgm:linClrLst>
    <dgm:effectClrLst/>
    <dgm:txLinClrLst/>
    <dgm:txFillClrLst meth="repeat">
      <a:schemeClr val="lt1"/>
    </dgm:txFillClrLst>
    <dgm:txEffectClrLst/>
  </dgm:styleLbl>
  <dgm:styleLbl name="trBgShp">
    <dgm:fillClrLst meth="repeat">
      <a:schemeClr val="accent2">
        <a:tint val="50000"/>
        <a:alpha val="40000"/>
      </a:schemeClr>
    </dgm:fillClrLst>
    <dgm:linClrLst meth="repeat">
      <a:schemeClr val="accent2"/>
    </dgm:linClrLst>
    <dgm:effectClrLst/>
    <dgm:txLinClrLst/>
    <dgm:txFillClrLst meth="repeat">
      <a:schemeClr val="lt1"/>
    </dgm:txFillClrLst>
    <dgm:txEffectClrLst/>
  </dgm:styleLbl>
  <dgm:styleLbl name="fgShp">
    <dgm:fillClrLst meth="repeat">
      <a:schemeClr val="accent2">
        <a:tint val="40000"/>
      </a:schemeClr>
    </dgm:fillClrLst>
    <dgm:linClrLst meth="repeat">
      <a:schemeClr val="lt1"/>
    </dgm:linClrLst>
    <dgm:effectClrLst/>
    <dgm:txLinClrLst/>
    <dgm:txFillClrLst meth="repeat">
      <a:schemeClr val="dk1"/>
    </dgm:txFillClrLst>
    <dgm:txEffectClrLst/>
  </dgm:styleLbl>
  <dgm:styleLbl name="revTx">
    <dgm:fillClrLst meth="repeat">
      <a:schemeClr val="lt1">
        <a:alpha val="0"/>
      </a:schemeClr>
    </dgm:fillClrLst>
    <dgm:linClrLst meth="repeat">
      <a:schemeClr val="dk1">
        <a:alpha val="0"/>
      </a:schemeClr>
    </dgm:linClrLst>
    <dgm:effectClrLst/>
    <dgm:txLinClrLst/>
    <dgm:txFillClrLst meth="repeat">
      <a:schemeClr val="tx1"/>
    </dgm:txFillClrLst>
    <dgm:txEffectClrLst/>
  </dgm:styleLbl>
</dgm:colorsDef>
</file>

<file path=ppt/diagrams/colors42.xml><?xml version="1.0" encoding="utf-8"?>
<dgm:colorsDef xmlns:dgm="http://schemas.openxmlformats.org/drawingml/2006/diagram" xmlns:a="http://schemas.openxmlformats.org/drawingml/2006/main" uniqueId="urn:microsoft.com/office/officeart/2018/5/colors/Iconchunking_neutralbg_colorful1">
  <dgm:title val=""/>
  <dgm:desc val=""/>
  <dgm:catLst>
    <dgm:cat type="colorful" pri="10100"/>
  </dgm:catLst>
  <dgm:styleLbl name="node0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node1">
    <dgm:fillClrLst meth="repeat">
      <a:schemeClr val="accent2"/>
      <a:schemeClr val="accent3"/>
      <a:schemeClr val="accent4"/>
      <a:schemeClr val="accent5"/>
      <a:schemeClr val="accent6"/>
    </dgm:fillClrLst>
    <dgm:linClrLst meth="repeat">
      <a:schemeClr val="lt1">
        <a:alpha val="0"/>
      </a:schemeClr>
    </dgm:linClrLst>
    <dgm:effectClrLst/>
    <dgm:txLinClrLst/>
    <dgm:txFillClrLst/>
    <dgm:txEffectClrLst/>
  </dgm:styleLbl>
  <dgm:styleLbl name="alignNode1">
    <dgm:fillClrLst meth="repeat">
      <a:schemeClr val="accent2"/>
      <a:schemeClr val="accent3"/>
      <a:schemeClr val="accent4"/>
      <a:schemeClr val="accent5"/>
      <a:schemeClr val="accent6"/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/>
    <dgm:txEffectClrLst/>
  </dgm:styleLbl>
  <dgm:styleLbl name="lnNode1">
    <dgm:fillClrLst meth="repeat">
      <a:schemeClr val="accent2"/>
      <a:schemeClr val="accent3"/>
      <a:schemeClr val="accent4"/>
      <a:schemeClr val="accent5"/>
      <a:schemeClr val="accent6"/>
    </dgm:fillClrLst>
    <dgm:linClrLst meth="repeat">
      <a:schemeClr val="lt1"/>
    </dgm:linClrLst>
    <dgm:effectClrLst/>
    <dgm:txLinClrLst/>
    <dgm:txFillClrLst/>
    <dgm:txEffectClrLst/>
  </dgm:styleLbl>
  <dgm:styleLbl name="vennNode1">
    <dgm:fillClrLst meth="repeat">
      <a:schemeClr val="accent2">
        <a:alpha val="50000"/>
      </a:schemeClr>
      <a:schemeClr val="accent3">
        <a:alpha val="50000"/>
      </a:schemeClr>
      <a:schemeClr val="accent4">
        <a:alpha val="50000"/>
      </a:schemeClr>
      <a:schemeClr val="accent5">
        <a:alpha val="50000"/>
      </a:schemeClr>
      <a:schemeClr val="accent6">
        <a:alpha val="50000"/>
      </a:schemeClr>
    </dgm:fillClrLst>
    <dgm:linClrLst meth="repeat">
      <a:schemeClr val="lt1"/>
    </dgm:linClrLst>
    <dgm:effectClrLst/>
    <dgm:txLinClrLst/>
    <dgm:txFillClrLst/>
    <dgm:txEffectClrLst/>
  </dgm:styleLbl>
  <dgm:styleLbl name="node2">
    <dgm:fillClrLst>
      <a:schemeClr val="accent2"/>
    </dgm:fillClrLst>
    <dgm:linClrLst meth="repeat">
      <a:schemeClr val="lt1"/>
    </dgm:linClrLst>
    <dgm:effectClrLst/>
    <dgm:txLinClrLst/>
    <dgm:txFillClrLst/>
    <dgm:txEffectClrLst/>
  </dgm:styleLbl>
  <dgm:styleLbl name="node3">
    <dgm:fillClrLst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node4">
    <dgm:fillClrLst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fgImgPlace1">
    <dgm:fillClrLst meth="repeat">
      <a:schemeClr val="accent2">
        <a:tint val="50000"/>
      </a:schemeClr>
      <a:schemeClr val="accent3">
        <a:tint val="50000"/>
      </a:schemeClr>
      <a:schemeClr val="accent4">
        <a:tint val="50000"/>
      </a:schemeClr>
      <a:schemeClr val="accent5">
        <a:tint val="50000"/>
      </a:schemeClr>
      <a:schemeClr val="accent6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alignImgPlace1">
    <dgm:fillClrLst>
      <a:schemeClr val="accent1">
        <a:tint val="50000"/>
      </a:schemeClr>
      <a:schemeClr val="accent2">
        <a:tint val="2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bgImgPlace1">
    <dgm:fillClrLst>
      <a:schemeClr val="accent1">
        <a:tint val="50000"/>
      </a:schemeClr>
      <a:schemeClr val="accent2">
        <a:tint val="2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sibTrans2D1">
    <dgm:fillClrLst meth="repeat">
      <a:schemeClr val="accent2"/>
      <a:schemeClr val="accent3"/>
      <a:schemeClr val="accent4"/>
      <a:schemeClr val="accent5"/>
      <a:schemeClr val="accent6"/>
    </dgm:fillClrLst>
    <dgm:linClrLst meth="cycle">
      <a:schemeClr val="lt1"/>
    </dgm:linClrLst>
    <dgm:effectClrLst/>
    <dgm:txLinClrLst/>
    <dgm:txFillClrLst/>
    <dgm:txEffectClrLst/>
  </dgm:styleLbl>
  <dgm:styleLbl name="fgSibTrans2D1">
    <dgm:fillClrLst meth="repeat">
      <a:schemeClr val="accent2"/>
      <a:schemeClr val="accent3"/>
      <a:schemeClr val="accent4"/>
      <a:schemeClr val="accent5"/>
      <a:schemeClr val="accent6"/>
    </dgm:fillClrLst>
    <dgm:linClrLst meth="cycle">
      <a:schemeClr val="lt1"/>
    </dgm:linClrLst>
    <dgm:effectClrLst/>
    <dgm:txLinClrLst/>
    <dgm:txFillClrLst meth="repeat">
      <a:schemeClr val="lt1"/>
    </dgm:txFillClrLst>
    <dgm:txEffectClrLst/>
  </dgm:styleLbl>
  <dgm:styleLbl name="bgSibTrans2D1">
    <dgm:fillClrLst meth="repeat">
      <a:schemeClr val="accent2"/>
      <a:schemeClr val="accent3"/>
      <a:schemeClr val="accent4"/>
      <a:schemeClr val="accent5"/>
      <a:schemeClr val="accent6"/>
    </dgm:fillClrLst>
    <dgm:linClrLst meth="cycle">
      <a:schemeClr val="lt1"/>
    </dgm:linClrLst>
    <dgm:effectClrLst/>
    <dgm:txLinClrLst/>
    <dgm:txFillClrLst meth="repeat">
      <a:schemeClr val="lt1"/>
    </dgm:txFillClrLst>
    <dgm:txEffectClrLst/>
  </dgm:styleLbl>
  <dgm:styleLbl name="sibTrans1D1">
    <dgm:fillClrLst meth="repeat">
      <a:schemeClr val="accent2"/>
      <a:schemeClr val="accent3"/>
      <a:schemeClr val="accent4"/>
      <a:schemeClr val="accent5"/>
      <a:schemeClr val="accent6"/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tx1"/>
    </dgm:txFillClrLst>
    <dgm:txEffectClrLst/>
  </dgm:styleLbl>
  <dgm:styleLbl name="callout">
    <dgm:fillClrLst meth="repeat">
      <a:schemeClr val="accent2"/>
    </dgm:fillClrLst>
    <dgm:linClrLst meth="repeat">
      <a:schemeClr val="accent2">
        <a:tint val="50000"/>
      </a:schemeClr>
    </dgm:linClrLst>
    <dgm:effectClrLst/>
    <dgm:txLinClrLst/>
    <dgm:txFillClrLst meth="repeat">
      <a:schemeClr val="tx1"/>
    </dgm:txFillClrLst>
    <dgm:txEffectClrLst/>
  </dgm:styleLbl>
  <dgm:styleLbl name="asst0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sst1">
    <dgm:fillClrLst meth="repeat">
      <a:schemeClr val="accent2"/>
    </dgm:fillClrLst>
    <dgm:linClrLst meth="repeat">
      <a:schemeClr val="lt1"/>
    </dgm:linClrLst>
    <dgm:effectClrLst/>
    <dgm:txLinClrLst/>
    <dgm:txFillClrLst/>
    <dgm:txEffectClrLst/>
  </dgm:styleLbl>
  <dgm:styleLbl name="asst2">
    <dgm:fillClrLst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asst3">
    <dgm:fillClrLst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asst4">
    <dgm:fillClrLst>
      <a:schemeClr val="accent5"/>
    </dgm:fillClrLst>
    <dgm:linClrLst meth="repeat">
      <a:schemeClr val="lt1"/>
    </dgm:linClrLst>
    <dgm:effectClrLst/>
    <dgm:txLinClrLst/>
    <dgm:txFillClrLst/>
    <dgm:txEffectClrLst/>
  </dgm:styleLbl>
  <dgm:styleLbl name="parChTrans2D1">
    <dgm:fillClrLst meth="repeat">
      <a:schemeClr val="accent2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parChTrans2D2">
    <dgm:fillClrLst meth="repeat"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parChTrans2D3">
    <dgm:fillClrLst meth="repeat"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parChTrans2D4">
    <dgm:fillClrLst meth="repeat">
      <a:schemeClr val="accent5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parChTrans1D1">
    <dgm:fillClrLst meth="repeat">
      <a:schemeClr val="accent2"/>
    </dgm:fillClrLst>
    <dgm:linClrLst meth="repeat">
      <a:schemeClr val="accent1"/>
    </dgm:linClrLst>
    <dgm:effectClrLst/>
    <dgm:txLinClrLst/>
    <dgm:txFillClrLst meth="repeat">
      <a:schemeClr val="tx1"/>
    </dgm:txFillClrLst>
    <dgm:txEffectClrLst/>
  </dgm:styleLbl>
  <dgm:styleLbl name="parChTrans1D2">
    <dgm:fillClrLst meth="repeat">
      <a:schemeClr val="accent3">
        <a:tint val="90000"/>
      </a:schemeClr>
    </dgm:fillClrLst>
    <dgm:linClrLst meth="repeat">
      <a:schemeClr val="accent2"/>
    </dgm:linClrLst>
    <dgm:effectClrLst/>
    <dgm:txLinClrLst/>
    <dgm:txFillClrLst meth="repeat">
      <a:schemeClr val="tx1"/>
    </dgm:txFillClrLst>
    <dgm:txEffectClrLst/>
  </dgm:styleLbl>
  <dgm:styleLbl name="parChTrans1D3">
    <dgm:fillClrLst meth="repeat">
      <a:schemeClr val="accent4">
        <a:tint val="70000"/>
      </a:schemeClr>
    </dgm:fillClrLst>
    <dgm:linClrLst meth="repeat">
      <a:schemeClr val="accent3"/>
    </dgm:linClrLst>
    <dgm:effectClrLst/>
    <dgm:txLinClrLst/>
    <dgm:txFillClrLst meth="repeat">
      <a:schemeClr val="tx1"/>
    </dgm:txFillClrLst>
    <dgm:txEffectClrLst/>
  </dgm:styleLbl>
  <dgm:styleLbl name="parChTrans1D4">
    <dgm:fillClrLst meth="repeat">
      <a:schemeClr val="accent5">
        <a:tint val="50000"/>
      </a:schemeClr>
    </dgm:fillClrLst>
    <dgm:linClrLst meth="repeat">
      <a:schemeClr val="accent4"/>
    </dgm:linClrLst>
    <dgm:effectClrLst/>
    <dgm:txLinClrLst/>
    <dgm:txFillClrLst meth="repeat">
      <a:schemeClr val="tx1"/>
    </dgm:txFillClrLst>
    <dgm:txEffectClrLst/>
  </dgm:styleLbl>
  <dgm:styleLbl name="fgAcc1">
    <dgm:fillClrLst meth="repeat">
      <a:schemeClr val="lt1">
        <a:alpha val="90000"/>
      </a:schemeClr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conFgAcc1">
    <dgm:fillClrLst meth="repeat">
      <a:schemeClr val="lt1">
        <a:alpha val="90000"/>
      </a:schemeClr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alignAcc1">
    <dgm:fillClrLst meth="repeat">
      <a:schemeClr val="lt1">
        <a:alpha val="90000"/>
      </a:schemeClr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trAlignAcc1">
    <dgm:fillClrLst meth="repeat">
      <a:schemeClr val="lt1">
        <a:alpha val="4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bgAcc1">
    <dgm:fillClrLst meth="repeat">
      <a:schemeClr val="lt1">
        <a:alpha val="90000"/>
      </a:schemeClr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solidFgAcc1">
    <dgm:fillClrLst meth="repeat">
      <a:schemeClr val="lt1"/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solidAlignAcc1">
    <dgm:fillClrLst meth="repeat">
      <a:schemeClr val="lt1"/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solidBgAcc1">
    <dgm:fillClrLst meth="repeat">
      <a:schemeClr val="lt1"/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fgAccFollowNode1">
    <dgm:fillClrLst meth="repeat">
      <a:schemeClr val="accent2">
        <a:tint val="40000"/>
        <a:alpha val="90000"/>
      </a:schemeClr>
      <a:schemeClr val="accent3">
        <a:tint val="40000"/>
        <a:alpha val="90000"/>
      </a:schemeClr>
      <a:schemeClr val="accent4">
        <a:tint val="40000"/>
        <a:alpha val="90000"/>
      </a:schemeClr>
      <a:schemeClr val="accent5">
        <a:tint val="40000"/>
        <a:alpha val="90000"/>
      </a:schemeClr>
      <a:schemeClr val="accent6">
        <a:tint val="40000"/>
        <a:alpha val="90000"/>
      </a:schemeClr>
    </dgm:fillClrLst>
    <dgm:linClrLst meth="repeat">
      <a:schemeClr val="accent2">
        <a:tint val="40000"/>
        <a:alpha val="90000"/>
      </a:schemeClr>
      <a:schemeClr val="accent3">
        <a:tint val="40000"/>
        <a:alpha val="90000"/>
      </a:schemeClr>
      <a:schemeClr val="accent4">
        <a:tint val="40000"/>
        <a:alpha val="90000"/>
      </a:schemeClr>
      <a:schemeClr val="accent5">
        <a:tint val="40000"/>
        <a:alpha val="90000"/>
      </a:schemeClr>
      <a:schemeClr val="accent6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alignAccFollowNode1">
    <dgm:fillClrLst meth="repeat">
      <a:schemeClr val="accent2">
        <a:tint val="40000"/>
        <a:alpha val="90000"/>
      </a:schemeClr>
      <a:schemeClr val="accent3">
        <a:tint val="40000"/>
        <a:alpha val="90000"/>
      </a:schemeClr>
      <a:schemeClr val="accent4">
        <a:tint val="40000"/>
        <a:alpha val="90000"/>
      </a:schemeClr>
      <a:schemeClr val="accent5">
        <a:tint val="40000"/>
        <a:alpha val="90000"/>
      </a:schemeClr>
      <a:schemeClr val="accent6">
        <a:tint val="40000"/>
        <a:alpha val="90000"/>
      </a:schemeClr>
    </dgm:fillClrLst>
    <dgm:linClrLst meth="repeat">
      <a:schemeClr val="accent2">
        <a:tint val="40000"/>
        <a:alpha val="90000"/>
      </a:schemeClr>
      <a:schemeClr val="accent3">
        <a:tint val="40000"/>
        <a:alpha val="90000"/>
      </a:schemeClr>
      <a:schemeClr val="accent4">
        <a:tint val="40000"/>
        <a:alpha val="90000"/>
      </a:schemeClr>
      <a:schemeClr val="accent5">
        <a:tint val="40000"/>
        <a:alpha val="90000"/>
      </a:schemeClr>
      <a:schemeClr val="accent6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bgAccFollowNode1">
    <dgm:fillClrLst meth="repeat">
      <a:schemeClr val="accent2">
        <a:tint val="40000"/>
        <a:alpha val="90000"/>
      </a:schemeClr>
      <a:schemeClr val="accent3">
        <a:tint val="40000"/>
        <a:alpha val="90000"/>
      </a:schemeClr>
      <a:schemeClr val="accent4">
        <a:tint val="40000"/>
        <a:alpha val="90000"/>
      </a:schemeClr>
      <a:schemeClr val="accent5">
        <a:tint val="40000"/>
        <a:alpha val="90000"/>
      </a:schemeClr>
      <a:schemeClr val="accent6">
        <a:tint val="40000"/>
        <a:alpha val="90000"/>
      </a:schemeClr>
    </dgm:fillClrLst>
    <dgm:linClrLst meth="repeat">
      <a:schemeClr val="accent2">
        <a:tint val="40000"/>
        <a:alpha val="90000"/>
      </a:schemeClr>
      <a:schemeClr val="accent3">
        <a:tint val="40000"/>
        <a:alpha val="90000"/>
      </a:schemeClr>
      <a:schemeClr val="accent4">
        <a:tint val="40000"/>
        <a:alpha val="90000"/>
      </a:schemeClr>
      <a:schemeClr val="accent5">
        <a:tint val="40000"/>
        <a:alpha val="90000"/>
      </a:schemeClr>
      <a:schemeClr val="accent6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fgAcc0">
    <dgm:fillClrLst meth="repeat">
      <a:schemeClr val="lt1">
        <a:alpha val="90000"/>
      </a:schemeClr>
    </dgm:fillClrLst>
    <dgm:linClrLst>
      <a:schemeClr val="accent1"/>
    </dgm:linClrLst>
    <dgm:effectClrLst/>
    <dgm:txLinClrLst/>
    <dgm:txFillClrLst meth="repeat">
      <a:schemeClr val="dk1"/>
    </dgm:txFillClrLst>
    <dgm:txEffectClrLst/>
  </dgm:styleLbl>
  <dgm:styleLbl name="fgAcc2">
    <dgm:fillClrLst meth="repeat">
      <a:schemeClr val="lt1">
        <a:alpha val="90000"/>
      </a:schemeClr>
    </dgm:fillClrLst>
    <dgm:linClrLst>
      <a:schemeClr val="accent2"/>
    </dgm:linClrLst>
    <dgm:effectClrLst/>
    <dgm:txLinClrLst/>
    <dgm:txFillClrLst meth="repeat">
      <a:schemeClr val="dk1"/>
    </dgm:txFillClrLst>
    <dgm:txEffectClrLst/>
  </dgm:styleLbl>
  <dgm:styleLbl name="fgAcc3">
    <dgm:fillClrLst meth="repeat">
      <a:schemeClr val="lt1">
        <a:alpha val="90000"/>
      </a:schemeClr>
    </dgm:fillClrLst>
    <dgm:linClrLst>
      <a:schemeClr val="accent3"/>
    </dgm:linClrLst>
    <dgm:effectClrLst/>
    <dgm:txLinClrLst/>
    <dgm:txFillClrLst meth="repeat">
      <a:schemeClr val="dk1"/>
    </dgm:txFillClrLst>
    <dgm:txEffectClrLst/>
  </dgm:styleLbl>
  <dgm:styleLbl name="fgAcc4">
    <dgm:fillClrLst meth="repeat">
      <a:schemeClr val="lt1">
        <a:alpha val="90000"/>
      </a:schemeClr>
    </dgm:fillClrLst>
    <dgm:linClrLst>
      <a:schemeClr val="accent4"/>
    </dgm:linClrLst>
    <dgm:effectClrLst/>
    <dgm:txLinClrLst/>
    <dgm:txFillClrLst meth="repeat">
      <a:schemeClr val="dk1"/>
    </dgm:txFillClrLst>
    <dgm:txEffectClrLst/>
  </dgm:styleLbl>
  <dgm:styleLbl name="bgShp">
    <dgm:fillClrLst meth="repeat">
      <a:schemeClr val="bg1">
        <a:lumMod val="95000"/>
      </a:schemeClr>
    </dgm:fillClrLst>
    <dgm:linClrLst meth="repeat">
      <a:schemeClr val="dk1"/>
    </dgm:linClrLst>
    <dgm:effectClrLst/>
    <dgm:txLinClrLst/>
    <dgm:txFillClrLst meth="repeat">
      <a:schemeClr val="dk1"/>
    </dgm:txFillClrLst>
    <dgm:txEffectClrLst/>
  </dgm:styleLbl>
  <dgm:styleLbl name="dkBgShp">
    <dgm:fillClrLst meth="repeat">
      <a:schemeClr val="accent2">
        <a:shade val="90000"/>
      </a:schemeClr>
    </dgm:fillClrLst>
    <dgm:linClrLst meth="repeat">
      <a:schemeClr val="dk1"/>
    </dgm:linClrLst>
    <dgm:effectClrLst/>
    <dgm:txLinClrLst/>
    <dgm:txFillClrLst meth="repeat">
      <a:schemeClr val="lt1"/>
    </dgm:txFillClrLst>
    <dgm:txEffectClrLst/>
  </dgm:styleLbl>
  <dgm:styleLbl name="trBgShp">
    <dgm:fillClrLst meth="repeat">
      <a:schemeClr val="accent1">
        <a:tint val="50000"/>
        <a:alpha val="40000"/>
      </a:schemeClr>
    </dgm:fillClrLst>
    <dgm:linClrLst meth="repeat">
      <a:schemeClr val="accent2"/>
    </dgm:linClrLst>
    <dgm:effectClrLst/>
    <dgm:txLinClrLst/>
    <dgm:txFillClrLst meth="repeat">
      <a:schemeClr val="lt1"/>
    </dgm:txFillClrLst>
    <dgm:txEffectClrLst/>
  </dgm:styleLbl>
  <dgm:styleLbl name="fgShp">
    <dgm:fillClrLst meth="repeat">
      <a:schemeClr val="accent2">
        <a:tint val="40000"/>
      </a:schemeClr>
    </dgm:fillClrLst>
    <dgm:linClrLst meth="repeat">
      <a:schemeClr val="lt1"/>
    </dgm:linClrLst>
    <dgm:effectClrLst/>
    <dgm:txLinClrLst/>
    <dgm:txFillClrLst meth="repeat">
      <a:schemeClr val="dk1"/>
    </dgm:txFillClrLst>
    <dgm:txEffectClrLst/>
  </dgm:styleLbl>
  <dgm:styleLbl name="revTx">
    <dgm:fillClrLst meth="repeat">
      <a:schemeClr val="lt1">
        <a:alpha val="0"/>
      </a:schemeClr>
    </dgm:fillClrLst>
    <dgm:linClrLst meth="repeat">
      <a:schemeClr val="dk1">
        <a:alpha val="0"/>
      </a:schemeClr>
    </dgm:linClrLst>
    <dgm:effectClrLst/>
    <dgm:txLinClrLst/>
    <dgm:txFillClrLst meth="repeat">
      <a:schemeClr val="tx1"/>
    </dgm:txFillClrLst>
    <dgm:txEffectClrLst/>
  </dgm:styleLbl>
</dgm:colorsDef>
</file>

<file path=ppt/diagrams/colors43.xml><?xml version="1.0" encoding="utf-8"?>
<dgm:colorsDef xmlns:dgm="http://schemas.openxmlformats.org/drawingml/2006/diagram" xmlns:a="http://schemas.openxmlformats.org/drawingml/2006/main" uniqueId="urn:microsoft.com/office/officeart/2005/8/colors/accent1_2">
  <dgm:title val=""/>
  <dgm:desc val=""/>
  <dgm:catLst>
    <dgm:cat type="accent1" pri="11200"/>
  </dgm:catLst>
  <dgm:styleLbl name="node0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lignNode1">
    <dgm:fillClrLst meth="repeat">
      <a:schemeClr val="accent1"/>
    </dgm:fillClrLst>
    <dgm:linClrLst meth="repeat">
      <a:schemeClr val="accent1"/>
    </dgm:linClrLst>
    <dgm:effectClrLst/>
    <dgm:txLinClrLst/>
    <dgm:txFillClrLst/>
    <dgm:txEffectClrLst/>
  </dgm:styleLbl>
  <dgm:styleLbl name="node1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lnNode1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vennNode1">
    <dgm:fillClrLst meth="repeat">
      <a:schemeClr val="accent1">
        <a:alpha val="50000"/>
      </a:schemeClr>
    </dgm:fillClrLst>
    <dgm:linClrLst meth="repeat">
      <a:schemeClr val="lt1"/>
    </dgm:linClrLst>
    <dgm:effectClrLst/>
    <dgm:txLinClrLst/>
    <dgm:txFillClrLst/>
    <dgm:txEffectClrLst/>
  </dgm:styleLbl>
  <dgm:styleLbl name="node2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node3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node4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fgImgPlace1">
    <dgm:fillClrLst meth="repeat">
      <a:schemeClr val="accent1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alignImgPlace1">
    <dgm:fillClrLst meth="repeat">
      <a:schemeClr val="accent1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bgImgPlace1">
    <dgm:fillClrLst meth="repeat">
      <a:schemeClr val="accent1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sibTrans2D1">
    <dgm:fillClrLst meth="repeat">
      <a:schemeClr val="accent1">
        <a:tint val="60000"/>
      </a:schemeClr>
    </dgm:fillClrLst>
    <dgm:linClrLst meth="repeat">
      <a:schemeClr val="accent1">
        <a:tint val="60000"/>
      </a:schemeClr>
    </dgm:linClrLst>
    <dgm:effectClrLst/>
    <dgm:txLinClrLst/>
    <dgm:txFillClrLst/>
    <dgm:txEffectClrLst/>
  </dgm:styleLbl>
  <dgm:styleLbl name="fgSibTrans2D1">
    <dgm:fillClrLst meth="repeat">
      <a:schemeClr val="accent1">
        <a:tint val="60000"/>
      </a:schemeClr>
    </dgm:fillClrLst>
    <dgm:linClrLst meth="repeat">
      <a:schemeClr val="accent1">
        <a:tint val="60000"/>
      </a:schemeClr>
    </dgm:linClrLst>
    <dgm:effectClrLst/>
    <dgm:txLinClrLst/>
    <dgm:txFillClrLst/>
    <dgm:txEffectClrLst/>
  </dgm:styleLbl>
  <dgm:styleLbl name="bgSibTrans2D1">
    <dgm:fillClrLst meth="repeat">
      <a:schemeClr val="accent1">
        <a:tint val="60000"/>
      </a:schemeClr>
    </dgm:fillClrLst>
    <dgm:linClrLst meth="repeat">
      <a:schemeClr val="accent1">
        <a:tint val="60000"/>
      </a:schemeClr>
    </dgm:linClrLst>
    <dgm:effectClrLst/>
    <dgm:txLinClrLst/>
    <dgm:txFillClrLst/>
    <dgm:txEffectClrLst/>
  </dgm:styleLbl>
  <dgm:styleLbl name="sibTrans1D1">
    <dgm:fillClrLst meth="repeat">
      <a:schemeClr val="accent1"/>
    </dgm:fillClrLst>
    <dgm:linClrLst meth="repeat">
      <a:schemeClr val="accent1"/>
    </dgm:linClrLst>
    <dgm:effectClrLst/>
    <dgm:txLinClrLst/>
    <dgm:txFillClrLst meth="repeat">
      <a:schemeClr val="tx1"/>
    </dgm:txFillClrLst>
    <dgm:txEffectClrLst/>
  </dgm:styleLbl>
  <dgm:styleLbl name="callout">
    <dgm:fillClrLst meth="repeat">
      <a:schemeClr val="accent1"/>
    </dgm:fillClrLst>
    <dgm:linClrLst meth="repeat">
      <a:schemeClr val="accent1">
        <a:tint val="50000"/>
      </a:schemeClr>
    </dgm:linClrLst>
    <dgm:effectClrLst/>
    <dgm:txLinClrLst/>
    <dgm:txFillClrLst meth="repeat">
      <a:schemeClr val="tx1"/>
    </dgm:txFillClrLst>
    <dgm:txEffectClrLst/>
  </dgm:styleLbl>
  <dgm:styleLbl name="asst0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sst1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sst2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sst3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sst4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parChTrans2D1">
    <dgm:fillClrLst meth="repeat">
      <a:schemeClr val="accent1">
        <a:tint val="60000"/>
      </a:schemeClr>
    </dgm:fillClrLst>
    <dgm:linClrLst meth="repeat">
      <a:schemeClr val="accent1">
        <a:tint val="60000"/>
      </a:schemeClr>
    </dgm:linClrLst>
    <dgm:effectClrLst/>
    <dgm:txLinClrLst/>
    <dgm:txFillClrLst meth="repeat">
      <a:schemeClr val="lt1"/>
    </dgm:txFillClrLst>
    <dgm:txEffectClrLst/>
  </dgm:styleLbl>
  <dgm:styleLbl name="parChTrans2D2">
    <dgm:fillClrLst meth="repeat">
      <a:schemeClr val="accent1"/>
    </dgm:fillClrLst>
    <dgm:linClrLst meth="repeat">
      <a:schemeClr val="accent1"/>
    </dgm:linClrLst>
    <dgm:effectClrLst/>
    <dgm:txLinClrLst/>
    <dgm:txFillClrLst meth="repeat">
      <a:schemeClr val="lt1"/>
    </dgm:txFillClrLst>
    <dgm:txEffectClrLst/>
  </dgm:styleLbl>
  <dgm:styleLbl name="parChTrans2D3">
    <dgm:fillClrLst meth="repeat">
      <a:schemeClr val="accent1"/>
    </dgm:fillClrLst>
    <dgm:linClrLst meth="repeat">
      <a:schemeClr val="accent1"/>
    </dgm:linClrLst>
    <dgm:effectClrLst/>
    <dgm:txLinClrLst/>
    <dgm:txFillClrLst meth="repeat">
      <a:schemeClr val="lt1"/>
    </dgm:txFillClrLst>
    <dgm:txEffectClrLst/>
  </dgm:styleLbl>
  <dgm:styleLbl name="parChTrans2D4">
    <dgm:fillClrLst meth="repeat">
      <a:schemeClr val="accent1"/>
    </dgm:fillClrLst>
    <dgm:linClrLst meth="repeat">
      <a:schemeClr val="accent1"/>
    </dgm:linClrLst>
    <dgm:effectClrLst/>
    <dgm:txLinClrLst/>
    <dgm:txFillClrLst meth="repeat">
      <a:schemeClr val="lt1"/>
    </dgm:txFillClrLst>
    <dgm:txEffectClrLst/>
  </dgm:styleLbl>
  <dgm:styleLbl name="parChTrans1D1">
    <dgm:fillClrLst meth="repeat">
      <a:schemeClr val="accent1"/>
    </dgm:fillClrLst>
    <dgm:linClrLst meth="repeat">
      <a:schemeClr val="accent1">
        <a:shade val="60000"/>
      </a:schemeClr>
    </dgm:linClrLst>
    <dgm:effectClrLst/>
    <dgm:txLinClrLst/>
    <dgm:txFillClrLst meth="repeat">
      <a:schemeClr val="tx1"/>
    </dgm:txFillClrLst>
    <dgm:txEffectClrLst/>
  </dgm:styleLbl>
  <dgm:styleLbl name="parChTrans1D2">
    <dgm:fillClrLst meth="repeat">
      <a:schemeClr val="accent1"/>
    </dgm:fillClrLst>
    <dgm:linClrLst meth="repeat">
      <a:schemeClr val="accent1">
        <a:shade val="60000"/>
      </a:schemeClr>
    </dgm:linClrLst>
    <dgm:effectClrLst/>
    <dgm:txLinClrLst/>
    <dgm:txFillClrLst meth="repeat">
      <a:schemeClr val="tx1"/>
    </dgm:txFillClrLst>
    <dgm:txEffectClrLst/>
  </dgm:styleLbl>
  <dgm:styleLbl name="parChTrans1D3">
    <dgm:fillClrLst meth="repeat">
      <a:schemeClr val="accent1"/>
    </dgm:fillClrLst>
    <dgm:linClrLst meth="repeat">
      <a:schemeClr val="accent1">
        <a:shade val="80000"/>
      </a:schemeClr>
    </dgm:linClrLst>
    <dgm:effectClrLst/>
    <dgm:txLinClrLst/>
    <dgm:txFillClrLst meth="repeat">
      <a:schemeClr val="tx1"/>
    </dgm:txFillClrLst>
    <dgm:txEffectClrLst/>
  </dgm:styleLbl>
  <dgm:styleLbl name="parChTrans1D4">
    <dgm:fillClrLst meth="repeat">
      <a:schemeClr val="accent1"/>
    </dgm:fillClrLst>
    <dgm:linClrLst meth="repeat">
      <a:schemeClr val="accent1">
        <a:shade val="80000"/>
      </a:schemeClr>
    </dgm:linClrLst>
    <dgm:effectClrLst/>
    <dgm:txLinClrLst/>
    <dgm:txFillClrLst meth="repeat">
      <a:schemeClr val="tx1"/>
    </dgm:txFillClrLst>
    <dgm:txEffectClrLst/>
  </dgm:styleLbl>
  <dgm:styleLbl name="fgAcc1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conFgAcc1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alignAcc1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trAlignAcc1">
    <dgm:fillClrLst meth="repeat">
      <a:schemeClr val="lt1">
        <a:alpha val="4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bgAcc1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solidFgAcc1">
    <dgm:fillClrLst meth="repeat">
      <a:schemeClr val="lt1"/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solidAlignAcc1">
    <dgm:fillClrLst meth="repeat">
      <a:schemeClr val="lt1"/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solidBgAcc1">
    <dgm:fillClrLst meth="repeat">
      <a:schemeClr val="lt1"/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fgAccFollowNode1">
    <dgm:fillClrLst meth="repeat">
      <a:schemeClr val="accent1">
        <a:alpha val="90000"/>
        <a:tint val="40000"/>
      </a:schemeClr>
    </dgm:fillClrLst>
    <dgm:linClrLst meth="repeat">
      <a:schemeClr val="accent1">
        <a:alpha val="90000"/>
        <a:tint val="40000"/>
      </a:schemeClr>
    </dgm:linClrLst>
    <dgm:effectClrLst/>
    <dgm:txLinClrLst/>
    <dgm:txFillClrLst meth="repeat">
      <a:schemeClr val="dk1"/>
    </dgm:txFillClrLst>
    <dgm:txEffectClrLst/>
  </dgm:styleLbl>
  <dgm:styleLbl name="alignAccFollowNode1">
    <dgm:fillClrLst meth="repeat">
      <a:schemeClr val="accent1">
        <a:alpha val="90000"/>
        <a:tint val="40000"/>
      </a:schemeClr>
    </dgm:fillClrLst>
    <dgm:linClrLst meth="repeat">
      <a:schemeClr val="accent1">
        <a:alpha val="90000"/>
        <a:tint val="40000"/>
      </a:schemeClr>
    </dgm:linClrLst>
    <dgm:effectClrLst/>
    <dgm:txLinClrLst/>
    <dgm:txFillClrLst meth="repeat">
      <a:schemeClr val="dk1"/>
    </dgm:txFillClrLst>
    <dgm:txEffectClrLst/>
  </dgm:styleLbl>
  <dgm:styleLbl name="bgAccFollowNode1">
    <dgm:fillClrLst meth="repeat">
      <a:schemeClr val="accent1">
        <a:alpha val="90000"/>
        <a:tint val="40000"/>
      </a:schemeClr>
    </dgm:fillClrLst>
    <dgm:linClrLst meth="repeat">
      <a:schemeClr val="accent1">
        <a:alpha val="90000"/>
        <a:tint val="40000"/>
      </a:schemeClr>
    </dgm:linClrLst>
    <dgm:effectClrLst/>
    <dgm:txLinClrLst/>
    <dgm:txFillClrLst meth="repeat">
      <a:schemeClr val="dk1"/>
    </dgm:txFillClrLst>
    <dgm:txEffectClrLst/>
  </dgm:styleLbl>
  <dgm:styleLbl name="fgAcc0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fgAcc2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fgAcc3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fgAcc4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bgShp">
    <dgm:fillClrLst meth="repeat">
      <a:schemeClr val="accent1">
        <a:tint val="4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dkBgShp">
    <dgm:fillClrLst meth="repeat">
      <a:schemeClr val="accent1">
        <a:shade val="80000"/>
      </a:schemeClr>
    </dgm:fillClrLst>
    <dgm:linClrLst meth="repeat">
      <a:schemeClr val="accent1"/>
    </dgm:linClrLst>
    <dgm:effectClrLst/>
    <dgm:txLinClrLst/>
    <dgm:txFillClrLst meth="repeat">
      <a:schemeClr val="lt1"/>
    </dgm:txFillClrLst>
    <dgm:txEffectClrLst/>
  </dgm:styleLbl>
  <dgm:styleLbl name="trBgShp">
    <dgm:fillClrLst meth="repeat">
      <a:schemeClr val="accent1">
        <a:tint val="50000"/>
        <a:alpha val="40000"/>
      </a:schemeClr>
    </dgm:fillClrLst>
    <dgm:linClrLst meth="repeat">
      <a:schemeClr val="accent1"/>
    </dgm:linClrLst>
    <dgm:effectClrLst/>
    <dgm:txLinClrLst/>
    <dgm:txFillClrLst meth="repeat">
      <a:schemeClr val="lt1"/>
    </dgm:txFillClrLst>
    <dgm:txEffectClrLst/>
  </dgm:styleLbl>
  <dgm:styleLbl name="fgShp">
    <dgm:fillClrLst meth="repeat">
      <a:schemeClr val="accent1">
        <a:tint val="60000"/>
      </a:schemeClr>
    </dgm:fillClrLst>
    <dgm:linClrLst meth="repeat">
      <a:schemeClr val="lt1"/>
    </dgm:linClrLst>
    <dgm:effectClrLst/>
    <dgm:txLinClrLst/>
    <dgm:txFillClrLst meth="repeat">
      <a:schemeClr val="dk1"/>
    </dgm:txFillClrLst>
    <dgm:txEffectClrLst/>
  </dgm:styleLbl>
  <dgm:styleLbl name="revTx">
    <dgm:fillClrLst meth="repeat">
      <a:schemeClr val="lt1">
        <a:alpha val="0"/>
      </a:schemeClr>
    </dgm:fillClrLst>
    <dgm:linClrLst meth="repeat">
      <a:schemeClr val="dk1">
        <a:alpha val="0"/>
      </a:schemeClr>
    </dgm:linClrLst>
    <dgm:effectClrLst/>
    <dgm:txLinClrLst/>
    <dgm:txFillClrLst meth="repeat">
      <a:schemeClr val="tx1"/>
    </dgm:txFillClrLst>
    <dgm:txEffectClrLst/>
  </dgm:styleLbl>
</dgm:colorsDef>
</file>

<file path=ppt/diagrams/colors44.xml><?xml version="1.0" encoding="utf-8"?>
<dgm:colorsDef xmlns:dgm="http://schemas.openxmlformats.org/drawingml/2006/diagram" xmlns:a="http://schemas.openxmlformats.org/drawingml/2006/main" uniqueId="urn:microsoft.com/office/officeart/2005/8/colors/accent1_2">
  <dgm:title val=""/>
  <dgm:desc val=""/>
  <dgm:catLst>
    <dgm:cat type="accent1" pri="11200"/>
  </dgm:catLst>
  <dgm:styleLbl name="node0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lignNode1">
    <dgm:fillClrLst meth="repeat">
      <a:schemeClr val="accent1"/>
    </dgm:fillClrLst>
    <dgm:linClrLst meth="repeat">
      <a:schemeClr val="accent1"/>
    </dgm:linClrLst>
    <dgm:effectClrLst/>
    <dgm:txLinClrLst/>
    <dgm:txFillClrLst/>
    <dgm:txEffectClrLst/>
  </dgm:styleLbl>
  <dgm:styleLbl name="node1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lnNode1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vennNode1">
    <dgm:fillClrLst meth="repeat">
      <a:schemeClr val="accent1">
        <a:alpha val="50000"/>
      </a:schemeClr>
    </dgm:fillClrLst>
    <dgm:linClrLst meth="repeat">
      <a:schemeClr val="lt1"/>
    </dgm:linClrLst>
    <dgm:effectClrLst/>
    <dgm:txLinClrLst/>
    <dgm:txFillClrLst/>
    <dgm:txEffectClrLst/>
  </dgm:styleLbl>
  <dgm:styleLbl name="node2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node3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node4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fgImgPlace1">
    <dgm:fillClrLst meth="repeat">
      <a:schemeClr val="accent1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alignImgPlace1">
    <dgm:fillClrLst meth="repeat">
      <a:schemeClr val="accent1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bgImgPlace1">
    <dgm:fillClrLst meth="repeat">
      <a:schemeClr val="accent1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sibTrans2D1">
    <dgm:fillClrLst meth="repeat">
      <a:schemeClr val="accent1">
        <a:tint val="60000"/>
      </a:schemeClr>
    </dgm:fillClrLst>
    <dgm:linClrLst meth="repeat">
      <a:schemeClr val="accent1">
        <a:tint val="60000"/>
      </a:schemeClr>
    </dgm:linClrLst>
    <dgm:effectClrLst/>
    <dgm:txLinClrLst/>
    <dgm:txFillClrLst/>
    <dgm:txEffectClrLst/>
  </dgm:styleLbl>
  <dgm:styleLbl name="fgSibTrans2D1">
    <dgm:fillClrLst meth="repeat">
      <a:schemeClr val="accent1">
        <a:tint val="60000"/>
      </a:schemeClr>
    </dgm:fillClrLst>
    <dgm:linClrLst meth="repeat">
      <a:schemeClr val="accent1">
        <a:tint val="60000"/>
      </a:schemeClr>
    </dgm:linClrLst>
    <dgm:effectClrLst/>
    <dgm:txLinClrLst/>
    <dgm:txFillClrLst/>
    <dgm:txEffectClrLst/>
  </dgm:styleLbl>
  <dgm:styleLbl name="bgSibTrans2D1">
    <dgm:fillClrLst meth="repeat">
      <a:schemeClr val="accent1">
        <a:tint val="60000"/>
      </a:schemeClr>
    </dgm:fillClrLst>
    <dgm:linClrLst meth="repeat">
      <a:schemeClr val="accent1">
        <a:tint val="60000"/>
      </a:schemeClr>
    </dgm:linClrLst>
    <dgm:effectClrLst/>
    <dgm:txLinClrLst/>
    <dgm:txFillClrLst/>
    <dgm:txEffectClrLst/>
  </dgm:styleLbl>
  <dgm:styleLbl name="sibTrans1D1">
    <dgm:fillClrLst meth="repeat">
      <a:schemeClr val="accent1"/>
    </dgm:fillClrLst>
    <dgm:linClrLst meth="repeat">
      <a:schemeClr val="accent1"/>
    </dgm:linClrLst>
    <dgm:effectClrLst/>
    <dgm:txLinClrLst/>
    <dgm:txFillClrLst meth="repeat">
      <a:schemeClr val="tx1"/>
    </dgm:txFillClrLst>
    <dgm:txEffectClrLst/>
  </dgm:styleLbl>
  <dgm:styleLbl name="callout">
    <dgm:fillClrLst meth="repeat">
      <a:schemeClr val="accent1"/>
    </dgm:fillClrLst>
    <dgm:linClrLst meth="repeat">
      <a:schemeClr val="accent1">
        <a:tint val="50000"/>
      </a:schemeClr>
    </dgm:linClrLst>
    <dgm:effectClrLst/>
    <dgm:txLinClrLst/>
    <dgm:txFillClrLst meth="repeat">
      <a:schemeClr val="tx1"/>
    </dgm:txFillClrLst>
    <dgm:txEffectClrLst/>
  </dgm:styleLbl>
  <dgm:styleLbl name="asst0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sst1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sst2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sst3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sst4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parChTrans2D1">
    <dgm:fillClrLst meth="repeat">
      <a:schemeClr val="accent1">
        <a:tint val="60000"/>
      </a:schemeClr>
    </dgm:fillClrLst>
    <dgm:linClrLst meth="repeat">
      <a:schemeClr val="accent1">
        <a:tint val="60000"/>
      </a:schemeClr>
    </dgm:linClrLst>
    <dgm:effectClrLst/>
    <dgm:txLinClrLst/>
    <dgm:txFillClrLst meth="repeat">
      <a:schemeClr val="lt1"/>
    </dgm:txFillClrLst>
    <dgm:txEffectClrLst/>
  </dgm:styleLbl>
  <dgm:styleLbl name="parChTrans2D2">
    <dgm:fillClrLst meth="repeat">
      <a:schemeClr val="accent1"/>
    </dgm:fillClrLst>
    <dgm:linClrLst meth="repeat">
      <a:schemeClr val="accent1"/>
    </dgm:linClrLst>
    <dgm:effectClrLst/>
    <dgm:txLinClrLst/>
    <dgm:txFillClrLst meth="repeat">
      <a:schemeClr val="lt1"/>
    </dgm:txFillClrLst>
    <dgm:txEffectClrLst/>
  </dgm:styleLbl>
  <dgm:styleLbl name="parChTrans2D3">
    <dgm:fillClrLst meth="repeat">
      <a:schemeClr val="accent1"/>
    </dgm:fillClrLst>
    <dgm:linClrLst meth="repeat">
      <a:schemeClr val="accent1"/>
    </dgm:linClrLst>
    <dgm:effectClrLst/>
    <dgm:txLinClrLst/>
    <dgm:txFillClrLst meth="repeat">
      <a:schemeClr val="lt1"/>
    </dgm:txFillClrLst>
    <dgm:txEffectClrLst/>
  </dgm:styleLbl>
  <dgm:styleLbl name="parChTrans2D4">
    <dgm:fillClrLst meth="repeat">
      <a:schemeClr val="accent1"/>
    </dgm:fillClrLst>
    <dgm:linClrLst meth="repeat">
      <a:schemeClr val="accent1"/>
    </dgm:linClrLst>
    <dgm:effectClrLst/>
    <dgm:txLinClrLst/>
    <dgm:txFillClrLst meth="repeat">
      <a:schemeClr val="lt1"/>
    </dgm:txFillClrLst>
    <dgm:txEffectClrLst/>
  </dgm:styleLbl>
  <dgm:styleLbl name="parChTrans1D1">
    <dgm:fillClrLst meth="repeat">
      <a:schemeClr val="accent1"/>
    </dgm:fillClrLst>
    <dgm:linClrLst meth="repeat">
      <a:schemeClr val="accent1">
        <a:shade val="60000"/>
      </a:schemeClr>
    </dgm:linClrLst>
    <dgm:effectClrLst/>
    <dgm:txLinClrLst/>
    <dgm:txFillClrLst meth="repeat">
      <a:schemeClr val="tx1"/>
    </dgm:txFillClrLst>
    <dgm:txEffectClrLst/>
  </dgm:styleLbl>
  <dgm:styleLbl name="parChTrans1D2">
    <dgm:fillClrLst meth="repeat">
      <a:schemeClr val="accent1"/>
    </dgm:fillClrLst>
    <dgm:linClrLst meth="repeat">
      <a:schemeClr val="accent1">
        <a:shade val="60000"/>
      </a:schemeClr>
    </dgm:linClrLst>
    <dgm:effectClrLst/>
    <dgm:txLinClrLst/>
    <dgm:txFillClrLst meth="repeat">
      <a:schemeClr val="tx1"/>
    </dgm:txFillClrLst>
    <dgm:txEffectClrLst/>
  </dgm:styleLbl>
  <dgm:styleLbl name="parChTrans1D3">
    <dgm:fillClrLst meth="repeat">
      <a:schemeClr val="accent1"/>
    </dgm:fillClrLst>
    <dgm:linClrLst meth="repeat">
      <a:schemeClr val="accent1">
        <a:shade val="80000"/>
      </a:schemeClr>
    </dgm:linClrLst>
    <dgm:effectClrLst/>
    <dgm:txLinClrLst/>
    <dgm:txFillClrLst meth="repeat">
      <a:schemeClr val="tx1"/>
    </dgm:txFillClrLst>
    <dgm:txEffectClrLst/>
  </dgm:styleLbl>
  <dgm:styleLbl name="parChTrans1D4">
    <dgm:fillClrLst meth="repeat">
      <a:schemeClr val="accent1"/>
    </dgm:fillClrLst>
    <dgm:linClrLst meth="repeat">
      <a:schemeClr val="accent1">
        <a:shade val="80000"/>
      </a:schemeClr>
    </dgm:linClrLst>
    <dgm:effectClrLst/>
    <dgm:txLinClrLst/>
    <dgm:txFillClrLst meth="repeat">
      <a:schemeClr val="tx1"/>
    </dgm:txFillClrLst>
    <dgm:txEffectClrLst/>
  </dgm:styleLbl>
  <dgm:styleLbl name="fgAcc1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conFgAcc1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alignAcc1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trAlignAcc1">
    <dgm:fillClrLst meth="repeat">
      <a:schemeClr val="lt1">
        <a:alpha val="4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bgAcc1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solidFgAcc1">
    <dgm:fillClrLst meth="repeat">
      <a:schemeClr val="lt1"/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solidAlignAcc1">
    <dgm:fillClrLst meth="repeat">
      <a:schemeClr val="lt1"/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solidBgAcc1">
    <dgm:fillClrLst meth="repeat">
      <a:schemeClr val="lt1"/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fgAccFollowNode1">
    <dgm:fillClrLst meth="repeat">
      <a:schemeClr val="accent1">
        <a:alpha val="90000"/>
        <a:tint val="40000"/>
      </a:schemeClr>
    </dgm:fillClrLst>
    <dgm:linClrLst meth="repeat">
      <a:schemeClr val="accent1">
        <a:alpha val="90000"/>
        <a:tint val="40000"/>
      </a:schemeClr>
    </dgm:linClrLst>
    <dgm:effectClrLst/>
    <dgm:txLinClrLst/>
    <dgm:txFillClrLst meth="repeat">
      <a:schemeClr val="dk1"/>
    </dgm:txFillClrLst>
    <dgm:txEffectClrLst/>
  </dgm:styleLbl>
  <dgm:styleLbl name="alignAccFollowNode1">
    <dgm:fillClrLst meth="repeat">
      <a:schemeClr val="accent1">
        <a:alpha val="90000"/>
        <a:tint val="40000"/>
      </a:schemeClr>
    </dgm:fillClrLst>
    <dgm:linClrLst meth="repeat">
      <a:schemeClr val="accent1">
        <a:alpha val="90000"/>
        <a:tint val="40000"/>
      </a:schemeClr>
    </dgm:linClrLst>
    <dgm:effectClrLst/>
    <dgm:txLinClrLst/>
    <dgm:txFillClrLst meth="repeat">
      <a:schemeClr val="dk1"/>
    </dgm:txFillClrLst>
    <dgm:txEffectClrLst/>
  </dgm:styleLbl>
  <dgm:styleLbl name="bgAccFollowNode1">
    <dgm:fillClrLst meth="repeat">
      <a:schemeClr val="accent1">
        <a:alpha val="90000"/>
        <a:tint val="40000"/>
      </a:schemeClr>
    </dgm:fillClrLst>
    <dgm:linClrLst meth="repeat">
      <a:schemeClr val="accent1">
        <a:alpha val="90000"/>
        <a:tint val="40000"/>
      </a:schemeClr>
    </dgm:linClrLst>
    <dgm:effectClrLst/>
    <dgm:txLinClrLst/>
    <dgm:txFillClrLst meth="repeat">
      <a:schemeClr val="dk1"/>
    </dgm:txFillClrLst>
    <dgm:txEffectClrLst/>
  </dgm:styleLbl>
  <dgm:styleLbl name="fgAcc0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fgAcc2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fgAcc3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fgAcc4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bgShp">
    <dgm:fillClrLst meth="repeat">
      <a:schemeClr val="accent1">
        <a:tint val="4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dkBgShp">
    <dgm:fillClrLst meth="repeat">
      <a:schemeClr val="accent1">
        <a:shade val="80000"/>
      </a:schemeClr>
    </dgm:fillClrLst>
    <dgm:linClrLst meth="repeat">
      <a:schemeClr val="accent1"/>
    </dgm:linClrLst>
    <dgm:effectClrLst/>
    <dgm:txLinClrLst/>
    <dgm:txFillClrLst meth="repeat">
      <a:schemeClr val="lt1"/>
    </dgm:txFillClrLst>
    <dgm:txEffectClrLst/>
  </dgm:styleLbl>
  <dgm:styleLbl name="trBgShp">
    <dgm:fillClrLst meth="repeat">
      <a:schemeClr val="accent1">
        <a:tint val="50000"/>
        <a:alpha val="40000"/>
      </a:schemeClr>
    </dgm:fillClrLst>
    <dgm:linClrLst meth="repeat">
      <a:schemeClr val="accent1"/>
    </dgm:linClrLst>
    <dgm:effectClrLst/>
    <dgm:txLinClrLst/>
    <dgm:txFillClrLst meth="repeat">
      <a:schemeClr val="lt1"/>
    </dgm:txFillClrLst>
    <dgm:txEffectClrLst/>
  </dgm:styleLbl>
  <dgm:styleLbl name="fgShp">
    <dgm:fillClrLst meth="repeat">
      <a:schemeClr val="accent1">
        <a:tint val="60000"/>
      </a:schemeClr>
    </dgm:fillClrLst>
    <dgm:linClrLst meth="repeat">
      <a:schemeClr val="lt1"/>
    </dgm:linClrLst>
    <dgm:effectClrLst/>
    <dgm:txLinClrLst/>
    <dgm:txFillClrLst meth="repeat">
      <a:schemeClr val="dk1"/>
    </dgm:txFillClrLst>
    <dgm:txEffectClrLst/>
  </dgm:styleLbl>
  <dgm:styleLbl name="revTx">
    <dgm:fillClrLst meth="repeat">
      <a:schemeClr val="lt1">
        <a:alpha val="0"/>
      </a:schemeClr>
    </dgm:fillClrLst>
    <dgm:linClrLst meth="repeat">
      <a:schemeClr val="dk1">
        <a:alpha val="0"/>
      </a:schemeClr>
    </dgm:linClrLst>
    <dgm:effectClrLst/>
    <dgm:txLinClrLst/>
    <dgm:txFillClrLst meth="repeat">
      <a:schemeClr val="tx1"/>
    </dgm:txFillClrLst>
    <dgm:txEffectClrLst/>
  </dgm:styleLbl>
</dgm:colorsDef>
</file>

<file path=ppt/diagrams/colors45.xml><?xml version="1.0" encoding="utf-8"?>
<dgm:colorsDef xmlns:dgm="http://schemas.openxmlformats.org/drawingml/2006/diagram" xmlns:a="http://schemas.openxmlformats.org/drawingml/2006/main" uniqueId="urn:microsoft.com/office/officeart/2005/8/colors/accent1_2">
  <dgm:title val=""/>
  <dgm:desc val=""/>
  <dgm:catLst>
    <dgm:cat type="accent1" pri="11200"/>
  </dgm:catLst>
  <dgm:styleLbl name="node0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lignNode1">
    <dgm:fillClrLst meth="repeat">
      <a:schemeClr val="accent1"/>
    </dgm:fillClrLst>
    <dgm:linClrLst meth="repeat">
      <a:schemeClr val="accent1"/>
    </dgm:linClrLst>
    <dgm:effectClrLst/>
    <dgm:txLinClrLst/>
    <dgm:txFillClrLst/>
    <dgm:txEffectClrLst/>
  </dgm:styleLbl>
  <dgm:styleLbl name="node1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lnNode1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vennNode1">
    <dgm:fillClrLst meth="repeat">
      <a:schemeClr val="accent1">
        <a:alpha val="50000"/>
      </a:schemeClr>
    </dgm:fillClrLst>
    <dgm:linClrLst meth="repeat">
      <a:schemeClr val="lt1"/>
    </dgm:linClrLst>
    <dgm:effectClrLst/>
    <dgm:txLinClrLst/>
    <dgm:txFillClrLst/>
    <dgm:txEffectClrLst/>
  </dgm:styleLbl>
  <dgm:styleLbl name="node2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node3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node4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fgImgPlace1">
    <dgm:fillClrLst meth="repeat">
      <a:schemeClr val="accent1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alignImgPlace1">
    <dgm:fillClrLst meth="repeat">
      <a:schemeClr val="accent1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bgImgPlace1">
    <dgm:fillClrLst meth="repeat">
      <a:schemeClr val="accent1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sibTrans2D1">
    <dgm:fillClrLst meth="repeat">
      <a:schemeClr val="accent1">
        <a:tint val="60000"/>
      </a:schemeClr>
    </dgm:fillClrLst>
    <dgm:linClrLst meth="repeat">
      <a:schemeClr val="accent1">
        <a:tint val="60000"/>
      </a:schemeClr>
    </dgm:linClrLst>
    <dgm:effectClrLst/>
    <dgm:txLinClrLst/>
    <dgm:txFillClrLst/>
    <dgm:txEffectClrLst/>
  </dgm:styleLbl>
  <dgm:styleLbl name="fgSibTrans2D1">
    <dgm:fillClrLst meth="repeat">
      <a:schemeClr val="accent1">
        <a:tint val="60000"/>
      </a:schemeClr>
    </dgm:fillClrLst>
    <dgm:linClrLst meth="repeat">
      <a:schemeClr val="accent1">
        <a:tint val="60000"/>
      </a:schemeClr>
    </dgm:linClrLst>
    <dgm:effectClrLst/>
    <dgm:txLinClrLst/>
    <dgm:txFillClrLst/>
    <dgm:txEffectClrLst/>
  </dgm:styleLbl>
  <dgm:styleLbl name="bgSibTrans2D1">
    <dgm:fillClrLst meth="repeat">
      <a:schemeClr val="accent1">
        <a:tint val="60000"/>
      </a:schemeClr>
    </dgm:fillClrLst>
    <dgm:linClrLst meth="repeat">
      <a:schemeClr val="accent1">
        <a:tint val="60000"/>
      </a:schemeClr>
    </dgm:linClrLst>
    <dgm:effectClrLst/>
    <dgm:txLinClrLst/>
    <dgm:txFillClrLst/>
    <dgm:txEffectClrLst/>
  </dgm:styleLbl>
  <dgm:styleLbl name="sibTrans1D1">
    <dgm:fillClrLst meth="repeat">
      <a:schemeClr val="accent1"/>
    </dgm:fillClrLst>
    <dgm:linClrLst meth="repeat">
      <a:schemeClr val="accent1"/>
    </dgm:linClrLst>
    <dgm:effectClrLst/>
    <dgm:txLinClrLst/>
    <dgm:txFillClrLst meth="repeat">
      <a:schemeClr val="tx1"/>
    </dgm:txFillClrLst>
    <dgm:txEffectClrLst/>
  </dgm:styleLbl>
  <dgm:styleLbl name="callout">
    <dgm:fillClrLst meth="repeat">
      <a:schemeClr val="accent1"/>
    </dgm:fillClrLst>
    <dgm:linClrLst meth="repeat">
      <a:schemeClr val="accent1">
        <a:tint val="50000"/>
      </a:schemeClr>
    </dgm:linClrLst>
    <dgm:effectClrLst/>
    <dgm:txLinClrLst/>
    <dgm:txFillClrLst meth="repeat">
      <a:schemeClr val="tx1"/>
    </dgm:txFillClrLst>
    <dgm:txEffectClrLst/>
  </dgm:styleLbl>
  <dgm:styleLbl name="asst0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sst1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sst2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sst3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sst4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parChTrans2D1">
    <dgm:fillClrLst meth="repeat">
      <a:schemeClr val="accent1">
        <a:tint val="60000"/>
      </a:schemeClr>
    </dgm:fillClrLst>
    <dgm:linClrLst meth="repeat">
      <a:schemeClr val="accent1">
        <a:tint val="60000"/>
      </a:schemeClr>
    </dgm:linClrLst>
    <dgm:effectClrLst/>
    <dgm:txLinClrLst/>
    <dgm:txFillClrLst meth="repeat">
      <a:schemeClr val="lt1"/>
    </dgm:txFillClrLst>
    <dgm:txEffectClrLst/>
  </dgm:styleLbl>
  <dgm:styleLbl name="parChTrans2D2">
    <dgm:fillClrLst meth="repeat">
      <a:schemeClr val="accent1"/>
    </dgm:fillClrLst>
    <dgm:linClrLst meth="repeat">
      <a:schemeClr val="accent1"/>
    </dgm:linClrLst>
    <dgm:effectClrLst/>
    <dgm:txLinClrLst/>
    <dgm:txFillClrLst meth="repeat">
      <a:schemeClr val="lt1"/>
    </dgm:txFillClrLst>
    <dgm:txEffectClrLst/>
  </dgm:styleLbl>
  <dgm:styleLbl name="parChTrans2D3">
    <dgm:fillClrLst meth="repeat">
      <a:schemeClr val="accent1"/>
    </dgm:fillClrLst>
    <dgm:linClrLst meth="repeat">
      <a:schemeClr val="accent1"/>
    </dgm:linClrLst>
    <dgm:effectClrLst/>
    <dgm:txLinClrLst/>
    <dgm:txFillClrLst meth="repeat">
      <a:schemeClr val="lt1"/>
    </dgm:txFillClrLst>
    <dgm:txEffectClrLst/>
  </dgm:styleLbl>
  <dgm:styleLbl name="parChTrans2D4">
    <dgm:fillClrLst meth="repeat">
      <a:schemeClr val="accent1"/>
    </dgm:fillClrLst>
    <dgm:linClrLst meth="repeat">
      <a:schemeClr val="accent1"/>
    </dgm:linClrLst>
    <dgm:effectClrLst/>
    <dgm:txLinClrLst/>
    <dgm:txFillClrLst meth="repeat">
      <a:schemeClr val="lt1"/>
    </dgm:txFillClrLst>
    <dgm:txEffectClrLst/>
  </dgm:styleLbl>
  <dgm:styleLbl name="parChTrans1D1">
    <dgm:fillClrLst meth="repeat">
      <a:schemeClr val="accent1"/>
    </dgm:fillClrLst>
    <dgm:linClrLst meth="repeat">
      <a:schemeClr val="accent1">
        <a:shade val="60000"/>
      </a:schemeClr>
    </dgm:linClrLst>
    <dgm:effectClrLst/>
    <dgm:txLinClrLst/>
    <dgm:txFillClrLst meth="repeat">
      <a:schemeClr val="tx1"/>
    </dgm:txFillClrLst>
    <dgm:txEffectClrLst/>
  </dgm:styleLbl>
  <dgm:styleLbl name="parChTrans1D2">
    <dgm:fillClrLst meth="repeat">
      <a:schemeClr val="accent1"/>
    </dgm:fillClrLst>
    <dgm:linClrLst meth="repeat">
      <a:schemeClr val="accent1">
        <a:shade val="60000"/>
      </a:schemeClr>
    </dgm:linClrLst>
    <dgm:effectClrLst/>
    <dgm:txLinClrLst/>
    <dgm:txFillClrLst meth="repeat">
      <a:schemeClr val="tx1"/>
    </dgm:txFillClrLst>
    <dgm:txEffectClrLst/>
  </dgm:styleLbl>
  <dgm:styleLbl name="parChTrans1D3">
    <dgm:fillClrLst meth="repeat">
      <a:schemeClr val="accent1"/>
    </dgm:fillClrLst>
    <dgm:linClrLst meth="repeat">
      <a:schemeClr val="accent1">
        <a:shade val="80000"/>
      </a:schemeClr>
    </dgm:linClrLst>
    <dgm:effectClrLst/>
    <dgm:txLinClrLst/>
    <dgm:txFillClrLst meth="repeat">
      <a:schemeClr val="tx1"/>
    </dgm:txFillClrLst>
    <dgm:txEffectClrLst/>
  </dgm:styleLbl>
  <dgm:styleLbl name="parChTrans1D4">
    <dgm:fillClrLst meth="repeat">
      <a:schemeClr val="accent1"/>
    </dgm:fillClrLst>
    <dgm:linClrLst meth="repeat">
      <a:schemeClr val="accent1">
        <a:shade val="80000"/>
      </a:schemeClr>
    </dgm:linClrLst>
    <dgm:effectClrLst/>
    <dgm:txLinClrLst/>
    <dgm:txFillClrLst meth="repeat">
      <a:schemeClr val="tx1"/>
    </dgm:txFillClrLst>
    <dgm:txEffectClrLst/>
  </dgm:styleLbl>
  <dgm:styleLbl name="fgAcc1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conFgAcc1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alignAcc1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trAlignAcc1">
    <dgm:fillClrLst meth="repeat">
      <a:schemeClr val="lt1">
        <a:alpha val="4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bgAcc1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solidFgAcc1">
    <dgm:fillClrLst meth="repeat">
      <a:schemeClr val="lt1"/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solidAlignAcc1">
    <dgm:fillClrLst meth="repeat">
      <a:schemeClr val="lt1"/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solidBgAcc1">
    <dgm:fillClrLst meth="repeat">
      <a:schemeClr val="lt1"/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fgAccFollowNode1">
    <dgm:fillClrLst meth="repeat">
      <a:schemeClr val="accent1">
        <a:alpha val="90000"/>
        <a:tint val="40000"/>
      </a:schemeClr>
    </dgm:fillClrLst>
    <dgm:linClrLst meth="repeat">
      <a:schemeClr val="accent1">
        <a:alpha val="90000"/>
        <a:tint val="40000"/>
      </a:schemeClr>
    </dgm:linClrLst>
    <dgm:effectClrLst/>
    <dgm:txLinClrLst/>
    <dgm:txFillClrLst meth="repeat">
      <a:schemeClr val="dk1"/>
    </dgm:txFillClrLst>
    <dgm:txEffectClrLst/>
  </dgm:styleLbl>
  <dgm:styleLbl name="alignAccFollowNode1">
    <dgm:fillClrLst meth="repeat">
      <a:schemeClr val="accent1">
        <a:alpha val="90000"/>
        <a:tint val="40000"/>
      </a:schemeClr>
    </dgm:fillClrLst>
    <dgm:linClrLst meth="repeat">
      <a:schemeClr val="accent1">
        <a:alpha val="90000"/>
        <a:tint val="40000"/>
      </a:schemeClr>
    </dgm:linClrLst>
    <dgm:effectClrLst/>
    <dgm:txLinClrLst/>
    <dgm:txFillClrLst meth="repeat">
      <a:schemeClr val="dk1"/>
    </dgm:txFillClrLst>
    <dgm:txEffectClrLst/>
  </dgm:styleLbl>
  <dgm:styleLbl name="bgAccFollowNode1">
    <dgm:fillClrLst meth="repeat">
      <a:schemeClr val="accent1">
        <a:alpha val="90000"/>
        <a:tint val="40000"/>
      </a:schemeClr>
    </dgm:fillClrLst>
    <dgm:linClrLst meth="repeat">
      <a:schemeClr val="accent1">
        <a:alpha val="90000"/>
        <a:tint val="40000"/>
      </a:schemeClr>
    </dgm:linClrLst>
    <dgm:effectClrLst/>
    <dgm:txLinClrLst/>
    <dgm:txFillClrLst meth="repeat">
      <a:schemeClr val="dk1"/>
    </dgm:txFillClrLst>
    <dgm:txEffectClrLst/>
  </dgm:styleLbl>
  <dgm:styleLbl name="fgAcc0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fgAcc2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fgAcc3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fgAcc4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bgShp">
    <dgm:fillClrLst meth="repeat">
      <a:schemeClr val="accent1">
        <a:tint val="4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dkBgShp">
    <dgm:fillClrLst meth="repeat">
      <a:schemeClr val="accent1">
        <a:shade val="80000"/>
      </a:schemeClr>
    </dgm:fillClrLst>
    <dgm:linClrLst meth="repeat">
      <a:schemeClr val="accent1"/>
    </dgm:linClrLst>
    <dgm:effectClrLst/>
    <dgm:txLinClrLst/>
    <dgm:txFillClrLst meth="repeat">
      <a:schemeClr val="lt1"/>
    </dgm:txFillClrLst>
    <dgm:txEffectClrLst/>
  </dgm:styleLbl>
  <dgm:styleLbl name="trBgShp">
    <dgm:fillClrLst meth="repeat">
      <a:schemeClr val="accent1">
        <a:tint val="50000"/>
        <a:alpha val="40000"/>
      </a:schemeClr>
    </dgm:fillClrLst>
    <dgm:linClrLst meth="repeat">
      <a:schemeClr val="accent1"/>
    </dgm:linClrLst>
    <dgm:effectClrLst/>
    <dgm:txLinClrLst/>
    <dgm:txFillClrLst meth="repeat">
      <a:schemeClr val="lt1"/>
    </dgm:txFillClrLst>
    <dgm:txEffectClrLst/>
  </dgm:styleLbl>
  <dgm:styleLbl name="fgShp">
    <dgm:fillClrLst meth="repeat">
      <a:schemeClr val="accent1">
        <a:tint val="60000"/>
      </a:schemeClr>
    </dgm:fillClrLst>
    <dgm:linClrLst meth="repeat">
      <a:schemeClr val="lt1"/>
    </dgm:linClrLst>
    <dgm:effectClrLst/>
    <dgm:txLinClrLst/>
    <dgm:txFillClrLst meth="repeat">
      <a:schemeClr val="dk1"/>
    </dgm:txFillClrLst>
    <dgm:txEffectClrLst/>
  </dgm:styleLbl>
  <dgm:styleLbl name="revTx">
    <dgm:fillClrLst meth="repeat">
      <a:schemeClr val="lt1">
        <a:alpha val="0"/>
      </a:schemeClr>
    </dgm:fillClrLst>
    <dgm:linClrLst meth="repeat">
      <a:schemeClr val="dk1">
        <a:alpha val="0"/>
      </a:schemeClr>
    </dgm:linClrLst>
    <dgm:effectClrLst/>
    <dgm:txLinClrLst/>
    <dgm:txFillClrLst meth="repeat">
      <a:schemeClr val="tx1"/>
    </dgm:txFillClrLst>
    <dgm:txEffectClrLst/>
  </dgm:styleLbl>
</dgm:colorsDef>
</file>

<file path=ppt/diagrams/colors46.xml><?xml version="1.0" encoding="utf-8"?>
<dgm:colorsDef xmlns:dgm="http://schemas.openxmlformats.org/drawingml/2006/diagram" xmlns:a="http://schemas.openxmlformats.org/drawingml/2006/main" uniqueId="urn:microsoft.com/office/officeart/2018/5/colors/Iconchunking_neutralbg_colorful2">
  <dgm:title val=""/>
  <dgm:desc val=""/>
  <dgm:catLst>
    <dgm:cat type="colorful" pri="10200"/>
  </dgm:catLst>
  <dgm:styleLbl name="node0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node1">
    <dgm:fillClrLst>
      <a:schemeClr val="accent2"/>
      <a:schemeClr val="accent3"/>
    </dgm:fillClrLst>
    <dgm:linClrLst meth="repeat">
      <a:schemeClr val="lt1">
        <a:alpha val="0"/>
      </a:schemeClr>
    </dgm:linClrLst>
    <dgm:effectClrLst/>
    <dgm:txLinClrLst/>
    <dgm:txFillClrLst/>
    <dgm:txEffectClrLst/>
  </dgm:styleLbl>
  <dgm:styleLbl name="alignNode1">
    <dgm:fillClrLst>
      <a:schemeClr val="accent2"/>
      <a:schemeClr val="accent3"/>
    </dgm:fillClrLst>
    <dgm:linClrLst>
      <a:schemeClr val="accent2"/>
      <a:schemeClr val="accent3"/>
    </dgm:linClrLst>
    <dgm:effectClrLst/>
    <dgm:txLinClrLst/>
    <dgm:txFillClrLst/>
    <dgm:txEffectClrLst/>
  </dgm:styleLbl>
  <dgm:styleLbl name="lnNode1">
    <dgm:fillClrLst>
      <a:schemeClr val="accent2"/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vennNode1">
    <dgm:fillClrLst>
      <a:schemeClr val="accent2">
        <a:alpha val="50000"/>
      </a:schemeClr>
      <a:schemeClr val="accent3">
        <a:alpha val="50000"/>
      </a:schemeClr>
    </dgm:fillClrLst>
    <dgm:linClrLst meth="repeat">
      <a:schemeClr val="lt1"/>
    </dgm:linClrLst>
    <dgm:effectClrLst/>
    <dgm:txLinClrLst/>
    <dgm:txFillClrLst/>
    <dgm:txEffectClrLst/>
  </dgm:styleLbl>
  <dgm:styleLbl name="node2">
    <dgm:fillClrLst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node3">
    <dgm:fillClrLst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node4">
    <dgm:fillClrLst>
      <a:schemeClr val="accent5"/>
    </dgm:fillClrLst>
    <dgm:linClrLst meth="repeat">
      <a:schemeClr val="lt1"/>
    </dgm:linClrLst>
    <dgm:effectClrLst/>
    <dgm:txLinClrLst/>
    <dgm:txFillClrLst/>
    <dgm:txEffectClrLst/>
  </dgm:styleLbl>
  <dgm:styleLbl name="fgImgPlace1">
    <dgm:fillClrLst>
      <a:schemeClr val="accent2">
        <a:tint val="50000"/>
      </a:schemeClr>
      <a:schemeClr val="accent3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alignImgPlace1">
    <dgm:fillClrLst>
      <a:schemeClr val="accent2">
        <a:tint val="50000"/>
      </a:schemeClr>
      <a:schemeClr val="accent3">
        <a:tint val="2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bgImgPlace1">
    <dgm:fillClrLst>
      <a:schemeClr val="accent2">
        <a:tint val="50000"/>
      </a:schemeClr>
      <a:schemeClr val="accent3">
        <a:tint val="2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sibTrans2D1">
    <dgm:fillClrLst>
      <a:schemeClr val="accent2"/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fgSibTrans2D1">
    <dgm:fillClrLst>
      <a:schemeClr val="accent2"/>
      <a:schemeClr val="accent3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bgSibTrans2D1">
    <dgm:fillClrLst>
      <a:schemeClr val="accent2"/>
      <a:schemeClr val="accent3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sibTrans1D1">
    <dgm:fillClrLst/>
    <dgm:linClrLst>
      <a:schemeClr val="accent2"/>
      <a:schemeClr val="accent3"/>
    </dgm:linClrLst>
    <dgm:effectClrLst/>
    <dgm:txLinClrLst/>
    <dgm:txFillClrLst meth="repeat">
      <a:schemeClr val="tx1"/>
    </dgm:txFillClrLst>
    <dgm:txEffectClrLst/>
  </dgm:styleLbl>
  <dgm:styleLbl name="callout">
    <dgm:fillClrLst meth="repeat">
      <a:schemeClr val="accent2"/>
    </dgm:fillClrLst>
    <dgm:linClrLst meth="repeat">
      <a:schemeClr val="accent2">
        <a:tint val="50000"/>
      </a:schemeClr>
    </dgm:linClrLst>
    <dgm:effectClrLst/>
    <dgm:txLinClrLst/>
    <dgm:txFillClrLst meth="repeat">
      <a:schemeClr val="tx1"/>
    </dgm:txFillClrLst>
    <dgm:txEffectClrLst/>
  </dgm:styleLbl>
  <dgm:styleLbl name="asst0">
    <dgm:fillClrLst meth="repeat">
      <a:schemeClr val="accent2"/>
    </dgm:fillClrLst>
    <dgm:linClrLst meth="repeat">
      <a:schemeClr val="lt1">
        <a:shade val="80000"/>
      </a:schemeClr>
    </dgm:linClrLst>
    <dgm:effectClrLst/>
    <dgm:txLinClrLst/>
    <dgm:txFillClrLst/>
    <dgm:txEffectClrLst/>
  </dgm:styleLbl>
  <dgm:styleLbl name="asst1">
    <dgm:fillClrLst meth="repeat">
      <a:schemeClr val="accent3"/>
    </dgm:fillClrLst>
    <dgm:linClrLst meth="repeat">
      <a:schemeClr val="lt1">
        <a:shade val="80000"/>
      </a:schemeClr>
    </dgm:linClrLst>
    <dgm:effectClrLst/>
    <dgm:txLinClrLst/>
    <dgm:txFillClrLst/>
    <dgm:txEffectClrLst/>
  </dgm:styleLbl>
  <dgm:styleLbl name="asst2">
    <dgm:fillClrLst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asst3">
    <dgm:fillClrLst>
      <a:schemeClr val="accent5"/>
    </dgm:fillClrLst>
    <dgm:linClrLst meth="repeat">
      <a:schemeClr val="lt1"/>
    </dgm:linClrLst>
    <dgm:effectClrLst/>
    <dgm:txLinClrLst/>
    <dgm:txFillClrLst/>
    <dgm:txEffectClrLst/>
  </dgm:styleLbl>
  <dgm:styleLbl name="asst4">
    <dgm:fillClrLst>
      <a:schemeClr val="accent6"/>
    </dgm:fillClrLst>
    <dgm:linClrLst meth="repeat">
      <a:schemeClr val="lt1"/>
    </dgm:linClrLst>
    <dgm:effectClrLst/>
    <dgm:txLinClrLst/>
    <dgm:txFillClrLst/>
    <dgm:txEffectClrLst/>
  </dgm:styleLbl>
  <dgm:styleLbl name="parChTrans2D1">
    <dgm:fillClrLst meth="repeat">
      <a:schemeClr val="accent2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parChTrans2D2">
    <dgm:fillClrLst meth="repeat"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parChTrans2D3">
    <dgm:fillClrLst meth="repeat"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parChTrans2D4">
    <dgm:fillClrLst meth="repeat">
      <a:schemeClr val="accent5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parChTrans1D1">
    <dgm:fillClrLst meth="repeat">
      <a:schemeClr val="accent2"/>
    </dgm:fillClrLst>
    <dgm:linClrLst meth="repeat">
      <a:schemeClr val="accent2"/>
    </dgm:linClrLst>
    <dgm:effectClrLst/>
    <dgm:txLinClrLst/>
    <dgm:txFillClrLst meth="repeat">
      <a:schemeClr val="tx1"/>
    </dgm:txFillClrLst>
    <dgm:txEffectClrLst/>
  </dgm:styleLbl>
  <dgm:styleLbl name="parChTrans1D2">
    <dgm:fillClrLst meth="repeat">
      <a:schemeClr val="accent2">
        <a:tint val="90000"/>
      </a:schemeClr>
    </dgm:fillClrLst>
    <dgm:linClrLst meth="repeat">
      <a:schemeClr val="accent3"/>
    </dgm:linClrLst>
    <dgm:effectClrLst/>
    <dgm:txLinClrLst/>
    <dgm:txFillClrLst meth="repeat">
      <a:schemeClr val="tx1"/>
    </dgm:txFillClrLst>
    <dgm:txEffectClrLst/>
  </dgm:styleLbl>
  <dgm:styleLbl name="parChTrans1D3">
    <dgm:fillClrLst meth="repeat">
      <a:schemeClr val="accent2">
        <a:tint val="70000"/>
      </a:schemeClr>
    </dgm:fillClrLst>
    <dgm:linClrLst meth="repeat">
      <a:schemeClr val="accent4"/>
    </dgm:linClrLst>
    <dgm:effectClrLst/>
    <dgm:txLinClrLst/>
    <dgm:txFillClrLst meth="repeat">
      <a:schemeClr val="tx1"/>
    </dgm:txFillClrLst>
    <dgm:txEffectClrLst/>
  </dgm:styleLbl>
  <dgm:styleLbl name="parChTrans1D4">
    <dgm:fillClrLst meth="repeat">
      <a:schemeClr val="accent2">
        <a:tint val="50000"/>
      </a:schemeClr>
    </dgm:fillClrLst>
    <dgm:linClrLst meth="repeat">
      <a:schemeClr val="accent5"/>
    </dgm:linClrLst>
    <dgm:effectClrLst/>
    <dgm:txLinClrLst/>
    <dgm:txFillClrLst meth="repeat">
      <a:schemeClr val="tx1"/>
    </dgm:txFillClrLst>
    <dgm:txEffectClrLst/>
  </dgm:styleLbl>
  <dgm:styleLbl name="fgAcc1">
    <dgm:fillClrLst meth="repeat">
      <a:schemeClr val="lt1">
        <a:alpha val="90000"/>
      </a:schemeClr>
    </dgm:fillClrLst>
    <dgm:linClrLst>
      <a:schemeClr val="accent2"/>
      <a:schemeClr val="accent3"/>
    </dgm:linClrLst>
    <dgm:effectClrLst/>
    <dgm:txLinClrLst/>
    <dgm:txFillClrLst meth="repeat">
      <a:schemeClr val="dk1"/>
    </dgm:txFillClrLst>
    <dgm:txEffectClrLst/>
  </dgm:styleLbl>
  <dgm:styleLbl name="conFgAcc1">
    <dgm:fillClrLst meth="repeat">
      <a:schemeClr val="lt1">
        <a:alpha val="90000"/>
      </a:schemeClr>
    </dgm:fillClrLst>
    <dgm:linClrLst>
      <a:schemeClr val="accent2"/>
      <a:schemeClr val="accent3"/>
    </dgm:linClrLst>
    <dgm:effectClrLst/>
    <dgm:txLinClrLst/>
    <dgm:txFillClrLst meth="repeat">
      <a:schemeClr val="dk1"/>
    </dgm:txFillClrLst>
    <dgm:txEffectClrLst/>
  </dgm:styleLbl>
  <dgm:styleLbl name="alignAcc1">
    <dgm:fillClrLst meth="repeat">
      <a:schemeClr val="lt1">
        <a:alpha val="90000"/>
      </a:schemeClr>
    </dgm:fillClrLst>
    <dgm:linClrLst>
      <a:schemeClr val="accent2"/>
      <a:schemeClr val="accent3"/>
    </dgm:linClrLst>
    <dgm:effectClrLst/>
    <dgm:txLinClrLst/>
    <dgm:txFillClrLst meth="repeat">
      <a:schemeClr val="dk1"/>
    </dgm:txFillClrLst>
    <dgm:txEffectClrLst/>
  </dgm:styleLbl>
  <dgm:styleLbl name="trAlignAcc1">
    <dgm:fillClrLst meth="repeat">
      <a:schemeClr val="lt1">
        <a:alpha val="40000"/>
      </a:schemeClr>
    </dgm:fillClrLst>
    <dgm:linClrLst meth="repeat">
      <a:schemeClr val="accent2"/>
    </dgm:linClrLst>
    <dgm:effectClrLst/>
    <dgm:txLinClrLst/>
    <dgm:txFillClrLst meth="repeat">
      <a:schemeClr val="dk1"/>
    </dgm:txFillClrLst>
    <dgm:txEffectClrLst/>
  </dgm:styleLbl>
  <dgm:styleLbl name="bgAcc1">
    <dgm:fillClrLst meth="repeat">
      <a:schemeClr val="lt1">
        <a:alpha val="90000"/>
      </a:schemeClr>
    </dgm:fillClrLst>
    <dgm:linClrLst>
      <a:schemeClr val="accent2"/>
      <a:schemeClr val="accent3"/>
    </dgm:linClrLst>
    <dgm:effectClrLst/>
    <dgm:txLinClrLst/>
    <dgm:txFillClrLst meth="repeat">
      <a:schemeClr val="dk1"/>
    </dgm:txFillClrLst>
    <dgm:txEffectClrLst/>
  </dgm:styleLbl>
  <dgm:styleLbl name="solidFgAcc1">
    <dgm:fillClrLst meth="repeat">
      <a:schemeClr val="lt1"/>
    </dgm:fillClrLst>
    <dgm:linClrLst>
      <a:schemeClr val="accent2"/>
      <a:schemeClr val="accent3"/>
    </dgm:linClrLst>
    <dgm:effectClrLst/>
    <dgm:txLinClrLst/>
    <dgm:txFillClrLst meth="repeat">
      <a:schemeClr val="dk1"/>
    </dgm:txFillClrLst>
    <dgm:txEffectClrLst/>
  </dgm:styleLbl>
  <dgm:styleLbl name="solidAlignAcc1">
    <dgm:fillClrLst meth="repeat">
      <a:schemeClr val="lt1"/>
    </dgm:fillClrLst>
    <dgm:linClrLst>
      <a:schemeClr val="accent2"/>
      <a:schemeClr val="accent3"/>
    </dgm:linClrLst>
    <dgm:effectClrLst/>
    <dgm:txLinClrLst/>
    <dgm:txFillClrLst meth="repeat">
      <a:schemeClr val="dk1"/>
    </dgm:txFillClrLst>
    <dgm:txEffectClrLst/>
  </dgm:styleLbl>
  <dgm:styleLbl name="solidBgAcc1">
    <dgm:fillClrLst meth="repeat">
      <a:schemeClr val="lt1"/>
    </dgm:fillClrLst>
    <dgm:linClrLst>
      <a:schemeClr val="accent2"/>
      <a:schemeClr val="accent3"/>
    </dgm:linClrLst>
    <dgm:effectClrLst/>
    <dgm:txLinClrLst/>
    <dgm:txFillClrLst meth="repeat">
      <a:schemeClr val="dk1"/>
    </dgm:txFillClrLst>
    <dgm:txEffectClrLst/>
  </dgm:styleLbl>
  <dgm:styleLbl name="fgAccFollowNode1">
    <dgm:fillClrLst>
      <a:schemeClr val="accent2">
        <a:tint val="40000"/>
        <a:alpha val="90000"/>
      </a:schemeClr>
      <a:schemeClr val="accent3">
        <a:tint val="40000"/>
        <a:alpha val="90000"/>
      </a:schemeClr>
    </dgm:fillClrLst>
    <dgm:linClrLst>
      <a:schemeClr val="accent2">
        <a:tint val="40000"/>
        <a:alpha val="90000"/>
      </a:schemeClr>
      <a:schemeClr val="accent3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alignAccFollowNode1">
    <dgm:fillClrLst>
      <a:schemeClr val="accent2">
        <a:tint val="40000"/>
        <a:alpha val="90000"/>
      </a:schemeClr>
      <a:schemeClr val="accent3">
        <a:tint val="40000"/>
        <a:alpha val="90000"/>
      </a:schemeClr>
    </dgm:fillClrLst>
    <dgm:linClrLst>
      <a:schemeClr val="accent2">
        <a:tint val="40000"/>
        <a:alpha val="90000"/>
      </a:schemeClr>
      <a:schemeClr val="accent3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bgAccFollowNode1">
    <dgm:fillClrLst>
      <a:schemeClr val="accent2">
        <a:tint val="40000"/>
        <a:alpha val="90000"/>
      </a:schemeClr>
      <a:schemeClr val="accent3">
        <a:tint val="40000"/>
        <a:alpha val="90000"/>
      </a:schemeClr>
    </dgm:fillClrLst>
    <dgm:linClrLst>
      <a:schemeClr val="accent2">
        <a:tint val="40000"/>
        <a:alpha val="90000"/>
      </a:schemeClr>
      <a:schemeClr val="accent3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fgAcc0">
    <dgm:fillClrLst meth="repeat">
      <a:schemeClr val="lt1">
        <a:alpha val="90000"/>
      </a:schemeClr>
    </dgm:fillClrLst>
    <dgm:linClrLst>
      <a:schemeClr val="accent1"/>
    </dgm:linClrLst>
    <dgm:effectClrLst/>
    <dgm:txLinClrLst/>
    <dgm:txFillClrLst meth="repeat">
      <a:schemeClr val="dk1"/>
    </dgm:txFillClrLst>
    <dgm:txEffectClrLst/>
  </dgm:styleLbl>
  <dgm:styleLbl name="fgAcc2">
    <dgm:fillClrLst meth="repeat">
      <a:schemeClr val="lt1">
        <a:alpha val="90000"/>
      </a:schemeClr>
    </dgm:fillClrLst>
    <dgm:linClrLst>
      <a:schemeClr val="accent3"/>
    </dgm:linClrLst>
    <dgm:effectClrLst/>
    <dgm:txLinClrLst/>
    <dgm:txFillClrLst meth="repeat">
      <a:schemeClr val="dk1"/>
    </dgm:txFillClrLst>
    <dgm:txEffectClrLst/>
  </dgm:styleLbl>
  <dgm:styleLbl name="fgAcc3">
    <dgm:fillClrLst meth="repeat">
      <a:schemeClr val="lt1">
        <a:alpha val="90000"/>
      </a:schemeClr>
    </dgm:fillClrLst>
    <dgm:linClrLst>
      <a:schemeClr val="accent4"/>
    </dgm:linClrLst>
    <dgm:effectClrLst/>
    <dgm:txLinClrLst/>
    <dgm:txFillClrLst meth="repeat">
      <a:schemeClr val="dk1"/>
    </dgm:txFillClrLst>
    <dgm:txEffectClrLst/>
  </dgm:styleLbl>
  <dgm:styleLbl name="fgAcc4">
    <dgm:fillClrLst meth="repeat">
      <a:schemeClr val="lt1">
        <a:alpha val="90000"/>
      </a:schemeClr>
    </dgm:fillClrLst>
    <dgm:linClrLst>
      <a:schemeClr val="accent5"/>
    </dgm:linClrLst>
    <dgm:effectClrLst/>
    <dgm:txLinClrLst/>
    <dgm:txFillClrLst meth="repeat">
      <a:schemeClr val="dk1"/>
    </dgm:txFillClrLst>
    <dgm:txEffectClrLst/>
  </dgm:styleLbl>
  <dgm:styleLbl name="bgShp">
    <dgm:fillClrLst meth="repeat">
      <a:schemeClr val="bg1">
        <a:lumMod val="95000"/>
      </a:schemeClr>
    </dgm:fillClrLst>
    <dgm:linClrLst meth="repeat">
      <a:schemeClr val="dk1"/>
    </dgm:linClrLst>
    <dgm:effectClrLst/>
    <dgm:txLinClrLst/>
    <dgm:txFillClrLst meth="repeat">
      <a:schemeClr val="dk1"/>
    </dgm:txFillClrLst>
    <dgm:txEffectClrLst/>
  </dgm:styleLbl>
  <dgm:styleLbl name="dkBgShp">
    <dgm:fillClrLst meth="repeat">
      <a:schemeClr val="accent2">
        <a:shade val="90000"/>
      </a:schemeClr>
    </dgm:fillClrLst>
    <dgm:linClrLst meth="repeat">
      <a:schemeClr val="dk1"/>
    </dgm:linClrLst>
    <dgm:effectClrLst/>
    <dgm:txLinClrLst/>
    <dgm:txFillClrLst meth="repeat">
      <a:schemeClr val="lt1"/>
    </dgm:txFillClrLst>
    <dgm:txEffectClrLst/>
  </dgm:styleLbl>
  <dgm:styleLbl name="trBgShp">
    <dgm:fillClrLst meth="repeat">
      <a:schemeClr val="accent2">
        <a:tint val="50000"/>
        <a:alpha val="40000"/>
      </a:schemeClr>
    </dgm:fillClrLst>
    <dgm:linClrLst meth="repeat">
      <a:schemeClr val="accent2"/>
    </dgm:linClrLst>
    <dgm:effectClrLst/>
    <dgm:txLinClrLst/>
    <dgm:txFillClrLst meth="repeat">
      <a:schemeClr val="lt1"/>
    </dgm:txFillClrLst>
    <dgm:txEffectClrLst/>
  </dgm:styleLbl>
  <dgm:styleLbl name="fgShp">
    <dgm:fillClrLst meth="repeat">
      <a:schemeClr val="accent2">
        <a:tint val="40000"/>
      </a:schemeClr>
    </dgm:fillClrLst>
    <dgm:linClrLst meth="repeat">
      <a:schemeClr val="lt1"/>
    </dgm:linClrLst>
    <dgm:effectClrLst/>
    <dgm:txLinClrLst/>
    <dgm:txFillClrLst meth="repeat">
      <a:schemeClr val="dk1"/>
    </dgm:txFillClrLst>
    <dgm:txEffectClrLst/>
  </dgm:styleLbl>
  <dgm:styleLbl name="revTx">
    <dgm:fillClrLst meth="repeat">
      <a:schemeClr val="lt1">
        <a:alpha val="0"/>
      </a:schemeClr>
    </dgm:fillClrLst>
    <dgm:linClrLst meth="repeat">
      <a:schemeClr val="dk1">
        <a:alpha val="0"/>
      </a:schemeClr>
    </dgm:linClrLst>
    <dgm:effectClrLst/>
    <dgm:txLinClrLst/>
    <dgm:txFillClrLst meth="repeat">
      <a:schemeClr val="tx1"/>
    </dgm:txFillClrLst>
    <dgm:txEffectClrLst/>
  </dgm:styleLbl>
</dgm:colorsDef>
</file>

<file path=ppt/diagrams/colors47.xml><?xml version="1.0" encoding="utf-8"?>
<dgm:colorsDef xmlns:dgm="http://schemas.openxmlformats.org/drawingml/2006/diagram" xmlns:a="http://schemas.openxmlformats.org/drawingml/2006/main" uniqueId="urn:microsoft.com/office/officeart/2018/5/colors/Iconchunking_neutralbg_colorful1">
  <dgm:title val=""/>
  <dgm:desc val=""/>
  <dgm:catLst>
    <dgm:cat type="colorful" pri="10100"/>
  </dgm:catLst>
  <dgm:styleLbl name="node0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node1">
    <dgm:fillClrLst meth="repeat">
      <a:schemeClr val="accent2"/>
      <a:schemeClr val="accent3"/>
      <a:schemeClr val="accent4"/>
      <a:schemeClr val="accent5"/>
      <a:schemeClr val="accent6"/>
    </dgm:fillClrLst>
    <dgm:linClrLst meth="repeat">
      <a:schemeClr val="lt1">
        <a:alpha val="0"/>
      </a:schemeClr>
    </dgm:linClrLst>
    <dgm:effectClrLst/>
    <dgm:txLinClrLst/>
    <dgm:txFillClrLst/>
    <dgm:txEffectClrLst/>
  </dgm:styleLbl>
  <dgm:styleLbl name="alignNode1">
    <dgm:fillClrLst meth="repeat">
      <a:schemeClr val="accent2"/>
      <a:schemeClr val="accent3"/>
      <a:schemeClr val="accent4"/>
      <a:schemeClr val="accent5"/>
      <a:schemeClr val="accent6"/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/>
    <dgm:txEffectClrLst/>
  </dgm:styleLbl>
  <dgm:styleLbl name="lnNode1">
    <dgm:fillClrLst meth="repeat">
      <a:schemeClr val="accent2"/>
      <a:schemeClr val="accent3"/>
      <a:schemeClr val="accent4"/>
      <a:schemeClr val="accent5"/>
      <a:schemeClr val="accent6"/>
    </dgm:fillClrLst>
    <dgm:linClrLst meth="repeat">
      <a:schemeClr val="lt1"/>
    </dgm:linClrLst>
    <dgm:effectClrLst/>
    <dgm:txLinClrLst/>
    <dgm:txFillClrLst/>
    <dgm:txEffectClrLst/>
  </dgm:styleLbl>
  <dgm:styleLbl name="vennNode1">
    <dgm:fillClrLst meth="repeat">
      <a:schemeClr val="accent2">
        <a:alpha val="50000"/>
      </a:schemeClr>
      <a:schemeClr val="accent3">
        <a:alpha val="50000"/>
      </a:schemeClr>
      <a:schemeClr val="accent4">
        <a:alpha val="50000"/>
      </a:schemeClr>
      <a:schemeClr val="accent5">
        <a:alpha val="50000"/>
      </a:schemeClr>
      <a:schemeClr val="accent6">
        <a:alpha val="50000"/>
      </a:schemeClr>
    </dgm:fillClrLst>
    <dgm:linClrLst meth="repeat">
      <a:schemeClr val="lt1"/>
    </dgm:linClrLst>
    <dgm:effectClrLst/>
    <dgm:txLinClrLst/>
    <dgm:txFillClrLst/>
    <dgm:txEffectClrLst/>
  </dgm:styleLbl>
  <dgm:styleLbl name="node2">
    <dgm:fillClrLst>
      <a:schemeClr val="accent2"/>
    </dgm:fillClrLst>
    <dgm:linClrLst meth="repeat">
      <a:schemeClr val="lt1"/>
    </dgm:linClrLst>
    <dgm:effectClrLst/>
    <dgm:txLinClrLst/>
    <dgm:txFillClrLst/>
    <dgm:txEffectClrLst/>
  </dgm:styleLbl>
  <dgm:styleLbl name="node3">
    <dgm:fillClrLst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node4">
    <dgm:fillClrLst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fgImgPlace1">
    <dgm:fillClrLst meth="repeat">
      <a:schemeClr val="accent2">
        <a:tint val="50000"/>
      </a:schemeClr>
      <a:schemeClr val="accent3">
        <a:tint val="50000"/>
      </a:schemeClr>
      <a:schemeClr val="accent4">
        <a:tint val="50000"/>
      </a:schemeClr>
      <a:schemeClr val="accent5">
        <a:tint val="50000"/>
      </a:schemeClr>
      <a:schemeClr val="accent6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alignImgPlace1">
    <dgm:fillClrLst>
      <a:schemeClr val="accent1">
        <a:tint val="50000"/>
      </a:schemeClr>
      <a:schemeClr val="accent2">
        <a:tint val="2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bgImgPlace1">
    <dgm:fillClrLst>
      <a:schemeClr val="accent1">
        <a:tint val="50000"/>
      </a:schemeClr>
      <a:schemeClr val="accent2">
        <a:tint val="2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sibTrans2D1">
    <dgm:fillClrLst meth="repeat">
      <a:schemeClr val="accent2"/>
      <a:schemeClr val="accent3"/>
      <a:schemeClr val="accent4"/>
      <a:schemeClr val="accent5"/>
      <a:schemeClr val="accent6"/>
    </dgm:fillClrLst>
    <dgm:linClrLst meth="cycle">
      <a:schemeClr val="lt1"/>
    </dgm:linClrLst>
    <dgm:effectClrLst/>
    <dgm:txLinClrLst/>
    <dgm:txFillClrLst/>
    <dgm:txEffectClrLst/>
  </dgm:styleLbl>
  <dgm:styleLbl name="fgSibTrans2D1">
    <dgm:fillClrLst meth="repeat">
      <a:schemeClr val="accent2"/>
      <a:schemeClr val="accent3"/>
      <a:schemeClr val="accent4"/>
      <a:schemeClr val="accent5"/>
      <a:schemeClr val="accent6"/>
    </dgm:fillClrLst>
    <dgm:linClrLst meth="cycle">
      <a:schemeClr val="lt1"/>
    </dgm:linClrLst>
    <dgm:effectClrLst/>
    <dgm:txLinClrLst/>
    <dgm:txFillClrLst meth="repeat">
      <a:schemeClr val="lt1"/>
    </dgm:txFillClrLst>
    <dgm:txEffectClrLst/>
  </dgm:styleLbl>
  <dgm:styleLbl name="bgSibTrans2D1">
    <dgm:fillClrLst meth="repeat">
      <a:schemeClr val="accent2"/>
      <a:schemeClr val="accent3"/>
      <a:schemeClr val="accent4"/>
      <a:schemeClr val="accent5"/>
      <a:schemeClr val="accent6"/>
    </dgm:fillClrLst>
    <dgm:linClrLst meth="cycle">
      <a:schemeClr val="lt1"/>
    </dgm:linClrLst>
    <dgm:effectClrLst/>
    <dgm:txLinClrLst/>
    <dgm:txFillClrLst meth="repeat">
      <a:schemeClr val="lt1"/>
    </dgm:txFillClrLst>
    <dgm:txEffectClrLst/>
  </dgm:styleLbl>
  <dgm:styleLbl name="sibTrans1D1">
    <dgm:fillClrLst meth="repeat">
      <a:schemeClr val="accent2"/>
      <a:schemeClr val="accent3"/>
      <a:schemeClr val="accent4"/>
      <a:schemeClr val="accent5"/>
      <a:schemeClr val="accent6"/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tx1"/>
    </dgm:txFillClrLst>
    <dgm:txEffectClrLst/>
  </dgm:styleLbl>
  <dgm:styleLbl name="callout">
    <dgm:fillClrLst meth="repeat">
      <a:schemeClr val="accent2"/>
    </dgm:fillClrLst>
    <dgm:linClrLst meth="repeat">
      <a:schemeClr val="accent2">
        <a:tint val="50000"/>
      </a:schemeClr>
    </dgm:linClrLst>
    <dgm:effectClrLst/>
    <dgm:txLinClrLst/>
    <dgm:txFillClrLst meth="repeat">
      <a:schemeClr val="tx1"/>
    </dgm:txFillClrLst>
    <dgm:txEffectClrLst/>
  </dgm:styleLbl>
  <dgm:styleLbl name="asst0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sst1">
    <dgm:fillClrLst meth="repeat">
      <a:schemeClr val="accent2"/>
    </dgm:fillClrLst>
    <dgm:linClrLst meth="repeat">
      <a:schemeClr val="lt1"/>
    </dgm:linClrLst>
    <dgm:effectClrLst/>
    <dgm:txLinClrLst/>
    <dgm:txFillClrLst/>
    <dgm:txEffectClrLst/>
  </dgm:styleLbl>
  <dgm:styleLbl name="asst2">
    <dgm:fillClrLst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asst3">
    <dgm:fillClrLst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asst4">
    <dgm:fillClrLst>
      <a:schemeClr val="accent5"/>
    </dgm:fillClrLst>
    <dgm:linClrLst meth="repeat">
      <a:schemeClr val="lt1"/>
    </dgm:linClrLst>
    <dgm:effectClrLst/>
    <dgm:txLinClrLst/>
    <dgm:txFillClrLst/>
    <dgm:txEffectClrLst/>
  </dgm:styleLbl>
  <dgm:styleLbl name="parChTrans2D1">
    <dgm:fillClrLst meth="repeat">
      <a:schemeClr val="accent2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parChTrans2D2">
    <dgm:fillClrLst meth="repeat"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parChTrans2D3">
    <dgm:fillClrLst meth="repeat"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parChTrans2D4">
    <dgm:fillClrLst meth="repeat">
      <a:schemeClr val="accent5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parChTrans1D1">
    <dgm:fillClrLst meth="repeat">
      <a:schemeClr val="accent2"/>
    </dgm:fillClrLst>
    <dgm:linClrLst meth="repeat">
      <a:schemeClr val="accent1"/>
    </dgm:linClrLst>
    <dgm:effectClrLst/>
    <dgm:txLinClrLst/>
    <dgm:txFillClrLst meth="repeat">
      <a:schemeClr val="tx1"/>
    </dgm:txFillClrLst>
    <dgm:txEffectClrLst/>
  </dgm:styleLbl>
  <dgm:styleLbl name="parChTrans1D2">
    <dgm:fillClrLst meth="repeat">
      <a:schemeClr val="accent3">
        <a:tint val="90000"/>
      </a:schemeClr>
    </dgm:fillClrLst>
    <dgm:linClrLst meth="repeat">
      <a:schemeClr val="accent2"/>
    </dgm:linClrLst>
    <dgm:effectClrLst/>
    <dgm:txLinClrLst/>
    <dgm:txFillClrLst meth="repeat">
      <a:schemeClr val="tx1"/>
    </dgm:txFillClrLst>
    <dgm:txEffectClrLst/>
  </dgm:styleLbl>
  <dgm:styleLbl name="parChTrans1D3">
    <dgm:fillClrLst meth="repeat">
      <a:schemeClr val="accent4">
        <a:tint val="70000"/>
      </a:schemeClr>
    </dgm:fillClrLst>
    <dgm:linClrLst meth="repeat">
      <a:schemeClr val="accent3"/>
    </dgm:linClrLst>
    <dgm:effectClrLst/>
    <dgm:txLinClrLst/>
    <dgm:txFillClrLst meth="repeat">
      <a:schemeClr val="tx1"/>
    </dgm:txFillClrLst>
    <dgm:txEffectClrLst/>
  </dgm:styleLbl>
  <dgm:styleLbl name="parChTrans1D4">
    <dgm:fillClrLst meth="repeat">
      <a:schemeClr val="accent5">
        <a:tint val="50000"/>
      </a:schemeClr>
    </dgm:fillClrLst>
    <dgm:linClrLst meth="repeat">
      <a:schemeClr val="accent4"/>
    </dgm:linClrLst>
    <dgm:effectClrLst/>
    <dgm:txLinClrLst/>
    <dgm:txFillClrLst meth="repeat">
      <a:schemeClr val="tx1"/>
    </dgm:txFillClrLst>
    <dgm:txEffectClrLst/>
  </dgm:styleLbl>
  <dgm:styleLbl name="fgAcc1">
    <dgm:fillClrLst meth="repeat">
      <a:schemeClr val="lt1">
        <a:alpha val="90000"/>
      </a:schemeClr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conFgAcc1">
    <dgm:fillClrLst meth="repeat">
      <a:schemeClr val="lt1">
        <a:alpha val="90000"/>
      </a:schemeClr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alignAcc1">
    <dgm:fillClrLst meth="repeat">
      <a:schemeClr val="lt1">
        <a:alpha val="90000"/>
      </a:schemeClr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trAlignAcc1">
    <dgm:fillClrLst meth="repeat">
      <a:schemeClr val="lt1">
        <a:alpha val="4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bgAcc1">
    <dgm:fillClrLst meth="repeat">
      <a:schemeClr val="lt1">
        <a:alpha val="90000"/>
      </a:schemeClr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solidFgAcc1">
    <dgm:fillClrLst meth="repeat">
      <a:schemeClr val="lt1"/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solidAlignAcc1">
    <dgm:fillClrLst meth="repeat">
      <a:schemeClr val="lt1"/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solidBgAcc1">
    <dgm:fillClrLst meth="repeat">
      <a:schemeClr val="lt1"/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fgAccFollowNode1">
    <dgm:fillClrLst meth="repeat">
      <a:schemeClr val="accent2">
        <a:tint val="40000"/>
        <a:alpha val="90000"/>
      </a:schemeClr>
      <a:schemeClr val="accent3">
        <a:tint val="40000"/>
        <a:alpha val="90000"/>
      </a:schemeClr>
      <a:schemeClr val="accent4">
        <a:tint val="40000"/>
        <a:alpha val="90000"/>
      </a:schemeClr>
      <a:schemeClr val="accent5">
        <a:tint val="40000"/>
        <a:alpha val="90000"/>
      </a:schemeClr>
      <a:schemeClr val="accent6">
        <a:tint val="40000"/>
        <a:alpha val="90000"/>
      </a:schemeClr>
    </dgm:fillClrLst>
    <dgm:linClrLst meth="repeat">
      <a:schemeClr val="accent2">
        <a:tint val="40000"/>
        <a:alpha val="90000"/>
      </a:schemeClr>
      <a:schemeClr val="accent3">
        <a:tint val="40000"/>
        <a:alpha val="90000"/>
      </a:schemeClr>
      <a:schemeClr val="accent4">
        <a:tint val="40000"/>
        <a:alpha val="90000"/>
      </a:schemeClr>
      <a:schemeClr val="accent5">
        <a:tint val="40000"/>
        <a:alpha val="90000"/>
      </a:schemeClr>
      <a:schemeClr val="accent6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alignAccFollowNode1">
    <dgm:fillClrLst meth="repeat">
      <a:schemeClr val="accent2">
        <a:tint val="40000"/>
        <a:alpha val="90000"/>
      </a:schemeClr>
      <a:schemeClr val="accent3">
        <a:tint val="40000"/>
        <a:alpha val="90000"/>
      </a:schemeClr>
      <a:schemeClr val="accent4">
        <a:tint val="40000"/>
        <a:alpha val="90000"/>
      </a:schemeClr>
      <a:schemeClr val="accent5">
        <a:tint val="40000"/>
        <a:alpha val="90000"/>
      </a:schemeClr>
      <a:schemeClr val="accent6">
        <a:tint val="40000"/>
        <a:alpha val="90000"/>
      </a:schemeClr>
    </dgm:fillClrLst>
    <dgm:linClrLst meth="repeat">
      <a:schemeClr val="accent2">
        <a:tint val="40000"/>
        <a:alpha val="90000"/>
      </a:schemeClr>
      <a:schemeClr val="accent3">
        <a:tint val="40000"/>
        <a:alpha val="90000"/>
      </a:schemeClr>
      <a:schemeClr val="accent4">
        <a:tint val="40000"/>
        <a:alpha val="90000"/>
      </a:schemeClr>
      <a:schemeClr val="accent5">
        <a:tint val="40000"/>
        <a:alpha val="90000"/>
      </a:schemeClr>
      <a:schemeClr val="accent6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bgAccFollowNode1">
    <dgm:fillClrLst meth="repeat">
      <a:schemeClr val="accent2">
        <a:tint val="40000"/>
        <a:alpha val="90000"/>
      </a:schemeClr>
      <a:schemeClr val="accent3">
        <a:tint val="40000"/>
        <a:alpha val="90000"/>
      </a:schemeClr>
      <a:schemeClr val="accent4">
        <a:tint val="40000"/>
        <a:alpha val="90000"/>
      </a:schemeClr>
      <a:schemeClr val="accent5">
        <a:tint val="40000"/>
        <a:alpha val="90000"/>
      </a:schemeClr>
      <a:schemeClr val="accent6">
        <a:tint val="40000"/>
        <a:alpha val="90000"/>
      </a:schemeClr>
    </dgm:fillClrLst>
    <dgm:linClrLst meth="repeat">
      <a:schemeClr val="accent2">
        <a:tint val="40000"/>
        <a:alpha val="90000"/>
      </a:schemeClr>
      <a:schemeClr val="accent3">
        <a:tint val="40000"/>
        <a:alpha val="90000"/>
      </a:schemeClr>
      <a:schemeClr val="accent4">
        <a:tint val="40000"/>
        <a:alpha val="90000"/>
      </a:schemeClr>
      <a:schemeClr val="accent5">
        <a:tint val="40000"/>
        <a:alpha val="90000"/>
      </a:schemeClr>
      <a:schemeClr val="accent6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fgAcc0">
    <dgm:fillClrLst meth="repeat">
      <a:schemeClr val="lt1">
        <a:alpha val="90000"/>
      </a:schemeClr>
    </dgm:fillClrLst>
    <dgm:linClrLst>
      <a:schemeClr val="accent1"/>
    </dgm:linClrLst>
    <dgm:effectClrLst/>
    <dgm:txLinClrLst/>
    <dgm:txFillClrLst meth="repeat">
      <a:schemeClr val="dk1"/>
    </dgm:txFillClrLst>
    <dgm:txEffectClrLst/>
  </dgm:styleLbl>
  <dgm:styleLbl name="fgAcc2">
    <dgm:fillClrLst meth="repeat">
      <a:schemeClr val="lt1">
        <a:alpha val="90000"/>
      </a:schemeClr>
    </dgm:fillClrLst>
    <dgm:linClrLst>
      <a:schemeClr val="accent2"/>
    </dgm:linClrLst>
    <dgm:effectClrLst/>
    <dgm:txLinClrLst/>
    <dgm:txFillClrLst meth="repeat">
      <a:schemeClr val="dk1"/>
    </dgm:txFillClrLst>
    <dgm:txEffectClrLst/>
  </dgm:styleLbl>
  <dgm:styleLbl name="fgAcc3">
    <dgm:fillClrLst meth="repeat">
      <a:schemeClr val="lt1">
        <a:alpha val="90000"/>
      </a:schemeClr>
    </dgm:fillClrLst>
    <dgm:linClrLst>
      <a:schemeClr val="accent3"/>
    </dgm:linClrLst>
    <dgm:effectClrLst/>
    <dgm:txLinClrLst/>
    <dgm:txFillClrLst meth="repeat">
      <a:schemeClr val="dk1"/>
    </dgm:txFillClrLst>
    <dgm:txEffectClrLst/>
  </dgm:styleLbl>
  <dgm:styleLbl name="fgAcc4">
    <dgm:fillClrLst meth="repeat">
      <a:schemeClr val="lt1">
        <a:alpha val="90000"/>
      </a:schemeClr>
    </dgm:fillClrLst>
    <dgm:linClrLst>
      <a:schemeClr val="accent4"/>
    </dgm:linClrLst>
    <dgm:effectClrLst/>
    <dgm:txLinClrLst/>
    <dgm:txFillClrLst meth="repeat">
      <a:schemeClr val="dk1"/>
    </dgm:txFillClrLst>
    <dgm:txEffectClrLst/>
  </dgm:styleLbl>
  <dgm:styleLbl name="bgShp">
    <dgm:fillClrLst meth="repeat">
      <a:schemeClr val="bg1">
        <a:lumMod val="95000"/>
      </a:schemeClr>
    </dgm:fillClrLst>
    <dgm:linClrLst meth="repeat">
      <a:schemeClr val="dk1"/>
    </dgm:linClrLst>
    <dgm:effectClrLst/>
    <dgm:txLinClrLst/>
    <dgm:txFillClrLst meth="repeat">
      <a:schemeClr val="dk1"/>
    </dgm:txFillClrLst>
    <dgm:txEffectClrLst/>
  </dgm:styleLbl>
  <dgm:styleLbl name="dkBgShp">
    <dgm:fillClrLst meth="repeat">
      <a:schemeClr val="accent2">
        <a:shade val="90000"/>
      </a:schemeClr>
    </dgm:fillClrLst>
    <dgm:linClrLst meth="repeat">
      <a:schemeClr val="dk1"/>
    </dgm:linClrLst>
    <dgm:effectClrLst/>
    <dgm:txLinClrLst/>
    <dgm:txFillClrLst meth="repeat">
      <a:schemeClr val="lt1"/>
    </dgm:txFillClrLst>
    <dgm:txEffectClrLst/>
  </dgm:styleLbl>
  <dgm:styleLbl name="trBgShp">
    <dgm:fillClrLst meth="repeat">
      <a:schemeClr val="accent1">
        <a:tint val="50000"/>
        <a:alpha val="40000"/>
      </a:schemeClr>
    </dgm:fillClrLst>
    <dgm:linClrLst meth="repeat">
      <a:schemeClr val="accent2"/>
    </dgm:linClrLst>
    <dgm:effectClrLst/>
    <dgm:txLinClrLst/>
    <dgm:txFillClrLst meth="repeat">
      <a:schemeClr val="lt1"/>
    </dgm:txFillClrLst>
    <dgm:txEffectClrLst/>
  </dgm:styleLbl>
  <dgm:styleLbl name="fgShp">
    <dgm:fillClrLst meth="repeat">
      <a:schemeClr val="accent2">
        <a:tint val="40000"/>
      </a:schemeClr>
    </dgm:fillClrLst>
    <dgm:linClrLst meth="repeat">
      <a:schemeClr val="lt1"/>
    </dgm:linClrLst>
    <dgm:effectClrLst/>
    <dgm:txLinClrLst/>
    <dgm:txFillClrLst meth="repeat">
      <a:schemeClr val="dk1"/>
    </dgm:txFillClrLst>
    <dgm:txEffectClrLst/>
  </dgm:styleLbl>
  <dgm:styleLbl name="revTx">
    <dgm:fillClrLst meth="repeat">
      <a:schemeClr val="lt1">
        <a:alpha val="0"/>
      </a:schemeClr>
    </dgm:fillClrLst>
    <dgm:linClrLst meth="repeat">
      <a:schemeClr val="dk1">
        <a:alpha val="0"/>
      </a:schemeClr>
    </dgm:linClrLst>
    <dgm:effectClrLst/>
    <dgm:txLinClrLst/>
    <dgm:txFillClrLst meth="repeat">
      <a:schemeClr val="tx1"/>
    </dgm:txFillClrLst>
    <dgm:txEffectClrLst/>
  </dgm:styleLbl>
</dgm:colorsDef>
</file>

<file path=ppt/diagrams/colors48.xml><?xml version="1.0" encoding="utf-8"?>
<dgm:colorsDef xmlns:dgm="http://schemas.openxmlformats.org/drawingml/2006/diagram" xmlns:a="http://schemas.openxmlformats.org/drawingml/2006/main" uniqueId="urn:microsoft.com/office/officeart/2018/5/colors/Iconchunking_neutralbg_colorful1">
  <dgm:title val=""/>
  <dgm:desc val=""/>
  <dgm:catLst>
    <dgm:cat type="colorful" pri="10100"/>
  </dgm:catLst>
  <dgm:styleLbl name="node0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node1">
    <dgm:fillClrLst meth="repeat">
      <a:schemeClr val="accent2"/>
      <a:schemeClr val="accent3"/>
      <a:schemeClr val="accent4"/>
      <a:schemeClr val="accent5"/>
      <a:schemeClr val="accent6"/>
    </dgm:fillClrLst>
    <dgm:linClrLst meth="repeat">
      <a:schemeClr val="lt1">
        <a:alpha val="0"/>
      </a:schemeClr>
    </dgm:linClrLst>
    <dgm:effectClrLst/>
    <dgm:txLinClrLst/>
    <dgm:txFillClrLst/>
    <dgm:txEffectClrLst/>
  </dgm:styleLbl>
  <dgm:styleLbl name="alignNode1">
    <dgm:fillClrLst meth="repeat">
      <a:schemeClr val="accent2"/>
      <a:schemeClr val="accent3"/>
      <a:schemeClr val="accent4"/>
      <a:schemeClr val="accent5"/>
      <a:schemeClr val="accent6"/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/>
    <dgm:txEffectClrLst/>
  </dgm:styleLbl>
  <dgm:styleLbl name="lnNode1">
    <dgm:fillClrLst meth="repeat">
      <a:schemeClr val="accent2"/>
      <a:schemeClr val="accent3"/>
      <a:schemeClr val="accent4"/>
      <a:schemeClr val="accent5"/>
      <a:schemeClr val="accent6"/>
    </dgm:fillClrLst>
    <dgm:linClrLst meth="repeat">
      <a:schemeClr val="lt1"/>
    </dgm:linClrLst>
    <dgm:effectClrLst/>
    <dgm:txLinClrLst/>
    <dgm:txFillClrLst/>
    <dgm:txEffectClrLst/>
  </dgm:styleLbl>
  <dgm:styleLbl name="vennNode1">
    <dgm:fillClrLst meth="repeat">
      <a:schemeClr val="accent2">
        <a:alpha val="50000"/>
      </a:schemeClr>
      <a:schemeClr val="accent3">
        <a:alpha val="50000"/>
      </a:schemeClr>
      <a:schemeClr val="accent4">
        <a:alpha val="50000"/>
      </a:schemeClr>
      <a:schemeClr val="accent5">
        <a:alpha val="50000"/>
      </a:schemeClr>
      <a:schemeClr val="accent6">
        <a:alpha val="50000"/>
      </a:schemeClr>
    </dgm:fillClrLst>
    <dgm:linClrLst meth="repeat">
      <a:schemeClr val="lt1"/>
    </dgm:linClrLst>
    <dgm:effectClrLst/>
    <dgm:txLinClrLst/>
    <dgm:txFillClrLst/>
    <dgm:txEffectClrLst/>
  </dgm:styleLbl>
  <dgm:styleLbl name="node2">
    <dgm:fillClrLst>
      <a:schemeClr val="accent2"/>
    </dgm:fillClrLst>
    <dgm:linClrLst meth="repeat">
      <a:schemeClr val="lt1"/>
    </dgm:linClrLst>
    <dgm:effectClrLst/>
    <dgm:txLinClrLst/>
    <dgm:txFillClrLst/>
    <dgm:txEffectClrLst/>
  </dgm:styleLbl>
  <dgm:styleLbl name="node3">
    <dgm:fillClrLst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node4">
    <dgm:fillClrLst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fgImgPlace1">
    <dgm:fillClrLst meth="repeat">
      <a:schemeClr val="accent2">
        <a:tint val="50000"/>
      </a:schemeClr>
      <a:schemeClr val="accent3">
        <a:tint val="50000"/>
      </a:schemeClr>
      <a:schemeClr val="accent4">
        <a:tint val="50000"/>
      </a:schemeClr>
      <a:schemeClr val="accent5">
        <a:tint val="50000"/>
      </a:schemeClr>
      <a:schemeClr val="accent6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alignImgPlace1">
    <dgm:fillClrLst>
      <a:schemeClr val="accent1">
        <a:tint val="50000"/>
      </a:schemeClr>
      <a:schemeClr val="accent2">
        <a:tint val="2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bgImgPlace1">
    <dgm:fillClrLst>
      <a:schemeClr val="accent1">
        <a:tint val="50000"/>
      </a:schemeClr>
      <a:schemeClr val="accent2">
        <a:tint val="2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sibTrans2D1">
    <dgm:fillClrLst meth="repeat">
      <a:schemeClr val="accent2"/>
      <a:schemeClr val="accent3"/>
      <a:schemeClr val="accent4"/>
      <a:schemeClr val="accent5"/>
      <a:schemeClr val="accent6"/>
    </dgm:fillClrLst>
    <dgm:linClrLst meth="cycle">
      <a:schemeClr val="lt1"/>
    </dgm:linClrLst>
    <dgm:effectClrLst/>
    <dgm:txLinClrLst/>
    <dgm:txFillClrLst/>
    <dgm:txEffectClrLst/>
  </dgm:styleLbl>
  <dgm:styleLbl name="fgSibTrans2D1">
    <dgm:fillClrLst meth="repeat">
      <a:schemeClr val="accent2"/>
      <a:schemeClr val="accent3"/>
      <a:schemeClr val="accent4"/>
      <a:schemeClr val="accent5"/>
      <a:schemeClr val="accent6"/>
    </dgm:fillClrLst>
    <dgm:linClrLst meth="cycle">
      <a:schemeClr val="lt1"/>
    </dgm:linClrLst>
    <dgm:effectClrLst/>
    <dgm:txLinClrLst/>
    <dgm:txFillClrLst meth="repeat">
      <a:schemeClr val="lt1"/>
    </dgm:txFillClrLst>
    <dgm:txEffectClrLst/>
  </dgm:styleLbl>
  <dgm:styleLbl name="bgSibTrans2D1">
    <dgm:fillClrLst meth="repeat">
      <a:schemeClr val="accent2"/>
      <a:schemeClr val="accent3"/>
      <a:schemeClr val="accent4"/>
      <a:schemeClr val="accent5"/>
      <a:schemeClr val="accent6"/>
    </dgm:fillClrLst>
    <dgm:linClrLst meth="cycle">
      <a:schemeClr val="lt1"/>
    </dgm:linClrLst>
    <dgm:effectClrLst/>
    <dgm:txLinClrLst/>
    <dgm:txFillClrLst meth="repeat">
      <a:schemeClr val="lt1"/>
    </dgm:txFillClrLst>
    <dgm:txEffectClrLst/>
  </dgm:styleLbl>
  <dgm:styleLbl name="sibTrans1D1">
    <dgm:fillClrLst meth="repeat">
      <a:schemeClr val="accent2"/>
      <a:schemeClr val="accent3"/>
      <a:schemeClr val="accent4"/>
      <a:schemeClr val="accent5"/>
      <a:schemeClr val="accent6"/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tx1"/>
    </dgm:txFillClrLst>
    <dgm:txEffectClrLst/>
  </dgm:styleLbl>
  <dgm:styleLbl name="callout">
    <dgm:fillClrLst meth="repeat">
      <a:schemeClr val="accent2"/>
    </dgm:fillClrLst>
    <dgm:linClrLst meth="repeat">
      <a:schemeClr val="accent2">
        <a:tint val="50000"/>
      </a:schemeClr>
    </dgm:linClrLst>
    <dgm:effectClrLst/>
    <dgm:txLinClrLst/>
    <dgm:txFillClrLst meth="repeat">
      <a:schemeClr val="tx1"/>
    </dgm:txFillClrLst>
    <dgm:txEffectClrLst/>
  </dgm:styleLbl>
  <dgm:styleLbl name="asst0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sst1">
    <dgm:fillClrLst meth="repeat">
      <a:schemeClr val="accent2"/>
    </dgm:fillClrLst>
    <dgm:linClrLst meth="repeat">
      <a:schemeClr val="lt1"/>
    </dgm:linClrLst>
    <dgm:effectClrLst/>
    <dgm:txLinClrLst/>
    <dgm:txFillClrLst/>
    <dgm:txEffectClrLst/>
  </dgm:styleLbl>
  <dgm:styleLbl name="asst2">
    <dgm:fillClrLst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asst3">
    <dgm:fillClrLst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asst4">
    <dgm:fillClrLst>
      <a:schemeClr val="accent5"/>
    </dgm:fillClrLst>
    <dgm:linClrLst meth="repeat">
      <a:schemeClr val="lt1"/>
    </dgm:linClrLst>
    <dgm:effectClrLst/>
    <dgm:txLinClrLst/>
    <dgm:txFillClrLst/>
    <dgm:txEffectClrLst/>
  </dgm:styleLbl>
  <dgm:styleLbl name="parChTrans2D1">
    <dgm:fillClrLst meth="repeat">
      <a:schemeClr val="accent2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parChTrans2D2">
    <dgm:fillClrLst meth="repeat"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parChTrans2D3">
    <dgm:fillClrLst meth="repeat"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parChTrans2D4">
    <dgm:fillClrLst meth="repeat">
      <a:schemeClr val="accent5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parChTrans1D1">
    <dgm:fillClrLst meth="repeat">
      <a:schemeClr val="accent2"/>
    </dgm:fillClrLst>
    <dgm:linClrLst meth="repeat">
      <a:schemeClr val="accent1"/>
    </dgm:linClrLst>
    <dgm:effectClrLst/>
    <dgm:txLinClrLst/>
    <dgm:txFillClrLst meth="repeat">
      <a:schemeClr val="tx1"/>
    </dgm:txFillClrLst>
    <dgm:txEffectClrLst/>
  </dgm:styleLbl>
  <dgm:styleLbl name="parChTrans1D2">
    <dgm:fillClrLst meth="repeat">
      <a:schemeClr val="accent3">
        <a:tint val="90000"/>
      </a:schemeClr>
    </dgm:fillClrLst>
    <dgm:linClrLst meth="repeat">
      <a:schemeClr val="accent2"/>
    </dgm:linClrLst>
    <dgm:effectClrLst/>
    <dgm:txLinClrLst/>
    <dgm:txFillClrLst meth="repeat">
      <a:schemeClr val="tx1"/>
    </dgm:txFillClrLst>
    <dgm:txEffectClrLst/>
  </dgm:styleLbl>
  <dgm:styleLbl name="parChTrans1D3">
    <dgm:fillClrLst meth="repeat">
      <a:schemeClr val="accent4">
        <a:tint val="70000"/>
      </a:schemeClr>
    </dgm:fillClrLst>
    <dgm:linClrLst meth="repeat">
      <a:schemeClr val="accent3"/>
    </dgm:linClrLst>
    <dgm:effectClrLst/>
    <dgm:txLinClrLst/>
    <dgm:txFillClrLst meth="repeat">
      <a:schemeClr val="tx1"/>
    </dgm:txFillClrLst>
    <dgm:txEffectClrLst/>
  </dgm:styleLbl>
  <dgm:styleLbl name="parChTrans1D4">
    <dgm:fillClrLst meth="repeat">
      <a:schemeClr val="accent5">
        <a:tint val="50000"/>
      </a:schemeClr>
    </dgm:fillClrLst>
    <dgm:linClrLst meth="repeat">
      <a:schemeClr val="accent4"/>
    </dgm:linClrLst>
    <dgm:effectClrLst/>
    <dgm:txLinClrLst/>
    <dgm:txFillClrLst meth="repeat">
      <a:schemeClr val="tx1"/>
    </dgm:txFillClrLst>
    <dgm:txEffectClrLst/>
  </dgm:styleLbl>
  <dgm:styleLbl name="fgAcc1">
    <dgm:fillClrLst meth="repeat">
      <a:schemeClr val="lt1">
        <a:alpha val="90000"/>
      </a:schemeClr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conFgAcc1">
    <dgm:fillClrLst meth="repeat">
      <a:schemeClr val="lt1">
        <a:alpha val="90000"/>
      </a:schemeClr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alignAcc1">
    <dgm:fillClrLst meth="repeat">
      <a:schemeClr val="lt1">
        <a:alpha val="90000"/>
      </a:schemeClr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trAlignAcc1">
    <dgm:fillClrLst meth="repeat">
      <a:schemeClr val="lt1">
        <a:alpha val="4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bgAcc1">
    <dgm:fillClrLst meth="repeat">
      <a:schemeClr val="lt1">
        <a:alpha val="90000"/>
      </a:schemeClr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solidFgAcc1">
    <dgm:fillClrLst meth="repeat">
      <a:schemeClr val="lt1"/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solidAlignAcc1">
    <dgm:fillClrLst meth="repeat">
      <a:schemeClr val="lt1"/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solidBgAcc1">
    <dgm:fillClrLst meth="repeat">
      <a:schemeClr val="lt1"/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fgAccFollowNode1">
    <dgm:fillClrLst meth="repeat">
      <a:schemeClr val="accent2">
        <a:tint val="40000"/>
        <a:alpha val="90000"/>
      </a:schemeClr>
      <a:schemeClr val="accent3">
        <a:tint val="40000"/>
        <a:alpha val="90000"/>
      </a:schemeClr>
      <a:schemeClr val="accent4">
        <a:tint val="40000"/>
        <a:alpha val="90000"/>
      </a:schemeClr>
      <a:schemeClr val="accent5">
        <a:tint val="40000"/>
        <a:alpha val="90000"/>
      </a:schemeClr>
      <a:schemeClr val="accent6">
        <a:tint val="40000"/>
        <a:alpha val="90000"/>
      </a:schemeClr>
    </dgm:fillClrLst>
    <dgm:linClrLst meth="repeat">
      <a:schemeClr val="accent2">
        <a:tint val="40000"/>
        <a:alpha val="90000"/>
      </a:schemeClr>
      <a:schemeClr val="accent3">
        <a:tint val="40000"/>
        <a:alpha val="90000"/>
      </a:schemeClr>
      <a:schemeClr val="accent4">
        <a:tint val="40000"/>
        <a:alpha val="90000"/>
      </a:schemeClr>
      <a:schemeClr val="accent5">
        <a:tint val="40000"/>
        <a:alpha val="90000"/>
      </a:schemeClr>
      <a:schemeClr val="accent6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alignAccFollowNode1">
    <dgm:fillClrLst meth="repeat">
      <a:schemeClr val="accent2">
        <a:tint val="40000"/>
        <a:alpha val="90000"/>
      </a:schemeClr>
      <a:schemeClr val="accent3">
        <a:tint val="40000"/>
        <a:alpha val="90000"/>
      </a:schemeClr>
      <a:schemeClr val="accent4">
        <a:tint val="40000"/>
        <a:alpha val="90000"/>
      </a:schemeClr>
      <a:schemeClr val="accent5">
        <a:tint val="40000"/>
        <a:alpha val="90000"/>
      </a:schemeClr>
      <a:schemeClr val="accent6">
        <a:tint val="40000"/>
        <a:alpha val="90000"/>
      </a:schemeClr>
    </dgm:fillClrLst>
    <dgm:linClrLst meth="repeat">
      <a:schemeClr val="accent2">
        <a:tint val="40000"/>
        <a:alpha val="90000"/>
      </a:schemeClr>
      <a:schemeClr val="accent3">
        <a:tint val="40000"/>
        <a:alpha val="90000"/>
      </a:schemeClr>
      <a:schemeClr val="accent4">
        <a:tint val="40000"/>
        <a:alpha val="90000"/>
      </a:schemeClr>
      <a:schemeClr val="accent5">
        <a:tint val="40000"/>
        <a:alpha val="90000"/>
      </a:schemeClr>
      <a:schemeClr val="accent6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bgAccFollowNode1">
    <dgm:fillClrLst meth="repeat">
      <a:schemeClr val="accent2">
        <a:tint val="40000"/>
        <a:alpha val="90000"/>
      </a:schemeClr>
      <a:schemeClr val="accent3">
        <a:tint val="40000"/>
        <a:alpha val="90000"/>
      </a:schemeClr>
      <a:schemeClr val="accent4">
        <a:tint val="40000"/>
        <a:alpha val="90000"/>
      </a:schemeClr>
      <a:schemeClr val="accent5">
        <a:tint val="40000"/>
        <a:alpha val="90000"/>
      </a:schemeClr>
      <a:schemeClr val="accent6">
        <a:tint val="40000"/>
        <a:alpha val="90000"/>
      </a:schemeClr>
    </dgm:fillClrLst>
    <dgm:linClrLst meth="repeat">
      <a:schemeClr val="accent2">
        <a:tint val="40000"/>
        <a:alpha val="90000"/>
      </a:schemeClr>
      <a:schemeClr val="accent3">
        <a:tint val="40000"/>
        <a:alpha val="90000"/>
      </a:schemeClr>
      <a:schemeClr val="accent4">
        <a:tint val="40000"/>
        <a:alpha val="90000"/>
      </a:schemeClr>
      <a:schemeClr val="accent5">
        <a:tint val="40000"/>
        <a:alpha val="90000"/>
      </a:schemeClr>
      <a:schemeClr val="accent6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fgAcc0">
    <dgm:fillClrLst meth="repeat">
      <a:schemeClr val="lt1">
        <a:alpha val="90000"/>
      </a:schemeClr>
    </dgm:fillClrLst>
    <dgm:linClrLst>
      <a:schemeClr val="accent1"/>
    </dgm:linClrLst>
    <dgm:effectClrLst/>
    <dgm:txLinClrLst/>
    <dgm:txFillClrLst meth="repeat">
      <a:schemeClr val="dk1"/>
    </dgm:txFillClrLst>
    <dgm:txEffectClrLst/>
  </dgm:styleLbl>
  <dgm:styleLbl name="fgAcc2">
    <dgm:fillClrLst meth="repeat">
      <a:schemeClr val="lt1">
        <a:alpha val="90000"/>
      </a:schemeClr>
    </dgm:fillClrLst>
    <dgm:linClrLst>
      <a:schemeClr val="accent2"/>
    </dgm:linClrLst>
    <dgm:effectClrLst/>
    <dgm:txLinClrLst/>
    <dgm:txFillClrLst meth="repeat">
      <a:schemeClr val="dk1"/>
    </dgm:txFillClrLst>
    <dgm:txEffectClrLst/>
  </dgm:styleLbl>
  <dgm:styleLbl name="fgAcc3">
    <dgm:fillClrLst meth="repeat">
      <a:schemeClr val="lt1">
        <a:alpha val="90000"/>
      </a:schemeClr>
    </dgm:fillClrLst>
    <dgm:linClrLst>
      <a:schemeClr val="accent3"/>
    </dgm:linClrLst>
    <dgm:effectClrLst/>
    <dgm:txLinClrLst/>
    <dgm:txFillClrLst meth="repeat">
      <a:schemeClr val="dk1"/>
    </dgm:txFillClrLst>
    <dgm:txEffectClrLst/>
  </dgm:styleLbl>
  <dgm:styleLbl name="fgAcc4">
    <dgm:fillClrLst meth="repeat">
      <a:schemeClr val="lt1">
        <a:alpha val="90000"/>
      </a:schemeClr>
    </dgm:fillClrLst>
    <dgm:linClrLst>
      <a:schemeClr val="accent4"/>
    </dgm:linClrLst>
    <dgm:effectClrLst/>
    <dgm:txLinClrLst/>
    <dgm:txFillClrLst meth="repeat">
      <a:schemeClr val="dk1"/>
    </dgm:txFillClrLst>
    <dgm:txEffectClrLst/>
  </dgm:styleLbl>
  <dgm:styleLbl name="bgShp">
    <dgm:fillClrLst meth="repeat">
      <a:schemeClr val="bg1">
        <a:lumMod val="95000"/>
      </a:schemeClr>
    </dgm:fillClrLst>
    <dgm:linClrLst meth="repeat">
      <a:schemeClr val="dk1"/>
    </dgm:linClrLst>
    <dgm:effectClrLst/>
    <dgm:txLinClrLst/>
    <dgm:txFillClrLst meth="repeat">
      <a:schemeClr val="dk1"/>
    </dgm:txFillClrLst>
    <dgm:txEffectClrLst/>
  </dgm:styleLbl>
  <dgm:styleLbl name="dkBgShp">
    <dgm:fillClrLst meth="repeat">
      <a:schemeClr val="accent2">
        <a:shade val="90000"/>
      </a:schemeClr>
    </dgm:fillClrLst>
    <dgm:linClrLst meth="repeat">
      <a:schemeClr val="dk1"/>
    </dgm:linClrLst>
    <dgm:effectClrLst/>
    <dgm:txLinClrLst/>
    <dgm:txFillClrLst meth="repeat">
      <a:schemeClr val="lt1"/>
    </dgm:txFillClrLst>
    <dgm:txEffectClrLst/>
  </dgm:styleLbl>
  <dgm:styleLbl name="trBgShp">
    <dgm:fillClrLst meth="repeat">
      <a:schemeClr val="accent1">
        <a:tint val="50000"/>
        <a:alpha val="40000"/>
      </a:schemeClr>
    </dgm:fillClrLst>
    <dgm:linClrLst meth="repeat">
      <a:schemeClr val="accent2"/>
    </dgm:linClrLst>
    <dgm:effectClrLst/>
    <dgm:txLinClrLst/>
    <dgm:txFillClrLst meth="repeat">
      <a:schemeClr val="lt1"/>
    </dgm:txFillClrLst>
    <dgm:txEffectClrLst/>
  </dgm:styleLbl>
  <dgm:styleLbl name="fgShp">
    <dgm:fillClrLst meth="repeat">
      <a:schemeClr val="accent2">
        <a:tint val="40000"/>
      </a:schemeClr>
    </dgm:fillClrLst>
    <dgm:linClrLst meth="repeat">
      <a:schemeClr val="lt1"/>
    </dgm:linClrLst>
    <dgm:effectClrLst/>
    <dgm:txLinClrLst/>
    <dgm:txFillClrLst meth="repeat">
      <a:schemeClr val="dk1"/>
    </dgm:txFillClrLst>
    <dgm:txEffectClrLst/>
  </dgm:styleLbl>
  <dgm:styleLbl name="revTx">
    <dgm:fillClrLst meth="repeat">
      <a:schemeClr val="lt1">
        <a:alpha val="0"/>
      </a:schemeClr>
    </dgm:fillClrLst>
    <dgm:linClrLst meth="repeat">
      <a:schemeClr val="dk1">
        <a:alpha val="0"/>
      </a:schemeClr>
    </dgm:linClrLst>
    <dgm:effectClrLst/>
    <dgm:txLinClrLst/>
    <dgm:txFillClrLst meth="repeat">
      <a:schemeClr val="tx1"/>
    </dgm:txFillClrLst>
    <dgm:txEffectClrLst/>
  </dgm:styleLbl>
</dgm:colorsDef>
</file>

<file path=ppt/diagrams/colors49.xml><?xml version="1.0" encoding="utf-8"?>
<dgm:colorsDef xmlns:dgm="http://schemas.openxmlformats.org/drawingml/2006/diagram" xmlns:a="http://schemas.openxmlformats.org/drawingml/2006/main" uniqueId="urn:microsoft.com/office/officeart/2018/5/colors/Iconchunking_neutralbg_colorful1">
  <dgm:title val=""/>
  <dgm:desc val=""/>
  <dgm:catLst>
    <dgm:cat type="colorful" pri="10100"/>
  </dgm:catLst>
  <dgm:styleLbl name="node0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node1">
    <dgm:fillClrLst meth="repeat">
      <a:schemeClr val="accent2"/>
      <a:schemeClr val="accent3"/>
      <a:schemeClr val="accent4"/>
      <a:schemeClr val="accent5"/>
      <a:schemeClr val="accent6"/>
    </dgm:fillClrLst>
    <dgm:linClrLst meth="repeat">
      <a:schemeClr val="lt1">
        <a:alpha val="0"/>
      </a:schemeClr>
    </dgm:linClrLst>
    <dgm:effectClrLst/>
    <dgm:txLinClrLst/>
    <dgm:txFillClrLst/>
    <dgm:txEffectClrLst/>
  </dgm:styleLbl>
  <dgm:styleLbl name="alignNode1">
    <dgm:fillClrLst meth="repeat">
      <a:schemeClr val="accent2"/>
      <a:schemeClr val="accent3"/>
      <a:schemeClr val="accent4"/>
      <a:schemeClr val="accent5"/>
      <a:schemeClr val="accent6"/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/>
    <dgm:txEffectClrLst/>
  </dgm:styleLbl>
  <dgm:styleLbl name="lnNode1">
    <dgm:fillClrLst meth="repeat">
      <a:schemeClr val="accent2"/>
      <a:schemeClr val="accent3"/>
      <a:schemeClr val="accent4"/>
      <a:schemeClr val="accent5"/>
      <a:schemeClr val="accent6"/>
    </dgm:fillClrLst>
    <dgm:linClrLst meth="repeat">
      <a:schemeClr val="lt1"/>
    </dgm:linClrLst>
    <dgm:effectClrLst/>
    <dgm:txLinClrLst/>
    <dgm:txFillClrLst/>
    <dgm:txEffectClrLst/>
  </dgm:styleLbl>
  <dgm:styleLbl name="vennNode1">
    <dgm:fillClrLst meth="repeat">
      <a:schemeClr val="accent2">
        <a:alpha val="50000"/>
      </a:schemeClr>
      <a:schemeClr val="accent3">
        <a:alpha val="50000"/>
      </a:schemeClr>
      <a:schemeClr val="accent4">
        <a:alpha val="50000"/>
      </a:schemeClr>
      <a:schemeClr val="accent5">
        <a:alpha val="50000"/>
      </a:schemeClr>
      <a:schemeClr val="accent6">
        <a:alpha val="50000"/>
      </a:schemeClr>
    </dgm:fillClrLst>
    <dgm:linClrLst meth="repeat">
      <a:schemeClr val="lt1"/>
    </dgm:linClrLst>
    <dgm:effectClrLst/>
    <dgm:txLinClrLst/>
    <dgm:txFillClrLst/>
    <dgm:txEffectClrLst/>
  </dgm:styleLbl>
  <dgm:styleLbl name="node2">
    <dgm:fillClrLst>
      <a:schemeClr val="accent2"/>
    </dgm:fillClrLst>
    <dgm:linClrLst meth="repeat">
      <a:schemeClr val="lt1"/>
    </dgm:linClrLst>
    <dgm:effectClrLst/>
    <dgm:txLinClrLst/>
    <dgm:txFillClrLst/>
    <dgm:txEffectClrLst/>
  </dgm:styleLbl>
  <dgm:styleLbl name="node3">
    <dgm:fillClrLst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node4">
    <dgm:fillClrLst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fgImgPlace1">
    <dgm:fillClrLst meth="repeat">
      <a:schemeClr val="accent2">
        <a:tint val="50000"/>
      </a:schemeClr>
      <a:schemeClr val="accent3">
        <a:tint val="50000"/>
      </a:schemeClr>
      <a:schemeClr val="accent4">
        <a:tint val="50000"/>
      </a:schemeClr>
      <a:schemeClr val="accent5">
        <a:tint val="50000"/>
      </a:schemeClr>
      <a:schemeClr val="accent6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alignImgPlace1">
    <dgm:fillClrLst>
      <a:schemeClr val="accent1">
        <a:tint val="50000"/>
      </a:schemeClr>
      <a:schemeClr val="accent2">
        <a:tint val="2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bgImgPlace1">
    <dgm:fillClrLst>
      <a:schemeClr val="accent1">
        <a:tint val="50000"/>
      </a:schemeClr>
      <a:schemeClr val="accent2">
        <a:tint val="2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sibTrans2D1">
    <dgm:fillClrLst meth="repeat">
      <a:schemeClr val="accent2"/>
      <a:schemeClr val="accent3"/>
      <a:schemeClr val="accent4"/>
      <a:schemeClr val="accent5"/>
      <a:schemeClr val="accent6"/>
    </dgm:fillClrLst>
    <dgm:linClrLst meth="cycle">
      <a:schemeClr val="lt1"/>
    </dgm:linClrLst>
    <dgm:effectClrLst/>
    <dgm:txLinClrLst/>
    <dgm:txFillClrLst/>
    <dgm:txEffectClrLst/>
  </dgm:styleLbl>
  <dgm:styleLbl name="fgSibTrans2D1">
    <dgm:fillClrLst meth="repeat">
      <a:schemeClr val="accent2"/>
      <a:schemeClr val="accent3"/>
      <a:schemeClr val="accent4"/>
      <a:schemeClr val="accent5"/>
      <a:schemeClr val="accent6"/>
    </dgm:fillClrLst>
    <dgm:linClrLst meth="cycle">
      <a:schemeClr val="lt1"/>
    </dgm:linClrLst>
    <dgm:effectClrLst/>
    <dgm:txLinClrLst/>
    <dgm:txFillClrLst meth="repeat">
      <a:schemeClr val="lt1"/>
    </dgm:txFillClrLst>
    <dgm:txEffectClrLst/>
  </dgm:styleLbl>
  <dgm:styleLbl name="bgSibTrans2D1">
    <dgm:fillClrLst meth="repeat">
      <a:schemeClr val="accent2"/>
      <a:schemeClr val="accent3"/>
      <a:schemeClr val="accent4"/>
      <a:schemeClr val="accent5"/>
      <a:schemeClr val="accent6"/>
    </dgm:fillClrLst>
    <dgm:linClrLst meth="cycle">
      <a:schemeClr val="lt1"/>
    </dgm:linClrLst>
    <dgm:effectClrLst/>
    <dgm:txLinClrLst/>
    <dgm:txFillClrLst meth="repeat">
      <a:schemeClr val="lt1"/>
    </dgm:txFillClrLst>
    <dgm:txEffectClrLst/>
  </dgm:styleLbl>
  <dgm:styleLbl name="sibTrans1D1">
    <dgm:fillClrLst meth="repeat">
      <a:schemeClr val="accent2"/>
      <a:schemeClr val="accent3"/>
      <a:schemeClr val="accent4"/>
      <a:schemeClr val="accent5"/>
      <a:schemeClr val="accent6"/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tx1"/>
    </dgm:txFillClrLst>
    <dgm:txEffectClrLst/>
  </dgm:styleLbl>
  <dgm:styleLbl name="callout">
    <dgm:fillClrLst meth="repeat">
      <a:schemeClr val="accent2"/>
    </dgm:fillClrLst>
    <dgm:linClrLst meth="repeat">
      <a:schemeClr val="accent2">
        <a:tint val="50000"/>
      </a:schemeClr>
    </dgm:linClrLst>
    <dgm:effectClrLst/>
    <dgm:txLinClrLst/>
    <dgm:txFillClrLst meth="repeat">
      <a:schemeClr val="tx1"/>
    </dgm:txFillClrLst>
    <dgm:txEffectClrLst/>
  </dgm:styleLbl>
  <dgm:styleLbl name="asst0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sst1">
    <dgm:fillClrLst meth="repeat">
      <a:schemeClr val="accent2"/>
    </dgm:fillClrLst>
    <dgm:linClrLst meth="repeat">
      <a:schemeClr val="lt1"/>
    </dgm:linClrLst>
    <dgm:effectClrLst/>
    <dgm:txLinClrLst/>
    <dgm:txFillClrLst/>
    <dgm:txEffectClrLst/>
  </dgm:styleLbl>
  <dgm:styleLbl name="asst2">
    <dgm:fillClrLst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asst3">
    <dgm:fillClrLst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asst4">
    <dgm:fillClrLst>
      <a:schemeClr val="accent5"/>
    </dgm:fillClrLst>
    <dgm:linClrLst meth="repeat">
      <a:schemeClr val="lt1"/>
    </dgm:linClrLst>
    <dgm:effectClrLst/>
    <dgm:txLinClrLst/>
    <dgm:txFillClrLst/>
    <dgm:txEffectClrLst/>
  </dgm:styleLbl>
  <dgm:styleLbl name="parChTrans2D1">
    <dgm:fillClrLst meth="repeat">
      <a:schemeClr val="accent2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parChTrans2D2">
    <dgm:fillClrLst meth="repeat"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parChTrans2D3">
    <dgm:fillClrLst meth="repeat"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parChTrans2D4">
    <dgm:fillClrLst meth="repeat">
      <a:schemeClr val="accent5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parChTrans1D1">
    <dgm:fillClrLst meth="repeat">
      <a:schemeClr val="accent2"/>
    </dgm:fillClrLst>
    <dgm:linClrLst meth="repeat">
      <a:schemeClr val="accent1"/>
    </dgm:linClrLst>
    <dgm:effectClrLst/>
    <dgm:txLinClrLst/>
    <dgm:txFillClrLst meth="repeat">
      <a:schemeClr val="tx1"/>
    </dgm:txFillClrLst>
    <dgm:txEffectClrLst/>
  </dgm:styleLbl>
  <dgm:styleLbl name="parChTrans1D2">
    <dgm:fillClrLst meth="repeat">
      <a:schemeClr val="accent3">
        <a:tint val="90000"/>
      </a:schemeClr>
    </dgm:fillClrLst>
    <dgm:linClrLst meth="repeat">
      <a:schemeClr val="accent2"/>
    </dgm:linClrLst>
    <dgm:effectClrLst/>
    <dgm:txLinClrLst/>
    <dgm:txFillClrLst meth="repeat">
      <a:schemeClr val="tx1"/>
    </dgm:txFillClrLst>
    <dgm:txEffectClrLst/>
  </dgm:styleLbl>
  <dgm:styleLbl name="parChTrans1D3">
    <dgm:fillClrLst meth="repeat">
      <a:schemeClr val="accent4">
        <a:tint val="70000"/>
      </a:schemeClr>
    </dgm:fillClrLst>
    <dgm:linClrLst meth="repeat">
      <a:schemeClr val="accent3"/>
    </dgm:linClrLst>
    <dgm:effectClrLst/>
    <dgm:txLinClrLst/>
    <dgm:txFillClrLst meth="repeat">
      <a:schemeClr val="tx1"/>
    </dgm:txFillClrLst>
    <dgm:txEffectClrLst/>
  </dgm:styleLbl>
  <dgm:styleLbl name="parChTrans1D4">
    <dgm:fillClrLst meth="repeat">
      <a:schemeClr val="accent5">
        <a:tint val="50000"/>
      </a:schemeClr>
    </dgm:fillClrLst>
    <dgm:linClrLst meth="repeat">
      <a:schemeClr val="accent4"/>
    </dgm:linClrLst>
    <dgm:effectClrLst/>
    <dgm:txLinClrLst/>
    <dgm:txFillClrLst meth="repeat">
      <a:schemeClr val="tx1"/>
    </dgm:txFillClrLst>
    <dgm:txEffectClrLst/>
  </dgm:styleLbl>
  <dgm:styleLbl name="fgAcc1">
    <dgm:fillClrLst meth="repeat">
      <a:schemeClr val="lt1">
        <a:alpha val="90000"/>
      </a:schemeClr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conFgAcc1">
    <dgm:fillClrLst meth="repeat">
      <a:schemeClr val="lt1">
        <a:alpha val="90000"/>
      </a:schemeClr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alignAcc1">
    <dgm:fillClrLst meth="repeat">
      <a:schemeClr val="lt1">
        <a:alpha val="90000"/>
      </a:schemeClr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trAlignAcc1">
    <dgm:fillClrLst meth="repeat">
      <a:schemeClr val="lt1">
        <a:alpha val="4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bgAcc1">
    <dgm:fillClrLst meth="repeat">
      <a:schemeClr val="lt1">
        <a:alpha val="90000"/>
      </a:schemeClr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solidFgAcc1">
    <dgm:fillClrLst meth="repeat">
      <a:schemeClr val="lt1"/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solidAlignAcc1">
    <dgm:fillClrLst meth="repeat">
      <a:schemeClr val="lt1"/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solidBgAcc1">
    <dgm:fillClrLst meth="repeat">
      <a:schemeClr val="lt1"/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fgAccFollowNode1">
    <dgm:fillClrLst meth="repeat">
      <a:schemeClr val="accent2">
        <a:tint val="40000"/>
        <a:alpha val="90000"/>
      </a:schemeClr>
      <a:schemeClr val="accent3">
        <a:tint val="40000"/>
        <a:alpha val="90000"/>
      </a:schemeClr>
      <a:schemeClr val="accent4">
        <a:tint val="40000"/>
        <a:alpha val="90000"/>
      </a:schemeClr>
      <a:schemeClr val="accent5">
        <a:tint val="40000"/>
        <a:alpha val="90000"/>
      </a:schemeClr>
      <a:schemeClr val="accent6">
        <a:tint val="40000"/>
        <a:alpha val="90000"/>
      </a:schemeClr>
    </dgm:fillClrLst>
    <dgm:linClrLst meth="repeat">
      <a:schemeClr val="accent2">
        <a:tint val="40000"/>
        <a:alpha val="90000"/>
      </a:schemeClr>
      <a:schemeClr val="accent3">
        <a:tint val="40000"/>
        <a:alpha val="90000"/>
      </a:schemeClr>
      <a:schemeClr val="accent4">
        <a:tint val="40000"/>
        <a:alpha val="90000"/>
      </a:schemeClr>
      <a:schemeClr val="accent5">
        <a:tint val="40000"/>
        <a:alpha val="90000"/>
      </a:schemeClr>
      <a:schemeClr val="accent6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alignAccFollowNode1">
    <dgm:fillClrLst meth="repeat">
      <a:schemeClr val="accent2">
        <a:tint val="40000"/>
        <a:alpha val="90000"/>
      </a:schemeClr>
      <a:schemeClr val="accent3">
        <a:tint val="40000"/>
        <a:alpha val="90000"/>
      </a:schemeClr>
      <a:schemeClr val="accent4">
        <a:tint val="40000"/>
        <a:alpha val="90000"/>
      </a:schemeClr>
      <a:schemeClr val="accent5">
        <a:tint val="40000"/>
        <a:alpha val="90000"/>
      </a:schemeClr>
      <a:schemeClr val="accent6">
        <a:tint val="40000"/>
        <a:alpha val="90000"/>
      </a:schemeClr>
    </dgm:fillClrLst>
    <dgm:linClrLst meth="repeat">
      <a:schemeClr val="accent2">
        <a:tint val="40000"/>
        <a:alpha val="90000"/>
      </a:schemeClr>
      <a:schemeClr val="accent3">
        <a:tint val="40000"/>
        <a:alpha val="90000"/>
      </a:schemeClr>
      <a:schemeClr val="accent4">
        <a:tint val="40000"/>
        <a:alpha val="90000"/>
      </a:schemeClr>
      <a:schemeClr val="accent5">
        <a:tint val="40000"/>
        <a:alpha val="90000"/>
      </a:schemeClr>
      <a:schemeClr val="accent6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bgAccFollowNode1">
    <dgm:fillClrLst meth="repeat">
      <a:schemeClr val="accent2">
        <a:tint val="40000"/>
        <a:alpha val="90000"/>
      </a:schemeClr>
      <a:schemeClr val="accent3">
        <a:tint val="40000"/>
        <a:alpha val="90000"/>
      </a:schemeClr>
      <a:schemeClr val="accent4">
        <a:tint val="40000"/>
        <a:alpha val="90000"/>
      </a:schemeClr>
      <a:schemeClr val="accent5">
        <a:tint val="40000"/>
        <a:alpha val="90000"/>
      </a:schemeClr>
      <a:schemeClr val="accent6">
        <a:tint val="40000"/>
        <a:alpha val="90000"/>
      </a:schemeClr>
    </dgm:fillClrLst>
    <dgm:linClrLst meth="repeat">
      <a:schemeClr val="accent2">
        <a:tint val="40000"/>
        <a:alpha val="90000"/>
      </a:schemeClr>
      <a:schemeClr val="accent3">
        <a:tint val="40000"/>
        <a:alpha val="90000"/>
      </a:schemeClr>
      <a:schemeClr val="accent4">
        <a:tint val="40000"/>
        <a:alpha val="90000"/>
      </a:schemeClr>
      <a:schemeClr val="accent5">
        <a:tint val="40000"/>
        <a:alpha val="90000"/>
      </a:schemeClr>
      <a:schemeClr val="accent6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fgAcc0">
    <dgm:fillClrLst meth="repeat">
      <a:schemeClr val="lt1">
        <a:alpha val="90000"/>
      </a:schemeClr>
    </dgm:fillClrLst>
    <dgm:linClrLst>
      <a:schemeClr val="accent1"/>
    </dgm:linClrLst>
    <dgm:effectClrLst/>
    <dgm:txLinClrLst/>
    <dgm:txFillClrLst meth="repeat">
      <a:schemeClr val="dk1"/>
    </dgm:txFillClrLst>
    <dgm:txEffectClrLst/>
  </dgm:styleLbl>
  <dgm:styleLbl name="fgAcc2">
    <dgm:fillClrLst meth="repeat">
      <a:schemeClr val="lt1">
        <a:alpha val="90000"/>
      </a:schemeClr>
    </dgm:fillClrLst>
    <dgm:linClrLst>
      <a:schemeClr val="accent2"/>
    </dgm:linClrLst>
    <dgm:effectClrLst/>
    <dgm:txLinClrLst/>
    <dgm:txFillClrLst meth="repeat">
      <a:schemeClr val="dk1"/>
    </dgm:txFillClrLst>
    <dgm:txEffectClrLst/>
  </dgm:styleLbl>
  <dgm:styleLbl name="fgAcc3">
    <dgm:fillClrLst meth="repeat">
      <a:schemeClr val="lt1">
        <a:alpha val="90000"/>
      </a:schemeClr>
    </dgm:fillClrLst>
    <dgm:linClrLst>
      <a:schemeClr val="accent3"/>
    </dgm:linClrLst>
    <dgm:effectClrLst/>
    <dgm:txLinClrLst/>
    <dgm:txFillClrLst meth="repeat">
      <a:schemeClr val="dk1"/>
    </dgm:txFillClrLst>
    <dgm:txEffectClrLst/>
  </dgm:styleLbl>
  <dgm:styleLbl name="fgAcc4">
    <dgm:fillClrLst meth="repeat">
      <a:schemeClr val="lt1">
        <a:alpha val="90000"/>
      </a:schemeClr>
    </dgm:fillClrLst>
    <dgm:linClrLst>
      <a:schemeClr val="accent4"/>
    </dgm:linClrLst>
    <dgm:effectClrLst/>
    <dgm:txLinClrLst/>
    <dgm:txFillClrLst meth="repeat">
      <a:schemeClr val="dk1"/>
    </dgm:txFillClrLst>
    <dgm:txEffectClrLst/>
  </dgm:styleLbl>
  <dgm:styleLbl name="bgShp">
    <dgm:fillClrLst meth="repeat">
      <a:schemeClr val="bg1">
        <a:lumMod val="95000"/>
      </a:schemeClr>
    </dgm:fillClrLst>
    <dgm:linClrLst meth="repeat">
      <a:schemeClr val="dk1"/>
    </dgm:linClrLst>
    <dgm:effectClrLst/>
    <dgm:txLinClrLst/>
    <dgm:txFillClrLst meth="repeat">
      <a:schemeClr val="dk1"/>
    </dgm:txFillClrLst>
    <dgm:txEffectClrLst/>
  </dgm:styleLbl>
  <dgm:styleLbl name="dkBgShp">
    <dgm:fillClrLst meth="repeat">
      <a:schemeClr val="accent2">
        <a:shade val="90000"/>
      </a:schemeClr>
    </dgm:fillClrLst>
    <dgm:linClrLst meth="repeat">
      <a:schemeClr val="dk1"/>
    </dgm:linClrLst>
    <dgm:effectClrLst/>
    <dgm:txLinClrLst/>
    <dgm:txFillClrLst meth="repeat">
      <a:schemeClr val="lt1"/>
    </dgm:txFillClrLst>
    <dgm:txEffectClrLst/>
  </dgm:styleLbl>
  <dgm:styleLbl name="trBgShp">
    <dgm:fillClrLst meth="repeat">
      <a:schemeClr val="accent1">
        <a:tint val="50000"/>
        <a:alpha val="40000"/>
      </a:schemeClr>
    </dgm:fillClrLst>
    <dgm:linClrLst meth="repeat">
      <a:schemeClr val="accent2"/>
    </dgm:linClrLst>
    <dgm:effectClrLst/>
    <dgm:txLinClrLst/>
    <dgm:txFillClrLst meth="repeat">
      <a:schemeClr val="lt1"/>
    </dgm:txFillClrLst>
    <dgm:txEffectClrLst/>
  </dgm:styleLbl>
  <dgm:styleLbl name="fgShp">
    <dgm:fillClrLst meth="repeat">
      <a:schemeClr val="accent2">
        <a:tint val="40000"/>
      </a:schemeClr>
    </dgm:fillClrLst>
    <dgm:linClrLst meth="repeat">
      <a:schemeClr val="lt1"/>
    </dgm:linClrLst>
    <dgm:effectClrLst/>
    <dgm:txLinClrLst/>
    <dgm:txFillClrLst meth="repeat">
      <a:schemeClr val="dk1"/>
    </dgm:txFillClrLst>
    <dgm:txEffectClrLst/>
  </dgm:styleLbl>
  <dgm:styleLbl name="revTx">
    <dgm:fillClrLst meth="repeat">
      <a:schemeClr val="lt1">
        <a:alpha val="0"/>
      </a:schemeClr>
    </dgm:fillClrLst>
    <dgm:linClrLst meth="repeat">
      <a:schemeClr val="dk1">
        <a:alpha val="0"/>
      </a:schemeClr>
    </dgm:linClrLst>
    <dgm:effectClrLst/>
    <dgm:txLinClrLst/>
    <dgm:txFillClrLst meth="repeat">
      <a:schemeClr val="tx1"/>
    </dgm:txFillClrLst>
    <dgm:txEffectClrLst/>
  </dgm:styleLbl>
</dgm:colorsDef>
</file>

<file path=ppt/diagrams/colors50.xml><?xml version="1.0" encoding="utf-8"?>
<dgm:colorsDef xmlns:dgm="http://schemas.openxmlformats.org/drawingml/2006/diagram" xmlns:a="http://schemas.openxmlformats.org/drawingml/2006/main" uniqueId="urn:microsoft.com/office/officeart/2018/5/colors/Iconchunking_neutralbg_colorful2">
  <dgm:title val=""/>
  <dgm:desc val=""/>
  <dgm:catLst>
    <dgm:cat type="colorful" pri="10200"/>
  </dgm:catLst>
  <dgm:styleLbl name="node0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node1">
    <dgm:fillClrLst>
      <a:schemeClr val="accent2"/>
      <a:schemeClr val="accent3"/>
    </dgm:fillClrLst>
    <dgm:linClrLst meth="repeat">
      <a:schemeClr val="lt1">
        <a:alpha val="0"/>
      </a:schemeClr>
    </dgm:linClrLst>
    <dgm:effectClrLst/>
    <dgm:txLinClrLst/>
    <dgm:txFillClrLst/>
    <dgm:txEffectClrLst/>
  </dgm:styleLbl>
  <dgm:styleLbl name="alignNode1">
    <dgm:fillClrLst>
      <a:schemeClr val="accent2"/>
      <a:schemeClr val="accent3"/>
    </dgm:fillClrLst>
    <dgm:linClrLst>
      <a:schemeClr val="accent2"/>
      <a:schemeClr val="accent3"/>
    </dgm:linClrLst>
    <dgm:effectClrLst/>
    <dgm:txLinClrLst/>
    <dgm:txFillClrLst/>
    <dgm:txEffectClrLst/>
  </dgm:styleLbl>
  <dgm:styleLbl name="lnNode1">
    <dgm:fillClrLst>
      <a:schemeClr val="accent2"/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vennNode1">
    <dgm:fillClrLst>
      <a:schemeClr val="accent2">
        <a:alpha val="50000"/>
      </a:schemeClr>
      <a:schemeClr val="accent3">
        <a:alpha val="50000"/>
      </a:schemeClr>
    </dgm:fillClrLst>
    <dgm:linClrLst meth="repeat">
      <a:schemeClr val="lt1"/>
    </dgm:linClrLst>
    <dgm:effectClrLst/>
    <dgm:txLinClrLst/>
    <dgm:txFillClrLst/>
    <dgm:txEffectClrLst/>
  </dgm:styleLbl>
  <dgm:styleLbl name="node2">
    <dgm:fillClrLst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node3">
    <dgm:fillClrLst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node4">
    <dgm:fillClrLst>
      <a:schemeClr val="accent5"/>
    </dgm:fillClrLst>
    <dgm:linClrLst meth="repeat">
      <a:schemeClr val="lt1"/>
    </dgm:linClrLst>
    <dgm:effectClrLst/>
    <dgm:txLinClrLst/>
    <dgm:txFillClrLst/>
    <dgm:txEffectClrLst/>
  </dgm:styleLbl>
  <dgm:styleLbl name="fgImgPlace1">
    <dgm:fillClrLst>
      <a:schemeClr val="accent2">
        <a:tint val="50000"/>
      </a:schemeClr>
      <a:schemeClr val="accent3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alignImgPlace1">
    <dgm:fillClrLst>
      <a:schemeClr val="accent2">
        <a:tint val="50000"/>
      </a:schemeClr>
      <a:schemeClr val="accent3">
        <a:tint val="2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bgImgPlace1">
    <dgm:fillClrLst>
      <a:schemeClr val="accent2">
        <a:tint val="50000"/>
      </a:schemeClr>
      <a:schemeClr val="accent3">
        <a:tint val="2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sibTrans2D1">
    <dgm:fillClrLst>
      <a:schemeClr val="accent2"/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fgSibTrans2D1">
    <dgm:fillClrLst>
      <a:schemeClr val="accent2"/>
      <a:schemeClr val="accent3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bgSibTrans2D1">
    <dgm:fillClrLst>
      <a:schemeClr val="accent2"/>
      <a:schemeClr val="accent3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sibTrans1D1">
    <dgm:fillClrLst/>
    <dgm:linClrLst>
      <a:schemeClr val="accent2"/>
      <a:schemeClr val="accent3"/>
    </dgm:linClrLst>
    <dgm:effectClrLst/>
    <dgm:txLinClrLst/>
    <dgm:txFillClrLst meth="repeat">
      <a:schemeClr val="tx1"/>
    </dgm:txFillClrLst>
    <dgm:txEffectClrLst/>
  </dgm:styleLbl>
  <dgm:styleLbl name="callout">
    <dgm:fillClrLst meth="repeat">
      <a:schemeClr val="accent2"/>
    </dgm:fillClrLst>
    <dgm:linClrLst meth="repeat">
      <a:schemeClr val="accent2">
        <a:tint val="50000"/>
      </a:schemeClr>
    </dgm:linClrLst>
    <dgm:effectClrLst/>
    <dgm:txLinClrLst/>
    <dgm:txFillClrLst meth="repeat">
      <a:schemeClr val="tx1"/>
    </dgm:txFillClrLst>
    <dgm:txEffectClrLst/>
  </dgm:styleLbl>
  <dgm:styleLbl name="asst0">
    <dgm:fillClrLst meth="repeat">
      <a:schemeClr val="accent2"/>
    </dgm:fillClrLst>
    <dgm:linClrLst meth="repeat">
      <a:schemeClr val="lt1">
        <a:shade val="80000"/>
      </a:schemeClr>
    </dgm:linClrLst>
    <dgm:effectClrLst/>
    <dgm:txLinClrLst/>
    <dgm:txFillClrLst/>
    <dgm:txEffectClrLst/>
  </dgm:styleLbl>
  <dgm:styleLbl name="asst1">
    <dgm:fillClrLst meth="repeat">
      <a:schemeClr val="accent3"/>
    </dgm:fillClrLst>
    <dgm:linClrLst meth="repeat">
      <a:schemeClr val="lt1">
        <a:shade val="80000"/>
      </a:schemeClr>
    </dgm:linClrLst>
    <dgm:effectClrLst/>
    <dgm:txLinClrLst/>
    <dgm:txFillClrLst/>
    <dgm:txEffectClrLst/>
  </dgm:styleLbl>
  <dgm:styleLbl name="asst2">
    <dgm:fillClrLst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asst3">
    <dgm:fillClrLst>
      <a:schemeClr val="accent5"/>
    </dgm:fillClrLst>
    <dgm:linClrLst meth="repeat">
      <a:schemeClr val="lt1"/>
    </dgm:linClrLst>
    <dgm:effectClrLst/>
    <dgm:txLinClrLst/>
    <dgm:txFillClrLst/>
    <dgm:txEffectClrLst/>
  </dgm:styleLbl>
  <dgm:styleLbl name="asst4">
    <dgm:fillClrLst>
      <a:schemeClr val="accent6"/>
    </dgm:fillClrLst>
    <dgm:linClrLst meth="repeat">
      <a:schemeClr val="lt1"/>
    </dgm:linClrLst>
    <dgm:effectClrLst/>
    <dgm:txLinClrLst/>
    <dgm:txFillClrLst/>
    <dgm:txEffectClrLst/>
  </dgm:styleLbl>
  <dgm:styleLbl name="parChTrans2D1">
    <dgm:fillClrLst meth="repeat">
      <a:schemeClr val="accent2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parChTrans2D2">
    <dgm:fillClrLst meth="repeat"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parChTrans2D3">
    <dgm:fillClrLst meth="repeat"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parChTrans2D4">
    <dgm:fillClrLst meth="repeat">
      <a:schemeClr val="accent5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parChTrans1D1">
    <dgm:fillClrLst meth="repeat">
      <a:schemeClr val="accent2"/>
    </dgm:fillClrLst>
    <dgm:linClrLst meth="repeat">
      <a:schemeClr val="accent2"/>
    </dgm:linClrLst>
    <dgm:effectClrLst/>
    <dgm:txLinClrLst/>
    <dgm:txFillClrLst meth="repeat">
      <a:schemeClr val="tx1"/>
    </dgm:txFillClrLst>
    <dgm:txEffectClrLst/>
  </dgm:styleLbl>
  <dgm:styleLbl name="parChTrans1D2">
    <dgm:fillClrLst meth="repeat">
      <a:schemeClr val="accent2">
        <a:tint val="90000"/>
      </a:schemeClr>
    </dgm:fillClrLst>
    <dgm:linClrLst meth="repeat">
      <a:schemeClr val="accent3"/>
    </dgm:linClrLst>
    <dgm:effectClrLst/>
    <dgm:txLinClrLst/>
    <dgm:txFillClrLst meth="repeat">
      <a:schemeClr val="tx1"/>
    </dgm:txFillClrLst>
    <dgm:txEffectClrLst/>
  </dgm:styleLbl>
  <dgm:styleLbl name="parChTrans1D3">
    <dgm:fillClrLst meth="repeat">
      <a:schemeClr val="accent2">
        <a:tint val="70000"/>
      </a:schemeClr>
    </dgm:fillClrLst>
    <dgm:linClrLst meth="repeat">
      <a:schemeClr val="accent4"/>
    </dgm:linClrLst>
    <dgm:effectClrLst/>
    <dgm:txLinClrLst/>
    <dgm:txFillClrLst meth="repeat">
      <a:schemeClr val="tx1"/>
    </dgm:txFillClrLst>
    <dgm:txEffectClrLst/>
  </dgm:styleLbl>
  <dgm:styleLbl name="parChTrans1D4">
    <dgm:fillClrLst meth="repeat">
      <a:schemeClr val="accent2">
        <a:tint val="50000"/>
      </a:schemeClr>
    </dgm:fillClrLst>
    <dgm:linClrLst meth="repeat">
      <a:schemeClr val="accent5"/>
    </dgm:linClrLst>
    <dgm:effectClrLst/>
    <dgm:txLinClrLst/>
    <dgm:txFillClrLst meth="repeat">
      <a:schemeClr val="tx1"/>
    </dgm:txFillClrLst>
    <dgm:txEffectClrLst/>
  </dgm:styleLbl>
  <dgm:styleLbl name="fgAcc1">
    <dgm:fillClrLst meth="repeat">
      <a:schemeClr val="lt1">
        <a:alpha val="90000"/>
      </a:schemeClr>
    </dgm:fillClrLst>
    <dgm:linClrLst>
      <a:schemeClr val="accent2"/>
      <a:schemeClr val="accent3"/>
    </dgm:linClrLst>
    <dgm:effectClrLst/>
    <dgm:txLinClrLst/>
    <dgm:txFillClrLst meth="repeat">
      <a:schemeClr val="dk1"/>
    </dgm:txFillClrLst>
    <dgm:txEffectClrLst/>
  </dgm:styleLbl>
  <dgm:styleLbl name="conFgAcc1">
    <dgm:fillClrLst meth="repeat">
      <a:schemeClr val="lt1">
        <a:alpha val="90000"/>
      </a:schemeClr>
    </dgm:fillClrLst>
    <dgm:linClrLst>
      <a:schemeClr val="accent2"/>
      <a:schemeClr val="accent3"/>
    </dgm:linClrLst>
    <dgm:effectClrLst/>
    <dgm:txLinClrLst/>
    <dgm:txFillClrLst meth="repeat">
      <a:schemeClr val="dk1"/>
    </dgm:txFillClrLst>
    <dgm:txEffectClrLst/>
  </dgm:styleLbl>
  <dgm:styleLbl name="alignAcc1">
    <dgm:fillClrLst meth="repeat">
      <a:schemeClr val="lt1">
        <a:alpha val="90000"/>
      </a:schemeClr>
    </dgm:fillClrLst>
    <dgm:linClrLst>
      <a:schemeClr val="accent2"/>
      <a:schemeClr val="accent3"/>
    </dgm:linClrLst>
    <dgm:effectClrLst/>
    <dgm:txLinClrLst/>
    <dgm:txFillClrLst meth="repeat">
      <a:schemeClr val="dk1"/>
    </dgm:txFillClrLst>
    <dgm:txEffectClrLst/>
  </dgm:styleLbl>
  <dgm:styleLbl name="trAlignAcc1">
    <dgm:fillClrLst meth="repeat">
      <a:schemeClr val="lt1">
        <a:alpha val="40000"/>
      </a:schemeClr>
    </dgm:fillClrLst>
    <dgm:linClrLst meth="repeat">
      <a:schemeClr val="accent2"/>
    </dgm:linClrLst>
    <dgm:effectClrLst/>
    <dgm:txLinClrLst/>
    <dgm:txFillClrLst meth="repeat">
      <a:schemeClr val="dk1"/>
    </dgm:txFillClrLst>
    <dgm:txEffectClrLst/>
  </dgm:styleLbl>
  <dgm:styleLbl name="bgAcc1">
    <dgm:fillClrLst meth="repeat">
      <a:schemeClr val="lt1">
        <a:alpha val="90000"/>
      </a:schemeClr>
    </dgm:fillClrLst>
    <dgm:linClrLst>
      <a:schemeClr val="accent2"/>
      <a:schemeClr val="accent3"/>
    </dgm:linClrLst>
    <dgm:effectClrLst/>
    <dgm:txLinClrLst/>
    <dgm:txFillClrLst meth="repeat">
      <a:schemeClr val="dk1"/>
    </dgm:txFillClrLst>
    <dgm:txEffectClrLst/>
  </dgm:styleLbl>
  <dgm:styleLbl name="solidFgAcc1">
    <dgm:fillClrLst meth="repeat">
      <a:schemeClr val="lt1"/>
    </dgm:fillClrLst>
    <dgm:linClrLst>
      <a:schemeClr val="accent2"/>
      <a:schemeClr val="accent3"/>
    </dgm:linClrLst>
    <dgm:effectClrLst/>
    <dgm:txLinClrLst/>
    <dgm:txFillClrLst meth="repeat">
      <a:schemeClr val="dk1"/>
    </dgm:txFillClrLst>
    <dgm:txEffectClrLst/>
  </dgm:styleLbl>
  <dgm:styleLbl name="solidAlignAcc1">
    <dgm:fillClrLst meth="repeat">
      <a:schemeClr val="lt1"/>
    </dgm:fillClrLst>
    <dgm:linClrLst>
      <a:schemeClr val="accent2"/>
      <a:schemeClr val="accent3"/>
    </dgm:linClrLst>
    <dgm:effectClrLst/>
    <dgm:txLinClrLst/>
    <dgm:txFillClrLst meth="repeat">
      <a:schemeClr val="dk1"/>
    </dgm:txFillClrLst>
    <dgm:txEffectClrLst/>
  </dgm:styleLbl>
  <dgm:styleLbl name="solidBgAcc1">
    <dgm:fillClrLst meth="repeat">
      <a:schemeClr val="lt1"/>
    </dgm:fillClrLst>
    <dgm:linClrLst>
      <a:schemeClr val="accent2"/>
      <a:schemeClr val="accent3"/>
    </dgm:linClrLst>
    <dgm:effectClrLst/>
    <dgm:txLinClrLst/>
    <dgm:txFillClrLst meth="repeat">
      <a:schemeClr val="dk1"/>
    </dgm:txFillClrLst>
    <dgm:txEffectClrLst/>
  </dgm:styleLbl>
  <dgm:styleLbl name="fgAccFollowNode1">
    <dgm:fillClrLst>
      <a:schemeClr val="accent2">
        <a:tint val="40000"/>
        <a:alpha val="90000"/>
      </a:schemeClr>
      <a:schemeClr val="accent3">
        <a:tint val="40000"/>
        <a:alpha val="90000"/>
      </a:schemeClr>
    </dgm:fillClrLst>
    <dgm:linClrLst>
      <a:schemeClr val="accent2">
        <a:tint val="40000"/>
        <a:alpha val="90000"/>
      </a:schemeClr>
      <a:schemeClr val="accent3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alignAccFollowNode1">
    <dgm:fillClrLst>
      <a:schemeClr val="accent2">
        <a:tint val="40000"/>
        <a:alpha val="90000"/>
      </a:schemeClr>
      <a:schemeClr val="accent3">
        <a:tint val="40000"/>
        <a:alpha val="90000"/>
      </a:schemeClr>
    </dgm:fillClrLst>
    <dgm:linClrLst>
      <a:schemeClr val="accent2">
        <a:tint val="40000"/>
        <a:alpha val="90000"/>
      </a:schemeClr>
      <a:schemeClr val="accent3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bgAccFollowNode1">
    <dgm:fillClrLst>
      <a:schemeClr val="accent2">
        <a:tint val="40000"/>
        <a:alpha val="90000"/>
      </a:schemeClr>
      <a:schemeClr val="accent3">
        <a:tint val="40000"/>
        <a:alpha val="90000"/>
      </a:schemeClr>
    </dgm:fillClrLst>
    <dgm:linClrLst>
      <a:schemeClr val="accent2">
        <a:tint val="40000"/>
        <a:alpha val="90000"/>
      </a:schemeClr>
      <a:schemeClr val="accent3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fgAcc0">
    <dgm:fillClrLst meth="repeat">
      <a:schemeClr val="lt1">
        <a:alpha val="90000"/>
      </a:schemeClr>
    </dgm:fillClrLst>
    <dgm:linClrLst>
      <a:schemeClr val="accent1"/>
    </dgm:linClrLst>
    <dgm:effectClrLst/>
    <dgm:txLinClrLst/>
    <dgm:txFillClrLst meth="repeat">
      <a:schemeClr val="dk1"/>
    </dgm:txFillClrLst>
    <dgm:txEffectClrLst/>
  </dgm:styleLbl>
  <dgm:styleLbl name="fgAcc2">
    <dgm:fillClrLst meth="repeat">
      <a:schemeClr val="lt1">
        <a:alpha val="90000"/>
      </a:schemeClr>
    </dgm:fillClrLst>
    <dgm:linClrLst>
      <a:schemeClr val="accent3"/>
    </dgm:linClrLst>
    <dgm:effectClrLst/>
    <dgm:txLinClrLst/>
    <dgm:txFillClrLst meth="repeat">
      <a:schemeClr val="dk1"/>
    </dgm:txFillClrLst>
    <dgm:txEffectClrLst/>
  </dgm:styleLbl>
  <dgm:styleLbl name="fgAcc3">
    <dgm:fillClrLst meth="repeat">
      <a:schemeClr val="lt1">
        <a:alpha val="90000"/>
      </a:schemeClr>
    </dgm:fillClrLst>
    <dgm:linClrLst>
      <a:schemeClr val="accent4"/>
    </dgm:linClrLst>
    <dgm:effectClrLst/>
    <dgm:txLinClrLst/>
    <dgm:txFillClrLst meth="repeat">
      <a:schemeClr val="dk1"/>
    </dgm:txFillClrLst>
    <dgm:txEffectClrLst/>
  </dgm:styleLbl>
  <dgm:styleLbl name="fgAcc4">
    <dgm:fillClrLst meth="repeat">
      <a:schemeClr val="lt1">
        <a:alpha val="90000"/>
      </a:schemeClr>
    </dgm:fillClrLst>
    <dgm:linClrLst>
      <a:schemeClr val="accent5"/>
    </dgm:linClrLst>
    <dgm:effectClrLst/>
    <dgm:txLinClrLst/>
    <dgm:txFillClrLst meth="repeat">
      <a:schemeClr val="dk1"/>
    </dgm:txFillClrLst>
    <dgm:txEffectClrLst/>
  </dgm:styleLbl>
  <dgm:styleLbl name="bgShp">
    <dgm:fillClrLst meth="repeat">
      <a:schemeClr val="bg1">
        <a:lumMod val="95000"/>
      </a:schemeClr>
    </dgm:fillClrLst>
    <dgm:linClrLst meth="repeat">
      <a:schemeClr val="dk1"/>
    </dgm:linClrLst>
    <dgm:effectClrLst/>
    <dgm:txLinClrLst/>
    <dgm:txFillClrLst meth="repeat">
      <a:schemeClr val="dk1"/>
    </dgm:txFillClrLst>
    <dgm:txEffectClrLst/>
  </dgm:styleLbl>
  <dgm:styleLbl name="dkBgShp">
    <dgm:fillClrLst meth="repeat">
      <a:schemeClr val="accent2">
        <a:shade val="90000"/>
      </a:schemeClr>
    </dgm:fillClrLst>
    <dgm:linClrLst meth="repeat">
      <a:schemeClr val="dk1"/>
    </dgm:linClrLst>
    <dgm:effectClrLst/>
    <dgm:txLinClrLst/>
    <dgm:txFillClrLst meth="repeat">
      <a:schemeClr val="lt1"/>
    </dgm:txFillClrLst>
    <dgm:txEffectClrLst/>
  </dgm:styleLbl>
  <dgm:styleLbl name="trBgShp">
    <dgm:fillClrLst meth="repeat">
      <a:schemeClr val="accent2">
        <a:tint val="50000"/>
        <a:alpha val="40000"/>
      </a:schemeClr>
    </dgm:fillClrLst>
    <dgm:linClrLst meth="repeat">
      <a:schemeClr val="accent2"/>
    </dgm:linClrLst>
    <dgm:effectClrLst/>
    <dgm:txLinClrLst/>
    <dgm:txFillClrLst meth="repeat">
      <a:schemeClr val="lt1"/>
    </dgm:txFillClrLst>
    <dgm:txEffectClrLst/>
  </dgm:styleLbl>
  <dgm:styleLbl name="fgShp">
    <dgm:fillClrLst meth="repeat">
      <a:schemeClr val="accent2">
        <a:tint val="40000"/>
      </a:schemeClr>
    </dgm:fillClrLst>
    <dgm:linClrLst meth="repeat">
      <a:schemeClr val="lt1"/>
    </dgm:linClrLst>
    <dgm:effectClrLst/>
    <dgm:txLinClrLst/>
    <dgm:txFillClrLst meth="repeat">
      <a:schemeClr val="dk1"/>
    </dgm:txFillClrLst>
    <dgm:txEffectClrLst/>
  </dgm:styleLbl>
  <dgm:styleLbl name="revTx">
    <dgm:fillClrLst meth="repeat">
      <a:schemeClr val="lt1">
        <a:alpha val="0"/>
      </a:schemeClr>
    </dgm:fillClrLst>
    <dgm:linClrLst meth="repeat">
      <a:schemeClr val="dk1">
        <a:alpha val="0"/>
      </a:schemeClr>
    </dgm:linClrLst>
    <dgm:effectClrLst/>
    <dgm:txLinClrLst/>
    <dgm:txFillClrLst meth="repeat">
      <a:schemeClr val="tx1"/>
    </dgm:txFillClrLst>
    <dgm:txEffectClrLst/>
  </dgm:styleLbl>
</dgm:colorsDef>
</file>

<file path=ppt/diagrams/colors51.xml><?xml version="1.0" encoding="utf-8"?>
<dgm:colorsDef xmlns:dgm="http://schemas.openxmlformats.org/drawingml/2006/diagram" xmlns:a="http://schemas.openxmlformats.org/drawingml/2006/main" uniqueId="urn:microsoft.com/office/officeart/2018/5/colors/Iconchunking_neutralbg_colorful2">
  <dgm:title val=""/>
  <dgm:desc val=""/>
  <dgm:catLst>
    <dgm:cat type="colorful" pri="10200"/>
  </dgm:catLst>
  <dgm:styleLbl name="node0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node1">
    <dgm:fillClrLst>
      <a:schemeClr val="accent2"/>
      <a:schemeClr val="accent3"/>
    </dgm:fillClrLst>
    <dgm:linClrLst meth="repeat">
      <a:schemeClr val="lt1">
        <a:alpha val="0"/>
      </a:schemeClr>
    </dgm:linClrLst>
    <dgm:effectClrLst/>
    <dgm:txLinClrLst/>
    <dgm:txFillClrLst/>
    <dgm:txEffectClrLst/>
  </dgm:styleLbl>
  <dgm:styleLbl name="alignNode1">
    <dgm:fillClrLst>
      <a:schemeClr val="accent2"/>
      <a:schemeClr val="accent3"/>
    </dgm:fillClrLst>
    <dgm:linClrLst>
      <a:schemeClr val="accent2"/>
      <a:schemeClr val="accent3"/>
    </dgm:linClrLst>
    <dgm:effectClrLst/>
    <dgm:txLinClrLst/>
    <dgm:txFillClrLst/>
    <dgm:txEffectClrLst/>
  </dgm:styleLbl>
  <dgm:styleLbl name="lnNode1">
    <dgm:fillClrLst>
      <a:schemeClr val="accent2"/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vennNode1">
    <dgm:fillClrLst>
      <a:schemeClr val="accent2">
        <a:alpha val="50000"/>
      </a:schemeClr>
      <a:schemeClr val="accent3">
        <a:alpha val="50000"/>
      </a:schemeClr>
    </dgm:fillClrLst>
    <dgm:linClrLst meth="repeat">
      <a:schemeClr val="lt1"/>
    </dgm:linClrLst>
    <dgm:effectClrLst/>
    <dgm:txLinClrLst/>
    <dgm:txFillClrLst/>
    <dgm:txEffectClrLst/>
  </dgm:styleLbl>
  <dgm:styleLbl name="node2">
    <dgm:fillClrLst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node3">
    <dgm:fillClrLst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node4">
    <dgm:fillClrLst>
      <a:schemeClr val="accent5"/>
    </dgm:fillClrLst>
    <dgm:linClrLst meth="repeat">
      <a:schemeClr val="lt1"/>
    </dgm:linClrLst>
    <dgm:effectClrLst/>
    <dgm:txLinClrLst/>
    <dgm:txFillClrLst/>
    <dgm:txEffectClrLst/>
  </dgm:styleLbl>
  <dgm:styleLbl name="fgImgPlace1">
    <dgm:fillClrLst>
      <a:schemeClr val="accent2">
        <a:tint val="50000"/>
      </a:schemeClr>
      <a:schemeClr val="accent3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alignImgPlace1">
    <dgm:fillClrLst>
      <a:schemeClr val="accent2">
        <a:tint val="50000"/>
      </a:schemeClr>
      <a:schemeClr val="accent3">
        <a:tint val="2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bgImgPlace1">
    <dgm:fillClrLst>
      <a:schemeClr val="accent2">
        <a:tint val="50000"/>
      </a:schemeClr>
      <a:schemeClr val="accent3">
        <a:tint val="2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sibTrans2D1">
    <dgm:fillClrLst>
      <a:schemeClr val="accent2"/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fgSibTrans2D1">
    <dgm:fillClrLst>
      <a:schemeClr val="accent2"/>
      <a:schemeClr val="accent3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bgSibTrans2D1">
    <dgm:fillClrLst>
      <a:schemeClr val="accent2"/>
      <a:schemeClr val="accent3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sibTrans1D1">
    <dgm:fillClrLst/>
    <dgm:linClrLst>
      <a:schemeClr val="accent2"/>
      <a:schemeClr val="accent3"/>
    </dgm:linClrLst>
    <dgm:effectClrLst/>
    <dgm:txLinClrLst/>
    <dgm:txFillClrLst meth="repeat">
      <a:schemeClr val="tx1"/>
    </dgm:txFillClrLst>
    <dgm:txEffectClrLst/>
  </dgm:styleLbl>
  <dgm:styleLbl name="callout">
    <dgm:fillClrLst meth="repeat">
      <a:schemeClr val="accent2"/>
    </dgm:fillClrLst>
    <dgm:linClrLst meth="repeat">
      <a:schemeClr val="accent2">
        <a:tint val="50000"/>
      </a:schemeClr>
    </dgm:linClrLst>
    <dgm:effectClrLst/>
    <dgm:txLinClrLst/>
    <dgm:txFillClrLst meth="repeat">
      <a:schemeClr val="tx1"/>
    </dgm:txFillClrLst>
    <dgm:txEffectClrLst/>
  </dgm:styleLbl>
  <dgm:styleLbl name="asst0">
    <dgm:fillClrLst meth="repeat">
      <a:schemeClr val="accent2"/>
    </dgm:fillClrLst>
    <dgm:linClrLst meth="repeat">
      <a:schemeClr val="lt1">
        <a:shade val="80000"/>
      </a:schemeClr>
    </dgm:linClrLst>
    <dgm:effectClrLst/>
    <dgm:txLinClrLst/>
    <dgm:txFillClrLst/>
    <dgm:txEffectClrLst/>
  </dgm:styleLbl>
  <dgm:styleLbl name="asst1">
    <dgm:fillClrLst meth="repeat">
      <a:schemeClr val="accent3"/>
    </dgm:fillClrLst>
    <dgm:linClrLst meth="repeat">
      <a:schemeClr val="lt1">
        <a:shade val="80000"/>
      </a:schemeClr>
    </dgm:linClrLst>
    <dgm:effectClrLst/>
    <dgm:txLinClrLst/>
    <dgm:txFillClrLst/>
    <dgm:txEffectClrLst/>
  </dgm:styleLbl>
  <dgm:styleLbl name="asst2">
    <dgm:fillClrLst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asst3">
    <dgm:fillClrLst>
      <a:schemeClr val="accent5"/>
    </dgm:fillClrLst>
    <dgm:linClrLst meth="repeat">
      <a:schemeClr val="lt1"/>
    </dgm:linClrLst>
    <dgm:effectClrLst/>
    <dgm:txLinClrLst/>
    <dgm:txFillClrLst/>
    <dgm:txEffectClrLst/>
  </dgm:styleLbl>
  <dgm:styleLbl name="asst4">
    <dgm:fillClrLst>
      <a:schemeClr val="accent6"/>
    </dgm:fillClrLst>
    <dgm:linClrLst meth="repeat">
      <a:schemeClr val="lt1"/>
    </dgm:linClrLst>
    <dgm:effectClrLst/>
    <dgm:txLinClrLst/>
    <dgm:txFillClrLst/>
    <dgm:txEffectClrLst/>
  </dgm:styleLbl>
  <dgm:styleLbl name="parChTrans2D1">
    <dgm:fillClrLst meth="repeat">
      <a:schemeClr val="accent2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parChTrans2D2">
    <dgm:fillClrLst meth="repeat"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parChTrans2D3">
    <dgm:fillClrLst meth="repeat"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parChTrans2D4">
    <dgm:fillClrLst meth="repeat">
      <a:schemeClr val="accent5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parChTrans1D1">
    <dgm:fillClrLst meth="repeat">
      <a:schemeClr val="accent2"/>
    </dgm:fillClrLst>
    <dgm:linClrLst meth="repeat">
      <a:schemeClr val="accent2"/>
    </dgm:linClrLst>
    <dgm:effectClrLst/>
    <dgm:txLinClrLst/>
    <dgm:txFillClrLst meth="repeat">
      <a:schemeClr val="tx1"/>
    </dgm:txFillClrLst>
    <dgm:txEffectClrLst/>
  </dgm:styleLbl>
  <dgm:styleLbl name="parChTrans1D2">
    <dgm:fillClrLst meth="repeat">
      <a:schemeClr val="accent2">
        <a:tint val="90000"/>
      </a:schemeClr>
    </dgm:fillClrLst>
    <dgm:linClrLst meth="repeat">
      <a:schemeClr val="accent3"/>
    </dgm:linClrLst>
    <dgm:effectClrLst/>
    <dgm:txLinClrLst/>
    <dgm:txFillClrLst meth="repeat">
      <a:schemeClr val="tx1"/>
    </dgm:txFillClrLst>
    <dgm:txEffectClrLst/>
  </dgm:styleLbl>
  <dgm:styleLbl name="parChTrans1D3">
    <dgm:fillClrLst meth="repeat">
      <a:schemeClr val="accent2">
        <a:tint val="70000"/>
      </a:schemeClr>
    </dgm:fillClrLst>
    <dgm:linClrLst meth="repeat">
      <a:schemeClr val="accent4"/>
    </dgm:linClrLst>
    <dgm:effectClrLst/>
    <dgm:txLinClrLst/>
    <dgm:txFillClrLst meth="repeat">
      <a:schemeClr val="tx1"/>
    </dgm:txFillClrLst>
    <dgm:txEffectClrLst/>
  </dgm:styleLbl>
  <dgm:styleLbl name="parChTrans1D4">
    <dgm:fillClrLst meth="repeat">
      <a:schemeClr val="accent2">
        <a:tint val="50000"/>
      </a:schemeClr>
    </dgm:fillClrLst>
    <dgm:linClrLst meth="repeat">
      <a:schemeClr val="accent5"/>
    </dgm:linClrLst>
    <dgm:effectClrLst/>
    <dgm:txLinClrLst/>
    <dgm:txFillClrLst meth="repeat">
      <a:schemeClr val="tx1"/>
    </dgm:txFillClrLst>
    <dgm:txEffectClrLst/>
  </dgm:styleLbl>
  <dgm:styleLbl name="fgAcc1">
    <dgm:fillClrLst meth="repeat">
      <a:schemeClr val="lt1">
        <a:alpha val="90000"/>
      </a:schemeClr>
    </dgm:fillClrLst>
    <dgm:linClrLst>
      <a:schemeClr val="accent2"/>
      <a:schemeClr val="accent3"/>
    </dgm:linClrLst>
    <dgm:effectClrLst/>
    <dgm:txLinClrLst/>
    <dgm:txFillClrLst meth="repeat">
      <a:schemeClr val="dk1"/>
    </dgm:txFillClrLst>
    <dgm:txEffectClrLst/>
  </dgm:styleLbl>
  <dgm:styleLbl name="conFgAcc1">
    <dgm:fillClrLst meth="repeat">
      <a:schemeClr val="lt1">
        <a:alpha val="90000"/>
      </a:schemeClr>
    </dgm:fillClrLst>
    <dgm:linClrLst>
      <a:schemeClr val="accent2"/>
      <a:schemeClr val="accent3"/>
    </dgm:linClrLst>
    <dgm:effectClrLst/>
    <dgm:txLinClrLst/>
    <dgm:txFillClrLst meth="repeat">
      <a:schemeClr val="dk1"/>
    </dgm:txFillClrLst>
    <dgm:txEffectClrLst/>
  </dgm:styleLbl>
  <dgm:styleLbl name="alignAcc1">
    <dgm:fillClrLst meth="repeat">
      <a:schemeClr val="lt1">
        <a:alpha val="90000"/>
      </a:schemeClr>
    </dgm:fillClrLst>
    <dgm:linClrLst>
      <a:schemeClr val="accent2"/>
      <a:schemeClr val="accent3"/>
    </dgm:linClrLst>
    <dgm:effectClrLst/>
    <dgm:txLinClrLst/>
    <dgm:txFillClrLst meth="repeat">
      <a:schemeClr val="dk1"/>
    </dgm:txFillClrLst>
    <dgm:txEffectClrLst/>
  </dgm:styleLbl>
  <dgm:styleLbl name="trAlignAcc1">
    <dgm:fillClrLst meth="repeat">
      <a:schemeClr val="lt1">
        <a:alpha val="40000"/>
      </a:schemeClr>
    </dgm:fillClrLst>
    <dgm:linClrLst meth="repeat">
      <a:schemeClr val="accent2"/>
    </dgm:linClrLst>
    <dgm:effectClrLst/>
    <dgm:txLinClrLst/>
    <dgm:txFillClrLst meth="repeat">
      <a:schemeClr val="dk1"/>
    </dgm:txFillClrLst>
    <dgm:txEffectClrLst/>
  </dgm:styleLbl>
  <dgm:styleLbl name="bgAcc1">
    <dgm:fillClrLst meth="repeat">
      <a:schemeClr val="lt1">
        <a:alpha val="90000"/>
      </a:schemeClr>
    </dgm:fillClrLst>
    <dgm:linClrLst>
      <a:schemeClr val="accent2"/>
      <a:schemeClr val="accent3"/>
    </dgm:linClrLst>
    <dgm:effectClrLst/>
    <dgm:txLinClrLst/>
    <dgm:txFillClrLst meth="repeat">
      <a:schemeClr val="dk1"/>
    </dgm:txFillClrLst>
    <dgm:txEffectClrLst/>
  </dgm:styleLbl>
  <dgm:styleLbl name="solidFgAcc1">
    <dgm:fillClrLst meth="repeat">
      <a:schemeClr val="lt1"/>
    </dgm:fillClrLst>
    <dgm:linClrLst>
      <a:schemeClr val="accent2"/>
      <a:schemeClr val="accent3"/>
    </dgm:linClrLst>
    <dgm:effectClrLst/>
    <dgm:txLinClrLst/>
    <dgm:txFillClrLst meth="repeat">
      <a:schemeClr val="dk1"/>
    </dgm:txFillClrLst>
    <dgm:txEffectClrLst/>
  </dgm:styleLbl>
  <dgm:styleLbl name="solidAlignAcc1">
    <dgm:fillClrLst meth="repeat">
      <a:schemeClr val="lt1"/>
    </dgm:fillClrLst>
    <dgm:linClrLst>
      <a:schemeClr val="accent2"/>
      <a:schemeClr val="accent3"/>
    </dgm:linClrLst>
    <dgm:effectClrLst/>
    <dgm:txLinClrLst/>
    <dgm:txFillClrLst meth="repeat">
      <a:schemeClr val="dk1"/>
    </dgm:txFillClrLst>
    <dgm:txEffectClrLst/>
  </dgm:styleLbl>
  <dgm:styleLbl name="solidBgAcc1">
    <dgm:fillClrLst meth="repeat">
      <a:schemeClr val="lt1"/>
    </dgm:fillClrLst>
    <dgm:linClrLst>
      <a:schemeClr val="accent2"/>
      <a:schemeClr val="accent3"/>
    </dgm:linClrLst>
    <dgm:effectClrLst/>
    <dgm:txLinClrLst/>
    <dgm:txFillClrLst meth="repeat">
      <a:schemeClr val="dk1"/>
    </dgm:txFillClrLst>
    <dgm:txEffectClrLst/>
  </dgm:styleLbl>
  <dgm:styleLbl name="fgAccFollowNode1">
    <dgm:fillClrLst>
      <a:schemeClr val="accent2">
        <a:tint val="40000"/>
        <a:alpha val="90000"/>
      </a:schemeClr>
      <a:schemeClr val="accent3">
        <a:tint val="40000"/>
        <a:alpha val="90000"/>
      </a:schemeClr>
    </dgm:fillClrLst>
    <dgm:linClrLst>
      <a:schemeClr val="accent2">
        <a:tint val="40000"/>
        <a:alpha val="90000"/>
      </a:schemeClr>
      <a:schemeClr val="accent3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alignAccFollowNode1">
    <dgm:fillClrLst>
      <a:schemeClr val="accent2">
        <a:tint val="40000"/>
        <a:alpha val="90000"/>
      </a:schemeClr>
      <a:schemeClr val="accent3">
        <a:tint val="40000"/>
        <a:alpha val="90000"/>
      </a:schemeClr>
    </dgm:fillClrLst>
    <dgm:linClrLst>
      <a:schemeClr val="accent2">
        <a:tint val="40000"/>
        <a:alpha val="90000"/>
      </a:schemeClr>
      <a:schemeClr val="accent3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bgAccFollowNode1">
    <dgm:fillClrLst>
      <a:schemeClr val="accent2">
        <a:tint val="40000"/>
        <a:alpha val="90000"/>
      </a:schemeClr>
      <a:schemeClr val="accent3">
        <a:tint val="40000"/>
        <a:alpha val="90000"/>
      </a:schemeClr>
    </dgm:fillClrLst>
    <dgm:linClrLst>
      <a:schemeClr val="accent2">
        <a:tint val="40000"/>
        <a:alpha val="90000"/>
      </a:schemeClr>
      <a:schemeClr val="accent3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fgAcc0">
    <dgm:fillClrLst meth="repeat">
      <a:schemeClr val="lt1">
        <a:alpha val="90000"/>
      </a:schemeClr>
    </dgm:fillClrLst>
    <dgm:linClrLst>
      <a:schemeClr val="accent1"/>
    </dgm:linClrLst>
    <dgm:effectClrLst/>
    <dgm:txLinClrLst/>
    <dgm:txFillClrLst meth="repeat">
      <a:schemeClr val="dk1"/>
    </dgm:txFillClrLst>
    <dgm:txEffectClrLst/>
  </dgm:styleLbl>
  <dgm:styleLbl name="fgAcc2">
    <dgm:fillClrLst meth="repeat">
      <a:schemeClr val="lt1">
        <a:alpha val="90000"/>
      </a:schemeClr>
    </dgm:fillClrLst>
    <dgm:linClrLst>
      <a:schemeClr val="accent3"/>
    </dgm:linClrLst>
    <dgm:effectClrLst/>
    <dgm:txLinClrLst/>
    <dgm:txFillClrLst meth="repeat">
      <a:schemeClr val="dk1"/>
    </dgm:txFillClrLst>
    <dgm:txEffectClrLst/>
  </dgm:styleLbl>
  <dgm:styleLbl name="fgAcc3">
    <dgm:fillClrLst meth="repeat">
      <a:schemeClr val="lt1">
        <a:alpha val="90000"/>
      </a:schemeClr>
    </dgm:fillClrLst>
    <dgm:linClrLst>
      <a:schemeClr val="accent4"/>
    </dgm:linClrLst>
    <dgm:effectClrLst/>
    <dgm:txLinClrLst/>
    <dgm:txFillClrLst meth="repeat">
      <a:schemeClr val="dk1"/>
    </dgm:txFillClrLst>
    <dgm:txEffectClrLst/>
  </dgm:styleLbl>
  <dgm:styleLbl name="fgAcc4">
    <dgm:fillClrLst meth="repeat">
      <a:schemeClr val="lt1">
        <a:alpha val="90000"/>
      </a:schemeClr>
    </dgm:fillClrLst>
    <dgm:linClrLst>
      <a:schemeClr val="accent5"/>
    </dgm:linClrLst>
    <dgm:effectClrLst/>
    <dgm:txLinClrLst/>
    <dgm:txFillClrLst meth="repeat">
      <a:schemeClr val="dk1"/>
    </dgm:txFillClrLst>
    <dgm:txEffectClrLst/>
  </dgm:styleLbl>
  <dgm:styleLbl name="bgShp">
    <dgm:fillClrLst meth="repeat">
      <a:schemeClr val="bg1">
        <a:lumMod val="95000"/>
      </a:schemeClr>
    </dgm:fillClrLst>
    <dgm:linClrLst meth="repeat">
      <a:schemeClr val="dk1"/>
    </dgm:linClrLst>
    <dgm:effectClrLst/>
    <dgm:txLinClrLst/>
    <dgm:txFillClrLst meth="repeat">
      <a:schemeClr val="dk1"/>
    </dgm:txFillClrLst>
    <dgm:txEffectClrLst/>
  </dgm:styleLbl>
  <dgm:styleLbl name="dkBgShp">
    <dgm:fillClrLst meth="repeat">
      <a:schemeClr val="accent2">
        <a:shade val="90000"/>
      </a:schemeClr>
    </dgm:fillClrLst>
    <dgm:linClrLst meth="repeat">
      <a:schemeClr val="dk1"/>
    </dgm:linClrLst>
    <dgm:effectClrLst/>
    <dgm:txLinClrLst/>
    <dgm:txFillClrLst meth="repeat">
      <a:schemeClr val="lt1"/>
    </dgm:txFillClrLst>
    <dgm:txEffectClrLst/>
  </dgm:styleLbl>
  <dgm:styleLbl name="trBgShp">
    <dgm:fillClrLst meth="repeat">
      <a:schemeClr val="accent2">
        <a:tint val="50000"/>
        <a:alpha val="40000"/>
      </a:schemeClr>
    </dgm:fillClrLst>
    <dgm:linClrLst meth="repeat">
      <a:schemeClr val="accent2"/>
    </dgm:linClrLst>
    <dgm:effectClrLst/>
    <dgm:txLinClrLst/>
    <dgm:txFillClrLst meth="repeat">
      <a:schemeClr val="lt1"/>
    </dgm:txFillClrLst>
    <dgm:txEffectClrLst/>
  </dgm:styleLbl>
  <dgm:styleLbl name="fgShp">
    <dgm:fillClrLst meth="repeat">
      <a:schemeClr val="accent2">
        <a:tint val="40000"/>
      </a:schemeClr>
    </dgm:fillClrLst>
    <dgm:linClrLst meth="repeat">
      <a:schemeClr val="lt1"/>
    </dgm:linClrLst>
    <dgm:effectClrLst/>
    <dgm:txLinClrLst/>
    <dgm:txFillClrLst meth="repeat">
      <a:schemeClr val="dk1"/>
    </dgm:txFillClrLst>
    <dgm:txEffectClrLst/>
  </dgm:styleLbl>
  <dgm:styleLbl name="revTx">
    <dgm:fillClrLst meth="repeat">
      <a:schemeClr val="lt1">
        <a:alpha val="0"/>
      </a:schemeClr>
    </dgm:fillClrLst>
    <dgm:linClrLst meth="repeat">
      <a:schemeClr val="dk1">
        <a:alpha val="0"/>
      </a:schemeClr>
    </dgm:linClrLst>
    <dgm:effectClrLst/>
    <dgm:txLinClrLst/>
    <dgm:txFillClrLst meth="repeat">
      <a:schemeClr val="tx1"/>
    </dgm:txFillClrLst>
    <dgm:txEffectClrLst/>
  </dgm:styleLbl>
</dgm:colorsDef>
</file>

<file path=ppt/diagrams/colors52.xml><?xml version="1.0" encoding="utf-8"?>
<dgm:colorsDef xmlns:dgm="http://schemas.openxmlformats.org/drawingml/2006/diagram" xmlns:a="http://schemas.openxmlformats.org/drawingml/2006/main" uniqueId="urn:microsoft.com/office/officeart/2018/5/colors/Iconchunking_neutralbg_accent1_2">
  <dgm:title val=""/>
  <dgm:desc val=""/>
  <dgm:catLst>
    <dgm:cat type="accent1" pri="11200"/>
  </dgm:catLst>
  <dgm:styleLbl name="node0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lignNode1">
    <dgm:fillClrLst meth="repeat">
      <a:schemeClr val="accent1"/>
    </dgm:fillClrLst>
    <dgm:linClrLst meth="repeat">
      <a:schemeClr val="accent1"/>
    </dgm:linClrLst>
    <dgm:effectClrLst/>
    <dgm:txLinClrLst/>
    <dgm:txFillClrLst/>
    <dgm:txEffectClrLst/>
  </dgm:styleLbl>
  <dgm:styleLbl name="node1">
    <dgm:fillClrLst meth="repeat">
      <a:schemeClr val="accent1"/>
    </dgm:fillClrLst>
    <dgm:linClrLst meth="repeat">
      <a:schemeClr val="lt1">
        <a:alpha val="0"/>
      </a:schemeClr>
    </dgm:linClrLst>
    <dgm:effectClrLst/>
    <dgm:txLinClrLst/>
    <dgm:txFillClrLst/>
    <dgm:txEffectClrLst/>
  </dgm:styleLbl>
  <dgm:styleLbl name="lnNode1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vennNode1">
    <dgm:fillClrLst meth="repeat">
      <a:schemeClr val="accent1">
        <a:alpha val="50000"/>
      </a:schemeClr>
    </dgm:fillClrLst>
    <dgm:linClrLst meth="repeat">
      <a:schemeClr val="lt1"/>
    </dgm:linClrLst>
    <dgm:effectClrLst/>
    <dgm:txLinClrLst/>
    <dgm:txFillClrLst/>
    <dgm:txEffectClrLst/>
  </dgm:styleLbl>
  <dgm:styleLbl name="node2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node3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node4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fgImgPlace1">
    <dgm:fillClrLst meth="repeat">
      <a:schemeClr val="accent1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alignImgPlace1">
    <dgm:fillClrLst meth="repeat">
      <a:schemeClr val="accent1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bgImgPlace1">
    <dgm:fillClrLst meth="repeat">
      <a:schemeClr val="accent1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sibTrans2D1">
    <dgm:fillClrLst meth="repeat">
      <a:schemeClr val="accent1">
        <a:tint val="60000"/>
      </a:schemeClr>
    </dgm:fillClrLst>
    <dgm:linClrLst meth="repeat">
      <a:schemeClr val="accent1">
        <a:tint val="60000"/>
      </a:schemeClr>
    </dgm:linClrLst>
    <dgm:effectClrLst/>
    <dgm:txLinClrLst/>
    <dgm:txFillClrLst/>
    <dgm:txEffectClrLst/>
  </dgm:styleLbl>
  <dgm:styleLbl name="fgSibTrans2D1">
    <dgm:fillClrLst meth="repeat">
      <a:schemeClr val="accent1">
        <a:tint val="60000"/>
      </a:schemeClr>
    </dgm:fillClrLst>
    <dgm:linClrLst meth="repeat">
      <a:schemeClr val="accent1">
        <a:tint val="60000"/>
      </a:schemeClr>
    </dgm:linClrLst>
    <dgm:effectClrLst/>
    <dgm:txLinClrLst/>
    <dgm:txFillClrLst/>
    <dgm:txEffectClrLst/>
  </dgm:styleLbl>
  <dgm:styleLbl name="bgSibTrans2D1">
    <dgm:fillClrLst meth="repeat">
      <a:schemeClr val="accent1">
        <a:tint val="60000"/>
      </a:schemeClr>
    </dgm:fillClrLst>
    <dgm:linClrLst meth="repeat">
      <a:schemeClr val="accent1">
        <a:tint val="60000"/>
      </a:schemeClr>
    </dgm:linClrLst>
    <dgm:effectClrLst/>
    <dgm:txLinClrLst/>
    <dgm:txFillClrLst/>
    <dgm:txEffectClrLst/>
  </dgm:styleLbl>
  <dgm:styleLbl name="sibTrans1D1">
    <dgm:fillClrLst meth="repeat">
      <a:schemeClr val="accent1"/>
    </dgm:fillClrLst>
    <dgm:linClrLst meth="repeat">
      <a:schemeClr val="accent1"/>
    </dgm:linClrLst>
    <dgm:effectClrLst/>
    <dgm:txLinClrLst/>
    <dgm:txFillClrLst meth="repeat">
      <a:schemeClr val="tx1"/>
    </dgm:txFillClrLst>
    <dgm:txEffectClrLst/>
  </dgm:styleLbl>
  <dgm:styleLbl name="callout">
    <dgm:fillClrLst meth="repeat">
      <a:schemeClr val="accent1"/>
    </dgm:fillClrLst>
    <dgm:linClrLst meth="repeat">
      <a:schemeClr val="accent1">
        <a:tint val="50000"/>
      </a:schemeClr>
    </dgm:linClrLst>
    <dgm:effectClrLst/>
    <dgm:txLinClrLst/>
    <dgm:txFillClrLst meth="repeat">
      <a:schemeClr val="tx1"/>
    </dgm:txFillClrLst>
    <dgm:txEffectClrLst/>
  </dgm:styleLbl>
  <dgm:styleLbl name="asst0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sst1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sst2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sst3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sst4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parChTrans2D1">
    <dgm:fillClrLst meth="repeat">
      <a:schemeClr val="accent1">
        <a:tint val="60000"/>
      </a:schemeClr>
    </dgm:fillClrLst>
    <dgm:linClrLst meth="repeat">
      <a:schemeClr val="accent1">
        <a:tint val="60000"/>
      </a:schemeClr>
    </dgm:linClrLst>
    <dgm:effectClrLst/>
    <dgm:txLinClrLst/>
    <dgm:txFillClrLst meth="repeat">
      <a:schemeClr val="lt1"/>
    </dgm:txFillClrLst>
    <dgm:txEffectClrLst/>
  </dgm:styleLbl>
  <dgm:styleLbl name="parChTrans2D2">
    <dgm:fillClrLst meth="repeat">
      <a:schemeClr val="accent1"/>
    </dgm:fillClrLst>
    <dgm:linClrLst meth="repeat">
      <a:schemeClr val="accent1"/>
    </dgm:linClrLst>
    <dgm:effectClrLst/>
    <dgm:txLinClrLst/>
    <dgm:txFillClrLst meth="repeat">
      <a:schemeClr val="lt1"/>
    </dgm:txFillClrLst>
    <dgm:txEffectClrLst/>
  </dgm:styleLbl>
  <dgm:styleLbl name="parChTrans2D3">
    <dgm:fillClrLst meth="repeat">
      <a:schemeClr val="accent1"/>
    </dgm:fillClrLst>
    <dgm:linClrLst meth="repeat">
      <a:schemeClr val="accent1"/>
    </dgm:linClrLst>
    <dgm:effectClrLst/>
    <dgm:txLinClrLst/>
    <dgm:txFillClrLst meth="repeat">
      <a:schemeClr val="lt1"/>
    </dgm:txFillClrLst>
    <dgm:txEffectClrLst/>
  </dgm:styleLbl>
  <dgm:styleLbl name="parChTrans2D4">
    <dgm:fillClrLst meth="repeat">
      <a:schemeClr val="accent1"/>
    </dgm:fillClrLst>
    <dgm:linClrLst meth="repeat">
      <a:schemeClr val="accent1"/>
    </dgm:linClrLst>
    <dgm:effectClrLst/>
    <dgm:txLinClrLst/>
    <dgm:txFillClrLst meth="repeat">
      <a:schemeClr val="lt1"/>
    </dgm:txFillClrLst>
    <dgm:txEffectClrLst/>
  </dgm:styleLbl>
  <dgm:styleLbl name="parChTrans1D1">
    <dgm:fillClrLst meth="repeat">
      <a:schemeClr val="accent1"/>
    </dgm:fillClrLst>
    <dgm:linClrLst meth="repeat">
      <a:schemeClr val="accent1">
        <a:shade val="60000"/>
      </a:schemeClr>
    </dgm:linClrLst>
    <dgm:effectClrLst/>
    <dgm:txLinClrLst/>
    <dgm:txFillClrLst meth="repeat">
      <a:schemeClr val="tx1"/>
    </dgm:txFillClrLst>
    <dgm:txEffectClrLst/>
  </dgm:styleLbl>
  <dgm:styleLbl name="parChTrans1D2">
    <dgm:fillClrLst meth="repeat">
      <a:schemeClr val="accent1"/>
    </dgm:fillClrLst>
    <dgm:linClrLst meth="repeat">
      <a:schemeClr val="accent1">
        <a:shade val="60000"/>
      </a:schemeClr>
    </dgm:linClrLst>
    <dgm:effectClrLst/>
    <dgm:txLinClrLst/>
    <dgm:txFillClrLst meth="repeat">
      <a:schemeClr val="tx1"/>
    </dgm:txFillClrLst>
    <dgm:txEffectClrLst/>
  </dgm:styleLbl>
  <dgm:styleLbl name="parChTrans1D3">
    <dgm:fillClrLst meth="repeat">
      <a:schemeClr val="accent1"/>
    </dgm:fillClrLst>
    <dgm:linClrLst meth="repeat">
      <a:schemeClr val="accent1">
        <a:shade val="80000"/>
      </a:schemeClr>
    </dgm:linClrLst>
    <dgm:effectClrLst/>
    <dgm:txLinClrLst/>
    <dgm:txFillClrLst meth="repeat">
      <a:schemeClr val="tx1"/>
    </dgm:txFillClrLst>
    <dgm:txEffectClrLst/>
  </dgm:styleLbl>
  <dgm:styleLbl name="parChTrans1D4">
    <dgm:fillClrLst meth="repeat">
      <a:schemeClr val="accent1"/>
    </dgm:fillClrLst>
    <dgm:linClrLst meth="repeat">
      <a:schemeClr val="accent1">
        <a:shade val="80000"/>
      </a:schemeClr>
    </dgm:linClrLst>
    <dgm:effectClrLst/>
    <dgm:txLinClrLst/>
    <dgm:txFillClrLst meth="repeat">
      <a:schemeClr val="tx1"/>
    </dgm:txFillClrLst>
    <dgm:txEffectClrLst/>
  </dgm:styleLbl>
  <dgm:styleLbl name="fgAcc1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conFgAcc1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alignAcc1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trAlignAcc1">
    <dgm:fillClrLst meth="repeat">
      <a:schemeClr val="lt1">
        <a:alpha val="4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bgAcc1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solidFgAcc1">
    <dgm:fillClrLst meth="repeat">
      <a:schemeClr val="lt1"/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solidAlignAcc1">
    <dgm:fillClrLst meth="repeat">
      <a:schemeClr val="lt1"/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solidBgAcc1">
    <dgm:fillClrLst meth="repeat">
      <a:schemeClr val="lt1"/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fgAccFollowNode1">
    <dgm:fillClrLst meth="repeat">
      <a:schemeClr val="accent1">
        <a:alpha val="90000"/>
        <a:tint val="40000"/>
      </a:schemeClr>
    </dgm:fillClrLst>
    <dgm:linClrLst meth="repeat">
      <a:schemeClr val="accent1">
        <a:alpha val="90000"/>
        <a:tint val="40000"/>
      </a:schemeClr>
    </dgm:linClrLst>
    <dgm:effectClrLst/>
    <dgm:txLinClrLst/>
    <dgm:txFillClrLst meth="repeat">
      <a:schemeClr val="dk1"/>
    </dgm:txFillClrLst>
    <dgm:txEffectClrLst/>
  </dgm:styleLbl>
  <dgm:styleLbl name="alignAccFollowNode1">
    <dgm:fillClrLst meth="repeat">
      <a:schemeClr val="accent1">
        <a:alpha val="90000"/>
        <a:tint val="40000"/>
      </a:schemeClr>
    </dgm:fillClrLst>
    <dgm:linClrLst meth="repeat">
      <a:schemeClr val="accent1">
        <a:alpha val="90000"/>
        <a:tint val="40000"/>
      </a:schemeClr>
    </dgm:linClrLst>
    <dgm:effectClrLst/>
    <dgm:txLinClrLst/>
    <dgm:txFillClrLst meth="repeat">
      <a:schemeClr val="dk1"/>
    </dgm:txFillClrLst>
    <dgm:txEffectClrLst/>
  </dgm:styleLbl>
  <dgm:styleLbl name="bgAccFollowNode1">
    <dgm:fillClrLst meth="repeat">
      <a:schemeClr val="accent1">
        <a:alpha val="90000"/>
        <a:tint val="40000"/>
      </a:schemeClr>
    </dgm:fillClrLst>
    <dgm:linClrLst meth="repeat">
      <a:schemeClr val="accent1">
        <a:alpha val="90000"/>
        <a:tint val="40000"/>
      </a:schemeClr>
    </dgm:linClrLst>
    <dgm:effectClrLst/>
    <dgm:txLinClrLst/>
    <dgm:txFillClrLst meth="repeat">
      <a:schemeClr val="dk1"/>
    </dgm:txFillClrLst>
    <dgm:txEffectClrLst/>
  </dgm:styleLbl>
  <dgm:styleLbl name="fgAcc0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fgAcc2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fgAcc3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fgAcc4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bgShp">
    <dgm:fillClrLst meth="repeat">
      <a:schemeClr val="bg1">
        <a:lumMod val="95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dkBgShp">
    <dgm:fillClrLst meth="repeat">
      <a:schemeClr val="accent1">
        <a:shade val="80000"/>
      </a:schemeClr>
    </dgm:fillClrLst>
    <dgm:linClrLst meth="repeat">
      <a:schemeClr val="accent1"/>
    </dgm:linClrLst>
    <dgm:effectClrLst/>
    <dgm:txLinClrLst/>
    <dgm:txFillClrLst meth="repeat">
      <a:schemeClr val="lt1"/>
    </dgm:txFillClrLst>
    <dgm:txEffectClrLst/>
  </dgm:styleLbl>
  <dgm:styleLbl name="trBgShp">
    <dgm:fillClrLst meth="repeat">
      <a:schemeClr val="accent1">
        <a:tint val="50000"/>
        <a:alpha val="40000"/>
      </a:schemeClr>
    </dgm:fillClrLst>
    <dgm:linClrLst meth="repeat">
      <a:schemeClr val="accent1"/>
    </dgm:linClrLst>
    <dgm:effectClrLst/>
    <dgm:txLinClrLst/>
    <dgm:txFillClrLst meth="repeat">
      <a:schemeClr val="lt1"/>
    </dgm:txFillClrLst>
    <dgm:txEffectClrLst/>
  </dgm:styleLbl>
  <dgm:styleLbl name="fgShp">
    <dgm:fillClrLst meth="repeat">
      <a:schemeClr val="accent1">
        <a:tint val="60000"/>
      </a:schemeClr>
    </dgm:fillClrLst>
    <dgm:linClrLst meth="repeat">
      <a:schemeClr val="lt1"/>
    </dgm:linClrLst>
    <dgm:effectClrLst/>
    <dgm:txLinClrLst/>
    <dgm:txFillClrLst meth="repeat">
      <a:schemeClr val="dk1"/>
    </dgm:txFillClrLst>
    <dgm:txEffectClrLst/>
  </dgm:styleLbl>
  <dgm:styleLbl name="revTx">
    <dgm:fillClrLst meth="repeat">
      <a:schemeClr val="lt1">
        <a:alpha val="0"/>
      </a:schemeClr>
    </dgm:fillClrLst>
    <dgm:linClrLst meth="repeat">
      <a:schemeClr val="dk1">
        <a:alpha val="0"/>
      </a:schemeClr>
    </dgm:linClrLst>
    <dgm:effectClrLst/>
    <dgm:txLinClrLst/>
    <dgm:txFillClrLst meth="repeat">
      <a:schemeClr val="tx1"/>
    </dgm:txFillClrLst>
    <dgm:txEffectClrLst/>
  </dgm:styleLbl>
</dgm:colorsDef>
</file>

<file path=ppt/diagrams/colors53.xml><?xml version="1.0" encoding="utf-8"?>
<dgm:colorsDef xmlns:dgm="http://schemas.openxmlformats.org/drawingml/2006/diagram" xmlns:a="http://schemas.openxmlformats.org/drawingml/2006/main" uniqueId="urn:microsoft.com/office/officeart/2018/5/colors/Iconchunking_neutralbg_colorful2">
  <dgm:title val=""/>
  <dgm:desc val=""/>
  <dgm:catLst>
    <dgm:cat type="colorful" pri="10200"/>
  </dgm:catLst>
  <dgm:styleLbl name="node0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node1">
    <dgm:fillClrLst>
      <a:schemeClr val="accent2"/>
      <a:schemeClr val="accent3"/>
    </dgm:fillClrLst>
    <dgm:linClrLst meth="repeat">
      <a:schemeClr val="lt1">
        <a:alpha val="0"/>
      </a:schemeClr>
    </dgm:linClrLst>
    <dgm:effectClrLst/>
    <dgm:txLinClrLst/>
    <dgm:txFillClrLst/>
    <dgm:txEffectClrLst/>
  </dgm:styleLbl>
  <dgm:styleLbl name="alignNode1">
    <dgm:fillClrLst>
      <a:schemeClr val="accent2"/>
      <a:schemeClr val="accent3"/>
    </dgm:fillClrLst>
    <dgm:linClrLst>
      <a:schemeClr val="accent2"/>
      <a:schemeClr val="accent3"/>
    </dgm:linClrLst>
    <dgm:effectClrLst/>
    <dgm:txLinClrLst/>
    <dgm:txFillClrLst/>
    <dgm:txEffectClrLst/>
  </dgm:styleLbl>
  <dgm:styleLbl name="lnNode1">
    <dgm:fillClrLst>
      <a:schemeClr val="accent2"/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vennNode1">
    <dgm:fillClrLst>
      <a:schemeClr val="accent2">
        <a:alpha val="50000"/>
      </a:schemeClr>
      <a:schemeClr val="accent3">
        <a:alpha val="50000"/>
      </a:schemeClr>
    </dgm:fillClrLst>
    <dgm:linClrLst meth="repeat">
      <a:schemeClr val="lt1"/>
    </dgm:linClrLst>
    <dgm:effectClrLst/>
    <dgm:txLinClrLst/>
    <dgm:txFillClrLst/>
    <dgm:txEffectClrLst/>
  </dgm:styleLbl>
  <dgm:styleLbl name="node2">
    <dgm:fillClrLst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node3">
    <dgm:fillClrLst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node4">
    <dgm:fillClrLst>
      <a:schemeClr val="accent5"/>
    </dgm:fillClrLst>
    <dgm:linClrLst meth="repeat">
      <a:schemeClr val="lt1"/>
    </dgm:linClrLst>
    <dgm:effectClrLst/>
    <dgm:txLinClrLst/>
    <dgm:txFillClrLst/>
    <dgm:txEffectClrLst/>
  </dgm:styleLbl>
  <dgm:styleLbl name="fgImgPlace1">
    <dgm:fillClrLst>
      <a:schemeClr val="accent2">
        <a:tint val="50000"/>
      </a:schemeClr>
      <a:schemeClr val="accent3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alignImgPlace1">
    <dgm:fillClrLst>
      <a:schemeClr val="accent2">
        <a:tint val="50000"/>
      </a:schemeClr>
      <a:schemeClr val="accent3">
        <a:tint val="2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bgImgPlace1">
    <dgm:fillClrLst>
      <a:schemeClr val="accent2">
        <a:tint val="50000"/>
      </a:schemeClr>
      <a:schemeClr val="accent3">
        <a:tint val="2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sibTrans2D1">
    <dgm:fillClrLst>
      <a:schemeClr val="accent2"/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fgSibTrans2D1">
    <dgm:fillClrLst>
      <a:schemeClr val="accent2"/>
      <a:schemeClr val="accent3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bgSibTrans2D1">
    <dgm:fillClrLst>
      <a:schemeClr val="accent2"/>
      <a:schemeClr val="accent3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sibTrans1D1">
    <dgm:fillClrLst/>
    <dgm:linClrLst>
      <a:schemeClr val="accent2"/>
      <a:schemeClr val="accent3"/>
    </dgm:linClrLst>
    <dgm:effectClrLst/>
    <dgm:txLinClrLst/>
    <dgm:txFillClrLst meth="repeat">
      <a:schemeClr val="tx1"/>
    </dgm:txFillClrLst>
    <dgm:txEffectClrLst/>
  </dgm:styleLbl>
  <dgm:styleLbl name="callout">
    <dgm:fillClrLst meth="repeat">
      <a:schemeClr val="accent2"/>
    </dgm:fillClrLst>
    <dgm:linClrLst meth="repeat">
      <a:schemeClr val="accent2">
        <a:tint val="50000"/>
      </a:schemeClr>
    </dgm:linClrLst>
    <dgm:effectClrLst/>
    <dgm:txLinClrLst/>
    <dgm:txFillClrLst meth="repeat">
      <a:schemeClr val="tx1"/>
    </dgm:txFillClrLst>
    <dgm:txEffectClrLst/>
  </dgm:styleLbl>
  <dgm:styleLbl name="asst0">
    <dgm:fillClrLst meth="repeat">
      <a:schemeClr val="accent2"/>
    </dgm:fillClrLst>
    <dgm:linClrLst meth="repeat">
      <a:schemeClr val="lt1">
        <a:shade val="80000"/>
      </a:schemeClr>
    </dgm:linClrLst>
    <dgm:effectClrLst/>
    <dgm:txLinClrLst/>
    <dgm:txFillClrLst/>
    <dgm:txEffectClrLst/>
  </dgm:styleLbl>
  <dgm:styleLbl name="asst1">
    <dgm:fillClrLst meth="repeat">
      <a:schemeClr val="accent3"/>
    </dgm:fillClrLst>
    <dgm:linClrLst meth="repeat">
      <a:schemeClr val="lt1">
        <a:shade val="80000"/>
      </a:schemeClr>
    </dgm:linClrLst>
    <dgm:effectClrLst/>
    <dgm:txLinClrLst/>
    <dgm:txFillClrLst/>
    <dgm:txEffectClrLst/>
  </dgm:styleLbl>
  <dgm:styleLbl name="asst2">
    <dgm:fillClrLst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asst3">
    <dgm:fillClrLst>
      <a:schemeClr val="accent5"/>
    </dgm:fillClrLst>
    <dgm:linClrLst meth="repeat">
      <a:schemeClr val="lt1"/>
    </dgm:linClrLst>
    <dgm:effectClrLst/>
    <dgm:txLinClrLst/>
    <dgm:txFillClrLst/>
    <dgm:txEffectClrLst/>
  </dgm:styleLbl>
  <dgm:styleLbl name="asst4">
    <dgm:fillClrLst>
      <a:schemeClr val="accent6"/>
    </dgm:fillClrLst>
    <dgm:linClrLst meth="repeat">
      <a:schemeClr val="lt1"/>
    </dgm:linClrLst>
    <dgm:effectClrLst/>
    <dgm:txLinClrLst/>
    <dgm:txFillClrLst/>
    <dgm:txEffectClrLst/>
  </dgm:styleLbl>
  <dgm:styleLbl name="parChTrans2D1">
    <dgm:fillClrLst meth="repeat">
      <a:schemeClr val="accent2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parChTrans2D2">
    <dgm:fillClrLst meth="repeat"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parChTrans2D3">
    <dgm:fillClrLst meth="repeat"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parChTrans2D4">
    <dgm:fillClrLst meth="repeat">
      <a:schemeClr val="accent5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parChTrans1D1">
    <dgm:fillClrLst meth="repeat">
      <a:schemeClr val="accent2"/>
    </dgm:fillClrLst>
    <dgm:linClrLst meth="repeat">
      <a:schemeClr val="accent2"/>
    </dgm:linClrLst>
    <dgm:effectClrLst/>
    <dgm:txLinClrLst/>
    <dgm:txFillClrLst meth="repeat">
      <a:schemeClr val="tx1"/>
    </dgm:txFillClrLst>
    <dgm:txEffectClrLst/>
  </dgm:styleLbl>
  <dgm:styleLbl name="parChTrans1D2">
    <dgm:fillClrLst meth="repeat">
      <a:schemeClr val="accent2">
        <a:tint val="90000"/>
      </a:schemeClr>
    </dgm:fillClrLst>
    <dgm:linClrLst meth="repeat">
      <a:schemeClr val="accent3"/>
    </dgm:linClrLst>
    <dgm:effectClrLst/>
    <dgm:txLinClrLst/>
    <dgm:txFillClrLst meth="repeat">
      <a:schemeClr val="tx1"/>
    </dgm:txFillClrLst>
    <dgm:txEffectClrLst/>
  </dgm:styleLbl>
  <dgm:styleLbl name="parChTrans1D3">
    <dgm:fillClrLst meth="repeat">
      <a:schemeClr val="accent2">
        <a:tint val="70000"/>
      </a:schemeClr>
    </dgm:fillClrLst>
    <dgm:linClrLst meth="repeat">
      <a:schemeClr val="accent4"/>
    </dgm:linClrLst>
    <dgm:effectClrLst/>
    <dgm:txLinClrLst/>
    <dgm:txFillClrLst meth="repeat">
      <a:schemeClr val="tx1"/>
    </dgm:txFillClrLst>
    <dgm:txEffectClrLst/>
  </dgm:styleLbl>
  <dgm:styleLbl name="parChTrans1D4">
    <dgm:fillClrLst meth="repeat">
      <a:schemeClr val="accent2">
        <a:tint val="50000"/>
      </a:schemeClr>
    </dgm:fillClrLst>
    <dgm:linClrLst meth="repeat">
      <a:schemeClr val="accent5"/>
    </dgm:linClrLst>
    <dgm:effectClrLst/>
    <dgm:txLinClrLst/>
    <dgm:txFillClrLst meth="repeat">
      <a:schemeClr val="tx1"/>
    </dgm:txFillClrLst>
    <dgm:txEffectClrLst/>
  </dgm:styleLbl>
  <dgm:styleLbl name="fgAcc1">
    <dgm:fillClrLst meth="repeat">
      <a:schemeClr val="lt1">
        <a:alpha val="90000"/>
      </a:schemeClr>
    </dgm:fillClrLst>
    <dgm:linClrLst>
      <a:schemeClr val="accent2"/>
      <a:schemeClr val="accent3"/>
    </dgm:linClrLst>
    <dgm:effectClrLst/>
    <dgm:txLinClrLst/>
    <dgm:txFillClrLst meth="repeat">
      <a:schemeClr val="dk1"/>
    </dgm:txFillClrLst>
    <dgm:txEffectClrLst/>
  </dgm:styleLbl>
  <dgm:styleLbl name="conFgAcc1">
    <dgm:fillClrLst meth="repeat">
      <a:schemeClr val="lt1">
        <a:alpha val="90000"/>
      </a:schemeClr>
    </dgm:fillClrLst>
    <dgm:linClrLst>
      <a:schemeClr val="accent2"/>
      <a:schemeClr val="accent3"/>
    </dgm:linClrLst>
    <dgm:effectClrLst/>
    <dgm:txLinClrLst/>
    <dgm:txFillClrLst meth="repeat">
      <a:schemeClr val="dk1"/>
    </dgm:txFillClrLst>
    <dgm:txEffectClrLst/>
  </dgm:styleLbl>
  <dgm:styleLbl name="alignAcc1">
    <dgm:fillClrLst meth="repeat">
      <a:schemeClr val="lt1">
        <a:alpha val="90000"/>
      </a:schemeClr>
    </dgm:fillClrLst>
    <dgm:linClrLst>
      <a:schemeClr val="accent2"/>
      <a:schemeClr val="accent3"/>
    </dgm:linClrLst>
    <dgm:effectClrLst/>
    <dgm:txLinClrLst/>
    <dgm:txFillClrLst meth="repeat">
      <a:schemeClr val="dk1"/>
    </dgm:txFillClrLst>
    <dgm:txEffectClrLst/>
  </dgm:styleLbl>
  <dgm:styleLbl name="trAlignAcc1">
    <dgm:fillClrLst meth="repeat">
      <a:schemeClr val="lt1">
        <a:alpha val="40000"/>
      </a:schemeClr>
    </dgm:fillClrLst>
    <dgm:linClrLst meth="repeat">
      <a:schemeClr val="accent2"/>
    </dgm:linClrLst>
    <dgm:effectClrLst/>
    <dgm:txLinClrLst/>
    <dgm:txFillClrLst meth="repeat">
      <a:schemeClr val="dk1"/>
    </dgm:txFillClrLst>
    <dgm:txEffectClrLst/>
  </dgm:styleLbl>
  <dgm:styleLbl name="bgAcc1">
    <dgm:fillClrLst meth="repeat">
      <a:schemeClr val="lt1">
        <a:alpha val="90000"/>
      </a:schemeClr>
    </dgm:fillClrLst>
    <dgm:linClrLst>
      <a:schemeClr val="accent2"/>
      <a:schemeClr val="accent3"/>
    </dgm:linClrLst>
    <dgm:effectClrLst/>
    <dgm:txLinClrLst/>
    <dgm:txFillClrLst meth="repeat">
      <a:schemeClr val="dk1"/>
    </dgm:txFillClrLst>
    <dgm:txEffectClrLst/>
  </dgm:styleLbl>
  <dgm:styleLbl name="solidFgAcc1">
    <dgm:fillClrLst meth="repeat">
      <a:schemeClr val="lt1"/>
    </dgm:fillClrLst>
    <dgm:linClrLst>
      <a:schemeClr val="accent2"/>
      <a:schemeClr val="accent3"/>
    </dgm:linClrLst>
    <dgm:effectClrLst/>
    <dgm:txLinClrLst/>
    <dgm:txFillClrLst meth="repeat">
      <a:schemeClr val="dk1"/>
    </dgm:txFillClrLst>
    <dgm:txEffectClrLst/>
  </dgm:styleLbl>
  <dgm:styleLbl name="solidAlignAcc1">
    <dgm:fillClrLst meth="repeat">
      <a:schemeClr val="lt1"/>
    </dgm:fillClrLst>
    <dgm:linClrLst>
      <a:schemeClr val="accent2"/>
      <a:schemeClr val="accent3"/>
    </dgm:linClrLst>
    <dgm:effectClrLst/>
    <dgm:txLinClrLst/>
    <dgm:txFillClrLst meth="repeat">
      <a:schemeClr val="dk1"/>
    </dgm:txFillClrLst>
    <dgm:txEffectClrLst/>
  </dgm:styleLbl>
  <dgm:styleLbl name="solidBgAcc1">
    <dgm:fillClrLst meth="repeat">
      <a:schemeClr val="lt1"/>
    </dgm:fillClrLst>
    <dgm:linClrLst>
      <a:schemeClr val="accent2"/>
      <a:schemeClr val="accent3"/>
    </dgm:linClrLst>
    <dgm:effectClrLst/>
    <dgm:txLinClrLst/>
    <dgm:txFillClrLst meth="repeat">
      <a:schemeClr val="dk1"/>
    </dgm:txFillClrLst>
    <dgm:txEffectClrLst/>
  </dgm:styleLbl>
  <dgm:styleLbl name="fgAccFollowNode1">
    <dgm:fillClrLst>
      <a:schemeClr val="accent2">
        <a:tint val="40000"/>
        <a:alpha val="90000"/>
      </a:schemeClr>
      <a:schemeClr val="accent3">
        <a:tint val="40000"/>
        <a:alpha val="90000"/>
      </a:schemeClr>
    </dgm:fillClrLst>
    <dgm:linClrLst>
      <a:schemeClr val="accent2">
        <a:tint val="40000"/>
        <a:alpha val="90000"/>
      </a:schemeClr>
      <a:schemeClr val="accent3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alignAccFollowNode1">
    <dgm:fillClrLst>
      <a:schemeClr val="accent2">
        <a:tint val="40000"/>
        <a:alpha val="90000"/>
      </a:schemeClr>
      <a:schemeClr val="accent3">
        <a:tint val="40000"/>
        <a:alpha val="90000"/>
      </a:schemeClr>
    </dgm:fillClrLst>
    <dgm:linClrLst>
      <a:schemeClr val="accent2">
        <a:tint val="40000"/>
        <a:alpha val="90000"/>
      </a:schemeClr>
      <a:schemeClr val="accent3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bgAccFollowNode1">
    <dgm:fillClrLst>
      <a:schemeClr val="accent2">
        <a:tint val="40000"/>
        <a:alpha val="90000"/>
      </a:schemeClr>
      <a:schemeClr val="accent3">
        <a:tint val="40000"/>
        <a:alpha val="90000"/>
      </a:schemeClr>
    </dgm:fillClrLst>
    <dgm:linClrLst>
      <a:schemeClr val="accent2">
        <a:tint val="40000"/>
        <a:alpha val="90000"/>
      </a:schemeClr>
      <a:schemeClr val="accent3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fgAcc0">
    <dgm:fillClrLst meth="repeat">
      <a:schemeClr val="lt1">
        <a:alpha val="90000"/>
      </a:schemeClr>
    </dgm:fillClrLst>
    <dgm:linClrLst>
      <a:schemeClr val="accent1"/>
    </dgm:linClrLst>
    <dgm:effectClrLst/>
    <dgm:txLinClrLst/>
    <dgm:txFillClrLst meth="repeat">
      <a:schemeClr val="dk1"/>
    </dgm:txFillClrLst>
    <dgm:txEffectClrLst/>
  </dgm:styleLbl>
  <dgm:styleLbl name="fgAcc2">
    <dgm:fillClrLst meth="repeat">
      <a:schemeClr val="lt1">
        <a:alpha val="90000"/>
      </a:schemeClr>
    </dgm:fillClrLst>
    <dgm:linClrLst>
      <a:schemeClr val="accent3"/>
    </dgm:linClrLst>
    <dgm:effectClrLst/>
    <dgm:txLinClrLst/>
    <dgm:txFillClrLst meth="repeat">
      <a:schemeClr val="dk1"/>
    </dgm:txFillClrLst>
    <dgm:txEffectClrLst/>
  </dgm:styleLbl>
  <dgm:styleLbl name="fgAcc3">
    <dgm:fillClrLst meth="repeat">
      <a:schemeClr val="lt1">
        <a:alpha val="90000"/>
      </a:schemeClr>
    </dgm:fillClrLst>
    <dgm:linClrLst>
      <a:schemeClr val="accent4"/>
    </dgm:linClrLst>
    <dgm:effectClrLst/>
    <dgm:txLinClrLst/>
    <dgm:txFillClrLst meth="repeat">
      <a:schemeClr val="dk1"/>
    </dgm:txFillClrLst>
    <dgm:txEffectClrLst/>
  </dgm:styleLbl>
  <dgm:styleLbl name="fgAcc4">
    <dgm:fillClrLst meth="repeat">
      <a:schemeClr val="lt1">
        <a:alpha val="90000"/>
      </a:schemeClr>
    </dgm:fillClrLst>
    <dgm:linClrLst>
      <a:schemeClr val="accent5"/>
    </dgm:linClrLst>
    <dgm:effectClrLst/>
    <dgm:txLinClrLst/>
    <dgm:txFillClrLst meth="repeat">
      <a:schemeClr val="dk1"/>
    </dgm:txFillClrLst>
    <dgm:txEffectClrLst/>
  </dgm:styleLbl>
  <dgm:styleLbl name="bgShp">
    <dgm:fillClrLst meth="repeat">
      <a:schemeClr val="bg1">
        <a:lumMod val="95000"/>
      </a:schemeClr>
    </dgm:fillClrLst>
    <dgm:linClrLst meth="repeat">
      <a:schemeClr val="dk1"/>
    </dgm:linClrLst>
    <dgm:effectClrLst/>
    <dgm:txLinClrLst/>
    <dgm:txFillClrLst meth="repeat">
      <a:schemeClr val="dk1"/>
    </dgm:txFillClrLst>
    <dgm:txEffectClrLst/>
  </dgm:styleLbl>
  <dgm:styleLbl name="dkBgShp">
    <dgm:fillClrLst meth="repeat">
      <a:schemeClr val="accent2">
        <a:shade val="90000"/>
      </a:schemeClr>
    </dgm:fillClrLst>
    <dgm:linClrLst meth="repeat">
      <a:schemeClr val="dk1"/>
    </dgm:linClrLst>
    <dgm:effectClrLst/>
    <dgm:txLinClrLst/>
    <dgm:txFillClrLst meth="repeat">
      <a:schemeClr val="lt1"/>
    </dgm:txFillClrLst>
    <dgm:txEffectClrLst/>
  </dgm:styleLbl>
  <dgm:styleLbl name="trBgShp">
    <dgm:fillClrLst meth="repeat">
      <a:schemeClr val="accent2">
        <a:tint val="50000"/>
        <a:alpha val="40000"/>
      </a:schemeClr>
    </dgm:fillClrLst>
    <dgm:linClrLst meth="repeat">
      <a:schemeClr val="accent2"/>
    </dgm:linClrLst>
    <dgm:effectClrLst/>
    <dgm:txLinClrLst/>
    <dgm:txFillClrLst meth="repeat">
      <a:schemeClr val="lt1"/>
    </dgm:txFillClrLst>
    <dgm:txEffectClrLst/>
  </dgm:styleLbl>
  <dgm:styleLbl name="fgShp">
    <dgm:fillClrLst meth="repeat">
      <a:schemeClr val="accent2">
        <a:tint val="40000"/>
      </a:schemeClr>
    </dgm:fillClrLst>
    <dgm:linClrLst meth="repeat">
      <a:schemeClr val="lt1"/>
    </dgm:linClrLst>
    <dgm:effectClrLst/>
    <dgm:txLinClrLst/>
    <dgm:txFillClrLst meth="repeat">
      <a:schemeClr val="dk1"/>
    </dgm:txFillClrLst>
    <dgm:txEffectClrLst/>
  </dgm:styleLbl>
  <dgm:styleLbl name="revTx">
    <dgm:fillClrLst meth="repeat">
      <a:schemeClr val="lt1">
        <a:alpha val="0"/>
      </a:schemeClr>
    </dgm:fillClrLst>
    <dgm:linClrLst meth="repeat">
      <a:schemeClr val="dk1">
        <a:alpha val="0"/>
      </a:schemeClr>
    </dgm:linClrLst>
    <dgm:effectClrLst/>
    <dgm:txLinClrLst/>
    <dgm:txFillClrLst meth="repeat">
      <a:schemeClr val="tx1"/>
    </dgm:txFillClrLst>
    <dgm:txEffectClrLst/>
  </dgm:styleLbl>
</dgm:colorsDef>
</file>

<file path=ppt/diagrams/colors54.xml><?xml version="1.0" encoding="utf-8"?>
<dgm:colorsDef xmlns:dgm="http://schemas.openxmlformats.org/drawingml/2006/diagram" xmlns:a="http://schemas.openxmlformats.org/drawingml/2006/main" uniqueId="urn:microsoft.com/office/officeart/2018/5/colors/Iconchunking_neutralbg_colorful2">
  <dgm:title val=""/>
  <dgm:desc val=""/>
  <dgm:catLst>
    <dgm:cat type="colorful" pri="10200"/>
  </dgm:catLst>
  <dgm:styleLbl name="node0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node1">
    <dgm:fillClrLst>
      <a:schemeClr val="accent2"/>
      <a:schemeClr val="accent3"/>
    </dgm:fillClrLst>
    <dgm:linClrLst meth="repeat">
      <a:schemeClr val="lt1">
        <a:alpha val="0"/>
      </a:schemeClr>
    </dgm:linClrLst>
    <dgm:effectClrLst/>
    <dgm:txLinClrLst/>
    <dgm:txFillClrLst/>
    <dgm:txEffectClrLst/>
  </dgm:styleLbl>
  <dgm:styleLbl name="alignNode1">
    <dgm:fillClrLst>
      <a:schemeClr val="accent2"/>
      <a:schemeClr val="accent3"/>
    </dgm:fillClrLst>
    <dgm:linClrLst>
      <a:schemeClr val="accent2"/>
      <a:schemeClr val="accent3"/>
    </dgm:linClrLst>
    <dgm:effectClrLst/>
    <dgm:txLinClrLst/>
    <dgm:txFillClrLst/>
    <dgm:txEffectClrLst/>
  </dgm:styleLbl>
  <dgm:styleLbl name="lnNode1">
    <dgm:fillClrLst>
      <a:schemeClr val="accent2"/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vennNode1">
    <dgm:fillClrLst>
      <a:schemeClr val="accent2">
        <a:alpha val="50000"/>
      </a:schemeClr>
      <a:schemeClr val="accent3">
        <a:alpha val="50000"/>
      </a:schemeClr>
    </dgm:fillClrLst>
    <dgm:linClrLst meth="repeat">
      <a:schemeClr val="lt1"/>
    </dgm:linClrLst>
    <dgm:effectClrLst/>
    <dgm:txLinClrLst/>
    <dgm:txFillClrLst/>
    <dgm:txEffectClrLst/>
  </dgm:styleLbl>
  <dgm:styleLbl name="node2">
    <dgm:fillClrLst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node3">
    <dgm:fillClrLst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node4">
    <dgm:fillClrLst>
      <a:schemeClr val="accent5"/>
    </dgm:fillClrLst>
    <dgm:linClrLst meth="repeat">
      <a:schemeClr val="lt1"/>
    </dgm:linClrLst>
    <dgm:effectClrLst/>
    <dgm:txLinClrLst/>
    <dgm:txFillClrLst/>
    <dgm:txEffectClrLst/>
  </dgm:styleLbl>
  <dgm:styleLbl name="fgImgPlace1">
    <dgm:fillClrLst>
      <a:schemeClr val="accent2">
        <a:tint val="50000"/>
      </a:schemeClr>
      <a:schemeClr val="accent3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alignImgPlace1">
    <dgm:fillClrLst>
      <a:schemeClr val="accent2">
        <a:tint val="50000"/>
      </a:schemeClr>
      <a:schemeClr val="accent3">
        <a:tint val="2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bgImgPlace1">
    <dgm:fillClrLst>
      <a:schemeClr val="accent2">
        <a:tint val="50000"/>
      </a:schemeClr>
      <a:schemeClr val="accent3">
        <a:tint val="2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sibTrans2D1">
    <dgm:fillClrLst>
      <a:schemeClr val="accent2"/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fgSibTrans2D1">
    <dgm:fillClrLst>
      <a:schemeClr val="accent2"/>
      <a:schemeClr val="accent3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bgSibTrans2D1">
    <dgm:fillClrLst>
      <a:schemeClr val="accent2"/>
      <a:schemeClr val="accent3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sibTrans1D1">
    <dgm:fillClrLst/>
    <dgm:linClrLst>
      <a:schemeClr val="accent2"/>
      <a:schemeClr val="accent3"/>
    </dgm:linClrLst>
    <dgm:effectClrLst/>
    <dgm:txLinClrLst/>
    <dgm:txFillClrLst meth="repeat">
      <a:schemeClr val="tx1"/>
    </dgm:txFillClrLst>
    <dgm:txEffectClrLst/>
  </dgm:styleLbl>
  <dgm:styleLbl name="callout">
    <dgm:fillClrLst meth="repeat">
      <a:schemeClr val="accent2"/>
    </dgm:fillClrLst>
    <dgm:linClrLst meth="repeat">
      <a:schemeClr val="accent2">
        <a:tint val="50000"/>
      </a:schemeClr>
    </dgm:linClrLst>
    <dgm:effectClrLst/>
    <dgm:txLinClrLst/>
    <dgm:txFillClrLst meth="repeat">
      <a:schemeClr val="tx1"/>
    </dgm:txFillClrLst>
    <dgm:txEffectClrLst/>
  </dgm:styleLbl>
  <dgm:styleLbl name="asst0">
    <dgm:fillClrLst meth="repeat">
      <a:schemeClr val="accent2"/>
    </dgm:fillClrLst>
    <dgm:linClrLst meth="repeat">
      <a:schemeClr val="lt1">
        <a:shade val="80000"/>
      </a:schemeClr>
    </dgm:linClrLst>
    <dgm:effectClrLst/>
    <dgm:txLinClrLst/>
    <dgm:txFillClrLst/>
    <dgm:txEffectClrLst/>
  </dgm:styleLbl>
  <dgm:styleLbl name="asst1">
    <dgm:fillClrLst meth="repeat">
      <a:schemeClr val="accent3"/>
    </dgm:fillClrLst>
    <dgm:linClrLst meth="repeat">
      <a:schemeClr val="lt1">
        <a:shade val="80000"/>
      </a:schemeClr>
    </dgm:linClrLst>
    <dgm:effectClrLst/>
    <dgm:txLinClrLst/>
    <dgm:txFillClrLst/>
    <dgm:txEffectClrLst/>
  </dgm:styleLbl>
  <dgm:styleLbl name="asst2">
    <dgm:fillClrLst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asst3">
    <dgm:fillClrLst>
      <a:schemeClr val="accent5"/>
    </dgm:fillClrLst>
    <dgm:linClrLst meth="repeat">
      <a:schemeClr val="lt1"/>
    </dgm:linClrLst>
    <dgm:effectClrLst/>
    <dgm:txLinClrLst/>
    <dgm:txFillClrLst/>
    <dgm:txEffectClrLst/>
  </dgm:styleLbl>
  <dgm:styleLbl name="asst4">
    <dgm:fillClrLst>
      <a:schemeClr val="accent6"/>
    </dgm:fillClrLst>
    <dgm:linClrLst meth="repeat">
      <a:schemeClr val="lt1"/>
    </dgm:linClrLst>
    <dgm:effectClrLst/>
    <dgm:txLinClrLst/>
    <dgm:txFillClrLst/>
    <dgm:txEffectClrLst/>
  </dgm:styleLbl>
  <dgm:styleLbl name="parChTrans2D1">
    <dgm:fillClrLst meth="repeat">
      <a:schemeClr val="accent2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parChTrans2D2">
    <dgm:fillClrLst meth="repeat"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parChTrans2D3">
    <dgm:fillClrLst meth="repeat"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parChTrans2D4">
    <dgm:fillClrLst meth="repeat">
      <a:schemeClr val="accent5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parChTrans1D1">
    <dgm:fillClrLst meth="repeat">
      <a:schemeClr val="accent2"/>
    </dgm:fillClrLst>
    <dgm:linClrLst meth="repeat">
      <a:schemeClr val="accent2"/>
    </dgm:linClrLst>
    <dgm:effectClrLst/>
    <dgm:txLinClrLst/>
    <dgm:txFillClrLst meth="repeat">
      <a:schemeClr val="tx1"/>
    </dgm:txFillClrLst>
    <dgm:txEffectClrLst/>
  </dgm:styleLbl>
  <dgm:styleLbl name="parChTrans1D2">
    <dgm:fillClrLst meth="repeat">
      <a:schemeClr val="accent2">
        <a:tint val="90000"/>
      </a:schemeClr>
    </dgm:fillClrLst>
    <dgm:linClrLst meth="repeat">
      <a:schemeClr val="accent3"/>
    </dgm:linClrLst>
    <dgm:effectClrLst/>
    <dgm:txLinClrLst/>
    <dgm:txFillClrLst meth="repeat">
      <a:schemeClr val="tx1"/>
    </dgm:txFillClrLst>
    <dgm:txEffectClrLst/>
  </dgm:styleLbl>
  <dgm:styleLbl name="parChTrans1D3">
    <dgm:fillClrLst meth="repeat">
      <a:schemeClr val="accent2">
        <a:tint val="70000"/>
      </a:schemeClr>
    </dgm:fillClrLst>
    <dgm:linClrLst meth="repeat">
      <a:schemeClr val="accent4"/>
    </dgm:linClrLst>
    <dgm:effectClrLst/>
    <dgm:txLinClrLst/>
    <dgm:txFillClrLst meth="repeat">
      <a:schemeClr val="tx1"/>
    </dgm:txFillClrLst>
    <dgm:txEffectClrLst/>
  </dgm:styleLbl>
  <dgm:styleLbl name="parChTrans1D4">
    <dgm:fillClrLst meth="repeat">
      <a:schemeClr val="accent2">
        <a:tint val="50000"/>
      </a:schemeClr>
    </dgm:fillClrLst>
    <dgm:linClrLst meth="repeat">
      <a:schemeClr val="accent5"/>
    </dgm:linClrLst>
    <dgm:effectClrLst/>
    <dgm:txLinClrLst/>
    <dgm:txFillClrLst meth="repeat">
      <a:schemeClr val="tx1"/>
    </dgm:txFillClrLst>
    <dgm:txEffectClrLst/>
  </dgm:styleLbl>
  <dgm:styleLbl name="fgAcc1">
    <dgm:fillClrLst meth="repeat">
      <a:schemeClr val="lt1">
        <a:alpha val="90000"/>
      </a:schemeClr>
    </dgm:fillClrLst>
    <dgm:linClrLst>
      <a:schemeClr val="accent2"/>
      <a:schemeClr val="accent3"/>
    </dgm:linClrLst>
    <dgm:effectClrLst/>
    <dgm:txLinClrLst/>
    <dgm:txFillClrLst meth="repeat">
      <a:schemeClr val="dk1"/>
    </dgm:txFillClrLst>
    <dgm:txEffectClrLst/>
  </dgm:styleLbl>
  <dgm:styleLbl name="conFgAcc1">
    <dgm:fillClrLst meth="repeat">
      <a:schemeClr val="lt1">
        <a:alpha val="90000"/>
      </a:schemeClr>
    </dgm:fillClrLst>
    <dgm:linClrLst>
      <a:schemeClr val="accent2"/>
      <a:schemeClr val="accent3"/>
    </dgm:linClrLst>
    <dgm:effectClrLst/>
    <dgm:txLinClrLst/>
    <dgm:txFillClrLst meth="repeat">
      <a:schemeClr val="dk1"/>
    </dgm:txFillClrLst>
    <dgm:txEffectClrLst/>
  </dgm:styleLbl>
  <dgm:styleLbl name="alignAcc1">
    <dgm:fillClrLst meth="repeat">
      <a:schemeClr val="lt1">
        <a:alpha val="90000"/>
      </a:schemeClr>
    </dgm:fillClrLst>
    <dgm:linClrLst>
      <a:schemeClr val="accent2"/>
      <a:schemeClr val="accent3"/>
    </dgm:linClrLst>
    <dgm:effectClrLst/>
    <dgm:txLinClrLst/>
    <dgm:txFillClrLst meth="repeat">
      <a:schemeClr val="dk1"/>
    </dgm:txFillClrLst>
    <dgm:txEffectClrLst/>
  </dgm:styleLbl>
  <dgm:styleLbl name="trAlignAcc1">
    <dgm:fillClrLst meth="repeat">
      <a:schemeClr val="lt1">
        <a:alpha val="40000"/>
      </a:schemeClr>
    </dgm:fillClrLst>
    <dgm:linClrLst meth="repeat">
      <a:schemeClr val="accent2"/>
    </dgm:linClrLst>
    <dgm:effectClrLst/>
    <dgm:txLinClrLst/>
    <dgm:txFillClrLst meth="repeat">
      <a:schemeClr val="dk1"/>
    </dgm:txFillClrLst>
    <dgm:txEffectClrLst/>
  </dgm:styleLbl>
  <dgm:styleLbl name="bgAcc1">
    <dgm:fillClrLst meth="repeat">
      <a:schemeClr val="lt1">
        <a:alpha val="90000"/>
      </a:schemeClr>
    </dgm:fillClrLst>
    <dgm:linClrLst>
      <a:schemeClr val="accent2"/>
      <a:schemeClr val="accent3"/>
    </dgm:linClrLst>
    <dgm:effectClrLst/>
    <dgm:txLinClrLst/>
    <dgm:txFillClrLst meth="repeat">
      <a:schemeClr val="dk1"/>
    </dgm:txFillClrLst>
    <dgm:txEffectClrLst/>
  </dgm:styleLbl>
  <dgm:styleLbl name="solidFgAcc1">
    <dgm:fillClrLst meth="repeat">
      <a:schemeClr val="lt1"/>
    </dgm:fillClrLst>
    <dgm:linClrLst>
      <a:schemeClr val="accent2"/>
      <a:schemeClr val="accent3"/>
    </dgm:linClrLst>
    <dgm:effectClrLst/>
    <dgm:txLinClrLst/>
    <dgm:txFillClrLst meth="repeat">
      <a:schemeClr val="dk1"/>
    </dgm:txFillClrLst>
    <dgm:txEffectClrLst/>
  </dgm:styleLbl>
  <dgm:styleLbl name="solidAlignAcc1">
    <dgm:fillClrLst meth="repeat">
      <a:schemeClr val="lt1"/>
    </dgm:fillClrLst>
    <dgm:linClrLst>
      <a:schemeClr val="accent2"/>
      <a:schemeClr val="accent3"/>
    </dgm:linClrLst>
    <dgm:effectClrLst/>
    <dgm:txLinClrLst/>
    <dgm:txFillClrLst meth="repeat">
      <a:schemeClr val="dk1"/>
    </dgm:txFillClrLst>
    <dgm:txEffectClrLst/>
  </dgm:styleLbl>
  <dgm:styleLbl name="solidBgAcc1">
    <dgm:fillClrLst meth="repeat">
      <a:schemeClr val="lt1"/>
    </dgm:fillClrLst>
    <dgm:linClrLst>
      <a:schemeClr val="accent2"/>
      <a:schemeClr val="accent3"/>
    </dgm:linClrLst>
    <dgm:effectClrLst/>
    <dgm:txLinClrLst/>
    <dgm:txFillClrLst meth="repeat">
      <a:schemeClr val="dk1"/>
    </dgm:txFillClrLst>
    <dgm:txEffectClrLst/>
  </dgm:styleLbl>
  <dgm:styleLbl name="fgAccFollowNode1">
    <dgm:fillClrLst>
      <a:schemeClr val="accent2">
        <a:tint val="40000"/>
        <a:alpha val="90000"/>
      </a:schemeClr>
      <a:schemeClr val="accent3">
        <a:tint val="40000"/>
        <a:alpha val="90000"/>
      </a:schemeClr>
    </dgm:fillClrLst>
    <dgm:linClrLst>
      <a:schemeClr val="accent2">
        <a:tint val="40000"/>
        <a:alpha val="90000"/>
      </a:schemeClr>
      <a:schemeClr val="accent3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alignAccFollowNode1">
    <dgm:fillClrLst>
      <a:schemeClr val="accent2">
        <a:tint val="40000"/>
        <a:alpha val="90000"/>
      </a:schemeClr>
      <a:schemeClr val="accent3">
        <a:tint val="40000"/>
        <a:alpha val="90000"/>
      </a:schemeClr>
    </dgm:fillClrLst>
    <dgm:linClrLst>
      <a:schemeClr val="accent2">
        <a:tint val="40000"/>
        <a:alpha val="90000"/>
      </a:schemeClr>
      <a:schemeClr val="accent3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bgAccFollowNode1">
    <dgm:fillClrLst>
      <a:schemeClr val="accent2">
        <a:tint val="40000"/>
        <a:alpha val="90000"/>
      </a:schemeClr>
      <a:schemeClr val="accent3">
        <a:tint val="40000"/>
        <a:alpha val="90000"/>
      </a:schemeClr>
    </dgm:fillClrLst>
    <dgm:linClrLst>
      <a:schemeClr val="accent2">
        <a:tint val="40000"/>
        <a:alpha val="90000"/>
      </a:schemeClr>
      <a:schemeClr val="accent3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fgAcc0">
    <dgm:fillClrLst meth="repeat">
      <a:schemeClr val="lt1">
        <a:alpha val="90000"/>
      </a:schemeClr>
    </dgm:fillClrLst>
    <dgm:linClrLst>
      <a:schemeClr val="accent1"/>
    </dgm:linClrLst>
    <dgm:effectClrLst/>
    <dgm:txLinClrLst/>
    <dgm:txFillClrLst meth="repeat">
      <a:schemeClr val="dk1"/>
    </dgm:txFillClrLst>
    <dgm:txEffectClrLst/>
  </dgm:styleLbl>
  <dgm:styleLbl name="fgAcc2">
    <dgm:fillClrLst meth="repeat">
      <a:schemeClr val="lt1">
        <a:alpha val="90000"/>
      </a:schemeClr>
    </dgm:fillClrLst>
    <dgm:linClrLst>
      <a:schemeClr val="accent3"/>
    </dgm:linClrLst>
    <dgm:effectClrLst/>
    <dgm:txLinClrLst/>
    <dgm:txFillClrLst meth="repeat">
      <a:schemeClr val="dk1"/>
    </dgm:txFillClrLst>
    <dgm:txEffectClrLst/>
  </dgm:styleLbl>
  <dgm:styleLbl name="fgAcc3">
    <dgm:fillClrLst meth="repeat">
      <a:schemeClr val="lt1">
        <a:alpha val="90000"/>
      </a:schemeClr>
    </dgm:fillClrLst>
    <dgm:linClrLst>
      <a:schemeClr val="accent4"/>
    </dgm:linClrLst>
    <dgm:effectClrLst/>
    <dgm:txLinClrLst/>
    <dgm:txFillClrLst meth="repeat">
      <a:schemeClr val="dk1"/>
    </dgm:txFillClrLst>
    <dgm:txEffectClrLst/>
  </dgm:styleLbl>
  <dgm:styleLbl name="fgAcc4">
    <dgm:fillClrLst meth="repeat">
      <a:schemeClr val="lt1">
        <a:alpha val="90000"/>
      </a:schemeClr>
    </dgm:fillClrLst>
    <dgm:linClrLst>
      <a:schemeClr val="accent5"/>
    </dgm:linClrLst>
    <dgm:effectClrLst/>
    <dgm:txLinClrLst/>
    <dgm:txFillClrLst meth="repeat">
      <a:schemeClr val="dk1"/>
    </dgm:txFillClrLst>
    <dgm:txEffectClrLst/>
  </dgm:styleLbl>
  <dgm:styleLbl name="bgShp">
    <dgm:fillClrLst meth="repeat">
      <a:schemeClr val="bg1">
        <a:lumMod val="95000"/>
      </a:schemeClr>
    </dgm:fillClrLst>
    <dgm:linClrLst meth="repeat">
      <a:schemeClr val="dk1"/>
    </dgm:linClrLst>
    <dgm:effectClrLst/>
    <dgm:txLinClrLst/>
    <dgm:txFillClrLst meth="repeat">
      <a:schemeClr val="dk1"/>
    </dgm:txFillClrLst>
    <dgm:txEffectClrLst/>
  </dgm:styleLbl>
  <dgm:styleLbl name="dkBgShp">
    <dgm:fillClrLst meth="repeat">
      <a:schemeClr val="accent2">
        <a:shade val="90000"/>
      </a:schemeClr>
    </dgm:fillClrLst>
    <dgm:linClrLst meth="repeat">
      <a:schemeClr val="dk1"/>
    </dgm:linClrLst>
    <dgm:effectClrLst/>
    <dgm:txLinClrLst/>
    <dgm:txFillClrLst meth="repeat">
      <a:schemeClr val="lt1"/>
    </dgm:txFillClrLst>
    <dgm:txEffectClrLst/>
  </dgm:styleLbl>
  <dgm:styleLbl name="trBgShp">
    <dgm:fillClrLst meth="repeat">
      <a:schemeClr val="accent2">
        <a:tint val="50000"/>
        <a:alpha val="40000"/>
      </a:schemeClr>
    </dgm:fillClrLst>
    <dgm:linClrLst meth="repeat">
      <a:schemeClr val="accent2"/>
    </dgm:linClrLst>
    <dgm:effectClrLst/>
    <dgm:txLinClrLst/>
    <dgm:txFillClrLst meth="repeat">
      <a:schemeClr val="lt1"/>
    </dgm:txFillClrLst>
    <dgm:txEffectClrLst/>
  </dgm:styleLbl>
  <dgm:styleLbl name="fgShp">
    <dgm:fillClrLst meth="repeat">
      <a:schemeClr val="accent2">
        <a:tint val="40000"/>
      </a:schemeClr>
    </dgm:fillClrLst>
    <dgm:linClrLst meth="repeat">
      <a:schemeClr val="lt1"/>
    </dgm:linClrLst>
    <dgm:effectClrLst/>
    <dgm:txLinClrLst/>
    <dgm:txFillClrLst meth="repeat">
      <a:schemeClr val="dk1"/>
    </dgm:txFillClrLst>
    <dgm:txEffectClrLst/>
  </dgm:styleLbl>
  <dgm:styleLbl name="revTx">
    <dgm:fillClrLst meth="repeat">
      <a:schemeClr val="lt1">
        <a:alpha val="0"/>
      </a:schemeClr>
    </dgm:fillClrLst>
    <dgm:linClrLst meth="repeat">
      <a:schemeClr val="dk1">
        <a:alpha val="0"/>
      </a:schemeClr>
    </dgm:linClrLst>
    <dgm:effectClrLst/>
    <dgm:txLinClrLst/>
    <dgm:txFillClrLst meth="repeat">
      <a:schemeClr val="tx1"/>
    </dgm:txFillClrLst>
    <dgm:txEffectClrLst/>
  </dgm:styleLbl>
</dgm:colorsDef>
</file>

<file path=ppt/diagrams/colors55.xml><?xml version="1.0" encoding="utf-8"?>
<dgm:colorsDef xmlns:dgm="http://schemas.openxmlformats.org/drawingml/2006/diagram" xmlns:a="http://schemas.openxmlformats.org/drawingml/2006/main" uniqueId="urn:microsoft.com/office/officeart/2018/5/colors/Iconchunking_neutralbg_accent2_2">
  <dgm:title val=""/>
  <dgm:desc val=""/>
  <dgm:catLst>
    <dgm:cat type="accent2" pri="11200"/>
  </dgm:catLst>
  <dgm:styleLbl name="node0">
    <dgm:fillClrLst meth="repeat">
      <a:schemeClr val="accent2"/>
    </dgm:fillClrLst>
    <dgm:linClrLst meth="repeat">
      <a:schemeClr val="lt1"/>
    </dgm:linClrLst>
    <dgm:effectClrLst/>
    <dgm:txLinClrLst/>
    <dgm:txFillClrLst/>
    <dgm:txEffectClrLst/>
  </dgm:styleLbl>
  <dgm:styleLbl name="node1">
    <dgm:fillClrLst meth="repeat">
      <a:schemeClr val="accent2"/>
    </dgm:fillClrLst>
    <dgm:linClrLst meth="repeat">
      <a:schemeClr val="lt1">
        <a:alpha val="0"/>
      </a:schemeClr>
    </dgm:linClrLst>
    <dgm:effectClrLst/>
    <dgm:txLinClrLst/>
    <dgm:txFillClrLst/>
    <dgm:txEffectClrLst/>
  </dgm:styleLbl>
  <dgm:styleLbl name="alignNode1">
    <dgm:fillClrLst meth="repeat">
      <a:schemeClr val="accent2"/>
    </dgm:fillClrLst>
    <dgm:linClrLst meth="repeat">
      <a:schemeClr val="accent2"/>
    </dgm:linClrLst>
    <dgm:effectClrLst/>
    <dgm:txLinClrLst/>
    <dgm:txFillClrLst/>
    <dgm:txEffectClrLst/>
  </dgm:styleLbl>
  <dgm:styleLbl name="lnNode1">
    <dgm:fillClrLst meth="repeat">
      <a:schemeClr val="accent2"/>
    </dgm:fillClrLst>
    <dgm:linClrLst meth="repeat">
      <a:schemeClr val="lt1"/>
    </dgm:linClrLst>
    <dgm:effectClrLst/>
    <dgm:txLinClrLst/>
    <dgm:txFillClrLst/>
    <dgm:txEffectClrLst/>
  </dgm:styleLbl>
  <dgm:styleLbl name="vennNode1">
    <dgm:fillClrLst meth="repeat">
      <a:schemeClr val="accent2">
        <a:alpha val="50000"/>
      </a:schemeClr>
    </dgm:fillClrLst>
    <dgm:linClrLst meth="repeat">
      <a:schemeClr val="lt1"/>
    </dgm:linClrLst>
    <dgm:effectClrLst/>
    <dgm:txLinClrLst/>
    <dgm:txFillClrLst/>
    <dgm:txEffectClrLst/>
  </dgm:styleLbl>
  <dgm:styleLbl name="node2">
    <dgm:fillClrLst meth="repeat">
      <a:schemeClr val="accent2"/>
    </dgm:fillClrLst>
    <dgm:linClrLst meth="repeat">
      <a:schemeClr val="lt1"/>
    </dgm:linClrLst>
    <dgm:effectClrLst/>
    <dgm:txLinClrLst/>
    <dgm:txFillClrLst/>
    <dgm:txEffectClrLst/>
  </dgm:styleLbl>
  <dgm:styleLbl name="node3">
    <dgm:fillClrLst meth="repeat">
      <a:schemeClr val="accent2"/>
    </dgm:fillClrLst>
    <dgm:linClrLst meth="repeat">
      <a:schemeClr val="lt1"/>
    </dgm:linClrLst>
    <dgm:effectClrLst/>
    <dgm:txLinClrLst/>
    <dgm:txFillClrLst/>
    <dgm:txEffectClrLst/>
  </dgm:styleLbl>
  <dgm:styleLbl name="node4">
    <dgm:fillClrLst meth="repeat">
      <a:schemeClr val="accent2"/>
    </dgm:fillClrLst>
    <dgm:linClrLst meth="repeat">
      <a:schemeClr val="lt1"/>
    </dgm:linClrLst>
    <dgm:effectClrLst/>
    <dgm:txLinClrLst/>
    <dgm:txFillClrLst/>
    <dgm:txEffectClrLst/>
  </dgm:styleLbl>
  <dgm:styleLbl name="fgImgPlace1">
    <dgm:fillClrLst meth="repeat">
      <a:schemeClr val="accent2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alignImgPlace1">
    <dgm:fillClrLst meth="repeat">
      <a:schemeClr val="accent2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bgImgPlace1">
    <dgm:fillClrLst meth="repeat">
      <a:schemeClr val="accent2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sibTrans2D1">
    <dgm:fillClrLst meth="repeat">
      <a:schemeClr val="accent2">
        <a:tint val="60000"/>
      </a:schemeClr>
    </dgm:fillClrLst>
    <dgm:linClrLst meth="repeat">
      <a:schemeClr val="accent2">
        <a:tint val="60000"/>
      </a:schemeClr>
    </dgm:linClrLst>
    <dgm:effectClrLst/>
    <dgm:txLinClrLst/>
    <dgm:txFillClrLst/>
    <dgm:txEffectClrLst/>
  </dgm:styleLbl>
  <dgm:styleLbl name="fgSibTrans2D1">
    <dgm:fillClrLst meth="repeat">
      <a:schemeClr val="accent2">
        <a:tint val="60000"/>
      </a:schemeClr>
    </dgm:fillClrLst>
    <dgm:linClrLst meth="repeat">
      <a:schemeClr val="accent2">
        <a:tint val="60000"/>
      </a:schemeClr>
    </dgm:linClrLst>
    <dgm:effectClrLst/>
    <dgm:txLinClrLst/>
    <dgm:txFillClrLst/>
    <dgm:txEffectClrLst/>
  </dgm:styleLbl>
  <dgm:styleLbl name="bgSibTrans2D1">
    <dgm:fillClrLst meth="repeat">
      <a:schemeClr val="accent2">
        <a:tint val="60000"/>
      </a:schemeClr>
    </dgm:fillClrLst>
    <dgm:linClrLst meth="repeat">
      <a:schemeClr val="accent2">
        <a:tint val="60000"/>
      </a:schemeClr>
    </dgm:linClrLst>
    <dgm:effectClrLst/>
    <dgm:txLinClrLst/>
    <dgm:txFillClrLst/>
    <dgm:txEffectClrLst/>
  </dgm:styleLbl>
  <dgm:styleLbl name="sibTrans1D1">
    <dgm:fillClrLst meth="repeat">
      <a:schemeClr val="accent2"/>
    </dgm:fillClrLst>
    <dgm:linClrLst meth="repeat">
      <a:schemeClr val="accent2"/>
    </dgm:linClrLst>
    <dgm:effectClrLst/>
    <dgm:txLinClrLst/>
    <dgm:txFillClrLst meth="repeat">
      <a:schemeClr val="tx1"/>
    </dgm:txFillClrLst>
    <dgm:txEffectClrLst/>
  </dgm:styleLbl>
  <dgm:styleLbl name="callout">
    <dgm:fillClrLst meth="repeat">
      <a:schemeClr val="accent2"/>
    </dgm:fillClrLst>
    <dgm:linClrLst meth="repeat">
      <a:schemeClr val="accent2">
        <a:tint val="50000"/>
      </a:schemeClr>
    </dgm:linClrLst>
    <dgm:effectClrLst/>
    <dgm:txLinClrLst/>
    <dgm:txFillClrLst meth="repeat">
      <a:schemeClr val="tx1"/>
    </dgm:txFillClrLst>
    <dgm:txEffectClrLst/>
  </dgm:styleLbl>
  <dgm:styleLbl name="asst0">
    <dgm:fillClrLst meth="repeat">
      <a:schemeClr val="accent2"/>
    </dgm:fillClrLst>
    <dgm:linClrLst meth="repeat">
      <a:schemeClr val="lt1"/>
    </dgm:linClrLst>
    <dgm:effectClrLst/>
    <dgm:txLinClrLst/>
    <dgm:txFillClrLst/>
    <dgm:txEffectClrLst/>
  </dgm:styleLbl>
  <dgm:styleLbl name="asst1">
    <dgm:fillClrLst meth="repeat">
      <a:schemeClr val="accent2"/>
    </dgm:fillClrLst>
    <dgm:linClrLst meth="repeat">
      <a:schemeClr val="lt1"/>
    </dgm:linClrLst>
    <dgm:effectClrLst/>
    <dgm:txLinClrLst/>
    <dgm:txFillClrLst/>
    <dgm:txEffectClrLst/>
  </dgm:styleLbl>
  <dgm:styleLbl name="asst2">
    <dgm:fillClrLst meth="repeat">
      <a:schemeClr val="accent2"/>
    </dgm:fillClrLst>
    <dgm:linClrLst meth="repeat">
      <a:schemeClr val="lt1"/>
    </dgm:linClrLst>
    <dgm:effectClrLst/>
    <dgm:txLinClrLst/>
    <dgm:txFillClrLst/>
    <dgm:txEffectClrLst/>
  </dgm:styleLbl>
  <dgm:styleLbl name="asst3">
    <dgm:fillClrLst meth="repeat">
      <a:schemeClr val="accent2"/>
    </dgm:fillClrLst>
    <dgm:linClrLst meth="repeat">
      <a:schemeClr val="lt1"/>
    </dgm:linClrLst>
    <dgm:effectClrLst/>
    <dgm:txLinClrLst/>
    <dgm:txFillClrLst/>
    <dgm:txEffectClrLst/>
  </dgm:styleLbl>
  <dgm:styleLbl name="asst4">
    <dgm:fillClrLst meth="repeat">
      <a:schemeClr val="accent2"/>
    </dgm:fillClrLst>
    <dgm:linClrLst meth="repeat">
      <a:schemeClr val="lt1"/>
    </dgm:linClrLst>
    <dgm:effectClrLst/>
    <dgm:txLinClrLst/>
    <dgm:txFillClrLst/>
    <dgm:txEffectClrLst/>
  </dgm:styleLbl>
  <dgm:styleLbl name="parChTrans2D1">
    <dgm:fillClrLst meth="repeat">
      <a:schemeClr val="accent2">
        <a:tint val="60000"/>
      </a:schemeClr>
    </dgm:fillClrLst>
    <dgm:linClrLst meth="repeat">
      <a:schemeClr val="accent2">
        <a:tint val="60000"/>
      </a:schemeClr>
    </dgm:linClrLst>
    <dgm:effectClrLst/>
    <dgm:txLinClrLst/>
    <dgm:txFillClrLst meth="repeat">
      <a:schemeClr val="lt1"/>
    </dgm:txFillClrLst>
    <dgm:txEffectClrLst/>
  </dgm:styleLbl>
  <dgm:styleLbl name="parChTrans2D2">
    <dgm:fillClrLst meth="repeat">
      <a:schemeClr val="accent2"/>
    </dgm:fillClrLst>
    <dgm:linClrLst meth="repeat">
      <a:schemeClr val="accent2"/>
    </dgm:linClrLst>
    <dgm:effectClrLst/>
    <dgm:txLinClrLst/>
    <dgm:txFillClrLst meth="repeat">
      <a:schemeClr val="lt1"/>
    </dgm:txFillClrLst>
    <dgm:txEffectClrLst/>
  </dgm:styleLbl>
  <dgm:styleLbl name="parChTrans2D3">
    <dgm:fillClrLst meth="repeat">
      <a:schemeClr val="accent2"/>
    </dgm:fillClrLst>
    <dgm:linClrLst meth="repeat">
      <a:schemeClr val="accent2"/>
    </dgm:linClrLst>
    <dgm:effectClrLst/>
    <dgm:txLinClrLst/>
    <dgm:txFillClrLst meth="repeat">
      <a:schemeClr val="lt1"/>
    </dgm:txFillClrLst>
    <dgm:txEffectClrLst/>
  </dgm:styleLbl>
  <dgm:styleLbl name="parChTrans2D4">
    <dgm:fillClrLst meth="repeat">
      <a:schemeClr val="accent2"/>
    </dgm:fillClrLst>
    <dgm:linClrLst meth="repeat">
      <a:schemeClr val="accent2"/>
    </dgm:linClrLst>
    <dgm:effectClrLst/>
    <dgm:txLinClrLst/>
    <dgm:txFillClrLst meth="repeat">
      <a:schemeClr val="lt1"/>
    </dgm:txFillClrLst>
    <dgm:txEffectClrLst/>
  </dgm:styleLbl>
  <dgm:styleLbl name="parChTrans1D1">
    <dgm:fillClrLst meth="repeat">
      <a:schemeClr val="accent2"/>
    </dgm:fillClrLst>
    <dgm:linClrLst meth="repeat">
      <a:schemeClr val="accent2">
        <a:shade val="60000"/>
      </a:schemeClr>
    </dgm:linClrLst>
    <dgm:effectClrLst/>
    <dgm:txLinClrLst/>
    <dgm:txFillClrLst meth="repeat">
      <a:schemeClr val="tx1"/>
    </dgm:txFillClrLst>
    <dgm:txEffectClrLst/>
  </dgm:styleLbl>
  <dgm:styleLbl name="parChTrans1D2">
    <dgm:fillClrLst meth="repeat">
      <a:schemeClr val="accent2"/>
    </dgm:fillClrLst>
    <dgm:linClrLst meth="repeat">
      <a:schemeClr val="accent2">
        <a:shade val="60000"/>
      </a:schemeClr>
    </dgm:linClrLst>
    <dgm:effectClrLst/>
    <dgm:txLinClrLst/>
    <dgm:txFillClrLst meth="repeat">
      <a:schemeClr val="tx1"/>
    </dgm:txFillClrLst>
    <dgm:txEffectClrLst/>
  </dgm:styleLbl>
  <dgm:styleLbl name="parChTrans1D3">
    <dgm:fillClrLst meth="repeat">
      <a:schemeClr val="accent2"/>
    </dgm:fillClrLst>
    <dgm:linClrLst meth="repeat">
      <a:schemeClr val="accent2">
        <a:shade val="80000"/>
      </a:schemeClr>
    </dgm:linClrLst>
    <dgm:effectClrLst/>
    <dgm:txLinClrLst/>
    <dgm:txFillClrLst meth="repeat">
      <a:schemeClr val="tx1"/>
    </dgm:txFillClrLst>
    <dgm:txEffectClrLst/>
  </dgm:styleLbl>
  <dgm:styleLbl name="parChTrans1D4">
    <dgm:fillClrLst meth="repeat">
      <a:schemeClr val="accent2"/>
    </dgm:fillClrLst>
    <dgm:linClrLst meth="repeat">
      <a:schemeClr val="accent2">
        <a:shade val="80000"/>
      </a:schemeClr>
    </dgm:linClrLst>
    <dgm:effectClrLst/>
    <dgm:txLinClrLst/>
    <dgm:txFillClrLst meth="repeat">
      <a:schemeClr val="tx1"/>
    </dgm:txFillClrLst>
    <dgm:txEffectClrLst/>
  </dgm:styleLbl>
  <dgm:styleLbl name="fgAcc1">
    <dgm:fillClrLst meth="repeat">
      <a:schemeClr val="lt1">
        <a:alpha val="90000"/>
      </a:schemeClr>
    </dgm:fillClrLst>
    <dgm:linClrLst meth="repeat">
      <a:schemeClr val="accent2"/>
    </dgm:linClrLst>
    <dgm:effectClrLst/>
    <dgm:txLinClrLst/>
    <dgm:txFillClrLst meth="repeat">
      <a:schemeClr val="dk1"/>
    </dgm:txFillClrLst>
    <dgm:txEffectClrLst/>
  </dgm:styleLbl>
  <dgm:styleLbl name="conFgAcc1">
    <dgm:fillClrLst meth="repeat">
      <a:schemeClr val="lt1">
        <a:alpha val="90000"/>
      </a:schemeClr>
    </dgm:fillClrLst>
    <dgm:linClrLst meth="repeat">
      <a:schemeClr val="accent2"/>
    </dgm:linClrLst>
    <dgm:effectClrLst/>
    <dgm:txLinClrLst/>
    <dgm:txFillClrLst meth="repeat">
      <a:schemeClr val="dk1"/>
    </dgm:txFillClrLst>
    <dgm:txEffectClrLst/>
  </dgm:styleLbl>
  <dgm:styleLbl name="alignAcc1">
    <dgm:fillClrLst meth="repeat">
      <a:schemeClr val="lt1">
        <a:alpha val="90000"/>
      </a:schemeClr>
    </dgm:fillClrLst>
    <dgm:linClrLst meth="repeat">
      <a:schemeClr val="accent2"/>
    </dgm:linClrLst>
    <dgm:effectClrLst/>
    <dgm:txLinClrLst/>
    <dgm:txFillClrLst meth="repeat">
      <a:schemeClr val="dk1"/>
    </dgm:txFillClrLst>
    <dgm:txEffectClrLst/>
  </dgm:styleLbl>
  <dgm:styleLbl name="trAlignAcc1">
    <dgm:fillClrLst meth="repeat">
      <a:schemeClr val="lt1">
        <a:alpha val="40000"/>
      </a:schemeClr>
    </dgm:fillClrLst>
    <dgm:linClrLst meth="repeat">
      <a:schemeClr val="accent2"/>
    </dgm:linClrLst>
    <dgm:effectClrLst/>
    <dgm:txLinClrLst/>
    <dgm:txFillClrLst meth="repeat">
      <a:schemeClr val="dk1"/>
    </dgm:txFillClrLst>
    <dgm:txEffectClrLst/>
  </dgm:styleLbl>
  <dgm:styleLbl name="bgAcc1">
    <dgm:fillClrLst meth="repeat">
      <a:schemeClr val="lt1">
        <a:alpha val="90000"/>
      </a:schemeClr>
    </dgm:fillClrLst>
    <dgm:linClrLst meth="repeat">
      <a:schemeClr val="accent2"/>
    </dgm:linClrLst>
    <dgm:effectClrLst/>
    <dgm:txLinClrLst/>
    <dgm:txFillClrLst meth="repeat">
      <a:schemeClr val="dk1"/>
    </dgm:txFillClrLst>
    <dgm:txEffectClrLst/>
  </dgm:styleLbl>
  <dgm:styleLbl name="solidFgAcc1">
    <dgm:fillClrLst meth="repeat">
      <a:schemeClr val="lt1"/>
    </dgm:fillClrLst>
    <dgm:linClrLst meth="repeat">
      <a:schemeClr val="accent2"/>
    </dgm:linClrLst>
    <dgm:effectClrLst/>
    <dgm:txLinClrLst/>
    <dgm:txFillClrLst meth="repeat">
      <a:schemeClr val="dk1"/>
    </dgm:txFillClrLst>
    <dgm:txEffectClrLst/>
  </dgm:styleLbl>
  <dgm:styleLbl name="solidAlignAcc1">
    <dgm:fillClrLst meth="repeat">
      <a:schemeClr val="lt1"/>
    </dgm:fillClrLst>
    <dgm:linClrLst meth="repeat">
      <a:schemeClr val="accent2"/>
    </dgm:linClrLst>
    <dgm:effectClrLst/>
    <dgm:txLinClrLst/>
    <dgm:txFillClrLst meth="repeat">
      <a:schemeClr val="dk1"/>
    </dgm:txFillClrLst>
    <dgm:txEffectClrLst/>
  </dgm:styleLbl>
  <dgm:styleLbl name="solidBgAcc1">
    <dgm:fillClrLst meth="repeat">
      <a:schemeClr val="lt1"/>
    </dgm:fillClrLst>
    <dgm:linClrLst meth="repeat">
      <a:schemeClr val="accent2"/>
    </dgm:linClrLst>
    <dgm:effectClrLst/>
    <dgm:txLinClrLst/>
    <dgm:txFillClrLst meth="repeat">
      <a:schemeClr val="dk1"/>
    </dgm:txFillClrLst>
    <dgm:txEffectClrLst/>
  </dgm:styleLbl>
  <dgm:styleLbl name="fgAccFollowNode1">
    <dgm:fillClrLst meth="repeat">
      <a:schemeClr val="accent2">
        <a:alpha val="90000"/>
        <a:tint val="40000"/>
      </a:schemeClr>
    </dgm:fillClrLst>
    <dgm:linClrLst meth="repeat">
      <a:schemeClr val="accent2">
        <a:alpha val="90000"/>
        <a:tint val="40000"/>
      </a:schemeClr>
    </dgm:linClrLst>
    <dgm:effectClrLst/>
    <dgm:txLinClrLst/>
    <dgm:txFillClrLst meth="repeat">
      <a:schemeClr val="dk1"/>
    </dgm:txFillClrLst>
    <dgm:txEffectClrLst/>
  </dgm:styleLbl>
  <dgm:styleLbl name="alignAccFollowNode1">
    <dgm:fillClrLst meth="repeat">
      <a:schemeClr val="accent2">
        <a:alpha val="90000"/>
        <a:tint val="40000"/>
      </a:schemeClr>
    </dgm:fillClrLst>
    <dgm:linClrLst meth="repeat">
      <a:schemeClr val="accent2">
        <a:alpha val="90000"/>
        <a:tint val="40000"/>
      </a:schemeClr>
    </dgm:linClrLst>
    <dgm:effectClrLst/>
    <dgm:txLinClrLst/>
    <dgm:txFillClrLst meth="repeat">
      <a:schemeClr val="dk1"/>
    </dgm:txFillClrLst>
    <dgm:txEffectClrLst/>
  </dgm:styleLbl>
  <dgm:styleLbl name="bgAccFollowNode1">
    <dgm:fillClrLst meth="repeat">
      <a:schemeClr val="accent2">
        <a:alpha val="90000"/>
        <a:tint val="40000"/>
      </a:schemeClr>
    </dgm:fillClrLst>
    <dgm:linClrLst meth="repeat">
      <a:schemeClr val="accent2">
        <a:alpha val="90000"/>
        <a:tint val="40000"/>
      </a:schemeClr>
    </dgm:linClrLst>
    <dgm:effectClrLst/>
    <dgm:txLinClrLst/>
    <dgm:txFillClrLst meth="repeat">
      <a:schemeClr val="dk1"/>
    </dgm:txFillClrLst>
    <dgm:txEffectClrLst/>
  </dgm:styleLbl>
  <dgm:styleLbl name="fgAcc0">
    <dgm:fillClrLst meth="repeat">
      <a:schemeClr val="lt1">
        <a:alpha val="90000"/>
      </a:schemeClr>
    </dgm:fillClrLst>
    <dgm:linClrLst meth="repeat">
      <a:schemeClr val="accent2"/>
    </dgm:linClrLst>
    <dgm:effectClrLst/>
    <dgm:txLinClrLst/>
    <dgm:txFillClrLst meth="repeat">
      <a:schemeClr val="dk1"/>
    </dgm:txFillClrLst>
    <dgm:txEffectClrLst/>
  </dgm:styleLbl>
  <dgm:styleLbl name="fgAcc2">
    <dgm:fillClrLst meth="repeat">
      <a:schemeClr val="lt1">
        <a:alpha val="90000"/>
      </a:schemeClr>
    </dgm:fillClrLst>
    <dgm:linClrLst meth="repeat">
      <a:schemeClr val="accent2"/>
    </dgm:linClrLst>
    <dgm:effectClrLst/>
    <dgm:txLinClrLst/>
    <dgm:txFillClrLst meth="repeat">
      <a:schemeClr val="dk1"/>
    </dgm:txFillClrLst>
    <dgm:txEffectClrLst/>
  </dgm:styleLbl>
  <dgm:styleLbl name="fgAcc3">
    <dgm:fillClrLst meth="repeat">
      <a:schemeClr val="lt1">
        <a:alpha val="90000"/>
      </a:schemeClr>
    </dgm:fillClrLst>
    <dgm:linClrLst meth="repeat">
      <a:schemeClr val="accent2"/>
    </dgm:linClrLst>
    <dgm:effectClrLst/>
    <dgm:txLinClrLst/>
    <dgm:txFillClrLst meth="repeat">
      <a:schemeClr val="dk1"/>
    </dgm:txFillClrLst>
    <dgm:txEffectClrLst/>
  </dgm:styleLbl>
  <dgm:styleLbl name="fgAcc4">
    <dgm:fillClrLst meth="repeat">
      <a:schemeClr val="lt1">
        <a:alpha val="90000"/>
      </a:schemeClr>
    </dgm:fillClrLst>
    <dgm:linClrLst meth="repeat">
      <a:schemeClr val="accent2"/>
    </dgm:linClrLst>
    <dgm:effectClrLst/>
    <dgm:txLinClrLst/>
    <dgm:txFillClrLst meth="repeat">
      <a:schemeClr val="dk1"/>
    </dgm:txFillClrLst>
    <dgm:txEffectClrLst/>
  </dgm:styleLbl>
  <dgm:styleLbl name="bgShp">
    <dgm:fillClrLst meth="repeat">
      <a:schemeClr val="bg1">
        <a:lumMod val="95000"/>
      </a:schemeClr>
    </dgm:fillClrLst>
    <dgm:linClrLst meth="repeat">
      <a:schemeClr val="accent2"/>
    </dgm:linClrLst>
    <dgm:effectClrLst/>
    <dgm:txLinClrLst/>
    <dgm:txFillClrLst meth="repeat">
      <a:schemeClr val="dk1"/>
    </dgm:txFillClrLst>
    <dgm:txEffectClrLst/>
  </dgm:styleLbl>
  <dgm:styleLbl name="dkBgShp">
    <dgm:fillClrLst meth="repeat">
      <a:schemeClr val="accent2">
        <a:shade val="80000"/>
      </a:schemeClr>
    </dgm:fillClrLst>
    <dgm:linClrLst meth="repeat">
      <a:schemeClr val="accent2"/>
    </dgm:linClrLst>
    <dgm:effectClrLst/>
    <dgm:txLinClrLst/>
    <dgm:txFillClrLst meth="repeat">
      <a:schemeClr val="lt1"/>
    </dgm:txFillClrLst>
    <dgm:txEffectClrLst/>
  </dgm:styleLbl>
  <dgm:styleLbl name="trBgShp">
    <dgm:fillClrLst meth="repeat">
      <a:schemeClr val="accent2">
        <a:tint val="50000"/>
        <a:alpha val="40000"/>
      </a:schemeClr>
    </dgm:fillClrLst>
    <dgm:linClrLst meth="repeat">
      <a:schemeClr val="accent2"/>
    </dgm:linClrLst>
    <dgm:effectClrLst/>
    <dgm:txLinClrLst/>
    <dgm:txFillClrLst meth="repeat">
      <a:schemeClr val="lt1"/>
    </dgm:txFillClrLst>
    <dgm:txEffectClrLst/>
  </dgm:styleLbl>
  <dgm:styleLbl name="fgShp">
    <dgm:fillClrLst meth="repeat">
      <a:schemeClr val="accent2">
        <a:tint val="60000"/>
      </a:schemeClr>
    </dgm:fillClrLst>
    <dgm:linClrLst meth="repeat">
      <a:schemeClr val="lt1"/>
    </dgm:linClrLst>
    <dgm:effectClrLst/>
    <dgm:txLinClrLst/>
    <dgm:txFillClrLst meth="repeat">
      <a:schemeClr val="dk1"/>
    </dgm:txFillClrLst>
    <dgm:txEffectClrLst/>
  </dgm:styleLbl>
  <dgm:styleLbl name="revTx">
    <dgm:fillClrLst meth="repeat">
      <a:schemeClr val="lt1">
        <a:alpha val="0"/>
      </a:schemeClr>
    </dgm:fillClrLst>
    <dgm:linClrLst meth="repeat">
      <a:schemeClr val="dk1">
        <a:alpha val="0"/>
      </a:schemeClr>
    </dgm:linClrLst>
    <dgm:effectClrLst/>
    <dgm:txLinClrLst/>
    <dgm:txFillClrLst meth="repeat">
      <a:schemeClr val="tx1"/>
    </dgm:txFillClrLst>
    <dgm:txEffectClrLst/>
  </dgm:styleLbl>
</dgm:colorsDef>
</file>

<file path=ppt/diagrams/colors56.xml><?xml version="1.0" encoding="utf-8"?>
<dgm:colorsDef xmlns:dgm="http://schemas.openxmlformats.org/drawingml/2006/diagram" xmlns:a="http://schemas.openxmlformats.org/drawingml/2006/main" uniqueId="urn:microsoft.com/office/officeart/2005/8/colors/accent1_2">
  <dgm:title val=""/>
  <dgm:desc val=""/>
  <dgm:catLst>
    <dgm:cat type="accent1" pri="11200"/>
  </dgm:catLst>
  <dgm:styleLbl name="node0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lignNode1">
    <dgm:fillClrLst meth="repeat">
      <a:schemeClr val="accent1"/>
    </dgm:fillClrLst>
    <dgm:linClrLst meth="repeat">
      <a:schemeClr val="accent1"/>
    </dgm:linClrLst>
    <dgm:effectClrLst/>
    <dgm:txLinClrLst/>
    <dgm:txFillClrLst/>
    <dgm:txEffectClrLst/>
  </dgm:styleLbl>
  <dgm:styleLbl name="node1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lnNode1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vennNode1">
    <dgm:fillClrLst meth="repeat">
      <a:schemeClr val="accent1">
        <a:alpha val="50000"/>
      </a:schemeClr>
    </dgm:fillClrLst>
    <dgm:linClrLst meth="repeat">
      <a:schemeClr val="lt1"/>
    </dgm:linClrLst>
    <dgm:effectClrLst/>
    <dgm:txLinClrLst/>
    <dgm:txFillClrLst/>
    <dgm:txEffectClrLst/>
  </dgm:styleLbl>
  <dgm:styleLbl name="node2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node3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node4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fgImgPlace1">
    <dgm:fillClrLst meth="repeat">
      <a:schemeClr val="accent1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alignImgPlace1">
    <dgm:fillClrLst meth="repeat">
      <a:schemeClr val="accent1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bgImgPlace1">
    <dgm:fillClrLst meth="repeat">
      <a:schemeClr val="accent1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sibTrans2D1">
    <dgm:fillClrLst meth="repeat">
      <a:schemeClr val="accent1">
        <a:tint val="60000"/>
      </a:schemeClr>
    </dgm:fillClrLst>
    <dgm:linClrLst meth="repeat">
      <a:schemeClr val="accent1">
        <a:tint val="60000"/>
      </a:schemeClr>
    </dgm:linClrLst>
    <dgm:effectClrLst/>
    <dgm:txLinClrLst/>
    <dgm:txFillClrLst/>
    <dgm:txEffectClrLst/>
  </dgm:styleLbl>
  <dgm:styleLbl name="fgSibTrans2D1">
    <dgm:fillClrLst meth="repeat">
      <a:schemeClr val="accent1">
        <a:tint val="60000"/>
      </a:schemeClr>
    </dgm:fillClrLst>
    <dgm:linClrLst meth="repeat">
      <a:schemeClr val="accent1">
        <a:tint val="60000"/>
      </a:schemeClr>
    </dgm:linClrLst>
    <dgm:effectClrLst/>
    <dgm:txLinClrLst/>
    <dgm:txFillClrLst/>
    <dgm:txEffectClrLst/>
  </dgm:styleLbl>
  <dgm:styleLbl name="bgSibTrans2D1">
    <dgm:fillClrLst meth="repeat">
      <a:schemeClr val="accent1">
        <a:tint val="60000"/>
      </a:schemeClr>
    </dgm:fillClrLst>
    <dgm:linClrLst meth="repeat">
      <a:schemeClr val="accent1">
        <a:tint val="60000"/>
      </a:schemeClr>
    </dgm:linClrLst>
    <dgm:effectClrLst/>
    <dgm:txLinClrLst/>
    <dgm:txFillClrLst/>
    <dgm:txEffectClrLst/>
  </dgm:styleLbl>
  <dgm:styleLbl name="sibTrans1D1">
    <dgm:fillClrLst meth="repeat">
      <a:schemeClr val="accent1"/>
    </dgm:fillClrLst>
    <dgm:linClrLst meth="repeat">
      <a:schemeClr val="accent1"/>
    </dgm:linClrLst>
    <dgm:effectClrLst/>
    <dgm:txLinClrLst/>
    <dgm:txFillClrLst meth="repeat">
      <a:schemeClr val="tx1"/>
    </dgm:txFillClrLst>
    <dgm:txEffectClrLst/>
  </dgm:styleLbl>
  <dgm:styleLbl name="callout">
    <dgm:fillClrLst meth="repeat">
      <a:schemeClr val="accent1"/>
    </dgm:fillClrLst>
    <dgm:linClrLst meth="repeat">
      <a:schemeClr val="accent1">
        <a:tint val="50000"/>
      </a:schemeClr>
    </dgm:linClrLst>
    <dgm:effectClrLst/>
    <dgm:txLinClrLst/>
    <dgm:txFillClrLst meth="repeat">
      <a:schemeClr val="tx1"/>
    </dgm:txFillClrLst>
    <dgm:txEffectClrLst/>
  </dgm:styleLbl>
  <dgm:styleLbl name="asst0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sst1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sst2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sst3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sst4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parChTrans2D1">
    <dgm:fillClrLst meth="repeat">
      <a:schemeClr val="accent1">
        <a:tint val="60000"/>
      </a:schemeClr>
    </dgm:fillClrLst>
    <dgm:linClrLst meth="repeat">
      <a:schemeClr val="accent1">
        <a:tint val="60000"/>
      </a:schemeClr>
    </dgm:linClrLst>
    <dgm:effectClrLst/>
    <dgm:txLinClrLst/>
    <dgm:txFillClrLst meth="repeat">
      <a:schemeClr val="lt1"/>
    </dgm:txFillClrLst>
    <dgm:txEffectClrLst/>
  </dgm:styleLbl>
  <dgm:styleLbl name="parChTrans2D2">
    <dgm:fillClrLst meth="repeat">
      <a:schemeClr val="accent1"/>
    </dgm:fillClrLst>
    <dgm:linClrLst meth="repeat">
      <a:schemeClr val="accent1"/>
    </dgm:linClrLst>
    <dgm:effectClrLst/>
    <dgm:txLinClrLst/>
    <dgm:txFillClrLst meth="repeat">
      <a:schemeClr val="lt1"/>
    </dgm:txFillClrLst>
    <dgm:txEffectClrLst/>
  </dgm:styleLbl>
  <dgm:styleLbl name="parChTrans2D3">
    <dgm:fillClrLst meth="repeat">
      <a:schemeClr val="accent1"/>
    </dgm:fillClrLst>
    <dgm:linClrLst meth="repeat">
      <a:schemeClr val="accent1"/>
    </dgm:linClrLst>
    <dgm:effectClrLst/>
    <dgm:txLinClrLst/>
    <dgm:txFillClrLst meth="repeat">
      <a:schemeClr val="lt1"/>
    </dgm:txFillClrLst>
    <dgm:txEffectClrLst/>
  </dgm:styleLbl>
  <dgm:styleLbl name="parChTrans2D4">
    <dgm:fillClrLst meth="repeat">
      <a:schemeClr val="accent1"/>
    </dgm:fillClrLst>
    <dgm:linClrLst meth="repeat">
      <a:schemeClr val="accent1"/>
    </dgm:linClrLst>
    <dgm:effectClrLst/>
    <dgm:txLinClrLst/>
    <dgm:txFillClrLst meth="repeat">
      <a:schemeClr val="lt1"/>
    </dgm:txFillClrLst>
    <dgm:txEffectClrLst/>
  </dgm:styleLbl>
  <dgm:styleLbl name="parChTrans1D1">
    <dgm:fillClrLst meth="repeat">
      <a:schemeClr val="accent1"/>
    </dgm:fillClrLst>
    <dgm:linClrLst meth="repeat">
      <a:schemeClr val="accent1">
        <a:shade val="60000"/>
      </a:schemeClr>
    </dgm:linClrLst>
    <dgm:effectClrLst/>
    <dgm:txLinClrLst/>
    <dgm:txFillClrLst meth="repeat">
      <a:schemeClr val="tx1"/>
    </dgm:txFillClrLst>
    <dgm:txEffectClrLst/>
  </dgm:styleLbl>
  <dgm:styleLbl name="parChTrans1D2">
    <dgm:fillClrLst meth="repeat">
      <a:schemeClr val="accent1"/>
    </dgm:fillClrLst>
    <dgm:linClrLst meth="repeat">
      <a:schemeClr val="accent1">
        <a:shade val="60000"/>
      </a:schemeClr>
    </dgm:linClrLst>
    <dgm:effectClrLst/>
    <dgm:txLinClrLst/>
    <dgm:txFillClrLst meth="repeat">
      <a:schemeClr val="tx1"/>
    </dgm:txFillClrLst>
    <dgm:txEffectClrLst/>
  </dgm:styleLbl>
  <dgm:styleLbl name="parChTrans1D3">
    <dgm:fillClrLst meth="repeat">
      <a:schemeClr val="accent1"/>
    </dgm:fillClrLst>
    <dgm:linClrLst meth="repeat">
      <a:schemeClr val="accent1">
        <a:shade val="80000"/>
      </a:schemeClr>
    </dgm:linClrLst>
    <dgm:effectClrLst/>
    <dgm:txLinClrLst/>
    <dgm:txFillClrLst meth="repeat">
      <a:schemeClr val="tx1"/>
    </dgm:txFillClrLst>
    <dgm:txEffectClrLst/>
  </dgm:styleLbl>
  <dgm:styleLbl name="parChTrans1D4">
    <dgm:fillClrLst meth="repeat">
      <a:schemeClr val="accent1"/>
    </dgm:fillClrLst>
    <dgm:linClrLst meth="repeat">
      <a:schemeClr val="accent1">
        <a:shade val="80000"/>
      </a:schemeClr>
    </dgm:linClrLst>
    <dgm:effectClrLst/>
    <dgm:txLinClrLst/>
    <dgm:txFillClrLst meth="repeat">
      <a:schemeClr val="tx1"/>
    </dgm:txFillClrLst>
    <dgm:txEffectClrLst/>
  </dgm:styleLbl>
  <dgm:styleLbl name="fgAcc1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conFgAcc1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alignAcc1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trAlignAcc1">
    <dgm:fillClrLst meth="repeat">
      <a:schemeClr val="lt1">
        <a:alpha val="4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bgAcc1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solidFgAcc1">
    <dgm:fillClrLst meth="repeat">
      <a:schemeClr val="lt1"/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solidAlignAcc1">
    <dgm:fillClrLst meth="repeat">
      <a:schemeClr val="lt1"/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solidBgAcc1">
    <dgm:fillClrLst meth="repeat">
      <a:schemeClr val="lt1"/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fgAccFollowNode1">
    <dgm:fillClrLst meth="repeat">
      <a:schemeClr val="accent1">
        <a:alpha val="90000"/>
        <a:tint val="40000"/>
      </a:schemeClr>
    </dgm:fillClrLst>
    <dgm:linClrLst meth="repeat">
      <a:schemeClr val="accent1">
        <a:alpha val="90000"/>
        <a:tint val="40000"/>
      </a:schemeClr>
    </dgm:linClrLst>
    <dgm:effectClrLst/>
    <dgm:txLinClrLst/>
    <dgm:txFillClrLst meth="repeat">
      <a:schemeClr val="dk1"/>
    </dgm:txFillClrLst>
    <dgm:txEffectClrLst/>
  </dgm:styleLbl>
  <dgm:styleLbl name="alignAccFollowNode1">
    <dgm:fillClrLst meth="repeat">
      <a:schemeClr val="accent1">
        <a:alpha val="90000"/>
        <a:tint val="40000"/>
      </a:schemeClr>
    </dgm:fillClrLst>
    <dgm:linClrLst meth="repeat">
      <a:schemeClr val="accent1">
        <a:alpha val="90000"/>
        <a:tint val="40000"/>
      </a:schemeClr>
    </dgm:linClrLst>
    <dgm:effectClrLst/>
    <dgm:txLinClrLst/>
    <dgm:txFillClrLst meth="repeat">
      <a:schemeClr val="dk1"/>
    </dgm:txFillClrLst>
    <dgm:txEffectClrLst/>
  </dgm:styleLbl>
  <dgm:styleLbl name="bgAccFollowNode1">
    <dgm:fillClrLst meth="repeat">
      <a:schemeClr val="accent1">
        <a:alpha val="90000"/>
        <a:tint val="40000"/>
      </a:schemeClr>
    </dgm:fillClrLst>
    <dgm:linClrLst meth="repeat">
      <a:schemeClr val="accent1">
        <a:alpha val="90000"/>
        <a:tint val="40000"/>
      </a:schemeClr>
    </dgm:linClrLst>
    <dgm:effectClrLst/>
    <dgm:txLinClrLst/>
    <dgm:txFillClrLst meth="repeat">
      <a:schemeClr val="dk1"/>
    </dgm:txFillClrLst>
    <dgm:txEffectClrLst/>
  </dgm:styleLbl>
  <dgm:styleLbl name="fgAcc0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fgAcc2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fgAcc3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fgAcc4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bgShp">
    <dgm:fillClrLst meth="repeat">
      <a:schemeClr val="accent1">
        <a:tint val="4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dkBgShp">
    <dgm:fillClrLst meth="repeat">
      <a:schemeClr val="accent1">
        <a:shade val="80000"/>
      </a:schemeClr>
    </dgm:fillClrLst>
    <dgm:linClrLst meth="repeat">
      <a:schemeClr val="accent1"/>
    </dgm:linClrLst>
    <dgm:effectClrLst/>
    <dgm:txLinClrLst/>
    <dgm:txFillClrLst meth="repeat">
      <a:schemeClr val="lt1"/>
    </dgm:txFillClrLst>
    <dgm:txEffectClrLst/>
  </dgm:styleLbl>
  <dgm:styleLbl name="trBgShp">
    <dgm:fillClrLst meth="repeat">
      <a:schemeClr val="accent1">
        <a:tint val="50000"/>
        <a:alpha val="40000"/>
      </a:schemeClr>
    </dgm:fillClrLst>
    <dgm:linClrLst meth="repeat">
      <a:schemeClr val="accent1"/>
    </dgm:linClrLst>
    <dgm:effectClrLst/>
    <dgm:txLinClrLst/>
    <dgm:txFillClrLst meth="repeat">
      <a:schemeClr val="lt1"/>
    </dgm:txFillClrLst>
    <dgm:txEffectClrLst/>
  </dgm:styleLbl>
  <dgm:styleLbl name="fgShp">
    <dgm:fillClrLst meth="repeat">
      <a:schemeClr val="accent1">
        <a:tint val="60000"/>
      </a:schemeClr>
    </dgm:fillClrLst>
    <dgm:linClrLst meth="repeat">
      <a:schemeClr val="lt1"/>
    </dgm:linClrLst>
    <dgm:effectClrLst/>
    <dgm:txLinClrLst/>
    <dgm:txFillClrLst meth="repeat">
      <a:schemeClr val="dk1"/>
    </dgm:txFillClrLst>
    <dgm:txEffectClrLst/>
  </dgm:styleLbl>
  <dgm:styleLbl name="revTx">
    <dgm:fillClrLst meth="repeat">
      <a:schemeClr val="lt1">
        <a:alpha val="0"/>
      </a:schemeClr>
    </dgm:fillClrLst>
    <dgm:linClrLst meth="repeat">
      <a:schemeClr val="dk1">
        <a:alpha val="0"/>
      </a:schemeClr>
    </dgm:linClrLst>
    <dgm:effectClrLst/>
    <dgm:txLinClrLst/>
    <dgm:txFillClrLst meth="repeat">
      <a:schemeClr val="tx1"/>
    </dgm:txFillClrLst>
    <dgm:txEffectClrLst/>
  </dgm:styleLbl>
</dgm:colorsDef>
</file>

<file path=ppt/diagrams/colors57.xml><?xml version="1.0" encoding="utf-8"?>
<dgm:colorsDef xmlns:dgm="http://schemas.openxmlformats.org/drawingml/2006/diagram" xmlns:a="http://schemas.openxmlformats.org/drawingml/2006/main" uniqueId="urn:microsoft.com/office/officeart/2018/5/colors/Iconchunking_neutralbg_colorful2">
  <dgm:title val=""/>
  <dgm:desc val=""/>
  <dgm:catLst>
    <dgm:cat type="colorful" pri="10200"/>
  </dgm:catLst>
  <dgm:styleLbl name="node0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node1">
    <dgm:fillClrLst>
      <a:schemeClr val="accent2"/>
      <a:schemeClr val="accent3"/>
    </dgm:fillClrLst>
    <dgm:linClrLst meth="repeat">
      <a:schemeClr val="lt1">
        <a:alpha val="0"/>
      </a:schemeClr>
    </dgm:linClrLst>
    <dgm:effectClrLst/>
    <dgm:txLinClrLst/>
    <dgm:txFillClrLst/>
    <dgm:txEffectClrLst/>
  </dgm:styleLbl>
  <dgm:styleLbl name="alignNode1">
    <dgm:fillClrLst>
      <a:schemeClr val="accent2"/>
      <a:schemeClr val="accent3"/>
    </dgm:fillClrLst>
    <dgm:linClrLst>
      <a:schemeClr val="accent2"/>
      <a:schemeClr val="accent3"/>
    </dgm:linClrLst>
    <dgm:effectClrLst/>
    <dgm:txLinClrLst/>
    <dgm:txFillClrLst/>
    <dgm:txEffectClrLst/>
  </dgm:styleLbl>
  <dgm:styleLbl name="lnNode1">
    <dgm:fillClrLst>
      <a:schemeClr val="accent2"/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vennNode1">
    <dgm:fillClrLst>
      <a:schemeClr val="accent2">
        <a:alpha val="50000"/>
      </a:schemeClr>
      <a:schemeClr val="accent3">
        <a:alpha val="50000"/>
      </a:schemeClr>
    </dgm:fillClrLst>
    <dgm:linClrLst meth="repeat">
      <a:schemeClr val="lt1"/>
    </dgm:linClrLst>
    <dgm:effectClrLst/>
    <dgm:txLinClrLst/>
    <dgm:txFillClrLst/>
    <dgm:txEffectClrLst/>
  </dgm:styleLbl>
  <dgm:styleLbl name="node2">
    <dgm:fillClrLst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node3">
    <dgm:fillClrLst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node4">
    <dgm:fillClrLst>
      <a:schemeClr val="accent5"/>
    </dgm:fillClrLst>
    <dgm:linClrLst meth="repeat">
      <a:schemeClr val="lt1"/>
    </dgm:linClrLst>
    <dgm:effectClrLst/>
    <dgm:txLinClrLst/>
    <dgm:txFillClrLst/>
    <dgm:txEffectClrLst/>
  </dgm:styleLbl>
  <dgm:styleLbl name="fgImgPlace1">
    <dgm:fillClrLst>
      <a:schemeClr val="accent2">
        <a:tint val="50000"/>
      </a:schemeClr>
      <a:schemeClr val="accent3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alignImgPlace1">
    <dgm:fillClrLst>
      <a:schemeClr val="accent2">
        <a:tint val="50000"/>
      </a:schemeClr>
      <a:schemeClr val="accent3">
        <a:tint val="2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bgImgPlace1">
    <dgm:fillClrLst>
      <a:schemeClr val="accent2">
        <a:tint val="50000"/>
      </a:schemeClr>
      <a:schemeClr val="accent3">
        <a:tint val="2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sibTrans2D1">
    <dgm:fillClrLst>
      <a:schemeClr val="accent2"/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fgSibTrans2D1">
    <dgm:fillClrLst>
      <a:schemeClr val="accent2"/>
      <a:schemeClr val="accent3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bgSibTrans2D1">
    <dgm:fillClrLst>
      <a:schemeClr val="accent2"/>
      <a:schemeClr val="accent3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sibTrans1D1">
    <dgm:fillClrLst/>
    <dgm:linClrLst>
      <a:schemeClr val="accent2"/>
      <a:schemeClr val="accent3"/>
    </dgm:linClrLst>
    <dgm:effectClrLst/>
    <dgm:txLinClrLst/>
    <dgm:txFillClrLst meth="repeat">
      <a:schemeClr val="tx1"/>
    </dgm:txFillClrLst>
    <dgm:txEffectClrLst/>
  </dgm:styleLbl>
  <dgm:styleLbl name="callout">
    <dgm:fillClrLst meth="repeat">
      <a:schemeClr val="accent2"/>
    </dgm:fillClrLst>
    <dgm:linClrLst meth="repeat">
      <a:schemeClr val="accent2">
        <a:tint val="50000"/>
      </a:schemeClr>
    </dgm:linClrLst>
    <dgm:effectClrLst/>
    <dgm:txLinClrLst/>
    <dgm:txFillClrLst meth="repeat">
      <a:schemeClr val="tx1"/>
    </dgm:txFillClrLst>
    <dgm:txEffectClrLst/>
  </dgm:styleLbl>
  <dgm:styleLbl name="asst0">
    <dgm:fillClrLst meth="repeat">
      <a:schemeClr val="accent2"/>
    </dgm:fillClrLst>
    <dgm:linClrLst meth="repeat">
      <a:schemeClr val="lt1">
        <a:shade val="80000"/>
      </a:schemeClr>
    </dgm:linClrLst>
    <dgm:effectClrLst/>
    <dgm:txLinClrLst/>
    <dgm:txFillClrLst/>
    <dgm:txEffectClrLst/>
  </dgm:styleLbl>
  <dgm:styleLbl name="asst1">
    <dgm:fillClrLst meth="repeat">
      <a:schemeClr val="accent3"/>
    </dgm:fillClrLst>
    <dgm:linClrLst meth="repeat">
      <a:schemeClr val="lt1">
        <a:shade val="80000"/>
      </a:schemeClr>
    </dgm:linClrLst>
    <dgm:effectClrLst/>
    <dgm:txLinClrLst/>
    <dgm:txFillClrLst/>
    <dgm:txEffectClrLst/>
  </dgm:styleLbl>
  <dgm:styleLbl name="asst2">
    <dgm:fillClrLst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asst3">
    <dgm:fillClrLst>
      <a:schemeClr val="accent5"/>
    </dgm:fillClrLst>
    <dgm:linClrLst meth="repeat">
      <a:schemeClr val="lt1"/>
    </dgm:linClrLst>
    <dgm:effectClrLst/>
    <dgm:txLinClrLst/>
    <dgm:txFillClrLst/>
    <dgm:txEffectClrLst/>
  </dgm:styleLbl>
  <dgm:styleLbl name="asst4">
    <dgm:fillClrLst>
      <a:schemeClr val="accent6"/>
    </dgm:fillClrLst>
    <dgm:linClrLst meth="repeat">
      <a:schemeClr val="lt1"/>
    </dgm:linClrLst>
    <dgm:effectClrLst/>
    <dgm:txLinClrLst/>
    <dgm:txFillClrLst/>
    <dgm:txEffectClrLst/>
  </dgm:styleLbl>
  <dgm:styleLbl name="parChTrans2D1">
    <dgm:fillClrLst meth="repeat">
      <a:schemeClr val="accent2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parChTrans2D2">
    <dgm:fillClrLst meth="repeat"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parChTrans2D3">
    <dgm:fillClrLst meth="repeat"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parChTrans2D4">
    <dgm:fillClrLst meth="repeat">
      <a:schemeClr val="accent5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parChTrans1D1">
    <dgm:fillClrLst meth="repeat">
      <a:schemeClr val="accent2"/>
    </dgm:fillClrLst>
    <dgm:linClrLst meth="repeat">
      <a:schemeClr val="accent2"/>
    </dgm:linClrLst>
    <dgm:effectClrLst/>
    <dgm:txLinClrLst/>
    <dgm:txFillClrLst meth="repeat">
      <a:schemeClr val="tx1"/>
    </dgm:txFillClrLst>
    <dgm:txEffectClrLst/>
  </dgm:styleLbl>
  <dgm:styleLbl name="parChTrans1D2">
    <dgm:fillClrLst meth="repeat">
      <a:schemeClr val="accent2">
        <a:tint val="90000"/>
      </a:schemeClr>
    </dgm:fillClrLst>
    <dgm:linClrLst meth="repeat">
      <a:schemeClr val="accent3"/>
    </dgm:linClrLst>
    <dgm:effectClrLst/>
    <dgm:txLinClrLst/>
    <dgm:txFillClrLst meth="repeat">
      <a:schemeClr val="tx1"/>
    </dgm:txFillClrLst>
    <dgm:txEffectClrLst/>
  </dgm:styleLbl>
  <dgm:styleLbl name="parChTrans1D3">
    <dgm:fillClrLst meth="repeat">
      <a:schemeClr val="accent2">
        <a:tint val="70000"/>
      </a:schemeClr>
    </dgm:fillClrLst>
    <dgm:linClrLst meth="repeat">
      <a:schemeClr val="accent4"/>
    </dgm:linClrLst>
    <dgm:effectClrLst/>
    <dgm:txLinClrLst/>
    <dgm:txFillClrLst meth="repeat">
      <a:schemeClr val="tx1"/>
    </dgm:txFillClrLst>
    <dgm:txEffectClrLst/>
  </dgm:styleLbl>
  <dgm:styleLbl name="parChTrans1D4">
    <dgm:fillClrLst meth="repeat">
      <a:schemeClr val="accent2">
        <a:tint val="50000"/>
      </a:schemeClr>
    </dgm:fillClrLst>
    <dgm:linClrLst meth="repeat">
      <a:schemeClr val="accent5"/>
    </dgm:linClrLst>
    <dgm:effectClrLst/>
    <dgm:txLinClrLst/>
    <dgm:txFillClrLst meth="repeat">
      <a:schemeClr val="tx1"/>
    </dgm:txFillClrLst>
    <dgm:txEffectClrLst/>
  </dgm:styleLbl>
  <dgm:styleLbl name="fgAcc1">
    <dgm:fillClrLst meth="repeat">
      <a:schemeClr val="lt1">
        <a:alpha val="90000"/>
      </a:schemeClr>
    </dgm:fillClrLst>
    <dgm:linClrLst>
      <a:schemeClr val="accent2"/>
      <a:schemeClr val="accent3"/>
    </dgm:linClrLst>
    <dgm:effectClrLst/>
    <dgm:txLinClrLst/>
    <dgm:txFillClrLst meth="repeat">
      <a:schemeClr val="dk1"/>
    </dgm:txFillClrLst>
    <dgm:txEffectClrLst/>
  </dgm:styleLbl>
  <dgm:styleLbl name="conFgAcc1">
    <dgm:fillClrLst meth="repeat">
      <a:schemeClr val="lt1">
        <a:alpha val="90000"/>
      </a:schemeClr>
    </dgm:fillClrLst>
    <dgm:linClrLst>
      <a:schemeClr val="accent2"/>
      <a:schemeClr val="accent3"/>
    </dgm:linClrLst>
    <dgm:effectClrLst/>
    <dgm:txLinClrLst/>
    <dgm:txFillClrLst meth="repeat">
      <a:schemeClr val="dk1"/>
    </dgm:txFillClrLst>
    <dgm:txEffectClrLst/>
  </dgm:styleLbl>
  <dgm:styleLbl name="alignAcc1">
    <dgm:fillClrLst meth="repeat">
      <a:schemeClr val="lt1">
        <a:alpha val="90000"/>
      </a:schemeClr>
    </dgm:fillClrLst>
    <dgm:linClrLst>
      <a:schemeClr val="accent2"/>
      <a:schemeClr val="accent3"/>
    </dgm:linClrLst>
    <dgm:effectClrLst/>
    <dgm:txLinClrLst/>
    <dgm:txFillClrLst meth="repeat">
      <a:schemeClr val="dk1"/>
    </dgm:txFillClrLst>
    <dgm:txEffectClrLst/>
  </dgm:styleLbl>
  <dgm:styleLbl name="trAlignAcc1">
    <dgm:fillClrLst meth="repeat">
      <a:schemeClr val="lt1">
        <a:alpha val="40000"/>
      </a:schemeClr>
    </dgm:fillClrLst>
    <dgm:linClrLst meth="repeat">
      <a:schemeClr val="accent2"/>
    </dgm:linClrLst>
    <dgm:effectClrLst/>
    <dgm:txLinClrLst/>
    <dgm:txFillClrLst meth="repeat">
      <a:schemeClr val="dk1"/>
    </dgm:txFillClrLst>
    <dgm:txEffectClrLst/>
  </dgm:styleLbl>
  <dgm:styleLbl name="bgAcc1">
    <dgm:fillClrLst meth="repeat">
      <a:schemeClr val="lt1">
        <a:alpha val="90000"/>
      </a:schemeClr>
    </dgm:fillClrLst>
    <dgm:linClrLst>
      <a:schemeClr val="accent2"/>
      <a:schemeClr val="accent3"/>
    </dgm:linClrLst>
    <dgm:effectClrLst/>
    <dgm:txLinClrLst/>
    <dgm:txFillClrLst meth="repeat">
      <a:schemeClr val="dk1"/>
    </dgm:txFillClrLst>
    <dgm:txEffectClrLst/>
  </dgm:styleLbl>
  <dgm:styleLbl name="solidFgAcc1">
    <dgm:fillClrLst meth="repeat">
      <a:schemeClr val="lt1"/>
    </dgm:fillClrLst>
    <dgm:linClrLst>
      <a:schemeClr val="accent2"/>
      <a:schemeClr val="accent3"/>
    </dgm:linClrLst>
    <dgm:effectClrLst/>
    <dgm:txLinClrLst/>
    <dgm:txFillClrLst meth="repeat">
      <a:schemeClr val="dk1"/>
    </dgm:txFillClrLst>
    <dgm:txEffectClrLst/>
  </dgm:styleLbl>
  <dgm:styleLbl name="solidAlignAcc1">
    <dgm:fillClrLst meth="repeat">
      <a:schemeClr val="lt1"/>
    </dgm:fillClrLst>
    <dgm:linClrLst>
      <a:schemeClr val="accent2"/>
      <a:schemeClr val="accent3"/>
    </dgm:linClrLst>
    <dgm:effectClrLst/>
    <dgm:txLinClrLst/>
    <dgm:txFillClrLst meth="repeat">
      <a:schemeClr val="dk1"/>
    </dgm:txFillClrLst>
    <dgm:txEffectClrLst/>
  </dgm:styleLbl>
  <dgm:styleLbl name="solidBgAcc1">
    <dgm:fillClrLst meth="repeat">
      <a:schemeClr val="lt1"/>
    </dgm:fillClrLst>
    <dgm:linClrLst>
      <a:schemeClr val="accent2"/>
      <a:schemeClr val="accent3"/>
    </dgm:linClrLst>
    <dgm:effectClrLst/>
    <dgm:txLinClrLst/>
    <dgm:txFillClrLst meth="repeat">
      <a:schemeClr val="dk1"/>
    </dgm:txFillClrLst>
    <dgm:txEffectClrLst/>
  </dgm:styleLbl>
  <dgm:styleLbl name="fgAccFollowNode1">
    <dgm:fillClrLst>
      <a:schemeClr val="accent2">
        <a:tint val="40000"/>
        <a:alpha val="90000"/>
      </a:schemeClr>
      <a:schemeClr val="accent3">
        <a:tint val="40000"/>
        <a:alpha val="90000"/>
      </a:schemeClr>
    </dgm:fillClrLst>
    <dgm:linClrLst>
      <a:schemeClr val="accent2">
        <a:tint val="40000"/>
        <a:alpha val="90000"/>
      </a:schemeClr>
      <a:schemeClr val="accent3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alignAccFollowNode1">
    <dgm:fillClrLst>
      <a:schemeClr val="accent2">
        <a:tint val="40000"/>
        <a:alpha val="90000"/>
      </a:schemeClr>
      <a:schemeClr val="accent3">
        <a:tint val="40000"/>
        <a:alpha val="90000"/>
      </a:schemeClr>
    </dgm:fillClrLst>
    <dgm:linClrLst>
      <a:schemeClr val="accent2">
        <a:tint val="40000"/>
        <a:alpha val="90000"/>
      </a:schemeClr>
      <a:schemeClr val="accent3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bgAccFollowNode1">
    <dgm:fillClrLst>
      <a:schemeClr val="accent2">
        <a:tint val="40000"/>
        <a:alpha val="90000"/>
      </a:schemeClr>
      <a:schemeClr val="accent3">
        <a:tint val="40000"/>
        <a:alpha val="90000"/>
      </a:schemeClr>
    </dgm:fillClrLst>
    <dgm:linClrLst>
      <a:schemeClr val="accent2">
        <a:tint val="40000"/>
        <a:alpha val="90000"/>
      </a:schemeClr>
      <a:schemeClr val="accent3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fgAcc0">
    <dgm:fillClrLst meth="repeat">
      <a:schemeClr val="lt1">
        <a:alpha val="90000"/>
      </a:schemeClr>
    </dgm:fillClrLst>
    <dgm:linClrLst>
      <a:schemeClr val="accent1"/>
    </dgm:linClrLst>
    <dgm:effectClrLst/>
    <dgm:txLinClrLst/>
    <dgm:txFillClrLst meth="repeat">
      <a:schemeClr val="dk1"/>
    </dgm:txFillClrLst>
    <dgm:txEffectClrLst/>
  </dgm:styleLbl>
  <dgm:styleLbl name="fgAcc2">
    <dgm:fillClrLst meth="repeat">
      <a:schemeClr val="lt1">
        <a:alpha val="90000"/>
      </a:schemeClr>
    </dgm:fillClrLst>
    <dgm:linClrLst>
      <a:schemeClr val="accent3"/>
    </dgm:linClrLst>
    <dgm:effectClrLst/>
    <dgm:txLinClrLst/>
    <dgm:txFillClrLst meth="repeat">
      <a:schemeClr val="dk1"/>
    </dgm:txFillClrLst>
    <dgm:txEffectClrLst/>
  </dgm:styleLbl>
  <dgm:styleLbl name="fgAcc3">
    <dgm:fillClrLst meth="repeat">
      <a:schemeClr val="lt1">
        <a:alpha val="90000"/>
      </a:schemeClr>
    </dgm:fillClrLst>
    <dgm:linClrLst>
      <a:schemeClr val="accent4"/>
    </dgm:linClrLst>
    <dgm:effectClrLst/>
    <dgm:txLinClrLst/>
    <dgm:txFillClrLst meth="repeat">
      <a:schemeClr val="dk1"/>
    </dgm:txFillClrLst>
    <dgm:txEffectClrLst/>
  </dgm:styleLbl>
  <dgm:styleLbl name="fgAcc4">
    <dgm:fillClrLst meth="repeat">
      <a:schemeClr val="lt1">
        <a:alpha val="90000"/>
      </a:schemeClr>
    </dgm:fillClrLst>
    <dgm:linClrLst>
      <a:schemeClr val="accent5"/>
    </dgm:linClrLst>
    <dgm:effectClrLst/>
    <dgm:txLinClrLst/>
    <dgm:txFillClrLst meth="repeat">
      <a:schemeClr val="dk1"/>
    </dgm:txFillClrLst>
    <dgm:txEffectClrLst/>
  </dgm:styleLbl>
  <dgm:styleLbl name="bgShp">
    <dgm:fillClrLst meth="repeat">
      <a:schemeClr val="bg1">
        <a:lumMod val="95000"/>
      </a:schemeClr>
    </dgm:fillClrLst>
    <dgm:linClrLst meth="repeat">
      <a:schemeClr val="dk1"/>
    </dgm:linClrLst>
    <dgm:effectClrLst/>
    <dgm:txLinClrLst/>
    <dgm:txFillClrLst meth="repeat">
      <a:schemeClr val="dk1"/>
    </dgm:txFillClrLst>
    <dgm:txEffectClrLst/>
  </dgm:styleLbl>
  <dgm:styleLbl name="dkBgShp">
    <dgm:fillClrLst meth="repeat">
      <a:schemeClr val="accent2">
        <a:shade val="90000"/>
      </a:schemeClr>
    </dgm:fillClrLst>
    <dgm:linClrLst meth="repeat">
      <a:schemeClr val="dk1"/>
    </dgm:linClrLst>
    <dgm:effectClrLst/>
    <dgm:txLinClrLst/>
    <dgm:txFillClrLst meth="repeat">
      <a:schemeClr val="lt1"/>
    </dgm:txFillClrLst>
    <dgm:txEffectClrLst/>
  </dgm:styleLbl>
  <dgm:styleLbl name="trBgShp">
    <dgm:fillClrLst meth="repeat">
      <a:schemeClr val="accent2">
        <a:tint val="50000"/>
        <a:alpha val="40000"/>
      </a:schemeClr>
    </dgm:fillClrLst>
    <dgm:linClrLst meth="repeat">
      <a:schemeClr val="accent2"/>
    </dgm:linClrLst>
    <dgm:effectClrLst/>
    <dgm:txLinClrLst/>
    <dgm:txFillClrLst meth="repeat">
      <a:schemeClr val="lt1"/>
    </dgm:txFillClrLst>
    <dgm:txEffectClrLst/>
  </dgm:styleLbl>
  <dgm:styleLbl name="fgShp">
    <dgm:fillClrLst meth="repeat">
      <a:schemeClr val="accent2">
        <a:tint val="40000"/>
      </a:schemeClr>
    </dgm:fillClrLst>
    <dgm:linClrLst meth="repeat">
      <a:schemeClr val="lt1"/>
    </dgm:linClrLst>
    <dgm:effectClrLst/>
    <dgm:txLinClrLst/>
    <dgm:txFillClrLst meth="repeat">
      <a:schemeClr val="dk1"/>
    </dgm:txFillClrLst>
    <dgm:txEffectClrLst/>
  </dgm:styleLbl>
  <dgm:styleLbl name="revTx">
    <dgm:fillClrLst meth="repeat">
      <a:schemeClr val="lt1">
        <a:alpha val="0"/>
      </a:schemeClr>
    </dgm:fillClrLst>
    <dgm:linClrLst meth="repeat">
      <a:schemeClr val="dk1">
        <a:alpha val="0"/>
      </a:schemeClr>
    </dgm:linClrLst>
    <dgm:effectClrLst/>
    <dgm:txLinClrLst/>
    <dgm:txFillClrLst meth="repeat">
      <a:schemeClr val="tx1"/>
    </dgm:txFillClrLst>
    <dgm:txEffectClrLst/>
  </dgm:styleLbl>
</dgm:colorsDef>
</file>

<file path=ppt/diagrams/colors58.xml><?xml version="1.0" encoding="utf-8"?>
<dgm:colorsDef xmlns:dgm="http://schemas.openxmlformats.org/drawingml/2006/diagram" xmlns:a="http://schemas.openxmlformats.org/drawingml/2006/main" uniqueId="urn:microsoft.com/office/officeart/2018/5/colors/Iconchunking_neutralbg_colorful1">
  <dgm:title val=""/>
  <dgm:desc val=""/>
  <dgm:catLst>
    <dgm:cat type="colorful" pri="10100"/>
  </dgm:catLst>
  <dgm:styleLbl name="node0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node1">
    <dgm:fillClrLst meth="repeat">
      <a:schemeClr val="accent2"/>
      <a:schemeClr val="accent3"/>
      <a:schemeClr val="accent4"/>
      <a:schemeClr val="accent5"/>
      <a:schemeClr val="accent6"/>
    </dgm:fillClrLst>
    <dgm:linClrLst meth="repeat">
      <a:schemeClr val="lt1">
        <a:alpha val="0"/>
      </a:schemeClr>
    </dgm:linClrLst>
    <dgm:effectClrLst/>
    <dgm:txLinClrLst/>
    <dgm:txFillClrLst/>
    <dgm:txEffectClrLst/>
  </dgm:styleLbl>
  <dgm:styleLbl name="alignNode1">
    <dgm:fillClrLst meth="repeat">
      <a:schemeClr val="accent2"/>
      <a:schemeClr val="accent3"/>
      <a:schemeClr val="accent4"/>
      <a:schemeClr val="accent5"/>
      <a:schemeClr val="accent6"/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/>
    <dgm:txEffectClrLst/>
  </dgm:styleLbl>
  <dgm:styleLbl name="lnNode1">
    <dgm:fillClrLst meth="repeat">
      <a:schemeClr val="accent2"/>
      <a:schemeClr val="accent3"/>
      <a:schemeClr val="accent4"/>
      <a:schemeClr val="accent5"/>
      <a:schemeClr val="accent6"/>
    </dgm:fillClrLst>
    <dgm:linClrLst meth="repeat">
      <a:schemeClr val="lt1"/>
    </dgm:linClrLst>
    <dgm:effectClrLst/>
    <dgm:txLinClrLst/>
    <dgm:txFillClrLst/>
    <dgm:txEffectClrLst/>
  </dgm:styleLbl>
  <dgm:styleLbl name="vennNode1">
    <dgm:fillClrLst meth="repeat">
      <a:schemeClr val="accent2">
        <a:alpha val="50000"/>
      </a:schemeClr>
      <a:schemeClr val="accent3">
        <a:alpha val="50000"/>
      </a:schemeClr>
      <a:schemeClr val="accent4">
        <a:alpha val="50000"/>
      </a:schemeClr>
      <a:schemeClr val="accent5">
        <a:alpha val="50000"/>
      </a:schemeClr>
      <a:schemeClr val="accent6">
        <a:alpha val="50000"/>
      </a:schemeClr>
    </dgm:fillClrLst>
    <dgm:linClrLst meth="repeat">
      <a:schemeClr val="lt1"/>
    </dgm:linClrLst>
    <dgm:effectClrLst/>
    <dgm:txLinClrLst/>
    <dgm:txFillClrLst/>
    <dgm:txEffectClrLst/>
  </dgm:styleLbl>
  <dgm:styleLbl name="node2">
    <dgm:fillClrLst>
      <a:schemeClr val="accent2"/>
    </dgm:fillClrLst>
    <dgm:linClrLst meth="repeat">
      <a:schemeClr val="lt1"/>
    </dgm:linClrLst>
    <dgm:effectClrLst/>
    <dgm:txLinClrLst/>
    <dgm:txFillClrLst/>
    <dgm:txEffectClrLst/>
  </dgm:styleLbl>
  <dgm:styleLbl name="node3">
    <dgm:fillClrLst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node4">
    <dgm:fillClrLst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fgImgPlace1">
    <dgm:fillClrLst meth="repeat">
      <a:schemeClr val="accent2">
        <a:tint val="50000"/>
      </a:schemeClr>
      <a:schemeClr val="accent3">
        <a:tint val="50000"/>
      </a:schemeClr>
      <a:schemeClr val="accent4">
        <a:tint val="50000"/>
      </a:schemeClr>
      <a:schemeClr val="accent5">
        <a:tint val="50000"/>
      </a:schemeClr>
      <a:schemeClr val="accent6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alignImgPlace1">
    <dgm:fillClrLst>
      <a:schemeClr val="accent1">
        <a:tint val="50000"/>
      </a:schemeClr>
      <a:schemeClr val="accent2">
        <a:tint val="2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bgImgPlace1">
    <dgm:fillClrLst>
      <a:schemeClr val="accent1">
        <a:tint val="50000"/>
      </a:schemeClr>
      <a:schemeClr val="accent2">
        <a:tint val="2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sibTrans2D1">
    <dgm:fillClrLst meth="repeat">
      <a:schemeClr val="accent2"/>
      <a:schemeClr val="accent3"/>
      <a:schemeClr val="accent4"/>
      <a:schemeClr val="accent5"/>
      <a:schemeClr val="accent6"/>
    </dgm:fillClrLst>
    <dgm:linClrLst meth="cycle">
      <a:schemeClr val="lt1"/>
    </dgm:linClrLst>
    <dgm:effectClrLst/>
    <dgm:txLinClrLst/>
    <dgm:txFillClrLst/>
    <dgm:txEffectClrLst/>
  </dgm:styleLbl>
  <dgm:styleLbl name="fgSibTrans2D1">
    <dgm:fillClrLst meth="repeat">
      <a:schemeClr val="accent2"/>
      <a:schemeClr val="accent3"/>
      <a:schemeClr val="accent4"/>
      <a:schemeClr val="accent5"/>
      <a:schemeClr val="accent6"/>
    </dgm:fillClrLst>
    <dgm:linClrLst meth="cycle">
      <a:schemeClr val="lt1"/>
    </dgm:linClrLst>
    <dgm:effectClrLst/>
    <dgm:txLinClrLst/>
    <dgm:txFillClrLst meth="repeat">
      <a:schemeClr val="lt1"/>
    </dgm:txFillClrLst>
    <dgm:txEffectClrLst/>
  </dgm:styleLbl>
  <dgm:styleLbl name="bgSibTrans2D1">
    <dgm:fillClrLst meth="repeat">
      <a:schemeClr val="accent2"/>
      <a:schemeClr val="accent3"/>
      <a:schemeClr val="accent4"/>
      <a:schemeClr val="accent5"/>
      <a:schemeClr val="accent6"/>
    </dgm:fillClrLst>
    <dgm:linClrLst meth="cycle">
      <a:schemeClr val="lt1"/>
    </dgm:linClrLst>
    <dgm:effectClrLst/>
    <dgm:txLinClrLst/>
    <dgm:txFillClrLst meth="repeat">
      <a:schemeClr val="lt1"/>
    </dgm:txFillClrLst>
    <dgm:txEffectClrLst/>
  </dgm:styleLbl>
  <dgm:styleLbl name="sibTrans1D1">
    <dgm:fillClrLst meth="repeat">
      <a:schemeClr val="accent2"/>
      <a:schemeClr val="accent3"/>
      <a:schemeClr val="accent4"/>
      <a:schemeClr val="accent5"/>
      <a:schemeClr val="accent6"/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tx1"/>
    </dgm:txFillClrLst>
    <dgm:txEffectClrLst/>
  </dgm:styleLbl>
  <dgm:styleLbl name="callout">
    <dgm:fillClrLst meth="repeat">
      <a:schemeClr val="accent2"/>
    </dgm:fillClrLst>
    <dgm:linClrLst meth="repeat">
      <a:schemeClr val="accent2">
        <a:tint val="50000"/>
      </a:schemeClr>
    </dgm:linClrLst>
    <dgm:effectClrLst/>
    <dgm:txLinClrLst/>
    <dgm:txFillClrLst meth="repeat">
      <a:schemeClr val="tx1"/>
    </dgm:txFillClrLst>
    <dgm:txEffectClrLst/>
  </dgm:styleLbl>
  <dgm:styleLbl name="asst0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sst1">
    <dgm:fillClrLst meth="repeat">
      <a:schemeClr val="accent2"/>
    </dgm:fillClrLst>
    <dgm:linClrLst meth="repeat">
      <a:schemeClr val="lt1"/>
    </dgm:linClrLst>
    <dgm:effectClrLst/>
    <dgm:txLinClrLst/>
    <dgm:txFillClrLst/>
    <dgm:txEffectClrLst/>
  </dgm:styleLbl>
  <dgm:styleLbl name="asst2">
    <dgm:fillClrLst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asst3">
    <dgm:fillClrLst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asst4">
    <dgm:fillClrLst>
      <a:schemeClr val="accent5"/>
    </dgm:fillClrLst>
    <dgm:linClrLst meth="repeat">
      <a:schemeClr val="lt1"/>
    </dgm:linClrLst>
    <dgm:effectClrLst/>
    <dgm:txLinClrLst/>
    <dgm:txFillClrLst/>
    <dgm:txEffectClrLst/>
  </dgm:styleLbl>
  <dgm:styleLbl name="parChTrans2D1">
    <dgm:fillClrLst meth="repeat">
      <a:schemeClr val="accent2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parChTrans2D2">
    <dgm:fillClrLst meth="repeat"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parChTrans2D3">
    <dgm:fillClrLst meth="repeat"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parChTrans2D4">
    <dgm:fillClrLst meth="repeat">
      <a:schemeClr val="accent5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parChTrans1D1">
    <dgm:fillClrLst meth="repeat">
      <a:schemeClr val="accent2"/>
    </dgm:fillClrLst>
    <dgm:linClrLst meth="repeat">
      <a:schemeClr val="accent1"/>
    </dgm:linClrLst>
    <dgm:effectClrLst/>
    <dgm:txLinClrLst/>
    <dgm:txFillClrLst meth="repeat">
      <a:schemeClr val="tx1"/>
    </dgm:txFillClrLst>
    <dgm:txEffectClrLst/>
  </dgm:styleLbl>
  <dgm:styleLbl name="parChTrans1D2">
    <dgm:fillClrLst meth="repeat">
      <a:schemeClr val="accent3">
        <a:tint val="90000"/>
      </a:schemeClr>
    </dgm:fillClrLst>
    <dgm:linClrLst meth="repeat">
      <a:schemeClr val="accent2"/>
    </dgm:linClrLst>
    <dgm:effectClrLst/>
    <dgm:txLinClrLst/>
    <dgm:txFillClrLst meth="repeat">
      <a:schemeClr val="tx1"/>
    </dgm:txFillClrLst>
    <dgm:txEffectClrLst/>
  </dgm:styleLbl>
  <dgm:styleLbl name="parChTrans1D3">
    <dgm:fillClrLst meth="repeat">
      <a:schemeClr val="accent4">
        <a:tint val="70000"/>
      </a:schemeClr>
    </dgm:fillClrLst>
    <dgm:linClrLst meth="repeat">
      <a:schemeClr val="accent3"/>
    </dgm:linClrLst>
    <dgm:effectClrLst/>
    <dgm:txLinClrLst/>
    <dgm:txFillClrLst meth="repeat">
      <a:schemeClr val="tx1"/>
    </dgm:txFillClrLst>
    <dgm:txEffectClrLst/>
  </dgm:styleLbl>
  <dgm:styleLbl name="parChTrans1D4">
    <dgm:fillClrLst meth="repeat">
      <a:schemeClr val="accent5">
        <a:tint val="50000"/>
      </a:schemeClr>
    </dgm:fillClrLst>
    <dgm:linClrLst meth="repeat">
      <a:schemeClr val="accent4"/>
    </dgm:linClrLst>
    <dgm:effectClrLst/>
    <dgm:txLinClrLst/>
    <dgm:txFillClrLst meth="repeat">
      <a:schemeClr val="tx1"/>
    </dgm:txFillClrLst>
    <dgm:txEffectClrLst/>
  </dgm:styleLbl>
  <dgm:styleLbl name="fgAcc1">
    <dgm:fillClrLst meth="repeat">
      <a:schemeClr val="lt1">
        <a:alpha val="90000"/>
      </a:schemeClr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conFgAcc1">
    <dgm:fillClrLst meth="repeat">
      <a:schemeClr val="lt1">
        <a:alpha val="90000"/>
      </a:schemeClr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alignAcc1">
    <dgm:fillClrLst meth="repeat">
      <a:schemeClr val="lt1">
        <a:alpha val="90000"/>
      </a:schemeClr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trAlignAcc1">
    <dgm:fillClrLst meth="repeat">
      <a:schemeClr val="lt1">
        <a:alpha val="4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bgAcc1">
    <dgm:fillClrLst meth="repeat">
      <a:schemeClr val="lt1">
        <a:alpha val="90000"/>
      </a:schemeClr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solidFgAcc1">
    <dgm:fillClrLst meth="repeat">
      <a:schemeClr val="lt1"/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solidAlignAcc1">
    <dgm:fillClrLst meth="repeat">
      <a:schemeClr val="lt1"/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solidBgAcc1">
    <dgm:fillClrLst meth="repeat">
      <a:schemeClr val="lt1"/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fgAccFollowNode1">
    <dgm:fillClrLst meth="repeat">
      <a:schemeClr val="accent2">
        <a:tint val="40000"/>
        <a:alpha val="90000"/>
      </a:schemeClr>
      <a:schemeClr val="accent3">
        <a:tint val="40000"/>
        <a:alpha val="90000"/>
      </a:schemeClr>
      <a:schemeClr val="accent4">
        <a:tint val="40000"/>
        <a:alpha val="90000"/>
      </a:schemeClr>
      <a:schemeClr val="accent5">
        <a:tint val="40000"/>
        <a:alpha val="90000"/>
      </a:schemeClr>
      <a:schemeClr val="accent6">
        <a:tint val="40000"/>
        <a:alpha val="90000"/>
      </a:schemeClr>
    </dgm:fillClrLst>
    <dgm:linClrLst meth="repeat">
      <a:schemeClr val="accent2">
        <a:tint val="40000"/>
        <a:alpha val="90000"/>
      </a:schemeClr>
      <a:schemeClr val="accent3">
        <a:tint val="40000"/>
        <a:alpha val="90000"/>
      </a:schemeClr>
      <a:schemeClr val="accent4">
        <a:tint val="40000"/>
        <a:alpha val="90000"/>
      </a:schemeClr>
      <a:schemeClr val="accent5">
        <a:tint val="40000"/>
        <a:alpha val="90000"/>
      </a:schemeClr>
      <a:schemeClr val="accent6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alignAccFollowNode1">
    <dgm:fillClrLst meth="repeat">
      <a:schemeClr val="accent2">
        <a:tint val="40000"/>
        <a:alpha val="90000"/>
      </a:schemeClr>
      <a:schemeClr val="accent3">
        <a:tint val="40000"/>
        <a:alpha val="90000"/>
      </a:schemeClr>
      <a:schemeClr val="accent4">
        <a:tint val="40000"/>
        <a:alpha val="90000"/>
      </a:schemeClr>
      <a:schemeClr val="accent5">
        <a:tint val="40000"/>
        <a:alpha val="90000"/>
      </a:schemeClr>
      <a:schemeClr val="accent6">
        <a:tint val="40000"/>
        <a:alpha val="90000"/>
      </a:schemeClr>
    </dgm:fillClrLst>
    <dgm:linClrLst meth="repeat">
      <a:schemeClr val="accent2">
        <a:tint val="40000"/>
        <a:alpha val="90000"/>
      </a:schemeClr>
      <a:schemeClr val="accent3">
        <a:tint val="40000"/>
        <a:alpha val="90000"/>
      </a:schemeClr>
      <a:schemeClr val="accent4">
        <a:tint val="40000"/>
        <a:alpha val="90000"/>
      </a:schemeClr>
      <a:schemeClr val="accent5">
        <a:tint val="40000"/>
        <a:alpha val="90000"/>
      </a:schemeClr>
      <a:schemeClr val="accent6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bgAccFollowNode1">
    <dgm:fillClrLst meth="repeat">
      <a:schemeClr val="accent2">
        <a:tint val="40000"/>
        <a:alpha val="90000"/>
      </a:schemeClr>
      <a:schemeClr val="accent3">
        <a:tint val="40000"/>
        <a:alpha val="90000"/>
      </a:schemeClr>
      <a:schemeClr val="accent4">
        <a:tint val="40000"/>
        <a:alpha val="90000"/>
      </a:schemeClr>
      <a:schemeClr val="accent5">
        <a:tint val="40000"/>
        <a:alpha val="90000"/>
      </a:schemeClr>
      <a:schemeClr val="accent6">
        <a:tint val="40000"/>
        <a:alpha val="90000"/>
      </a:schemeClr>
    </dgm:fillClrLst>
    <dgm:linClrLst meth="repeat">
      <a:schemeClr val="accent2">
        <a:tint val="40000"/>
        <a:alpha val="90000"/>
      </a:schemeClr>
      <a:schemeClr val="accent3">
        <a:tint val="40000"/>
        <a:alpha val="90000"/>
      </a:schemeClr>
      <a:schemeClr val="accent4">
        <a:tint val="40000"/>
        <a:alpha val="90000"/>
      </a:schemeClr>
      <a:schemeClr val="accent5">
        <a:tint val="40000"/>
        <a:alpha val="90000"/>
      </a:schemeClr>
      <a:schemeClr val="accent6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fgAcc0">
    <dgm:fillClrLst meth="repeat">
      <a:schemeClr val="lt1">
        <a:alpha val="90000"/>
      </a:schemeClr>
    </dgm:fillClrLst>
    <dgm:linClrLst>
      <a:schemeClr val="accent1"/>
    </dgm:linClrLst>
    <dgm:effectClrLst/>
    <dgm:txLinClrLst/>
    <dgm:txFillClrLst meth="repeat">
      <a:schemeClr val="dk1"/>
    </dgm:txFillClrLst>
    <dgm:txEffectClrLst/>
  </dgm:styleLbl>
  <dgm:styleLbl name="fgAcc2">
    <dgm:fillClrLst meth="repeat">
      <a:schemeClr val="lt1">
        <a:alpha val="90000"/>
      </a:schemeClr>
    </dgm:fillClrLst>
    <dgm:linClrLst>
      <a:schemeClr val="accent2"/>
    </dgm:linClrLst>
    <dgm:effectClrLst/>
    <dgm:txLinClrLst/>
    <dgm:txFillClrLst meth="repeat">
      <a:schemeClr val="dk1"/>
    </dgm:txFillClrLst>
    <dgm:txEffectClrLst/>
  </dgm:styleLbl>
  <dgm:styleLbl name="fgAcc3">
    <dgm:fillClrLst meth="repeat">
      <a:schemeClr val="lt1">
        <a:alpha val="90000"/>
      </a:schemeClr>
    </dgm:fillClrLst>
    <dgm:linClrLst>
      <a:schemeClr val="accent3"/>
    </dgm:linClrLst>
    <dgm:effectClrLst/>
    <dgm:txLinClrLst/>
    <dgm:txFillClrLst meth="repeat">
      <a:schemeClr val="dk1"/>
    </dgm:txFillClrLst>
    <dgm:txEffectClrLst/>
  </dgm:styleLbl>
  <dgm:styleLbl name="fgAcc4">
    <dgm:fillClrLst meth="repeat">
      <a:schemeClr val="lt1">
        <a:alpha val="90000"/>
      </a:schemeClr>
    </dgm:fillClrLst>
    <dgm:linClrLst>
      <a:schemeClr val="accent4"/>
    </dgm:linClrLst>
    <dgm:effectClrLst/>
    <dgm:txLinClrLst/>
    <dgm:txFillClrLst meth="repeat">
      <a:schemeClr val="dk1"/>
    </dgm:txFillClrLst>
    <dgm:txEffectClrLst/>
  </dgm:styleLbl>
  <dgm:styleLbl name="bgShp">
    <dgm:fillClrLst meth="repeat">
      <a:schemeClr val="bg1">
        <a:lumMod val="95000"/>
      </a:schemeClr>
    </dgm:fillClrLst>
    <dgm:linClrLst meth="repeat">
      <a:schemeClr val="dk1"/>
    </dgm:linClrLst>
    <dgm:effectClrLst/>
    <dgm:txLinClrLst/>
    <dgm:txFillClrLst meth="repeat">
      <a:schemeClr val="dk1"/>
    </dgm:txFillClrLst>
    <dgm:txEffectClrLst/>
  </dgm:styleLbl>
  <dgm:styleLbl name="dkBgShp">
    <dgm:fillClrLst meth="repeat">
      <a:schemeClr val="accent2">
        <a:shade val="90000"/>
      </a:schemeClr>
    </dgm:fillClrLst>
    <dgm:linClrLst meth="repeat">
      <a:schemeClr val="dk1"/>
    </dgm:linClrLst>
    <dgm:effectClrLst/>
    <dgm:txLinClrLst/>
    <dgm:txFillClrLst meth="repeat">
      <a:schemeClr val="lt1"/>
    </dgm:txFillClrLst>
    <dgm:txEffectClrLst/>
  </dgm:styleLbl>
  <dgm:styleLbl name="trBgShp">
    <dgm:fillClrLst meth="repeat">
      <a:schemeClr val="accent1">
        <a:tint val="50000"/>
        <a:alpha val="40000"/>
      </a:schemeClr>
    </dgm:fillClrLst>
    <dgm:linClrLst meth="repeat">
      <a:schemeClr val="accent2"/>
    </dgm:linClrLst>
    <dgm:effectClrLst/>
    <dgm:txLinClrLst/>
    <dgm:txFillClrLst meth="repeat">
      <a:schemeClr val="lt1"/>
    </dgm:txFillClrLst>
    <dgm:txEffectClrLst/>
  </dgm:styleLbl>
  <dgm:styleLbl name="fgShp">
    <dgm:fillClrLst meth="repeat">
      <a:schemeClr val="accent2">
        <a:tint val="40000"/>
      </a:schemeClr>
    </dgm:fillClrLst>
    <dgm:linClrLst meth="repeat">
      <a:schemeClr val="lt1"/>
    </dgm:linClrLst>
    <dgm:effectClrLst/>
    <dgm:txLinClrLst/>
    <dgm:txFillClrLst meth="repeat">
      <a:schemeClr val="dk1"/>
    </dgm:txFillClrLst>
    <dgm:txEffectClrLst/>
  </dgm:styleLbl>
  <dgm:styleLbl name="revTx">
    <dgm:fillClrLst meth="repeat">
      <a:schemeClr val="lt1">
        <a:alpha val="0"/>
      </a:schemeClr>
    </dgm:fillClrLst>
    <dgm:linClrLst meth="repeat">
      <a:schemeClr val="dk1">
        <a:alpha val="0"/>
      </a:schemeClr>
    </dgm:linClrLst>
    <dgm:effectClrLst/>
    <dgm:txLinClrLst/>
    <dgm:txFillClrLst meth="repeat">
      <a:schemeClr val="tx1"/>
    </dgm:txFillClrLst>
    <dgm:txEffectClrLst/>
  </dgm:styleLbl>
</dgm:colorsDef>
</file>

<file path=ppt/diagrams/colors59.xml><?xml version="1.0" encoding="utf-8"?>
<dgm:colorsDef xmlns:dgm="http://schemas.openxmlformats.org/drawingml/2006/diagram" xmlns:a="http://schemas.openxmlformats.org/drawingml/2006/main" uniqueId="urn:microsoft.com/office/officeart/2018/5/colors/Iconchunking_neutralbg_colorful2">
  <dgm:title val=""/>
  <dgm:desc val=""/>
  <dgm:catLst>
    <dgm:cat type="colorful" pri="10200"/>
  </dgm:catLst>
  <dgm:styleLbl name="node0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node1">
    <dgm:fillClrLst>
      <a:schemeClr val="accent2"/>
      <a:schemeClr val="accent3"/>
    </dgm:fillClrLst>
    <dgm:linClrLst meth="repeat">
      <a:schemeClr val="lt1">
        <a:alpha val="0"/>
      </a:schemeClr>
    </dgm:linClrLst>
    <dgm:effectClrLst/>
    <dgm:txLinClrLst/>
    <dgm:txFillClrLst/>
    <dgm:txEffectClrLst/>
  </dgm:styleLbl>
  <dgm:styleLbl name="alignNode1">
    <dgm:fillClrLst>
      <a:schemeClr val="accent2"/>
      <a:schemeClr val="accent3"/>
    </dgm:fillClrLst>
    <dgm:linClrLst>
      <a:schemeClr val="accent2"/>
      <a:schemeClr val="accent3"/>
    </dgm:linClrLst>
    <dgm:effectClrLst/>
    <dgm:txLinClrLst/>
    <dgm:txFillClrLst/>
    <dgm:txEffectClrLst/>
  </dgm:styleLbl>
  <dgm:styleLbl name="lnNode1">
    <dgm:fillClrLst>
      <a:schemeClr val="accent2"/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vennNode1">
    <dgm:fillClrLst>
      <a:schemeClr val="accent2">
        <a:alpha val="50000"/>
      </a:schemeClr>
      <a:schemeClr val="accent3">
        <a:alpha val="50000"/>
      </a:schemeClr>
    </dgm:fillClrLst>
    <dgm:linClrLst meth="repeat">
      <a:schemeClr val="lt1"/>
    </dgm:linClrLst>
    <dgm:effectClrLst/>
    <dgm:txLinClrLst/>
    <dgm:txFillClrLst/>
    <dgm:txEffectClrLst/>
  </dgm:styleLbl>
  <dgm:styleLbl name="node2">
    <dgm:fillClrLst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node3">
    <dgm:fillClrLst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node4">
    <dgm:fillClrLst>
      <a:schemeClr val="accent5"/>
    </dgm:fillClrLst>
    <dgm:linClrLst meth="repeat">
      <a:schemeClr val="lt1"/>
    </dgm:linClrLst>
    <dgm:effectClrLst/>
    <dgm:txLinClrLst/>
    <dgm:txFillClrLst/>
    <dgm:txEffectClrLst/>
  </dgm:styleLbl>
  <dgm:styleLbl name="fgImgPlace1">
    <dgm:fillClrLst>
      <a:schemeClr val="accent2">
        <a:tint val="50000"/>
      </a:schemeClr>
      <a:schemeClr val="accent3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alignImgPlace1">
    <dgm:fillClrLst>
      <a:schemeClr val="accent2">
        <a:tint val="50000"/>
      </a:schemeClr>
      <a:schemeClr val="accent3">
        <a:tint val="2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bgImgPlace1">
    <dgm:fillClrLst>
      <a:schemeClr val="accent2">
        <a:tint val="50000"/>
      </a:schemeClr>
      <a:schemeClr val="accent3">
        <a:tint val="2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sibTrans2D1">
    <dgm:fillClrLst>
      <a:schemeClr val="accent2"/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fgSibTrans2D1">
    <dgm:fillClrLst>
      <a:schemeClr val="accent2"/>
      <a:schemeClr val="accent3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bgSibTrans2D1">
    <dgm:fillClrLst>
      <a:schemeClr val="accent2"/>
      <a:schemeClr val="accent3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sibTrans1D1">
    <dgm:fillClrLst/>
    <dgm:linClrLst>
      <a:schemeClr val="accent2"/>
      <a:schemeClr val="accent3"/>
    </dgm:linClrLst>
    <dgm:effectClrLst/>
    <dgm:txLinClrLst/>
    <dgm:txFillClrLst meth="repeat">
      <a:schemeClr val="tx1"/>
    </dgm:txFillClrLst>
    <dgm:txEffectClrLst/>
  </dgm:styleLbl>
  <dgm:styleLbl name="callout">
    <dgm:fillClrLst meth="repeat">
      <a:schemeClr val="accent2"/>
    </dgm:fillClrLst>
    <dgm:linClrLst meth="repeat">
      <a:schemeClr val="accent2">
        <a:tint val="50000"/>
      </a:schemeClr>
    </dgm:linClrLst>
    <dgm:effectClrLst/>
    <dgm:txLinClrLst/>
    <dgm:txFillClrLst meth="repeat">
      <a:schemeClr val="tx1"/>
    </dgm:txFillClrLst>
    <dgm:txEffectClrLst/>
  </dgm:styleLbl>
  <dgm:styleLbl name="asst0">
    <dgm:fillClrLst meth="repeat">
      <a:schemeClr val="accent2"/>
    </dgm:fillClrLst>
    <dgm:linClrLst meth="repeat">
      <a:schemeClr val="lt1">
        <a:shade val="80000"/>
      </a:schemeClr>
    </dgm:linClrLst>
    <dgm:effectClrLst/>
    <dgm:txLinClrLst/>
    <dgm:txFillClrLst/>
    <dgm:txEffectClrLst/>
  </dgm:styleLbl>
  <dgm:styleLbl name="asst1">
    <dgm:fillClrLst meth="repeat">
      <a:schemeClr val="accent3"/>
    </dgm:fillClrLst>
    <dgm:linClrLst meth="repeat">
      <a:schemeClr val="lt1">
        <a:shade val="80000"/>
      </a:schemeClr>
    </dgm:linClrLst>
    <dgm:effectClrLst/>
    <dgm:txLinClrLst/>
    <dgm:txFillClrLst/>
    <dgm:txEffectClrLst/>
  </dgm:styleLbl>
  <dgm:styleLbl name="asst2">
    <dgm:fillClrLst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asst3">
    <dgm:fillClrLst>
      <a:schemeClr val="accent5"/>
    </dgm:fillClrLst>
    <dgm:linClrLst meth="repeat">
      <a:schemeClr val="lt1"/>
    </dgm:linClrLst>
    <dgm:effectClrLst/>
    <dgm:txLinClrLst/>
    <dgm:txFillClrLst/>
    <dgm:txEffectClrLst/>
  </dgm:styleLbl>
  <dgm:styleLbl name="asst4">
    <dgm:fillClrLst>
      <a:schemeClr val="accent6"/>
    </dgm:fillClrLst>
    <dgm:linClrLst meth="repeat">
      <a:schemeClr val="lt1"/>
    </dgm:linClrLst>
    <dgm:effectClrLst/>
    <dgm:txLinClrLst/>
    <dgm:txFillClrLst/>
    <dgm:txEffectClrLst/>
  </dgm:styleLbl>
  <dgm:styleLbl name="parChTrans2D1">
    <dgm:fillClrLst meth="repeat">
      <a:schemeClr val="accent2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parChTrans2D2">
    <dgm:fillClrLst meth="repeat"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parChTrans2D3">
    <dgm:fillClrLst meth="repeat"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parChTrans2D4">
    <dgm:fillClrLst meth="repeat">
      <a:schemeClr val="accent5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parChTrans1D1">
    <dgm:fillClrLst meth="repeat">
      <a:schemeClr val="accent2"/>
    </dgm:fillClrLst>
    <dgm:linClrLst meth="repeat">
      <a:schemeClr val="accent2"/>
    </dgm:linClrLst>
    <dgm:effectClrLst/>
    <dgm:txLinClrLst/>
    <dgm:txFillClrLst meth="repeat">
      <a:schemeClr val="tx1"/>
    </dgm:txFillClrLst>
    <dgm:txEffectClrLst/>
  </dgm:styleLbl>
  <dgm:styleLbl name="parChTrans1D2">
    <dgm:fillClrLst meth="repeat">
      <a:schemeClr val="accent2">
        <a:tint val="90000"/>
      </a:schemeClr>
    </dgm:fillClrLst>
    <dgm:linClrLst meth="repeat">
      <a:schemeClr val="accent3"/>
    </dgm:linClrLst>
    <dgm:effectClrLst/>
    <dgm:txLinClrLst/>
    <dgm:txFillClrLst meth="repeat">
      <a:schemeClr val="tx1"/>
    </dgm:txFillClrLst>
    <dgm:txEffectClrLst/>
  </dgm:styleLbl>
  <dgm:styleLbl name="parChTrans1D3">
    <dgm:fillClrLst meth="repeat">
      <a:schemeClr val="accent2">
        <a:tint val="70000"/>
      </a:schemeClr>
    </dgm:fillClrLst>
    <dgm:linClrLst meth="repeat">
      <a:schemeClr val="accent4"/>
    </dgm:linClrLst>
    <dgm:effectClrLst/>
    <dgm:txLinClrLst/>
    <dgm:txFillClrLst meth="repeat">
      <a:schemeClr val="tx1"/>
    </dgm:txFillClrLst>
    <dgm:txEffectClrLst/>
  </dgm:styleLbl>
  <dgm:styleLbl name="parChTrans1D4">
    <dgm:fillClrLst meth="repeat">
      <a:schemeClr val="accent2">
        <a:tint val="50000"/>
      </a:schemeClr>
    </dgm:fillClrLst>
    <dgm:linClrLst meth="repeat">
      <a:schemeClr val="accent5"/>
    </dgm:linClrLst>
    <dgm:effectClrLst/>
    <dgm:txLinClrLst/>
    <dgm:txFillClrLst meth="repeat">
      <a:schemeClr val="tx1"/>
    </dgm:txFillClrLst>
    <dgm:txEffectClrLst/>
  </dgm:styleLbl>
  <dgm:styleLbl name="fgAcc1">
    <dgm:fillClrLst meth="repeat">
      <a:schemeClr val="lt1">
        <a:alpha val="90000"/>
      </a:schemeClr>
    </dgm:fillClrLst>
    <dgm:linClrLst>
      <a:schemeClr val="accent2"/>
      <a:schemeClr val="accent3"/>
    </dgm:linClrLst>
    <dgm:effectClrLst/>
    <dgm:txLinClrLst/>
    <dgm:txFillClrLst meth="repeat">
      <a:schemeClr val="dk1"/>
    </dgm:txFillClrLst>
    <dgm:txEffectClrLst/>
  </dgm:styleLbl>
  <dgm:styleLbl name="conFgAcc1">
    <dgm:fillClrLst meth="repeat">
      <a:schemeClr val="lt1">
        <a:alpha val="90000"/>
      </a:schemeClr>
    </dgm:fillClrLst>
    <dgm:linClrLst>
      <a:schemeClr val="accent2"/>
      <a:schemeClr val="accent3"/>
    </dgm:linClrLst>
    <dgm:effectClrLst/>
    <dgm:txLinClrLst/>
    <dgm:txFillClrLst meth="repeat">
      <a:schemeClr val="dk1"/>
    </dgm:txFillClrLst>
    <dgm:txEffectClrLst/>
  </dgm:styleLbl>
  <dgm:styleLbl name="alignAcc1">
    <dgm:fillClrLst meth="repeat">
      <a:schemeClr val="lt1">
        <a:alpha val="90000"/>
      </a:schemeClr>
    </dgm:fillClrLst>
    <dgm:linClrLst>
      <a:schemeClr val="accent2"/>
      <a:schemeClr val="accent3"/>
    </dgm:linClrLst>
    <dgm:effectClrLst/>
    <dgm:txLinClrLst/>
    <dgm:txFillClrLst meth="repeat">
      <a:schemeClr val="dk1"/>
    </dgm:txFillClrLst>
    <dgm:txEffectClrLst/>
  </dgm:styleLbl>
  <dgm:styleLbl name="trAlignAcc1">
    <dgm:fillClrLst meth="repeat">
      <a:schemeClr val="lt1">
        <a:alpha val="40000"/>
      </a:schemeClr>
    </dgm:fillClrLst>
    <dgm:linClrLst meth="repeat">
      <a:schemeClr val="accent2"/>
    </dgm:linClrLst>
    <dgm:effectClrLst/>
    <dgm:txLinClrLst/>
    <dgm:txFillClrLst meth="repeat">
      <a:schemeClr val="dk1"/>
    </dgm:txFillClrLst>
    <dgm:txEffectClrLst/>
  </dgm:styleLbl>
  <dgm:styleLbl name="bgAcc1">
    <dgm:fillClrLst meth="repeat">
      <a:schemeClr val="lt1">
        <a:alpha val="90000"/>
      </a:schemeClr>
    </dgm:fillClrLst>
    <dgm:linClrLst>
      <a:schemeClr val="accent2"/>
      <a:schemeClr val="accent3"/>
    </dgm:linClrLst>
    <dgm:effectClrLst/>
    <dgm:txLinClrLst/>
    <dgm:txFillClrLst meth="repeat">
      <a:schemeClr val="dk1"/>
    </dgm:txFillClrLst>
    <dgm:txEffectClrLst/>
  </dgm:styleLbl>
  <dgm:styleLbl name="solidFgAcc1">
    <dgm:fillClrLst meth="repeat">
      <a:schemeClr val="lt1"/>
    </dgm:fillClrLst>
    <dgm:linClrLst>
      <a:schemeClr val="accent2"/>
      <a:schemeClr val="accent3"/>
    </dgm:linClrLst>
    <dgm:effectClrLst/>
    <dgm:txLinClrLst/>
    <dgm:txFillClrLst meth="repeat">
      <a:schemeClr val="dk1"/>
    </dgm:txFillClrLst>
    <dgm:txEffectClrLst/>
  </dgm:styleLbl>
  <dgm:styleLbl name="solidAlignAcc1">
    <dgm:fillClrLst meth="repeat">
      <a:schemeClr val="lt1"/>
    </dgm:fillClrLst>
    <dgm:linClrLst>
      <a:schemeClr val="accent2"/>
      <a:schemeClr val="accent3"/>
    </dgm:linClrLst>
    <dgm:effectClrLst/>
    <dgm:txLinClrLst/>
    <dgm:txFillClrLst meth="repeat">
      <a:schemeClr val="dk1"/>
    </dgm:txFillClrLst>
    <dgm:txEffectClrLst/>
  </dgm:styleLbl>
  <dgm:styleLbl name="solidBgAcc1">
    <dgm:fillClrLst meth="repeat">
      <a:schemeClr val="lt1"/>
    </dgm:fillClrLst>
    <dgm:linClrLst>
      <a:schemeClr val="accent2"/>
      <a:schemeClr val="accent3"/>
    </dgm:linClrLst>
    <dgm:effectClrLst/>
    <dgm:txLinClrLst/>
    <dgm:txFillClrLst meth="repeat">
      <a:schemeClr val="dk1"/>
    </dgm:txFillClrLst>
    <dgm:txEffectClrLst/>
  </dgm:styleLbl>
  <dgm:styleLbl name="fgAccFollowNode1">
    <dgm:fillClrLst>
      <a:schemeClr val="accent2">
        <a:tint val="40000"/>
        <a:alpha val="90000"/>
      </a:schemeClr>
      <a:schemeClr val="accent3">
        <a:tint val="40000"/>
        <a:alpha val="90000"/>
      </a:schemeClr>
    </dgm:fillClrLst>
    <dgm:linClrLst>
      <a:schemeClr val="accent2">
        <a:tint val="40000"/>
        <a:alpha val="90000"/>
      </a:schemeClr>
      <a:schemeClr val="accent3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alignAccFollowNode1">
    <dgm:fillClrLst>
      <a:schemeClr val="accent2">
        <a:tint val="40000"/>
        <a:alpha val="90000"/>
      </a:schemeClr>
      <a:schemeClr val="accent3">
        <a:tint val="40000"/>
        <a:alpha val="90000"/>
      </a:schemeClr>
    </dgm:fillClrLst>
    <dgm:linClrLst>
      <a:schemeClr val="accent2">
        <a:tint val="40000"/>
        <a:alpha val="90000"/>
      </a:schemeClr>
      <a:schemeClr val="accent3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bgAccFollowNode1">
    <dgm:fillClrLst>
      <a:schemeClr val="accent2">
        <a:tint val="40000"/>
        <a:alpha val="90000"/>
      </a:schemeClr>
      <a:schemeClr val="accent3">
        <a:tint val="40000"/>
        <a:alpha val="90000"/>
      </a:schemeClr>
    </dgm:fillClrLst>
    <dgm:linClrLst>
      <a:schemeClr val="accent2">
        <a:tint val="40000"/>
        <a:alpha val="90000"/>
      </a:schemeClr>
      <a:schemeClr val="accent3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fgAcc0">
    <dgm:fillClrLst meth="repeat">
      <a:schemeClr val="lt1">
        <a:alpha val="90000"/>
      </a:schemeClr>
    </dgm:fillClrLst>
    <dgm:linClrLst>
      <a:schemeClr val="accent1"/>
    </dgm:linClrLst>
    <dgm:effectClrLst/>
    <dgm:txLinClrLst/>
    <dgm:txFillClrLst meth="repeat">
      <a:schemeClr val="dk1"/>
    </dgm:txFillClrLst>
    <dgm:txEffectClrLst/>
  </dgm:styleLbl>
  <dgm:styleLbl name="fgAcc2">
    <dgm:fillClrLst meth="repeat">
      <a:schemeClr val="lt1">
        <a:alpha val="90000"/>
      </a:schemeClr>
    </dgm:fillClrLst>
    <dgm:linClrLst>
      <a:schemeClr val="accent3"/>
    </dgm:linClrLst>
    <dgm:effectClrLst/>
    <dgm:txLinClrLst/>
    <dgm:txFillClrLst meth="repeat">
      <a:schemeClr val="dk1"/>
    </dgm:txFillClrLst>
    <dgm:txEffectClrLst/>
  </dgm:styleLbl>
  <dgm:styleLbl name="fgAcc3">
    <dgm:fillClrLst meth="repeat">
      <a:schemeClr val="lt1">
        <a:alpha val="90000"/>
      </a:schemeClr>
    </dgm:fillClrLst>
    <dgm:linClrLst>
      <a:schemeClr val="accent4"/>
    </dgm:linClrLst>
    <dgm:effectClrLst/>
    <dgm:txLinClrLst/>
    <dgm:txFillClrLst meth="repeat">
      <a:schemeClr val="dk1"/>
    </dgm:txFillClrLst>
    <dgm:txEffectClrLst/>
  </dgm:styleLbl>
  <dgm:styleLbl name="fgAcc4">
    <dgm:fillClrLst meth="repeat">
      <a:schemeClr val="lt1">
        <a:alpha val="90000"/>
      </a:schemeClr>
    </dgm:fillClrLst>
    <dgm:linClrLst>
      <a:schemeClr val="accent5"/>
    </dgm:linClrLst>
    <dgm:effectClrLst/>
    <dgm:txLinClrLst/>
    <dgm:txFillClrLst meth="repeat">
      <a:schemeClr val="dk1"/>
    </dgm:txFillClrLst>
    <dgm:txEffectClrLst/>
  </dgm:styleLbl>
  <dgm:styleLbl name="bgShp">
    <dgm:fillClrLst meth="repeat">
      <a:schemeClr val="bg1">
        <a:lumMod val="95000"/>
      </a:schemeClr>
    </dgm:fillClrLst>
    <dgm:linClrLst meth="repeat">
      <a:schemeClr val="dk1"/>
    </dgm:linClrLst>
    <dgm:effectClrLst/>
    <dgm:txLinClrLst/>
    <dgm:txFillClrLst meth="repeat">
      <a:schemeClr val="dk1"/>
    </dgm:txFillClrLst>
    <dgm:txEffectClrLst/>
  </dgm:styleLbl>
  <dgm:styleLbl name="dkBgShp">
    <dgm:fillClrLst meth="repeat">
      <a:schemeClr val="accent2">
        <a:shade val="90000"/>
      </a:schemeClr>
    </dgm:fillClrLst>
    <dgm:linClrLst meth="repeat">
      <a:schemeClr val="dk1"/>
    </dgm:linClrLst>
    <dgm:effectClrLst/>
    <dgm:txLinClrLst/>
    <dgm:txFillClrLst meth="repeat">
      <a:schemeClr val="lt1"/>
    </dgm:txFillClrLst>
    <dgm:txEffectClrLst/>
  </dgm:styleLbl>
  <dgm:styleLbl name="trBgShp">
    <dgm:fillClrLst meth="repeat">
      <a:schemeClr val="accent2">
        <a:tint val="50000"/>
        <a:alpha val="40000"/>
      </a:schemeClr>
    </dgm:fillClrLst>
    <dgm:linClrLst meth="repeat">
      <a:schemeClr val="accent2"/>
    </dgm:linClrLst>
    <dgm:effectClrLst/>
    <dgm:txLinClrLst/>
    <dgm:txFillClrLst meth="repeat">
      <a:schemeClr val="lt1"/>
    </dgm:txFillClrLst>
    <dgm:txEffectClrLst/>
  </dgm:styleLbl>
  <dgm:styleLbl name="fgShp">
    <dgm:fillClrLst meth="repeat">
      <a:schemeClr val="accent2">
        <a:tint val="40000"/>
      </a:schemeClr>
    </dgm:fillClrLst>
    <dgm:linClrLst meth="repeat">
      <a:schemeClr val="lt1"/>
    </dgm:linClrLst>
    <dgm:effectClrLst/>
    <dgm:txLinClrLst/>
    <dgm:txFillClrLst meth="repeat">
      <a:schemeClr val="dk1"/>
    </dgm:txFillClrLst>
    <dgm:txEffectClrLst/>
  </dgm:styleLbl>
  <dgm:styleLbl name="revTx">
    <dgm:fillClrLst meth="repeat">
      <a:schemeClr val="lt1">
        <a:alpha val="0"/>
      </a:schemeClr>
    </dgm:fillClrLst>
    <dgm:linClrLst meth="repeat">
      <a:schemeClr val="dk1">
        <a:alpha val="0"/>
      </a:schemeClr>
    </dgm:linClrLst>
    <dgm:effectClrLst/>
    <dgm:txLinClrLst/>
    <dgm:txFillClrLst meth="repeat">
      <a:schemeClr val="tx1"/>
    </dgm:txFillClrLst>
    <dgm:txEffectClrLst/>
  </dgm:styleLbl>
</dgm:colorsDef>
</file>

<file path=ppt/diagrams/colors60.xml><?xml version="1.0" encoding="utf-8"?>
<dgm:colorsDef xmlns:dgm="http://schemas.openxmlformats.org/drawingml/2006/diagram" xmlns:a="http://schemas.openxmlformats.org/drawingml/2006/main" uniqueId="urn:microsoft.com/office/officeart/2018/5/colors/Iconchunking_neutralbg_colorful2">
  <dgm:title val=""/>
  <dgm:desc val=""/>
  <dgm:catLst>
    <dgm:cat type="colorful" pri="10200"/>
  </dgm:catLst>
  <dgm:styleLbl name="node0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node1">
    <dgm:fillClrLst>
      <a:schemeClr val="accent2"/>
      <a:schemeClr val="accent3"/>
    </dgm:fillClrLst>
    <dgm:linClrLst meth="repeat">
      <a:schemeClr val="lt1">
        <a:alpha val="0"/>
      </a:schemeClr>
    </dgm:linClrLst>
    <dgm:effectClrLst/>
    <dgm:txLinClrLst/>
    <dgm:txFillClrLst/>
    <dgm:txEffectClrLst/>
  </dgm:styleLbl>
  <dgm:styleLbl name="alignNode1">
    <dgm:fillClrLst>
      <a:schemeClr val="accent2"/>
      <a:schemeClr val="accent3"/>
    </dgm:fillClrLst>
    <dgm:linClrLst>
      <a:schemeClr val="accent2"/>
      <a:schemeClr val="accent3"/>
    </dgm:linClrLst>
    <dgm:effectClrLst/>
    <dgm:txLinClrLst/>
    <dgm:txFillClrLst/>
    <dgm:txEffectClrLst/>
  </dgm:styleLbl>
  <dgm:styleLbl name="lnNode1">
    <dgm:fillClrLst>
      <a:schemeClr val="accent2"/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vennNode1">
    <dgm:fillClrLst>
      <a:schemeClr val="accent2">
        <a:alpha val="50000"/>
      </a:schemeClr>
      <a:schemeClr val="accent3">
        <a:alpha val="50000"/>
      </a:schemeClr>
    </dgm:fillClrLst>
    <dgm:linClrLst meth="repeat">
      <a:schemeClr val="lt1"/>
    </dgm:linClrLst>
    <dgm:effectClrLst/>
    <dgm:txLinClrLst/>
    <dgm:txFillClrLst/>
    <dgm:txEffectClrLst/>
  </dgm:styleLbl>
  <dgm:styleLbl name="node2">
    <dgm:fillClrLst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node3">
    <dgm:fillClrLst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node4">
    <dgm:fillClrLst>
      <a:schemeClr val="accent5"/>
    </dgm:fillClrLst>
    <dgm:linClrLst meth="repeat">
      <a:schemeClr val="lt1"/>
    </dgm:linClrLst>
    <dgm:effectClrLst/>
    <dgm:txLinClrLst/>
    <dgm:txFillClrLst/>
    <dgm:txEffectClrLst/>
  </dgm:styleLbl>
  <dgm:styleLbl name="fgImgPlace1">
    <dgm:fillClrLst>
      <a:schemeClr val="accent2">
        <a:tint val="50000"/>
      </a:schemeClr>
      <a:schemeClr val="accent3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alignImgPlace1">
    <dgm:fillClrLst>
      <a:schemeClr val="accent2">
        <a:tint val="50000"/>
      </a:schemeClr>
      <a:schemeClr val="accent3">
        <a:tint val="2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bgImgPlace1">
    <dgm:fillClrLst>
      <a:schemeClr val="accent2">
        <a:tint val="50000"/>
      </a:schemeClr>
      <a:schemeClr val="accent3">
        <a:tint val="2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sibTrans2D1">
    <dgm:fillClrLst>
      <a:schemeClr val="accent2"/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fgSibTrans2D1">
    <dgm:fillClrLst>
      <a:schemeClr val="accent2"/>
      <a:schemeClr val="accent3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bgSibTrans2D1">
    <dgm:fillClrLst>
      <a:schemeClr val="accent2"/>
      <a:schemeClr val="accent3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sibTrans1D1">
    <dgm:fillClrLst/>
    <dgm:linClrLst>
      <a:schemeClr val="accent2"/>
      <a:schemeClr val="accent3"/>
    </dgm:linClrLst>
    <dgm:effectClrLst/>
    <dgm:txLinClrLst/>
    <dgm:txFillClrLst meth="repeat">
      <a:schemeClr val="tx1"/>
    </dgm:txFillClrLst>
    <dgm:txEffectClrLst/>
  </dgm:styleLbl>
  <dgm:styleLbl name="callout">
    <dgm:fillClrLst meth="repeat">
      <a:schemeClr val="accent2"/>
    </dgm:fillClrLst>
    <dgm:linClrLst meth="repeat">
      <a:schemeClr val="accent2">
        <a:tint val="50000"/>
      </a:schemeClr>
    </dgm:linClrLst>
    <dgm:effectClrLst/>
    <dgm:txLinClrLst/>
    <dgm:txFillClrLst meth="repeat">
      <a:schemeClr val="tx1"/>
    </dgm:txFillClrLst>
    <dgm:txEffectClrLst/>
  </dgm:styleLbl>
  <dgm:styleLbl name="asst0">
    <dgm:fillClrLst meth="repeat">
      <a:schemeClr val="accent2"/>
    </dgm:fillClrLst>
    <dgm:linClrLst meth="repeat">
      <a:schemeClr val="lt1">
        <a:shade val="80000"/>
      </a:schemeClr>
    </dgm:linClrLst>
    <dgm:effectClrLst/>
    <dgm:txLinClrLst/>
    <dgm:txFillClrLst/>
    <dgm:txEffectClrLst/>
  </dgm:styleLbl>
  <dgm:styleLbl name="asst1">
    <dgm:fillClrLst meth="repeat">
      <a:schemeClr val="accent3"/>
    </dgm:fillClrLst>
    <dgm:linClrLst meth="repeat">
      <a:schemeClr val="lt1">
        <a:shade val="80000"/>
      </a:schemeClr>
    </dgm:linClrLst>
    <dgm:effectClrLst/>
    <dgm:txLinClrLst/>
    <dgm:txFillClrLst/>
    <dgm:txEffectClrLst/>
  </dgm:styleLbl>
  <dgm:styleLbl name="asst2">
    <dgm:fillClrLst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asst3">
    <dgm:fillClrLst>
      <a:schemeClr val="accent5"/>
    </dgm:fillClrLst>
    <dgm:linClrLst meth="repeat">
      <a:schemeClr val="lt1"/>
    </dgm:linClrLst>
    <dgm:effectClrLst/>
    <dgm:txLinClrLst/>
    <dgm:txFillClrLst/>
    <dgm:txEffectClrLst/>
  </dgm:styleLbl>
  <dgm:styleLbl name="asst4">
    <dgm:fillClrLst>
      <a:schemeClr val="accent6"/>
    </dgm:fillClrLst>
    <dgm:linClrLst meth="repeat">
      <a:schemeClr val="lt1"/>
    </dgm:linClrLst>
    <dgm:effectClrLst/>
    <dgm:txLinClrLst/>
    <dgm:txFillClrLst/>
    <dgm:txEffectClrLst/>
  </dgm:styleLbl>
  <dgm:styleLbl name="parChTrans2D1">
    <dgm:fillClrLst meth="repeat">
      <a:schemeClr val="accent2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parChTrans2D2">
    <dgm:fillClrLst meth="repeat"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parChTrans2D3">
    <dgm:fillClrLst meth="repeat"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parChTrans2D4">
    <dgm:fillClrLst meth="repeat">
      <a:schemeClr val="accent5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parChTrans1D1">
    <dgm:fillClrLst meth="repeat">
      <a:schemeClr val="accent2"/>
    </dgm:fillClrLst>
    <dgm:linClrLst meth="repeat">
      <a:schemeClr val="accent2"/>
    </dgm:linClrLst>
    <dgm:effectClrLst/>
    <dgm:txLinClrLst/>
    <dgm:txFillClrLst meth="repeat">
      <a:schemeClr val="tx1"/>
    </dgm:txFillClrLst>
    <dgm:txEffectClrLst/>
  </dgm:styleLbl>
  <dgm:styleLbl name="parChTrans1D2">
    <dgm:fillClrLst meth="repeat">
      <a:schemeClr val="accent2">
        <a:tint val="90000"/>
      </a:schemeClr>
    </dgm:fillClrLst>
    <dgm:linClrLst meth="repeat">
      <a:schemeClr val="accent3"/>
    </dgm:linClrLst>
    <dgm:effectClrLst/>
    <dgm:txLinClrLst/>
    <dgm:txFillClrLst meth="repeat">
      <a:schemeClr val="tx1"/>
    </dgm:txFillClrLst>
    <dgm:txEffectClrLst/>
  </dgm:styleLbl>
  <dgm:styleLbl name="parChTrans1D3">
    <dgm:fillClrLst meth="repeat">
      <a:schemeClr val="accent2">
        <a:tint val="70000"/>
      </a:schemeClr>
    </dgm:fillClrLst>
    <dgm:linClrLst meth="repeat">
      <a:schemeClr val="accent4"/>
    </dgm:linClrLst>
    <dgm:effectClrLst/>
    <dgm:txLinClrLst/>
    <dgm:txFillClrLst meth="repeat">
      <a:schemeClr val="tx1"/>
    </dgm:txFillClrLst>
    <dgm:txEffectClrLst/>
  </dgm:styleLbl>
  <dgm:styleLbl name="parChTrans1D4">
    <dgm:fillClrLst meth="repeat">
      <a:schemeClr val="accent2">
        <a:tint val="50000"/>
      </a:schemeClr>
    </dgm:fillClrLst>
    <dgm:linClrLst meth="repeat">
      <a:schemeClr val="accent5"/>
    </dgm:linClrLst>
    <dgm:effectClrLst/>
    <dgm:txLinClrLst/>
    <dgm:txFillClrLst meth="repeat">
      <a:schemeClr val="tx1"/>
    </dgm:txFillClrLst>
    <dgm:txEffectClrLst/>
  </dgm:styleLbl>
  <dgm:styleLbl name="fgAcc1">
    <dgm:fillClrLst meth="repeat">
      <a:schemeClr val="lt1">
        <a:alpha val="90000"/>
      </a:schemeClr>
    </dgm:fillClrLst>
    <dgm:linClrLst>
      <a:schemeClr val="accent2"/>
      <a:schemeClr val="accent3"/>
    </dgm:linClrLst>
    <dgm:effectClrLst/>
    <dgm:txLinClrLst/>
    <dgm:txFillClrLst meth="repeat">
      <a:schemeClr val="dk1"/>
    </dgm:txFillClrLst>
    <dgm:txEffectClrLst/>
  </dgm:styleLbl>
  <dgm:styleLbl name="conFgAcc1">
    <dgm:fillClrLst meth="repeat">
      <a:schemeClr val="lt1">
        <a:alpha val="90000"/>
      </a:schemeClr>
    </dgm:fillClrLst>
    <dgm:linClrLst>
      <a:schemeClr val="accent2"/>
      <a:schemeClr val="accent3"/>
    </dgm:linClrLst>
    <dgm:effectClrLst/>
    <dgm:txLinClrLst/>
    <dgm:txFillClrLst meth="repeat">
      <a:schemeClr val="dk1"/>
    </dgm:txFillClrLst>
    <dgm:txEffectClrLst/>
  </dgm:styleLbl>
  <dgm:styleLbl name="alignAcc1">
    <dgm:fillClrLst meth="repeat">
      <a:schemeClr val="lt1">
        <a:alpha val="90000"/>
      </a:schemeClr>
    </dgm:fillClrLst>
    <dgm:linClrLst>
      <a:schemeClr val="accent2"/>
      <a:schemeClr val="accent3"/>
    </dgm:linClrLst>
    <dgm:effectClrLst/>
    <dgm:txLinClrLst/>
    <dgm:txFillClrLst meth="repeat">
      <a:schemeClr val="dk1"/>
    </dgm:txFillClrLst>
    <dgm:txEffectClrLst/>
  </dgm:styleLbl>
  <dgm:styleLbl name="trAlignAcc1">
    <dgm:fillClrLst meth="repeat">
      <a:schemeClr val="lt1">
        <a:alpha val="40000"/>
      </a:schemeClr>
    </dgm:fillClrLst>
    <dgm:linClrLst meth="repeat">
      <a:schemeClr val="accent2"/>
    </dgm:linClrLst>
    <dgm:effectClrLst/>
    <dgm:txLinClrLst/>
    <dgm:txFillClrLst meth="repeat">
      <a:schemeClr val="dk1"/>
    </dgm:txFillClrLst>
    <dgm:txEffectClrLst/>
  </dgm:styleLbl>
  <dgm:styleLbl name="bgAcc1">
    <dgm:fillClrLst meth="repeat">
      <a:schemeClr val="lt1">
        <a:alpha val="90000"/>
      </a:schemeClr>
    </dgm:fillClrLst>
    <dgm:linClrLst>
      <a:schemeClr val="accent2"/>
      <a:schemeClr val="accent3"/>
    </dgm:linClrLst>
    <dgm:effectClrLst/>
    <dgm:txLinClrLst/>
    <dgm:txFillClrLst meth="repeat">
      <a:schemeClr val="dk1"/>
    </dgm:txFillClrLst>
    <dgm:txEffectClrLst/>
  </dgm:styleLbl>
  <dgm:styleLbl name="solidFgAcc1">
    <dgm:fillClrLst meth="repeat">
      <a:schemeClr val="lt1"/>
    </dgm:fillClrLst>
    <dgm:linClrLst>
      <a:schemeClr val="accent2"/>
      <a:schemeClr val="accent3"/>
    </dgm:linClrLst>
    <dgm:effectClrLst/>
    <dgm:txLinClrLst/>
    <dgm:txFillClrLst meth="repeat">
      <a:schemeClr val="dk1"/>
    </dgm:txFillClrLst>
    <dgm:txEffectClrLst/>
  </dgm:styleLbl>
  <dgm:styleLbl name="solidAlignAcc1">
    <dgm:fillClrLst meth="repeat">
      <a:schemeClr val="lt1"/>
    </dgm:fillClrLst>
    <dgm:linClrLst>
      <a:schemeClr val="accent2"/>
      <a:schemeClr val="accent3"/>
    </dgm:linClrLst>
    <dgm:effectClrLst/>
    <dgm:txLinClrLst/>
    <dgm:txFillClrLst meth="repeat">
      <a:schemeClr val="dk1"/>
    </dgm:txFillClrLst>
    <dgm:txEffectClrLst/>
  </dgm:styleLbl>
  <dgm:styleLbl name="solidBgAcc1">
    <dgm:fillClrLst meth="repeat">
      <a:schemeClr val="lt1"/>
    </dgm:fillClrLst>
    <dgm:linClrLst>
      <a:schemeClr val="accent2"/>
      <a:schemeClr val="accent3"/>
    </dgm:linClrLst>
    <dgm:effectClrLst/>
    <dgm:txLinClrLst/>
    <dgm:txFillClrLst meth="repeat">
      <a:schemeClr val="dk1"/>
    </dgm:txFillClrLst>
    <dgm:txEffectClrLst/>
  </dgm:styleLbl>
  <dgm:styleLbl name="fgAccFollowNode1">
    <dgm:fillClrLst>
      <a:schemeClr val="accent2">
        <a:tint val="40000"/>
        <a:alpha val="90000"/>
      </a:schemeClr>
      <a:schemeClr val="accent3">
        <a:tint val="40000"/>
        <a:alpha val="90000"/>
      </a:schemeClr>
    </dgm:fillClrLst>
    <dgm:linClrLst>
      <a:schemeClr val="accent2">
        <a:tint val="40000"/>
        <a:alpha val="90000"/>
      </a:schemeClr>
      <a:schemeClr val="accent3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alignAccFollowNode1">
    <dgm:fillClrLst>
      <a:schemeClr val="accent2">
        <a:tint val="40000"/>
        <a:alpha val="90000"/>
      </a:schemeClr>
      <a:schemeClr val="accent3">
        <a:tint val="40000"/>
        <a:alpha val="90000"/>
      </a:schemeClr>
    </dgm:fillClrLst>
    <dgm:linClrLst>
      <a:schemeClr val="accent2">
        <a:tint val="40000"/>
        <a:alpha val="90000"/>
      </a:schemeClr>
      <a:schemeClr val="accent3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bgAccFollowNode1">
    <dgm:fillClrLst>
      <a:schemeClr val="accent2">
        <a:tint val="40000"/>
        <a:alpha val="90000"/>
      </a:schemeClr>
      <a:schemeClr val="accent3">
        <a:tint val="40000"/>
        <a:alpha val="90000"/>
      </a:schemeClr>
    </dgm:fillClrLst>
    <dgm:linClrLst>
      <a:schemeClr val="accent2">
        <a:tint val="40000"/>
        <a:alpha val="90000"/>
      </a:schemeClr>
      <a:schemeClr val="accent3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fgAcc0">
    <dgm:fillClrLst meth="repeat">
      <a:schemeClr val="lt1">
        <a:alpha val="90000"/>
      </a:schemeClr>
    </dgm:fillClrLst>
    <dgm:linClrLst>
      <a:schemeClr val="accent1"/>
    </dgm:linClrLst>
    <dgm:effectClrLst/>
    <dgm:txLinClrLst/>
    <dgm:txFillClrLst meth="repeat">
      <a:schemeClr val="dk1"/>
    </dgm:txFillClrLst>
    <dgm:txEffectClrLst/>
  </dgm:styleLbl>
  <dgm:styleLbl name="fgAcc2">
    <dgm:fillClrLst meth="repeat">
      <a:schemeClr val="lt1">
        <a:alpha val="90000"/>
      </a:schemeClr>
    </dgm:fillClrLst>
    <dgm:linClrLst>
      <a:schemeClr val="accent3"/>
    </dgm:linClrLst>
    <dgm:effectClrLst/>
    <dgm:txLinClrLst/>
    <dgm:txFillClrLst meth="repeat">
      <a:schemeClr val="dk1"/>
    </dgm:txFillClrLst>
    <dgm:txEffectClrLst/>
  </dgm:styleLbl>
  <dgm:styleLbl name="fgAcc3">
    <dgm:fillClrLst meth="repeat">
      <a:schemeClr val="lt1">
        <a:alpha val="90000"/>
      </a:schemeClr>
    </dgm:fillClrLst>
    <dgm:linClrLst>
      <a:schemeClr val="accent4"/>
    </dgm:linClrLst>
    <dgm:effectClrLst/>
    <dgm:txLinClrLst/>
    <dgm:txFillClrLst meth="repeat">
      <a:schemeClr val="dk1"/>
    </dgm:txFillClrLst>
    <dgm:txEffectClrLst/>
  </dgm:styleLbl>
  <dgm:styleLbl name="fgAcc4">
    <dgm:fillClrLst meth="repeat">
      <a:schemeClr val="lt1">
        <a:alpha val="90000"/>
      </a:schemeClr>
    </dgm:fillClrLst>
    <dgm:linClrLst>
      <a:schemeClr val="accent5"/>
    </dgm:linClrLst>
    <dgm:effectClrLst/>
    <dgm:txLinClrLst/>
    <dgm:txFillClrLst meth="repeat">
      <a:schemeClr val="dk1"/>
    </dgm:txFillClrLst>
    <dgm:txEffectClrLst/>
  </dgm:styleLbl>
  <dgm:styleLbl name="bgShp">
    <dgm:fillClrLst meth="repeat">
      <a:schemeClr val="bg1">
        <a:lumMod val="95000"/>
      </a:schemeClr>
    </dgm:fillClrLst>
    <dgm:linClrLst meth="repeat">
      <a:schemeClr val="dk1"/>
    </dgm:linClrLst>
    <dgm:effectClrLst/>
    <dgm:txLinClrLst/>
    <dgm:txFillClrLst meth="repeat">
      <a:schemeClr val="dk1"/>
    </dgm:txFillClrLst>
    <dgm:txEffectClrLst/>
  </dgm:styleLbl>
  <dgm:styleLbl name="dkBgShp">
    <dgm:fillClrLst meth="repeat">
      <a:schemeClr val="accent2">
        <a:shade val="90000"/>
      </a:schemeClr>
    </dgm:fillClrLst>
    <dgm:linClrLst meth="repeat">
      <a:schemeClr val="dk1"/>
    </dgm:linClrLst>
    <dgm:effectClrLst/>
    <dgm:txLinClrLst/>
    <dgm:txFillClrLst meth="repeat">
      <a:schemeClr val="lt1"/>
    </dgm:txFillClrLst>
    <dgm:txEffectClrLst/>
  </dgm:styleLbl>
  <dgm:styleLbl name="trBgShp">
    <dgm:fillClrLst meth="repeat">
      <a:schemeClr val="accent2">
        <a:tint val="50000"/>
        <a:alpha val="40000"/>
      </a:schemeClr>
    </dgm:fillClrLst>
    <dgm:linClrLst meth="repeat">
      <a:schemeClr val="accent2"/>
    </dgm:linClrLst>
    <dgm:effectClrLst/>
    <dgm:txLinClrLst/>
    <dgm:txFillClrLst meth="repeat">
      <a:schemeClr val="lt1"/>
    </dgm:txFillClrLst>
    <dgm:txEffectClrLst/>
  </dgm:styleLbl>
  <dgm:styleLbl name="fgShp">
    <dgm:fillClrLst meth="repeat">
      <a:schemeClr val="accent2">
        <a:tint val="40000"/>
      </a:schemeClr>
    </dgm:fillClrLst>
    <dgm:linClrLst meth="repeat">
      <a:schemeClr val="lt1"/>
    </dgm:linClrLst>
    <dgm:effectClrLst/>
    <dgm:txLinClrLst/>
    <dgm:txFillClrLst meth="repeat">
      <a:schemeClr val="dk1"/>
    </dgm:txFillClrLst>
    <dgm:txEffectClrLst/>
  </dgm:styleLbl>
  <dgm:styleLbl name="revTx">
    <dgm:fillClrLst meth="repeat">
      <a:schemeClr val="lt1">
        <a:alpha val="0"/>
      </a:schemeClr>
    </dgm:fillClrLst>
    <dgm:linClrLst meth="repeat">
      <a:schemeClr val="dk1">
        <a:alpha val="0"/>
      </a:schemeClr>
    </dgm:linClrLst>
    <dgm:effectClrLst/>
    <dgm:txLinClrLst/>
    <dgm:txFillClrLst meth="repeat">
      <a:schemeClr val="tx1"/>
    </dgm:txFillClrLst>
    <dgm:txEffectClrLst/>
  </dgm:styleLbl>
</dgm:colorsDef>
</file>

<file path=ppt/diagrams/colors61.xml><?xml version="1.0" encoding="utf-8"?>
<dgm:colorsDef xmlns:dgm="http://schemas.openxmlformats.org/drawingml/2006/diagram" xmlns:a="http://schemas.openxmlformats.org/drawingml/2006/main" uniqueId="urn:microsoft.com/office/officeart/2018/5/colors/Iconchunking_neutralbg_colorful2">
  <dgm:title val=""/>
  <dgm:desc val=""/>
  <dgm:catLst>
    <dgm:cat type="colorful" pri="10200"/>
  </dgm:catLst>
  <dgm:styleLbl name="node0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node1">
    <dgm:fillClrLst>
      <a:schemeClr val="accent2"/>
      <a:schemeClr val="accent3"/>
    </dgm:fillClrLst>
    <dgm:linClrLst meth="repeat">
      <a:schemeClr val="lt1">
        <a:alpha val="0"/>
      </a:schemeClr>
    </dgm:linClrLst>
    <dgm:effectClrLst/>
    <dgm:txLinClrLst/>
    <dgm:txFillClrLst/>
    <dgm:txEffectClrLst/>
  </dgm:styleLbl>
  <dgm:styleLbl name="alignNode1">
    <dgm:fillClrLst>
      <a:schemeClr val="accent2"/>
      <a:schemeClr val="accent3"/>
    </dgm:fillClrLst>
    <dgm:linClrLst>
      <a:schemeClr val="accent2"/>
      <a:schemeClr val="accent3"/>
    </dgm:linClrLst>
    <dgm:effectClrLst/>
    <dgm:txLinClrLst/>
    <dgm:txFillClrLst/>
    <dgm:txEffectClrLst/>
  </dgm:styleLbl>
  <dgm:styleLbl name="lnNode1">
    <dgm:fillClrLst>
      <a:schemeClr val="accent2"/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vennNode1">
    <dgm:fillClrLst>
      <a:schemeClr val="accent2">
        <a:alpha val="50000"/>
      </a:schemeClr>
      <a:schemeClr val="accent3">
        <a:alpha val="50000"/>
      </a:schemeClr>
    </dgm:fillClrLst>
    <dgm:linClrLst meth="repeat">
      <a:schemeClr val="lt1"/>
    </dgm:linClrLst>
    <dgm:effectClrLst/>
    <dgm:txLinClrLst/>
    <dgm:txFillClrLst/>
    <dgm:txEffectClrLst/>
  </dgm:styleLbl>
  <dgm:styleLbl name="node2">
    <dgm:fillClrLst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node3">
    <dgm:fillClrLst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node4">
    <dgm:fillClrLst>
      <a:schemeClr val="accent5"/>
    </dgm:fillClrLst>
    <dgm:linClrLst meth="repeat">
      <a:schemeClr val="lt1"/>
    </dgm:linClrLst>
    <dgm:effectClrLst/>
    <dgm:txLinClrLst/>
    <dgm:txFillClrLst/>
    <dgm:txEffectClrLst/>
  </dgm:styleLbl>
  <dgm:styleLbl name="fgImgPlace1">
    <dgm:fillClrLst>
      <a:schemeClr val="accent2">
        <a:tint val="50000"/>
      </a:schemeClr>
      <a:schemeClr val="accent3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alignImgPlace1">
    <dgm:fillClrLst>
      <a:schemeClr val="accent2">
        <a:tint val="50000"/>
      </a:schemeClr>
      <a:schemeClr val="accent3">
        <a:tint val="2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bgImgPlace1">
    <dgm:fillClrLst>
      <a:schemeClr val="accent2">
        <a:tint val="50000"/>
      </a:schemeClr>
      <a:schemeClr val="accent3">
        <a:tint val="2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sibTrans2D1">
    <dgm:fillClrLst>
      <a:schemeClr val="accent2"/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fgSibTrans2D1">
    <dgm:fillClrLst>
      <a:schemeClr val="accent2"/>
      <a:schemeClr val="accent3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bgSibTrans2D1">
    <dgm:fillClrLst>
      <a:schemeClr val="accent2"/>
      <a:schemeClr val="accent3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sibTrans1D1">
    <dgm:fillClrLst/>
    <dgm:linClrLst>
      <a:schemeClr val="accent2"/>
      <a:schemeClr val="accent3"/>
    </dgm:linClrLst>
    <dgm:effectClrLst/>
    <dgm:txLinClrLst/>
    <dgm:txFillClrLst meth="repeat">
      <a:schemeClr val="tx1"/>
    </dgm:txFillClrLst>
    <dgm:txEffectClrLst/>
  </dgm:styleLbl>
  <dgm:styleLbl name="callout">
    <dgm:fillClrLst meth="repeat">
      <a:schemeClr val="accent2"/>
    </dgm:fillClrLst>
    <dgm:linClrLst meth="repeat">
      <a:schemeClr val="accent2">
        <a:tint val="50000"/>
      </a:schemeClr>
    </dgm:linClrLst>
    <dgm:effectClrLst/>
    <dgm:txLinClrLst/>
    <dgm:txFillClrLst meth="repeat">
      <a:schemeClr val="tx1"/>
    </dgm:txFillClrLst>
    <dgm:txEffectClrLst/>
  </dgm:styleLbl>
  <dgm:styleLbl name="asst0">
    <dgm:fillClrLst meth="repeat">
      <a:schemeClr val="accent2"/>
    </dgm:fillClrLst>
    <dgm:linClrLst meth="repeat">
      <a:schemeClr val="lt1">
        <a:shade val="80000"/>
      </a:schemeClr>
    </dgm:linClrLst>
    <dgm:effectClrLst/>
    <dgm:txLinClrLst/>
    <dgm:txFillClrLst/>
    <dgm:txEffectClrLst/>
  </dgm:styleLbl>
  <dgm:styleLbl name="asst1">
    <dgm:fillClrLst meth="repeat">
      <a:schemeClr val="accent3"/>
    </dgm:fillClrLst>
    <dgm:linClrLst meth="repeat">
      <a:schemeClr val="lt1">
        <a:shade val="80000"/>
      </a:schemeClr>
    </dgm:linClrLst>
    <dgm:effectClrLst/>
    <dgm:txLinClrLst/>
    <dgm:txFillClrLst/>
    <dgm:txEffectClrLst/>
  </dgm:styleLbl>
  <dgm:styleLbl name="asst2">
    <dgm:fillClrLst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asst3">
    <dgm:fillClrLst>
      <a:schemeClr val="accent5"/>
    </dgm:fillClrLst>
    <dgm:linClrLst meth="repeat">
      <a:schemeClr val="lt1"/>
    </dgm:linClrLst>
    <dgm:effectClrLst/>
    <dgm:txLinClrLst/>
    <dgm:txFillClrLst/>
    <dgm:txEffectClrLst/>
  </dgm:styleLbl>
  <dgm:styleLbl name="asst4">
    <dgm:fillClrLst>
      <a:schemeClr val="accent6"/>
    </dgm:fillClrLst>
    <dgm:linClrLst meth="repeat">
      <a:schemeClr val="lt1"/>
    </dgm:linClrLst>
    <dgm:effectClrLst/>
    <dgm:txLinClrLst/>
    <dgm:txFillClrLst/>
    <dgm:txEffectClrLst/>
  </dgm:styleLbl>
  <dgm:styleLbl name="parChTrans2D1">
    <dgm:fillClrLst meth="repeat">
      <a:schemeClr val="accent2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parChTrans2D2">
    <dgm:fillClrLst meth="repeat"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parChTrans2D3">
    <dgm:fillClrLst meth="repeat"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parChTrans2D4">
    <dgm:fillClrLst meth="repeat">
      <a:schemeClr val="accent5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parChTrans1D1">
    <dgm:fillClrLst meth="repeat">
      <a:schemeClr val="accent2"/>
    </dgm:fillClrLst>
    <dgm:linClrLst meth="repeat">
      <a:schemeClr val="accent2"/>
    </dgm:linClrLst>
    <dgm:effectClrLst/>
    <dgm:txLinClrLst/>
    <dgm:txFillClrLst meth="repeat">
      <a:schemeClr val="tx1"/>
    </dgm:txFillClrLst>
    <dgm:txEffectClrLst/>
  </dgm:styleLbl>
  <dgm:styleLbl name="parChTrans1D2">
    <dgm:fillClrLst meth="repeat">
      <a:schemeClr val="accent2">
        <a:tint val="90000"/>
      </a:schemeClr>
    </dgm:fillClrLst>
    <dgm:linClrLst meth="repeat">
      <a:schemeClr val="accent3"/>
    </dgm:linClrLst>
    <dgm:effectClrLst/>
    <dgm:txLinClrLst/>
    <dgm:txFillClrLst meth="repeat">
      <a:schemeClr val="tx1"/>
    </dgm:txFillClrLst>
    <dgm:txEffectClrLst/>
  </dgm:styleLbl>
  <dgm:styleLbl name="parChTrans1D3">
    <dgm:fillClrLst meth="repeat">
      <a:schemeClr val="accent2">
        <a:tint val="70000"/>
      </a:schemeClr>
    </dgm:fillClrLst>
    <dgm:linClrLst meth="repeat">
      <a:schemeClr val="accent4"/>
    </dgm:linClrLst>
    <dgm:effectClrLst/>
    <dgm:txLinClrLst/>
    <dgm:txFillClrLst meth="repeat">
      <a:schemeClr val="tx1"/>
    </dgm:txFillClrLst>
    <dgm:txEffectClrLst/>
  </dgm:styleLbl>
  <dgm:styleLbl name="parChTrans1D4">
    <dgm:fillClrLst meth="repeat">
      <a:schemeClr val="accent2">
        <a:tint val="50000"/>
      </a:schemeClr>
    </dgm:fillClrLst>
    <dgm:linClrLst meth="repeat">
      <a:schemeClr val="accent5"/>
    </dgm:linClrLst>
    <dgm:effectClrLst/>
    <dgm:txLinClrLst/>
    <dgm:txFillClrLst meth="repeat">
      <a:schemeClr val="tx1"/>
    </dgm:txFillClrLst>
    <dgm:txEffectClrLst/>
  </dgm:styleLbl>
  <dgm:styleLbl name="fgAcc1">
    <dgm:fillClrLst meth="repeat">
      <a:schemeClr val="lt1">
        <a:alpha val="90000"/>
      </a:schemeClr>
    </dgm:fillClrLst>
    <dgm:linClrLst>
      <a:schemeClr val="accent2"/>
      <a:schemeClr val="accent3"/>
    </dgm:linClrLst>
    <dgm:effectClrLst/>
    <dgm:txLinClrLst/>
    <dgm:txFillClrLst meth="repeat">
      <a:schemeClr val="dk1"/>
    </dgm:txFillClrLst>
    <dgm:txEffectClrLst/>
  </dgm:styleLbl>
  <dgm:styleLbl name="conFgAcc1">
    <dgm:fillClrLst meth="repeat">
      <a:schemeClr val="lt1">
        <a:alpha val="90000"/>
      </a:schemeClr>
    </dgm:fillClrLst>
    <dgm:linClrLst>
      <a:schemeClr val="accent2"/>
      <a:schemeClr val="accent3"/>
    </dgm:linClrLst>
    <dgm:effectClrLst/>
    <dgm:txLinClrLst/>
    <dgm:txFillClrLst meth="repeat">
      <a:schemeClr val="dk1"/>
    </dgm:txFillClrLst>
    <dgm:txEffectClrLst/>
  </dgm:styleLbl>
  <dgm:styleLbl name="alignAcc1">
    <dgm:fillClrLst meth="repeat">
      <a:schemeClr val="lt1">
        <a:alpha val="90000"/>
      </a:schemeClr>
    </dgm:fillClrLst>
    <dgm:linClrLst>
      <a:schemeClr val="accent2"/>
      <a:schemeClr val="accent3"/>
    </dgm:linClrLst>
    <dgm:effectClrLst/>
    <dgm:txLinClrLst/>
    <dgm:txFillClrLst meth="repeat">
      <a:schemeClr val="dk1"/>
    </dgm:txFillClrLst>
    <dgm:txEffectClrLst/>
  </dgm:styleLbl>
  <dgm:styleLbl name="trAlignAcc1">
    <dgm:fillClrLst meth="repeat">
      <a:schemeClr val="lt1">
        <a:alpha val="40000"/>
      </a:schemeClr>
    </dgm:fillClrLst>
    <dgm:linClrLst meth="repeat">
      <a:schemeClr val="accent2"/>
    </dgm:linClrLst>
    <dgm:effectClrLst/>
    <dgm:txLinClrLst/>
    <dgm:txFillClrLst meth="repeat">
      <a:schemeClr val="dk1"/>
    </dgm:txFillClrLst>
    <dgm:txEffectClrLst/>
  </dgm:styleLbl>
  <dgm:styleLbl name="bgAcc1">
    <dgm:fillClrLst meth="repeat">
      <a:schemeClr val="lt1">
        <a:alpha val="90000"/>
      </a:schemeClr>
    </dgm:fillClrLst>
    <dgm:linClrLst>
      <a:schemeClr val="accent2"/>
      <a:schemeClr val="accent3"/>
    </dgm:linClrLst>
    <dgm:effectClrLst/>
    <dgm:txLinClrLst/>
    <dgm:txFillClrLst meth="repeat">
      <a:schemeClr val="dk1"/>
    </dgm:txFillClrLst>
    <dgm:txEffectClrLst/>
  </dgm:styleLbl>
  <dgm:styleLbl name="solidFgAcc1">
    <dgm:fillClrLst meth="repeat">
      <a:schemeClr val="lt1"/>
    </dgm:fillClrLst>
    <dgm:linClrLst>
      <a:schemeClr val="accent2"/>
      <a:schemeClr val="accent3"/>
    </dgm:linClrLst>
    <dgm:effectClrLst/>
    <dgm:txLinClrLst/>
    <dgm:txFillClrLst meth="repeat">
      <a:schemeClr val="dk1"/>
    </dgm:txFillClrLst>
    <dgm:txEffectClrLst/>
  </dgm:styleLbl>
  <dgm:styleLbl name="solidAlignAcc1">
    <dgm:fillClrLst meth="repeat">
      <a:schemeClr val="lt1"/>
    </dgm:fillClrLst>
    <dgm:linClrLst>
      <a:schemeClr val="accent2"/>
      <a:schemeClr val="accent3"/>
    </dgm:linClrLst>
    <dgm:effectClrLst/>
    <dgm:txLinClrLst/>
    <dgm:txFillClrLst meth="repeat">
      <a:schemeClr val="dk1"/>
    </dgm:txFillClrLst>
    <dgm:txEffectClrLst/>
  </dgm:styleLbl>
  <dgm:styleLbl name="solidBgAcc1">
    <dgm:fillClrLst meth="repeat">
      <a:schemeClr val="lt1"/>
    </dgm:fillClrLst>
    <dgm:linClrLst>
      <a:schemeClr val="accent2"/>
      <a:schemeClr val="accent3"/>
    </dgm:linClrLst>
    <dgm:effectClrLst/>
    <dgm:txLinClrLst/>
    <dgm:txFillClrLst meth="repeat">
      <a:schemeClr val="dk1"/>
    </dgm:txFillClrLst>
    <dgm:txEffectClrLst/>
  </dgm:styleLbl>
  <dgm:styleLbl name="fgAccFollowNode1">
    <dgm:fillClrLst>
      <a:schemeClr val="accent2">
        <a:tint val="40000"/>
        <a:alpha val="90000"/>
      </a:schemeClr>
      <a:schemeClr val="accent3">
        <a:tint val="40000"/>
        <a:alpha val="90000"/>
      </a:schemeClr>
    </dgm:fillClrLst>
    <dgm:linClrLst>
      <a:schemeClr val="accent2">
        <a:tint val="40000"/>
        <a:alpha val="90000"/>
      </a:schemeClr>
      <a:schemeClr val="accent3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alignAccFollowNode1">
    <dgm:fillClrLst>
      <a:schemeClr val="accent2">
        <a:tint val="40000"/>
        <a:alpha val="90000"/>
      </a:schemeClr>
      <a:schemeClr val="accent3">
        <a:tint val="40000"/>
        <a:alpha val="90000"/>
      </a:schemeClr>
    </dgm:fillClrLst>
    <dgm:linClrLst>
      <a:schemeClr val="accent2">
        <a:tint val="40000"/>
        <a:alpha val="90000"/>
      </a:schemeClr>
      <a:schemeClr val="accent3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bgAccFollowNode1">
    <dgm:fillClrLst>
      <a:schemeClr val="accent2">
        <a:tint val="40000"/>
        <a:alpha val="90000"/>
      </a:schemeClr>
      <a:schemeClr val="accent3">
        <a:tint val="40000"/>
        <a:alpha val="90000"/>
      </a:schemeClr>
    </dgm:fillClrLst>
    <dgm:linClrLst>
      <a:schemeClr val="accent2">
        <a:tint val="40000"/>
        <a:alpha val="90000"/>
      </a:schemeClr>
      <a:schemeClr val="accent3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fgAcc0">
    <dgm:fillClrLst meth="repeat">
      <a:schemeClr val="lt1">
        <a:alpha val="90000"/>
      </a:schemeClr>
    </dgm:fillClrLst>
    <dgm:linClrLst>
      <a:schemeClr val="accent1"/>
    </dgm:linClrLst>
    <dgm:effectClrLst/>
    <dgm:txLinClrLst/>
    <dgm:txFillClrLst meth="repeat">
      <a:schemeClr val="dk1"/>
    </dgm:txFillClrLst>
    <dgm:txEffectClrLst/>
  </dgm:styleLbl>
  <dgm:styleLbl name="fgAcc2">
    <dgm:fillClrLst meth="repeat">
      <a:schemeClr val="lt1">
        <a:alpha val="90000"/>
      </a:schemeClr>
    </dgm:fillClrLst>
    <dgm:linClrLst>
      <a:schemeClr val="accent3"/>
    </dgm:linClrLst>
    <dgm:effectClrLst/>
    <dgm:txLinClrLst/>
    <dgm:txFillClrLst meth="repeat">
      <a:schemeClr val="dk1"/>
    </dgm:txFillClrLst>
    <dgm:txEffectClrLst/>
  </dgm:styleLbl>
  <dgm:styleLbl name="fgAcc3">
    <dgm:fillClrLst meth="repeat">
      <a:schemeClr val="lt1">
        <a:alpha val="90000"/>
      </a:schemeClr>
    </dgm:fillClrLst>
    <dgm:linClrLst>
      <a:schemeClr val="accent4"/>
    </dgm:linClrLst>
    <dgm:effectClrLst/>
    <dgm:txLinClrLst/>
    <dgm:txFillClrLst meth="repeat">
      <a:schemeClr val="dk1"/>
    </dgm:txFillClrLst>
    <dgm:txEffectClrLst/>
  </dgm:styleLbl>
  <dgm:styleLbl name="fgAcc4">
    <dgm:fillClrLst meth="repeat">
      <a:schemeClr val="lt1">
        <a:alpha val="90000"/>
      </a:schemeClr>
    </dgm:fillClrLst>
    <dgm:linClrLst>
      <a:schemeClr val="accent5"/>
    </dgm:linClrLst>
    <dgm:effectClrLst/>
    <dgm:txLinClrLst/>
    <dgm:txFillClrLst meth="repeat">
      <a:schemeClr val="dk1"/>
    </dgm:txFillClrLst>
    <dgm:txEffectClrLst/>
  </dgm:styleLbl>
  <dgm:styleLbl name="bgShp">
    <dgm:fillClrLst meth="repeat">
      <a:schemeClr val="bg1">
        <a:lumMod val="95000"/>
      </a:schemeClr>
    </dgm:fillClrLst>
    <dgm:linClrLst meth="repeat">
      <a:schemeClr val="dk1"/>
    </dgm:linClrLst>
    <dgm:effectClrLst/>
    <dgm:txLinClrLst/>
    <dgm:txFillClrLst meth="repeat">
      <a:schemeClr val="dk1"/>
    </dgm:txFillClrLst>
    <dgm:txEffectClrLst/>
  </dgm:styleLbl>
  <dgm:styleLbl name="dkBgShp">
    <dgm:fillClrLst meth="repeat">
      <a:schemeClr val="accent2">
        <a:shade val="90000"/>
      </a:schemeClr>
    </dgm:fillClrLst>
    <dgm:linClrLst meth="repeat">
      <a:schemeClr val="dk1"/>
    </dgm:linClrLst>
    <dgm:effectClrLst/>
    <dgm:txLinClrLst/>
    <dgm:txFillClrLst meth="repeat">
      <a:schemeClr val="lt1"/>
    </dgm:txFillClrLst>
    <dgm:txEffectClrLst/>
  </dgm:styleLbl>
  <dgm:styleLbl name="trBgShp">
    <dgm:fillClrLst meth="repeat">
      <a:schemeClr val="accent2">
        <a:tint val="50000"/>
        <a:alpha val="40000"/>
      </a:schemeClr>
    </dgm:fillClrLst>
    <dgm:linClrLst meth="repeat">
      <a:schemeClr val="accent2"/>
    </dgm:linClrLst>
    <dgm:effectClrLst/>
    <dgm:txLinClrLst/>
    <dgm:txFillClrLst meth="repeat">
      <a:schemeClr val="lt1"/>
    </dgm:txFillClrLst>
    <dgm:txEffectClrLst/>
  </dgm:styleLbl>
  <dgm:styleLbl name="fgShp">
    <dgm:fillClrLst meth="repeat">
      <a:schemeClr val="accent2">
        <a:tint val="40000"/>
      </a:schemeClr>
    </dgm:fillClrLst>
    <dgm:linClrLst meth="repeat">
      <a:schemeClr val="lt1"/>
    </dgm:linClrLst>
    <dgm:effectClrLst/>
    <dgm:txLinClrLst/>
    <dgm:txFillClrLst meth="repeat">
      <a:schemeClr val="dk1"/>
    </dgm:txFillClrLst>
    <dgm:txEffectClrLst/>
  </dgm:styleLbl>
  <dgm:styleLbl name="revTx">
    <dgm:fillClrLst meth="repeat">
      <a:schemeClr val="lt1">
        <a:alpha val="0"/>
      </a:schemeClr>
    </dgm:fillClrLst>
    <dgm:linClrLst meth="repeat">
      <a:schemeClr val="dk1">
        <a:alpha val="0"/>
      </a:schemeClr>
    </dgm:linClrLst>
    <dgm:effectClrLst/>
    <dgm:txLinClrLst/>
    <dgm:txFillClrLst meth="repeat">
      <a:schemeClr val="tx1"/>
    </dgm:txFillClrLst>
    <dgm:txEffectClrLst/>
  </dgm:styleLbl>
</dgm:colorsDef>
</file>

<file path=ppt/diagrams/colors62.xml><?xml version="1.0" encoding="utf-8"?>
<dgm:colorsDef xmlns:dgm="http://schemas.openxmlformats.org/drawingml/2006/diagram" xmlns:a="http://schemas.openxmlformats.org/drawingml/2006/main" uniqueId="urn:microsoft.com/office/officeart/2018/5/colors/Iconchunking_neutralbg_colorful2">
  <dgm:title val=""/>
  <dgm:desc val=""/>
  <dgm:catLst>
    <dgm:cat type="colorful" pri="10200"/>
  </dgm:catLst>
  <dgm:styleLbl name="node0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node1">
    <dgm:fillClrLst>
      <a:schemeClr val="accent2"/>
      <a:schemeClr val="accent3"/>
    </dgm:fillClrLst>
    <dgm:linClrLst meth="repeat">
      <a:schemeClr val="lt1">
        <a:alpha val="0"/>
      </a:schemeClr>
    </dgm:linClrLst>
    <dgm:effectClrLst/>
    <dgm:txLinClrLst/>
    <dgm:txFillClrLst/>
    <dgm:txEffectClrLst/>
  </dgm:styleLbl>
  <dgm:styleLbl name="alignNode1">
    <dgm:fillClrLst>
      <a:schemeClr val="accent2"/>
      <a:schemeClr val="accent3"/>
    </dgm:fillClrLst>
    <dgm:linClrLst>
      <a:schemeClr val="accent2"/>
      <a:schemeClr val="accent3"/>
    </dgm:linClrLst>
    <dgm:effectClrLst/>
    <dgm:txLinClrLst/>
    <dgm:txFillClrLst/>
    <dgm:txEffectClrLst/>
  </dgm:styleLbl>
  <dgm:styleLbl name="lnNode1">
    <dgm:fillClrLst>
      <a:schemeClr val="accent2"/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vennNode1">
    <dgm:fillClrLst>
      <a:schemeClr val="accent2">
        <a:alpha val="50000"/>
      </a:schemeClr>
      <a:schemeClr val="accent3">
        <a:alpha val="50000"/>
      </a:schemeClr>
    </dgm:fillClrLst>
    <dgm:linClrLst meth="repeat">
      <a:schemeClr val="lt1"/>
    </dgm:linClrLst>
    <dgm:effectClrLst/>
    <dgm:txLinClrLst/>
    <dgm:txFillClrLst/>
    <dgm:txEffectClrLst/>
  </dgm:styleLbl>
  <dgm:styleLbl name="node2">
    <dgm:fillClrLst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node3">
    <dgm:fillClrLst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node4">
    <dgm:fillClrLst>
      <a:schemeClr val="accent5"/>
    </dgm:fillClrLst>
    <dgm:linClrLst meth="repeat">
      <a:schemeClr val="lt1"/>
    </dgm:linClrLst>
    <dgm:effectClrLst/>
    <dgm:txLinClrLst/>
    <dgm:txFillClrLst/>
    <dgm:txEffectClrLst/>
  </dgm:styleLbl>
  <dgm:styleLbl name="fgImgPlace1">
    <dgm:fillClrLst>
      <a:schemeClr val="accent2">
        <a:tint val="50000"/>
      </a:schemeClr>
      <a:schemeClr val="accent3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alignImgPlace1">
    <dgm:fillClrLst>
      <a:schemeClr val="accent2">
        <a:tint val="50000"/>
      </a:schemeClr>
      <a:schemeClr val="accent3">
        <a:tint val="2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bgImgPlace1">
    <dgm:fillClrLst>
      <a:schemeClr val="accent2">
        <a:tint val="50000"/>
      </a:schemeClr>
      <a:schemeClr val="accent3">
        <a:tint val="2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sibTrans2D1">
    <dgm:fillClrLst>
      <a:schemeClr val="accent2"/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fgSibTrans2D1">
    <dgm:fillClrLst>
      <a:schemeClr val="accent2"/>
      <a:schemeClr val="accent3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bgSibTrans2D1">
    <dgm:fillClrLst>
      <a:schemeClr val="accent2"/>
      <a:schemeClr val="accent3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sibTrans1D1">
    <dgm:fillClrLst/>
    <dgm:linClrLst>
      <a:schemeClr val="accent2"/>
      <a:schemeClr val="accent3"/>
    </dgm:linClrLst>
    <dgm:effectClrLst/>
    <dgm:txLinClrLst/>
    <dgm:txFillClrLst meth="repeat">
      <a:schemeClr val="tx1"/>
    </dgm:txFillClrLst>
    <dgm:txEffectClrLst/>
  </dgm:styleLbl>
  <dgm:styleLbl name="callout">
    <dgm:fillClrLst meth="repeat">
      <a:schemeClr val="accent2"/>
    </dgm:fillClrLst>
    <dgm:linClrLst meth="repeat">
      <a:schemeClr val="accent2">
        <a:tint val="50000"/>
      </a:schemeClr>
    </dgm:linClrLst>
    <dgm:effectClrLst/>
    <dgm:txLinClrLst/>
    <dgm:txFillClrLst meth="repeat">
      <a:schemeClr val="tx1"/>
    </dgm:txFillClrLst>
    <dgm:txEffectClrLst/>
  </dgm:styleLbl>
  <dgm:styleLbl name="asst0">
    <dgm:fillClrLst meth="repeat">
      <a:schemeClr val="accent2"/>
    </dgm:fillClrLst>
    <dgm:linClrLst meth="repeat">
      <a:schemeClr val="lt1">
        <a:shade val="80000"/>
      </a:schemeClr>
    </dgm:linClrLst>
    <dgm:effectClrLst/>
    <dgm:txLinClrLst/>
    <dgm:txFillClrLst/>
    <dgm:txEffectClrLst/>
  </dgm:styleLbl>
  <dgm:styleLbl name="asst1">
    <dgm:fillClrLst meth="repeat">
      <a:schemeClr val="accent3"/>
    </dgm:fillClrLst>
    <dgm:linClrLst meth="repeat">
      <a:schemeClr val="lt1">
        <a:shade val="80000"/>
      </a:schemeClr>
    </dgm:linClrLst>
    <dgm:effectClrLst/>
    <dgm:txLinClrLst/>
    <dgm:txFillClrLst/>
    <dgm:txEffectClrLst/>
  </dgm:styleLbl>
  <dgm:styleLbl name="asst2">
    <dgm:fillClrLst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asst3">
    <dgm:fillClrLst>
      <a:schemeClr val="accent5"/>
    </dgm:fillClrLst>
    <dgm:linClrLst meth="repeat">
      <a:schemeClr val="lt1"/>
    </dgm:linClrLst>
    <dgm:effectClrLst/>
    <dgm:txLinClrLst/>
    <dgm:txFillClrLst/>
    <dgm:txEffectClrLst/>
  </dgm:styleLbl>
  <dgm:styleLbl name="asst4">
    <dgm:fillClrLst>
      <a:schemeClr val="accent6"/>
    </dgm:fillClrLst>
    <dgm:linClrLst meth="repeat">
      <a:schemeClr val="lt1"/>
    </dgm:linClrLst>
    <dgm:effectClrLst/>
    <dgm:txLinClrLst/>
    <dgm:txFillClrLst/>
    <dgm:txEffectClrLst/>
  </dgm:styleLbl>
  <dgm:styleLbl name="parChTrans2D1">
    <dgm:fillClrLst meth="repeat">
      <a:schemeClr val="accent2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parChTrans2D2">
    <dgm:fillClrLst meth="repeat"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parChTrans2D3">
    <dgm:fillClrLst meth="repeat"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parChTrans2D4">
    <dgm:fillClrLst meth="repeat">
      <a:schemeClr val="accent5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parChTrans1D1">
    <dgm:fillClrLst meth="repeat">
      <a:schemeClr val="accent2"/>
    </dgm:fillClrLst>
    <dgm:linClrLst meth="repeat">
      <a:schemeClr val="accent2"/>
    </dgm:linClrLst>
    <dgm:effectClrLst/>
    <dgm:txLinClrLst/>
    <dgm:txFillClrLst meth="repeat">
      <a:schemeClr val="tx1"/>
    </dgm:txFillClrLst>
    <dgm:txEffectClrLst/>
  </dgm:styleLbl>
  <dgm:styleLbl name="parChTrans1D2">
    <dgm:fillClrLst meth="repeat">
      <a:schemeClr val="accent2">
        <a:tint val="90000"/>
      </a:schemeClr>
    </dgm:fillClrLst>
    <dgm:linClrLst meth="repeat">
      <a:schemeClr val="accent3"/>
    </dgm:linClrLst>
    <dgm:effectClrLst/>
    <dgm:txLinClrLst/>
    <dgm:txFillClrLst meth="repeat">
      <a:schemeClr val="tx1"/>
    </dgm:txFillClrLst>
    <dgm:txEffectClrLst/>
  </dgm:styleLbl>
  <dgm:styleLbl name="parChTrans1D3">
    <dgm:fillClrLst meth="repeat">
      <a:schemeClr val="accent2">
        <a:tint val="70000"/>
      </a:schemeClr>
    </dgm:fillClrLst>
    <dgm:linClrLst meth="repeat">
      <a:schemeClr val="accent4"/>
    </dgm:linClrLst>
    <dgm:effectClrLst/>
    <dgm:txLinClrLst/>
    <dgm:txFillClrLst meth="repeat">
      <a:schemeClr val="tx1"/>
    </dgm:txFillClrLst>
    <dgm:txEffectClrLst/>
  </dgm:styleLbl>
  <dgm:styleLbl name="parChTrans1D4">
    <dgm:fillClrLst meth="repeat">
      <a:schemeClr val="accent2">
        <a:tint val="50000"/>
      </a:schemeClr>
    </dgm:fillClrLst>
    <dgm:linClrLst meth="repeat">
      <a:schemeClr val="accent5"/>
    </dgm:linClrLst>
    <dgm:effectClrLst/>
    <dgm:txLinClrLst/>
    <dgm:txFillClrLst meth="repeat">
      <a:schemeClr val="tx1"/>
    </dgm:txFillClrLst>
    <dgm:txEffectClrLst/>
  </dgm:styleLbl>
  <dgm:styleLbl name="fgAcc1">
    <dgm:fillClrLst meth="repeat">
      <a:schemeClr val="lt1">
        <a:alpha val="90000"/>
      </a:schemeClr>
    </dgm:fillClrLst>
    <dgm:linClrLst>
      <a:schemeClr val="accent2"/>
      <a:schemeClr val="accent3"/>
    </dgm:linClrLst>
    <dgm:effectClrLst/>
    <dgm:txLinClrLst/>
    <dgm:txFillClrLst meth="repeat">
      <a:schemeClr val="dk1"/>
    </dgm:txFillClrLst>
    <dgm:txEffectClrLst/>
  </dgm:styleLbl>
  <dgm:styleLbl name="conFgAcc1">
    <dgm:fillClrLst meth="repeat">
      <a:schemeClr val="lt1">
        <a:alpha val="90000"/>
      </a:schemeClr>
    </dgm:fillClrLst>
    <dgm:linClrLst>
      <a:schemeClr val="accent2"/>
      <a:schemeClr val="accent3"/>
    </dgm:linClrLst>
    <dgm:effectClrLst/>
    <dgm:txLinClrLst/>
    <dgm:txFillClrLst meth="repeat">
      <a:schemeClr val="dk1"/>
    </dgm:txFillClrLst>
    <dgm:txEffectClrLst/>
  </dgm:styleLbl>
  <dgm:styleLbl name="alignAcc1">
    <dgm:fillClrLst meth="repeat">
      <a:schemeClr val="lt1">
        <a:alpha val="90000"/>
      </a:schemeClr>
    </dgm:fillClrLst>
    <dgm:linClrLst>
      <a:schemeClr val="accent2"/>
      <a:schemeClr val="accent3"/>
    </dgm:linClrLst>
    <dgm:effectClrLst/>
    <dgm:txLinClrLst/>
    <dgm:txFillClrLst meth="repeat">
      <a:schemeClr val="dk1"/>
    </dgm:txFillClrLst>
    <dgm:txEffectClrLst/>
  </dgm:styleLbl>
  <dgm:styleLbl name="trAlignAcc1">
    <dgm:fillClrLst meth="repeat">
      <a:schemeClr val="lt1">
        <a:alpha val="40000"/>
      </a:schemeClr>
    </dgm:fillClrLst>
    <dgm:linClrLst meth="repeat">
      <a:schemeClr val="accent2"/>
    </dgm:linClrLst>
    <dgm:effectClrLst/>
    <dgm:txLinClrLst/>
    <dgm:txFillClrLst meth="repeat">
      <a:schemeClr val="dk1"/>
    </dgm:txFillClrLst>
    <dgm:txEffectClrLst/>
  </dgm:styleLbl>
  <dgm:styleLbl name="bgAcc1">
    <dgm:fillClrLst meth="repeat">
      <a:schemeClr val="lt1">
        <a:alpha val="90000"/>
      </a:schemeClr>
    </dgm:fillClrLst>
    <dgm:linClrLst>
      <a:schemeClr val="accent2"/>
      <a:schemeClr val="accent3"/>
    </dgm:linClrLst>
    <dgm:effectClrLst/>
    <dgm:txLinClrLst/>
    <dgm:txFillClrLst meth="repeat">
      <a:schemeClr val="dk1"/>
    </dgm:txFillClrLst>
    <dgm:txEffectClrLst/>
  </dgm:styleLbl>
  <dgm:styleLbl name="solidFgAcc1">
    <dgm:fillClrLst meth="repeat">
      <a:schemeClr val="lt1"/>
    </dgm:fillClrLst>
    <dgm:linClrLst>
      <a:schemeClr val="accent2"/>
      <a:schemeClr val="accent3"/>
    </dgm:linClrLst>
    <dgm:effectClrLst/>
    <dgm:txLinClrLst/>
    <dgm:txFillClrLst meth="repeat">
      <a:schemeClr val="dk1"/>
    </dgm:txFillClrLst>
    <dgm:txEffectClrLst/>
  </dgm:styleLbl>
  <dgm:styleLbl name="solidAlignAcc1">
    <dgm:fillClrLst meth="repeat">
      <a:schemeClr val="lt1"/>
    </dgm:fillClrLst>
    <dgm:linClrLst>
      <a:schemeClr val="accent2"/>
      <a:schemeClr val="accent3"/>
    </dgm:linClrLst>
    <dgm:effectClrLst/>
    <dgm:txLinClrLst/>
    <dgm:txFillClrLst meth="repeat">
      <a:schemeClr val="dk1"/>
    </dgm:txFillClrLst>
    <dgm:txEffectClrLst/>
  </dgm:styleLbl>
  <dgm:styleLbl name="solidBgAcc1">
    <dgm:fillClrLst meth="repeat">
      <a:schemeClr val="lt1"/>
    </dgm:fillClrLst>
    <dgm:linClrLst>
      <a:schemeClr val="accent2"/>
      <a:schemeClr val="accent3"/>
    </dgm:linClrLst>
    <dgm:effectClrLst/>
    <dgm:txLinClrLst/>
    <dgm:txFillClrLst meth="repeat">
      <a:schemeClr val="dk1"/>
    </dgm:txFillClrLst>
    <dgm:txEffectClrLst/>
  </dgm:styleLbl>
  <dgm:styleLbl name="fgAccFollowNode1">
    <dgm:fillClrLst>
      <a:schemeClr val="accent2">
        <a:tint val="40000"/>
        <a:alpha val="90000"/>
      </a:schemeClr>
      <a:schemeClr val="accent3">
        <a:tint val="40000"/>
        <a:alpha val="90000"/>
      </a:schemeClr>
    </dgm:fillClrLst>
    <dgm:linClrLst>
      <a:schemeClr val="accent2">
        <a:tint val="40000"/>
        <a:alpha val="90000"/>
      </a:schemeClr>
      <a:schemeClr val="accent3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alignAccFollowNode1">
    <dgm:fillClrLst>
      <a:schemeClr val="accent2">
        <a:tint val="40000"/>
        <a:alpha val="90000"/>
      </a:schemeClr>
      <a:schemeClr val="accent3">
        <a:tint val="40000"/>
        <a:alpha val="90000"/>
      </a:schemeClr>
    </dgm:fillClrLst>
    <dgm:linClrLst>
      <a:schemeClr val="accent2">
        <a:tint val="40000"/>
        <a:alpha val="90000"/>
      </a:schemeClr>
      <a:schemeClr val="accent3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bgAccFollowNode1">
    <dgm:fillClrLst>
      <a:schemeClr val="accent2">
        <a:tint val="40000"/>
        <a:alpha val="90000"/>
      </a:schemeClr>
      <a:schemeClr val="accent3">
        <a:tint val="40000"/>
        <a:alpha val="90000"/>
      </a:schemeClr>
    </dgm:fillClrLst>
    <dgm:linClrLst>
      <a:schemeClr val="accent2">
        <a:tint val="40000"/>
        <a:alpha val="90000"/>
      </a:schemeClr>
      <a:schemeClr val="accent3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fgAcc0">
    <dgm:fillClrLst meth="repeat">
      <a:schemeClr val="lt1">
        <a:alpha val="90000"/>
      </a:schemeClr>
    </dgm:fillClrLst>
    <dgm:linClrLst>
      <a:schemeClr val="accent1"/>
    </dgm:linClrLst>
    <dgm:effectClrLst/>
    <dgm:txLinClrLst/>
    <dgm:txFillClrLst meth="repeat">
      <a:schemeClr val="dk1"/>
    </dgm:txFillClrLst>
    <dgm:txEffectClrLst/>
  </dgm:styleLbl>
  <dgm:styleLbl name="fgAcc2">
    <dgm:fillClrLst meth="repeat">
      <a:schemeClr val="lt1">
        <a:alpha val="90000"/>
      </a:schemeClr>
    </dgm:fillClrLst>
    <dgm:linClrLst>
      <a:schemeClr val="accent3"/>
    </dgm:linClrLst>
    <dgm:effectClrLst/>
    <dgm:txLinClrLst/>
    <dgm:txFillClrLst meth="repeat">
      <a:schemeClr val="dk1"/>
    </dgm:txFillClrLst>
    <dgm:txEffectClrLst/>
  </dgm:styleLbl>
  <dgm:styleLbl name="fgAcc3">
    <dgm:fillClrLst meth="repeat">
      <a:schemeClr val="lt1">
        <a:alpha val="90000"/>
      </a:schemeClr>
    </dgm:fillClrLst>
    <dgm:linClrLst>
      <a:schemeClr val="accent4"/>
    </dgm:linClrLst>
    <dgm:effectClrLst/>
    <dgm:txLinClrLst/>
    <dgm:txFillClrLst meth="repeat">
      <a:schemeClr val="dk1"/>
    </dgm:txFillClrLst>
    <dgm:txEffectClrLst/>
  </dgm:styleLbl>
  <dgm:styleLbl name="fgAcc4">
    <dgm:fillClrLst meth="repeat">
      <a:schemeClr val="lt1">
        <a:alpha val="90000"/>
      </a:schemeClr>
    </dgm:fillClrLst>
    <dgm:linClrLst>
      <a:schemeClr val="accent5"/>
    </dgm:linClrLst>
    <dgm:effectClrLst/>
    <dgm:txLinClrLst/>
    <dgm:txFillClrLst meth="repeat">
      <a:schemeClr val="dk1"/>
    </dgm:txFillClrLst>
    <dgm:txEffectClrLst/>
  </dgm:styleLbl>
  <dgm:styleLbl name="bgShp">
    <dgm:fillClrLst meth="repeat">
      <a:schemeClr val="bg1">
        <a:lumMod val="95000"/>
      </a:schemeClr>
    </dgm:fillClrLst>
    <dgm:linClrLst meth="repeat">
      <a:schemeClr val="dk1"/>
    </dgm:linClrLst>
    <dgm:effectClrLst/>
    <dgm:txLinClrLst/>
    <dgm:txFillClrLst meth="repeat">
      <a:schemeClr val="dk1"/>
    </dgm:txFillClrLst>
    <dgm:txEffectClrLst/>
  </dgm:styleLbl>
  <dgm:styleLbl name="dkBgShp">
    <dgm:fillClrLst meth="repeat">
      <a:schemeClr val="accent2">
        <a:shade val="90000"/>
      </a:schemeClr>
    </dgm:fillClrLst>
    <dgm:linClrLst meth="repeat">
      <a:schemeClr val="dk1"/>
    </dgm:linClrLst>
    <dgm:effectClrLst/>
    <dgm:txLinClrLst/>
    <dgm:txFillClrLst meth="repeat">
      <a:schemeClr val="lt1"/>
    </dgm:txFillClrLst>
    <dgm:txEffectClrLst/>
  </dgm:styleLbl>
  <dgm:styleLbl name="trBgShp">
    <dgm:fillClrLst meth="repeat">
      <a:schemeClr val="accent2">
        <a:tint val="50000"/>
        <a:alpha val="40000"/>
      </a:schemeClr>
    </dgm:fillClrLst>
    <dgm:linClrLst meth="repeat">
      <a:schemeClr val="accent2"/>
    </dgm:linClrLst>
    <dgm:effectClrLst/>
    <dgm:txLinClrLst/>
    <dgm:txFillClrLst meth="repeat">
      <a:schemeClr val="lt1"/>
    </dgm:txFillClrLst>
    <dgm:txEffectClrLst/>
  </dgm:styleLbl>
  <dgm:styleLbl name="fgShp">
    <dgm:fillClrLst meth="repeat">
      <a:schemeClr val="accent2">
        <a:tint val="40000"/>
      </a:schemeClr>
    </dgm:fillClrLst>
    <dgm:linClrLst meth="repeat">
      <a:schemeClr val="lt1"/>
    </dgm:linClrLst>
    <dgm:effectClrLst/>
    <dgm:txLinClrLst/>
    <dgm:txFillClrLst meth="repeat">
      <a:schemeClr val="dk1"/>
    </dgm:txFillClrLst>
    <dgm:txEffectClrLst/>
  </dgm:styleLbl>
  <dgm:styleLbl name="revTx">
    <dgm:fillClrLst meth="repeat">
      <a:schemeClr val="lt1">
        <a:alpha val="0"/>
      </a:schemeClr>
    </dgm:fillClrLst>
    <dgm:linClrLst meth="repeat">
      <a:schemeClr val="dk1">
        <a:alpha val="0"/>
      </a:schemeClr>
    </dgm:linClrLst>
    <dgm:effectClrLst/>
    <dgm:txLinClrLst/>
    <dgm:txFillClrLst meth="repeat">
      <a:schemeClr val="tx1"/>
    </dgm:txFillClrLst>
    <dgm:txEffectClrLst/>
  </dgm:styleLbl>
</dgm:colorsDef>
</file>

<file path=ppt/diagrams/colors63.xml><?xml version="1.0" encoding="utf-8"?>
<dgm:colorsDef xmlns:dgm="http://schemas.openxmlformats.org/drawingml/2006/diagram" xmlns:a="http://schemas.openxmlformats.org/drawingml/2006/main" uniqueId="urn:microsoft.com/office/officeart/2018/5/colors/Iconchunking_neutralbg_accent2_2">
  <dgm:title val=""/>
  <dgm:desc val=""/>
  <dgm:catLst>
    <dgm:cat type="accent2" pri="11200"/>
  </dgm:catLst>
  <dgm:styleLbl name="node0">
    <dgm:fillClrLst meth="repeat">
      <a:schemeClr val="accent2"/>
    </dgm:fillClrLst>
    <dgm:linClrLst meth="repeat">
      <a:schemeClr val="lt1"/>
    </dgm:linClrLst>
    <dgm:effectClrLst/>
    <dgm:txLinClrLst/>
    <dgm:txFillClrLst/>
    <dgm:txEffectClrLst/>
  </dgm:styleLbl>
  <dgm:styleLbl name="node1">
    <dgm:fillClrLst meth="repeat">
      <a:schemeClr val="accent2"/>
    </dgm:fillClrLst>
    <dgm:linClrLst meth="repeat">
      <a:schemeClr val="lt1">
        <a:alpha val="0"/>
      </a:schemeClr>
    </dgm:linClrLst>
    <dgm:effectClrLst/>
    <dgm:txLinClrLst/>
    <dgm:txFillClrLst/>
    <dgm:txEffectClrLst/>
  </dgm:styleLbl>
  <dgm:styleLbl name="alignNode1">
    <dgm:fillClrLst meth="repeat">
      <a:schemeClr val="accent2"/>
    </dgm:fillClrLst>
    <dgm:linClrLst meth="repeat">
      <a:schemeClr val="accent2"/>
    </dgm:linClrLst>
    <dgm:effectClrLst/>
    <dgm:txLinClrLst/>
    <dgm:txFillClrLst/>
    <dgm:txEffectClrLst/>
  </dgm:styleLbl>
  <dgm:styleLbl name="lnNode1">
    <dgm:fillClrLst meth="repeat">
      <a:schemeClr val="accent2"/>
    </dgm:fillClrLst>
    <dgm:linClrLst meth="repeat">
      <a:schemeClr val="lt1"/>
    </dgm:linClrLst>
    <dgm:effectClrLst/>
    <dgm:txLinClrLst/>
    <dgm:txFillClrLst/>
    <dgm:txEffectClrLst/>
  </dgm:styleLbl>
  <dgm:styleLbl name="vennNode1">
    <dgm:fillClrLst meth="repeat">
      <a:schemeClr val="accent2">
        <a:alpha val="50000"/>
      </a:schemeClr>
    </dgm:fillClrLst>
    <dgm:linClrLst meth="repeat">
      <a:schemeClr val="lt1"/>
    </dgm:linClrLst>
    <dgm:effectClrLst/>
    <dgm:txLinClrLst/>
    <dgm:txFillClrLst/>
    <dgm:txEffectClrLst/>
  </dgm:styleLbl>
  <dgm:styleLbl name="node2">
    <dgm:fillClrLst meth="repeat">
      <a:schemeClr val="accent2"/>
    </dgm:fillClrLst>
    <dgm:linClrLst meth="repeat">
      <a:schemeClr val="lt1"/>
    </dgm:linClrLst>
    <dgm:effectClrLst/>
    <dgm:txLinClrLst/>
    <dgm:txFillClrLst/>
    <dgm:txEffectClrLst/>
  </dgm:styleLbl>
  <dgm:styleLbl name="node3">
    <dgm:fillClrLst meth="repeat">
      <a:schemeClr val="accent2"/>
    </dgm:fillClrLst>
    <dgm:linClrLst meth="repeat">
      <a:schemeClr val="lt1"/>
    </dgm:linClrLst>
    <dgm:effectClrLst/>
    <dgm:txLinClrLst/>
    <dgm:txFillClrLst/>
    <dgm:txEffectClrLst/>
  </dgm:styleLbl>
  <dgm:styleLbl name="node4">
    <dgm:fillClrLst meth="repeat">
      <a:schemeClr val="accent2"/>
    </dgm:fillClrLst>
    <dgm:linClrLst meth="repeat">
      <a:schemeClr val="lt1"/>
    </dgm:linClrLst>
    <dgm:effectClrLst/>
    <dgm:txLinClrLst/>
    <dgm:txFillClrLst/>
    <dgm:txEffectClrLst/>
  </dgm:styleLbl>
  <dgm:styleLbl name="fgImgPlace1">
    <dgm:fillClrLst meth="repeat">
      <a:schemeClr val="accent2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alignImgPlace1">
    <dgm:fillClrLst meth="repeat">
      <a:schemeClr val="accent2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bgImgPlace1">
    <dgm:fillClrLst meth="repeat">
      <a:schemeClr val="accent2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sibTrans2D1">
    <dgm:fillClrLst meth="repeat">
      <a:schemeClr val="accent2">
        <a:tint val="60000"/>
      </a:schemeClr>
    </dgm:fillClrLst>
    <dgm:linClrLst meth="repeat">
      <a:schemeClr val="accent2">
        <a:tint val="60000"/>
      </a:schemeClr>
    </dgm:linClrLst>
    <dgm:effectClrLst/>
    <dgm:txLinClrLst/>
    <dgm:txFillClrLst/>
    <dgm:txEffectClrLst/>
  </dgm:styleLbl>
  <dgm:styleLbl name="fgSibTrans2D1">
    <dgm:fillClrLst meth="repeat">
      <a:schemeClr val="accent2">
        <a:tint val="60000"/>
      </a:schemeClr>
    </dgm:fillClrLst>
    <dgm:linClrLst meth="repeat">
      <a:schemeClr val="accent2">
        <a:tint val="60000"/>
      </a:schemeClr>
    </dgm:linClrLst>
    <dgm:effectClrLst/>
    <dgm:txLinClrLst/>
    <dgm:txFillClrLst/>
    <dgm:txEffectClrLst/>
  </dgm:styleLbl>
  <dgm:styleLbl name="bgSibTrans2D1">
    <dgm:fillClrLst meth="repeat">
      <a:schemeClr val="accent2">
        <a:tint val="60000"/>
      </a:schemeClr>
    </dgm:fillClrLst>
    <dgm:linClrLst meth="repeat">
      <a:schemeClr val="accent2">
        <a:tint val="60000"/>
      </a:schemeClr>
    </dgm:linClrLst>
    <dgm:effectClrLst/>
    <dgm:txLinClrLst/>
    <dgm:txFillClrLst/>
    <dgm:txEffectClrLst/>
  </dgm:styleLbl>
  <dgm:styleLbl name="sibTrans1D1">
    <dgm:fillClrLst meth="repeat">
      <a:schemeClr val="accent2"/>
    </dgm:fillClrLst>
    <dgm:linClrLst meth="repeat">
      <a:schemeClr val="accent2"/>
    </dgm:linClrLst>
    <dgm:effectClrLst/>
    <dgm:txLinClrLst/>
    <dgm:txFillClrLst meth="repeat">
      <a:schemeClr val="tx1"/>
    </dgm:txFillClrLst>
    <dgm:txEffectClrLst/>
  </dgm:styleLbl>
  <dgm:styleLbl name="callout">
    <dgm:fillClrLst meth="repeat">
      <a:schemeClr val="accent2"/>
    </dgm:fillClrLst>
    <dgm:linClrLst meth="repeat">
      <a:schemeClr val="accent2">
        <a:tint val="50000"/>
      </a:schemeClr>
    </dgm:linClrLst>
    <dgm:effectClrLst/>
    <dgm:txLinClrLst/>
    <dgm:txFillClrLst meth="repeat">
      <a:schemeClr val="tx1"/>
    </dgm:txFillClrLst>
    <dgm:txEffectClrLst/>
  </dgm:styleLbl>
  <dgm:styleLbl name="asst0">
    <dgm:fillClrLst meth="repeat">
      <a:schemeClr val="accent2"/>
    </dgm:fillClrLst>
    <dgm:linClrLst meth="repeat">
      <a:schemeClr val="lt1"/>
    </dgm:linClrLst>
    <dgm:effectClrLst/>
    <dgm:txLinClrLst/>
    <dgm:txFillClrLst/>
    <dgm:txEffectClrLst/>
  </dgm:styleLbl>
  <dgm:styleLbl name="asst1">
    <dgm:fillClrLst meth="repeat">
      <a:schemeClr val="accent2"/>
    </dgm:fillClrLst>
    <dgm:linClrLst meth="repeat">
      <a:schemeClr val="lt1"/>
    </dgm:linClrLst>
    <dgm:effectClrLst/>
    <dgm:txLinClrLst/>
    <dgm:txFillClrLst/>
    <dgm:txEffectClrLst/>
  </dgm:styleLbl>
  <dgm:styleLbl name="asst2">
    <dgm:fillClrLst meth="repeat">
      <a:schemeClr val="accent2"/>
    </dgm:fillClrLst>
    <dgm:linClrLst meth="repeat">
      <a:schemeClr val="lt1"/>
    </dgm:linClrLst>
    <dgm:effectClrLst/>
    <dgm:txLinClrLst/>
    <dgm:txFillClrLst/>
    <dgm:txEffectClrLst/>
  </dgm:styleLbl>
  <dgm:styleLbl name="asst3">
    <dgm:fillClrLst meth="repeat">
      <a:schemeClr val="accent2"/>
    </dgm:fillClrLst>
    <dgm:linClrLst meth="repeat">
      <a:schemeClr val="lt1"/>
    </dgm:linClrLst>
    <dgm:effectClrLst/>
    <dgm:txLinClrLst/>
    <dgm:txFillClrLst/>
    <dgm:txEffectClrLst/>
  </dgm:styleLbl>
  <dgm:styleLbl name="asst4">
    <dgm:fillClrLst meth="repeat">
      <a:schemeClr val="accent2"/>
    </dgm:fillClrLst>
    <dgm:linClrLst meth="repeat">
      <a:schemeClr val="lt1"/>
    </dgm:linClrLst>
    <dgm:effectClrLst/>
    <dgm:txLinClrLst/>
    <dgm:txFillClrLst/>
    <dgm:txEffectClrLst/>
  </dgm:styleLbl>
  <dgm:styleLbl name="parChTrans2D1">
    <dgm:fillClrLst meth="repeat">
      <a:schemeClr val="accent2">
        <a:tint val="60000"/>
      </a:schemeClr>
    </dgm:fillClrLst>
    <dgm:linClrLst meth="repeat">
      <a:schemeClr val="accent2">
        <a:tint val="60000"/>
      </a:schemeClr>
    </dgm:linClrLst>
    <dgm:effectClrLst/>
    <dgm:txLinClrLst/>
    <dgm:txFillClrLst meth="repeat">
      <a:schemeClr val="lt1"/>
    </dgm:txFillClrLst>
    <dgm:txEffectClrLst/>
  </dgm:styleLbl>
  <dgm:styleLbl name="parChTrans2D2">
    <dgm:fillClrLst meth="repeat">
      <a:schemeClr val="accent2"/>
    </dgm:fillClrLst>
    <dgm:linClrLst meth="repeat">
      <a:schemeClr val="accent2"/>
    </dgm:linClrLst>
    <dgm:effectClrLst/>
    <dgm:txLinClrLst/>
    <dgm:txFillClrLst meth="repeat">
      <a:schemeClr val="lt1"/>
    </dgm:txFillClrLst>
    <dgm:txEffectClrLst/>
  </dgm:styleLbl>
  <dgm:styleLbl name="parChTrans2D3">
    <dgm:fillClrLst meth="repeat">
      <a:schemeClr val="accent2"/>
    </dgm:fillClrLst>
    <dgm:linClrLst meth="repeat">
      <a:schemeClr val="accent2"/>
    </dgm:linClrLst>
    <dgm:effectClrLst/>
    <dgm:txLinClrLst/>
    <dgm:txFillClrLst meth="repeat">
      <a:schemeClr val="lt1"/>
    </dgm:txFillClrLst>
    <dgm:txEffectClrLst/>
  </dgm:styleLbl>
  <dgm:styleLbl name="parChTrans2D4">
    <dgm:fillClrLst meth="repeat">
      <a:schemeClr val="accent2"/>
    </dgm:fillClrLst>
    <dgm:linClrLst meth="repeat">
      <a:schemeClr val="accent2"/>
    </dgm:linClrLst>
    <dgm:effectClrLst/>
    <dgm:txLinClrLst/>
    <dgm:txFillClrLst meth="repeat">
      <a:schemeClr val="lt1"/>
    </dgm:txFillClrLst>
    <dgm:txEffectClrLst/>
  </dgm:styleLbl>
  <dgm:styleLbl name="parChTrans1D1">
    <dgm:fillClrLst meth="repeat">
      <a:schemeClr val="accent2"/>
    </dgm:fillClrLst>
    <dgm:linClrLst meth="repeat">
      <a:schemeClr val="accent2">
        <a:shade val="60000"/>
      </a:schemeClr>
    </dgm:linClrLst>
    <dgm:effectClrLst/>
    <dgm:txLinClrLst/>
    <dgm:txFillClrLst meth="repeat">
      <a:schemeClr val="tx1"/>
    </dgm:txFillClrLst>
    <dgm:txEffectClrLst/>
  </dgm:styleLbl>
  <dgm:styleLbl name="parChTrans1D2">
    <dgm:fillClrLst meth="repeat">
      <a:schemeClr val="accent2"/>
    </dgm:fillClrLst>
    <dgm:linClrLst meth="repeat">
      <a:schemeClr val="accent2">
        <a:shade val="60000"/>
      </a:schemeClr>
    </dgm:linClrLst>
    <dgm:effectClrLst/>
    <dgm:txLinClrLst/>
    <dgm:txFillClrLst meth="repeat">
      <a:schemeClr val="tx1"/>
    </dgm:txFillClrLst>
    <dgm:txEffectClrLst/>
  </dgm:styleLbl>
  <dgm:styleLbl name="parChTrans1D3">
    <dgm:fillClrLst meth="repeat">
      <a:schemeClr val="accent2"/>
    </dgm:fillClrLst>
    <dgm:linClrLst meth="repeat">
      <a:schemeClr val="accent2">
        <a:shade val="80000"/>
      </a:schemeClr>
    </dgm:linClrLst>
    <dgm:effectClrLst/>
    <dgm:txLinClrLst/>
    <dgm:txFillClrLst meth="repeat">
      <a:schemeClr val="tx1"/>
    </dgm:txFillClrLst>
    <dgm:txEffectClrLst/>
  </dgm:styleLbl>
  <dgm:styleLbl name="parChTrans1D4">
    <dgm:fillClrLst meth="repeat">
      <a:schemeClr val="accent2"/>
    </dgm:fillClrLst>
    <dgm:linClrLst meth="repeat">
      <a:schemeClr val="accent2">
        <a:shade val="80000"/>
      </a:schemeClr>
    </dgm:linClrLst>
    <dgm:effectClrLst/>
    <dgm:txLinClrLst/>
    <dgm:txFillClrLst meth="repeat">
      <a:schemeClr val="tx1"/>
    </dgm:txFillClrLst>
    <dgm:txEffectClrLst/>
  </dgm:styleLbl>
  <dgm:styleLbl name="fgAcc1">
    <dgm:fillClrLst meth="repeat">
      <a:schemeClr val="lt1">
        <a:alpha val="90000"/>
      </a:schemeClr>
    </dgm:fillClrLst>
    <dgm:linClrLst meth="repeat">
      <a:schemeClr val="accent2"/>
    </dgm:linClrLst>
    <dgm:effectClrLst/>
    <dgm:txLinClrLst/>
    <dgm:txFillClrLst meth="repeat">
      <a:schemeClr val="dk1"/>
    </dgm:txFillClrLst>
    <dgm:txEffectClrLst/>
  </dgm:styleLbl>
  <dgm:styleLbl name="conFgAcc1">
    <dgm:fillClrLst meth="repeat">
      <a:schemeClr val="lt1">
        <a:alpha val="90000"/>
      </a:schemeClr>
    </dgm:fillClrLst>
    <dgm:linClrLst meth="repeat">
      <a:schemeClr val="accent2"/>
    </dgm:linClrLst>
    <dgm:effectClrLst/>
    <dgm:txLinClrLst/>
    <dgm:txFillClrLst meth="repeat">
      <a:schemeClr val="dk1"/>
    </dgm:txFillClrLst>
    <dgm:txEffectClrLst/>
  </dgm:styleLbl>
  <dgm:styleLbl name="alignAcc1">
    <dgm:fillClrLst meth="repeat">
      <a:schemeClr val="lt1">
        <a:alpha val="90000"/>
      </a:schemeClr>
    </dgm:fillClrLst>
    <dgm:linClrLst meth="repeat">
      <a:schemeClr val="accent2"/>
    </dgm:linClrLst>
    <dgm:effectClrLst/>
    <dgm:txLinClrLst/>
    <dgm:txFillClrLst meth="repeat">
      <a:schemeClr val="dk1"/>
    </dgm:txFillClrLst>
    <dgm:txEffectClrLst/>
  </dgm:styleLbl>
  <dgm:styleLbl name="trAlignAcc1">
    <dgm:fillClrLst meth="repeat">
      <a:schemeClr val="lt1">
        <a:alpha val="40000"/>
      </a:schemeClr>
    </dgm:fillClrLst>
    <dgm:linClrLst meth="repeat">
      <a:schemeClr val="accent2"/>
    </dgm:linClrLst>
    <dgm:effectClrLst/>
    <dgm:txLinClrLst/>
    <dgm:txFillClrLst meth="repeat">
      <a:schemeClr val="dk1"/>
    </dgm:txFillClrLst>
    <dgm:txEffectClrLst/>
  </dgm:styleLbl>
  <dgm:styleLbl name="bgAcc1">
    <dgm:fillClrLst meth="repeat">
      <a:schemeClr val="lt1">
        <a:alpha val="90000"/>
      </a:schemeClr>
    </dgm:fillClrLst>
    <dgm:linClrLst meth="repeat">
      <a:schemeClr val="accent2"/>
    </dgm:linClrLst>
    <dgm:effectClrLst/>
    <dgm:txLinClrLst/>
    <dgm:txFillClrLst meth="repeat">
      <a:schemeClr val="dk1"/>
    </dgm:txFillClrLst>
    <dgm:txEffectClrLst/>
  </dgm:styleLbl>
  <dgm:styleLbl name="solidFgAcc1">
    <dgm:fillClrLst meth="repeat">
      <a:schemeClr val="lt1"/>
    </dgm:fillClrLst>
    <dgm:linClrLst meth="repeat">
      <a:schemeClr val="accent2"/>
    </dgm:linClrLst>
    <dgm:effectClrLst/>
    <dgm:txLinClrLst/>
    <dgm:txFillClrLst meth="repeat">
      <a:schemeClr val="dk1"/>
    </dgm:txFillClrLst>
    <dgm:txEffectClrLst/>
  </dgm:styleLbl>
  <dgm:styleLbl name="solidAlignAcc1">
    <dgm:fillClrLst meth="repeat">
      <a:schemeClr val="lt1"/>
    </dgm:fillClrLst>
    <dgm:linClrLst meth="repeat">
      <a:schemeClr val="accent2"/>
    </dgm:linClrLst>
    <dgm:effectClrLst/>
    <dgm:txLinClrLst/>
    <dgm:txFillClrLst meth="repeat">
      <a:schemeClr val="dk1"/>
    </dgm:txFillClrLst>
    <dgm:txEffectClrLst/>
  </dgm:styleLbl>
  <dgm:styleLbl name="solidBgAcc1">
    <dgm:fillClrLst meth="repeat">
      <a:schemeClr val="lt1"/>
    </dgm:fillClrLst>
    <dgm:linClrLst meth="repeat">
      <a:schemeClr val="accent2"/>
    </dgm:linClrLst>
    <dgm:effectClrLst/>
    <dgm:txLinClrLst/>
    <dgm:txFillClrLst meth="repeat">
      <a:schemeClr val="dk1"/>
    </dgm:txFillClrLst>
    <dgm:txEffectClrLst/>
  </dgm:styleLbl>
  <dgm:styleLbl name="fgAccFollowNode1">
    <dgm:fillClrLst meth="repeat">
      <a:schemeClr val="accent2">
        <a:alpha val="90000"/>
        <a:tint val="40000"/>
      </a:schemeClr>
    </dgm:fillClrLst>
    <dgm:linClrLst meth="repeat">
      <a:schemeClr val="accent2">
        <a:alpha val="90000"/>
        <a:tint val="40000"/>
      </a:schemeClr>
    </dgm:linClrLst>
    <dgm:effectClrLst/>
    <dgm:txLinClrLst/>
    <dgm:txFillClrLst meth="repeat">
      <a:schemeClr val="dk1"/>
    </dgm:txFillClrLst>
    <dgm:txEffectClrLst/>
  </dgm:styleLbl>
  <dgm:styleLbl name="alignAccFollowNode1">
    <dgm:fillClrLst meth="repeat">
      <a:schemeClr val="accent2">
        <a:alpha val="90000"/>
        <a:tint val="40000"/>
      </a:schemeClr>
    </dgm:fillClrLst>
    <dgm:linClrLst meth="repeat">
      <a:schemeClr val="accent2">
        <a:alpha val="90000"/>
        <a:tint val="40000"/>
      </a:schemeClr>
    </dgm:linClrLst>
    <dgm:effectClrLst/>
    <dgm:txLinClrLst/>
    <dgm:txFillClrLst meth="repeat">
      <a:schemeClr val="dk1"/>
    </dgm:txFillClrLst>
    <dgm:txEffectClrLst/>
  </dgm:styleLbl>
  <dgm:styleLbl name="bgAccFollowNode1">
    <dgm:fillClrLst meth="repeat">
      <a:schemeClr val="accent2">
        <a:alpha val="90000"/>
        <a:tint val="40000"/>
      </a:schemeClr>
    </dgm:fillClrLst>
    <dgm:linClrLst meth="repeat">
      <a:schemeClr val="accent2">
        <a:alpha val="90000"/>
        <a:tint val="40000"/>
      </a:schemeClr>
    </dgm:linClrLst>
    <dgm:effectClrLst/>
    <dgm:txLinClrLst/>
    <dgm:txFillClrLst meth="repeat">
      <a:schemeClr val="dk1"/>
    </dgm:txFillClrLst>
    <dgm:txEffectClrLst/>
  </dgm:styleLbl>
  <dgm:styleLbl name="fgAcc0">
    <dgm:fillClrLst meth="repeat">
      <a:schemeClr val="lt1">
        <a:alpha val="90000"/>
      </a:schemeClr>
    </dgm:fillClrLst>
    <dgm:linClrLst meth="repeat">
      <a:schemeClr val="accent2"/>
    </dgm:linClrLst>
    <dgm:effectClrLst/>
    <dgm:txLinClrLst/>
    <dgm:txFillClrLst meth="repeat">
      <a:schemeClr val="dk1"/>
    </dgm:txFillClrLst>
    <dgm:txEffectClrLst/>
  </dgm:styleLbl>
  <dgm:styleLbl name="fgAcc2">
    <dgm:fillClrLst meth="repeat">
      <a:schemeClr val="lt1">
        <a:alpha val="90000"/>
      </a:schemeClr>
    </dgm:fillClrLst>
    <dgm:linClrLst meth="repeat">
      <a:schemeClr val="accent2"/>
    </dgm:linClrLst>
    <dgm:effectClrLst/>
    <dgm:txLinClrLst/>
    <dgm:txFillClrLst meth="repeat">
      <a:schemeClr val="dk1"/>
    </dgm:txFillClrLst>
    <dgm:txEffectClrLst/>
  </dgm:styleLbl>
  <dgm:styleLbl name="fgAcc3">
    <dgm:fillClrLst meth="repeat">
      <a:schemeClr val="lt1">
        <a:alpha val="90000"/>
      </a:schemeClr>
    </dgm:fillClrLst>
    <dgm:linClrLst meth="repeat">
      <a:schemeClr val="accent2"/>
    </dgm:linClrLst>
    <dgm:effectClrLst/>
    <dgm:txLinClrLst/>
    <dgm:txFillClrLst meth="repeat">
      <a:schemeClr val="dk1"/>
    </dgm:txFillClrLst>
    <dgm:txEffectClrLst/>
  </dgm:styleLbl>
  <dgm:styleLbl name="fgAcc4">
    <dgm:fillClrLst meth="repeat">
      <a:schemeClr val="lt1">
        <a:alpha val="90000"/>
      </a:schemeClr>
    </dgm:fillClrLst>
    <dgm:linClrLst meth="repeat">
      <a:schemeClr val="accent2"/>
    </dgm:linClrLst>
    <dgm:effectClrLst/>
    <dgm:txLinClrLst/>
    <dgm:txFillClrLst meth="repeat">
      <a:schemeClr val="dk1"/>
    </dgm:txFillClrLst>
    <dgm:txEffectClrLst/>
  </dgm:styleLbl>
  <dgm:styleLbl name="bgShp">
    <dgm:fillClrLst meth="repeat">
      <a:schemeClr val="bg1">
        <a:lumMod val="95000"/>
      </a:schemeClr>
    </dgm:fillClrLst>
    <dgm:linClrLst meth="repeat">
      <a:schemeClr val="accent2"/>
    </dgm:linClrLst>
    <dgm:effectClrLst/>
    <dgm:txLinClrLst/>
    <dgm:txFillClrLst meth="repeat">
      <a:schemeClr val="dk1"/>
    </dgm:txFillClrLst>
    <dgm:txEffectClrLst/>
  </dgm:styleLbl>
  <dgm:styleLbl name="dkBgShp">
    <dgm:fillClrLst meth="repeat">
      <a:schemeClr val="accent2">
        <a:shade val="80000"/>
      </a:schemeClr>
    </dgm:fillClrLst>
    <dgm:linClrLst meth="repeat">
      <a:schemeClr val="accent2"/>
    </dgm:linClrLst>
    <dgm:effectClrLst/>
    <dgm:txLinClrLst/>
    <dgm:txFillClrLst meth="repeat">
      <a:schemeClr val="lt1"/>
    </dgm:txFillClrLst>
    <dgm:txEffectClrLst/>
  </dgm:styleLbl>
  <dgm:styleLbl name="trBgShp">
    <dgm:fillClrLst meth="repeat">
      <a:schemeClr val="accent2">
        <a:tint val="50000"/>
        <a:alpha val="40000"/>
      </a:schemeClr>
    </dgm:fillClrLst>
    <dgm:linClrLst meth="repeat">
      <a:schemeClr val="accent2"/>
    </dgm:linClrLst>
    <dgm:effectClrLst/>
    <dgm:txLinClrLst/>
    <dgm:txFillClrLst meth="repeat">
      <a:schemeClr val="lt1"/>
    </dgm:txFillClrLst>
    <dgm:txEffectClrLst/>
  </dgm:styleLbl>
  <dgm:styleLbl name="fgShp">
    <dgm:fillClrLst meth="repeat">
      <a:schemeClr val="accent2">
        <a:tint val="60000"/>
      </a:schemeClr>
    </dgm:fillClrLst>
    <dgm:linClrLst meth="repeat">
      <a:schemeClr val="lt1"/>
    </dgm:linClrLst>
    <dgm:effectClrLst/>
    <dgm:txLinClrLst/>
    <dgm:txFillClrLst meth="repeat">
      <a:schemeClr val="dk1"/>
    </dgm:txFillClrLst>
    <dgm:txEffectClrLst/>
  </dgm:styleLbl>
  <dgm:styleLbl name="revTx">
    <dgm:fillClrLst meth="repeat">
      <a:schemeClr val="lt1">
        <a:alpha val="0"/>
      </a:schemeClr>
    </dgm:fillClrLst>
    <dgm:linClrLst meth="repeat">
      <a:schemeClr val="dk1">
        <a:alpha val="0"/>
      </a:schemeClr>
    </dgm:linClrLst>
    <dgm:effectClrLst/>
    <dgm:txLinClrLst/>
    <dgm:txFillClrLst meth="repeat">
      <a:schemeClr val="tx1"/>
    </dgm:txFillClrLst>
    <dgm:txEffectClrLst/>
  </dgm:styleLbl>
</dgm:colorsDef>
</file>

<file path=ppt/diagrams/colors64.xml><?xml version="1.0" encoding="utf-8"?>
<dgm:colorsDef xmlns:dgm="http://schemas.openxmlformats.org/drawingml/2006/diagram" xmlns:a="http://schemas.openxmlformats.org/drawingml/2006/main" uniqueId="urn:microsoft.com/office/officeart/2018/5/colors/Iconchunking_neutralbg_colorful1">
  <dgm:title val=""/>
  <dgm:desc val=""/>
  <dgm:catLst>
    <dgm:cat type="colorful" pri="10100"/>
  </dgm:catLst>
  <dgm:styleLbl name="node0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node1">
    <dgm:fillClrLst meth="repeat">
      <a:schemeClr val="accent2"/>
      <a:schemeClr val="accent3"/>
      <a:schemeClr val="accent4"/>
      <a:schemeClr val="accent5"/>
      <a:schemeClr val="accent6"/>
    </dgm:fillClrLst>
    <dgm:linClrLst meth="repeat">
      <a:schemeClr val="lt1">
        <a:alpha val="0"/>
      </a:schemeClr>
    </dgm:linClrLst>
    <dgm:effectClrLst/>
    <dgm:txLinClrLst/>
    <dgm:txFillClrLst/>
    <dgm:txEffectClrLst/>
  </dgm:styleLbl>
  <dgm:styleLbl name="alignNode1">
    <dgm:fillClrLst meth="repeat">
      <a:schemeClr val="accent2"/>
      <a:schemeClr val="accent3"/>
      <a:schemeClr val="accent4"/>
      <a:schemeClr val="accent5"/>
      <a:schemeClr val="accent6"/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/>
    <dgm:txEffectClrLst/>
  </dgm:styleLbl>
  <dgm:styleLbl name="lnNode1">
    <dgm:fillClrLst meth="repeat">
      <a:schemeClr val="accent2"/>
      <a:schemeClr val="accent3"/>
      <a:schemeClr val="accent4"/>
      <a:schemeClr val="accent5"/>
      <a:schemeClr val="accent6"/>
    </dgm:fillClrLst>
    <dgm:linClrLst meth="repeat">
      <a:schemeClr val="lt1"/>
    </dgm:linClrLst>
    <dgm:effectClrLst/>
    <dgm:txLinClrLst/>
    <dgm:txFillClrLst/>
    <dgm:txEffectClrLst/>
  </dgm:styleLbl>
  <dgm:styleLbl name="vennNode1">
    <dgm:fillClrLst meth="repeat">
      <a:schemeClr val="accent2">
        <a:alpha val="50000"/>
      </a:schemeClr>
      <a:schemeClr val="accent3">
        <a:alpha val="50000"/>
      </a:schemeClr>
      <a:schemeClr val="accent4">
        <a:alpha val="50000"/>
      </a:schemeClr>
      <a:schemeClr val="accent5">
        <a:alpha val="50000"/>
      </a:schemeClr>
      <a:schemeClr val="accent6">
        <a:alpha val="50000"/>
      </a:schemeClr>
    </dgm:fillClrLst>
    <dgm:linClrLst meth="repeat">
      <a:schemeClr val="lt1"/>
    </dgm:linClrLst>
    <dgm:effectClrLst/>
    <dgm:txLinClrLst/>
    <dgm:txFillClrLst/>
    <dgm:txEffectClrLst/>
  </dgm:styleLbl>
  <dgm:styleLbl name="node2">
    <dgm:fillClrLst>
      <a:schemeClr val="accent2"/>
    </dgm:fillClrLst>
    <dgm:linClrLst meth="repeat">
      <a:schemeClr val="lt1"/>
    </dgm:linClrLst>
    <dgm:effectClrLst/>
    <dgm:txLinClrLst/>
    <dgm:txFillClrLst/>
    <dgm:txEffectClrLst/>
  </dgm:styleLbl>
  <dgm:styleLbl name="node3">
    <dgm:fillClrLst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node4">
    <dgm:fillClrLst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fgImgPlace1">
    <dgm:fillClrLst meth="repeat">
      <a:schemeClr val="accent2">
        <a:tint val="50000"/>
      </a:schemeClr>
      <a:schemeClr val="accent3">
        <a:tint val="50000"/>
      </a:schemeClr>
      <a:schemeClr val="accent4">
        <a:tint val="50000"/>
      </a:schemeClr>
      <a:schemeClr val="accent5">
        <a:tint val="50000"/>
      </a:schemeClr>
      <a:schemeClr val="accent6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alignImgPlace1">
    <dgm:fillClrLst>
      <a:schemeClr val="accent1">
        <a:tint val="50000"/>
      </a:schemeClr>
      <a:schemeClr val="accent2">
        <a:tint val="2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bgImgPlace1">
    <dgm:fillClrLst>
      <a:schemeClr val="accent1">
        <a:tint val="50000"/>
      </a:schemeClr>
      <a:schemeClr val="accent2">
        <a:tint val="2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sibTrans2D1">
    <dgm:fillClrLst meth="repeat">
      <a:schemeClr val="accent2"/>
      <a:schemeClr val="accent3"/>
      <a:schemeClr val="accent4"/>
      <a:schemeClr val="accent5"/>
      <a:schemeClr val="accent6"/>
    </dgm:fillClrLst>
    <dgm:linClrLst meth="cycle">
      <a:schemeClr val="lt1"/>
    </dgm:linClrLst>
    <dgm:effectClrLst/>
    <dgm:txLinClrLst/>
    <dgm:txFillClrLst/>
    <dgm:txEffectClrLst/>
  </dgm:styleLbl>
  <dgm:styleLbl name="fgSibTrans2D1">
    <dgm:fillClrLst meth="repeat">
      <a:schemeClr val="accent2"/>
      <a:schemeClr val="accent3"/>
      <a:schemeClr val="accent4"/>
      <a:schemeClr val="accent5"/>
      <a:schemeClr val="accent6"/>
    </dgm:fillClrLst>
    <dgm:linClrLst meth="cycle">
      <a:schemeClr val="lt1"/>
    </dgm:linClrLst>
    <dgm:effectClrLst/>
    <dgm:txLinClrLst/>
    <dgm:txFillClrLst meth="repeat">
      <a:schemeClr val="lt1"/>
    </dgm:txFillClrLst>
    <dgm:txEffectClrLst/>
  </dgm:styleLbl>
  <dgm:styleLbl name="bgSibTrans2D1">
    <dgm:fillClrLst meth="repeat">
      <a:schemeClr val="accent2"/>
      <a:schemeClr val="accent3"/>
      <a:schemeClr val="accent4"/>
      <a:schemeClr val="accent5"/>
      <a:schemeClr val="accent6"/>
    </dgm:fillClrLst>
    <dgm:linClrLst meth="cycle">
      <a:schemeClr val="lt1"/>
    </dgm:linClrLst>
    <dgm:effectClrLst/>
    <dgm:txLinClrLst/>
    <dgm:txFillClrLst meth="repeat">
      <a:schemeClr val="lt1"/>
    </dgm:txFillClrLst>
    <dgm:txEffectClrLst/>
  </dgm:styleLbl>
  <dgm:styleLbl name="sibTrans1D1">
    <dgm:fillClrLst meth="repeat">
      <a:schemeClr val="accent2"/>
      <a:schemeClr val="accent3"/>
      <a:schemeClr val="accent4"/>
      <a:schemeClr val="accent5"/>
      <a:schemeClr val="accent6"/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tx1"/>
    </dgm:txFillClrLst>
    <dgm:txEffectClrLst/>
  </dgm:styleLbl>
  <dgm:styleLbl name="callout">
    <dgm:fillClrLst meth="repeat">
      <a:schemeClr val="accent2"/>
    </dgm:fillClrLst>
    <dgm:linClrLst meth="repeat">
      <a:schemeClr val="accent2">
        <a:tint val="50000"/>
      </a:schemeClr>
    </dgm:linClrLst>
    <dgm:effectClrLst/>
    <dgm:txLinClrLst/>
    <dgm:txFillClrLst meth="repeat">
      <a:schemeClr val="tx1"/>
    </dgm:txFillClrLst>
    <dgm:txEffectClrLst/>
  </dgm:styleLbl>
  <dgm:styleLbl name="asst0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sst1">
    <dgm:fillClrLst meth="repeat">
      <a:schemeClr val="accent2"/>
    </dgm:fillClrLst>
    <dgm:linClrLst meth="repeat">
      <a:schemeClr val="lt1"/>
    </dgm:linClrLst>
    <dgm:effectClrLst/>
    <dgm:txLinClrLst/>
    <dgm:txFillClrLst/>
    <dgm:txEffectClrLst/>
  </dgm:styleLbl>
  <dgm:styleLbl name="asst2">
    <dgm:fillClrLst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asst3">
    <dgm:fillClrLst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asst4">
    <dgm:fillClrLst>
      <a:schemeClr val="accent5"/>
    </dgm:fillClrLst>
    <dgm:linClrLst meth="repeat">
      <a:schemeClr val="lt1"/>
    </dgm:linClrLst>
    <dgm:effectClrLst/>
    <dgm:txLinClrLst/>
    <dgm:txFillClrLst/>
    <dgm:txEffectClrLst/>
  </dgm:styleLbl>
  <dgm:styleLbl name="parChTrans2D1">
    <dgm:fillClrLst meth="repeat">
      <a:schemeClr val="accent2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parChTrans2D2">
    <dgm:fillClrLst meth="repeat"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parChTrans2D3">
    <dgm:fillClrLst meth="repeat"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parChTrans2D4">
    <dgm:fillClrLst meth="repeat">
      <a:schemeClr val="accent5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parChTrans1D1">
    <dgm:fillClrLst meth="repeat">
      <a:schemeClr val="accent2"/>
    </dgm:fillClrLst>
    <dgm:linClrLst meth="repeat">
      <a:schemeClr val="accent1"/>
    </dgm:linClrLst>
    <dgm:effectClrLst/>
    <dgm:txLinClrLst/>
    <dgm:txFillClrLst meth="repeat">
      <a:schemeClr val="tx1"/>
    </dgm:txFillClrLst>
    <dgm:txEffectClrLst/>
  </dgm:styleLbl>
  <dgm:styleLbl name="parChTrans1D2">
    <dgm:fillClrLst meth="repeat">
      <a:schemeClr val="accent3">
        <a:tint val="90000"/>
      </a:schemeClr>
    </dgm:fillClrLst>
    <dgm:linClrLst meth="repeat">
      <a:schemeClr val="accent2"/>
    </dgm:linClrLst>
    <dgm:effectClrLst/>
    <dgm:txLinClrLst/>
    <dgm:txFillClrLst meth="repeat">
      <a:schemeClr val="tx1"/>
    </dgm:txFillClrLst>
    <dgm:txEffectClrLst/>
  </dgm:styleLbl>
  <dgm:styleLbl name="parChTrans1D3">
    <dgm:fillClrLst meth="repeat">
      <a:schemeClr val="accent4">
        <a:tint val="70000"/>
      </a:schemeClr>
    </dgm:fillClrLst>
    <dgm:linClrLst meth="repeat">
      <a:schemeClr val="accent3"/>
    </dgm:linClrLst>
    <dgm:effectClrLst/>
    <dgm:txLinClrLst/>
    <dgm:txFillClrLst meth="repeat">
      <a:schemeClr val="tx1"/>
    </dgm:txFillClrLst>
    <dgm:txEffectClrLst/>
  </dgm:styleLbl>
  <dgm:styleLbl name="parChTrans1D4">
    <dgm:fillClrLst meth="repeat">
      <a:schemeClr val="accent5">
        <a:tint val="50000"/>
      </a:schemeClr>
    </dgm:fillClrLst>
    <dgm:linClrLst meth="repeat">
      <a:schemeClr val="accent4"/>
    </dgm:linClrLst>
    <dgm:effectClrLst/>
    <dgm:txLinClrLst/>
    <dgm:txFillClrLst meth="repeat">
      <a:schemeClr val="tx1"/>
    </dgm:txFillClrLst>
    <dgm:txEffectClrLst/>
  </dgm:styleLbl>
  <dgm:styleLbl name="fgAcc1">
    <dgm:fillClrLst meth="repeat">
      <a:schemeClr val="lt1">
        <a:alpha val="90000"/>
      </a:schemeClr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conFgAcc1">
    <dgm:fillClrLst meth="repeat">
      <a:schemeClr val="lt1">
        <a:alpha val="90000"/>
      </a:schemeClr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alignAcc1">
    <dgm:fillClrLst meth="repeat">
      <a:schemeClr val="lt1">
        <a:alpha val="90000"/>
      </a:schemeClr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trAlignAcc1">
    <dgm:fillClrLst meth="repeat">
      <a:schemeClr val="lt1">
        <a:alpha val="4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bgAcc1">
    <dgm:fillClrLst meth="repeat">
      <a:schemeClr val="lt1">
        <a:alpha val="90000"/>
      </a:schemeClr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solidFgAcc1">
    <dgm:fillClrLst meth="repeat">
      <a:schemeClr val="lt1"/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solidAlignAcc1">
    <dgm:fillClrLst meth="repeat">
      <a:schemeClr val="lt1"/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solidBgAcc1">
    <dgm:fillClrLst meth="repeat">
      <a:schemeClr val="lt1"/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fgAccFollowNode1">
    <dgm:fillClrLst meth="repeat">
      <a:schemeClr val="accent2">
        <a:tint val="40000"/>
        <a:alpha val="90000"/>
      </a:schemeClr>
      <a:schemeClr val="accent3">
        <a:tint val="40000"/>
        <a:alpha val="90000"/>
      </a:schemeClr>
      <a:schemeClr val="accent4">
        <a:tint val="40000"/>
        <a:alpha val="90000"/>
      </a:schemeClr>
      <a:schemeClr val="accent5">
        <a:tint val="40000"/>
        <a:alpha val="90000"/>
      </a:schemeClr>
      <a:schemeClr val="accent6">
        <a:tint val="40000"/>
        <a:alpha val="90000"/>
      </a:schemeClr>
    </dgm:fillClrLst>
    <dgm:linClrLst meth="repeat">
      <a:schemeClr val="accent2">
        <a:tint val="40000"/>
        <a:alpha val="90000"/>
      </a:schemeClr>
      <a:schemeClr val="accent3">
        <a:tint val="40000"/>
        <a:alpha val="90000"/>
      </a:schemeClr>
      <a:schemeClr val="accent4">
        <a:tint val="40000"/>
        <a:alpha val="90000"/>
      </a:schemeClr>
      <a:schemeClr val="accent5">
        <a:tint val="40000"/>
        <a:alpha val="90000"/>
      </a:schemeClr>
      <a:schemeClr val="accent6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alignAccFollowNode1">
    <dgm:fillClrLst meth="repeat">
      <a:schemeClr val="accent2">
        <a:tint val="40000"/>
        <a:alpha val="90000"/>
      </a:schemeClr>
      <a:schemeClr val="accent3">
        <a:tint val="40000"/>
        <a:alpha val="90000"/>
      </a:schemeClr>
      <a:schemeClr val="accent4">
        <a:tint val="40000"/>
        <a:alpha val="90000"/>
      </a:schemeClr>
      <a:schemeClr val="accent5">
        <a:tint val="40000"/>
        <a:alpha val="90000"/>
      </a:schemeClr>
      <a:schemeClr val="accent6">
        <a:tint val="40000"/>
        <a:alpha val="90000"/>
      </a:schemeClr>
    </dgm:fillClrLst>
    <dgm:linClrLst meth="repeat">
      <a:schemeClr val="accent2">
        <a:tint val="40000"/>
        <a:alpha val="90000"/>
      </a:schemeClr>
      <a:schemeClr val="accent3">
        <a:tint val="40000"/>
        <a:alpha val="90000"/>
      </a:schemeClr>
      <a:schemeClr val="accent4">
        <a:tint val="40000"/>
        <a:alpha val="90000"/>
      </a:schemeClr>
      <a:schemeClr val="accent5">
        <a:tint val="40000"/>
        <a:alpha val="90000"/>
      </a:schemeClr>
      <a:schemeClr val="accent6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bgAccFollowNode1">
    <dgm:fillClrLst meth="repeat">
      <a:schemeClr val="accent2">
        <a:tint val="40000"/>
        <a:alpha val="90000"/>
      </a:schemeClr>
      <a:schemeClr val="accent3">
        <a:tint val="40000"/>
        <a:alpha val="90000"/>
      </a:schemeClr>
      <a:schemeClr val="accent4">
        <a:tint val="40000"/>
        <a:alpha val="90000"/>
      </a:schemeClr>
      <a:schemeClr val="accent5">
        <a:tint val="40000"/>
        <a:alpha val="90000"/>
      </a:schemeClr>
      <a:schemeClr val="accent6">
        <a:tint val="40000"/>
        <a:alpha val="90000"/>
      </a:schemeClr>
    </dgm:fillClrLst>
    <dgm:linClrLst meth="repeat">
      <a:schemeClr val="accent2">
        <a:tint val="40000"/>
        <a:alpha val="90000"/>
      </a:schemeClr>
      <a:schemeClr val="accent3">
        <a:tint val="40000"/>
        <a:alpha val="90000"/>
      </a:schemeClr>
      <a:schemeClr val="accent4">
        <a:tint val="40000"/>
        <a:alpha val="90000"/>
      </a:schemeClr>
      <a:schemeClr val="accent5">
        <a:tint val="40000"/>
        <a:alpha val="90000"/>
      </a:schemeClr>
      <a:schemeClr val="accent6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fgAcc0">
    <dgm:fillClrLst meth="repeat">
      <a:schemeClr val="lt1">
        <a:alpha val="90000"/>
      </a:schemeClr>
    </dgm:fillClrLst>
    <dgm:linClrLst>
      <a:schemeClr val="accent1"/>
    </dgm:linClrLst>
    <dgm:effectClrLst/>
    <dgm:txLinClrLst/>
    <dgm:txFillClrLst meth="repeat">
      <a:schemeClr val="dk1"/>
    </dgm:txFillClrLst>
    <dgm:txEffectClrLst/>
  </dgm:styleLbl>
  <dgm:styleLbl name="fgAcc2">
    <dgm:fillClrLst meth="repeat">
      <a:schemeClr val="lt1">
        <a:alpha val="90000"/>
      </a:schemeClr>
    </dgm:fillClrLst>
    <dgm:linClrLst>
      <a:schemeClr val="accent2"/>
    </dgm:linClrLst>
    <dgm:effectClrLst/>
    <dgm:txLinClrLst/>
    <dgm:txFillClrLst meth="repeat">
      <a:schemeClr val="dk1"/>
    </dgm:txFillClrLst>
    <dgm:txEffectClrLst/>
  </dgm:styleLbl>
  <dgm:styleLbl name="fgAcc3">
    <dgm:fillClrLst meth="repeat">
      <a:schemeClr val="lt1">
        <a:alpha val="90000"/>
      </a:schemeClr>
    </dgm:fillClrLst>
    <dgm:linClrLst>
      <a:schemeClr val="accent3"/>
    </dgm:linClrLst>
    <dgm:effectClrLst/>
    <dgm:txLinClrLst/>
    <dgm:txFillClrLst meth="repeat">
      <a:schemeClr val="dk1"/>
    </dgm:txFillClrLst>
    <dgm:txEffectClrLst/>
  </dgm:styleLbl>
  <dgm:styleLbl name="fgAcc4">
    <dgm:fillClrLst meth="repeat">
      <a:schemeClr val="lt1">
        <a:alpha val="90000"/>
      </a:schemeClr>
    </dgm:fillClrLst>
    <dgm:linClrLst>
      <a:schemeClr val="accent4"/>
    </dgm:linClrLst>
    <dgm:effectClrLst/>
    <dgm:txLinClrLst/>
    <dgm:txFillClrLst meth="repeat">
      <a:schemeClr val="dk1"/>
    </dgm:txFillClrLst>
    <dgm:txEffectClrLst/>
  </dgm:styleLbl>
  <dgm:styleLbl name="bgShp">
    <dgm:fillClrLst meth="repeat">
      <a:schemeClr val="bg1">
        <a:lumMod val="95000"/>
      </a:schemeClr>
    </dgm:fillClrLst>
    <dgm:linClrLst meth="repeat">
      <a:schemeClr val="dk1"/>
    </dgm:linClrLst>
    <dgm:effectClrLst/>
    <dgm:txLinClrLst/>
    <dgm:txFillClrLst meth="repeat">
      <a:schemeClr val="dk1"/>
    </dgm:txFillClrLst>
    <dgm:txEffectClrLst/>
  </dgm:styleLbl>
  <dgm:styleLbl name="dkBgShp">
    <dgm:fillClrLst meth="repeat">
      <a:schemeClr val="accent2">
        <a:shade val="90000"/>
      </a:schemeClr>
    </dgm:fillClrLst>
    <dgm:linClrLst meth="repeat">
      <a:schemeClr val="dk1"/>
    </dgm:linClrLst>
    <dgm:effectClrLst/>
    <dgm:txLinClrLst/>
    <dgm:txFillClrLst meth="repeat">
      <a:schemeClr val="lt1"/>
    </dgm:txFillClrLst>
    <dgm:txEffectClrLst/>
  </dgm:styleLbl>
  <dgm:styleLbl name="trBgShp">
    <dgm:fillClrLst meth="repeat">
      <a:schemeClr val="accent1">
        <a:tint val="50000"/>
        <a:alpha val="40000"/>
      </a:schemeClr>
    </dgm:fillClrLst>
    <dgm:linClrLst meth="repeat">
      <a:schemeClr val="accent2"/>
    </dgm:linClrLst>
    <dgm:effectClrLst/>
    <dgm:txLinClrLst/>
    <dgm:txFillClrLst meth="repeat">
      <a:schemeClr val="lt1"/>
    </dgm:txFillClrLst>
    <dgm:txEffectClrLst/>
  </dgm:styleLbl>
  <dgm:styleLbl name="fgShp">
    <dgm:fillClrLst meth="repeat">
      <a:schemeClr val="accent2">
        <a:tint val="40000"/>
      </a:schemeClr>
    </dgm:fillClrLst>
    <dgm:linClrLst meth="repeat">
      <a:schemeClr val="lt1"/>
    </dgm:linClrLst>
    <dgm:effectClrLst/>
    <dgm:txLinClrLst/>
    <dgm:txFillClrLst meth="repeat">
      <a:schemeClr val="dk1"/>
    </dgm:txFillClrLst>
    <dgm:txEffectClrLst/>
  </dgm:styleLbl>
  <dgm:styleLbl name="revTx">
    <dgm:fillClrLst meth="repeat">
      <a:schemeClr val="lt1">
        <a:alpha val="0"/>
      </a:schemeClr>
    </dgm:fillClrLst>
    <dgm:linClrLst meth="repeat">
      <a:schemeClr val="dk1">
        <a:alpha val="0"/>
      </a:schemeClr>
    </dgm:linClrLst>
    <dgm:effectClrLst/>
    <dgm:txLinClrLst/>
    <dgm:txFillClrLst meth="repeat">
      <a:schemeClr val="tx1"/>
    </dgm:txFillClrLst>
    <dgm:txEffectClrLst/>
  </dgm:styleLbl>
</dgm:colorsDef>
</file>

<file path=ppt/diagrams/colors65.xml><?xml version="1.0" encoding="utf-8"?>
<dgm:colorsDef xmlns:dgm="http://schemas.openxmlformats.org/drawingml/2006/diagram" xmlns:a="http://schemas.openxmlformats.org/drawingml/2006/main" uniqueId="urn:microsoft.com/office/officeart/2018/5/colors/Iconchunking_neutralbg_accent1_2">
  <dgm:title val=""/>
  <dgm:desc val=""/>
  <dgm:catLst>
    <dgm:cat type="accent1" pri="11200"/>
  </dgm:catLst>
  <dgm:styleLbl name="node0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lignNode1">
    <dgm:fillClrLst meth="repeat">
      <a:schemeClr val="accent1"/>
    </dgm:fillClrLst>
    <dgm:linClrLst meth="repeat">
      <a:schemeClr val="accent1"/>
    </dgm:linClrLst>
    <dgm:effectClrLst/>
    <dgm:txLinClrLst/>
    <dgm:txFillClrLst/>
    <dgm:txEffectClrLst/>
  </dgm:styleLbl>
  <dgm:styleLbl name="node1">
    <dgm:fillClrLst meth="repeat">
      <a:schemeClr val="accent1"/>
    </dgm:fillClrLst>
    <dgm:linClrLst meth="repeat">
      <a:schemeClr val="lt1">
        <a:alpha val="0"/>
      </a:schemeClr>
    </dgm:linClrLst>
    <dgm:effectClrLst/>
    <dgm:txLinClrLst/>
    <dgm:txFillClrLst/>
    <dgm:txEffectClrLst/>
  </dgm:styleLbl>
  <dgm:styleLbl name="lnNode1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vennNode1">
    <dgm:fillClrLst meth="repeat">
      <a:schemeClr val="accent1">
        <a:alpha val="50000"/>
      </a:schemeClr>
    </dgm:fillClrLst>
    <dgm:linClrLst meth="repeat">
      <a:schemeClr val="lt1"/>
    </dgm:linClrLst>
    <dgm:effectClrLst/>
    <dgm:txLinClrLst/>
    <dgm:txFillClrLst/>
    <dgm:txEffectClrLst/>
  </dgm:styleLbl>
  <dgm:styleLbl name="node2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node3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node4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fgImgPlace1">
    <dgm:fillClrLst meth="repeat">
      <a:schemeClr val="accent1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alignImgPlace1">
    <dgm:fillClrLst meth="repeat">
      <a:schemeClr val="accent1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bgImgPlace1">
    <dgm:fillClrLst meth="repeat">
      <a:schemeClr val="accent1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sibTrans2D1">
    <dgm:fillClrLst meth="repeat">
      <a:schemeClr val="accent1">
        <a:tint val="60000"/>
      </a:schemeClr>
    </dgm:fillClrLst>
    <dgm:linClrLst meth="repeat">
      <a:schemeClr val="accent1">
        <a:tint val="60000"/>
      </a:schemeClr>
    </dgm:linClrLst>
    <dgm:effectClrLst/>
    <dgm:txLinClrLst/>
    <dgm:txFillClrLst/>
    <dgm:txEffectClrLst/>
  </dgm:styleLbl>
  <dgm:styleLbl name="fgSibTrans2D1">
    <dgm:fillClrLst meth="repeat">
      <a:schemeClr val="accent1">
        <a:tint val="60000"/>
      </a:schemeClr>
    </dgm:fillClrLst>
    <dgm:linClrLst meth="repeat">
      <a:schemeClr val="accent1">
        <a:tint val="60000"/>
      </a:schemeClr>
    </dgm:linClrLst>
    <dgm:effectClrLst/>
    <dgm:txLinClrLst/>
    <dgm:txFillClrLst/>
    <dgm:txEffectClrLst/>
  </dgm:styleLbl>
  <dgm:styleLbl name="bgSibTrans2D1">
    <dgm:fillClrLst meth="repeat">
      <a:schemeClr val="accent1">
        <a:tint val="60000"/>
      </a:schemeClr>
    </dgm:fillClrLst>
    <dgm:linClrLst meth="repeat">
      <a:schemeClr val="accent1">
        <a:tint val="60000"/>
      </a:schemeClr>
    </dgm:linClrLst>
    <dgm:effectClrLst/>
    <dgm:txLinClrLst/>
    <dgm:txFillClrLst/>
    <dgm:txEffectClrLst/>
  </dgm:styleLbl>
  <dgm:styleLbl name="sibTrans1D1">
    <dgm:fillClrLst meth="repeat">
      <a:schemeClr val="accent1"/>
    </dgm:fillClrLst>
    <dgm:linClrLst meth="repeat">
      <a:schemeClr val="accent1"/>
    </dgm:linClrLst>
    <dgm:effectClrLst/>
    <dgm:txLinClrLst/>
    <dgm:txFillClrLst meth="repeat">
      <a:schemeClr val="tx1"/>
    </dgm:txFillClrLst>
    <dgm:txEffectClrLst/>
  </dgm:styleLbl>
  <dgm:styleLbl name="callout">
    <dgm:fillClrLst meth="repeat">
      <a:schemeClr val="accent1"/>
    </dgm:fillClrLst>
    <dgm:linClrLst meth="repeat">
      <a:schemeClr val="accent1">
        <a:tint val="50000"/>
      </a:schemeClr>
    </dgm:linClrLst>
    <dgm:effectClrLst/>
    <dgm:txLinClrLst/>
    <dgm:txFillClrLst meth="repeat">
      <a:schemeClr val="tx1"/>
    </dgm:txFillClrLst>
    <dgm:txEffectClrLst/>
  </dgm:styleLbl>
  <dgm:styleLbl name="asst0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sst1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sst2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sst3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sst4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parChTrans2D1">
    <dgm:fillClrLst meth="repeat">
      <a:schemeClr val="accent1">
        <a:tint val="60000"/>
      </a:schemeClr>
    </dgm:fillClrLst>
    <dgm:linClrLst meth="repeat">
      <a:schemeClr val="accent1">
        <a:tint val="60000"/>
      </a:schemeClr>
    </dgm:linClrLst>
    <dgm:effectClrLst/>
    <dgm:txLinClrLst/>
    <dgm:txFillClrLst meth="repeat">
      <a:schemeClr val="lt1"/>
    </dgm:txFillClrLst>
    <dgm:txEffectClrLst/>
  </dgm:styleLbl>
  <dgm:styleLbl name="parChTrans2D2">
    <dgm:fillClrLst meth="repeat">
      <a:schemeClr val="accent1"/>
    </dgm:fillClrLst>
    <dgm:linClrLst meth="repeat">
      <a:schemeClr val="accent1"/>
    </dgm:linClrLst>
    <dgm:effectClrLst/>
    <dgm:txLinClrLst/>
    <dgm:txFillClrLst meth="repeat">
      <a:schemeClr val="lt1"/>
    </dgm:txFillClrLst>
    <dgm:txEffectClrLst/>
  </dgm:styleLbl>
  <dgm:styleLbl name="parChTrans2D3">
    <dgm:fillClrLst meth="repeat">
      <a:schemeClr val="accent1"/>
    </dgm:fillClrLst>
    <dgm:linClrLst meth="repeat">
      <a:schemeClr val="accent1"/>
    </dgm:linClrLst>
    <dgm:effectClrLst/>
    <dgm:txLinClrLst/>
    <dgm:txFillClrLst meth="repeat">
      <a:schemeClr val="lt1"/>
    </dgm:txFillClrLst>
    <dgm:txEffectClrLst/>
  </dgm:styleLbl>
  <dgm:styleLbl name="parChTrans2D4">
    <dgm:fillClrLst meth="repeat">
      <a:schemeClr val="accent1"/>
    </dgm:fillClrLst>
    <dgm:linClrLst meth="repeat">
      <a:schemeClr val="accent1"/>
    </dgm:linClrLst>
    <dgm:effectClrLst/>
    <dgm:txLinClrLst/>
    <dgm:txFillClrLst meth="repeat">
      <a:schemeClr val="lt1"/>
    </dgm:txFillClrLst>
    <dgm:txEffectClrLst/>
  </dgm:styleLbl>
  <dgm:styleLbl name="parChTrans1D1">
    <dgm:fillClrLst meth="repeat">
      <a:schemeClr val="accent1"/>
    </dgm:fillClrLst>
    <dgm:linClrLst meth="repeat">
      <a:schemeClr val="accent1">
        <a:shade val="60000"/>
      </a:schemeClr>
    </dgm:linClrLst>
    <dgm:effectClrLst/>
    <dgm:txLinClrLst/>
    <dgm:txFillClrLst meth="repeat">
      <a:schemeClr val="tx1"/>
    </dgm:txFillClrLst>
    <dgm:txEffectClrLst/>
  </dgm:styleLbl>
  <dgm:styleLbl name="parChTrans1D2">
    <dgm:fillClrLst meth="repeat">
      <a:schemeClr val="accent1"/>
    </dgm:fillClrLst>
    <dgm:linClrLst meth="repeat">
      <a:schemeClr val="accent1">
        <a:shade val="60000"/>
      </a:schemeClr>
    </dgm:linClrLst>
    <dgm:effectClrLst/>
    <dgm:txLinClrLst/>
    <dgm:txFillClrLst meth="repeat">
      <a:schemeClr val="tx1"/>
    </dgm:txFillClrLst>
    <dgm:txEffectClrLst/>
  </dgm:styleLbl>
  <dgm:styleLbl name="parChTrans1D3">
    <dgm:fillClrLst meth="repeat">
      <a:schemeClr val="accent1"/>
    </dgm:fillClrLst>
    <dgm:linClrLst meth="repeat">
      <a:schemeClr val="accent1">
        <a:shade val="80000"/>
      </a:schemeClr>
    </dgm:linClrLst>
    <dgm:effectClrLst/>
    <dgm:txLinClrLst/>
    <dgm:txFillClrLst meth="repeat">
      <a:schemeClr val="tx1"/>
    </dgm:txFillClrLst>
    <dgm:txEffectClrLst/>
  </dgm:styleLbl>
  <dgm:styleLbl name="parChTrans1D4">
    <dgm:fillClrLst meth="repeat">
      <a:schemeClr val="accent1"/>
    </dgm:fillClrLst>
    <dgm:linClrLst meth="repeat">
      <a:schemeClr val="accent1">
        <a:shade val="80000"/>
      </a:schemeClr>
    </dgm:linClrLst>
    <dgm:effectClrLst/>
    <dgm:txLinClrLst/>
    <dgm:txFillClrLst meth="repeat">
      <a:schemeClr val="tx1"/>
    </dgm:txFillClrLst>
    <dgm:txEffectClrLst/>
  </dgm:styleLbl>
  <dgm:styleLbl name="fgAcc1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conFgAcc1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alignAcc1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trAlignAcc1">
    <dgm:fillClrLst meth="repeat">
      <a:schemeClr val="lt1">
        <a:alpha val="4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bgAcc1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solidFgAcc1">
    <dgm:fillClrLst meth="repeat">
      <a:schemeClr val="lt1"/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solidAlignAcc1">
    <dgm:fillClrLst meth="repeat">
      <a:schemeClr val="lt1"/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solidBgAcc1">
    <dgm:fillClrLst meth="repeat">
      <a:schemeClr val="lt1"/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fgAccFollowNode1">
    <dgm:fillClrLst meth="repeat">
      <a:schemeClr val="accent1">
        <a:alpha val="90000"/>
        <a:tint val="40000"/>
      </a:schemeClr>
    </dgm:fillClrLst>
    <dgm:linClrLst meth="repeat">
      <a:schemeClr val="accent1">
        <a:alpha val="90000"/>
        <a:tint val="40000"/>
      </a:schemeClr>
    </dgm:linClrLst>
    <dgm:effectClrLst/>
    <dgm:txLinClrLst/>
    <dgm:txFillClrLst meth="repeat">
      <a:schemeClr val="dk1"/>
    </dgm:txFillClrLst>
    <dgm:txEffectClrLst/>
  </dgm:styleLbl>
  <dgm:styleLbl name="alignAccFollowNode1">
    <dgm:fillClrLst meth="repeat">
      <a:schemeClr val="accent1">
        <a:alpha val="90000"/>
        <a:tint val="40000"/>
      </a:schemeClr>
    </dgm:fillClrLst>
    <dgm:linClrLst meth="repeat">
      <a:schemeClr val="accent1">
        <a:alpha val="90000"/>
        <a:tint val="40000"/>
      </a:schemeClr>
    </dgm:linClrLst>
    <dgm:effectClrLst/>
    <dgm:txLinClrLst/>
    <dgm:txFillClrLst meth="repeat">
      <a:schemeClr val="dk1"/>
    </dgm:txFillClrLst>
    <dgm:txEffectClrLst/>
  </dgm:styleLbl>
  <dgm:styleLbl name="bgAccFollowNode1">
    <dgm:fillClrLst meth="repeat">
      <a:schemeClr val="accent1">
        <a:alpha val="90000"/>
        <a:tint val="40000"/>
      </a:schemeClr>
    </dgm:fillClrLst>
    <dgm:linClrLst meth="repeat">
      <a:schemeClr val="accent1">
        <a:alpha val="90000"/>
        <a:tint val="40000"/>
      </a:schemeClr>
    </dgm:linClrLst>
    <dgm:effectClrLst/>
    <dgm:txLinClrLst/>
    <dgm:txFillClrLst meth="repeat">
      <a:schemeClr val="dk1"/>
    </dgm:txFillClrLst>
    <dgm:txEffectClrLst/>
  </dgm:styleLbl>
  <dgm:styleLbl name="fgAcc0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fgAcc2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fgAcc3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fgAcc4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bgShp">
    <dgm:fillClrLst meth="repeat">
      <a:schemeClr val="bg1">
        <a:lumMod val="95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dkBgShp">
    <dgm:fillClrLst meth="repeat">
      <a:schemeClr val="accent1">
        <a:shade val="80000"/>
      </a:schemeClr>
    </dgm:fillClrLst>
    <dgm:linClrLst meth="repeat">
      <a:schemeClr val="accent1"/>
    </dgm:linClrLst>
    <dgm:effectClrLst/>
    <dgm:txLinClrLst/>
    <dgm:txFillClrLst meth="repeat">
      <a:schemeClr val="lt1"/>
    </dgm:txFillClrLst>
    <dgm:txEffectClrLst/>
  </dgm:styleLbl>
  <dgm:styleLbl name="trBgShp">
    <dgm:fillClrLst meth="repeat">
      <a:schemeClr val="accent1">
        <a:tint val="50000"/>
        <a:alpha val="40000"/>
      </a:schemeClr>
    </dgm:fillClrLst>
    <dgm:linClrLst meth="repeat">
      <a:schemeClr val="accent1"/>
    </dgm:linClrLst>
    <dgm:effectClrLst/>
    <dgm:txLinClrLst/>
    <dgm:txFillClrLst meth="repeat">
      <a:schemeClr val="lt1"/>
    </dgm:txFillClrLst>
    <dgm:txEffectClrLst/>
  </dgm:styleLbl>
  <dgm:styleLbl name="fgShp">
    <dgm:fillClrLst meth="repeat">
      <a:schemeClr val="accent1">
        <a:tint val="60000"/>
      </a:schemeClr>
    </dgm:fillClrLst>
    <dgm:linClrLst meth="repeat">
      <a:schemeClr val="lt1"/>
    </dgm:linClrLst>
    <dgm:effectClrLst/>
    <dgm:txLinClrLst/>
    <dgm:txFillClrLst meth="repeat">
      <a:schemeClr val="dk1"/>
    </dgm:txFillClrLst>
    <dgm:txEffectClrLst/>
  </dgm:styleLbl>
  <dgm:styleLbl name="revTx">
    <dgm:fillClrLst meth="repeat">
      <a:schemeClr val="lt1">
        <a:alpha val="0"/>
      </a:schemeClr>
    </dgm:fillClrLst>
    <dgm:linClrLst meth="repeat">
      <a:schemeClr val="dk1">
        <a:alpha val="0"/>
      </a:schemeClr>
    </dgm:linClrLst>
    <dgm:effectClrLst/>
    <dgm:txLinClrLst/>
    <dgm:txFillClrLst meth="repeat">
      <a:schemeClr val="tx1"/>
    </dgm:txFillClrLst>
    <dgm:txEffectClrLst/>
  </dgm:styleLbl>
</dgm:colorsDef>
</file>

<file path=ppt/diagrams/colors66.xml><?xml version="1.0" encoding="utf-8"?>
<dgm:colorsDef xmlns:dgm="http://schemas.openxmlformats.org/drawingml/2006/diagram" xmlns:a="http://schemas.openxmlformats.org/drawingml/2006/main" uniqueId="urn:microsoft.com/office/officeart/2018/5/colors/Iconchunking_neutralbg_accent1_2">
  <dgm:title val=""/>
  <dgm:desc val=""/>
  <dgm:catLst>
    <dgm:cat type="accent1" pri="11200"/>
  </dgm:catLst>
  <dgm:styleLbl name="node0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lignNode1">
    <dgm:fillClrLst meth="repeat">
      <a:schemeClr val="accent1"/>
    </dgm:fillClrLst>
    <dgm:linClrLst meth="repeat">
      <a:schemeClr val="accent1"/>
    </dgm:linClrLst>
    <dgm:effectClrLst/>
    <dgm:txLinClrLst/>
    <dgm:txFillClrLst/>
    <dgm:txEffectClrLst/>
  </dgm:styleLbl>
  <dgm:styleLbl name="node1">
    <dgm:fillClrLst meth="repeat">
      <a:schemeClr val="accent1"/>
    </dgm:fillClrLst>
    <dgm:linClrLst meth="repeat">
      <a:schemeClr val="lt1">
        <a:alpha val="0"/>
      </a:schemeClr>
    </dgm:linClrLst>
    <dgm:effectClrLst/>
    <dgm:txLinClrLst/>
    <dgm:txFillClrLst/>
    <dgm:txEffectClrLst/>
  </dgm:styleLbl>
  <dgm:styleLbl name="lnNode1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vennNode1">
    <dgm:fillClrLst meth="repeat">
      <a:schemeClr val="accent1">
        <a:alpha val="50000"/>
      </a:schemeClr>
    </dgm:fillClrLst>
    <dgm:linClrLst meth="repeat">
      <a:schemeClr val="lt1"/>
    </dgm:linClrLst>
    <dgm:effectClrLst/>
    <dgm:txLinClrLst/>
    <dgm:txFillClrLst/>
    <dgm:txEffectClrLst/>
  </dgm:styleLbl>
  <dgm:styleLbl name="node2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node3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node4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fgImgPlace1">
    <dgm:fillClrLst meth="repeat">
      <a:schemeClr val="accent1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alignImgPlace1">
    <dgm:fillClrLst meth="repeat">
      <a:schemeClr val="accent1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bgImgPlace1">
    <dgm:fillClrLst meth="repeat">
      <a:schemeClr val="accent1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sibTrans2D1">
    <dgm:fillClrLst meth="repeat">
      <a:schemeClr val="accent1">
        <a:tint val="60000"/>
      </a:schemeClr>
    </dgm:fillClrLst>
    <dgm:linClrLst meth="repeat">
      <a:schemeClr val="accent1">
        <a:tint val="60000"/>
      </a:schemeClr>
    </dgm:linClrLst>
    <dgm:effectClrLst/>
    <dgm:txLinClrLst/>
    <dgm:txFillClrLst/>
    <dgm:txEffectClrLst/>
  </dgm:styleLbl>
  <dgm:styleLbl name="fgSibTrans2D1">
    <dgm:fillClrLst meth="repeat">
      <a:schemeClr val="accent1">
        <a:tint val="60000"/>
      </a:schemeClr>
    </dgm:fillClrLst>
    <dgm:linClrLst meth="repeat">
      <a:schemeClr val="accent1">
        <a:tint val="60000"/>
      </a:schemeClr>
    </dgm:linClrLst>
    <dgm:effectClrLst/>
    <dgm:txLinClrLst/>
    <dgm:txFillClrLst/>
    <dgm:txEffectClrLst/>
  </dgm:styleLbl>
  <dgm:styleLbl name="bgSibTrans2D1">
    <dgm:fillClrLst meth="repeat">
      <a:schemeClr val="accent1">
        <a:tint val="60000"/>
      </a:schemeClr>
    </dgm:fillClrLst>
    <dgm:linClrLst meth="repeat">
      <a:schemeClr val="accent1">
        <a:tint val="60000"/>
      </a:schemeClr>
    </dgm:linClrLst>
    <dgm:effectClrLst/>
    <dgm:txLinClrLst/>
    <dgm:txFillClrLst/>
    <dgm:txEffectClrLst/>
  </dgm:styleLbl>
  <dgm:styleLbl name="sibTrans1D1">
    <dgm:fillClrLst meth="repeat">
      <a:schemeClr val="accent1"/>
    </dgm:fillClrLst>
    <dgm:linClrLst meth="repeat">
      <a:schemeClr val="accent1"/>
    </dgm:linClrLst>
    <dgm:effectClrLst/>
    <dgm:txLinClrLst/>
    <dgm:txFillClrLst meth="repeat">
      <a:schemeClr val="tx1"/>
    </dgm:txFillClrLst>
    <dgm:txEffectClrLst/>
  </dgm:styleLbl>
  <dgm:styleLbl name="callout">
    <dgm:fillClrLst meth="repeat">
      <a:schemeClr val="accent1"/>
    </dgm:fillClrLst>
    <dgm:linClrLst meth="repeat">
      <a:schemeClr val="accent1">
        <a:tint val="50000"/>
      </a:schemeClr>
    </dgm:linClrLst>
    <dgm:effectClrLst/>
    <dgm:txLinClrLst/>
    <dgm:txFillClrLst meth="repeat">
      <a:schemeClr val="tx1"/>
    </dgm:txFillClrLst>
    <dgm:txEffectClrLst/>
  </dgm:styleLbl>
  <dgm:styleLbl name="asst0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sst1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sst2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sst3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sst4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parChTrans2D1">
    <dgm:fillClrLst meth="repeat">
      <a:schemeClr val="accent1">
        <a:tint val="60000"/>
      </a:schemeClr>
    </dgm:fillClrLst>
    <dgm:linClrLst meth="repeat">
      <a:schemeClr val="accent1">
        <a:tint val="60000"/>
      </a:schemeClr>
    </dgm:linClrLst>
    <dgm:effectClrLst/>
    <dgm:txLinClrLst/>
    <dgm:txFillClrLst meth="repeat">
      <a:schemeClr val="lt1"/>
    </dgm:txFillClrLst>
    <dgm:txEffectClrLst/>
  </dgm:styleLbl>
  <dgm:styleLbl name="parChTrans2D2">
    <dgm:fillClrLst meth="repeat">
      <a:schemeClr val="accent1"/>
    </dgm:fillClrLst>
    <dgm:linClrLst meth="repeat">
      <a:schemeClr val="accent1"/>
    </dgm:linClrLst>
    <dgm:effectClrLst/>
    <dgm:txLinClrLst/>
    <dgm:txFillClrLst meth="repeat">
      <a:schemeClr val="lt1"/>
    </dgm:txFillClrLst>
    <dgm:txEffectClrLst/>
  </dgm:styleLbl>
  <dgm:styleLbl name="parChTrans2D3">
    <dgm:fillClrLst meth="repeat">
      <a:schemeClr val="accent1"/>
    </dgm:fillClrLst>
    <dgm:linClrLst meth="repeat">
      <a:schemeClr val="accent1"/>
    </dgm:linClrLst>
    <dgm:effectClrLst/>
    <dgm:txLinClrLst/>
    <dgm:txFillClrLst meth="repeat">
      <a:schemeClr val="lt1"/>
    </dgm:txFillClrLst>
    <dgm:txEffectClrLst/>
  </dgm:styleLbl>
  <dgm:styleLbl name="parChTrans2D4">
    <dgm:fillClrLst meth="repeat">
      <a:schemeClr val="accent1"/>
    </dgm:fillClrLst>
    <dgm:linClrLst meth="repeat">
      <a:schemeClr val="accent1"/>
    </dgm:linClrLst>
    <dgm:effectClrLst/>
    <dgm:txLinClrLst/>
    <dgm:txFillClrLst meth="repeat">
      <a:schemeClr val="lt1"/>
    </dgm:txFillClrLst>
    <dgm:txEffectClrLst/>
  </dgm:styleLbl>
  <dgm:styleLbl name="parChTrans1D1">
    <dgm:fillClrLst meth="repeat">
      <a:schemeClr val="accent1"/>
    </dgm:fillClrLst>
    <dgm:linClrLst meth="repeat">
      <a:schemeClr val="accent1">
        <a:shade val="60000"/>
      </a:schemeClr>
    </dgm:linClrLst>
    <dgm:effectClrLst/>
    <dgm:txLinClrLst/>
    <dgm:txFillClrLst meth="repeat">
      <a:schemeClr val="tx1"/>
    </dgm:txFillClrLst>
    <dgm:txEffectClrLst/>
  </dgm:styleLbl>
  <dgm:styleLbl name="parChTrans1D2">
    <dgm:fillClrLst meth="repeat">
      <a:schemeClr val="accent1"/>
    </dgm:fillClrLst>
    <dgm:linClrLst meth="repeat">
      <a:schemeClr val="accent1">
        <a:shade val="60000"/>
      </a:schemeClr>
    </dgm:linClrLst>
    <dgm:effectClrLst/>
    <dgm:txLinClrLst/>
    <dgm:txFillClrLst meth="repeat">
      <a:schemeClr val="tx1"/>
    </dgm:txFillClrLst>
    <dgm:txEffectClrLst/>
  </dgm:styleLbl>
  <dgm:styleLbl name="parChTrans1D3">
    <dgm:fillClrLst meth="repeat">
      <a:schemeClr val="accent1"/>
    </dgm:fillClrLst>
    <dgm:linClrLst meth="repeat">
      <a:schemeClr val="accent1">
        <a:shade val="80000"/>
      </a:schemeClr>
    </dgm:linClrLst>
    <dgm:effectClrLst/>
    <dgm:txLinClrLst/>
    <dgm:txFillClrLst meth="repeat">
      <a:schemeClr val="tx1"/>
    </dgm:txFillClrLst>
    <dgm:txEffectClrLst/>
  </dgm:styleLbl>
  <dgm:styleLbl name="parChTrans1D4">
    <dgm:fillClrLst meth="repeat">
      <a:schemeClr val="accent1"/>
    </dgm:fillClrLst>
    <dgm:linClrLst meth="repeat">
      <a:schemeClr val="accent1">
        <a:shade val="80000"/>
      </a:schemeClr>
    </dgm:linClrLst>
    <dgm:effectClrLst/>
    <dgm:txLinClrLst/>
    <dgm:txFillClrLst meth="repeat">
      <a:schemeClr val="tx1"/>
    </dgm:txFillClrLst>
    <dgm:txEffectClrLst/>
  </dgm:styleLbl>
  <dgm:styleLbl name="fgAcc1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conFgAcc1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alignAcc1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trAlignAcc1">
    <dgm:fillClrLst meth="repeat">
      <a:schemeClr val="lt1">
        <a:alpha val="4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bgAcc1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solidFgAcc1">
    <dgm:fillClrLst meth="repeat">
      <a:schemeClr val="lt1"/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solidAlignAcc1">
    <dgm:fillClrLst meth="repeat">
      <a:schemeClr val="lt1"/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solidBgAcc1">
    <dgm:fillClrLst meth="repeat">
      <a:schemeClr val="lt1"/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fgAccFollowNode1">
    <dgm:fillClrLst meth="repeat">
      <a:schemeClr val="accent1">
        <a:alpha val="90000"/>
        <a:tint val="40000"/>
      </a:schemeClr>
    </dgm:fillClrLst>
    <dgm:linClrLst meth="repeat">
      <a:schemeClr val="accent1">
        <a:alpha val="90000"/>
        <a:tint val="40000"/>
      </a:schemeClr>
    </dgm:linClrLst>
    <dgm:effectClrLst/>
    <dgm:txLinClrLst/>
    <dgm:txFillClrLst meth="repeat">
      <a:schemeClr val="dk1"/>
    </dgm:txFillClrLst>
    <dgm:txEffectClrLst/>
  </dgm:styleLbl>
  <dgm:styleLbl name="alignAccFollowNode1">
    <dgm:fillClrLst meth="repeat">
      <a:schemeClr val="accent1">
        <a:alpha val="90000"/>
        <a:tint val="40000"/>
      </a:schemeClr>
    </dgm:fillClrLst>
    <dgm:linClrLst meth="repeat">
      <a:schemeClr val="accent1">
        <a:alpha val="90000"/>
        <a:tint val="40000"/>
      </a:schemeClr>
    </dgm:linClrLst>
    <dgm:effectClrLst/>
    <dgm:txLinClrLst/>
    <dgm:txFillClrLst meth="repeat">
      <a:schemeClr val="dk1"/>
    </dgm:txFillClrLst>
    <dgm:txEffectClrLst/>
  </dgm:styleLbl>
  <dgm:styleLbl name="bgAccFollowNode1">
    <dgm:fillClrLst meth="repeat">
      <a:schemeClr val="accent1">
        <a:alpha val="90000"/>
        <a:tint val="40000"/>
      </a:schemeClr>
    </dgm:fillClrLst>
    <dgm:linClrLst meth="repeat">
      <a:schemeClr val="accent1">
        <a:alpha val="90000"/>
        <a:tint val="40000"/>
      </a:schemeClr>
    </dgm:linClrLst>
    <dgm:effectClrLst/>
    <dgm:txLinClrLst/>
    <dgm:txFillClrLst meth="repeat">
      <a:schemeClr val="dk1"/>
    </dgm:txFillClrLst>
    <dgm:txEffectClrLst/>
  </dgm:styleLbl>
  <dgm:styleLbl name="fgAcc0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fgAcc2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fgAcc3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fgAcc4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bgShp">
    <dgm:fillClrLst meth="repeat">
      <a:schemeClr val="bg1">
        <a:lumMod val="95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dkBgShp">
    <dgm:fillClrLst meth="repeat">
      <a:schemeClr val="accent1">
        <a:shade val="80000"/>
      </a:schemeClr>
    </dgm:fillClrLst>
    <dgm:linClrLst meth="repeat">
      <a:schemeClr val="accent1"/>
    </dgm:linClrLst>
    <dgm:effectClrLst/>
    <dgm:txLinClrLst/>
    <dgm:txFillClrLst meth="repeat">
      <a:schemeClr val="lt1"/>
    </dgm:txFillClrLst>
    <dgm:txEffectClrLst/>
  </dgm:styleLbl>
  <dgm:styleLbl name="trBgShp">
    <dgm:fillClrLst meth="repeat">
      <a:schemeClr val="accent1">
        <a:tint val="50000"/>
        <a:alpha val="40000"/>
      </a:schemeClr>
    </dgm:fillClrLst>
    <dgm:linClrLst meth="repeat">
      <a:schemeClr val="accent1"/>
    </dgm:linClrLst>
    <dgm:effectClrLst/>
    <dgm:txLinClrLst/>
    <dgm:txFillClrLst meth="repeat">
      <a:schemeClr val="lt1"/>
    </dgm:txFillClrLst>
    <dgm:txEffectClrLst/>
  </dgm:styleLbl>
  <dgm:styleLbl name="fgShp">
    <dgm:fillClrLst meth="repeat">
      <a:schemeClr val="accent1">
        <a:tint val="60000"/>
      </a:schemeClr>
    </dgm:fillClrLst>
    <dgm:linClrLst meth="repeat">
      <a:schemeClr val="lt1"/>
    </dgm:linClrLst>
    <dgm:effectClrLst/>
    <dgm:txLinClrLst/>
    <dgm:txFillClrLst meth="repeat">
      <a:schemeClr val="dk1"/>
    </dgm:txFillClrLst>
    <dgm:txEffectClrLst/>
  </dgm:styleLbl>
  <dgm:styleLbl name="revTx">
    <dgm:fillClrLst meth="repeat">
      <a:schemeClr val="lt1">
        <a:alpha val="0"/>
      </a:schemeClr>
    </dgm:fillClrLst>
    <dgm:linClrLst meth="repeat">
      <a:schemeClr val="dk1">
        <a:alpha val="0"/>
      </a:schemeClr>
    </dgm:linClrLst>
    <dgm:effectClrLst/>
    <dgm:txLinClrLst/>
    <dgm:txFillClrLst meth="repeat">
      <a:schemeClr val="tx1"/>
    </dgm:txFillClrLst>
    <dgm:txEffectClrLst/>
  </dgm:styleLbl>
</dgm:colorsDef>
</file>

<file path=ppt/diagrams/colors67.xml><?xml version="1.0" encoding="utf-8"?>
<dgm:colorsDef xmlns:dgm="http://schemas.openxmlformats.org/drawingml/2006/diagram" xmlns:a="http://schemas.openxmlformats.org/drawingml/2006/main" uniqueId="urn:microsoft.com/office/officeart/2018/5/colors/Iconchunking_neutralbg_colorful2">
  <dgm:title val=""/>
  <dgm:desc val=""/>
  <dgm:catLst>
    <dgm:cat type="colorful" pri="10200"/>
  </dgm:catLst>
  <dgm:styleLbl name="node0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node1">
    <dgm:fillClrLst>
      <a:schemeClr val="accent2"/>
      <a:schemeClr val="accent3"/>
    </dgm:fillClrLst>
    <dgm:linClrLst meth="repeat">
      <a:schemeClr val="lt1">
        <a:alpha val="0"/>
      </a:schemeClr>
    </dgm:linClrLst>
    <dgm:effectClrLst/>
    <dgm:txLinClrLst/>
    <dgm:txFillClrLst/>
    <dgm:txEffectClrLst/>
  </dgm:styleLbl>
  <dgm:styleLbl name="alignNode1">
    <dgm:fillClrLst>
      <a:schemeClr val="accent2"/>
      <a:schemeClr val="accent3"/>
    </dgm:fillClrLst>
    <dgm:linClrLst>
      <a:schemeClr val="accent2"/>
      <a:schemeClr val="accent3"/>
    </dgm:linClrLst>
    <dgm:effectClrLst/>
    <dgm:txLinClrLst/>
    <dgm:txFillClrLst/>
    <dgm:txEffectClrLst/>
  </dgm:styleLbl>
  <dgm:styleLbl name="lnNode1">
    <dgm:fillClrLst>
      <a:schemeClr val="accent2"/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vennNode1">
    <dgm:fillClrLst>
      <a:schemeClr val="accent2">
        <a:alpha val="50000"/>
      </a:schemeClr>
      <a:schemeClr val="accent3">
        <a:alpha val="50000"/>
      </a:schemeClr>
    </dgm:fillClrLst>
    <dgm:linClrLst meth="repeat">
      <a:schemeClr val="lt1"/>
    </dgm:linClrLst>
    <dgm:effectClrLst/>
    <dgm:txLinClrLst/>
    <dgm:txFillClrLst/>
    <dgm:txEffectClrLst/>
  </dgm:styleLbl>
  <dgm:styleLbl name="node2">
    <dgm:fillClrLst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node3">
    <dgm:fillClrLst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node4">
    <dgm:fillClrLst>
      <a:schemeClr val="accent5"/>
    </dgm:fillClrLst>
    <dgm:linClrLst meth="repeat">
      <a:schemeClr val="lt1"/>
    </dgm:linClrLst>
    <dgm:effectClrLst/>
    <dgm:txLinClrLst/>
    <dgm:txFillClrLst/>
    <dgm:txEffectClrLst/>
  </dgm:styleLbl>
  <dgm:styleLbl name="fgImgPlace1">
    <dgm:fillClrLst>
      <a:schemeClr val="accent2">
        <a:tint val="50000"/>
      </a:schemeClr>
      <a:schemeClr val="accent3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alignImgPlace1">
    <dgm:fillClrLst>
      <a:schemeClr val="accent2">
        <a:tint val="50000"/>
      </a:schemeClr>
      <a:schemeClr val="accent3">
        <a:tint val="2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bgImgPlace1">
    <dgm:fillClrLst>
      <a:schemeClr val="accent2">
        <a:tint val="50000"/>
      </a:schemeClr>
      <a:schemeClr val="accent3">
        <a:tint val="2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sibTrans2D1">
    <dgm:fillClrLst>
      <a:schemeClr val="accent2"/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fgSibTrans2D1">
    <dgm:fillClrLst>
      <a:schemeClr val="accent2"/>
      <a:schemeClr val="accent3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bgSibTrans2D1">
    <dgm:fillClrLst>
      <a:schemeClr val="accent2"/>
      <a:schemeClr val="accent3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sibTrans1D1">
    <dgm:fillClrLst/>
    <dgm:linClrLst>
      <a:schemeClr val="accent2"/>
      <a:schemeClr val="accent3"/>
    </dgm:linClrLst>
    <dgm:effectClrLst/>
    <dgm:txLinClrLst/>
    <dgm:txFillClrLst meth="repeat">
      <a:schemeClr val="tx1"/>
    </dgm:txFillClrLst>
    <dgm:txEffectClrLst/>
  </dgm:styleLbl>
  <dgm:styleLbl name="callout">
    <dgm:fillClrLst meth="repeat">
      <a:schemeClr val="accent2"/>
    </dgm:fillClrLst>
    <dgm:linClrLst meth="repeat">
      <a:schemeClr val="accent2">
        <a:tint val="50000"/>
      </a:schemeClr>
    </dgm:linClrLst>
    <dgm:effectClrLst/>
    <dgm:txLinClrLst/>
    <dgm:txFillClrLst meth="repeat">
      <a:schemeClr val="tx1"/>
    </dgm:txFillClrLst>
    <dgm:txEffectClrLst/>
  </dgm:styleLbl>
  <dgm:styleLbl name="asst0">
    <dgm:fillClrLst meth="repeat">
      <a:schemeClr val="accent2"/>
    </dgm:fillClrLst>
    <dgm:linClrLst meth="repeat">
      <a:schemeClr val="lt1">
        <a:shade val="80000"/>
      </a:schemeClr>
    </dgm:linClrLst>
    <dgm:effectClrLst/>
    <dgm:txLinClrLst/>
    <dgm:txFillClrLst/>
    <dgm:txEffectClrLst/>
  </dgm:styleLbl>
  <dgm:styleLbl name="asst1">
    <dgm:fillClrLst meth="repeat">
      <a:schemeClr val="accent3"/>
    </dgm:fillClrLst>
    <dgm:linClrLst meth="repeat">
      <a:schemeClr val="lt1">
        <a:shade val="80000"/>
      </a:schemeClr>
    </dgm:linClrLst>
    <dgm:effectClrLst/>
    <dgm:txLinClrLst/>
    <dgm:txFillClrLst/>
    <dgm:txEffectClrLst/>
  </dgm:styleLbl>
  <dgm:styleLbl name="asst2">
    <dgm:fillClrLst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asst3">
    <dgm:fillClrLst>
      <a:schemeClr val="accent5"/>
    </dgm:fillClrLst>
    <dgm:linClrLst meth="repeat">
      <a:schemeClr val="lt1"/>
    </dgm:linClrLst>
    <dgm:effectClrLst/>
    <dgm:txLinClrLst/>
    <dgm:txFillClrLst/>
    <dgm:txEffectClrLst/>
  </dgm:styleLbl>
  <dgm:styleLbl name="asst4">
    <dgm:fillClrLst>
      <a:schemeClr val="accent6"/>
    </dgm:fillClrLst>
    <dgm:linClrLst meth="repeat">
      <a:schemeClr val="lt1"/>
    </dgm:linClrLst>
    <dgm:effectClrLst/>
    <dgm:txLinClrLst/>
    <dgm:txFillClrLst/>
    <dgm:txEffectClrLst/>
  </dgm:styleLbl>
  <dgm:styleLbl name="parChTrans2D1">
    <dgm:fillClrLst meth="repeat">
      <a:schemeClr val="accent2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parChTrans2D2">
    <dgm:fillClrLst meth="repeat"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parChTrans2D3">
    <dgm:fillClrLst meth="repeat"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parChTrans2D4">
    <dgm:fillClrLst meth="repeat">
      <a:schemeClr val="accent5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parChTrans1D1">
    <dgm:fillClrLst meth="repeat">
      <a:schemeClr val="accent2"/>
    </dgm:fillClrLst>
    <dgm:linClrLst meth="repeat">
      <a:schemeClr val="accent2"/>
    </dgm:linClrLst>
    <dgm:effectClrLst/>
    <dgm:txLinClrLst/>
    <dgm:txFillClrLst meth="repeat">
      <a:schemeClr val="tx1"/>
    </dgm:txFillClrLst>
    <dgm:txEffectClrLst/>
  </dgm:styleLbl>
  <dgm:styleLbl name="parChTrans1D2">
    <dgm:fillClrLst meth="repeat">
      <a:schemeClr val="accent2">
        <a:tint val="90000"/>
      </a:schemeClr>
    </dgm:fillClrLst>
    <dgm:linClrLst meth="repeat">
      <a:schemeClr val="accent3"/>
    </dgm:linClrLst>
    <dgm:effectClrLst/>
    <dgm:txLinClrLst/>
    <dgm:txFillClrLst meth="repeat">
      <a:schemeClr val="tx1"/>
    </dgm:txFillClrLst>
    <dgm:txEffectClrLst/>
  </dgm:styleLbl>
  <dgm:styleLbl name="parChTrans1D3">
    <dgm:fillClrLst meth="repeat">
      <a:schemeClr val="accent2">
        <a:tint val="70000"/>
      </a:schemeClr>
    </dgm:fillClrLst>
    <dgm:linClrLst meth="repeat">
      <a:schemeClr val="accent4"/>
    </dgm:linClrLst>
    <dgm:effectClrLst/>
    <dgm:txLinClrLst/>
    <dgm:txFillClrLst meth="repeat">
      <a:schemeClr val="tx1"/>
    </dgm:txFillClrLst>
    <dgm:txEffectClrLst/>
  </dgm:styleLbl>
  <dgm:styleLbl name="parChTrans1D4">
    <dgm:fillClrLst meth="repeat">
      <a:schemeClr val="accent2">
        <a:tint val="50000"/>
      </a:schemeClr>
    </dgm:fillClrLst>
    <dgm:linClrLst meth="repeat">
      <a:schemeClr val="accent5"/>
    </dgm:linClrLst>
    <dgm:effectClrLst/>
    <dgm:txLinClrLst/>
    <dgm:txFillClrLst meth="repeat">
      <a:schemeClr val="tx1"/>
    </dgm:txFillClrLst>
    <dgm:txEffectClrLst/>
  </dgm:styleLbl>
  <dgm:styleLbl name="fgAcc1">
    <dgm:fillClrLst meth="repeat">
      <a:schemeClr val="lt1">
        <a:alpha val="90000"/>
      </a:schemeClr>
    </dgm:fillClrLst>
    <dgm:linClrLst>
      <a:schemeClr val="accent2"/>
      <a:schemeClr val="accent3"/>
    </dgm:linClrLst>
    <dgm:effectClrLst/>
    <dgm:txLinClrLst/>
    <dgm:txFillClrLst meth="repeat">
      <a:schemeClr val="dk1"/>
    </dgm:txFillClrLst>
    <dgm:txEffectClrLst/>
  </dgm:styleLbl>
  <dgm:styleLbl name="conFgAcc1">
    <dgm:fillClrLst meth="repeat">
      <a:schemeClr val="lt1">
        <a:alpha val="90000"/>
      </a:schemeClr>
    </dgm:fillClrLst>
    <dgm:linClrLst>
      <a:schemeClr val="accent2"/>
      <a:schemeClr val="accent3"/>
    </dgm:linClrLst>
    <dgm:effectClrLst/>
    <dgm:txLinClrLst/>
    <dgm:txFillClrLst meth="repeat">
      <a:schemeClr val="dk1"/>
    </dgm:txFillClrLst>
    <dgm:txEffectClrLst/>
  </dgm:styleLbl>
  <dgm:styleLbl name="alignAcc1">
    <dgm:fillClrLst meth="repeat">
      <a:schemeClr val="lt1">
        <a:alpha val="90000"/>
      </a:schemeClr>
    </dgm:fillClrLst>
    <dgm:linClrLst>
      <a:schemeClr val="accent2"/>
      <a:schemeClr val="accent3"/>
    </dgm:linClrLst>
    <dgm:effectClrLst/>
    <dgm:txLinClrLst/>
    <dgm:txFillClrLst meth="repeat">
      <a:schemeClr val="dk1"/>
    </dgm:txFillClrLst>
    <dgm:txEffectClrLst/>
  </dgm:styleLbl>
  <dgm:styleLbl name="trAlignAcc1">
    <dgm:fillClrLst meth="repeat">
      <a:schemeClr val="lt1">
        <a:alpha val="40000"/>
      </a:schemeClr>
    </dgm:fillClrLst>
    <dgm:linClrLst meth="repeat">
      <a:schemeClr val="accent2"/>
    </dgm:linClrLst>
    <dgm:effectClrLst/>
    <dgm:txLinClrLst/>
    <dgm:txFillClrLst meth="repeat">
      <a:schemeClr val="dk1"/>
    </dgm:txFillClrLst>
    <dgm:txEffectClrLst/>
  </dgm:styleLbl>
  <dgm:styleLbl name="bgAcc1">
    <dgm:fillClrLst meth="repeat">
      <a:schemeClr val="lt1">
        <a:alpha val="90000"/>
      </a:schemeClr>
    </dgm:fillClrLst>
    <dgm:linClrLst>
      <a:schemeClr val="accent2"/>
      <a:schemeClr val="accent3"/>
    </dgm:linClrLst>
    <dgm:effectClrLst/>
    <dgm:txLinClrLst/>
    <dgm:txFillClrLst meth="repeat">
      <a:schemeClr val="dk1"/>
    </dgm:txFillClrLst>
    <dgm:txEffectClrLst/>
  </dgm:styleLbl>
  <dgm:styleLbl name="solidFgAcc1">
    <dgm:fillClrLst meth="repeat">
      <a:schemeClr val="lt1"/>
    </dgm:fillClrLst>
    <dgm:linClrLst>
      <a:schemeClr val="accent2"/>
      <a:schemeClr val="accent3"/>
    </dgm:linClrLst>
    <dgm:effectClrLst/>
    <dgm:txLinClrLst/>
    <dgm:txFillClrLst meth="repeat">
      <a:schemeClr val="dk1"/>
    </dgm:txFillClrLst>
    <dgm:txEffectClrLst/>
  </dgm:styleLbl>
  <dgm:styleLbl name="solidAlignAcc1">
    <dgm:fillClrLst meth="repeat">
      <a:schemeClr val="lt1"/>
    </dgm:fillClrLst>
    <dgm:linClrLst>
      <a:schemeClr val="accent2"/>
      <a:schemeClr val="accent3"/>
    </dgm:linClrLst>
    <dgm:effectClrLst/>
    <dgm:txLinClrLst/>
    <dgm:txFillClrLst meth="repeat">
      <a:schemeClr val="dk1"/>
    </dgm:txFillClrLst>
    <dgm:txEffectClrLst/>
  </dgm:styleLbl>
  <dgm:styleLbl name="solidBgAcc1">
    <dgm:fillClrLst meth="repeat">
      <a:schemeClr val="lt1"/>
    </dgm:fillClrLst>
    <dgm:linClrLst>
      <a:schemeClr val="accent2"/>
      <a:schemeClr val="accent3"/>
    </dgm:linClrLst>
    <dgm:effectClrLst/>
    <dgm:txLinClrLst/>
    <dgm:txFillClrLst meth="repeat">
      <a:schemeClr val="dk1"/>
    </dgm:txFillClrLst>
    <dgm:txEffectClrLst/>
  </dgm:styleLbl>
  <dgm:styleLbl name="fgAccFollowNode1">
    <dgm:fillClrLst>
      <a:schemeClr val="accent2">
        <a:tint val="40000"/>
        <a:alpha val="90000"/>
      </a:schemeClr>
      <a:schemeClr val="accent3">
        <a:tint val="40000"/>
        <a:alpha val="90000"/>
      </a:schemeClr>
    </dgm:fillClrLst>
    <dgm:linClrLst>
      <a:schemeClr val="accent2">
        <a:tint val="40000"/>
        <a:alpha val="90000"/>
      </a:schemeClr>
      <a:schemeClr val="accent3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alignAccFollowNode1">
    <dgm:fillClrLst>
      <a:schemeClr val="accent2">
        <a:tint val="40000"/>
        <a:alpha val="90000"/>
      </a:schemeClr>
      <a:schemeClr val="accent3">
        <a:tint val="40000"/>
        <a:alpha val="90000"/>
      </a:schemeClr>
    </dgm:fillClrLst>
    <dgm:linClrLst>
      <a:schemeClr val="accent2">
        <a:tint val="40000"/>
        <a:alpha val="90000"/>
      </a:schemeClr>
      <a:schemeClr val="accent3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bgAccFollowNode1">
    <dgm:fillClrLst>
      <a:schemeClr val="accent2">
        <a:tint val="40000"/>
        <a:alpha val="90000"/>
      </a:schemeClr>
      <a:schemeClr val="accent3">
        <a:tint val="40000"/>
        <a:alpha val="90000"/>
      </a:schemeClr>
    </dgm:fillClrLst>
    <dgm:linClrLst>
      <a:schemeClr val="accent2">
        <a:tint val="40000"/>
        <a:alpha val="90000"/>
      </a:schemeClr>
      <a:schemeClr val="accent3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fgAcc0">
    <dgm:fillClrLst meth="repeat">
      <a:schemeClr val="lt1">
        <a:alpha val="90000"/>
      </a:schemeClr>
    </dgm:fillClrLst>
    <dgm:linClrLst>
      <a:schemeClr val="accent1"/>
    </dgm:linClrLst>
    <dgm:effectClrLst/>
    <dgm:txLinClrLst/>
    <dgm:txFillClrLst meth="repeat">
      <a:schemeClr val="dk1"/>
    </dgm:txFillClrLst>
    <dgm:txEffectClrLst/>
  </dgm:styleLbl>
  <dgm:styleLbl name="fgAcc2">
    <dgm:fillClrLst meth="repeat">
      <a:schemeClr val="lt1">
        <a:alpha val="90000"/>
      </a:schemeClr>
    </dgm:fillClrLst>
    <dgm:linClrLst>
      <a:schemeClr val="accent3"/>
    </dgm:linClrLst>
    <dgm:effectClrLst/>
    <dgm:txLinClrLst/>
    <dgm:txFillClrLst meth="repeat">
      <a:schemeClr val="dk1"/>
    </dgm:txFillClrLst>
    <dgm:txEffectClrLst/>
  </dgm:styleLbl>
  <dgm:styleLbl name="fgAcc3">
    <dgm:fillClrLst meth="repeat">
      <a:schemeClr val="lt1">
        <a:alpha val="90000"/>
      </a:schemeClr>
    </dgm:fillClrLst>
    <dgm:linClrLst>
      <a:schemeClr val="accent4"/>
    </dgm:linClrLst>
    <dgm:effectClrLst/>
    <dgm:txLinClrLst/>
    <dgm:txFillClrLst meth="repeat">
      <a:schemeClr val="dk1"/>
    </dgm:txFillClrLst>
    <dgm:txEffectClrLst/>
  </dgm:styleLbl>
  <dgm:styleLbl name="fgAcc4">
    <dgm:fillClrLst meth="repeat">
      <a:schemeClr val="lt1">
        <a:alpha val="90000"/>
      </a:schemeClr>
    </dgm:fillClrLst>
    <dgm:linClrLst>
      <a:schemeClr val="accent5"/>
    </dgm:linClrLst>
    <dgm:effectClrLst/>
    <dgm:txLinClrLst/>
    <dgm:txFillClrLst meth="repeat">
      <a:schemeClr val="dk1"/>
    </dgm:txFillClrLst>
    <dgm:txEffectClrLst/>
  </dgm:styleLbl>
  <dgm:styleLbl name="bgShp">
    <dgm:fillClrLst meth="repeat">
      <a:schemeClr val="bg1">
        <a:lumMod val="95000"/>
      </a:schemeClr>
    </dgm:fillClrLst>
    <dgm:linClrLst meth="repeat">
      <a:schemeClr val="dk1"/>
    </dgm:linClrLst>
    <dgm:effectClrLst/>
    <dgm:txLinClrLst/>
    <dgm:txFillClrLst meth="repeat">
      <a:schemeClr val="dk1"/>
    </dgm:txFillClrLst>
    <dgm:txEffectClrLst/>
  </dgm:styleLbl>
  <dgm:styleLbl name="dkBgShp">
    <dgm:fillClrLst meth="repeat">
      <a:schemeClr val="accent2">
        <a:shade val="90000"/>
      </a:schemeClr>
    </dgm:fillClrLst>
    <dgm:linClrLst meth="repeat">
      <a:schemeClr val="dk1"/>
    </dgm:linClrLst>
    <dgm:effectClrLst/>
    <dgm:txLinClrLst/>
    <dgm:txFillClrLst meth="repeat">
      <a:schemeClr val="lt1"/>
    </dgm:txFillClrLst>
    <dgm:txEffectClrLst/>
  </dgm:styleLbl>
  <dgm:styleLbl name="trBgShp">
    <dgm:fillClrLst meth="repeat">
      <a:schemeClr val="accent2">
        <a:tint val="50000"/>
        <a:alpha val="40000"/>
      </a:schemeClr>
    </dgm:fillClrLst>
    <dgm:linClrLst meth="repeat">
      <a:schemeClr val="accent2"/>
    </dgm:linClrLst>
    <dgm:effectClrLst/>
    <dgm:txLinClrLst/>
    <dgm:txFillClrLst meth="repeat">
      <a:schemeClr val="lt1"/>
    </dgm:txFillClrLst>
    <dgm:txEffectClrLst/>
  </dgm:styleLbl>
  <dgm:styleLbl name="fgShp">
    <dgm:fillClrLst meth="repeat">
      <a:schemeClr val="accent2">
        <a:tint val="40000"/>
      </a:schemeClr>
    </dgm:fillClrLst>
    <dgm:linClrLst meth="repeat">
      <a:schemeClr val="lt1"/>
    </dgm:linClrLst>
    <dgm:effectClrLst/>
    <dgm:txLinClrLst/>
    <dgm:txFillClrLst meth="repeat">
      <a:schemeClr val="dk1"/>
    </dgm:txFillClrLst>
    <dgm:txEffectClrLst/>
  </dgm:styleLbl>
  <dgm:styleLbl name="revTx">
    <dgm:fillClrLst meth="repeat">
      <a:schemeClr val="lt1">
        <a:alpha val="0"/>
      </a:schemeClr>
    </dgm:fillClrLst>
    <dgm:linClrLst meth="repeat">
      <a:schemeClr val="dk1">
        <a:alpha val="0"/>
      </a:schemeClr>
    </dgm:linClrLst>
    <dgm:effectClrLst/>
    <dgm:txLinClrLst/>
    <dgm:txFillClrLst meth="repeat">
      <a:schemeClr val="tx1"/>
    </dgm:txFillClrLst>
    <dgm:txEffectClrLst/>
  </dgm:styleLbl>
</dgm:colorsDef>
</file>

<file path=ppt/diagrams/colors68.xml><?xml version="1.0" encoding="utf-8"?>
<dgm:colorsDef xmlns:dgm="http://schemas.openxmlformats.org/drawingml/2006/diagram" xmlns:a="http://schemas.openxmlformats.org/drawingml/2006/main" uniqueId="urn:microsoft.com/office/officeart/2018/5/colors/Iconchunking_neutralbg_colorful2">
  <dgm:title val=""/>
  <dgm:desc val=""/>
  <dgm:catLst>
    <dgm:cat type="colorful" pri="10200"/>
  </dgm:catLst>
  <dgm:styleLbl name="node0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node1">
    <dgm:fillClrLst>
      <a:schemeClr val="accent2"/>
      <a:schemeClr val="accent3"/>
    </dgm:fillClrLst>
    <dgm:linClrLst meth="repeat">
      <a:schemeClr val="lt1">
        <a:alpha val="0"/>
      </a:schemeClr>
    </dgm:linClrLst>
    <dgm:effectClrLst/>
    <dgm:txLinClrLst/>
    <dgm:txFillClrLst/>
    <dgm:txEffectClrLst/>
  </dgm:styleLbl>
  <dgm:styleLbl name="alignNode1">
    <dgm:fillClrLst>
      <a:schemeClr val="accent2"/>
      <a:schemeClr val="accent3"/>
    </dgm:fillClrLst>
    <dgm:linClrLst>
      <a:schemeClr val="accent2"/>
      <a:schemeClr val="accent3"/>
    </dgm:linClrLst>
    <dgm:effectClrLst/>
    <dgm:txLinClrLst/>
    <dgm:txFillClrLst/>
    <dgm:txEffectClrLst/>
  </dgm:styleLbl>
  <dgm:styleLbl name="lnNode1">
    <dgm:fillClrLst>
      <a:schemeClr val="accent2"/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vennNode1">
    <dgm:fillClrLst>
      <a:schemeClr val="accent2">
        <a:alpha val="50000"/>
      </a:schemeClr>
      <a:schemeClr val="accent3">
        <a:alpha val="50000"/>
      </a:schemeClr>
    </dgm:fillClrLst>
    <dgm:linClrLst meth="repeat">
      <a:schemeClr val="lt1"/>
    </dgm:linClrLst>
    <dgm:effectClrLst/>
    <dgm:txLinClrLst/>
    <dgm:txFillClrLst/>
    <dgm:txEffectClrLst/>
  </dgm:styleLbl>
  <dgm:styleLbl name="node2">
    <dgm:fillClrLst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node3">
    <dgm:fillClrLst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node4">
    <dgm:fillClrLst>
      <a:schemeClr val="accent5"/>
    </dgm:fillClrLst>
    <dgm:linClrLst meth="repeat">
      <a:schemeClr val="lt1"/>
    </dgm:linClrLst>
    <dgm:effectClrLst/>
    <dgm:txLinClrLst/>
    <dgm:txFillClrLst/>
    <dgm:txEffectClrLst/>
  </dgm:styleLbl>
  <dgm:styleLbl name="fgImgPlace1">
    <dgm:fillClrLst>
      <a:schemeClr val="accent2">
        <a:tint val="50000"/>
      </a:schemeClr>
      <a:schemeClr val="accent3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alignImgPlace1">
    <dgm:fillClrLst>
      <a:schemeClr val="accent2">
        <a:tint val="50000"/>
      </a:schemeClr>
      <a:schemeClr val="accent3">
        <a:tint val="2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bgImgPlace1">
    <dgm:fillClrLst>
      <a:schemeClr val="accent2">
        <a:tint val="50000"/>
      </a:schemeClr>
      <a:schemeClr val="accent3">
        <a:tint val="2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sibTrans2D1">
    <dgm:fillClrLst>
      <a:schemeClr val="accent2"/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fgSibTrans2D1">
    <dgm:fillClrLst>
      <a:schemeClr val="accent2"/>
      <a:schemeClr val="accent3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bgSibTrans2D1">
    <dgm:fillClrLst>
      <a:schemeClr val="accent2"/>
      <a:schemeClr val="accent3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sibTrans1D1">
    <dgm:fillClrLst/>
    <dgm:linClrLst>
      <a:schemeClr val="accent2"/>
      <a:schemeClr val="accent3"/>
    </dgm:linClrLst>
    <dgm:effectClrLst/>
    <dgm:txLinClrLst/>
    <dgm:txFillClrLst meth="repeat">
      <a:schemeClr val="tx1"/>
    </dgm:txFillClrLst>
    <dgm:txEffectClrLst/>
  </dgm:styleLbl>
  <dgm:styleLbl name="callout">
    <dgm:fillClrLst meth="repeat">
      <a:schemeClr val="accent2"/>
    </dgm:fillClrLst>
    <dgm:linClrLst meth="repeat">
      <a:schemeClr val="accent2">
        <a:tint val="50000"/>
      </a:schemeClr>
    </dgm:linClrLst>
    <dgm:effectClrLst/>
    <dgm:txLinClrLst/>
    <dgm:txFillClrLst meth="repeat">
      <a:schemeClr val="tx1"/>
    </dgm:txFillClrLst>
    <dgm:txEffectClrLst/>
  </dgm:styleLbl>
  <dgm:styleLbl name="asst0">
    <dgm:fillClrLst meth="repeat">
      <a:schemeClr val="accent2"/>
    </dgm:fillClrLst>
    <dgm:linClrLst meth="repeat">
      <a:schemeClr val="lt1">
        <a:shade val="80000"/>
      </a:schemeClr>
    </dgm:linClrLst>
    <dgm:effectClrLst/>
    <dgm:txLinClrLst/>
    <dgm:txFillClrLst/>
    <dgm:txEffectClrLst/>
  </dgm:styleLbl>
  <dgm:styleLbl name="asst1">
    <dgm:fillClrLst meth="repeat">
      <a:schemeClr val="accent3"/>
    </dgm:fillClrLst>
    <dgm:linClrLst meth="repeat">
      <a:schemeClr val="lt1">
        <a:shade val="80000"/>
      </a:schemeClr>
    </dgm:linClrLst>
    <dgm:effectClrLst/>
    <dgm:txLinClrLst/>
    <dgm:txFillClrLst/>
    <dgm:txEffectClrLst/>
  </dgm:styleLbl>
  <dgm:styleLbl name="asst2">
    <dgm:fillClrLst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asst3">
    <dgm:fillClrLst>
      <a:schemeClr val="accent5"/>
    </dgm:fillClrLst>
    <dgm:linClrLst meth="repeat">
      <a:schemeClr val="lt1"/>
    </dgm:linClrLst>
    <dgm:effectClrLst/>
    <dgm:txLinClrLst/>
    <dgm:txFillClrLst/>
    <dgm:txEffectClrLst/>
  </dgm:styleLbl>
  <dgm:styleLbl name="asst4">
    <dgm:fillClrLst>
      <a:schemeClr val="accent6"/>
    </dgm:fillClrLst>
    <dgm:linClrLst meth="repeat">
      <a:schemeClr val="lt1"/>
    </dgm:linClrLst>
    <dgm:effectClrLst/>
    <dgm:txLinClrLst/>
    <dgm:txFillClrLst/>
    <dgm:txEffectClrLst/>
  </dgm:styleLbl>
  <dgm:styleLbl name="parChTrans2D1">
    <dgm:fillClrLst meth="repeat">
      <a:schemeClr val="accent2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parChTrans2D2">
    <dgm:fillClrLst meth="repeat"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parChTrans2D3">
    <dgm:fillClrLst meth="repeat"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parChTrans2D4">
    <dgm:fillClrLst meth="repeat">
      <a:schemeClr val="accent5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parChTrans1D1">
    <dgm:fillClrLst meth="repeat">
      <a:schemeClr val="accent2"/>
    </dgm:fillClrLst>
    <dgm:linClrLst meth="repeat">
      <a:schemeClr val="accent2"/>
    </dgm:linClrLst>
    <dgm:effectClrLst/>
    <dgm:txLinClrLst/>
    <dgm:txFillClrLst meth="repeat">
      <a:schemeClr val="tx1"/>
    </dgm:txFillClrLst>
    <dgm:txEffectClrLst/>
  </dgm:styleLbl>
  <dgm:styleLbl name="parChTrans1D2">
    <dgm:fillClrLst meth="repeat">
      <a:schemeClr val="accent2">
        <a:tint val="90000"/>
      </a:schemeClr>
    </dgm:fillClrLst>
    <dgm:linClrLst meth="repeat">
      <a:schemeClr val="accent3"/>
    </dgm:linClrLst>
    <dgm:effectClrLst/>
    <dgm:txLinClrLst/>
    <dgm:txFillClrLst meth="repeat">
      <a:schemeClr val="tx1"/>
    </dgm:txFillClrLst>
    <dgm:txEffectClrLst/>
  </dgm:styleLbl>
  <dgm:styleLbl name="parChTrans1D3">
    <dgm:fillClrLst meth="repeat">
      <a:schemeClr val="accent2">
        <a:tint val="70000"/>
      </a:schemeClr>
    </dgm:fillClrLst>
    <dgm:linClrLst meth="repeat">
      <a:schemeClr val="accent4"/>
    </dgm:linClrLst>
    <dgm:effectClrLst/>
    <dgm:txLinClrLst/>
    <dgm:txFillClrLst meth="repeat">
      <a:schemeClr val="tx1"/>
    </dgm:txFillClrLst>
    <dgm:txEffectClrLst/>
  </dgm:styleLbl>
  <dgm:styleLbl name="parChTrans1D4">
    <dgm:fillClrLst meth="repeat">
      <a:schemeClr val="accent2">
        <a:tint val="50000"/>
      </a:schemeClr>
    </dgm:fillClrLst>
    <dgm:linClrLst meth="repeat">
      <a:schemeClr val="accent5"/>
    </dgm:linClrLst>
    <dgm:effectClrLst/>
    <dgm:txLinClrLst/>
    <dgm:txFillClrLst meth="repeat">
      <a:schemeClr val="tx1"/>
    </dgm:txFillClrLst>
    <dgm:txEffectClrLst/>
  </dgm:styleLbl>
  <dgm:styleLbl name="fgAcc1">
    <dgm:fillClrLst meth="repeat">
      <a:schemeClr val="lt1">
        <a:alpha val="90000"/>
      </a:schemeClr>
    </dgm:fillClrLst>
    <dgm:linClrLst>
      <a:schemeClr val="accent2"/>
      <a:schemeClr val="accent3"/>
    </dgm:linClrLst>
    <dgm:effectClrLst/>
    <dgm:txLinClrLst/>
    <dgm:txFillClrLst meth="repeat">
      <a:schemeClr val="dk1"/>
    </dgm:txFillClrLst>
    <dgm:txEffectClrLst/>
  </dgm:styleLbl>
  <dgm:styleLbl name="conFgAcc1">
    <dgm:fillClrLst meth="repeat">
      <a:schemeClr val="lt1">
        <a:alpha val="90000"/>
      </a:schemeClr>
    </dgm:fillClrLst>
    <dgm:linClrLst>
      <a:schemeClr val="accent2"/>
      <a:schemeClr val="accent3"/>
    </dgm:linClrLst>
    <dgm:effectClrLst/>
    <dgm:txLinClrLst/>
    <dgm:txFillClrLst meth="repeat">
      <a:schemeClr val="dk1"/>
    </dgm:txFillClrLst>
    <dgm:txEffectClrLst/>
  </dgm:styleLbl>
  <dgm:styleLbl name="alignAcc1">
    <dgm:fillClrLst meth="repeat">
      <a:schemeClr val="lt1">
        <a:alpha val="90000"/>
      </a:schemeClr>
    </dgm:fillClrLst>
    <dgm:linClrLst>
      <a:schemeClr val="accent2"/>
      <a:schemeClr val="accent3"/>
    </dgm:linClrLst>
    <dgm:effectClrLst/>
    <dgm:txLinClrLst/>
    <dgm:txFillClrLst meth="repeat">
      <a:schemeClr val="dk1"/>
    </dgm:txFillClrLst>
    <dgm:txEffectClrLst/>
  </dgm:styleLbl>
  <dgm:styleLbl name="trAlignAcc1">
    <dgm:fillClrLst meth="repeat">
      <a:schemeClr val="lt1">
        <a:alpha val="40000"/>
      </a:schemeClr>
    </dgm:fillClrLst>
    <dgm:linClrLst meth="repeat">
      <a:schemeClr val="accent2"/>
    </dgm:linClrLst>
    <dgm:effectClrLst/>
    <dgm:txLinClrLst/>
    <dgm:txFillClrLst meth="repeat">
      <a:schemeClr val="dk1"/>
    </dgm:txFillClrLst>
    <dgm:txEffectClrLst/>
  </dgm:styleLbl>
  <dgm:styleLbl name="bgAcc1">
    <dgm:fillClrLst meth="repeat">
      <a:schemeClr val="lt1">
        <a:alpha val="90000"/>
      </a:schemeClr>
    </dgm:fillClrLst>
    <dgm:linClrLst>
      <a:schemeClr val="accent2"/>
      <a:schemeClr val="accent3"/>
    </dgm:linClrLst>
    <dgm:effectClrLst/>
    <dgm:txLinClrLst/>
    <dgm:txFillClrLst meth="repeat">
      <a:schemeClr val="dk1"/>
    </dgm:txFillClrLst>
    <dgm:txEffectClrLst/>
  </dgm:styleLbl>
  <dgm:styleLbl name="solidFgAcc1">
    <dgm:fillClrLst meth="repeat">
      <a:schemeClr val="lt1"/>
    </dgm:fillClrLst>
    <dgm:linClrLst>
      <a:schemeClr val="accent2"/>
      <a:schemeClr val="accent3"/>
    </dgm:linClrLst>
    <dgm:effectClrLst/>
    <dgm:txLinClrLst/>
    <dgm:txFillClrLst meth="repeat">
      <a:schemeClr val="dk1"/>
    </dgm:txFillClrLst>
    <dgm:txEffectClrLst/>
  </dgm:styleLbl>
  <dgm:styleLbl name="solidAlignAcc1">
    <dgm:fillClrLst meth="repeat">
      <a:schemeClr val="lt1"/>
    </dgm:fillClrLst>
    <dgm:linClrLst>
      <a:schemeClr val="accent2"/>
      <a:schemeClr val="accent3"/>
    </dgm:linClrLst>
    <dgm:effectClrLst/>
    <dgm:txLinClrLst/>
    <dgm:txFillClrLst meth="repeat">
      <a:schemeClr val="dk1"/>
    </dgm:txFillClrLst>
    <dgm:txEffectClrLst/>
  </dgm:styleLbl>
  <dgm:styleLbl name="solidBgAcc1">
    <dgm:fillClrLst meth="repeat">
      <a:schemeClr val="lt1"/>
    </dgm:fillClrLst>
    <dgm:linClrLst>
      <a:schemeClr val="accent2"/>
      <a:schemeClr val="accent3"/>
    </dgm:linClrLst>
    <dgm:effectClrLst/>
    <dgm:txLinClrLst/>
    <dgm:txFillClrLst meth="repeat">
      <a:schemeClr val="dk1"/>
    </dgm:txFillClrLst>
    <dgm:txEffectClrLst/>
  </dgm:styleLbl>
  <dgm:styleLbl name="fgAccFollowNode1">
    <dgm:fillClrLst>
      <a:schemeClr val="accent2">
        <a:tint val="40000"/>
        <a:alpha val="90000"/>
      </a:schemeClr>
      <a:schemeClr val="accent3">
        <a:tint val="40000"/>
        <a:alpha val="90000"/>
      </a:schemeClr>
    </dgm:fillClrLst>
    <dgm:linClrLst>
      <a:schemeClr val="accent2">
        <a:tint val="40000"/>
        <a:alpha val="90000"/>
      </a:schemeClr>
      <a:schemeClr val="accent3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alignAccFollowNode1">
    <dgm:fillClrLst>
      <a:schemeClr val="accent2">
        <a:tint val="40000"/>
        <a:alpha val="90000"/>
      </a:schemeClr>
      <a:schemeClr val="accent3">
        <a:tint val="40000"/>
        <a:alpha val="90000"/>
      </a:schemeClr>
    </dgm:fillClrLst>
    <dgm:linClrLst>
      <a:schemeClr val="accent2">
        <a:tint val="40000"/>
        <a:alpha val="90000"/>
      </a:schemeClr>
      <a:schemeClr val="accent3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bgAccFollowNode1">
    <dgm:fillClrLst>
      <a:schemeClr val="accent2">
        <a:tint val="40000"/>
        <a:alpha val="90000"/>
      </a:schemeClr>
      <a:schemeClr val="accent3">
        <a:tint val="40000"/>
        <a:alpha val="90000"/>
      </a:schemeClr>
    </dgm:fillClrLst>
    <dgm:linClrLst>
      <a:schemeClr val="accent2">
        <a:tint val="40000"/>
        <a:alpha val="90000"/>
      </a:schemeClr>
      <a:schemeClr val="accent3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fgAcc0">
    <dgm:fillClrLst meth="repeat">
      <a:schemeClr val="lt1">
        <a:alpha val="90000"/>
      </a:schemeClr>
    </dgm:fillClrLst>
    <dgm:linClrLst>
      <a:schemeClr val="accent1"/>
    </dgm:linClrLst>
    <dgm:effectClrLst/>
    <dgm:txLinClrLst/>
    <dgm:txFillClrLst meth="repeat">
      <a:schemeClr val="dk1"/>
    </dgm:txFillClrLst>
    <dgm:txEffectClrLst/>
  </dgm:styleLbl>
  <dgm:styleLbl name="fgAcc2">
    <dgm:fillClrLst meth="repeat">
      <a:schemeClr val="lt1">
        <a:alpha val="90000"/>
      </a:schemeClr>
    </dgm:fillClrLst>
    <dgm:linClrLst>
      <a:schemeClr val="accent3"/>
    </dgm:linClrLst>
    <dgm:effectClrLst/>
    <dgm:txLinClrLst/>
    <dgm:txFillClrLst meth="repeat">
      <a:schemeClr val="dk1"/>
    </dgm:txFillClrLst>
    <dgm:txEffectClrLst/>
  </dgm:styleLbl>
  <dgm:styleLbl name="fgAcc3">
    <dgm:fillClrLst meth="repeat">
      <a:schemeClr val="lt1">
        <a:alpha val="90000"/>
      </a:schemeClr>
    </dgm:fillClrLst>
    <dgm:linClrLst>
      <a:schemeClr val="accent4"/>
    </dgm:linClrLst>
    <dgm:effectClrLst/>
    <dgm:txLinClrLst/>
    <dgm:txFillClrLst meth="repeat">
      <a:schemeClr val="dk1"/>
    </dgm:txFillClrLst>
    <dgm:txEffectClrLst/>
  </dgm:styleLbl>
  <dgm:styleLbl name="fgAcc4">
    <dgm:fillClrLst meth="repeat">
      <a:schemeClr val="lt1">
        <a:alpha val="90000"/>
      </a:schemeClr>
    </dgm:fillClrLst>
    <dgm:linClrLst>
      <a:schemeClr val="accent5"/>
    </dgm:linClrLst>
    <dgm:effectClrLst/>
    <dgm:txLinClrLst/>
    <dgm:txFillClrLst meth="repeat">
      <a:schemeClr val="dk1"/>
    </dgm:txFillClrLst>
    <dgm:txEffectClrLst/>
  </dgm:styleLbl>
  <dgm:styleLbl name="bgShp">
    <dgm:fillClrLst meth="repeat">
      <a:schemeClr val="bg1">
        <a:lumMod val="95000"/>
      </a:schemeClr>
    </dgm:fillClrLst>
    <dgm:linClrLst meth="repeat">
      <a:schemeClr val="dk1"/>
    </dgm:linClrLst>
    <dgm:effectClrLst/>
    <dgm:txLinClrLst/>
    <dgm:txFillClrLst meth="repeat">
      <a:schemeClr val="dk1"/>
    </dgm:txFillClrLst>
    <dgm:txEffectClrLst/>
  </dgm:styleLbl>
  <dgm:styleLbl name="dkBgShp">
    <dgm:fillClrLst meth="repeat">
      <a:schemeClr val="accent2">
        <a:shade val="90000"/>
      </a:schemeClr>
    </dgm:fillClrLst>
    <dgm:linClrLst meth="repeat">
      <a:schemeClr val="dk1"/>
    </dgm:linClrLst>
    <dgm:effectClrLst/>
    <dgm:txLinClrLst/>
    <dgm:txFillClrLst meth="repeat">
      <a:schemeClr val="lt1"/>
    </dgm:txFillClrLst>
    <dgm:txEffectClrLst/>
  </dgm:styleLbl>
  <dgm:styleLbl name="trBgShp">
    <dgm:fillClrLst meth="repeat">
      <a:schemeClr val="accent2">
        <a:tint val="50000"/>
        <a:alpha val="40000"/>
      </a:schemeClr>
    </dgm:fillClrLst>
    <dgm:linClrLst meth="repeat">
      <a:schemeClr val="accent2"/>
    </dgm:linClrLst>
    <dgm:effectClrLst/>
    <dgm:txLinClrLst/>
    <dgm:txFillClrLst meth="repeat">
      <a:schemeClr val="lt1"/>
    </dgm:txFillClrLst>
    <dgm:txEffectClrLst/>
  </dgm:styleLbl>
  <dgm:styleLbl name="fgShp">
    <dgm:fillClrLst meth="repeat">
      <a:schemeClr val="accent2">
        <a:tint val="40000"/>
      </a:schemeClr>
    </dgm:fillClrLst>
    <dgm:linClrLst meth="repeat">
      <a:schemeClr val="lt1"/>
    </dgm:linClrLst>
    <dgm:effectClrLst/>
    <dgm:txLinClrLst/>
    <dgm:txFillClrLst meth="repeat">
      <a:schemeClr val="dk1"/>
    </dgm:txFillClrLst>
    <dgm:txEffectClrLst/>
  </dgm:styleLbl>
  <dgm:styleLbl name="revTx">
    <dgm:fillClrLst meth="repeat">
      <a:schemeClr val="lt1">
        <a:alpha val="0"/>
      </a:schemeClr>
    </dgm:fillClrLst>
    <dgm:linClrLst meth="repeat">
      <a:schemeClr val="dk1">
        <a:alpha val="0"/>
      </a:schemeClr>
    </dgm:linClrLst>
    <dgm:effectClrLst/>
    <dgm:txLinClrLst/>
    <dgm:txFillClrLst meth="repeat">
      <a:schemeClr val="tx1"/>
    </dgm:txFillClrLst>
    <dgm:txEffectClrLst/>
  </dgm:styleLbl>
</dgm:colorsDef>
</file>

<file path=ppt/diagrams/colors69.xml><?xml version="1.0" encoding="utf-8"?>
<dgm:colorsDef xmlns:dgm="http://schemas.openxmlformats.org/drawingml/2006/diagram" xmlns:a="http://schemas.openxmlformats.org/drawingml/2006/main" uniqueId="urn:microsoft.com/office/officeart/2018/5/colors/Iconchunking_neutralbg_colorful2">
  <dgm:title val=""/>
  <dgm:desc val=""/>
  <dgm:catLst>
    <dgm:cat type="colorful" pri="10200"/>
  </dgm:catLst>
  <dgm:styleLbl name="node0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node1">
    <dgm:fillClrLst>
      <a:schemeClr val="accent2"/>
      <a:schemeClr val="accent3"/>
    </dgm:fillClrLst>
    <dgm:linClrLst meth="repeat">
      <a:schemeClr val="lt1">
        <a:alpha val="0"/>
      </a:schemeClr>
    </dgm:linClrLst>
    <dgm:effectClrLst/>
    <dgm:txLinClrLst/>
    <dgm:txFillClrLst/>
    <dgm:txEffectClrLst/>
  </dgm:styleLbl>
  <dgm:styleLbl name="alignNode1">
    <dgm:fillClrLst>
      <a:schemeClr val="accent2"/>
      <a:schemeClr val="accent3"/>
    </dgm:fillClrLst>
    <dgm:linClrLst>
      <a:schemeClr val="accent2"/>
      <a:schemeClr val="accent3"/>
    </dgm:linClrLst>
    <dgm:effectClrLst/>
    <dgm:txLinClrLst/>
    <dgm:txFillClrLst/>
    <dgm:txEffectClrLst/>
  </dgm:styleLbl>
  <dgm:styleLbl name="lnNode1">
    <dgm:fillClrLst>
      <a:schemeClr val="accent2"/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vennNode1">
    <dgm:fillClrLst>
      <a:schemeClr val="accent2">
        <a:alpha val="50000"/>
      </a:schemeClr>
      <a:schemeClr val="accent3">
        <a:alpha val="50000"/>
      </a:schemeClr>
    </dgm:fillClrLst>
    <dgm:linClrLst meth="repeat">
      <a:schemeClr val="lt1"/>
    </dgm:linClrLst>
    <dgm:effectClrLst/>
    <dgm:txLinClrLst/>
    <dgm:txFillClrLst/>
    <dgm:txEffectClrLst/>
  </dgm:styleLbl>
  <dgm:styleLbl name="node2">
    <dgm:fillClrLst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node3">
    <dgm:fillClrLst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node4">
    <dgm:fillClrLst>
      <a:schemeClr val="accent5"/>
    </dgm:fillClrLst>
    <dgm:linClrLst meth="repeat">
      <a:schemeClr val="lt1"/>
    </dgm:linClrLst>
    <dgm:effectClrLst/>
    <dgm:txLinClrLst/>
    <dgm:txFillClrLst/>
    <dgm:txEffectClrLst/>
  </dgm:styleLbl>
  <dgm:styleLbl name="fgImgPlace1">
    <dgm:fillClrLst>
      <a:schemeClr val="accent2">
        <a:tint val="50000"/>
      </a:schemeClr>
      <a:schemeClr val="accent3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alignImgPlace1">
    <dgm:fillClrLst>
      <a:schemeClr val="accent2">
        <a:tint val="50000"/>
      </a:schemeClr>
      <a:schemeClr val="accent3">
        <a:tint val="2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bgImgPlace1">
    <dgm:fillClrLst>
      <a:schemeClr val="accent2">
        <a:tint val="50000"/>
      </a:schemeClr>
      <a:schemeClr val="accent3">
        <a:tint val="2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sibTrans2D1">
    <dgm:fillClrLst>
      <a:schemeClr val="accent2"/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fgSibTrans2D1">
    <dgm:fillClrLst>
      <a:schemeClr val="accent2"/>
      <a:schemeClr val="accent3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bgSibTrans2D1">
    <dgm:fillClrLst>
      <a:schemeClr val="accent2"/>
      <a:schemeClr val="accent3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sibTrans1D1">
    <dgm:fillClrLst/>
    <dgm:linClrLst>
      <a:schemeClr val="accent2"/>
      <a:schemeClr val="accent3"/>
    </dgm:linClrLst>
    <dgm:effectClrLst/>
    <dgm:txLinClrLst/>
    <dgm:txFillClrLst meth="repeat">
      <a:schemeClr val="tx1"/>
    </dgm:txFillClrLst>
    <dgm:txEffectClrLst/>
  </dgm:styleLbl>
  <dgm:styleLbl name="callout">
    <dgm:fillClrLst meth="repeat">
      <a:schemeClr val="accent2"/>
    </dgm:fillClrLst>
    <dgm:linClrLst meth="repeat">
      <a:schemeClr val="accent2">
        <a:tint val="50000"/>
      </a:schemeClr>
    </dgm:linClrLst>
    <dgm:effectClrLst/>
    <dgm:txLinClrLst/>
    <dgm:txFillClrLst meth="repeat">
      <a:schemeClr val="tx1"/>
    </dgm:txFillClrLst>
    <dgm:txEffectClrLst/>
  </dgm:styleLbl>
  <dgm:styleLbl name="asst0">
    <dgm:fillClrLst meth="repeat">
      <a:schemeClr val="accent2"/>
    </dgm:fillClrLst>
    <dgm:linClrLst meth="repeat">
      <a:schemeClr val="lt1">
        <a:shade val="80000"/>
      </a:schemeClr>
    </dgm:linClrLst>
    <dgm:effectClrLst/>
    <dgm:txLinClrLst/>
    <dgm:txFillClrLst/>
    <dgm:txEffectClrLst/>
  </dgm:styleLbl>
  <dgm:styleLbl name="asst1">
    <dgm:fillClrLst meth="repeat">
      <a:schemeClr val="accent3"/>
    </dgm:fillClrLst>
    <dgm:linClrLst meth="repeat">
      <a:schemeClr val="lt1">
        <a:shade val="80000"/>
      </a:schemeClr>
    </dgm:linClrLst>
    <dgm:effectClrLst/>
    <dgm:txLinClrLst/>
    <dgm:txFillClrLst/>
    <dgm:txEffectClrLst/>
  </dgm:styleLbl>
  <dgm:styleLbl name="asst2">
    <dgm:fillClrLst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asst3">
    <dgm:fillClrLst>
      <a:schemeClr val="accent5"/>
    </dgm:fillClrLst>
    <dgm:linClrLst meth="repeat">
      <a:schemeClr val="lt1"/>
    </dgm:linClrLst>
    <dgm:effectClrLst/>
    <dgm:txLinClrLst/>
    <dgm:txFillClrLst/>
    <dgm:txEffectClrLst/>
  </dgm:styleLbl>
  <dgm:styleLbl name="asst4">
    <dgm:fillClrLst>
      <a:schemeClr val="accent6"/>
    </dgm:fillClrLst>
    <dgm:linClrLst meth="repeat">
      <a:schemeClr val="lt1"/>
    </dgm:linClrLst>
    <dgm:effectClrLst/>
    <dgm:txLinClrLst/>
    <dgm:txFillClrLst/>
    <dgm:txEffectClrLst/>
  </dgm:styleLbl>
  <dgm:styleLbl name="parChTrans2D1">
    <dgm:fillClrLst meth="repeat">
      <a:schemeClr val="accent2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parChTrans2D2">
    <dgm:fillClrLst meth="repeat"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parChTrans2D3">
    <dgm:fillClrLst meth="repeat"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parChTrans2D4">
    <dgm:fillClrLst meth="repeat">
      <a:schemeClr val="accent5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parChTrans1D1">
    <dgm:fillClrLst meth="repeat">
      <a:schemeClr val="accent2"/>
    </dgm:fillClrLst>
    <dgm:linClrLst meth="repeat">
      <a:schemeClr val="accent2"/>
    </dgm:linClrLst>
    <dgm:effectClrLst/>
    <dgm:txLinClrLst/>
    <dgm:txFillClrLst meth="repeat">
      <a:schemeClr val="tx1"/>
    </dgm:txFillClrLst>
    <dgm:txEffectClrLst/>
  </dgm:styleLbl>
  <dgm:styleLbl name="parChTrans1D2">
    <dgm:fillClrLst meth="repeat">
      <a:schemeClr val="accent2">
        <a:tint val="90000"/>
      </a:schemeClr>
    </dgm:fillClrLst>
    <dgm:linClrLst meth="repeat">
      <a:schemeClr val="accent3"/>
    </dgm:linClrLst>
    <dgm:effectClrLst/>
    <dgm:txLinClrLst/>
    <dgm:txFillClrLst meth="repeat">
      <a:schemeClr val="tx1"/>
    </dgm:txFillClrLst>
    <dgm:txEffectClrLst/>
  </dgm:styleLbl>
  <dgm:styleLbl name="parChTrans1D3">
    <dgm:fillClrLst meth="repeat">
      <a:schemeClr val="accent2">
        <a:tint val="70000"/>
      </a:schemeClr>
    </dgm:fillClrLst>
    <dgm:linClrLst meth="repeat">
      <a:schemeClr val="accent4"/>
    </dgm:linClrLst>
    <dgm:effectClrLst/>
    <dgm:txLinClrLst/>
    <dgm:txFillClrLst meth="repeat">
      <a:schemeClr val="tx1"/>
    </dgm:txFillClrLst>
    <dgm:txEffectClrLst/>
  </dgm:styleLbl>
  <dgm:styleLbl name="parChTrans1D4">
    <dgm:fillClrLst meth="repeat">
      <a:schemeClr val="accent2">
        <a:tint val="50000"/>
      </a:schemeClr>
    </dgm:fillClrLst>
    <dgm:linClrLst meth="repeat">
      <a:schemeClr val="accent5"/>
    </dgm:linClrLst>
    <dgm:effectClrLst/>
    <dgm:txLinClrLst/>
    <dgm:txFillClrLst meth="repeat">
      <a:schemeClr val="tx1"/>
    </dgm:txFillClrLst>
    <dgm:txEffectClrLst/>
  </dgm:styleLbl>
  <dgm:styleLbl name="fgAcc1">
    <dgm:fillClrLst meth="repeat">
      <a:schemeClr val="lt1">
        <a:alpha val="90000"/>
      </a:schemeClr>
    </dgm:fillClrLst>
    <dgm:linClrLst>
      <a:schemeClr val="accent2"/>
      <a:schemeClr val="accent3"/>
    </dgm:linClrLst>
    <dgm:effectClrLst/>
    <dgm:txLinClrLst/>
    <dgm:txFillClrLst meth="repeat">
      <a:schemeClr val="dk1"/>
    </dgm:txFillClrLst>
    <dgm:txEffectClrLst/>
  </dgm:styleLbl>
  <dgm:styleLbl name="conFgAcc1">
    <dgm:fillClrLst meth="repeat">
      <a:schemeClr val="lt1">
        <a:alpha val="90000"/>
      </a:schemeClr>
    </dgm:fillClrLst>
    <dgm:linClrLst>
      <a:schemeClr val="accent2"/>
      <a:schemeClr val="accent3"/>
    </dgm:linClrLst>
    <dgm:effectClrLst/>
    <dgm:txLinClrLst/>
    <dgm:txFillClrLst meth="repeat">
      <a:schemeClr val="dk1"/>
    </dgm:txFillClrLst>
    <dgm:txEffectClrLst/>
  </dgm:styleLbl>
  <dgm:styleLbl name="alignAcc1">
    <dgm:fillClrLst meth="repeat">
      <a:schemeClr val="lt1">
        <a:alpha val="90000"/>
      </a:schemeClr>
    </dgm:fillClrLst>
    <dgm:linClrLst>
      <a:schemeClr val="accent2"/>
      <a:schemeClr val="accent3"/>
    </dgm:linClrLst>
    <dgm:effectClrLst/>
    <dgm:txLinClrLst/>
    <dgm:txFillClrLst meth="repeat">
      <a:schemeClr val="dk1"/>
    </dgm:txFillClrLst>
    <dgm:txEffectClrLst/>
  </dgm:styleLbl>
  <dgm:styleLbl name="trAlignAcc1">
    <dgm:fillClrLst meth="repeat">
      <a:schemeClr val="lt1">
        <a:alpha val="40000"/>
      </a:schemeClr>
    </dgm:fillClrLst>
    <dgm:linClrLst meth="repeat">
      <a:schemeClr val="accent2"/>
    </dgm:linClrLst>
    <dgm:effectClrLst/>
    <dgm:txLinClrLst/>
    <dgm:txFillClrLst meth="repeat">
      <a:schemeClr val="dk1"/>
    </dgm:txFillClrLst>
    <dgm:txEffectClrLst/>
  </dgm:styleLbl>
  <dgm:styleLbl name="bgAcc1">
    <dgm:fillClrLst meth="repeat">
      <a:schemeClr val="lt1">
        <a:alpha val="90000"/>
      </a:schemeClr>
    </dgm:fillClrLst>
    <dgm:linClrLst>
      <a:schemeClr val="accent2"/>
      <a:schemeClr val="accent3"/>
    </dgm:linClrLst>
    <dgm:effectClrLst/>
    <dgm:txLinClrLst/>
    <dgm:txFillClrLst meth="repeat">
      <a:schemeClr val="dk1"/>
    </dgm:txFillClrLst>
    <dgm:txEffectClrLst/>
  </dgm:styleLbl>
  <dgm:styleLbl name="solidFgAcc1">
    <dgm:fillClrLst meth="repeat">
      <a:schemeClr val="lt1"/>
    </dgm:fillClrLst>
    <dgm:linClrLst>
      <a:schemeClr val="accent2"/>
      <a:schemeClr val="accent3"/>
    </dgm:linClrLst>
    <dgm:effectClrLst/>
    <dgm:txLinClrLst/>
    <dgm:txFillClrLst meth="repeat">
      <a:schemeClr val="dk1"/>
    </dgm:txFillClrLst>
    <dgm:txEffectClrLst/>
  </dgm:styleLbl>
  <dgm:styleLbl name="solidAlignAcc1">
    <dgm:fillClrLst meth="repeat">
      <a:schemeClr val="lt1"/>
    </dgm:fillClrLst>
    <dgm:linClrLst>
      <a:schemeClr val="accent2"/>
      <a:schemeClr val="accent3"/>
    </dgm:linClrLst>
    <dgm:effectClrLst/>
    <dgm:txLinClrLst/>
    <dgm:txFillClrLst meth="repeat">
      <a:schemeClr val="dk1"/>
    </dgm:txFillClrLst>
    <dgm:txEffectClrLst/>
  </dgm:styleLbl>
  <dgm:styleLbl name="solidBgAcc1">
    <dgm:fillClrLst meth="repeat">
      <a:schemeClr val="lt1"/>
    </dgm:fillClrLst>
    <dgm:linClrLst>
      <a:schemeClr val="accent2"/>
      <a:schemeClr val="accent3"/>
    </dgm:linClrLst>
    <dgm:effectClrLst/>
    <dgm:txLinClrLst/>
    <dgm:txFillClrLst meth="repeat">
      <a:schemeClr val="dk1"/>
    </dgm:txFillClrLst>
    <dgm:txEffectClrLst/>
  </dgm:styleLbl>
  <dgm:styleLbl name="fgAccFollowNode1">
    <dgm:fillClrLst>
      <a:schemeClr val="accent2">
        <a:tint val="40000"/>
        <a:alpha val="90000"/>
      </a:schemeClr>
      <a:schemeClr val="accent3">
        <a:tint val="40000"/>
        <a:alpha val="90000"/>
      </a:schemeClr>
    </dgm:fillClrLst>
    <dgm:linClrLst>
      <a:schemeClr val="accent2">
        <a:tint val="40000"/>
        <a:alpha val="90000"/>
      </a:schemeClr>
      <a:schemeClr val="accent3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alignAccFollowNode1">
    <dgm:fillClrLst>
      <a:schemeClr val="accent2">
        <a:tint val="40000"/>
        <a:alpha val="90000"/>
      </a:schemeClr>
      <a:schemeClr val="accent3">
        <a:tint val="40000"/>
        <a:alpha val="90000"/>
      </a:schemeClr>
    </dgm:fillClrLst>
    <dgm:linClrLst>
      <a:schemeClr val="accent2">
        <a:tint val="40000"/>
        <a:alpha val="90000"/>
      </a:schemeClr>
      <a:schemeClr val="accent3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bgAccFollowNode1">
    <dgm:fillClrLst>
      <a:schemeClr val="accent2">
        <a:tint val="40000"/>
        <a:alpha val="90000"/>
      </a:schemeClr>
      <a:schemeClr val="accent3">
        <a:tint val="40000"/>
        <a:alpha val="90000"/>
      </a:schemeClr>
    </dgm:fillClrLst>
    <dgm:linClrLst>
      <a:schemeClr val="accent2">
        <a:tint val="40000"/>
        <a:alpha val="90000"/>
      </a:schemeClr>
      <a:schemeClr val="accent3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fgAcc0">
    <dgm:fillClrLst meth="repeat">
      <a:schemeClr val="lt1">
        <a:alpha val="90000"/>
      </a:schemeClr>
    </dgm:fillClrLst>
    <dgm:linClrLst>
      <a:schemeClr val="accent1"/>
    </dgm:linClrLst>
    <dgm:effectClrLst/>
    <dgm:txLinClrLst/>
    <dgm:txFillClrLst meth="repeat">
      <a:schemeClr val="dk1"/>
    </dgm:txFillClrLst>
    <dgm:txEffectClrLst/>
  </dgm:styleLbl>
  <dgm:styleLbl name="fgAcc2">
    <dgm:fillClrLst meth="repeat">
      <a:schemeClr val="lt1">
        <a:alpha val="90000"/>
      </a:schemeClr>
    </dgm:fillClrLst>
    <dgm:linClrLst>
      <a:schemeClr val="accent3"/>
    </dgm:linClrLst>
    <dgm:effectClrLst/>
    <dgm:txLinClrLst/>
    <dgm:txFillClrLst meth="repeat">
      <a:schemeClr val="dk1"/>
    </dgm:txFillClrLst>
    <dgm:txEffectClrLst/>
  </dgm:styleLbl>
  <dgm:styleLbl name="fgAcc3">
    <dgm:fillClrLst meth="repeat">
      <a:schemeClr val="lt1">
        <a:alpha val="90000"/>
      </a:schemeClr>
    </dgm:fillClrLst>
    <dgm:linClrLst>
      <a:schemeClr val="accent4"/>
    </dgm:linClrLst>
    <dgm:effectClrLst/>
    <dgm:txLinClrLst/>
    <dgm:txFillClrLst meth="repeat">
      <a:schemeClr val="dk1"/>
    </dgm:txFillClrLst>
    <dgm:txEffectClrLst/>
  </dgm:styleLbl>
  <dgm:styleLbl name="fgAcc4">
    <dgm:fillClrLst meth="repeat">
      <a:schemeClr val="lt1">
        <a:alpha val="90000"/>
      </a:schemeClr>
    </dgm:fillClrLst>
    <dgm:linClrLst>
      <a:schemeClr val="accent5"/>
    </dgm:linClrLst>
    <dgm:effectClrLst/>
    <dgm:txLinClrLst/>
    <dgm:txFillClrLst meth="repeat">
      <a:schemeClr val="dk1"/>
    </dgm:txFillClrLst>
    <dgm:txEffectClrLst/>
  </dgm:styleLbl>
  <dgm:styleLbl name="bgShp">
    <dgm:fillClrLst meth="repeat">
      <a:schemeClr val="bg1">
        <a:lumMod val="95000"/>
      </a:schemeClr>
    </dgm:fillClrLst>
    <dgm:linClrLst meth="repeat">
      <a:schemeClr val="dk1"/>
    </dgm:linClrLst>
    <dgm:effectClrLst/>
    <dgm:txLinClrLst/>
    <dgm:txFillClrLst meth="repeat">
      <a:schemeClr val="dk1"/>
    </dgm:txFillClrLst>
    <dgm:txEffectClrLst/>
  </dgm:styleLbl>
  <dgm:styleLbl name="dkBgShp">
    <dgm:fillClrLst meth="repeat">
      <a:schemeClr val="accent2">
        <a:shade val="90000"/>
      </a:schemeClr>
    </dgm:fillClrLst>
    <dgm:linClrLst meth="repeat">
      <a:schemeClr val="dk1"/>
    </dgm:linClrLst>
    <dgm:effectClrLst/>
    <dgm:txLinClrLst/>
    <dgm:txFillClrLst meth="repeat">
      <a:schemeClr val="lt1"/>
    </dgm:txFillClrLst>
    <dgm:txEffectClrLst/>
  </dgm:styleLbl>
  <dgm:styleLbl name="trBgShp">
    <dgm:fillClrLst meth="repeat">
      <a:schemeClr val="accent2">
        <a:tint val="50000"/>
        <a:alpha val="40000"/>
      </a:schemeClr>
    </dgm:fillClrLst>
    <dgm:linClrLst meth="repeat">
      <a:schemeClr val="accent2"/>
    </dgm:linClrLst>
    <dgm:effectClrLst/>
    <dgm:txLinClrLst/>
    <dgm:txFillClrLst meth="repeat">
      <a:schemeClr val="lt1"/>
    </dgm:txFillClrLst>
    <dgm:txEffectClrLst/>
  </dgm:styleLbl>
  <dgm:styleLbl name="fgShp">
    <dgm:fillClrLst meth="repeat">
      <a:schemeClr val="accent2">
        <a:tint val="40000"/>
      </a:schemeClr>
    </dgm:fillClrLst>
    <dgm:linClrLst meth="repeat">
      <a:schemeClr val="lt1"/>
    </dgm:linClrLst>
    <dgm:effectClrLst/>
    <dgm:txLinClrLst/>
    <dgm:txFillClrLst meth="repeat">
      <a:schemeClr val="dk1"/>
    </dgm:txFillClrLst>
    <dgm:txEffectClrLst/>
  </dgm:styleLbl>
  <dgm:styleLbl name="revTx">
    <dgm:fillClrLst meth="repeat">
      <a:schemeClr val="lt1">
        <a:alpha val="0"/>
      </a:schemeClr>
    </dgm:fillClrLst>
    <dgm:linClrLst meth="repeat">
      <a:schemeClr val="dk1">
        <a:alpha val="0"/>
      </a:schemeClr>
    </dgm:linClrLst>
    <dgm:effectClrLst/>
    <dgm:txLinClrLst/>
    <dgm:txFillClrLst meth="repeat">
      <a:schemeClr val="tx1"/>
    </dgm:txFillClrLst>
    <dgm:txEffectClrLst/>
  </dgm:styleLbl>
</dgm:colorsDef>
</file>

<file path=ppt/diagrams/colors70.xml><?xml version="1.0" encoding="utf-8"?>
<dgm:colorsDef xmlns:dgm="http://schemas.openxmlformats.org/drawingml/2006/diagram" xmlns:a="http://schemas.openxmlformats.org/drawingml/2006/main" uniqueId="urn:microsoft.com/office/officeart/2018/5/colors/Iconchunking_neutralbg_colorful2">
  <dgm:title val=""/>
  <dgm:desc val=""/>
  <dgm:catLst>
    <dgm:cat type="colorful" pri="10200"/>
  </dgm:catLst>
  <dgm:styleLbl name="node0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node1">
    <dgm:fillClrLst>
      <a:schemeClr val="accent2"/>
      <a:schemeClr val="accent3"/>
    </dgm:fillClrLst>
    <dgm:linClrLst meth="repeat">
      <a:schemeClr val="lt1">
        <a:alpha val="0"/>
      </a:schemeClr>
    </dgm:linClrLst>
    <dgm:effectClrLst/>
    <dgm:txLinClrLst/>
    <dgm:txFillClrLst/>
    <dgm:txEffectClrLst/>
  </dgm:styleLbl>
  <dgm:styleLbl name="alignNode1">
    <dgm:fillClrLst>
      <a:schemeClr val="accent2"/>
      <a:schemeClr val="accent3"/>
    </dgm:fillClrLst>
    <dgm:linClrLst>
      <a:schemeClr val="accent2"/>
      <a:schemeClr val="accent3"/>
    </dgm:linClrLst>
    <dgm:effectClrLst/>
    <dgm:txLinClrLst/>
    <dgm:txFillClrLst/>
    <dgm:txEffectClrLst/>
  </dgm:styleLbl>
  <dgm:styleLbl name="lnNode1">
    <dgm:fillClrLst>
      <a:schemeClr val="accent2"/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vennNode1">
    <dgm:fillClrLst>
      <a:schemeClr val="accent2">
        <a:alpha val="50000"/>
      </a:schemeClr>
      <a:schemeClr val="accent3">
        <a:alpha val="50000"/>
      </a:schemeClr>
    </dgm:fillClrLst>
    <dgm:linClrLst meth="repeat">
      <a:schemeClr val="lt1"/>
    </dgm:linClrLst>
    <dgm:effectClrLst/>
    <dgm:txLinClrLst/>
    <dgm:txFillClrLst/>
    <dgm:txEffectClrLst/>
  </dgm:styleLbl>
  <dgm:styleLbl name="node2">
    <dgm:fillClrLst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node3">
    <dgm:fillClrLst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node4">
    <dgm:fillClrLst>
      <a:schemeClr val="accent5"/>
    </dgm:fillClrLst>
    <dgm:linClrLst meth="repeat">
      <a:schemeClr val="lt1"/>
    </dgm:linClrLst>
    <dgm:effectClrLst/>
    <dgm:txLinClrLst/>
    <dgm:txFillClrLst/>
    <dgm:txEffectClrLst/>
  </dgm:styleLbl>
  <dgm:styleLbl name="fgImgPlace1">
    <dgm:fillClrLst>
      <a:schemeClr val="accent2">
        <a:tint val="50000"/>
      </a:schemeClr>
      <a:schemeClr val="accent3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alignImgPlace1">
    <dgm:fillClrLst>
      <a:schemeClr val="accent2">
        <a:tint val="50000"/>
      </a:schemeClr>
      <a:schemeClr val="accent3">
        <a:tint val="2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bgImgPlace1">
    <dgm:fillClrLst>
      <a:schemeClr val="accent2">
        <a:tint val="50000"/>
      </a:schemeClr>
      <a:schemeClr val="accent3">
        <a:tint val="2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sibTrans2D1">
    <dgm:fillClrLst>
      <a:schemeClr val="accent2"/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fgSibTrans2D1">
    <dgm:fillClrLst>
      <a:schemeClr val="accent2"/>
      <a:schemeClr val="accent3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bgSibTrans2D1">
    <dgm:fillClrLst>
      <a:schemeClr val="accent2"/>
      <a:schemeClr val="accent3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sibTrans1D1">
    <dgm:fillClrLst/>
    <dgm:linClrLst>
      <a:schemeClr val="accent2"/>
      <a:schemeClr val="accent3"/>
    </dgm:linClrLst>
    <dgm:effectClrLst/>
    <dgm:txLinClrLst/>
    <dgm:txFillClrLst meth="repeat">
      <a:schemeClr val="tx1"/>
    </dgm:txFillClrLst>
    <dgm:txEffectClrLst/>
  </dgm:styleLbl>
  <dgm:styleLbl name="callout">
    <dgm:fillClrLst meth="repeat">
      <a:schemeClr val="accent2"/>
    </dgm:fillClrLst>
    <dgm:linClrLst meth="repeat">
      <a:schemeClr val="accent2">
        <a:tint val="50000"/>
      </a:schemeClr>
    </dgm:linClrLst>
    <dgm:effectClrLst/>
    <dgm:txLinClrLst/>
    <dgm:txFillClrLst meth="repeat">
      <a:schemeClr val="tx1"/>
    </dgm:txFillClrLst>
    <dgm:txEffectClrLst/>
  </dgm:styleLbl>
  <dgm:styleLbl name="asst0">
    <dgm:fillClrLst meth="repeat">
      <a:schemeClr val="accent2"/>
    </dgm:fillClrLst>
    <dgm:linClrLst meth="repeat">
      <a:schemeClr val="lt1">
        <a:shade val="80000"/>
      </a:schemeClr>
    </dgm:linClrLst>
    <dgm:effectClrLst/>
    <dgm:txLinClrLst/>
    <dgm:txFillClrLst/>
    <dgm:txEffectClrLst/>
  </dgm:styleLbl>
  <dgm:styleLbl name="asst1">
    <dgm:fillClrLst meth="repeat">
      <a:schemeClr val="accent3"/>
    </dgm:fillClrLst>
    <dgm:linClrLst meth="repeat">
      <a:schemeClr val="lt1">
        <a:shade val="80000"/>
      </a:schemeClr>
    </dgm:linClrLst>
    <dgm:effectClrLst/>
    <dgm:txLinClrLst/>
    <dgm:txFillClrLst/>
    <dgm:txEffectClrLst/>
  </dgm:styleLbl>
  <dgm:styleLbl name="asst2">
    <dgm:fillClrLst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asst3">
    <dgm:fillClrLst>
      <a:schemeClr val="accent5"/>
    </dgm:fillClrLst>
    <dgm:linClrLst meth="repeat">
      <a:schemeClr val="lt1"/>
    </dgm:linClrLst>
    <dgm:effectClrLst/>
    <dgm:txLinClrLst/>
    <dgm:txFillClrLst/>
    <dgm:txEffectClrLst/>
  </dgm:styleLbl>
  <dgm:styleLbl name="asst4">
    <dgm:fillClrLst>
      <a:schemeClr val="accent6"/>
    </dgm:fillClrLst>
    <dgm:linClrLst meth="repeat">
      <a:schemeClr val="lt1"/>
    </dgm:linClrLst>
    <dgm:effectClrLst/>
    <dgm:txLinClrLst/>
    <dgm:txFillClrLst/>
    <dgm:txEffectClrLst/>
  </dgm:styleLbl>
  <dgm:styleLbl name="parChTrans2D1">
    <dgm:fillClrLst meth="repeat">
      <a:schemeClr val="accent2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parChTrans2D2">
    <dgm:fillClrLst meth="repeat"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parChTrans2D3">
    <dgm:fillClrLst meth="repeat"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parChTrans2D4">
    <dgm:fillClrLst meth="repeat">
      <a:schemeClr val="accent5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parChTrans1D1">
    <dgm:fillClrLst meth="repeat">
      <a:schemeClr val="accent2"/>
    </dgm:fillClrLst>
    <dgm:linClrLst meth="repeat">
      <a:schemeClr val="accent2"/>
    </dgm:linClrLst>
    <dgm:effectClrLst/>
    <dgm:txLinClrLst/>
    <dgm:txFillClrLst meth="repeat">
      <a:schemeClr val="tx1"/>
    </dgm:txFillClrLst>
    <dgm:txEffectClrLst/>
  </dgm:styleLbl>
  <dgm:styleLbl name="parChTrans1D2">
    <dgm:fillClrLst meth="repeat">
      <a:schemeClr val="accent2">
        <a:tint val="90000"/>
      </a:schemeClr>
    </dgm:fillClrLst>
    <dgm:linClrLst meth="repeat">
      <a:schemeClr val="accent3"/>
    </dgm:linClrLst>
    <dgm:effectClrLst/>
    <dgm:txLinClrLst/>
    <dgm:txFillClrLst meth="repeat">
      <a:schemeClr val="tx1"/>
    </dgm:txFillClrLst>
    <dgm:txEffectClrLst/>
  </dgm:styleLbl>
  <dgm:styleLbl name="parChTrans1D3">
    <dgm:fillClrLst meth="repeat">
      <a:schemeClr val="accent2">
        <a:tint val="70000"/>
      </a:schemeClr>
    </dgm:fillClrLst>
    <dgm:linClrLst meth="repeat">
      <a:schemeClr val="accent4"/>
    </dgm:linClrLst>
    <dgm:effectClrLst/>
    <dgm:txLinClrLst/>
    <dgm:txFillClrLst meth="repeat">
      <a:schemeClr val="tx1"/>
    </dgm:txFillClrLst>
    <dgm:txEffectClrLst/>
  </dgm:styleLbl>
  <dgm:styleLbl name="parChTrans1D4">
    <dgm:fillClrLst meth="repeat">
      <a:schemeClr val="accent2">
        <a:tint val="50000"/>
      </a:schemeClr>
    </dgm:fillClrLst>
    <dgm:linClrLst meth="repeat">
      <a:schemeClr val="accent5"/>
    </dgm:linClrLst>
    <dgm:effectClrLst/>
    <dgm:txLinClrLst/>
    <dgm:txFillClrLst meth="repeat">
      <a:schemeClr val="tx1"/>
    </dgm:txFillClrLst>
    <dgm:txEffectClrLst/>
  </dgm:styleLbl>
  <dgm:styleLbl name="fgAcc1">
    <dgm:fillClrLst meth="repeat">
      <a:schemeClr val="lt1">
        <a:alpha val="90000"/>
      </a:schemeClr>
    </dgm:fillClrLst>
    <dgm:linClrLst>
      <a:schemeClr val="accent2"/>
      <a:schemeClr val="accent3"/>
    </dgm:linClrLst>
    <dgm:effectClrLst/>
    <dgm:txLinClrLst/>
    <dgm:txFillClrLst meth="repeat">
      <a:schemeClr val="dk1"/>
    </dgm:txFillClrLst>
    <dgm:txEffectClrLst/>
  </dgm:styleLbl>
  <dgm:styleLbl name="conFgAcc1">
    <dgm:fillClrLst meth="repeat">
      <a:schemeClr val="lt1">
        <a:alpha val="90000"/>
      </a:schemeClr>
    </dgm:fillClrLst>
    <dgm:linClrLst>
      <a:schemeClr val="accent2"/>
      <a:schemeClr val="accent3"/>
    </dgm:linClrLst>
    <dgm:effectClrLst/>
    <dgm:txLinClrLst/>
    <dgm:txFillClrLst meth="repeat">
      <a:schemeClr val="dk1"/>
    </dgm:txFillClrLst>
    <dgm:txEffectClrLst/>
  </dgm:styleLbl>
  <dgm:styleLbl name="alignAcc1">
    <dgm:fillClrLst meth="repeat">
      <a:schemeClr val="lt1">
        <a:alpha val="90000"/>
      </a:schemeClr>
    </dgm:fillClrLst>
    <dgm:linClrLst>
      <a:schemeClr val="accent2"/>
      <a:schemeClr val="accent3"/>
    </dgm:linClrLst>
    <dgm:effectClrLst/>
    <dgm:txLinClrLst/>
    <dgm:txFillClrLst meth="repeat">
      <a:schemeClr val="dk1"/>
    </dgm:txFillClrLst>
    <dgm:txEffectClrLst/>
  </dgm:styleLbl>
  <dgm:styleLbl name="trAlignAcc1">
    <dgm:fillClrLst meth="repeat">
      <a:schemeClr val="lt1">
        <a:alpha val="40000"/>
      </a:schemeClr>
    </dgm:fillClrLst>
    <dgm:linClrLst meth="repeat">
      <a:schemeClr val="accent2"/>
    </dgm:linClrLst>
    <dgm:effectClrLst/>
    <dgm:txLinClrLst/>
    <dgm:txFillClrLst meth="repeat">
      <a:schemeClr val="dk1"/>
    </dgm:txFillClrLst>
    <dgm:txEffectClrLst/>
  </dgm:styleLbl>
  <dgm:styleLbl name="bgAcc1">
    <dgm:fillClrLst meth="repeat">
      <a:schemeClr val="lt1">
        <a:alpha val="90000"/>
      </a:schemeClr>
    </dgm:fillClrLst>
    <dgm:linClrLst>
      <a:schemeClr val="accent2"/>
      <a:schemeClr val="accent3"/>
    </dgm:linClrLst>
    <dgm:effectClrLst/>
    <dgm:txLinClrLst/>
    <dgm:txFillClrLst meth="repeat">
      <a:schemeClr val="dk1"/>
    </dgm:txFillClrLst>
    <dgm:txEffectClrLst/>
  </dgm:styleLbl>
  <dgm:styleLbl name="solidFgAcc1">
    <dgm:fillClrLst meth="repeat">
      <a:schemeClr val="lt1"/>
    </dgm:fillClrLst>
    <dgm:linClrLst>
      <a:schemeClr val="accent2"/>
      <a:schemeClr val="accent3"/>
    </dgm:linClrLst>
    <dgm:effectClrLst/>
    <dgm:txLinClrLst/>
    <dgm:txFillClrLst meth="repeat">
      <a:schemeClr val="dk1"/>
    </dgm:txFillClrLst>
    <dgm:txEffectClrLst/>
  </dgm:styleLbl>
  <dgm:styleLbl name="solidAlignAcc1">
    <dgm:fillClrLst meth="repeat">
      <a:schemeClr val="lt1"/>
    </dgm:fillClrLst>
    <dgm:linClrLst>
      <a:schemeClr val="accent2"/>
      <a:schemeClr val="accent3"/>
    </dgm:linClrLst>
    <dgm:effectClrLst/>
    <dgm:txLinClrLst/>
    <dgm:txFillClrLst meth="repeat">
      <a:schemeClr val="dk1"/>
    </dgm:txFillClrLst>
    <dgm:txEffectClrLst/>
  </dgm:styleLbl>
  <dgm:styleLbl name="solidBgAcc1">
    <dgm:fillClrLst meth="repeat">
      <a:schemeClr val="lt1"/>
    </dgm:fillClrLst>
    <dgm:linClrLst>
      <a:schemeClr val="accent2"/>
      <a:schemeClr val="accent3"/>
    </dgm:linClrLst>
    <dgm:effectClrLst/>
    <dgm:txLinClrLst/>
    <dgm:txFillClrLst meth="repeat">
      <a:schemeClr val="dk1"/>
    </dgm:txFillClrLst>
    <dgm:txEffectClrLst/>
  </dgm:styleLbl>
  <dgm:styleLbl name="fgAccFollowNode1">
    <dgm:fillClrLst>
      <a:schemeClr val="accent2">
        <a:tint val="40000"/>
        <a:alpha val="90000"/>
      </a:schemeClr>
      <a:schemeClr val="accent3">
        <a:tint val="40000"/>
        <a:alpha val="90000"/>
      </a:schemeClr>
    </dgm:fillClrLst>
    <dgm:linClrLst>
      <a:schemeClr val="accent2">
        <a:tint val="40000"/>
        <a:alpha val="90000"/>
      </a:schemeClr>
      <a:schemeClr val="accent3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alignAccFollowNode1">
    <dgm:fillClrLst>
      <a:schemeClr val="accent2">
        <a:tint val="40000"/>
        <a:alpha val="90000"/>
      </a:schemeClr>
      <a:schemeClr val="accent3">
        <a:tint val="40000"/>
        <a:alpha val="90000"/>
      </a:schemeClr>
    </dgm:fillClrLst>
    <dgm:linClrLst>
      <a:schemeClr val="accent2">
        <a:tint val="40000"/>
        <a:alpha val="90000"/>
      </a:schemeClr>
      <a:schemeClr val="accent3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bgAccFollowNode1">
    <dgm:fillClrLst>
      <a:schemeClr val="accent2">
        <a:tint val="40000"/>
        <a:alpha val="90000"/>
      </a:schemeClr>
      <a:schemeClr val="accent3">
        <a:tint val="40000"/>
        <a:alpha val="90000"/>
      </a:schemeClr>
    </dgm:fillClrLst>
    <dgm:linClrLst>
      <a:schemeClr val="accent2">
        <a:tint val="40000"/>
        <a:alpha val="90000"/>
      </a:schemeClr>
      <a:schemeClr val="accent3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fgAcc0">
    <dgm:fillClrLst meth="repeat">
      <a:schemeClr val="lt1">
        <a:alpha val="90000"/>
      </a:schemeClr>
    </dgm:fillClrLst>
    <dgm:linClrLst>
      <a:schemeClr val="accent1"/>
    </dgm:linClrLst>
    <dgm:effectClrLst/>
    <dgm:txLinClrLst/>
    <dgm:txFillClrLst meth="repeat">
      <a:schemeClr val="dk1"/>
    </dgm:txFillClrLst>
    <dgm:txEffectClrLst/>
  </dgm:styleLbl>
  <dgm:styleLbl name="fgAcc2">
    <dgm:fillClrLst meth="repeat">
      <a:schemeClr val="lt1">
        <a:alpha val="90000"/>
      </a:schemeClr>
    </dgm:fillClrLst>
    <dgm:linClrLst>
      <a:schemeClr val="accent3"/>
    </dgm:linClrLst>
    <dgm:effectClrLst/>
    <dgm:txLinClrLst/>
    <dgm:txFillClrLst meth="repeat">
      <a:schemeClr val="dk1"/>
    </dgm:txFillClrLst>
    <dgm:txEffectClrLst/>
  </dgm:styleLbl>
  <dgm:styleLbl name="fgAcc3">
    <dgm:fillClrLst meth="repeat">
      <a:schemeClr val="lt1">
        <a:alpha val="90000"/>
      </a:schemeClr>
    </dgm:fillClrLst>
    <dgm:linClrLst>
      <a:schemeClr val="accent4"/>
    </dgm:linClrLst>
    <dgm:effectClrLst/>
    <dgm:txLinClrLst/>
    <dgm:txFillClrLst meth="repeat">
      <a:schemeClr val="dk1"/>
    </dgm:txFillClrLst>
    <dgm:txEffectClrLst/>
  </dgm:styleLbl>
  <dgm:styleLbl name="fgAcc4">
    <dgm:fillClrLst meth="repeat">
      <a:schemeClr val="lt1">
        <a:alpha val="90000"/>
      </a:schemeClr>
    </dgm:fillClrLst>
    <dgm:linClrLst>
      <a:schemeClr val="accent5"/>
    </dgm:linClrLst>
    <dgm:effectClrLst/>
    <dgm:txLinClrLst/>
    <dgm:txFillClrLst meth="repeat">
      <a:schemeClr val="dk1"/>
    </dgm:txFillClrLst>
    <dgm:txEffectClrLst/>
  </dgm:styleLbl>
  <dgm:styleLbl name="bgShp">
    <dgm:fillClrLst meth="repeat">
      <a:schemeClr val="bg1">
        <a:lumMod val="95000"/>
      </a:schemeClr>
    </dgm:fillClrLst>
    <dgm:linClrLst meth="repeat">
      <a:schemeClr val="dk1"/>
    </dgm:linClrLst>
    <dgm:effectClrLst/>
    <dgm:txLinClrLst/>
    <dgm:txFillClrLst meth="repeat">
      <a:schemeClr val="dk1"/>
    </dgm:txFillClrLst>
    <dgm:txEffectClrLst/>
  </dgm:styleLbl>
  <dgm:styleLbl name="dkBgShp">
    <dgm:fillClrLst meth="repeat">
      <a:schemeClr val="accent2">
        <a:shade val="90000"/>
      </a:schemeClr>
    </dgm:fillClrLst>
    <dgm:linClrLst meth="repeat">
      <a:schemeClr val="dk1"/>
    </dgm:linClrLst>
    <dgm:effectClrLst/>
    <dgm:txLinClrLst/>
    <dgm:txFillClrLst meth="repeat">
      <a:schemeClr val="lt1"/>
    </dgm:txFillClrLst>
    <dgm:txEffectClrLst/>
  </dgm:styleLbl>
  <dgm:styleLbl name="trBgShp">
    <dgm:fillClrLst meth="repeat">
      <a:schemeClr val="accent2">
        <a:tint val="50000"/>
        <a:alpha val="40000"/>
      </a:schemeClr>
    </dgm:fillClrLst>
    <dgm:linClrLst meth="repeat">
      <a:schemeClr val="accent2"/>
    </dgm:linClrLst>
    <dgm:effectClrLst/>
    <dgm:txLinClrLst/>
    <dgm:txFillClrLst meth="repeat">
      <a:schemeClr val="lt1"/>
    </dgm:txFillClrLst>
    <dgm:txEffectClrLst/>
  </dgm:styleLbl>
  <dgm:styleLbl name="fgShp">
    <dgm:fillClrLst meth="repeat">
      <a:schemeClr val="accent2">
        <a:tint val="40000"/>
      </a:schemeClr>
    </dgm:fillClrLst>
    <dgm:linClrLst meth="repeat">
      <a:schemeClr val="lt1"/>
    </dgm:linClrLst>
    <dgm:effectClrLst/>
    <dgm:txLinClrLst/>
    <dgm:txFillClrLst meth="repeat">
      <a:schemeClr val="dk1"/>
    </dgm:txFillClrLst>
    <dgm:txEffectClrLst/>
  </dgm:styleLbl>
  <dgm:styleLbl name="revTx">
    <dgm:fillClrLst meth="repeat">
      <a:schemeClr val="lt1">
        <a:alpha val="0"/>
      </a:schemeClr>
    </dgm:fillClrLst>
    <dgm:linClrLst meth="repeat">
      <a:schemeClr val="dk1">
        <a:alpha val="0"/>
      </a:schemeClr>
    </dgm:linClrLst>
    <dgm:effectClrLst/>
    <dgm:txLinClrLst/>
    <dgm:txFillClrLst meth="repeat">
      <a:schemeClr val="tx1"/>
    </dgm:txFillClrLst>
    <dgm:txEffectClrLst/>
  </dgm:styleLbl>
</dgm:colorsDef>
</file>

<file path=ppt/diagrams/colors71.xml><?xml version="1.0" encoding="utf-8"?>
<dgm:colorsDef xmlns:dgm="http://schemas.openxmlformats.org/drawingml/2006/diagram" xmlns:a="http://schemas.openxmlformats.org/drawingml/2006/main" uniqueId="urn:microsoft.com/office/officeart/2005/8/colors/accent1_2">
  <dgm:title val=""/>
  <dgm:desc val=""/>
  <dgm:catLst>
    <dgm:cat type="accent1" pri="11200"/>
  </dgm:catLst>
  <dgm:styleLbl name="node0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lignNode1">
    <dgm:fillClrLst meth="repeat">
      <a:schemeClr val="accent1"/>
    </dgm:fillClrLst>
    <dgm:linClrLst meth="repeat">
      <a:schemeClr val="accent1"/>
    </dgm:linClrLst>
    <dgm:effectClrLst/>
    <dgm:txLinClrLst/>
    <dgm:txFillClrLst/>
    <dgm:txEffectClrLst/>
  </dgm:styleLbl>
  <dgm:styleLbl name="node1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lnNode1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vennNode1">
    <dgm:fillClrLst meth="repeat">
      <a:schemeClr val="accent1">
        <a:alpha val="50000"/>
      </a:schemeClr>
    </dgm:fillClrLst>
    <dgm:linClrLst meth="repeat">
      <a:schemeClr val="lt1"/>
    </dgm:linClrLst>
    <dgm:effectClrLst/>
    <dgm:txLinClrLst/>
    <dgm:txFillClrLst/>
    <dgm:txEffectClrLst/>
  </dgm:styleLbl>
  <dgm:styleLbl name="node2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node3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node4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fgImgPlace1">
    <dgm:fillClrLst meth="repeat">
      <a:schemeClr val="accent1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alignImgPlace1">
    <dgm:fillClrLst meth="repeat">
      <a:schemeClr val="accent1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bgImgPlace1">
    <dgm:fillClrLst meth="repeat">
      <a:schemeClr val="accent1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sibTrans2D1">
    <dgm:fillClrLst meth="repeat">
      <a:schemeClr val="accent1">
        <a:tint val="60000"/>
      </a:schemeClr>
    </dgm:fillClrLst>
    <dgm:linClrLst meth="repeat">
      <a:schemeClr val="accent1">
        <a:tint val="60000"/>
      </a:schemeClr>
    </dgm:linClrLst>
    <dgm:effectClrLst/>
    <dgm:txLinClrLst/>
    <dgm:txFillClrLst/>
    <dgm:txEffectClrLst/>
  </dgm:styleLbl>
  <dgm:styleLbl name="fgSibTrans2D1">
    <dgm:fillClrLst meth="repeat">
      <a:schemeClr val="accent1">
        <a:tint val="60000"/>
      </a:schemeClr>
    </dgm:fillClrLst>
    <dgm:linClrLst meth="repeat">
      <a:schemeClr val="accent1">
        <a:tint val="60000"/>
      </a:schemeClr>
    </dgm:linClrLst>
    <dgm:effectClrLst/>
    <dgm:txLinClrLst/>
    <dgm:txFillClrLst/>
    <dgm:txEffectClrLst/>
  </dgm:styleLbl>
  <dgm:styleLbl name="bgSibTrans2D1">
    <dgm:fillClrLst meth="repeat">
      <a:schemeClr val="accent1">
        <a:tint val="60000"/>
      </a:schemeClr>
    </dgm:fillClrLst>
    <dgm:linClrLst meth="repeat">
      <a:schemeClr val="accent1">
        <a:tint val="60000"/>
      </a:schemeClr>
    </dgm:linClrLst>
    <dgm:effectClrLst/>
    <dgm:txLinClrLst/>
    <dgm:txFillClrLst/>
    <dgm:txEffectClrLst/>
  </dgm:styleLbl>
  <dgm:styleLbl name="sibTrans1D1">
    <dgm:fillClrLst meth="repeat">
      <a:schemeClr val="accent1"/>
    </dgm:fillClrLst>
    <dgm:linClrLst meth="repeat">
      <a:schemeClr val="accent1"/>
    </dgm:linClrLst>
    <dgm:effectClrLst/>
    <dgm:txLinClrLst/>
    <dgm:txFillClrLst meth="repeat">
      <a:schemeClr val="tx1"/>
    </dgm:txFillClrLst>
    <dgm:txEffectClrLst/>
  </dgm:styleLbl>
  <dgm:styleLbl name="callout">
    <dgm:fillClrLst meth="repeat">
      <a:schemeClr val="accent1"/>
    </dgm:fillClrLst>
    <dgm:linClrLst meth="repeat">
      <a:schemeClr val="accent1">
        <a:tint val="50000"/>
      </a:schemeClr>
    </dgm:linClrLst>
    <dgm:effectClrLst/>
    <dgm:txLinClrLst/>
    <dgm:txFillClrLst meth="repeat">
      <a:schemeClr val="tx1"/>
    </dgm:txFillClrLst>
    <dgm:txEffectClrLst/>
  </dgm:styleLbl>
  <dgm:styleLbl name="asst0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sst1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sst2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sst3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sst4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parChTrans2D1">
    <dgm:fillClrLst meth="repeat">
      <a:schemeClr val="accent1">
        <a:tint val="60000"/>
      </a:schemeClr>
    </dgm:fillClrLst>
    <dgm:linClrLst meth="repeat">
      <a:schemeClr val="accent1">
        <a:tint val="60000"/>
      </a:schemeClr>
    </dgm:linClrLst>
    <dgm:effectClrLst/>
    <dgm:txLinClrLst/>
    <dgm:txFillClrLst meth="repeat">
      <a:schemeClr val="lt1"/>
    </dgm:txFillClrLst>
    <dgm:txEffectClrLst/>
  </dgm:styleLbl>
  <dgm:styleLbl name="parChTrans2D2">
    <dgm:fillClrLst meth="repeat">
      <a:schemeClr val="accent1"/>
    </dgm:fillClrLst>
    <dgm:linClrLst meth="repeat">
      <a:schemeClr val="accent1"/>
    </dgm:linClrLst>
    <dgm:effectClrLst/>
    <dgm:txLinClrLst/>
    <dgm:txFillClrLst meth="repeat">
      <a:schemeClr val="lt1"/>
    </dgm:txFillClrLst>
    <dgm:txEffectClrLst/>
  </dgm:styleLbl>
  <dgm:styleLbl name="parChTrans2D3">
    <dgm:fillClrLst meth="repeat">
      <a:schemeClr val="accent1"/>
    </dgm:fillClrLst>
    <dgm:linClrLst meth="repeat">
      <a:schemeClr val="accent1"/>
    </dgm:linClrLst>
    <dgm:effectClrLst/>
    <dgm:txLinClrLst/>
    <dgm:txFillClrLst meth="repeat">
      <a:schemeClr val="lt1"/>
    </dgm:txFillClrLst>
    <dgm:txEffectClrLst/>
  </dgm:styleLbl>
  <dgm:styleLbl name="parChTrans2D4">
    <dgm:fillClrLst meth="repeat">
      <a:schemeClr val="accent1"/>
    </dgm:fillClrLst>
    <dgm:linClrLst meth="repeat">
      <a:schemeClr val="accent1"/>
    </dgm:linClrLst>
    <dgm:effectClrLst/>
    <dgm:txLinClrLst/>
    <dgm:txFillClrLst meth="repeat">
      <a:schemeClr val="lt1"/>
    </dgm:txFillClrLst>
    <dgm:txEffectClrLst/>
  </dgm:styleLbl>
  <dgm:styleLbl name="parChTrans1D1">
    <dgm:fillClrLst meth="repeat">
      <a:schemeClr val="accent1"/>
    </dgm:fillClrLst>
    <dgm:linClrLst meth="repeat">
      <a:schemeClr val="accent1">
        <a:shade val="60000"/>
      </a:schemeClr>
    </dgm:linClrLst>
    <dgm:effectClrLst/>
    <dgm:txLinClrLst/>
    <dgm:txFillClrLst meth="repeat">
      <a:schemeClr val="tx1"/>
    </dgm:txFillClrLst>
    <dgm:txEffectClrLst/>
  </dgm:styleLbl>
  <dgm:styleLbl name="parChTrans1D2">
    <dgm:fillClrLst meth="repeat">
      <a:schemeClr val="accent1"/>
    </dgm:fillClrLst>
    <dgm:linClrLst meth="repeat">
      <a:schemeClr val="accent1">
        <a:shade val="60000"/>
      </a:schemeClr>
    </dgm:linClrLst>
    <dgm:effectClrLst/>
    <dgm:txLinClrLst/>
    <dgm:txFillClrLst meth="repeat">
      <a:schemeClr val="tx1"/>
    </dgm:txFillClrLst>
    <dgm:txEffectClrLst/>
  </dgm:styleLbl>
  <dgm:styleLbl name="parChTrans1D3">
    <dgm:fillClrLst meth="repeat">
      <a:schemeClr val="accent1"/>
    </dgm:fillClrLst>
    <dgm:linClrLst meth="repeat">
      <a:schemeClr val="accent1">
        <a:shade val="80000"/>
      </a:schemeClr>
    </dgm:linClrLst>
    <dgm:effectClrLst/>
    <dgm:txLinClrLst/>
    <dgm:txFillClrLst meth="repeat">
      <a:schemeClr val="tx1"/>
    </dgm:txFillClrLst>
    <dgm:txEffectClrLst/>
  </dgm:styleLbl>
  <dgm:styleLbl name="parChTrans1D4">
    <dgm:fillClrLst meth="repeat">
      <a:schemeClr val="accent1"/>
    </dgm:fillClrLst>
    <dgm:linClrLst meth="repeat">
      <a:schemeClr val="accent1">
        <a:shade val="80000"/>
      </a:schemeClr>
    </dgm:linClrLst>
    <dgm:effectClrLst/>
    <dgm:txLinClrLst/>
    <dgm:txFillClrLst meth="repeat">
      <a:schemeClr val="tx1"/>
    </dgm:txFillClrLst>
    <dgm:txEffectClrLst/>
  </dgm:styleLbl>
  <dgm:styleLbl name="fgAcc1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conFgAcc1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alignAcc1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trAlignAcc1">
    <dgm:fillClrLst meth="repeat">
      <a:schemeClr val="lt1">
        <a:alpha val="4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bgAcc1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solidFgAcc1">
    <dgm:fillClrLst meth="repeat">
      <a:schemeClr val="lt1"/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solidAlignAcc1">
    <dgm:fillClrLst meth="repeat">
      <a:schemeClr val="lt1"/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solidBgAcc1">
    <dgm:fillClrLst meth="repeat">
      <a:schemeClr val="lt1"/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fgAccFollowNode1">
    <dgm:fillClrLst meth="repeat">
      <a:schemeClr val="accent1">
        <a:alpha val="90000"/>
        <a:tint val="40000"/>
      </a:schemeClr>
    </dgm:fillClrLst>
    <dgm:linClrLst meth="repeat">
      <a:schemeClr val="accent1">
        <a:alpha val="90000"/>
        <a:tint val="40000"/>
      </a:schemeClr>
    </dgm:linClrLst>
    <dgm:effectClrLst/>
    <dgm:txLinClrLst/>
    <dgm:txFillClrLst meth="repeat">
      <a:schemeClr val="dk1"/>
    </dgm:txFillClrLst>
    <dgm:txEffectClrLst/>
  </dgm:styleLbl>
  <dgm:styleLbl name="alignAccFollowNode1">
    <dgm:fillClrLst meth="repeat">
      <a:schemeClr val="accent1">
        <a:alpha val="90000"/>
        <a:tint val="40000"/>
      </a:schemeClr>
    </dgm:fillClrLst>
    <dgm:linClrLst meth="repeat">
      <a:schemeClr val="accent1">
        <a:alpha val="90000"/>
        <a:tint val="40000"/>
      </a:schemeClr>
    </dgm:linClrLst>
    <dgm:effectClrLst/>
    <dgm:txLinClrLst/>
    <dgm:txFillClrLst meth="repeat">
      <a:schemeClr val="dk1"/>
    </dgm:txFillClrLst>
    <dgm:txEffectClrLst/>
  </dgm:styleLbl>
  <dgm:styleLbl name="bgAccFollowNode1">
    <dgm:fillClrLst meth="repeat">
      <a:schemeClr val="accent1">
        <a:alpha val="90000"/>
        <a:tint val="40000"/>
      </a:schemeClr>
    </dgm:fillClrLst>
    <dgm:linClrLst meth="repeat">
      <a:schemeClr val="accent1">
        <a:alpha val="90000"/>
        <a:tint val="40000"/>
      </a:schemeClr>
    </dgm:linClrLst>
    <dgm:effectClrLst/>
    <dgm:txLinClrLst/>
    <dgm:txFillClrLst meth="repeat">
      <a:schemeClr val="dk1"/>
    </dgm:txFillClrLst>
    <dgm:txEffectClrLst/>
  </dgm:styleLbl>
  <dgm:styleLbl name="fgAcc0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fgAcc2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fgAcc3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fgAcc4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bgShp">
    <dgm:fillClrLst meth="repeat">
      <a:schemeClr val="accent1">
        <a:tint val="4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dkBgShp">
    <dgm:fillClrLst meth="repeat">
      <a:schemeClr val="accent1">
        <a:shade val="80000"/>
      </a:schemeClr>
    </dgm:fillClrLst>
    <dgm:linClrLst meth="repeat">
      <a:schemeClr val="accent1"/>
    </dgm:linClrLst>
    <dgm:effectClrLst/>
    <dgm:txLinClrLst/>
    <dgm:txFillClrLst meth="repeat">
      <a:schemeClr val="lt1"/>
    </dgm:txFillClrLst>
    <dgm:txEffectClrLst/>
  </dgm:styleLbl>
  <dgm:styleLbl name="trBgShp">
    <dgm:fillClrLst meth="repeat">
      <a:schemeClr val="accent1">
        <a:tint val="50000"/>
        <a:alpha val="40000"/>
      </a:schemeClr>
    </dgm:fillClrLst>
    <dgm:linClrLst meth="repeat">
      <a:schemeClr val="accent1"/>
    </dgm:linClrLst>
    <dgm:effectClrLst/>
    <dgm:txLinClrLst/>
    <dgm:txFillClrLst meth="repeat">
      <a:schemeClr val="lt1"/>
    </dgm:txFillClrLst>
    <dgm:txEffectClrLst/>
  </dgm:styleLbl>
  <dgm:styleLbl name="fgShp">
    <dgm:fillClrLst meth="repeat">
      <a:schemeClr val="accent1">
        <a:tint val="60000"/>
      </a:schemeClr>
    </dgm:fillClrLst>
    <dgm:linClrLst meth="repeat">
      <a:schemeClr val="lt1"/>
    </dgm:linClrLst>
    <dgm:effectClrLst/>
    <dgm:txLinClrLst/>
    <dgm:txFillClrLst meth="repeat">
      <a:schemeClr val="dk1"/>
    </dgm:txFillClrLst>
    <dgm:txEffectClrLst/>
  </dgm:styleLbl>
  <dgm:styleLbl name="revTx">
    <dgm:fillClrLst meth="repeat">
      <a:schemeClr val="lt1">
        <a:alpha val="0"/>
      </a:schemeClr>
    </dgm:fillClrLst>
    <dgm:linClrLst meth="repeat">
      <a:schemeClr val="dk1">
        <a:alpha val="0"/>
      </a:schemeClr>
    </dgm:linClrLst>
    <dgm:effectClrLst/>
    <dgm:txLinClrLst/>
    <dgm:txFillClrLst meth="repeat">
      <a:schemeClr val="tx1"/>
    </dgm:txFillClrLst>
    <dgm:txEffectClrLst/>
  </dgm:styleLbl>
</dgm:colorsDef>
</file>

<file path=ppt/diagrams/colors72.xml><?xml version="1.0" encoding="utf-8"?>
<dgm:colorsDef xmlns:dgm="http://schemas.openxmlformats.org/drawingml/2006/diagram" xmlns:a="http://schemas.openxmlformats.org/drawingml/2006/main" uniqueId="urn:microsoft.com/office/officeart/2005/8/colors/accent1_2">
  <dgm:title val=""/>
  <dgm:desc val=""/>
  <dgm:catLst>
    <dgm:cat type="accent1" pri="11200"/>
  </dgm:catLst>
  <dgm:styleLbl name="node0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lignNode1">
    <dgm:fillClrLst meth="repeat">
      <a:schemeClr val="accent1"/>
    </dgm:fillClrLst>
    <dgm:linClrLst meth="repeat">
      <a:schemeClr val="accent1"/>
    </dgm:linClrLst>
    <dgm:effectClrLst/>
    <dgm:txLinClrLst/>
    <dgm:txFillClrLst/>
    <dgm:txEffectClrLst/>
  </dgm:styleLbl>
  <dgm:styleLbl name="node1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lnNode1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vennNode1">
    <dgm:fillClrLst meth="repeat">
      <a:schemeClr val="accent1">
        <a:alpha val="50000"/>
      </a:schemeClr>
    </dgm:fillClrLst>
    <dgm:linClrLst meth="repeat">
      <a:schemeClr val="lt1"/>
    </dgm:linClrLst>
    <dgm:effectClrLst/>
    <dgm:txLinClrLst/>
    <dgm:txFillClrLst/>
    <dgm:txEffectClrLst/>
  </dgm:styleLbl>
  <dgm:styleLbl name="node2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node3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node4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fgImgPlace1">
    <dgm:fillClrLst meth="repeat">
      <a:schemeClr val="accent1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alignImgPlace1">
    <dgm:fillClrLst meth="repeat">
      <a:schemeClr val="accent1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bgImgPlace1">
    <dgm:fillClrLst meth="repeat">
      <a:schemeClr val="accent1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sibTrans2D1">
    <dgm:fillClrLst meth="repeat">
      <a:schemeClr val="accent1">
        <a:tint val="60000"/>
      </a:schemeClr>
    </dgm:fillClrLst>
    <dgm:linClrLst meth="repeat">
      <a:schemeClr val="accent1">
        <a:tint val="60000"/>
      </a:schemeClr>
    </dgm:linClrLst>
    <dgm:effectClrLst/>
    <dgm:txLinClrLst/>
    <dgm:txFillClrLst/>
    <dgm:txEffectClrLst/>
  </dgm:styleLbl>
  <dgm:styleLbl name="fgSibTrans2D1">
    <dgm:fillClrLst meth="repeat">
      <a:schemeClr val="accent1">
        <a:tint val="60000"/>
      </a:schemeClr>
    </dgm:fillClrLst>
    <dgm:linClrLst meth="repeat">
      <a:schemeClr val="accent1">
        <a:tint val="60000"/>
      </a:schemeClr>
    </dgm:linClrLst>
    <dgm:effectClrLst/>
    <dgm:txLinClrLst/>
    <dgm:txFillClrLst/>
    <dgm:txEffectClrLst/>
  </dgm:styleLbl>
  <dgm:styleLbl name="bgSibTrans2D1">
    <dgm:fillClrLst meth="repeat">
      <a:schemeClr val="accent1">
        <a:tint val="60000"/>
      </a:schemeClr>
    </dgm:fillClrLst>
    <dgm:linClrLst meth="repeat">
      <a:schemeClr val="accent1">
        <a:tint val="60000"/>
      </a:schemeClr>
    </dgm:linClrLst>
    <dgm:effectClrLst/>
    <dgm:txLinClrLst/>
    <dgm:txFillClrLst/>
    <dgm:txEffectClrLst/>
  </dgm:styleLbl>
  <dgm:styleLbl name="sibTrans1D1">
    <dgm:fillClrLst meth="repeat">
      <a:schemeClr val="accent1"/>
    </dgm:fillClrLst>
    <dgm:linClrLst meth="repeat">
      <a:schemeClr val="accent1"/>
    </dgm:linClrLst>
    <dgm:effectClrLst/>
    <dgm:txLinClrLst/>
    <dgm:txFillClrLst meth="repeat">
      <a:schemeClr val="tx1"/>
    </dgm:txFillClrLst>
    <dgm:txEffectClrLst/>
  </dgm:styleLbl>
  <dgm:styleLbl name="callout">
    <dgm:fillClrLst meth="repeat">
      <a:schemeClr val="accent1"/>
    </dgm:fillClrLst>
    <dgm:linClrLst meth="repeat">
      <a:schemeClr val="accent1">
        <a:tint val="50000"/>
      </a:schemeClr>
    </dgm:linClrLst>
    <dgm:effectClrLst/>
    <dgm:txLinClrLst/>
    <dgm:txFillClrLst meth="repeat">
      <a:schemeClr val="tx1"/>
    </dgm:txFillClrLst>
    <dgm:txEffectClrLst/>
  </dgm:styleLbl>
  <dgm:styleLbl name="asst0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sst1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sst2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sst3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sst4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parChTrans2D1">
    <dgm:fillClrLst meth="repeat">
      <a:schemeClr val="accent1">
        <a:tint val="60000"/>
      </a:schemeClr>
    </dgm:fillClrLst>
    <dgm:linClrLst meth="repeat">
      <a:schemeClr val="accent1">
        <a:tint val="60000"/>
      </a:schemeClr>
    </dgm:linClrLst>
    <dgm:effectClrLst/>
    <dgm:txLinClrLst/>
    <dgm:txFillClrLst meth="repeat">
      <a:schemeClr val="lt1"/>
    </dgm:txFillClrLst>
    <dgm:txEffectClrLst/>
  </dgm:styleLbl>
  <dgm:styleLbl name="parChTrans2D2">
    <dgm:fillClrLst meth="repeat">
      <a:schemeClr val="accent1"/>
    </dgm:fillClrLst>
    <dgm:linClrLst meth="repeat">
      <a:schemeClr val="accent1"/>
    </dgm:linClrLst>
    <dgm:effectClrLst/>
    <dgm:txLinClrLst/>
    <dgm:txFillClrLst meth="repeat">
      <a:schemeClr val="lt1"/>
    </dgm:txFillClrLst>
    <dgm:txEffectClrLst/>
  </dgm:styleLbl>
  <dgm:styleLbl name="parChTrans2D3">
    <dgm:fillClrLst meth="repeat">
      <a:schemeClr val="accent1"/>
    </dgm:fillClrLst>
    <dgm:linClrLst meth="repeat">
      <a:schemeClr val="accent1"/>
    </dgm:linClrLst>
    <dgm:effectClrLst/>
    <dgm:txLinClrLst/>
    <dgm:txFillClrLst meth="repeat">
      <a:schemeClr val="lt1"/>
    </dgm:txFillClrLst>
    <dgm:txEffectClrLst/>
  </dgm:styleLbl>
  <dgm:styleLbl name="parChTrans2D4">
    <dgm:fillClrLst meth="repeat">
      <a:schemeClr val="accent1"/>
    </dgm:fillClrLst>
    <dgm:linClrLst meth="repeat">
      <a:schemeClr val="accent1"/>
    </dgm:linClrLst>
    <dgm:effectClrLst/>
    <dgm:txLinClrLst/>
    <dgm:txFillClrLst meth="repeat">
      <a:schemeClr val="lt1"/>
    </dgm:txFillClrLst>
    <dgm:txEffectClrLst/>
  </dgm:styleLbl>
  <dgm:styleLbl name="parChTrans1D1">
    <dgm:fillClrLst meth="repeat">
      <a:schemeClr val="accent1"/>
    </dgm:fillClrLst>
    <dgm:linClrLst meth="repeat">
      <a:schemeClr val="accent1">
        <a:shade val="60000"/>
      </a:schemeClr>
    </dgm:linClrLst>
    <dgm:effectClrLst/>
    <dgm:txLinClrLst/>
    <dgm:txFillClrLst meth="repeat">
      <a:schemeClr val="tx1"/>
    </dgm:txFillClrLst>
    <dgm:txEffectClrLst/>
  </dgm:styleLbl>
  <dgm:styleLbl name="parChTrans1D2">
    <dgm:fillClrLst meth="repeat">
      <a:schemeClr val="accent1"/>
    </dgm:fillClrLst>
    <dgm:linClrLst meth="repeat">
      <a:schemeClr val="accent1">
        <a:shade val="60000"/>
      </a:schemeClr>
    </dgm:linClrLst>
    <dgm:effectClrLst/>
    <dgm:txLinClrLst/>
    <dgm:txFillClrLst meth="repeat">
      <a:schemeClr val="tx1"/>
    </dgm:txFillClrLst>
    <dgm:txEffectClrLst/>
  </dgm:styleLbl>
  <dgm:styleLbl name="parChTrans1D3">
    <dgm:fillClrLst meth="repeat">
      <a:schemeClr val="accent1"/>
    </dgm:fillClrLst>
    <dgm:linClrLst meth="repeat">
      <a:schemeClr val="accent1">
        <a:shade val="80000"/>
      </a:schemeClr>
    </dgm:linClrLst>
    <dgm:effectClrLst/>
    <dgm:txLinClrLst/>
    <dgm:txFillClrLst meth="repeat">
      <a:schemeClr val="tx1"/>
    </dgm:txFillClrLst>
    <dgm:txEffectClrLst/>
  </dgm:styleLbl>
  <dgm:styleLbl name="parChTrans1D4">
    <dgm:fillClrLst meth="repeat">
      <a:schemeClr val="accent1"/>
    </dgm:fillClrLst>
    <dgm:linClrLst meth="repeat">
      <a:schemeClr val="accent1">
        <a:shade val="80000"/>
      </a:schemeClr>
    </dgm:linClrLst>
    <dgm:effectClrLst/>
    <dgm:txLinClrLst/>
    <dgm:txFillClrLst meth="repeat">
      <a:schemeClr val="tx1"/>
    </dgm:txFillClrLst>
    <dgm:txEffectClrLst/>
  </dgm:styleLbl>
  <dgm:styleLbl name="fgAcc1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conFgAcc1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alignAcc1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trAlignAcc1">
    <dgm:fillClrLst meth="repeat">
      <a:schemeClr val="lt1">
        <a:alpha val="4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bgAcc1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solidFgAcc1">
    <dgm:fillClrLst meth="repeat">
      <a:schemeClr val="lt1"/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solidAlignAcc1">
    <dgm:fillClrLst meth="repeat">
      <a:schemeClr val="lt1"/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solidBgAcc1">
    <dgm:fillClrLst meth="repeat">
      <a:schemeClr val="lt1"/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fgAccFollowNode1">
    <dgm:fillClrLst meth="repeat">
      <a:schemeClr val="accent1">
        <a:alpha val="90000"/>
        <a:tint val="40000"/>
      </a:schemeClr>
    </dgm:fillClrLst>
    <dgm:linClrLst meth="repeat">
      <a:schemeClr val="accent1">
        <a:alpha val="90000"/>
        <a:tint val="40000"/>
      </a:schemeClr>
    </dgm:linClrLst>
    <dgm:effectClrLst/>
    <dgm:txLinClrLst/>
    <dgm:txFillClrLst meth="repeat">
      <a:schemeClr val="dk1"/>
    </dgm:txFillClrLst>
    <dgm:txEffectClrLst/>
  </dgm:styleLbl>
  <dgm:styleLbl name="alignAccFollowNode1">
    <dgm:fillClrLst meth="repeat">
      <a:schemeClr val="accent1">
        <a:alpha val="90000"/>
        <a:tint val="40000"/>
      </a:schemeClr>
    </dgm:fillClrLst>
    <dgm:linClrLst meth="repeat">
      <a:schemeClr val="accent1">
        <a:alpha val="90000"/>
        <a:tint val="40000"/>
      </a:schemeClr>
    </dgm:linClrLst>
    <dgm:effectClrLst/>
    <dgm:txLinClrLst/>
    <dgm:txFillClrLst meth="repeat">
      <a:schemeClr val="dk1"/>
    </dgm:txFillClrLst>
    <dgm:txEffectClrLst/>
  </dgm:styleLbl>
  <dgm:styleLbl name="bgAccFollowNode1">
    <dgm:fillClrLst meth="repeat">
      <a:schemeClr val="accent1">
        <a:alpha val="90000"/>
        <a:tint val="40000"/>
      </a:schemeClr>
    </dgm:fillClrLst>
    <dgm:linClrLst meth="repeat">
      <a:schemeClr val="accent1">
        <a:alpha val="90000"/>
        <a:tint val="40000"/>
      </a:schemeClr>
    </dgm:linClrLst>
    <dgm:effectClrLst/>
    <dgm:txLinClrLst/>
    <dgm:txFillClrLst meth="repeat">
      <a:schemeClr val="dk1"/>
    </dgm:txFillClrLst>
    <dgm:txEffectClrLst/>
  </dgm:styleLbl>
  <dgm:styleLbl name="fgAcc0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fgAcc2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fgAcc3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fgAcc4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bgShp">
    <dgm:fillClrLst meth="repeat">
      <a:schemeClr val="accent1">
        <a:tint val="4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dkBgShp">
    <dgm:fillClrLst meth="repeat">
      <a:schemeClr val="accent1">
        <a:shade val="80000"/>
      </a:schemeClr>
    </dgm:fillClrLst>
    <dgm:linClrLst meth="repeat">
      <a:schemeClr val="accent1"/>
    </dgm:linClrLst>
    <dgm:effectClrLst/>
    <dgm:txLinClrLst/>
    <dgm:txFillClrLst meth="repeat">
      <a:schemeClr val="lt1"/>
    </dgm:txFillClrLst>
    <dgm:txEffectClrLst/>
  </dgm:styleLbl>
  <dgm:styleLbl name="trBgShp">
    <dgm:fillClrLst meth="repeat">
      <a:schemeClr val="accent1">
        <a:tint val="50000"/>
        <a:alpha val="40000"/>
      </a:schemeClr>
    </dgm:fillClrLst>
    <dgm:linClrLst meth="repeat">
      <a:schemeClr val="accent1"/>
    </dgm:linClrLst>
    <dgm:effectClrLst/>
    <dgm:txLinClrLst/>
    <dgm:txFillClrLst meth="repeat">
      <a:schemeClr val="lt1"/>
    </dgm:txFillClrLst>
    <dgm:txEffectClrLst/>
  </dgm:styleLbl>
  <dgm:styleLbl name="fgShp">
    <dgm:fillClrLst meth="repeat">
      <a:schemeClr val="accent1">
        <a:tint val="60000"/>
      </a:schemeClr>
    </dgm:fillClrLst>
    <dgm:linClrLst meth="repeat">
      <a:schemeClr val="lt1"/>
    </dgm:linClrLst>
    <dgm:effectClrLst/>
    <dgm:txLinClrLst/>
    <dgm:txFillClrLst meth="repeat">
      <a:schemeClr val="dk1"/>
    </dgm:txFillClrLst>
    <dgm:txEffectClrLst/>
  </dgm:styleLbl>
  <dgm:styleLbl name="revTx">
    <dgm:fillClrLst meth="repeat">
      <a:schemeClr val="lt1">
        <a:alpha val="0"/>
      </a:schemeClr>
    </dgm:fillClrLst>
    <dgm:linClrLst meth="repeat">
      <a:schemeClr val="dk1">
        <a:alpha val="0"/>
      </a:schemeClr>
    </dgm:linClrLst>
    <dgm:effectClrLst/>
    <dgm:txLinClrLst/>
    <dgm:txFillClrLst meth="repeat">
      <a:schemeClr val="tx1"/>
    </dgm:txFillClrLst>
    <dgm:txEffectClrLst/>
  </dgm:styleLbl>
</dgm:colorsDef>
</file>

<file path=ppt/diagrams/colors73.xml><?xml version="1.0" encoding="utf-8"?>
<dgm:colorsDef xmlns:dgm="http://schemas.openxmlformats.org/drawingml/2006/diagram" xmlns:a="http://schemas.openxmlformats.org/drawingml/2006/main" uniqueId="urn:microsoft.com/office/officeart/2018/5/colors/Iconchunking_neutralbg_colorful2">
  <dgm:title val=""/>
  <dgm:desc val=""/>
  <dgm:catLst>
    <dgm:cat type="colorful" pri="10200"/>
  </dgm:catLst>
  <dgm:styleLbl name="node0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node1">
    <dgm:fillClrLst>
      <a:schemeClr val="accent2"/>
      <a:schemeClr val="accent3"/>
    </dgm:fillClrLst>
    <dgm:linClrLst meth="repeat">
      <a:schemeClr val="lt1">
        <a:alpha val="0"/>
      </a:schemeClr>
    </dgm:linClrLst>
    <dgm:effectClrLst/>
    <dgm:txLinClrLst/>
    <dgm:txFillClrLst/>
    <dgm:txEffectClrLst/>
  </dgm:styleLbl>
  <dgm:styleLbl name="alignNode1">
    <dgm:fillClrLst>
      <a:schemeClr val="accent2"/>
      <a:schemeClr val="accent3"/>
    </dgm:fillClrLst>
    <dgm:linClrLst>
      <a:schemeClr val="accent2"/>
      <a:schemeClr val="accent3"/>
    </dgm:linClrLst>
    <dgm:effectClrLst/>
    <dgm:txLinClrLst/>
    <dgm:txFillClrLst/>
    <dgm:txEffectClrLst/>
  </dgm:styleLbl>
  <dgm:styleLbl name="lnNode1">
    <dgm:fillClrLst>
      <a:schemeClr val="accent2"/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vennNode1">
    <dgm:fillClrLst>
      <a:schemeClr val="accent2">
        <a:alpha val="50000"/>
      </a:schemeClr>
      <a:schemeClr val="accent3">
        <a:alpha val="50000"/>
      </a:schemeClr>
    </dgm:fillClrLst>
    <dgm:linClrLst meth="repeat">
      <a:schemeClr val="lt1"/>
    </dgm:linClrLst>
    <dgm:effectClrLst/>
    <dgm:txLinClrLst/>
    <dgm:txFillClrLst/>
    <dgm:txEffectClrLst/>
  </dgm:styleLbl>
  <dgm:styleLbl name="node2">
    <dgm:fillClrLst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node3">
    <dgm:fillClrLst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node4">
    <dgm:fillClrLst>
      <a:schemeClr val="accent5"/>
    </dgm:fillClrLst>
    <dgm:linClrLst meth="repeat">
      <a:schemeClr val="lt1"/>
    </dgm:linClrLst>
    <dgm:effectClrLst/>
    <dgm:txLinClrLst/>
    <dgm:txFillClrLst/>
    <dgm:txEffectClrLst/>
  </dgm:styleLbl>
  <dgm:styleLbl name="fgImgPlace1">
    <dgm:fillClrLst>
      <a:schemeClr val="accent2">
        <a:tint val="50000"/>
      </a:schemeClr>
      <a:schemeClr val="accent3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alignImgPlace1">
    <dgm:fillClrLst>
      <a:schemeClr val="accent2">
        <a:tint val="50000"/>
      </a:schemeClr>
      <a:schemeClr val="accent3">
        <a:tint val="2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bgImgPlace1">
    <dgm:fillClrLst>
      <a:schemeClr val="accent2">
        <a:tint val="50000"/>
      </a:schemeClr>
      <a:schemeClr val="accent3">
        <a:tint val="2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sibTrans2D1">
    <dgm:fillClrLst>
      <a:schemeClr val="accent2"/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fgSibTrans2D1">
    <dgm:fillClrLst>
      <a:schemeClr val="accent2"/>
      <a:schemeClr val="accent3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bgSibTrans2D1">
    <dgm:fillClrLst>
      <a:schemeClr val="accent2"/>
      <a:schemeClr val="accent3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sibTrans1D1">
    <dgm:fillClrLst/>
    <dgm:linClrLst>
      <a:schemeClr val="accent2"/>
      <a:schemeClr val="accent3"/>
    </dgm:linClrLst>
    <dgm:effectClrLst/>
    <dgm:txLinClrLst/>
    <dgm:txFillClrLst meth="repeat">
      <a:schemeClr val="tx1"/>
    </dgm:txFillClrLst>
    <dgm:txEffectClrLst/>
  </dgm:styleLbl>
  <dgm:styleLbl name="callout">
    <dgm:fillClrLst meth="repeat">
      <a:schemeClr val="accent2"/>
    </dgm:fillClrLst>
    <dgm:linClrLst meth="repeat">
      <a:schemeClr val="accent2">
        <a:tint val="50000"/>
      </a:schemeClr>
    </dgm:linClrLst>
    <dgm:effectClrLst/>
    <dgm:txLinClrLst/>
    <dgm:txFillClrLst meth="repeat">
      <a:schemeClr val="tx1"/>
    </dgm:txFillClrLst>
    <dgm:txEffectClrLst/>
  </dgm:styleLbl>
  <dgm:styleLbl name="asst0">
    <dgm:fillClrLst meth="repeat">
      <a:schemeClr val="accent2"/>
    </dgm:fillClrLst>
    <dgm:linClrLst meth="repeat">
      <a:schemeClr val="lt1">
        <a:shade val="80000"/>
      </a:schemeClr>
    </dgm:linClrLst>
    <dgm:effectClrLst/>
    <dgm:txLinClrLst/>
    <dgm:txFillClrLst/>
    <dgm:txEffectClrLst/>
  </dgm:styleLbl>
  <dgm:styleLbl name="asst1">
    <dgm:fillClrLst meth="repeat">
      <a:schemeClr val="accent3"/>
    </dgm:fillClrLst>
    <dgm:linClrLst meth="repeat">
      <a:schemeClr val="lt1">
        <a:shade val="80000"/>
      </a:schemeClr>
    </dgm:linClrLst>
    <dgm:effectClrLst/>
    <dgm:txLinClrLst/>
    <dgm:txFillClrLst/>
    <dgm:txEffectClrLst/>
  </dgm:styleLbl>
  <dgm:styleLbl name="asst2">
    <dgm:fillClrLst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asst3">
    <dgm:fillClrLst>
      <a:schemeClr val="accent5"/>
    </dgm:fillClrLst>
    <dgm:linClrLst meth="repeat">
      <a:schemeClr val="lt1"/>
    </dgm:linClrLst>
    <dgm:effectClrLst/>
    <dgm:txLinClrLst/>
    <dgm:txFillClrLst/>
    <dgm:txEffectClrLst/>
  </dgm:styleLbl>
  <dgm:styleLbl name="asst4">
    <dgm:fillClrLst>
      <a:schemeClr val="accent6"/>
    </dgm:fillClrLst>
    <dgm:linClrLst meth="repeat">
      <a:schemeClr val="lt1"/>
    </dgm:linClrLst>
    <dgm:effectClrLst/>
    <dgm:txLinClrLst/>
    <dgm:txFillClrLst/>
    <dgm:txEffectClrLst/>
  </dgm:styleLbl>
  <dgm:styleLbl name="parChTrans2D1">
    <dgm:fillClrLst meth="repeat">
      <a:schemeClr val="accent2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parChTrans2D2">
    <dgm:fillClrLst meth="repeat"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parChTrans2D3">
    <dgm:fillClrLst meth="repeat"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parChTrans2D4">
    <dgm:fillClrLst meth="repeat">
      <a:schemeClr val="accent5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parChTrans1D1">
    <dgm:fillClrLst meth="repeat">
      <a:schemeClr val="accent2"/>
    </dgm:fillClrLst>
    <dgm:linClrLst meth="repeat">
      <a:schemeClr val="accent2"/>
    </dgm:linClrLst>
    <dgm:effectClrLst/>
    <dgm:txLinClrLst/>
    <dgm:txFillClrLst meth="repeat">
      <a:schemeClr val="tx1"/>
    </dgm:txFillClrLst>
    <dgm:txEffectClrLst/>
  </dgm:styleLbl>
  <dgm:styleLbl name="parChTrans1D2">
    <dgm:fillClrLst meth="repeat">
      <a:schemeClr val="accent2">
        <a:tint val="90000"/>
      </a:schemeClr>
    </dgm:fillClrLst>
    <dgm:linClrLst meth="repeat">
      <a:schemeClr val="accent3"/>
    </dgm:linClrLst>
    <dgm:effectClrLst/>
    <dgm:txLinClrLst/>
    <dgm:txFillClrLst meth="repeat">
      <a:schemeClr val="tx1"/>
    </dgm:txFillClrLst>
    <dgm:txEffectClrLst/>
  </dgm:styleLbl>
  <dgm:styleLbl name="parChTrans1D3">
    <dgm:fillClrLst meth="repeat">
      <a:schemeClr val="accent2">
        <a:tint val="70000"/>
      </a:schemeClr>
    </dgm:fillClrLst>
    <dgm:linClrLst meth="repeat">
      <a:schemeClr val="accent4"/>
    </dgm:linClrLst>
    <dgm:effectClrLst/>
    <dgm:txLinClrLst/>
    <dgm:txFillClrLst meth="repeat">
      <a:schemeClr val="tx1"/>
    </dgm:txFillClrLst>
    <dgm:txEffectClrLst/>
  </dgm:styleLbl>
  <dgm:styleLbl name="parChTrans1D4">
    <dgm:fillClrLst meth="repeat">
      <a:schemeClr val="accent2">
        <a:tint val="50000"/>
      </a:schemeClr>
    </dgm:fillClrLst>
    <dgm:linClrLst meth="repeat">
      <a:schemeClr val="accent5"/>
    </dgm:linClrLst>
    <dgm:effectClrLst/>
    <dgm:txLinClrLst/>
    <dgm:txFillClrLst meth="repeat">
      <a:schemeClr val="tx1"/>
    </dgm:txFillClrLst>
    <dgm:txEffectClrLst/>
  </dgm:styleLbl>
  <dgm:styleLbl name="fgAcc1">
    <dgm:fillClrLst meth="repeat">
      <a:schemeClr val="lt1">
        <a:alpha val="90000"/>
      </a:schemeClr>
    </dgm:fillClrLst>
    <dgm:linClrLst>
      <a:schemeClr val="accent2"/>
      <a:schemeClr val="accent3"/>
    </dgm:linClrLst>
    <dgm:effectClrLst/>
    <dgm:txLinClrLst/>
    <dgm:txFillClrLst meth="repeat">
      <a:schemeClr val="dk1"/>
    </dgm:txFillClrLst>
    <dgm:txEffectClrLst/>
  </dgm:styleLbl>
  <dgm:styleLbl name="conFgAcc1">
    <dgm:fillClrLst meth="repeat">
      <a:schemeClr val="lt1">
        <a:alpha val="90000"/>
      </a:schemeClr>
    </dgm:fillClrLst>
    <dgm:linClrLst>
      <a:schemeClr val="accent2"/>
      <a:schemeClr val="accent3"/>
    </dgm:linClrLst>
    <dgm:effectClrLst/>
    <dgm:txLinClrLst/>
    <dgm:txFillClrLst meth="repeat">
      <a:schemeClr val="dk1"/>
    </dgm:txFillClrLst>
    <dgm:txEffectClrLst/>
  </dgm:styleLbl>
  <dgm:styleLbl name="alignAcc1">
    <dgm:fillClrLst meth="repeat">
      <a:schemeClr val="lt1">
        <a:alpha val="90000"/>
      </a:schemeClr>
    </dgm:fillClrLst>
    <dgm:linClrLst>
      <a:schemeClr val="accent2"/>
      <a:schemeClr val="accent3"/>
    </dgm:linClrLst>
    <dgm:effectClrLst/>
    <dgm:txLinClrLst/>
    <dgm:txFillClrLst meth="repeat">
      <a:schemeClr val="dk1"/>
    </dgm:txFillClrLst>
    <dgm:txEffectClrLst/>
  </dgm:styleLbl>
  <dgm:styleLbl name="trAlignAcc1">
    <dgm:fillClrLst meth="repeat">
      <a:schemeClr val="lt1">
        <a:alpha val="40000"/>
      </a:schemeClr>
    </dgm:fillClrLst>
    <dgm:linClrLst meth="repeat">
      <a:schemeClr val="accent2"/>
    </dgm:linClrLst>
    <dgm:effectClrLst/>
    <dgm:txLinClrLst/>
    <dgm:txFillClrLst meth="repeat">
      <a:schemeClr val="dk1"/>
    </dgm:txFillClrLst>
    <dgm:txEffectClrLst/>
  </dgm:styleLbl>
  <dgm:styleLbl name="bgAcc1">
    <dgm:fillClrLst meth="repeat">
      <a:schemeClr val="lt1">
        <a:alpha val="90000"/>
      </a:schemeClr>
    </dgm:fillClrLst>
    <dgm:linClrLst>
      <a:schemeClr val="accent2"/>
      <a:schemeClr val="accent3"/>
    </dgm:linClrLst>
    <dgm:effectClrLst/>
    <dgm:txLinClrLst/>
    <dgm:txFillClrLst meth="repeat">
      <a:schemeClr val="dk1"/>
    </dgm:txFillClrLst>
    <dgm:txEffectClrLst/>
  </dgm:styleLbl>
  <dgm:styleLbl name="solidFgAcc1">
    <dgm:fillClrLst meth="repeat">
      <a:schemeClr val="lt1"/>
    </dgm:fillClrLst>
    <dgm:linClrLst>
      <a:schemeClr val="accent2"/>
      <a:schemeClr val="accent3"/>
    </dgm:linClrLst>
    <dgm:effectClrLst/>
    <dgm:txLinClrLst/>
    <dgm:txFillClrLst meth="repeat">
      <a:schemeClr val="dk1"/>
    </dgm:txFillClrLst>
    <dgm:txEffectClrLst/>
  </dgm:styleLbl>
  <dgm:styleLbl name="solidAlignAcc1">
    <dgm:fillClrLst meth="repeat">
      <a:schemeClr val="lt1"/>
    </dgm:fillClrLst>
    <dgm:linClrLst>
      <a:schemeClr val="accent2"/>
      <a:schemeClr val="accent3"/>
    </dgm:linClrLst>
    <dgm:effectClrLst/>
    <dgm:txLinClrLst/>
    <dgm:txFillClrLst meth="repeat">
      <a:schemeClr val="dk1"/>
    </dgm:txFillClrLst>
    <dgm:txEffectClrLst/>
  </dgm:styleLbl>
  <dgm:styleLbl name="solidBgAcc1">
    <dgm:fillClrLst meth="repeat">
      <a:schemeClr val="lt1"/>
    </dgm:fillClrLst>
    <dgm:linClrLst>
      <a:schemeClr val="accent2"/>
      <a:schemeClr val="accent3"/>
    </dgm:linClrLst>
    <dgm:effectClrLst/>
    <dgm:txLinClrLst/>
    <dgm:txFillClrLst meth="repeat">
      <a:schemeClr val="dk1"/>
    </dgm:txFillClrLst>
    <dgm:txEffectClrLst/>
  </dgm:styleLbl>
  <dgm:styleLbl name="fgAccFollowNode1">
    <dgm:fillClrLst>
      <a:schemeClr val="accent2">
        <a:tint val="40000"/>
        <a:alpha val="90000"/>
      </a:schemeClr>
      <a:schemeClr val="accent3">
        <a:tint val="40000"/>
        <a:alpha val="90000"/>
      </a:schemeClr>
    </dgm:fillClrLst>
    <dgm:linClrLst>
      <a:schemeClr val="accent2">
        <a:tint val="40000"/>
        <a:alpha val="90000"/>
      </a:schemeClr>
      <a:schemeClr val="accent3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alignAccFollowNode1">
    <dgm:fillClrLst>
      <a:schemeClr val="accent2">
        <a:tint val="40000"/>
        <a:alpha val="90000"/>
      </a:schemeClr>
      <a:schemeClr val="accent3">
        <a:tint val="40000"/>
        <a:alpha val="90000"/>
      </a:schemeClr>
    </dgm:fillClrLst>
    <dgm:linClrLst>
      <a:schemeClr val="accent2">
        <a:tint val="40000"/>
        <a:alpha val="90000"/>
      </a:schemeClr>
      <a:schemeClr val="accent3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bgAccFollowNode1">
    <dgm:fillClrLst>
      <a:schemeClr val="accent2">
        <a:tint val="40000"/>
        <a:alpha val="90000"/>
      </a:schemeClr>
      <a:schemeClr val="accent3">
        <a:tint val="40000"/>
        <a:alpha val="90000"/>
      </a:schemeClr>
    </dgm:fillClrLst>
    <dgm:linClrLst>
      <a:schemeClr val="accent2">
        <a:tint val="40000"/>
        <a:alpha val="90000"/>
      </a:schemeClr>
      <a:schemeClr val="accent3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fgAcc0">
    <dgm:fillClrLst meth="repeat">
      <a:schemeClr val="lt1">
        <a:alpha val="90000"/>
      </a:schemeClr>
    </dgm:fillClrLst>
    <dgm:linClrLst>
      <a:schemeClr val="accent1"/>
    </dgm:linClrLst>
    <dgm:effectClrLst/>
    <dgm:txLinClrLst/>
    <dgm:txFillClrLst meth="repeat">
      <a:schemeClr val="dk1"/>
    </dgm:txFillClrLst>
    <dgm:txEffectClrLst/>
  </dgm:styleLbl>
  <dgm:styleLbl name="fgAcc2">
    <dgm:fillClrLst meth="repeat">
      <a:schemeClr val="lt1">
        <a:alpha val="90000"/>
      </a:schemeClr>
    </dgm:fillClrLst>
    <dgm:linClrLst>
      <a:schemeClr val="accent3"/>
    </dgm:linClrLst>
    <dgm:effectClrLst/>
    <dgm:txLinClrLst/>
    <dgm:txFillClrLst meth="repeat">
      <a:schemeClr val="dk1"/>
    </dgm:txFillClrLst>
    <dgm:txEffectClrLst/>
  </dgm:styleLbl>
  <dgm:styleLbl name="fgAcc3">
    <dgm:fillClrLst meth="repeat">
      <a:schemeClr val="lt1">
        <a:alpha val="90000"/>
      </a:schemeClr>
    </dgm:fillClrLst>
    <dgm:linClrLst>
      <a:schemeClr val="accent4"/>
    </dgm:linClrLst>
    <dgm:effectClrLst/>
    <dgm:txLinClrLst/>
    <dgm:txFillClrLst meth="repeat">
      <a:schemeClr val="dk1"/>
    </dgm:txFillClrLst>
    <dgm:txEffectClrLst/>
  </dgm:styleLbl>
  <dgm:styleLbl name="fgAcc4">
    <dgm:fillClrLst meth="repeat">
      <a:schemeClr val="lt1">
        <a:alpha val="90000"/>
      </a:schemeClr>
    </dgm:fillClrLst>
    <dgm:linClrLst>
      <a:schemeClr val="accent5"/>
    </dgm:linClrLst>
    <dgm:effectClrLst/>
    <dgm:txLinClrLst/>
    <dgm:txFillClrLst meth="repeat">
      <a:schemeClr val="dk1"/>
    </dgm:txFillClrLst>
    <dgm:txEffectClrLst/>
  </dgm:styleLbl>
  <dgm:styleLbl name="bgShp">
    <dgm:fillClrLst meth="repeat">
      <a:schemeClr val="bg1">
        <a:lumMod val="95000"/>
      </a:schemeClr>
    </dgm:fillClrLst>
    <dgm:linClrLst meth="repeat">
      <a:schemeClr val="dk1"/>
    </dgm:linClrLst>
    <dgm:effectClrLst/>
    <dgm:txLinClrLst/>
    <dgm:txFillClrLst meth="repeat">
      <a:schemeClr val="dk1"/>
    </dgm:txFillClrLst>
    <dgm:txEffectClrLst/>
  </dgm:styleLbl>
  <dgm:styleLbl name="dkBgShp">
    <dgm:fillClrLst meth="repeat">
      <a:schemeClr val="accent2">
        <a:shade val="90000"/>
      </a:schemeClr>
    </dgm:fillClrLst>
    <dgm:linClrLst meth="repeat">
      <a:schemeClr val="dk1"/>
    </dgm:linClrLst>
    <dgm:effectClrLst/>
    <dgm:txLinClrLst/>
    <dgm:txFillClrLst meth="repeat">
      <a:schemeClr val="lt1"/>
    </dgm:txFillClrLst>
    <dgm:txEffectClrLst/>
  </dgm:styleLbl>
  <dgm:styleLbl name="trBgShp">
    <dgm:fillClrLst meth="repeat">
      <a:schemeClr val="accent2">
        <a:tint val="50000"/>
        <a:alpha val="40000"/>
      </a:schemeClr>
    </dgm:fillClrLst>
    <dgm:linClrLst meth="repeat">
      <a:schemeClr val="accent2"/>
    </dgm:linClrLst>
    <dgm:effectClrLst/>
    <dgm:txLinClrLst/>
    <dgm:txFillClrLst meth="repeat">
      <a:schemeClr val="lt1"/>
    </dgm:txFillClrLst>
    <dgm:txEffectClrLst/>
  </dgm:styleLbl>
  <dgm:styleLbl name="fgShp">
    <dgm:fillClrLst meth="repeat">
      <a:schemeClr val="accent2">
        <a:tint val="40000"/>
      </a:schemeClr>
    </dgm:fillClrLst>
    <dgm:linClrLst meth="repeat">
      <a:schemeClr val="lt1"/>
    </dgm:linClrLst>
    <dgm:effectClrLst/>
    <dgm:txLinClrLst/>
    <dgm:txFillClrLst meth="repeat">
      <a:schemeClr val="dk1"/>
    </dgm:txFillClrLst>
    <dgm:txEffectClrLst/>
  </dgm:styleLbl>
  <dgm:styleLbl name="revTx">
    <dgm:fillClrLst meth="repeat">
      <a:schemeClr val="lt1">
        <a:alpha val="0"/>
      </a:schemeClr>
    </dgm:fillClrLst>
    <dgm:linClrLst meth="repeat">
      <a:schemeClr val="dk1">
        <a:alpha val="0"/>
      </a:schemeClr>
    </dgm:linClrLst>
    <dgm:effectClrLst/>
    <dgm:txLinClrLst/>
    <dgm:txFillClrLst meth="repeat">
      <a:schemeClr val="tx1"/>
    </dgm:txFillClrLst>
    <dgm:txEffectClrLst/>
  </dgm:styleLbl>
</dgm:colorsDef>
</file>

<file path=ppt/diagrams/colors74.xml><?xml version="1.0" encoding="utf-8"?>
<dgm:colorsDef xmlns:dgm="http://schemas.openxmlformats.org/drawingml/2006/diagram" xmlns:a="http://schemas.openxmlformats.org/drawingml/2006/main" uniqueId="urn:microsoft.com/office/officeart/2018/5/colors/Iconchunking_neutralbg_colorful2">
  <dgm:title val=""/>
  <dgm:desc val=""/>
  <dgm:catLst>
    <dgm:cat type="colorful" pri="10200"/>
  </dgm:catLst>
  <dgm:styleLbl name="node0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node1">
    <dgm:fillClrLst>
      <a:schemeClr val="accent2"/>
      <a:schemeClr val="accent3"/>
    </dgm:fillClrLst>
    <dgm:linClrLst meth="repeat">
      <a:schemeClr val="lt1">
        <a:alpha val="0"/>
      </a:schemeClr>
    </dgm:linClrLst>
    <dgm:effectClrLst/>
    <dgm:txLinClrLst/>
    <dgm:txFillClrLst/>
    <dgm:txEffectClrLst/>
  </dgm:styleLbl>
  <dgm:styleLbl name="alignNode1">
    <dgm:fillClrLst>
      <a:schemeClr val="accent2"/>
      <a:schemeClr val="accent3"/>
    </dgm:fillClrLst>
    <dgm:linClrLst>
      <a:schemeClr val="accent2"/>
      <a:schemeClr val="accent3"/>
    </dgm:linClrLst>
    <dgm:effectClrLst/>
    <dgm:txLinClrLst/>
    <dgm:txFillClrLst/>
    <dgm:txEffectClrLst/>
  </dgm:styleLbl>
  <dgm:styleLbl name="lnNode1">
    <dgm:fillClrLst>
      <a:schemeClr val="accent2"/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vennNode1">
    <dgm:fillClrLst>
      <a:schemeClr val="accent2">
        <a:alpha val="50000"/>
      </a:schemeClr>
      <a:schemeClr val="accent3">
        <a:alpha val="50000"/>
      </a:schemeClr>
    </dgm:fillClrLst>
    <dgm:linClrLst meth="repeat">
      <a:schemeClr val="lt1"/>
    </dgm:linClrLst>
    <dgm:effectClrLst/>
    <dgm:txLinClrLst/>
    <dgm:txFillClrLst/>
    <dgm:txEffectClrLst/>
  </dgm:styleLbl>
  <dgm:styleLbl name="node2">
    <dgm:fillClrLst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node3">
    <dgm:fillClrLst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node4">
    <dgm:fillClrLst>
      <a:schemeClr val="accent5"/>
    </dgm:fillClrLst>
    <dgm:linClrLst meth="repeat">
      <a:schemeClr val="lt1"/>
    </dgm:linClrLst>
    <dgm:effectClrLst/>
    <dgm:txLinClrLst/>
    <dgm:txFillClrLst/>
    <dgm:txEffectClrLst/>
  </dgm:styleLbl>
  <dgm:styleLbl name="fgImgPlace1">
    <dgm:fillClrLst>
      <a:schemeClr val="accent2">
        <a:tint val="50000"/>
      </a:schemeClr>
      <a:schemeClr val="accent3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alignImgPlace1">
    <dgm:fillClrLst>
      <a:schemeClr val="accent2">
        <a:tint val="50000"/>
      </a:schemeClr>
      <a:schemeClr val="accent3">
        <a:tint val="2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bgImgPlace1">
    <dgm:fillClrLst>
      <a:schemeClr val="accent2">
        <a:tint val="50000"/>
      </a:schemeClr>
      <a:schemeClr val="accent3">
        <a:tint val="2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sibTrans2D1">
    <dgm:fillClrLst>
      <a:schemeClr val="accent2"/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fgSibTrans2D1">
    <dgm:fillClrLst>
      <a:schemeClr val="accent2"/>
      <a:schemeClr val="accent3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bgSibTrans2D1">
    <dgm:fillClrLst>
      <a:schemeClr val="accent2"/>
      <a:schemeClr val="accent3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sibTrans1D1">
    <dgm:fillClrLst/>
    <dgm:linClrLst>
      <a:schemeClr val="accent2"/>
      <a:schemeClr val="accent3"/>
    </dgm:linClrLst>
    <dgm:effectClrLst/>
    <dgm:txLinClrLst/>
    <dgm:txFillClrLst meth="repeat">
      <a:schemeClr val="tx1"/>
    </dgm:txFillClrLst>
    <dgm:txEffectClrLst/>
  </dgm:styleLbl>
  <dgm:styleLbl name="callout">
    <dgm:fillClrLst meth="repeat">
      <a:schemeClr val="accent2"/>
    </dgm:fillClrLst>
    <dgm:linClrLst meth="repeat">
      <a:schemeClr val="accent2">
        <a:tint val="50000"/>
      </a:schemeClr>
    </dgm:linClrLst>
    <dgm:effectClrLst/>
    <dgm:txLinClrLst/>
    <dgm:txFillClrLst meth="repeat">
      <a:schemeClr val="tx1"/>
    </dgm:txFillClrLst>
    <dgm:txEffectClrLst/>
  </dgm:styleLbl>
  <dgm:styleLbl name="asst0">
    <dgm:fillClrLst meth="repeat">
      <a:schemeClr val="accent2"/>
    </dgm:fillClrLst>
    <dgm:linClrLst meth="repeat">
      <a:schemeClr val="lt1">
        <a:shade val="80000"/>
      </a:schemeClr>
    </dgm:linClrLst>
    <dgm:effectClrLst/>
    <dgm:txLinClrLst/>
    <dgm:txFillClrLst/>
    <dgm:txEffectClrLst/>
  </dgm:styleLbl>
  <dgm:styleLbl name="asst1">
    <dgm:fillClrLst meth="repeat">
      <a:schemeClr val="accent3"/>
    </dgm:fillClrLst>
    <dgm:linClrLst meth="repeat">
      <a:schemeClr val="lt1">
        <a:shade val="80000"/>
      </a:schemeClr>
    </dgm:linClrLst>
    <dgm:effectClrLst/>
    <dgm:txLinClrLst/>
    <dgm:txFillClrLst/>
    <dgm:txEffectClrLst/>
  </dgm:styleLbl>
  <dgm:styleLbl name="asst2">
    <dgm:fillClrLst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asst3">
    <dgm:fillClrLst>
      <a:schemeClr val="accent5"/>
    </dgm:fillClrLst>
    <dgm:linClrLst meth="repeat">
      <a:schemeClr val="lt1"/>
    </dgm:linClrLst>
    <dgm:effectClrLst/>
    <dgm:txLinClrLst/>
    <dgm:txFillClrLst/>
    <dgm:txEffectClrLst/>
  </dgm:styleLbl>
  <dgm:styleLbl name="asst4">
    <dgm:fillClrLst>
      <a:schemeClr val="accent6"/>
    </dgm:fillClrLst>
    <dgm:linClrLst meth="repeat">
      <a:schemeClr val="lt1"/>
    </dgm:linClrLst>
    <dgm:effectClrLst/>
    <dgm:txLinClrLst/>
    <dgm:txFillClrLst/>
    <dgm:txEffectClrLst/>
  </dgm:styleLbl>
  <dgm:styleLbl name="parChTrans2D1">
    <dgm:fillClrLst meth="repeat">
      <a:schemeClr val="accent2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parChTrans2D2">
    <dgm:fillClrLst meth="repeat"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parChTrans2D3">
    <dgm:fillClrLst meth="repeat"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parChTrans2D4">
    <dgm:fillClrLst meth="repeat">
      <a:schemeClr val="accent5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parChTrans1D1">
    <dgm:fillClrLst meth="repeat">
      <a:schemeClr val="accent2"/>
    </dgm:fillClrLst>
    <dgm:linClrLst meth="repeat">
      <a:schemeClr val="accent2"/>
    </dgm:linClrLst>
    <dgm:effectClrLst/>
    <dgm:txLinClrLst/>
    <dgm:txFillClrLst meth="repeat">
      <a:schemeClr val="tx1"/>
    </dgm:txFillClrLst>
    <dgm:txEffectClrLst/>
  </dgm:styleLbl>
  <dgm:styleLbl name="parChTrans1D2">
    <dgm:fillClrLst meth="repeat">
      <a:schemeClr val="accent2">
        <a:tint val="90000"/>
      </a:schemeClr>
    </dgm:fillClrLst>
    <dgm:linClrLst meth="repeat">
      <a:schemeClr val="accent3"/>
    </dgm:linClrLst>
    <dgm:effectClrLst/>
    <dgm:txLinClrLst/>
    <dgm:txFillClrLst meth="repeat">
      <a:schemeClr val="tx1"/>
    </dgm:txFillClrLst>
    <dgm:txEffectClrLst/>
  </dgm:styleLbl>
  <dgm:styleLbl name="parChTrans1D3">
    <dgm:fillClrLst meth="repeat">
      <a:schemeClr val="accent2">
        <a:tint val="70000"/>
      </a:schemeClr>
    </dgm:fillClrLst>
    <dgm:linClrLst meth="repeat">
      <a:schemeClr val="accent4"/>
    </dgm:linClrLst>
    <dgm:effectClrLst/>
    <dgm:txLinClrLst/>
    <dgm:txFillClrLst meth="repeat">
      <a:schemeClr val="tx1"/>
    </dgm:txFillClrLst>
    <dgm:txEffectClrLst/>
  </dgm:styleLbl>
  <dgm:styleLbl name="parChTrans1D4">
    <dgm:fillClrLst meth="repeat">
      <a:schemeClr val="accent2">
        <a:tint val="50000"/>
      </a:schemeClr>
    </dgm:fillClrLst>
    <dgm:linClrLst meth="repeat">
      <a:schemeClr val="accent5"/>
    </dgm:linClrLst>
    <dgm:effectClrLst/>
    <dgm:txLinClrLst/>
    <dgm:txFillClrLst meth="repeat">
      <a:schemeClr val="tx1"/>
    </dgm:txFillClrLst>
    <dgm:txEffectClrLst/>
  </dgm:styleLbl>
  <dgm:styleLbl name="fgAcc1">
    <dgm:fillClrLst meth="repeat">
      <a:schemeClr val="lt1">
        <a:alpha val="90000"/>
      </a:schemeClr>
    </dgm:fillClrLst>
    <dgm:linClrLst>
      <a:schemeClr val="accent2"/>
      <a:schemeClr val="accent3"/>
    </dgm:linClrLst>
    <dgm:effectClrLst/>
    <dgm:txLinClrLst/>
    <dgm:txFillClrLst meth="repeat">
      <a:schemeClr val="dk1"/>
    </dgm:txFillClrLst>
    <dgm:txEffectClrLst/>
  </dgm:styleLbl>
  <dgm:styleLbl name="conFgAcc1">
    <dgm:fillClrLst meth="repeat">
      <a:schemeClr val="lt1">
        <a:alpha val="90000"/>
      </a:schemeClr>
    </dgm:fillClrLst>
    <dgm:linClrLst>
      <a:schemeClr val="accent2"/>
      <a:schemeClr val="accent3"/>
    </dgm:linClrLst>
    <dgm:effectClrLst/>
    <dgm:txLinClrLst/>
    <dgm:txFillClrLst meth="repeat">
      <a:schemeClr val="dk1"/>
    </dgm:txFillClrLst>
    <dgm:txEffectClrLst/>
  </dgm:styleLbl>
  <dgm:styleLbl name="alignAcc1">
    <dgm:fillClrLst meth="repeat">
      <a:schemeClr val="lt1">
        <a:alpha val="90000"/>
      </a:schemeClr>
    </dgm:fillClrLst>
    <dgm:linClrLst>
      <a:schemeClr val="accent2"/>
      <a:schemeClr val="accent3"/>
    </dgm:linClrLst>
    <dgm:effectClrLst/>
    <dgm:txLinClrLst/>
    <dgm:txFillClrLst meth="repeat">
      <a:schemeClr val="dk1"/>
    </dgm:txFillClrLst>
    <dgm:txEffectClrLst/>
  </dgm:styleLbl>
  <dgm:styleLbl name="trAlignAcc1">
    <dgm:fillClrLst meth="repeat">
      <a:schemeClr val="lt1">
        <a:alpha val="40000"/>
      </a:schemeClr>
    </dgm:fillClrLst>
    <dgm:linClrLst meth="repeat">
      <a:schemeClr val="accent2"/>
    </dgm:linClrLst>
    <dgm:effectClrLst/>
    <dgm:txLinClrLst/>
    <dgm:txFillClrLst meth="repeat">
      <a:schemeClr val="dk1"/>
    </dgm:txFillClrLst>
    <dgm:txEffectClrLst/>
  </dgm:styleLbl>
  <dgm:styleLbl name="bgAcc1">
    <dgm:fillClrLst meth="repeat">
      <a:schemeClr val="lt1">
        <a:alpha val="90000"/>
      </a:schemeClr>
    </dgm:fillClrLst>
    <dgm:linClrLst>
      <a:schemeClr val="accent2"/>
      <a:schemeClr val="accent3"/>
    </dgm:linClrLst>
    <dgm:effectClrLst/>
    <dgm:txLinClrLst/>
    <dgm:txFillClrLst meth="repeat">
      <a:schemeClr val="dk1"/>
    </dgm:txFillClrLst>
    <dgm:txEffectClrLst/>
  </dgm:styleLbl>
  <dgm:styleLbl name="solidFgAcc1">
    <dgm:fillClrLst meth="repeat">
      <a:schemeClr val="lt1"/>
    </dgm:fillClrLst>
    <dgm:linClrLst>
      <a:schemeClr val="accent2"/>
      <a:schemeClr val="accent3"/>
    </dgm:linClrLst>
    <dgm:effectClrLst/>
    <dgm:txLinClrLst/>
    <dgm:txFillClrLst meth="repeat">
      <a:schemeClr val="dk1"/>
    </dgm:txFillClrLst>
    <dgm:txEffectClrLst/>
  </dgm:styleLbl>
  <dgm:styleLbl name="solidAlignAcc1">
    <dgm:fillClrLst meth="repeat">
      <a:schemeClr val="lt1"/>
    </dgm:fillClrLst>
    <dgm:linClrLst>
      <a:schemeClr val="accent2"/>
      <a:schemeClr val="accent3"/>
    </dgm:linClrLst>
    <dgm:effectClrLst/>
    <dgm:txLinClrLst/>
    <dgm:txFillClrLst meth="repeat">
      <a:schemeClr val="dk1"/>
    </dgm:txFillClrLst>
    <dgm:txEffectClrLst/>
  </dgm:styleLbl>
  <dgm:styleLbl name="solidBgAcc1">
    <dgm:fillClrLst meth="repeat">
      <a:schemeClr val="lt1"/>
    </dgm:fillClrLst>
    <dgm:linClrLst>
      <a:schemeClr val="accent2"/>
      <a:schemeClr val="accent3"/>
    </dgm:linClrLst>
    <dgm:effectClrLst/>
    <dgm:txLinClrLst/>
    <dgm:txFillClrLst meth="repeat">
      <a:schemeClr val="dk1"/>
    </dgm:txFillClrLst>
    <dgm:txEffectClrLst/>
  </dgm:styleLbl>
  <dgm:styleLbl name="fgAccFollowNode1">
    <dgm:fillClrLst>
      <a:schemeClr val="accent2">
        <a:tint val="40000"/>
        <a:alpha val="90000"/>
      </a:schemeClr>
      <a:schemeClr val="accent3">
        <a:tint val="40000"/>
        <a:alpha val="90000"/>
      </a:schemeClr>
    </dgm:fillClrLst>
    <dgm:linClrLst>
      <a:schemeClr val="accent2">
        <a:tint val="40000"/>
        <a:alpha val="90000"/>
      </a:schemeClr>
      <a:schemeClr val="accent3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alignAccFollowNode1">
    <dgm:fillClrLst>
      <a:schemeClr val="accent2">
        <a:tint val="40000"/>
        <a:alpha val="90000"/>
      </a:schemeClr>
      <a:schemeClr val="accent3">
        <a:tint val="40000"/>
        <a:alpha val="90000"/>
      </a:schemeClr>
    </dgm:fillClrLst>
    <dgm:linClrLst>
      <a:schemeClr val="accent2">
        <a:tint val="40000"/>
        <a:alpha val="90000"/>
      </a:schemeClr>
      <a:schemeClr val="accent3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bgAccFollowNode1">
    <dgm:fillClrLst>
      <a:schemeClr val="accent2">
        <a:tint val="40000"/>
        <a:alpha val="90000"/>
      </a:schemeClr>
      <a:schemeClr val="accent3">
        <a:tint val="40000"/>
        <a:alpha val="90000"/>
      </a:schemeClr>
    </dgm:fillClrLst>
    <dgm:linClrLst>
      <a:schemeClr val="accent2">
        <a:tint val="40000"/>
        <a:alpha val="90000"/>
      </a:schemeClr>
      <a:schemeClr val="accent3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fgAcc0">
    <dgm:fillClrLst meth="repeat">
      <a:schemeClr val="lt1">
        <a:alpha val="90000"/>
      </a:schemeClr>
    </dgm:fillClrLst>
    <dgm:linClrLst>
      <a:schemeClr val="accent1"/>
    </dgm:linClrLst>
    <dgm:effectClrLst/>
    <dgm:txLinClrLst/>
    <dgm:txFillClrLst meth="repeat">
      <a:schemeClr val="dk1"/>
    </dgm:txFillClrLst>
    <dgm:txEffectClrLst/>
  </dgm:styleLbl>
  <dgm:styleLbl name="fgAcc2">
    <dgm:fillClrLst meth="repeat">
      <a:schemeClr val="lt1">
        <a:alpha val="90000"/>
      </a:schemeClr>
    </dgm:fillClrLst>
    <dgm:linClrLst>
      <a:schemeClr val="accent3"/>
    </dgm:linClrLst>
    <dgm:effectClrLst/>
    <dgm:txLinClrLst/>
    <dgm:txFillClrLst meth="repeat">
      <a:schemeClr val="dk1"/>
    </dgm:txFillClrLst>
    <dgm:txEffectClrLst/>
  </dgm:styleLbl>
  <dgm:styleLbl name="fgAcc3">
    <dgm:fillClrLst meth="repeat">
      <a:schemeClr val="lt1">
        <a:alpha val="90000"/>
      </a:schemeClr>
    </dgm:fillClrLst>
    <dgm:linClrLst>
      <a:schemeClr val="accent4"/>
    </dgm:linClrLst>
    <dgm:effectClrLst/>
    <dgm:txLinClrLst/>
    <dgm:txFillClrLst meth="repeat">
      <a:schemeClr val="dk1"/>
    </dgm:txFillClrLst>
    <dgm:txEffectClrLst/>
  </dgm:styleLbl>
  <dgm:styleLbl name="fgAcc4">
    <dgm:fillClrLst meth="repeat">
      <a:schemeClr val="lt1">
        <a:alpha val="90000"/>
      </a:schemeClr>
    </dgm:fillClrLst>
    <dgm:linClrLst>
      <a:schemeClr val="accent5"/>
    </dgm:linClrLst>
    <dgm:effectClrLst/>
    <dgm:txLinClrLst/>
    <dgm:txFillClrLst meth="repeat">
      <a:schemeClr val="dk1"/>
    </dgm:txFillClrLst>
    <dgm:txEffectClrLst/>
  </dgm:styleLbl>
  <dgm:styleLbl name="bgShp">
    <dgm:fillClrLst meth="repeat">
      <a:schemeClr val="bg1">
        <a:lumMod val="95000"/>
      </a:schemeClr>
    </dgm:fillClrLst>
    <dgm:linClrLst meth="repeat">
      <a:schemeClr val="dk1"/>
    </dgm:linClrLst>
    <dgm:effectClrLst/>
    <dgm:txLinClrLst/>
    <dgm:txFillClrLst meth="repeat">
      <a:schemeClr val="dk1"/>
    </dgm:txFillClrLst>
    <dgm:txEffectClrLst/>
  </dgm:styleLbl>
  <dgm:styleLbl name="dkBgShp">
    <dgm:fillClrLst meth="repeat">
      <a:schemeClr val="accent2">
        <a:shade val="90000"/>
      </a:schemeClr>
    </dgm:fillClrLst>
    <dgm:linClrLst meth="repeat">
      <a:schemeClr val="dk1"/>
    </dgm:linClrLst>
    <dgm:effectClrLst/>
    <dgm:txLinClrLst/>
    <dgm:txFillClrLst meth="repeat">
      <a:schemeClr val="lt1"/>
    </dgm:txFillClrLst>
    <dgm:txEffectClrLst/>
  </dgm:styleLbl>
  <dgm:styleLbl name="trBgShp">
    <dgm:fillClrLst meth="repeat">
      <a:schemeClr val="accent2">
        <a:tint val="50000"/>
        <a:alpha val="40000"/>
      </a:schemeClr>
    </dgm:fillClrLst>
    <dgm:linClrLst meth="repeat">
      <a:schemeClr val="accent2"/>
    </dgm:linClrLst>
    <dgm:effectClrLst/>
    <dgm:txLinClrLst/>
    <dgm:txFillClrLst meth="repeat">
      <a:schemeClr val="lt1"/>
    </dgm:txFillClrLst>
    <dgm:txEffectClrLst/>
  </dgm:styleLbl>
  <dgm:styleLbl name="fgShp">
    <dgm:fillClrLst meth="repeat">
      <a:schemeClr val="accent2">
        <a:tint val="40000"/>
      </a:schemeClr>
    </dgm:fillClrLst>
    <dgm:linClrLst meth="repeat">
      <a:schemeClr val="lt1"/>
    </dgm:linClrLst>
    <dgm:effectClrLst/>
    <dgm:txLinClrLst/>
    <dgm:txFillClrLst meth="repeat">
      <a:schemeClr val="dk1"/>
    </dgm:txFillClrLst>
    <dgm:txEffectClrLst/>
  </dgm:styleLbl>
  <dgm:styleLbl name="revTx">
    <dgm:fillClrLst meth="repeat">
      <a:schemeClr val="lt1">
        <a:alpha val="0"/>
      </a:schemeClr>
    </dgm:fillClrLst>
    <dgm:linClrLst meth="repeat">
      <a:schemeClr val="dk1">
        <a:alpha val="0"/>
      </a:schemeClr>
    </dgm:linClrLst>
    <dgm:effectClrLst/>
    <dgm:txLinClrLst/>
    <dgm:txFillClrLst meth="repeat">
      <a:schemeClr val="tx1"/>
    </dgm:txFillClrLst>
    <dgm:txEffectClrLst/>
  </dgm:styleLbl>
</dgm:colorsDef>
</file>

<file path=ppt/diagrams/colors75.xml><?xml version="1.0" encoding="utf-8"?>
<dgm:colorsDef xmlns:dgm="http://schemas.openxmlformats.org/drawingml/2006/diagram" xmlns:a="http://schemas.openxmlformats.org/drawingml/2006/main" uniqueId="urn:microsoft.com/office/officeart/2018/5/colors/Iconchunking_neutralbg_colorful2">
  <dgm:title val=""/>
  <dgm:desc val=""/>
  <dgm:catLst>
    <dgm:cat type="colorful" pri="10200"/>
  </dgm:catLst>
  <dgm:styleLbl name="node0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node1">
    <dgm:fillClrLst>
      <a:schemeClr val="accent2"/>
      <a:schemeClr val="accent3"/>
    </dgm:fillClrLst>
    <dgm:linClrLst meth="repeat">
      <a:schemeClr val="lt1">
        <a:alpha val="0"/>
      </a:schemeClr>
    </dgm:linClrLst>
    <dgm:effectClrLst/>
    <dgm:txLinClrLst/>
    <dgm:txFillClrLst/>
    <dgm:txEffectClrLst/>
  </dgm:styleLbl>
  <dgm:styleLbl name="alignNode1">
    <dgm:fillClrLst>
      <a:schemeClr val="accent2"/>
      <a:schemeClr val="accent3"/>
    </dgm:fillClrLst>
    <dgm:linClrLst>
      <a:schemeClr val="accent2"/>
      <a:schemeClr val="accent3"/>
    </dgm:linClrLst>
    <dgm:effectClrLst/>
    <dgm:txLinClrLst/>
    <dgm:txFillClrLst/>
    <dgm:txEffectClrLst/>
  </dgm:styleLbl>
  <dgm:styleLbl name="lnNode1">
    <dgm:fillClrLst>
      <a:schemeClr val="accent2"/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vennNode1">
    <dgm:fillClrLst>
      <a:schemeClr val="accent2">
        <a:alpha val="50000"/>
      </a:schemeClr>
      <a:schemeClr val="accent3">
        <a:alpha val="50000"/>
      </a:schemeClr>
    </dgm:fillClrLst>
    <dgm:linClrLst meth="repeat">
      <a:schemeClr val="lt1"/>
    </dgm:linClrLst>
    <dgm:effectClrLst/>
    <dgm:txLinClrLst/>
    <dgm:txFillClrLst/>
    <dgm:txEffectClrLst/>
  </dgm:styleLbl>
  <dgm:styleLbl name="node2">
    <dgm:fillClrLst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node3">
    <dgm:fillClrLst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node4">
    <dgm:fillClrLst>
      <a:schemeClr val="accent5"/>
    </dgm:fillClrLst>
    <dgm:linClrLst meth="repeat">
      <a:schemeClr val="lt1"/>
    </dgm:linClrLst>
    <dgm:effectClrLst/>
    <dgm:txLinClrLst/>
    <dgm:txFillClrLst/>
    <dgm:txEffectClrLst/>
  </dgm:styleLbl>
  <dgm:styleLbl name="fgImgPlace1">
    <dgm:fillClrLst>
      <a:schemeClr val="accent2">
        <a:tint val="50000"/>
      </a:schemeClr>
      <a:schemeClr val="accent3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alignImgPlace1">
    <dgm:fillClrLst>
      <a:schemeClr val="accent2">
        <a:tint val="50000"/>
      </a:schemeClr>
      <a:schemeClr val="accent3">
        <a:tint val="2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bgImgPlace1">
    <dgm:fillClrLst>
      <a:schemeClr val="accent2">
        <a:tint val="50000"/>
      </a:schemeClr>
      <a:schemeClr val="accent3">
        <a:tint val="2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sibTrans2D1">
    <dgm:fillClrLst>
      <a:schemeClr val="accent2"/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fgSibTrans2D1">
    <dgm:fillClrLst>
      <a:schemeClr val="accent2"/>
      <a:schemeClr val="accent3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bgSibTrans2D1">
    <dgm:fillClrLst>
      <a:schemeClr val="accent2"/>
      <a:schemeClr val="accent3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sibTrans1D1">
    <dgm:fillClrLst/>
    <dgm:linClrLst>
      <a:schemeClr val="accent2"/>
      <a:schemeClr val="accent3"/>
    </dgm:linClrLst>
    <dgm:effectClrLst/>
    <dgm:txLinClrLst/>
    <dgm:txFillClrLst meth="repeat">
      <a:schemeClr val="tx1"/>
    </dgm:txFillClrLst>
    <dgm:txEffectClrLst/>
  </dgm:styleLbl>
  <dgm:styleLbl name="callout">
    <dgm:fillClrLst meth="repeat">
      <a:schemeClr val="accent2"/>
    </dgm:fillClrLst>
    <dgm:linClrLst meth="repeat">
      <a:schemeClr val="accent2">
        <a:tint val="50000"/>
      </a:schemeClr>
    </dgm:linClrLst>
    <dgm:effectClrLst/>
    <dgm:txLinClrLst/>
    <dgm:txFillClrLst meth="repeat">
      <a:schemeClr val="tx1"/>
    </dgm:txFillClrLst>
    <dgm:txEffectClrLst/>
  </dgm:styleLbl>
  <dgm:styleLbl name="asst0">
    <dgm:fillClrLst meth="repeat">
      <a:schemeClr val="accent2"/>
    </dgm:fillClrLst>
    <dgm:linClrLst meth="repeat">
      <a:schemeClr val="lt1">
        <a:shade val="80000"/>
      </a:schemeClr>
    </dgm:linClrLst>
    <dgm:effectClrLst/>
    <dgm:txLinClrLst/>
    <dgm:txFillClrLst/>
    <dgm:txEffectClrLst/>
  </dgm:styleLbl>
  <dgm:styleLbl name="asst1">
    <dgm:fillClrLst meth="repeat">
      <a:schemeClr val="accent3"/>
    </dgm:fillClrLst>
    <dgm:linClrLst meth="repeat">
      <a:schemeClr val="lt1">
        <a:shade val="80000"/>
      </a:schemeClr>
    </dgm:linClrLst>
    <dgm:effectClrLst/>
    <dgm:txLinClrLst/>
    <dgm:txFillClrLst/>
    <dgm:txEffectClrLst/>
  </dgm:styleLbl>
  <dgm:styleLbl name="asst2">
    <dgm:fillClrLst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asst3">
    <dgm:fillClrLst>
      <a:schemeClr val="accent5"/>
    </dgm:fillClrLst>
    <dgm:linClrLst meth="repeat">
      <a:schemeClr val="lt1"/>
    </dgm:linClrLst>
    <dgm:effectClrLst/>
    <dgm:txLinClrLst/>
    <dgm:txFillClrLst/>
    <dgm:txEffectClrLst/>
  </dgm:styleLbl>
  <dgm:styleLbl name="asst4">
    <dgm:fillClrLst>
      <a:schemeClr val="accent6"/>
    </dgm:fillClrLst>
    <dgm:linClrLst meth="repeat">
      <a:schemeClr val="lt1"/>
    </dgm:linClrLst>
    <dgm:effectClrLst/>
    <dgm:txLinClrLst/>
    <dgm:txFillClrLst/>
    <dgm:txEffectClrLst/>
  </dgm:styleLbl>
  <dgm:styleLbl name="parChTrans2D1">
    <dgm:fillClrLst meth="repeat">
      <a:schemeClr val="accent2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parChTrans2D2">
    <dgm:fillClrLst meth="repeat"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parChTrans2D3">
    <dgm:fillClrLst meth="repeat"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parChTrans2D4">
    <dgm:fillClrLst meth="repeat">
      <a:schemeClr val="accent5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parChTrans1D1">
    <dgm:fillClrLst meth="repeat">
      <a:schemeClr val="accent2"/>
    </dgm:fillClrLst>
    <dgm:linClrLst meth="repeat">
      <a:schemeClr val="accent2"/>
    </dgm:linClrLst>
    <dgm:effectClrLst/>
    <dgm:txLinClrLst/>
    <dgm:txFillClrLst meth="repeat">
      <a:schemeClr val="tx1"/>
    </dgm:txFillClrLst>
    <dgm:txEffectClrLst/>
  </dgm:styleLbl>
  <dgm:styleLbl name="parChTrans1D2">
    <dgm:fillClrLst meth="repeat">
      <a:schemeClr val="accent2">
        <a:tint val="90000"/>
      </a:schemeClr>
    </dgm:fillClrLst>
    <dgm:linClrLst meth="repeat">
      <a:schemeClr val="accent3"/>
    </dgm:linClrLst>
    <dgm:effectClrLst/>
    <dgm:txLinClrLst/>
    <dgm:txFillClrLst meth="repeat">
      <a:schemeClr val="tx1"/>
    </dgm:txFillClrLst>
    <dgm:txEffectClrLst/>
  </dgm:styleLbl>
  <dgm:styleLbl name="parChTrans1D3">
    <dgm:fillClrLst meth="repeat">
      <a:schemeClr val="accent2">
        <a:tint val="70000"/>
      </a:schemeClr>
    </dgm:fillClrLst>
    <dgm:linClrLst meth="repeat">
      <a:schemeClr val="accent4"/>
    </dgm:linClrLst>
    <dgm:effectClrLst/>
    <dgm:txLinClrLst/>
    <dgm:txFillClrLst meth="repeat">
      <a:schemeClr val="tx1"/>
    </dgm:txFillClrLst>
    <dgm:txEffectClrLst/>
  </dgm:styleLbl>
  <dgm:styleLbl name="parChTrans1D4">
    <dgm:fillClrLst meth="repeat">
      <a:schemeClr val="accent2">
        <a:tint val="50000"/>
      </a:schemeClr>
    </dgm:fillClrLst>
    <dgm:linClrLst meth="repeat">
      <a:schemeClr val="accent5"/>
    </dgm:linClrLst>
    <dgm:effectClrLst/>
    <dgm:txLinClrLst/>
    <dgm:txFillClrLst meth="repeat">
      <a:schemeClr val="tx1"/>
    </dgm:txFillClrLst>
    <dgm:txEffectClrLst/>
  </dgm:styleLbl>
  <dgm:styleLbl name="fgAcc1">
    <dgm:fillClrLst meth="repeat">
      <a:schemeClr val="lt1">
        <a:alpha val="90000"/>
      </a:schemeClr>
    </dgm:fillClrLst>
    <dgm:linClrLst>
      <a:schemeClr val="accent2"/>
      <a:schemeClr val="accent3"/>
    </dgm:linClrLst>
    <dgm:effectClrLst/>
    <dgm:txLinClrLst/>
    <dgm:txFillClrLst meth="repeat">
      <a:schemeClr val="dk1"/>
    </dgm:txFillClrLst>
    <dgm:txEffectClrLst/>
  </dgm:styleLbl>
  <dgm:styleLbl name="conFgAcc1">
    <dgm:fillClrLst meth="repeat">
      <a:schemeClr val="lt1">
        <a:alpha val="90000"/>
      </a:schemeClr>
    </dgm:fillClrLst>
    <dgm:linClrLst>
      <a:schemeClr val="accent2"/>
      <a:schemeClr val="accent3"/>
    </dgm:linClrLst>
    <dgm:effectClrLst/>
    <dgm:txLinClrLst/>
    <dgm:txFillClrLst meth="repeat">
      <a:schemeClr val="dk1"/>
    </dgm:txFillClrLst>
    <dgm:txEffectClrLst/>
  </dgm:styleLbl>
  <dgm:styleLbl name="alignAcc1">
    <dgm:fillClrLst meth="repeat">
      <a:schemeClr val="lt1">
        <a:alpha val="90000"/>
      </a:schemeClr>
    </dgm:fillClrLst>
    <dgm:linClrLst>
      <a:schemeClr val="accent2"/>
      <a:schemeClr val="accent3"/>
    </dgm:linClrLst>
    <dgm:effectClrLst/>
    <dgm:txLinClrLst/>
    <dgm:txFillClrLst meth="repeat">
      <a:schemeClr val="dk1"/>
    </dgm:txFillClrLst>
    <dgm:txEffectClrLst/>
  </dgm:styleLbl>
  <dgm:styleLbl name="trAlignAcc1">
    <dgm:fillClrLst meth="repeat">
      <a:schemeClr val="lt1">
        <a:alpha val="40000"/>
      </a:schemeClr>
    </dgm:fillClrLst>
    <dgm:linClrLst meth="repeat">
      <a:schemeClr val="accent2"/>
    </dgm:linClrLst>
    <dgm:effectClrLst/>
    <dgm:txLinClrLst/>
    <dgm:txFillClrLst meth="repeat">
      <a:schemeClr val="dk1"/>
    </dgm:txFillClrLst>
    <dgm:txEffectClrLst/>
  </dgm:styleLbl>
  <dgm:styleLbl name="bgAcc1">
    <dgm:fillClrLst meth="repeat">
      <a:schemeClr val="lt1">
        <a:alpha val="90000"/>
      </a:schemeClr>
    </dgm:fillClrLst>
    <dgm:linClrLst>
      <a:schemeClr val="accent2"/>
      <a:schemeClr val="accent3"/>
    </dgm:linClrLst>
    <dgm:effectClrLst/>
    <dgm:txLinClrLst/>
    <dgm:txFillClrLst meth="repeat">
      <a:schemeClr val="dk1"/>
    </dgm:txFillClrLst>
    <dgm:txEffectClrLst/>
  </dgm:styleLbl>
  <dgm:styleLbl name="solidFgAcc1">
    <dgm:fillClrLst meth="repeat">
      <a:schemeClr val="lt1"/>
    </dgm:fillClrLst>
    <dgm:linClrLst>
      <a:schemeClr val="accent2"/>
      <a:schemeClr val="accent3"/>
    </dgm:linClrLst>
    <dgm:effectClrLst/>
    <dgm:txLinClrLst/>
    <dgm:txFillClrLst meth="repeat">
      <a:schemeClr val="dk1"/>
    </dgm:txFillClrLst>
    <dgm:txEffectClrLst/>
  </dgm:styleLbl>
  <dgm:styleLbl name="solidAlignAcc1">
    <dgm:fillClrLst meth="repeat">
      <a:schemeClr val="lt1"/>
    </dgm:fillClrLst>
    <dgm:linClrLst>
      <a:schemeClr val="accent2"/>
      <a:schemeClr val="accent3"/>
    </dgm:linClrLst>
    <dgm:effectClrLst/>
    <dgm:txLinClrLst/>
    <dgm:txFillClrLst meth="repeat">
      <a:schemeClr val="dk1"/>
    </dgm:txFillClrLst>
    <dgm:txEffectClrLst/>
  </dgm:styleLbl>
  <dgm:styleLbl name="solidBgAcc1">
    <dgm:fillClrLst meth="repeat">
      <a:schemeClr val="lt1"/>
    </dgm:fillClrLst>
    <dgm:linClrLst>
      <a:schemeClr val="accent2"/>
      <a:schemeClr val="accent3"/>
    </dgm:linClrLst>
    <dgm:effectClrLst/>
    <dgm:txLinClrLst/>
    <dgm:txFillClrLst meth="repeat">
      <a:schemeClr val="dk1"/>
    </dgm:txFillClrLst>
    <dgm:txEffectClrLst/>
  </dgm:styleLbl>
  <dgm:styleLbl name="fgAccFollowNode1">
    <dgm:fillClrLst>
      <a:schemeClr val="accent2">
        <a:tint val="40000"/>
        <a:alpha val="90000"/>
      </a:schemeClr>
      <a:schemeClr val="accent3">
        <a:tint val="40000"/>
        <a:alpha val="90000"/>
      </a:schemeClr>
    </dgm:fillClrLst>
    <dgm:linClrLst>
      <a:schemeClr val="accent2">
        <a:tint val="40000"/>
        <a:alpha val="90000"/>
      </a:schemeClr>
      <a:schemeClr val="accent3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alignAccFollowNode1">
    <dgm:fillClrLst>
      <a:schemeClr val="accent2">
        <a:tint val="40000"/>
        <a:alpha val="90000"/>
      </a:schemeClr>
      <a:schemeClr val="accent3">
        <a:tint val="40000"/>
        <a:alpha val="90000"/>
      </a:schemeClr>
    </dgm:fillClrLst>
    <dgm:linClrLst>
      <a:schemeClr val="accent2">
        <a:tint val="40000"/>
        <a:alpha val="90000"/>
      </a:schemeClr>
      <a:schemeClr val="accent3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bgAccFollowNode1">
    <dgm:fillClrLst>
      <a:schemeClr val="accent2">
        <a:tint val="40000"/>
        <a:alpha val="90000"/>
      </a:schemeClr>
      <a:schemeClr val="accent3">
        <a:tint val="40000"/>
        <a:alpha val="90000"/>
      </a:schemeClr>
    </dgm:fillClrLst>
    <dgm:linClrLst>
      <a:schemeClr val="accent2">
        <a:tint val="40000"/>
        <a:alpha val="90000"/>
      </a:schemeClr>
      <a:schemeClr val="accent3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fgAcc0">
    <dgm:fillClrLst meth="repeat">
      <a:schemeClr val="lt1">
        <a:alpha val="90000"/>
      </a:schemeClr>
    </dgm:fillClrLst>
    <dgm:linClrLst>
      <a:schemeClr val="accent1"/>
    </dgm:linClrLst>
    <dgm:effectClrLst/>
    <dgm:txLinClrLst/>
    <dgm:txFillClrLst meth="repeat">
      <a:schemeClr val="dk1"/>
    </dgm:txFillClrLst>
    <dgm:txEffectClrLst/>
  </dgm:styleLbl>
  <dgm:styleLbl name="fgAcc2">
    <dgm:fillClrLst meth="repeat">
      <a:schemeClr val="lt1">
        <a:alpha val="90000"/>
      </a:schemeClr>
    </dgm:fillClrLst>
    <dgm:linClrLst>
      <a:schemeClr val="accent3"/>
    </dgm:linClrLst>
    <dgm:effectClrLst/>
    <dgm:txLinClrLst/>
    <dgm:txFillClrLst meth="repeat">
      <a:schemeClr val="dk1"/>
    </dgm:txFillClrLst>
    <dgm:txEffectClrLst/>
  </dgm:styleLbl>
  <dgm:styleLbl name="fgAcc3">
    <dgm:fillClrLst meth="repeat">
      <a:schemeClr val="lt1">
        <a:alpha val="90000"/>
      </a:schemeClr>
    </dgm:fillClrLst>
    <dgm:linClrLst>
      <a:schemeClr val="accent4"/>
    </dgm:linClrLst>
    <dgm:effectClrLst/>
    <dgm:txLinClrLst/>
    <dgm:txFillClrLst meth="repeat">
      <a:schemeClr val="dk1"/>
    </dgm:txFillClrLst>
    <dgm:txEffectClrLst/>
  </dgm:styleLbl>
  <dgm:styleLbl name="fgAcc4">
    <dgm:fillClrLst meth="repeat">
      <a:schemeClr val="lt1">
        <a:alpha val="90000"/>
      </a:schemeClr>
    </dgm:fillClrLst>
    <dgm:linClrLst>
      <a:schemeClr val="accent5"/>
    </dgm:linClrLst>
    <dgm:effectClrLst/>
    <dgm:txLinClrLst/>
    <dgm:txFillClrLst meth="repeat">
      <a:schemeClr val="dk1"/>
    </dgm:txFillClrLst>
    <dgm:txEffectClrLst/>
  </dgm:styleLbl>
  <dgm:styleLbl name="bgShp">
    <dgm:fillClrLst meth="repeat">
      <a:schemeClr val="bg1">
        <a:lumMod val="95000"/>
      </a:schemeClr>
    </dgm:fillClrLst>
    <dgm:linClrLst meth="repeat">
      <a:schemeClr val="dk1"/>
    </dgm:linClrLst>
    <dgm:effectClrLst/>
    <dgm:txLinClrLst/>
    <dgm:txFillClrLst meth="repeat">
      <a:schemeClr val="dk1"/>
    </dgm:txFillClrLst>
    <dgm:txEffectClrLst/>
  </dgm:styleLbl>
  <dgm:styleLbl name="dkBgShp">
    <dgm:fillClrLst meth="repeat">
      <a:schemeClr val="accent2">
        <a:shade val="90000"/>
      </a:schemeClr>
    </dgm:fillClrLst>
    <dgm:linClrLst meth="repeat">
      <a:schemeClr val="dk1"/>
    </dgm:linClrLst>
    <dgm:effectClrLst/>
    <dgm:txLinClrLst/>
    <dgm:txFillClrLst meth="repeat">
      <a:schemeClr val="lt1"/>
    </dgm:txFillClrLst>
    <dgm:txEffectClrLst/>
  </dgm:styleLbl>
  <dgm:styleLbl name="trBgShp">
    <dgm:fillClrLst meth="repeat">
      <a:schemeClr val="accent2">
        <a:tint val="50000"/>
        <a:alpha val="40000"/>
      </a:schemeClr>
    </dgm:fillClrLst>
    <dgm:linClrLst meth="repeat">
      <a:schemeClr val="accent2"/>
    </dgm:linClrLst>
    <dgm:effectClrLst/>
    <dgm:txLinClrLst/>
    <dgm:txFillClrLst meth="repeat">
      <a:schemeClr val="lt1"/>
    </dgm:txFillClrLst>
    <dgm:txEffectClrLst/>
  </dgm:styleLbl>
  <dgm:styleLbl name="fgShp">
    <dgm:fillClrLst meth="repeat">
      <a:schemeClr val="accent2">
        <a:tint val="40000"/>
      </a:schemeClr>
    </dgm:fillClrLst>
    <dgm:linClrLst meth="repeat">
      <a:schemeClr val="lt1"/>
    </dgm:linClrLst>
    <dgm:effectClrLst/>
    <dgm:txLinClrLst/>
    <dgm:txFillClrLst meth="repeat">
      <a:schemeClr val="dk1"/>
    </dgm:txFillClrLst>
    <dgm:txEffectClrLst/>
  </dgm:styleLbl>
  <dgm:styleLbl name="revTx">
    <dgm:fillClrLst meth="repeat">
      <a:schemeClr val="lt1">
        <a:alpha val="0"/>
      </a:schemeClr>
    </dgm:fillClrLst>
    <dgm:linClrLst meth="repeat">
      <a:schemeClr val="dk1">
        <a:alpha val="0"/>
      </a:schemeClr>
    </dgm:linClrLst>
    <dgm:effectClrLst/>
    <dgm:txLinClrLst/>
    <dgm:txFillClrLst meth="repeat">
      <a:schemeClr val="tx1"/>
    </dgm:txFillClrLst>
    <dgm:txEffectClrLst/>
  </dgm:styleLbl>
</dgm:colorsDef>
</file>

<file path=ppt/diagrams/colors76.xml><?xml version="1.0" encoding="utf-8"?>
<dgm:colorsDef xmlns:dgm="http://schemas.openxmlformats.org/drawingml/2006/diagram" xmlns:a="http://schemas.openxmlformats.org/drawingml/2006/main" uniqueId="urn:microsoft.com/office/officeart/2018/5/colors/Iconchunking_neutralbg_colorful2">
  <dgm:title val=""/>
  <dgm:desc val=""/>
  <dgm:catLst>
    <dgm:cat type="colorful" pri="10200"/>
  </dgm:catLst>
  <dgm:styleLbl name="node0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node1">
    <dgm:fillClrLst>
      <a:schemeClr val="accent2"/>
      <a:schemeClr val="accent3"/>
    </dgm:fillClrLst>
    <dgm:linClrLst meth="repeat">
      <a:schemeClr val="lt1">
        <a:alpha val="0"/>
      </a:schemeClr>
    </dgm:linClrLst>
    <dgm:effectClrLst/>
    <dgm:txLinClrLst/>
    <dgm:txFillClrLst/>
    <dgm:txEffectClrLst/>
  </dgm:styleLbl>
  <dgm:styleLbl name="alignNode1">
    <dgm:fillClrLst>
      <a:schemeClr val="accent2"/>
      <a:schemeClr val="accent3"/>
    </dgm:fillClrLst>
    <dgm:linClrLst>
      <a:schemeClr val="accent2"/>
      <a:schemeClr val="accent3"/>
    </dgm:linClrLst>
    <dgm:effectClrLst/>
    <dgm:txLinClrLst/>
    <dgm:txFillClrLst/>
    <dgm:txEffectClrLst/>
  </dgm:styleLbl>
  <dgm:styleLbl name="lnNode1">
    <dgm:fillClrLst>
      <a:schemeClr val="accent2"/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vennNode1">
    <dgm:fillClrLst>
      <a:schemeClr val="accent2">
        <a:alpha val="50000"/>
      </a:schemeClr>
      <a:schemeClr val="accent3">
        <a:alpha val="50000"/>
      </a:schemeClr>
    </dgm:fillClrLst>
    <dgm:linClrLst meth="repeat">
      <a:schemeClr val="lt1"/>
    </dgm:linClrLst>
    <dgm:effectClrLst/>
    <dgm:txLinClrLst/>
    <dgm:txFillClrLst/>
    <dgm:txEffectClrLst/>
  </dgm:styleLbl>
  <dgm:styleLbl name="node2">
    <dgm:fillClrLst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node3">
    <dgm:fillClrLst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node4">
    <dgm:fillClrLst>
      <a:schemeClr val="accent5"/>
    </dgm:fillClrLst>
    <dgm:linClrLst meth="repeat">
      <a:schemeClr val="lt1"/>
    </dgm:linClrLst>
    <dgm:effectClrLst/>
    <dgm:txLinClrLst/>
    <dgm:txFillClrLst/>
    <dgm:txEffectClrLst/>
  </dgm:styleLbl>
  <dgm:styleLbl name="fgImgPlace1">
    <dgm:fillClrLst>
      <a:schemeClr val="accent2">
        <a:tint val="50000"/>
      </a:schemeClr>
      <a:schemeClr val="accent3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alignImgPlace1">
    <dgm:fillClrLst>
      <a:schemeClr val="accent2">
        <a:tint val="50000"/>
      </a:schemeClr>
      <a:schemeClr val="accent3">
        <a:tint val="2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bgImgPlace1">
    <dgm:fillClrLst>
      <a:schemeClr val="accent2">
        <a:tint val="50000"/>
      </a:schemeClr>
      <a:schemeClr val="accent3">
        <a:tint val="2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sibTrans2D1">
    <dgm:fillClrLst>
      <a:schemeClr val="accent2"/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fgSibTrans2D1">
    <dgm:fillClrLst>
      <a:schemeClr val="accent2"/>
      <a:schemeClr val="accent3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bgSibTrans2D1">
    <dgm:fillClrLst>
      <a:schemeClr val="accent2"/>
      <a:schemeClr val="accent3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sibTrans1D1">
    <dgm:fillClrLst/>
    <dgm:linClrLst>
      <a:schemeClr val="accent2"/>
      <a:schemeClr val="accent3"/>
    </dgm:linClrLst>
    <dgm:effectClrLst/>
    <dgm:txLinClrLst/>
    <dgm:txFillClrLst meth="repeat">
      <a:schemeClr val="tx1"/>
    </dgm:txFillClrLst>
    <dgm:txEffectClrLst/>
  </dgm:styleLbl>
  <dgm:styleLbl name="callout">
    <dgm:fillClrLst meth="repeat">
      <a:schemeClr val="accent2"/>
    </dgm:fillClrLst>
    <dgm:linClrLst meth="repeat">
      <a:schemeClr val="accent2">
        <a:tint val="50000"/>
      </a:schemeClr>
    </dgm:linClrLst>
    <dgm:effectClrLst/>
    <dgm:txLinClrLst/>
    <dgm:txFillClrLst meth="repeat">
      <a:schemeClr val="tx1"/>
    </dgm:txFillClrLst>
    <dgm:txEffectClrLst/>
  </dgm:styleLbl>
  <dgm:styleLbl name="asst0">
    <dgm:fillClrLst meth="repeat">
      <a:schemeClr val="accent2"/>
    </dgm:fillClrLst>
    <dgm:linClrLst meth="repeat">
      <a:schemeClr val="lt1">
        <a:shade val="80000"/>
      </a:schemeClr>
    </dgm:linClrLst>
    <dgm:effectClrLst/>
    <dgm:txLinClrLst/>
    <dgm:txFillClrLst/>
    <dgm:txEffectClrLst/>
  </dgm:styleLbl>
  <dgm:styleLbl name="asst1">
    <dgm:fillClrLst meth="repeat">
      <a:schemeClr val="accent3"/>
    </dgm:fillClrLst>
    <dgm:linClrLst meth="repeat">
      <a:schemeClr val="lt1">
        <a:shade val="80000"/>
      </a:schemeClr>
    </dgm:linClrLst>
    <dgm:effectClrLst/>
    <dgm:txLinClrLst/>
    <dgm:txFillClrLst/>
    <dgm:txEffectClrLst/>
  </dgm:styleLbl>
  <dgm:styleLbl name="asst2">
    <dgm:fillClrLst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asst3">
    <dgm:fillClrLst>
      <a:schemeClr val="accent5"/>
    </dgm:fillClrLst>
    <dgm:linClrLst meth="repeat">
      <a:schemeClr val="lt1"/>
    </dgm:linClrLst>
    <dgm:effectClrLst/>
    <dgm:txLinClrLst/>
    <dgm:txFillClrLst/>
    <dgm:txEffectClrLst/>
  </dgm:styleLbl>
  <dgm:styleLbl name="asst4">
    <dgm:fillClrLst>
      <a:schemeClr val="accent6"/>
    </dgm:fillClrLst>
    <dgm:linClrLst meth="repeat">
      <a:schemeClr val="lt1"/>
    </dgm:linClrLst>
    <dgm:effectClrLst/>
    <dgm:txLinClrLst/>
    <dgm:txFillClrLst/>
    <dgm:txEffectClrLst/>
  </dgm:styleLbl>
  <dgm:styleLbl name="parChTrans2D1">
    <dgm:fillClrLst meth="repeat">
      <a:schemeClr val="accent2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parChTrans2D2">
    <dgm:fillClrLst meth="repeat"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parChTrans2D3">
    <dgm:fillClrLst meth="repeat"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parChTrans2D4">
    <dgm:fillClrLst meth="repeat">
      <a:schemeClr val="accent5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parChTrans1D1">
    <dgm:fillClrLst meth="repeat">
      <a:schemeClr val="accent2"/>
    </dgm:fillClrLst>
    <dgm:linClrLst meth="repeat">
      <a:schemeClr val="accent2"/>
    </dgm:linClrLst>
    <dgm:effectClrLst/>
    <dgm:txLinClrLst/>
    <dgm:txFillClrLst meth="repeat">
      <a:schemeClr val="tx1"/>
    </dgm:txFillClrLst>
    <dgm:txEffectClrLst/>
  </dgm:styleLbl>
  <dgm:styleLbl name="parChTrans1D2">
    <dgm:fillClrLst meth="repeat">
      <a:schemeClr val="accent2">
        <a:tint val="90000"/>
      </a:schemeClr>
    </dgm:fillClrLst>
    <dgm:linClrLst meth="repeat">
      <a:schemeClr val="accent3"/>
    </dgm:linClrLst>
    <dgm:effectClrLst/>
    <dgm:txLinClrLst/>
    <dgm:txFillClrLst meth="repeat">
      <a:schemeClr val="tx1"/>
    </dgm:txFillClrLst>
    <dgm:txEffectClrLst/>
  </dgm:styleLbl>
  <dgm:styleLbl name="parChTrans1D3">
    <dgm:fillClrLst meth="repeat">
      <a:schemeClr val="accent2">
        <a:tint val="70000"/>
      </a:schemeClr>
    </dgm:fillClrLst>
    <dgm:linClrLst meth="repeat">
      <a:schemeClr val="accent4"/>
    </dgm:linClrLst>
    <dgm:effectClrLst/>
    <dgm:txLinClrLst/>
    <dgm:txFillClrLst meth="repeat">
      <a:schemeClr val="tx1"/>
    </dgm:txFillClrLst>
    <dgm:txEffectClrLst/>
  </dgm:styleLbl>
  <dgm:styleLbl name="parChTrans1D4">
    <dgm:fillClrLst meth="repeat">
      <a:schemeClr val="accent2">
        <a:tint val="50000"/>
      </a:schemeClr>
    </dgm:fillClrLst>
    <dgm:linClrLst meth="repeat">
      <a:schemeClr val="accent5"/>
    </dgm:linClrLst>
    <dgm:effectClrLst/>
    <dgm:txLinClrLst/>
    <dgm:txFillClrLst meth="repeat">
      <a:schemeClr val="tx1"/>
    </dgm:txFillClrLst>
    <dgm:txEffectClrLst/>
  </dgm:styleLbl>
  <dgm:styleLbl name="fgAcc1">
    <dgm:fillClrLst meth="repeat">
      <a:schemeClr val="lt1">
        <a:alpha val="90000"/>
      </a:schemeClr>
    </dgm:fillClrLst>
    <dgm:linClrLst>
      <a:schemeClr val="accent2"/>
      <a:schemeClr val="accent3"/>
    </dgm:linClrLst>
    <dgm:effectClrLst/>
    <dgm:txLinClrLst/>
    <dgm:txFillClrLst meth="repeat">
      <a:schemeClr val="dk1"/>
    </dgm:txFillClrLst>
    <dgm:txEffectClrLst/>
  </dgm:styleLbl>
  <dgm:styleLbl name="conFgAcc1">
    <dgm:fillClrLst meth="repeat">
      <a:schemeClr val="lt1">
        <a:alpha val="90000"/>
      </a:schemeClr>
    </dgm:fillClrLst>
    <dgm:linClrLst>
      <a:schemeClr val="accent2"/>
      <a:schemeClr val="accent3"/>
    </dgm:linClrLst>
    <dgm:effectClrLst/>
    <dgm:txLinClrLst/>
    <dgm:txFillClrLst meth="repeat">
      <a:schemeClr val="dk1"/>
    </dgm:txFillClrLst>
    <dgm:txEffectClrLst/>
  </dgm:styleLbl>
  <dgm:styleLbl name="alignAcc1">
    <dgm:fillClrLst meth="repeat">
      <a:schemeClr val="lt1">
        <a:alpha val="90000"/>
      </a:schemeClr>
    </dgm:fillClrLst>
    <dgm:linClrLst>
      <a:schemeClr val="accent2"/>
      <a:schemeClr val="accent3"/>
    </dgm:linClrLst>
    <dgm:effectClrLst/>
    <dgm:txLinClrLst/>
    <dgm:txFillClrLst meth="repeat">
      <a:schemeClr val="dk1"/>
    </dgm:txFillClrLst>
    <dgm:txEffectClrLst/>
  </dgm:styleLbl>
  <dgm:styleLbl name="trAlignAcc1">
    <dgm:fillClrLst meth="repeat">
      <a:schemeClr val="lt1">
        <a:alpha val="40000"/>
      </a:schemeClr>
    </dgm:fillClrLst>
    <dgm:linClrLst meth="repeat">
      <a:schemeClr val="accent2"/>
    </dgm:linClrLst>
    <dgm:effectClrLst/>
    <dgm:txLinClrLst/>
    <dgm:txFillClrLst meth="repeat">
      <a:schemeClr val="dk1"/>
    </dgm:txFillClrLst>
    <dgm:txEffectClrLst/>
  </dgm:styleLbl>
  <dgm:styleLbl name="bgAcc1">
    <dgm:fillClrLst meth="repeat">
      <a:schemeClr val="lt1">
        <a:alpha val="90000"/>
      </a:schemeClr>
    </dgm:fillClrLst>
    <dgm:linClrLst>
      <a:schemeClr val="accent2"/>
      <a:schemeClr val="accent3"/>
    </dgm:linClrLst>
    <dgm:effectClrLst/>
    <dgm:txLinClrLst/>
    <dgm:txFillClrLst meth="repeat">
      <a:schemeClr val="dk1"/>
    </dgm:txFillClrLst>
    <dgm:txEffectClrLst/>
  </dgm:styleLbl>
  <dgm:styleLbl name="solidFgAcc1">
    <dgm:fillClrLst meth="repeat">
      <a:schemeClr val="lt1"/>
    </dgm:fillClrLst>
    <dgm:linClrLst>
      <a:schemeClr val="accent2"/>
      <a:schemeClr val="accent3"/>
    </dgm:linClrLst>
    <dgm:effectClrLst/>
    <dgm:txLinClrLst/>
    <dgm:txFillClrLst meth="repeat">
      <a:schemeClr val="dk1"/>
    </dgm:txFillClrLst>
    <dgm:txEffectClrLst/>
  </dgm:styleLbl>
  <dgm:styleLbl name="solidAlignAcc1">
    <dgm:fillClrLst meth="repeat">
      <a:schemeClr val="lt1"/>
    </dgm:fillClrLst>
    <dgm:linClrLst>
      <a:schemeClr val="accent2"/>
      <a:schemeClr val="accent3"/>
    </dgm:linClrLst>
    <dgm:effectClrLst/>
    <dgm:txLinClrLst/>
    <dgm:txFillClrLst meth="repeat">
      <a:schemeClr val="dk1"/>
    </dgm:txFillClrLst>
    <dgm:txEffectClrLst/>
  </dgm:styleLbl>
  <dgm:styleLbl name="solidBgAcc1">
    <dgm:fillClrLst meth="repeat">
      <a:schemeClr val="lt1"/>
    </dgm:fillClrLst>
    <dgm:linClrLst>
      <a:schemeClr val="accent2"/>
      <a:schemeClr val="accent3"/>
    </dgm:linClrLst>
    <dgm:effectClrLst/>
    <dgm:txLinClrLst/>
    <dgm:txFillClrLst meth="repeat">
      <a:schemeClr val="dk1"/>
    </dgm:txFillClrLst>
    <dgm:txEffectClrLst/>
  </dgm:styleLbl>
  <dgm:styleLbl name="fgAccFollowNode1">
    <dgm:fillClrLst>
      <a:schemeClr val="accent2">
        <a:tint val="40000"/>
        <a:alpha val="90000"/>
      </a:schemeClr>
      <a:schemeClr val="accent3">
        <a:tint val="40000"/>
        <a:alpha val="90000"/>
      </a:schemeClr>
    </dgm:fillClrLst>
    <dgm:linClrLst>
      <a:schemeClr val="accent2">
        <a:tint val="40000"/>
        <a:alpha val="90000"/>
      </a:schemeClr>
      <a:schemeClr val="accent3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alignAccFollowNode1">
    <dgm:fillClrLst>
      <a:schemeClr val="accent2">
        <a:tint val="40000"/>
        <a:alpha val="90000"/>
      </a:schemeClr>
      <a:schemeClr val="accent3">
        <a:tint val="40000"/>
        <a:alpha val="90000"/>
      </a:schemeClr>
    </dgm:fillClrLst>
    <dgm:linClrLst>
      <a:schemeClr val="accent2">
        <a:tint val="40000"/>
        <a:alpha val="90000"/>
      </a:schemeClr>
      <a:schemeClr val="accent3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bgAccFollowNode1">
    <dgm:fillClrLst>
      <a:schemeClr val="accent2">
        <a:tint val="40000"/>
        <a:alpha val="90000"/>
      </a:schemeClr>
      <a:schemeClr val="accent3">
        <a:tint val="40000"/>
        <a:alpha val="90000"/>
      </a:schemeClr>
    </dgm:fillClrLst>
    <dgm:linClrLst>
      <a:schemeClr val="accent2">
        <a:tint val="40000"/>
        <a:alpha val="90000"/>
      </a:schemeClr>
      <a:schemeClr val="accent3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fgAcc0">
    <dgm:fillClrLst meth="repeat">
      <a:schemeClr val="lt1">
        <a:alpha val="90000"/>
      </a:schemeClr>
    </dgm:fillClrLst>
    <dgm:linClrLst>
      <a:schemeClr val="accent1"/>
    </dgm:linClrLst>
    <dgm:effectClrLst/>
    <dgm:txLinClrLst/>
    <dgm:txFillClrLst meth="repeat">
      <a:schemeClr val="dk1"/>
    </dgm:txFillClrLst>
    <dgm:txEffectClrLst/>
  </dgm:styleLbl>
  <dgm:styleLbl name="fgAcc2">
    <dgm:fillClrLst meth="repeat">
      <a:schemeClr val="lt1">
        <a:alpha val="90000"/>
      </a:schemeClr>
    </dgm:fillClrLst>
    <dgm:linClrLst>
      <a:schemeClr val="accent3"/>
    </dgm:linClrLst>
    <dgm:effectClrLst/>
    <dgm:txLinClrLst/>
    <dgm:txFillClrLst meth="repeat">
      <a:schemeClr val="dk1"/>
    </dgm:txFillClrLst>
    <dgm:txEffectClrLst/>
  </dgm:styleLbl>
  <dgm:styleLbl name="fgAcc3">
    <dgm:fillClrLst meth="repeat">
      <a:schemeClr val="lt1">
        <a:alpha val="90000"/>
      </a:schemeClr>
    </dgm:fillClrLst>
    <dgm:linClrLst>
      <a:schemeClr val="accent4"/>
    </dgm:linClrLst>
    <dgm:effectClrLst/>
    <dgm:txLinClrLst/>
    <dgm:txFillClrLst meth="repeat">
      <a:schemeClr val="dk1"/>
    </dgm:txFillClrLst>
    <dgm:txEffectClrLst/>
  </dgm:styleLbl>
  <dgm:styleLbl name="fgAcc4">
    <dgm:fillClrLst meth="repeat">
      <a:schemeClr val="lt1">
        <a:alpha val="90000"/>
      </a:schemeClr>
    </dgm:fillClrLst>
    <dgm:linClrLst>
      <a:schemeClr val="accent5"/>
    </dgm:linClrLst>
    <dgm:effectClrLst/>
    <dgm:txLinClrLst/>
    <dgm:txFillClrLst meth="repeat">
      <a:schemeClr val="dk1"/>
    </dgm:txFillClrLst>
    <dgm:txEffectClrLst/>
  </dgm:styleLbl>
  <dgm:styleLbl name="bgShp">
    <dgm:fillClrLst meth="repeat">
      <a:schemeClr val="bg1">
        <a:lumMod val="95000"/>
      </a:schemeClr>
    </dgm:fillClrLst>
    <dgm:linClrLst meth="repeat">
      <a:schemeClr val="dk1"/>
    </dgm:linClrLst>
    <dgm:effectClrLst/>
    <dgm:txLinClrLst/>
    <dgm:txFillClrLst meth="repeat">
      <a:schemeClr val="dk1"/>
    </dgm:txFillClrLst>
    <dgm:txEffectClrLst/>
  </dgm:styleLbl>
  <dgm:styleLbl name="dkBgShp">
    <dgm:fillClrLst meth="repeat">
      <a:schemeClr val="accent2">
        <a:shade val="90000"/>
      </a:schemeClr>
    </dgm:fillClrLst>
    <dgm:linClrLst meth="repeat">
      <a:schemeClr val="dk1"/>
    </dgm:linClrLst>
    <dgm:effectClrLst/>
    <dgm:txLinClrLst/>
    <dgm:txFillClrLst meth="repeat">
      <a:schemeClr val="lt1"/>
    </dgm:txFillClrLst>
    <dgm:txEffectClrLst/>
  </dgm:styleLbl>
  <dgm:styleLbl name="trBgShp">
    <dgm:fillClrLst meth="repeat">
      <a:schemeClr val="accent2">
        <a:tint val="50000"/>
        <a:alpha val="40000"/>
      </a:schemeClr>
    </dgm:fillClrLst>
    <dgm:linClrLst meth="repeat">
      <a:schemeClr val="accent2"/>
    </dgm:linClrLst>
    <dgm:effectClrLst/>
    <dgm:txLinClrLst/>
    <dgm:txFillClrLst meth="repeat">
      <a:schemeClr val="lt1"/>
    </dgm:txFillClrLst>
    <dgm:txEffectClrLst/>
  </dgm:styleLbl>
  <dgm:styleLbl name="fgShp">
    <dgm:fillClrLst meth="repeat">
      <a:schemeClr val="accent2">
        <a:tint val="40000"/>
      </a:schemeClr>
    </dgm:fillClrLst>
    <dgm:linClrLst meth="repeat">
      <a:schemeClr val="lt1"/>
    </dgm:linClrLst>
    <dgm:effectClrLst/>
    <dgm:txLinClrLst/>
    <dgm:txFillClrLst meth="repeat">
      <a:schemeClr val="dk1"/>
    </dgm:txFillClrLst>
    <dgm:txEffectClrLst/>
  </dgm:styleLbl>
  <dgm:styleLbl name="revTx">
    <dgm:fillClrLst meth="repeat">
      <a:schemeClr val="lt1">
        <a:alpha val="0"/>
      </a:schemeClr>
    </dgm:fillClrLst>
    <dgm:linClrLst meth="repeat">
      <a:schemeClr val="dk1">
        <a:alpha val="0"/>
      </a:schemeClr>
    </dgm:linClrLst>
    <dgm:effectClrLst/>
    <dgm:txLinClrLst/>
    <dgm:txFillClrLst meth="repeat">
      <a:schemeClr val="tx1"/>
    </dgm:txFillClrLst>
    <dgm:txEffectClrLst/>
  </dgm:styleLbl>
</dgm:colorsDef>
</file>

<file path=ppt/diagrams/colors77.xml><?xml version="1.0" encoding="utf-8"?>
<dgm:colorsDef xmlns:dgm="http://schemas.openxmlformats.org/drawingml/2006/diagram" xmlns:a="http://schemas.openxmlformats.org/drawingml/2006/main" uniqueId="urn:microsoft.com/office/officeart/2018/5/colors/Iconchunking_neutralbg_colorful2">
  <dgm:title val=""/>
  <dgm:desc val=""/>
  <dgm:catLst>
    <dgm:cat type="colorful" pri="10200"/>
  </dgm:catLst>
  <dgm:styleLbl name="node0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node1">
    <dgm:fillClrLst>
      <a:schemeClr val="accent2"/>
      <a:schemeClr val="accent3"/>
    </dgm:fillClrLst>
    <dgm:linClrLst meth="repeat">
      <a:schemeClr val="lt1">
        <a:alpha val="0"/>
      </a:schemeClr>
    </dgm:linClrLst>
    <dgm:effectClrLst/>
    <dgm:txLinClrLst/>
    <dgm:txFillClrLst/>
    <dgm:txEffectClrLst/>
  </dgm:styleLbl>
  <dgm:styleLbl name="alignNode1">
    <dgm:fillClrLst>
      <a:schemeClr val="accent2"/>
      <a:schemeClr val="accent3"/>
    </dgm:fillClrLst>
    <dgm:linClrLst>
      <a:schemeClr val="accent2"/>
      <a:schemeClr val="accent3"/>
    </dgm:linClrLst>
    <dgm:effectClrLst/>
    <dgm:txLinClrLst/>
    <dgm:txFillClrLst/>
    <dgm:txEffectClrLst/>
  </dgm:styleLbl>
  <dgm:styleLbl name="lnNode1">
    <dgm:fillClrLst>
      <a:schemeClr val="accent2"/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vennNode1">
    <dgm:fillClrLst>
      <a:schemeClr val="accent2">
        <a:alpha val="50000"/>
      </a:schemeClr>
      <a:schemeClr val="accent3">
        <a:alpha val="50000"/>
      </a:schemeClr>
    </dgm:fillClrLst>
    <dgm:linClrLst meth="repeat">
      <a:schemeClr val="lt1"/>
    </dgm:linClrLst>
    <dgm:effectClrLst/>
    <dgm:txLinClrLst/>
    <dgm:txFillClrLst/>
    <dgm:txEffectClrLst/>
  </dgm:styleLbl>
  <dgm:styleLbl name="node2">
    <dgm:fillClrLst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node3">
    <dgm:fillClrLst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node4">
    <dgm:fillClrLst>
      <a:schemeClr val="accent5"/>
    </dgm:fillClrLst>
    <dgm:linClrLst meth="repeat">
      <a:schemeClr val="lt1"/>
    </dgm:linClrLst>
    <dgm:effectClrLst/>
    <dgm:txLinClrLst/>
    <dgm:txFillClrLst/>
    <dgm:txEffectClrLst/>
  </dgm:styleLbl>
  <dgm:styleLbl name="fgImgPlace1">
    <dgm:fillClrLst>
      <a:schemeClr val="accent2">
        <a:tint val="50000"/>
      </a:schemeClr>
      <a:schemeClr val="accent3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alignImgPlace1">
    <dgm:fillClrLst>
      <a:schemeClr val="accent2">
        <a:tint val="50000"/>
      </a:schemeClr>
      <a:schemeClr val="accent3">
        <a:tint val="2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bgImgPlace1">
    <dgm:fillClrLst>
      <a:schemeClr val="accent2">
        <a:tint val="50000"/>
      </a:schemeClr>
      <a:schemeClr val="accent3">
        <a:tint val="2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sibTrans2D1">
    <dgm:fillClrLst>
      <a:schemeClr val="accent2"/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fgSibTrans2D1">
    <dgm:fillClrLst>
      <a:schemeClr val="accent2"/>
      <a:schemeClr val="accent3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bgSibTrans2D1">
    <dgm:fillClrLst>
      <a:schemeClr val="accent2"/>
      <a:schemeClr val="accent3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sibTrans1D1">
    <dgm:fillClrLst/>
    <dgm:linClrLst>
      <a:schemeClr val="accent2"/>
      <a:schemeClr val="accent3"/>
    </dgm:linClrLst>
    <dgm:effectClrLst/>
    <dgm:txLinClrLst/>
    <dgm:txFillClrLst meth="repeat">
      <a:schemeClr val="tx1"/>
    </dgm:txFillClrLst>
    <dgm:txEffectClrLst/>
  </dgm:styleLbl>
  <dgm:styleLbl name="callout">
    <dgm:fillClrLst meth="repeat">
      <a:schemeClr val="accent2"/>
    </dgm:fillClrLst>
    <dgm:linClrLst meth="repeat">
      <a:schemeClr val="accent2">
        <a:tint val="50000"/>
      </a:schemeClr>
    </dgm:linClrLst>
    <dgm:effectClrLst/>
    <dgm:txLinClrLst/>
    <dgm:txFillClrLst meth="repeat">
      <a:schemeClr val="tx1"/>
    </dgm:txFillClrLst>
    <dgm:txEffectClrLst/>
  </dgm:styleLbl>
  <dgm:styleLbl name="asst0">
    <dgm:fillClrLst meth="repeat">
      <a:schemeClr val="accent2"/>
    </dgm:fillClrLst>
    <dgm:linClrLst meth="repeat">
      <a:schemeClr val="lt1">
        <a:shade val="80000"/>
      </a:schemeClr>
    </dgm:linClrLst>
    <dgm:effectClrLst/>
    <dgm:txLinClrLst/>
    <dgm:txFillClrLst/>
    <dgm:txEffectClrLst/>
  </dgm:styleLbl>
  <dgm:styleLbl name="asst1">
    <dgm:fillClrLst meth="repeat">
      <a:schemeClr val="accent3"/>
    </dgm:fillClrLst>
    <dgm:linClrLst meth="repeat">
      <a:schemeClr val="lt1">
        <a:shade val="80000"/>
      </a:schemeClr>
    </dgm:linClrLst>
    <dgm:effectClrLst/>
    <dgm:txLinClrLst/>
    <dgm:txFillClrLst/>
    <dgm:txEffectClrLst/>
  </dgm:styleLbl>
  <dgm:styleLbl name="asst2">
    <dgm:fillClrLst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asst3">
    <dgm:fillClrLst>
      <a:schemeClr val="accent5"/>
    </dgm:fillClrLst>
    <dgm:linClrLst meth="repeat">
      <a:schemeClr val="lt1"/>
    </dgm:linClrLst>
    <dgm:effectClrLst/>
    <dgm:txLinClrLst/>
    <dgm:txFillClrLst/>
    <dgm:txEffectClrLst/>
  </dgm:styleLbl>
  <dgm:styleLbl name="asst4">
    <dgm:fillClrLst>
      <a:schemeClr val="accent6"/>
    </dgm:fillClrLst>
    <dgm:linClrLst meth="repeat">
      <a:schemeClr val="lt1"/>
    </dgm:linClrLst>
    <dgm:effectClrLst/>
    <dgm:txLinClrLst/>
    <dgm:txFillClrLst/>
    <dgm:txEffectClrLst/>
  </dgm:styleLbl>
  <dgm:styleLbl name="parChTrans2D1">
    <dgm:fillClrLst meth="repeat">
      <a:schemeClr val="accent2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parChTrans2D2">
    <dgm:fillClrLst meth="repeat"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parChTrans2D3">
    <dgm:fillClrLst meth="repeat"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parChTrans2D4">
    <dgm:fillClrLst meth="repeat">
      <a:schemeClr val="accent5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parChTrans1D1">
    <dgm:fillClrLst meth="repeat">
      <a:schemeClr val="accent2"/>
    </dgm:fillClrLst>
    <dgm:linClrLst meth="repeat">
      <a:schemeClr val="accent2"/>
    </dgm:linClrLst>
    <dgm:effectClrLst/>
    <dgm:txLinClrLst/>
    <dgm:txFillClrLst meth="repeat">
      <a:schemeClr val="tx1"/>
    </dgm:txFillClrLst>
    <dgm:txEffectClrLst/>
  </dgm:styleLbl>
  <dgm:styleLbl name="parChTrans1D2">
    <dgm:fillClrLst meth="repeat">
      <a:schemeClr val="accent2">
        <a:tint val="90000"/>
      </a:schemeClr>
    </dgm:fillClrLst>
    <dgm:linClrLst meth="repeat">
      <a:schemeClr val="accent3"/>
    </dgm:linClrLst>
    <dgm:effectClrLst/>
    <dgm:txLinClrLst/>
    <dgm:txFillClrLst meth="repeat">
      <a:schemeClr val="tx1"/>
    </dgm:txFillClrLst>
    <dgm:txEffectClrLst/>
  </dgm:styleLbl>
  <dgm:styleLbl name="parChTrans1D3">
    <dgm:fillClrLst meth="repeat">
      <a:schemeClr val="accent2">
        <a:tint val="70000"/>
      </a:schemeClr>
    </dgm:fillClrLst>
    <dgm:linClrLst meth="repeat">
      <a:schemeClr val="accent4"/>
    </dgm:linClrLst>
    <dgm:effectClrLst/>
    <dgm:txLinClrLst/>
    <dgm:txFillClrLst meth="repeat">
      <a:schemeClr val="tx1"/>
    </dgm:txFillClrLst>
    <dgm:txEffectClrLst/>
  </dgm:styleLbl>
  <dgm:styleLbl name="parChTrans1D4">
    <dgm:fillClrLst meth="repeat">
      <a:schemeClr val="accent2">
        <a:tint val="50000"/>
      </a:schemeClr>
    </dgm:fillClrLst>
    <dgm:linClrLst meth="repeat">
      <a:schemeClr val="accent5"/>
    </dgm:linClrLst>
    <dgm:effectClrLst/>
    <dgm:txLinClrLst/>
    <dgm:txFillClrLst meth="repeat">
      <a:schemeClr val="tx1"/>
    </dgm:txFillClrLst>
    <dgm:txEffectClrLst/>
  </dgm:styleLbl>
  <dgm:styleLbl name="fgAcc1">
    <dgm:fillClrLst meth="repeat">
      <a:schemeClr val="lt1">
        <a:alpha val="90000"/>
      </a:schemeClr>
    </dgm:fillClrLst>
    <dgm:linClrLst>
      <a:schemeClr val="accent2"/>
      <a:schemeClr val="accent3"/>
    </dgm:linClrLst>
    <dgm:effectClrLst/>
    <dgm:txLinClrLst/>
    <dgm:txFillClrLst meth="repeat">
      <a:schemeClr val="dk1"/>
    </dgm:txFillClrLst>
    <dgm:txEffectClrLst/>
  </dgm:styleLbl>
  <dgm:styleLbl name="conFgAcc1">
    <dgm:fillClrLst meth="repeat">
      <a:schemeClr val="lt1">
        <a:alpha val="90000"/>
      </a:schemeClr>
    </dgm:fillClrLst>
    <dgm:linClrLst>
      <a:schemeClr val="accent2"/>
      <a:schemeClr val="accent3"/>
    </dgm:linClrLst>
    <dgm:effectClrLst/>
    <dgm:txLinClrLst/>
    <dgm:txFillClrLst meth="repeat">
      <a:schemeClr val="dk1"/>
    </dgm:txFillClrLst>
    <dgm:txEffectClrLst/>
  </dgm:styleLbl>
  <dgm:styleLbl name="alignAcc1">
    <dgm:fillClrLst meth="repeat">
      <a:schemeClr val="lt1">
        <a:alpha val="90000"/>
      </a:schemeClr>
    </dgm:fillClrLst>
    <dgm:linClrLst>
      <a:schemeClr val="accent2"/>
      <a:schemeClr val="accent3"/>
    </dgm:linClrLst>
    <dgm:effectClrLst/>
    <dgm:txLinClrLst/>
    <dgm:txFillClrLst meth="repeat">
      <a:schemeClr val="dk1"/>
    </dgm:txFillClrLst>
    <dgm:txEffectClrLst/>
  </dgm:styleLbl>
  <dgm:styleLbl name="trAlignAcc1">
    <dgm:fillClrLst meth="repeat">
      <a:schemeClr val="lt1">
        <a:alpha val="40000"/>
      </a:schemeClr>
    </dgm:fillClrLst>
    <dgm:linClrLst meth="repeat">
      <a:schemeClr val="accent2"/>
    </dgm:linClrLst>
    <dgm:effectClrLst/>
    <dgm:txLinClrLst/>
    <dgm:txFillClrLst meth="repeat">
      <a:schemeClr val="dk1"/>
    </dgm:txFillClrLst>
    <dgm:txEffectClrLst/>
  </dgm:styleLbl>
  <dgm:styleLbl name="bgAcc1">
    <dgm:fillClrLst meth="repeat">
      <a:schemeClr val="lt1">
        <a:alpha val="90000"/>
      </a:schemeClr>
    </dgm:fillClrLst>
    <dgm:linClrLst>
      <a:schemeClr val="accent2"/>
      <a:schemeClr val="accent3"/>
    </dgm:linClrLst>
    <dgm:effectClrLst/>
    <dgm:txLinClrLst/>
    <dgm:txFillClrLst meth="repeat">
      <a:schemeClr val="dk1"/>
    </dgm:txFillClrLst>
    <dgm:txEffectClrLst/>
  </dgm:styleLbl>
  <dgm:styleLbl name="solidFgAcc1">
    <dgm:fillClrLst meth="repeat">
      <a:schemeClr val="lt1"/>
    </dgm:fillClrLst>
    <dgm:linClrLst>
      <a:schemeClr val="accent2"/>
      <a:schemeClr val="accent3"/>
    </dgm:linClrLst>
    <dgm:effectClrLst/>
    <dgm:txLinClrLst/>
    <dgm:txFillClrLst meth="repeat">
      <a:schemeClr val="dk1"/>
    </dgm:txFillClrLst>
    <dgm:txEffectClrLst/>
  </dgm:styleLbl>
  <dgm:styleLbl name="solidAlignAcc1">
    <dgm:fillClrLst meth="repeat">
      <a:schemeClr val="lt1"/>
    </dgm:fillClrLst>
    <dgm:linClrLst>
      <a:schemeClr val="accent2"/>
      <a:schemeClr val="accent3"/>
    </dgm:linClrLst>
    <dgm:effectClrLst/>
    <dgm:txLinClrLst/>
    <dgm:txFillClrLst meth="repeat">
      <a:schemeClr val="dk1"/>
    </dgm:txFillClrLst>
    <dgm:txEffectClrLst/>
  </dgm:styleLbl>
  <dgm:styleLbl name="solidBgAcc1">
    <dgm:fillClrLst meth="repeat">
      <a:schemeClr val="lt1"/>
    </dgm:fillClrLst>
    <dgm:linClrLst>
      <a:schemeClr val="accent2"/>
      <a:schemeClr val="accent3"/>
    </dgm:linClrLst>
    <dgm:effectClrLst/>
    <dgm:txLinClrLst/>
    <dgm:txFillClrLst meth="repeat">
      <a:schemeClr val="dk1"/>
    </dgm:txFillClrLst>
    <dgm:txEffectClrLst/>
  </dgm:styleLbl>
  <dgm:styleLbl name="fgAccFollowNode1">
    <dgm:fillClrLst>
      <a:schemeClr val="accent2">
        <a:tint val="40000"/>
        <a:alpha val="90000"/>
      </a:schemeClr>
      <a:schemeClr val="accent3">
        <a:tint val="40000"/>
        <a:alpha val="90000"/>
      </a:schemeClr>
    </dgm:fillClrLst>
    <dgm:linClrLst>
      <a:schemeClr val="accent2">
        <a:tint val="40000"/>
        <a:alpha val="90000"/>
      </a:schemeClr>
      <a:schemeClr val="accent3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alignAccFollowNode1">
    <dgm:fillClrLst>
      <a:schemeClr val="accent2">
        <a:tint val="40000"/>
        <a:alpha val="90000"/>
      </a:schemeClr>
      <a:schemeClr val="accent3">
        <a:tint val="40000"/>
        <a:alpha val="90000"/>
      </a:schemeClr>
    </dgm:fillClrLst>
    <dgm:linClrLst>
      <a:schemeClr val="accent2">
        <a:tint val="40000"/>
        <a:alpha val="90000"/>
      </a:schemeClr>
      <a:schemeClr val="accent3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bgAccFollowNode1">
    <dgm:fillClrLst>
      <a:schemeClr val="accent2">
        <a:tint val="40000"/>
        <a:alpha val="90000"/>
      </a:schemeClr>
      <a:schemeClr val="accent3">
        <a:tint val="40000"/>
        <a:alpha val="90000"/>
      </a:schemeClr>
    </dgm:fillClrLst>
    <dgm:linClrLst>
      <a:schemeClr val="accent2">
        <a:tint val="40000"/>
        <a:alpha val="90000"/>
      </a:schemeClr>
      <a:schemeClr val="accent3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fgAcc0">
    <dgm:fillClrLst meth="repeat">
      <a:schemeClr val="lt1">
        <a:alpha val="90000"/>
      </a:schemeClr>
    </dgm:fillClrLst>
    <dgm:linClrLst>
      <a:schemeClr val="accent1"/>
    </dgm:linClrLst>
    <dgm:effectClrLst/>
    <dgm:txLinClrLst/>
    <dgm:txFillClrLst meth="repeat">
      <a:schemeClr val="dk1"/>
    </dgm:txFillClrLst>
    <dgm:txEffectClrLst/>
  </dgm:styleLbl>
  <dgm:styleLbl name="fgAcc2">
    <dgm:fillClrLst meth="repeat">
      <a:schemeClr val="lt1">
        <a:alpha val="90000"/>
      </a:schemeClr>
    </dgm:fillClrLst>
    <dgm:linClrLst>
      <a:schemeClr val="accent3"/>
    </dgm:linClrLst>
    <dgm:effectClrLst/>
    <dgm:txLinClrLst/>
    <dgm:txFillClrLst meth="repeat">
      <a:schemeClr val="dk1"/>
    </dgm:txFillClrLst>
    <dgm:txEffectClrLst/>
  </dgm:styleLbl>
  <dgm:styleLbl name="fgAcc3">
    <dgm:fillClrLst meth="repeat">
      <a:schemeClr val="lt1">
        <a:alpha val="90000"/>
      </a:schemeClr>
    </dgm:fillClrLst>
    <dgm:linClrLst>
      <a:schemeClr val="accent4"/>
    </dgm:linClrLst>
    <dgm:effectClrLst/>
    <dgm:txLinClrLst/>
    <dgm:txFillClrLst meth="repeat">
      <a:schemeClr val="dk1"/>
    </dgm:txFillClrLst>
    <dgm:txEffectClrLst/>
  </dgm:styleLbl>
  <dgm:styleLbl name="fgAcc4">
    <dgm:fillClrLst meth="repeat">
      <a:schemeClr val="lt1">
        <a:alpha val="90000"/>
      </a:schemeClr>
    </dgm:fillClrLst>
    <dgm:linClrLst>
      <a:schemeClr val="accent5"/>
    </dgm:linClrLst>
    <dgm:effectClrLst/>
    <dgm:txLinClrLst/>
    <dgm:txFillClrLst meth="repeat">
      <a:schemeClr val="dk1"/>
    </dgm:txFillClrLst>
    <dgm:txEffectClrLst/>
  </dgm:styleLbl>
  <dgm:styleLbl name="bgShp">
    <dgm:fillClrLst meth="repeat">
      <a:schemeClr val="bg1">
        <a:lumMod val="95000"/>
      </a:schemeClr>
    </dgm:fillClrLst>
    <dgm:linClrLst meth="repeat">
      <a:schemeClr val="dk1"/>
    </dgm:linClrLst>
    <dgm:effectClrLst/>
    <dgm:txLinClrLst/>
    <dgm:txFillClrLst meth="repeat">
      <a:schemeClr val="dk1"/>
    </dgm:txFillClrLst>
    <dgm:txEffectClrLst/>
  </dgm:styleLbl>
  <dgm:styleLbl name="dkBgShp">
    <dgm:fillClrLst meth="repeat">
      <a:schemeClr val="accent2">
        <a:shade val="90000"/>
      </a:schemeClr>
    </dgm:fillClrLst>
    <dgm:linClrLst meth="repeat">
      <a:schemeClr val="dk1"/>
    </dgm:linClrLst>
    <dgm:effectClrLst/>
    <dgm:txLinClrLst/>
    <dgm:txFillClrLst meth="repeat">
      <a:schemeClr val="lt1"/>
    </dgm:txFillClrLst>
    <dgm:txEffectClrLst/>
  </dgm:styleLbl>
  <dgm:styleLbl name="trBgShp">
    <dgm:fillClrLst meth="repeat">
      <a:schemeClr val="accent2">
        <a:tint val="50000"/>
        <a:alpha val="40000"/>
      </a:schemeClr>
    </dgm:fillClrLst>
    <dgm:linClrLst meth="repeat">
      <a:schemeClr val="accent2"/>
    </dgm:linClrLst>
    <dgm:effectClrLst/>
    <dgm:txLinClrLst/>
    <dgm:txFillClrLst meth="repeat">
      <a:schemeClr val="lt1"/>
    </dgm:txFillClrLst>
    <dgm:txEffectClrLst/>
  </dgm:styleLbl>
  <dgm:styleLbl name="fgShp">
    <dgm:fillClrLst meth="repeat">
      <a:schemeClr val="accent2">
        <a:tint val="40000"/>
      </a:schemeClr>
    </dgm:fillClrLst>
    <dgm:linClrLst meth="repeat">
      <a:schemeClr val="lt1"/>
    </dgm:linClrLst>
    <dgm:effectClrLst/>
    <dgm:txLinClrLst/>
    <dgm:txFillClrLst meth="repeat">
      <a:schemeClr val="dk1"/>
    </dgm:txFillClrLst>
    <dgm:txEffectClrLst/>
  </dgm:styleLbl>
  <dgm:styleLbl name="revTx">
    <dgm:fillClrLst meth="repeat">
      <a:schemeClr val="lt1">
        <a:alpha val="0"/>
      </a:schemeClr>
    </dgm:fillClrLst>
    <dgm:linClrLst meth="repeat">
      <a:schemeClr val="dk1">
        <a:alpha val="0"/>
      </a:schemeClr>
    </dgm:linClrLst>
    <dgm:effectClrLst/>
    <dgm:txLinClrLst/>
    <dgm:txFillClrLst meth="repeat">
      <a:schemeClr val="tx1"/>
    </dgm:txFillClrLst>
    <dgm:txEffectClrLst/>
  </dgm:styleLbl>
</dgm:colorsDef>
</file>

<file path=ppt/diagrams/colors78.xml><?xml version="1.0" encoding="utf-8"?>
<dgm:colorsDef xmlns:dgm="http://schemas.openxmlformats.org/drawingml/2006/diagram" xmlns:a="http://schemas.openxmlformats.org/drawingml/2006/main" uniqueId="urn:microsoft.com/office/officeart/2018/5/colors/Iconchunking_neutralbg_colorful2">
  <dgm:title val=""/>
  <dgm:desc val=""/>
  <dgm:catLst>
    <dgm:cat type="colorful" pri="10200"/>
  </dgm:catLst>
  <dgm:styleLbl name="node0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node1">
    <dgm:fillClrLst>
      <a:schemeClr val="accent2"/>
      <a:schemeClr val="accent3"/>
    </dgm:fillClrLst>
    <dgm:linClrLst meth="repeat">
      <a:schemeClr val="lt1">
        <a:alpha val="0"/>
      </a:schemeClr>
    </dgm:linClrLst>
    <dgm:effectClrLst/>
    <dgm:txLinClrLst/>
    <dgm:txFillClrLst/>
    <dgm:txEffectClrLst/>
  </dgm:styleLbl>
  <dgm:styleLbl name="alignNode1">
    <dgm:fillClrLst>
      <a:schemeClr val="accent2"/>
      <a:schemeClr val="accent3"/>
    </dgm:fillClrLst>
    <dgm:linClrLst>
      <a:schemeClr val="accent2"/>
      <a:schemeClr val="accent3"/>
    </dgm:linClrLst>
    <dgm:effectClrLst/>
    <dgm:txLinClrLst/>
    <dgm:txFillClrLst/>
    <dgm:txEffectClrLst/>
  </dgm:styleLbl>
  <dgm:styleLbl name="lnNode1">
    <dgm:fillClrLst>
      <a:schemeClr val="accent2"/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vennNode1">
    <dgm:fillClrLst>
      <a:schemeClr val="accent2">
        <a:alpha val="50000"/>
      </a:schemeClr>
      <a:schemeClr val="accent3">
        <a:alpha val="50000"/>
      </a:schemeClr>
    </dgm:fillClrLst>
    <dgm:linClrLst meth="repeat">
      <a:schemeClr val="lt1"/>
    </dgm:linClrLst>
    <dgm:effectClrLst/>
    <dgm:txLinClrLst/>
    <dgm:txFillClrLst/>
    <dgm:txEffectClrLst/>
  </dgm:styleLbl>
  <dgm:styleLbl name="node2">
    <dgm:fillClrLst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node3">
    <dgm:fillClrLst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node4">
    <dgm:fillClrLst>
      <a:schemeClr val="accent5"/>
    </dgm:fillClrLst>
    <dgm:linClrLst meth="repeat">
      <a:schemeClr val="lt1"/>
    </dgm:linClrLst>
    <dgm:effectClrLst/>
    <dgm:txLinClrLst/>
    <dgm:txFillClrLst/>
    <dgm:txEffectClrLst/>
  </dgm:styleLbl>
  <dgm:styleLbl name="fgImgPlace1">
    <dgm:fillClrLst>
      <a:schemeClr val="accent2">
        <a:tint val="50000"/>
      </a:schemeClr>
      <a:schemeClr val="accent3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alignImgPlace1">
    <dgm:fillClrLst>
      <a:schemeClr val="accent2">
        <a:tint val="50000"/>
      </a:schemeClr>
      <a:schemeClr val="accent3">
        <a:tint val="2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bgImgPlace1">
    <dgm:fillClrLst>
      <a:schemeClr val="accent2">
        <a:tint val="50000"/>
      </a:schemeClr>
      <a:schemeClr val="accent3">
        <a:tint val="2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sibTrans2D1">
    <dgm:fillClrLst>
      <a:schemeClr val="accent2"/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fgSibTrans2D1">
    <dgm:fillClrLst>
      <a:schemeClr val="accent2"/>
      <a:schemeClr val="accent3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bgSibTrans2D1">
    <dgm:fillClrLst>
      <a:schemeClr val="accent2"/>
      <a:schemeClr val="accent3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sibTrans1D1">
    <dgm:fillClrLst/>
    <dgm:linClrLst>
      <a:schemeClr val="accent2"/>
      <a:schemeClr val="accent3"/>
    </dgm:linClrLst>
    <dgm:effectClrLst/>
    <dgm:txLinClrLst/>
    <dgm:txFillClrLst meth="repeat">
      <a:schemeClr val="tx1"/>
    </dgm:txFillClrLst>
    <dgm:txEffectClrLst/>
  </dgm:styleLbl>
  <dgm:styleLbl name="callout">
    <dgm:fillClrLst meth="repeat">
      <a:schemeClr val="accent2"/>
    </dgm:fillClrLst>
    <dgm:linClrLst meth="repeat">
      <a:schemeClr val="accent2">
        <a:tint val="50000"/>
      </a:schemeClr>
    </dgm:linClrLst>
    <dgm:effectClrLst/>
    <dgm:txLinClrLst/>
    <dgm:txFillClrLst meth="repeat">
      <a:schemeClr val="tx1"/>
    </dgm:txFillClrLst>
    <dgm:txEffectClrLst/>
  </dgm:styleLbl>
  <dgm:styleLbl name="asst0">
    <dgm:fillClrLst meth="repeat">
      <a:schemeClr val="accent2"/>
    </dgm:fillClrLst>
    <dgm:linClrLst meth="repeat">
      <a:schemeClr val="lt1">
        <a:shade val="80000"/>
      </a:schemeClr>
    </dgm:linClrLst>
    <dgm:effectClrLst/>
    <dgm:txLinClrLst/>
    <dgm:txFillClrLst/>
    <dgm:txEffectClrLst/>
  </dgm:styleLbl>
  <dgm:styleLbl name="asst1">
    <dgm:fillClrLst meth="repeat">
      <a:schemeClr val="accent3"/>
    </dgm:fillClrLst>
    <dgm:linClrLst meth="repeat">
      <a:schemeClr val="lt1">
        <a:shade val="80000"/>
      </a:schemeClr>
    </dgm:linClrLst>
    <dgm:effectClrLst/>
    <dgm:txLinClrLst/>
    <dgm:txFillClrLst/>
    <dgm:txEffectClrLst/>
  </dgm:styleLbl>
  <dgm:styleLbl name="asst2">
    <dgm:fillClrLst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asst3">
    <dgm:fillClrLst>
      <a:schemeClr val="accent5"/>
    </dgm:fillClrLst>
    <dgm:linClrLst meth="repeat">
      <a:schemeClr val="lt1"/>
    </dgm:linClrLst>
    <dgm:effectClrLst/>
    <dgm:txLinClrLst/>
    <dgm:txFillClrLst/>
    <dgm:txEffectClrLst/>
  </dgm:styleLbl>
  <dgm:styleLbl name="asst4">
    <dgm:fillClrLst>
      <a:schemeClr val="accent6"/>
    </dgm:fillClrLst>
    <dgm:linClrLst meth="repeat">
      <a:schemeClr val="lt1"/>
    </dgm:linClrLst>
    <dgm:effectClrLst/>
    <dgm:txLinClrLst/>
    <dgm:txFillClrLst/>
    <dgm:txEffectClrLst/>
  </dgm:styleLbl>
  <dgm:styleLbl name="parChTrans2D1">
    <dgm:fillClrLst meth="repeat">
      <a:schemeClr val="accent2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parChTrans2D2">
    <dgm:fillClrLst meth="repeat"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parChTrans2D3">
    <dgm:fillClrLst meth="repeat"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parChTrans2D4">
    <dgm:fillClrLst meth="repeat">
      <a:schemeClr val="accent5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parChTrans1D1">
    <dgm:fillClrLst meth="repeat">
      <a:schemeClr val="accent2"/>
    </dgm:fillClrLst>
    <dgm:linClrLst meth="repeat">
      <a:schemeClr val="accent2"/>
    </dgm:linClrLst>
    <dgm:effectClrLst/>
    <dgm:txLinClrLst/>
    <dgm:txFillClrLst meth="repeat">
      <a:schemeClr val="tx1"/>
    </dgm:txFillClrLst>
    <dgm:txEffectClrLst/>
  </dgm:styleLbl>
  <dgm:styleLbl name="parChTrans1D2">
    <dgm:fillClrLst meth="repeat">
      <a:schemeClr val="accent2">
        <a:tint val="90000"/>
      </a:schemeClr>
    </dgm:fillClrLst>
    <dgm:linClrLst meth="repeat">
      <a:schemeClr val="accent3"/>
    </dgm:linClrLst>
    <dgm:effectClrLst/>
    <dgm:txLinClrLst/>
    <dgm:txFillClrLst meth="repeat">
      <a:schemeClr val="tx1"/>
    </dgm:txFillClrLst>
    <dgm:txEffectClrLst/>
  </dgm:styleLbl>
  <dgm:styleLbl name="parChTrans1D3">
    <dgm:fillClrLst meth="repeat">
      <a:schemeClr val="accent2">
        <a:tint val="70000"/>
      </a:schemeClr>
    </dgm:fillClrLst>
    <dgm:linClrLst meth="repeat">
      <a:schemeClr val="accent4"/>
    </dgm:linClrLst>
    <dgm:effectClrLst/>
    <dgm:txLinClrLst/>
    <dgm:txFillClrLst meth="repeat">
      <a:schemeClr val="tx1"/>
    </dgm:txFillClrLst>
    <dgm:txEffectClrLst/>
  </dgm:styleLbl>
  <dgm:styleLbl name="parChTrans1D4">
    <dgm:fillClrLst meth="repeat">
      <a:schemeClr val="accent2">
        <a:tint val="50000"/>
      </a:schemeClr>
    </dgm:fillClrLst>
    <dgm:linClrLst meth="repeat">
      <a:schemeClr val="accent5"/>
    </dgm:linClrLst>
    <dgm:effectClrLst/>
    <dgm:txLinClrLst/>
    <dgm:txFillClrLst meth="repeat">
      <a:schemeClr val="tx1"/>
    </dgm:txFillClrLst>
    <dgm:txEffectClrLst/>
  </dgm:styleLbl>
  <dgm:styleLbl name="fgAcc1">
    <dgm:fillClrLst meth="repeat">
      <a:schemeClr val="lt1">
        <a:alpha val="90000"/>
      </a:schemeClr>
    </dgm:fillClrLst>
    <dgm:linClrLst>
      <a:schemeClr val="accent2"/>
      <a:schemeClr val="accent3"/>
    </dgm:linClrLst>
    <dgm:effectClrLst/>
    <dgm:txLinClrLst/>
    <dgm:txFillClrLst meth="repeat">
      <a:schemeClr val="dk1"/>
    </dgm:txFillClrLst>
    <dgm:txEffectClrLst/>
  </dgm:styleLbl>
  <dgm:styleLbl name="conFgAcc1">
    <dgm:fillClrLst meth="repeat">
      <a:schemeClr val="lt1">
        <a:alpha val="90000"/>
      </a:schemeClr>
    </dgm:fillClrLst>
    <dgm:linClrLst>
      <a:schemeClr val="accent2"/>
      <a:schemeClr val="accent3"/>
    </dgm:linClrLst>
    <dgm:effectClrLst/>
    <dgm:txLinClrLst/>
    <dgm:txFillClrLst meth="repeat">
      <a:schemeClr val="dk1"/>
    </dgm:txFillClrLst>
    <dgm:txEffectClrLst/>
  </dgm:styleLbl>
  <dgm:styleLbl name="alignAcc1">
    <dgm:fillClrLst meth="repeat">
      <a:schemeClr val="lt1">
        <a:alpha val="90000"/>
      </a:schemeClr>
    </dgm:fillClrLst>
    <dgm:linClrLst>
      <a:schemeClr val="accent2"/>
      <a:schemeClr val="accent3"/>
    </dgm:linClrLst>
    <dgm:effectClrLst/>
    <dgm:txLinClrLst/>
    <dgm:txFillClrLst meth="repeat">
      <a:schemeClr val="dk1"/>
    </dgm:txFillClrLst>
    <dgm:txEffectClrLst/>
  </dgm:styleLbl>
  <dgm:styleLbl name="trAlignAcc1">
    <dgm:fillClrLst meth="repeat">
      <a:schemeClr val="lt1">
        <a:alpha val="40000"/>
      </a:schemeClr>
    </dgm:fillClrLst>
    <dgm:linClrLst meth="repeat">
      <a:schemeClr val="accent2"/>
    </dgm:linClrLst>
    <dgm:effectClrLst/>
    <dgm:txLinClrLst/>
    <dgm:txFillClrLst meth="repeat">
      <a:schemeClr val="dk1"/>
    </dgm:txFillClrLst>
    <dgm:txEffectClrLst/>
  </dgm:styleLbl>
  <dgm:styleLbl name="bgAcc1">
    <dgm:fillClrLst meth="repeat">
      <a:schemeClr val="lt1">
        <a:alpha val="90000"/>
      </a:schemeClr>
    </dgm:fillClrLst>
    <dgm:linClrLst>
      <a:schemeClr val="accent2"/>
      <a:schemeClr val="accent3"/>
    </dgm:linClrLst>
    <dgm:effectClrLst/>
    <dgm:txLinClrLst/>
    <dgm:txFillClrLst meth="repeat">
      <a:schemeClr val="dk1"/>
    </dgm:txFillClrLst>
    <dgm:txEffectClrLst/>
  </dgm:styleLbl>
  <dgm:styleLbl name="solidFgAcc1">
    <dgm:fillClrLst meth="repeat">
      <a:schemeClr val="lt1"/>
    </dgm:fillClrLst>
    <dgm:linClrLst>
      <a:schemeClr val="accent2"/>
      <a:schemeClr val="accent3"/>
    </dgm:linClrLst>
    <dgm:effectClrLst/>
    <dgm:txLinClrLst/>
    <dgm:txFillClrLst meth="repeat">
      <a:schemeClr val="dk1"/>
    </dgm:txFillClrLst>
    <dgm:txEffectClrLst/>
  </dgm:styleLbl>
  <dgm:styleLbl name="solidAlignAcc1">
    <dgm:fillClrLst meth="repeat">
      <a:schemeClr val="lt1"/>
    </dgm:fillClrLst>
    <dgm:linClrLst>
      <a:schemeClr val="accent2"/>
      <a:schemeClr val="accent3"/>
    </dgm:linClrLst>
    <dgm:effectClrLst/>
    <dgm:txLinClrLst/>
    <dgm:txFillClrLst meth="repeat">
      <a:schemeClr val="dk1"/>
    </dgm:txFillClrLst>
    <dgm:txEffectClrLst/>
  </dgm:styleLbl>
  <dgm:styleLbl name="solidBgAcc1">
    <dgm:fillClrLst meth="repeat">
      <a:schemeClr val="lt1"/>
    </dgm:fillClrLst>
    <dgm:linClrLst>
      <a:schemeClr val="accent2"/>
      <a:schemeClr val="accent3"/>
    </dgm:linClrLst>
    <dgm:effectClrLst/>
    <dgm:txLinClrLst/>
    <dgm:txFillClrLst meth="repeat">
      <a:schemeClr val="dk1"/>
    </dgm:txFillClrLst>
    <dgm:txEffectClrLst/>
  </dgm:styleLbl>
  <dgm:styleLbl name="fgAccFollowNode1">
    <dgm:fillClrLst>
      <a:schemeClr val="accent2">
        <a:tint val="40000"/>
        <a:alpha val="90000"/>
      </a:schemeClr>
      <a:schemeClr val="accent3">
        <a:tint val="40000"/>
        <a:alpha val="90000"/>
      </a:schemeClr>
    </dgm:fillClrLst>
    <dgm:linClrLst>
      <a:schemeClr val="accent2">
        <a:tint val="40000"/>
        <a:alpha val="90000"/>
      </a:schemeClr>
      <a:schemeClr val="accent3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alignAccFollowNode1">
    <dgm:fillClrLst>
      <a:schemeClr val="accent2">
        <a:tint val="40000"/>
        <a:alpha val="90000"/>
      </a:schemeClr>
      <a:schemeClr val="accent3">
        <a:tint val="40000"/>
        <a:alpha val="90000"/>
      </a:schemeClr>
    </dgm:fillClrLst>
    <dgm:linClrLst>
      <a:schemeClr val="accent2">
        <a:tint val="40000"/>
        <a:alpha val="90000"/>
      </a:schemeClr>
      <a:schemeClr val="accent3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bgAccFollowNode1">
    <dgm:fillClrLst>
      <a:schemeClr val="accent2">
        <a:tint val="40000"/>
        <a:alpha val="90000"/>
      </a:schemeClr>
      <a:schemeClr val="accent3">
        <a:tint val="40000"/>
        <a:alpha val="90000"/>
      </a:schemeClr>
    </dgm:fillClrLst>
    <dgm:linClrLst>
      <a:schemeClr val="accent2">
        <a:tint val="40000"/>
        <a:alpha val="90000"/>
      </a:schemeClr>
      <a:schemeClr val="accent3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fgAcc0">
    <dgm:fillClrLst meth="repeat">
      <a:schemeClr val="lt1">
        <a:alpha val="90000"/>
      </a:schemeClr>
    </dgm:fillClrLst>
    <dgm:linClrLst>
      <a:schemeClr val="accent1"/>
    </dgm:linClrLst>
    <dgm:effectClrLst/>
    <dgm:txLinClrLst/>
    <dgm:txFillClrLst meth="repeat">
      <a:schemeClr val="dk1"/>
    </dgm:txFillClrLst>
    <dgm:txEffectClrLst/>
  </dgm:styleLbl>
  <dgm:styleLbl name="fgAcc2">
    <dgm:fillClrLst meth="repeat">
      <a:schemeClr val="lt1">
        <a:alpha val="90000"/>
      </a:schemeClr>
    </dgm:fillClrLst>
    <dgm:linClrLst>
      <a:schemeClr val="accent3"/>
    </dgm:linClrLst>
    <dgm:effectClrLst/>
    <dgm:txLinClrLst/>
    <dgm:txFillClrLst meth="repeat">
      <a:schemeClr val="dk1"/>
    </dgm:txFillClrLst>
    <dgm:txEffectClrLst/>
  </dgm:styleLbl>
  <dgm:styleLbl name="fgAcc3">
    <dgm:fillClrLst meth="repeat">
      <a:schemeClr val="lt1">
        <a:alpha val="90000"/>
      </a:schemeClr>
    </dgm:fillClrLst>
    <dgm:linClrLst>
      <a:schemeClr val="accent4"/>
    </dgm:linClrLst>
    <dgm:effectClrLst/>
    <dgm:txLinClrLst/>
    <dgm:txFillClrLst meth="repeat">
      <a:schemeClr val="dk1"/>
    </dgm:txFillClrLst>
    <dgm:txEffectClrLst/>
  </dgm:styleLbl>
  <dgm:styleLbl name="fgAcc4">
    <dgm:fillClrLst meth="repeat">
      <a:schemeClr val="lt1">
        <a:alpha val="90000"/>
      </a:schemeClr>
    </dgm:fillClrLst>
    <dgm:linClrLst>
      <a:schemeClr val="accent5"/>
    </dgm:linClrLst>
    <dgm:effectClrLst/>
    <dgm:txLinClrLst/>
    <dgm:txFillClrLst meth="repeat">
      <a:schemeClr val="dk1"/>
    </dgm:txFillClrLst>
    <dgm:txEffectClrLst/>
  </dgm:styleLbl>
  <dgm:styleLbl name="bgShp">
    <dgm:fillClrLst meth="repeat">
      <a:schemeClr val="bg1">
        <a:lumMod val="95000"/>
      </a:schemeClr>
    </dgm:fillClrLst>
    <dgm:linClrLst meth="repeat">
      <a:schemeClr val="dk1"/>
    </dgm:linClrLst>
    <dgm:effectClrLst/>
    <dgm:txLinClrLst/>
    <dgm:txFillClrLst meth="repeat">
      <a:schemeClr val="dk1"/>
    </dgm:txFillClrLst>
    <dgm:txEffectClrLst/>
  </dgm:styleLbl>
  <dgm:styleLbl name="dkBgShp">
    <dgm:fillClrLst meth="repeat">
      <a:schemeClr val="accent2">
        <a:shade val="90000"/>
      </a:schemeClr>
    </dgm:fillClrLst>
    <dgm:linClrLst meth="repeat">
      <a:schemeClr val="dk1"/>
    </dgm:linClrLst>
    <dgm:effectClrLst/>
    <dgm:txLinClrLst/>
    <dgm:txFillClrLst meth="repeat">
      <a:schemeClr val="lt1"/>
    </dgm:txFillClrLst>
    <dgm:txEffectClrLst/>
  </dgm:styleLbl>
  <dgm:styleLbl name="trBgShp">
    <dgm:fillClrLst meth="repeat">
      <a:schemeClr val="accent2">
        <a:tint val="50000"/>
        <a:alpha val="40000"/>
      </a:schemeClr>
    </dgm:fillClrLst>
    <dgm:linClrLst meth="repeat">
      <a:schemeClr val="accent2"/>
    </dgm:linClrLst>
    <dgm:effectClrLst/>
    <dgm:txLinClrLst/>
    <dgm:txFillClrLst meth="repeat">
      <a:schemeClr val="lt1"/>
    </dgm:txFillClrLst>
    <dgm:txEffectClrLst/>
  </dgm:styleLbl>
  <dgm:styleLbl name="fgShp">
    <dgm:fillClrLst meth="repeat">
      <a:schemeClr val="accent2">
        <a:tint val="40000"/>
      </a:schemeClr>
    </dgm:fillClrLst>
    <dgm:linClrLst meth="repeat">
      <a:schemeClr val="lt1"/>
    </dgm:linClrLst>
    <dgm:effectClrLst/>
    <dgm:txLinClrLst/>
    <dgm:txFillClrLst meth="repeat">
      <a:schemeClr val="dk1"/>
    </dgm:txFillClrLst>
    <dgm:txEffectClrLst/>
  </dgm:styleLbl>
  <dgm:styleLbl name="revTx">
    <dgm:fillClrLst meth="repeat">
      <a:schemeClr val="lt1">
        <a:alpha val="0"/>
      </a:schemeClr>
    </dgm:fillClrLst>
    <dgm:linClrLst meth="repeat">
      <a:schemeClr val="dk1">
        <a:alpha val="0"/>
      </a:schemeClr>
    </dgm:linClrLst>
    <dgm:effectClrLst/>
    <dgm:txLinClrLst/>
    <dgm:txFillClrLst meth="repeat">
      <a:schemeClr val="tx1"/>
    </dgm:txFillClrLst>
    <dgm:txEffectClrLst/>
  </dgm:styleLbl>
</dgm:colorsDef>
</file>

<file path=ppt/diagrams/colors79.xml><?xml version="1.0" encoding="utf-8"?>
<dgm:colorsDef xmlns:dgm="http://schemas.openxmlformats.org/drawingml/2006/diagram" xmlns:a="http://schemas.openxmlformats.org/drawingml/2006/main" uniqueId="urn:microsoft.com/office/officeart/2018/5/colors/Iconchunking_neutralbg_colorful2">
  <dgm:title val=""/>
  <dgm:desc val=""/>
  <dgm:catLst>
    <dgm:cat type="colorful" pri="10200"/>
  </dgm:catLst>
  <dgm:styleLbl name="node0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node1">
    <dgm:fillClrLst>
      <a:schemeClr val="accent2"/>
      <a:schemeClr val="accent3"/>
    </dgm:fillClrLst>
    <dgm:linClrLst meth="repeat">
      <a:schemeClr val="lt1">
        <a:alpha val="0"/>
      </a:schemeClr>
    </dgm:linClrLst>
    <dgm:effectClrLst/>
    <dgm:txLinClrLst/>
    <dgm:txFillClrLst/>
    <dgm:txEffectClrLst/>
  </dgm:styleLbl>
  <dgm:styleLbl name="alignNode1">
    <dgm:fillClrLst>
      <a:schemeClr val="accent2"/>
      <a:schemeClr val="accent3"/>
    </dgm:fillClrLst>
    <dgm:linClrLst>
      <a:schemeClr val="accent2"/>
      <a:schemeClr val="accent3"/>
    </dgm:linClrLst>
    <dgm:effectClrLst/>
    <dgm:txLinClrLst/>
    <dgm:txFillClrLst/>
    <dgm:txEffectClrLst/>
  </dgm:styleLbl>
  <dgm:styleLbl name="lnNode1">
    <dgm:fillClrLst>
      <a:schemeClr val="accent2"/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vennNode1">
    <dgm:fillClrLst>
      <a:schemeClr val="accent2">
        <a:alpha val="50000"/>
      </a:schemeClr>
      <a:schemeClr val="accent3">
        <a:alpha val="50000"/>
      </a:schemeClr>
    </dgm:fillClrLst>
    <dgm:linClrLst meth="repeat">
      <a:schemeClr val="lt1"/>
    </dgm:linClrLst>
    <dgm:effectClrLst/>
    <dgm:txLinClrLst/>
    <dgm:txFillClrLst/>
    <dgm:txEffectClrLst/>
  </dgm:styleLbl>
  <dgm:styleLbl name="node2">
    <dgm:fillClrLst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node3">
    <dgm:fillClrLst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node4">
    <dgm:fillClrLst>
      <a:schemeClr val="accent5"/>
    </dgm:fillClrLst>
    <dgm:linClrLst meth="repeat">
      <a:schemeClr val="lt1"/>
    </dgm:linClrLst>
    <dgm:effectClrLst/>
    <dgm:txLinClrLst/>
    <dgm:txFillClrLst/>
    <dgm:txEffectClrLst/>
  </dgm:styleLbl>
  <dgm:styleLbl name="fgImgPlace1">
    <dgm:fillClrLst>
      <a:schemeClr val="accent2">
        <a:tint val="50000"/>
      </a:schemeClr>
      <a:schemeClr val="accent3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alignImgPlace1">
    <dgm:fillClrLst>
      <a:schemeClr val="accent2">
        <a:tint val="50000"/>
      </a:schemeClr>
      <a:schemeClr val="accent3">
        <a:tint val="2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bgImgPlace1">
    <dgm:fillClrLst>
      <a:schemeClr val="accent2">
        <a:tint val="50000"/>
      </a:schemeClr>
      <a:schemeClr val="accent3">
        <a:tint val="2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sibTrans2D1">
    <dgm:fillClrLst>
      <a:schemeClr val="accent2"/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fgSibTrans2D1">
    <dgm:fillClrLst>
      <a:schemeClr val="accent2"/>
      <a:schemeClr val="accent3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bgSibTrans2D1">
    <dgm:fillClrLst>
      <a:schemeClr val="accent2"/>
      <a:schemeClr val="accent3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sibTrans1D1">
    <dgm:fillClrLst/>
    <dgm:linClrLst>
      <a:schemeClr val="accent2"/>
      <a:schemeClr val="accent3"/>
    </dgm:linClrLst>
    <dgm:effectClrLst/>
    <dgm:txLinClrLst/>
    <dgm:txFillClrLst meth="repeat">
      <a:schemeClr val="tx1"/>
    </dgm:txFillClrLst>
    <dgm:txEffectClrLst/>
  </dgm:styleLbl>
  <dgm:styleLbl name="callout">
    <dgm:fillClrLst meth="repeat">
      <a:schemeClr val="accent2"/>
    </dgm:fillClrLst>
    <dgm:linClrLst meth="repeat">
      <a:schemeClr val="accent2">
        <a:tint val="50000"/>
      </a:schemeClr>
    </dgm:linClrLst>
    <dgm:effectClrLst/>
    <dgm:txLinClrLst/>
    <dgm:txFillClrLst meth="repeat">
      <a:schemeClr val="tx1"/>
    </dgm:txFillClrLst>
    <dgm:txEffectClrLst/>
  </dgm:styleLbl>
  <dgm:styleLbl name="asst0">
    <dgm:fillClrLst meth="repeat">
      <a:schemeClr val="accent2"/>
    </dgm:fillClrLst>
    <dgm:linClrLst meth="repeat">
      <a:schemeClr val="lt1">
        <a:shade val="80000"/>
      </a:schemeClr>
    </dgm:linClrLst>
    <dgm:effectClrLst/>
    <dgm:txLinClrLst/>
    <dgm:txFillClrLst/>
    <dgm:txEffectClrLst/>
  </dgm:styleLbl>
  <dgm:styleLbl name="asst1">
    <dgm:fillClrLst meth="repeat">
      <a:schemeClr val="accent3"/>
    </dgm:fillClrLst>
    <dgm:linClrLst meth="repeat">
      <a:schemeClr val="lt1">
        <a:shade val="80000"/>
      </a:schemeClr>
    </dgm:linClrLst>
    <dgm:effectClrLst/>
    <dgm:txLinClrLst/>
    <dgm:txFillClrLst/>
    <dgm:txEffectClrLst/>
  </dgm:styleLbl>
  <dgm:styleLbl name="asst2">
    <dgm:fillClrLst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asst3">
    <dgm:fillClrLst>
      <a:schemeClr val="accent5"/>
    </dgm:fillClrLst>
    <dgm:linClrLst meth="repeat">
      <a:schemeClr val="lt1"/>
    </dgm:linClrLst>
    <dgm:effectClrLst/>
    <dgm:txLinClrLst/>
    <dgm:txFillClrLst/>
    <dgm:txEffectClrLst/>
  </dgm:styleLbl>
  <dgm:styleLbl name="asst4">
    <dgm:fillClrLst>
      <a:schemeClr val="accent6"/>
    </dgm:fillClrLst>
    <dgm:linClrLst meth="repeat">
      <a:schemeClr val="lt1"/>
    </dgm:linClrLst>
    <dgm:effectClrLst/>
    <dgm:txLinClrLst/>
    <dgm:txFillClrLst/>
    <dgm:txEffectClrLst/>
  </dgm:styleLbl>
  <dgm:styleLbl name="parChTrans2D1">
    <dgm:fillClrLst meth="repeat">
      <a:schemeClr val="accent2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parChTrans2D2">
    <dgm:fillClrLst meth="repeat"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parChTrans2D3">
    <dgm:fillClrLst meth="repeat"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parChTrans2D4">
    <dgm:fillClrLst meth="repeat">
      <a:schemeClr val="accent5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parChTrans1D1">
    <dgm:fillClrLst meth="repeat">
      <a:schemeClr val="accent2"/>
    </dgm:fillClrLst>
    <dgm:linClrLst meth="repeat">
      <a:schemeClr val="accent2"/>
    </dgm:linClrLst>
    <dgm:effectClrLst/>
    <dgm:txLinClrLst/>
    <dgm:txFillClrLst meth="repeat">
      <a:schemeClr val="tx1"/>
    </dgm:txFillClrLst>
    <dgm:txEffectClrLst/>
  </dgm:styleLbl>
  <dgm:styleLbl name="parChTrans1D2">
    <dgm:fillClrLst meth="repeat">
      <a:schemeClr val="accent2">
        <a:tint val="90000"/>
      </a:schemeClr>
    </dgm:fillClrLst>
    <dgm:linClrLst meth="repeat">
      <a:schemeClr val="accent3"/>
    </dgm:linClrLst>
    <dgm:effectClrLst/>
    <dgm:txLinClrLst/>
    <dgm:txFillClrLst meth="repeat">
      <a:schemeClr val="tx1"/>
    </dgm:txFillClrLst>
    <dgm:txEffectClrLst/>
  </dgm:styleLbl>
  <dgm:styleLbl name="parChTrans1D3">
    <dgm:fillClrLst meth="repeat">
      <a:schemeClr val="accent2">
        <a:tint val="70000"/>
      </a:schemeClr>
    </dgm:fillClrLst>
    <dgm:linClrLst meth="repeat">
      <a:schemeClr val="accent4"/>
    </dgm:linClrLst>
    <dgm:effectClrLst/>
    <dgm:txLinClrLst/>
    <dgm:txFillClrLst meth="repeat">
      <a:schemeClr val="tx1"/>
    </dgm:txFillClrLst>
    <dgm:txEffectClrLst/>
  </dgm:styleLbl>
  <dgm:styleLbl name="parChTrans1D4">
    <dgm:fillClrLst meth="repeat">
      <a:schemeClr val="accent2">
        <a:tint val="50000"/>
      </a:schemeClr>
    </dgm:fillClrLst>
    <dgm:linClrLst meth="repeat">
      <a:schemeClr val="accent5"/>
    </dgm:linClrLst>
    <dgm:effectClrLst/>
    <dgm:txLinClrLst/>
    <dgm:txFillClrLst meth="repeat">
      <a:schemeClr val="tx1"/>
    </dgm:txFillClrLst>
    <dgm:txEffectClrLst/>
  </dgm:styleLbl>
  <dgm:styleLbl name="fgAcc1">
    <dgm:fillClrLst meth="repeat">
      <a:schemeClr val="lt1">
        <a:alpha val="90000"/>
      </a:schemeClr>
    </dgm:fillClrLst>
    <dgm:linClrLst>
      <a:schemeClr val="accent2"/>
      <a:schemeClr val="accent3"/>
    </dgm:linClrLst>
    <dgm:effectClrLst/>
    <dgm:txLinClrLst/>
    <dgm:txFillClrLst meth="repeat">
      <a:schemeClr val="dk1"/>
    </dgm:txFillClrLst>
    <dgm:txEffectClrLst/>
  </dgm:styleLbl>
  <dgm:styleLbl name="conFgAcc1">
    <dgm:fillClrLst meth="repeat">
      <a:schemeClr val="lt1">
        <a:alpha val="90000"/>
      </a:schemeClr>
    </dgm:fillClrLst>
    <dgm:linClrLst>
      <a:schemeClr val="accent2"/>
      <a:schemeClr val="accent3"/>
    </dgm:linClrLst>
    <dgm:effectClrLst/>
    <dgm:txLinClrLst/>
    <dgm:txFillClrLst meth="repeat">
      <a:schemeClr val="dk1"/>
    </dgm:txFillClrLst>
    <dgm:txEffectClrLst/>
  </dgm:styleLbl>
  <dgm:styleLbl name="alignAcc1">
    <dgm:fillClrLst meth="repeat">
      <a:schemeClr val="lt1">
        <a:alpha val="90000"/>
      </a:schemeClr>
    </dgm:fillClrLst>
    <dgm:linClrLst>
      <a:schemeClr val="accent2"/>
      <a:schemeClr val="accent3"/>
    </dgm:linClrLst>
    <dgm:effectClrLst/>
    <dgm:txLinClrLst/>
    <dgm:txFillClrLst meth="repeat">
      <a:schemeClr val="dk1"/>
    </dgm:txFillClrLst>
    <dgm:txEffectClrLst/>
  </dgm:styleLbl>
  <dgm:styleLbl name="trAlignAcc1">
    <dgm:fillClrLst meth="repeat">
      <a:schemeClr val="lt1">
        <a:alpha val="40000"/>
      </a:schemeClr>
    </dgm:fillClrLst>
    <dgm:linClrLst meth="repeat">
      <a:schemeClr val="accent2"/>
    </dgm:linClrLst>
    <dgm:effectClrLst/>
    <dgm:txLinClrLst/>
    <dgm:txFillClrLst meth="repeat">
      <a:schemeClr val="dk1"/>
    </dgm:txFillClrLst>
    <dgm:txEffectClrLst/>
  </dgm:styleLbl>
  <dgm:styleLbl name="bgAcc1">
    <dgm:fillClrLst meth="repeat">
      <a:schemeClr val="lt1">
        <a:alpha val="90000"/>
      </a:schemeClr>
    </dgm:fillClrLst>
    <dgm:linClrLst>
      <a:schemeClr val="accent2"/>
      <a:schemeClr val="accent3"/>
    </dgm:linClrLst>
    <dgm:effectClrLst/>
    <dgm:txLinClrLst/>
    <dgm:txFillClrLst meth="repeat">
      <a:schemeClr val="dk1"/>
    </dgm:txFillClrLst>
    <dgm:txEffectClrLst/>
  </dgm:styleLbl>
  <dgm:styleLbl name="solidFgAcc1">
    <dgm:fillClrLst meth="repeat">
      <a:schemeClr val="lt1"/>
    </dgm:fillClrLst>
    <dgm:linClrLst>
      <a:schemeClr val="accent2"/>
      <a:schemeClr val="accent3"/>
    </dgm:linClrLst>
    <dgm:effectClrLst/>
    <dgm:txLinClrLst/>
    <dgm:txFillClrLst meth="repeat">
      <a:schemeClr val="dk1"/>
    </dgm:txFillClrLst>
    <dgm:txEffectClrLst/>
  </dgm:styleLbl>
  <dgm:styleLbl name="solidAlignAcc1">
    <dgm:fillClrLst meth="repeat">
      <a:schemeClr val="lt1"/>
    </dgm:fillClrLst>
    <dgm:linClrLst>
      <a:schemeClr val="accent2"/>
      <a:schemeClr val="accent3"/>
    </dgm:linClrLst>
    <dgm:effectClrLst/>
    <dgm:txLinClrLst/>
    <dgm:txFillClrLst meth="repeat">
      <a:schemeClr val="dk1"/>
    </dgm:txFillClrLst>
    <dgm:txEffectClrLst/>
  </dgm:styleLbl>
  <dgm:styleLbl name="solidBgAcc1">
    <dgm:fillClrLst meth="repeat">
      <a:schemeClr val="lt1"/>
    </dgm:fillClrLst>
    <dgm:linClrLst>
      <a:schemeClr val="accent2"/>
      <a:schemeClr val="accent3"/>
    </dgm:linClrLst>
    <dgm:effectClrLst/>
    <dgm:txLinClrLst/>
    <dgm:txFillClrLst meth="repeat">
      <a:schemeClr val="dk1"/>
    </dgm:txFillClrLst>
    <dgm:txEffectClrLst/>
  </dgm:styleLbl>
  <dgm:styleLbl name="fgAccFollowNode1">
    <dgm:fillClrLst>
      <a:schemeClr val="accent2">
        <a:tint val="40000"/>
        <a:alpha val="90000"/>
      </a:schemeClr>
      <a:schemeClr val="accent3">
        <a:tint val="40000"/>
        <a:alpha val="90000"/>
      </a:schemeClr>
    </dgm:fillClrLst>
    <dgm:linClrLst>
      <a:schemeClr val="accent2">
        <a:tint val="40000"/>
        <a:alpha val="90000"/>
      </a:schemeClr>
      <a:schemeClr val="accent3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alignAccFollowNode1">
    <dgm:fillClrLst>
      <a:schemeClr val="accent2">
        <a:tint val="40000"/>
        <a:alpha val="90000"/>
      </a:schemeClr>
      <a:schemeClr val="accent3">
        <a:tint val="40000"/>
        <a:alpha val="90000"/>
      </a:schemeClr>
    </dgm:fillClrLst>
    <dgm:linClrLst>
      <a:schemeClr val="accent2">
        <a:tint val="40000"/>
        <a:alpha val="90000"/>
      </a:schemeClr>
      <a:schemeClr val="accent3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bgAccFollowNode1">
    <dgm:fillClrLst>
      <a:schemeClr val="accent2">
        <a:tint val="40000"/>
        <a:alpha val="90000"/>
      </a:schemeClr>
      <a:schemeClr val="accent3">
        <a:tint val="40000"/>
        <a:alpha val="90000"/>
      </a:schemeClr>
    </dgm:fillClrLst>
    <dgm:linClrLst>
      <a:schemeClr val="accent2">
        <a:tint val="40000"/>
        <a:alpha val="90000"/>
      </a:schemeClr>
      <a:schemeClr val="accent3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fgAcc0">
    <dgm:fillClrLst meth="repeat">
      <a:schemeClr val="lt1">
        <a:alpha val="90000"/>
      </a:schemeClr>
    </dgm:fillClrLst>
    <dgm:linClrLst>
      <a:schemeClr val="accent1"/>
    </dgm:linClrLst>
    <dgm:effectClrLst/>
    <dgm:txLinClrLst/>
    <dgm:txFillClrLst meth="repeat">
      <a:schemeClr val="dk1"/>
    </dgm:txFillClrLst>
    <dgm:txEffectClrLst/>
  </dgm:styleLbl>
  <dgm:styleLbl name="fgAcc2">
    <dgm:fillClrLst meth="repeat">
      <a:schemeClr val="lt1">
        <a:alpha val="90000"/>
      </a:schemeClr>
    </dgm:fillClrLst>
    <dgm:linClrLst>
      <a:schemeClr val="accent3"/>
    </dgm:linClrLst>
    <dgm:effectClrLst/>
    <dgm:txLinClrLst/>
    <dgm:txFillClrLst meth="repeat">
      <a:schemeClr val="dk1"/>
    </dgm:txFillClrLst>
    <dgm:txEffectClrLst/>
  </dgm:styleLbl>
  <dgm:styleLbl name="fgAcc3">
    <dgm:fillClrLst meth="repeat">
      <a:schemeClr val="lt1">
        <a:alpha val="90000"/>
      </a:schemeClr>
    </dgm:fillClrLst>
    <dgm:linClrLst>
      <a:schemeClr val="accent4"/>
    </dgm:linClrLst>
    <dgm:effectClrLst/>
    <dgm:txLinClrLst/>
    <dgm:txFillClrLst meth="repeat">
      <a:schemeClr val="dk1"/>
    </dgm:txFillClrLst>
    <dgm:txEffectClrLst/>
  </dgm:styleLbl>
  <dgm:styleLbl name="fgAcc4">
    <dgm:fillClrLst meth="repeat">
      <a:schemeClr val="lt1">
        <a:alpha val="90000"/>
      </a:schemeClr>
    </dgm:fillClrLst>
    <dgm:linClrLst>
      <a:schemeClr val="accent5"/>
    </dgm:linClrLst>
    <dgm:effectClrLst/>
    <dgm:txLinClrLst/>
    <dgm:txFillClrLst meth="repeat">
      <a:schemeClr val="dk1"/>
    </dgm:txFillClrLst>
    <dgm:txEffectClrLst/>
  </dgm:styleLbl>
  <dgm:styleLbl name="bgShp">
    <dgm:fillClrLst meth="repeat">
      <a:schemeClr val="bg1">
        <a:lumMod val="95000"/>
      </a:schemeClr>
    </dgm:fillClrLst>
    <dgm:linClrLst meth="repeat">
      <a:schemeClr val="dk1"/>
    </dgm:linClrLst>
    <dgm:effectClrLst/>
    <dgm:txLinClrLst/>
    <dgm:txFillClrLst meth="repeat">
      <a:schemeClr val="dk1"/>
    </dgm:txFillClrLst>
    <dgm:txEffectClrLst/>
  </dgm:styleLbl>
  <dgm:styleLbl name="dkBgShp">
    <dgm:fillClrLst meth="repeat">
      <a:schemeClr val="accent2">
        <a:shade val="90000"/>
      </a:schemeClr>
    </dgm:fillClrLst>
    <dgm:linClrLst meth="repeat">
      <a:schemeClr val="dk1"/>
    </dgm:linClrLst>
    <dgm:effectClrLst/>
    <dgm:txLinClrLst/>
    <dgm:txFillClrLst meth="repeat">
      <a:schemeClr val="lt1"/>
    </dgm:txFillClrLst>
    <dgm:txEffectClrLst/>
  </dgm:styleLbl>
  <dgm:styleLbl name="trBgShp">
    <dgm:fillClrLst meth="repeat">
      <a:schemeClr val="accent2">
        <a:tint val="50000"/>
        <a:alpha val="40000"/>
      </a:schemeClr>
    </dgm:fillClrLst>
    <dgm:linClrLst meth="repeat">
      <a:schemeClr val="accent2"/>
    </dgm:linClrLst>
    <dgm:effectClrLst/>
    <dgm:txLinClrLst/>
    <dgm:txFillClrLst meth="repeat">
      <a:schemeClr val="lt1"/>
    </dgm:txFillClrLst>
    <dgm:txEffectClrLst/>
  </dgm:styleLbl>
  <dgm:styleLbl name="fgShp">
    <dgm:fillClrLst meth="repeat">
      <a:schemeClr val="accent2">
        <a:tint val="40000"/>
      </a:schemeClr>
    </dgm:fillClrLst>
    <dgm:linClrLst meth="repeat">
      <a:schemeClr val="lt1"/>
    </dgm:linClrLst>
    <dgm:effectClrLst/>
    <dgm:txLinClrLst/>
    <dgm:txFillClrLst meth="repeat">
      <a:schemeClr val="dk1"/>
    </dgm:txFillClrLst>
    <dgm:txEffectClrLst/>
  </dgm:styleLbl>
  <dgm:styleLbl name="revTx">
    <dgm:fillClrLst meth="repeat">
      <a:schemeClr val="lt1">
        <a:alpha val="0"/>
      </a:schemeClr>
    </dgm:fillClrLst>
    <dgm:linClrLst meth="repeat">
      <a:schemeClr val="dk1">
        <a:alpha val="0"/>
      </a:schemeClr>
    </dgm:linClrLst>
    <dgm:effectClrLst/>
    <dgm:txLinClrLst/>
    <dgm:txFillClrLst meth="repeat">
      <a:schemeClr val="tx1"/>
    </dgm:txFillClrLst>
    <dgm:txEffectClrLst/>
  </dgm:styleLbl>
</dgm:colorsDef>
</file>

<file path=ppt/diagrams/colors80.xml><?xml version="1.0" encoding="utf-8"?>
<dgm:colorsDef xmlns:dgm="http://schemas.openxmlformats.org/drawingml/2006/diagram" xmlns:a="http://schemas.openxmlformats.org/drawingml/2006/main" uniqueId="urn:microsoft.com/office/officeart/2018/5/colors/Iconchunking_neutralbg_colorful2">
  <dgm:title val=""/>
  <dgm:desc val=""/>
  <dgm:catLst>
    <dgm:cat type="colorful" pri="10200"/>
  </dgm:catLst>
  <dgm:styleLbl name="node0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node1">
    <dgm:fillClrLst>
      <a:schemeClr val="accent2"/>
      <a:schemeClr val="accent3"/>
    </dgm:fillClrLst>
    <dgm:linClrLst meth="repeat">
      <a:schemeClr val="lt1">
        <a:alpha val="0"/>
      </a:schemeClr>
    </dgm:linClrLst>
    <dgm:effectClrLst/>
    <dgm:txLinClrLst/>
    <dgm:txFillClrLst/>
    <dgm:txEffectClrLst/>
  </dgm:styleLbl>
  <dgm:styleLbl name="alignNode1">
    <dgm:fillClrLst>
      <a:schemeClr val="accent2"/>
      <a:schemeClr val="accent3"/>
    </dgm:fillClrLst>
    <dgm:linClrLst>
      <a:schemeClr val="accent2"/>
      <a:schemeClr val="accent3"/>
    </dgm:linClrLst>
    <dgm:effectClrLst/>
    <dgm:txLinClrLst/>
    <dgm:txFillClrLst/>
    <dgm:txEffectClrLst/>
  </dgm:styleLbl>
  <dgm:styleLbl name="lnNode1">
    <dgm:fillClrLst>
      <a:schemeClr val="accent2"/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vennNode1">
    <dgm:fillClrLst>
      <a:schemeClr val="accent2">
        <a:alpha val="50000"/>
      </a:schemeClr>
      <a:schemeClr val="accent3">
        <a:alpha val="50000"/>
      </a:schemeClr>
    </dgm:fillClrLst>
    <dgm:linClrLst meth="repeat">
      <a:schemeClr val="lt1"/>
    </dgm:linClrLst>
    <dgm:effectClrLst/>
    <dgm:txLinClrLst/>
    <dgm:txFillClrLst/>
    <dgm:txEffectClrLst/>
  </dgm:styleLbl>
  <dgm:styleLbl name="node2">
    <dgm:fillClrLst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node3">
    <dgm:fillClrLst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node4">
    <dgm:fillClrLst>
      <a:schemeClr val="accent5"/>
    </dgm:fillClrLst>
    <dgm:linClrLst meth="repeat">
      <a:schemeClr val="lt1"/>
    </dgm:linClrLst>
    <dgm:effectClrLst/>
    <dgm:txLinClrLst/>
    <dgm:txFillClrLst/>
    <dgm:txEffectClrLst/>
  </dgm:styleLbl>
  <dgm:styleLbl name="fgImgPlace1">
    <dgm:fillClrLst>
      <a:schemeClr val="accent2">
        <a:tint val="50000"/>
      </a:schemeClr>
      <a:schemeClr val="accent3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alignImgPlace1">
    <dgm:fillClrLst>
      <a:schemeClr val="accent2">
        <a:tint val="50000"/>
      </a:schemeClr>
      <a:schemeClr val="accent3">
        <a:tint val="2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bgImgPlace1">
    <dgm:fillClrLst>
      <a:schemeClr val="accent2">
        <a:tint val="50000"/>
      </a:schemeClr>
      <a:schemeClr val="accent3">
        <a:tint val="2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sibTrans2D1">
    <dgm:fillClrLst>
      <a:schemeClr val="accent2"/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fgSibTrans2D1">
    <dgm:fillClrLst>
      <a:schemeClr val="accent2"/>
      <a:schemeClr val="accent3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bgSibTrans2D1">
    <dgm:fillClrLst>
      <a:schemeClr val="accent2"/>
      <a:schemeClr val="accent3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sibTrans1D1">
    <dgm:fillClrLst/>
    <dgm:linClrLst>
      <a:schemeClr val="accent2"/>
      <a:schemeClr val="accent3"/>
    </dgm:linClrLst>
    <dgm:effectClrLst/>
    <dgm:txLinClrLst/>
    <dgm:txFillClrLst meth="repeat">
      <a:schemeClr val="tx1"/>
    </dgm:txFillClrLst>
    <dgm:txEffectClrLst/>
  </dgm:styleLbl>
  <dgm:styleLbl name="callout">
    <dgm:fillClrLst meth="repeat">
      <a:schemeClr val="accent2"/>
    </dgm:fillClrLst>
    <dgm:linClrLst meth="repeat">
      <a:schemeClr val="accent2">
        <a:tint val="50000"/>
      </a:schemeClr>
    </dgm:linClrLst>
    <dgm:effectClrLst/>
    <dgm:txLinClrLst/>
    <dgm:txFillClrLst meth="repeat">
      <a:schemeClr val="tx1"/>
    </dgm:txFillClrLst>
    <dgm:txEffectClrLst/>
  </dgm:styleLbl>
  <dgm:styleLbl name="asst0">
    <dgm:fillClrLst meth="repeat">
      <a:schemeClr val="accent2"/>
    </dgm:fillClrLst>
    <dgm:linClrLst meth="repeat">
      <a:schemeClr val="lt1">
        <a:shade val="80000"/>
      </a:schemeClr>
    </dgm:linClrLst>
    <dgm:effectClrLst/>
    <dgm:txLinClrLst/>
    <dgm:txFillClrLst/>
    <dgm:txEffectClrLst/>
  </dgm:styleLbl>
  <dgm:styleLbl name="asst1">
    <dgm:fillClrLst meth="repeat">
      <a:schemeClr val="accent3"/>
    </dgm:fillClrLst>
    <dgm:linClrLst meth="repeat">
      <a:schemeClr val="lt1">
        <a:shade val="80000"/>
      </a:schemeClr>
    </dgm:linClrLst>
    <dgm:effectClrLst/>
    <dgm:txLinClrLst/>
    <dgm:txFillClrLst/>
    <dgm:txEffectClrLst/>
  </dgm:styleLbl>
  <dgm:styleLbl name="asst2">
    <dgm:fillClrLst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asst3">
    <dgm:fillClrLst>
      <a:schemeClr val="accent5"/>
    </dgm:fillClrLst>
    <dgm:linClrLst meth="repeat">
      <a:schemeClr val="lt1"/>
    </dgm:linClrLst>
    <dgm:effectClrLst/>
    <dgm:txLinClrLst/>
    <dgm:txFillClrLst/>
    <dgm:txEffectClrLst/>
  </dgm:styleLbl>
  <dgm:styleLbl name="asst4">
    <dgm:fillClrLst>
      <a:schemeClr val="accent6"/>
    </dgm:fillClrLst>
    <dgm:linClrLst meth="repeat">
      <a:schemeClr val="lt1"/>
    </dgm:linClrLst>
    <dgm:effectClrLst/>
    <dgm:txLinClrLst/>
    <dgm:txFillClrLst/>
    <dgm:txEffectClrLst/>
  </dgm:styleLbl>
  <dgm:styleLbl name="parChTrans2D1">
    <dgm:fillClrLst meth="repeat">
      <a:schemeClr val="accent2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parChTrans2D2">
    <dgm:fillClrLst meth="repeat"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parChTrans2D3">
    <dgm:fillClrLst meth="repeat"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parChTrans2D4">
    <dgm:fillClrLst meth="repeat">
      <a:schemeClr val="accent5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parChTrans1D1">
    <dgm:fillClrLst meth="repeat">
      <a:schemeClr val="accent2"/>
    </dgm:fillClrLst>
    <dgm:linClrLst meth="repeat">
      <a:schemeClr val="accent2"/>
    </dgm:linClrLst>
    <dgm:effectClrLst/>
    <dgm:txLinClrLst/>
    <dgm:txFillClrLst meth="repeat">
      <a:schemeClr val="tx1"/>
    </dgm:txFillClrLst>
    <dgm:txEffectClrLst/>
  </dgm:styleLbl>
  <dgm:styleLbl name="parChTrans1D2">
    <dgm:fillClrLst meth="repeat">
      <a:schemeClr val="accent2">
        <a:tint val="90000"/>
      </a:schemeClr>
    </dgm:fillClrLst>
    <dgm:linClrLst meth="repeat">
      <a:schemeClr val="accent3"/>
    </dgm:linClrLst>
    <dgm:effectClrLst/>
    <dgm:txLinClrLst/>
    <dgm:txFillClrLst meth="repeat">
      <a:schemeClr val="tx1"/>
    </dgm:txFillClrLst>
    <dgm:txEffectClrLst/>
  </dgm:styleLbl>
  <dgm:styleLbl name="parChTrans1D3">
    <dgm:fillClrLst meth="repeat">
      <a:schemeClr val="accent2">
        <a:tint val="70000"/>
      </a:schemeClr>
    </dgm:fillClrLst>
    <dgm:linClrLst meth="repeat">
      <a:schemeClr val="accent4"/>
    </dgm:linClrLst>
    <dgm:effectClrLst/>
    <dgm:txLinClrLst/>
    <dgm:txFillClrLst meth="repeat">
      <a:schemeClr val="tx1"/>
    </dgm:txFillClrLst>
    <dgm:txEffectClrLst/>
  </dgm:styleLbl>
  <dgm:styleLbl name="parChTrans1D4">
    <dgm:fillClrLst meth="repeat">
      <a:schemeClr val="accent2">
        <a:tint val="50000"/>
      </a:schemeClr>
    </dgm:fillClrLst>
    <dgm:linClrLst meth="repeat">
      <a:schemeClr val="accent5"/>
    </dgm:linClrLst>
    <dgm:effectClrLst/>
    <dgm:txLinClrLst/>
    <dgm:txFillClrLst meth="repeat">
      <a:schemeClr val="tx1"/>
    </dgm:txFillClrLst>
    <dgm:txEffectClrLst/>
  </dgm:styleLbl>
  <dgm:styleLbl name="fgAcc1">
    <dgm:fillClrLst meth="repeat">
      <a:schemeClr val="lt1">
        <a:alpha val="90000"/>
      </a:schemeClr>
    </dgm:fillClrLst>
    <dgm:linClrLst>
      <a:schemeClr val="accent2"/>
      <a:schemeClr val="accent3"/>
    </dgm:linClrLst>
    <dgm:effectClrLst/>
    <dgm:txLinClrLst/>
    <dgm:txFillClrLst meth="repeat">
      <a:schemeClr val="dk1"/>
    </dgm:txFillClrLst>
    <dgm:txEffectClrLst/>
  </dgm:styleLbl>
  <dgm:styleLbl name="conFgAcc1">
    <dgm:fillClrLst meth="repeat">
      <a:schemeClr val="lt1">
        <a:alpha val="90000"/>
      </a:schemeClr>
    </dgm:fillClrLst>
    <dgm:linClrLst>
      <a:schemeClr val="accent2"/>
      <a:schemeClr val="accent3"/>
    </dgm:linClrLst>
    <dgm:effectClrLst/>
    <dgm:txLinClrLst/>
    <dgm:txFillClrLst meth="repeat">
      <a:schemeClr val="dk1"/>
    </dgm:txFillClrLst>
    <dgm:txEffectClrLst/>
  </dgm:styleLbl>
  <dgm:styleLbl name="alignAcc1">
    <dgm:fillClrLst meth="repeat">
      <a:schemeClr val="lt1">
        <a:alpha val="90000"/>
      </a:schemeClr>
    </dgm:fillClrLst>
    <dgm:linClrLst>
      <a:schemeClr val="accent2"/>
      <a:schemeClr val="accent3"/>
    </dgm:linClrLst>
    <dgm:effectClrLst/>
    <dgm:txLinClrLst/>
    <dgm:txFillClrLst meth="repeat">
      <a:schemeClr val="dk1"/>
    </dgm:txFillClrLst>
    <dgm:txEffectClrLst/>
  </dgm:styleLbl>
  <dgm:styleLbl name="trAlignAcc1">
    <dgm:fillClrLst meth="repeat">
      <a:schemeClr val="lt1">
        <a:alpha val="40000"/>
      </a:schemeClr>
    </dgm:fillClrLst>
    <dgm:linClrLst meth="repeat">
      <a:schemeClr val="accent2"/>
    </dgm:linClrLst>
    <dgm:effectClrLst/>
    <dgm:txLinClrLst/>
    <dgm:txFillClrLst meth="repeat">
      <a:schemeClr val="dk1"/>
    </dgm:txFillClrLst>
    <dgm:txEffectClrLst/>
  </dgm:styleLbl>
  <dgm:styleLbl name="bgAcc1">
    <dgm:fillClrLst meth="repeat">
      <a:schemeClr val="lt1">
        <a:alpha val="90000"/>
      </a:schemeClr>
    </dgm:fillClrLst>
    <dgm:linClrLst>
      <a:schemeClr val="accent2"/>
      <a:schemeClr val="accent3"/>
    </dgm:linClrLst>
    <dgm:effectClrLst/>
    <dgm:txLinClrLst/>
    <dgm:txFillClrLst meth="repeat">
      <a:schemeClr val="dk1"/>
    </dgm:txFillClrLst>
    <dgm:txEffectClrLst/>
  </dgm:styleLbl>
  <dgm:styleLbl name="solidFgAcc1">
    <dgm:fillClrLst meth="repeat">
      <a:schemeClr val="lt1"/>
    </dgm:fillClrLst>
    <dgm:linClrLst>
      <a:schemeClr val="accent2"/>
      <a:schemeClr val="accent3"/>
    </dgm:linClrLst>
    <dgm:effectClrLst/>
    <dgm:txLinClrLst/>
    <dgm:txFillClrLst meth="repeat">
      <a:schemeClr val="dk1"/>
    </dgm:txFillClrLst>
    <dgm:txEffectClrLst/>
  </dgm:styleLbl>
  <dgm:styleLbl name="solidAlignAcc1">
    <dgm:fillClrLst meth="repeat">
      <a:schemeClr val="lt1"/>
    </dgm:fillClrLst>
    <dgm:linClrLst>
      <a:schemeClr val="accent2"/>
      <a:schemeClr val="accent3"/>
    </dgm:linClrLst>
    <dgm:effectClrLst/>
    <dgm:txLinClrLst/>
    <dgm:txFillClrLst meth="repeat">
      <a:schemeClr val="dk1"/>
    </dgm:txFillClrLst>
    <dgm:txEffectClrLst/>
  </dgm:styleLbl>
  <dgm:styleLbl name="solidBgAcc1">
    <dgm:fillClrLst meth="repeat">
      <a:schemeClr val="lt1"/>
    </dgm:fillClrLst>
    <dgm:linClrLst>
      <a:schemeClr val="accent2"/>
      <a:schemeClr val="accent3"/>
    </dgm:linClrLst>
    <dgm:effectClrLst/>
    <dgm:txLinClrLst/>
    <dgm:txFillClrLst meth="repeat">
      <a:schemeClr val="dk1"/>
    </dgm:txFillClrLst>
    <dgm:txEffectClrLst/>
  </dgm:styleLbl>
  <dgm:styleLbl name="fgAccFollowNode1">
    <dgm:fillClrLst>
      <a:schemeClr val="accent2">
        <a:tint val="40000"/>
        <a:alpha val="90000"/>
      </a:schemeClr>
      <a:schemeClr val="accent3">
        <a:tint val="40000"/>
        <a:alpha val="90000"/>
      </a:schemeClr>
    </dgm:fillClrLst>
    <dgm:linClrLst>
      <a:schemeClr val="accent2">
        <a:tint val="40000"/>
        <a:alpha val="90000"/>
      </a:schemeClr>
      <a:schemeClr val="accent3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alignAccFollowNode1">
    <dgm:fillClrLst>
      <a:schemeClr val="accent2">
        <a:tint val="40000"/>
        <a:alpha val="90000"/>
      </a:schemeClr>
      <a:schemeClr val="accent3">
        <a:tint val="40000"/>
        <a:alpha val="90000"/>
      </a:schemeClr>
    </dgm:fillClrLst>
    <dgm:linClrLst>
      <a:schemeClr val="accent2">
        <a:tint val="40000"/>
        <a:alpha val="90000"/>
      </a:schemeClr>
      <a:schemeClr val="accent3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bgAccFollowNode1">
    <dgm:fillClrLst>
      <a:schemeClr val="accent2">
        <a:tint val="40000"/>
        <a:alpha val="90000"/>
      </a:schemeClr>
      <a:schemeClr val="accent3">
        <a:tint val="40000"/>
        <a:alpha val="90000"/>
      </a:schemeClr>
    </dgm:fillClrLst>
    <dgm:linClrLst>
      <a:schemeClr val="accent2">
        <a:tint val="40000"/>
        <a:alpha val="90000"/>
      </a:schemeClr>
      <a:schemeClr val="accent3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fgAcc0">
    <dgm:fillClrLst meth="repeat">
      <a:schemeClr val="lt1">
        <a:alpha val="90000"/>
      </a:schemeClr>
    </dgm:fillClrLst>
    <dgm:linClrLst>
      <a:schemeClr val="accent1"/>
    </dgm:linClrLst>
    <dgm:effectClrLst/>
    <dgm:txLinClrLst/>
    <dgm:txFillClrLst meth="repeat">
      <a:schemeClr val="dk1"/>
    </dgm:txFillClrLst>
    <dgm:txEffectClrLst/>
  </dgm:styleLbl>
  <dgm:styleLbl name="fgAcc2">
    <dgm:fillClrLst meth="repeat">
      <a:schemeClr val="lt1">
        <a:alpha val="90000"/>
      </a:schemeClr>
    </dgm:fillClrLst>
    <dgm:linClrLst>
      <a:schemeClr val="accent3"/>
    </dgm:linClrLst>
    <dgm:effectClrLst/>
    <dgm:txLinClrLst/>
    <dgm:txFillClrLst meth="repeat">
      <a:schemeClr val="dk1"/>
    </dgm:txFillClrLst>
    <dgm:txEffectClrLst/>
  </dgm:styleLbl>
  <dgm:styleLbl name="fgAcc3">
    <dgm:fillClrLst meth="repeat">
      <a:schemeClr val="lt1">
        <a:alpha val="90000"/>
      </a:schemeClr>
    </dgm:fillClrLst>
    <dgm:linClrLst>
      <a:schemeClr val="accent4"/>
    </dgm:linClrLst>
    <dgm:effectClrLst/>
    <dgm:txLinClrLst/>
    <dgm:txFillClrLst meth="repeat">
      <a:schemeClr val="dk1"/>
    </dgm:txFillClrLst>
    <dgm:txEffectClrLst/>
  </dgm:styleLbl>
  <dgm:styleLbl name="fgAcc4">
    <dgm:fillClrLst meth="repeat">
      <a:schemeClr val="lt1">
        <a:alpha val="90000"/>
      </a:schemeClr>
    </dgm:fillClrLst>
    <dgm:linClrLst>
      <a:schemeClr val="accent5"/>
    </dgm:linClrLst>
    <dgm:effectClrLst/>
    <dgm:txLinClrLst/>
    <dgm:txFillClrLst meth="repeat">
      <a:schemeClr val="dk1"/>
    </dgm:txFillClrLst>
    <dgm:txEffectClrLst/>
  </dgm:styleLbl>
  <dgm:styleLbl name="bgShp">
    <dgm:fillClrLst meth="repeat">
      <a:schemeClr val="bg1">
        <a:lumMod val="95000"/>
      </a:schemeClr>
    </dgm:fillClrLst>
    <dgm:linClrLst meth="repeat">
      <a:schemeClr val="dk1"/>
    </dgm:linClrLst>
    <dgm:effectClrLst/>
    <dgm:txLinClrLst/>
    <dgm:txFillClrLst meth="repeat">
      <a:schemeClr val="dk1"/>
    </dgm:txFillClrLst>
    <dgm:txEffectClrLst/>
  </dgm:styleLbl>
  <dgm:styleLbl name="dkBgShp">
    <dgm:fillClrLst meth="repeat">
      <a:schemeClr val="accent2">
        <a:shade val="90000"/>
      </a:schemeClr>
    </dgm:fillClrLst>
    <dgm:linClrLst meth="repeat">
      <a:schemeClr val="dk1"/>
    </dgm:linClrLst>
    <dgm:effectClrLst/>
    <dgm:txLinClrLst/>
    <dgm:txFillClrLst meth="repeat">
      <a:schemeClr val="lt1"/>
    </dgm:txFillClrLst>
    <dgm:txEffectClrLst/>
  </dgm:styleLbl>
  <dgm:styleLbl name="trBgShp">
    <dgm:fillClrLst meth="repeat">
      <a:schemeClr val="accent2">
        <a:tint val="50000"/>
        <a:alpha val="40000"/>
      </a:schemeClr>
    </dgm:fillClrLst>
    <dgm:linClrLst meth="repeat">
      <a:schemeClr val="accent2"/>
    </dgm:linClrLst>
    <dgm:effectClrLst/>
    <dgm:txLinClrLst/>
    <dgm:txFillClrLst meth="repeat">
      <a:schemeClr val="lt1"/>
    </dgm:txFillClrLst>
    <dgm:txEffectClrLst/>
  </dgm:styleLbl>
  <dgm:styleLbl name="fgShp">
    <dgm:fillClrLst meth="repeat">
      <a:schemeClr val="accent2">
        <a:tint val="40000"/>
      </a:schemeClr>
    </dgm:fillClrLst>
    <dgm:linClrLst meth="repeat">
      <a:schemeClr val="lt1"/>
    </dgm:linClrLst>
    <dgm:effectClrLst/>
    <dgm:txLinClrLst/>
    <dgm:txFillClrLst meth="repeat">
      <a:schemeClr val="dk1"/>
    </dgm:txFillClrLst>
    <dgm:txEffectClrLst/>
  </dgm:styleLbl>
  <dgm:styleLbl name="revTx">
    <dgm:fillClrLst meth="repeat">
      <a:schemeClr val="lt1">
        <a:alpha val="0"/>
      </a:schemeClr>
    </dgm:fillClrLst>
    <dgm:linClrLst meth="repeat">
      <a:schemeClr val="dk1">
        <a:alpha val="0"/>
      </a:schemeClr>
    </dgm:linClrLst>
    <dgm:effectClrLst/>
    <dgm:txLinClrLst/>
    <dgm:txFillClrLst meth="repeat">
      <a:schemeClr val="tx1"/>
    </dgm:txFillClrLst>
    <dgm:txEffectClrLst/>
  </dgm:styleLbl>
</dgm:colorsDef>
</file>

<file path=ppt/diagrams/colors81.xml><?xml version="1.0" encoding="utf-8"?>
<dgm:colorsDef xmlns:dgm="http://schemas.openxmlformats.org/drawingml/2006/diagram" xmlns:a="http://schemas.openxmlformats.org/drawingml/2006/main" uniqueId="urn:microsoft.com/office/officeart/2018/5/colors/Iconchunking_neutralbg_accent1_2">
  <dgm:title val=""/>
  <dgm:desc val=""/>
  <dgm:catLst>
    <dgm:cat type="accent1" pri="11200"/>
  </dgm:catLst>
  <dgm:styleLbl name="node0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lignNode1">
    <dgm:fillClrLst meth="repeat">
      <a:schemeClr val="accent1"/>
    </dgm:fillClrLst>
    <dgm:linClrLst meth="repeat">
      <a:schemeClr val="accent1"/>
    </dgm:linClrLst>
    <dgm:effectClrLst/>
    <dgm:txLinClrLst/>
    <dgm:txFillClrLst/>
    <dgm:txEffectClrLst/>
  </dgm:styleLbl>
  <dgm:styleLbl name="node1">
    <dgm:fillClrLst meth="repeat">
      <a:schemeClr val="accent1"/>
    </dgm:fillClrLst>
    <dgm:linClrLst meth="repeat">
      <a:schemeClr val="lt1">
        <a:alpha val="0"/>
      </a:schemeClr>
    </dgm:linClrLst>
    <dgm:effectClrLst/>
    <dgm:txLinClrLst/>
    <dgm:txFillClrLst/>
    <dgm:txEffectClrLst/>
  </dgm:styleLbl>
  <dgm:styleLbl name="lnNode1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vennNode1">
    <dgm:fillClrLst meth="repeat">
      <a:schemeClr val="accent1">
        <a:alpha val="50000"/>
      </a:schemeClr>
    </dgm:fillClrLst>
    <dgm:linClrLst meth="repeat">
      <a:schemeClr val="lt1"/>
    </dgm:linClrLst>
    <dgm:effectClrLst/>
    <dgm:txLinClrLst/>
    <dgm:txFillClrLst/>
    <dgm:txEffectClrLst/>
  </dgm:styleLbl>
  <dgm:styleLbl name="node2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node3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node4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fgImgPlace1">
    <dgm:fillClrLst meth="repeat">
      <a:schemeClr val="accent1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alignImgPlace1">
    <dgm:fillClrLst meth="repeat">
      <a:schemeClr val="accent1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bgImgPlace1">
    <dgm:fillClrLst meth="repeat">
      <a:schemeClr val="accent1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sibTrans2D1">
    <dgm:fillClrLst meth="repeat">
      <a:schemeClr val="accent1">
        <a:tint val="60000"/>
      </a:schemeClr>
    </dgm:fillClrLst>
    <dgm:linClrLst meth="repeat">
      <a:schemeClr val="accent1">
        <a:tint val="60000"/>
      </a:schemeClr>
    </dgm:linClrLst>
    <dgm:effectClrLst/>
    <dgm:txLinClrLst/>
    <dgm:txFillClrLst/>
    <dgm:txEffectClrLst/>
  </dgm:styleLbl>
  <dgm:styleLbl name="fgSibTrans2D1">
    <dgm:fillClrLst meth="repeat">
      <a:schemeClr val="accent1">
        <a:tint val="60000"/>
      </a:schemeClr>
    </dgm:fillClrLst>
    <dgm:linClrLst meth="repeat">
      <a:schemeClr val="accent1">
        <a:tint val="60000"/>
      </a:schemeClr>
    </dgm:linClrLst>
    <dgm:effectClrLst/>
    <dgm:txLinClrLst/>
    <dgm:txFillClrLst/>
    <dgm:txEffectClrLst/>
  </dgm:styleLbl>
  <dgm:styleLbl name="bgSibTrans2D1">
    <dgm:fillClrLst meth="repeat">
      <a:schemeClr val="accent1">
        <a:tint val="60000"/>
      </a:schemeClr>
    </dgm:fillClrLst>
    <dgm:linClrLst meth="repeat">
      <a:schemeClr val="accent1">
        <a:tint val="60000"/>
      </a:schemeClr>
    </dgm:linClrLst>
    <dgm:effectClrLst/>
    <dgm:txLinClrLst/>
    <dgm:txFillClrLst/>
    <dgm:txEffectClrLst/>
  </dgm:styleLbl>
  <dgm:styleLbl name="sibTrans1D1">
    <dgm:fillClrLst meth="repeat">
      <a:schemeClr val="accent1"/>
    </dgm:fillClrLst>
    <dgm:linClrLst meth="repeat">
      <a:schemeClr val="accent1"/>
    </dgm:linClrLst>
    <dgm:effectClrLst/>
    <dgm:txLinClrLst/>
    <dgm:txFillClrLst meth="repeat">
      <a:schemeClr val="tx1"/>
    </dgm:txFillClrLst>
    <dgm:txEffectClrLst/>
  </dgm:styleLbl>
  <dgm:styleLbl name="callout">
    <dgm:fillClrLst meth="repeat">
      <a:schemeClr val="accent1"/>
    </dgm:fillClrLst>
    <dgm:linClrLst meth="repeat">
      <a:schemeClr val="accent1">
        <a:tint val="50000"/>
      </a:schemeClr>
    </dgm:linClrLst>
    <dgm:effectClrLst/>
    <dgm:txLinClrLst/>
    <dgm:txFillClrLst meth="repeat">
      <a:schemeClr val="tx1"/>
    </dgm:txFillClrLst>
    <dgm:txEffectClrLst/>
  </dgm:styleLbl>
  <dgm:styleLbl name="asst0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sst1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sst2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sst3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sst4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parChTrans2D1">
    <dgm:fillClrLst meth="repeat">
      <a:schemeClr val="accent1">
        <a:tint val="60000"/>
      </a:schemeClr>
    </dgm:fillClrLst>
    <dgm:linClrLst meth="repeat">
      <a:schemeClr val="accent1">
        <a:tint val="60000"/>
      </a:schemeClr>
    </dgm:linClrLst>
    <dgm:effectClrLst/>
    <dgm:txLinClrLst/>
    <dgm:txFillClrLst meth="repeat">
      <a:schemeClr val="lt1"/>
    </dgm:txFillClrLst>
    <dgm:txEffectClrLst/>
  </dgm:styleLbl>
  <dgm:styleLbl name="parChTrans2D2">
    <dgm:fillClrLst meth="repeat">
      <a:schemeClr val="accent1"/>
    </dgm:fillClrLst>
    <dgm:linClrLst meth="repeat">
      <a:schemeClr val="accent1"/>
    </dgm:linClrLst>
    <dgm:effectClrLst/>
    <dgm:txLinClrLst/>
    <dgm:txFillClrLst meth="repeat">
      <a:schemeClr val="lt1"/>
    </dgm:txFillClrLst>
    <dgm:txEffectClrLst/>
  </dgm:styleLbl>
  <dgm:styleLbl name="parChTrans2D3">
    <dgm:fillClrLst meth="repeat">
      <a:schemeClr val="accent1"/>
    </dgm:fillClrLst>
    <dgm:linClrLst meth="repeat">
      <a:schemeClr val="accent1"/>
    </dgm:linClrLst>
    <dgm:effectClrLst/>
    <dgm:txLinClrLst/>
    <dgm:txFillClrLst meth="repeat">
      <a:schemeClr val="lt1"/>
    </dgm:txFillClrLst>
    <dgm:txEffectClrLst/>
  </dgm:styleLbl>
  <dgm:styleLbl name="parChTrans2D4">
    <dgm:fillClrLst meth="repeat">
      <a:schemeClr val="accent1"/>
    </dgm:fillClrLst>
    <dgm:linClrLst meth="repeat">
      <a:schemeClr val="accent1"/>
    </dgm:linClrLst>
    <dgm:effectClrLst/>
    <dgm:txLinClrLst/>
    <dgm:txFillClrLst meth="repeat">
      <a:schemeClr val="lt1"/>
    </dgm:txFillClrLst>
    <dgm:txEffectClrLst/>
  </dgm:styleLbl>
  <dgm:styleLbl name="parChTrans1D1">
    <dgm:fillClrLst meth="repeat">
      <a:schemeClr val="accent1"/>
    </dgm:fillClrLst>
    <dgm:linClrLst meth="repeat">
      <a:schemeClr val="accent1">
        <a:shade val="60000"/>
      </a:schemeClr>
    </dgm:linClrLst>
    <dgm:effectClrLst/>
    <dgm:txLinClrLst/>
    <dgm:txFillClrLst meth="repeat">
      <a:schemeClr val="tx1"/>
    </dgm:txFillClrLst>
    <dgm:txEffectClrLst/>
  </dgm:styleLbl>
  <dgm:styleLbl name="parChTrans1D2">
    <dgm:fillClrLst meth="repeat">
      <a:schemeClr val="accent1"/>
    </dgm:fillClrLst>
    <dgm:linClrLst meth="repeat">
      <a:schemeClr val="accent1">
        <a:shade val="60000"/>
      </a:schemeClr>
    </dgm:linClrLst>
    <dgm:effectClrLst/>
    <dgm:txLinClrLst/>
    <dgm:txFillClrLst meth="repeat">
      <a:schemeClr val="tx1"/>
    </dgm:txFillClrLst>
    <dgm:txEffectClrLst/>
  </dgm:styleLbl>
  <dgm:styleLbl name="parChTrans1D3">
    <dgm:fillClrLst meth="repeat">
      <a:schemeClr val="accent1"/>
    </dgm:fillClrLst>
    <dgm:linClrLst meth="repeat">
      <a:schemeClr val="accent1">
        <a:shade val="80000"/>
      </a:schemeClr>
    </dgm:linClrLst>
    <dgm:effectClrLst/>
    <dgm:txLinClrLst/>
    <dgm:txFillClrLst meth="repeat">
      <a:schemeClr val="tx1"/>
    </dgm:txFillClrLst>
    <dgm:txEffectClrLst/>
  </dgm:styleLbl>
  <dgm:styleLbl name="parChTrans1D4">
    <dgm:fillClrLst meth="repeat">
      <a:schemeClr val="accent1"/>
    </dgm:fillClrLst>
    <dgm:linClrLst meth="repeat">
      <a:schemeClr val="accent1">
        <a:shade val="80000"/>
      </a:schemeClr>
    </dgm:linClrLst>
    <dgm:effectClrLst/>
    <dgm:txLinClrLst/>
    <dgm:txFillClrLst meth="repeat">
      <a:schemeClr val="tx1"/>
    </dgm:txFillClrLst>
    <dgm:txEffectClrLst/>
  </dgm:styleLbl>
  <dgm:styleLbl name="fgAcc1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conFgAcc1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alignAcc1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trAlignAcc1">
    <dgm:fillClrLst meth="repeat">
      <a:schemeClr val="lt1">
        <a:alpha val="4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bgAcc1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solidFgAcc1">
    <dgm:fillClrLst meth="repeat">
      <a:schemeClr val="lt1"/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solidAlignAcc1">
    <dgm:fillClrLst meth="repeat">
      <a:schemeClr val="lt1"/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solidBgAcc1">
    <dgm:fillClrLst meth="repeat">
      <a:schemeClr val="lt1"/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fgAccFollowNode1">
    <dgm:fillClrLst meth="repeat">
      <a:schemeClr val="accent1">
        <a:alpha val="90000"/>
        <a:tint val="40000"/>
      </a:schemeClr>
    </dgm:fillClrLst>
    <dgm:linClrLst meth="repeat">
      <a:schemeClr val="accent1">
        <a:alpha val="90000"/>
        <a:tint val="40000"/>
      </a:schemeClr>
    </dgm:linClrLst>
    <dgm:effectClrLst/>
    <dgm:txLinClrLst/>
    <dgm:txFillClrLst meth="repeat">
      <a:schemeClr val="dk1"/>
    </dgm:txFillClrLst>
    <dgm:txEffectClrLst/>
  </dgm:styleLbl>
  <dgm:styleLbl name="alignAccFollowNode1">
    <dgm:fillClrLst meth="repeat">
      <a:schemeClr val="accent1">
        <a:alpha val="90000"/>
        <a:tint val="40000"/>
      </a:schemeClr>
    </dgm:fillClrLst>
    <dgm:linClrLst meth="repeat">
      <a:schemeClr val="accent1">
        <a:alpha val="90000"/>
        <a:tint val="40000"/>
      </a:schemeClr>
    </dgm:linClrLst>
    <dgm:effectClrLst/>
    <dgm:txLinClrLst/>
    <dgm:txFillClrLst meth="repeat">
      <a:schemeClr val="dk1"/>
    </dgm:txFillClrLst>
    <dgm:txEffectClrLst/>
  </dgm:styleLbl>
  <dgm:styleLbl name="bgAccFollowNode1">
    <dgm:fillClrLst meth="repeat">
      <a:schemeClr val="accent1">
        <a:alpha val="90000"/>
        <a:tint val="40000"/>
      </a:schemeClr>
    </dgm:fillClrLst>
    <dgm:linClrLst meth="repeat">
      <a:schemeClr val="accent1">
        <a:alpha val="90000"/>
        <a:tint val="40000"/>
      </a:schemeClr>
    </dgm:linClrLst>
    <dgm:effectClrLst/>
    <dgm:txLinClrLst/>
    <dgm:txFillClrLst meth="repeat">
      <a:schemeClr val="dk1"/>
    </dgm:txFillClrLst>
    <dgm:txEffectClrLst/>
  </dgm:styleLbl>
  <dgm:styleLbl name="fgAcc0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fgAcc2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fgAcc3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fgAcc4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bgShp">
    <dgm:fillClrLst meth="repeat">
      <a:schemeClr val="bg1">
        <a:lumMod val="95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dkBgShp">
    <dgm:fillClrLst meth="repeat">
      <a:schemeClr val="accent1">
        <a:shade val="80000"/>
      </a:schemeClr>
    </dgm:fillClrLst>
    <dgm:linClrLst meth="repeat">
      <a:schemeClr val="accent1"/>
    </dgm:linClrLst>
    <dgm:effectClrLst/>
    <dgm:txLinClrLst/>
    <dgm:txFillClrLst meth="repeat">
      <a:schemeClr val="lt1"/>
    </dgm:txFillClrLst>
    <dgm:txEffectClrLst/>
  </dgm:styleLbl>
  <dgm:styleLbl name="trBgShp">
    <dgm:fillClrLst meth="repeat">
      <a:schemeClr val="accent1">
        <a:tint val="50000"/>
        <a:alpha val="40000"/>
      </a:schemeClr>
    </dgm:fillClrLst>
    <dgm:linClrLst meth="repeat">
      <a:schemeClr val="accent1"/>
    </dgm:linClrLst>
    <dgm:effectClrLst/>
    <dgm:txLinClrLst/>
    <dgm:txFillClrLst meth="repeat">
      <a:schemeClr val="lt1"/>
    </dgm:txFillClrLst>
    <dgm:txEffectClrLst/>
  </dgm:styleLbl>
  <dgm:styleLbl name="fgShp">
    <dgm:fillClrLst meth="repeat">
      <a:schemeClr val="accent1">
        <a:tint val="60000"/>
      </a:schemeClr>
    </dgm:fillClrLst>
    <dgm:linClrLst meth="repeat">
      <a:schemeClr val="lt1"/>
    </dgm:linClrLst>
    <dgm:effectClrLst/>
    <dgm:txLinClrLst/>
    <dgm:txFillClrLst meth="repeat">
      <a:schemeClr val="dk1"/>
    </dgm:txFillClrLst>
    <dgm:txEffectClrLst/>
  </dgm:styleLbl>
  <dgm:styleLbl name="revTx">
    <dgm:fillClrLst meth="repeat">
      <a:schemeClr val="lt1">
        <a:alpha val="0"/>
      </a:schemeClr>
    </dgm:fillClrLst>
    <dgm:linClrLst meth="repeat">
      <a:schemeClr val="dk1">
        <a:alpha val="0"/>
      </a:schemeClr>
    </dgm:linClrLst>
    <dgm:effectClrLst/>
    <dgm:txLinClrLst/>
    <dgm:txFillClrLst meth="repeat">
      <a:schemeClr val="tx1"/>
    </dgm:txFillClrLst>
    <dgm:txEffectClrLst/>
  </dgm:styleLbl>
</dgm:colorsDef>
</file>

<file path=ppt/diagrams/colors82.xml><?xml version="1.0" encoding="utf-8"?>
<dgm:colorsDef xmlns:dgm="http://schemas.openxmlformats.org/drawingml/2006/diagram" xmlns:a="http://schemas.openxmlformats.org/drawingml/2006/main" uniqueId="urn:microsoft.com/office/officeart/2018/5/colors/Iconchunking_neutralbg_colorful2">
  <dgm:title val=""/>
  <dgm:desc val=""/>
  <dgm:catLst>
    <dgm:cat type="colorful" pri="10200"/>
  </dgm:catLst>
  <dgm:styleLbl name="node0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node1">
    <dgm:fillClrLst>
      <a:schemeClr val="accent2"/>
      <a:schemeClr val="accent3"/>
    </dgm:fillClrLst>
    <dgm:linClrLst meth="repeat">
      <a:schemeClr val="lt1">
        <a:alpha val="0"/>
      </a:schemeClr>
    </dgm:linClrLst>
    <dgm:effectClrLst/>
    <dgm:txLinClrLst/>
    <dgm:txFillClrLst/>
    <dgm:txEffectClrLst/>
  </dgm:styleLbl>
  <dgm:styleLbl name="alignNode1">
    <dgm:fillClrLst>
      <a:schemeClr val="accent2"/>
      <a:schemeClr val="accent3"/>
    </dgm:fillClrLst>
    <dgm:linClrLst>
      <a:schemeClr val="accent2"/>
      <a:schemeClr val="accent3"/>
    </dgm:linClrLst>
    <dgm:effectClrLst/>
    <dgm:txLinClrLst/>
    <dgm:txFillClrLst/>
    <dgm:txEffectClrLst/>
  </dgm:styleLbl>
  <dgm:styleLbl name="lnNode1">
    <dgm:fillClrLst>
      <a:schemeClr val="accent2"/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vennNode1">
    <dgm:fillClrLst>
      <a:schemeClr val="accent2">
        <a:alpha val="50000"/>
      </a:schemeClr>
      <a:schemeClr val="accent3">
        <a:alpha val="50000"/>
      </a:schemeClr>
    </dgm:fillClrLst>
    <dgm:linClrLst meth="repeat">
      <a:schemeClr val="lt1"/>
    </dgm:linClrLst>
    <dgm:effectClrLst/>
    <dgm:txLinClrLst/>
    <dgm:txFillClrLst/>
    <dgm:txEffectClrLst/>
  </dgm:styleLbl>
  <dgm:styleLbl name="node2">
    <dgm:fillClrLst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node3">
    <dgm:fillClrLst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node4">
    <dgm:fillClrLst>
      <a:schemeClr val="accent5"/>
    </dgm:fillClrLst>
    <dgm:linClrLst meth="repeat">
      <a:schemeClr val="lt1"/>
    </dgm:linClrLst>
    <dgm:effectClrLst/>
    <dgm:txLinClrLst/>
    <dgm:txFillClrLst/>
    <dgm:txEffectClrLst/>
  </dgm:styleLbl>
  <dgm:styleLbl name="fgImgPlace1">
    <dgm:fillClrLst>
      <a:schemeClr val="accent2">
        <a:tint val="50000"/>
      </a:schemeClr>
      <a:schemeClr val="accent3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alignImgPlace1">
    <dgm:fillClrLst>
      <a:schemeClr val="accent2">
        <a:tint val="50000"/>
      </a:schemeClr>
      <a:schemeClr val="accent3">
        <a:tint val="2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bgImgPlace1">
    <dgm:fillClrLst>
      <a:schemeClr val="accent2">
        <a:tint val="50000"/>
      </a:schemeClr>
      <a:schemeClr val="accent3">
        <a:tint val="2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sibTrans2D1">
    <dgm:fillClrLst>
      <a:schemeClr val="accent2"/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fgSibTrans2D1">
    <dgm:fillClrLst>
      <a:schemeClr val="accent2"/>
      <a:schemeClr val="accent3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bgSibTrans2D1">
    <dgm:fillClrLst>
      <a:schemeClr val="accent2"/>
      <a:schemeClr val="accent3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sibTrans1D1">
    <dgm:fillClrLst/>
    <dgm:linClrLst>
      <a:schemeClr val="accent2"/>
      <a:schemeClr val="accent3"/>
    </dgm:linClrLst>
    <dgm:effectClrLst/>
    <dgm:txLinClrLst/>
    <dgm:txFillClrLst meth="repeat">
      <a:schemeClr val="tx1"/>
    </dgm:txFillClrLst>
    <dgm:txEffectClrLst/>
  </dgm:styleLbl>
  <dgm:styleLbl name="callout">
    <dgm:fillClrLst meth="repeat">
      <a:schemeClr val="accent2"/>
    </dgm:fillClrLst>
    <dgm:linClrLst meth="repeat">
      <a:schemeClr val="accent2">
        <a:tint val="50000"/>
      </a:schemeClr>
    </dgm:linClrLst>
    <dgm:effectClrLst/>
    <dgm:txLinClrLst/>
    <dgm:txFillClrLst meth="repeat">
      <a:schemeClr val="tx1"/>
    </dgm:txFillClrLst>
    <dgm:txEffectClrLst/>
  </dgm:styleLbl>
  <dgm:styleLbl name="asst0">
    <dgm:fillClrLst meth="repeat">
      <a:schemeClr val="accent2"/>
    </dgm:fillClrLst>
    <dgm:linClrLst meth="repeat">
      <a:schemeClr val="lt1">
        <a:shade val="80000"/>
      </a:schemeClr>
    </dgm:linClrLst>
    <dgm:effectClrLst/>
    <dgm:txLinClrLst/>
    <dgm:txFillClrLst/>
    <dgm:txEffectClrLst/>
  </dgm:styleLbl>
  <dgm:styleLbl name="asst1">
    <dgm:fillClrLst meth="repeat">
      <a:schemeClr val="accent3"/>
    </dgm:fillClrLst>
    <dgm:linClrLst meth="repeat">
      <a:schemeClr val="lt1">
        <a:shade val="80000"/>
      </a:schemeClr>
    </dgm:linClrLst>
    <dgm:effectClrLst/>
    <dgm:txLinClrLst/>
    <dgm:txFillClrLst/>
    <dgm:txEffectClrLst/>
  </dgm:styleLbl>
  <dgm:styleLbl name="asst2">
    <dgm:fillClrLst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asst3">
    <dgm:fillClrLst>
      <a:schemeClr val="accent5"/>
    </dgm:fillClrLst>
    <dgm:linClrLst meth="repeat">
      <a:schemeClr val="lt1"/>
    </dgm:linClrLst>
    <dgm:effectClrLst/>
    <dgm:txLinClrLst/>
    <dgm:txFillClrLst/>
    <dgm:txEffectClrLst/>
  </dgm:styleLbl>
  <dgm:styleLbl name="asst4">
    <dgm:fillClrLst>
      <a:schemeClr val="accent6"/>
    </dgm:fillClrLst>
    <dgm:linClrLst meth="repeat">
      <a:schemeClr val="lt1"/>
    </dgm:linClrLst>
    <dgm:effectClrLst/>
    <dgm:txLinClrLst/>
    <dgm:txFillClrLst/>
    <dgm:txEffectClrLst/>
  </dgm:styleLbl>
  <dgm:styleLbl name="parChTrans2D1">
    <dgm:fillClrLst meth="repeat">
      <a:schemeClr val="accent2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parChTrans2D2">
    <dgm:fillClrLst meth="repeat"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parChTrans2D3">
    <dgm:fillClrLst meth="repeat"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parChTrans2D4">
    <dgm:fillClrLst meth="repeat">
      <a:schemeClr val="accent5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parChTrans1D1">
    <dgm:fillClrLst meth="repeat">
      <a:schemeClr val="accent2"/>
    </dgm:fillClrLst>
    <dgm:linClrLst meth="repeat">
      <a:schemeClr val="accent2"/>
    </dgm:linClrLst>
    <dgm:effectClrLst/>
    <dgm:txLinClrLst/>
    <dgm:txFillClrLst meth="repeat">
      <a:schemeClr val="tx1"/>
    </dgm:txFillClrLst>
    <dgm:txEffectClrLst/>
  </dgm:styleLbl>
  <dgm:styleLbl name="parChTrans1D2">
    <dgm:fillClrLst meth="repeat">
      <a:schemeClr val="accent2">
        <a:tint val="90000"/>
      </a:schemeClr>
    </dgm:fillClrLst>
    <dgm:linClrLst meth="repeat">
      <a:schemeClr val="accent3"/>
    </dgm:linClrLst>
    <dgm:effectClrLst/>
    <dgm:txLinClrLst/>
    <dgm:txFillClrLst meth="repeat">
      <a:schemeClr val="tx1"/>
    </dgm:txFillClrLst>
    <dgm:txEffectClrLst/>
  </dgm:styleLbl>
  <dgm:styleLbl name="parChTrans1D3">
    <dgm:fillClrLst meth="repeat">
      <a:schemeClr val="accent2">
        <a:tint val="70000"/>
      </a:schemeClr>
    </dgm:fillClrLst>
    <dgm:linClrLst meth="repeat">
      <a:schemeClr val="accent4"/>
    </dgm:linClrLst>
    <dgm:effectClrLst/>
    <dgm:txLinClrLst/>
    <dgm:txFillClrLst meth="repeat">
      <a:schemeClr val="tx1"/>
    </dgm:txFillClrLst>
    <dgm:txEffectClrLst/>
  </dgm:styleLbl>
  <dgm:styleLbl name="parChTrans1D4">
    <dgm:fillClrLst meth="repeat">
      <a:schemeClr val="accent2">
        <a:tint val="50000"/>
      </a:schemeClr>
    </dgm:fillClrLst>
    <dgm:linClrLst meth="repeat">
      <a:schemeClr val="accent5"/>
    </dgm:linClrLst>
    <dgm:effectClrLst/>
    <dgm:txLinClrLst/>
    <dgm:txFillClrLst meth="repeat">
      <a:schemeClr val="tx1"/>
    </dgm:txFillClrLst>
    <dgm:txEffectClrLst/>
  </dgm:styleLbl>
  <dgm:styleLbl name="fgAcc1">
    <dgm:fillClrLst meth="repeat">
      <a:schemeClr val="lt1">
        <a:alpha val="90000"/>
      </a:schemeClr>
    </dgm:fillClrLst>
    <dgm:linClrLst>
      <a:schemeClr val="accent2"/>
      <a:schemeClr val="accent3"/>
    </dgm:linClrLst>
    <dgm:effectClrLst/>
    <dgm:txLinClrLst/>
    <dgm:txFillClrLst meth="repeat">
      <a:schemeClr val="dk1"/>
    </dgm:txFillClrLst>
    <dgm:txEffectClrLst/>
  </dgm:styleLbl>
  <dgm:styleLbl name="conFgAcc1">
    <dgm:fillClrLst meth="repeat">
      <a:schemeClr val="lt1">
        <a:alpha val="90000"/>
      </a:schemeClr>
    </dgm:fillClrLst>
    <dgm:linClrLst>
      <a:schemeClr val="accent2"/>
      <a:schemeClr val="accent3"/>
    </dgm:linClrLst>
    <dgm:effectClrLst/>
    <dgm:txLinClrLst/>
    <dgm:txFillClrLst meth="repeat">
      <a:schemeClr val="dk1"/>
    </dgm:txFillClrLst>
    <dgm:txEffectClrLst/>
  </dgm:styleLbl>
  <dgm:styleLbl name="alignAcc1">
    <dgm:fillClrLst meth="repeat">
      <a:schemeClr val="lt1">
        <a:alpha val="90000"/>
      </a:schemeClr>
    </dgm:fillClrLst>
    <dgm:linClrLst>
      <a:schemeClr val="accent2"/>
      <a:schemeClr val="accent3"/>
    </dgm:linClrLst>
    <dgm:effectClrLst/>
    <dgm:txLinClrLst/>
    <dgm:txFillClrLst meth="repeat">
      <a:schemeClr val="dk1"/>
    </dgm:txFillClrLst>
    <dgm:txEffectClrLst/>
  </dgm:styleLbl>
  <dgm:styleLbl name="trAlignAcc1">
    <dgm:fillClrLst meth="repeat">
      <a:schemeClr val="lt1">
        <a:alpha val="40000"/>
      </a:schemeClr>
    </dgm:fillClrLst>
    <dgm:linClrLst meth="repeat">
      <a:schemeClr val="accent2"/>
    </dgm:linClrLst>
    <dgm:effectClrLst/>
    <dgm:txLinClrLst/>
    <dgm:txFillClrLst meth="repeat">
      <a:schemeClr val="dk1"/>
    </dgm:txFillClrLst>
    <dgm:txEffectClrLst/>
  </dgm:styleLbl>
  <dgm:styleLbl name="bgAcc1">
    <dgm:fillClrLst meth="repeat">
      <a:schemeClr val="lt1">
        <a:alpha val="90000"/>
      </a:schemeClr>
    </dgm:fillClrLst>
    <dgm:linClrLst>
      <a:schemeClr val="accent2"/>
      <a:schemeClr val="accent3"/>
    </dgm:linClrLst>
    <dgm:effectClrLst/>
    <dgm:txLinClrLst/>
    <dgm:txFillClrLst meth="repeat">
      <a:schemeClr val="dk1"/>
    </dgm:txFillClrLst>
    <dgm:txEffectClrLst/>
  </dgm:styleLbl>
  <dgm:styleLbl name="solidFgAcc1">
    <dgm:fillClrLst meth="repeat">
      <a:schemeClr val="lt1"/>
    </dgm:fillClrLst>
    <dgm:linClrLst>
      <a:schemeClr val="accent2"/>
      <a:schemeClr val="accent3"/>
    </dgm:linClrLst>
    <dgm:effectClrLst/>
    <dgm:txLinClrLst/>
    <dgm:txFillClrLst meth="repeat">
      <a:schemeClr val="dk1"/>
    </dgm:txFillClrLst>
    <dgm:txEffectClrLst/>
  </dgm:styleLbl>
  <dgm:styleLbl name="solidAlignAcc1">
    <dgm:fillClrLst meth="repeat">
      <a:schemeClr val="lt1"/>
    </dgm:fillClrLst>
    <dgm:linClrLst>
      <a:schemeClr val="accent2"/>
      <a:schemeClr val="accent3"/>
    </dgm:linClrLst>
    <dgm:effectClrLst/>
    <dgm:txLinClrLst/>
    <dgm:txFillClrLst meth="repeat">
      <a:schemeClr val="dk1"/>
    </dgm:txFillClrLst>
    <dgm:txEffectClrLst/>
  </dgm:styleLbl>
  <dgm:styleLbl name="solidBgAcc1">
    <dgm:fillClrLst meth="repeat">
      <a:schemeClr val="lt1"/>
    </dgm:fillClrLst>
    <dgm:linClrLst>
      <a:schemeClr val="accent2"/>
      <a:schemeClr val="accent3"/>
    </dgm:linClrLst>
    <dgm:effectClrLst/>
    <dgm:txLinClrLst/>
    <dgm:txFillClrLst meth="repeat">
      <a:schemeClr val="dk1"/>
    </dgm:txFillClrLst>
    <dgm:txEffectClrLst/>
  </dgm:styleLbl>
  <dgm:styleLbl name="fgAccFollowNode1">
    <dgm:fillClrLst>
      <a:schemeClr val="accent2">
        <a:tint val="40000"/>
        <a:alpha val="90000"/>
      </a:schemeClr>
      <a:schemeClr val="accent3">
        <a:tint val="40000"/>
        <a:alpha val="90000"/>
      </a:schemeClr>
    </dgm:fillClrLst>
    <dgm:linClrLst>
      <a:schemeClr val="accent2">
        <a:tint val="40000"/>
        <a:alpha val="90000"/>
      </a:schemeClr>
      <a:schemeClr val="accent3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alignAccFollowNode1">
    <dgm:fillClrLst>
      <a:schemeClr val="accent2">
        <a:tint val="40000"/>
        <a:alpha val="90000"/>
      </a:schemeClr>
      <a:schemeClr val="accent3">
        <a:tint val="40000"/>
        <a:alpha val="90000"/>
      </a:schemeClr>
    </dgm:fillClrLst>
    <dgm:linClrLst>
      <a:schemeClr val="accent2">
        <a:tint val="40000"/>
        <a:alpha val="90000"/>
      </a:schemeClr>
      <a:schemeClr val="accent3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bgAccFollowNode1">
    <dgm:fillClrLst>
      <a:schemeClr val="accent2">
        <a:tint val="40000"/>
        <a:alpha val="90000"/>
      </a:schemeClr>
      <a:schemeClr val="accent3">
        <a:tint val="40000"/>
        <a:alpha val="90000"/>
      </a:schemeClr>
    </dgm:fillClrLst>
    <dgm:linClrLst>
      <a:schemeClr val="accent2">
        <a:tint val="40000"/>
        <a:alpha val="90000"/>
      </a:schemeClr>
      <a:schemeClr val="accent3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fgAcc0">
    <dgm:fillClrLst meth="repeat">
      <a:schemeClr val="lt1">
        <a:alpha val="90000"/>
      </a:schemeClr>
    </dgm:fillClrLst>
    <dgm:linClrLst>
      <a:schemeClr val="accent1"/>
    </dgm:linClrLst>
    <dgm:effectClrLst/>
    <dgm:txLinClrLst/>
    <dgm:txFillClrLst meth="repeat">
      <a:schemeClr val="dk1"/>
    </dgm:txFillClrLst>
    <dgm:txEffectClrLst/>
  </dgm:styleLbl>
  <dgm:styleLbl name="fgAcc2">
    <dgm:fillClrLst meth="repeat">
      <a:schemeClr val="lt1">
        <a:alpha val="90000"/>
      </a:schemeClr>
    </dgm:fillClrLst>
    <dgm:linClrLst>
      <a:schemeClr val="accent3"/>
    </dgm:linClrLst>
    <dgm:effectClrLst/>
    <dgm:txLinClrLst/>
    <dgm:txFillClrLst meth="repeat">
      <a:schemeClr val="dk1"/>
    </dgm:txFillClrLst>
    <dgm:txEffectClrLst/>
  </dgm:styleLbl>
  <dgm:styleLbl name="fgAcc3">
    <dgm:fillClrLst meth="repeat">
      <a:schemeClr val="lt1">
        <a:alpha val="90000"/>
      </a:schemeClr>
    </dgm:fillClrLst>
    <dgm:linClrLst>
      <a:schemeClr val="accent4"/>
    </dgm:linClrLst>
    <dgm:effectClrLst/>
    <dgm:txLinClrLst/>
    <dgm:txFillClrLst meth="repeat">
      <a:schemeClr val="dk1"/>
    </dgm:txFillClrLst>
    <dgm:txEffectClrLst/>
  </dgm:styleLbl>
  <dgm:styleLbl name="fgAcc4">
    <dgm:fillClrLst meth="repeat">
      <a:schemeClr val="lt1">
        <a:alpha val="90000"/>
      </a:schemeClr>
    </dgm:fillClrLst>
    <dgm:linClrLst>
      <a:schemeClr val="accent5"/>
    </dgm:linClrLst>
    <dgm:effectClrLst/>
    <dgm:txLinClrLst/>
    <dgm:txFillClrLst meth="repeat">
      <a:schemeClr val="dk1"/>
    </dgm:txFillClrLst>
    <dgm:txEffectClrLst/>
  </dgm:styleLbl>
  <dgm:styleLbl name="bgShp">
    <dgm:fillClrLst meth="repeat">
      <a:schemeClr val="bg1">
        <a:lumMod val="95000"/>
      </a:schemeClr>
    </dgm:fillClrLst>
    <dgm:linClrLst meth="repeat">
      <a:schemeClr val="dk1"/>
    </dgm:linClrLst>
    <dgm:effectClrLst/>
    <dgm:txLinClrLst/>
    <dgm:txFillClrLst meth="repeat">
      <a:schemeClr val="dk1"/>
    </dgm:txFillClrLst>
    <dgm:txEffectClrLst/>
  </dgm:styleLbl>
  <dgm:styleLbl name="dkBgShp">
    <dgm:fillClrLst meth="repeat">
      <a:schemeClr val="accent2">
        <a:shade val="90000"/>
      </a:schemeClr>
    </dgm:fillClrLst>
    <dgm:linClrLst meth="repeat">
      <a:schemeClr val="dk1"/>
    </dgm:linClrLst>
    <dgm:effectClrLst/>
    <dgm:txLinClrLst/>
    <dgm:txFillClrLst meth="repeat">
      <a:schemeClr val="lt1"/>
    </dgm:txFillClrLst>
    <dgm:txEffectClrLst/>
  </dgm:styleLbl>
  <dgm:styleLbl name="trBgShp">
    <dgm:fillClrLst meth="repeat">
      <a:schemeClr val="accent2">
        <a:tint val="50000"/>
        <a:alpha val="40000"/>
      </a:schemeClr>
    </dgm:fillClrLst>
    <dgm:linClrLst meth="repeat">
      <a:schemeClr val="accent2"/>
    </dgm:linClrLst>
    <dgm:effectClrLst/>
    <dgm:txLinClrLst/>
    <dgm:txFillClrLst meth="repeat">
      <a:schemeClr val="lt1"/>
    </dgm:txFillClrLst>
    <dgm:txEffectClrLst/>
  </dgm:styleLbl>
  <dgm:styleLbl name="fgShp">
    <dgm:fillClrLst meth="repeat">
      <a:schemeClr val="accent2">
        <a:tint val="40000"/>
      </a:schemeClr>
    </dgm:fillClrLst>
    <dgm:linClrLst meth="repeat">
      <a:schemeClr val="lt1"/>
    </dgm:linClrLst>
    <dgm:effectClrLst/>
    <dgm:txLinClrLst/>
    <dgm:txFillClrLst meth="repeat">
      <a:schemeClr val="dk1"/>
    </dgm:txFillClrLst>
    <dgm:txEffectClrLst/>
  </dgm:styleLbl>
  <dgm:styleLbl name="revTx">
    <dgm:fillClrLst meth="repeat">
      <a:schemeClr val="lt1">
        <a:alpha val="0"/>
      </a:schemeClr>
    </dgm:fillClrLst>
    <dgm:linClrLst meth="repeat">
      <a:schemeClr val="dk1">
        <a:alpha val="0"/>
      </a:schemeClr>
    </dgm:linClrLst>
    <dgm:effectClrLst/>
    <dgm:txLinClrLst/>
    <dgm:txFillClrLst meth="repeat">
      <a:schemeClr val="tx1"/>
    </dgm:txFillClrLst>
    <dgm:txEffectClrLst/>
  </dgm:styleLbl>
</dgm:colorsDef>
</file>

<file path=ppt/diagrams/colors83.xml><?xml version="1.0" encoding="utf-8"?>
<dgm:colorsDef xmlns:dgm="http://schemas.openxmlformats.org/drawingml/2006/diagram" xmlns:a="http://schemas.openxmlformats.org/drawingml/2006/main" uniqueId="urn:microsoft.com/office/officeart/2018/5/colors/Iconchunking_neutralbg_colorful2">
  <dgm:title val=""/>
  <dgm:desc val=""/>
  <dgm:catLst>
    <dgm:cat type="colorful" pri="10200"/>
  </dgm:catLst>
  <dgm:styleLbl name="node0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node1">
    <dgm:fillClrLst>
      <a:schemeClr val="accent2"/>
      <a:schemeClr val="accent3"/>
    </dgm:fillClrLst>
    <dgm:linClrLst meth="repeat">
      <a:schemeClr val="lt1">
        <a:alpha val="0"/>
      </a:schemeClr>
    </dgm:linClrLst>
    <dgm:effectClrLst/>
    <dgm:txLinClrLst/>
    <dgm:txFillClrLst/>
    <dgm:txEffectClrLst/>
  </dgm:styleLbl>
  <dgm:styleLbl name="alignNode1">
    <dgm:fillClrLst>
      <a:schemeClr val="accent2"/>
      <a:schemeClr val="accent3"/>
    </dgm:fillClrLst>
    <dgm:linClrLst>
      <a:schemeClr val="accent2"/>
      <a:schemeClr val="accent3"/>
    </dgm:linClrLst>
    <dgm:effectClrLst/>
    <dgm:txLinClrLst/>
    <dgm:txFillClrLst/>
    <dgm:txEffectClrLst/>
  </dgm:styleLbl>
  <dgm:styleLbl name="lnNode1">
    <dgm:fillClrLst>
      <a:schemeClr val="accent2"/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vennNode1">
    <dgm:fillClrLst>
      <a:schemeClr val="accent2">
        <a:alpha val="50000"/>
      </a:schemeClr>
      <a:schemeClr val="accent3">
        <a:alpha val="50000"/>
      </a:schemeClr>
    </dgm:fillClrLst>
    <dgm:linClrLst meth="repeat">
      <a:schemeClr val="lt1"/>
    </dgm:linClrLst>
    <dgm:effectClrLst/>
    <dgm:txLinClrLst/>
    <dgm:txFillClrLst/>
    <dgm:txEffectClrLst/>
  </dgm:styleLbl>
  <dgm:styleLbl name="node2">
    <dgm:fillClrLst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node3">
    <dgm:fillClrLst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node4">
    <dgm:fillClrLst>
      <a:schemeClr val="accent5"/>
    </dgm:fillClrLst>
    <dgm:linClrLst meth="repeat">
      <a:schemeClr val="lt1"/>
    </dgm:linClrLst>
    <dgm:effectClrLst/>
    <dgm:txLinClrLst/>
    <dgm:txFillClrLst/>
    <dgm:txEffectClrLst/>
  </dgm:styleLbl>
  <dgm:styleLbl name="fgImgPlace1">
    <dgm:fillClrLst>
      <a:schemeClr val="accent2">
        <a:tint val="50000"/>
      </a:schemeClr>
      <a:schemeClr val="accent3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alignImgPlace1">
    <dgm:fillClrLst>
      <a:schemeClr val="accent2">
        <a:tint val="50000"/>
      </a:schemeClr>
      <a:schemeClr val="accent3">
        <a:tint val="2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bgImgPlace1">
    <dgm:fillClrLst>
      <a:schemeClr val="accent2">
        <a:tint val="50000"/>
      </a:schemeClr>
      <a:schemeClr val="accent3">
        <a:tint val="2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sibTrans2D1">
    <dgm:fillClrLst>
      <a:schemeClr val="accent2"/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fgSibTrans2D1">
    <dgm:fillClrLst>
      <a:schemeClr val="accent2"/>
      <a:schemeClr val="accent3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bgSibTrans2D1">
    <dgm:fillClrLst>
      <a:schemeClr val="accent2"/>
      <a:schemeClr val="accent3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sibTrans1D1">
    <dgm:fillClrLst/>
    <dgm:linClrLst>
      <a:schemeClr val="accent2"/>
      <a:schemeClr val="accent3"/>
    </dgm:linClrLst>
    <dgm:effectClrLst/>
    <dgm:txLinClrLst/>
    <dgm:txFillClrLst meth="repeat">
      <a:schemeClr val="tx1"/>
    </dgm:txFillClrLst>
    <dgm:txEffectClrLst/>
  </dgm:styleLbl>
  <dgm:styleLbl name="callout">
    <dgm:fillClrLst meth="repeat">
      <a:schemeClr val="accent2"/>
    </dgm:fillClrLst>
    <dgm:linClrLst meth="repeat">
      <a:schemeClr val="accent2">
        <a:tint val="50000"/>
      </a:schemeClr>
    </dgm:linClrLst>
    <dgm:effectClrLst/>
    <dgm:txLinClrLst/>
    <dgm:txFillClrLst meth="repeat">
      <a:schemeClr val="tx1"/>
    </dgm:txFillClrLst>
    <dgm:txEffectClrLst/>
  </dgm:styleLbl>
  <dgm:styleLbl name="asst0">
    <dgm:fillClrLst meth="repeat">
      <a:schemeClr val="accent2"/>
    </dgm:fillClrLst>
    <dgm:linClrLst meth="repeat">
      <a:schemeClr val="lt1">
        <a:shade val="80000"/>
      </a:schemeClr>
    </dgm:linClrLst>
    <dgm:effectClrLst/>
    <dgm:txLinClrLst/>
    <dgm:txFillClrLst/>
    <dgm:txEffectClrLst/>
  </dgm:styleLbl>
  <dgm:styleLbl name="asst1">
    <dgm:fillClrLst meth="repeat">
      <a:schemeClr val="accent3"/>
    </dgm:fillClrLst>
    <dgm:linClrLst meth="repeat">
      <a:schemeClr val="lt1">
        <a:shade val="80000"/>
      </a:schemeClr>
    </dgm:linClrLst>
    <dgm:effectClrLst/>
    <dgm:txLinClrLst/>
    <dgm:txFillClrLst/>
    <dgm:txEffectClrLst/>
  </dgm:styleLbl>
  <dgm:styleLbl name="asst2">
    <dgm:fillClrLst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asst3">
    <dgm:fillClrLst>
      <a:schemeClr val="accent5"/>
    </dgm:fillClrLst>
    <dgm:linClrLst meth="repeat">
      <a:schemeClr val="lt1"/>
    </dgm:linClrLst>
    <dgm:effectClrLst/>
    <dgm:txLinClrLst/>
    <dgm:txFillClrLst/>
    <dgm:txEffectClrLst/>
  </dgm:styleLbl>
  <dgm:styleLbl name="asst4">
    <dgm:fillClrLst>
      <a:schemeClr val="accent6"/>
    </dgm:fillClrLst>
    <dgm:linClrLst meth="repeat">
      <a:schemeClr val="lt1"/>
    </dgm:linClrLst>
    <dgm:effectClrLst/>
    <dgm:txLinClrLst/>
    <dgm:txFillClrLst/>
    <dgm:txEffectClrLst/>
  </dgm:styleLbl>
  <dgm:styleLbl name="parChTrans2D1">
    <dgm:fillClrLst meth="repeat">
      <a:schemeClr val="accent2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parChTrans2D2">
    <dgm:fillClrLst meth="repeat"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parChTrans2D3">
    <dgm:fillClrLst meth="repeat"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parChTrans2D4">
    <dgm:fillClrLst meth="repeat">
      <a:schemeClr val="accent5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parChTrans1D1">
    <dgm:fillClrLst meth="repeat">
      <a:schemeClr val="accent2"/>
    </dgm:fillClrLst>
    <dgm:linClrLst meth="repeat">
      <a:schemeClr val="accent2"/>
    </dgm:linClrLst>
    <dgm:effectClrLst/>
    <dgm:txLinClrLst/>
    <dgm:txFillClrLst meth="repeat">
      <a:schemeClr val="tx1"/>
    </dgm:txFillClrLst>
    <dgm:txEffectClrLst/>
  </dgm:styleLbl>
  <dgm:styleLbl name="parChTrans1D2">
    <dgm:fillClrLst meth="repeat">
      <a:schemeClr val="accent2">
        <a:tint val="90000"/>
      </a:schemeClr>
    </dgm:fillClrLst>
    <dgm:linClrLst meth="repeat">
      <a:schemeClr val="accent3"/>
    </dgm:linClrLst>
    <dgm:effectClrLst/>
    <dgm:txLinClrLst/>
    <dgm:txFillClrLst meth="repeat">
      <a:schemeClr val="tx1"/>
    </dgm:txFillClrLst>
    <dgm:txEffectClrLst/>
  </dgm:styleLbl>
  <dgm:styleLbl name="parChTrans1D3">
    <dgm:fillClrLst meth="repeat">
      <a:schemeClr val="accent2">
        <a:tint val="70000"/>
      </a:schemeClr>
    </dgm:fillClrLst>
    <dgm:linClrLst meth="repeat">
      <a:schemeClr val="accent4"/>
    </dgm:linClrLst>
    <dgm:effectClrLst/>
    <dgm:txLinClrLst/>
    <dgm:txFillClrLst meth="repeat">
      <a:schemeClr val="tx1"/>
    </dgm:txFillClrLst>
    <dgm:txEffectClrLst/>
  </dgm:styleLbl>
  <dgm:styleLbl name="parChTrans1D4">
    <dgm:fillClrLst meth="repeat">
      <a:schemeClr val="accent2">
        <a:tint val="50000"/>
      </a:schemeClr>
    </dgm:fillClrLst>
    <dgm:linClrLst meth="repeat">
      <a:schemeClr val="accent5"/>
    </dgm:linClrLst>
    <dgm:effectClrLst/>
    <dgm:txLinClrLst/>
    <dgm:txFillClrLst meth="repeat">
      <a:schemeClr val="tx1"/>
    </dgm:txFillClrLst>
    <dgm:txEffectClrLst/>
  </dgm:styleLbl>
  <dgm:styleLbl name="fgAcc1">
    <dgm:fillClrLst meth="repeat">
      <a:schemeClr val="lt1">
        <a:alpha val="90000"/>
      </a:schemeClr>
    </dgm:fillClrLst>
    <dgm:linClrLst>
      <a:schemeClr val="accent2"/>
      <a:schemeClr val="accent3"/>
    </dgm:linClrLst>
    <dgm:effectClrLst/>
    <dgm:txLinClrLst/>
    <dgm:txFillClrLst meth="repeat">
      <a:schemeClr val="dk1"/>
    </dgm:txFillClrLst>
    <dgm:txEffectClrLst/>
  </dgm:styleLbl>
  <dgm:styleLbl name="conFgAcc1">
    <dgm:fillClrLst meth="repeat">
      <a:schemeClr val="lt1">
        <a:alpha val="90000"/>
      </a:schemeClr>
    </dgm:fillClrLst>
    <dgm:linClrLst>
      <a:schemeClr val="accent2"/>
      <a:schemeClr val="accent3"/>
    </dgm:linClrLst>
    <dgm:effectClrLst/>
    <dgm:txLinClrLst/>
    <dgm:txFillClrLst meth="repeat">
      <a:schemeClr val="dk1"/>
    </dgm:txFillClrLst>
    <dgm:txEffectClrLst/>
  </dgm:styleLbl>
  <dgm:styleLbl name="alignAcc1">
    <dgm:fillClrLst meth="repeat">
      <a:schemeClr val="lt1">
        <a:alpha val="90000"/>
      </a:schemeClr>
    </dgm:fillClrLst>
    <dgm:linClrLst>
      <a:schemeClr val="accent2"/>
      <a:schemeClr val="accent3"/>
    </dgm:linClrLst>
    <dgm:effectClrLst/>
    <dgm:txLinClrLst/>
    <dgm:txFillClrLst meth="repeat">
      <a:schemeClr val="dk1"/>
    </dgm:txFillClrLst>
    <dgm:txEffectClrLst/>
  </dgm:styleLbl>
  <dgm:styleLbl name="trAlignAcc1">
    <dgm:fillClrLst meth="repeat">
      <a:schemeClr val="lt1">
        <a:alpha val="40000"/>
      </a:schemeClr>
    </dgm:fillClrLst>
    <dgm:linClrLst meth="repeat">
      <a:schemeClr val="accent2"/>
    </dgm:linClrLst>
    <dgm:effectClrLst/>
    <dgm:txLinClrLst/>
    <dgm:txFillClrLst meth="repeat">
      <a:schemeClr val="dk1"/>
    </dgm:txFillClrLst>
    <dgm:txEffectClrLst/>
  </dgm:styleLbl>
  <dgm:styleLbl name="bgAcc1">
    <dgm:fillClrLst meth="repeat">
      <a:schemeClr val="lt1">
        <a:alpha val="90000"/>
      </a:schemeClr>
    </dgm:fillClrLst>
    <dgm:linClrLst>
      <a:schemeClr val="accent2"/>
      <a:schemeClr val="accent3"/>
    </dgm:linClrLst>
    <dgm:effectClrLst/>
    <dgm:txLinClrLst/>
    <dgm:txFillClrLst meth="repeat">
      <a:schemeClr val="dk1"/>
    </dgm:txFillClrLst>
    <dgm:txEffectClrLst/>
  </dgm:styleLbl>
  <dgm:styleLbl name="solidFgAcc1">
    <dgm:fillClrLst meth="repeat">
      <a:schemeClr val="lt1"/>
    </dgm:fillClrLst>
    <dgm:linClrLst>
      <a:schemeClr val="accent2"/>
      <a:schemeClr val="accent3"/>
    </dgm:linClrLst>
    <dgm:effectClrLst/>
    <dgm:txLinClrLst/>
    <dgm:txFillClrLst meth="repeat">
      <a:schemeClr val="dk1"/>
    </dgm:txFillClrLst>
    <dgm:txEffectClrLst/>
  </dgm:styleLbl>
  <dgm:styleLbl name="solidAlignAcc1">
    <dgm:fillClrLst meth="repeat">
      <a:schemeClr val="lt1"/>
    </dgm:fillClrLst>
    <dgm:linClrLst>
      <a:schemeClr val="accent2"/>
      <a:schemeClr val="accent3"/>
    </dgm:linClrLst>
    <dgm:effectClrLst/>
    <dgm:txLinClrLst/>
    <dgm:txFillClrLst meth="repeat">
      <a:schemeClr val="dk1"/>
    </dgm:txFillClrLst>
    <dgm:txEffectClrLst/>
  </dgm:styleLbl>
  <dgm:styleLbl name="solidBgAcc1">
    <dgm:fillClrLst meth="repeat">
      <a:schemeClr val="lt1"/>
    </dgm:fillClrLst>
    <dgm:linClrLst>
      <a:schemeClr val="accent2"/>
      <a:schemeClr val="accent3"/>
    </dgm:linClrLst>
    <dgm:effectClrLst/>
    <dgm:txLinClrLst/>
    <dgm:txFillClrLst meth="repeat">
      <a:schemeClr val="dk1"/>
    </dgm:txFillClrLst>
    <dgm:txEffectClrLst/>
  </dgm:styleLbl>
  <dgm:styleLbl name="fgAccFollowNode1">
    <dgm:fillClrLst>
      <a:schemeClr val="accent2">
        <a:tint val="40000"/>
        <a:alpha val="90000"/>
      </a:schemeClr>
      <a:schemeClr val="accent3">
        <a:tint val="40000"/>
        <a:alpha val="90000"/>
      </a:schemeClr>
    </dgm:fillClrLst>
    <dgm:linClrLst>
      <a:schemeClr val="accent2">
        <a:tint val="40000"/>
        <a:alpha val="90000"/>
      </a:schemeClr>
      <a:schemeClr val="accent3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alignAccFollowNode1">
    <dgm:fillClrLst>
      <a:schemeClr val="accent2">
        <a:tint val="40000"/>
        <a:alpha val="90000"/>
      </a:schemeClr>
      <a:schemeClr val="accent3">
        <a:tint val="40000"/>
        <a:alpha val="90000"/>
      </a:schemeClr>
    </dgm:fillClrLst>
    <dgm:linClrLst>
      <a:schemeClr val="accent2">
        <a:tint val="40000"/>
        <a:alpha val="90000"/>
      </a:schemeClr>
      <a:schemeClr val="accent3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bgAccFollowNode1">
    <dgm:fillClrLst>
      <a:schemeClr val="accent2">
        <a:tint val="40000"/>
        <a:alpha val="90000"/>
      </a:schemeClr>
      <a:schemeClr val="accent3">
        <a:tint val="40000"/>
        <a:alpha val="90000"/>
      </a:schemeClr>
    </dgm:fillClrLst>
    <dgm:linClrLst>
      <a:schemeClr val="accent2">
        <a:tint val="40000"/>
        <a:alpha val="90000"/>
      </a:schemeClr>
      <a:schemeClr val="accent3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fgAcc0">
    <dgm:fillClrLst meth="repeat">
      <a:schemeClr val="lt1">
        <a:alpha val="90000"/>
      </a:schemeClr>
    </dgm:fillClrLst>
    <dgm:linClrLst>
      <a:schemeClr val="accent1"/>
    </dgm:linClrLst>
    <dgm:effectClrLst/>
    <dgm:txLinClrLst/>
    <dgm:txFillClrLst meth="repeat">
      <a:schemeClr val="dk1"/>
    </dgm:txFillClrLst>
    <dgm:txEffectClrLst/>
  </dgm:styleLbl>
  <dgm:styleLbl name="fgAcc2">
    <dgm:fillClrLst meth="repeat">
      <a:schemeClr val="lt1">
        <a:alpha val="90000"/>
      </a:schemeClr>
    </dgm:fillClrLst>
    <dgm:linClrLst>
      <a:schemeClr val="accent3"/>
    </dgm:linClrLst>
    <dgm:effectClrLst/>
    <dgm:txLinClrLst/>
    <dgm:txFillClrLst meth="repeat">
      <a:schemeClr val="dk1"/>
    </dgm:txFillClrLst>
    <dgm:txEffectClrLst/>
  </dgm:styleLbl>
  <dgm:styleLbl name="fgAcc3">
    <dgm:fillClrLst meth="repeat">
      <a:schemeClr val="lt1">
        <a:alpha val="90000"/>
      </a:schemeClr>
    </dgm:fillClrLst>
    <dgm:linClrLst>
      <a:schemeClr val="accent4"/>
    </dgm:linClrLst>
    <dgm:effectClrLst/>
    <dgm:txLinClrLst/>
    <dgm:txFillClrLst meth="repeat">
      <a:schemeClr val="dk1"/>
    </dgm:txFillClrLst>
    <dgm:txEffectClrLst/>
  </dgm:styleLbl>
  <dgm:styleLbl name="fgAcc4">
    <dgm:fillClrLst meth="repeat">
      <a:schemeClr val="lt1">
        <a:alpha val="90000"/>
      </a:schemeClr>
    </dgm:fillClrLst>
    <dgm:linClrLst>
      <a:schemeClr val="accent5"/>
    </dgm:linClrLst>
    <dgm:effectClrLst/>
    <dgm:txLinClrLst/>
    <dgm:txFillClrLst meth="repeat">
      <a:schemeClr val="dk1"/>
    </dgm:txFillClrLst>
    <dgm:txEffectClrLst/>
  </dgm:styleLbl>
  <dgm:styleLbl name="bgShp">
    <dgm:fillClrLst meth="repeat">
      <a:schemeClr val="bg1">
        <a:lumMod val="95000"/>
      </a:schemeClr>
    </dgm:fillClrLst>
    <dgm:linClrLst meth="repeat">
      <a:schemeClr val="dk1"/>
    </dgm:linClrLst>
    <dgm:effectClrLst/>
    <dgm:txLinClrLst/>
    <dgm:txFillClrLst meth="repeat">
      <a:schemeClr val="dk1"/>
    </dgm:txFillClrLst>
    <dgm:txEffectClrLst/>
  </dgm:styleLbl>
  <dgm:styleLbl name="dkBgShp">
    <dgm:fillClrLst meth="repeat">
      <a:schemeClr val="accent2">
        <a:shade val="90000"/>
      </a:schemeClr>
    </dgm:fillClrLst>
    <dgm:linClrLst meth="repeat">
      <a:schemeClr val="dk1"/>
    </dgm:linClrLst>
    <dgm:effectClrLst/>
    <dgm:txLinClrLst/>
    <dgm:txFillClrLst meth="repeat">
      <a:schemeClr val="lt1"/>
    </dgm:txFillClrLst>
    <dgm:txEffectClrLst/>
  </dgm:styleLbl>
  <dgm:styleLbl name="trBgShp">
    <dgm:fillClrLst meth="repeat">
      <a:schemeClr val="accent2">
        <a:tint val="50000"/>
        <a:alpha val="40000"/>
      </a:schemeClr>
    </dgm:fillClrLst>
    <dgm:linClrLst meth="repeat">
      <a:schemeClr val="accent2"/>
    </dgm:linClrLst>
    <dgm:effectClrLst/>
    <dgm:txLinClrLst/>
    <dgm:txFillClrLst meth="repeat">
      <a:schemeClr val="lt1"/>
    </dgm:txFillClrLst>
    <dgm:txEffectClrLst/>
  </dgm:styleLbl>
  <dgm:styleLbl name="fgShp">
    <dgm:fillClrLst meth="repeat">
      <a:schemeClr val="accent2">
        <a:tint val="40000"/>
      </a:schemeClr>
    </dgm:fillClrLst>
    <dgm:linClrLst meth="repeat">
      <a:schemeClr val="lt1"/>
    </dgm:linClrLst>
    <dgm:effectClrLst/>
    <dgm:txLinClrLst/>
    <dgm:txFillClrLst meth="repeat">
      <a:schemeClr val="dk1"/>
    </dgm:txFillClrLst>
    <dgm:txEffectClrLst/>
  </dgm:styleLbl>
  <dgm:styleLbl name="revTx">
    <dgm:fillClrLst meth="repeat">
      <a:schemeClr val="lt1">
        <a:alpha val="0"/>
      </a:schemeClr>
    </dgm:fillClrLst>
    <dgm:linClrLst meth="repeat">
      <a:schemeClr val="dk1">
        <a:alpha val="0"/>
      </a:schemeClr>
    </dgm:linClrLst>
    <dgm:effectClrLst/>
    <dgm:txLinClrLst/>
    <dgm:txFillClrLst meth="repeat">
      <a:schemeClr val="tx1"/>
    </dgm:txFillClrLst>
    <dgm:txEffectClrLst/>
  </dgm:styleLbl>
</dgm:colorsDef>
</file>

<file path=ppt/diagrams/colors84.xml><?xml version="1.0" encoding="utf-8"?>
<dgm:colorsDef xmlns:dgm="http://schemas.openxmlformats.org/drawingml/2006/diagram" xmlns:a="http://schemas.openxmlformats.org/drawingml/2006/main" uniqueId="urn:microsoft.com/office/officeart/2018/5/colors/Iconchunking_neutralbg_accent2_2">
  <dgm:title val=""/>
  <dgm:desc val=""/>
  <dgm:catLst>
    <dgm:cat type="accent2" pri="11200"/>
  </dgm:catLst>
  <dgm:styleLbl name="node0">
    <dgm:fillClrLst meth="repeat">
      <a:schemeClr val="accent2"/>
    </dgm:fillClrLst>
    <dgm:linClrLst meth="repeat">
      <a:schemeClr val="lt1"/>
    </dgm:linClrLst>
    <dgm:effectClrLst/>
    <dgm:txLinClrLst/>
    <dgm:txFillClrLst/>
    <dgm:txEffectClrLst/>
  </dgm:styleLbl>
  <dgm:styleLbl name="node1">
    <dgm:fillClrLst meth="repeat">
      <a:schemeClr val="accent2"/>
    </dgm:fillClrLst>
    <dgm:linClrLst meth="repeat">
      <a:schemeClr val="lt1">
        <a:alpha val="0"/>
      </a:schemeClr>
    </dgm:linClrLst>
    <dgm:effectClrLst/>
    <dgm:txLinClrLst/>
    <dgm:txFillClrLst/>
    <dgm:txEffectClrLst/>
  </dgm:styleLbl>
  <dgm:styleLbl name="alignNode1">
    <dgm:fillClrLst meth="repeat">
      <a:schemeClr val="accent2"/>
    </dgm:fillClrLst>
    <dgm:linClrLst meth="repeat">
      <a:schemeClr val="accent2"/>
    </dgm:linClrLst>
    <dgm:effectClrLst/>
    <dgm:txLinClrLst/>
    <dgm:txFillClrLst/>
    <dgm:txEffectClrLst/>
  </dgm:styleLbl>
  <dgm:styleLbl name="lnNode1">
    <dgm:fillClrLst meth="repeat">
      <a:schemeClr val="accent2"/>
    </dgm:fillClrLst>
    <dgm:linClrLst meth="repeat">
      <a:schemeClr val="lt1"/>
    </dgm:linClrLst>
    <dgm:effectClrLst/>
    <dgm:txLinClrLst/>
    <dgm:txFillClrLst/>
    <dgm:txEffectClrLst/>
  </dgm:styleLbl>
  <dgm:styleLbl name="vennNode1">
    <dgm:fillClrLst meth="repeat">
      <a:schemeClr val="accent2">
        <a:alpha val="50000"/>
      </a:schemeClr>
    </dgm:fillClrLst>
    <dgm:linClrLst meth="repeat">
      <a:schemeClr val="lt1"/>
    </dgm:linClrLst>
    <dgm:effectClrLst/>
    <dgm:txLinClrLst/>
    <dgm:txFillClrLst/>
    <dgm:txEffectClrLst/>
  </dgm:styleLbl>
  <dgm:styleLbl name="node2">
    <dgm:fillClrLst meth="repeat">
      <a:schemeClr val="accent2"/>
    </dgm:fillClrLst>
    <dgm:linClrLst meth="repeat">
      <a:schemeClr val="lt1"/>
    </dgm:linClrLst>
    <dgm:effectClrLst/>
    <dgm:txLinClrLst/>
    <dgm:txFillClrLst/>
    <dgm:txEffectClrLst/>
  </dgm:styleLbl>
  <dgm:styleLbl name="node3">
    <dgm:fillClrLst meth="repeat">
      <a:schemeClr val="accent2"/>
    </dgm:fillClrLst>
    <dgm:linClrLst meth="repeat">
      <a:schemeClr val="lt1"/>
    </dgm:linClrLst>
    <dgm:effectClrLst/>
    <dgm:txLinClrLst/>
    <dgm:txFillClrLst/>
    <dgm:txEffectClrLst/>
  </dgm:styleLbl>
  <dgm:styleLbl name="node4">
    <dgm:fillClrLst meth="repeat">
      <a:schemeClr val="accent2"/>
    </dgm:fillClrLst>
    <dgm:linClrLst meth="repeat">
      <a:schemeClr val="lt1"/>
    </dgm:linClrLst>
    <dgm:effectClrLst/>
    <dgm:txLinClrLst/>
    <dgm:txFillClrLst/>
    <dgm:txEffectClrLst/>
  </dgm:styleLbl>
  <dgm:styleLbl name="fgImgPlace1">
    <dgm:fillClrLst meth="repeat">
      <a:schemeClr val="accent2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alignImgPlace1">
    <dgm:fillClrLst meth="repeat">
      <a:schemeClr val="accent2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bgImgPlace1">
    <dgm:fillClrLst meth="repeat">
      <a:schemeClr val="accent2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sibTrans2D1">
    <dgm:fillClrLst meth="repeat">
      <a:schemeClr val="accent2">
        <a:tint val="60000"/>
      </a:schemeClr>
    </dgm:fillClrLst>
    <dgm:linClrLst meth="repeat">
      <a:schemeClr val="accent2">
        <a:tint val="60000"/>
      </a:schemeClr>
    </dgm:linClrLst>
    <dgm:effectClrLst/>
    <dgm:txLinClrLst/>
    <dgm:txFillClrLst/>
    <dgm:txEffectClrLst/>
  </dgm:styleLbl>
  <dgm:styleLbl name="fgSibTrans2D1">
    <dgm:fillClrLst meth="repeat">
      <a:schemeClr val="accent2">
        <a:tint val="60000"/>
      </a:schemeClr>
    </dgm:fillClrLst>
    <dgm:linClrLst meth="repeat">
      <a:schemeClr val="accent2">
        <a:tint val="60000"/>
      </a:schemeClr>
    </dgm:linClrLst>
    <dgm:effectClrLst/>
    <dgm:txLinClrLst/>
    <dgm:txFillClrLst/>
    <dgm:txEffectClrLst/>
  </dgm:styleLbl>
  <dgm:styleLbl name="bgSibTrans2D1">
    <dgm:fillClrLst meth="repeat">
      <a:schemeClr val="accent2">
        <a:tint val="60000"/>
      </a:schemeClr>
    </dgm:fillClrLst>
    <dgm:linClrLst meth="repeat">
      <a:schemeClr val="accent2">
        <a:tint val="60000"/>
      </a:schemeClr>
    </dgm:linClrLst>
    <dgm:effectClrLst/>
    <dgm:txLinClrLst/>
    <dgm:txFillClrLst/>
    <dgm:txEffectClrLst/>
  </dgm:styleLbl>
  <dgm:styleLbl name="sibTrans1D1">
    <dgm:fillClrLst meth="repeat">
      <a:schemeClr val="accent2"/>
    </dgm:fillClrLst>
    <dgm:linClrLst meth="repeat">
      <a:schemeClr val="accent2"/>
    </dgm:linClrLst>
    <dgm:effectClrLst/>
    <dgm:txLinClrLst/>
    <dgm:txFillClrLst meth="repeat">
      <a:schemeClr val="tx1"/>
    </dgm:txFillClrLst>
    <dgm:txEffectClrLst/>
  </dgm:styleLbl>
  <dgm:styleLbl name="callout">
    <dgm:fillClrLst meth="repeat">
      <a:schemeClr val="accent2"/>
    </dgm:fillClrLst>
    <dgm:linClrLst meth="repeat">
      <a:schemeClr val="accent2">
        <a:tint val="50000"/>
      </a:schemeClr>
    </dgm:linClrLst>
    <dgm:effectClrLst/>
    <dgm:txLinClrLst/>
    <dgm:txFillClrLst meth="repeat">
      <a:schemeClr val="tx1"/>
    </dgm:txFillClrLst>
    <dgm:txEffectClrLst/>
  </dgm:styleLbl>
  <dgm:styleLbl name="asst0">
    <dgm:fillClrLst meth="repeat">
      <a:schemeClr val="accent2"/>
    </dgm:fillClrLst>
    <dgm:linClrLst meth="repeat">
      <a:schemeClr val="lt1"/>
    </dgm:linClrLst>
    <dgm:effectClrLst/>
    <dgm:txLinClrLst/>
    <dgm:txFillClrLst/>
    <dgm:txEffectClrLst/>
  </dgm:styleLbl>
  <dgm:styleLbl name="asst1">
    <dgm:fillClrLst meth="repeat">
      <a:schemeClr val="accent2"/>
    </dgm:fillClrLst>
    <dgm:linClrLst meth="repeat">
      <a:schemeClr val="lt1"/>
    </dgm:linClrLst>
    <dgm:effectClrLst/>
    <dgm:txLinClrLst/>
    <dgm:txFillClrLst/>
    <dgm:txEffectClrLst/>
  </dgm:styleLbl>
  <dgm:styleLbl name="asst2">
    <dgm:fillClrLst meth="repeat">
      <a:schemeClr val="accent2"/>
    </dgm:fillClrLst>
    <dgm:linClrLst meth="repeat">
      <a:schemeClr val="lt1"/>
    </dgm:linClrLst>
    <dgm:effectClrLst/>
    <dgm:txLinClrLst/>
    <dgm:txFillClrLst/>
    <dgm:txEffectClrLst/>
  </dgm:styleLbl>
  <dgm:styleLbl name="asst3">
    <dgm:fillClrLst meth="repeat">
      <a:schemeClr val="accent2"/>
    </dgm:fillClrLst>
    <dgm:linClrLst meth="repeat">
      <a:schemeClr val="lt1"/>
    </dgm:linClrLst>
    <dgm:effectClrLst/>
    <dgm:txLinClrLst/>
    <dgm:txFillClrLst/>
    <dgm:txEffectClrLst/>
  </dgm:styleLbl>
  <dgm:styleLbl name="asst4">
    <dgm:fillClrLst meth="repeat">
      <a:schemeClr val="accent2"/>
    </dgm:fillClrLst>
    <dgm:linClrLst meth="repeat">
      <a:schemeClr val="lt1"/>
    </dgm:linClrLst>
    <dgm:effectClrLst/>
    <dgm:txLinClrLst/>
    <dgm:txFillClrLst/>
    <dgm:txEffectClrLst/>
  </dgm:styleLbl>
  <dgm:styleLbl name="parChTrans2D1">
    <dgm:fillClrLst meth="repeat">
      <a:schemeClr val="accent2">
        <a:tint val="60000"/>
      </a:schemeClr>
    </dgm:fillClrLst>
    <dgm:linClrLst meth="repeat">
      <a:schemeClr val="accent2">
        <a:tint val="60000"/>
      </a:schemeClr>
    </dgm:linClrLst>
    <dgm:effectClrLst/>
    <dgm:txLinClrLst/>
    <dgm:txFillClrLst meth="repeat">
      <a:schemeClr val="lt1"/>
    </dgm:txFillClrLst>
    <dgm:txEffectClrLst/>
  </dgm:styleLbl>
  <dgm:styleLbl name="parChTrans2D2">
    <dgm:fillClrLst meth="repeat">
      <a:schemeClr val="accent2"/>
    </dgm:fillClrLst>
    <dgm:linClrLst meth="repeat">
      <a:schemeClr val="accent2"/>
    </dgm:linClrLst>
    <dgm:effectClrLst/>
    <dgm:txLinClrLst/>
    <dgm:txFillClrLst meth="repeat">
      <a:schemeClr val="lt1"/>
    </dgm:txFillClrLst>
    <dgm:txEffectClrLst/>
  </dgm:styleLbl>
  <dgm:styleLbl name="parChTrans2D3">
    <dgm:fillClrLst meth="repeat">
      <a:schemeClr val="accent2"/>
    </dgm:fillClrLst>
    <dgm:linClrLst meth="repeat">
      <a:schemeClr val="accent2"/>
    </dgm:linClrLst>
    <dgm:effectClrLst/>
    <dgm:txLinClrLst/>
    <dgm:txFillClrLst meth="repeat">
      <a:schemeClr val="lt1"/>
    </dgm:txFillClrLst>
    <dgm:txEffectClrLst/>
  </dgm:styleLbl>
  <dgm:styleLbl name="parChTrans2D4">
    <dgm:fillClrLst meth="repeat">
      <a:schemeClr val="accent2"/>
    </dgm:fillClrLst>
    <dgm:linClrLst meth="repeat">
      <a:schemeClr val="accent2"/>
    </dgm:linClrLst>
    <dgm:effectClrLst/>
    <dgm:txLinClrLst/>
    <dgm:txFillClrLst meth="repeat">
      <a:schemeClr val="lt1"/>
    </dgm:txFillClrLst>
    <dgm:txEffectClrLst/>
  </dgm:styleLbl>
  <dgm:styleLbl name="parChTrans1D1">
    <dgm:fillClrLst meth="repeat">
      <a:schemeClr val="accent2"/>
    </dgm:fillClrLst>
    <dgm:linClrLst meth="repeat">
      <a:schemeClr val="accent2">
        <a:shade val="60000"/>
      </a:schemeClr>
    </dgm:linClrLst>
    <dgm:effectClrLst/>
    <dgm:txLinClrLst/>
    <dgm:txFillClrLst meth="repeat">
      <a:schemeClr val="tx1"/>
    </dgm:txFillClrLst>
    <dgm:txEffectClrLst/>
  </dgm:styleLbl>
  <dgm:styleLbl name="parChTrans1D2">
    <dgm:fillClrLst meth="repeat">
      <a:schemeClr val="accent2"/>
    </dgm:fillClrLst>
    <dgm:linClrLst meth="repeat">
      <a:schemeClr val="accent2">
        <a:shade val="60000"/>
      </a:schemeClr>
    </dgm:linClrLst>
    <dgm:effectClrLst/>
    <dgm:txLinClrLst/>
    <dgm:txFillClrLst meth="repeat">
      <a:schemeClr val="tx1"/>
    </dgm:txFillClrLst>
    <dgm:txEffectClrLst/>
  </dgm:styleLbl>
  <dgm:styleLbl name="parChTrans1D3">
    <dgm:fillClrLst meth="repeat">
      <a:schemeClr val="accent2"/>
    </dgm:fillClrLst>
    <dgm:linClrLst meth="repeat">
      <a:schemeClr val="accent2">
        <a:shade val="80000"/>
      </a:schemeClr>
    </dgm:linClrLst>
    <dgm:effectClrLst/>
    <dgm:txLinClrLst/>
    <dgm:txFillClrLst meth="repeat">
      <a:schemeClr val="tx1"/>
    </dgm:txFillClrLst>
    <dgm:txEffectClrLst/>
  </dgm:styleLbl>
  <dgm:styleLbl name="parChTrans1D4">
    <dgm:fillClrLst meth="repeat">
      <a:schemeClr val="accent2"/>
    </dgm:fillClrLst>
    <dgm:linClrLst meth="repeat">
      <a:schemeClr val="accent2">
        <a:shade val="80000"/>
      </a:schemeClr>
    </dgm:linClrLst>
    <dgm:effectClrLst/>
    <dgm:txLinClrLst/>
    <dgm:txFillClrLst meth="repeat">
      <a:schemeClr val="tx1"/>
    </dgm:txFillClrLst>
    <dgm:txEffectClrLst/>
  </dgm:styleLbl>
  <dgm:styleLbl name="fgAcc1">
    <dgm:fillClrLst meth="repeat">
      <a:schemeClr val="lt1">
        <a:alpha val="90000"/>
      </a:schemeClr>
    </dgm:fillClrLst>
    <dgm:linClrLst meth="repeat">
      <a:schemeClr val="accent2"/>
    </dgm:linClrLst>
    <dgm:effectClrLst/>
    <dgm:txLinClrLst/>
    <dgm:txFillClrLst meth="repeat">
      <a:schemeClr val="dk1"/>
    </dgm:txFillClrLst>
    <dgm:txEffectClrLst/>
  </dgm:styleLbl>
  <dgm:styleLbl name="conFgAcc1">
    <dgm:fillClrLst meth="repeat">
      <a:schemeClr val="lt1">
        <a:alpha val="90000"/>
      </a:schemeClr>
    </dgm:fillClrLst>
    <dgm:linClrLst meth="repeat">
      <a:schemeClr val="accent2"/>
    </dgm:linClrLst>
    <dgm:effectClrLst/>
    <dgm:txLinClrLst/>
    <dgm:txFillClrLst meth="repeat">
      <a:schemeClr val="dk1"/>
    </dgm:txFillClrLst>
    <dgm:txEffectClrLst/>
  </dgm:styleLbl>
  <dgm:styleLbl name="alignAcc1">
    <dgm:fillClrLst meth="repeat">
      <a:schemeClr val="lt1">
        <a:alpha val="90000"/>
      </a:schemeClr>
    </dgm:fillClrLst>
    <dgm:linClrLst meth="repeat">
      <a:schemeClr val="accent2"/>
    </dgm:linClrLst>
    <dgm:effectClrLst/>
    <dgm:txLinClrLst/>
    <dgm:txFillClrLst meth="repeat">
      <a:schemeClr val="dk1"/>
    </dgm:txFillClrLst>
    <dgm:txEffectClrLst/>
  </dgm:styleLbl>
  <dgm:styleLbl name="trAlignAcc1">
    <dgm:fillClrLst meth="repeat">
      <a:schemeClr val="lt1">
        <a:alpha val="40000"/>
      </a:schemeClr>
    </dgm:fillClrLst>
    <dgm:linClrLst meth="repeat">
      <a:schemeClr val="accent2"/>
    </dgm:linClrLst>
    <dgm:effectClrLst/>
    <dgm:txLinClrLst/>
    <dgm:txFillClrLst meth="repeat">
      <a:schemeClr val="dk1"/>
    </dgm:txFillClrLst>
    <dgm:txEffectClrLst/>
  </dgm:styleLbl>
  <dgm:styleLbl name="bgAcc1">
    <dgm:fillClrLst meth="repeat">
      <a:schemeClr val="lt1">
        <a:alpha val="90000"/>
      </a:schemeClr>
    </dgm:fillClrLst>
    <dgm:linClrLst meth="repeat">
      <a:schemeClr val="accent2"/>
    </dgm:linClrLst>
    <dgm:effectClrLst/>
    <dgm:txLinClrLst/>
    <dgm:txFillClrLst meth="repeat">
      <a:schemeClr val="dk1"/>
    </dgm:txFillClrLst>
    <dgm:txEffectClrLst/>
  </dgm:styleLbl>
  <dgm:styleLbl name="solidFgAcc1">
    <dgm:fillClrLst meth="repeat">
      <a:schemeClr val="lt1"/>
    </dgm:fillClrLst>
    <dgm:linClrLst meth="repeat">
      <a:schemeClr val="accent2"/>
    </dgm:linClrLst>
    <dgm:effectClrLst/>
    <dgm:txLinClrLst/>
    <dgm:txFillClrLst meth="repeat">
      <a:schemeClr val="dk1"/>
    </dgm:txFillClrLst>
    <dgm:txEffectClrLst/>
  </dgm:styleLbl>
  <dgm:styleLbl name="solidAlignAcc1">
    <dgm:fillClrLst meth="repeat">
      <a:schemeClr val="lt1"/>
    </dgm:fillClrLst>
    <dgm:linClrLst meth="repeat">
      <a:schemeClr val="accent2"/>
    </dgm:linClrLst>
    <dgm:effectClrLst/>
    <dgm:txLinClrLst/>
    <dgm:txFillClrLst meth="repeat">
      <a:schemeClr val="dk1"/>
    </dgm:txFillClrLst>
    <dgm:txEffectClrLst/>
  </dgm:styleLbl>
  <dgm:styleLbl name="solidBgAcc1">
    <dgm:fillClrLst meth="repeat">
      <a:schemeClr val="lt1"/>
    </dgm:fillClrLst>
    <dgm:linClrLst meth="repeat">
      <a:schemeClr val="accent2"/>
    </dgm:linClrLst>
    <dgm:effectClrLst/>
    <dgm:txLinClrLst/>
    <dgm:txFillClrLst meth="repeat">
      <a:schemeClr val="dk1"/>
    </dgm:txFillClrLst>
    <dgm:txEffectClrLst/>
  </dgm:styleLbl>
  <dgm:styleLbl name="fgAccFollowNode1">
    <dgm:fillClrLst meth="repeat">
      <a:schemeClr val="accent2">
        <a:alpha val="90000"/>
        <a:tint val="40000"/>
      </a:schemeClr>
    </dgm:fillClrLst>
    <dgm:linClrLst meth="repeat">
      <a:schemeClr val="accent2">
        <a:alpha val="90000"/>
        <a:tint val="40000"/>
      </a:schemeClr>
    </dgm:linClrLst>
    <dgm:effectClrLst/>
    <dgm:txLinClrLst/>
    <dgm:txFillClrLst meth="repeat">
      <a:schemeClr val="dk1"/>
    </dgm:txFillClrLst>
    <dgm:txEffectClrLst/>
  </dgm:styleLbl>
  <dgm:styleLbl name="alignAccFollowNode1">
    <dgm:fillClrLst meth="repeat">
      <a:schemeClr val="accent2">
        <a:alpha val="90000"/>
        <a:tint val="40000"/>
      </a:schemeClr>
    </dgm:fillClrLst>
    <dgm:linClrLst meth="repeat">
      <a:schemeClr val="accent2">
        <a:alpha val="90000"/>
        <a:tint val="40000"/>
      </a:schemeClr>
    </dgm:linClrLst>
    <dgm:effectClrLst/>
    <dgm:txLinClrLst/>
    <dgm:txFillClrLst meth="repeat">
      <a:schemeClr val="dk1"/>
    </dgm:txFillClrLst>
    <dgm:txEffectClrLst/>
  </dgm:styleLbl>
  <dgm:styleLbl name="bgAccFollowNode1">
    <dgm:fillClrLst meth="repeat">
      <a:schemeClr val="accent2">
        <a:alpha val="90000"/>
        <a:tint val="40000"/>
      </a:schemeClr>
    </dgm:fillClrLst>
    <dgm:linClrLst meth="repeat">
      <a:schemeClr val="accent2">
        <a:alpha val="90000"/>
        <a:tint val="40000"/>
      </a:schemeClr>
    </dgm:linClrLst>
    <dgm:effectClrLst/>
    <dgm:txLinClrLst/>
    <dgm:txFillClrLst meth="repeat">
      <a:schemeClr val="dk1"/>
    </dgm:txFillClrLst>
    <dgm:txEffectClrLst/>
  </dgm:styleLbl>
  <dgm:styleLbl name="fgAcc0">
    <dgm:fillClrLst meth="repeat">
      <a:schemeClr val="lt1">
        <a:alpha val="90000"/>
      </a:schemeClr>
    </dgm:fillClrLst>
    <dgm:linClrLst meth="repeat">
      <a:schemeClr val="accent2"/>
    </dgm:linClrLst>
    <dgm:effectClrLst/>
    <dgm:txLinClrLst/>
    <dgm:txFillClrLst meth="repeat">
      <a:schemeClr val="dk1"/>
    </dgm:txFillClrLst>
    <dgm:txEffectClrLst/>
  </dgm:styleLbl>
  <dgm:styleLbl name="fgAcc2">
    <dgm:fillClrLst meth="repeat">
      <a:schemeClr val="lt1">
        <a:alpha val="90000"/>
      </a:schemeClr>
    </dgm:fillClrLst>
    <dgm:linClrLst meth="repeat">
      <a:schemeClr val="accent2"/>
    </dgm:linClrLst>
    <dgm:effectClrLst/>
    <dgm:txLinClrLst/>
    <dgm:txFillClrLst meth="repeat">
      <a:schemeClr val="dk1"/>
    </dgm:txFillClrLst>
    <dgm:txEffectClrLst/>
  </dgm:styleLbl>
  <dgm:styleLbl name="fgAcc3">
    <dgm:fillClrLst meth="repeat">
      <a:schemeClr val="lt1">
        <a:alpha val="90000"/>
      </a:schemeClr>
    </dgm:fillClrLst>
    <dgm:linClrLst meth="repeat">
      <a:schemeClr val="accent2"/>
    </dgm:linClrLst>
    <dgm:effectClrLst/>
    <dgm:txLinClrLst/>
    <dgm:txFillClrLst meth="repeat">
      <a:schemeClr val="dk1"/>
    </dgm:txFillClrLst>
    <dgm:txEffectClrLst/>
  </dgm:styleLbl>
  <dgm:styleLbl name="fgAcc4">
    <dgm:fillClrLst meth="repeat">
      <a:schemeClr val="lt1">
        <a:alpha val="90000"/>
      </a:schemeClr>
    </dgm:fillClrLst>
    <dgm:linClrLst meth="repeat">
      <a:schemeClr val="accent2"/>
    </dgm:linClrLst>
    <dgm:effectClrLst/>
    <dgm:txLinClrLst/>
    <dgm:txFillClrLst meth="repeat">
      <a:schemeClr val="dk1"/>
    </dgm:txFillClrLst>
    <dgm:txEffectClrLst/>
  </dgm:styleLbl>
  <dgm:styleLbl name="bgShp">
    <dgm:fillClrLst meth="repeat">
      <a:schemeClr val="bg1">
        <a:lumMod val="95000"/>
      </a:schemeClr>
    </dgm:fillClrLst>
    <dgm:linClrLst meth="repeat">
      <a:schemeClr val="accent2"/>
    </dgm:linClrLst>
    <dgm:effectClrLst/>
    <dgm:txLinClrLst/>
    <dgm:txFillClrLst meth="repeat">
      <a:schemeClr val="dk1"/>
    </dgm:txFillClrLst>
    <dgm:txEffectClrLst/>
  </dgm:styleLbl>
  <dgm:styleLbl name="dkBgShp">
    <dgm:fillClrLst meth="repeat">
      <a:schemeClr val="accent2">
        <a:shade val="80000"/>
      </a:schemeClr>
    </dgm:fillClrLst>
    <dgm:linClrLst meth="repeat">
      <a:schemeClr val="accent2"/>
    </dgm:linClrLst>
    <dgm:effectClrLst/>
    <dgm:txLinClrLst/>
    <dgm:txFillClrLst meth="repeat">
      <a:schemeClr val="lt1"/>
    </dgm:txFillClrLst>
    <dgm:txEffectClrLst/>
  </dgm:styleLbl>
  <dgm:styleLbl name="trBgShp">
    <dgm:fillClrLst meth="repeat">
      <a:schemeClr val="accent2">
        <a:tint val="50000"/>
        <a:alpha val="40000"/>
      </a:schemeClr>
    </dgm:fillClrLst>
    <dgm:linClrLst meth="repeat">
      <a:schemeClr val="accent2"/>
    </dgm:linClrLst>
    <dgm:effectClrLst/>
    <dgm:txLinClrLst/>
    <dgm:txFillClrLst meth="repeat">
      <a:schemeClr val="lt1"/>
    </dgm:txFillClrLst>
    <dgm:txEffectClrLst/>
  </dgm:styleLbl>
  <dgm:styleLbl name="fgShp">
    <dgm:fillClrLst meth="repeat">
      <a:schemeClr val="accent2">
        <a:tint val="60000"/>
      </a:schemeClr>
    </dgm:fillClrLst>
    <dgm:linClrLst meth="repeat">
      <a:schemeClr val="lt1"/>
    </dgm:linClrLst>
    <dgm:effectClrLst/>
    <dgm:txLinClrLst/>
    <dgm:txFillClrLst meth="repeat">
      <a:schemeClr val="dk1"/>
    </dgm:txFillClrLst>
    <dgm:txEffectClrLst/>
  </dgm:styleLbl>
  <dgm:styleLbl name="revTx">
    <dgm:fillClrLst meth="repeat">
      <a:schemeClr val="lt1">
        <a:alpha val="0"/>
      </a:schemeClr>
    </dgm:fillClrLst>
    <dgm:linClrLst meth="repeat">
      <a:schemeClr val="dk1">
        <a:alpha val="0"/>
      </a:schemeClr>
    </dgm:linClrLst>
    <dgm:effectClrLst/>
    <dgm:txLinClrLst/>
    <dgm:txFillClrLst meth="repeat">
      <a:schemeClr val="tx1"/>
    </dgm:txFillClrLst>
    <dgm:txEffectClrLst/>
  </dgm:styleLbl>
</dgm:colorsDef>
</file>

<file path=ppt/diagrams/colors85.xml><?xml version="1.0" encoding="utf-8"?>
<dgm:colorsDef xmlns:dgm="http://schemas.openxmlformats.org/drawingml/2006/diagram" xmlns:a="http://schemas.openxmlformats.org/drawingml/2006/main" uniqueId="urn:microsoft.com/office/officeart/2018/5/colors/Iconchunking_neutralbg_accent2_2">
  <dgm:title val=""/>
  <dgm:desc val=""/>
  <dgm:catLst>
    <dgm:cat type="accent2" pri="11200"/>
  </dgm:catLst>
  <dgm:styleLbl name="node0">
    <dgm:fillClrLst meth="repeat">
      <a:schemeClr val="accent2"/>
    </dgm:fillClrLst>
    <dgm:linClrLst meth="repeat">
      <a:schemeClr val="lt1"/>
    </dgm:linClrLst>
    <dgm:effectClrLst/>
    <dgm:txLinClrLst/>
    <dgm:txFillClrLst/>
    <dgm:txEffectClrLst/>
  </dgm:styleLbl>
  <dgm:styleLbl name="node1">
    <dgm:fillClrLst meth="repeat">
      <a:schemeClr val="accent2"/>
    </dgm:fillClrLst>
    <dgm:linClrLst meth="repeat">
      <a:schemeClr val="lt1">
        <a:alpha val="0"/>
      </a:schemeClr>
    </dgm:linClrLst>
    <dgm:effectClrLst/>
    <dgm:txLinClrLst/>
    <dgm:txFillClrLst/>
    <dgm:txEffectClrLst/>
  </dgm:styleLbl>
  <dgm:styleLbl name="alignNode1">
    <dgm:fillClrLst meth="repeat">
      <a:schemeClr val="accent2"/>
    </dgm:fillClrLst>
    <dgm:linClrLst meth="repeat">
      <a:schemeClr val="accent2"/>
    </dgm:linClrLst>
    <dgm:effectClrLst/>
    <dgm:txLinClrLst/>
    <dgm:txFillClrLst/>
    <dgm:txEffectClrLst/>
  </dgm:styleLbl>
  <dgm:styleLbl name="lnNode1">
    <dgm:fillClrLst meth="repeat">
      <a:schemeClr val="accent2"/>
    </dgm:fillClrLst>
    <dgm:linClrLst meth="repeat">
      <a:schemeClr val="lt1"/>
    </dgm:linClrLst>
    <dgm:effectClrLst/>
    <dgm:txLinClrLst/>
    <dgm:txFillClrLst/>
    <dgm:txEffectClrLst/>
  </dgm:styleLbl>
  <dgm:styleLbl name="vennNode1">
    <dgm:fillClrLst meth="repeat">
      <a:schemeClr val="accent2">
        <a:alpha val="50000"/>
      </a:schemeClr>
    </dgm:fillClrLst>
    <dgm:linClrLst meth="repeat">
      <a:schemeClr val="lt1"/>
    </dgm:linClrLst>
    <dgm:effectClrLst/>
    <dgm:txLinClrLst/>
    <dgm:txFillClrLst/>
    <dgm:txEffectClrLst/>
  </dgm:styleLbl>
  <dgm:styleLbl name="node2">
    <dgm:fillClrLst meth="repeat">
      <a:schemeClr val="accent2"/>
    </dgm:fillClrLst>
    <dgm:linClrLst meth="repeat">
      <a:schemeClr val="lt1"/>
    </dgm:linClrLst>
    <dgm:effectClrLst/>
    <dgm:txLinClrLst/>
    <dgm:txFillClrLst/>
    <dgm:txEffectClrLst/>
  </dgm:styleLbl>
  <dgm:styleLbl name="node3">
    <dgm:fillClrLst meth="repeat">
      <a:schemeClr val="accent2"/>
    </dgm:fillClrLst>
    <dgm:linClrLst meth="repeat">
      <a:schemeClr val="lt1"/>
    </dgm:linClrLst>
    <dgm:effectClrLst/>
    <dgm:txLinClrLst/>
    <dgm:txFillClrLst/>
    <dgm:txEffectClrLst/>
  </dgm:styleLbl>
  <dgm:styleLbl name="node4">
    <dgm:fillClrLst meth="repeat">
      <a:schemeClr val="accent2"/>
    </dgm:fillClrLst>
    <dgm:linClrLst meth="repeat">
      <a:schemeClr val="lt1"/>
    </dgm:linClrLst>
    <dgm:effectClrLst/>
    <dgm:txLinClrLst/>
    <dgm:txFillClrLst/>
    <dgm:txEffectClrLst/>
  </dgm:styleLbl>
  <dgm:styleLbl name="fgImgPlace1">
    <dgm:fillClrLst meth="repeat">
      <a:schemeClr val="accent2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alignImgPlace1">
    <dgm:fillClrLst meth="repeat">
      <a:schemeClr val="accent2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bgImgPlace1">
    <dgm:fillClrLst meth="repeat">
      <a:schemeClr val="accent2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sibTrans2D1">
    <dgm:fillClrLst meth="repeat">
      <a:schemeClr val="accent2">
        <a:tint val="60000"/>
      </a:schemeClr>
    </dgm:fillClrLst>
    <dgm:linClrLst meth="repeat">
      <a:schemeClr val="accent2">
        <a:tint val="60000"/>
      </a:schemeClr>
    </dgm:linClrLst>
    <dgm:effectClrLst/>
    <dgm:txLinClrLst/>
    <dgm:txFillClrLst/>
    <dgm:txEffectClrLst/>
  </dgm:styleLbl>
  <dgm:styleLbl name="fgSibTrans2D1">
    <dgm:fillClrLst meth="repeat">
      <a:schemeClr val="accent2">
        <a:tint val="60000"/>
      </a:schemeClr>
    </dgm:fillClrLst>
    <dgm:linClrLst meth="repeat">
      <a:schemeClr val="accent2">
        <a:tint val="60000"/>
      </a:schemeClr>
    </dgm:linClrLst>
    <dgm:effectClrLst/>
    <dgm:txLinClrLst/>
    <dgm:txFillClrLst/>
    <dgm:txEffectClrLst/>
  </dgm:styleLbl>
  <dgm:styleLbl name="bgSibTrans2D1">
    <dgm:fillClrLst meth="repeat">
      <a:schemeClr val="accent2">
        <a:tint val="60000"/>
      </a:schemeClr>
    </dgm:fillClrLst>
    <dgm:linClrLst meth="repeat">
      <a:schemeClr val="accent2">
        <a:tint val="60000"/>
      </a:schemeClr>
    </dgm:linClrLst>
    <dgm:effectClrLst/>
    <dgm:txLinClrLst/>
    <dgm:txFillClrLst/>
    <dgm:txEffectClrLst/>
  </dgm:styleLbl>
  <dgm:styleLbl name="sibTrans1D1">
    <dgm:fillClrLst meth="repeat">
      <a:schemeClr val="accent2"/>
    </dgm:fillClrLst>
    <dgm:linClrLst meth="repeat">
      <a:schemeClr val="accent2"/>
    </dgm:linClrLst>
    <dgm:effectClrLst/>
    <dgm:txLinClrLst/>
    <dgm:txFillClrLst meth="repeat">
      <a:schemeClr val="tx1"/>
    </dgm:txFillClrLst>
    <dgm:txEffectClrLst/>
  </dgm:styleLbl>
  <dgm:styleLbl name="callout">
    <dgm:fillClrLst meth="repeat">
      <a:schemeClr val="accent2"/>
    </dgm:fillClrLst>
    <dgm:linClrLst meth="repeat">
      <a:schemeClr val="accent2">
        <a:tint val="50000"/>
      </a:schemeClr>
    </dgm:linClrLst>
    <dgm:effectClrLst/>
    <dgm:txLinClrLst/>
    <dgm:txFillClrLst meth="repeat">
      <a:schemeClr val="tx1"/>
    </dgm:txFillClrLst>
    <dgm:txEffectClrLst/>
  </dgm:styleLbl>
  <dgm:styleLbl name="asst0">
    <dgm:fillClrLst meth="repeat">
      <a:schemeClr val="accent2"/>
    </dgm:fillClrLst>
    <dgm:linClrLst meth="repeat">
      <a:schemeClr val="lt1"/>
    </dgm:linClrLst>
    <dgm:effectClrLst/>
    <dgm:txLinClrLst/>
    <dgm:txFillClrLst/>
    <dgm:txEffectClrLst/>
  </dgm:styleLbl>
  <dgm:styleLbl name="asst1">
    <dgm:fillClrLst meth="repeat">
      <a:schemeClr val="accent2"/>
    </dgm:fillClrLst>
    <dgm:linClrLst meth="repeat">
      <a:schemeClr val="lt1"/>
    </dgm:linClrLst>
    <dgm:effectClrLst/>
    <dgm:txLinClrLst/>
    <dgm:txFillClrLst/>
    <dgm:txEffectClrLst/>
  </dgm:styleLbl>
  <dgm:styleLbl name="asst2">
    <dgm:fillClrLst meth="repeat">
      <a:schemeClr val="accent2"/>
    </dgm:fillClrLst>
    <dgm:linClrLst meth="repeat">
      <a:schemeClr val="lt1"/>
    </dgm:linClrLst>
    <dgm:effectClrLst/>
    <dgm:txLinClrLst/>
    <dgm:txFillClrLst/>
    <dgm:txEffectClrLst/>
  </dgm:styleLbl>
  <dgm:styleLbl name="asst3">
    <dgm:fillClrLst meth="repeat">
      <a:schemeClr val="accent2"/>
    </dgm:fillClrLst>
    <dgm:linClrLst meth="repeat">
      <a:schemeClr val="lt1"/>
    </dgm:linClrLst>
    <dgm:effectClrLst/>
    <dgm:txLinClrLst/>
    <dgm:txFillClrLst/>
    <dgm:txEffectClrLst/>
  </dgm:styleLbl>
  <dgm:styleLbl name="asst4">
    <dgm:fillClrLst meth="repeat">
      <a:schemeClr val="accent2"/>
    </dgm:fillClrLst>
    <dgm:linClrLst meth="repeat">
      <a:schemeClr val="lt1"/>
    </dgm:linClrLst>
    <dgm:effectClrLst/>
    <dgm:txLinClrLst/>
    <dgm:txFillClrLst/>
    <dgm:txEffectClrLst/>
  </dgm:styleLbl>
  <dgm:styleLbl name="parChTrans2D1">
    <dgm:fillClrLst meth="repeat">
      <a:schemeClr val="accent2">
        <a:tint val="60000"/>
      </a:schemeClr>
    </dgm:fillClrLst>
    <dgm:linClrLst meth="repeat">
      <a:schemeClr val="accent2">
        <a:tint val="60000"/>
      </a:schemeClr>
    </dgm:linClrLst>
    <dgm:effectClrLst/>
    <dgm:txLinClrLst/>
    <dgm:txFillClrLst meth="repeat">
      <a:schemeClr val="lt1"/>
    </dgm:txFillClrLst>
    <dgm:txEffectClrLst/>
  </dgm:styleLbl>
  <dgm:styleLbl name="parChTrans2D2">
    <dgm:fillClrLst meth="repeat">
      <a:schemeClr val="accent2"/>
    </dgm:fillClrLst>
    <dgm:linClrLst meth="repeat">
      <a:schemeClr val="accent2"/>
    </dgm:linClrLst>
    <dgm:effectClrLst/>
    <dgm:txLinClrLst/>
    <dgm:txFillClrLst meth="repeat">
      <a:schemeClr val="lt1"/>
    </dgm:txFillClrLst>
    <dgm:txEffectClrLst/>
  </dgm:styleLbl>
  <dgm:styleLbl name="parChTrans2D3">
    <dgm:fillClrLst meth="repeat">
      <a:schemeClr val="accent2"/>
    </dgm:fillClrLst>
    <dgm:linClrLst meth="repeat">
      <a:schemeClr val="accent2"/>
    </dgm:linClrLst>
    <dgm:effectClrLst/>
    <dgm:txLinClrLst/>
    <dgm:txFillClrLst meth="repeat">
      <a:schemeClr val="lt1"/>
    </dgm:txFillClrLst>
    <dgm:txEffectClrLst/>
  </dgm:styleLbl>
  <dgm:styleLbl name="parChTrans2D4">
    <dgm:fillClrLst meth="repeat">
      <a:schemeClr val="accent2"/>
    </dgm:fillClrLst>
    <dgm:linClrLst meth="repeat">
      <a:schemeClr val="accent2"/>
    </dgm:linClrLst>
    <dgm:effectClrLst/>
    <dgm:txLinClrLst/>
    <dgm:txFillClrLst meth="repeat">
      <a:schemeClr val="lt1"/>
    </dgm:txFillClrLst>
    <dgm:txEffectClrLst/>
  </dgm:styleLbl>
  <dgm:styleLbl name="parChTrans1D1">
    <dgm:fillClrLst meth="repeat">
      <a:schemeClr val="accent2"/>
    </dgm:fillClrLst>
    <dgm:linClrLst meth="repeat">
      <a:schemeClr val="accent2">
        <a:shade val="60000"/>
      </a:schemeClr>
    </dgm:linClrLst>
    <dgm:effectClrLst/>
    <dgm:txLinClrLst/>
    <dgm:txFillClrLst meth="repeat">
      <a:schemeClr val="tx1"/>
    </dgm:txFillClrLst>
    <dgm:txEffectClrLst/>
  </dgm:styleLbl>
  <dgm:styleLbl name="parChTrans1D2">
    <dgm:fillClrLst meth="repeat">
      <a:schemeClr val="accent2"/>
    </dgm:fillClrLst>
    <dgm:linClrLst meth="repeat">
      <a:schemeClr val="accent2">
        <a:shade val="60000"/>
      </a:schemeClr>
    </dgm:linClrLst>
    <dgm:effectClrLst/>
    <dgm:txLinClrLst/>
    <dgm:txFillClrLst meth="repeat">
      <a:schemeClr val="tx1"/>
    </dgm:txFillClrLst>
    <dgm:txEffectClrLst/>
  </dgm:styleLbl>
  <dgm:styleLbl name="parChTrans1D3">
    <dgm:fillClrLst meth="repeat">
      <a:schemeClr val="accent2"/>
    </dgm:fillClrLst>
    <dgm:linClrLst meth="repeat">
      <a:schemeClr val="accent2">
        <a:shade val="80000"/>
      </a:schemeClr>
    </dgm:linClrLst>
    <dgm:effectClrLst/>
    <dgm:txLinClrLst/>
    <dgm:txFillClrLst meth="repeat">
      <a:schemeClr val="tx1"/>
    </dgm:txFillClrLst>
    <dgm:txEffectClrLst/>
  </dgm:styleLbl>
  <dgm:styleLbl name="parChTrans1D4">
    <dgm:fillClrLst meth="repeat">
      <a:schemeClr val="accent2"/>
    </dgm:fillClrLst>
    <dgm:linClrLst meth="repeat">
      <a:schemeClr val="accent2">
        <a:shade val="80000"/>
      </a:schemeClr>
    </dgm:linClrLst>
    <dgm:effectClrLst/>
    <dgm:txLinClrLst/>
    <dgm:txFillClrLst meth="repeat">
      <a:schemeClr val="tx1"/>
    </dgm:txFillClrLst>
    <dgm:txEffectClrLst/>
  </dgm:styleLbl>
  <dgm:styleLbl name="fgAcc1">
    <dgm:fillClrLst meth="repeat">
      <a:schemeClr val="lt1">
        <a:alpha val="90000"/>
      </a:schemeClr>
    </dgm:fillClrLst>
    <dgm:linClrLst meth="repeat">
      <a:schemeClr val="accent2"/>
    </dgm:linClrLst>
    <dgm:effectClrLst/>
    <dgm:txLinClrLst/>
    <dgm:txFillClrLst meth="repeat">
      <a:schemeClr val="dk1"/>
    </dgm:txFillClrLst>
    <dgm:txEffectClrLst/>
  </dgm:styleLbl>
  <dgm:styleLbl name="conFgAcc1">
    <dgm:fillClrLst meth="repeat">
      <a:schemeClr val="lt1">
        <a:alpha val="90000"/>
      </a:schemeClr>
    </dgm:fillClrLst>
    <dgm:linClrLst meth="repeat">
      <a:schemeClr val="accent2"/>
    </dgm:linClrLst>
    <dgm:effectClrLst/>
    <dgm:txLinClrLst/>
    <dgm:txFillClrLst meth="repeat">
      <a:schemeClr val="dk1"/>
    </dgm:txFillClrLst>
    <dgm:txEffectClrLst/>
  </dgm:styleLbl>
  <dgm:styleLbl name="alignAcc1">
    <dgm:fillClrLst meth="repeat">
      <a:schemeClr val="lt1">
        <a:alpha val="90000"/>
      </a:schemeClr>
    </dgm:fillClrLst>
    <dgm:linClrLst meth="repeat">
      <a:schemeClr val="accent2"/>
    </dgm:linClrLst>
    <dgm:effectClrLst/>
    <dgm:txLinClrLst/>
    <dgm:txFillClrLst meth="repeat">
      <a:schemeClr val="dk1"/>
    </dgm:txFillClrLst>
    <dgm:txEffectClrLst/>
  </dgm:styleLbl>
  <dgm:styleLbl name="trAlignAcc1">
    <dgm:fillClrLst meth="repeat">
      <a:schemeClr val="lt1">
        <a:alpha val="40000"/>
      </a:schemeClr>
    </dgm:fillClrLst>
    <dgm:linClrLst meth="repeat">
      <a:schemeClr val="accent2"/>
    </dgm:linClrLst>
    <dgm:effectClrLst/>
    <dgm:txLinClrLst/>
    <dgm:txFillClrLst meth="repeat">
      <a:schemeClr val="dk1"/>
    </dgm:txFillClrLst>
    <dgm:txEffectClrLst/>
  </dgm:styleLbl>
  <dgm:styleLbl name="bgAcc1">
    <dgm:fillClrLst meth="repeat">
      <a:schemeClr val="lt1">
        <a:alpha val="90000"/>
      </a:schemeClr>
    </dgm:fillClrLst>
    <dgm:linClrLst meth="repeat">
      <a:schemeClr val="accent2"/>
    </dgm:linClrLst>
    <dgm:effectClrLst/>
    <dgm:txLinClrLst/>
    <dgm:txFillClrLst meth="repeat">
      <a:schemeClr val="dk1"/>
    </dgm:txFillClrLst>
    <dgm:txEffectClrLst/>
  </dgm:styleLbl>
  <dgm:styleLbl name="solidFgAcc1">
    <dgm:fillClrLst meth="repeat">
      <a:schemeClr val="lt1"/>
    </dgm:fillClrLst>
    <dgm:linClrLst meth="repeat">
      <a:schemeClr val="accent2"/>
    </dgm:linClrLst>
    <dgm:effectClrLst/>
    <dgm:txLinClrLst/>
    <dgm:txFillClrLst meth="repeat">
      <a:schemeClr val="dk1"/>
    </dgm:txFillClrLst>
    <dgm:txEffectClrLst/>
  </dgm:styleLbl>
  <dgm:styleLbl name="solidAlignAcc1">
    <dgm:fillClrLst meth="repeat">
      <a:schemeClr val="lt1"/>
    </dgm:fillClrLst>
    <dgm:linClrLst meth="repeat">
      <a:schemeClr val="accent2"/>
    </dgm:linClrLst>
    <dgm:effectClrLst/>
    <dgm:txLinClrLst/>
    <dgm:txFillClrLst meth="repeat">
      <a:schemeClr val="dk1"/>
    </dgm:txFillClrLst>
    <dgm:txEffectClrLst/>
  </dgm:styleLbl>
  <dgm:styleLbl name="solidBgAcc1">
    <dgm:fillClrLst meth="repeat">
      <a:schemeClr val="lt1"/>
    </dgm:fillClrLst>
    <dgm:linClrLst meth="repeat">
      <a:schemeClr val="accent2"/>
    </dgm:linClrLst>
    <dgm:effectClrLst/>
    <dgm:txLinClrLst/>
    <dgm:txFillClrLst meth="repeat">
      <a:schemeClr val="dk1"/>
    </dgm:txFillClrLst>
    <dgm:txEffectClrLst/>
  </dgm:styleLbl>
  <dgm:styleLbl name="fgAccFollowNode1">
    <dgm:fillClrLst meth="repeat">
      <a:schemeClr val="accent2">
        <a:alpha val="90000"/>
        <a:tint val="40000"/>
      </a:schemeClr>
    </dgm:fillClrLst>
    <dgm:linClrLst meth="repeat">
      <a:schemeClr val="accent2">
        <a:alpha val="90000"/>
        <a:tint val="40000"/>
      </a:schemeClr>
    </dgm:linClrLst>
    <dgm:effectClrLst/>
    <dgm:txLinClrLst/>
    <dgm:txFillClrLst meth="repeat">
      <a:schemeClr val="dk1"/>
    </dgm:txFillClrLst>
    <dgm:txEffectClrLst/>
  </dgm:styleLbl>
  <dgm:styleLbl name="alignAccFollowNode1">
    <dgm:fillClrLst meth="repeat">
      <a:schemeClr val="accent2">
        <a:alpha val="90000"/>
        <a:tint val="40000"/>
      </a:schemeClr>
    </dgm:fillClrLst>
    <dgm:linClrLst meth="repeat">
      <a:schemeClr val="accent2">
        <a:alpha val="90000"/>
        <a:tint val="40000"/>
      </a:schemeClr>
    </dgm:linClrLst>
    <dgm:effectClrLst/>
    <dgm:txLinClrLst/>
    <dgm:txFillClrLst meth="repeat">
      <a:schemeClr val="dk1"/>
    </dgm:txFillClrLst>
    <dgm:txEffectClrLst/>
  </dgm:styleLbl>
  <dgm:styleLbl name="bgAccFollowNode1">
    <dgm:fillClrLst meth="repeat">
      <a:schemeClr val="accent2">
        <a:alpha val="90000"/>
        <a:tint val="40000"/>
      </a:schemeClr>
    </dgm:fillClrLst>
    <dgm:linClrLst meth="repeat">
      <a:schemeClr val="accent2">
        <a:alpha val="90000"/>
        <a:tint val="40000"/>
      </a:schemeClr>
    </dgm:linClrLst>
    <dgm:effectClrLst/>
    <dgm:txLinClrLst/>
    <dgm:txFillClrLst meth="repeat">
      <a:schemeClr val="dk1"/>
    </dgm:txFillClrLst>
    <dgm:txEffectClrLst/>
  </dgm:styleLbl>
  <dgm:styleLbl name="fgAcc0">
    <dgm:fillClrLst meth="repeat">
      <a:schemeClr val="lt1">
        <a:alpha val="90000"/>
      </a:schemeClr>
    </dgm:fillClrLst>
    <dgm:linClrLst meth="repeat">
      <a:schemeClr val="accent2"/>
    </dgm:linClrLst>
    <dgm:effectClrLst/>
    <dgm:txLinClrLst/>
    <dgm:txFillClrLst meth="repeat">
      <a:schemeClr val="dk1"/>
    </dgm:txFillClrLst>
    <dgm:txEffectClrLst/>
  </dgm:styleLbl>
  <dgm:styleLbl name="fgAcc2">
    <dgm:fillClrLst meth="repeat">
      <a:schemeClr val="lt1">
        <a:alpha val="90000"/>
      </a:schemeClr>
    </dgm:fillClrLst>
    <dgm:linClrLst meth="repeat">
      <a:schemeClr val="accent2"/>
    </dgm:linClrLst>
    <dgm:effectClrLst/>
    <dgm:txLinClrLst/>
    <dgm:txFillClrLst meth="repeat">
      <a:schemeClr val="dk1"/>
    </dgm:txFillClrLst>
    <dgm:txEffectClrLst/>
  </dgm:styleLbl>
  <dgm:styleLbl name="fgAcc3">
    <dgm:fillClrLst meth="repeat">
      <a:schemeClr val="lt1">
        <a:alpha val="90000"/>
      </a:schemeClr>
    </dgm:fillClrLst>
    <dgm:linClrLst meth="repeat">
      <a:schemeClr val="accent2"/>
    </dgm:linClrLst>
    <dgm:effectClrLst/>
    <dgm:txLinClrLst/>
    <dgm:txFillClrLst meth="repeat">
      <a:schemeClr val="dk1"/>
    </dgm:txFillClrLst>
    <dgm:txEffectClrLst/>
  </dgm:styleLbl>
  <dgm:styleLbl name="fgAcc4">
    <dgm:fillClrLst meth="repeat">
      <a:schemeClr val="lt1">
        <a:alpha val="90000"/>
      </a:schemeClr>
    </dgm:fillClrLst>
    <dgm:linClrLst meth="repeat">
      <a:schemeClr val="accent2"/>
    </dgm:linClrLst>
    <dgm:effectClrLst/>
    <dgm:txLinClrLst/>
    <dgm:txFillClrLst meth="repeat">
      <a:schemeClr val="dk1"/>
    </dgm:txFillClrLst>
    <dgm:txEffectClrLst/>
  </dgm:styleLbl>
  <dgm:styleLbl name="bgShp">
    <dgm:fillClrLst meth="repeat">
      <a:schemeClr val="bg1">
        <a:lumMod val="95000"/>
      </a:schemeClr>
    </dgm:fillClrLst>
    <dgm:linClrLst meth="repeat">
      <a:schemeClr val="accent2"/>
    </dgm:linClrLst>
    <dgm:effectClrLst/>
    <dgm:txLinClrLst/>
    <dgm:txFillClrLst meth="repeat">
      <a:schemeClr val="dk1"/>
    </dgm:txFillClrLst>
    <dgm:txEffectClrLst/>
  </dgm:styleLbl>
  <dgm:styleLbl name="dkBgShp">
    <dgm:fillClrLst meth="repeat">
      <a:schemeClr val="accent2">
        <a:shade val="80000"/>
      </a:schemeClr>
    </dgm:fillClrLst>
    <dgm:linClrLst meth="repeat">
      <a:schemeClr val="accent2"/>
    </dgm:linClrLst>
    <dgm:effectClrLst/>
    <dgm:txLinClrLst/>
    <dgm:txFillClrLst meth="repeat">
      <a:schemeClr val="lt1"/>
    </dgm:txFillClrLst>
    <dgm:txEffectClrLst/>
  </dgm:styleLbl>
  <dgm:styleLbl name="trBgShp">
    <dgm:fillClrLst meth="repeat">
      <a:schemeClr val="accent2">
        <a:tint val="50000"/>
        <a:alpha val="40000"/>
      </a:schemeClr>
    </dgm:fillClrLst>
    <dgm:linClrLst meth="repeat">
      <a:schemeClr val="accent2"/>
    </dgm:linClrLst>
    <dgm:effectClrLst/>
    <dgm:txLinClrLst/>
    <dgm:txFillClrLst meth="repeat">
      <a:schemeClr val="lt1"/>
    </dgm:txFillClrLst>
    <dgm:txEffectClrLst/>
  </dgm:styleLbl>
  <dgm:styleLbl name="fgShp">
    <dgm:fillClrLst meth="repeat">
      <a:schemeClr val="accent2">
        <a:tint val="60000"/>
      </a:schemeClr>
    </dgm:fillClrLst>
    <dgm:linClrLst meth="repeat">
      <a:schemeClr val="lt1"/>
    </dgm:linClrLst>
    <dgm:effectClrLst/>
    <dgm:txLinClrLst/>
    <dgm:txFillClrLst meth="repeat">
      <a:schemeClr val="dk1"/>
    </dgm:txFillClrLst>
    <dgm:txEffectClrLst/>
  </dgm:styleLbl>
  <dgm:styleLbl name="revTx">
    <dgm:fillClrLst meth="repeat">
      <a:schemeClr val="lt1">
        <a:alpha val="0"/>
      </a:schemeClr>
    </dgm:fillClrLst>
    <dgm:linClrLst meth="repeat">
      <a:schemeClr val="dk1">
        <a:alpha val="0"/>
      </a:schemeClr>
    </dgm:linClrLst>
    <dgm:effectClrLst/>
    <dgm:txLinClrLst/>
    <dgm:txFillClrLst meth="repeat">
      <a:schemeClr val="tx1"/>
    </dgm:txFillClrLst>
    <dgm:txEffectClrLst/>
  </dgm:styleLbl>
</dgm:colorsDef>
</file>

<file path=ppt/diagrams/colors86.xml><?xml version="1.0" encoding="utf-8"?>
<dgm:colorsDef xmlns:dgm="http://schemas.openxmlformats.org/drawingml/2006/diagram" xmlns:a="http://schemas.openxmlformats.org/drawingml/2006/main" uniqueId="urn:microsoft.com/office/officeart/2018/5/colors/Iconchunking_neutralbg_accent4_2">
  <dgm:title val=""/>
  <dgm:desc val=""/>
  <dgm:catLst>
    <dgm:cat type="accent4" pri="14200"/>
  </dgm:catLst>
  <dgm:styleLbl name="node0">
    <dgm:fillClrLst meth="repeat"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node1">
    <dgm:fillClrLst meth="repeat">
      <a:schemeClr val="accent4"/>
    </dgm:fillClrLst>
    <dgm:linClrLst meth="repeat">
      <a:schemeClr val="lt1">
        <a:alpha val="0"/>
      </a:schemeClr>
    </dgm:linClrLst>
    <dgm:effectClrLst/>
    <dgm:txLinClrLst/>
    <dgm:txFillClrLst/>
    <dgm:txEffectClrLst/>
  </dgm:styleLbl>
  <dgm:styleLbl name="alignNode1">
    <dgm:fillClrLst meth="repeat">
      <a:schemeClr val="accent4"/>
    </dgm:fillClrLst>
    <dgm:linClrLst meth="repeat">
      <a:schemeClr val="accent4"/>
    </dgm:linClrLst>
    <dgm:effectClrLst/>
    <dgm:txLinClrLst/>
    <dgm:txFillClrLst/>
    <dgm:txEffectClrLst/>
  </dgm:styleLbl>
  <dgm:styleLbl name="lnNode1">
    <dgm:fillClrLst meth="repeat"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vennNode1">
    <dgm:fillClrLst meth="repeat">
      <a:schemeClr val="accent4">
        <a:alpha val="50000"/>
      </a:schemeClr>
    </dgm:fillClrLst>
    <dgm:linClrLst meth="repeat">
      <a:schemeClr val="lt1"/>
    </dgm:linClrLst>
    <dgm:effectClrLst/>
    <dgm:txLinClrLst/>
    <dgm:txFillClrLst/>
    <dgm:txEffectClrLst/>
  </dgm:styleLbl>
  <dgm:styleLbl name="node2">
    <dgm:fillClrLst meth="repeat"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node3">
    <dgm:fillClrLst meth="repeat"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node4">
    <dgm:fillClrLst meth="repeat"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fgImgPlace1">
    <dgm:fillClrLst meth="repeat">
      <a:schemeClr val="accent4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alignImgPlace1">
    <dgm:fillClrLst meth="repeat">
      <a:schemeClr val="accent4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bgImgPlace1">
    <dgm:fillClrLst meth="repeat">
      <a:schemeClr val="accent4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sibTrans2D1">
    <dgm:fillClrLst meth="repeat">
      <a:schemeClr val="accent4">
        <a:tint val="60000"/>
      </a:schemeClr>
    </dgm:fillClrLst>
    <dgm:linClrLst meth="repeat">
      <a:schemeClr val="accent4">
        <a:tint val="60000"/>
      </a:schemeClr>
    </dgm:linClrLst>
    <dgm:effectClrLst/>
    <dgm:txLinClrLst/>
    <dgm:txFillClrLst/>
    <dgm:txEffectClrLst/>
  </dgm:styleLbl>
  <dgm:styleLbl name="fgSibTrans2D1">
    <dgm:fillClrLst meth="repeat">
      <a:schemeClr val="accent4">
        <a:tint val="60000"/>
      </a:schemeClr>
    </dgm:fillClrLst>
    <dgm:linClrLst meth="repeat">
      <a:schemeClr val="accent4">
        <a:tint val="60000"/>
      </a:schemeClr>
    </dgm:linClrLst>
    <dgm:effectClrLst/>
    <dgm:txLinClrLst/>
    <dgm:txFillClrLst/>
    <dgm:txEffectClrLst/>
  </dgm:styleLbl>
  <dgm:styleLbl name="bgSibTrans2D1">
    <dgm:fillClrLst meth="repeat">
      <a:schemeClr val="accent4">
        <a:tint val="60000"/>
      </a:schemeClr>
    </dgm:fillClrLst>
    <dgm:linClrLst meth="repeat">
      <a:schemeClr val="accent4">
        <a:tint val="60000"/>
      </a:schemeClr>
    </dgm:linClrLst>
    <dgm:effectClrLst/>
    <dgm:txLinClrLst/>
    <dgm:txFillClrLst/>
    <dgm:txEffectClrLst/>
  </dgm:styleLbl>
  <dgm:styleLbl name="sibTrans1D1">
    <dgm:fillClrLst meth="repeat">
      <a:schemeClr val="accent4"/>
    </dgm:fillClrLst>
    <dgm:linClrLst meth="repeat">
      <a:schemeClr val="accent4"/>
    </dgm:linClrLst>
    <dgm:effectClrLst/>
    <dgm:txLinClrLst/>
    <dgm:txFillClrLst meth="repeat">
      <a:schemeClr val="tx1"/>
    </dgm:txFillClrLst>
    <dgm:txEffectClrLst/>
  </dgm:styleLbl>
  <dgm:styleLbl name="callout">
    <dgm:fillClrLst meth="repeat">
      <a:schemeClr val="accent4"/>
    </dgm:fillClrLst>
    <dgm:linClrLst meth="repeat">
      <a:schemeClr val="accent4">
        <a:tint val="50000"/>
      </a:schemeClr>
    </dgm:linClrLst>
    <dgm:effectClrLst/>
    <dgm:txLinClrLst/>
    <dgm:txFillClrLst meth="repeat">
      <a:schemeClr val="tx1"/>
    </dgm:txFillClrLst>
    <dgm:txEffectClrLst/>
  </dgm:styleLbl>
  <dgm:styleLbl name="asst0">
    <dgm:fillClrLst meth="repeat"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asst1">
    <dgm:fillClrLst meth="repeat"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asst2">
    <dgm:fillClrLst meth="repeat"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asst3">
    <dgm:fillClrLst meth="repeat"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asst4">
    <dgm:fillClrLst meth="repeat"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parChTrans2D1">
    <dgm:fillClrLst meth="repeat">
      <a:schemeClr val="accent4">
        <a:tint val="60000"/>
      </a:schemeClr>
    </dgm:fillClrLst>
    <dgm:linClrLst meth="repeat">
      <a:schemeClr val="accent4">
        <a:tint val="60000"/>
      </a:schemeClr>
    </dgm:linClrLst>
    <dgm:effectClrLst/>
    <dgm:txLinClrLst/>
    <dgm:txFillClrLst meth="repeat">
      <a:schemeClr val="lt1"/>
    </dgm:txFillClrLst>
    <dgm:txEffectClrLst/>
  </dgm:styleLbl>
  <dgm:styleLbl name="parChTrans2D2">
    <dgm:fillClrLst meth="repeat">
      <a:schemeClr val="accent4"/>
    </dgm:fillClrLst>
    <dgm:linClrLst meth="repeat">
      <a:schemeClr val="accent4"/>
    </dgm:linClrLst>
    <dgm:effectClrLst/>
    <dgm:txLinClrLst/>
    <dgm:txFillClrLst meth="repeat">
      <a:schemeClr val="lt1"/>
    </dgm:txFillClrLst>
    <dgm:txEffectClrLst/>
  </dgm:styleLbl>
  <dgm:styleLbl name="parChTrans2D3">
    <dgm:fillClrLst meth="repeat">
      <a:schemeClr val="accent4"/>
    </dgm:fillClrLst>
    <dgm:linClrLst meth="repeat">
      <a:schemeClr val="accent4"/>
    </dgm:linClrLst>
    <dgm:effectClrLst/>
    <dgm:txLinClrLst/>
    <dgm:txFillClrLst meth="repeat">
      <a:schemeClr val="lt1"/>
    </dgm:txFillClrLst>
    <dgm:txEffectClrLst/>
  </dgm:styleLbl>
  <dgm:styleLbl name="parChTrans2D4">
    <dgm:fillClrLst meth="repeat">
      <a:schemeClr val="accent4"/>
    </dgm:fillClrLst>
    <dgm:linClrLst meth="repeat">
      <a:schemeClr val="accent4"/>
    </dgm:linClrLst>
    <dgm:effectClrLst/>
    <dgm:txLinClrLst/>
    <dgm:txFillClrLst meth="repeat">
      <a:schemeClr val="lt1"/>
    </dgm:txFillClrLst>
    <dgm:txEffectClrLst/>
  </dgm:styleLbl>
  <dgm:styleLbl name="parChTrans1D1">
    <dgm:fillClrLst meth="repeat">
      <a:schemeClr val="accent4"/>
    </dgm:fillClrLst>
    <dgm:linClrLst meth="repeat">
      <a:schemeClr val="accent4">
        <a:shade val="60000"/>
      </a:schemeClr>
    </dgm:linClrLst>
    <dgm:effectClrLst/>
    <dgm:txLinClrLst/>
    <dgm:txFillClrLst meth="repeat">
      <a:schemeClr val="tx1"/>
    </dgm:txFillClrLst>
    <dgm:txEffectClrLst/>
  </dgm:styleLbl>
  <dgm:styleLbl name="parChTrans1D2">
    <dgm:fillClrLst meth="repeat">
      <a:schemeClr val="accent4"/>
    </dgm:fillClrLst>
    <dgm:linClrLst meth="repeat">
      <a:schemeClr val="accent4">
        <a:shade val="60000"/>
      </a:schemeClr>
    </dgm:linClrLst>
    <dgm:effectClrLst/>
    <dgm:txLinClrLst/>
    <dgm:txFillClrLst meth="repeat">
      <a:schemeClr val="tx1"/>
    </dgm:txFillClrLst>
    <dgm:txEffectClrLst/>
  </dgm:styleLbl>
  <dgm:styleLbl name="parChTrans1D3">
    <dgm:fillClrLst meth="repeat">
      <a:schemeClr val="accent4"/>
    </dgm:fillClrLst>
    <dgm:linClrLst meth="repeat">
      <a:schemeClr val="accent4">
        <a:shade val="80000"/>
      </a:schemeClr>
    </dgm:linClrLst>
    <dgm:effectClrLst/>
    <dgm:txLinClrLst/>
    <dgm:txFillClrLst meth="repeat">
      <a:schemeClr val="tx1"/>
    </dgm:txFillClrLst>
    <dgm:txEffectClrLst/>
  </dgm:styleLbl>
  <dgm:styleLbl name="parChTrans1D4">
    <dgm:fillClrLst meth="repeat">
      <a:schemeClr val="accent4"/>
    </dgm:fillClrLst>
    <dgm:linClrLst meth="repeat">
      <a:schemeClr val="accent4">
        <a:shade val="80000"/>
      </a:schemeClr>
    </dgm:linClrLst>
    <dgm:effectClrLst/>
    <dgm:txLinClrLst/>
    <dgm:txFillClrLst meth="repeat">
      <a:schemeClr val="tx1"/>
    </dgm:txFillClrLst>
    <dgm:txEffectClrLst/>
  </dgm:styleLbl>
  <dgm:styleLbl name="fgAcc1">
    <dgm:fillClrLst meth="repeat">
      <a:schemeClr val="lt1">
        <a:alpha val="90000"/>
      </a:schemeClr>
    </dgm:fillClrLst>
    <dgm:linClrLst meth="repeat">
      <a:schemeClr val="accent4"/>
    </dgm:linClrLst>
    <dgm:effectClrLst/>
    <dgm:txLinClrLst/>
    <dgm:txFillClrLst meth="repeat">
      <a:schemeClr val="dk1"/>
    </dgm:txFillClrLst>
    <dgm:txEffectClrLst/>
  </dgm:styleLbl>
  <dgm:styleLbl name="conFgAcc1">
    <dgm:fillClrLst meth="repeat">
      <a:schemeClr val="lt1">
        <a:alpha val="90000"/>
      </a:schemeClr>
    </dgm:fillClrLst>
    <dgm:linClrLst meth="repeat">
      <a:schemeClr val="accent4"/>
    </dgm:linClrLst>
    <dgm:effectClrLst/>
    <dgm:txLinClrLst/>
    <dgm:txFillClrLst meth="repeat">
      <a:schemeClr val="dk1"/>
    </dgm:txFillClrLst>
    <dgm:txEffectClrLst/>
  </dgm:styleLbl>
  <dgm:styleLbl name="alignAcc1">
    <dgm:fillClrLst meth="repeat">
      <a:schemeClr val="lt1">
        <a:alpha val="90000"/>
      </a:schemeClr>
    </dgm:fillClrLst>
    <dgm:linClrLst meth="repeat">
      <a:schemeClr val="accent4"/>
    </dgm:linClrLst>
    <dgm:effectClrLst/>
    <dgm:txLinClrLst/>
    <dgm:txFillClrLst meth="repeat">
      <a:schemeClr val="dk1"/>
    </dgm:txFillClrLst>
    <dgm:txEffectClrLst/>
  </dgm:styleLbl>
  <dgm:styleLbl name="trAlignAcc1">
    <dgm:fillClrLst meth="repeat">
      <a:schemeClr val="lt1">
        <a:alpha val="40000"/>
      </a:schemeClr>
    </dgm:fillClrLst>
    <dgm:linClrLst meth="repeat">
      <a:schemeClr val="accent4"/>
    </dgm:linClrLst>
    <dgm:effectClrLst/>
    <dgm:txLinClrLst/>
    <dgm:txFillClrLst meth="repeat">
      <a:schemeClr val="dk1"/>
    </dgm:txFillClrLst>
    <dgm:txEffectClrLst/>
  </dgm:styleLbl>
  <dgm:styleLbl name="bgAcc1">
    <dgm:fillClrLst meth="repeat">
      <a:schemeClr val="lt1">
        <a:alpha val="90000"/>
      </a:schemeClr>
    </dgm:fillClrLst>
    <dgm:linClrLst meth="repeat">
      <a:schemeClr val="accent4"/>
    </dgm:linClrLst>
    <dgm:effectClrLst/>
    <dgm:txLinClrLst/>
    <dgm:txFillClrLst meth="repeat">
      <a:schemeClr val="dk1"/>
    </dgm:txFillClrLst>
    <dgm:txEffectClrLst/>
  </dgm:styleLbl>
  <dgm:styleLbl name="solidFgAcc1">
    <dgm:fillClrLst meth="repeat">
      <a:schemeClr val="lt1"/>
    </dgm:fillClrLst>
    <dgm:linClrLst meth="repeat">
      <a:schemeClr val="accent4"/>
    </dgm:linClrLst>
    <dgm:effectClrLst/>
    <dgm:txLinClrLst/>
    <dgm:txFillClrLst meth="repeat">
      <a:schemeClr val="dk1"/>
    </dgm:txFillClrLst>
    <dgm:txEffectClrLst/>
  </dgm:styleLbl>
  <dgm:styleLbl name="solidAlignAcc1">
    <dgm:fillClrLst meth="repeat">
      <a:schemeClr val="lt1"/>
    </dgm:fillClrLst>
    <dgm:linClrLst meth="repeat">
      <a:schemeClr val="accent4"/>
    </dgm:linClrLst>
    <dgm:effectClrLst/>
    <dgm:txLinClrLst/>
    <dgm:txFillClrLst meth="repeat">
      <a:schemeClr val="dk1"/>
    </dgm:txFillClrLst>
    <dgm:txEffectClrLst/>
  </dgm:styleLbl>
  <dgm:styleLbl name="solidBgAcc1">
    <dgm:fillClrLst meth="repeat">
      <a:schemeClr val="lt1"/>
    </dgm:fillClrLst>
    <dgm:linClrLst meth="repeat">
      <a:schemeClr val="accent4"/>
    </dgm:linClrLst>
    <dgm:effectClrLst/>
    <dgm:txLinClrLst/>
    <dgm:txFillClrLst meth="repeat">
      <a:schemeClr val="dk1"/>
    </dgm:txFillClrLst>
    <dgm:txEffectClrLst/>
  </dgm:styleLbl>
  <dgm:styleLbl name="fgAccFollowNode1">
    <dgm:fillClrLst meth="repeat">
      <a:schemeClr val="accent4">
        <a:alpha val="90000"/>
        <a:tint val="40000"/>
      </a:schemeClr>
    </dgm:fillClrLst>
    <dgm:linClrLst meth="repeat">
      <a:schemeClr val="accent4">
        <a:alpha val="90000"/>
        <a:tint val="40000"/>
      </a:schemeClr>
    </dgm:linClrLst>
    <dgm:effectClrLst/>
    <dgm:txLinClrLst/>
    <dgm:txFillClrLst meth="repeat">
      <a:schemeClr val="dk1"/>
    </dgm:txFillClrLst>
    <dgm:txEffectClrLst/>
  </dgm:styleLbl>
  <dgm:styleLbl name="alignAccFollowNode1">
    <dgm:fillClrLst meth="repeat">
      <a:schemeClr val="accent4">
        <a:alpha val="90000"/>
        <a:tint val="40000"/>
      </a:schemeClr>
    </dgm:fillClrLst>
    <dgm:linClrLst meth="repeat">
      <a:schemeClr val="accent4">
        <a:alpha val="90000"/>
        <a:tint val="40000"/>
      </a:schemeClr>
    </dgm:linClrLst>
    <dgm:effectClrLst/>
    <dgm:txLinClrLst/>
    <dgm:txFillClrLst meth="repeat">
      <a:schemeClr val="dk1"/>
    </dgm:txFillClrLst>
    <dgm:txEffectClrLst/>
  </dgm:styleLbl>
  <dgm:styleLbl name="bgAccFollowNode1">
    <dgm:fillClrLst meth="repeat">
      <a:schemeClr val="accent4">
        <a:alpha val="90000"/>
        <a:tint val="40000"/>
      </a:schemeClr>
    </dgm:fillClrLst>
    <dgm:linClrLst meth="repeat">
      <a:schemeClr val="accent4">
        <a:alpha val="90000"/>
        <a:tint val="40000"/>
      </a:schemeClr>
    </dgm:linClrLst>
    <dgm:effectClrLst/>
    <dgm:txLinClrLst/>
    <dgm:txFillClrLst meth="repeat">
      <a:schemeClr val="dk1"/>
    </dgm:txFillClrLst>
    <dgm:txEffectClrLst/>
  </dgm:styleLbl>
  <dgm:styleLbl name="fgAcc0">
    <dgm:fillClrLst meth="repeat">
      <a:schemeClr val="lt1">
        <a:alpha val="90000"/>
      </a:schemeClr>
    </dgm:fillClrLst>
    <dgm:linClrLst meth="repeat">
      <a:schemeClr val="accent4"/>
    </dgm:linClrLst>
    <dgm:effectClrLst/>
    <dgm:txLinClrLst/>
    <dgm:txFillClrLst meth="repeat">
      <a:schemeClr val="dk1"/>
    </dgm:txFillClrLst>
    <dgm:txEffectClrLst/>
  </dgm:styleLbl>
  <dgm:styleLbl name="fgAcc2">
    <dgm:fillClrLst meth="repeat">
      <a:schemeClr val="lt1">
        <a:alpha val="90000"/>
      </a:schemeClr>
    </dgm:fillClrLst>
    <dgm:linClrLst meth="repeat">
      <a:schemeClr val="accent4"/>
    </dgm:linClrLst>
    <dgm:effectClrLst/>
    <dgm:txLinClrLst/>
    <dgm:txFillClrLst meth="repeat">
      <a:schemeClr val="dk1"/>
    </dgm:txFillClrLst>
    <dgm:txEffectClrLst/>
  </dgm:styleLbl>
  <dgm:styleLbl name="fgAcc3">
    <dgm:fillClrLst meth="repeat">
      <a:schemeClr val="lt1">
        <a:alpha val="90000"/>
      </a:schemeClr>
    </dgm:fillClrLst>
    <dgm:linClrLst meth="repeat">
      <a:schemeClr val="accent4"/>
    </dgm:linClrLst>
    <dgm:effectClrLst/>
    <dgm:txLinClrLst/>
    <dgm:txFillClrLst meth="repeat">
      <a:schemeClr val="dk1"/>
    </dgm:txFillClrLst>
    <dgm:txEffectClrLst/>
  </dgm:styleLbl>
  <dgm:styleLbl name="fgAcc4">
    <dgm:fillClrLst meth="repeat">
      <a:schemeClr val="lt1">
        <a:alpha val="90000"/>
      </a:schemeClr>
    </dgm:fillClrLst>
    <dgm:linClrLst meth="repeat">
      <a:schemeClr val="accent4"/>
    </dgm:linClrLst>
    <dgm:effectClrLst/>
    <dgm:txLinClrLst/>
    <dgm:txFillClrLst meth="repeat">
      <a:schemeClr val="dk1"/>
    </dgm:txFillClrLst>
    <dgm:txEffectClrLst/>
  </dgm:styleLbl>
  <dgm:styleLbl name="bgShp">
    <dgm:fillClrLst meth="repeat">
      <a:schemeClr val="bg1">
        <a:lumMod val="95000"/>
      </a:schemeClr>
    </dgm:fillClrLst>
    <dgm:linClrLst meth="repeat">
      <a:schemeClr val="accent4"/>
    </dgm:linClrLst>
    <dgm:effectClrLst/>
    <dgm:txLinClrLst/>
    <dgm:txFillClrLst meth="repeat">
      <a:schemeClr val="dk1"/>
    </dgm:txFillClrLst>
    <dgm:txEffectClrLst/>
  </dgm:styleLbl>
  <dgm:styleLbl name="dkBgShp">
    <dgm:fillClrLst meth="repeat">
      <a:schemeClr val="accent4">
        <a:shade val="80000"/>
      </a:schemeClr>
    </dgm:fillClrLst>
    <dgm:linClrLst meth="repeat">
      <a:schemeClr val="accent4"/>
    </dgm:linClrLst>
    <dgm:effectClrLst/>
    <dgm:txLinClrLst/>
    <dgm:txFillClrLst meth="repeat">
      <a:schemeClr val="lt1"/>
    </dgm:txFillClrLst>
    <dgm:txEffectClrLst/>
  </dgm:styleLbl>
  <dgm:styleLbl name="trBgShp">
    <dgm:fillClrLst meth="repeat">
      <a:schemeClr val="accent4">
        <a:tint val="50000"/>
        <a:alpha val="40000"/>
      </a:schemeClr>
    </dgm:fillClrLst>
    <dgm:linClrLst meth="repeat">
      <a:schemeClr val="accent4"/>
    </dgm:linClrLst>
    <dgm:effectClrLst/>
    <dgm:txLinClrLst/>
    <dgm:txFillClrLst meth="repeat">
      <a:schemeClr val="lt1"/>
    </dgm:txFillClrLst>
    <dgm:txEffectClrLst/>
  </dgm:styleLbl>
  <dgm:styleLbl name="fgShp">
    <dgm:fillClrLst meth="repeat">
      <a:schemeClr val="accent4">
        <a:tint val="60000"/>
      </a:schemeClr>
    </dgm:fillClrLst>
    <dgm:linClrLst meth="repeat">
      <a:schemeClr val="lt1"/>
    </dgm:linClrLst>
    <dgm:effectClrLst/>
    <dgm:txLinClrLst/>
    <dgm:txFillClrLst meth="repeat">
      <a:schemeClr val="dk1"/>
    </dgm:txFillClrLst>
    <dgm:txEffectClrLst/>
  </dgm:styleLbl>
  <dgm:styleLbl name="revTx">
    <dgm:fillClrLst meth="repeat">
      <a:schemeClr val="lt1">
        <a:alpha val="0"/>
      </a:schemeClr>
    </dgm:fillClrLst>
    <dgm:linClrLst meth="repeat">
      <a:schemeClr val="dk1">
        <a:alpha val="0"/>
      </a:schemeClr>
    </dgm:linClrLst>
    <dgm:effectClrLst/>
    <dgm:txLinClrLst/>
    <dgm:txFillClrLst meth="repeat">
      <a:schemeClr val="tx1"/>
    </dgm:txFillClrLst>
    <dgm:txEffectClrLst/>
  </dgm:styleLbl>
</dgm:colorsDef>
</file>

<file path=ppt/diagrams/colors87.xml><?xml version="1.0" encoding="utf-8"?>
<dgm:colorsDef xmlns:dgm="http://schemas.openxmlformats.org/drawingml/2006/diagram" xmlns:a="http://schemas.openxmlformats.org/drawingml/2006/main" uniqueId="urn:microsoft.com/office/officeart/2018/5/colors/Iconchunking_neutralbg_colorful1">
  <dgm:title val=""/>
  <dgm:desc val=""/>
  <dgm:catLst>
    <dgm:cat type="colorful" pri="10100"/>
  </dgm:catLst>
  <dgm:styleLbl name="node0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node1">
    <dgm:fillClrLst meth="repeat">
      <a:schemeClr val="accent2"/>
      <a:schemeClr val="accent3"/>
      <a:schemeClr val="accent4"/>
      <a:schemeClr val="accent5"/>
      <a:schemeClr val="accent6"/>
    </dgm:fillClrLst>
    <dgm:linClrLst meth="repeat">
      <a:schemeClr val="lt1">
        <a:alpha val="0"/>
      </a:schemeClr>
    </dgm:linClrLst>
    <dgm:effectClrLst/>
    <dgm:txLinClrLst/>
    <dgm:txFillClrLst/>
    <dgm:txEffectClrLst/>
  </dgm:styleLbl>
  <dgm:styleLbl name="alignNode1">
    <dgm:fillClrLst meth="repeat">
      <a:schemeClr val="accent2"/>
      <a:schemeClr val="accent3"/>
      <a:schemeClr val="accent4"/>
      <a:schemeClr val="accent5"/>
      <a:schemeClr val="accent6"/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/>
    <dgm:txEffectClrLst/>
  </dgm:styleLbl>
  <dgm:styleLbl name="lnNode1">
    <dgm:fillClrLst meth="repeat">
      <a:schemeClr val="accent2"/>
      <a:schemeClr val="accent3"/>
      <a:schemeClr val="accent4"/>
      <a:schemeClr val="accent5"/>
      <a:schemeClr val="accent6"/>
    </dgm:fillClrLst>
    <dgm:linClrLst meth="repeat">
      <a:schemeClr val="lt1"/>
    </dgm:linClrLst>
    <dgm:effectClrLst/>
    <dgm:txLinClrLst/>
    <dgm:txFillClrLst/>
    <dgm:txEffectClrLst/>
  </dgm:styleLbl>
  <dgm:styleLbl name="vennNode1">
    <dgm:fillClrLst meth="repeat">
      <a:schemeClr val="accent2">
        <a:alpha val="50000"/>
      </a:schemeClr>
      <a:schemeClr val="accent3">
        <a:alpha val="50000"/>
      </a:schemeClr>
      <a:schemeClr val="accent4">
        <a:alpha val="50000"/>
      </a:schemeClr>
      <a:schemeClr val="accent5">
        <a:alpha val="50000"/>
      </a:schemeClr>
      <a:schemeClr val="accent6">
        <a:alpha val="50000"/>
      </a:schemeClr>
    </dgm:fillClrLst>
    <dgm:linClrLst meth="repeat">
      <a:schemeClr val="lt1"/>
    </dgm:linClrLst>
    <dgm:effectClrLst/>
    <dgm:txLinClrLst/>
    <dgm:txFillClrLst/>
    <dgm:txEffectClrLst/>
  </dgm:styleLbl>
  <dgm:styleLbl name="node2">
    <dgm:fillClrLst>
      <a:schemeClr val="accent2"/>
    </dgm:fillClrLst>
    <dgm:linClrLst meth="repeat">
      <a:schemeClr val="lt1"/>
    </dgm:linClrLst>
    <dgm:effectClrLst/>
    <dgm:txLinClrLst/>
    <dgm:txFillClrLst/>
    <dgm:txEffectClrLst/>
  </dgm:styleLbl>
  <dgm:styleLbl name="node3">
    <dgm:fillClrLst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node4">
    <dgm:fillClrLst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fgImgPlace1">
    <dgm:fillClrLst meth="repeat">
      <a:schemeClr val="accent2">
        <a:tint val="50000"/>
      </a:schemeClr>
      <a:schemeClr val="accent3">
        <a:tint val="50000"/>
      </a:schemeClr>
      <a:schemeClr val="accent4">
        <a:tint val="50000"/>
      </a:schemeClr>
      <a:schemeClr val="accent5">
        <a:tint val="50000"/>
      </a:schemeClr>
      <a:schemeClr val="accent6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alignImgPlace1">
    <dgm:fillClrLst>
      <a:schemeClr val="accent1">
        <a:tint val="50000"/>
      </a:schemeClr>
      <a:schemeClr val="accent2">
        <a:tint val="2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bgImgPlace1">
    <dgm:fillClrLst>
      <a:schemeClr val="accent1">
        <a:tint val="50000"/>
      </a:schemeClr>
      <a:schemeClr val="accent2">
        <a:tint val="2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sibTrans2D1">
    <dgm:fillClrLst meth="repeat">
      <a:schemeClr val="accent2"/>
      <a:schemeClr val="accent3"/>
      <a:schemeClr val="accent4"/>
      <a:schemeClr val="accent5"/>
      <a:schemeClr val="accent6"/>
    </dgm:fillClrLst>
    <dgm:linClrLst meth="cycle">
      <a:schemeClr val="lt1"/>
    </dgm:linClrLst>
    <dgm:effectClrLst/>
    <dgm:txLinClrLst/>
    <dgm:txFillClrLst/>
    <dgm:txEffectClrLst/>
  </dgm:styleLbl>
  <dgm:styleLbl name="fgSibTrans2D1">
    <dgm:fillClrLst meth="repeat">
      <a:schemeClr val="accent2"/>
      <a:schemeClr val="accent3"/>
      <a:schemeClr val="accent4"/>
      <a:schemeClr val="accent5"/>
      <a:schemeClr val="accent6"/>
    </dgm:fillClrLst>
    <dgm:linClrLst meth="cycle">
      <a:schemeClr val="lt1"/>
    </dgm:linClrLst>
    <dgm:effectClrLst/>
    <dgm:txLinClrLst/>
    <dgm:txFillClrLst meth="repeat">
      <a:schemeClr val="lt1"/>
    </dgm:txFillClrLst>
    <dgm:txEffectClrLst/>
  </dgm:styleLbl>
  <dgm:styleLbl name="bgSibTrans2D1">
    <dgm:fillClrLst meth="repeat">
      <a:schemeClr val="accent2"/>
      <a:schemeClr val="accent3"/>
      <a:schemeClr val="accent4"/>
      <a:schemeClr val="accent5"/>
      <a:schemeClr val="accent6"/>
    </dgm:fillClrLst>
    <dgm:linClrLst meth="cycle">
      <a:schemeClr val="lt1"/>
    </dgm:linClrLst>
    <dgm:effectClrLst/>
    <dgm:txLinClrLst/>
    <dgm:txFillClrLst meth="repeat">
      <a:schemeClr val="lt1"/>
    </dgm:txFillClrLst>
    <dgm:txEffectClrLst/>
  </dgm:styleLbl>
  <dgm:styleLbl name="sibTrans1D1">
    <dgm:fillClrLst meth="repeat">
      <a:schemeClr val="accent2"/>
      <a:schemeClr val="accent3"/>
      <a:schemeClr val="accent4"/>
      <a:schemeClr val="accent5"/>
      <a:schemeClr val="accent6"/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tx1"/>
    </dgm:txFillClrLst>
    <dgm:txEffectClrLst/>
  </dgm:styleLbl>
  <dgm:styleLbl name="callout">
    <dgm:fillClrLst meth="repeat">
      <a:schemeClr val="accent2"/>
    </dgm:fillClrLst>
    <dgm:linClrLst meth="repeat">
      <a:schemeClr val="accent2">
        <a:tint val="50000"/>
      </a:schemeClr>
    </dgm:linClrLst>
    <dgm:effectClrLst/>
    <dgm:txLinClrLst/>
    <dgm:txFillClrLst meth="repeat">
      <a:schemeClr val="tx1"/>
    </dgm:txFillClrLst>
    <dgm:txEffectClrLst/>
  </dgm:styleLbl>
  <dgm:styleLbl name="asst0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sst1">
    <dgm:fillClrLst meth="repeat">
      <a:schemeClr val="accent2"/>
    </dgm:fillClrLst>
    <dgm:linClrLst meth="repeat">
      <a:schemeClr val="lt1"/>
    </dgm:linClrLst>
    <dgm:effectClrLst/>
    <dgm:txLinClrLst/>
    <dgm:txFillClrLst/>
    <dgm:txEffectClrLst/>
  </dgm:styleLbl>
  <dgm:styleLbl name="asst2">
    <dgm:fillClrLst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asst3">
    <dgm:fillClrLst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asst4">
    <dgm:fillClrLst>
      <a:schemeClr val="accent5"/>
    </dgm:fillClrLst>
    <dgm:linClrLst meth="repeat">
      <a:schemeClr val="lt1"/>
    </dgm:linClrLst>
    <dgm:effectClrLst/>
    <dgm:txLinClrLst/>
    <dgm:txFillClrLst/>
    <dgm:txEffectClrLst/>
  </dgm:styleLbl>
  <dgm:styleLbl name="parChTrans2D1">
    <dgm:fillClrLst meth="repeat">
      <a:schemeClr val="accent2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parChTrans2D2">
    <dgm:fillClrLst meth="repeat"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parChTrans2D3">
    <dgm:fillClrLst meth="repeat"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parChTrans2D4">
    <dgm:fillClrLst meth="repeat">
      <a:schemeClr val="accent5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parChTrans1D1">
    <dgm:fillClrLst meth="repeat">
      <a:schemeClr val="accent2"/>
    </dgm:fillClrLst>
    <dgm:linClrLst meth="repeat">
      <a:schemeClr val="accent1"/>
    </dgm:linClrLst>
    <dgm:effectClrLst/>
    <dgm:txLinClrLst/>
    <dgm:txFillClrLst meth="repeat">
      <a:schemeClr val="tx1"/>
    </dgm:txFillClrLst>
    <dgm:txEffectClrLst/>
  </dgm:styleLbl>
  <dgm:styleLbl name="parChTrans1D2">
    <dgm:fillClrLst meth="repeat">
      <a:schemeClr val="accent3">
        <a:tint val="90000"/>
      </a:schemeClr>
    </dgm:fillClrLst>
    <dgm:linClrLst meth="repeat">
      <a:schemeClr val="accent2"/>
    </dgm:linClrLst>
    <dgm:effectClrLst/>
    <dgm:txLinClrLst/>
    <dgm:txFillClrLst meth="repeat">
      <a:schemeClr val="tx1"/>
    </dgm:txFillClrLst>
    <dgm:txEffectClrLst/>
  </dgm:styleLbl>
  <dgm:styleLbl name="parChTrans1D3">
    <dgm:fillClrLst meth="repeat">
      <a:schemeClr val="accent4">
        <a:tint val="70000"/>
      </a:schemeClr>
    </dgm:fillClrLst>
    <dgm:linClrLst meth="repeat">
      <a:schemeClr val="accent3"/>
    </dgm:linClrLst>
    <dgm:effectClrLst/>
    <dgm:txLinClrLst/>
    <dgm:txFillClrLst meth="repeat">
      <a:schemeClr val="tx1"/>
    </dgm:txFillClrLst>
    <dgm:txEffectClrLst/>
  </dgm:styleLbl>
  <dgm:styleLbl name="parChTrans1D4">
    <dgm:fillClrLst meth="repeat">
      <a:schemeClr val="accent5">
        <a:tint val="50000"/>
      </a:schemeClr>
    </dgm:fillClrLst>
    <dgm:linClrLst meth="repeat">
      <a:schemeClr val="accent4"/>
    </dgm:linClrLst>
    <dgm:effectClrLst/>
    <dgm:txLinClrLst/>
    <dgm:txFillClrLst meth="repeat">
      <a:schemeClr val="tx1"/>
    </dgm:txFillClrLst>
    <dgm:txEffectClrLst/>
  </dgm:styleLbl>
  <dgm:styleLbl name="fgAcc1">
    <dgm:fillClrLst meth="repeat">
      <a:schemeClr val="lt1">
        <a:alpha val="90000"/>
      </a:schemeClr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conFgAcc1">
    <dgm:fillClrLst meth="repeat">
      <a:schemeClr val="lt1">
        <a:alpha val="90000"/>
      </a:schemeClr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alignAcc1">
    <dgm:fillClrLst meth="repeat">
      <a:schemeClr val="lt1">
        <a:alpha val="90000"/>
      </a:schemeClr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trAlignAcc1">
    <dgm:fillClrLst meth="repeat">
      <a:schemeClr val="lt1">
        <a:alpha val="4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bgAcc1">
    <dgm:fillClrLst meth="repeat">
      <a:schemeClr val="lt1">
        <a:alpha val="90000"/>
      </a:schemeClr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solidFgAcc1">
    <dgm:fillClrLst meth="repeat">
      <a:schemeClr val="lt1"/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solidAlignAcc1">
    <dgm:fillClrLst meth="repeat">
      <a:schemeClr val="lt1"/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solidBgAcc1">
    <dgm:fillClrLst meth="repeat">
      <a:schemeClr val="lt1"/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fgAccFollowNode1">
    <dgm:fillClrLst meth="repeat">
      <a:schemeClr val="accent2">
        <a:tint val="40000"/>
        <a:alpha val="90000"/>
      </a:schemeClr>
      <a:schemeClr val="accent3">
        <a:tint val="40000"/>
        <a:alpha val="90000"/>
      </a:schemeClr>
      <a:schemeClr val="accent4">
        <a:tint val="40000"/>
        <a:alpha val="90000"/>
      </a:schemeClr>
      <a:schemeClr val="accent5">
        <a:tint val="40000"/>
        <a:alpha val="90000"/>
      </a:schemeClr>
      <a:schemeClr val="accent6">
        <a:tint val="40000"/>
        <a:alpha val="90000"/>
      </a:schemeClr>
    </dgm:fillClrLst>
    <dgm:linClrLst meth="repeat">
      <a:schemeClr val="accent2">
        <a:tint val="40000"/>
        <a:alpha val="90000"/>
      </a:schemeClr>
      <a:schemeClr val="accent3">
        <a:tint val="40000"/>
        <a:alpha val="90000"/>
      </a:schemeClr>
      <a:schemeClr val="accent4">
        <a:tint val="40000"/>
        <a:alpha val="90000"/>
      </a:schemeClr>
      <a:schemeClr val="accent5">
        <a:tint val="40000"/>
        <a:alpha val="90000"/>
      </a:schemeClr>
      <a:schemeClr val="accent6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alignAccFollowNode1">
    <dgm:fillClrLst meth="repeat">
      <a:schemeClr val="accent2">
        <a:tint val="40000"/>
        <a:alpha val="90000"/>
      </a:schemeClr>
      <a:schemeClr val="accent3">
        <a:tint val="40000"/>
        <a:alpha val="90000"/>
      </a:schemeClr>
      <a:schemeClr val="accent4">
        <a:tint val="40000"/>
        <a:alpha val="90000"/>
      </a:schemeClr>
      <a:schemeClr val="accent5">
        <a:tint val="40000"/>
        <a:alpha val="90000"/>
      </a:schemeClr>
      <a:schemeClr val="accent6">
        <a:tint val="40000"/>
        <a:alpha val="90000"/>
      </a:schemeClr>
    </dgm:fillClrLst>
    <dgm:linClrLst meth="repeat">
      <a:schemeClr val="accent2">
        <a:tint val="40000"/>
        <a:alpha val="90000"/>
      </a:schemeClr>
      <a:schemeClr val="accent3">
        <a:tint val="40000"/>
        <a:alpha val="90000"/>
      </a:schemeClr>
      <a:schemeClr val="accent4">
        <a:tint val="40000"/>
        <a:alpha val="90000"/>
      </a:schemeClr>
      <a:schemeClr val="accent5">
        <a:tint val="40000"/>
        <a:alpha val="90000"/>
      </a:schemeClr>
      <a:schemeClr val="accent6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bgAccFollowNode1">
    <dgm:fillClrLst meth="repeat">
      <a:schemeClr val="accent2">
        <a:tint val="40000"/>
        <a:alpha val="90000"/>
      </a:schemeClr>
      <a:schemeClr val="accent3">
        <a:tint val="40000"/>
        <a:alpha val="90000"/>
      </a:schemeClr>
      <a:schemeClr val="accent4">
        <a:tint val="40000"/>
        <a:alpha val="90000"/>
      </a:schemeClr>
      <a:schemeClr val="accent5">
        <a:tint val="40000"/>
        <a:alpha val="90000"/>
      </a:schemeClr>
      <a:schemeClr val="accent6">
        <a:tint val="40000"/>
        <a:alpha val="90000"/>
      </a:schemeClr>
    </dgm:fillClrLst>
    <dgm:linClrLst meth="repeat">
      <a:schemeClr val="accent2">
        <a:tint val="40000"/>
        <a:alpha val="90000"/>
      </a:schemeClr>
      <a:schemeClr val="accent3">
        <a:tint val="40000"/>
        <a:alpha val="90000"/>
      </a:schemeClr>
      <a:schemeClr val="accent4">
        <a:tint val="40000"/>
        <a:alpha val="90000"/>
      </a:schemeClr>
      <a:schemeClr val="accent5">
        <a:tint val="40000"/>
        <a:alpha val="90000"/>
      </a:schemeClr>
      <a:schemeClr val="accent6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fgAcc0">
    <dgm:fillClrLst meth="repeat">
      <a:schemeClr val="lt1">
        <a:alpha val="90000"/>
      </a:schemeClr>
    </dgm:fillClrLst>
    <dgm:linClrLst>
      <a:schemeClr val="accent1"/>
    </dgm:linClrLst>
    <dgm:effectClrLst/>
    <dgm:txLinClrLst/>
    <dgm:txFillClrLst meth="repeat">
      <a:schemeClr val="dk1"/>
    </dgm:txFillClrLst>
    <dgm:txEffectClrLst/>
  </dgm:styleLbl>
  <dgm:styleLbl name="fgAcc2">
    <dgm:fillClrLst meth="repeat">
      <a:schemeClr val="lt1">
        <a:alpha val="90000"/>
      </a:schemeClr>
    </dgm:fillClrLst>
    <dgm:linClrLst>
      <a:schemeClr val="accent2"/>
    </dgm:linClrLst>
    <dgm:effectClrLst/>
    <dgm:txLinClrLst/>
    <dgm:txFillClrLst meth="repeat">
      <a:schemeClr val="dk1"/>
    </dgm:txFillClrLst>
    <dgm:txEffectClrLst/>
  </dgm:styleLbl>
  <dgm:styleLbl name="fgAcc3">
    <dgm:fillClrLst meth="repeat">
      <a:schemeClr val="lt1">
        <a:alpha val="90000"/>
      </a:schemeClr>
    </dgm:fillClrLst>
    <dgm:linClrLst>
      <a:schemeClr val="accent3"/>
    </dgm:linClrLst>
    <dgm:effectClrLst/>
    <dgm:txLinClrLst/>
    <dgm:txFillClrLst meth="repeat">
      <a:schemeClr val="dk1"/>
    </dgm:txFillClrLst>
    <dgm:txEffectClrLst/>
  </dgm:styleLbl>
  <dgm:styleLbl name="fgAcc4">
    <dgm:fillClrLst meth="repeat">
      <a:schemeClr val="lt1">
        <a:alpha val="90000"/>
      </a:schemeClr>
    </dgm:fillClrLst>
    <dgm:linClrLst>
      <a:schemeClr val="accent4"/>
    </dgm:linClrLst>
    <dgm:effectClrLst/>
    <dgm:txLinClrLst/>
    <dgm:txFillClrLst meth="repeat">
      <a:schemeClr val="dk1"/>
    </dgm:txFillClrLst>
    <dgm:txEffectClrLst/>
  </dgm:styleLbl>
  <dgm:styleLbl name="bgShp">
    <dgm:fillClrLst meth="repeat">
      <a:schemeClr val="bg1">
        <a:lumMod val="95000"/>
      </a:schemeClr>
    </dgm:fillClrLst>
    <dgm:linClrLst meth="repeat">
      <a:schemeClr val="dk1"/>
    </dgm:linClrLst>
    <dgm:effectClrLst/>
    <dgm:txLinClrLst/>
    <dgm:txFillClrLst meth="repeat">
      <a:schemeClr val="dk1"/>
    </dgm:txFillClrLst>
    <dgm:txEffectClrLst/>
  </dgm:styleLbl>
  <dgm:styleLbl name="dkBgShp">
    <dgm:fillClrLst meth="repeat">
      <a:schemeClr val="accent2">
        <a:shade val="90000"/>
      </a:schemeClr>
    </dgm:fillClrLst>
    <dgm:linClrLst meth="repeat">
      <a:schemeClr val="dk1"/>
    </dgm:linClrLst>
    <dgm:effectClrLst/>
    <dgm:txLinClrLst/>
    <dgm:txFillClrLst meth="repeat">
      <a:schemeClr val="lt1"/>
    </dgm:txFillClrLst>
    <dgm:txEffectClrLst/>
  </dgm:styleLbl>
  <dgm:styleLbl name="trBgShp">
    <dgm:fillClrLst meth="repeat">
      <a:schemeClr val="accent1">
        <a:tint val="50000"/>
        <a:alpha val="40000"/>
      </a:schemeClr>
    </dgm:fillClrLst>
    <dgm:linClrLst meth="repeat">
      <a:schemeClr val="accent2"/>
    </dgm:linClrLst>
    <dgm:effectClrLst/>
    <dgm:txLinClrLst/>
    <dgm:txFillClrLst meth="repeat">
      <a:schemeClr val="lt1"/>
    </dgm:txFillClrLst>
    <dgm:txEffectClrLst/>
  </dgm:styleLbl>
  <dgm:styleLbl name="fgShp">
    <dgm:fillClrLst meth="repeat">
      <a:schemeClr val="accent2">
        <a:tint val="40000"/>
      </a:schemeClr>
    </dgm:fillClrLst>
    <dgm:linClrLst meth="repeat">
      <a:schemeClr val="lt1"/>
    </dgm:linClrLst>
    <dgm:effectClrLst/>
    <dgm:txLinClrLst/>
    <dgm:txFillClrLst meth="repeat">
      <a:schemeClr val="dk1"/>
    </dgm:txFillClrLst>
    <dgm:txEffectClrLst/>
  </dgm:styleLbl>
  <dgm:styleLbl name="revTx">
    <dgm:fillClrLst meth="repeat">
      <a:schemeClr val="lt1">
        <a:alpha val="0"/>
      </a:schemeClr>
    </dgm:fillClrLst>
    <dgm:linClrLst meth="repeat">
      <a:schemeClr val="dk1">
        <a:alpha val="0"/>
      </a:schemeClr>
    </dgm:linClrLst>
    <dgm:effectClrLst/>
    <dgm:txLinClrLst/>
    <dgm:txFillClrLst meth="repeat">
      <a:schemeClr val="tx1"/>
    </dgm:txFillClrLst>
    <dgm:txEffectClrLst/>
  </dgm:styleLbl>
</dgm:colorsDef>
</file>

<file path=ppt/diagrams/colors88.xml><?xml version="1.0" encoding="utf-8"?>
<dgm:colorsDef xmlns:dgm="http://schemas.openxmlformats.org/drawingml/2006/diagram" xmlns:a="http://schemas.openxmlformats.org/drawingml/2006/main" uniqueId="urn:microsoft.com/office/officeart/2018/5/colors/Iconchunking_neutralbg_accent4_2">
  <dgm:title val=""/>
  <dgm:desc val=""/>
  <dgm:catLst>
    <dgm:cat type="accent4" pri="14200"/>
  </dgm:catLst>
  <dgm:styleLbl name="node0">
    <dgm:fillClrLst meth="repeat"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node1">
    <dgm:fillClrLst meth="repeat">
      <a:schemeClr val="accent4"/>
    </dgm:fillClrLst>
    <dgm:linClrLst meth="repeat">
      <a:schemeClr val="lt1">
        <a:alpha val="0"/>
      </a:schemeClr>
    </dgm:linClrLst>
    <dgm:effectClrLst/>
    <dgm:txLinClrLst/>
    <dgm:txFillClrLst/>
    <dgm:txEffectClrLst/>
  </dgm:styleLbl>
  <dgm:styleLbl name="alignNode1">
    <dgm:fillClrLst meth="repeat">
      <a:schemeClr val="accent4"/>
    </dgm:fillClrLst>
    <dgm:linClrLst meth="repeat">
      <a:schemeClr val="accent4"/>
    </dgm:linClrLst>
    <dgm:effectClrLst/>
    <dgm:txLinClrLst/>
    <dgm:txFillClrLst/>
    <dgm:txEffectClrLst/>
  </dgm:styleLbl>
  <dgm:styleLbl name="lnNode1">
    <dgm:fillClrLst meth="repeat"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vennNode1">
    <dgm:fillClrLst meth="repeat">
      <a:schemeClr val="accent4">
        <a:alpha val="50000"/>
      </a:schemeClr>
    </dgm:fillClrLst>
    <dgm:linClrLst meth="repeat">
      <a:schemeClr val="lt1"/>
    </dgm:linClrLst>
    <dgm:effectClrLst/>
    <dgm:txLinClrLst/>
    <dgm:txFillClrLst/>
    <dgm:txEffectClrLst/>
  </dgm:styleLbl>
  <dgm:styleLbl name="node2">
    <dgm:fillClrLst meth="repeat"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node3">
    <dgm:fillClrLst meth="repeat"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node4">
    <dgm:fillClrLst meth="repeat"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fgImgPlace1">
    <dgm:fillClrLst meth="repeat">
      <a:schemeClr val="accent4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alignImgPlace1">
    <dgm:fillClrLst meth="repeat">
      <a:schemeClr val="accent4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bgImgPlace1">
    <dgm:fillClrLst meth="repeat">
      <a:schemeClr val="accent4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sibTrans2D1">
    <dgm:fillClrLst meth="repeat">
      <a:schemeClr val="accent4">
        <a:tint val="60000"/>
      </a:schemeClr>
    </dgm:fillClrLst>
    <dgm:linClrLst meth="repeat">
      <a:schemeClr val="accent4">
        <a:tint val="60000"/>
      </a:schemeClr>
    </dgm:linClrLst>
    <dgm:effectClrLst/>
    <dgm:txLinClrLst/>
    <dgm:txFillClrLst/>
    <dgm:txEffectClrLst/>
  </dgm:styleLbl>
  <dgm:styleLbl name="fgSibTrans2D1">
    <dgm:fillClrLst meth="repeat">
      <a:schemeClr val="accent4">
        <a:tint val="60000"/>
      </a:schemeClr>
    </dgm:fillClrLst>
    <dgm:linClrLst meth="repeat">
      <a:schemeClr val="accent4">
        <a:tint val="60000"/>
      </a:schemeClr>
    </dgm:linClrLst>
    <dgm:effectClrLst/>
    <dgm:txLinClrLst/>
    <dgm:txFillClrLst/>
    <dgm:txEffectClrLst/>
  </dgm:styleLbl>
  <dgm:styleLbl name="bgSibTrans2D1">
    <dgm:fillClrLst meth="repeat">
      <a:schemeClr val="accent4">
        <a:tint val="60000"/>
      </a:schemeClr>
    </dgm:fillClrLst>
    <dgm:linClrLst meth="repeat">
      <a:schemeClr val="accent4">
        <a:tint val="60000"/>
      </a:schemeClr>
    </dgm:linClrLst>
    <dgm:effectClrLst/>
    <dgm:txLinClrLst/>
    <dgm:txFillClrLst/>
    <dgm:txEffectClrLst/>
  </dgm:styleLbl>
  <dgm:styleLbl name="sibTrans1D1">
    <dgm:fillClrLst meth="repeat">
      <a:schemeClr val="accent4"/>
    </dgm:fillClrLst>
    <dgm:linClrLst meth="repeat">
      <a:schemeClr val="accent4"/>
    </dgm:linClrLst>
    <dgm:effectClrLst/>
    <dgm:txLinClrLst/>
    <dgm:txFillClrLst meth="repeat">
      <a:schemeClr val="tx1"/>
    </dgm:txFillClrLst>
    <dgm:txEffectClrLst/>
  </dgm:styleLbl>
  <dgm:styleLbl name="callout">
    <dgm:fillClrLst meth="repeat">
      <a:schemeClr val="accent4"/>
    </dgm:fillClrLst>
    <dgm:linClrLst meth="repeat">
      <a:schemeClr val="accent4">
        <a:tint val="50000"/>
      </a:schemeClr>
    </dgm:linClrLst>
    <dgm:effectClrLst/>
    <dgm:txLinClrLst/>
    <dgm:txFillClrLst meth="repeat">
      <a:schemeClr val="tx1"/>
    </dgm:txFillClrLst>
    <dgm:txEffectClrLst/>
  </dgm:styleLbl>
  <dgm:styleLbl name="asst0">
    <dgm:fillClrLst meth="repeat"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asst1">
    <dgm:fillClrLst meth="repeat"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asst2">
    <dgm:fillClrLst meth="repeat"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asst3">
    <dgm:fillClrLst meth="repeat"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asst4">
    <dgm:fillClrLst meth="repeat"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parChTrans2D1">
    <dgm:fillClrLst meth="repeat">
      <a:schemeClr val="accent4">
        <a:tint val="60000"/>
      </a:schemeClr>
    </dgm:fillClrLst>
    <dgm:linClrLst meth="repeat">
      <a:schemeClr val="accent4">
        <a:tint val="60000"/>
      </a:schemeClr>
    </dgm:linClrLst>
    <dgm:effectClrLst/>
    <dgm:txLinClrLst/>
    <dgm:txFillClrLst meth="repeat">
      <a:schemeClr val="lt1"/>
    </dgm:txFillClrLst>
    <dgm:txEffectClrLst/>
  </dgm:styleLbl>
  <dgm:styleLbl name="parChTrans2D2">
    <dgm:fillClrLst meth="repeat">
      <a:schemeClr val="accent4"/>
    </dgm:fillClrLst>
    <dgm:linClrLst meth="repeat">
      <a:schemeClr val="accent4"/>
    </dgm:linClrLst>
    <dgm:effectClrLst/>
    <dgm:txLinClrLst/>
    <dgm:txFillClrLst meth="repeat">
      <a:schemeClr val="lt1"/>
    </dgm:txFillClrLst>
    <dgm:txEffectClrLst/>
  </dgm:styleLbl>
  <dgm:styleLbl name="parChTrans2D3">
    <dgm:fillClrLst meth="repeat">
      <a:schemeClr val="accent4"/>
    </dgm:fillClrLst>
    <dgm:linClrLst meth="repeat">
      <a:schemeClr val="accent4"/>
    </dgm:linClrLst>
    <dgm:effectClrLst/>
    <dgm:txLinClrLst/>
    <dgm:txFillClrLst meth="repeat">
      <a:schemeClr val="lt1"/>
    </dgm:txFillClrLst>
    <dgm:txEffectClrLst/>
  </dgm:styleLbl>
  <dgm:styleLbl name="parChTrans2D4">
    <dgm:fillClrLst meth="repeat">
      <a:schemeClr val="accent4"/>
    </dgm:fillClrLst>
    <dgm:linClrLst meth="repeat">
      <a:schemeClr val="accent4"/>
    </dgm:linClrLst>
    <dgm:effectClrLst/>
    <dgm:txLinClrLst/>
    <dgm:txFillClrLst meth="repeat">
      <a:schemeClr val="lt1"/>
    </dgm:txFillClrLst>
    <dgm:txEffectClrLst/>
  </dgm:styleLbl>
  <dgm:styleLbl name="parChTrans1D1">
    <dgm:fillClrLst meth="repeat">
      <a:schemeClr val="accent4"/>
    </dgm:fillClrLst>
    <dgm:linClrLst meth="repeat">
      <a:schemeClr val="accent4">
        <a:shade val="60000"/>
      </a:schemeClr>
    </dgm:linClrLst>
    <dgm:effectClrLst/>
    <dgm:txLinClrLst/>
    <dgm:txFillClrLst meth="repeat">
      <a:schemeClr val="tx1"/>
    </dgm:txFillClrLst>
    <dgm:txEffectClrLst/>
  </dgm:styleLbl>
  <dgm:styleLbl name="parChTrans1D2">
    <dgm:fillClrLst meth="repeat">
      <a:schemeClr val="accent4"/>
    </dgm:fillClrLst>
    <dgm:linClrLst meth="repeat">
      <a:schemeClr val="accent4">
        <a:shade val="60000"/>
      </a:schemeClr>
    </dgm:linClrLst>
    <dgm:effectClrLst/>
    <dgm:txLinClrLst/>
    <dgm:txFillClrLst meth="repeat">
      <a:schemeClr val="tx1"/>
    </dgm:txFillClrLst>
    <dgm:txEffectClrLst/>
  </dgm:styleLbl>
  <dgm:styleLbl name="parChTrans1D3">
    <dgm:fillClrLst meth="repeat">
      <a:schemeClr val="accent4"/>
    </dgm:fillClrLst>
    <dgm:linClrLst meth="repeat">
      <a:schemeClr val="accent4">
        <a:shade val="80000"/>
      </a:schemeClr>
    </dgm:linClrLst>
    <dgm:effectClrLst/>
    <dgm:txLinClrLst/>
    <dgm:txFillClrLst meth="repeat">
      <a:schemeClr val="tx1"/>
    </dgm:txFillClrLst>
    <dgm:txEffectClrLst/>
  </dgm:styleLbl>
  <dgm:styleLbl name="parChTrans1D4">
    <dgm:fillClrLst meth="repeat">
      <a:schemeClr val="accent4"/>
    </dgm:fillClrLst>
    <dgm:linClrLst meth="repeat">
      <a:schemeClr val="accent4">
        <a:shade val="80000"/>
      </a:schemeClr>
    </dgm:linClrLst>
    <dgm:effectClrLst/>
    <dgm:txLinClrLst/>
    <dgm:txFillClrLst meth="repeat">
      <a:schemeClr val="tx1"/>
    </dgm:txFillClrLst>
    <dgm:txEffectClrLst/>
  </dgm:styleLbl>
  <dgm:styleLbl name="fgAcc1">
    <dgm:fillClrLst meth="repeat">
      <a:schemeClr val="lt1">
        <a:alpha val="90000"/>
      </a:schemeClr>
    </dgm:fillClrLst>
    <dgm:linClrLst meth="repeat">
      <a:schemeClr val="accent4"/>
    </dgm:linClrLst>
    <dgm:effectClrLst/>
    <dgm:txLinClrLst/>
    <dgm:txFillClrLst meth="repeat">
      <a:schemeClr val="dk1"/>
    </dgm:txFillClrLst>
    <dgm:txEffectClrLst/>
  </dgm:styleLbl>
  <dgm:styleLbl name="conFgAcc1">
    <dgm:fillClrLst meth="repeat">
      <a:schemeClr val="lt1">
        <a:alpha val="90000"/>
      </a:schemeClr>
    </dgm:fillClrLst>
    <dgm:linClrLst meth="repeat">
      <a:schemeClr val="accent4"/>
    </dgm:linClrLst>
    <dgm:effectClrLst/>
    <dgm:txLinClrLst/>
    <dgm:txFillClrLst meth="repeat">
      <a:schemeClr val="dk1"/>
    </dgm:txFillClrLst>
    <dgm:txEffectClrLst/>
  </dgm:styleLbl>
  <dgm:styleLbl name="alignAcc1">
    <dgm:fillClrLst meth="repeat">
      <a:schemeClr val="lt1">
        <a:alpha val="90000"/>
      </a:schemeClr>
    </dgm:fillClrLst>
    <dgm:linClrLst meth="repeat">
      <a:schemeClr val="accent4"/>
    </dgm:linClrLst>
    <dgm:effectClrLst/>
    <dgm:txLinClrLst/>
    <dgm:txFillClrLst meth="repeat">
      <a:schemeClr val="dk1"/>
    </dgm:txFillClrLst>
    <dgm:txEffectClrLst/>
  </dgm:styleLbl>
  <dgm:styleLbl name="trAlignAcc1">
    <dgm:fillClrLst meth="repeat">
      <a:schemeClr val="lt1">
        <a:alpha val="40000"/>
      </a:schemeClr>
    </dgm:fillClrLst>
    <dgm:linClrLst meth="repeat">
      <a:schemeClr val="accent4"/>
    </dgm:linClrLst>
    <dgm:effectClrLst/>
    <dgm:txLinClrLst/>
    <dgm:txFillClrLst meth="repeat">
      <a:schemeClr val="dk1"/>
    </dgm:txFillClrLst>
    <dgm:txEffectClrLst/>
  </dgm:styleLbl>
  <dgm:styleLbl name="bgAcc1">
    <dgm:fillClrLst meth="repeat">
      <a:schemeClr val="lt1">
        <a:alpha val="90000"/>
      </a:schemeClr>
    </dgm:fillClrLst>
    <dgm:linClrLst meth="repeat">
      <a:schemeClr val="accent4"/>
    </dgm:linClrLst>
    <dgm:effectClrLst/>
    <dgm:txLinClrLst/>
    <dgm:txFillClrLst meth="repeat">
      <a:schemeClr val="dk1"/>
    </dgm:txFillClrLst>
    <dgm:txEffectClrLst/>
  </dgm:styleLbl>
  <dgm:styleLbl name="solidFgAcc1">
    <dgm:fillClrLst meth="repeat">
      <a:schemeClr val="lt1"/>
    </dgm:fillClrLst>
    <dgm:linClrLst meth="repeat">
      <a:schemeClr val="accent4"/>
    </dgm:linClrLst>
    <dgm:effectClrLst/>
    <dgm:txLinClrLst/>
    <dgm:txFillClrLst meth="repeat">
      <a:schemeClr val="dk1"/>
    </dgm:txFillClrLst>
    <dgm:txEffectClrLst/>
  </dgm:styleLbl>
  <dgm:styleLbl name="solidAlignAcc1">
    <dgm:fillClrLst meth="repeat">
      <a:schemeClr val="lt1"/>
    </dgm:fillClrLst>
    <dgm:linClrLst meth="repeat">
      <a:schemeClr val="accent4"/>
    </dgm:linClrLst>
    <dgm:effectClrLst/>
    <dgm:txLinClrLst/>
    <dgm:txFillClrLst meth="repeat">
      <a:schemeClr val="dk1"/>
    </dgm:txFillClrLst>
    <dgm:txEffectClrLst/>
  </dgm:styleLbl>
  <dgm:styleLbl name="solidBgAcc1">
    <dgm:fillClrLst meth="repeat">
      <a:schemeClr val="lt1"/>
    </dgm:fillClrLst>
    <dgm:linClrLst meth="repeat">
      <a:schemeClr val="accent4"/>
    </dgm:linClrLst>
    <dgm:effectClrLst/>
    <dgm:txLinClrLst/>
    <dgm:txFillClrLst meth="repeat">
      <a:schemeClr val="dk1"/>
    </dgm:txFillClrLst>
    <dgm:txEffectClrLst/>
  </dgm:styleLbl>
  <dgm:styleLbl name="fgAccFollowNode1">
    <dgm:fillClrLst meth="repeat">
      <a:schemeClr val="accent4">
        <a:alpha val="90000"/>
        <a:tint val="40000"/>
      </a:schemeClr>
    </dgm:fillClrLst>
    <dgm:linClrLst meth="repeat">
      <a:schemeClr val="accent4">
        <a:alpha val="90000"/>
        <a:tint val="40000"/>
      </a:schemeClr>
    </dgm:linClrLst>
    <dgm:effectClrLst/>
    <dgm:txLinClrLst/>
    <dgm:txFillClrLst meth="repeat">
      <a:schemeClr val="dk1"/>
    </dgm:txFillClrLst>
    <dgm:txEffectClrLst/>
  </dgm:styleLbl>
  <dgm:styleLbl name="alignAccFollowNode1">
    <dgm:fillClrLst meth="repeat">
      <a:schemeClr val="accent4">
        <a:alpha val="90000"/>
        <a:tint val="40000"/>
      </a:schemeClr>
    </dgm:fillClrLst>
    <dgm:linClrLst meth="repeat">
      <a:schemeClr val="accent4">
        <a:alpha val="90000"/>
        <a:tint val="40000"/>
      </a:schemeClr>
    </dgm:linClrLst>
    <dgm:effectClrLst/>
    <dgm:txLinClrLst/>
    <dgm:txFillClrLst meth="repeat">
      <a:schemeClr val="dk1"/>
    </dgm:txFillClrLst>
    <dgm:txEffectClrLst/>
  </dgm:styleLbl>
  <dgm:styleLbl name="bgAccFollowNode1">
    <dgm:fillClrLst meth="repeat">
      <a:schemeClr val="accent4">
        <a:alpha val="90000"/>
        <a:tint val="40000"/>
      </a:schemeClr>
    </dgm:fillClrLst>
    <dgm:linClrLst meth="repeat">
      <a:schemeClr val="accent4">
        <a:alpha val="90000"/>
        <a:tint val="40000"/>
      </a:schemeClr>
    </dgm:linClrLst>
    <dgm:effectClrLst/>
    <dgm:txLinClrLst/>
    <dgm:txFillClrLst meth="repeat">
      <a:schemeClr val="dk1"/>
    </dgm:txFillClrLst>
    <dgm:txEffectClrLst/>
  </dgm:styleLbl>
  <dgm:styleLbl name="fgAcc0">
    <dgm:fillClrLst meth="repeat">
      <a:schemeClr val="lt1">
        <a:alpha val="90000"/>
      </a:schemeClr>
    </dgm:fillClrLst>
    <dgm:linClrLst meth="repeat">
      <a:schemeClr val="accent4"/>
    </dgm:linClrLst>
    <dgm:effectClrLst/>
    <dgm:txLinClrLst/>
    <dgm:txFillClrLst meth="repeat">
      <a:schemeClr val="dk1"/>
    </dgm:txFillClrLst>
    <dgm:txEffectClrLst/>
  </dgm:styleLbl>
  <dgm:styleLbl name="fgAcc2">
    <dgm:fillClrLst meth="repeat">
      <a:schemeClr val="lt1">
        <a:alpha val="90000"/>
      </a:schemeClr>
    </dgm:fillClrLst>
    <dgm:linClrLst meth="repeat">
      <a:schemeClr val="accent4"/>
    </dgm:linClrLst>
    <dgm:effectClrLst/>
    <dgm:txLinClrLst/>
    <dgm:txFillClrLst meth="repeat">
      <a:schemeClr val="dk1"/>
    </dgm:txFillClrLst>
    <dgm:txEffectClrLst/>
  </dgm:styleLbl>
  <dgm:styleLbl name="fgAcc3">
    <dgm:fillClrLst meth="repeat">
      <a:schemeClr val="lt1">
        <a:alpha val="90000"/>
      </a:schemeClr>
    </dgm:fillClrLst>
    <dgm:linClrLst meth="repeat">
      <a:schemeClr val="accent4"/>
    </dgm:linClrLst>
    <dgm:effectClrLst/>
    <dgm:txLinClrLst/>
    <dgm:txFillClrLst meth="repeat">
      <a:schemeClr val="dk1"/>
    </dgm:txFillClrLst>
    <dgm:txEffectClrLst/>
  </dgm:styleLbl>
  <dgm:styleLbl name="fgAcc4">
    <dgm:fillClrLst meth="repeat">
      <a:schemeClr val="lt1">
        <a:alpha val="90000"/>
      </a:schemeClr>
    </dgm:fillClrLst>
    <dgm:linClrLst meth="repeat">
      <a:schemeClr val="accent4"/>
    </dgm:linClrLst>
    <dgm:effectClrLst/>
    <dgm:txLinClrLst/>
    <dgm:txFillClrLst meth="repeat">
      <a:schemeClr val="dk1"/>
    </dgm:txFillClrLst>
    <dgm:txEffectClrLst/>
  </dgm:styleLbl>
  <dgm:styleLbl name="bgShp">
    <dgm:fillClrLst meth="repeat">
      <a:schemeClr val="bg1">
        <a:lumMod val="95000"/>
      </a:schemeClr>
    </dgm:fillClrLst>
    <dgm:linClrLst meth="repeat">
      <a:schemeClr val="accent4"/>
    </dgm:linClrLst>
    <dgm:effectClrLst/>
    <dgm:txLinClrLst/>
    <dgm:txFillClrLst meth="repeat">
      <a:schemeClr val="dk1"/>
    </dgm:txFillClrLst>
    <dgm:txEffectClrLst/>
  </dgm:styleLbl>
  <dgm:styleLbl name="dkBgShp">
    <dgm:fillClrLst meth="repeat">
      <a:schemeClr val="accent4">
        <a:shade val="80000"/>
      </a:schemeClr>
    </dgm:fillClrLst>
    <dgm:linClrLst meth="repeat">
      <a:schemeClr val="accent4"/>
    </dgm:linClrLst>
    <dgm:effectClrLst/>
    <dgm:txLinClrLst/>
    <dgm:txFillClrLst meth="repeat">
      <a:schemeClr val="lt1"/>
    </dgm:txFillClrLst>
    <dgm:txEffectClrLst/>
  </dgm:styleLbl>
  <dgm:styleLbl name="trBgShp">
    <dgm:fillClrLst meth="repeat">
      <a:schemeClr val="accent4">
        <a:tint val="50000"/>
        <a:alpha val="40000"/>
      </a:schemeClr>
    </dgm:fillClrLst>
    <dgm:linClrLst meth="repeat">
      <a:schemeClr val="accent4"/>
    </dgm:linClrLst>
    <dgm:effectClrLst/>
    <dgm:txLinClrLst/>
    <dgm:txFillClrLst meth="repeat">
      <a:schemeClr val="lt1"/>
    </dgm:txFillClrLst>
    <dgm:txEffectClrLst/>
  </dgm:styleLbl>
  <dgm:styleLbl name="fgShp">
    <dgm:fillClrLst meth="repeat">
      <a:schemeClr val="accent4">
        <a:tint val="60000"/>
      </a:schemeClr>
    </dgm:fillClrLst>
    <dgm:linClrLst meth="repeat">
      <a:schemeClr val="lt1"/>
    </dgm:linClrLst>
    <dgm:effectClrLst/>
    <dgm:txLinClrLst/>
    <dgm:txFillClrLst meth="repeat">
      <a:schemeClr val="dk1"/>
    </dgm:txFillClrLst>
    <dgm:txEffectClrLst/>
  </dgm:styleLbl>
  <dgm:styleLbl name="revTx">
    <dgm:fillClrLst meth="repeat">
      <a:schemeClr val="lt1">
        <a:alpha val="0"/>
      </a:schemeClr>
    </dgm:fillClrLst>
    <dgm:linClrLst meth="repeat">
      <a:schemeClr val="dk1">
        <a:alpha val="0"/>
      </a:schemeClr>
    </dgm:linClrLst>
    <dgm:effectClrLst/>
    <dgm:txLinClrLst/>
    <dgm:txFillClrLst meth="repeat">
      <a:schemeClr val="tx1"/>
    </dgm:txFillClrLst>
    <dgm:txEffectClrLst/>
  </dgm:styleLbl>
</dgm:colorsDef>
</file>

<file path=ppt/diagrams/colors89.xml><?xml version="1.0" encoding="utf-8"?>
<dgm:colorsDef xmlns:dgm="http://schemas.openxmlformats.org/drawingml/2006/diagram" xmlns:a="http://schemas.openxmlformats.org/drawingml/2006/main" uniqueId="urn:microsoft.com/office/officeart/2018/5/colors/Iconchunking_neutralbg_accent2_2">
  <dgm:title val=""/>
  <dgm:desc val=""/>
  <dgm:catLst>
    <dgm:cat type="accent2" pri="11200"/>
  </dgm:catLst>
  <dgm:styleLbl name="node0">
    <dgm:fillClrLst meth="repeat">
      <a:schemeClr val="accent2"/>
    </dgm:fillClrLst>
    <dgm:linClrLst meth="repeat">
      <a:schemeClr val="lt1"/>
    </dgm:linClrLst>
    <dgm:effectClrLst/>
    <dgm:txLinClrLst/>
    <dgm:txFillClrLst/>
    <dgm:txEffectClrLst/>
  </dgm:styleLbl>
  <dgm:styleLbl name="node1">
    <dgm:fillClrLst meth="repeat">
      <a:schemeClr val="accent2"/>
    </dgm:fillClrLst>
    <dgm:linClrLst meth="repeat">
      <a:schemeClr val="lt1">
        <a:alpha val="0"/>
      </a:schemeClr>
    </dgm:linClrLst>
    <dgm:effectClrLst/>
    <dgm:txLinClrLst/>
    <dgm:txFillClrLst/>
    <dgm:txEffectClrLst/>
  </dgm:styleLbl>
  <dgm:styleLbl name="alignNode1">
    <dgm:fillClrLst meth="repeat">
      <a:schemeClr val="accent2"/>
    </dgm:fillClrLst>
    <dgm:linClrLst meth="repeat">
      <a:schemeClr val="accent2"/>
    </dgm:linClrLst>
    <dgm:effectClrLst/>
    <dgm:txLinClrLst/>
    <dgm:txFillClrLst/>
    <dgm:txEffectClrLst/>
  </dgm:styleLbl>
  <dgm:styleLbl name="lnNode1">
    <dgm:fillClrLst meth="repeat">
      <a:schemeClr val="accent2"/>
    </dgm:fillClrLst>
    <dgm:linClrLst meth="repeat">
      <a:schemeClr val="lt1"/>
    </dgm:linClrLst>
    <dgm:effectClrLst/>
    <dgm:txLinClrLst/>
    <dgm:txFillClrLst/>
    <dgm:txEffectClrLst/>
  </dgm:styleLbl>
  <dgm:styleLbl name="vennNode1">
    <dgm:fillClrLst meth="repeat">
      <a:schemeClr val="accent2">
        <a:alpha val="50000"/>
      </a:schemeClr>
    </dgm:fillClrLst>
    <dgm:linClrLst meth="repeat">
      <a:schemeClr val="lt1"/>
    </dgm:linClrLst>
    <dgm:effectClrLst/>
    <dgm:txLinClrLst/>
    <dgm:txFillClrLst/>
    <dgm:txEffectClrLst/>
  </dgm:styleLbl>
  <dgm:styleLbl name="node2">
    <dgm:fillClrLst meth="repeat">
      <a:schemeClr val="accent2"/>
    </dgm:fillClrLst>
    <dgm:linClrLst meth="repeat">
      <a:schemeClr val="lt1"/>
    </dgm:linClrLst>
    <dgm:effectClrLst/>
    <dgm:txLinClrLst/>
    <dgm:txFillClrLst/>
    <dgm:txEffectClrLst/>
  </dgm:styleLbl>
  <dgm:styleLbl name="node3">
    <dgm:fillClrLst meth="repeat">
      <a:schemeClr val="accent2"/>
    </dgm:fillClrLst>
    <dgm:linClrLst meth="repeat">
      <a:schemeClr val="lt1"/>
    </dgm:linClrLst>
    <dgm:effectClrLst/>
    <dgm:txLinClrLst/>
    <dgm:txFillClrLst/>
    <dgm:txEffectClrLst/>
  </dgm:styleLbl>
  <dgm:styleLbl name="node4">
    <dgm:fillClrLst meth="repeat">
      <a:schemeClr val="accent2"/>
    </dgm:fillClrLst>
    <dgm:linClrLst meth="repeat">
      <a:schemeClr val="lt1"/>
    </dgm:linClrLst>
    <dgm:effectClrLst/>
    <dgm:txLinClrLst/>
    <dgm:txFillClrLst/>
    <dgm:txEffectClrLst/>
  </dgm:styleLbl>
  <dgm:styleLbl name="fgImgPlace1">
    <dgm:fillClrLst meth="repeat">
      <a:schemeClr val="accent2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alignImgPlace1">
    <dgm:fillClrLst meth="repeat">
      <a:schemeClr val="accent2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bgImgPlace1">
    <dgm:fillClrLst meth="repeat">
      <a:schemeClr val="accent2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sibTrans2D1">
    <dgm:fillClrLst meth="repeat">
      <a:schemeClr val="accent2">
        <a:tint val="60000"/>
      </a:schemeClr>
    </dgm:fillClrLst>
    <dgm:linClrLst meth="repeat">
      <a:schemeClr val="accent2">
        <a:tint val="60000"/>
      </a:schemeClr>
    </dgm:linClrLst>
    <dgm:effectClrLst/>
    <dgm:txLinClrLst/>
    <dgm:txFillClrLst/>
    <dgm:txEffectClrLst/>
  </dgm:styleLbl>
  <dgm:styleLbl name="fgSibTrans2D1">
    <dgm:fillClrLst meth="repeat">
      <a:schemeClr val="accent2">
        <a:tint val="60000"/>
      </a:schemeClr>
    </dgm:fillClrLst>
    <dgm:linClrLst meth="repeat">
      <a:schemeClr val="accent2">
        <a:tint val="60000"/>
      </a:schemeClr>
    </dgm:linClrLst>
    <dgm:effectClrLst/>
    <dgm:txLinClrLst/>
    <dgm:txFillClrLst/>
    <dgm:txEffectClrLst/>
  </dgm:styleLbl>
  <dgm:styleLbl name="bgSibTrans2D1">
    <dgm:fillClrLst meth="repeat">
      <a:schemeClr val="accent2">
        <a:tint val="60000"/>
      </a:schemeClr>
    </dgm:fillClrLst>
    <dgm:linClrLst meth="repeat">
      <a:schemeClr val="accent2">
        <a:tint val="60000"/>
      </a:schemeClr>
    </dgm:linClrLst>
    <dgm:effectClrLst/>
    <dgm:txLinClrLst/>
    <dgm:txFillClrLst/>
    <dgm:txEffectClrLst/>
  </dgm:styleLbl>
  <dgm:styleLbl name="sibTrans1D1">
    <dgm:fillClrLst meth="repeat">
      <a:schemeClr val="accent2"/>
    </dgm:fillClrLst>
    <dgm:linClrLst meth="repeat">
      <a:schemeClr val="accent2"/>
    </dgm:linClrLst>
    <dgm:effectClrLst/>
    <dgm:txLinClrLst/>
    <dgm:txFillClrLst meth="repeat">
      <a:schemeClr val="tx1"/>
    </dgm:txFillClrLst>
    <dgm:txEffectClrLst/>
  </dgm:styleLbl>
  <dgm:styleLbl name="callout">
    <dgm:fillClrLst meth="repeat">
      <a:schemeClr val="accent2"/>
    </dgm:fillClrLst>
    <dgm:linClrLst meth="repeat">
      <a:schemeClr val="accent2">
        <a:tint val="50000"/>
      </a:schemeClr>
    </dgm:linClrLst>
    <dgm:effectClrLst/>
    <dgm:txLinClrLst/>
    <dgm:txFillClrLst meth="repeat">
      <a:schemeClr val="tx1"/>
    </dgm:txFillClrLst>
    <dgm:txEffectClrLst/>
  </dgm:styleLbl>
  <dgm:styleLbl name="asst0">
    <dgm:fillClrLst meth="repeat">
      <a:schemeClr val="accent2"/>
    </dgm:fillClrLst>
    <dgm:linClrLst meth="repeat">
      <a:schemeClr val="lt1"/>
    </dgm:linClrLst>
    <dgm:effectClrLst/>
    <dgm:txLinClrLst/>
    <dgm:txFillClrLst/>
    <dgm:txEffectClrLst/>
  </dgm:styleLbl>
  <dgm:styleLbl name="asst1">
    <dgm:fillClrLst meth="repeat">
      <a:schemeClr val="accent2"/>
    </dgm:fillClrLst>
    <dgm:linClrLst meth="repeat">
      <a:schemeClr val="lt1"/>
    </dgm:linClrLst>
    <dgm:effectClrLst/>
    <dgm:txLinClrLst/>
    <dgm:txFillClrLst/>
    <dgm:txEffectClrLst/>
  </dgm:styleLbl>
  <dgm:styleLbl name="asst2">
    <dgm:fillClrLst meth="repeat">
      <a:schemeClr val="accent2"/>
    </dgm:fillClrLst>
    <dgm:linClrLst meth="repeat">
      <a:schemeClr val="lt1"/>
    </dgm:linClrLst>
    <dgm:effectClrLst/>
    <dgm:txLinClrLst/>
    <dgm:txFillClrLst/>
    <dgm:txEffectClrLst/>
  </dgm:styleLbl>
  <dgm:styleLbl name="asst3">
    <dgm:fillClrLst meth="repeat">
      <a:schemeClr val="accent2"/>
    </dgm:fillClrLst>
    <dgm:linClrLst meth="repeat">
      <a:schemeClr val="lt1"/>
    </dgm:linClrLst>
    <dgm:effectClrLst/>
    <dgm:txLinClrLst/>
    <dgm:txFillClrLst/>
    <dgm:txEffectClrLst/>
  </dgm:styleLbl>
  <dgm:styleLbl name="asst4">
    <dgm:fillClrLst meth="repeat">
      <a:schemeClr val="accent2"/>
    </dgm:fillClrLst>
    <dgm:linClrLst meth="repeat">
      <a:schemeClr val="lt1"/>
    </dgm:linClrLst>
    <dgm:effectClrLst/>
    <dgm:txLinClrLst/>
    <dgm:txFillClrLst/>
    <dgm:txEffectClrLst/>
  </dgm:styleLbl>
  <dgm:styleLbl name="parChTrans2D1">
    <dgm:fillClrLst meth="repeat">
      <a:schemeClr val="accent2">
        <a:tint val="60000"/>
      </a:schemeClr>
    </dgm:fillClrLst>
    <dgm:linClrLst meth="repeat">
      <a:schemeClr val="accent2">
        <a:tint val="60000"/>
      </a:schemeClr>
    </dgm:linClrLst>
    <dgm:effectClrLst/>
    <dgm:txLinClrLst/>
    <dgm:txFillClrLst meth="repeat">
      <a:schemeClr val="lt1"/>
    </dgm:txFillClrLst>
    <dgm:txEffectClrLst/>
  </dgm:styleLbl>
  <dgm:styleLbl name="parChTrans2D2">
    <dgm:fillClrLst meth="repeat">
      <a:schemeClr val="accent2"/>
    </dgm:fillClrLst>
    <dgm:linClrLst meth="repeat">
      <a:schemeClr val="accent2"/>
    </dgm:linClrLst>
    <dgm:effectClrLst/>
    <dgm:txLinClrLst/>
    <dgm:txFillClrLst meth="repeat">
      <a:schemeClr val="lt1"/>
    </dgm:txFillClrLst>
    <dgm:txEffectClrLst/>
  </dgm:styleLbl>
  <dgm:styleLbl name="parChTrans2D3">
    <dgm:fillClrLst meth="repeat">
      <a:schemeClr val="accent2"/>
    </dgm:fillClrLst>
    <dgm:linClrLst meth="repeat">
      <a:schemeClr val="accent2"/>
    </dgm:linClrLst>
    <dgm:effectClrLst/>
    <dgm:txLinClrLst/>
    <dgm:txFillClrLst meth="repeat">
      <a:schemeClr val="lt1"/>
    </dgm:txFillClrLst>
    <dgm:txEffectClrLst/>
  </dgm:styleLbl>
  <dgm:styleLbl name="parChTrans2D4">
    <dgm:fillClrLst meth="repeat">
      <a:schemeClr val="accent2"/>
    </dgm:fillClrLst>
    <dgm:linClrLst meth="repeat">
      <a:schemeClr val="accent2"/>
    </dgm:linClrLst>
    <dgm:effectClrLst/>
    <dgm:txLinClrLst/>
    <dgm:txFillClrLst meth="repeat">
      <a:schemeClr val="lt1"/>
    </dgm:txFillClrLst>
    <dgm:txEffectClrLst/>
  </dgm:styleLbl>
  <dgm:styleLbl name="parChTrans1D1">
    <dgm:fillClrLst meth="repeat">
      <a:schemeClr val="accent2"/>
    </dgm:fillClrLst>
    <dgm:linClrLst meth="repeat">
      <a:schemeClr val="accent2">
        <a:shade val="60000"/>
      </a:schemeClr>
    </dgm:linClrLst>
    <dgm:effectClrLst/>
    <dgm:txLinClrLst/>
    <dgm:txFillClrLst meth="repeat">
      <a:schemeClr val="tx1"/>
    </dgm:txFillClrLst>
    <dgm:txEffectClrLst/>
  </dgm:styleLbl>
  <dgm:styleLbl name="parChTrans1D2">
    <dgm:fillClrLst meth="repeat">
      <a:schemeClr val="accent2"/>
    </dgm:fillClrLst>
    <dgm:linClrLst meth="repeat">
      <a:schemeClr val="accent2">
        <a:shade val="60000"/>
      </a:schemeClr>
    </dgm:linClrLst>
    <dgm:effectClrLst/>
    <dgm:txLinClrLst/>
    <dgm:txFillClrLst meth="repeat">
      <a:schemeClr val="tx1"/>
    </dgm:txFillClrLst>
    <dgm:txEffectClrLst/>
  </dgm:styleLbl>
  <dgm:styleLbl name="parChTrans1D3">
    <dgm:fillClrLst meth="repeat">
      <a:schemeClr val="accent2"/>
    </dgm:fillClrLst>
    <dgm:linClrLst meth="repeat">
      <a:schemeClr val="accent2">
        <a:shade val="80000"/>
      </a:schemeClr>
    </dgm:linClrLst>
    <dgm:effectClrLst/>
    <dgm:txLinClrLst/>
    <dgm:txFillClrLst meth="repeat">
      <a:schemeClr val="tx1"/>
    </dgm:txFillClrLst>
    <dgm:txEffectClrLst/>
  </dgm:styleLbl>
  <dgm:styleLbl name="parChTrans1D4">
    <dgm:fillClrLst meth="repeat">
      <a:schemeClr val="accent2"/>
    </dgm:fillClrLst>
    <dgm:linClrLst meth="repeat">
      <a:schemeClr val="accent2">
        <a:shade val="80000"/>
      </a:schemeClr>
    </dgm:linClrLst>
    <dgm:effectClrLst/>
    <dgm:txLinClrLst/>
    <dgm:txFillClrLst meth="repeat">
      <a:schemeClr val="tx1"/>
    </dgm:txFillClrLst>
    <dgm:txEffectClrLst/>
  </dgm:styleLbl>
  <dgm:styleLbl name="fgAcc1">
    <dgm:fillClrLst meth="repeat">
      <a:schemeClr val="lt1">
        <a:alpha val="90000"/>
      </a:schemeClr>
    </dgm:fillClrLst>
    <dgm:linClrLst meth="repeat">
      <a:schemeClr val="accent2"/>
    </dgm:linClrLst>
    <dgm:effectClrLst/>
    <dgm:txLinClrLst/>
    <dgm:txFillClrLst meth="repeat">
      <a:schemeClr val="dk1"/>
    </dgm:txFillClrLst>
    <dgm:txEffectClrLst/>
  </dgm:styleLbl>
  <dgm:styleLbl name="conFgAcc1">
    <dgm:fillClrLst meth="repeat">
      <a:schemeClr val="lt1">
        <a:alpha val="90000"/>
      </a:schemeClr>
    </dgm:fillClrLst>
    <dgm:linClrLst meth="repeat">
      <a:schemeClr val="accent2"/>
    </dgm:linClrLst>
    <dgm:effectClrLst/>
    <dgm:txLinClrLst/>
    <dgm:txFillClrLst meth="repeat">
      <a:schemeClr val="dk1"/>
    </dgm:txFillClrLst>
    <dgm:txEffectClrLst/>
  </dgm:styleLbl>
  <dgm:styleLbl name="alignAcc1">
    <dgm:fillClrLst meth="repeat">
      <a:schemeClr val="lt1">
        <a:alpha val="90000"/>
      </a:schemeClr>
    </dgm:fillClrLst>
    <dgm:linClrLst meth="repeat">
      <a:schemeClr val="accent2"/>
    </dgm:linClrLst>
    <dgm:effectClrLst/>
    <dgm:txLinClrLst/>
    <dgm:txFillClrLst meth="repeat">
      <a:schemeClr val="dk1"/>
    </dgm:txFillClrLst>
    <dgm:txEffectClrLst/>
  </dgm:styleLbl>
  <dgm:styleLbl name="trAlignAcc1">
    <dgm:fillClrLst meth="repeat">
      <a:schemeClr val="lt1">
        <a:alpha val="40000"/>
      </a:schemeClr>
    </dgm:fillClrLst>
    <dgm:linClrLst meth="repeat">
      <a:schemeClr val="accent2"/>
    </dgm:linClrLst>
    <dgm:effectClrLst/>
    <dgm:txLinClrLst/>
    <dgm:txFillClrLst meth="repeat">
      <a:schemeClr val="dk1"/>
    </dgm:txFillClrLst>
    <dgm:txEffectClrLst/>
  </dgm:styleLbl>
  <dgm:styleLbl name="bgAcc1">
    <dgm:fillClrLst meth="repeat">
      <a:schemeClr val="lt1">
        <a:alpha val="90000"/>
      </a:schemeClr>
    </dgm:fillClrLst>
    <dgm:linClrLst meth="repeat">
      <a:schemeClr val="accent2"/>
    </dgm:linClrLst>
    <dgm:effectClrLst/>
    <dgm:txLinClrLst/>
    <dgm:txFillClrLst meth="repeat">
      <a:schemeClr val="dk1"/>
    </dgm:txFillClrLst>
    <dgm:txEffectClrLst/>
  </dgm:styleLbl>
  <dgm:styleLbl name="solidFgAcc1">
    <dgm:fillClrLst meth="repeat">
      <a:schemeClr val="lt1"/>
    </dgm:fillClrLst>
    <dgm:linClrLst meth="repeat">
      <a:schemeClr val="accent2"/>
    </dgm:linClrLst>
    <dgm:effectClrLst/>
    <dgm:txLinClrLst/>
    <dgm:txFillClrLst meth="repeat">
      <a:schemeClr val="dk1"/>
    </dgm:txFillClrLst>
    <dgm:txEffectClrLst/>
  </dgm:styleLbl>
  <dgm:styleLbl name="solidAlignAcc1">
    <dgm:fillClrLst meth="repeat">
      <a:schemeClr val="lt1"/>
    </dgm:fillClrLst>
    <dgm:linClrLst meth="repeat">
      <a:schemeClr val="accent2"/>
    </dgm:linClrLst>
    <dgm:effectClrLst/>
    <dgm:txLinClrLst/>
    <dgm:txFillClrLst meth="repeat">
      <a:schemeClr val="dk1"/>
    </dgm:txFillClrLst>
    <dgm:txEffectClrLst/>
  </dgm:styleLbl>
  <dgm:styleLbl name="solidBgAcc1">
    <dgm:fillClrLst meth="repeat">
      <a:schemeClr val="lt1"/>
    </dgm:fillClrLst>
    <dgm:linClrLst meth="repeat">
      <a:schemeClr val="accent2"/>
    </dgm:linClrLst>
    <dgm:effectClrLst/>
    <dgm:txLinClrLst/>
    <dgm:txFillClrLst meth="repeat">
      <a:schemeClr val="dk1"/>
    </dgm:txFillClrLst>
    <dgm:txEffectClrLst/>
  </dgm:styleLbl>
  <dgm:styleLbl name="fgAccFollowNode1">
    <dgm:fillClrLst meth="repeat">
      <a:schemeClr val="accent2">
        <a:alpha val="90000"/>
        <a:tint val="40000"/>
      </a:schemeClr>
    </dgm:fillClrLst>
    <dgm:linClrLst meth="repeat">
      <a:schemeClr val="accent2">
        <a:alpha val="90000"/>
        <a:tint val="40000"/>
      </a:schemeClr>
    </dgm:linClrLst>
    <dgm:effectClrLst/>
    <dgm:txLinClrLst/>
    <dgm:txFillClrLst meth="repeat">
      <a:schemeClr val="dk1"/>
    </dgm:txFillClrLst>
    <dgm:txEffectClrLst/>
  </dgm:styleLbl>
  <dgm:styleLbl name="alignAccFollowNode1">
    <dgm:fillClrLst meth="repeat">
      <a:schemeClr val="accent2">
        <a:alpha val="90000"/>
        <a:tint val="40000"/>
      </a:schemeClr>
    </dgm:fillClrLst>
    <dgm:linClrLst meth="repeat">
      <a:schemeClr val="accent2">
        <a:alpha val="90000"/>
        <a:tint val="40000"/>
      </a:schemeClr>
    </dgm:linClrLst>
    <dgm:effectClrLst/>
    <dgm:txLinClrLst/>
    <dgm:txFillClrLst meth="repeat">
      <a:schemeClr val="dk1"/>
    </dgm:txFillClrLst>
    <dgm:txEffectClrLst/>
  </dgm:styleLbl>
  <dgm:styleLbl name="bgAccFollowNode1">
    <dgm:fillClrLst meth="repeat">
      <a:schemeClr val="accent2">
        <a:alpha val="90000"/>
        <a:tint val="40000"/>
      </a:schemeClr>
    </dgm:fillClrLst>
    <dgm:linClrLst meth="repeat">
      <a:schemeClr val="accent2">
        <a:alpha val="90000"/>
        <a:tint val="40000"/>
      </a:schemeClr>
    </dgm:linClrLst>
    <dgm:effectClrLst/>
    <dgm:txLinClrLst/>
    <dgm:txFillClrLst meth="repeat">
      <a:schemeClr val="dk1"/>
    </dgm:txFillClrLst>
    <dgm:txEffectClrLst/>
  </dgm:styleLbl>
  <dgm:styleLbl name="fgAcc0">
    <dgm:fillClrLst meth="repeat">
      <a:schemeClr val="lt1">
        <a:alpha val="90000"/>
      </a:schemeClr>
    </dgm:fillClrLst>
    <dgm:linClrLst meth="repeat">
      <a:schemeClr val="accent2"/>
    </dgm:linClrLst>
    <dgm:effectClrLst/>
    <dgm:txLinClrLst/>
    <dgm:txFillClrLst meth="repeat">
      <a:schemeClr val="dk1"/>
    </dgm:txFillClrLst>
    <dgm:txEffectClrLst/>
  </dgm:styleLbl>
  <dgm:styleLbl name="fgAcc2">
    <dgm:fillClrLst meth="repeat">
      <a:schemeClr val="lt1">
        <a:alpha val="90000"/>
      </a:schemeClr>
    </dgm:fillClrLst>
    <dgm:linClrLst meth="repeat">
      <a:schemeClr val="accent2"/>
    </dgm:linClrLst>
    <dgm:effectClrLst/>
    <dgm:txLinClrLst/>
    <dgm:txFillClrLst meth="repeat">
      <a:schemeClr val="dk1"/>
    </dgm:txFillClrLst>
    <dgm:txEffectClrLst/>
  </dgm:styleLbl>
  <dgm:styleLbl name="fgAcc3">
    <dgm:fillClrLst meth="repeat">
      <a:schemeClr val="lt1">
        <a:alpha val="90000"/>
      </a:schemeClr>
    </dgm:fillClrLst>
    <dgm:linClrLst meth="repeat">
      <a:schemeClr val="accent2"/>
    </dgm:linClrLst>
    <dgm:effectClrLst/>
    <dgm:txLinClrLst/>
    <dgm:txFillClrLst meth="repeat">
      <a:schemeClr val="dk1"/>
    </dgm:txFillClrLst>
    <dgm:txEffectClrLst/>
  </dgm:styleLbl>
  <dgm:styleLbl name="fgAcc4">
    <dgm:fillClrLst meth="repeat">
      <a:schemeClr val="lt1">
        <a:alpha val="90000"/>
      </a:schemeClr>
    </dgm:fillClrLst>
    <dgm:linClrLst meth="repeat">
      <a:schemeClr val="accent2"/>
    </dgm:linClrLst>
    <dgm:effectClrLst/>
    <dgm:txLinClrLst/>
    <dgm:txFillClrLst meth="repeat">
      <a:schemeClr val="dk1"/>
    </dgm:txFillClrLst>
    <dgm:txEffectClrLst/>
  </dgm:styleLbl>
  <dgm:styleLbl name="bgShp">
    <dgm:fillClrLst meth="repeat">
      <a:schemeClr val="bg1">
        <a:lumMod val="95000"/>
      </a:schemeClr>
    </dgm:fillClrLst>
    <dgm:linClrLst meth="repeat">
      <a:schemeClr val="accent2"/>
    </dgm:linClrLst>
    <dgm:effectClrLst/>
    <dgm:txLinClrLst/>
    <dgm:txFillClrLst meth="repeat">
      <a:schemeClr val="dk1"/>
    </dgm:txFillClrLst>
    <dgm:txEffectClrLst/>
  </dgm:styleLbl>
  <dgm:styleLbl name="dkBgShp">
    <dgm:fillClrLst meth="repeat">
      <a:schemeClr val="accent2">
        <a:shade val="80000"/>
      </a:schemeClr>
    </dgm:fillClrLst>
    <dgm:linClrLst meth="repeat">
      <a:schemeClr val="accent2"/>
    </dgm:linClrLst>
    <dgm:effectClrLst/>
    <dgm:txLinClrLst/>
    <dgm:txFillClrLst meth="repeat">
      <a:schemeClr val="lt1"/>
    </dgm:txFillClrLst>
    <dgm:txEffectClrLst/>
  </dgm:styleLbl>
  <dgm:styleLbl name="trBgShp">
    <dgm:fillClrLst meth="repeat">
      <a:schemeClr val="accent2">
        <a:tint val="50000"/>
        <a:alpha val="40000"/>
      </a:schemeClr>
    </dgm:fillClrLst>
    <dgm:linClrLst meth="repeat">
      <a:schemeClr val="accent2"/>
    </dgm:linClrLst>
    <dgm:effectClrLst/>
    <dgm:txLinClrLst/>
    <dgm:txFillClrLst meth="repeat">
      <a:schemeClr val="lt1"/>
    </dgm:txFillClrLst>
    <dgm:txEffectClrLst/>
  </dgm:styleLbl>
  <dgm:styleLbl name="fgShp">
    <dgm:fillClrLst meth="repeat">
      <a:schemeClr val="accent2">
        <a:tint val="60000"/>
      </a:schemeClr>
    </dgm:fillClrLst>
    <dgm:linClrLst meth="repeat">
      <a:schemeClr val="lt1"/>
    </dgm:linClrLst>
    <dgm:effectClrLst/>
    <dgm:txLinClrLst/>
    <dgm:txFillClrLst meth="repeat">
      <a:schemeClr val="dk1"/>
    </dgm:txFillClrLst>
    <dgm:txEffectClrLst/>
  </dgm:styleLbl>
  <dgm:styleLbl name="revTx">
    <dgm:fillClrLst meth="repeat">
      <a:schemeClr val="lt1">
        <a:alpha val="0"/>
      </a:schemeClr>
    </dgm:fillClrLst>
    <dgm:linClrLst meth="repeat">
      <a:schemeClr val="dk1">
        <a:alpha val="0"/>
      </a:schemeClr>
    </dgm:linClrLst>
    <dgm:effectClrLst/>
    <dgm:txLinClrLst/>
    <dgm:txFillClrLst meth="repeat">
      <a:schemeClr val="tx1"/>
    </dgm:txFillClrLst>
    <dgm:txEffectClrLst/>
  </dgm:styleLbl>
</dgm:colorsDef>
</file>

<file path=ppt/diagrams/colors90.xml><?xml version="1.0" encoding="utf-8"?>
<dgm:colorsDef xmlns:dgm="http://schemas.openxmlformats.org/drawingml/2006/diagram" xmlns:a="http://schemas.openxmlformats.org/drawingml/2006/main" uniqueId="urn:microsoft.com/office/officeart/2018/5/colors/Iconchunking_neutralbg_colorful2">
  <dgm:title val=""/>
  <dgm:desc val=""/>
  <dgm:catLst>
    <dgm:cat type="colorful" pri="10200"/>
  </dgm:catLst>
  <dgm:styleLbl name="node0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node1">
    <dgm:fillClrLst>
      <a:schemeClr val="accent2"/>
      <a:schemeClr val="accent3"/>
    </dgm:fillClrLst>
    <dgm:linClrLst meth="repeat">
      <a:schemeClr val="lt1">
        <a:alpha val="0"/>
      </a:schemeClr>
    </dgm:linClrLst>
    <dgm:effectClrLst/>
    <dgm:txLinClrLst/>
    <dgm:txFillClrLst/>
    <dgm:txEffectClrLst/>
  </dgm:styleLbl>
  <dgm:styleLbl name="alignNode1">
    <dgm:fillClrLst>
      <a:schemeClr val="accent2"/>
      <a:schemeClr val="accent3"/>
    </dgm:fillClrLst>
    <dgm:linClrLst>
      <a:schemeClr val="accent2"/>
      <a:schemeClr val="accent3"/>
    </dgm:linClrLst>
    <dgm:effectClrLst/>
    <dgm:txLinClrLst/>
    <dgm:txFillClrLst/>
    <dgm:txEffectClrLst/>
  </dgm:styleLbl>
  <dgm:styleLbl name="lnNode1">
    <dgm:fillClrLst>
      <a:schemeClr val="accent2"/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vennNode1">
    <dgm:fillClrLst>
      <a:schemeClr val="accent2">
        <a:alpha val="50000"/>
      </a:schemeClr>
      <a:schemeClr val="accent3">
        <a:alpha val="50000"/>
      </a:schemeClr>
    </dgm:fillClrLst>
    <dgm:linClrLst meth="repeat">
      <a:schemeClr val="lt1"/>
    </dgm:linClrLst>
    <dgm:effectClrLst/>
    <dgm:txLinClrLst/>
    <dgm:txFillClrLst/>
    <dgm:txEffectClrLst/>
  </dgm:styleLbl>
  <dgm:styleLbl name="node2">
    <dgm:fillClrLst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node3">
    <dgm:fillClrLst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node4">
    <dgm:fillClrLst>
      <a:schemeClr val="accent5"/>
    </dgm:fillClrLst>
    <dgm:linClrLst meth="repeat">
      <a:schemeClr val="lt1"/>
    </dgm:linClrLst>
    <dgm:effectClrLst/>
    <dgm:txLinClrLst/>
    <dgm:txFillClrLst/>
    <dgm:txEffectClrLst/>
  </dgm:styleLbl>
  <dgm:styleLbl name="fgImgPlace1">
    <dgm:fillClrLst>
      <a:schemeClr val="accent2">
        <a:tint val="50000"/>
      </a:schemeClr>
      <a:schemeClr val="accent3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alignImgPlace1">
    <dgm:fillClrLst>
      <a:schemeClr val="accent2">
        <a:tint val="50000"/>
      </a:schemeClr>
      <a:schemeClr val="accent3">
        <a:tint val="2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bgImgPlace1">
    <dgm:fillClrLst>
      <a:schemeClr val="accent2">
        <a:tint val="50000"/>
      </a:schemeClr>
      <a:schemeClr val="accent3">
        <a:tint val="2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sibTrans2D1">
    <dgm:fillClrLst>
      <a:schemeClr val="accent2"/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fgSibTrans2D1">
    <dgm:fillClrLst>
      <a:schemeClr val="accent2"/>
      <a:schemeClr val="accent3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bgSibTrans2D1">
    <dgm:fillClrLst>
      <a:schemeClr val="accent2"/>
      <a:schemeClr val="accent3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sibTrans1D1">
    <dgm:fillClrLst/>
    <dgm:linClrLst>
      <a:schemeClr val="accent2"/>
      <a:schemeClr val="accent3"/>
    </dgm:linClrLst>
    <dgm:effectClrLst/>
    <dgm:txLinClrLst/>
    <dgm:txFillClrLst meth="repeat">
      <a:schemeClr val="tx1"/>
    </dgm:txFillClrLst>
    <dgm:txEffectClrLst/>
  </dgm:styleLbl>
  <dgm:styleLbl name="callout">
    <dgm:fillClrLst meth="repeat">
      <a:schemeClr val="accent2"/>
    </dgm:fillClrLst>
    <dgm:linClrLst meth="repeat">
      <a:schemeClr val="accent2">
        <a:tint val="50000"/>
      </a:schemeClr>
    </dgm:linClrLst>
    <dgm:effectClrLst/>
    <dgm:txLinClrLst/>
    <dgm:txFillClrLst meth="repeat">
      <a:schemeClr val="tx1"/>
    </dgm:txFillClrLst>
    <dgm:txEffectClrLst/>
  </dgm:styleLbl>
  <dgm:styleLbl name="asst0">
    <dgm:fillClrLst meth="repeat">
      <a:schemeClr val="accent2"/>
    </dgm:fillClrLst>
    <dgm:linClrLst meth="repeat">
      <a:schemeClr val="lt1">
        <a:shade val="80000"/>
      </a:schemeClr>
    </dgm:linClrLst>
    <dgm:effectClrLst/>
    <dgm:txLinClrLst/>
    <dgm:txFillClrLst/>
    <dgm:txEffectClrLst/>
  </dgm:styleLbl>
  <dgm:styleLbl name="asst1">
    <dgm:fillClrLst meth="repeat">
      <a:schemeClr val="accent3"/>
    </dgm:fillClrLst>
    <dgm:linClrLst meth="repeat">
      <a:schemeClr val="lt1">
        <a:shade val="80000"/>
      </a:schemeClr>
    </dgm:linClrLst>
    <dgm:effectClrLst/>
    <dgm:txLinClrLst/>
    <dgm:txFillClrLst/>
    <dgm:txEffectClrLst/>
  </dgm:styleLbl>
  <dgm:styleLbl name="asst2">
    <dgm:fillClrLst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asst3">
    <dgm:fillClrLst>
      <a:schemeClr val="accent5"/>
    </dgm:fillClrLst>
    <dgm:linClrLst meth="repeat">
      <a:schemeClr val="lt1"/>
    </dgm:linClrLst>
    <dgm:effectClrLst/>
    <dgm:txLinClrLst/>
    <dgm:txFillClrLst/>
    <dgm:txEffectClrLst/>
  </dgm:styleLbl>
  <dgm:styleLbl name="asst4">
    <dgm:fillClrLst>
      <a:schemeClr val="accent6"/>
    </dgm:fillClrLst>
    <dgm:linClrLst meth="repeat">
      <a:schemeClr val="lt1"/>
    </dgm:linClrLst>
    <dgm:effectClrLst/>
    <dgm:txLinClrLst/>
    <dgm:txFillClrLst/>
    <dgm:txEffectClrLst/>
  </dgm:styleLbl>
  <dgm:styleLbl name="parChTrans2D1">
    <dgm:fillClrLst meth="repeat">
      <a:schemeClr val="accent2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parChTrans2D2">
    <dgm:fillClrLst meth="repeat"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parChTrans2D3">
    <dgm:fillClrLst meth="repeat"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parChTrans2D4">
    <dgm:fillClrLst meth="repeat">
      <a:schemeClr val="accent5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parChTrans1D1">
    <dgm:fillClrLst meth="repeat">
      <a:schemeClr val="accent2"/>
    </dgm:fillClrLst>
    <dgm:linClrLst meth="repeat">
      <a:schemeClr val="accent2"/>
    </dgm:linClrLst>
    <dgm:effectClrLst/>
    <dgm:txLinClrLst/>
    <dgm:txFillClrLst meth="repeat">
      <a:schemeClr val="tx1"/>
    </dgm:txFillClrLst>
    <dgm:txEffectClrLst/>
  </dgm:styleLbl>
  <dgm:styleLbl name="parChTrans1D2">
    <dgm:fillClrLst meth="repeat">
      <a:schemeClr val="accent2">
        <a:tint val="90000"/>
      </a:schemeClr>
    </dgm:fillClrLst>
    <dgm:linClrLst meth="repeat">
      <a:schemeClr val="accent3"/>
    </dgm:linClrLst>
    <dgm:effectClrLst/>
    <dgm:txLinClrLst/>
    <dgm:txFillClrLst meth="repeat">
      <a:schemeClr val="tx1"/>
    </dgm:txFillClrLst>
    <dgm:txEffectClrLst/>
  </dgm:styleLbl>
  <dgm:styleLbl name="parChTrans1D3">
    <dgm:fillClrLst meth="repeat">
      <a:schemeClr val="accent2">
        <a:tint val="70000"/>
      </a:schemeClr>
    </dgm:fillClrLst>
    <dgm:linClrLst meth="repeat">
      <a:schemeClr val="accent4"/>
    </dgm:linClrLst>
    <dgm:effectClrLst/>
    <dgm:txLinClrLst/>
    <dgm:txFillClrLst meth="repeat">
      <a:schemeClr val="tx1"/>
    </dgm:txFillClrLst>
    <dgm:txEffectClrLst/>
  </dgm:styleLbl>
  <dgm:styleLbl name="parChTrans1D4">
    <dgm:fillClrLst meth="repeat">
      <a:schemeClr val="accent2">
        <a:tint val="50000"/>
      </a:schemeClr>
    </dgm:fillClrLst>
    <dgm:linClrLst meth="repeat">
      <a:schemeClr val="accent5"/>
    </dgm:linClrLst>
    <dgm:effectClrLst/>
    <dgm:txLinClrLst/>
    <dgm:txFillClrLst meth="repeat">
      <a:schemeClr val="tx1"/>
    </dgm:txFillClrLst>
    <dgm:txEffectClrLst/>
  </dgm:styleLbl>
  <dgm:styleLbl name="fgAcc1">
    <dgm:fillClrLst meth="repeat">
      <a:schemeClr val="lt1">
        <a:alpha val="90000"/>
      </a:schemeClr>
    </dgm:fillClrLst>
    <dgm:linClrLst>
      <a:schemeClr val="accent2"/>
      <a:schemeClr val="accent3"/>
    </dgm:linClrLst>
    <dgm:effectClrLst/>
    <dgm:txLinClrLst/>
    <dgm:txFillClrLst meth="repeat">
      <a:schemeClr val="dk1"/>
    </dgm:txFillClrLst>
    <dgm:txEffectClrLst/>
  </dgm:styleLbl>
  <dgm:styleLbl name="conFgAcc1">
    <dgm:fillClrLst meth="repeat">
      <a:schemeClr val="lt1">
        <a:alpha val="90000"/>
      </a:schemeClr>
    </dgm:fillClrLst>
    <dgm:linClrLst>
      <a:schemeClr val="accent2"/>
      <a:schemeClr val="accent3"/>
    </dgm:linClrLst>
    <dgm:effectClrLst/>
    <dgm:txLinClrLst/>
    <dgm:txFillClrLst meth="repeat">
      <a:schemeClr val="dk1"/>
    </dgm:txFillClrLst>
    <dgm:txEffectClrLst/>
  </dgm:styleLbl>
  <dgm:styleLbl name="alignAcc1">
    <dgm:fillClrLst meth="repeat">
      <a:schemeClr val="lt1">
        <a:alpha val="90000"/>
      </a:schemeClr>
    </dgm:fillClrLst>
    <dgm:linClrLst>
      <a:schemeClr val="accent2"/>
      <a:schemeClr val="accent3"/>
    </dgm:linClrLst>
    <dgm:effectClrLst/>
    <dgm:txLinClrLst/>
    <dgm:txFillClrLst meth="repeat">
      <a:schemeClr val="dk1"/>
    </dgm:txFillClrLst>
    <dgm:txEffectClrLst/>
  </dgm:styleLbl>
  <dgm:styleLbl name="trAlignAcc1">
    <dgm:fillClrLst meth="repeat">
      <a:schemeClr val="lt1">
        <a:alpha val="40000"/>
      </a:schemeClr>
    </dgm:fillClrLst>
    <dgm:linClrLst meth="repeat">
      <a:schemeClr val="accent2"/>
    </dgm:linClrLst>
    <dgm:effectClrLst/>
    <dgm:txLinClrLst/>
    <dgm:txFillClrLst meth="repeat">
      <a:schemeClr val="dk1"/>
    </dgm:txFillClrLst>
    <dgm:txEffectClrLst/>
  </dgm:styleLbl>
  <dgm:styleLbl name="bgAcc1">
    <dgm:fillClrLst meth="repeat">
      <a:schemeClr val="lt1">
        <a:alpha val="90000"/>
      </a:schemeClr>
    </dgm:fillClrLst>
    <dgm:linClrLst>
      <a:schemeClr val="accent2"/>
      <a:schemeClr val="accent3"/>
    </dgm:linClrLst>
    <dgm:effectClrLst/>
    <dgm:txLinClrLst/>
    <dgm:txFillClrLst meth="repeat">
      <a:schemeClr val="dk1"/>
    </dgm:txFillClrLst>
    <dgm:txEffectClrLst/>
  </dgm:styleLbl>
  <dgm:styleLbl name="solidFgAcc1">
    <dgm:fillClrLst meth="repeat">
      <a:schemeClr val="lt1"/>
    </dgm:fillClrLst>
    <dgm:linClrLst>
      <a:schemeClr val="accent2"/>
      <a:schemeClr val="accent3"/>
    </dgm:linClrLst>
    <dgm:effectClrLst/>
    <dgm:txLinClrLst/>
    <dgm:txFillClrLst meth="repeat">
      <a:schemeClr val="dk1"/>
    </dgm:txFillClrLst>
    <dgm:txEffectClrLst/>
  </dgm:styleLbl>
  <dgm:styleLbl name="solidAlignAcc1">
    <dgm:fillClrLst meth="repeat">
      <a:schemeClr val="lt1"/>
    </dgm:fillClrLst>
    <dgm:linClrLst>
      <a:schemeClr val="accent2"/>
      <a:schemeClr val="accent3"/>
    </dgm:linClrLst>
    <dgm:effectClrLst/>
    <dgm:txLinClrLst/>
    <dgm:txFillClrLst meth="repeat">
      <a:schemeClr val="dk1"/>
    </dgm:txFillClrLst>
    <dgm:txEffectClrLst/>
  </dgm:styleLbl>
  <dgm:styleLbl name="solidBgAcc1">
    <dgm:fillClrLst meth="repeat">
      <a:schemeClr val="lt1"/>
    </dgm:fillClrLst>
    <dgm:linClrLst>
      <a:schemeClr val="accent2"/>
      <a:schemeClr val="accent3"/>
    </dgm:linClrLst>
    <dgm:effectClrLst/>
    <dgm:txLinClrLst/>
    <dgm:txFillClrLst meth="repeat">
      <a:schemeClr val="dk1"/>
    </dgm:txFillClrLst>
    <dgm:txEffectClrLst/>
  </dgm:styleLbl>
  <dgm:styleLbl name="fgAccFollowNode1">
    <dgm:fillClrLst>
      <a:schemeClr val="accent2">
        <a:tint val="40000"/>
        <a:alpha val="90000"/>
      </a:schemeClr>
      <a:schemeClr val="accent3">
        <a:tint val="40000"/>
        <a:alpha val="90000"/>
      </a:schemeClr>
    </dgm:fillClrLst>
    <dgm:linClrLst>
      <a:schemeClr val="accent2">
        <a:tint val="40000"/>
        <a:alpha val="90000"/>
      </a:schemeClr>
      <a:schemeClr val="accent3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alignAccFollowNode1">
    <dgm:fillClrLst>
      <a:schemeClr val="accent2">
        <a:tint val="40000"/>
        <a:alpha val="90000"/>
      </a:schemeClr>
      <a:schemeClr val="accent3">
        <a:tint val="40000"/>
        <a:alpha val="90000"/>
      </a:schemeClr>
    </dgm:fillClrLst>
    <dgm:linClrLst>
      <a:schemeClr val="accent2">
        <a:tint val="40000"/>
        <a:alpha val="90000"/>
      </a:schemeClr>
      <a:schemeClr val="accent3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bgAccFollowNode1">
    <dgm:fillClrLst>
      <a:schemeClr val="accent2">
        <a:tint val="40000"/>
        <a:alpha val="90000"/>
      </a:schemeClr>
      <a:schemeClr val="accent3">
        <a:tint val="40000"/>
        <a:alpha val="90000"/>
      </a:schemeClr>
    </dgm:fillClrLst>
    <dgm:linClrLst>
      <a:schemeClr val="accent2">
        <a:tint val="40000"/>
        <a:alpha val="90000"/>
      </a:schemeClr>
      <a:schemeClr val="accent3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fgAcc0">
    <dgm:fillClrLst meth="repeat">
      <a:schemeClr val="lt1">
        <a:alpha val="90000"/>
      </a:schemeClr>
    </dgm:fillClrLst>
    <dgm:linClrLst>
      <a:schemeClr val="accent1"/>
    </dgm:linClrLst>
    <dgm:effectClrLst/>
    <dgm:txLinClrLst/>
    <dgm:txFillClrLst meth="repeat">
      <a:schemeClr val="dk1"/>
    </dgm:txFillClrLst>
    <dgm:txEffectClrLst/>
  </dgm:styleLbl>
  <dgm:styleLbl name="fgAcc2">
    <dgm:fillClrLst meth="repeat">
      <a:schemeClr val="lt1">
        <a:alpha val="90000"/>
      </a:schemeClr>
    </dgm:fillClrLst>
    <dgm:linClrLst>
      <a:schemeClr val="accent3"/>
    </dgm:linClrLst>
    <dgm:effectClrLst/>
    <dgm:txLinClrLst/>
    <dgm:txFillClrLst meth="repeat">
      <a:schemeClr val="dk1"/>
    </dgm:txFillClrLst>
    <dgm:txEffectClrLst/>
  </dgm:styleLbl>
  <dgm:styleLbl name="fgAcc3">
    <dgm:fillClrLst meth="repeat">
      <a:schemeClr val="lt1">
        <a:alpha val="90000"/>
      </a:schemeClr>
    </dgm:fillClrLst>
    <dgm:linClrLst>
      <a:schemeClr val="accent4"/>
    </dgm:linClrLst>
    <dgm:effectClrLst/>
    <dgm:txLinClrLst/>
    <dgm:txFillClrLst meth="repeat">
      <a:schemeClr val="dk1"/>
    </dgm:txFillClrLst>
    <dgm:txEffectClrLst/>
  </dgm:styleLbl>
  <dgm:styleLbl name="fgAcc4">
    <dgm:fillClrLst meth="repeat">
      <a:schemeClr val="lt1">
        <a:alpha val="90000"/>
      </a:schemeClr>
    </dgm:fillClrLst>
    <dgm:linClrLst>
      <a:schemeClr val="accent5"/>
    </dgm:linClrLst>
    <dgm:effectClrLst/>
    <dgm:txLinClrLst/>
    <dgm:txFillClrLst meth="repeat">
      <a:schemeClr val="dk1"/>
    </dgm:txFillClrLst>
    <dgm:txEffectClrLst/>
  </dgm:styleLbl>
  <dgm:styleLbl name="bgShp">
    <dgm:fillClrLst meth="repeat">
      <a:schemeClr val="bg1">
        <a:lumMod val="95000"/>
      </a:schemeClr>
    </dgm:fillClrLst>
    <dgm:linClrLst meth="repeat">
      <a:schemeClr val="dk1"/>
    </dgm:linClrLst>
    <dgm:effectClrLst/>
    <dgm:txLinClrLst/>
    <dgm:txFillClrLst meth="repeat">
      <a:schemeClr val="dk1"/>
    </dgm:txFillClrLst>
    <dgm:txEffectClrLst/>
  </dgm:styleLbl>
  <dgm:styleLbl name="dkBgShp">
    <dgm:fillClrLst meth="repeat">
      <a:schemeClr val="accent2">
        <a:shade val="90000"/>
      </a:schemeClr>
    </dgm:fillClrLst>
    <dgm:linClrLst meth="repeat">
      <a:schemeClr val="dk1"/>
    </dgm:linClrLst>
    <dgm:effectClrLst/>
    <dgm:txLinClrLst/>
    <dgm:txFillClrLst meth="repeat">
      <a:schemeClr val="lt1"/>
    </dgm:txFillClrLst>
    <dgm:txEffectClrLst/>
  </dgm:styleLbl>
  <dgm:styleLbl name="trBgShp">
    <dgm:fillClrLst meth="repeat">
      <a:schemeClr val="accent2">
        <a:tint val="50000"/>
        <a:alpha val="40000"/>
      </a:schemeClr>
    </dgm:fillClrLst>
    <dgm:linClrLst meth="repeat">
      <a:schemeClr val="accent2"/>
    </dgm:linClrLst>
    <dgm:effectClrLst/>
    <dgm:txLinClrLst/>
    <dgm:txFillClrLst meth="repeat">
      <a:schemeClr val="lt1"/>
    </dgm:txFillClrLst>
    <dgm:txEffectClrLst/>
  </dgm:styleLbl>
  <dgm:styleLbl name="fgShp">
    <dgm:fillClrLst meth="repeat">
      <a:schemeClr val="accent2">
        <a:tint val="40000"/>
      </a:schemeClr>
    </dgm:fillClrLst>
    <dgm:linClrLst meth="repeat">
      <a:schemeClr val="lt1"/>
    </dgm:linClrLst>
    <dgm:effectClrLst/>
    <dgm:txLinClrLst/>
    <dgm:txFillClrLst meth="repeat">
      <a:schemeClr val="dk1"/>
    </dgm:txFillClrLst>
    <dgm:txEffectClrLst/>
  </dgm:styleLbl>
  <dgm:styleLbl name="revTx">
    <dgm:fillClrLst meth="repeat">
      <a:schemeClr val="lt1">
        <a:alpha val="0"/>
      </a:schemeClr>
    </dgm:fillClrLst>
    <dgm:linClrLst meth="repeat">
      <a:schemeClr val="dk1">
        <a:alpha val="0"/>
      </a:schemeClr>
    </dgm:linClrLst>
    <dgm:effectClrLst/>
    <dgm:txLinClrLst/>
    <dgm:txFillClrLst meth="repeat">
      <a:schemeClr val="tx1"/>
    </dgm:txFillClrLst>
    <dgm:txEffectClrLst/>
  </dgm:styleLbl>
</dgm:colorsDef>
</file>

<file path=ppt/diagrams/colors91.xml><?xml version="1.0" encoding="utf-8"?>
<dgm:colorsDef xmlns:dgm="http://schemas.openxmlformats.org/drawingml/2006/diagram" xmlns:a="http://schemas.openxmlformats.org/drawingml/2006/main" uniqueId="urn:microsoft.com/office/officeart/2018/5/colors/Iconchunking_neutralbg_colorful1">
  <dgm:title val=""/>
  <dgm:desc val=""/>
  <dgm:catLst>
    <dgm:cat type="colorful" pri="10100"/>
  </dgm:catLst>
  <dgm:styleLbl name="node0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node1">
    <dgm:fillClrLst meth="repeat">
      <a:schemeClr val="accent2"/>
      <a:schemeClr val="accent3"/>
      <a:schemeClr val="accent4"/>
      <a:schemeClr val="accent5"/>
      <a:schemeClr val="accent6"/>
    </dgm:fillClrLst>
    <dgm:linClrLst meth="repeat">
      <a:schemeClr val="lt1">
        <a:alpha val="0"/>
      </a:schemeClr>
    </dgm:linClrLst>
    <dgm:effectClrLst/>
    <dgm:txLinClrLst/>
    <dgm:txFillClrLst/>
    <dgm:txEffectClrLst/>
  </dgm:styleLbl>
  <dgm:styleLbl name="alignNode1">
    <dgm:fillClrLst meth="repeat">
      <a:schemeClr val="accent2"/>
      <a:schemeClr val="accent3"/>
      <a:schemeClr val="accent4"/>
      <a:schemeClr val="accent5"/>
      <a:schemeClr val="accent6"/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/>
    <dgm:txEffectClrLst/>
  </dgm:styleLbl>
  <dgm:styleLbl name="lnNode1">
    <dgm:fillClrLst meth="repeat">
      <a:schemeClr val="accent2"/>
      <a:schemeClr val="accent3"/>
      <a:schemeClr val="accent4"/>
      <a:schemeClr val="accent5"/>
      <a:schemeClr val="accent6"/>
    </dgm:fillClrLst>
    <dgm:linClrLst meth="repeat">
      <a:schemeClr val="lt1"/>
    </dgm:linClrLst>
    <dgm:effectClrLst/>
    <dgm:txLinClrLst/>
    <dgm:txFillClrLst/>
    <dgm:txEffectClrLst/>
  </dgm:styleLbl>
  <dgm:styleLbl name="vennNode1">
    <dgm:fillClrLst meth="repeat">
      <a:schemeClr val="accent2">
        <a:alpha val="50000"/>
      </a:schemeClr>
      <a:schemeClr val="accent3">
        <a:alpha val="50000"/>
      </a:schemeClr>
      <a:schemeClr val="accent4">
        <a:alpha val="50000"/>
      </a:schemeClr>
      <a:schemeClr val="accent5">
        <a:alpha val="50000"/>
      </a:schemeClr>
      <a:schemeClr val="accent6">
        <a:alpha val="50000"/>
      </a:schemeClr>
    </dgm:fillClrLst>
    <dgm:linClrLst meth="repeat">
      <a:schemeClr val="lt1"/>
    </dgm:linClrLst>
    <dgm:effectClrLst/>
    <dgm:txLinClrLst/>
    <dgm:txFillClrLst/>
    <dgm:txEffectClrLst/>
  </dgm:styleLbl>
  <dgm:styleLbl name="node2">
    <dgm:fillClrLst>
      <a:schemeClr val="accent2"/>
    </dgm:fillClrLst>
    <dgm:linClrLst meth="repeat">
      <a:schemeClr val="lt1"/>
    </dgm:linClrLst>
    <dgm:effectClrLst/>
    <dgm:txLinClrLst/>
    <dgm:txFillClrLst/>
    <dgm:txEffectClrLst/>
  </dgm:styleLbl>
  <dgm:styleLbl name="node3">
    <dgm:fillClrLst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node4">
    <dgm:fillClrLst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fgImgPlace1">
    <dgm:fillClrLst meth="repeat">
      <a:schemeClr val="accent2">
        <a:tint val="50000"/>
      </a:schemeClr>
      <a:schemeClr val="accent3">
        <a:tint val="50000"/>
      </a:schemeClr>
      <a:schemeClr val="accent4">
        <a:tint val="50000"/>
      </a:schemeClr>
      <a:schemeClr val="accent5">
        <a:tint val="50000"/>
      </a:schemeClr>
      <a:schemeClr val="accent6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alignImgPlace1">
    <dgm:fillClrLst>
      <a:schemeClr val="accent1">
        <a:tint val="50000"/>
      </a:schemeClr>
      <a:schemeClr val="accent2">
        <a:tint val="2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bgImgPlace1">
    <dgm:fillClrLst>
      <a:schemeClr val="accent1">
        <a:tint val="50000"/>
      </a:schemeClr>
      <a:schemeClr val="accent2">
        <a:tint val="2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sibTrans2D1">
    <dgm:fillClrLst meth="repeat">
      <a:schemeClr val="accent2"/>
      <a:schemeClr val="accent3"/>
      <a:schemeClr val="accent4"/>
      <a:schemeClr val="accent5"/>
      <a:schemeClr val="accent6"/>
    </dgm:fillClrLst>
    <dgm:linClrLst meth="cycle">
      <a:schemeClr val="lt1"/>
    </dgm:linClrLst>
    <dgm:effectClrLst/>
    <dgm:txLinClrLst/>
    <dgm:txFillClrLst/>
    <dgm:txEffectClrLst/>
  </dgm:styleLbl>
  <dgm:styleLbl name="fgSibTrans2D1">
    <dgm:fillClrLst meth="repeat">
      <a:schemeClr val="accent2"/>
      <a:schemeClr val="accent3"/>
      <a:schemeClr val="accent4"/>
      <a:schemeClr val="accent5"/>
      <a:schemeClr val="accent6"/>
    </dgm:fillClrLst>
    <dgm:linClrLst meth="cycle">
      <a:schemeClr val="lt1"/>
    </dgm:linClrLst>
    <dgm:effectClrLst/>
    <dgm:txLinClrLst/>
    <dgm:txFillClrLst meth="repeat">
      <a:schemeClr val="lt1"/>
    </dgm:txFillClrLst>
    <dgm:txEffectClrLst/>
  </dgm:styleLbl>
  <dgm:styleLbl name="bgSibTrans2D1">
    <dgm:fillClrLst meth="repeat">
      <a:schemeClr val="accent2"/>
      <a:schemeClr val="accent3"/>
      <a:schemeClr val="accent4"/>
      <a:schemeClr val="accent5"/>
      <a:schemeClr val="accent6"/>
    </dgm:fillClrLst>
    <dgm:linClrLst meth="cycle">
      <a:schemeClr val="lt1"/>
    </dgm:linClrLst>
    <dgm:effectClrLst/>
    <dgm:txLinClrLst/>
    <dgm:txFillClrLst meth="repeat">
      <a:schemeClr val="lt1"/>
    </dgm:txFillClrLst>
    <dgm:txEffectClrLst/>
  </dgm:styleLbl>
  <dgm:styleLbl name="sibTrans1D1">
    <dgm:fillClrLst meth="repeat">
      <a:schemeClr val="accent2"/>
      <a:schemeClr val="accent3"/>
      <a:schemeClr val="accent4"/>
      <a:schemeClr val="accent5"/>
      <a:schemeClr val="accent6"/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tx1"/>
    </dgm:txFillClrLst>
    <dgm:txEffectClrLst/>
  </dgm:styleLbl>
  <dgm:styleLbl name="callout">
    <dgm:fillClrLst meth="repeat">
      <a:schemeClr val="accent2"/>
    </dgm:fillClrLst>
    <dgm:linClrLst meth="repeat">
      <a:schemeClr val="accent2">
        <a:tint val="50000"/>
      </a:schemeClr>
    </dgm:linClrLst>
    <dgm:effectClrLst/>
    <dgm:txLinClrLst/>
    <dgm:txFillClrLst meth="repeat">
      <a:schemeClr val="tx1"/>
    </dgm:txFillClrLst>
    <dgm:txEffectClrLst/>
  </dgm:styleLbl>
  <dgm:styleLbl name="asst0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sst1">
    <dgm:fillClrLst meth="repeat">
      <a:schemeClr val="accent2"/>
    </dgm:fillClrLst>
    <dgm:linClrLst meth="repeat">
      <a:schemeClr val="lt1"/>
    </dgm:linClrLst>
    <dgm:effectClrLst/>
    <dgm:txLinClrLst/>
    <dgm:txFillClrLst/>
    <dgm:txEffectClrLst/>
  </dgm:styleLbl>
  <dgm:styleLbl name="asst2">
    <dgm:fillClrLst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asst3">
    <dgm:fillClrLst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asst4">
    <dgm:fillClrLst>
      <a:schemeClr val="accent5"/>
    </dgm:fillClrLst>
    <dgm:linClrLst meth="repeat">
      <a:schemeClr val="lt1"/>
    </dgm:linClrLst>
    <dgm:effectClrLst/>
    <dgm:txLinClrLst/>
    <dgm:txFillClrLst/>
    <dgm:txEffectClrLst/>
  </dgm:styleLbl>
  <dgm:styleLbl name="parChTrans2D1">
    <dgm:fillClrLst meth="repeat">
      <a:schemeClr val="accent2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parChTrans2D2">
    <dgm:fillClrLst meth="repeat"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parChTrans2D3">
    <dgm:fillClrLst meth="repeat"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parChTrans2D4">
    <dgm:fillClrLst meth="repeat">
      <a:schemeClr val="accent5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parChTrans1D1">
    <dgm:fillClrLst meth="repeat">
      <a:schemeClr val="accent2"/>
    </dgm:fillClrLst>
    <dgm:linClrLst meth="repeat">
      <a:schemeClr val="accent1"/>
    </dgm:linClrLst>
    <dgm:effectClrLst/>
    <dgm:txLinClrLst/>
    <dgm:txFillClrLst meth="repeat">
      <a:schemeClr val="tx1"/>
    </dgm:txFillClrLst>
    <dgm:txEffectClrLst/>
  </dgm:styleLbl>
  <dgm:styleLbl name="parChTrans1D2">
    <dgm:fillClrLst meth="repeat">
      <a:schemeClr val="accent3">
        <a:tint val="90000"/>
      </a:schemeClr>
    </dgm:fillClrLst>
    <dgm:linClrLst meth="repeat">
      <a:schemeClr val="accent2"/>
    </dgm:linClrLst>
    <dgm:effectClrLst/>
    <dgm:txLinClrLst/>
    <dgm:txFillClrLst meth="repeat">
      <a:schemeClr val="tx1"/>
    </dgm:txFillClrLst>
    <dgm:txEffectClrLst/>
  </dgm:styleLbl>
  <dgm:styleLbl name="parChTrans1D3">
    <dgm:fillClrLst meth="repeat">
      <a:schemeClr val="accent4">
        <a:tint val="70000"/>
      </a:schemeClr>
    </dgm:fillClrLst>
    <dgm:linClrLst meth="repeat">
      <a:schemeClr val="accent3"/>
    </dgm:linClrLst>
    <dgm:effectClrLst/>
    <dgm:txLinClrLst/>
    <dgm:txFillClrLst meth="repeat">
      <a:schemeClr val="tx1"/>
    </dgm:txFillClrLst>
    <dgm:txEffectClrLst/>
  </dgm:styleLbl>
  <dgm:styleLbl name="parChTrans1D4">
    <dgm:fillClrLst meth="repeat">
      <a:schemeClr val="accent5">
        <a:tint val="50000"/>
      </a:schemeClr>
    </dgm:fillClrLst>
    <dgm:linClrLst meth="repeat">
      <a:schemeClr val="accent4"/>
    </dgm:linClrLst>
    <dgm:effectClrLst/>
    <dgm:txLinClrLst/>
    <dgm:txFillClrLst meth="repeat">
      <a:schemeClr val="tx1"/>
    </dgm:txFillClrLst>
    <dgm:txEffectClrLst/>
  </dgm:styleLbl>
  <dgm:styleLbl name="fgAcc1">
    <dgm:fillClrLst meth="repeat">
      <a:schemeClr val="lt1">
        <a:alpha val="90000"/>
      </a:schemeClr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conFgAcc1">
    <dgm:fillClrLst meth="repeat">
      <a:schemeClr val="lt1">
        <a:alpha val="90000"/>
      </a:schemeClr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alignAcc1">
    <dgm:fillClrLst meth="repeat">
      <a:schemeClr val="lt1">
        <a:alpha val="90000"/>
      </a:schemeClr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trAlignAcc1">
    <dgm:fillClrLst meth="repeat">
      <a:schemeClr val="lt1">
        <a:alpha val="4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bgAcc1">
    <dgm:fillClrLst meth="repeat">
      <a:schemeClr val="lt1">
        <a:alpha val="90000"/>
      </a:schemeClr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solidFgAcc1">
    <dgm:fillClrLst meth="repeat">
      <a:schemeClr val="lt1"/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solidAlignAcc1">
    <dgm:fillClrLst meth="repeat">
      <a:schemeClr val="lt1"/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solidBgAcc1">
    <dgm:fillClrLst meth="repeat">
      <a:schemeClr val="lt1"/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fgAccFollowNode1">
    <dgm:fillClrLst meth="repeat">
      <a:schemeClr val="accent2">
        <a:tint val="40000"/>
        <a:alpha val="90000"/>
      </a:schemeClr>
      <a:schemeClr val="accent3">
        <a:tint val="40000"/>
        <a:alpha val="90000"/>
      </a:schemeClr>
      <a:schemeClr val="accent4">
        <a:tint val="40000"/>
        <a:alpha val="90000"/>
      </a:schemeClr>
      <a:schemeClr val="accent5">
        <a:tint val="40000"/>
        <a:alpha val="90000"/>
      </a:schemeClr>
      <a:schemeClr val="accent6">
        <a:tint val="40000"/>
        <a:alpha val="90000"/>
      </a:schemeClr>
    </dgm:fillClrLst>
    <dgm:linClrLst meth="repeat">
      <a:schemeClr val="accent2">
        <a:tint val="40000"/>
        <a:alpha val="90000"/>
      </a:schemeClr>
      <a:schemeClr val="accent3">
        <a:tint val="40000"/>
        <a:alpha val="90000"/>
      </a:schemeClr>
      <a:schemeClr val="accent4">
        <a:tint val="40000"/>
        <a:alpha val="90000"/>
      </a:schemeClr>
      <a:schemeClr val="accent5">
        <a:tint val="40000"/>
        <a:alpha val="90000"/>
      </a:schemeClr>
      <a:schemeClr val="accent6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alignAccFollowNode1">
    <dgm:fillClrLst meth="repeat">
      <a:schemeClr val="accent2">
        <a:tint val="40000"/>
        <a:alpha val="90000"/>
      </a:schemeClr>
      <a:schemeClr val="accent3">
        <a:tint val="40000"/>
        <a:alpha val="90000"/>
      </a:schemeClr>
      <a:schemeClr val="accent4">
        <a:tint val="40000"/>
        <a:alpha val="90000"/>
      </a:schemeClr>
      <a:schemeClr val="accent5">
        <a:tint val="40000"/>
        <a:alpha val="90000"/>
      </a:schemeClr>
      <a:schemeClr val="accent6">
        <a:tint val="40000"/>
        <a:alpha val="90000"/>
      </a:schemeClr>
    </dgm:fillClrLst>
    <dgm:linClrLst meth="repeat">
      <a:schemeClr val="accent2">
        <a:tint val="40000"/>
        <a:alpha val="90000"/>
      </a:schemeClr>
      <a:schemeClr val="accent3">
        <a:tint val="40000"/>
        <a:alpha val="90000"/>
      </a:schemeClr>
      <a:schemeClr val="accent4">
        <a:tint val="40000"/>
        <a:alpha val="90000"/>
      </a:schemeClr>
      <a:schemeClr val="accent5">
        <a:tint val="40000"/>
        <a:alpha val="90000"/>
      </a:schemeClr>
      <a:schemeClr val="accent6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bgAccFollowNode1">
    <dgm:fillClrLst meth="repeat">
      <a:schemeClr val="accent2">
        <a:tint val="40000"/>
        <a:alpha val="90000"/>
      </a:schemeClr>
      <a:schemeClr val="accent3">
        <a:tint val="40000"/>
        <a:alpha val="90000"/>
      </a:schemeClr>
      <a:schemeClr val="accent4">
        <a:tint val="40000"/>
        <a:alpha val="90000"/>
      </a:schemeClr>
      <a:schemeClr val="accent5">
        <a:tint val="40000"/>
        <a:alpha val="90000"/>
      </a:schemeClr>
      <a:schemeClr val="accent6">
        <a:tint val="40000"/>
        <a:alpha val="90000"/>
      </a:schemeClr>
    </dgm:fillClrLst>
    <dgm:linClrLst meth="repeat">
      <a:schemeClr val="accent2">
        <a:tint val="40000"/>
        <a:alpha val="90000"/>
      </a:schemeClr>
      <a:schemeClr val="accent3">
        <a:tint val="40000"/>
        <a:alpha val="90000"/>
      </a:schemeClr>
      <a:schemeClr val="accent4">
        <a:tint val="40000"/>
        <a:alpha val="90000"/>
      </a:schemeClr>
      <a:schemeClr val="accent5">
        <a:tint val="40000"/>
        <a:alpha val="90000"/>
      </a:schemeClr>
      <a:schemeClr val="accent6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fgAcc0">
    <dgm:fillClrLst meth="repeat">
      <a:schemeClr val="lt1">
        <a:alpha val="90000"/>
      </a:schemeClr>
    </dgm:fillClrLst>
    <dgm:linClrLst>
      <a:schemeClr val="accent1"/>
    </dgm:linClrLst>
    <dgm:effectClrLst/>
    <dgm:txLinClrLst/>
    <dgm:txFillClrLst meth="repeat">
      <a:schemeClr val="dk1"/>
    </dgm:txFillClrLst>
    <dgm:txEffectClrLst/>
  </dgm:styleLbl>
  <dgm:styleLbl name="fgAcc2">
    <dgm:fillClrLst meth="repeat">
      <a:schemeClr val="lt1">
        <a:alpha val="90000"/>
      </a:schemeClr>
    </dgm:fillClrLst>
    <dgm:linClrLst>
      <a:schemeClr val="accent2"/>
    </dgm:linClrLst>
    <dgm:effectClrLst/>
    <dgm:txLinClrLst/>
    <dgm:txFillClrLst meth="repeat">
      <a:schemeClr val="dk1"/>
    </dgm:txFillClrLst>
    <dgm:txEffectClrLst/>
  </dgm:styleLbl>
  <dgm:styleLbl name="fgAcc3">
    <dgm:fillClrLst meth="repeat">
      <a:schemeClr val="lt1">
        <a:alpha val="90000"/>
      </a:schemeClr>
    </dgm:fillClrLst>
    <dgm:linClrLst>
      <a:schemeClr val="accent3"/>
    </dgm:linClrLst>
    <dgm:effectClrLst/>
    <dgm:txLinClrLst/>
    <dgm:txFillClrLst meth="repeat">
      <a:schemeClr val="dk1"/>
    </dgm:txFillClrLst>
    <dgm:txEffectClrLst/>
  </dgm:styleLbl>
  <dgm:styleLbl name="fgAcc4">
    <dgm:fillClrLst meth="repeat">
      <a:schemeClr val="lt1">
        <a:alpha val="90000"/>
      </a:schemeClr>
    </dgm:fillClrLst>
    <dgm:linClrLst>
      <a:schemeClr val="accent4"/>
    </dgm:linClrLst>
    <dgm:effectClrLst/>
    <dgm:txLinClrLst/>
    <dgm:txFillClrLst meth="repeat">
      <a:schemeClr val="dk1"/>
    </dgm:txFillClrLst>
    <dgm:txEffectClrLst/>
  </dgm:styleLbl>
  <dgm:styleLbl name="bgShp">
    <dgm:fillClrLst meth="repeat">
      <a:schemeClr val="bg1">
        <a:lumMod val="95000"/>
      </a:schemeClr>
    </dgm:fillClrLst>
    <dgm:linClrLst meth="repeat">
      <a:schemeClr val="dk1"/>
    </dgm:linClrLst>
    <dgm:effectClrLst/>
    <dgm:txLinClrLst/>
    <dgm:txFillClrLst meth="repeat">
      <a:schemeClr val="dk1"/>
    </dgm:txFillClrLst>
    <dgm:txEffectClrLst/>
  </dgm:styleLbl>
  <dgm:styleLbl name="dkBgShp">
    <dgm:fillClrLst meth="repeat">
      <a:schemeClr val="accent2">
        <a:shade val="90000"/>
      </a:schemeClr>
    </dgm:fillClrLst>
    <dgm:linClrLst meth="repeat">
      <a:schemeClr val="dk1"/>
    </dgm:linClrLst>
    <dgm:effectClrLst/>
    <dgm:txLinClrLst/>
    <dgm:txFillClrLst meth="repeat">
      <a:schemeClr val="lt1"/>
    </dgm:txFillClrLst>
    <dgm:txEffectClrLst/>
  </dgm:styleLbl>
  <dgm:styleLbl name="trBgShp">
    <dgm:fillClrLst meth="repeat">
      <a:schemeClr val="accent1">
        <a:tint val="50000"/>
        <a:alpha val="40000"/>
      </a:schemeClr>
    </dgm:fillClrLst>
    <dgm:linClrLst meth="repeat">
      <a:schemeClr val="accent2"/>
    </dgm:linClrLst>
    <dgm:effectClrLst/>
    <dgm:txLinClrLst/>
    <dgm:txFillClrLst meth="repeat">
      <a:schemeClr val="lt1"/>
    </dgm:txFillClrLst>
    <dgm:txEffectClrLst/>
  </dgm:styleLbl>
  <dgm:styleLbl name="fgShp">
    <dgm:fillClrLst meth="repeat">
      <a:schemeClr val="accent2">
        <a:tint val="40000"/>
      </a:schemeClr>
    </dgm:fillClrLst>
    <dgm:linClrLst meth="repeat">
      <a:schemeClr val="lt1"/>
    </dgm:linClrLst>
    <dgm:effectClrLst/>
    <dgm:txLinClrLst/>
    <dgm:txFillClrLst meth="repeat">
      <a:schemeClr val="dk1"/>
    </dgm:txFillClrLst>
    <dgm:txEffectClrLst/>
  </dgm:styleLbl>
  <dgm:styleLbl name="revTx">
    <dgm:fillClrLst meth="repeat">
      <a:schemeClr val="lt1">
        <a:alpha val="0"/>
      </a:schemeClr>
    </dgm:fillClrLst>
    <dgm:linClrLst meth="repeat">
      <a:schemeClr val="dk1">
        <a:alpha val="0"/>
      </a:schemeClr>
    </dgm:linClrLst>
    <dgm:effectClrLst/>
    <dgm:txLinClrLst/>
    <dgm:txFillClrLst meth="repeat">
      <a:schemeClr val="tx1"/>
    </dgm:txFillClrLst>
    <dgm:txEffectClrLst/>
  </dgm:styleLbl>
</dgm:colorsDef>
</file>

<file path=ppt/diagrams/colors92.xml><?xml version="1.0" encoding="utf-8"?>
<dgm:colorsDef xmlns:dgm="http://schemas.openxmlformats.org/drawingml/2006/diagram" xmlns:a="http://schemas.openxmlformats.org/drawingml/2006/main" uniqueId="urn:microsoft.com/office/officeart/2018/5/colors/Iconchunking_neutralbg_colorful2">
  <dgm:title val=""/>
  <dgm:desc val=""/>
  <dgm:catLst>
    <dgm:cat type="colorful" pri="10200"/>
  </dgm:catLst>
  <dgm:styleLbl name="node0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node1">
    <dgm:fillClrLst>
      <a:schemeClr val="accent2"/>
      <a:schemeClr val="accent3"/>
    </dgm:fillClrLst>
    <dgm:linClrLst meth="repeat">
      <a:schemeClr val="lt1">
        <a:alpha val="0"/>
      </a:schemeClr>
    </dgm:linClrLst>
    <dgm:effectClrLst/>
    <dgm:txLinClrLst/>
    <dgm:txFillClrLst/>
    <dgm:txEffectClrLst/>
  </dgm:styleLbl>
  <dgm:styleLbl name="alignNode1">
    <dgm:fillClrLst>
      <a:schemeClr val="accent2"/>
      <a:schemeClr val="accent3"/>
    </dgm:fillClrLst>
    <dgm:linClrLst>
      <a:schemeClr val="accent2"/>
      <a:schemeClr val="accent3"/>
    </dgm:linClrLst>
    <dgm:effectClrLst/>
    <dgm:txLinClrLst/>
    <dgm:txFillClrLst/>
    <dgm:txEffectClrLst/>
  </dgm:styleLbl>
  <dgm:styleLbl name="lnNode1">
    <dgm:fillClrLst>
      <a:schemeClr val="accent2"/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vennNode1">
    <dgm:fillClrLst>
      <a:schemeClr val="accent2">
        <a:alpha val="50000"/>
      </a:schemeClr>
      <a:schemeClr val="accent3">
        <a:alpha val="50000"/>
      </a:schemeClr>
    </dgm:fillClrLst>
    <dgm:linClrLst meth="repeat">
      <a:schemeClr val="lt1"/>
    </dgm:linClrLst>
    <dgm:effectClrLst/>
    <dgm:txLinClrLst/>
    <dgm:txFillClrLst/>
    <dgm:txEffectClrLst/>
  </dgm:styleLbl>
  <dgm:styleLbl name="node2">
    <dgm:fillClrLst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node3">
    <dgm:fillClrLst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node4">
    <dgm:fillClrLst>
      <a:schemeClr val="accent5"/>
    </dgm:fillClrLst>
    <dgm:linClrLst meth="repeat">
      <a:schemeClr val="lt1"/>
    </dgm:linClrLst>
    <dgm:effectClrLst/>
    <dgm:txLinClrLst/>
    <dgm:txFillClrLst/>
    <dgm:txEffectClrLst/>
  </dgm:styleLbl>
  <dgm:styleLbl name="fgImgPlace1">
    <dgm:fillClrLst>
      <a:schemeClr val="accent2">
        <a:tint val="50000"/>
      </a:schemeClr>
      <a:schemeClr val="accent3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alignImgPlace1">
    <dgm:fillClrLst>
      <a:schemeClr val="accent2">
        <a:tint val="50000"/>
      </a:schemeClr>
      <a:schemeClr val="accent3">
        <a:tint val="2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bgImgPlace1">
    <dgm:fillClrLst>
      <a:schemeClr val="accent2">
        <a:tint val="50000"/>
      </a:schemeClr>
      <a:schemeClr val="accent3">
        <a:tint val="2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sibTrans2D1">
    <dgm:fillClrLst>
      <a:schemeClr val="accent2"/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fgSibTrans2D1">
    <dgm:fillClrLst>
      <a:schemeClr val="accent2"/>
      <a:schemeClr val="accent3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bgSibTrans2D1">
    <dgm:fillClrLst>
      <a:schemeClr val="accent2"/>
      <a:schemeClr val="accent3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sibTrans1D1">
    <dgm:fillClrLst/>
    <dgm:linClrLst>
      <a:schemeClr val="accent2"/>
      <a:schemeClr val="accent3"/>
    </dgm:linClrLst>
    <dgm:effectClrLst/>
    <dgm:txLinClrLst/>
    <dgm:txFillClrLst meth="repeat">
      <a:schemeClr val="tx1"/>
    </dgm:txFillClrLst>
    <dgm:txEffectClrLst/>
  </dgm:styleLbl>
  <dgm:styleLbl name="callout">
    <dgm:fillClrLst meth="repeat">
      <a:schemeClr val="accent2"/>
    </dgm:fillClrLst>
    <dgm:linClrLst meth="repeat">
      <a:schemeClr val="accent2">
        <a:tint val="50000"/>
      </a:schemeClr>
    </dgm:linClrLst>
    <dgm:effectClrLst/>
    <dgm:txLinClrLst/>
    <dgm:txFillClrLst meth="repeat">
      <a:schemeClr val="tx1"/>
    </dgm:txFillClrLst>
    <dgm:txEffectClrLst/>
  </dgm:styleLbl>
  <dgm:styleLbl name="asst0">
    <dgm:fillClrLst meth="repeat">
      <a:schemeClr val="accent2"/>
    </dgm:fillClrLst>
    <dgm:linClrLst meth="repeat">
      <a:schemeClr val="lt1">
        <a:shade val="80000"/>
      </a:schemeClr>
    </dgm:linClrLst>
    <dgm:effectClrLst/>
    <dgm:txLinClrLst/>
    <dgm:txFillClrLst/>
    <dgm:txEffectClrLst/>
  </dgm:styleLbl>
  <dgm:styleLbl name="asst1">
    <dgm:fillClrLst meth="repeat">
      <a:schemeClr val="accent3"/>
    </dgm:fillClrLst>
    <dgm:linClrLst meth="repeat">
      <a:schemeClr val="lt1">
        <a:shade val="80000"/>
      </a:schemeClr>
    </dgm:linClrLst>
    <dgm:effectClrLst/>
    <dgm:txLinClrLst/>
    <dgm:txFillClrLst/>
    <dgm:txEffectClrLst/>
  </dgm:styleLbl>
  <dgm:styleLbl name="asst2">
    <dgm:fillClrLst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asst3">
    <dgm:fillClrLst>
      <a:schemeClr val="accent5"/>
    </dgm:fillClrLst>
    <dgm:linClrLst meth="repeat">
      <a:schemeClr val="lt1"/>
    </dgm:linClrLst>
    <dgm:effectClrLst/>
    <dgm:txLinClrLst/>
    <dgm:txFillClrLst/>
    <dgm:txEffectClrLst/>
  </dgm:styleLbl>
  <dgm:styleLbl name="asst4">
    <dgm:fillClrLst>
      <a:schemeClr val="accent6"/>
    </dgm:fillClrLst>
    <dgm:linClrLst meth="repeat">
      <a:schemeClr val="lt1"/>
    </dgm:linClrLst>
    <dgm:effectClrLst/>
    <dgm:txLinClrLst/>
    <dgm:txFillClrLst/>
    <dgm:txEffectClrLst/>
  </dgm:styleLbl>
  <dgm:styleLbl name="parChTrans2D1">
    <dgm:fillClrLst meth="repeat">
      <a:schemeClr val="accent2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parChTrans2D2">
    <dgm:fillClrLst meth="repeat"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parChTrans2D3">
    <dgm:fillClrLst meth="repeat"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parChTrans2D4">
    <dgm:fillClrLst meth="repeat">
      <a:schemeClr val="accent5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parChTrans1D1">
    <dgm:fillClrLst meth="repeat">
      <a:schemeClr val="accent2"/>
    </dgm:fillClrLst>
    <dgm:linClrLst meth="repeat">
      <a:schemeClr val="accent2"/>
    </dgm:linClrLst>
    <dgm:effectClrLst/>
    <dgm:txLinClrLst/>
    <dgm:txFillClrLst meth="repeat">
      <a:schemeClr val="tx1"/>
    </dgm:txFillClrLst>
    <dgm:txEffectClrLst/>
  </dgm:styleLbl>
  <dgm:styleLbl name="parChTrans1D2">
    <dgm:fillClrLst meth="repeat">
      <a:schemeClr val="accent2">
        <a:tint val="90000"/>
      </a:schemeClr>
    </dgm:fillClrLst>
    <dgm:linClrLst meth="repeat">
      <a:schemeClr val="accent3"/>
    </dgm:linClrLst>
    <dgm:effectClrLst/>
    <dgm:txLinClrLst/>
    <dgm:txFillClrLst meth="repeat">
      <a:schemeClr val="tx1"/>
    </dgm:txFillClrLst>
    <dgm:txEffectClrLst/>
  </dgm:styleLbl>
  <dgm:styleLbl name="parChTrans1D3">
    <dgm:fillClrLst meth="repeat">
      <a:schemeClr val="accent2">
        <a:tint val="70000"/>
      </a:schemeClr>
    </dgm:fillClrLst>
    <dgm:linClrLst meth="repeat">
      <a:schemeClr val="accent4"/>
    </dgm:linClrLst>
    <dgm:effectClrLst/>
    <dgm:txLinClrLst/>
    <dgm:txFillClrLst meth="repeat">
      <a:schemeClr val="tx1"/>
    </dgm:txFillClrLst>
    <dgm:txEffectClrLst/>
  </dgm:styleLbl>
  <dgm:styleLbl name="parChTrans1D4">
    <dgm:fillClrLst meth="repeat">
      <a:schemeClr val="accent2">
        <a:tint val="50000"/>
      </a:schemeClr>
    </dgm:fillClrLst>
    <dgm:linClrLst meth="repeat">
      <a:schemeClr val="accent5"/>
    </dgm:linClrLst>
    <dgm:effectClrLst/>
    <dgm:txLinClrLst/>
    <dgm:txFillClrLst meth="repeat">
      <a:schemeClr val="tx1"/>
    </dgm:txFillClrLst>
    <dgm:txEffectClrLst/>
  </dgm:styleLbl>
  <dgm:styleLbl name="fgAcc1">
    <dgm:fillClrLst meth="repeat">
      <a:schemeClr val="lt1">
        <a:alpha val="90000"/>
      </a:schemeClr>
    </dgm:fillClrLst>
    <dgm:linClrLst>
      <a:schemeClr val="accent2"/>
      <a:schemeClr val="accent3"/>
    </dgm:linClrLst>
    <dgm:effectClrLst/>
    <dgm:txLinClrLst/>
    <dgm:txFillClrLst meth="repeat">
      <a:schemeClr val="dk1"/>
    </dgm:txFillClrLst>
    <dgm:txEffectClrLst/>
  </dgm:styleLbl>
  <dgm:styleLbl name="conFgAcc1">
    <dgm:fillClrLst meth="repeat">
      <a:schemeClr val="lt1">
        <a:alpha val="90000"/>
      </a:schemeClr>
    </dgm:fillClrLst>
    <dgm:linClrLst>
      <a:schemeClr val="accent2"/>
      <a:schemeClr val="accent3"/>
    </dgm:linClrLst>
    <dgm:effectClrLst/>
    <dgm:txLinClrLst/>
    <dgm:txFillClrLst meth="repeat">
      <a:schemeClr val="dk1"/>
    </dgm:txFillClrLst>
    <dgm:txEffectClrLst/>
  </dgm:styleLbl>
  <dgm:styleLbl name="alignAcc1">
    <dgm:fillClrLst meth="repeat">
      <a:schemeClr val="lt1">
        <a:alpha val="90000"/>
      </a:schemeClr>
    </dgm:fillClrLst>
    <dgm:linClrLst>
      <a:schemeClr val="accent2"/>
      <a:schemeClr val="accent3"/>
    </dgm:linClrLst>
    <dgm:effectClrLst/>
    <dgm:txLinClrLst/>
    <dgm:txFillClrLst meth="repeat">
      <a:schemeClr val="dk1"/>
    </dgm:txFillClrLst>
    <dgm:txEffectClrLst/>
  </dgm:styleLbl>
  <dgm:styleLbl name="trAlignAcc1">
    <dgm:fillClrLst meth="repeat">
      <a:schemeClr val="lt1">
        <a:alpha val="40000"/>
      </a:schemeClr>
    </dgm:fillClrLst>
    <dgm:linClrLst meth="repeat">
      <a:schemeClr val="accent2"/>
    </dgm:linClrLst>
    <dgm:effectClrLst/>
    <dgm:txLinClrLst/>
    <dgm:txFillClrLst meth="repeat">
      <a:schemeClr val="dk1"/>
    </dgm:txFillClrLst>
    <dgm:txEffectClrLst/>
  </dgm:styleLbl>
  <dgm:styleLbl name="bgAcc1">
    <dgm:fillClrLst meth="repeat">
      <a:schemeClr val="lt1">
        <a:alpha val="90000"/>
      </a:schemeClr>
    </dgm:fillClrLst>
    <dgm:linClrLst>
      <a:schemeClr val="accent2"/>
      <a:schemeClr val="accent3"/>
    </dgm:linClrLst>
    <dgm:effectClrLst/>
    <dgm:txLinClrLst/>
    <dgm:txFillClrLst meth="repeat">
      <a:schemeClr val="dk1"/>
    </dgm:txFillClrLst>
    <dgm:txEffectClrLst/>
  </dgm:styleLbl>
  <dgm:styleLbl name="solidFgAcc1">
    <dgm:fillClrLst meth="repeat">
      <a:schemeClr val="lt1"/>
    </dgm:fillClrLst>
    <dgm:linClrLst>
      <a:schemeClr val="accent2"/>
      <a:schemeClr val="accent3"/>
    </dgm:linClrLst>
    <dgm:effectClrLst/>
    <dgm:txLinClrLst/>
    <dgm:txFillClrLst meth="repeat">
      <a:schemeClr val="dk1"/>
    </dgm:txFillClrLst>
    <dgm:txEffectClrLst/>
  </dgm:styleLbl>
  <dgm:styleLbl name="solidAlignAcc1">
    <dgm:fillClrLst meth="repeat">
      <a:schemeClr val="lt1"/>
    </dgm:fillClrLst>
    <dgm:linClrLst>
      <a:schemeClr val="accent2"/>
      <a:schemeClr val="accent3"/>
    </dgm:linClrLst>
    <dgm:effectClrLst/>
    <dgm:txLinClrLst/>
    <dgm:txFillClrLst meth="repeat">
      <a:schemeClr val="dk1"/>
    </dgm:txFillClrLst>
    <dgm:txEffectClrLst/>
  </dgm:styleLbl>
  <dgm:styleLbl name="solidBgAcc1">
    <dgm:fillClrLst meth="repeat">
      <a:schemeClr val="lt1"/>
    </dgm:fillClrLst>
    <dgm:linClrLst>
      <a:schemeClr val="accent2"/>
      <a:schemeClr val="accent3"/>
    </dgm:linClrLst>
    <dgm:effectClrLst/>
    <dgm:txLinClrLst/>
    <dgm:txFillClrLst meth="repeat">
      <a:schemeClr val="dk1"/>
    </dgm:txFillClrLst>
    <dgm:txEffectClrLst/>
  </dgm:styleLbl>
  <dgm:styleLbl name="fgAccFollowNode1">
    <dgm:fillClrLst>
      <a:schemeClr val="accent2">
        <a:tint val="40000"/>
        <a:alpha val="90000"/>
      </a:schemeClr>
      <a:schemeClr val="accent3">
        <a:tint val="40000"/>
        <a:alpha val="90000"/>
      </a:schemeClr>
    </dgm:fillClrLst>
    <dgm:linClrLst>
      <a:schemeClr val="accent2">
        <a:tint val="40000"/>
        <a:alpha val="90000"/>
      </a:schemeClr>
      <a:schemeClr val="accent3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alignAccFollowNode1">
    <dgm:fillClrLst>
      <a:schemeClr val="accent2">
        <a:tint val="40000"/>
        <a:alpha val="90000"/>
      </a:schemeClr>
      <a:schemeClr val="accent3">
        <a:tint val="40000"/>
        <a:alpha val="90000"/>
      </a:schemeClr>
    </dgm:fillClrLst>
    <dgm:linClrLst>
      <a:schemeClr val="accent2">
        <a:tint val="40000"/>
        <a:alpha val="90000"/>
      </a:schemeClr>
      <a:schemeClr val="accent3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bgAccFollowNode1">
    <dgm:fillClrLst>
      <a:schemeClr val="accent2">
        <a:tint val="40000"/>
        <a:alpha val="90000"/>
      </a:schemeClr>
      <a:schemeClr val="accent3">
        <a:tint val="40000"/>
        <a:alpha val="90000"/>
      </a:schemeClr>
    </dgm:fillClrLst>
    <dgm:linClrLst>
      <a:schemeClr val="accent2">
        <a:tint val="40000"/>
        <a:alpha val="90000"/>
      </a:schemeClr>
      <a:schemeClr val="accent3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fgAcc0">
    <dgm:fillClrLst meth="repeat">
      <a:schemeClr val="lt1">
        <a:alpha val="90000"/>
      </a:schemeClr>
    </dgm:fillClrLst>
    <dgm:linClrLst>
      <a:schemeClr val="accent1"/>
    </dgm:linClrLst>
    <dgm:effectClrLst/>
    <dgm:txLinClrLst/>
    <dgm:txFillClrLst meth="repeat">
      <a:schemeClr val="dk1"/>
    </dgm:txFillClrLst>
    <dgm:txEffectClrLst/>
  </dgm:styleLbl>
  <dgm:styleLbl name="fgAcc2">
    <dgm:fillClrLst meth="repeat">
      <a:schemeClr val="lt1">
        <a:alpha val="90000"/>
      </a:schemeClr>
    </dgm:fillClrLst>
    <dgm:linClrLst>
      <a:schemeClr val="accent3"/>
    </dgm:linClrLst>
    <dgm:effectClrLst/>
    <dgm:txLinClrLst/>
    <dgm:txFillClrLst meth="repeat">
      <a:schemeClr val="dk1"/>
    </dgm:txFillClrLst>
    <dgm:txEffectClrLst/>
  </dgm:styleLbl>
  <dgm:styleLbl name="fgAcc3">
    <dgm:fillClrLst meth="repeat">
      <a:schemeClr val="lt1">
        <a:alpha val="90000"/>
      </a:schemeClr>
    </dgm:fillClrLst>
    <dgm:linClrLst>
      <a:schemeClr val="accent4"/>
    </dgm:linClrLst>
    <dgm:effectClrLst/>
    <dgm:txLinClrLst/>
    <dgm:txFillClrLst meth="repeat">
      <a:schemeClr val="dk1"/>
    </dgm:txFillClrLst>
    <dgm:txEffectClrLst/>
  </dgm:styleLbl>
  <dgm:styleLbl name="fgAcc4">
    <dgm:fillClrLst meth="repeat">
      <a:schemeClr val="lt1">
        <a:alpha val="90000"/>
      </a:schemeClr>
    </dgm:fillClrLst>
    <dgm:linClrLst>
      <a:schemeClr val="accent5"/>
    </dgm:linClrLst>
    <dgm:effectClrLst/>
    <dgm:txLinClrLst/>
    <dgm:txFillClrLst meth="repeat">
      <a:schemeClr val="dk1"/>
    </dgm:txFillClrLst>
    <dgm:txEffectClrLst/>
  </dgm:styleLbl>
  <dgm:styleLbl name="bgShp">
    <dgm:fillClrLst meth="repeat">
      <a:schemeClr val="bg1">
        <a:lumMod val="95000"/>
      </a:schemeClr>
    </dgm:fillClrLst>
    <dgm:linClrLst meth="repeat">
      <a:schemeClr val="dk1"/>
    </dgm:linClrLst>
    <dgm:effectClrLst/>
    <dgm:txLinClrLst/>
    <dgm:txFillClrLst meth="repeat">
      <a:schemeClr val="dk1"/>
    </dgm:txFillClrLst>
    <dgm:txEffectClrLst/>
  </dgm:styleLbl>
  <dgm:styleLbl name="dkBgShp">
    <dgm:fillClrLst meth="repeat">
      <a:schemeClr val="accent2">
        <a:shade val="90000"/>
      </a:schemeClr>
    </dgm:fillClrLst>
    <dgm:linClrLst meth="repeat">
      <a:schemeClr val="dk1"/>
    </dgm:linClrLst>
    <dgm:effectClrLst/>
    <dgm:txLinClrLst/>
    <dgm:txFillClrLst meth="repeat">
      <a:schemeClr val="lt1"/>
    </dgm:txFillClrLst>
    <dgm:txEffectClrLst/>
  </dgm:styleLbl>
  <dgm:styleLbl name="trBgShp">
    <dgm:fillClrLst meth="repeat">
      <a:schemeClr val="accent2">
        <a:tint val="50000"/>
        <a:alpha val="40000"/>
      </a:schemeClr>
    </dgm:fillClrLst>
    <dgm:linClrLst meth="repeat">
      <a:schemeClr val="accent2"/>
    </dgm:linClrLst>
    <dgm:effectClrLst/>
    <dgm:txLinClrLst/>
    <dgm:txFillClrLst meth="repeat">
      <a:schemeClr val="lt1"/>
    </dgm:txFillClrLst>
    <dgm:txEffectClrLst/>
  </dgm:styleLbl>
  <dgm:styleLbl name="fgShp">
    <dgm:fillClrLst meth="repeat">
      <a:schemeClr val="accent2">
        <a:tint val="40000"/>
      </a:schemeClr>
    </dgm:fillClrLst>
    <dgm:linClrLst meth="repeat">
      <a:schemeClr val="lt1"/>
    </dgm:linClrLst>
    <dgm:effectClrLst/>
    <dgm:txLinClrLst/>
    <dgm:txFillClrLst meth="repeat">
      <a:schemeClr val="dk1"/>
    </dgm:txFillClrLst>
    <dgm:txEffectClrLst/>
  </dgm:styleLbl>
  <dgm:styleLbl name="revTx">
    <dgm:fillClrLst meth="repeat">
      <a:schemeClr val="lt1">
        <a:alpha val="0"/>
      </a:schemeClr>
    </dgm:fillClrLst>
    <dgm:linClrLst meth="repeat">
      <a:schemeClr val="dk1">
        <a:alpha val="0"/>
      </a:schemeClr>
    </dgm:linClrLst>
    <dgm:effectClrLst/>
    <dgm:txLinClrLst/>
    <dgm:txFillClrLst meth="repeat">
      <a:schemeClr val="tx1"/>
    </dgm:txFillClrLst>
    <dgm:txEffectClrLst/>
  </dgm:styleLbl>
</dgm:colorsDef>
</file>

<file path=ppt/diagrams/colors93.xml><?xml version="1.0" encoding="utf-8"?>
<dgm:colorsDef xmlns:dgm="http://schemas.openxmlformats.org/drawingml/2006/diagram" xmlns:a="http://schemas.openxmlformats.org/drawingml/2006/main" uniqueId="urn:microsoft.com/office/officeart/2018/5/colors/Iconchunking_neutralbg_colorful1">
  <dgm:title val=""/>
  <dgm:desc val=""/>
  <dgm:catLst>
    <dgm:cat type="colorful" pri="10100"/>
  </dgm:catLst>
  <dgm:styleLbl name="node0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node1">
    <dgm:fillClrLst meth="repeat">
      <a:schemeClr val="accent2"/>
      <a:schemeClr val="accent3"/>
      <a:schemeClr val="accent4"/>
      <a:schemeClr val="accent5"/>
      <a:schemeClr val="accent6"/>
    </dgm:fillClrLst>
    <dgm:linClrLst meth="repeat">
      <a:schemeClr val="lt1">
        <a:alpha val="0"/>
      </a:schemeClr>
    </dgm:linClrLst>
    <dgm:effectClrLst/>
    <dgm:txLinClrLst/>
    <dgm:txFillClrLst/>
    <dgm:txEffectClrLst/>
  </dgm:styleLbl>
  <dgm:styleLbl name="alignNode1">
    <dgm:fillClrLst meth="repeat">
      <a:schemeClr val="accent2"/>
      <a:schemeClr val="accent3"/>
      <a:schemeClr val="accent4"/>
      <a:schemeClr val="accent5"/>
      <a:schemeClr val="accent6"/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/>
    <dgm:txEffectClrLst/>
  </dgm:styleLbl>
  <dgm:styleLbl name="lnNode1">
    <dgm:fillClrLst meth="repeat">
      <a:schemeClr val="accent2"/>
      <a:schemeClr val="accent3"/>
      <a:schemeClr val="accent4"/>
      <a:schemeClr val="accent5"/>
      <a:schemeClr val="accent6"/>
    </dgm:fillClrLst>
    <dgm:linClrLst meth="repeat">
      <a:schemeClr val="lt1"/>
    </dgm:linClrLst>
    <dgm:effectClrLst/>
    <dgm:txLinClrLst/>
    <dgm:txFillClrLst/>
    <dgm:txEffectClrLst/>
  </dgm:styleLbl>
  <dgm:styleLbl name="vennNode1">
    <dgm:fillClrLst meth="repeat">
      <a:schemeClr val="accent2">
        <a:alpha val="50000"/>
      </a:schemeClr>
      <a:schemeClr val="accent3">
        <a:alpha val="50000"/>
      </a:schemeClr>
      <a:schemeClr val="accent4">
        <a:alpha val="50000"/>
      </a:schemeClr>
      <a:schemeClr val="accent5">
        <a:alpha val="50000"/>
      </a:schemeClr>
      <a:schemeClr val="accent6">
        <a:alpha val="50000"/>
      </a:schemeClr>
    </dgm:fillClrLst>
    <dgm:linClrLst meth="repeat">
      <a:schemeClr val="lt1"/>
    </dgm:linClrLst>
    <dgm:effectClrLst/>
    <dgm:txLinClrLst/>
    <dgm:txFillClrLst/>
    <dgm:txEffectClrLst/>
  </dgm:styleLbl>
  <dgm:styleLbl name="node2">
    <dgm:fillClrLst>
      <a:schemeClr val="accent2"/>
    </dgm:fillClrLst>
    <dgm:linClrLst meth="repeat">
      <a:schemeClr val="lt1"/>
    </dgm:linClrLst>
    <dgm:effectClrLst/>
    <dgm:txLinClrLst/>
    <dgm:txFillClrLst/>
    <dgm:txEffectClrLst/>
  </dgm:styleLbl>
  <dgm:styleLbl name="node3">
    <dgm:fillClrLst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node4">
    <dgm:fillClrLst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fgImgPlace1">
    <dgm:fillClrLst meth="repeat">
      <a:schemeClr val="accent2">
        <a:tint val="50000"/>
      </a:schemeClr>
      <a:schemeClr val="accent3">
        <a:tint val="50000"/>
      </a:schemeClr>
      <a:schemeClr val="accent4">
        <a:tint val="50000"/>
      </a:schemeClr>
      <a:schemeClr val="accent5">
        <a:tint val="50000"/>
      </a:schemeClr>
      <a:schemeClr val="accent6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alignImgPlace1">
    <dgm:fillClrLst>
      <a:schemeClr val="accent1">
        <a:tint val="50000"/>
      </a:schemeClr>
      <a:schemeClr val="accent2">
        <a:tint val="2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bgImgPlace1">
    <dgm:fillClrLst>
      <a:schemeClr val="accent1">
        <a:tint val="50000"/>
      </a:schemeClr>
      <a:schemeClr val="accent2">
        <a:tint val="2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sibTrans2D1">
    <dgm:fillClrLst meth="repeat">
      <a:schemeClr val="accent2"/>
      <a:schemeClr val="accent3"/>
      <a:schemeClr val="accent4"/>
      <a:schemeClr val="accent5"/>
      <a:schemeClr val="accent6"/>
    </dgm:fillClrLst>
    <dgm:linClrLst meth="cycle">
      <a:schemeClr val="lt1"/>
    </dgm:linClrLst>
    <dgm:effectClrLst/>
    <dgm:txLinClrLst/>
    <dgm:txFillClrLst/>
    <dgm:txEffectClrLst/>
  </dgm:styleLbl>
  <dgm:styleLbl name="fgSibTrans2D1">
    <dgm:fillClrLst meth="repeat">
      <a:schemeClr val="accent2"/>
      <a:schemeClr val="accent3"/>
      <a:schemeClr val="accent4"/>
      <a:schemeClr val="accent5"/>
      <a:schemeClr val="accent6"/>
    </dgm:fillClrLst>
    <dgm:linClrLst meth="cycle">
      <a:schemeClr val="lt1"/>
    </dgm:linClrLst>
    <dgm:effectClrLst/>
    <dgm:txLinClrLst/>
    <dgm:txFillClrLst meth="repeat">
      <a:schemeClr val="lt1"/>
    </dgm:txFillClrLst>
    <dgm:txEffectClrLst/>
  </dgm:styleLbl>
  <dgm:styleLbl name="bgSibTrans2D1">
    <dgm:fillClrLst meth="repeat">
      <a:schemeClr val="accent2"/>
      <a:schemeClr val="accent3"/>
      <a:schemeClr val="accent4"/>
      <a:schemeClr val="accent5"/>
      <a:schemeClr val="accent6"/>
    </dgm:fillClrLst>
    <dgm:linClrLst meth="cycle">
      <a:schemeClr val="lt1"/>
    </dgm:linClrLst>
    <dgm:effectClrLst/>
    <dgm:txLinClrLst/>
    <dgm:txFillClrLst meth="repeat">
      <a:schemeClr val="lt1"/>
    </dgm:txFillClrLst>
    <dgm:txEffectClrLst/>
  </dgm:styleLbl>
  <dgm:styleLbl name="sibTrans1D1">
    <dgm:fillClrLst meth="repeat">
      <a:schemeClr val="accent2"/>
      <a:schemeClr val="accent3"/>
      <a:schemeClr val="accent4"/>
      <a:schemeClr val="accent5"/>
      <a:schemeClr val="accent6"/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tx1"/>
    </dgm:txFillClrLst>
    <dgm:txEffectClrLst/>
  </dgm:styleLbl>
  <dgm:styleLbl name="callout">
    <dgm:fillClrLst meth="repeat">
      <a:schemeClr val="accent2"/>
    </dgm:fillClrLst>
    <dgm:linClrLst meth="repeat">
      <a:schemeClr val="accent2">
        <a:tint val="50000"/>
      </a:schemeClr>
    </dgm:linClrLst>
    <dgm:effectClrLst/>
    <dgm:txLinClrLst/>
    <dgm:txFillClrLst meth="repeat">
      <a:schemeClr val="tx1"/>
    </dgm:txFillClrLst>
    <dgm:txEffectClrLst/>
  </dgm:styleLbl>
  <dgm:styleLbl name="asst0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sst1">
    <dgm:fillClrLst meth="repeat">
      <a:schemeClr val="accent2"/>
    </dgm:fillClrLst>
    <dgm:linClrLst meth="repeat">
      <a:schemeClr val="lt1"/>
    </dgm:linClrLst>
    <dgm:effectClrLst/>
    <dgm:txLinClrLst/>
    <dgm:txFillClrLst/>
    <dgm:txEffectClrLst/>
  </dgm:styleLbl>
  <dgm:styleLbl name="asst2">
    <dgm:fillClrLst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asst3">
    <dgm:fillClrLst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asst4">
    <dgm:fillClrLst>
      <a:schemeClr val="accent5"/>
    </dgm:fillClrLst>
    <dgm:linClrLst meth="repeat">
      <a:schemeClr val="lt1"/>
    </dgm:linClrLst>
    <dgm:effectClrLst/>
    <dgm:txLinClrLst/>
    <dgm:txFillClrLst/>
    <dgm:txEffectClrLst/>
  </dgm:styleLbl>
  <dgm:styleLbl name="parChTrans2D1">
    <dgm:fillClrLst meth="repeat">
      <a:schemeClr val="accent2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parChTrans2D2">
    <dgm:fillClrLst meth="repeat"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parChTrans2D3">
    <dgm:fillClrLst meth="repeat"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parChTrans2D4">
    <dgm:fillClrLst meth="repeat">
      <a:schemeClr val="accent5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parChTrans1D1">
    <dgm:fillClrLst meth="repeat">
      <a:schemeClr val="accent2"/>
    </dgm:fillClrLst>
    <dgm:linClrLst meth="repeat">
      <a:schemeClr val="accent1"/>
    </dgm:linClrLst>
    <dgm:effectClrLst/>
    <dgm:txLinClrLst/>
    <dgm:txFillClrLst meth="repeat">
      <a:schemeClr val="tx1"/>
    </dgm:txFillClrLst>
    <dgm:txEffectClrLst/>
  </dgm:styleLbl>
  <dgm:styleLbl name="parChTrans1D2">
    <dgm:fillClrLst meth="repeat">
      <a:schemeClr val="accent3">
        <a:tint val="90000"/>
      </a:schemeClr>
    </dgm:fillClrLst>
    <dgm:linClrLst meth="repeat">
      <a:schemeClr val="accent2"/>
    </dgm:linClrLst>
    <dgm:effectClrLst/>
    <dgm:txLinClrLst/>
    <dgm:txFillClrLst meth="repeat">
      <a:schemeClr val="tx1"/>
    </dgm:txFillClrLst>
    <dgm:txEffectClrLst/>
  </dgm:styleLbl>
  <dgm:styleLbl name="parChTrans1D3">
    <dgm:fillClrLst meth="repeat">
      <a:schemeClr val="accent4">
        <a:tint val="70000"/>
      </a:schemeClr>
    </dgm:fillClrLst>
    <dgm:linClrLst meth="repeat">
      <a:schemeClr val="accent3"/>
    </dgm:linClrLst>
    <dgm:effectClrLst/>
    <dgm:txLinClrLst/>
    <dgm:txFillClrLst meth="repeat">
      <a:schemeClr val="tx1"/>
    </dgm:txFillClrLst>
    <dgm:txEffectClrLst/>
  </dgm:styleLbl>
  <dgm:styleLbl name="parChTrans1D4">
    <dgm:fillClrLst meth="repeat">
      <a:schemeClr val="accent5">
        <a:tint val="50000"/>
      </a:schemeClr>
    </dgm:fillClrLst>
    <dgm:linClrLst meth="repeat">
      <a:schemeClr val="accent4"/>
    </dgm:linClrLst>
    <dgm:effectClrLst/>
    <dgm:txLinClrLst/>
    <dgm:txFillClrLst meth="repeat">
      <a:schemeClr val="tx1"/>
    </dgm:txFillClrLst>
    <dgm:txEffectClrLst/>
  </dgm:styleLbl>
  <dgm:styleLbl name="fgAcc1">
    <dgm:fillClrLst meth="repeat">
      <a:schemeClr val="lt1">
        <a:alpha val="90000"/>
      </a:schemeClr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conFgAcc1">
    <dgm:fillClrLst meth="repeat">
      <a:schemeClr val="lt1">
        <a:alpha val="90000"/>
      </a:schemeClr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alignAcc1">
    <dgm:fillClrLst meth="repeat">
      <a:schemeClr val="lt1">
        <a:alpha val="90000"/>
      </a:schemeClr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trAlignAcc1">
    <dgm:fillClrLst meth="repeat">
      <a:schemeClr val="lt1">
        <a:alpha val="4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bgAcc1">
    <dgm:fillClrLst meth="repeat">
      <a:schemeClr val="lt1">
        <a:alpha val="90000"/>
      </a:schemeClr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solidFgAcc1">
    <dgm:fillClrLst meth="repeat">
      <a:schemeClr val="lt1"/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solidAlignAcc1">
    <dgm:fillClrLst meth="repeat">
      <a:schemeClr val="lt1"/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solidBgAcc1">
    <dgm:fillClrLst meth="repeat">
      <a:schemeClr val="lt1"/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fgAccFollowNode1">
    <dgm:fillClrLst meth="repeat">
      <a:schemeClr val="accent2">
        <a:tint val="40000"/>
        <a:alpha val="90000"/>
      </a:schemeClr>
      <a:schemeClr val="accent3">
        <a:tint val="40000"/>
        <a:alpha val="90000"/>
      </a:schemeClr>
      <a:schemeClr val="accent4">
        <a:tint val="40000"/>
        <a:alpha val="90000"/>
      </a:schemeClr>
      <a:schemeClr val="accent5">
        <a:tint val="40000"/>
        <a:alpha val="90000"/>
      </a:schemeClr>
      <a:schemeClr val="accent6">
        <a:tint val="40000"/>
        <a:alpha val="90000"/>
      </a:schemeClr>
    </dgm:fillClrLst>
    <dgm:linClrLst meth="repeat">
      <a:schemeClr val="accent2">
        <a:tint val="40000"/>
        <a:alpha val="90000"/>
      </a:schemeClr>
      <a:schemeClr val="accent3">
        <a:tint val="40000"/>
        <a:alpha val="90000"/>
      </a:schemeClr>
      <a:schemeClr val="accent4">
        <a:tint val="40000"/>
        <a:alpha val="90000"/>
      </a:schemeClr>
      <a:schemeClr val="accent5">
        <a:tint val="40000"/>
        <a:alpha val="90000"/>
      </a:schemeClr>
      <a:schemeClr val="accent6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alignAccFollowNode1">
    <dgm:fillClrLst meth="repeat">
      <a:schemeClr val="accent2">
        <a:tint val="40000"/>
        <a:alpha val="90000"/>
      </a:schemeClr>
      <a:schemeClr val="accent3">
        <a:tint val="40000"/>
        <a:alpha val="90000"/>
      </a:schemeClr>
      <a:schemeClr val="accent4">
        <a:tint val="40000"/>
        <a:alpha val="90000"/>
      </a:schemeClr>
      <a:schemeClr val="accent5">
        <a:tint val="40000"/>
        <a:alpha val="90000"/>
      </a:schemeClr>
      <a:schemeClr val="accent6">
        <a:tint val="40000"/>
        <a:alpha val="90000"/>
      </a:schemeClr>
    </dgm:fillClrLst>
    <dgm:linClrLst meth="repeat">
      <a:schemeClr val="accent2">
        <a:tint val="40000"/>
        <a:alpha val="90000"/>
      </a:schemeClr>
      <a:schemeClr val="accent3">
        <a:tint val="40000"/>
        <a:alpha val="90000"/>
      </a:schemeClr>
      <a:schemeClr val="accent4">
        <a:tint val="40000"/>
        <a:alpha val="90000"/>
      </a:schemeClr>
      <a:schemeClr val="accent5">
        <a:tint val="40000"/>
        <a:alpha val="90000"/>
      </a:schemeClr>
      <a:schemeClr val="accent6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bgAccFollowNode1">
    <dgm:fillClrLst meth="repeat">
      <a:schemeClr val="accent2">
        <a:tint val="40000"/>
        <a:alpha val="90000"/>
      </a:schemeClr>
      <a:schemeClr val="accent3">
        <a:tint val="40000"/>
        <a:alpha val="90000"/>
      </a:schemeClr>
      <a:schemeClr val="accent4">
        <a:tint val="40000"/>
        <a:alpha val="90000"/>
      </a:schemeClr>
      <a:schemeClr val="accent5">
        <a:tint val="40000"/>
        <a:alpha val="90000"/>
      </a:schemeClr>
      <a:schemeClr val="accent6">
        <a:tint val="40000"/>
        <a:alpha val="90000"/>
      </a:schemeClr>
    </dgm:fillClrLst>
    <dgm:linClrLst meth="repeat">
      <a:schemeClr val="accent2">
        <a:tint val="40000"/>
        <a:alpha val="90000"/>
      </a:schemeClr>
      <a:schemeClr val="accent3">
        <a:tint val="40000"/>
        <a:alpha val="90000"/>
      </a:schemeClr>
      <a:schemeClr val="accent4">
        <a:tint val="40000"/>
        <a:alpha val="90000"/>
      </a:schemeClr>
      <a:schemeClr val="accent5">
        <a:tint val="40000"/>
        <a:alpha val="90000"/>
      </a:schemeClr>
      <a:schemeClr val="accent6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fgAcc0">
    <dgm:fillClrLst meth="repeat">
      <a:schemeClr val="lt1">
        <a:alpha val="90000"/>
      </a:schemeClr>
    </dgm:fillClrLst>
    <dgm:linClrLst>
      <a:schemeClr val="accent1"/>
    </dgm:linClrLst>
    <dgm:effectClrLst/>
    <dgm:txLinClrLst/>
    <dgm:txFillClrLst meth="repeat">
      <a:schemeClr val="dk1"/>
    </dgm:txFillClrLst>
    <dgm:txEffectClrLst/>
  </dgm:styleLbl>
  <dgm:styleLbl name="fgAcc2">
    <dgm:fillClrLst meth="repeat">
      <a:schemeClr val="lt1">
        <a:alpha val="90000"/>
      </a:schemeClr>
    </dgm:fillClrLst>
    <dgm:linClrLst>
      <a:schemeClr val="accent2"/>
    </dgm:linClrLst>
    <dgm:effectClrLst/>
    <dgm:txLinClrLst/>
    <dgm:txFillClrLst meth="repeat">
      <a:schemeClr val="dk1"/>
    </dgm:txFillClrLst>
    <dgm:txEffectClrLst/>
  </dgm:styleLbl>
  <dgm:styleLbl name="fgAcc3">
    <dgm:fillClrLst meth="repeat">
      <a:schemeClr val="lt1">
        <a:alpha val="90000"/>
      </a:schemeClr>
    </dgm:fillClrLst>
    <dgm:linClrLst>
      <a:schemeClr val="accent3"/>
    </dgm:linClrLst>
    <dgm:effectClrLst/>
    <dgm:txLinClrLst/>
    <dgm:txFillClrLst meth="repeat">
      <a:schemeClr val="dk1"/>
    </dgm:txFillClrLst>
    <dgm:txEffectClrLst/>
  </dgm:styleLbl>
  <dgm:styleLbl name="fgAcc4">
    <dgm:fillClrLst meth="repeat">
      <a:schemeClr val="lt1">
        <a:alpha val="90000"/>
      </a:schemeClr>
    </dgm:fillClrLst>
    <dgm:linClrLst>
      <a:schemeClr val="accent4"/>
    </dgm:linClrLst>
    <dgm:effectClrLst/>
    <dgm:txLinClrLst/>
    <dgm:txFillClrLst meth="repeat">
      <a:schemeClr val="dk1"/>
    </dgm:txFillClrLst>
    <dgm:txEffectClrLst/>
  </dgm:styleLbl>
  <dgm:styleLbl name="bgShp">
    <dgm:fillClrLst meth="repeat">
      <a:schemeClr val="bg1">
        <a:lumMod val="95000"/>
      </a:schemeClr>
    </dgm:fillClrLst>
    <dgm:linClrLst meth="repeat">
      <a:schemeClr val="dk1"/>
    </dgm:linClrLst>
    <dgm:effectClrLst/>
    <dgm:txLinClrLst/>
    <dgm:txFillClrLst meth="repeat">
      <a:schemeClr val="dk1"/>
    </dgm:txFillClrLst>
    <dgm:txEffectClrLst/>
  </dgm:styleLbl>
  <dgm:styleLbl name="dkBgShp">
    <dgm:fillClrLst meth="repeat">
      <a:schemeClr val="accent2">
        <a:shade val="90000"/>
      </a:schemeClr>
    </dgm:fillClrLst>
    <dgm:linClrLst meth="repeat">
      <a:schemeClr val="dk1"/>
    </dgm:linClrLst>
    <dgm:effectClrLst/>
    <dgm:txLinClrLst/>
    <dgm:txFillClrLst meth="repeat">
      <a:schemeClr val="lt1"/>
    </dgm:txFillClrLst>
    <dgm:txEffectClrLst/>
  </dgm:styleLbl>
  <dgm:styleLbl name="trBgShp">
    <dgm:fillClrLst meth="repeat">
      <a:schemeClr val="accent1">
        <a:tint val="50000"/>
        <a:alpha val="40000"/>
      </a:schemeClr>
    </dgm:fillClrLst>
    <dgm:linClrLst meth="repeat">
      <a:schemeClr val="accent2"/>
    </dgm:linClrLst>
    <dgm:effectClrLst/>
    <dgm:txLinClrLst/>
    <dgm:txFillClrLst meth="repeat">
      <a:schemeClr val="lt1"/>
    </dgm:txFillClrLst>
    <dgm:txEffectClrLst/>
  </dgm:styleLbl>
  <dgm:styleLbl name="fgShp">
    <dgm:fillClrLst meth="repeat">
      <a:schemeClr val="accent2">
        <a:tint val="40000"/>
      </a:schemeClr>
    </dgm:fillClrLst>
    <dgm:linClrLst meth="repeat">
      <a:schemeClr val="lt1"/>
    </dgm:linClrLst>
    <dgm:effectClrLst/>
    <dgm:txLinClrLst/>
    <dgm:txFillClrLst meth="repeat">
      <a:schemeClr val="dk1"/>
    </dgm:txFillClrLst>
    <dgm:txEffectClrLst/>
  </dgm:styleLbl>
  <dgm:styleLbl name="revTx">
    <dgm:fillClrLst meth="repeat">
      <a:schemeClr val="lt1">
        <a:alpha val="0"/>
      </a:schemeClr>
    </dgm:fillClrLst>
    <dgm:linClrLst meth="repeat">
      <a:schemeClr val="dk1">
        <a:alpha val="0"/>
      </a:schemeClr>
    </dgm:linClrLst>
    <dgm:effectClrLst/>
    <dgm:txLinClrLst/>
    <dgm:txFillClrLst meth="repeat">
      <a:schemeClr val="tx1"/>
    </dgm:txFillClrLst>
    <dgm:txEffectClrLst/>
  </dgm:styleLbl>
</dgm:colorsDef>
</file>

<file path=ppt/diagrams/colors94.xml><?xml version="1.0" encoding="utf-8"?>
<dgm:colorsDef xmlns:dgm="http://schemas.openxmlformats.org/drawingml/2006/diagram" xmlns:a="http://schemas.openxmlformats.org/drawingml/2006/main" uniqueId="urn:microsoft.com/office/officeart/2018/5/colors/Iconchunking_neutralbg_colorful1">
  <dgm:title val=""/>
  <dgm:desc val=""/>
  <dgm:catLst>
    <dgm:cat type="colorful" pri="10100"/>
  </dgm:catLst>
  <dgm:styleLbl name="node0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node1">
    <dgm:fillClrLst meth="repeat">
      <a:schemeClr val="accent2"/>
      <a:schemeClr val="accent3"/>
      <a:schemeClr val="accent4"/>
      <a:schemeClr val="accent5"/>
      <a:schemeClr val="accent6"/>
    </dgm:fillClrLst>
    <dgm:linClrLst meth="repeat">
      <a:schemeClr val="lt1">
        <a:alpha val="0"/>
      </a:schemeClr>
    </dgm:linClrLst>
    <dgm:effectClrLst/>
    <dgm:txLinClrLst/>
    <dgm:txFillClrLst/>
    <dgm:txEffectClrLst/>
  </dgm:styleLbl>
  <dgm:styleLbl name="alignNode1">
    <dgm:fillClrLst meth="repeat">
      <a:schemeClr val="accent2"/>
      <a:schemeClr val="accent3"/>
      <a:schemeClr val="accent4"/>
      <a:schemeClr val="accent5"/>
      <a:schemeClr val="accent6"/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/>
    <dgm:txEffectClrLst/>
  </dgm:styleLbl>
  <dgm:styleLbl name="lnNode1">
    <dgm:fillClrLst meth="repeat">
      <a:schemeClr val="accent2"/>
      <a:schemeClr val="accent3"/>
      <a:schemeClr val="accent4"/>
      <a:schemeClr val="accent5"/>
      <a:schemeClr val="accent6"/>
    </dgm:fillClrLst>
    <dgm:linClrLst meth="repeat">
      <a:schemeClr val="lt1"/>
    </dgm:linClrLst>
    <dgm:effectClrLst/>
    <dgm:txLinClrLst/>
    <dgm:txFillClrLst/>
    <dgm:txEffectClrLst/>
  </dgm:styleLbl>
  <dgm:styleLbl name="vennNode1">
    <dgm:fillClrLst meth="repeat">
      <a:schemeClr val="accent2">
        <a:alpha val="50000"/>
      </a:schemeClr>
      <a:schemeClr val="accent3">
        <a:alpha val="50000"/>
      </a:schemeClr>
      <a:schemeClr val="accent4">
        <a:alpha val="50000"/>
      </a:schemeClr>
      <a:schemeClr val="accent5">
        <a:alpha val="50000"/>
      </a:schemeClr>
      <a:schemeClr val="accent6">
        <a:alpha val="50000"/>
      </a:schemeClr>
    </dgm:fillClrLst>
    <dgm:linClrLst meth="repeat">
      <a:schemeClr val="lt1"/>
    </dgm:linClrLst>
    <dgm:effectClrLst/>
    <dgm:txLinClrLst/>
    <dgm:txFillClrLst/>
    <dgm:txEffectClrLst/>
  </dgm:styleLbl>
  <dgm:styleLbl name="node2">
    <dgm:fillClrLst>
      <a:schemeClr val="accent2"/>
    </dgm:fillClrLst>
    <dgm:linClrLst meth="repeat">
      <a:schemeClr val="lt1"/>
    </dgm:linClrLst>
    <dgm:effectClrLst/>
    <dgm:txLinClrLst/>
    <dgm:txFillClrLst/>
    <dgm:txEffectClrLst/>
  </dgm:styleLbl>
  <dgm:styleLbl name="node3">
    <dgm:fillClrLst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node4">
    <dgm:fillClrLst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fgImgPlace1">
    <dgm:fillClrLst meth="repeat">
      <a:schemeClr val="accent2">
        <a:tint val="50000"/>
      </a:schemeClr>
      <a:schemeClr val="accent3">
        <a:tint val="50000"/>
      </a:schemeClr>
      <a:schemeClr val="accent4">
        <a:tint val="50000"/>
      </a:schemeClr>
      <a:schemeClr val="accent5">
        <a:tint val="50000"/>
      </a:schemeClr>
      <a:schemeClr val="accent6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alignImgPlace1">
    <dgm:fillClrLst>
      <a:schemeClr val="accent1">
        <a:tint val="50000"/>
      </a:schemeClr>
      <a:schemeClr val="accent2">
        <a:tint val="2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bgImgPlace1">
    <dgm:fillClrLst>
      <a:schemeClr val="accent1">
        <a:tint val="50000"/>
      </a:schemeClr>
      <a:schemeClr val="accent2">
        <a:tint val="2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sibTrans2D1">
    <dgm:fillClrLst meth="repeat">
      <a:schemeClr val="accent2"/>
      <a:schemeClr val="accent3"/>
      <a:schemeClr val="accent4"/>
      <a:schemeClr val="accent5"/>
      <a:schemeClr val="accent6"/>
    </dgm:fillClrLst>
    <dgm:linClrLst meth="cycle">
      <a:schemeClr val="lt1"/>
    </dgm:linClrLst>
    <dgm:effectClrLst/>
    <dgm:txLinClrLst/>
    <dgm:txFillClrLst/>
    <dgm:txEffectClrLst/>
  </dgm:styleLbl>
  <dgm:styleLbl name="fgSibTrans2D1">
    <dgm:fillClrLst meth="repeat">
      <a:schemeClr val="accent2"/>
      <a:schemeClr val="accent3"/>
      <a:schemeClr val="accent4"/>
      <a:schemeClr val="accent5"/>
      <a:schemeClr val="accent6"/>
    </dgm:fillClrLst>
    <dgm:linClrLst meth="cycle">
      <a:schemeClr val="lt1"/>
    </dgm:linClrLst>
    <dgm:effectClrLst/>
    <dgm:txLinClrLst/>
    <dgm:txFillClrLst meth="repeat">
      <a:schemeClr val="lt1"/>
    </dgm:txFillClrLst>
    <dgm:txEffectClrLst/>
  </dgm:styleLbl>
  <dgm:styleLbl name="bgSibTrans2D1">
    <dgm:fillClrLst meth="repeat">
      <a:schemeClr val="accent2"/>
      <a:schemeClr val="accent3"/>
      <a:schemeClr val="accent4"/>
      <a:schemeClr val="accent5"/>
      <a:schemeClr val="accent6"/>
    </dgm:fillClrLst>
    <dgm:linClrLst meth="cycle">
      <a:schemeClr val="lt1"/>
    </dgm:linClrLst>
    <dgm:effectClrLst/>
    <dgm:txLinClrLst/>
    <dgm:txFillClrLst meth="repeat">
      <a:schemeClr val="lt1"/>
    </dgm:txFillClrLst>
    <dgm:txEffectClrLst/>
  </dgm:styleLbl>
  <dgm:styleLbl name="sibTrans1D1">
    <dgm:fillClrLst meth="repeat">
      <a:schemeClr val="accent2"/>
      <a:schemeClr val="accent3"/>
      <a:schemeClr val="accent4"/>
      <a:schemeClr val="accent5"/>
      <a:schemeClr val="accent6"/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tx1"/>
    </dgm:txFillClrLst>
    <dgm:txEffectClrLst/>
  </dgm:styleLbl>
  <dgm:styleLbl name="callout">
    <dgm:fillClrLst meth="repeat">
      <a:schemeClr val="accent2"/>
    </dgm:fillClrLst>
    <dgm:linClrLst meth="repeat">
      <a:schemeClr val="accent2">
        <a:tint val="50000"/>
      </a:schemeClr>
    </dgm:linClrLst>
    <dgm:effectClrLst/>
    <dgm:txLinClrLst/>
    <dgm:txFillClrLst meth="repeat">
      <a:schemeClr val="tx1"/>
    </dgm:txFillClrLst>
    <dgm:txEffectClrLst/>
  </dgm:styleLbl>
  <dgm:styleLbl name="asst0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sst1">
    <dgm:fillClrLst meth="repeat">
      <a:schemeClr val="accent2"/>
    </dgm:fillClrLst>
    <dgm:linClrLst meth="repeat">
      <a:schemeClr val="lt1"/>
    </dgm:linClrLst>
    <dgm:effectClrLst/>
    <dgm:txLinClrLst/>
    <dgm:txFillClrLst/>
    <dgm:txEffectClrLst/>
  </dgm:styleLbl>
  <dgm:styleLbl name="asst2">
    <dgm:fillClrLst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asst3">
    <dgm:fillClrLst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asst4">
    <dgm:fillClrLst>
      <a:schemeClr val="accent5"/>
    </dgm:fillClrLst>
    <dgm:linClrLst meth="repeat">
      <a:schemeClr val="lt1"/>
    </dgm:linClrLst>
    <dgm:effectClrLst/>
    <dgm:txLinClrLst/>
    <dgm:txFillClrLst/>
    <dgm:txEffectClrLst/>
  </dgm:styleLbl>
  <dgm:styleLbl name="parChTrans2D1">
    <dgm:fillClrLst meth="repeat">
      <a:schemeClr val="accent2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parChTrans2D2">
    <dgm:fillClrLst meth="repeat"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parChTrans2D3">
    <dgm:fillClrLst meth="repeat"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parChTrans2D4">
    <dgm:fillClrLst meth="repeat">
      <a:schemeClr val="accent5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parChTrans1D1">
    <dgm:fillClrLst meth="repeat">
      <a:schemeClr val="accent2"/>
    </dgm:fillClrLst>
    <dgm:linClrLst meth="repeat">
      <a:schemeClr val="accent1"/>
    </dgm:linClrLst>
    <dgm:effectClrLst/>
    <dgm:txLinClrLst/>
    <dgm:txFillClrLst meth="repeat">
      <a:schemeClr val="tx1"/>
    </dgm:txFillClrLst>
    <dgm:txEffectClrLst/>
  </dgm:styleLbl>
  <dgm:styleLbl name="parChTrans1D2">
    <dgm:fillClrLst meth="repeat">
      <a:schemeClr val="accent3">
        <a:tint val="90000"/>
      </a:schemeClr>
    </dgm:fillClrLst>
    <dgm:linClrLst meth="repeat">
      <a:schemeClr val="accent2"/>
    </dgm:linClrLst>
    <dgm:effectClrLst/>
    <dgm:txLinClrLst/>
    <dgm:txFillClrLst meth="repeat">
      <a:schemeClr val="tx1"/>
    </dgm:txFillClrLst>
    <dgm:txEffectClrLst/>
  </dgm:styleLbl>
  <dgm:styleLbl name="parChTrans1D3">
    <dgm:fillClrLst meth="repeat">
      <a:schemeClr val="accent4">
        <a:tint val="70000"/>
      </a:schemeClr>
    </dgm:fillClrLst>
    <dgm:linClrLst meth="repeat">
      <a:schemeClr val="accent3"/>
    </dgm:linClrLst>
    <dgm:effectClrLst/>
    <dgm:txLinClrLst/>
    <dgm:txFillClrLst meth="repeat">
      <a:schemeClr val="tx1"/>
    </dgm:txFillClrLst>
    <dgm:txEffectClrLst/>
  </dgm:styleLbl>
  <dgm:styleLbl name="parChTrans1D4">
    <dgm:fillClrLst meth="repeat">
      <a:schemeClr val="accent5">
        <a:tint val="50000"/>
      </a:schemeClr>
    </dgm:fillClrLst>
    <dgm:linClrLst meth="repeat">
      <a:schemeClr val="accent4"/>
    </dgm:linClrLst>
    <dgm:effectClrLst/>
    <dgm:txLinClrLst/>
    <dgm:txFillClrLst meth="repeat">
      <a:schemeClr val="tx1"/>
    </dgm:txFillClrLst>
    <dgm:txEffectClrLst/>
  </dgm:styleLbl>
  <dgm:styleLbl name="fgAcc1">
    <dgm:fillClrLst meth="repeat">
      <a:schemeClr val="lt1">
        <a:alpha val="90000"/>
      </a:schemeClr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conFgAcc1">
    <dgm:fillClrLst meth="repeat">
      <a:schemeClr val="lt1">
        <a:alpha val="90000"/>
      </a:schemeClr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alignAcc1">
    <dgm:fillClrLst meth="repeat">
      <a:schemeClr val="lt1">
        <a:alpha val="90000"/>
      </a:schemeClr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trAlignAcc1">
    <dgm:fillClrLst meth="repeat">
      <a:schemeClr val="lt1">
        <a:alpha val="4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bgAcc1">
    <dgm:fillClrLst meth="repeat">
      <a:schemeClr val="lt1">
        <a:alpha val="90000"/>
      </a:schemeClr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solidFgAcc1">
    <dgm:fillClrLst meth="repeat">
      <a:schemeClr val="lt1"/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solidAlignAcc1">
    <dgm:fillClrLst meth="repeat">
      <a:schemeClr val="lt1"/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solidBgAcc1">
    <dgm:fillClrLst meth="repeat">
      <a:schemeClr val="lt1"/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fgAccFollowNode1">
    <dgm:fillClrLst meth="repeat">
      <a:schemeClr val="accent2">
        <a:tint val="40000"/>
        <a:alpha val="90000"/>
      </a:schemeClr>
      <a:schemeClr val="accent3">
        <a:tint val="40000"/>
        <a:alpha val="90000"/>
      </a:schemeClr>
      <a:schemeClr val="accent4">
        <a:tint val="40000"/>
        <a:alpha val="90000"/>
      </a:schemeClr>
      <a:schemeClr val="accent5">
        <a:tint val="40000"/>
        <a:alpha val="90000"/>
      </a:schemeClr>
      <a:schemeClr val="accent6">
        <a:tint val="40000"/>
        <a:alpha val="90000"/>
      </a:schemeClr>
    </dgm:fillClrLst>
    <dgm:linClrLst meth="repeat">
      <a:schemeClr val="accent2">
        <a:tint val="40000"/>
        <a:alpha val="90000"/>
      </a:schemeClr>
      <a:schemeClr val="accent3">
        <a:tint val="40000"/>
        <a:alpha val="90000"/>
      </a:schemeClr>
      <a:schemeClr val="accent4">
        <a:tint val="40000"/>
        <a:alpha val="90000"/>
      </a:schemeClr>
      <a:schemeClr val="accent5">
        <a:tint val="40000"/>
        <a:alpha val="90000"/>
      </a:schemeClr>
      <a:schemeClr val="accent6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alignAccFollowNode1">
    <dgm:fillClrLst meth="repeat">
      <a:schemeClr val="accent2">
        <a:tint val="40000"/>
        <a:alpha val="90000"/>
      </a:schemeClr>
      <a:schemeClr val="accent3">
        <a:tint val="40000"/>
        <a:alpha val="90000"/>
      </a:schemeClr>
      <a:schemeClr val="accent4">
        <a:tint val="40000"/>
        <a:alpha val="90000"/>
      </a:schemeClr>
      <a:schemeClr val="accent5">
        <a:tint val="40000"/>
        <a:alpha val="90000"/>
      </a:schemeClr>
      <a:schemeClr val="accent6">
        <a:tint val="40000"/>
        <a:alpha val="90000"/>
      </a:schemeClr>
    </dgm:fillClrLst>
    <dgm:linClrLst meth="repeat">
      <a:schemeClr val="accent2">
        <a:tint val="40000"/>
        <a:alpha val="90000"/>
      </a:schemeClr>
      <a:schemeClr val="accent3">
        <a:tint val="40000"/>
        <a:alpha val="90000"/>
      </a:schemeClr>
      <a:schemeClr val="accent4">
        <a:tint val="40000"/>
        <a:alpha val="90000"/>
      </a:schemeClr>
      <a:schemeClr val="accent5">
        <a:tint val="40000"/>
        <a:alpha val="90000"/>
      </a:schemeClr>
      <a:schemeClr val="accent6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bgAccFollowNode1">
    <dgm:fillClrLst meth="repeat">
      <a:schemeClr val="accent2">
        <a:tint val="40000"/>
        <a:alpha val="90000"/>
      </a:schemeClr>
      <a:schemeClr val="accent3">
        <a:tint val="40000"/>
        <a:alpha val="90000"/>
      </a:schemeClr>
      <a:schemeClr val="accent4">
        <a:tint val="40000"/>
        <a:alpha val="90000"/>
      </a:schemeClr>
      <a:schemeClr val="accent5">
        <a:tint val="40000"/>
        <a:alpha val="90000"/>
      </a:schemeClr>
      <a:schemeClr val="accent6">
        <a:tint val="40000"/>
        <a:alpha val="90000"/>
      </a:schemeClr>
    </dgm:fillClrLst>
    <dgm:linClrLst meth="repeat">
      <a:schemeClr val="accent2">
        <a:tint val="40000"/>
        <a:alpha val="90000"/>
      </a:schemeClr>
      <a:schemeClr val="accent3">
        <a:tint val="40000"/>
        <a:alpha val="90000"/>
      </a:schemeClr>
      <a:schemeClr val="accent4">
        <a:tint val="40000"/>
        <a:alpha val="90000"/>
      </a:schemeClr>
      <a:schemeClr val="accent5">
        <a:tint val="40000"/>
        <a:alpha val="90000"/>
      </a:schemeClr>
      <a:schemeClr val="accent6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fgAcc0">
    <dgm:fillClrLst meth="repeat">
      <a:schemeClr val="lt1">
        <a:alpha val="90000"/>
      </a:schemeClr>
    </dgm:fillClrLst>
    <dgm:linClrLst>
      <a:schemeClr val="accent1"/>
    </dgm:linClrLst>
    <dgm:effectClrLst/>
    <dgm:txLinClrLst/>
    <dgm:txFillClrLst meth="repeat">
      <a:schemeClr val="dk1"/>
    </dgm:txFillClrLst>
    <dgm:txEffectClrLst/>
  </dgm:styleLbl>
  <dgm:styleLbl name="fgAcc2">
    <dgm:fillClrLst meth="repeat">
      <a:schemeClr val="lt1">
        <a:alpha val="90000"/>
      </a:schemeClr>
    </dgm:fillClrLst>
    <dgm:linClrLst>
      <a:schemeClr val="accent2"/>
    </dgm:linClrLst>
    <dgm:effectClrLst/>
    <dgm:txLinClrLst/>
    <dgm:txFillClrLst meth="repeat">
      <a:schemeClr val="dk1"/>
    </dgm:txFillClrLst>
    <dgm:txEffectClrLst/>
  </dgm:styleLbl>
  <dgm:styleLbl name="fgAcc3">
    <dgm:fillClrLst meth="repeat">
      <a:schemeClr val="lt1">
        <a:alpha val="90000"/>
      </a:schemeClr>
    </dgm:fillClrLst>
    <dgm:linClrLst>
      <a:schemeClr val="accent3"/>
    </dgm:linClrLst>
    <dgm:effectClrLst/>
    <dgm:txLinClrLst/>
    <dgm:txFillClrLst meth="repeat">
      <a:schemeClr val="dk1"/>
    </dgm:txFillClrLst>
    <dgm:txEffectClrLst/>
  </dgm:styleLbl>
  <dgm:styleLbl name="fgAcc4">
    <dgm:fillClrLst meth="repeat">
      <a:schemeClr val="lt1">
        <a:alpha val="90000"/>
      </a:schemeClr>
    </dgm:fillClrLst>
    <dgm:linClrLst>
      <a:schemeClr val="accent4"/>
    </dgm:linClrLst>
    <dgm:effectClrLst/>
    <dgm:txLinClrLst/>
    <dgm:txFillClrLst meth="repeat">
      <a:schemeClr val="dk1"/>
    </dgm:txFillClrLst>
    <dgm:txEffectClrLst/>
  </dgm:styleLbl>
  <dgm:styleLbl name="bgShp">
    <dgm:fillClrLst meth="repeat">
      <a:schemeClr val="bg1">
        <a:lumMod val="95000"/>
      </a:schemeClr>
    </dgm:fillClrLst>
    <dgm:linClrLst meth="repeat">
      <a:schemeClr val="dk1"/>
    </dgm:linClrLst>
    <dgm:effectClrLst/>
    <dgm:txLinClrLst/>
    <dgm:txFillClrLst meth="repeat">
      <a:schemeClr val="dk1"/>
    </dgm:txFillClrLst>
    <dgm:txEffectClrLst/>
  </dgm:styleLbl>
  <dgm:styleLbl name="dkBgShp">
    <dgm:fillClrLst meth="repeat">
      <a:schemeClr val="accent2">
        <a:shade val="90000"/>
      </a:schemeClr>
    </dgm:fillClrLst>
    <dgm:linClrLst meth="repeat">
      <a:schemeClr val="dk1"/>
    </dgm:linClrLst>
    <dgm:effectClrLst/>
    <dgm:txLinClrLst/>
    <dgm:txFillClrLst meth="repeat">
      <a:schemeClr val="lt1"/>
    </dgm:txFillClrLst>
    <dgm:txEffectClrLst/>
  </dgm:styleLbl>
  <dgm:styleLbl name="trBgShp">
    <dgm:fillClrLst meth="repeat">
      <a:schemeClr val="accent1">
        <a:tint val="50000"/>
        <a:alpha val="40000"/>
      </a:schemeClr>
    </dgm:fillClrLst>
    <dgm:linClrLst meth="repeat">
      <a:schemeClr val="accent2"/>
    </dgm:linClrLst>
    <dgm:effectClrLst/>
    <dgm:txLinClrLst/>
    <dgm:txFillClrLst meth="repeat">
      <a:schemeClr val="lt1"/>
    </dgm:txFillClrLst>
    <dgm:txEffectClrLst/>
  </dgm:styleLbl>
  <dgm:styleLbl name="fgShp">
    <dgm:fillClrLst meth="repeat">
      <a:schemeClr val="accent2">
        <a:tint val="40000"/>
      </a:schemeClr>
    </dgm:fillClrLst>
    <dgm:linClrLst meth="repeat">
      <a:schemeClr val="lt1"/>
    </dgm:linClrLst>
    <dgm:effectClrLst/>
    <dgm:txLinClrLst/>
    <dgm:txFillClrLst meth="repeat">
      <a:schemeClr val="dk1"/>
    </dgm:txFillClrLst>
    <dgm:txEffectClrLst/>
  </dgm:styleLbl>
  <dgm:styleLbl name="revTx">
    <dgm:fillClrLst meth="repeat">
      <a:schemeClr val="lt1">
        <a:alpha val="0"/>
      </a:schemeClr>
    </dgm:fillClrLst>
    <dgm:linClrLst meth="repeat">
      <a:schemeClr val="dk1">
        <a:alpha val="0"/>
      </a:schemeClr>
    </dgm:linClrLst>
    <dgm:effectClrLst/>
    <dgm:txLinClrLst/>
    <dgm:txFillClrLst meth="repeat">
      <a:schemeClr val="tx1"/>
    </dgm:txFillClrLst>
    <dgm:txEffectClrLst/>
  </dgm:styleLbl>
</dgm:colorsDef>
</file>

<file path=ppt/diagrams/colors95.xml><?xml version="1.0" encoding="utf-8"?>
<dgm:colorsDef xmlns:dgm="http://schemas.openxmlformats.org/drawingml/2006/diagram" xmlns:a="http://schemas.openxmlformats.org/drawingml/2006/main" uniqueId="urn:microsoft.com/office/officeart/2018/5/colors/Iconchunking_neutralbg_colorful1">
  <dgm:title val=""/>
  <dgm:desc val=""/>
  <dgm:catLst>
    <dgm:cat type="colorful" pri="10100"/>
  </dgm:catLst>
  <dgm:styleLbl name="node0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node1">
    <dgm:fillClrLst meth="repeat">
      <a:schemeClr val="accent2"/>
      <a:schemeClr val="accent3"/>
      <a:schemeClr val="accent4"/>
      <a:schemeClr val="accent5"/>
      <a:schemeClr val="accent6"/>
    </dgm:fillClrLst>
    <dgm:linClrLst meth="repeat">
      <a:schemeClr val="lt1">
        <a:alpha val="0"/>
      </a:schemeClr>
    </dgm:linClrLst>
    <dgm:effectClrLst/>
    <dgm:txLinClrLst/>
    <dgm:txFillClrLst/>
    <dgm:txEffectClrLst/>
  </dgm:styleLbl>
  <dgm:styleLbl name="alignNode1">
    <dgm:fillClrLst meth="repeat">
      <a:schemeClr val="accent2"/>
      <a:schemeClr val="accent3"/>
      <a:schemeClr val="accent4"/>
      <a:schemeClr val="accent5"/>
      <a:schemeClr val="accent6"/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/>
    <dgm:txEffectClrLst/>
  </dgm:styleLbl>
  <dgm:styleLbl name="lnNode1">
    <dgm:fillClrLst meth="repeat">
      <a:schemeClr val="accent2"/>
      <a:schemeClr val="accent3"/>
      <a:schemeClr val="accent4"/>
      <a:schemeClr val="accent5"/>
      <a:schemeClr val="accent6"/>
    </dgm:fillClrLst>
    <dgm:linClrLst meth="repeat">
      <a:schemeClr val="lt1"/>
    </dgm:linClrLst>
    <dgm:effectClrLst/>
    <dgm:txLinClrLst/>
    <dgm:txFillClrLst/>
    <dgm:txEffectClrLst/>
  </dgm:styleLbl>
  <dgm:styleLbl name="vennNode1">
    <dgm:fillClrLst meth="repeat">
      <a:schemeClr val="accent2">
        <a:alpha val="50000"/>
      </a:schemeClr>
      <a:schemeClr val="accent3">
        <a:alpha val="50000"/>
      </a:schemeClr>
      <a:schemeClr val="accent4">
        <a:alpha val="50000"/>
      </a:schemeClr>
      <a:schemeClr val="accent5">
        <a:alpha val="50000"/>
      </a:schemeClr>
      <a:schemeClr val="accent6">
        <a:alpha val="50000"/>
      </a:schemeClr>
    </dgm:fillClrLst>
    <dgm:linClrLst meth="repeat">
      <a:schemeClr val="lt1"/>
    </dgm:linClrLst>
    <dgm:effectClrLst/>
    <dgm:txLinClrLst/>
    <dgm:txFillClrLst/>
    <dgm:txEffectClrLst/>
  </dgm:styleLbl>
  <dgm:styleLbl name="node2">
    <dgm:fillClrLst>
      <a:schemeClr val="accent2"/>
    </dgm:fillClrLst>
    <dgm:linClrLst meth="repeat">
      <a:schemeClr val="lt1"/>
    </dgm:linClrLst>
    <dgm:effectClrLst/>
    <dgm:txLinClrLst/>
    <dgm:txFillClrLst/>
    <dgm:txEffectClrLst/>
  </dgm:styleLbl>
  <dgm:styleLbl name="node3">
    <dgm:fillClrLst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node4">
    <dgm:fillClrLst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fgImgPlace1">
    <dgm:fillClrLst meth="repeat">
      <a:schemeClr val="accent2">
        <a:tint val="50000"/>
      </a:schemeClr>
      <a:schemeClr val="accent3">
        <a:tint val="50000"/>
      </a:schemeClr>
      <a:schemeClr val="accent4">
        <a:tint val="50000"/>
      </a:schemeClr>
      <a:schemeClr val="accent5">
        <a:tint val="50000"/>
      </a:schemeClr>
      <a:schemeClr val="accent6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alignImgPlace1">
    <dgm:fillClrLst>
      <a:schemeClr val="accent1">
        <a:tint val="50000"/>
      </a:schemeClr>
      <a:schemeClr val="accent2">
        <a:tint val="2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bgImgPlace1">
    <dgm:fillClrLst>
      <a:schemeClr val="accent1">
        <a:tint val="50000"/>
      </a:schemeClr>
      <a:schemeClr val="accent2">
        <a:tint val="2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sibTrans2D1">
    <dgm:fillClrLst meth="repeat">
      <a:schemeClr val="accent2"/>
      <a:schemeClr val="accent3"/>
      <a:schemeClr val="accent4"/>
      <a:schemeClr val="accent5"/>
      <a:schemeClr val="accent6"/>
    </dgm:fillClrLst>
    <dgm:linClrLst meth="cycle">
      <a:schemeClr val="lt1"/>
    </dgm:linClrLst>
    <dgm:effectClrLst/>
    <dgm:txLinClrLst/>
    <dgm:txFillClrLst/>
    <dgm:txEffectClrLst/>
  </dgm:styleLbl>
  <dgm:styleLbl name="fgSibTrans2D1">
    <dgm:fillClrLst meth="repeat">
      <a:schemeClr val="accent2"/>
      <a:schemeClr val="accent3"/>
      <a:schemeClr val="accent4"/>
      <a:schemeClr val="accent5"/>
      <a:schemeClr val="accent6"/>
    </dgm:fillClrLst>
    <dgm:linClrLst meth="cycle">
      <a:schemeClr val="lt1"/>
    </dgm:linClrLst>
    <dgm:effectClrLst/>
    <dgm:txLinClrLst/>
    <dgm:txFillClrLst meth="repeat">
      <a:schemeClr val="lt1"/>
    </dgm:txFillClrLst>
    <dgm:txEffectClrLst/>
  </dgm:styleLbl>
  <dgm:styleLbl name="bgSibTrans2D1">
    <dgm:fillClrLst meth="repeat">
      <a:schemeClr val="accent2"/>
      <a:schemeClr val="accent3"/>
      <a:schemeClr val="accent4"/>
      <a:schemeClr val="accent5"/>
      <a:schemeClr val="accent6"/>
    </dgm:fillClrLst>
    <dgm:linClrLst meth="cycle">
      <a:schemeClr val="lt1"/>
    </dgm:linClrLst>
    <dgm:effectClrLst/>
    <dgm:txLinClrLst/>
    <dgm:txFillClrLst meth="repeat">
      <a:schemeClr val="lt1"/>
    </dgm:txFillClrLst>
    <dgm:txEffectClrLst/>
  </dgm:styleLbl>
  <dgm:styleLbl name="sibTrans1D1">
    <dgm:fillClrLst meth="repeat">
      <a:schemeClr val="accent2"/>
      <a:schemeClr val="accent3"/>
      <a:schemeClr val="accent4"/>
      <a:schemeClr val="accent5"/>
      <a:schemeClr val="accent6"/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tx1"/>
    </dgm:txFillClrLst>
    <dgm:txEffectClrLst/>
  </dgm:styleLbl>
  <dgm:styleLbl name="callout">
    <dgm:fillClrLst meth="repeat">
      <a:schemeClr val="accent2"/>
    </dgm:fillClrLst>
    <dgm:linClrLst meth="repeat">
      <a:schemeClr val="accent2">
        <a:tint val="50000"/>
      </a:schemeClr>
    </dgm:linClrLst>
    <dgm:effectClrLst/>
    <dgm:txLinClrLst/>
    <dgm:txFillClrLst meth="repeat">
      <a:schemeClr val="tx1"/>
    </dgm:txFillClrLst>
    <dgm:txEffectClrLst/>
  </dgm:styleLbl>
  <dgm:styleLbl name="asst0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sst1">
    <dgm:fillClrLst meth="repeat">
      <a:schemeClr val="accent2"/>
    </dgm:fillClrLst>
    <dgm:linClrLst meth="repeat">
      <a:schemeClr val="lt1"/>
    </dgm:linClrLst>
    <dgm:effectClrLst/>
    <dgm:txLinClrLst/>
    <dgm:txFillClrLst/>
    <dgm:txEffectClrLst/>
  </dgm:styleLbl>
  <dgm:styleLbl name="asst2">
    <dgm:fillClrLst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asst3">
    <dgm:fillClrLst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asst4">
    <dgm:fillClrLst>
      <a:schemeClr val="accent5"/>
    </dgm:fillClrLst>
    <dgm:linClrLst meth="repeat">
      <a:schemeClr val="lt1"/>
    </dgm:linClrLst>
    <dgm:effectClrLst/>
    <dgm:txLinClrLst/>
    <dgm:txFillClrLst/>
    <dgm:txEffectClrLst/>
  </dgm:styleLbl>
  <dgm:styleLbl name="parChTrans2D1">
    <dgm:fillClrLst meth="repeat">
      <a:schemeClr val="accent2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parChTrans2D2">
    <dgm:fillClrLst meth="repeat"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parChTrans2D3">
    <dgm:fillClrLst meth="repeat"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parChTrans2D4">
    <dgm:fillClrLst meth="repeat">
      <a:schemeClr val="accent5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parChTrans1D1">
    <dgm:fillClrLst meth="repeat">
      <a:schemeClr val="accent2"/>
    </dgm:fillClrLst>
    <dgm:linClrLst meth="repeat">
      <a:schemeClr val="accent1"/>
    </dgm:linClrLst>
    <dgm:effectClrLst/>
    <dgm:txLinClrLst/>
    <dgm:txFillClrLst meth="repeat">
      <a:schemeClr val="tx1"/>
    </dgm:txFillClrLst>
    <dgm:txEffectClrLst/>
  </dgm:styleLbl>
  <dgm:styleLbl name="parChTrans1D2">
    <dgm:fillClrLst meth="repeat">
      <a:schemeClr val="accent3">
        <a:tint val="90000"/>
      </a:schemeClr>
    </dgm:fillClrLst>
    <dgm:linClrLst meth="repeat">
      <a:schemeClr val="accent2"/>
    </dgm:linClrLst>
    <dgm:effectClrLst/>
    <dgm:txLinClrLst/>
    <dgm:txFillClrLst meth="repeat">
      <a:schemeClr val="tx1"/>
    </dgm:txFillClrLst>
    <dgm:txEffectClrLst/>
  </dgm:styleLbl>
  <dgm:styleLbl name="parChTrans1D3">
    <dgm:fillClrLst meth="repeat">
      <a:schemeClr val="accent4">
        <a:tint val="70000"/>
      </a:schemeClr>
    </dgm:fillClrLst>
    <dgm:linClrLst meth="repeat">
      <a:schemeClr val="accent3"/>
    </dgm:linClrLst>
    <dgm:effectClrLst/>
    <dgm:txLinClrLst/>
    <dgm:txFillClrLst meth="repeat">
      <a:schemeClr val="tx1"/>
    </dgm:txFillClrLst>
    <dgm:txEffectClrLst/>
  </dgm:styleLbl>
  <dgm:styleLbl name="parChTrans1D4">
    <dgm:fillClrLst meth="repeat">
      <a:schemeClr val="accent5">
        <a:tint val="50000"/>
      </a:schemeClr>
    </dgm:fillClrLst>
    <dgm:linClrLst meth="repeat">
      <a:schemeClr val="accent4"/>
    </dgm:linClrLst>
    <dgm:effectClrLst/>
    <dgm:txLinClrLst/>
    <dgm:txFillClrLst meth="repeat">
      <a:schemeClr val="tx1"/>
    </dgm:txFillClrLst>
    <dgm:txEffectClrLst/>
  </dgm:styleLbl>
  <dgm:styleLbl name="fgAcc1">
    <dgm:fillClrLst meth="repeat">
      <a:schemeClr val="lt1">
        <a:alpha val="90000"/>
      </a:schemeClr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conFgAcc1">
    <dgm:fillClrLst meth="repeat">
      <a:schemeClr val="lt1">
        <a:alpha val="90000"/>
      </a:schemeClr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alignAcc1">
    <dgm:fillClrLst meth="repeat">
      <a:schemeClr val="lt1">
        <a:alpha val="90000"/>
      </a:schemeClr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trAlignAcc1">
    <dgm:fillClrLst meth="repeat">
      <a:schemeClr val="lt1">
        <a:alpha val="4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bgAcc1">
    <dgm:fillClrLst meth="repeat">
      <a:schemeClr val="lt1">
        <a:alpha val="90000"/>
      </a:schemeClr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solidFgAcc1">
    <dgm:fillClrLst meth="repeat">
      <a:schemeClr val="lt1"/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solidAlignAcc1">
    <dgm:fillClrLst meth="repeat">
      <a:schemeClr val="lt1"/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solidBgAcc1">
    <dgm:fillClrLst meth="repeat">
      <a:schemeClr val="lt1"/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fgAccFollowNode1">
    <dgm:fillClrLst meth="repeat">
      <a:schemeClr val="accent2">
        <a:tint val="40000"/>
        <a:alpha val="90000"/>
      </a:schemeClr>
      <a:schemeClr val="accent3">
        <a:tint val="40000"/>
        <a:alpha val="90000"/>
      </a:schemeClr>
      <a:schemeClr val="accent4">
        <a:tint val="40000"/>
        <a:alpha val="90000"/>
      </a:schemeClr>
      <a:schemeClr val="accent5">
        <a:tint val="40000"/>
        <a:alpha val="90000"/>
      </a:schemeClr>
      <a:schemeClr val="accent6">
        <a:tint val="40000"/>
        <a:alpha val="90000"/>
      </a:schemeClr>
    </dgm:fillClrLst>
    <dgm:linClrLst meth="repeat">
      <a:schemeClr val="accent2">
        <a:tint val="40000"/>
        <a:alpha val="90000"/>
      </a:schemeClr>
      <a:schemeClr val="accent3">
        <a:tint val="40000"/>
        <a:alpha val="90000"/>
      </a:schemeClr>
      <a:schemeClr val="accent4">
        <a:tint val="40000"/>
        <a:alpha val="90000"/>
      </a:schemeClr>
      <a:schemeClr val="accent5">
        <a:tint val="40000"/>
        <a:alpha val="90000"/>
      </a:schemeClr>
      <a:schemeClr val="accent6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alignAccFollowNode1">
    <dgm:fillClrLst meth="repeat">
      <a:schemeClr val="accent2">
        <a:tint val="40000"/>
        <a:alpha val="90000"/>
      </a:schemeClr>
      <a:schemeClr val="accent3">
        <a:tint val="40000"/>
        <a:alpha val="90000"/>
      </a:schemeClr>
      <a:schemeClr val="accent4">
        <a:tint val="40000"/>
        <a:alpha val="90000"/>
      </a:schemeClr>
      <a:schemeClr val="accent5">
        <a:tint val="40000"/>
        <a:alpha val="90000"/>
      </a:schemeClr>
      <a:schemeClr val="accent6">
        <a:tint val="40000"/>
        <a:alpha val="90000"/>
      </a:schemeClr>
    </dgm:fillClrLst>
    <dgm:linClrLst meth="repeat">
      <a:schemeClr val="accent2">
        <a:tint val="40000"/>
        <a:alpha val="90000"/>
      </a:schemeClr>
      <a:schemeClr val="accent3">
        <a:tint val="40000"/>
        <a:alpha val="90000"/>
      </a:schemeClr>
      <a:schemeClr val="accent4">
        <a:tint val="40000"/>
        <a:alpha val="90000"/>
      </a:schemeClr>
      <a:schemeClr val="accent5">
        <a:tint val="40000"/>
        <a:alpha val="90000"/>
      </a:schemeClr>
      <a:schemeClr val="accent6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bgAccFollowNode1">
    <dgm:fillClrLst meth="repeat">
      <a:schemeClr val="accent2">
        <a:tint val="40000"/>
        <a:alpha val="90000"/>
      </a:schemeClr>
      <a:schemeClr val="accent3">
        <a:tint val="40000"/>
        <a:alpha val="90000"/>
      </a:schemeClr>
      <a:schemeClr val="accent4">
        <a:tint val="40000"/>
        <a:alpha val="90000"/>
      </a:schemeClr>
      <a:schemeClr val="accent5">
        <a:tint val="40000"/>
        <a:alpha val="90000"/>
      </a:schemeClr>
      <a:schemeClr val="accent6">
        <a:tint val="40000"/>
        <a:alpha val="90000"/>
      </a:schemeClr>
    </dgm:fillClrLst>
    <dgm:linClrLst meth="repeat">
      <a:schemeClr val="accent2">
        <a:tint val="40000"/>
        <a:alpha val="90000"/>
      </a:schemeClr>
      <a:schemeClr val="accent3">
        <a:tint val="40000"/>
        <a:alpha val="90000"/>
      </a:schemeClr>
      <a:schemeClr val="accent4">
        <a:tint val="40000"/>
        <a:alpha val="90000"/>
      </a:schemeClr>
      <a:schemeClr val="accent5">
        <a:tint val="40000"/>
        <a:alpha val="90000"/>
      </a:schemeClr>
      <a:schemeClr val="accent6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fgAcc0">
    <dgm:fillClrLst meth="repeat">
      <a:schemeClr val="lt1">
        <a:alpha val="90000"/>
      </a:schemeClr>
    </dgm:fillClrLst>
    <dgm:linClrLst>
      <a:schemeClr val="accent1"/>
    </dgm:linClrLst>
    <dgm:effectClrLst/>
    <dgm:txLinClrLst/>
    <dgm:txFillClrLst meth="repeat">
      <a:schemeClr val="dk1"/>
    </dgm:txFillClrLst>
    <dgm:txEffectClrLst/>
  </dgm:styleLbl>
  <dgm:styleLbl name="fgAcc2">
    <dgm:fillClrLst meth="repeat">
      <a:schemeClr val="lt1">
        <a:alpha val="90000"/>
      </a:schemeClr>
    </dgm:fillClrLst>
    <dgm:linClrLst>
      <a:schemeClr val="accent2"/>
    </dgm:linClrLst>
    <dgm:effectClrLst/>
    <dgm:txLinClrLst/>
    <dgm:txFillClrLst meth="repeat">
      <a:schemeClr val="dk1"/>
    </dgm:txFillClrLst>
    <dgm:txEffectClrLst/>
  </dgm:styleLbl>
  <dgm:styleLbl name="fgAcc3">
    <dgm:fillClrLst meth="repeat">
      <a:schemeClr val="lt1">
        <a:alpha val="90000"/>
      </a:schemeClr>
    </dgm:fillClrLst>
    <dgm:linClrLst>
      <a:schemeClr val="accent3"/>
    </dgm:linClrLst>
    <dgm:effectClrLst/>
    <dgm:txLinClrLst/>
    <dgm:txFillClrLst meth="repeat">
      <a:schemeClr val="dk1"/>
    </dgm:txFillClrLst>
    <dgm:txEffectClrLst/>
  </dgm:styleLbl>
  <dgm:styleLbl name="fgAcc4">
    <dgm:fillClrLst meth="repeat">
      <a:schemeClr val="lt1">
        <a:alpha val="90000"/>
      </a:schemeClr>
    </dgm:fillClrLst>
    <dgm:linClrLst>
      <a:schemeClr val="accent4"/>
    </dgm:linClrLst>
    <dgm:effectClrLst/>
    <dgm:txLinClrLst/>
    <dgm:txFillClrLst meth="repeat">
      <a:schemeClr val="dk1"/>
    </dgm:txFillClrLst>
    <dgm:txEffectClrLst/>
  </dgm:styleLbl>
  <dgm:styleLbl name="bgShp">
    <dgm:fillClrLst meth="repeat">
      <a:schemeClr val="bg1">
        <a:lumMod val="95000"/>
      </a:schemeClr>
    </dgm:fillClrLst>
    <dgm:linClrLst meth="repeat">
      <a:schemeClr val="dk1"/>
    </dgm:linClrLst>
    <dgm:effectClrLst/>
    <dgm:txLinClrLst/>
    <dgm:txFillClrLst meth="repeat">
      <a:schemeClr val="dk1"/>
    </dgm:txFillClrLst>
    <dgm:txEffectClrLst/>
  </dgm:styleLbl>
  <dgm:styleLbl name="dkBgShp">
    <dgm:fillClrLst meth="repeat">
      <a:schemeClr val="accent2">
        <a:shade val="90000"/>
      </a:schemeClr>
    </dgm:fillClrLst>
    <dgm:linClrLst meth="repeat">
      <a:schemeClr val="dk1"/>
    </dgm:linClrLst>
    <dgm:effectClrLst/>
    <dgm:txLinClrLst/>
    <dgm:txFillClrLst meth="repeat">
      <a:schemeClr val="lt1"/>
    </dgm:txFillClrLst>
    <dgm:txEffectClrLst/>
  </dgm:styleLbl>
  <dgm:styleLbl name="trBgShp">
    <dgm:fillClrLst meth="repeat">
      <a:schemeClr val="accent1">
        <a:tint val="50000"/>
        <a:alpha val="40000"/>
      </a:schemeClr>
    </dgm:fillClrLst>
    <dgm:linClrLst meth="repeat">
      <a:schemeClr val="accent2"/>
    </dgm:linClrLst>
    <dgm:effectClrLst/>
    <dgm:txLinClrLst/>
    <dgm:txFillClrLst meth="repeat">
      <a:schemeClr val="lt1"/>
    </dgm:txFillClrLst>
    <dgm:txEffectClrLst/>
  </dgm:styleLbl>
  <dgm:styleLbl name="fgShp">
    <dgm:fillClrLst meth="repeat">
      <a:schemeClr val="accent2">
        <a:tint val="40000"/>
      </a:schemeClr>
    </dgm:fillClrLst>
    <dgm:linClrLst meth="repeat">
      <a:schemeClr val="lt1"/>
    </dgm:linClrLst>
    <dgm:effectClrLst/>
    <dgm:txLinClrLst/>
    <dgm:txFillClrLst meth="repeat">
      <a:schemeClr val="dk1"/>
    </dgm:txFillClrLst>
    <dgm:txEffectClrLst/>
  </dgm:styleLbl>
  <dgm:styleLbl name="revTx">
    <dgm:fillClrLst meth="repeat">
      <a:schemeClr val="lt1">
        <a:alpha val="0"/>
      </a:schemeClr>
    </dgm:fillClrLst>
    <dgm:linClrLst meth="repeat">
      <a:schemeClr val="dk1">
        <a:alpha val="0"/>
      </a:schemeClr>
    </dgm:linClrLst>
    <dgm:effectClrLst/>
    <dgm:txLinClrLst/>
    <dgm:txFillClrLst meth="repeat">
      <a:schemeClr val="tx1"/>
    </dgm:txFillClrLst>
    <dgm:txEffectClrLst/>
  </dgm:styleLbl>
</dgm:colorsDef>
</file>

<file path=ppt/diagrams/colors96.xml><?xml version="1.0" encoding="utf-8"?>
<dgm:colorsDef xmlns:dgm="http://schemas.openxmlformats.org/drawingml/2006/diagram" xmlns:a="http://schemas.openxmlformats.org/drawingml/2006/main" uniqueId="urn:microsoft.com/office/officeart/2018/5/colors/Iconchunking_neutralbg_colorful1">
  <dgm:title val=""/>
  <dgm:desc val=""/>
  <dgm:catLst>
    <dgm:cat type="colorful" pri="10100"/>
  </dgm:catLst>
  <dgm:styleLbl name="node0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node1">
    <dgm:fillClrLst meth="repeat">
      <a:schemeClr val="accent2"/>
      <a:schemeClr val="accent3"/>
      <a:schemeClr val="accent4"/>
      <a:schemeClr val="accent5"/>
      <a:schemeClr val="accent6"/>
    </dgm:fillClrLst>
    <dgm:linClrLst meth="repeat">
      <a:schemeClr val="lt1">
        <a:alpha val="0"/>
      </a:schemeClr>
    </dgm:linClrLst>
    <dgm:effectClrLst/>
    <dgm:txLinClrLst/>
    <dgm:txFillClrLst/>
    <dgm:txEffectClrLst/>
  </dgm:styleLbl>
  <dgm:styleLbl name="alignNode1">
    <dgm:fillClrLst meth="repeat">
      <a:schemeClr val="accent2"/>
      <a:schemeClr val="accent3"/>
      <a:schemeClr val="accent4"/>
      <a:schemeClr val="accent5"/>
      <a:schemeClr val="accent6"/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/>
    <dgm:txEffectClrLst/>
  </dgm:styleLbl>
  <dgm:styleLbl name="lnNode1">
    <dgm:fillClrLst meth="repeat">
      <a:schemeClr val="accent2"/>
      <a:schemeClr val="accent3"/>
      <a:schemeClr val="accent4"/>
      <a:schemeClr val="accent5"/>
      <a:schemeClr val="accent6"/>
    </dgm:fillClrLst>
    <dgm:linClrLst meth="repeat">
      <a:schemeClr val="lt1"/>
    </dgm:linClrLst>
    <dgm:effectClrLst/>
    <dgm:txLinClrLst/>
    <dgm:txFillClrLst/>
    <dgm:txEffectClrLst/>
  </dgm:styleLbl>
  <dgm:styleLbl name="vennNode1">
    <dgm:fillClrLst meth="repeat">
      <a:schemeClr val="accent2">
        <a:alpha val="50000"/>
      </a:schemeClr>
      <a:schemeClr val="accent3">
        <a:alpha val="50000"/>
      </a:schemeClr>
      <a:schemeClr val="accent4">
        <a:alpha val="50000"/>
      </a:schemeClr>
      <a:schemeClr val="accent5">
        <a:alpha val="50000"/>
      </a:schemeClr>
      <a:schemeClr val="accent6">
        <a:alpha val="50000"/>
      </a:schemeClr>
    </dgm:fillClrLst>
    <dgm:linClrLst meth="repeat">
      <a:schemeClr val="lt1"/>
    </dgm:linClrLst>
    <dgm:effectClrLst/>
    <dgm:txLinClrLst/>
    <dgm:txFillClrLst/>
    <dgm:txEffectClrLst/>
  </dgm:styleLbl>
  <dgm:styleLbl name="node2">
    <dgm:fillClrLst>
      <a:schemeClr val="accent2"/>
    </dgm:fillClrLst>
    <dgm:linClrLst meth="repeat">
      <a:schemeClr val="lt1"/>
    </dgm:linClrLst>
    <dgm:effectClrLst/>
    <dgm:txLinClrLst/>
    <dgm:txFillClrLst/>
    <dgm:txEffectClrLst/>
  </dgm:styleLbl>
  <dgm:styleLbl name="node3">
    <dgm:fillClrLst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node4">
    <dgm:fillClrLst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fgImgPlace1">
    <dgm:fillClrLst meth="repeat">
      <a:schemeClr val="accent2">
        <a:tint val="50000"/>
      </a:schemeClr>
      <a:schemeClr val="accent3">
        <a:tint val="50000"/>
      </a:schemeClr>
      <a:schemeClr val="accent4">
        <a:tint val="50000"/>
      </a:schemeClr>
      <a:schemeClr val="accent5">
        <a:tint val="50000"/>
      </a:schemeClr>
      <a:schemeClr val="accent6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alignImgPlace1">
    <dgm:fillClrLst>
      <a:schemeClr val="accent1">
        <a:tint val="50000"/>
      </a:schemeClr>
      <a:schemeClr val="accent2">
        <a:tint val="2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bgImgPlace1">
    <dgm:fillClrLst>
      <a:schemeClr val="accent1">
        <a:tint val="50000"/>
      </a:schemeClr>
      <a:schemeClr val="accent2">
        <a:tint val="2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sibTrans2D1">
    <dgm:fillClrLst meth="repeat">
      <a:schemeClr val="accent2"/>
      <a:schemeClr val="accent3"/>
      <a:schemeClr val="accent4"/>
      <a:schemeClr val="accent5"/>
      <a:schemeClr val="accent6"/>
    </dgm:fillClrLst>
    <dgm:linClrLst meth="cycle">
      <a:schemeClr val="lt1"/>
    </dgm:linClrLst>
    <dgm:effectClrLst/>
    <dgm:txLinClrLst/>
    <dgm:txFillClrLst/>
    <dgm:txEffectClrLst/>
  </dgm:styleLbl>
  <dgm:styleLbl name="fgSibTrans2D1">
    <dgm:fillClrLst meth="repeat">
      <a:schemeClr val="accent2"/>
      <a:schemeClr val="accent3"/>
      <a:schemeClr val="accent4"/>
      <a:schemeClr val="accent5"/>
      <a:schemeClr val="accent6"/>
    </dgm:fillClrLst>
    <dgm:linClrLst meth="cycle">
      <a:schemeClr val="lt1"/>
    </dgm:linClrLst>
    <dgm:effectClrLst/>
    <dgm:txLinClrLst/>
    <dgm:txFillClrLst meth="repeat">
      <a:schemeClr val="lt1"/>
    </dgm:txFillClrLst>
    <dgm:txEffectClrLst/>
  </dgm:styleLbl>
  <dgm:styleLbl name="bgSibTrans2D1">
    <dgm:fillClrLst meth="repeat">
      <a:schemeClr val="accent2"/>
      <a:schemeClr val="accent3"/>
      <a:schemeClr val="accent4"/>
      <a:schemeClr val="accent5"/>
      <a:schemeClr val="accent6"/>
    </dgm:fillClrLst>
    <dgm:linClrLst meth="cycle">
      <a:schemeClr val="lt1"/>
    </dgm:linClrLst>
    <dgm:effectClrLst/>
    <dgm:txLinClrLst/>
    <dgm:txFillClrLst meth="repeat">
      <a:schemeClr val="lt1"/>
    </dgm:txFillClrLst>
    <dgm:txEffectClrLst/>
  </dgm:styleLbl>
  <dgm:styleLbl name="sibTrans1D1">
    <dgm:fillClrLst meth="repeat">
      <a:schemeClr val="accent2"/>
      <a:schemeClr val="accent3"/>
      <a:schemeClr val="accent4"/>
      <a:schemeClr val="accent5"/>
      <a:schemeClr val="accent6"/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tx1"/>
    </dgm:txFillClrLst>
    <dgm:txEffectClrLst/>
  </dgm:styleLbl>
  <dgm:styleLbl name="callout">
    <dgm:fillClrLst meth="repeat">
      <a:schemeClr val="accent2"/>
    </dgm:fillClrLst>
    <dgm:linClrLst meth="repeat">
      <a:schemeClr val="accent2">
        <a:tint val="50000"/>
      </a:schemeClr>
    </dgm:linClrLst>
    <dgm:effectClrLst/>
    <dgm:txLinClrLst/>
    <dgm:txFillClrLst meth="repeat">
      <a:schemeClr val="tx1"/>
    </dgm:txFillClrLst>
    <dgm:txEffectClrLst/>
  </dgm:styleLbl>
  <dgm:styleLbl name="asst0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sst1">
    <dgm:fillClrLst meth="repeat">
      <a:schemeClr val="accent2"/>
    </dgm:fillClrLst>
    <dgm:linClrLst meth="repeat">
      <a:schemeClr val="lt1"/>
    </dgm:linClrLst>
    <dgm:effectClrLst/>
    <dgm:txLinClrLst/>
    <dgm:txFillClrLst/>
    <dgm:txEffectClrLst/>
  </dgm:styleLbl>
  <dgm:styleLbl name="asst2">
    <dgm:fillClrLst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asst3">
    <dgm:fillClrLst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asst4">
    <dgm:fillClrLst>
      <a:schemeClr val="accent5"/>
    </dgm:fillClrLst>
    <dgm:linClrLst meth="repeat">
      <a:schemeClr val="lt1"/>
    </dgm:linClrLst>
    <dgm:effectClrLst/>
    <dgm:txLinClrLst/>
    <dgm:txFillClrLst/>
    <dgm:txEffectClrLst/>
  </dgm:styleLbl>
  <dgm:styleLbl name="parChTrans2D1">
    <dgm:fillClrLst meth="repeat">
      <a:schemeClr val="accent2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parChTrans2D2">
    <dgm:fillClrLst meth="repeat"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parChTrans2D3">
    <dgm:fillClrLst meth="repeat"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parChTrans2D4">
    <dgm:fillClrLst meth="repeat">
      <a:schemeClr val="accent5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parChTrans1D1">
    <dgm:fillClrLst meth="repeat">
      <a:schemeClr val="accent2"/>
    </dgm:fillClrLst>
    <dgm:linClrLst meth="repeat">
      <a:schemeClr val="accent1"/>
    </dgm:linClrLst>
    <dgm:effectClrLst/>
    <dgm:txLinClrLst/>
    <dgm:txFillClrLst meth="repeat">
      <a:schemeClr val="tx1"/>
    </dgm:txFillClrLst>
    <dgm:txEffectClrLst/>
  </dgm:styleLbl>
  <dgm:styleLbl name="parChTrans1D2">
    <dgm:fillClrLst meth="repeat">
      <a:schemeClr val="accent3">
        <a:tint val="90000"/>
      </a:schemeClr>
    </dgm:fillClrLst>
    <dgm:linClrLst meth="repeat">
      <a:schemeClr val="accent2"/>
    </dgm:linClrLst>
    <dgm:effectClrLst/>
    <dgm:txLinClrLst/>
    <dgm:txFillClrLst meth="repeat">
      <a:schemeClr val="tx1"/>
    </dgm:txFillClrLst>
    <dgm:txEffectClrLst/>
  </dgm:styleLbl>
  <dgm:styleLbl name="parChTrans1D3">
    <dgm:fillClrLst meth="repeat">
      <a:schemeClr val="accent4">
        <a:tint val="70000"/>
      </a:schemeClr>
    </dgm:fillClrLst>
    <dgm:linClrLst meth="repeat">
      <a:schemeClr val="accent3"/>
    </dgm:linClrLst>
    <dgm:effectClrLst/>
    <dgm:txLinClrLst/>
    <dgm:txFillClrLst meth="repeat">
      <a:schemeClr val="tx1"/>
    </dgm:txFillClrLst>
    <dgm:txEffectClrLst/>
  </dgm:styleLbl>
  <dgm:styleLbl name="parChTrans1D4">
    <dgm:fillClrLst meth="repeat">
      <a:schemeClr val="accent5">
        <a:tint val="50000"/>
      </a:schemeClr>
    </dgm:fillClrLst>
    <dgm:linClrLst meth="repeat">
      <a:schemeClr val="accent4"/>
    </dgm:linClrLst>
    <dgm:effectClrLst/>
    <dgm:txLinClrLst/>
    <dgm:txFillClrLst meth="repeat">
      <a:schemeClr val="tx1"/>
    </dgm:txFillClrLst>
    <dgm:txEffectClrLst/>
  </dgm:styleLbl>
  <dgm:styleLbl name="fgAcc1">
    <dgm:fillClrLst meth="repeat">
      <a:schemeClr val="lt1">
        <a:alpha val="90000"/>
      </a:schemeClr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conFgAcc1">
    <dgm:fillClrLst meth="repeat">
      <a:schemeClr val="lt1">
        <a:alpha val="90000"/>
      </a:schemeClr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alignAcc1">
    <dgm:fillClrLst meth="repeat">
      <a:schemeClr val="lt1">
        <a:alpha val="90000"/>
      </a:schemeClr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trAlignAcc1">
    <dgm:fillClrLst meth="repeat">
      <a:schemeClr val="lt1">
        <a:alpha val="4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bgAcc1">
    <dgm:fillClrLst meth="repeat">
      <a:schemeClr val="lt1">
        <a:alpha val="90000"/>
      </a:schemeClr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solidFgAcc1">
    <dgm:fillClrLst meth="repeat">
      <a:schemeClr val="lt1"/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solidAlignAcc1">
    <dgm:fillClrLst meth="repeat">
      <a:schemeClr val="lt1"/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solidBgAcc1">
    <dgm:fillClrLst meth="repeat">
      <a:schemeClr val="lt1"/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fgAccFollowNode1">
    <dgm:fillClrLst meth="repeat">
      <a:schemeClr val="accent2">
        <a:tint val="40000"/>
        <a:alpha val="90000"/>
      </a:schemeClr>
      <a:schemeClr val="accent3">
        <a:tint val="40000"/>
        <a:alpha val="90000"/>
      </a:schemeClr>
      <a:schemeClr val="accent4">
        <a:tint val="40000"/>
        <a:alpha val="90000"/>
      </a:schemeClr>
      <a:schemeClr val="accent5">
        <a:tint val="40000"/>
        <a:alpha val="90000"/>
      </a:schemeClr>
      <a:schemeClr val="accent6">
        <a:tint val="40000"/>
        <a:alpha val="90000"/>
      </a:schemeClr>
    </dgm:fillClrLst>
    <dgm:linClrLst meth="repeat">
      <a:schemeClr val="accent2">
        <a:tint val="40000"/>
        <a:alpha val="90000"/>
      </a:schemeClr>
      <a:schemeClr val="accent3">
        <a:tint val="40000"/>
        <a:alpha val="90000"/>
      </a:schemeClr>
      <a:schemeClr val="accent4">
        <a:tint val="40000"/>
        <a:alpha val="90000"/>
      </a:schemeClr>
      <a:schemeClr val="accent5">
        <a:tint val="40000"/>
        <a:alpha val="90000"/>
      </a:schemeClr>
      <a:schemeClr val="accent6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alignAccFollowNode1">
    <dgm:fillClrLst meth="repeat">
      <a:schemeClr val="accent2">
        <a:tint val="40000"/>
        <a:alpha val="90000"/>
      </a:schemeClr>
      <a:schemeClr val="accent3">
        <a:tint val="40000"/>
        <a:alpha val="90000"/>
      </a:schemeClr>
      <a:schemeClr val="accent4">
        <a:tint val="40000"/>
        <a:alpha val="90000"/>
      </a:schemeClr>
      <a:schemeClr val="accent5">
        <a:tint val="40000"/>
        <a:alpha val="90000"/>
      </a:schemeClr>
      <a:schemeClr val="accent6">
        <a:tint val="40000"/>
        <a:alpha val="90000"/>
      </a:schemeClr>
    </dgm:fillClrLst>
    <dgm:linClrLst meth="repeat">
      <a:schemeClr val="accent2">
        <a:tint val="40000"/>
        <a:alpha val="90000"/>
      </a:schemeClr>
      <a:schemeClr val="accent3">
        <a:tint val="40000"/>
        <a:alpha val="90000"/>
      </a:schemeClr>
      <a:schemeClr val="accent4">
        <a:tint val="40000"/>
        <a:alpha val="90000"/>
      </a:schemeClr>
      <a:schemeClr val="accent5">
        <a:tint val="40000"/>
        <a:alpha val="90000"/>
      </a:schemeClr>
      <a:schemeClr val="accent6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bgAccFollowNode1">
    <dgm:fillClrLst meth="repeat">
      <a:schemeClr val="accent2">
        <a:tint val="40000"/>
        <a:alpha val="90000"/>
      </a:schemeClr>
      <a:schemeClr val="accent3">
        <a:tint val="40000"/>
        <a:alpha val="90000"/>
      </a:schemeClr>
      <a:schemeClr val="accent4">
        <a:tint val="40000"/>
        <a:alpha val="90000"/>
      </a:schemeClr>
      <a:schemeClr val="accent5">
        <a:tint val="40000"/>
        <a:alpha val="90000"/>
      </a:schemeClr>
      <a:schemeClr val="accent6">
        <a:tint val="40000"/>
        <a:alpha val="90000"/>
      </a:schemeClr>
    </dgm:fillClrLst>
    <dgm:linClrLst meth="repeat">
      <a:schemeClr val="accent2">
        <a:tint val="40000"/>
        <a:alpha val="90000"/>
      </a:schemeClr>
      <a:schemeClr val="accent3">
        <a:tint val="40000"/>
        <a:alpha val="90000"/>
      </a:schemeClr>
      <a:schemeClr val="accent4">
        <a:tint val="40000"/>
        <a:alpha val="90000"/>
      </a:schemeClr>
      <a:schemeClr val="accent5">
        <a:tint val="40000"/>
        <a:alpha val="90000"/>
      </a:schemeClr>
      <a:schemeClr val="accent6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fgAcc0">
    <dgm:fillClrLst meth="repeat">
      <a:schemeClr val="lt1">
        <a:alpha val="90000"/>
      </a:schemeClr>
    </dgm:fillClrLst>
    <dgm:linClrLst>
      <a:schemeClr val="accent1"/>
    </dgm:linClrLst>
    <dgm:effectClrLst/>
    <dgm:txLinClrLst/>
    <dgm:txFillClrLst meth="repeat">
      <a:schemeClr val="dk1"/>
    </dgm:txFillClrLst>
    <dgm:txEffectClrLst/>
  </dgm:styleLbl>
  <dgm:styleLbl name="fgAcc2">
    <dgm:fillClrLst meth="repeat">
      <a:schemeClr val="lt1">
        <a:alpha val="90000"/>
      </a:schemeClr>
    </dgm:fillClrLst>
    <dgm:linClrLst>
      <a:schemeClr val="accent2"/>
    </dgm:linClrLst>
    <dgm:effectClrLst/>
    <dgm:txLinClrLst/>
    <dgm:txFillClrLst meth="repeat">
      <a:schemeClr val="dk1"/>
    </dgm:txFillClrLst>
    <dgm:txEffectClrLst/>
  </dgm:styleLbl>
  <dgm:styleLbl name="fgAcc3">
    <dgm:fillClrLst meth="repeat">
      <a:schemeClr val="lt1">
        <a:alpha val="90000"/>
      </a:schemeClr>
    </dgm:fillClrLst>
    <dgm:linClrLst>
      <a:schemeClr val="accent3"/>
    </dgm:linClrLst>
    <dgm:effectClrLst/>
    <dgm:txLinClrLst/>
    <dgm:txFillClrLst meth="repeat">
      <a:schemeClr val="dk1"/>
    </dgm:txFillClrLst>
    <dgm:txEffectClrLst/>
  </dgm:styleLbl>
  <dgm:styleLbl name="fgAcc4">
    <dgm:fillClrLst meth="repeat">
      <a:schemeClr val="lt1">
        <a:alpha val="90000"/>
      </a:schemeClr>
    </dgm:fillClrLst>
    <dgm:linClrLst>
      <a:schemeClr val="accent4"/>
    </dgm:linClrLst>
    <dgm:effectClrLst/>
    <dgm:txLinClrLst/>
    <dgm:txFillClrLst meth="repeat">
      <a:schemeClr val="dk1"/>
    </dgm:txFillClrLst>
    <dgm:txEffectClrLst/>
  </dgm:styleLbl>
  <dgm:styleLbl name="bgShp">
    <dgm:fillClrLst meth="repeat">
      <a:schemeClr val="bg1">
        <a:lumMod val="95000"/>
      </a:schemeClr>
    </dgm:fillClrLst>
    <dgm:linClrLst meth="repeat">
      <a:schemeClr val="dk1"/>
    </dgm:linClrLst>
    <dgm:effectClrLst/>
    <dgm:txLinClrLst/>
    <dgm:txFillClrLst meth="repeat">
      <a:schemeClr val="dk1"/>
    </dgm:txFillClrLst>
    <dgm:txEffectClrLst/>
  </dgm:styleLbl>
  <dgm:styleLbl name="dkBgShp">
    <dgm:fillClrLst meth="repeat">
      <a:schemeClr val="accent2">
        <a:shade val="90000"/>
      </a:schemeClr>
    </dgm:fillClrLst>
    <dgm:linClrLst meth="repeat">
      <a:schemeClr val="dk1"/>
    </dgm:linClrLst>
    <dgm:effectClrLst/>
    <dgm:txLinClrLst/>
    <dgm:txFillClrLst meth="repeat">
      <a:schemeClr val="lt1"/>
    </dgm:txFillClrLst>
    <dgm:txEffectClrLst/>
  </dgm:styleLbl>
  <dgm:styleLbl name="trBgShp">
    <dgm:fillClrLst meth="repeat">
      <a:schemeClr val="accent1">
        <a:tint val="50000"/>
        <a:alpha val="40000"/>
      </a:schemeClr>
    </dgm:fillClrLst>
    <dgm:linClrLst meth="repeat">
      <a:schemeClr val="accent2"/>
    </dgm:linClrLst>
    <dgm:effectClrLst/>
    <dgm:txLinClrLst/>
    <dgm:txFillClrLst meth="repeat">
      <a:schemeClr val="lt1"/>
    </dgm:txFillClrLst>
    <dgm:txEffectClrLst/>
  </dgm:styleLbl>
  <dgm:styleLbl name="fgShp">
    <dgm:fillClrLst meth="repeat">
      <a:schemeClr val="accent2">
        <a:tint val="40000"/>
      </a:schemeClr>
    </dgm:fillClrLst>
    <dgm:linClrLst meth="repeat">
      <a:schemeClr val="lt1"/>
    </dgm:linClrLst>
    <dgm:effectClrLst/>
    <dgm:txLinClrLst/>
    <dgm:txFillClrLst meth="repeat">
      <a:schemeClr val="dk1"/>
    </dgm:txFillClrLst>
    <dgm:txEffectClrLst/>
  </dgm:styleLbl>
  <dgm:styleLbl name="revTx">
    <dgm:fillClrLst meth="repeat">
      <a:schemeClr val="lt1">
        <a:alpha val="0"/>
      </a:schemeClr>
    </dgm:fillClrLst>
    <dgm:linClrLst meth="repeat">
      <a:schemeClr val="dk1">
        <a:alpha val="0"/>
      </a:schemeClr>
    </dgm:linClrLst>
    <dgm:effectClrLst/>
    <dgm:txLinClrLst/>
    <dgm:txFillClrLst meth="repeat">
      <a:schemeClr val="tx1"/>
    </dgm:txFillClrLst>
    <dgm:txEffectClrLst/>
  </dgm:styleLbl>
</dgm:colorsDef>
</file>

<file path=ppt/diagrams/colors97.xml><?xml version="1.0" encoding="utf-8"?>
<dgm:colorsDef xmlns:dgm="http://schemas.openxmlformats.org/drawingml/2006/diagram" xmlns:a="http://schemas.openxmlformats.org/drawingml/2006/main" uniqueId="urn:microsoft.com/office/officeart/2018/5/colors/Iconchunking_neutralbg_colorful1">
  <dgm:title val=""/>
  <dgm:desc val=""/>
  <dgm:catLst>
    <dgm:cat type="colorful" pri="10100"/>
  </dgm:catLst>
  <dgm:styleLbl name="node0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node1">
    <dgm:fillClrLst meth="repeat">
      <a:schemeClr val="accent2"/>
      <a:schemeClr val="accent3"/>
      <a:schemeClr val="accent4"/>
      <a:schemeClr val="accent5"/>
      <a:schemeClr val="accent6"/>
    </dgm:fillClrLst>
    <dgm:linClrLst meth="repeat">
      <a:schemeClr val="lt1">
        <a:alpha val="0"/>
      </a:schemeClr>
    </dgm:linClrLst>
    <dgm:effectClrLst/>
    <dgm:txLinClrLst/>
    <dgm:txFillClrLst/>
    <dgm:txEffectClrLst/>
  </dgm:styleLbl>
  <dgm:styleLbl name="alignNode1">
    <dgm:fillClrLst meth="repeat">
      <a:schemeClr val="accent2"/>
      <a:schemeClr val="accent3"/>
      <a:schemeClr val="accent4"/>
      <a:schemeClr val="accent5"/>
      <a:schemeClr val="accent6"/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/>
    <dgm:txEffectClrLst/>
  </dgm:styleLbl>
  <dgm:styleLbl name="lnNode1">
    <dgm:fillClrLst meth="repeat">
      <a:schemeClr val="accent2"/>
      <a:schemeClr val="accent3"/>
      <a:schemeClr val="accent4"/>
      <a:schemeClr val="accent5"/>
      <a:schemeClr val="accent6"/>
    </dgm:fillClrLst>
    <dgm:linClrLst meth="repeat">
      <a:schemeClr val="lt1"/>
    </dgm:linClrLst>
    <dgm:effectClrLst/>
    <dgm:txLinClrLst/>
    <dgm:txFillClrLst/>
    <dgm:txEffectClrLst/>
  </dgm:styleLbl>
  <dgm:styleLbl name="vennNode1">
    <dgm:fillClrLst meth="repeat">
      <a:schemeClr val="accent2">
        <a:alpha val="50000"/>
      </a:schemeClr>
      <a:schemeClr val="accent3">
        <a:alpha val="50000"/>
      </a:schemeClr>
      <a:schemeClr val="accent4">
        <a:alpha val="50000"/>
      </a:schemeClr>
      <a:schemeClr val="accent5">
        <a:alpha val="50000"/>
      </a:schemeClr>
      <a:schemeClr val="accent6">
        <a:alpha val="50000"/>
      </a:schemeClr>
    </dgm:fillClrLst>
    <dgm:linClrLst meth="repeat">
      <a:schemeClr val="lt1"/>
    </dgm:linClrLst>
    <dgm:effectClrLst/>
    <dgm:txLinClrLst/>
    <dgm:txFillClrLst/>
    <dgm:txEffectClrLst/>
  </dgm:styleLbl>
  <dgm:styleLbl name="node2">
    <dgm:fillClrLst>
      <a:schemeClr val="accent2"/>
    </dgm:fillClrLst>
    <dgm:linClrLst meth="repeat">
      <a:schemeClr val="lt1"/>
    </dgm:linClrLst>
    <dgm:effectClrLst/>
    <dgm:txLinClrLst/>
    <dgm:txFillClrLst/>
    <dgm:txEffectClrLst/>
  </dgm:styleLbl>
  <dgm:styleLbl name="node3">
    <dgm:fillClrLst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node4">
    <dgm:fillClrLst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fgImgPlace1">
    <dgm:fillClrLst meth="repeat">
      <a:schemeClr val="accent2">
        <a:tint val="50000"/>
      </a:schemeClr>
      <a:schemeClr val="accent3">
        <a:tint val="50000"/>
      </a:schemeClr>
      <a:schemeClr val="accent4">
        <a:tint val="50000"/>
      </a:schemeClr>
      <a:schemeClr val="accent5">
        <a:tint val="50000"/>
      </a:schemeClr>
      <a:schemeClr val="accent6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alignImgPlace1">
    <dgm:fillClrLst>
      <a:schemeClr val="accent1">
        <a:tint val="50000"/>
      </a:schemeClr>
      <a:schemeClr val="accent2">
        <a:tint val="2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bgImgPlace1">
    <dgm:fillClrLst>
      <a:schemeClr val="accent1">
        <a:tint val="50000"/>
      </a:schemeClr>
      <a:schemeClr val="accent2">
        <a:tint val="2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sibTrans2D1">
    <dgm:fillClrLst meth="repeat">
      <a:schemeClr val="accent2"/>
      <a:schemeClr val="accent3"/>
      <a:schemeClr val="accent4"/>
      <a:schemeClr val="accent5"/>
      <a:schemeClr val="accent6"/>
    </dgm:fillClrLst>
    <dgm:linClrLst meth="cycle">
      <a:schemeClr val="lt1"/>
    </dgm:linClrLst>
    <dgm:effectClrLst/>
    <dgm:txLinClrLst/>
    <dgm:txFillClrLst/>
    <dgm:txEffectClrLst/>
  </dgm:styleLbl>
  <dgm:styleLbl name="fgSibTrans2D1">
    <dgm:fillClrLst meth="repeat">
      <a:schemeClr val="accent2"/>
      <a:schemeClr val="accent3"/>
      <a:schemeClr val="accent4"/>
      <a:schemeClr val="accent5"/>
      <a:schemeClr val="accent6"/>
    </dgm:fillClrLst>
    <dgm:linClrLst meth="cycle">
      <a:schemeClr val="lt1"/>
    </dgm:linClrLst>
    <dgm:effectClrLst/>
    <dgm:txLinClrLst/>
    <dgm:txFillClrLst meth="repeat">
      <a:schemeClr val="lt1"/>
    </dgm:txFillClrLst>
    <dgm:txEffectClrLst/>
  </dgm:styleLbl>
  <dgm:styleLbl name="bgSibTrans2D1">
    <dgm:fillClrLst meth="repeat">
      <a:schemeClr val="accent2"/>
      <a:schemeClr val="accent3"/>
      <a:schemeClr val="accent4"/>
      <a:schemeClr val="accent5"/>
      <a:schemeClr val="accent6"/>
    </dgm:fillClrLst>
    <dgm:linClrLst meth="cycle">
      <a:schemeClr val="lt1"/>
    </dgm:linClrLst>
    <dgm:effectClrLst/>
    <dgm:txLinClrLst/>
    <dgm:txFillClrLst meth="repeat">
      <a:schemeClr val="lt1"/>
    </dgm:txFillClrLst>
    <dgm:txEffectClrLst/>
  </dgm:styleLbl>
  <dgm:styleLbl name="sibTrans1D1">
    <dgm:fillClrLst meth="repeat">
      <a:schemeClr val="accent2"/>
      <a:schemeClr val="accent3"/>
      <a:schemeClr val="accent4"/>
      <a:schemeClr val="accent5"/>
      <a:schemeClr val="accent6"/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tx1"/>
    </dgm:txFillClrLst>
    <dgm:txEffectClrLst/>
  </dgm:styleLbl>
  <dgm:styleLbl name="callout">
    <dgm:fillClrLst meth="repeat">
      <a:schemeClr val="accent2"/>
    </dgm:fillClrLst>
    <dgm:linClrLst meth="repeat">
      <a:schemeClr val="accent2">
        <a:tint val="50000"/>
      </a:schemeClr>
    </dgm:linClrLst>
    <dgm:effectClrLst/>
    <dgm:txLinClrLst/>
    <dgm:txFillClrLst meth="repeat">
      <a:schemeClr val="tx1"/>
    </dgm:txFillClrLst>
    <dgm:txEffectClrLst/>
  </dgm:styleLbl>
  <dgm:styleLbl name="asst0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sst1">
    <dgm:fillClrLst meth="repeat">
      <a:schemeClr val="accent2"/>
    </dgm:fillClrLst>
    <dgm:linClrLst meth="repeat">
      <a:schemeClr val="lt1"/>
    </dgm:linClrLst>
    <dgm:effectClrLst/>
    <dgm:txLinClrLst/>
    <dgm:txFillClrLst/>
    <dgm:txEffectClrLst/>
  </dgm:styleLbl>
  <dgm:styleLbl name="asst2">
    <dgm:fillClrLst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asst3">
    <dgm:fillClrLst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asst4">
    <dgm:fillClrLst>
      <a:schemeClr val="accent5"/>
    </dgm:fillClrLst>
    <dgm:linClrLst meth="repeat">
      <a:schemeClr val="lt1"/>
    </dgm:linClrLst>
    <dgm:effectClrLst/>
    <dgm:txLinClrLst/>
    <dgm:txFillClrLst/>
    <dgm:txEffectClrLst/>
  </dgm:styleLbl>
  <dgm:styleLbl name="parChTrans2D1">
    <dgm:fillClrLst meth="repeat">
      <a:schemeClr val="accent2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parChTrans2D2">
    <dgm:fillClrLst meth="repeat"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parChTrans2D3">
    <dgm:fillClrLst meth="repeat"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parChTrans2D4">
    <dgm:fillClrLst meth="repeat">
      <a:schemeClr val="accent5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parChTrans1D1">
    <dgm:fillClrLst meth="repeat">
      <a:schemeClr val="accent2"/>
    </dgm:fillClrLst>
    <dgm:linClrLst meth="repeat">
      <a:schemeClr val="accent1"/>
    </dgm:linClrLst>
    <dgm:effectClrLst/>
    <dgm:txLinClrLst/>
    <dgm:txFillClrLst meth="repeat">
      <a:schemeClr val="tx1"/>
    </dgm:txFillClrLst>
    <dgm:txEffectClrLst/>
  </dgm:styleLbl>
  <dgm:styleLbl name="parChTrans1D2">
    <dgm:fillClrLst meth="repeat">
      <a:schemeClr val="accent3">
        <a:tint val="90000"/>
      </a:schemeClr>
    </dgm:fillClrLst>
    <dgm:linClrLst meth="repeat">
      <a:schemeClr val="accent2"/>
    </dgm:linClrLst>
    <dgm:effectClrLst/>
    <dgm:txLinClrLst/>
    <dgm:txFillClrLst meth="repeat">
      <a:schemeClr val="tx1"/>
    </dgm:txFillClrLst>
    <dgm:txEffectClrLst/>
  </dgm:styleLbl>
  <dgm:styleLbl name="parChTrans1D3">
    <dgm:fillClrLst meth="repeat">
      <a:schemeClr val="accent4">
        <a:tint val="70000"/>
      </a:schemeClr>
    </dgm:fillClrLst>
    <dgm:linClrLst meth="repeat">
      <a:schemeClr val="accent3"/>
    </dgm:linClrLst>
    <dgm:effectClrLst/>
    <dgm:txLinClrLst/>
    <dgm:txFillClrLst meth="repeat">
      <a:schemeClr val="tx1"/>
    </dgm:txFillClrLst>
    <dgm:txEffectClrLst/>
  </dgm:styleLbl>
  <dgm:styleLbl name="parChTrans1D4">
    <dgm:fillClrLst meth="repeat">
      <a:schemeClr val="accent5">
        <a:tint val="50000"/>
      </a:schemeClr>
    </dgm:fillClrLst>
    <dgm:linClrLst meth="repeat">
      <a:schemeClr val="accent4"/>
    </dgm:linClrLst>
    <dgm:effectClrLst/>
    <dgm:txLinClrLst/>
    <dgm:txFillClrLst meth="repeat">
      <a:schemeClr val="tx1"/>
    </dgm:txFillClrLst>
    <dgm:txEffectClrLst/>
  </dgm:styleLbl>
  <dgm:styleLbl name="fgAcc1">
    <dgm:fillClrLst meth="repeat">
      <a:schemeClr val="lt1">
        <a:alpha val="90000"/>
      </a:schemeClr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conFgAcc1">
    <dgm:fillClrLst meth="repeat">
      <a:schemeClr val="lt1">
        <a:alpha val="90000"/>
      </a:schemeClr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alignAcc1">
    <dgm:fillClrLst meth="repeat">
      <a:schemeClr val="lt1">
        <a:alpha val="90000"/>
      </a:schemeClr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trAlignAcc1">
    <dgm:fillClrLst meth="repeat">
      <a:schemeClr val="lt1">
        <a:alpha val="4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bgAcc1">
    <dgm:fillClrLst meth="repeat">
      <a:schemeClr val="lt1">
        <a:alpha val="90000"/>
      </a:schemeClr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solidFgAcc1">
    <dgm:fillClrLst meth="repeat">
      <a:schemeClr val="lt1"/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solidAlignAcc1">
    <dgm:fillClrLst meth="repeat">
      <a:schemeClr val="lt1"/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solidBgAcc1">
    <dgm:fillClrLst meth="repeat">
      <a:schemeClr val="lt1"/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fgAccFollowNode1">
    <dgm:fillClrLst meth="repeat">
      <a:schemeClr val="accent2">
        <a:tint val="40000"/>
        <a:alpha val="90000"/>
      </a:schemeClr>
      <a:schemeClr val="accent3">
        <a:tint val="40000"/>
        <a:alpha val="90000"/>
      </a:schemeClr>
      <a:schemeClr val="accent4">
        <a:tint val="40000"/>
        <a:alpha val="90000"/>
      </a:schemeClr>
      <a:schemeClr val="accent5">
        <a:tint val="40000"/>
        <a:alpha val="90000"/>
      </a:schemeClr>
      <a:schemeClr val="accent6">
        <a:tint val="40000"/>
        <a:alpha val="90000"/>
      </a:schemeClr>
    </dgm:fillClrLst>
    <dgm:linClrLst meth="repeat">
      <a:schemeClr val="accent2">
        <a:tint val="40000"/>
        <a:alpha val="90000"/>
      </a:schemeClr>
      <a:schemeClr val="accent3">
        <a:tint val="40000"/>
        <a:alpha val="90000"/>
      </a:schemeClr>
      <a:schemeClr val="accent4">
        <a:tint val="40000"/>
        <a:alpha val="90000"/>
      </a:schemeClr>
      <a:schemeClr val="accent5">
        <a:tint val="40000"/>
        <a:alpha val="90000"/>
      </a:schemeClr>
      <a:schemeClr val="accent6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alignAccFollowNode1">
    <dgm:fillClrLst meth="repeat">
      <a:schemeClr val="accent2">
        <a:tint val="40000"/>
        <a:alpha val="90000"/>
      </a:schemeClr>
      <a:schemeClr val="accent3">
        <a:tint val="40000"/>
        <a:alpha val="90000"/>
      </a:schemeClr>
      <a:schemeClr val="accent4">
        <a:tint val="40000"/>
        <a:alpha val="90000"/>
      </a:schemeClr>
      <a:schemeClr val="accent5">
        <a:tint val="40000"/>
        <a:alpha val="90000"/>
      </a:schemeClr>
      <a:schemeClr val="accent6">
        <a:tint val="40000"/>
        <a:alpha val="90000"/>
      </a:schemeClr>
    </dgm:fillClrLst>
    <dgm:linClrLst meth="repeat">
      <a:schemeClr val="accent2">
        <a:tint val="40000"/>
        <a:alpha val="90000"/>
      </a:schemeClr>
      <a:schemeClr val="accent3">
        <a:tint val="40000"/>
        <a:alpha val="90000"/>
      </a:schemeClr>
      <a:schemeClr val="accent4">
        <a:tint val="40000"/>
        <a:alpha val="90000"/>
      </a:schemeClr>
      <a:schemeClr val="accent5">
        <a:tint val="40000"/>
        <a:alpha val="90000"/>
      </a:schemeClr>
      <a:schemeClr val="accent6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bgAccFollowNode1">
    <dgm:fillClrLst meth="repeat">
      <a:schemeClr val="accent2">
        <a:tint val="40000"/>
        <a:alpha val="90000"/>
      </a:schemeClr>
      <a:schemeClr val="accent3">
        <a:tint val="40000"/>
        <a:alpha val="90000"/>
      </a:schemeClr>
      <a:schemeClr val="accent4">
        <a:tint val="40000"/>
        <a:alpha val="90000"/>
      </a:schemeClr>
      <a:schemeClr val="accent5">
        <a:tint val="40000"/>
        <a:alpha val="90000"/>
      </a:schemeClr>
      <a:schemeClr val="accent6">
        <a:tint val="40000"/>
        <a:alpha val="90000"/>
      </a:schemeClr>
    </dgm:fillClrLst>
    <dgm:linClrLst meth="repeat">
      <a:schemeClr val="accent2">
        <a:tint val="40000"/>
        <a:alpha val="90000"/>
      </a:schemeClr>
      <a:schemeClr val="accent3">
        <a:tint val="40000"/>
        <a:alpha val="90000"/>
      </a:schemeClr>
      <a:schemeClr val="accent4">
        <a:tint val="40000"/>
        <a:alpha val="90000"/>
      </a:schemeClr>
      <a:schemeClr val="accent5">
        <a:tint val="40000"/>
        <a:alpha val="90000"/>
      </a:schemeClr>
      <a:schemeClr val="accent6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fgAcc0">
    <dgm:fillClrLst meth="repeat">
      <a:schemeClr val="lt1">
        <a:alpha val="90000"/>
      </a:schemeClr>
    </dgm:fillClrLst>
    <dgm:linClrLst>
      <a:schemeClr val="accent1"/>
    </dgm:linClrLst>
    <dgm:effectClrLst/>
    <dgm:txLinClrLst/>
    <dgm:txFillClrLst meth="repeat">
      <a:schemeClr val="dk1"/>
    </dgm:txFillClrLst>
    <dgm:txEffectClrLst/>
  </dgm:styleLbl>
  <dgm:styleLbl name="fgAcc2">
    <dgm:fillClrLst meth="repeat">
      <a:schemeClr val="lt1">
        <a:alpha val="90000"/>
      </a:schemeClr>
    </dgm:fillClrLst>
    <dgm:linClrLst>
      <a:schemeClr val="accent2"/>
    </dgm:linClrLst>
    <dgm:effectClrLst/>
    <dgm:txLinClrLst/>
    <dgm:txFillClrLst meth="repeat">
      <a:schemeClr val="dk1"/>
    </dgm:txFillClrLst>
    <dgm:txEffectClrLst/>
  </dgm:styleLbl>
  <dgm:styleLbl name="fgAcc3">
    <dgm:fillClrLst meth="repeat">
      <a:schemeClr val="lt1">
        <a:alpha val="90000"/>
      </a:schemeClr>
    </dgm:fillClrLst>
    <dgm:linClrLst>
      <a:schemeClr val="accent3"/>
    </dgm:linClrLst>
    <dgm:effectClrLst/>
    <dgm:txLinClrLst/>
    <dgm:txFillClrLst meth="repeat">
      <a:schemeClr val="dk1"/>
    </dgm:txFillClrLst>
    <dgm:txEffectClrLst/>
  </dgm:styleLbl>
  <dgm:styleLbl name="fgAcc4">
    <dgm:fillClrLst meth="repeat">
      <a:schemeClr val="lt1">
        <a:alpha val="90000"/>
      </a:schemeClr>
    </dgm:fillClrLst>
    <dgm:linClrLst>
      <a:schemeClr val="accent4"/>
    </dgm:linClrLst>
    <dgm:effectClrLst/>
    <dgm:txLinClrLst/>
    <dgm:txFillClrLst meth="repeat">
      <a:schemeClr val="dk1"/>
    </dgm:txFillClrLst>
    <dgm:txEffectClrLst/>
  </dgm:styleLbl>
  <dgm:styleLbl name="bgShp">
    <dgm:fillClrLst meth="repeat">
      <a:schemeClr val="bg1">
        <a:lumMod val="95000"/>
      </a:schemeClr>
    </dgm:fillClrLst>
    <dgm:linClrLst meth="repeat">
      <a:schemeClr val="dk1"/>
    </dgm:linClrLst>
    <dgm:effectClrLst/>
    <dgm:txLinClrLst/>
    <dgm:txFillClrLst meth="repeat">
      <a:schemeClr val="dk1"/>
    </dgm:txFillClrLst>
    <dgm:txEffectClrLst/>
  </dgm:styleLbl>
  <dgm:styleLbl name="dkBgShp">
    <dgm:fillClrLst meth="repeat">
      <a:schemeClr val="accent2">
        <a:shade val="90000"/>
      </a:schemeClr>
    </dgm:fillClrLst>
    <dgm:linClrLst meth="repeat">
      <a:schemeClr val="dk1"/>
    </dgm:linClrLst>
    <dgm:effectClrLst/>
    <dgm:txLinClrLst/>
    <dgm:txFillClrLst meth="repeat">
      <a:schemeClr val="lt1"/>
    </dgm:txFillClrLst>
    <dgm:txEffectClrLst/>
  </dgm:styleLbl>
  <dgm:styleLbl name="trBgShp">
    <dgm:fillClrLst meth="repeat">
      <a:schemeClr val="accent1">
        <a:tint val="50000"/>
        <a:alpha val="40000"/>
      </a:schemeClr>
    </dgm:fillClrLst>
    <dgm:linClrLst meth="repeat">
      <a:schemeClr val="accent2"/>
    </dgm:linClrLst>
    <dgm:effectClrLst/>
    <dgm:txLinClrLst/>
    <dgm:txFillClrLst meth="repeat">
      <a:schemeClr val="lt1"/>
    </dgm:txFillClrLst>
    <dgm:txEffectClrLst/>
  </dgm:styleLbl>
  <dgm:styleLbl name="fgShp">
    <dgm:fillClrLst meth="repeat">
      <a:schemeClr val="accent2">
        <a:tint val="40000"/>
      </a:schemeClr>
    </dgm:fillClrLst>
    <dgm:linClrLst meth="repeat">
      <a:schemeClr val="lt1"/>
    </dgm:linClrLst>
    <dgm:effectClrLst/>
    <dgm:txLinClrLst/>
    <dgm:txFillClrLst meth="repeat">
      <a:schemeClr val="dk1"/>
    </dgm:txFillClrLst>
    <dgm:txEffectClrLst/>
  </dgm:styleLbl>
  <dgm:styleLbl name="revTx">
    <dgm:fillClrLst meth="repeat">
      <a:schemeClr val="lt1">
        <a:alpha val="0"/>
      </a:schemeClr>
    </dgm:fillClrLst>
    <dgm:linClrLst meth="repeat">
      <a:schemeClr val="dk1">
        <a:alpha val="0"/>
      </a:schemeClr>
    </dgm:linClrLst>
    <dgm:effectClrLst/>
    <dgm:txLinClrLst/>
    <dgm:txFillClrLst meth="repeat">
      <a:schemeClr val="tx1"/>
    </dgm:txFillClrLst>
    <dgm:txEffectClrLst/>
  </dgm:styleLbl>
</dgm:colorsDef>
</file>

<file path=ppt/diagrams/colors98.xml><?xml version="1.0" encoding="utf-8"?>
<dgm:colorsDef xmlns:dgm="http://schemas.openxmlformats.org/drawingml/2006/diagram" xmlns:a="http://schemas.openxmlformats.org/drawingml/2006/main" uniqueId="urn:microsoft.com/office/officeart/2018/5/colors/Iconchunking_neutralbg_colorful2">
  <dgm:title val=""/>
  <dgm:desc val=""/>
  <dgm:catLst>
    <dgm:cat type="colorful" pri="10200"/>
  </dgm:catLst>
  <dgm:styleLbl name="node0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node1">
    <dgm:fillClrLst>
      <a:schemeClr val="accent2"/>
      <a:schemeClr val="accent3"/>
    </dgm:fillClrLst>
    <dgm:linClrLst meth="repeat">
      <a:schemeClr val="lt1">
        <a:alpha val="0"/>
      </a:schemeClr>
    </dgm:linClrLst>
    <dgm:effectClrLst/>
    <dgm:txLinClrLst/>
    <dgm:txFillClrLst/>
    <dgm:txEffectClrLst/>
  </dgm:styleLbl>
  <dgm:styleLbl name="alignNode1">
    <dgm:fillClrLst>
      <a:schemeClr val="accent2"/>
      <a:schemeClr val="accent3"/>
    </dgm:fillClrLst>
    <dgm:linClrLst>
      <a:schemeClr val="accent2"/>
      <a:schemeClr val="accent3"/>
    </dgm:linClrLst>
    <dgm:effectClrLst/>
    <dgm:txLinClrLst/>
    <dgm:txFillClrLst/>
    <dgm:txEffectClrLst/>
  </dgm:styleLbl>
  <dgm:styleLbl name="lnNode1">
    <dgm:fillClrLst>
      <a:schemeClr val="accent2"/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vennNode1">
    <dgm:fillClrLst>
      <a:schemeClr val="accent2">
        <a:alpha val="50000"/>
      </a:schemeClr>
      <a:schemeClr val="accent3">
        <a:alpha val="50000"/>
      </a:schemeClr>
    </dgm:fillClrLst>
    <dgm:linClrLst meth="repeat">
      <a:schemeClr val="lt1"/>
    </dgm:linClrLst>
    <dgm:effectClrLst/>
    <dgm:txLinClrLst/>
    <dgm:txFillClrLst/>
    <dgm:txEffectClrLst/>
  </dgm:styleLbl>
  <dgm:styleLbl name="node2">
    <dgm:fillClrLst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node3">
    <dgm:fillClrLst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node4">
    <dgm:fillClrLst>
      <a:schemeClr val="accent5"/>
    </dgm:fillClrLst>
    <dgm:linClrLst meth="repeat">
      <a:schemeClr val="lt1"/>
    </dgm:linClrLst>
    <dgm:effectClrLst/>
    <dgm:txLinClrLst/>
    <dgm:txFillClrLst/>
    <dgm:txEffectClrLst/>
  </dgm:styleLbl>
  <dgm:styleLbl name="fgImgPlace1">
    <dgm:fillClrLst>
      <a:schemeClr val="accent2">
        <a:tint val="50000"/>
      </a:schemeClr>
      <a:schemeClr val="accent3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alignImgPlace1">
    <dgm:fillClrLst>
      <a:schemeClr val="accent2">
        <a:tint val="50000"/>
      </a:schemeClr>
      <a:schemeClr val="accent3">
        <a:tint val="2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bgImgPlace1">
    <dgm:fillClrLst>
      <a:schemeClr val="accent2">
        <a:tint val="50000"/>
      </a:schemeClr>
      <a:schemeClr val="accent3">
        <a:tint val="2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sibTrans2D1">
    <dgm:fillClrLst>
      <a:schemeClr val="accent2"/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fgSibTrans2D1">
    <dgm:fillClrLst>
      <a:schemeClr val="accent2"/>
      <a:schemeClr val="accent3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bgSibTrans2D1">
    <dgm:fillClrLst>
      <a:schemeClr val="accent2"/>
      <a:schemeClr val="accent3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sibTrans1D1">
    <dgm:fillClrLst/>
    <dgm:linClrLst>
      <a:schemeClr val="accent2"/>
      <a:schemeClr val="accent3"/>
    </dgm:linClrLst>
    <dgm:effectClrLst/>
    <dgm:txLinClrLst/>
    <dgm:txFillClrLst meth="repeat">
      <a:schemeClr val="tx1"/>
    </dgm:txFillClrLst>
    <dgm:txEffectClrLst/>
  </dgm:styleLbl>
  <dgm:styleLbl name="callout">
    <dgm:fillClrLst meth="repeat">
      <a:schemeClr val="accent2"/>
    </dgm:fillClrLst>
    <dgm:linClrLst meth="repeat">
      <a:schemeClr val="accent2">
        <a:tint val="50000"/>
      </a:schemeClr>
    </dgm:linClrLst>
    <dgm:effectClrLst/>
    <dgm:txLinClrLst/>
    <dgm:txFillClrLst meth="repeat">
      <a:schemeClr val="tx1"/>
    </dgm:txFillClrLst>
    <dgm:txEffectClrLst/>
  </dgm:styleLbl>
  <dgm:styleLbl name="asst0">
    <dgm:fillClrLst meth="repeat">
      <a:schemeClr val="accent2"/>
    </dgm:fillClrLst>
    <dgm:linClrLst meth="repeat">
      <a:schemeClr val="lt1">
        <a:shade val="80000"/>
      </a:schemeClr>
    </dgm:linClrLst>
    <dgm:effectClrLst/>
    <dgm:txLinClrLst/>
    <dgm:txFillClrLst/>
    <dgm:txEffectClrLst/>
  </dgm:styleLbl>
  <dgm:styleLbl name="asst1">
    <dgm:fillClrLst meth="repeat">
      <a:schemeClr val="accent3"/>
    </dgm:fillClrLst>
    <dgm:linClrLst meth="repeat">
      <a:schemeClr val="lt1">
        <a:shade val="80000"/>
      </a:schemeClr>
    </dgm:linClrLst>
    <dgm:effectClrLst/>
    <dgm:txLinClrLst/>
    <dgm:txFillClrLst/>
    <dgm:txEffectClrLst/>
  </dgm:styleLbl>
  <dgm:styleLbl name="asst2">
    <dgm:fillClrLst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asst3">
    <dgm:fillClrLst>
      <a:schemeClr val="accent5"/>
    </dgm:fillClrLst>
    <dgm:linClrLst meth="repeat">
      <a:schemeClr val="lt1"/>
    </dgm:linClrLst>
    <dgm:effectClrLst/>
    <dgm:txLinClrLst/>
    <dgm:txFillClrLst/>
    <dgm:txEffectClrLst/>
  </dgm:styleLbl>
  <dgm:styleLbl name="asst4">
    <dgm:fillClrLst>
      <a:schemeClr val="accent6"/>
    </dgm:fillClrLst>
    <dgm:linClrLst meth="repeat">
      <a:schemeClr val="lt1"/>
    </dgm:linClrLst>
    <dgm:effectClrLst/>
    <dgm:txLinClrLst/>
    <dgm:txFillClrLst/>
    <dgm:txEffectClrLst/>
  </dgm:styleLbl>
  <dgm:styleLbl name="parChTrans2D1">
    <dgm:fillClrLst meth="repeat">
      <a:schemeClr val="accent2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parChTrans2D2">
    <dgm:fillClrLst meth="repeat"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parChTrans2D3">
    <dgm:fillClrLst meth="repeat"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parChTrans2D4">
    <dgm:fillClrLst meth="repeat">
      <a:schemeClr val="accent5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parChTrans1D1">
    <dgm:fillClrLst meth="repeat">
      <a:schemeClr val="accent2"/>
    </dgm:fillClrLst>
    <dgm:linClrLst meth="repeat">
      <a:schemeClr val="accent2"/>
    </dgm:linClrLst>
    <dgm:effectClrLst/>
    <dgm:txLinClrLst/>
    <dgm:txFillClrLst meth="repeat">
      <a:schemeClr val="tx1"/>
    </dgm:txFillClrLst>
    <dgm:txEffectClrLst/>
  </dgm:styleLbl>
  <dgm:styleLbl name="parChTrans1D2">
    <dgm:fillClrLst meth="repeat">
      <a:schemeClr val="accent2">
        <a:tint val="90000"/>
      </a:schemeClr>
    </dgm:fillClrLst>
    <dgm:linClrLst meth="repeat">
      <a:schemeClr val="accent3"/>
    </dgm:linClrLst>
    <dgm:effectClrLst/>
    <dgm:txLinClrLst/>
    <dgm:txFillClrLst meth="repeat">
      <a:schemeClr val="tx1"/>
    </dgm:txFillClrLst>
    <dgm:txEffectClrLst/>
  </dgm:styleLbl>
  <dgm:styleLbl name="parChTrans1D3">
    <dgm:fillClrLst meth="repeat">
      <a:schemeClr val="accent2">
        <a:tint val="70000"/>
      </a:schemeClr>
    </dgm:fillClrLst>
    <dgm:linClrLst meth="repeat">
      <a:schemeClr val="accent4"/>
    </dgm:linClrLst>
    <dgm:effectClrLst/>
    <dgm:txLinClrLst/>
    <dgm:txFillClrLst meth="repeat">
      <a:schemeClr val="tx1"/>
    </dgm:txFillClrLst>
    <dgm:txEffectClrLst/>
  </dgm:styleLbl>
  <dgm:styleLbl name="parChTrans1D4">
    <dgm:fillClrLst meth="repeat">
      <a:schemeClr val="accent2">
        <a:tint val="50000"/>
      </a:schemeClr>
    </dgm:fillClrLst>
    <dgm:linClrLst meth="repeat">
      <a:schemeClr val="accent5"/>
    </dgm:linClrLst>
    <dgm:effectClrLst/>
    <dgm:txLinClrLst/>
    <dgm:txFillClrLst meth="repeat">
      <a:schemeClr val="tx1"/>
    </dgm:txFillClrLst>
    <dgm:txEffectClrLst/>
  </dgm:styleLbl>
  <dgm:styleLbl name="fgAcc1">
    <dgm:fillClrLst meth="repeat">
      <a:schemeClr val="lt1">
        <a:alpha val="90000"/>
      </a:schemeClr>
    </dgm:fillClrLst>
    <dgm:linClrLst>
      <a:schemeClr val="accent2"/>
      <a:schemeClr val="accent3"/>
    </dgm:linClrLst>
    <dgm:effectClrLst/>
    <dgm:txLinClrLst/>
    <dgm:txFillClrLst meth="repeat">
      <a:schemeClr val="dk1"/>
    </dgm:txFillClrLst>
    <dgm:txEffectClrLst/>
  </dgm:styleLbl>
  <dgm:styleLbl name="conFgAcc1">
    <dgm:fillClrLst meth="repeat">
      <a:schemeClr val="lt1">
        <a:alpha val="90000"/>
      </a:schemeClr>
    </dgm:fillClrLst>
    <dgm:linClrLst>
      <a:schemeClr val="accent2"/>
      <a:schemeClr val="accent3"/>
    </dgm:linClrLst>
    <dgm:effectClrLst/>
    <dgm:txLinClrLst/>
    <dgm:txFillClrLst meth="repeat">
      <a:schemeClr val="dk1"/>
    </dgm:txFillClrLst>
    <dgm:txEffectClrLst/>
  </dgm:styleLbl>
  <dgm:styleLbl name="alignAcc1">
    <dgm:fillClrLst meth="repeat">
      <a:schemeClr val="lt1">
        <a:alpha val="90000"/>
      </a:schemeClr>
    </dgm:fillClrLst>
    <dgm:linClrLst>
      <a:schemeClr val="accent2"/>
      <a:schemeClr val="accent3"/>
    </dgm:linClrLst>
    <dgm:effectClrLst/>
    <dgm:txLinClrLst/>
    <dgm:txFillClrLst meth="repeat">
      <a:schemeClr val="dk1"/>
    </dgm:txFillClrLst>
    <dgm:txEffectClrLst/>
  </dgm:styleLbl>
  <dgm:styleLbl name="trAlignAcc1">
    <dgm:fillClrLst meth="repeat">
      <a:schemeClr val="lt1">
        <a:alpha val="40000"/>
      </a:schemeClr>
    </dgm:fillClrLst>
    <dgm:linClrLst meth="repeat">
      <a:schemeClr val="accent2"/>
    </dgm:linClrLst>
    <dgm:effectClrLst/>
    <dgm:txLinClrLst/>
    <dgm:txFillClrLst meth="repeat">
      <a:schemeClr val="dk1"/>
    </dgm:txFillClrLst>
    <dgm:txEffectClrLst/>
  </dgm:styleLbl>
  <dgm:styleLbl name="bgAcc1">
    <dgm:fillClrLst meth="repeat">
      <a:schemeClr val="lt1">
        <a:alpha val="90000"/>
      </a:schemeClr>
    </dgm:fillClrLst>
    <dgm:linClrLst>
      <a:schemeClr val="accent2"/>
      <a:schemeClr val="accent3"/>
    </dgm:linClrLst>
    <dgm:effectClrLst/>
    <dgm:txLinClrLst/>
    <dgm:txFillClrLst meth="repeat">
      <a:schemeClr val="dk1"/>
    </dgm:txFillClrLst>
    <dgm:txEffectClrLst/>
  </dgm:styleLbl>
  <dgm:styleLbl name="solidFgAcc1">
    <dgm:fillClrLst meth="repeat">
      <a:schemeClr val="lt1"/>
    </dgm:fillClrLst>
    <dgm:linClrLst>
      <a:schemeClr val="accent2"/>
      <a:schemeClr val="accent3"/>
    </dgm:linClrLst>
    <dgm:effectClrLst/>
    <dgm:txLinClrLst/>
    <dgm:txFillClrLst meth="repeat">
      <a:schemeClr val="dk1"/>
    </dgm:txFillClrLst>
    <dgm:txEffectClrLst/>
  </dgm:styleLbl>
  <dgm:styleLbl name="solidAlignAcc1">
    <dgm:fillClrLst meth="repeat">
      <a:schemeClr val="lt1"/>
    </dgm:fillClrLst>
    <dgm:linClrLst>
      <a:schemeClr val="accent2"/>
      <a:schemeClr val="accent3"/>
    </dgm:linClrLst>
    <dgm:effectClrLst/>
    <dgm:txLinClrLst/>
    <dgm:txFillClrLst meth="repeat">
      <a:schemeClr val="dk1"/>
    </dgm:txFillClrLst>
    <dgm:txEffectClrLst/>
  </dgm:styleLbl>
  <dgm:styleLbl name="solidBgAcc1">
    <dgm:fillClrLst meth="repeat">
      <a:schemeClr val="lt1"/>
    </dgm:fillClrLst>
    <dgm:linClrLst>
      <a:schemeClr val="accent2"/>
      <a:schemeClr val="accent3"/>
    </dgm:linClrLst>
    <dgm:effectClrLst/>
    <dgm:txLinClrLst/>
    <dgm:txFillClrLst meth="repeat">
      <a:schemeClr val="dk1"/>
    </dgm:txFillClrLst>
    <dgm:txEffectClrLst/>
  </dgm:styleLbl>
  <dgm:styleLbl name="fgAccFollowNode1">
    <dgm:fillClrLst>
      <a:schemeClr val="accent2">
        <a:tint val="40000"/>
        <a:alpha val="90000"/>
      </a:schemeClr>
      <a:schemeClr val="accent3">
        <a:tint val="40000"/>
        <a:alpha val="90000"/>
      </a:schemeClr>
    </dgm:fillClrLst>
    <dgm:linClrLst>
      <a:schemeClr val="accent2">
        <a:tint val="40000"/>
        <a:alpha val="90000"/>
      </a:schemeClr>
      <a:schemeClr val="accent3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alignAccFollowNode1">
    <dgm:fillClrLst>
      <a:schemeClr val="accent2">
        <a:tint val="40000"/>
        <a:alpha val="90000"/>
      </a:schemeClr>
      <a:schemeClr val="accent3">
        <a:tint val="40000"/>
        <a:alpha val="90000"/>
      </a:schemeClr>
    </dgm:fillClrLst>
    <dgm:linClrLst>
      <a:schemeClr val="accent2">
        <a:tint val="40000"/>
        <a:alpha val="90000"/>
      </a:schemeClr>
      <a:schemeClr val="accent3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bgAccFollowNode1">
    <dgm:fillClrLst>
      <a:schemeClr val="accent2">
        <a:tint val="40000"/>
        <a:alpha val="90000"/>
      </a:schemeClr>
      <a:schemeClr val="accent3">
        <a:tint val="40000"/>
        <a:alpha val="90000"/>
      </a:schemeClr>
    </dgm:fillClrLst>
    <dgm:linClrLst>
      <a:schemeClr val="accent2">
        <a:tint val="40000"/>
        <a:alpha val="90000"/>
      </a:schemeClr>
      <a:schemeClr val="accent3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fgAcc0">
    <dgm:fillClrLst meth="repeat">
      <a:schemeClr val="lt1">
        <a:alpha val="90000"/>
      </a:schemeClr>
    </dgm:fillClrLst>
    <dgm:linClrLst>
      <a:schemeClr val="accent1"/>
    </dgm:linClrLst>
    <dgm:effectClrLst/>
    <dgm:txLinClrLst/>
    <dgm:txFillClrLst meth="repeat">
      <a:schemeClr val="dk1"/>
    </dgm:txFillClrLst>
    <dgm:txEffectClrLst/>
  </dgm:styleLbl>
  <dgm:styleLbl name="fgAcc2">
    <dgm:fillClrLst meth="repeat">
      <a:schemeClr val="lt1">
        <a:alpha val="90000"/>
      </a:schemeClr>
    </dgm:fillClrLst>
    <dgm:linClrLst>
      <a:schemeClr val="accent3"/>
    </dgm:linClrLst>
    <dgm:effectClrLst/>
    <dgm:txLinClrLst/>
    <dgm:txFillClrLst meth="repeat">
      <a:schemeClr val="dk1"/>
    </dgm:txFillClrLst>
    <dgm:txEffectClrLst/>
  </dgm:styleLbl>
  <dgm:styleLbl name="fgAcc3">
    <dgm:fillClrLst meth="repeat">
      <a:schemeClr val="lt1">
        <a:alpha val="90000"/>
      </a:schemeClr>
    </dgm:fillClrLst>
    <dgm:linClrLst>
      <a:schemeClr val="accent4"/>
    </dgm:linClrLst>
    <dgm:effectClrLst/>
    <dgm:txLinClrLst/>
    <dgm:txFillClrLst meth="repeat">
      <a:schemeClr val="dk1"/>
    </dgm:txFillClrLst>
    <dgm:txEffectClrLst/>
  </dgm:styleLbl>
  <dgm:styleLbl name="fgAcc4">
    <dgm:fillClrLst meth="repeat">
      <a:schemeClr val="lt1">
        <a:alpha val="90000"/>
      </a:schemeClr>
    </dgm:fillClrLst>
    <dgm:linClrLst>
      <a:schemeClr val="accent5"/>
    </dgm:linClrLst>
    <dgm:effectClrLst/>
    <dgm:txLinClrLst/>
    <dgm:txFillClrLst meth="repeat">
      <a:schemeClr val="dk1"/>
    </dgm:txFillClrLst>
    <dgm:txEffectClrLst/>
  </dgm:styleLbl>
  <dgm:styleLbl name="bgShp">
    <dgm:fillClrLst meth="repeat">
      <a:schemeClr val="bg1">
        <a:lumMod val="95000"/>
      </a:schemeClr>
    </dgm:fillClrLst>
    <dgm:linClrLst meth="repeat">
      <a:schemeClr val="dk1"/>
    </dgm:linClrLst>
    <dgm:effectClrLst/>
    <dgm:txLinClrLst/>
    <dgm:txFillClrLst meth="repeat">
      <a:schemeClr val="dk1"/>
    </dgm:txFillClrLst>
    <dgm:txEffectClrLst/>
  </dgm:styleLbl>
  <dgm:styleLbl name="dkBgShp">
    <dgm:fillClrLst meth="repeat">
      <a:schemeClr val="accent2">
        <a:shade val="90000"/>
      </a:schemeClr>
    </dgm:fillClrLst>
    <dgm:linClrLst meth="repeat">
      <a:schemeClr val="dk1"/>
    </dgm:linClrLst>
    <dgm:effectClrLst/>
    <dgm:txLinClrLst/>
    <dgm:txFillClrLst meth="repeat">
      <a:schemeClr val="lt1"/>
    </dgm:txFillClrLst>
    <dgm:txEffectClrLst/>
  </dgm:styleLbl>
  <dgm:styleLbl name="trBgShp">
    <dgm:fillClrLst meth="repeat">
      <a:schemeClr val="accent2">
        <a:tint val="50000"/>
        <a:alpha val="40000"/>
      </a:schemeClr>
    </dgm:fillClrLst>
    <dgm:linClrLst meth="repeat">
      <a:schemeClr val="accent2"/>
    </dgm:linClrLst>
    <dgm:effectClrLst/>
    <dgm:txLinClrLst/>
    <dgm:txFillClrLst meth="repeat">
      <a:schemeClr val="lt1"/>
    </dgm:txFillClrLst>
    <dgm:txEffectClrLst/>
  </dgm:styleLbl>
  <dgm:styleLbl name="fgShp">
    <dgm:fillClrLst meth="repeat">
      <a:schemeClr val="accent2">
        <a:tint val="40000"/>
      </a:schemeClr>
    </dgm:fillClrLst>
    <dgm:linClrLst meth="repeat">
      <a:schemeClr val="lt1"/>
    </dgm:linClrLst>
    <dgm:effectClrLst/>
    <dgm:txLinClrLst/>
    <dgm:txFillClrLst meth="repeat">
      <a:schemeClr val="dk1"/>
    </dgm:txFillClrLst>
    <dgm:txEffectClrLst/>
  </dgm:styleLbl>
  <dgm:styleLbl name="revTx">
    <dgm:fillClrLst meth="repeat">
      <a:schemeClr val="lt1">
        <a:alpha val="0"/>
      </a:schemeClr>
    </dgm:fillClrLst>
    <dgm:linClrLst meth="repeat">
      <a:schemeClr val="dk1">
        <a:alpha val="0"/>
      </a:schemeClr>
    </dgm:linClrLst>
    <dgm:effectClrLst/>
    <dgm:txLinClrLst/>
    <dgm:txFillClrLst meth="repeat">
      <a:schemeClr val="tx1"/>
    </dgm:txFillClrLst>
    <dgm:txEffectClrLst/>
  </dgm:styleLbl>
</dgm:colorsDef>
</file>

<file path=ppt/diagrams/colors99.xml><?xml version="1.0" encoding="utf-8"?>
<dgm:colorsDef xmlns:dgm="http://schemas.openxmlformats.org/drawingml/2006/diagram" xmlns:a="http://schemas.openxmlformats.org/drawingml/2006/main" uniqueId="urn:microsoft.com/office/officeart/2018/5/colors/Iconchunking_neutralbg_colorful2">
  <dgm:title val=""/>
  <dgm:desc val=""/>
  <dgm:catLst>
    <dgm:cat type="colorful" pri="10200"/>
  </dgm:catLst>
  <dgm:styleLbl name="node0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node1">
    <dgm:fillClrLst>
      <a:schemeClr val="accent2"/>
      <a:schemeClr val="accent3"/>
    </dgm:fillClrLst>
    <dgm:linClrLst meth="repeat">
      <a:schemeClr val="lt1">
        <a:alpha val="0"/>
      </a:schemeClr>
    </dgm:linClrLst>
    <dgm:effectClrLst/>
    <dgm:txLinClrLst/>
    <dgm:txFillClrLst/>
    <dgm:txEffectClrLst/>
  </dgm:styleLbl>
  <dgm:styleLbl name="alignNode1">
    <dgm:fillClrLst>
      <a:schemeClr val="accent2"/>
      <a:schemeClr val="accent3"/>
    </dgm:fillClrLst>
    <dgm:linClrLst>
      <a:schemeClr val="accent2"/>
      <a:schemeClr val="accent3"/>
    </dgm:linClrLst>
    <dgm:effectClrLst/>
    <dgm:txLinClrLst/>
    <dgm:txFillClrLst/>
    <dgm:txEffectClrLst/>
  </dgm:styleLbl>
  <dgm:styleLbl name="lnNode1">
    <dgm:fillClrLst>
      <a:schemeClr val="accent2"/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vennNode1">
    <dgm:fillClrLst>
      <a:schemeClr val="accent2">
        <a:alpha val="50000"/>
      </a:schemeClr>
      <a:schemeClr val="accent3">
        <a:alpha val="50000"/>
      </a:schemeClr>
    </dgm:fillClrLst>
    <dgm:linClrLst meth="repeat">
      <a:schemeClr val="lt1"/>
    </dgm:linClrLst>
    <dgm:effectClrLst/>
    <dgm:txLinClrLst/>
    <dgm:txFillClrLst/>
    <dgm:txEffectClrLst/>
  </dgm:styleLbl>
  <dgm:styleLbl name="node2">
    <dgm:fillClrLst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node3">
    <dgm:fillClrLst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node4">
    <dgm:fillClrLst>
      <a:schemeClr val="accent5"/>
    </dgm:fillClrLst>
    <dgm:linClrLst meth="repeat">
      <a:schemeClr val="lt1"/>
    </dgm:linClrLst>
    <dgm:effectClrLst/>
    <dgm:txLinClrLst/>
    <dgm:txFillClrLst/>
    <dgm:txEffectClrLst/>
  </dgm:styleLbl>
  <dgm:styleLbl name="fgImgPlace1">
    <dgm:fillClrLst>
      <a:schemeClr val="accent2">
        <a:tint val="50000"/>
      </a:schemeClr>
      <a:schemeClr val="accent3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alignImgPlace1">
    <dgm:fillClrLst>
      <a:schemeClr val="accent2">
        <a:tint val="50000"/>
      </a:schemeClr>
      <a:schemeClr val="accent3">
        <a:tint val="2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bgImgPlace1">
    <dgm:fillClrLst>
      <a:schemeClr val="accent2">
        <a:tint val="50000"/>
      </a:schemeClr>
      <a:schemeClr val="accent3">
        <a:tint val="2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sibTrans2D1">
    <dgm:fillClrLst>
      <a:schemeClr val="accent2"/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fgSibTrans2D1">
    <dgm:fillClrLst>
      <a:schemeClr val="accent2"/>
      <a:schemeClr val="accent3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bgSibTrans2D1">
    <dgm:fillClrLst>
      <a:schemeClr val="accent2"/>
      <a:schemeClr val="accent3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sibTrans1D1">
    <dgm:fillClrLst/>
    <dgm:linClrLst>
      <a:schemeClr val="accent2"/>
      <a:schemeClr val="accent3"/>
    </dgm:linClrLst>
    <dgm:effectClrLst/>
    <dgm:txLinClrLst/>
    <dgm:txFillClrLst meth="repeat">
      <a:schemeClr val="tx1"/>
    </dgm:txFillClrLst>
    <dgm:txEffectClrLst/>
  </dgm:styleLbl>
  <dgm:styleLbl name="callout">
    <dgm:fillClrLst meth="repeat">
      <a:schemeClr val="accent2"/>
    </dgm:fillClrLst>
    <dgm:linClrLst meth="repeat">
      <a:schemeClr val="accent2">
        <a:tint val="50000"/>
      </a:schemeClr>
    </dgm:linClrLst>
    <dgm:effectClrLst/>
    <dgm:txLinClrLst/>
    <dgm:txFillClrLst meth="repeat">
      <a:schemeClr val="tx1"/>
    </dgm:txFillClrLst>
    <dgm:txEffectClrLst/>
  </dgm:styleLbl>
  <dgm:styleLbl name="asst0">
    <dgm:fillClrLst meth="repeat">
      <a:schemeClr val="accent2"/>
    </dgm:fillClrLst>
    <dgm:linClrLst meth="repeat">
      <a:schemeClr val="lt1">
        <a:shade val="80000"/>
      </a:schemeClr>
    </dgm:linClrLst>
    <dgm:effectClrLst/>
    <dgm:txLinClrLst/>
    <dgm:txFillClrLst/>
    <dgm:txEffectClrLst/>
  </dgm:styleLbl>
  <dgm:styleLbl name="asst1">
    <dgm:fillClrLst meth="repeat">
      <a:schemeClr val="accent3"/>
    </dgm:fillClrLst>
    <dgm:linClrLst meth="repeat">
      <a:schemeClr val="lt1">
        <a:shade val="80000"/>
      </a:schemeClr>
    </dgm:linClrLst>
    <dgm:effectClrLst/>
    <dgm:txLinClrLst/>
    <dgm:txFillClrLst/>
    <dgm:txEffectClrLst/>
  </dgm:styleLbl>
  <dgm:styleLbl name="asst2">
    <dgm:fillClrLst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asst3">
    <dgm:fillClrLst>
      <a:schemeClr val="accent5"/>
    </dgm:fillClrLst>
    <dgm:linClrLst meth="repeat">
      <a:schemeClr val="lt1"/>
    </dgm:linClrLst>
    <dgm:effectClrLst/>
    <dgm:txLinClrLst/>
    <dgm:txFillClrLst/>
    <dgm:txEffectClrLst/>
  </dgm:styleLbl>
  <dgm:styleLbl name="asst4">
    <dgm:fillClrLst>
      <a:schemeClr val="accent6"/>
    </dgm:fillClrLst>
    <dgm:linClrLst meth="repeat">
      <a:schemeClr val="lt1"/>
    </dgm:linClrLst>
    <dgm:effectClrLst/>
    <dgm:txLinClrLst/>
    <dgm:txFillClrLst/>
    <dgm:txEffectClrLst/>
  </dgm:styleLbl>
  <dgm:styleLbl name="parChTrans2D1">
    <dgm:fillClrLst meth="repeat">
      <a:schemeClr val="accent2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parChTrans2D2">
    <dgm:fillClrLst meth="repeat"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parChTrans2D3">
    <dgm:fillClrLst meth="repeat"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parChTrans2D4">
    <dgm:fillClrLst meth="repeat">
      <a:schemeClr val="accent5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parChTrans1D1">
    <dgm:fillClrLst meth="repeat">
      <a:schemeClr val="accent2"/>
    </dgm:fillClrLst>
    <dgm:linClrLst meth="repeat">
      <a:schemeClr val="accent2"/>
    </dgm:linClrLst>
    <dgm:effectClrLst/>
    <dgm:txLinClrLst/>
    <dgm:txFillClrLst meth="repeat">
      <a:schemeClr val="tx1"/>
    </dgm:txFillClrLst>
    <dgm:txEffectClrLst/>
  </dgm:styleLbl>
  <dgm:styleLbl name="parChTrans1D2">
    <dgm:fillClrLst meth="repeat">
      <a:schemeClr val="accent2">
        <a:tint val="90000"/>
      </a:schemeClr>
    </dgm:fillClrLst>
    <dgm:linClrLst meth="repeat">
      <a:schemeClr val="accent3"/>
    </dgm:linClrLst>
    <dgm:effectClrLst/>
    <dgm:txLinClrLst/>
    <dgm:txFillClrLst meth="repeat">
      <a:schemeClr val="tx1"/>
    </dgm:txFillClrLst>
    <dgm:txEffectClrLst/>
  </dgm:styleLbl>
  <dgm:styleLbl name="parChTrans1D3">
    <dgm:fillClrLst meth="repeat">
      <a:schemeClr val="accent2">
        <a:tint val="70000"/>
      </a:schemeClr>
    </dgm:fillClrLst>
    <dgm:linClrLst meth="repeat">
      <a:schemeClr val="accent4"/>
    </dgm:linClrLst>
    <dgm:effectClrLst/>
    <dgm:txLinClrLst/>
    <dgm:txFillClrLst meth="repeat">
      <a:schemeClr val="tx1"/>
    </dgm:txFillClrLst>
    <dgm:txEffectClrLst/>
  </dgm:styleLbl>
  <dgm:styleLbl name="parChTrans1D4">
    <dgm:fillClrLst meth="repeat">
      <a:schemeClr val="accent2">
        <a:tint val="50000"/>
      </a:schemeClr>
    </dgm:fillClrLst>
    <dgm:linClrLst meth="repeat">
      <a:schemeClr val="accent5"/>
    </dgm:linClrLst>
    <dgm:effectClrLst/>
    <dgm:txLinClrLst/>
    <dgm:txFillClrLst meth="repeat">
      <a:schemeClr val="tx1"/>
    </dgm:txFillClrLst>
    <dgm:txEffectClrLst/>
  </dgm:styleLbl>
  <dgm:styleLbl name="fgAcc1">
    <dgm:fillClrLst meth="repeat">
      <a:schemeClr val="lt1">
        <a:alpha val="90000"/>
      </a:schemeClr>
    </dgm:fillClrLst>
    <dgm:linClrLst>
      <a:schemeClr val="accent2"/>
      <a:schemeClr val="accent3"/>
    </dgm:linClrLst>
    <dgm:effectClrLst/>
    <dgm:txLinClrLst/>
    <dgm:txFillClrLst meth="repeat">
      <a:schemeClr val="dk1"/>
    </dgm:txFillClrLst>
    <dgm:txEffectClrLst/>
  </dgm:styleLbl>
  <dgm:styleLbl name="conFgAcc1">
    <dgm:fillClrLst meth="repeat">
      <a:schemeClr val="lt1">
        <a:alpha val="90000"/>
      </a:schemeClr>
    </dgm:fillClrLst>
    <dgm:linClrLst>
      <a:schemeClr val="accent2"/>
      <a:schemeClr val="accent3"/>
    </dgm:linClrLst>
    <dgm:effectClrLst/>
    <dgm:txLinClrLst/>
    <dgm:txFillClrLst meth="repeat">
      <a:schemeClr val="dk1"/>
    </dgm:txFillClrLst>
    <dgm:txEffectClrLst/>
  </dgm:styleLbl>
  <dgm:styleLbl name="alignAcc1">
    <dgm:fillClrLst meth="repeat">
      <a:schemeClr val="lt1">
        <a:alpha val="90000"/>
      </a:schemeClr>
    </dgm:fillClrLst>
    <dgm:linClrLst>
      <a:schemeClr val="accent2"/>
      <a:schemeClr val="accent3"/>
    </dgm:linClrLst>
    <dgm:effectClrLst/>
    <dgm:txLinClrLst/>
    <dgm:txFillClrLst meth="repeat">
      <a:schemeClr val="dk1"/>
    </dgm:txFillClrLst>
    <dgm:txEffectClrLst/>
  </dgm:styleLbl>
  <dgm:styleLbl name="trAlignAcc1">
    <dgm:fillClrLst meth="repeat">
      <a:schemeClr val="lt1">
        <a:alpha val="40000"/>
      </a:schemeClr>
    </dgm:fillClrLst>
    <dgm:linClrLst meth="repeat">
      <a:schemeClr val="accent2"/>
    </dgm:linClrLst>
    <dgm:effectClrLst/>
    <dgm:txLinClrLst/>
    <dgm:txFillClrLst meth="repeat">
      <a:schemeClr val="dk1"/>
    </dgm:txFillClrLst>
    <dgm:txEffectClrLst/>
  </dgm:styleLbl>
  <dgm:styleLbl name="bgAcc1">
    <dgm:fillClrLst meth="repeat">
      <a:schemeClr val="lt1">
        <a:alpha val="90000"/>
      </a:schemeClr>
    </dgm:fillClrLst>
    <dgm:linClrLst>
      <a:schemeClr val="accent2"/>
      <a:schemeClr val="accent3"/>
    </dgm:linClrLst>
    <dgm:effectClrLst/>
    <dgm:txLinClrLst/>
    <dgm:txFillClrLst meth="repeat">
      <a:schemeClr val="dk1"/>
    </dgm:txFillClrLst>
    <dgm:txEffectClrLst/>
  </dgm:styleLbl>
  <dgm:styleLbl name="solidFgAcc1">
    <dgm:fillClrLst meth="repeat">
      <a:schemeClr val="lt1"/>
    </dgm:fillClrLst>
    <dgm:linClrLst>
      <a:schemeClr val="accent2"/>
      <a:schemeClr val="accent3"/>
    </dgm:linClrLst>
    <dgm:effectClrLst/>
    <dgm:txLinClrLst/>
    <dgm:txFillClrLst meth="repeat">
      <a:schemeClr val="dk1"/>
    </dgm:txFillClrLst>
    <dgm:txEffectClrLst/>
  </dgm:styleLbl>
  <dgm:styleLbl name="solidAlignAcc1">
    <dgm:fillClrLst meth="repeat">
      <a:schemeClr val="lt1"/>
    </dgm:fillClrLst>
    <dgm:linClrLst>
      <a:schemeClr val="accent2"/>
      <a:schemeClr val="accent3"/>
    </dgm:linClrLst>
    <dgm:effectClrLst/>
    <dgm:txLinClrLst/>
    <dgm:txFillClrLst meth="repeat">
      <a:schemeClr val="dk1"/>
    </dgm:txFillClrLst>
    <dgm:txEffectClrLst/>
  </dgm:styleLbl>
  <dgm:styleLbl name="solidBgAcc1">
    <dgm:fillClrLst meth="repeat">
      <a:schemeClr val="lt1"/>
    </dgm:fillClrLst>
    <dgm:linClrLst>
      <a:schemeClr val="accent2"/>
      <a:schemeClr val="accent3"/>
    </dgm:linClrLst>
    <dgm:effectClrLst/>
    <dgm:txLinClrLst/>
    <dgm:txFillClrLst meth="repeat">
      <a:schemeClr val="dk1"/>
    </dgm:txFillClrLst>
    <dgm:txEffectClrLst/>
  </dgm:styleLbl>
  <dgm:styleLbl name="fgAccFollowNode1">
    <dgm:fillClrLst>
      <a:schemeClr val="accent2">
        <a:tint val="40000"/>
        <a:alpha val="90000"/>
      </a:schemeClr>
      <a:schemeClr val="accent3">
        <a:tint val="40000"/>
        <a:alpha val="90000"/>
      </a:schemeClr>
    </dgm:fillClrLst>
    <dgm:linClrLst>
      <a:schemeClr val="accent2">
        <a:tint val="40000"/>
        <a:alpha val="90000"/>
      </a:schemeClr>
      <a:schemeClr val="accent3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alignAccFollowNode1">
    <dgm:fillClrLst>
      <a:schemeClr val="accent2">
        <a:tint val="40000"/>
        <a:alpha val="90000"/>
      </a:schemeClr>
      <a:schemeClr val="accent3">
        <a:tint val="40000"/>
        <a:alpha val="90000"/>
      </a:schemeClr>
    </dgm:fillClrLst>
    <dgm:linClrLst>
      <a:schemeClr val="accent2">
        <a:tint val="40000"/>
        <a:alpha val="90000"/>
      </a:schemeClr>
      <a:schemeClr val="accent3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bgAccFollowNode1">
    <dgm:fillClrLst>
      <a:schemeClr val="accent2">
        <a:tint val="40000"/>
        <a:alpha val="90000"/>
      </a:schemeClr>
      <a:schemeClr val="accent3">
        <a:tint val="40000"/>
        <a:alpha val="90000"/>
      </a:schemeClr>
    </dgm:fillClrLst>
    <dgm:linClrLst>
      <a:schemeClr val="accent2">
        <a:tint val="40000"/>
        <a:alpha val="90000"/>
      </a:schemeClr>
      <a:schemeClr val="accent3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fgAcc0">
    <dgm:fillClrLst meth="repeat">
      <a:schemeClr val="lt1">
        <a:alpha val="90000"/>
      </a:schemeClr>
    </dgm:fillClrLst>
    <dgm:linClrLst>
      <a:schemeClr val="accent1"/>
    </dgm:linClrLst>
    <dgm:effectClrLst/>
    <dgm:txLinClrLst/>
    <dgm:txFillClrLst meth="repeat">
      <a:schemeClr val="dk1"/>
    </dgm:txFillClrLst>
    <dgm:txEffectClrLst/>
  </dgm:styleLbl>
  <dgm:styleLbl name="fgAcc2">
    <dgm:fillClrLst meth="repeat">
      <a:schemeClr val="lt1">
        <a:alpha val="90000"/>
      </a:schemeClr>
    </dgm:fillClrLst>
    <dgm:linClrLst>
      <a:schemeClr val="accent3"/>
    </dgm:linClrLst>
    <dgm:effectClrLst/>
    <dgm:txLinClrLst/>
    <dgm:txFillClrLst meth="repeat">
      <a:schemeClr val="dk1"/>
    </dgm:txFillClrLst>
    <dgm:txEffectClrLst/>
  </dgm:styleLbl>
  <dgm:styleLbl name="fgAcc3">
    <dgm:fillClrLst meth="repeat">
      <a:schemeClr val="lt1">
        <a:alpha val="90000"/>
      </a:schemeClr>
    </dgm:fillClrLst>
    <dgm:linClrLst>
      <a:schemeClr val="accent4"/>
    </dgm:linClrLst>
    <dgm:effectClrLst/>
    <dgm:txLinClrLst/>
    <dgm:txFillClrLst meth="repeat">
      <a:schemeClr val="dk1"/>
    </dgm:txFillClrLst>
    <dgm:txEffectClrLst/>
  </dgm:styleLbl>
  <dgm:styleLbl name="fgAcc4">
    <dgm:fillClrLst meth="repeat">
      <a:schemeClr val="lt1">
        <a:alpha val="90000"/>
      </a:schemeClr>
    </dgm:fillClrLst>
    <dgm:linClrLst>
      <a:schemeClr val="accent5"/>
    </dgm:linClrLst>
    <dgm:effectClrLst/>
    <dgm:txLinClrLst/>
    <dgm:txFillClrLst meth="repeat">
      <a:schemeClr val="dk1"/>
    </dgm:txFillClrLst>
    <dgm:txEffectClrLst/>
  </dgm:styleLbl>
  <dgm:styleLbl name="bgShp">
    <dgm:fillClrLst meth="repeat">
      <a:schemeClr val="bg1">
        <a:lumMod val="95000"/>
      </a:schemeClr>
    </dgm:fillClrLst>
    <dgm:linClrLst meth="repeat">
      <a:schemeClr val="dk1"/>
    </dgm:linClrLst>
    <dgm:effectClrLst/>
    <dgm:txLinClrLst/>
    <dgm:txFillClrLst meth="repeat">
      <a:schemeClr val="dk1"/>
    </dgm:txFillClrLst>
    <dgm:txEffectClrLst/>
  </dgm:styleLbl>
  <dgm:styleLbl name="dkBgShp">
    <dgm:fillClrLst meth="repeat">
      <a:schemeClr val="accent2">
        <a:shade val="90000"/>
      </a:schemeClr>
    </dgm:fillClrLst>
    <dgm:linClrLst meth="repeat">
      <a:schemeClr val="dk1"/>
    </dgm:linClrLst>
    <dgm:effectClrLst/>
    <dgm:txLinClrLst/>
    <dgm:txFillClrLst meth="repeat">
      <a:schemeClr val="lt1"/>
    </dgm:txFillClrLst>
    <dgm:txEffectClrLst/>
  </dgm:styleLbl>
  <dgm:styleLbl name="trBgShp">
    <dgm:fillClrLst meth="repeat">
      <a:schemeClr val="accent2">
        <a:tint val="50000"/>
        <a:alpha val="40000"/>
      </a:schemeClr>
    </dgm:fillClrLst>
    <dgm:linClrLst meth="repeat">
      <a:schemeClr val="accent2"/>
    </dgm:linClrLst>
    <dgm:effectClrLst/>
    <dgm:txLinClrLst/>
    <dgm:txFillClrLst meth="repeat">
      <a:schemeClr val="lt1"/>
    </dgm:txFillClrLst>
    <dgm:txEffectClrLst/>
  </dgm:styleLbl>
  <dgm:styleLbl name="fgShp">
    <dgm:fillClrLst meth="repeat">
      <a:schemeClr val="accent2">
        <a:tint val="40000"/>
      </a:schemeClr>
    </dgm:fillClrLst>
    <dgm:linClrLst meth="repeat">
      <a:schemeClr val="lt1"/>
    </dgm:linClrLst>
    <dgm:effectClrLst/>
    <dgm:txLinClrLst/>
    <dgm:txFillClrLst meth="repeat">
      <a:schemeClr val="dk1"/>
    </dgm:txFillClrLst>
    <dgm:txEffectClrLst/>
  </dgm:styleLbl>
  <dgm:styleLbl name="revTx">
    <dgm:fillClrLst meth="repeat">
      <a:schemeClr val="lt1">
        <a:alpha val="0"/>
      </a:schemeClr>
    </dgm:fillClrLst>
    <dgm:linClrLst meth="repeat">
      <a:schemeClr val="dk1">
        <a:alpha val="0"/>
      </a:schemeClr>
    </dgm:linClrLst>
    <dgm:effectClrLst/>
    <dgm:txLinClrLst/>
    <dgm:txFillClrLst meth="repeat">
      <a:schemeClr val="tx1"/>
    </dgm:txFillClrLst>
    <dgm:txEffectClrLst/>
  </dgm:styleLbl>
</dgm:colorsDef>
</file>

<file path=ppt/diagrams/colors100.xml><?xml version="1.0" encoding="utf-8"?>
<dgm:colorsDef xmlns:dgm="http://schemas.openxmlformats.org/drawingml/2006/diagram" xmlns:a="http://schemas.openxmlformats.org/drawingml/2006/main" uniqueId="urn:microsoft.com/office/officeart/2018/5/colors/Iconchunking_neutralbg_colorful1">
  <dgm:title val=""/>
  <dgm:desc val=""/>
  <dgm:catLst>
    <dgm:cat type="colorful" pri="10100"/>
  </dgm:catLst>
  <dgm:styleLbl name="node0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node1">
    <dgm:fillClrLst meth="repeat">
      <a:schemeClr val="accent2"/>
      <a:schemeClr val="accent3"/>
      <a:schemeClr val="accent4"/>
      <a:schemeClr val="accent5"/>
      <a:schemeClr val="accent6"/>
    </dgm:fillClrLst>
    <dgm:linClrLst meth="repeat">
      <a:schemeClr val="lt1">
        <a:alpha val="0"/>
      </a:schemeClr>
    </dgm:linClrLst>
    <dgm:effectClrLst/>
    <dgm:txLinClrLst/>
    <dgm:txFillClrLst/>
    <dgm:txEffectClrLst/>
  </dgm:styleLbl>
  <dgm:styleLbl name="alignNode1">
    <dgm:fillClrLst meth="repeat">
      <a:schemeClr val="accent2"/>
      <a:schemeClr val="accent3"/>
      <a:schemeClr val="accent4"/>
      <a:schemeClr val="accent5"/>
      <a:schemeClr val="accent6"/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/>
    <dgm:txEffectClrLst/>
  </dgm:styleLbl>
  <dgm:styleLbl name="lnNode1">
    <dgm:fillClrLst meth="repeat">
      <a:schemeClr val="accent2"/>
      <a:schemeClr val="accent3"/>
      <a:schemeClr val="accent4"/>
      <a:schemeClr val="accent5"/>
      <a:schemeClr val="accent6"/>
    </dgm:fillClrLst>
    <dgm:linClrLst meth="repeat">
      <a:schemeClr val="lt1"/>
    </dgm:linClrLst>
    <dgm:effectClrLst/>
    <dgm:txLinClrLst/>
    <dgm:txFillClrLst/>
    <dgm:txEffectClrLst/>
  </dgm:styleLbl>
  <dgm:styleLbl name="vennNode1">
    <dgm:fillClrLst meth="repeat">
      <a:schemeClr val="accent2">
        <a:alpha val="50000"/>
      </a:schemeClr>
      <a:schemeClr val="accent3">
        <a:alpha val="50000"/>
      </a:schemeClr>
      <a:schemeClr val="accent4">
        <a:alpha val="50000"/>
      </a:schemeClr>
      <a:schemeClr val="accent5">
        <a:alpha val="50000"/>
      </a:schemeClr>
      <a:schemeClr val="accent6">
        <a:alpha val="50000"/>
      </a:schemeClr>
    </dgm:fillClrLst>
    <dgm:linClrLst meth="repeat">
      <a:schemeClr val="lt1"/>
    </dgm:linClrLst>
    <dgm:effectClrLst/>
    <dgm:txLinClrLst/>
    <dgm:txFillClrLst/>
    <dgm:txEffectClrLst/>
  </dgm:styleLbl>
  <dgm:styleLbl name="node2">
    <dgm:fillClrLst>
      <a:schemeClr val="accent2"/>
    </dgm:fillClrLst>
    <dgm:linClrLst meth="repeat">
      <a:schemeClr val="lt1"/>
    </dgm:linClrLst>
    <dgm:effectClrLst/>
    <dgm:txLinClrLst/>
    <dgm:txFillClrLst/>
    <dgm:txEffectClrLst/>
  </dgm:styleLbl>
  <dgm:styleLbl name="node3">
    <dgm:fillClrLst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node4">
    <dgm:fillClrLst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fgImgPlace1">
    <dgm:fillClrLst meth="repeat">
      <a:schemeClr val="accent2">
        <a:tint val="50000"/>
      </a:schemeClr>
      <a:schemeClr val="accent3">
        <a:tint val="50000"/>
      </a:schemeClr>
      <a:schemeClr val="accent4">
        <a:tint val="50000"/>
      </a:schemeClr>
      <a:schemeClr val="accent5">
        <a:tint val="50000"/>
      </a:schemeClr>
      <a:schemeClr val="accent6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alignImgPlace1">
    <dgm:fillClrLst>
      <a:schemeClr val="accent1">
        <a:tint val="50000"/>
      </a:schemeClr>
      <a:schemeClr val="accent2">
        <a:tint val="2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bgImgPlace1">
    <dgm:fillClrLst>
      <a:schemeClr val="accent1">
        <a:tint val="50000"/>
      </a:schemeClr>
      <a:schemeClr val="accent2">
        <a:tint val="2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sibTrans2D1">
    <dgm:fillClrLst meth="repeat">
      <a:schemeClr val="accent2"/>
      <a:schemeClr val="accent3"/>
      <a:schemeClr val="accent4"/>
      <a:schemeClr val="accent5"/>
      <a:schemeClr val="accent6"/>
    </dgm:fillClrLst>
    <dgm:linClrLst meth="cycle">
      <a:schemeClr val="lt1"/>
    </dgm:linClrLst>
    <dgm:effectClrLst/>
    <dgm:txLinClrLst/>
    <dgm:txFillClrLst/>
    <dgm:txEffectClrLst/>
  </dgm:styleLbl>
  <dgm:styleLbl name="fgSibTrans2D1">
    <dgm:fillClrLst meth="repeat">
      <a:schemeClr val="accent2"/>
      <a:schemeClr val="accent3"/>
      <a:schemeClr val="accent4"/>
      <a:schemeClr val="accent5"/>
      <a:schemeClr val="accent6"/>
    </dgm:fillClrLst>
    <dgm:linClrLst meth="cycle">
      <a:schemeClr val="lt1"/>
    </dgm:linClrLst>
    <dgm:effectClrLst/>
    <dgm:txLinClrLst/>
    <dgm:txFillClrLst meth="repeat">
      <a:schemeClr val="lt1"/>
    </dgm:txFillClrLst>
    <dgm:txEffectClrLst/>
  </dgm:styleLbl>
  <dgm:styleLbl name="bgSibTrans2D1">
    <dgm:fillClrLst meth="repeat">
      <a:schemeClr val="accent2"/>
      <a:schemeClr val="accent3"/>
      <a:schemeClr val="accent4"/>
      <a:schemeClr val="accent5"/>
      <a:schemeClr val="accent6"/>
    </dgm:fillClrLst>
    <dgm:linClrLst meth="cycle">
      <a:schemeClr val="lt1"/>
    </dgm:linClrLst>
    <dgm:effectClrLst/>
    <dgm:txLinClrLst/>
    <dgm:txFillClrLst meth="repeat">
      <a:schemeClr val="lt1"/>
    </dgm:txFillClrLst>
    <dgm:txEffectClrLst/>
  </dgm:styleLbl>
  <dgm:styleLbl name="sibTrans1D1">
    <dgm:fillClrLst meth="repeat">
      <a:schemeClr val="accent2"/>
      <a:schemeClr val="accent3"/>
      <a:schemeClr val="accent4"/>
      <a:schemeClr val="accent5"/>
      <a:schemeClr val="accent6"/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tx1"/>
    </dgm:txFillClrLst>
    <dgm:txEffectClrLst/>
  </dgm:styleLbl>
  <dgm:styleLbl name="callout">
    <dgm:fillClrLst meth="repeat">
      <a:schemeClr val="accent2"/>
    </dgm:fillClrLst>
    <dgm:linClrLst meth="repeat">
      <a:schemeClr val="accent2">
        <a:tint val="50000"/>
      </a:schemeClr>
    </dgm:linClrLst>
    <dgm:effectClrLst/>
    <dgm:txLinClrLst/>
    <dgm:txFillClrLst meth="repeat">
      <a:schemeClr val="tx1"/>
    </dgm:txFillClrLst>
    <dgm:txEffectClrLst/>
  </dgm:styleLbl>
  <dgm:styleLbl name="asst0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sst1">
    <dgm:fillClrLst meth="repeat">
      <a:schemeClr val="accent2"/>
    </dgm:fillClrLst>
    <dgm:linClrLst meth="repeat">
      <a:schemeClr val="lt1"/>
    </dgm:linClrLst>
    <dgm:effectClrLst/>
    <dgm:txLinClrLst/>
    <dgm:txFillClrLst/>
    <dgm:txEffectClrLst/>
  </dgm:styleLbl>
  <dgm:styleLbl name="asst2">
    <dgm:fillClrLst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asst3">
    <dgm:fillClrLst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asst4">
    <dgm:fillClrLst>
      <a:schemeClr val="accent5"/>
    </dgm:fillClrLst>
    <dgm:linClrLst meth="repeat">
      <a:schemeClr val="lt1"/>
    </dgm:linClrLst>
    <dgm:effectClrLst/>
    <dgm:txLinClrLst/>
    <dgm:txFillClrLst/>
    <dgm:txEffectClrLst/>
  </dgm:styleLbl>
  <dgm:styleLbl name="parChTrans2D1">
    <dgm:fillClrLst meth="repeat">
      <a:schemeClr val="accent2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parChTrans2D2">
    <dgm:fillClrLst meth="repeat"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parChTrans2D3">
    <dgm:fillClrLst meth="repeat"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parChTrans2D4">
    <dgm:fillClrLst meth="repeat">
      <a:schemeClr val="accent5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parChTrans1D1">
    <dgm:fillClrLst meth="repeat">
      <a:schemeClr val="accent2"/>
    </dgm:fillClrLst>
    <dgm:linClrLst meth="repeat">
      <a:schemeClr val="accent1"/>
    </dgm:linClrLst>
    <dgm:effectClrLst/>
    <dgm:txLinClrLst/>
    <dgm:txFillClrLst meth="repeat">
      <a:schemeClr val="tx1"/>
    </dgm:txFillClrLst>
    <dgm:txEffectClrLst/>
  </dgm:styleLbl>
  <dgm:styleLbl name="parChTrans1D2">
    <dgm:fillClrLst meth="repeat">
      <a:schemeClr val="accent3">
        <a:tint val="90000"/>
      </a:schemeClr>
    </dgm:fillClrLst>
    <dgm:linClrLst meth="repeat">
      <a:schemeClr val="accent2"/>
    </dgm:linClrLst>
    <dgm:effectClrLst/>
    <dgm:txLinClrLst/>
    <dgm:txFillClrLst meth="repeat">
      <a:schemeClr val="tx1"/>
    </dgm:txFillClrLst>
    <dgm:txEffectClrLst/>
  </dgm:styleLbl>
  <dgm:styleLbl name="parChTrans1D3">
    <dgm:fillClrLst meth="repeat">
      <a:schemeClr val="accent4">
        <a:tint val="70000"/>
      </a:schemeClr>
    </dgm:fillClrLst>
    <dgm:linClrLst meth="repeat">
      <a:schemeClr val="accent3"/>
    </dgm:linClrLst>
    <dgm:effectClrLst/>
    <dgm:txLinClrLst/>
    <dgm:txFillClrLst meth="repeat">
      <a:schemeClr val="tx1"/>
    </dgm:txFillClrLst>
    <dgm:txEffectClrLst/>
  </dgm:styleLbl>
  <dgm:styleLbl name="parChTrans1D4">
    <dgm:fillClrLst meth="repeat">
      <a:schemeClr val="accent5">
        <a:tint val="50000"/>
      </a:schemeClr>
    </dgm:fillClrLst>
    <dgm:linClrLst meth="repeat">
      <a:schemeClr val="accent4"/>
    </dgm:linClrLst>
    <dgm:effectClrLst/>
    <dgm:txLinClrLst/>
    <dgm:txFillClrLst meth="repeat">
      <a:schemeClr val="tx1"/>
    </dgm:txFillClrLst>
    <dgm:txEffectClrLst/>
  </dgm:styleLbl>
  <dgm:styleLbl name="fgAcc1">
    <dgm:fillClrLst meth="repeat">
      <a:schemeClr val="lt1">
        <a:alpha val="90000"/>
      </a:schemeClr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conFgAcc1">
    <dgm:fillClrLst meth="repeat">
      <a:schemeClr val="lt1">
        <a:alpha val="90000"/>
      </a:schemeClr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alignAcc1">
    <dgm:fillClrLst meth="repeat">
      <a:schemeClr val="lt1">
        <a:alpha val="90000"/>
      </a:schemeClr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trAlignAcc1">
    <dgm:fillClrLst meth="repeat">
      <a:schemeClr val="lt1">
        <a:alpha val="4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bgAcc1">
    <dgm:fillClrLst meth="repeat">
      <a:schemeClr val="lt1">
        <a:alpha val="90000"/>
      </a:schemeClr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solidFgAcc1">
    <dgm:fillClrLst meth="repeat">
      <a:schemeClr val="lt1"/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solidAlignAcc1">
    <dgm:fillClrLst meth="repeat">
      <a:schemeClr val="lt1"/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solidBgAcc1">
    <dgm:fillClrLst meth="repeat">
      <a:schemeClr val="lt1"/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fgAccFollowNode1">
    <dgm:fillClrLst meth="repeat">
      <a:schemeClr val="accent2">
        <a:tint val="40000"/>
        <a:alpha val="90000"/>
      </a:schemeClr>
      <a:schemeClr val="accent3">
        <a:tint val="40000"/>
        <a:alpha val="90000"/>
      </a:schemeClr>
      <a:schemeClr val="accent4">
        <a:tint val="40000"/>
        <a:alpha val="90000"/>
      </a:schemeClr>
      <a:schemeClr val="accent5">
        <a:tint val="40000"/>
        <a:alpha val="90000"/>
      </a:schemeClr>
      <a:schemeClr val="accent6">
        <a:tint val="40000"/>
        <a:alpha val="90000"/>
      </a:schemeClr>
    </dgm:fillClrLst>
    <dgm:linClrLst meth="repeat">
      <a:schemeClr val="accent2">
        <a:tint val="40000"/>
        <a:alpha val="90000"/>
      </a:schemeClr>
      <a:schemeClr val="accent3">
        <a:tint val="40000"/>
        <a:alpha val="90000"/>
      </a:schemeClr>
      <a:schemeClr val="accent4">
        <a:tint val="40000"/>
        <a:alpha val="90000"/>
      </a:schemeClr>
      <a:schemeClr val="accent5">
        <a:tint val="40000"/>
        <a:alpha val="90000"/>
      </a:schemeClr>
      <a:schemeClr val="accent6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alignAccFollowNode1">
    <dgm:fillClrLst meth="repeat">
      <a:schemeClr val="accent2">
        <a:tint val="40000"/>
        <a:alpha val="90000"/>
      </a:schemeClr>
      <a:schemeClr val="accent3">
        <a:tint val="40000"/>
        <a:alpha val="90000"/>
      </a:schemeClr>
      <a:schemeClr val="accent4">
        <a:tint val="40000"/>
        <a:alpha val="90000"/>
      </a:schemeClr>
      <a:schemeClr val="accent5">
        <a:tint val="40000"/>
        <a:alpha val="90000"/>
      </a:schemeClr>
      <a:schemeClr val="accent6">
        <a:tint val="40000"/>
        <a:alpha val="90000"/>
      </a:schemeClr>
    </dgm:fillClrLst>
    <dgm:linClrLst meth="repeat">
      <a:schemeClr val="accent2">
        <a:tint val="40000"/>
        <a:alpha val="90000"/>
      </a:schemeClr>
      <a:schemeClr val="accent3">
        <a:tint val="40000"/>
        <a:alpha val="90000"/>
      </a:schemeClr>
      <a:schemeClr val="accent4">
        <a:tint val="40000"/>
        <a:alpha val="90000"/>
      </a:schemeClr>
      <a:schemeClr val="accent5">
        <a:tint val="40000"/>
        <a:alpha val="90000"/>
      </a:schemeClr>
      <a:schemeClr val="accent6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bgAccFollowNode1">
    <dgm:fillClrLst meth="repeat">
      <a:schemeClr val="accent2">
        <a:tint val="40000"/>
        <a:alpha val="90000"/>
      </a:schemeClr>
      <a:schemeClr val="accent3">
        <a:tint val="40000"/>
        <a:alpha val="90000"/>
      </a:schemeClr>
      <a:schemeClr val="accent4">
        <a:tint val="40000"/>
        <a:alpha val="90000"/>
      </a:schemeClr>
      <a:schemeClr val="accent5">
        <a:tint val="40000"/>
        <a:alpha val="90000"/>
      </a:schemeClr>
      <a:schemeClr val="accent6">
        <a:tint val="40000"/>
        <a:alpha val="90000"/>
      </a:schemeClr>
    </dgm:fillClrLst>
    <dgm:linClrLst meth="repeat">
      <a:schemeClr val="accent2">
        <a:tint val="40000"/>
        <a:alpha val="90000"/>
      </a:schemeClr>
      <a:schemeClr val="accent3">
        <a:tint val="40000"/>
        <a:alpha val="90000"/>
      </a:schemeClr>
      <a:schemeClr val="accent4">
        <a:tint val="40000"/>
        <a:alpha val="90000"/>
      </a:schemeClr>
      <a:schemeClr val="accent5">
        <a:tint val="40000"/>
        <a:alpha val="90000"/>
      </a:schemeClr>
      <a:schemeClr val="accent6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fgAcc0">
    <dgm:fillClrLst meth="repeat">
      <a:schemeClr val="lt1">
        <a:alpha val="90000"/>
      </a:schemeClr>
    </dgm:fillClrLst>
    <dgm:linClrLst>
      <a:schemeClr val="accent1"/>
    </dgm:linClrLst>
    <dgm:effectClrLst/>
    <dgm:txLinClrLst/>
    <dgm:txFillClrLst meth="repeat">
      <a:schemeClr val="dk1"/>
    </dgm:txFillClrLst>
    <dgm:txEffectClrLst/>
  </dgm:styleLbl>
  <dgm:styleLbl name="fgAcc2">
    <dgm:fillClrLst meth="repeat">
      <a:schemeClr val="lt1">
        <a:alpha val="90000"/>
      </a:schemeClr>
    </dgm:fillClrLst>
    <dgm:linClrLst>
      <a:schemeClr val="accent2"/>
    </dgm:linClrLst>
    <dgm:effectClrLst/>
    <dgm:txLinClrLst/>
    <dgm:txFillClrLst meth="repeat">
      <a:schemeClr val="dk1"/>
    </dgm:txFillClrLst>
    <dgm:txEffectClrLst/>
  </dgm:styleLbl>
  <dgm:styleLbl name="fgAcc3">
    <dgm:fillClrLst meth="repeat">
      <a:schemeClr val="lt1">
        <a:alpha val="90000"/>
      </a:schemeClr>
    </dgm:fillClrLst>
    <dgm:linClrLst>
      <a:schemeClr val="accent3"/>
    </dgm:linClrLst>
    <dgm:effectClrLst/>
    <dgm:txLinClrLst/>
    <dgm:txFillClrLst meth="repeat">
      <a:schemeClr val="dk1"/>
    </dgm:txFillClrLst>
    <dgm:txEffectClrLst/>
  </dgm:styleLbl>
  <dgm:styleLbl name="fgAcc4">
    <dgm:fillClrLst meth="repeat">
      <a:schemeClr val="lt1">
        <a:alpha val="90000"/>
      </a:schemeClr>
    </dgm:fillClrLst>
    <dgm:linClrLst>
      <a:schemeClr val="accent4"/>
    </dgm:linClrLst>
    <dgm:effectClrLst/>
    <dgm:txLinClrLst/>
    <dgm:txFillClrLst meth="repeat">
      <a:schemeClr val="dk1"/>
    </dgm:txFillClrLst>
    <dgm:txEffectClrLst/>
  </dgm:styleLbl>
  <dgm:styleLbl name="bgShp">
    <dgm:fillClrLst meth="repeat">
      <a:schemeClr val="bg1">
        <a:lumMod val="95000"/>
      </a:schemeClr>
    </dgm:fillClrLst>
    <dgm:linClrLst meth="repeat">
      <a:schemeClr val="dk1"/>
    </dgm:linClrLst>
    <dgm:effectClrLst/>
    <dgm:txLinClrLst/>
    <dgm:txFillClrLst meth="repeat">
      <a:schemeClr val="dk1"/>
    </dgm:txFillClrLst>
    <dgm:txEffectClrLst/>
  </dgm:styleLbl>
  <dgm:styleLbl name="dkBgShp">
    <dgm:fillClrLst meth="repeat">
      <a:schemeClr val="accent2">
        <a:shade val="90000"/>
      </a:schemeClr>
    </dgm:fillClrLst>
    <dgm:linClrLst meth="repeat">
      <a:schemeClr val="dk1"/>
    </dgm:linClrLst>
    <dgm:effectClrLst/>
    <dgm:txLinClrLst/>
    <dgm:txFillClrLst meth="repeat">
      <a:schemeClr val="lt1"/>
    </dgm:txFillClrLst>
    <dgm:txEffectClrLst/>
  </dgm:styleLbl>
  <dgm:styleLbl name="trBgShp">
    <dgm:fillClrLst meth="repeat">
      <a:schemeClr val="accent1">
        <a:tint val="50000"/>
        <a:alpha val="40000"/>
      </a:schemeClr>
    </dgm:fillClrLst>
    <dgm:linClrLst meth="repeat">
      <a:schemeClr val="accent2"/>
    </dgm:linClrLst>
    <dgm:effectClrLst/>
    <dgm:txLinClrLst/>
    <dgm:txFillClrLst meth="repeat">
      <a:schemeClr val="lt1"/>
    </dgm:txFillClrLst>
    <dgm:txEffectClrLst/>
  </dgm:styleLbl>
  <dgm:styleLbl name="fgShp">
    <dgm:fillClrLst meth="repeat">
      <a:schemeClr val="accent2">
        <a:tint val="40000"/>
      </a:schemeClr>
    </dgm:fillClrLst>
    <dgm:linClrLst meth="repeat">
      <a:schemeClr val="lt1"/>
    </dgm:linClrLst>
    <dgm:effectClrLst/>
    <dgm:txLinClrLst/>
    <dgm:txFillClrLst meth="repeat">
      <a:schemeClr val="dk1"/>
    </dgm:txFillClrLst>
    <dgm:txEffectClrLst/>
  </dgm:styleLbl>
  <dgm:styleLbl name="revTx">
    <dgm:fillClrLst meth="repeat">
      <a:schemeClr val="lt1">
        <a:alpha val="0"/>
      </a:schemeClr>
    </dgm:fillClrLst>
    <dgm:linClrLst meth="repeat">
      <a:schemeClr val="dk1">
        <a:alpha val="0"/>
      </a:schemeClr>
    </dgm:linClrLst>
    <dgm:effectClrLst/>
    <dgm:txLinClrLst/>
    <dgm:txFillClrLst meth="repeat">
      <a:schemeClr val="tx1"/>
    </dgm:txFillClrLst>
    <dgm:txEffectClrLst/>
  </dgm:styleLbl>
</dgm:colorsDef>
</file>

<file path=ppt/diagrams/colors101.xml><?xml version="1.0" encoding="utf-8"?>
<dgm:colorsDef xmlns:dgm="http://schemas.openxmlformats.org/drawingml/2006/diagram" xmlns:a="http://schemas.openxmlformats.org/drawingml/2006/main" uniqueId="urn:microsoft.com/office/officeart/2018/5/colors/Iconchunking_neutralbg_colorful2">
  <dgm:title val=""/>
  <dgm:desc val=""/>
  <dgm:catLst>
    <dgm:cat type="colorful" pri="10200"/>
  </dgm:catLst>
  <dgm:styleLbl name="node0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node1">
    <dgm:fillClrLst>
      <a:schemeClr val="accent2"/>
      <a:schemeClr val="accent3"/>
    </dgm:fillClrLst>
    <dgm:linClrLst meth="repeat">
      <a:schemeClr val="lt1">
        <a:alpha val="0"/>
      </a:schemeClr>
    </dgm:linClrLst>
    <dgm:effectClrLst/>
    <dgm:txLinClrLst/>
    <dgm:txFillClrLst/>
    <dgm:txEffectClrLst/>
  </dgm:styleLbl>
  <dgm:styleLbl name="alignNode1">
    <dgm:fillClrLst>
      <a:schemeClr val="accent2"/>
      <a:schemeClr val="accent3"/>
    </dgm:fillClrLst>
    <dgm:linClrLst>
      <a:schemeClr val="accent2"/>
      <a:schemeClr val="accent3"/>
    </dgm:linClrLst>
    <dgm:effectClrLst/>
    <dgm:txLinClrLst/>
    <dgm:txFillClrLst/>
    <dgm:txEffectClrLst/>
  </dgm:styleLbl>
  <dgm:styleLbl name="lnNode1">
    <dgm:fillClrLst>
      <a:schemeClr val="accent2"/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vennNode1">
    <dgm:fillClrLst>
      <a:schemeClr val="accent2">
        <a:alpha val="50000"/>
      </a:schemeClr>
      <a:schemeClr val="accent3">
        <a:alpha val="50000"/>
      </a:schemeClr>
    </dgm:fillClrLst>
    <dgm:linClrLst meth="repeat">
      <a:schemeClr val="lt1"/>
    </dgm:linClrLst>
    <dgm:effectClrLst/>
    <dgm:txLinClrLst/>
    <dgm:txFillClrLst/>
    <dgm:txEffectClrLst/>
  </dgm:styleLbl>
  <dgm:styleLbl name="node2">
    <dgm:fillClrLst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node3">
    <dgm:fillClrLst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node4">
    <dgm:fillClrLst>
      <a:schemeClr val="accent5"/>
    </dgm:fillClrLst>
    <dgm:linClrLst meth="repeat">
      <a:schemeClr val="lt1"/>
    </dgm:linClrLst>
    <dgm:effectClrLst/>
    <dgm:txLinClrLst/>
    <dgm:txFillClrLst/>
    <dgm:txEffectClrLst/>
  </dgm:styleLbl>
  <dgm:styleLbl name="fgImgPlace1">
    <dgm:fillClrLst>
      <a:schemeClr val="accent2">
        <a:tint val="50000"/>
      </a:schemeClr>
      <a:schemeClr val="accent3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alignImgPlace1">
    <dgm:fillClrLst>
      <a:schemeClr val="accent2">
        <a:tint val="50000"/>
      </a:schemeClr>
      <a:schemeClr val="accent3">
        <a:tint val="2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bgImgPlace1">
    <dgm:fillClrLst>
      <a:schemeClr val="accent2">
        <a:tint val="50000"/>
      </a:schemeClr>
      <a:schemeClr val="accent3">
        <a:tint val="2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sibTrans2D1">
    <dgm:fillClrLst>
      <a:schemeClr val="accent2"/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fgSibTrans2D1">
    <dgm:fillClrLst>
      <a:schemeClr val="accent2"/>
      <a:schemeClr val="accent3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bgSibTrans2D1">
    <dgm:fillClrLst>
      <a:schemeClr val="accent2"/>
      <a:schemeClr val="accent3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sibTrans1D1">
    <dgm:fillClrLst/>
    <dgm:linClrLst>
      <a:schemeClr val="accent2"/>
      <a:schemeClr val="accent3"/>
    </dgm:linClrLst>
    <dgm:effectClrLst/>
    <dgm:txLinClrLst/>
    <dgm:txFillClrLst meth="repeat">
      <a:schemeClr val="tx1"/>
    </dgm:txFillClrLst>
    <dgm:txEffectClrLst/>
  </dgm:styleLbl>
  <dgm:styleLbl name="callout">
    <dgm:fillClrLst meth="repeat">
      <a:schemeClr val="accent2"/>
    </dgm:fillClrLst>
    <dgm:linClrLst meth="repeat">
      <a:schemeClr val="accent2">
        <a:tint val="50000"/>
      </a:schemeClr>
    </dgm:linClrLst>
    <dgm:effectClrLst/>
    <dgm:txLinClrLst/>
    <dgm:txFillClrLst meth="repeat">
      <a:schemeClr val="tx1"/>
    </dgm:txFillClrLst>
    <dgm:txEffectClrLst/>
  </dgm:styleLbl>
  <dgm:styleLbl name="asst0">
    <dgm:fillClrLst meth="repeat">
      <a:schemeClr val="accent2"/>
    </dgm:fillClrLst>
    <dgm:linClrLst meth="repeat">
      <a:schemeClr val="lt1">
        <a:shade val="80000"/>
      </a:schemeClr>
    </dgm:linClrLst>
    <dgm:effectClrLst/>
    <dgm:txLinClrLst/>
    <dgm:txFillClrLst/>
    <dgm:txEffectClrLst/>
  </dgm:styleLbl>
  <dgm:styleLbl name="asst1">
    <dgm:fillClrLst meth="repeat">
      <a:schemeClr val="accent3"/>
    </dgm:fillClrLst>
    <dgm:linClrLst meth="repeat">
      <a:schemeClr val="lt1">
        <a:shade val="80000"/>
      </a:schemeClr>
    </dgm:linClrLst>
    <dgm:effectClrLst/>
    <dgm:txLinClrLst/>
    <dgm:txFillClrLst/>
    <dgm:txEffectClrLst/>
  </dgm:styleLbl>
  <dgm:styleLbl name="asst2">
    <dgm:fillClrLst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asst3">
    <dgm:fillClrLst>
      <a:schemeClr val="accent5"/>
    </dgm:fillClrLst>
    <dgm:linClrLst meth="repeat">
      <a:schemeClr val="lt1"/>
    </dgm:linClrLst>
    <dgm:effectClrLst/>
    <dgm:txLinClrLst/>
    <dgm:txFillClrLst/>
    <dgm:txEffectClrLst/>
  </dgm:styleLbl>
  <dgm:styleLbl name="asst4">
    <dgm:fillClrLst>
      <a:schemeClr val="accent6"/>
    </dgm:fillClrLst>
    <dgm:linClrLst meth="repeat">
      <a:schemeClr val="lt1"/>
    </dgm:linClrLst>
    <dgm:effectClrLst/>
    <dgm:txLinClrLst/>
    <dgm:txFillClrLst/>
    <dgm:txEffectClrLst/>
  </dgm:styleLbl>
  <dgm:styleLbl name="parChTrans2D1">
    <dgm:fillClrLst meth="repeat">
      <a:schemeClr val="accent2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parChTrans2D2">
    <dgm:fillClrLst meth="repeat"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parChTrans2D3">
    <dgm:fillClrLst meth="repeat"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parChTrans2D4">
    <dgm:fillClrLst meth="repeat">
      <a:schemeClr val="accent5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parChTrans1D1">
    <dgm:fillClrLst meth="repeat">
      <a:schemeClr val="accent2"/>
    </dgm:fillClrLst>
    <dgm:linClrLst meth="repeat">
      <a:schemeClr val="accent2"/>
    </dgm:linClrLst>
    <dgm:effectClrLst/>
    <dgm:txLinClrLst/>
    <dgm:txFillClrLst meth="repeat">
      <a:schemeClr val="tx1"/>
    </dgm:txFillClrLst>
    <dgm:txEffectClrLst/>
  </dgm:styleLbl>
  <dgm:styleLbl name="parChTrans1D2">
    <dgm:fillClrLst meth="repeat">
      <a:schemeClr val="accent2">
        <a:tint val="90000"/>
      </a:schemeClr>
    </dgm:fillClrLst>
    <dgm:linClrLst meth="repeat">
      <a:schemeClr val="accent3"/>
    </dgm:linClrLst>
    <dgm:effectClrLst/>
    <dgm:txLinClrLst/>
    <dgm:txFillClrLst meth="repeat">
      <a:schemeClr val="tx1"/>
    </dgm:txFillClrLst>
    <dgm:txEffectClrLst/>
  </dgm:styleLbl>
  <dgm:styleLbl name="parChTrans1D3">
    <dgm:fillClrLst meth="repeat">
      <a:schemeClr val="accent2">
        <a:tint val="70000"/>
      </a:schemeClr>
    </dgm:fillClrLst>
    <dgm:linClrLst meth="repeat">
      <a:schemeClr val="accent4"/>
    </dgm:linClrLst>
    <dgm:effectClrLst/>
    <dgm:txLinClrLst/>
    <dgm:txFillClrLst meth="repeat">
      <a:schemeClr val="tx1"/>
    </dgm:txFillClrLst>
    <dgm:txEffectClrLst/>
  </dgm:styleLbl>
  <dgm:styleLbl name="parChTrans1D4">
    <dgm:fillClrLst meth="repeat">
      <a:schemeClr val="accent2">
        <a:tint val="50000"/>
      </a:schemeClr>
    </dgm:fillClrLst>
    <dgm:linClrLst meth="repeat">
      <a:schemeClr val="accent5"/>
    </dgm:linClrLst>
    <dgm:effectClrLst/>
    <dgm:txLinClrLst/>
    <dgm:txFillClrLst meth="repeat">
      <a:schemeClr val="tx1"/>
    </dgm:txFillClrLst>
    <dgm:txEffectClrLst/>
  </dgm:styleLbl>
  <dgm:styleLbl name="fgAcc1">
    <dgm:fillClrLst meth="repeat">
      <a:schemeClr val="lt1">
        <a:alpha val="90000"/>
      </a:schemeClr>
    </dgm:fillClrLst>
    <dgm:linClrLst>
      <a:schemeClr val="accent2"/>
      <a:schemeClr val="accent3"/>
    </dgm:linClrLst>
    <dgm:effectClrLst/>
    <dgm:txLinClrLst/>
    <dgm:txFillClrLst meth="repeat">
      <a:schemeClr val="dk1"/>
    </dgm:txFillClrLst>
    <dgm:txEffectClrLst/>
  </dgm:styleLbl>
  <dgm:styleLbl name="conFgAcc1">
    <dgm:fillClrLst meth="repeat">
      <a:schemeClr val="lt1">
        <a:alpha val="90000"/>
      </a:schemeClr>
    </dgm:fillClrLst>
    <dgm:linClrLst>
      <a:schemeClr val="accent2"/>
      <a:schemeClr val="accent3"/>
    </dgm:linClrLst>
    <dgm:effectClrLst/>
    <dgm:txLinClrLst/>
    <dgm:txFillClrLst meth="repeat">
      <a:schemeClr val="dk1"/>
    </dgm:txFillClrLst>
    <dgm:txEffectClrLst/>
  </dgm:styleLbl>
  <dgm:styleLbl name="alignAcc1">
    <dgm:fillClrLst meth="repeat">
      <a:schemeClr val="lt1">
        <a:alpha val="90000"/>
      </a:schemeClr>
    </dgm:fillClrLst>
    <dgm:linClrLst>
      <a:schemeClr val="accent2"/>
      <a:schemeClr val="accent3"/>
    </dgm:linClrLst>
    <dgm:effectClrLst/>
    <dgm:txLinClrLst/>
    <dgm:txFillClrLst meth="repeat">
      <a:schemeClr val="dk1"/>
    </dgm:txFillClrLst>
    <dgm:txEffectClrLst/>
  </dgm:styleLbl>
  <dgm:styleLbl name="trAlignAcc1">
    <dgm:fillClrLst meth="repeat">
      <a:schemeClr val="lt1">
        <a:alpha val="40000"/>
      </a:schemeClr>
    </dgm:fillClrLst>
    <dgm:linClrLst meth="repeat">
      <a:schemeClr val="accent2"/>
    </dgm:linClrLst>
    <dgm:effectClrLst/>
    <dgm:txLinClrLst/>
    <dgm:txFillClrLst meth="repeat">
      <a:schemeClr val="dk1"/>
    </dgm:txFillClrLst>
    <dgm:txEffectClrLst/>
  </dgm:styleLbl>
  <dgm:styleLbl name="bgAcc1">
    <dgm:fillClrLst meth="repeat">
      <a:schemeClr val="lt1">
        <a:alpha val="90000"/>
      </a:schemeClr>
    </dgm:fillClrLst>
    <dgm:linClrLst>
      <a:schemeClr val="accent2"/>
      <a:schemeClr val="accent3"/>
    </dgm:linClrLst>
    <dgm:effectClrLst/>
    <dgm:txLinClrLst/>
    <dgm:txFillClrLst meth="repeat">
      <a:schemeClr val="dk1"/>
    </dgm:txFillClrLst>
    <dgm:txEffectClrLst/>
  </dgm:styleLbl>
  <dgm:styleLbl name="solidFgAcc1">
    <dgm:fillClrLst meth="repeat">
      <a:schemeClr val="lt1"/>
    </dgm:fillClrLst>
    <dgm:linClrLst>
      <a:schemeClr val="accent2"/>
      <a:schemeClr val="accent3"/>
    </dgm:linClrLst>
    <dgm:effectClrLst/>
    <dgm:txLinClrLst/>
    <dgm:txFillClrLst meth="repeat">
      <a:schemeClr val="dk1"/>
    </dgm:txFillClrLst>
    <dgm:txEffectClrLst/>
  </dgm:styleLbl>
  <dgm:styleLbl name="solidAlignAcc1">
    <dgm:fillClrLst meth="repeat">
      <a:schemeClr val="lt1"/>
    </dgm:fillClrLst>
    <dgm:linClrLst>
      <a:schemeClr val="accent2"/>
      <a:schemeClr val="accent3"/>
    </dgm:linClrLst>
    <dgm:effectClrLst/>
    <dgm:txLinClrLst/>
    <dgm:txFillClrLst meth="repeat">
      <a:schemeClr val="dk1"/>
    </dgm:txFillClrLst>
    <dgm:txEffectClrLst/>
  </dgm:styleLbl>
  <dgm:styleLbl name="solidBgAcc1">
    <dgm:fillClrLst meth="repeat">
      <a:schemeClr val="lt1"/>
    </dgm:fillClrLst>
    <dgm:linClrLst>
      <a:schemeClr val="accent2"/>
      <a:schemeClr val="accent3"/>
    </dgm:linClrLst>
    <dgm:effectClrLst/>
    <dgm:txLinClrLst/>
    <dgm:txFillClrLst meth="repeat">
      <a:schemeClr val="dk1"/>
    </dgm:txFillClrLst>
    <dgm:txEffectClrLst/>
  </dgm:styleLbl>
  <dgm:styleLbl name="fgAccFollowNode1">
    <dgm:fillClrLst>
      <a:schemeClr val="accent2">
        <a:tint val="40000"/>
        <a:alpha val="90000"/>
      </a:schemeClr>
      <a:schemeClr val="accent3">
        <a:tint val="40000"/>
        <a:alpha val="90000"/>
      </a:schemeClr>
    </dgm:fillClrLst>
    <dgm:linClrLst>
      <a:schemeClr val="accent2">
        <a:tint val="40000"/>
        <a:alpha val="90000"/>
      </a:schemeClr>
      <a:schemeClr val="accent3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alignAccFollowNode1">
    <dgm:fillClrLst>
      <a:schemeClr val="accent2">
        <a:tint val="40000"/>
        <a:alpha val="90000"/>
      </a:schemeClr>
      <a:schemeClr val="accent3">
        <a:tint val="40000"/>
        <a:alpha val="90000"/>
      </a:schemeClr>
    </dgm:fillClrLst>
    <dgm:linClrLst>
      <a:schemeClr val="accent2">
        <a:tint val="40000"/>
        <a:alpha val="90000"/>
      </a:schemeClr>
      <a:schemeClr val="accent3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bgAccFollowNode1">
    <dgm:fillClrLst>
      <a:schemeClr val="accent2">
        <a:tint val="40000"/>
        <a:alpha val="90000"/>
      </a:schemeClr>
      <a:schemeClr val="accent3">
        <a:tint val="40000"/>
        <a:alpha val="90000"/>
      </a:schemeClr>
    </dgm:fillClrLst>
    <dgm:linClrLst>
      <a:schemeClr val="accent2">
        <a:tint val="40000"/>
        <a:alpha val="90000"/>
      </a:schemeClr>
      <a:schemeClr val="accent3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fgAcc0">
    <dgm:fillClrLst meth="repeat">
      <a:schemeClr val="lt1">
        <a:alpha val="90000"/>
      </a:schemeClr>
    </dgm:fillClrLst>
    <dgm:linClrLst>
      <a:schemeClr val="accent1"/>
    </dgm:linClrLst>
    <dgm:effectClrLst/>
    <dgm:txLinClrLst/>
    <dgm:txFillClrLst meth="repeat">
      <a:schemeClr val="dk1"/>
    </dgm:txFillClrLst>
    <dgm:txEffectClrLst/>
  </dgm:styleLbl>
  <dgm:styleLbl name="fgAcc2">
    <dgm:fillClrLst meth="repeat">
      <a:schemeClr val="lt1">
        <a:alpha val="90000"/>
      </a:schemeClr>
    </dgm:fillClrLst>
    <dgm:linClrLst>
      <a:schemeClr val="accent3"/>
    </dgm:linClrLst>
    <dgm:effectClrLst/>
    <dgm:txLinClrLst/>
    <dgm:txFillClrLst meth="repeat">
      <a:schemeClr val="dk1"/>
    </dgm:txFillClrLst>
    <dgm:txEffectClrLst/>
  </dgm:styleLbl>
  <dgm:styleLbl name="fgAcc3">
    <dgm:fillClrLst meth="repeat">
      <a:schemeClr val="lt1">
        <a:alpha val="90000"/>
      </a:schemeClr>
    </dgm:fillClrLst>
    <dgm:linClrLst>
      <a:schemeClr val="accent4"/>
    </dgm:linClrLst>
    <dgm:effectClrLst/>
    <dgm:txLinClrLst/>
    <dgm:txFillClrLst meth="repeat">
      <a:schemeClr val="dk1"/>
    </dgm:txFillClrLst>
    <dgm:txEffectClrLst/>
  </dgm:styleLbl>
  <dgm:styleLbl name="fgAcc4">
    <dgm:fillClrLst meth="repeat">
      <a:schemeClr val="lt1">
        <a:alpha val="90000"/>
      </a:schemeClr>
    </dgm:fillClrLst>
    <dgm:linClrLst>
      <a:schemeClr val="accent5"/>
    </dgm:linClrLst>
    <dgm:effectClrLst/>
    <dgm:txLinClrLst/>
    <dgm:txFillClrLst meth="repeat">
      <a:schemeClr val="dk1"/>
    </dgm:txFillClrLst>
    <dgm:txEffectClrLst/>
  </dgm:styleLbl>
  <dgm:styleLbl name="bgShp">
    <dgm:fillClrLst meth="repeat">
      <a:schemeClr val="bg1">
        <a:lumMod val="95000"/>
      </a:schemeClr>
    </dgm:fillClrLst>
    <dgm:linClrLst meth="repeat">
      <a:schemeClr val="dk1"/>
    </dgm:linClrLst>
    <dgm:effectClrLst/>
    <dgm:txLinClrLst/>
    <dgm:txFillClrLst meth="repeat">
      <a:schemeClr val="dk1"/>
    </dgm:txFillClrLst>
    <dgm:txEffectClrLst/>
  </dgm:styleLbl>
  <dgm:styleLbl name="dkBgShp">
    <dgm:fillClrLst meth="repeat">
      <a:schemeClr val="accent2">
        <a:shade val="90000"/>
      </a:schemeClr>
    </dgm:fillClrLst>
    <dgm:linClrLst meth="repeat">
      <a:schemeClr val="dk1"/>
    </dgm:linClrLst>
    <dgm:effectClrLst/>
    <dgm:txLinClrLst/>
    <dgm:txFillClrLst meth="repeat">
      <a:schemeClr val="lt1"/>
    </dgm:txFillClrLst>
    <dgm:txEffectClrLst/>
  </dgm:styleLbl>
  <dgm:styleLbl name="trBgShp">
    <dgm:fillClrLst meth="repeat">
      <a:schemeClr val="accent2">
        <a:tint val="50000"/>
        <a:alpha val="40000"/>
      </a:schemeClr>
    </dgm:fillClrLst>
    <dgm:linClrLst meth="repeat">
      <a:schemeClr val="accent2"/>
    </dgm:linClrLst>
    <dgm:effectClrLst/>
    <dgm:txLinClrLst/>
    <dgm:txFillClrLst meth="repeat">
      <a:schemeClr val="lt1"/>
    </dgm:txFillClrLst>
    <dgm:txEffectClrLst/>
  </dgm:styleLbl>
  <dgm:styleLbl name="fgShp">
    <dgm:fillClrLst meth="repeat">
      <a:schemeClr val="accent2">
        <a:tint val="40000"/>
      </a:schemeClr>
    </dgm:fillClrLst>
    <dgm:linClrLst meth="repeat">
      <a:schemeClr val="lt1"/>
    </dgm:linClrLst>
    <dgm:effectClrLst/>
    <dgm:txLinClrLst/>
    <dgm:txFillClrLst meth="repeat">
      <a:schemeClr val="dk1"/>
    </dgm:txFillClrLst>
    <dgm:txEffectClrLst/>
  </dgm:styleLbl>
  <dgm:styleLbl name="revTx">
    <dgm:fillClrLst meth="repeat">
      <a:schemeClr val="lt1">
        <a:alpha val="0"/>
      </a:schemeClr>
    </dgm:fillClrLst>
    <dgm:linClrLst meth="repeat">
      <a:schemeClr val="dk1">
        <a:alpha val="0"/>
      </a:schemeClr>
    </dgm:linClrLst>
    <dgm:effectClrLst/>
    <dgm:txLinClrLst/>
    <dgm:txFillClrLst meth="repeat">
      <a:schemeClr val="tx1"/>
    </dgm:txFillClrLst>
    <dgm:txEffectClrLst/>
  </dgm:styleLbl>
</dgm:colorsDef>
</file>

<file path=ppt/diagrams/colors102.xml><?xml version="1.0" encoding="utf-8"?>
<dgm:colorsDef xmlns:dgm="http://schemas.openxmlformats.org/drawingml/2006/diagram" xmlns:a="http://schemas.openxmlformats.org/drawingml/2006/main" uniqueId="urn:microsoft.com/office/officeart/2005/8/colors/accent1_2">
  <dgm:title val=""/>
  <dgm:desc val=""/>
  <dgm:catLst>
    <dgm:cat type="accent1" pri="11200"/>
  </dgm:catLst>
  <dgm:styleLbl name="node0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lignNode1">
    <dgm:fillClrLst meth="repeat">
      <a:schemeClr val="accent1"/>
    </dgm:fillClrLst>
    <dgm:linClrLst meth="repeat">
      <a:schemeClr val="accent1"/>
    </dgm:linClrLst>
    <dgm:effectClrLst/>
    <dgm:txLinClrLst/>
    <dgm:txFillClrLst/>
    <dgm:txEffectClrLst/>
  </dgm:styleLbl>
  <dgm:styleLbl name="node1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lnNode1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vennNode1">
    <dgm:fillClrLst meth="repeat">
      <a:schemeClr val="accent1">
        <a:alpha val="50000"/>
      </a:schemeClr>
    </dgm:fillClrLst>
    <dgm:linClrLst meth="repeat">
      <a:schemeClr val="lt1"/>
    </dgm:linClrLst>
    <dgm:effectClrLst/>
    <dgm:txLinClrLst/>
    <dgm:txFillClrLst/>
    <dgm:txEffectClrLst/>
  </dgm:styleLbl>
  <dgm:styleLbl name="node2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node3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node4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fgImgPlace1">
    <dgm:fillClrLst meth="repeat">
      <a:schemeClr val="accent1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alignImgPlace1">
    <dgm:fillClrLst meth="repeat">
      <a:schemeClr val="accent1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bgImgPlace1">
    <dgm:fillClrLst meth="repeat">
      <a:schemeClr val="accent1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sibTrans2D1">
    <dgm:fillClrLst meth="repeat">
      <a:schemeClr val="accent1">
        <a:tint val="60000"/>
      </a:schemeClr>
    </dgm:fillClrLst>
    <dgm:linClrLst meth="repeat">
      <a:schemeClr val="accent1">
        <a:tint val="60000"/>
      </a:schemeClr>
    </dgm:linClrLst>
    <dgm:effectClrLst/>
    <dgm:txLinClrLst/>
    <dgm:txFillClrLst/>
    <dgm:txEffectClrLst/>
  </dgm:styleLbl>
  <dgm:styleLbl name="fgSibTrans2D1">
    <dgm:fillClrLst meth="repeat">
      <a:schemeClr val="accent1">
        <a:tint val="60000"/>
      </a:schemeClr>
    </dgm:fillClrLst>
    <dgm:linClrLst meth="repeat">
      <a:schemeClr val="accent1">
        <a:tint val="60000"/>
      </a:schemeClr>
    </dgm:linClrLst>
    <dgm:effectClrLst/>
    <dgm:txLinClrLst/>
    <dgm:txFillClrLst/>
    <dgm:txEffectClrLst/>
  </dgm:styleLbl>
  <dgm:styleLbl name="bgSibTrans2D1">
    <dgm:fillClrLst meth="repeat">
      <a:schemeClr val="accent1">
        <a:tint val="60000"/>
      </a:schemeClr>
    </dgm:fillClrLst>
    <dgm:linClrLst meth="repeat">
      <a:schemeClr val="accent1">
        <a:tint val="60000"/>
      </a:schemeClr>
    </dgm:linClrLst>
    <dgm:effectClrLst/>
    <dgm:txLinClrLst/>
    <dgm:txFillClrLst/>
    <dgm:txEffectClrLst/>
  </dgm:styleLbl>
  <dgm:styleLbl name="sibTrans1D1">
    <dgm:fillClrLst meth="repeat">
      <a:schemeClr val="accent1"/>
    </dgm:fillClrLst>
    <dgm:linClrLst meth="repeat">
      <a:schemeClr val="accent1"/>
    </dgm:linClrLst>
    <dgm:effectClrLst/>
    <dgm:txLinClrLst/>
    <dgm:txFillClrLst meth="repeat">
      <a:schemeClr val="tx1"/>
    </dgm:txFillClrLst>
    <dgm:txEffectClrLst/>
  </dgm:styleLbl>
  <dgm:styleLbl name="callout">
    <dgm:fillClrLst meth="repeat">
      <a:schemeClr val="accent1"/>
    </dgm:fillClrLst>
    <dgm:linClrLst meth="repeat">
      <a:schemeClr val="accent1">
        <a:tint val="50000"/>
      </a:schemeClr>
    </dgm:linClrLst>
    <dgm:effectClrLst/>
    <dgm:txLinClrLst/>
    <dgm:txFillClrLst meth="repeat">
      <a:schemeClr val="tx1"/>
    </dgm:txFillClrLst>
    <dgm:txEffectClrLst/>
  </dgm:styleLbl>
  <dgm:styleLbl name="asst0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sst1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sst2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sst3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sst4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parChTrans2D1">
    <dgm:fillClrLst meth="repeat">
      <a:schemeClr val="accent1">
        <a:tint val="60000"/>
      </a:schemeClr>
    </dgm:fillClrLst>
    <dgm:linClrLst meth="repeat">
      <a:schemeClr val="accent1">
        <a:tint val="60000"/>
      </a:schemeClr>
    </dgm:linClrLst>
    <dgm:effectClrLst/>
    <dgm:txLinClrLst/>
    <dgm:txFillClrLst meth="repeat">
      <a:schemeClr val="lt1"/>
    </dgm:txFillClrLst>
    <dgm:txEffectClrLst/>
  </dgm:styleLbl>
  <dgm:styleLbl name="parChTrans2D2">
    <dgm:fillClrLst meth="repeat">
      <a:schemeClr val="accent1"/>
    </dgm:fillClrLst>
    <dgm:linClrLst meth="repeat">
      <a:schemeClr val="accent1"/>
    </dgm:linClrLst>
    <dgm:effectClrLst/>
    <dgm:txLinClrLst/>
    <dgm:txFillClrLst meth="repeat">
      <a:schemeClr val="lt1"/>
    </dgm:txFillClrLst>
    <dgm:txEffectClrLst/>
  </dgm:styleLbl>
  <dgm:styleLbl name="parChTrans2D3">
    <dgm:fillClrLst meth="repeat">
      <a:schemeClr val="accent1"/>
    </dgm:fillClrLst>
    <dgm:linClrLst meth="repeat">
      <a:schemeClr val="accent1"/>
    </dgm:linClrLst>
    <dgm:effectClrLst/>
    <dgm:txLinClrLst/>
    <dgm:txFillClrLst meth="repeat">
      <a:schemeClr val="lt1"/>
    </dgm:txFillClrLst>
    <dgm:txEffectClrLst/>
  </dgm:styleLbl>
  <dgm:styleLbl name="parChTrans2D4">
    <dgm:fillClrLst meth="repeat">
      <a:schemeClr val="accent1"/>
    </dgm:fillClrLst>
    <dgm:linClrLst meth="repeat">
      <a:schemeClr val="accent1"/>
    </dgm:linClrLst>
    <dgm:effectClrLst/>
    <dgm:txLinClrLst/>
    <dgm:txFillClrLst meth="repeat">
      <a:schemeClr val="lt1"/>
    </dgm:txFillClrLst>
    <dgm:txEffectClrLst/>
  </dgm:styleLbl>
  <dgm:styleLbl name="parChTrans1D1">
    <dgm:fillClrLst meth="repeat">
      <a:schemeClr val="accent1"/>
    </dgm:fillClrLst>
    <dgm:linClrLst meth="repeat">
      <a:schemeClr val="accent1">
        <a:shade val="60000"/>
      </a:schemeClr>
    </dgm:linClrLst>
    <dgm:effectClrLst/>
    <dgm:txLinClrLst/>
    <dgm:txFillClrLst meth="repeat">
      <a:schemeClr val="tx1"/>
    </dgm:txFillClrLst>
    <dgm:txEffectClrLst/>
  </dgm:styleLbl>
  <dgm:styleLbl name="parChTrans1D2">
    <dgm:fillClrLst meth="repeat">
      <a:schemeClr val="accent1"/>
    </dgm:fillClrLst>
    <dgm:linClrLst meth="repeat">
      <a:schemeClr val="accent1">
        <a:shade val="60000"/>
      </a:schemeClr>
    </dgm:linClrLst>
    <dgm:effectClrLst/>
    <dgm:txLinClrLst/>
    <dgm:txFillClrLst meth="repeat">
      <a:schemeClr val="tx1"/>
    </dgm:txFillClrLst>
    <dgm:txEffectClrLst/>
  </dgm:styleLbl>
  <dgm:styleLbl name="parChTrans1D3">
    <dgm:fillClrLst meth="repeat">
      <a:schemeClr val="accent1"/>
    </dgm:fillClrLst>
    <dgm:linClrLst meth="repeat">
      <a:schemeClr val="accent1">
        <a:shade val="80000"/>
      </a:schemeClr>
    </dgm:linClrLst>
    <dgm:effectClrLst/>
    <dgm:txLinClrLst/>
    <dgm:txFillClrLst meth="repeat">
      <a:schemeClr val="tx1"/>
    </dgm:txFillClrLst>
    <dgm:txEffectClrLst/>
  </dgm:styleLbl>
  <dgm:styleLbl name="parChTrans1D4">
    <dgm:fillClrLst meth="repeat">
      <a:schemeClr val="accent1"/>
    </dgm:fillClrLst>
    <dgm:linClrLst meth="repeat">
      <a:schemeClr val="accent1">
        <a:shade val="80000"/>
      </a:schemeClr>
    </dgm:linClrLst>
    <dgm:effectClrLst/>
    <dgm:txLinClrLst/>
    <dgm:txFillClrLst meth="repeat">
      <a:schemeClr val="tx1"/>
    </dgm:txFillClrLst>
    <dgm:txEffectClrLst/>
  </dgm:styleLbl>
  <dgm:styleLbl name="fgAcc1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conFgAcc1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alignAcc1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trAlignAcc1">
    <dgm:fillClrLst meth="repeat">
      <a:schemeClr val="lt1">
        <a:alpha val="4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bgAcc1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solidFgAcc1">
    <dgm:fillClrLst meth="repeat">
      <a:schemeClr val="lt1"/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solidAlignAcc1">
    <dgm:fillClrLst meth="repeat">
      <a:schemeClr val="lt1"/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solidBgAcc1">
    <dgm:fillClrLst meth="repeat">
      <a:schemeClr val="lt1"/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fgAccFollowNode1">
    <dgm:fillClrLst meth="repeat">
      <a:schemeClr val="accent1">
        <a:alpha val="90000"/>
        <a:tint val="40000"/>
      </a:schemeClr>
    </dgm:fillClrLst>
    <dgm:linClrLst meth="repeat">
      <a:schemeClr val="accent1">
        <a:alpha val="90000"/>
        <a:tint val="40000"/>
      </a:schemeClr>
    </dgm:linClrLst>
    <dgm:effectClrLst/>
    <dgm:txLinClrLst/>
    <dgm:txFillClrLst meth="repeat">
      <a:schemeClr val="dk1"/>
    </dgm:txFillClrLst>
    <dgm:txEffectClrLst/>
  </dgm:styleLbl>
  <dgm:styleLbl name="alignAccFollowNode1">
    <dgm:fillClrLst meth="repeat">
      <a:schemeClr val="accent1">
        <a:alpha val="90000"/>
        <a:tint val="40000"/>
      </a:schemeClr>
    </dgm:fillClrLst>
    <dgm:linClrLst meth="repeat">
      <a:schemeClr val="accent1">
        <a:alpha val="90000"/>
        <a:tint val="40000"/>
      </a:schemeClr>
    </dgm:linClrLst>
    <dgm:effectClrLst/>
    <dgm:txLinClrLst/>
    <dgm:txFillClrLst meth="repeat">
      <a:schemeClr val="dk1"/>
    </dgm:txFillClrLst>
    <dgm:txEffectClrLst/>
  </dgm:styleLbl>
  <dgm:styleLbl name="bgAccFollowNode1">
    <dgm:fillClrLst meth="repeat">
      <a:schemeClr val="accent1">
        <a:alpha val="90000"/>
        <a:tint val="40000"/>
      </a:schemeClr>
    </dgm:fillClrLst>
    <dgm:linClrLst meth="repeat">
      <a:schemeClr val="accent1">
        <a:alpha val="90000"/>
        <a:tint val="40000"/>
      </a:schemeClr>
    </dgm:linClrLst>
    <dgm:effectClrLst/>
    <dgm:txLinClrLst/>
    <dgm:txFillClrLst meth="repeat">
      <a:schemeClr val="dk1"/>
    </dgm:txFillClrLst>
    <dgm:txEffectClrLst/>
  </dgm:styleLbl>
  <dgm:styleLbl name="fgAcc0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fgAcc2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fgAcc3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fgAcc4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bgShp">
    <dgm:fillClrLst meth="repeat">
      <a:schemeClr val="accent1">
        <a:tint val="4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dkBgShp">
    <dgm:fillClrLst meth="repeat">
      <a:schemeClr val="accent1">
        <a:shade val="80000"/>
      </a:schemeClr>
    </dgm:fillClrLst>
    <dgm:linClrLst meth="repeat">
      <a:schemeClr val="accent1"/>
    </dgm:linClrLst>
    <dgm:effectClrLst/>
    <dgm:txLinClrLst/>
    <dgm:txFillClrLst meth="repeat">
      <a:schemeClr val="lt1"/>
    </dgm:txFillClrLst>
    <dgm:txEffectClrLst/>
  </dgm:styleLbl>
  <dgm:styleLbl name="trBgShp">
    <dgm:fillClrLst meth="repeat">
      <a:schemeClr val="accent1">
        <a:tint val="50000"/>
        <a:alpha val="40000"/>
      </a:schemeClr>
    </dgm:fillClrLst>
    <dgm:linClrLst meth="repeat">
      <a:schemeClr val="accent1"/>
    </dgm:linClrLst>
    <dgm:effectClrLst/>
    <dgm:txLinClrLst/>
    <dgm:txFillClrLst meth="repeat">
      <a:schemeClr val="lt1"/>
    </dgm:txFillClrLst>
    <dgm:txEffectClrLst/>
  </dgm:styleLbl>
  <dgm:styleLbl name="fgShp">
    <dgm:fillClrLst meth="repeat">
      <a:schemeClr val="accent1">
        <a:tint val="60000"/>
      </a:schemeClr>
    </dgm:fillClrLst>
    <dgm:linClrLst meth="repeat">
      <a:schemeClr val="lt1"/>
    </dgm:linClrLst>
    <dgm:effectClrLst/>
    <dgm:txLinClrLst/>
    <dgm:txFillClrLst meth="repeat">
      <a:schemeClr val="dk1"/>
    </dgm:txFillClrLst>
    <dgm:txEffectClrLst/>
  </dgm:styleLbl>
  <dgm:styleLbl name="revTx">
    <dgm:fillClrLst meth="repeat">
      <a:schemeClr val="lt1">
        <a:alpha val="0"/>
      </a:schemeClr>
    </dgm:fillClrLst>
    <dgm:linClrLst meth="repeat">
      <a:schemeClr val="dk1">
        <a:alpha val="0"/>
      </a:schemeClr>
    </dgm:linClrLst>
    <dgm:effectClrLst/>
    <dgm:txLinClrLst/>
    <dgm:txFillClrLst meth="repeat">
      <a:schemeClr val="tx1"/>
    </dgm:txFillClrLst>
    <dgm:txEffectClrLst/>
  </dgm:styleLbl>
</dgm:colorsDef>
</file>

<file path=ppt/diagrams/colors103.xml><?xml version="1.0" encoding="utf-8"?>
<dgm:colorsDef xmlns:dgm="http://schemas.openxmlformats.org/drawingml/2006/diagram" xmlns:a="http://schemas.openxmlformats.org/drawingml/2006/main" uniqueId="urn:microsoft.com/office/officeart/2018/5/colors/Iconchunking_neutralbg_colorful2">
  <dgm:title val=""/>
  <dgm:desc val=""/>
  <dgm:catLst>
    <dgm:cat type="colorful" pri="10200"/>
  </dgm:catLst>
  <dgm:styleLbl name="node0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node1">
    <dgm:fillClrLst>
      <a:schemeClr val="accent2"/>
      <a:schemeClr val="accent3"/>
    </dgm:fillClrLst>
    <dgm:linClrLst meth="repeat">
      <a:schemeClr val="lt1">
        <a:alpha val="0"/>
      </a:schemeClr>
    </dgm:linClrLst>
    <dgm:effectClrLst/>
    <dgm:txLinClrLst/>
    <dgm:txFillClrLst/>
    <dgm:txEffectClrLst/>
  </dgm:styleLbl>
  <dgm:styleLbl name="alignNode1">
    <dgm:fillClrLst>
      <a:schemeClr val="accent2"/>
      <a:schemeClr val="accent3"/>
    </dgm:fillClrLst>
    <dgm:linClrLst>
      <a:schemeClr val="accent2"/>
      <a:schemeClr val="accent3"/>
    </dgm:linClrLst>
    <dgm:effectClrLst/>
    <dgm:txLinClrLst/>
    <dgm:txFillClrLst/>
    <dgm:txEffectClrLst/>
  </dgm:styleLbl>
  <dgm:styleLbl name="lnNode1">
    <dgm:fillClrLst>
      <a:schemeClr val="accent2"/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vennNode1">
    <dgm:fillClrLst>
      <a:schemeClr val="accent2">
        <a:alpha val="50000"/>
      </a:schemeClr>
      <a:schemeClr val="accent3">
        <a:alpha val="50000"/>
      </a:schemeClr>
    </dgm:fillClrLst>
    <dgm:linClrLst meth="repeat">
      <a:schemeClr val="lt1"/>
    </dgm:linClrLst>
    <dgm:effectClrLst/>
    <dgm:txLinClrLst/>
    <dgm:txFillClrLst/>
    <dgm:txEffectClrLst/>
  </dgm:styleLbl>
  <dgm:styleLbl name="node2">
    <dgm:fillClrLst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node3">
    <dgm:fillClrLst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node4">
    <dgm:fillClrLst>
      <a:schemeClr val="accent5"/>
    </dgm:fillClrLst>
    <dgm:linClrLst meth="repeat">
      <a:schemeClr val="lt1"/>
    </dgm:linClrLst>
    <dgm:effectClrLst/>
    <dgm:txLinClrLst/>
    <dgm:txFillClrLst/>
    <dgm:txEffectClrLst/>
  </dgm:styleLbl>
  <dgm:styleLbl name="fgImgPlace1">
    <dgm:fillClrLst>
      <a:schemeClr val="accent2">
        <a:tint val="50000"/>
      </a:schemeClr>
      <a:schemeClr val="accent3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alignImgPlace1">
    <dgm:fillClrLst>
      <a:schemeClr val="accent2">
        <a:tint val="50000"/>
      </a:schemeClr>
      <a:schemeClr val="accent3">
        <a:tint val="2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bgImgPlace1">
    <dgm:fillClrLst>
      <a:schemeClr val="accent2">
        <a:tint val="50000"/>
      </a:schemeClr>
      <a:schemeClr val="accent3">
        <a:tint val="2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sibTrans2D1">
    <dgm:fillClrLst>
      <a:schemeClr val="accent2"/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fgSibTrans2D1">
    <dgm:fillClrLst>
      <a:schemeClr val="accent2"/>
      <a:schemeClr val="accent3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bgSibTrans2D1">
    <dgm:fillClrLst>
      <a:schemeClr val="accent2"/>
      <a:schemeClr val="accent3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sibTrans1D1">
    <dgm:fillClrLst/>
    <dgm:linClrLst>
      <a:schemeClr val="accent2"/>
      <a:schemeClr val="accent3"/>
    </dgm:linClrLst>
    <dgm:effectClrLst/>
    <dgm:txLinClrLst/>
    <dgm:txFillClrLst meth="repeat">
      <a:schemeClr val="tx1"/>
    </dgm:txFillClrLst>
    <dgm:txEffectClrLst/>
  </dgm:styleLbl>
  <dgm:styleLbl name="callout">
    <dgm:fillClrLst meth="repeat">
      <a:schemeClr val="accent2"/>
    </dgm:fillClrLst>
    <dgm:linClrLst meth="repeat">
      <a:schemeClr val="accent2">
        <a:tint val="50000"/>
      </a:schemeClr>
    </dgm:linClrLst>
    <dgm:effectClrLst/>
    <dgm:txLinClrLst/>
    <dgm:txFillClrLst meth="repeat">
      <a:schemeClr val="tx1"/>
    </dgm:txFillClrLst>
    <dgm:txEffectClrLst/>
  </dgm:styleLbl>
  <dgm:styleLbl name="asst0">
    <dgm:fillClrLst meth="repeat">
      <a:schemeClr val="accent2"/>
    </dgm:fillClrLst>
    <dgm:linClrLst meth="repeat">
      <a:schemeClr val="lt1">
        <a:shade val="80000"/>
      </a:schemeClr>
    </dgm:linClrLst>
    <dgm:effectClrLst/>
    <dgm:txLinClrLst/>
    <dgm:txFillClrLst/>
    <dgm:txEffectClrLst/>
  </dgm:styleLbl>
  <dgm:styleLbl name="asst1">
    <dgm:fillClrLst meth="repeat">
      <a:schemeClr val="accent3"/>
    </dgm:fillClrLst>
    <dgm:linClrLst meth="repeat">
      <a:schemeClr val="lt1">
        <a:shade val="80000"/>
      </a:schemeClr>
    </dgm:linClrLst>
    <dgm:effectClrLst/>
    <dgm:txLinClrLst/>
    <dgm:txFillClrLst/>
    <dgm:txEffectClrLst/>
  </dgm:styleLbl>
  <dgm:styleLbl name="asst2">
    <dgm:fillClrLst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asst3">
    <dgm:fillClrLst>
      <a:schemeClr val="accent5"/>
    </dgm:fillClrLst>
    <dgm:linClrLst meth="repeat">
      <a:schemeClr val="lt1"/>
    </dgm:linClrLst>
    <dgm:effectClrLst/>
    <dgm:txLinClrLst/>
    <dgm:txFillClrLst/>
    <dgm:txEffectClrLst/>
  </dgm:styleLbl>
  <dgm:styleLbl name="asst4">
    <dgm:fillClrLst>
      <a:schemeClr val="accent6"/>
    </dgm:fillClrLst>
    <dgm:linClrLst meth="repeat">
      <a:schemeClr val="lt1"/>
    </dgm:linClrLst>
    <dgm:effectClrLst/>
    <dgm:txLinClrLst/>
    <dgm:txFillClrLst/>
    <dgm:txEffectClrLst/>
  </dgm:styleLbl>
  <dgm:styleLbl name="parChTrans2D1">
    <dgm:fillClrLst meth="repeat">
      <a:schemeClr val="accent2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parChTrans2D2">
    <dgm:fillClrLst meth="repeat"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parChTrans2D3">
    <dgm:fillClrLst meth="repeat"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parChTrans2D4">
    <dgm:fillClrLst meth="repeat">
      <a:schemeClr val="accent5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parChTrans1D1">
    <dgm:fillClrLst meth="repeat">
      <a:schemeClr val="accent2"/>
    </dgm:fillClrLst>
    <dgm:linClrLst meth="repeat">
      <a:schemeClr val="accent2"/>
    </dgm:linClrLst>
    <dgm:effectClrLst/>
    <dgm:txLinClrLst/>
    <dgm:txFillClrLst meth="repeat">
      <a:schemeClr val="tx1"/>
    </dgm:txFillClrLst>
    <dgm:txEffectClrLst/>
  </dgm:styleLbl>
  <dgm:styleLbl name="parChTrans1D2">
    <dgm:fillClrLst meth="repeat">
      <a:schemeClr val="accent2">
        <a:tint val="90000"/>
      </a:schemeClr>
    </dgm:fillClrLst>
    <dgm:linClrLst meth="repeat">
      <a:schemeClr val="accent3"/>
    </dgm:linClrLst>
    <dgm:effectClrLst/>
    <dgm:txLinClrLst/>
    <dgm:txFillClrLst meth="repeat">
      <a:schemeClr val="tx1"/>
    </dgm:txFillClrLst>
    <dgm:txEffectClrLst/>
  </dgm:styleLbl>
  <dgm:styleLbl name="parChTrans1D3">
    <dgm:fillClrLst meth="repeat">
      <a:schemeClr val="accent2">
        <a:tint val="70000"/>
      </a:schemeClr>
    </dgm:fillClrLst>
    <dgm:linClrLst meth="repeat">
      <a:schemeClr val="accent4"/>
    </dgm:linClrLst>
    <dgm:effectClrLst/>
    <dgm:txLinClrLst/>
    <dgm:txFillClrLst meth="repeat">
      <a:schemeClr val="tx1"/>
    </dgm:txFillClrLst>
    <dgm:txEffectClrLst/>
  </dgm:styleLbl>
  <dgm:styleLbl name="parChTrans1D4">
    <dgm:fillClrLst meth="repeat">
      <a:schemeClr val="accent2">
        <a:tint val="50000"/>
      </a:schemeClr>
    </dgm:fillClrLst>
    <dgm:linClrLst meth="repeat">
      <a:schemeClr val="accent5"/>
    </dgm:linClrLst>
    <dgm:effectClrLst/>
    <dgm:txLinClrLst/>
    <dgm:txFillClrLst meth="repeat">
      <a:schemeClr val="tx1"/>
    </dgm:txFillClrLst>
    <dgm:txEffectClrLst/>
  </dgm:styleLbl>
  <dgm:styleLbl name="fgAcc1">
    <dgm:fillClrLst meth="repeat">
      <a:schemeClr val="lt1">
        <a:alpha val="90000"/>
      </a:schemeClr>
    </dgm:fillClrLst>
    <dgm:linClrLst>
      <a:schemeClr val="accent2"/>
      <a:schemeClr val="accent3"/>
    </dgm:linClrLst>
    <dgm:effectClrLst/>
    <dgm:txLinClrLst/>
    <dgm:txFillClrLst meth="repeat">
      <a:schemeClr val="dk1"/>
    </dgm:txFillClrLst>
    <dgm:txEffectClrLst/>
  </dgm:styleLbl>
  <dgm:styleLbl name="conFgAcc1">
    <dgm:fillClrLst meth="repeat">
      <a:schemeClr val="lt1">
        <a:alpha val="90000"/>
      </a:schemeClr>
    </dgm:fillClrLst>
    <dgm:linClrLst>
      <a:schemeClr val="accent2"/>
      <a:schemeClr val="accent3"/>
    </dgm:linClrLst>
    <dgm:effectClrLst/>
    <dgm:txLinClrLst/>
    <dgm:txFillClrLst meth="repeat">
      <a:schemeClr val="dk1"/>
    </dgm:txFillClrLst>
    <dgm:txEffectClrLst/>
  </dgm:styleLbl>
  <dgm:styleLbl name="alignAcc1">
    <dgm:fillClrLst meth="repeat">
      <a:schemeClr val="lt1">
        <a:alpha val="90000"/>
      </a:schemeClr>
    </dgm:fillClrLst>
    <dgm:linClrLst>
      <a:schemeClr val="accent2"/>
      <a:schemeClr val="accent3"/>
    </dgm:linClrLst>
    <dgm:effectClrLst/>
    <dgm:txLinClrLst/>
    <dgm:txFillClrLst meth="repeat">
      <a:schemeClr val="dk1"/>
    </dgm:txFillClrLst>
    <dgm:txEffectClrLst/>
  </dgm:styleLbl>
  <dgm:styleLbl name="trAlignAcc1">
    <dgm:fillClrLst meth="repeat">
      <a:schemeClr val="lt1">
        <a:alpha val="40000"/>
      </a:schemeClr>
    </dgm:fillClrLst>
    <dgm:linClrLst meth="repeat">
      <a:schemeClr val="accent2"/>
    </dgm:linClrLst>
    <dgm:effectClrLst/>
    <dgm:txLinClrLst/>
    <dgm:txFillClrLst meth="repeat">
      <a:schemeClr val="dk1"/>
    </dgm:txFillClrLst>
    <dgm:txEffectClrLst/>
  </dgm:styleLbl>
  <dgm:styleLbl name="bgAcc1">
    <dgm:fillClrLst meth="repeat">
      <a:schemeClr val="lt1">
        <a:alpha val="90000"/>
      </a:schemeClr>
    </dgm:fillClrLst>
    <dgm:linClrLst>
      <a:schemeClr val="accent2"/>
      <a:schemeClr val="accent3"/>
    </dgm:linClrLst>
    <dgm:effectClrLst/>
    <dgm:txLinClrLst/>
    <dgm:txFillClrLst meth="repeat">
      <a:schemeClr val="dk1"/>
    </dgm:txFillClrLst>
    <dgm:txEffectClrLst/>
  </dgm:styleLbl>
  <dgm:styleLbl name="solidFgAcc1">
    <dgm:fillClrLst meth="repeat">
      <a:schemeClr val="lt1"/>
    </dgm:fillClrLst>
    <dgm:linClrLst>
      <a:schemeClr val="accent2"/>
      <a:schemeClr val="accent3"/>
    </dgm:linClrLst>
    <dgm:effectClrLst/>
    <dgm:txLinClrLst/>
    <dgm:txFillClrLst meth="repeat">
      <a:schemeClr val="dk1"/>
    </dgm:txFillClrLst>
    <dgm:txEffectClrLst/>
  </dgm:styleLbl>
  <dgm:styleLbl name="solidAlignAcc1">
    <dgm:fillClrLst meth="repeat">
      <a:schemeClr val="lt1"/>
    </dgm:fillClrLst>
    <dgm:linClrLst>
      <a:schemeClr val="accent2"/>
      <a:schemeClr val="accent3"/>
    </dgm:linClrLst>
    <dgm:effectClrLst/>
    <dgm:txLinClrLst/>
    <dgm:txFillClrLst meth="repeat">
      <a:schemeClr val="dk1"/>
    </dgm:txFillClrLst>
    <dgm:txEffectClrLst/>
  </dgm:styleLbl>
  <dgm:styleLbl name="solidBgAcc1">
    <dgm:fillClrLst meth="repeat">
      <a:schemeClr val="lt1"/>
    </dgm:fillClrLst>
    <dgm:linClrLst>
      <a:schemeClr val="accent2"/>
      <a:schemeClr val="accent3"/>
    </dgm:linClrLst>
    <dgm:effectClrLst/>
    <dgm:txLinClrLst/>
    <dgm:txFillClrLst meth="repeat">
      <a:schemeClr val="dk1"/>
    </dgm:txFillClrLst>
    <dgm:txEffectClrLst/>
  </dgm:styleLbl>
  <dgm:styleLbl name="fgAccFollowNode1">
    <dgm:fillClrLst>
      <a:schemeClr val="accent2">
        <a:tint val="40000"/>
        <a:alpha val="90000"/>
      </a:schemeClr>
      <a:schemeClr val="accent3">
        <a:tint val="40000"/>
        <a:alpha val="90000"/>
      </a:schemeClr>
    </dgm:fillClrLst>
    <dgm:linClrLst>
      <a:schemeClr val="accent2">
        <a:tint val="40000"/>
        <a:alpha val="90000"/>
      </a:schemeClr>
      <a:schemeClr val="accent3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alignAccFollowNode1">
    <dgm:fillClrLst>
      <a:schemeClr val="accent2">
        <a:tint val="40000"/>
        <a:alpha val="90000"/>
      </a:schemeClr>
      <a:schemeClr val="accent3">
        <a:tint val="40000"/>
        <a:alpha val="90000"/>
      </a:schemeClr>
    </dgm:fillClrLst>
    <dgm:linClrLst>
      <a:schemeClr val="accent2">
        <a:tint val="40000"/>
        <a:alpha val="90000"/>
      </a:schemeClr>
      <a:schemeClr val="accent3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bgAccFollowNode1">
    <dgm:fillClrLst>
      <a:schemeClr val="accent2">
        <a:tint val="40000"/>
        <a:alpha val="90000"/>
      </a:schemeClr>
      <a:schemeClr val="accent3">
        <a:tint val="40000"/>
        <a:alpha val="90000"/>
      </a:schemeClr>
    </dgm:fillClrLst>
    <dgm:linClrLst>
      <a:schemeClr val="accent2">
        <a:tint val="40000"/>
        <a:alpha val="90000"/>
      </a:schemeClr>
      <a:schemeClr val="accent3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fgAcc0">
    <dgm:fillClrLst meth="repeat">
      <a:schemeClr val="lt1">
        <a:alpha val="90000"/>
      </a:schemeClr>
    </dgm:fillClrLst>
    <dgm:linClrLst>
      <a:schemeClr val="accent1"/>
    </dgm:linClrLst>
    <dgm:effectClrLst/>
    <dgm:txLinClrLst/>
    <dgm:txFillClrLst meth="repeat">
      <a:schemeClr val="dk1"/>
    </dgm:txFillClrLst>
    <dgm:txEffectClrLst/>
  </dgm:styleLbl>
  <dgm:styleLbl name="fgAcc2">
    <dgm:fillClrLst meth="repeat">
      <a:schemeClr val="lt1">
        <a:alpha val="90000"/>
      </a:schemeClr>
    </dgm:fillClrLst>
    <dgm:linClrLst>
      <a:schemeClr val="accent3"/>
    </dgm:linClrLst>
    <dgm:effectClrLst/>
    <dgm:txLinClrLst/>
    <dgm:txFillClrLst meth="repeat">
      <a:schemeClr val="dk1"/>
    </dgm:txFillClrLst>
    <dgm:txEffectClrLst/>
  </dgm:styleLbl>
  <dgm:styleLbl name="fgAcc3">
    <dgm:fillClrLst meth="repeat">
      <a:schemeClr val="lt1">
        <a:alpha val="90000"/>
      </a:schemeClr>
    </dgm:fillClrLst>
    <dgm:linClrLst>
      <a:schemeClr val="accent4"/>
    </dgm:linClrLst>
    <dgm:effectClrLst/>
    <dgm:txLinClrLst/>
    <dgm:txFillClrLst meth="repeat">
      <a:schemeClr val="dk1"/>
    </dgm:txFillClrLst>
    <dgm:txEffectClrLst/>
  </dgm:styleLbl>
  <dgm:styleLbl name="fgAcc4">
    <dgm:fillClrLst meth="repeat">
      <a:schemeClr val="lt1">
        <a:alpha val="90000"/>
      </a:schemeClr>
    </dgm:fillClrLst>
    <dgm:linClrLst>
      <a:schemeClr val="accent5"/>
    </dgm:linClrLst>
    <dgm:effectClrLst/>
    <dgm:txLinClrLst/>
    <dgm:txFillClrLst meth="repeat">
      <a:schemeClr val="dk1"/>
    </dgm:txFillClrLst>
    <dgm:txEffectClrLst/>
  </dgm:styleLbl>
  <dgm:styleLbl name="bgShp">
    <dgm:fillClrLst meth="repeat">
      <a:schemeClr val="bg1">
        <a:lumMod val="95000"/>
      </a:schemeClr>
    </dgm:fillClrLst>
    <dgm:linClrLst meth="repeat">
      <a:schemeClr val="dk1"/>
    </dgm:linClrLst>
    <dgm:effectClrLst/>
    <dgm:txLinClrLst/>
    <dgm:txFillClrLst meth="repeat">
      <a:schemeClr val="dk1"/>
    </dgm:txFillClrLst>
    <dgm:txEffectClrLst/>
  </dgm:styleLbl>
  <dgm:styleLbl name="dkBgShp">
    <dgm:fillClrLst meth="repeat">
      <a:schemeClr val="accent2">
        <a:shade val="90000"/>
      </a:schemeClr>
    </dgm:fillClrLst>
    <dgm:linClrLst meth="repeat">
      <a:schemeClr val="dk1"/>
    </dgm:linClrLst>
    <dgm:effectClrLst/>
    <dgm:txLinClrLst/>
    <dgm:txFillClrLst meth="repeat">
      <a:schemeClr val="lt1"/>
    </dgm:txFillClrLst>
    <dgm:txEffectClrLst/>
  </dgm:styleLbl>
  <dgm:styleLbl name="trBgShp">
    <dgm:fillClrLst meth="repeat">
      <a:schemeClr val="accent2">
        <a:tint val="50000"/>
        <a:alpha val="40000"/>
      </a:schemeClr>
    </dgm:fillClrLst>
    <dgm:linClrLst meth="repeat">
      <a:schemeClr val="accent2"/>
    </dgm:linClrLst>
    <dgm:effectClrLst/>
    <dgm:txLinClrLst/>
    <dgm:txFillClrLst meth="repeat">
      <a:schemeClr val="lt1"/>
    </dgm:txFillClrLst>
    <dgm:txEffectClrLst/>
  </dgm:styleLbl>
  <dgm:styleLbl name="fgShp">
    <dgm:fillClrLst meth="repeat">
      <a:schemeClr val="accent2">
        <a:tint val="40000"/>
      </a:schemeClr>
    </dgm:fillClrLst>
    <dgm:linClrLst meth="repeat">
      <a:schemeClr val="lt1"/>
    </dgm:linClrLst>
    <dgm:effectClrLst/>
    <dgm:txLinClrLst/>
    <dgm:txFillClrLst meth="repeat">
      <a:schemeClr val="dk1"/>
    </dgm:txFillClrLst>
    <dgm:txEffectClrLst/>
  </dgm:styleLbl>
  <dgm:styleLbl name="revTx">
    <dgm:fillClrLst meth="repeat">
      <a:schemeClr val="lt1">
        <a:alpha val="0"/>
      </a:schemeClr>
    </dgm:fillClrLst>
    <dgm:linClrLst meth="repeat">
      <a:schemeClr val="dk1">
        <a:alpha val="0"/>
      </a:schemeClr>
    </dgm:linClrLst>
    <dgm:effectClrLst/>
    <dgm:txLinClrLst/>
    <dgm:txFillClrLst meth="repeat">
      <a:schemeClr val="tx1"/>
    </dgm:txFillClrLst>
    <dgm:txEffectClrLst/>
  </dgm:styleLbl>
</dgm:colorsDef>
</file>

<file path=ppt/diagrams/colors104.xml><?xml version="1.0" encoding="utf-8"?>
<dgm:colorsDef xmlns:dgm="http://schemas.openxmlformats.org/drawingml/2006/diagram" xmlns:a="http://schemas.openxmlformats.org/drawingml/2006/main" uniqueId="urn:microsoft.com/office/officeart/2018/5/colors/Iconchunking_neutralbg_colorful2">
  <dgm:title val=""/>
  <dgm:desc val=""/>
  <dgm:catLst>
    <dgm:cat type="colorful" pri="10200"/>
  </dgm:catLst>
  <dgm:styleLbl name="node0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node1">
    <dgm:fillClrLst>
      <a:schemeClr val="accent2"/>
      <a:schemeClr val="accent3"/>
    </dgm:fillClrLst>
    <dgm:linClrLst meth="repeat">
      <a:schemeClr val="lt1">
        <a:alpha val="0"/>
      </a:schemeClr>
    </dgm:linClrLst>
    <dgm:effectClrLst/>
    <dgm:txLinClrLst/>
    <dgm:txFillClrLst/>
    <dgm:txEffectClrLst/>
  </dgm:styleLbl>
  <dgm:styleLbl name="alignNode1">
    <dgm:fillClrLst>
      <a:schemeClr val="accent2"/>
      <a:schemeClr val="accent3"/>
    </dgm:fillClrLst>
    <dgm:linClrLst>
      <a:schemeClr val="accent2"/>
      <a:schemeClr val="accent3"/>
    </dgm:linClrLst>
    <dgm:effectClrLst/>
    <dgm:txLinClrLst/>
    <dgm:txFillClrLst/>
    <dgm:txEffectClrLst/>
  </dgm:styleLbl>
  <dgm:styleLbl name="lnNode1">
    <dgm:fillClrLst>
      <a:schemeClr val="accent2"/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vennNode1">
    <dgm:fillClrLst>
      <a:schemeClr val="accent2">
        <a:alpha val="50000"/>
      </a:schemeClr>
      <a:schemeClr val="accent3">
        <a:alpha val="50000"/>
      </a:schemeClr>
    </dgm:fillClrLst>
    <dgm:linClrLst meth="repeat">
      <a:schemeClr val="lt1"/>
    </dgm:linClrLst>
    <dgm:effectClrLst/>
    <dgm:txLinClrLst/>
    <dgm:txFillClrLst/>
    <dgm:txEffectClrLst/>
  </dgm:styleLbl>
  <dgm:styleLbl name="node2">
    <dgm:fillClrLst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node3">
    <dgm:fillClrLst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node4">
    <dgm:fillClrLst>
      <a:schemeClr val="accent5"/>
    </dgm:fillClrLst>
    <dgm:linClrLst meth="repeat">
      <a:schemeClr val="lt1"/>
    </dgm:linClrLst>
    <dgm:effectClrLst/>
    <dgm:txLinClrLst/>
    <dgm:txFillClrLst/>
    <dgm:txEffectClrLst/>
  </dgm:styleLbl>
  <dgm:styleLbl name="fgImgPlace1">
    <dgm:fillClrLst>
      <a:schemeClr val="accent2">
        <a:tint val="50000"/>
      </a:schemeClr>
      <a:schemeClr val="accent3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alignImgPlace1">
    <dgm:fillClrLst>
      <a:schemeClr val="accent2">
        <a:tint val="50000"/>
      </a:schemeClr>
      <a:schemeClr val="accent3">
        <a:tint val="2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bgImgPlace1">
    <dgm:fillClrLst>
      <a:schemeClr val="accent2">
        <a:tint val="50000"/>
      </a:schemeClr>
      <a:schemeClr val="accent3">
        <a:tint val="2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sibTrans2D1">
    <dgm:fillClrLst>
      <a:schemeClr val="accent2"/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fgSibTrans2D1">
    <dgm:fillClrLst>
      <a:schemeClr val="accent2"/>
      <a:schemeClr val="accent3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bgSibTrans2D1">
    <dgm:fillClrLst>
      <a:schemeClr val="accent2"/>
      <a:schemeClr val="accent3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sibTrans1D1">
    <dgm:fillClrLst/>
    <dgm:linClrLst>
      <a:schemeClr val="accent2"/>
      <a:schemeClr val="accent3"/>
    </dgm:linClrLst>
    <dgm:effectClrLst/>
    <dgm:txLinClrLst/>
    <dgm:txFillClrLst meth="repeat">
      <a:schemeClr val="tx1"/>
    </dgm:txFillClrLst>
    <dgm:txEffectClrLst/>
  </dgm:styleLbl>
  <dgm:styleLbl name="callout">
    <dgm:fillClrLst meth="repeat">
      <a:schemeClr val="accent2"/>
    </dgm:fillClrLst>
    <dgm:linClrLst meth="repeat">
      <a:schemeClr val="accent2">
        <a:tint val="50000"/>
      </a:schemeClr>
    </dgm:linClrLst>
    <dgm:effectClrLst/>
    <dgm:txLinClrLst/>
    <dgm:txFillClrLst meth="repeat">
      <a:schemeClr val="tx1"/>
    </dgm:txFillClrLst>
    <dgm:txEffectClrLst/>
  </dgm:styleLbl>
  <dgm:styleLbl name="asst0">
    <dgm:fillClrLst meth="repeat">
      <a:schemeClr val="accent2"/>
    </dgm:fillClrLst>
    <dgm:linClrLst meth="repeat">
      <a:schemeClr val="lt1">
        <a:shade val="80000"/>
      </a:schemeClr>
    </dgm:linClrLst>
    <dgm:effectClrLst/>
    <dgm:txLinClrLst/>
    <dgm:txFillClrLst/>
    <dgm:txEffectClrLst/>
  </dgm:styleLbl>
  <dgm:styleLbl name="asst1">
    <dgm:fillClrLst meth="repeat">
      <a:schemeClr val="accent3"/>
    </dgm:fillClrLst>
    <dgm:linClrLst meth="repeat">
      <a:schemeClr val="lt1">
        <a:shade val="80000"/>
      </a:schemeClr>
    </dgm:linClrLst>
    <dgm:effectClrLst/>
    <dgm:txLinClrLst/>
    <dgm:txFillClrLst/>
    <dgm:txEffectClrLst/>
  </dgm:styleLbl>
  <dgm:styleLbl name="asst2">
    <dgm:fillClrLst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asst3">
    <dgm:fillClrLst>
      <a:schemeClr val="accent5"/>
    </dgm:fillClrLst>
    <dgm:linClrLst meth="repeat">
      <a:schemeClr val="lt1"/>
    </dgm:linClrLst>
    <dgm:effectClrLst/>
    <dgm:txLinClrLst/>
    <dgm:txFillClrLst/>
    <dgm:txEffectClrLst/>
  </dgm:styleLbl>
  <dgm:styleLbl name="asst4">
    <dgm:fillClrLst>
      <a:schemeClr val="accent6"/>
    </dgm:fillClrLst>
    <dgm:linClrLst meth="repeat">
      <a:schemeClr val="lt1"/>
    </dgm:linClrLst>
    <dgm:effectClrLst/>
    <dgm:txLinClrLst/>
    <dgm:txFillClrLst/>
    <dgm:txEffectClrLst/>
  </dgm:styleLbl>
  <dgm:styleLbl name="parChTrans2D1">
    <dgm:fillClrLst meth="repeat">
      <a:schemeClr val="accent2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parChTrans2D2">
    <dgm:fillClrLst meth="repeat"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parChTrans2D3">
    <dgm:fillClrLst meth="repeat"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parChTrans2D4">
    <dgm:fillClrLst meth="repeat">
      <a:schemeClr val="accent5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parChTrans1D1">
    <dgm:fillClrLst meth="repeat">
      <a:schemeClr val="accent2"/>
    </dgm:fillClrLst>
    <dgm:linClrLst meth="repeat">
      <a:schemeClr val="accent2"/>
    </dgm:linClrLst>
    <dgm:effectClrLst/>
    <dgm:txLinClrLst/>
    <dgm:txFillClrLst meth="repeat">
      <a:schemeClr val="tx1"/>
    </dgm:txFillClrLst>
    <dgm:txEffectClrLst/>
  </dgm:styleLbl>
  <dgm:styleLbl name="parChTrans1D2">
    <dgm:fillClrLst meth="repeat">
      <a:schemeClr val="accent2">
        <a:tint val="90000"/>
      </a:schemeClr>
    </dgm:fillClrLst>
    <dgm:linClrLst meth="repeat">
      <a:schemeClr val="accent3"/>
    </dgm:linClrLst>
    <dgm:effectClrLst/>
    <dgm:txLinClrLst/>
    <dgm:txFillClrLst meth="repeat">
      <a:schemeClr val="tx1"/>
    </dgm:txFillClrLst>
    <dgm:txEffectClrLst/>
  </dgm:styleLbl>
  <dgm:styleLbl name="parChTrans1D3">
    <dgm:fillClrLst meth="repeat">
      <a:schemeClr val="accent2">
        <a:tint val="70000"/>
      </a:schemeClr>
    </dgm:fillClrLst>
    <dgm:linClrLst meth="repeat">
      <a:schemeClr val="accent4"/>
    </dgm:linClrLst>
    <dgm:effectClrLst/>
    <dgm:txLinClrLst/>
    <dgm:txFillClrLst meth="repeat">
      <a:schemeClr val="tx1"/>
    </dgm:txFillClrLst>
    <dgm:txEffectClrLst/>
  </dgm:styleLbl>
  <dgm:styleLbl name="parChTrans1D4">
    <dgm:fillClrLst meth="repeat">
      <a:schemeClr val="accent2">
        <a:tint val="50000"/>
      </a:schemeClr>
    </dgm:fillClrLst>
    <dgm:linClrLst meth="repeat">
      <a:schemeClr val="accent5"/>
    </dgm:linClrLst>
    <dgm:effectClrLst/>
    <dgm:txLinClrLst/>
    <dgm:txFillClrLst meth="repeat">
      <a:schemeClr val="tx1"/>
    </dgm:txFillClrLst>
    <dgm:txEffectClrLst/>
  </dgm:styleLbl>
  <dgm:styleLbl name="fgAcc1">
    <dgm:fillClrLst meth="repeat">
      <a:schemeClr val="lt1">
        <a:alpha val="90000"/>
      </a:schemeClr>
    </dgm:fillClrLst>
    <dgm:linClrLst>
      <a:schemeClr val="accent2"/>
      <a:schemeClr val="accent3"/>
    </dgm:linClrLst>
    <dgm:effectClrLst/>
    <dgm:txLinClrLst/>
    <dgm:txFillClrLst meth="repeat">
      <a:schemeClr val="dk1"/>
    </dgm:txFillClrLst>
    <dgm:txEffectClrLst/>
  </dgm:styleLbl>
  <dgm:styleLbl name="conFgAcc1">
    <dgm:fillClrLst meth="repeat">
      <a:schemeClr val="lt1">
        <a:alpha val="90000"/>
      </a:schemeClr>
    </dgm:fillClrLst>
    <dgm:linClrLst>
      <a:schemeClr val="accent2"/>
      <a:schemeClr val="accent3"/>
    </dgm:linClrLst>
    <dgm:effectClrLst/>
    <dgm:txLinClrLst/>
    <dgm:txFillClrLst meth="repeat">
      <a:schemeClr val="dk1"/>
    </dgm:txFillClrLst>
    <dgm:txEffectClrLst/>
  </dgm:styleLbl>
  <dgm:styleLbl name="alignAcc1">
    <dgm:fillClrLst meth="repeat">
      <a:schemeClr val="lt1">
        <a:alpha val="90000"/>
      </a:schemeClr>
    </dgm:fillClrLst>
    <dgm:linClrLst>
      <a:schemeClr val="accent2"/>
      <a:schemeClr val="accent3"/>
    </dgm:linClrLst>
    <dgm:effectClrLst/>
    <dgm:txLinClrLst/>
    <dgm:txFillClrLst meth="repeat">
      <a:schemeClr val="dk1"/>
    </dgm:txFillClrLst>
    <dgm:txEffectClrLst/>
  </dgm:styleLbl>
  <dgm:styleLbl name="trAlignAcc1">
    <dgm:fillClrLst meth="repeat">
      <a:schemeClr val="lt1">
        <a:alpha val="40000"/>
      </a:schemeClr>
    </dgm:fillClrLst>
    <dgm:linClrLst meth="repeat">
      <a:schemeClr val="accent2"/>
    </dgm:linClrLst>
    <dgm:effectClrLst/>
    <dgm:txLinClrLst/>
    <dgm:txFillClrLst meth="repeat">
      <a:schemeClr val="dk1"/>
    </dgm:txFillClrLst>
    <dgm:txEffectClrLst/>
  </dgm:styleLbl>
  <dgm:styleLbl name="bgAcc1">
    <dgm:fillClrLst meth="repeat">
      <a:schemeClr val="lt1">
        <a:alpha val="90000"/>
      </a:schemeClr>
    </dgm:fillClrLst>
    <dgm:linClrLst>
      <a:schemeClr val="accent2"/>
      <a:schemeClr val="accent3"/>
    </dgm:linClrLst>
    <dgm:effectClrLst/>
    <dgm:txLinClrLst/>
    <dgm:txFillClrLst meth="repeat">
      <a:schemeClr val="dk1"/>
    </dgm:txFillClrLst>
    <dgm:txEffectClrLst/>
  </dgm:styleLbl>
  <dgm:styleLbl name="solidFgAcc1">
    <dgm:fillClrLst meth="repeat">
      <a:schemeClr val="lt1"/>
    </dgm:fillClrLst>
    <dgm:linClrLst>
      <a:schemeClr val="accent2"/>
      <a:schemeClr val="accent3"/>
    </dgm:linClrLst>
    <dgm:effectClrLst/>
    <dgm:txLinClrLst/>
    <dgm:txFillClrLst meth="repeat">
      <a:schemeClr val="dk1"/>
    </dgm:txFillClrLst>
    <dgm:txEffectClrLst/>
  </dgm:styleLbl>
  <dgm:styleLbl name="solidAlignAcc1">
    <dgm:fillClrLst meth="repeat">
      <a:schemeClr val="lt1"/>
    </dgm:fillClrLst>
    <dgm:linClrLst>
      <a:schemeClr val="accent2"/>
      <a:schemeClr val="accent3"/>
    </dgm:linClrLst>
    <dgm:effectClrLst/>
    <dgm:txLinClrLst/>
    <dgm:txFillClrLst meth="repeat">
      <a:schemeClr val="dk1"/>
    </dgm:txFillClrLst>
    <dgm:txEffectClrLst/>
  </dgm:styleLbl>
  <dgm:styleLbl name="solidBgAcc1">
    <dgm:fillClrLst meth="repeat">
      <a:schemeClr val="lt1"/>
    </dgm:fillClrLst>
    <dgm:linClrLst>
      <a:schemeClr val="accent2"/>
      <a:schemeClr val="accent3"/>
    </dgm:linClrLst>
    <dgm:effectClrLst/>
    <dgm:txLinClrLst/>
    <dgm:txFillClrLst meth="repeat">
      <a:schemeClr val="dk1"/>
    </dgm:txFillClrLst>
    <dgm:txEffectClrLst/>
  </dgm:styleLbl>
  <dgm:styleLbl name="fgAccFollowNode1">
    <dgm:fillClrLst>
      <a:schemeClr val="accent2">
        <a:tint val="40000"/>
        <a:alpha val="90000"/>
      </a:schemeClr>
      <a:schemeClr val="accent3">
        <a:tint val="40000"/>
        <a:alpha val="90000"/>
      </a:schemeClr>
    </dgm:fillClrLst>
    <dgm:linClrLst>
      <a:schemeClr val="accent2">
        <a:tint val="40000"/>
        <a:alpha val="90000"/>
      </a:schemeClr>
      <a:schemeClr val="accent3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alignAccFollowNode1">
    <dgm:fillClrLst>
      <a:schemeClr val="accent2">
        <a:tint val="40000"/>
        <a:alpha val="90000"/>
      </a:schemeClr>
      <a:schemeClr val="accent3">
        <a:tint val="40000"/>
        <a:alpha val="90000"/>
      </a:schemeClr>
    </dgm:fillClrLst>
    <dgm:linClrLst>
      <a:schemeClr val="accent2">
        <a:tint val="40000"/>
        <a:alpha val="90000"/>
      </a:schemeClr>
      <a:schemeClr val="accent3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bgAccFollowNode1">
    <dgm:fillClrLst>
      <a:schemeClr val="accent2">
        <a:tint val="40000"/>
        <a:alpha val="90000"/>
      </a:schemeClr>
      <a:schemeClr val="accent3">
        <a:tint val="40000"/>
        <a:alpha val="90000"/>
      </a:schemeClr>
    </dgm:fillClrLst>
    <dgm:linClrLst>
      <a:schemeClr val="accent2">
        <a:tint val="40000"/>
        <a:alpha val="90000"/>
      </a:schemeClr>
      <a:schemeClr val="accent3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fgAcc0">
    <dgm:fillClrLst meth="repeat">
      <a:schemeClr val="lt1">
        <a:alpha val="90000"/>
      </a:schemeClr>
    </dgm:fillClrLst>
    <dgm:linClrLst>
      <a:schemeClr val="accent1"/>
    </dgm:linClrLst>
    <dgm:effectClrLst/>
    <dgm:txLinClrLst/>
    <dgm:txFillClrLst meth="repeat">
      <a:schemeClr val="dk1"/>
    </dgm:txFillClrLst>
    <dgm:txEffectClrLst/>
  </dgm:styleLbl>
  <dgm:styleLbl name="fgAcc2">
    <dgm:fillClrLst meth="repeat">
      <a:schemeClr val="lt1">
        <a:alpha val="90000"/>
      </a:schemeClr>
    </dgm:fillClrLst>
    <dgm:linClrLst>
      <a:schemeClr val="accent3"/>
    </dgm:linClrLst>
    <dgm:effectClrLst/>
    <dgm:txLinClrLst/>
    <dgm:txFillClrLst meth="repeat">
      <a:schemeClr val="dk1"/>
    </dgm:txFillClrLst>
    <dgm:txEffectClrLst/>
  </dgm:styleLbl>
  <dgm:styleLbl name="fgAcc3">
    <dgm:fillClrLst meth="repeat">
      <a:schemeClr val="lt1">
        <a:alpha val="90000"/>
      </a:schemeClr>
    </dgm:fillClrLst>
    <dgm:linClrLst>
      <a:schemeClr val="accent4"/>
    </dgm:linClrLst>
    <dgm:effectClrLst/>
    <dgm:txLinClrLst/>
    <dgm:txFillClrLst meth="repeat">
      <a:schemeClr val="dk1"/>
    </dgm:txFillClrLst>
    <dgm:txEffectClrLst/>
  </dgm:styleLbl>
  <dgm:styleLbl name="fgAcc4">
    <dgm:fillClrLst meth="repeat">
      <a:schemeClr val="lt1">
        <a:alpha val="90000"/>
      </a:schemeClr>
    </dgm:fillClrLst>
    <dgm:linClrLst>
      <a:schemeClr val="accent5"/>
    </dgm:linClrLst>
    <dgm:effectClrLst/>
    <dgm:txLinClrLst/>
    <dgm:txFillClrLst meth="repeat">
      <a:schemeClr val="dk1"/>
    </dgm:txFillClrLst>
    <dgm:txEffectClrLst/>
  </dgm:styleLbl>
  <dgm:styleLbl name="bgShp">
    <dgm:fillClrLst meth="repeat">
      <a:schemeClr val="bg1">
        <a:lumMod val="95000"/>
      </a:schemeClr>
    </dgm:fillClrLst>
    <dgm:linClrLst meth="repeat">
      <a:schemeClr val="dk1"/>
    </dgm:linClrLst>
    <dgm:effectClrLst/>
    <dgm:txLinClrLst/>
    <dgm:txFillClrLst meth="repeat">
      <a:schemeClr val="dk1"/>
    </dgm:txFillClrLst>
    <dgm:txEffectClrLst/>
  </dgm:styleLbl>
  <dgm:styleLbl name="dkBgShp">
    <dgm:fillClrLst meth="repeat">
      <a:schemeClr val="accent2">
        <a:shade val="90000"/>
      </a:schemeClr>
    </dgm:fillClrLst>
    <dgm:linClrLst meth="repeat">
      <a:schemeClr val="dk1"/>
    </dgm:linClrLst>
    <dgm:effectClrLst/>
    <dgm:txLinClrLst/>
    <dgm:txFillClrLst meth="repeat">
      <a:schemeClr val="lt1"/>
    </dgm:txFillClrLst>
    <dgm:txEffectClrLst/>
  </dgm:styleLbl>
  <dgm:styleLbl name="trBgShp">
    <dgm:fillClrLst meth="repeat">
      <a:schemeClr val="accent2">
        <a:tint val="50000"/>
        <a:alpha val="40000"/>
      </a:schemeClr>
    </dgm:fillClrLst>
    <dgm:linClrLst meth="repeat">
      <a:schemeClr val="accent2"/>
    </dgm:linClrLst>
    <dgm:effectClrLst/>
    <dgm:txLinClrLst/>
    <dgm:txFillClrLst meth="repeat">
      <a:schemeClr val="lt1"/>
    </dgm:txFillClrLst>
    <dgm:txEffectClrLst/>
  </dgm:styleLbl>
  <dgm:styleLbl name="fgShp">
    <dgm:fillClrLst meth="repeat">
      <a:schemeClr val="accent2">
        <a:tint val="40000"/>
      </a:schemeClr>
    </dgm:fillClrLst>
    <dgm:linClrLst meth="repeat">
      <a:schemeClr val="lt1"/>
    </dgm:linClrLst>
    <dgm:effectClrLst/>
    <dgm:txLinClrLst/>
    <dgm:txFillClrLst meth="repeat">
      <a:schemeClr val="dk1"/>
    </dgm:txFillClrLst>
    <dgm:txEffectClrLst/>
  </dgm:styleLbl>
  <dgm:styleLbl name="revTx">
    <dgm:fillClrLst meth="repeat">
      <a:schemeClr val="lt1">
        <a:alpha val="0"/>
      </a:schemeClr>
    </dgm:fillClrLst>
    <dgm:linClrLst meth="repeat">
      <a:schemeClr val="dk1">
        <a:alpha val="0"/>
      </a:schemeClr>
    </dgm:linClrLst>
    <dgm:effectClrLst/>
    <dgm:txLinClrLst/>
    <dgm:txFillClrLst meth="repeat">
      <a:schemeClr val="tx1"/>
    </dgm:txFillClrLst>
    <dgm:txEffectClrLst/>
  </dgm:styleLbl>
</dgm:colorsDef>
</file>

<file path=ppt/diagrams/colors105.xml><?xml version="1.0" encoding="utf-8"?>
<dgm:colorsDef xmlns:dgm="http://schemas.openxmlformats.org/drawingml/2006/diagram" xmlns:a="http://schemas.openxmlformats.org/drawingml/2006/main" uniqueId="urn:microsoft.com/office/officeart/2018/5/colors/Iconchunking_neutralbg_accent1_2">
  <dgm:title val=""/>
  <dgm:desc val=""/>
  <dgm:catLst>
    <dgm:cat type="accent1" pri="11200"/>
  </dgm:catLst>
  <dgm:styleLbl name="node0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lignNode1">
    <dgm:fillClrLst meth="repeat">
      <a:schemeClr val="accent1"/>
    </dgm:fillClrLst>
    <dgm:linClrLst meth="repeat">
      <a:schemeClr val="accent1"/>
    </dgm:linClrLst>
    <dgm:effectClrLst/>
    <dgm:txLinClrLst/>
    <dgm:txFillClrLst/>
    <dgm:txEffectClrLst/>
  </dgm:styleLbl>
  <dgm:styleLbl name="node1">
    <dgm:fillClrLst meth="repeat">
      <a:schemeClr val="accent1"/>
    </dgm:fillClrLst>
    <dgm:linClrLst meth="repeat">
      <a:schemeClr val="lt1">
        <a:alpha val="0"/>
      </a:schemeClr>
    </dgm:linClrLst>
    <dgm:effectClrLst/>
    <dgm:txLinClrLst/>
    <dgm:txFillClrLst/>
    <dgm:txEffectClrLst/>
  </dgm:styleLbl>
  <dgm:styleLbl name="lnNode1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vennNode1">
    <dgm:fillClrLst meth="repeat">
      <a:schemeClr val="accent1">
        <a:alpha val="50000"/>
      </a:schemeClr>
    </dgm:fillClrLst>
    <dgm:linClrLst meth="repeat">
      <a:schemeClr val="lt1"/>
    </dgm:linClrLst>
    <dgm:effectClrLst/>
    <dgm:txLinClrLst/>
    <dgm:txFillClrLst/>
    <dgm:txEffectClrLst/>
  </dgm:styleLbl>
  <dgm:styleLbl name="node2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node3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node4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fgImgPlace1">
    <dgm:fillClrLst meth="repeat">
      <a:schemeClr val="accent1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alignImgPlace1">
    <dgm:fillClrLst meth="repeat">
      <a:schemeClr val="accent1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bgImgPlace1">
    <dgm:fillClrLst meth="repeat">
      <a:schemeClr val="accent1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sibTrans2D1">
    <dgm:fillClrLst meth="repeat">
      <a:schemeClr val="accent1">
        <a:tint val="60000"/>
      </a:schemeClr>
    </dgm:fillClrLst>
    <dgm:linClrLst meth="repeat">
      <a:schemeClr val="accent1">
        <a:tint val="60000"/>
      </a:schemeClr>
    </dgm:linClrLst>
    <dgm:effectClrLst/>
    <dgm:txLinClrLst/>
    <dgm:txFillClrLst/>
    <dgm:txEffectClrLst/>
  </dgm:styleLbl>
  <dgm:styleLbl name="fgSibTrans2D1">
    <dgm:fillClrLst meth="repeat">
      <a:schemeClr val="accent1">
        <a:tint val="60000"/>
      </a:schemeClr>
    </dgm:fillClrLst>
    <dgm:linClrLst meth="repeat">
      <a:schemeClr val="accent1">
        <a:tint val="60000"/>
      </a:schemeClr>
    </dgm:linClrLst>
    <dgm:effectClrLst/>
    <dgm:txLinClrLst/>
    <dgm:txFillClrLst/>
    <dgm:txEffectClrLst/>
  </dgm:styleLbl>
  <dgm:styleLbl name="bgSibTrans2D1">
    <dgm:fillClrLst meth="repeat">
      <a:schemeClr val="accent1">
        <a:tint val="60000"/>
      </a:schemeClr>
    </dgm:fillClrLst>
    <dgm:linClrLst meth="repeat">
      <a:schemeClr val="accent1">
        <a:tint val="60000"/>
      </a:schemeClr>
    </dgm:linClrLst>
    <dgm:effectClrLst/>
    <dgm:txLinClrLst/>
    <dgm:txFillClrLst/>
    <dgm:txEffectClrLst/>
  </dgm:styleLbl>
  <dgm:styleLbl name="sibTrans1D1">
    <dgm:fillClrLst meth="repeat">
      <a:schemeClr val="accent1"/>
    </dgm:fillClrLst>
    <dgm:linClrLst meth="repeat">
      <a:schemeClr val="accent1"/>
    </dgm:linClrLst>
    <dgm:effectClrLst/>
    <dgm:txLinClrLst/>
    <dgm:txFillClrLst meth="repeat">
      <a:schemeClr val="tx1"/>
    </dgm:txFillClrLst>
    <dgm:txEffectClrLst/>
  </dgm:styleLbl>
  <dgm:styleLbl name="callout">
    <dgm:fillClrLst meth="repeat">
      <a:schemeClr val="accent1"/>
    </dgm:fillClrLst>
    <dgm:linClrLst meth="repeat">
      <a:schemeClr val="accent1">
        <a:tint val="50000"/>
      </a:schemeClr>
    </dgm:linClrLst>
    <dgm:effectClrLst/>
    <dgm:txLinClrLst/>
    <dgm:txFillClrLst meth="repeat">
      <a:schemeClr val="tx1"/>
    </dgm:txFillClrLst>
    <dgm:txEffectClrLst/>
  </dgm:styleLbl>
  <dgm:styleLbl name="asst0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sst1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sst2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sst3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sst4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parChTrans2D1">
    <dgm:fillClrLst meth="repeat">
      <a:schemeClr val="accent1">
        <a:tint val="60000"/>
      </a:schemeClr>
    </dgm:fillClrLst>
    <dgm:linClrLst meth="repeat">
      <a:schemeClr val="accent1">
        <a:tint val="60000"/>
      </a:schemeClr>
    </dgm:linClrLst>
    <dgm:effectClrLst/>
    <dgm:txLinClrLst/>
    <dgm:txFillClrLst meth="repeat">
      <a:schemeClr val="lt1"/>
    </dgm:txFillClrLst>
    <dgm:txEffectClrLst/>
  </dgm:styleLbl>
  <dgm:styleLbl name="parChTrans2D2">
    <dgm:fillClrLst meth="repeat">
      <a:schemeClr val="accent1"/>
    </dgm:fillClrLst>
    <dgm:linClrLst meth="repeat">
      <a:schemeClr val="accent1"/>
    </dgm:linClrLst>
    <dgm:effectClrLst/>
    <dgm:txLinClrLst/>
    <dgm:txFillClrLst meth="repeat">
      <a:schemeClr val="lt1"/>
    </dgm:txFillClrLst>
    <dgm:txEffectClrLst/>
  </dgm:styleLbl>
  <dgm:styleLbl name="parChTrans2D3">
    <dgm:fillClrLst meth="repeat">
      <a:schemeClr val="accent1"/>
    </dgm:fillClrLst>
    <dgm:linClrLst meth="repeat">
      <a:schemeClr val="accent1"/>
    </dgm:linClrLst>
    <dgm:effectClrLst/>
    <dgm:txLinClrLst/>
    <dgm:txFillClrLst meth="repeat">
      <a:schemeClr val="lt1"/>
    </dgm:txFillClrLst>
    <dgm:txEffectClrLst/>
  </dgm:styleLbl>
  <dgm:styleLbl name="parChTrans2D4">
    <dgm:fillClrLst meth="repeat">
      <a:schemeClr val="accent1"/>
    </dgm:fillClrLst>
    <dgm:linClrLst meth="repeat">
      <a:schemeClr val="accent1"/>
    </dgm:linClrLst>
    <dgm:effectClrLst/>
    <dgm:txLinClrLst/>
    <dgm:txFillClrLst meth="repeat">
      <a:schemeClr val="lt1"/>
    </dgm:txFillClrLst>
    <dgm:txEffectClrLst/>
  </dgm:styleLbl>
  <dgm:styleLbl name="parChTrans1D1">
    <dgm:fillClrLst meth="repeat">
      <a:schemeClr val="accent1"/>
    </dgm:fillClrLst>
    <dgm:linClrLst meth="repeat">
      <a:schemeClr val="accent1">
        <a:shade val="60000"/>
      </a:schemeClr>
    </dgm:linClrLst>
    <dgm:effectClrLst/>
    <dgm:txLinClrLst/>
    <dgm:txFillClrLst meth="repeat">
      <a:schemeClr val="tx1"/>
    </dgm:txFillClrLst>
    <dgm:txEffectClrLst/>
  </dgm:styleLbl>
  <dgm:styleLbl name="parChTrans1D2">
    <dgm:fillClrLst meth="repeat">
      <a:schemeClr val="accent1"/>
    </dgm:fillClrLst>
    <dgm:linClrLst meth="repeat">
      <a:schemeClr val="accent1">
        <a:shade val="60000"/>
      </a:schemeClr>
    </dgm:linClrLst>
    <dgm:effectClrLst/>
    <dgm:txLinClrLst/>
    <dgm:txFillClrLst meth="repeat">
      <a:schemeClr val="tx1"/>
    </dgm:txFillClrLst>
    <dgm:txEffectClrLst/>
  </dgm:styleLbl>
  <dgm:styleLbl name="parChTrans1D3">
    <dgm:fillClrLst meth="repeat">
      <a:schemeClr val="accent1"/>
    </dgm:fillClrLst>
    <dgm:linClrLst meth="repeat">
      <a:schemeClr val="accent1">
        <a:shade val="80000"/>
      </a:schemeClr>
    </dgm:linClrLst>
    <dgm:effectClrLst/>
    <dgm:txLinClrLst/>
    <dgm:txFillClrLst meth="repeat">
      <a:schemeClr val="tx1"/>
    </dgm:txFillClrLst>
    <dgm:txEffectClrLst/>
  </dgm:styleLbl>
  <dgm:styleLbl name="parChTrans1D4">
    <dgm:fillClrLst meth="repeat">
      <a:schemeClr val="accent1"/>
    </dgm:fillClrLst>
    <dgm:linClrLst meth="repeat">
      <a:schemeClr val="accent1">
        <a:shade val="80000"/>
      </a:schemeClr>
    </dgm:linClrLst>
    <dgm:effectClrLst/>
    <dgm:txLinClrLst/>
    <dgm:txFillClrLst meth="repeat">
      <a:schemeClr val="tx1"/>
    </dgm:txFillClrLst>
    <dgm:txEffectClrLst/>
  </dgm:styleLbl>
  <dgm:styleLbl name="fgAcc1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conFgAcc1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alignAcc1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trAlignAcc1">
    <dgm:fillClrLst meth="repeat">
      <a:schemeClr val="lt1">
        <a:alpha val="4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bgAcc1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solidFgAcc1">
    <dgm:fillClrLst meth="repeat">
      <a:schemeClr val="lt1"/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solidAlignAcc1">
    <dgm:fillClrLst meth="repeat">
      <a:schemeClr val="lt1"/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solidBgAcc1">
    <dgm:fillClrLst meth="repeat">
      <a:schemeClr val="lt1"/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fgAccFollowNode1">
    <dgm:fillClrLst meth="repeat">
      <a:schemeClr val="accent1">
        <a:alpha val="90000"/>
        <a:tint val="40000"/>
      </a:schemeClr>
    </dgm:fillClrLst>
    <dgm:linClrLst meth="repeat">
      <a:schemeClr val="accent1">
        <a:alpha val="90000"/>
        <a:tint val="40000"/>
      </a:schemeClr>
    </dgm:linClrLst>
    <dgm:effectClrLst/>
    <dgm:txLinClrLst/>
    <dgm:txFillClrLst meth="repeat">
      <a:schemeClr val="dk1"/>
    </dgm:txFillClrLst>
    <dgm:txEffectClrLst/>
  </dgm:styleLbl>
  <dgm:styleLbl name="alignAccFollowNode1">
    <dgm:fillClrLst meth="repeat">
      <a:schemeClr val="accent1">
        <a:alpha val="90000"/>
        <a:tint val="40000"/>
      </a:schemeClr>
    </dgm:fillClrLst>
    <dgm:linClrLst meth="repeat">
      <a:schemeClr val="accent1">
        <a:alpha val="90000"/>
        <a:tint val="40000"/>
      </a:schemeClr>
    </dgm:linClrLst>
    <dgm:effectClrLst/>
    <dgm:txLinClrLst/>
    <dgm:txFillClrLst meth="repeat">
      <a:schemeClr val="dk1"/>
    </dgm:txFillClrLst>
    <dgm:txEffectClrLst/>
  </dgm:styleLbl>
  <dgm:styleLbl name="bgAccFollowNode1">
    <dgm:fillClrLst meth="repeat">
      <a:schemeClr val="accent1">
        <a:alpha val="90000"/>
        <a:tint val="40000"/>
      </a:schemeClr>
    </dgm:fillClrLst>
    <dgm:linClrLst meth="repeat">
      <a:schemeClr val="accent1">
        <a:alpha val="90000"/>
        <a:tint val="40000"/>
      </a:schemeClr>
    </dgm:linClrLst>
    <dgm:effectClrLst/>
    <dgm:txLinClrLst/>
    <dgm:txFillClrLst meth="repeat">
      <a:schemeClr val="dk1"/>
    </dgm:txFillClrLst>
    <dgm:txEffectClrLst/>
  </dgm:styleLbl>
  <dgm:styleLbl name="fgAcc0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fgAcc2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fgAcc3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fgAcc4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bgShp">
    <dgm:fillClrLst meth="repeat">
      <a:schemeClr val="bg1">
        <a:lumMod val="95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dkBgShp">
    <dgm:fillClrLst meth="repeat">
      <a:schemeClr val="accent1">
        <a:shade val="80000"/>
      </a:schemeClr>
    </dgm:fillClrLst>
    <dgm:linClrLst meth="repeat">
      <a:schemeClr val="accent1"/>
    </dgm:linClrLst>
    <dgm:effectClrLst/>
    <dgm:txLinClrLst/>
    <dgm:txFillClrLst meth="repeat">
      <a:schemeClr val="lt1"/>
    </dgm:txFillClrLst>
    <dgm:txEffectClrLst/>
  </dgm:styleLbl>
  <dgm:styleLbl name="trBgShp">
    <dgm:fillClrLst meth="repeat">
      <a:schemeClr val="accent1">
        <a:tint val="50000"/>
        <a:alpha val="40000"/>
      </a:schemeClr>
    </dgm:fillClrLst>
    <dgm:linClrLst meth="repeat">
      <a:schemeClr val="accent1"/>
    </dgm:linClrLst>
    <dgm:effectClrLst/>
    <dgm:txLinClrLst/>
    <dgm:txFillClrLst meth="repeat">
      <a:schemeClr val="lt1"/>
    </dgm:txFillClrLst>
    <dgm:txEffectClrLst/>
  </dgm:styleLbl>
  <dgm:styleLbl name="fgShp">
    <dgm:fillClrLst meth="repeat">
      <a:schemeClr val="accent1">
        <a:tint val="60000"/>
      </a:schemeClr>
    </dgm:fillClrLst>
    <dgm:linClrLst meth="repeat">
      <a:schemeClr val="lt1"/>
    </dgm:linClrLst>
    <dgm:effectClrLst/>
    <dgm:txLinClrLst/>
    <dgm:txFillClrLst meth="repeat">
      <a:schemeClr val="dk1"/>
    </dgm:txFillClrLst>
    <dgm:txEffectClrLst/>
  </dgm:styleLbl>
  <dgm:styleLbl name="revTx">
    <dgm:fillClrLst meth="repeat">
      <a:schemeClr val="lt1">
        <a:alpha val="0"/>
      </a:schemeClr>
    </dgm:fillClrLst>
    <dgm:linClrLst meth="repeat">
      <a:schemeClr val="dk1">
        <a:alpha val="0"/>
      </a:schemeClr>
    </dgm:linClrLst>
    <dgm:effectClrLst/>
    <dgm:txLinClrLst/>
    <dgm:txFillClrLst meth="repeat">
      <a:schemeClr val="tx1"/>
    </dgm:txFillClrLst>
    <dgm:txEffectClrLst/>
  </dgm:styleLbl>
</dgm:colorsDef>
</file>

<file path=ppt/diagrams/colors106.xml><?xml version="1.0" encoding="utf-8"?>
<dgm:colorsDef xmlns:dgm="http://schemas.openxmlformats.org/drawingml/2006/diagram" xmlns:a="http://schemas.openxmlformats.org/drawingml/2006/main" uniqueId="urn:microsoft.com/office/officeart/2018/5/colors/Iconchunking_neutralbg_colorful1">
  <dgm:title val=""/>
  <dgm:desc val=""/>
  <dgm:catLst>
    <dgm:cat type="colorful" pri="10100"/>
  </dgm:catLst>
  <dgm:styleLbl name="node0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node1">
    <dgm:fillClrLst meth="repeat">
      <a:schemeClr val="accent2"/>
      <a:schemeClr val="accent3"/>
      <a:schemeClr val="accent4"/>
      <a:schemeClr val="accent5"/>
      <a:schemeClr val="accent6"/>
    </dgm:fillClrLst>
    <dgm:linClrLst meth="repeat">
      <a:schemeClr val="lt1">
        <a:alpha val="0"/>
      </a:schemeClr>
    </dgm:linClrLst>
    <dgm:effectClrLst/>
    <dgm:txLinClrLst/>
    <dgm:txFillClrLst/>
    <dgm:txEffectClrLst/>
  </dgm:styleLbl>
  <dgm:styleLbl name="alignNode1">
    <dgm:fillClrLst meth="repeat">
      <a:schemeClr val="accent2"/>
      <a:schemeClr val="accent3"/>
      <a:schemeClr val="accent4"/>
      <a:schemeClr val="accent5"/>
      <a:schemeClr val="accent6"/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/>
    <dgm:txEffectClrLst/>
  </dgm:styleLbl>
  <dgm:styleLbl name="lnNode1">
    <dgm:fillClrLst meth="repeat">
      <a:schemeClr val="accent2"/>
      <a:schemeClr val="accent3"/>
      <a:schemeClr val="accent4"/>
      <a:schemeClr val="accent5"/>
      <a:schemeClr val="accent6"/>
    </dgm:fillClrLst>
    <dgm:linClrLst meth="repeat">
      <a:schemeClr val="lt1"/>
    </dgm:linClrLst>
    <dgm:effectClrLst/>
    <dgm:txLinClrLst/>
    <dgm:txFillClrLst/>
    <dgm:txEffectClrLst/>
  </dgm:styleLbl>
  <dgm:styleLbl name="vennNode1">
    <dgm:fillClrLst meth="repeat">
      <a:schemeClr val="accent2">
        <a:alpha val="50000"/>
      </a:schemeClr>
      <a:schemeClr val="accent3">
        <a:alpha val="50000"/>
      </a:schemeClr>
      <a:schemeClr val="accent4">
        <a:alpha val="50000"/>
      </a:schemeClr>
      <a:schemeClr val="accent5">
        <a:alpha val="50000"/>
      </a:schemeClr>
      <a:schemeClr val="accent6">
        <a:alpha val="50000"/>
      </a:schemeClr>
    </dgm:fillClrLst>
    <dgm:linClrLst meth="repeat">
      <a:schemeClr val="lt1"/>
    </dgm:linClrLst>
    <dgm:effectClrLst/>
    <dgm:txLinClrLst/>
    <dgm:txFillClrLst/>
    <dgm:txEffectClrLst/>
  </dgm:styleLbl>
  <dgm:styleLbl name="node2">
    <dgm:fillClrLst>
      <a:schemeClr val="accent2"/>
    </dgm:fillClrLst>
    <dgm:linClrLst meth="repeat">
      <a:schemeClr val="lt1"/>
    </dgm:linClrLst>
    <dgm:effectClrLst/>
    <dgm:txLinClrLst/>
    <dgm:txFillClrLst/>
    <dgm:txEffectClrLst/>
  </dgm:styleLbl>
  <dgm:styleLbl name="node3">
    <dgm:fillClrLst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node4">
    <dgm:fillClrLst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fgImgPlace1">
    <dgm:fillClrLst meth="repeat">
      <a:schemeClr val="accent2">
        <a:tint val="50000"/>
      </a:schemeClr>
      <a:schemeClr val="accent3">
        <a:tint val="50000"/>
      </a:schemeClr>
      <a:schemeClr val="accent4">
        <a:tint val="50000"/>
      </a:schemeClr>
      <a:schemeClr val="accent5">
        <a:tint val="50000"/>
      </a:schemeClr>
      <a:schemeClr val="accent6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alignImgPlace1">
    <dgm:fillClrLst>
      <a:schemeClr val="accent1">
        <a:tint val="50000"/>
      </a:schemeClr>
      <a:schemeClr val="accent2">
        <a:tint val="2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bgImgPlace1">
    <dgm:fillClrLst>
      <a:schemeClr val="accent1">
        <a:tint val="50000"/>
      </a:schemeClr>
      <a:schemeClr val="accent2">
        <a:tint val="2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sibTrans2D1">
    <dgm:fillClrLst meth="repeat">
      <a:schemeClr val="accent2"/>
      <a:schemeClr val="accent3"/>
      <a:schemeClr val="accent4"/>
      <a:schemeClr val="accent5"/>
      <a:schemeClr val="accent6"/>
    </dgm:fillClrLst>
    <dgm:linClrLst meth="cycle">
      <a:schemeClr val="lt1"/>
    </dgm:linClrLst>
    <dgm:effectClrLst/>
    <dgm:txLinClrLst/>
    <dgm:txFillClrLst/>
    <dgm:txEffectClrLst/>
  </dgm:styleLbl>
  <dgm:styleLbl name="fgSibTrans2D1">
    <dgm:fillClrLst meth="repeat">
      <a:schemeClr val="accent2"/>
      <a:schemeClr val="accent3"/>
      <a:schemeClr val="accent4"/>
      <a:schemeClr val="accent5"/>
      <a:schemeClr val="accent6"/>
    </dgm:fillClrLst>
    <dgm:linClrLst meth="cycle">
      <a:schemeClr val="lt1"/>
    </dgm:linClrLst>
    <dgm:effectClrLst/>
    <dgm:txLinClrLst/>
    <dgm:txFillClrLst meth="repeat">
      <a:schemeClr val="lt1"/>
    </dgm:txFillClrLst>
    <dgm:txEffectClrLst/>
  </dgm:styleLbl>
  <dgm:styleLbl name="bgSibTrans2D1">
    <dgm:fillClrLst meth="repeat">
      <a:schemeClr val="accent2"/>
      <a:schemeClr val="accent3"/>
      <a:schemeClr val="accent4"/>
      <a:schemeClr val="accent5"/>
      <a:schemeClr val="accent6"/>
    </dgm:fillClrLst>
    <dgm:linClrLst meth="cycle">
      <a:schemeClr val="lt1"/>
    </dgm:linClrLst>
    <dgm:effectClrLst/>
    <dgm:txLinClrLst/>
    <dgm:txFillClrLst meth="repeat">
      <a:schemeClr val="lt1"/>
    </dgm:txFillClrLst>
    <dgm:txEffectClrLst/>
  </dgm:styleLbl>
  <dgm:styleLbl name="sibTrans1D1">
    <dgm:fillClrLst meth="repeat">
      <a:schemeClr val="accent2"/>
      <a:schemeClr val="accent3"/>
      <a:schemeClr val="accent4"/>
      <a:schemeClr val="accent5"/>
      <a:schemeClr val="accent6"/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tx1"/>
    </dgm:txFillClrLst>
    <dgm:txEffectClrLst/>
  </dgm:styleLbl>
  <dgm:styleLbl name="callout">
    <dgm:fillClrLst meth="repeat">
      <a:schemeClr val="accent2"/>
    </dgm:fillClrLst>
    <dgm:linClrLst meth="repeat">
      <a:schemeClr val="accent2">
        <a:tint val="50000"/>
      </a:schemeClr>
    </dgm:linClrLst>
    <dgm:effectClrLst/>
    <dgm:txLinClrLst/>
    <dgm:txFillClrLst meth="repeat">
      <a:schemeClr val="tx1"/>
    </dgm:txFillClrLst>
    <dgm:txEffectClrLst/>
  </dgm:styleLbl>
  <dgm:styleLbl name="asst0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sst1">
    <dgm:fillClrLst meth="repeat">
      <a:schemeClr val="accent2"/>
    </dgm:fillClrLst>
    <dgm:linClrLst meth="repeat">
      <a:schemeClr val="lt1"/>
    </dgm:linClrLst>
    <dgm:effectClrLst/>
    <dgm:txLinClrLst/>
    <dgm:txFillClrLst/>
    <dgm:txEffectClrLst/>
  </dgm:styleLbl>
  <dgm:styleLbl name="asst2">
    <dgm:fillClrLst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asst3">
    <dgm:fillClrLst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asst4">
    <dgm:fillClrLst>
      <a:schemeClr val="accent5"/>
    </dgm:fillClrLst>
    <dgm:linClrLst meth="repeat">
      <a:schemeClr val="lt1"/>
    </dgm:linClrLst>
    <dgm:effectClrLst/>
    <dgm:txLinClrLst/>
    <dgm:txFillClrLst/>
    <dgm:txEffectClrLst/>
  </dgm:styleLbl>
  <dgm:styleLbl name="parChTrans2D1">
    <dgm:fillClrLst meth="repeat">
      <a:schemeClr val="accent2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parChTrans2D2">
    <dgm:fillClrLst meth="repeat"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parChTrans2D3">
    <dgm:fillClrLst meth="repeat"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parChTrans2D4">
    <dgm:fillClrLst meth="repeat">
      <a:schemeClr val="accent5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parChTrans1D1">
    <dgm:fillClrLst meth="repeat">
      <a:schemeClr val="accent2"/>
    </dgm:fillClrLst>
    <dgm:linClrLst meth="repeat">
      <a:schemeClr val="accent1"/>
    </dgm:linClrLst>
    <dgm:effectClrLst/>
    <dgm:txLinClrLst/>
    <dgm:txFillClrLst meth="repeat">
      <a:schemeClr val="tx1"/>
    </dgm:txFillClrLst>
    <dgm:txEffectClrLst/>
  </dgm:styleLbl>
  <dgm:styleLbl name="parChTrans1D2">
    <dgm:fillClrLst meth="repeat">
      <a:schemeClr val="accent3">
        <a:tint val="90000"/>
      </a:schemeClr>
    </dgm:fillClrLst>
    <dgm:linClrLst meth="repeat">
      <a:schemeClr val="accent2"/>
    </dgm:linClrLst>
    <dgm:effectClrLst/>
    <dgm:txLinClrLst/>
    <dgm:txFillClrLst meth="repeat">
      <a:schemeClr val="tx1"/>
    </dgm:txFillClrLst>
    <dgm:txEffectClrLst/>
  </dgm:styleLbl>
  <dgm:styleLbl name="parChTrans1D3">
    <dgm:fillClrLst meth="repeat">
      <a:schemeClr val="accent4">
        <a:tint val="70000"/>
      </a:schemeClr>
    </dgm:fillClrLst>
    <dgm:linClrLst meth="repeat">
      <a:schemeClr val="accent3"/>
    </dgm:linClrLst>
    <dgm:effectClrLst/>
    <dgm:txLinClrLst/>
    <dgm:txFillClrLst meth="repeat">
      <a:schemeClr val="tx1"/>
    </dgm:txFillClrLst>
    <dgm:txEffectClrLst/>
  </dgm:styleLbl>
  <dgm:styleLbl name="parChTrans1D4">
    <dgm:fillClrLst meth="repeat">
      <a:schemeClr val="accent5">
        <a:tint val="50000"/>
      </a:schemeClr>
    </dgm:fillClrLst>
    <dgm:linClrLst meth="repeat">
      <a:schemeClr val="accent4"/>
    </dgm:linClrLst>
    <dgm:effectClrLst/>
    <dgm:txLinClrLst/>
    <dgm:txFillClrLst meth="repeat">
      <a:schemeClr val="tx1"/>
    </dgm:txFillClrLst>
    <dgm:txEffectClrLst/>
  </dgm:styleLbl>
  <dgm:styleLbl name="fgAcc1">
    <dgm:fillClrLst meth="repeat">
      <a:schemeClr val="lt1">
        <a:alpha val="90000"/>
      </a:schemeClr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conFgAcc1">
    <dgm:fillClrLst meth="repeat">
      <a:schemeClr val="lt1">
        <a:alpha val="90000"/>
      </a:schemeClr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alignAcc1">
    <dgm:fillClrLst meth="repeat">
      <a:schemeClr val="lt1">
        <a:alpha val="90000"/>
      </a:schemeClr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trAlignAcc1">
    <dgm:fillClrLst meth="repeat">
      <a:schemeClr val="lt1">
        <a:alpha val="4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bgAcc1">
    <dgm:fillClrLst meth="repeat">
      <a:schemeClr val="lt1">
        <a:alpha val="90000"/>
      </a:schemeClr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solidFgAcc1">
    <dgm:fillClrLst meth="repeat">
      <a:schemeClr val="lt1"/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solidAlignAcc1">
    <dgm:fillClrLst meth="repeat">
      <a:schemeClr val="lt1"/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solidBgAcc1">
    <dgm:fillClrLst meth="repeat">
      <a:schemeClr val="lt1"/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fgAccFollowNode1">
    <dgm:fillClrLst meth="repeat">
      <a:schemeClr val="accent2">
        <a:tint val="40000"/>
        <a:alpha val="90000"/>
      </a:schemeClr>
      <a:schemeClr val="accent3">
        <a:tint val="40000"/>
        <a:alpha val="90000"/>
      </a:schemeClr>
      <a:schemeClr val="accent4">
        <a:tint val="40000"/>
        <a:alpha val="90000"/>
      </a:schemeClr>
      <a:schemeClr val="accent5">
        <a:tint val="40000"/>
        <a:alpha val="90000"/>
      </a:schemeClr>
      <a:schemeClr val="accent6">
        <a:tint val="40000"/>
        <a:alpha val="90000"/>
      </a:schemeClr>
    </dgm:fillClrLst>
    <dgm:linClrLst meth="repeat">
      <a:schemeClr val="accent2">
        <a:tint val="40000"/>
        <a:alpha val="90000"/>
      </a:schemeClr>
      <a:schemeClr val="accent3">
        <a:tint val="40000"/>
        <a:alpha val="90000"/>
      </a:schemeClr>
      <a:schemeClr val="accent4">
        <a:tint val="40000"/>
        <a:alpha val="90000"/>
      </a:schemeClr>
      <a:schemeClr val="accent5">
        <a:tint val="40000"/>
        <a:alpha val="90000"/>
      </a:schemeClr>
      <a:schemeClr val="accent6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alignAccFollowNode1">
    <dgm:fillClrLst meth="repeat">
      <a:schemeClr val="accent2">
        <a:tint val="40000"/>
        <a:alpha val="90000"/>
      </a:schemeClr>
      <a:schemeClr val="accent3">
        <a:tint val="40000"/>
        <a:alpha val="90000"/>
      </a:schemeClr>
      <a:schemeClr val="accent4">
        <a:tint val="40000"/>
        <a:alpha val="90000"/>
      </a:schemeClr>
      <a:schemeClr val="accent5">
        <a:tint val="40000"/>
        <a:alpha val="90000"/>
      </a:schemeClr>
      <a:schemeClr val="accent6">
        <a:tint val="40000"/>
        <a:alpha val="90000"/>
      </a:schemeClr>
    </dgm:fillClrLst>
    <dgm:linClrLst meth="repeat">
      <a:schemeClr val="accent2">
        <a:tint val="40000"/>
        <a:alpha val="90000"/>
      </a:schemeClr>
      <a:schemeClr val="accent3">
        <a:tint val="40000"/>
        <a:alpha val="90000"/>
      </a:schemeClr>
      <a:schemeClr val="accent4">
        <a:tint val="40000"/>
        <a:alpha val="90000"/>
      </a:schemeClr>
      <a:schemeClr val="accent5">
        <a:tint val="40000"/>
        <a:alpha val="90000"/>
      </a:schemeClr>
      <a:schemeClr val="accent6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bgAccFollowNode1">
    <dgm:fillClrLst meth="repeat">
      <a:schemeClr val="accent2">
        <a:tint val="40000"/>
        <a:alpha val="90000"/>
      </a:schemeClr>
      <a:schemeClr val="accent3">
        <a:tint val="40000"/>
        <a:alpha val="90000"/>
      </a:schemeClr>
      <a:schemeClr val="accent4">
        <a:tint val="40000"/>
        <a:alpha val="90000"/>
      </a:schemeClr>
      <a:schemeClr val="accent5">
        <a:tint val="40000"/>
        <a:alpha val="90000"/>
      </a:schemeClr>
      <a:schemeClr val="accent6">
        <a:tint val="40000"/>
        <a:alpha val="90000"/>
      </a:schemeClr>
    </dgm:fillClrLst>
    <dgm:linClrLst meth="repeat">
      <a:schemeClr val="accent2">
        <a:tint val="40000"/>
        <a:alpha val="90000"/>
      </a:schemeClr>
      <a:schemeClr val="accent3">
        <a:tint val="40000"/>
        <a:alpha val="90000"/>
      </a:schemeClr>
      <a:schemeClr val="accent4">
        <a:tint val="40000"/>
        <a:alpha val="90000"/>
      </a:schemeClr>
      <a:schemeClr val="accent5">
        <a:tint val="40000"/>
        <a:alpha val="90000"/>
      </a:schemeClr>
      <a:schemeClr val="accent6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fgAcc0">
    <dgm:fillClrLst meth="repeat">
      <a:schemeClr val="lt1">
        <a:alpha val="90000"/>
      </a:schemeClr>
    </dgm:fillClrLst>
    <dgm:linClrLst>
      <a:schemeClr val="accent1"/>
    </dgm:linClrLst>
    <dgm:effectClrLst/>
    <dgm:txLinClrLst/>
    <dgm:txFillClrLst meth="repeat">
      <a:schemeClr val="dk1"/>
    </dgm:txFillClrLst>
    <dgm:txEffectClrLst/>
  </dgm:styleLbl>
  <dgm:styleLbl name="fgAcc2">
    <dgm:fillClrLst meth="repeat">
      <a:schemeClr val="lt1">
        <a:alpha val="90000"/>
      </a:schemeClr>
    </dgm:fillClrLst>
    <dgm:linClrLst>
      <a:schemeClr val="accent2"/>
    </dgm:linClrLst>
    <dgm:effectClrLst/>
    <dgm:txLinClrLst/>
    <dgm:txFillClrLst meth="repeat">
      <a:schemeClr val="dk1"/>
    </dgm:txFillClrLst>
    <dgm:txEffectClrLst/>
  </dgm:styleLbl>
  <dgm:styleLbl name="fgAcc3">
    <dgm:fillClrLst meth="repeat">
      <a:schemeClr val="lt1">
        <a:alpha val="90000"/>
      </a:schemeClr>
    </dgm:fillClrLst>
    <dgm:linClrLst>
      <a:schemeClr val="accent3"/>
    </dgm:linClrLst>
    <dgm:effectClrLst/>
    <dgm:txLinClrLst/>
    <dgm:txFillClrLst meth="repeat">
      <a:schemeClr val="dk1"/>
    </dgm:txFillClrLst>
    <dgm:txEffectClrLst/>
  </dgm:styleLbl>
  <dgm:styleLbl name="fgAcc4">
    <dgm:fillClrLst meth="repeat">
      <a:schemeClr val="lt1">
        <a:alpha val="90000"/>
      </a:schemeClr>
    </dgm:fillClrLst>
    <dgm:linClrLst>
      <a:schemeClr val="accent4"/>
    </dgm:linClrLst>
    <dgm:effectClrLst/>
    <dgm:txLinClrLst/>
    <dgm:txFillClrLst meth="repeat">
      <a:schemeClr val="dk1"/>
    </dgm:txFillClrLst>
    <dgm:txEffectClrLst/>
  </dgm:styleLbl>
  <dgm:styleLbl name="bgShp">
    <dgm:fillClrLst meth="repeat">
      <a:schemeClr val="bg1">
        <a:lumMod val="95000"/>
      </a:schemeClr>
    </dgm:fillClrLst>
    <dgm:linClrLst meth="repeat">
      <a:schemeClr val="dk1"/>
    </dgm:linClrLst>
    <dgm:effectClrLst/>
    <dgm:txLinClrLst/>
    <dgm:txFillClrLst meth="repeat">
      <a:schemeClr val="dk1"/>
    </dgm:txFillClrLst>
    <dgm:txEffectClrLst/>
  </dgm:styleLbl>
  <dgm:styleLbl name="dkBgShp">
    <dgm:fillClrLst meth="repeat">
      <a:schemeClr val="accent2">
        <a:shade val="90000"/>
      </a:schemeClr>
    </dgm:fillClrLst>
    <dgm:linClrLst meth="repeat">
      <a:schemeClr val="dk1"/>
    </dgm:linClrLst>
    <dgm:effectClrLst/>
    <dgm:txLinClrLst/>
    <dgm:txFillClrLst meth="repeat">
      <a:schemeClr val="lt1"/>
    </dgm:txFillClrLst>
    <dgm:txEffectClrLst/>
  </dgm:styleLbl>
  <dgm:styleLbl name="trBgShp">
    <dgm:fillClrLst meth="repeat">
      <a:schemeClr val="accent1">
        <a:tint val="50000"/>
        <a:alpha val="40000"/>
      </a:schemeClr>
    </dgm:fillClrLst>
    <dgm:linClrLst meth="repeat">
      <a:schemeClr val="accent2"/>
    </dgm:linClrLst>
    <dgm:effectClrLst/>
    <dgm:txLinClrLst/>
    <dgm:txFillClrLst meth="repeat">
      <a:schemeClr val="lt1"/>
    </dgm:txFillClrLst>
    <dgm:txEffectClrLst/>
  </dgm:styleLbl>
  <dgm:styleLbl name="fgShp">
    <dgm:fillClrLst meth="repeat">
      <a:schemeClr val="accent2">
        <a:tint val="40000"/>
      </a:schemeClr>
    </dgm:fillClrLst>
    <dgm:linClrLst meth="repeat">
      <a:schemeClr val="lt1"/>
    </dgm:linClrLst>
    <dgm:effectClrLst/>
    <dgm:txLinClrLst/>
    <dgm:txFillClrLst meth="repeat">
      <a:schemeClr val="dk1"/>
    </dgm:txFillClrLst>
    <dgm:txEffectClrLst/>
  </dgm:styleLbl>
  <dgm:styleLbl name="revTx">
    <dgm:fillClrLst meth="repeat">
      <a:schemeClr val="lt1">
        <a:alpha val="0"/>
      </a:schemeClr>
    </dgm:fillClrLst>
    <dgm:linClrLst meth="repeat">
      <a:schemeClr val="dk1">
        <a:alpha val="0"/>
      </a:schemeClr>
    </dgm:linClrLst>
    <dgm:effectClrLst/>
    <dgm:txLinClrLst/>
    <dgm:txFillClrLst meth="repeat">
      <a:schemeClr val="tx1"/>
    </dgm:txFillClrLst>
    <dgm:txEffectClrLst/>
  </dgm:styleLbl>
</dgm:colorsDef>
</file>

<file path=ppt/diagrams/colors107.xml><?xml version="1.0" encoding="utf-8"?>
<dgm:colorsDef xmlns:dgm="http://schemas.openxmlformats.org/drawingml/2006/diagram" xmlns:a="http://schemas.openxmlformats.org/drawingml/2006/main" uniqueId="urn:microsoft.com/office/officeart/2018/5/colors/Iconchunking_neutralbg_colorful1">
  <dgm:title val=""/>
  <dgm:desc val=""/>
  <dgm:catLst>
    <dgm:cat type="colorful" pri="10100"/>
  </dgm:catLst>
  <dgm:styleLbl name="node0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node1">
    <dgm:fillClrLst meth="repeat">
      <a:schemeClr val="accent2"/>
      <a:schemeClr val="accent3"/>
      <a:schemeClr val="accent4"/>
      <a:schemeClr val="accent5"/>
      <a:schemeClr val="accent6"/>
    </dgm:fillClrLst>
    <dgm:linClrLst meth="repeat">
      <a:schemeClr val="lt1">
        <a:alpha val="0"/>
      </a:schemeClr>
    </dgm:linClrLst>
    <dgm:effectClrLst/>
    <dgm:txLinClrLst/>
    <dgm:txFillClrLst/>
    <dgm:txEffectClrLst/>
  </dgm:styleLbl>
  <dgm:styleLbl name="alignNode1">
    <dgm:fillClrLst meth="repeat">
      <a:schemeClr val="accent2"/>
      <a:schemeClr val="accent3"/>
      <a:schemeClr val="accent4"/>
      <a:schemeClr val="accent5"/>
      <a:schemeClr val="accent6"/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/>
    <dgm:txEffectClrLst/>
  </dgm:styleLbl>
  <dgm:styleLbl name="lnNode1">
    <dgm:fillClrLst meth="repeat">
      <a:schemeClr val="accent2"/>
      <a:schemeClr val="accent3"/>
      <a:schemeClr val="accent4"/>
      <a:schemeClr val="accent5"/>
      <a:schemeClr val="accent6"/>
    </dgm:fillClrLst>
    <dgm:linClrLst meth="repeat">
      <a:schemeClr val="lt1"/>
    </dgm:linClrLst>
    <dgm:effectClrLst/>
    <dgm:txLinClrLst/>
    <dgm:txFillClrLst/>
    <dgm:txEffectClrLst/>
  </dgm:styleLbl>
  <dgm:styleLbl name="vennNode1">
    <dgm:fillClrLst meth="repeat">
      <a:schemeClr val="accent2">
        <a:alpha val="50000"/>
      </a:schemeClr>
      <a:schemeClr val="accent3">
        <a:alpha val="50000"/>
      </a:schemeClr>
      <a:schemeClr val="accent4">
        <a:alpha val="50000"/>
      </a:schemeClr>
      <a:schemeClr val="accent5">
        <a:alpha val="50000"/>
      </a:schemeClr>
      <a:schemeClr val="accent6">
        <a:alpha val="50000"/>
      </a:schemeClr>
    </dgm:fillClrLst>
    <dgm:linClrLst meth="repeat">
      <a:schemeClr val="lt1"/>
    </dgm:linClrLst>
    <dgm:effectClrLst/>
    <dgm:txLinClrLst/>
    <dgm:txFillClrLst/>
    <dgm:txEffectClrLst/>
  </dgm:styleLbl>
  <dgm:styleLbl name="node2">
    <dgm:fillClrLst>
      <a:schemeClr val="accent2"/>
    </dgm:fillClrLst>
    <dgm:linClrLst meth="repeat">
      <a:schemeClr val="lt1"/>
    </dgm:linClrLst>
    <dgm:effectClrLst/>
    <dgm:txLinClrLst/>
    <dgm:txFillClrLst/>
    <dgm:txEffectClrLst/>
  </dgm:styleLbl>
  <dgm:styleLbl name="node3">
    <dgm:fillClrLst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node4">
    <dgm:fillClrLst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fgImgPlace1">
    <dgm:fillClrLst meth="repeat">
      <a:schemeClr val="accent2">
        <a:tint val="50000"/>
      </a:schemeClr>
      <a:schemeClr val="accent3">
        <a:tint val="50000"/>
      </a:schemeClr>
      <a:schemeClr val="accent4">
        <a:tint val="50000"/>
      </a:schemeClr>
      <a:schemeClr val="accent5">
        <a:tint val="50000"/>
      </a:schemeClr>
      <a:schemeClr val="accent6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alignImgPlace1">
    <dgm:fillClrLst>
      <a:schemeClr val="accent1">
        <a:tint val="50000"/>
      </a:schemeClr>
      <a:schemeClr val="accent2">
        <a:tint val="2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bgImgPlace1">
    <dgm:fillClrLst>
      <a:schemeClr val="accent1">
        <a:tint val="50000"/>
      </a:schemeClr>
      <a:schemeClr val="accent2">
        <a:tint val="2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sibTrans2D1">
    <dgm:fillClrLst meth="repeat">
      <a:schemeClr val="accent2"/>
      <a:schemeClr val="accent3"/>
      <a:schemeClr val="accent4"/>
      <a:schemeClr val="accent5"/>
      <a:schemeClr val="accent6"/>
    </dgm:fillClrLst>
    <dgm:linClrLst meth="cycle">
      <a:schemeClr val="lt1"/>
    </dgm:linClrLst>
    <dgm:effectClrLst/>
    <dgm:txLinClrLst/>
    <dgm:txFillClrLst/>
    <dgm:txEffectClrLst/>
  </dgm:styleLbl>
  <dgm:styleLbl name="fgSibTrans2D1">
    <dgm:fillClrLst meth="repeat">
      <a:schemeClr val="accent2"/>
      <a:schemeClr val="accent3"/>
      <a:schemeClr val="accent4"/>
      <a:schemeClr val="accent5"/>
      <a:schemeClr val="accent6"/>
    </dgm:fillClrLst>
    <dgm:linClrLst meth="cycle">
      <a:schemeClr val="lt1"/>
    </dgm:linClrLst>
    <dgm:effectClrLst/>
    <dgm:txLinClrLst/>
    <dgm:txFillClrLst meth="repeat">
      <a:schemeClr val="lt1"/>
    </dgm:txFillClrLst>
    <dgm:txEffectClrLst/>
  </dgm:styleLbl>
  <dgm:styleLbl name="bgSibTrans2D1">
    <dgm:fillClrLst meth="repeat">
      <a:schemeClr val="accent2"/>
      <a:schemeClr val="accent3"/>
      <a:schemeClr val="accent4"/>
      <a:schemeClr val="accent5"/>
      <a:schemeClr val="accent6"/>
    </dgm:fillClrLst>
    <dgm:linClrLst meth="cycle">
      <a:schemeClr val="lt1"/>
    </dgm:linClrLst>
    <dgm:effectClrLst/>
    <dgm:txLinClrLst/>
    <dgm:txFillClrLst meth="repeat">
      <a:schemeClr val="lt1"/>
    </dgm:txFillClrLst>
    <dgm:txEffectClrLst/>
  </dgm:styleLbl>
  <dgm:styleLbl name="sibTrans1D1">
    <dgm:fillClrLst meth="repeat">
      <a:schemeClr val="accent2"/>
      <a:schemeClr val="accent3"/>
      <a:schemeClr val="accent4"/>
      <a:schemeClr val="accent5"/>
      <a:schemeClr val="accent6"/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tx1"/>
    </dgm:txFillClrLst>
    <dgm:txEffectClrLst/>
  </dgm:styleLbl>
  <dgm:styleLbl name="callout">
    <dgm:fillClrLst meth="repeat">
      <a:schemeClr val="accent2"/>
    </dgm:fillClrLst>
    <dgm:linClrLst meth="repeat">
      <a:schemeClr val="accent2">
        <a:tint val="50000"/>
      </a:schemeClr>
    </dgm:linClrLst>
    <dgm:effectClrLst/>
    <dgm:txLinClrLst/>
    <dgm:txFillClrLst meth="repeat">
      <a:schemeClr val="tx1"/>
    </dgm:txFillClrLst>
    <dgm:txEffectClrLst/>
  </dgm:styleLbl>
  <dgm:styleLbl name="asst0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sst1">
    <dgm:fillClrLst meth="repeat">
      <a:schemeClr val="accent2"/>
    </dgm:fillClrLst>
    <dgm:linClrLst meth="repeat">
      <a:schemeClr val="lt1"/>
    </dgm:linClrLst>
    <dgm:effectClrLst/>
    <dgm:txLinClrLst/>
    <dgm:txFillClrLst/>
    <dgm:txEffectClrLst/>
  </dgm:styleLbl>
  <dgm:styleLbl name="asst2">
    <dgm:fillClrLst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asst3">
    <dgm:fillClrLst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asst4">
    <dgm:fillClrLst>
      <a:schemeClr val="accent5"/>
    </dgm:fillClrLst>
    <dgm:linClrLst meth="repeat">
      <a:schemeClr val="lt1"/>
    </dgm:linClrLst>
    <dgm:effectClrLst/>
    <dgm:txLinClrLst/>
    <dgm:txFillClrLst/>
    <dgm:txEffectClrLst/>
  </dgm:styleLbl>
  <dgm:styleLbl name="parChTrans2D1">
    <dgm:fillClrLst meth="repeat">
      <a:schemeClr val="accent2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parChTrans2D2">
    <dgm:fillClrLst meth="repeat"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parChTrans2D3">
    <dgm:fillClrLst meth="repeat"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parChTrans2D4">
    <dgm:fillClrLst meth="repeat">
      <a:schemeClr val="accent5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parChTrans1D1">
    <dgm:fillClrLst meth="repeat">
      <a:schemeClr val="accent2"/>
    </dgm:fillClrLst>
    <dgm:linClrLst meth="repeat">
      <a:schemeClr val="accent1"/>
    </dgm:linClrLst>
    <dgm:effectClrLst/>
    <dgm:txLinClrLst/>
    <dgm:txFillClrLst meth="repeat">
      <a:schemeClr val="tx1"/>
    </dgm:txFillClrLst>
    <dgm:txEffectClrLst/>
  </dgm:styleLbl>
  <dgm:styleLbl name="parChTrans1D2">
    <dgm:fillClrLst meth="repeat">
      <a:schemeClr val="accent3">
        <a:tint val="90000"/>
      </a:schemeClr>
    </dgm:fillClrLst>
    <dgm:linClrLst meth="repeat">
      <a:schemeClr val="accent2"/>
    </dgm:linClrLst>
    <dgm:effectClrLst/>
    <dgm:txLinClrLst/>
    <dgm:txFillClrLst meth="repeat">
      <a:schemeClr val="tx1"/>
    </dgm:txFillClrLst>
    <dgm:txEffectClrLst/>
  </dgm:styleLbl>
  <dgm:styleLbl name="parChTrans1D3">
    <dgm:fillClrLst meth="repeat">
      <a:schemeClr val="accent4">
        <a:tint val="70000"/>
      </a:schemeClr>
    </dgm:fillClrLst>
    <dgm:linClrLst meth="repeat">
      <a:schemeClr val="accent3"/>
    </dgm:linClrLst>
    <dgm:effectClrLst/>
    <dgm:txLinClrLst/>
    <dgm:txFillClrLst meth="repeat">
      <a:schemeClr val="tx1"/>
    </dgm:txFillClrLst>
    <dgm:txEffectClrLst/>
  </dgm:styleLbl>
  <dgm:styleLbl name="parChTrans1D4">
    <dgm:fillClrLst meth="repeat">
      <a:schemeClr val="accent5">
        <a:tint val="50000"/>
      </a:schemeClr>
    </dgm:fillClrLst>
    <dgm:linClrLst meth="repeat">
      <a:schemeClr val="accent4"/>
    </dgm:linClrLst>
    <dgm:effectClrLst/>
    <dgm:txLinClrLst/>
    <dgm:txFillClrLst meth="repeat">
      <a:schemeClr val="tx1"/>
    </dgm:txFillClrLst>
    <dgm:txEffectClrLst/>
  </dgm:styleLbl>
  <dgm:styleLbl name="fgAcc1">
    <dgm:fillClrLst meth="repeat">
      <a:schemeClr val="lt1">
        <a:alpha val="90000"/>
      </a:schemeClr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conFgAcc1">
    <dgm:fillClrLst meth="repeat">
      <a:schemeClr val="lt1">
        <a:alpha val="90000"/>
      </a:schemeClr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alignAcc1">
    <dgm:fillClrLst meth="repeat">
      <a:schemeClr val="lt1">
        <a:alpha val="90000"/>
      </a:schemeClr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trAlignAcc1">
    <dgm:fillClrLst meth="repeat">
      <a:schemeClr val="lt1">
        <a:alpha val="4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bgAcc1">
    <dgm:fillClrLst meth="repeat">
      <a:schemeClr val="lt1">
        <a:alpha val="90000"/>
      </a:schemeClr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solidFgAcc1">
    <dgm:fillClrLst meth="repeat">
      <a:schemeClr val="lt1"/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solidAlignAcc1">
    <dgm:fillClrLst meth="repeat">
      <a:schemeClr val="lt1"/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solidBgAcc1">
    <dgm:fillClrLst meth="repeat">
      <a:schemeClr val="lt1"/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fgAccFollowNode1">
    <dgm:fillClrLst meth="repeat">
      <a:schemeClr val="accent2">
        <a:tint val="40000"/>
        <a:alpha val="90000"/>
      </a:schemeClr>
      <a:schemeClr val="accent3">
        <a:tint val="40000"/>
        <a:alpha val="90000"/>
      </a:schemeClr>
      <a:schemeClr val="accent4">
        <a:tint val="40000"/>
        <a:alpha val="90000"/>
      </a:schemeClr>
      <a:schemeClr val="accent5">
        <a:tint val="40000"/>
        <a:alpha val="90000"/>
      </a:schemeClr>
      <a:schemeClr val="accent6">
        <a:tint val="40000"/>
        <a:alpha val="90000"/>
      </a:schemeClr>
    </dgm:fillClrLst>
    <dgm:linClrLst meth="repeat">
      <a:schemeClr val="accent2">
        <a:tint val="40000"/>
        <a:alpha val="90000"/>
      </a:schemeClr>
      <a:schemeClr val="accent3">
        <a:tint val="40000"/>
        <a:alpha val="90000"/>
      </a:schemeClr>
      <a:schemeClr val="accent4">
        <a:tint val="40000"/>
        <a:alpha val="90000"/>
      </a:schemeClr>
      <a:schemeClr val="accent5">
        <a:tint val="40000"/>
        <a:alpha val="90000"/>
      </a:schemeClr>
      <a:schemeClr val="accent6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alignAccFollowNode1">
    <dgm:fillClrLst meth="repeat">
      <a:schemeClr val="accent2">
        <a:tint val="40000"/>
        <a:alpha val="90000"/>
      </a:schemeClr>
      <a:schemeClr val="accent3">
        <a:tint val="40000"/>
        <a:alpha val="90000"/>
      </a:schemeClr>
      <a:schemeClr val="accent4">
        <a:tint val="40000"/>
        <a:alpha val="90000"/>
      </a:schemeClr>
      <a:schemeClr val="accent5">
        <a:tint val="40000"/>
        <a:alpha val="90000"/>
      </a:schemeClr>
      <a:schemeClr val="accent6">
        <a:tint val="40000"/>
        <a:alpha val="90000"/>
      </a:schemeClr>
    </dgm:fillClrLst>
    <dgm:linClrLst meth="repeat">
      <a:schemeClr val="accent2">
        <a:tint val="40000"/>
        <a:alpha val="90000"/>
      </a:schemeClr>
      <a:schemeClr val="accent3">
        <a:tint val="40000"/>
        <a:alpha val="90000"/>
      </a:schemeClr>
      <a:schemeClr val="accent4">
        <a:tint val="40000"/>
        <a:alpha val="90000"/>
      </a:schemeClr>
      <a:schemeClr val="accent5">
        <a:tint val="40000"/>
        <a:alpha val="90000"/>
      </a:schemeClr>
      <a:schemeClr val="accent6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bgAccFollowNode1">
    <dgm:fillClrLst meth="repeat">
      <a:schemeClr val="accent2">
        <a:tint val="40000"/>
        <a:alpha val="90000"/>
      </a:schemeClr>
      <a:schemeClr val="accent3">
        <a:tint val="40000"/>
        <a:alpha val="90000"/>
      </a:schemeClr>
      <a:schemeClr val="accent4">
        <a:tint val="40000"/>
        <a:alpha val="90000"/>
      </a:schemeClr>
      <a:schemeClr val="accent5">
        <a:tint val="40000"/>
        <a:alpha val="90000"/>
      </a:schemeClr>
      <a:schemeClr val="accent6">
        <a:tint val="40000"/>
        <a:alpha val="90000"/>
      </a:schemeClr>
    </dgm:fillClrLst>
    <dgm:linClrLst meth="repeat">
      <a:schemeClr val="accent2">
        <a:tint val="40000"/>
        <a:alpha val="90000"/>
      </a:schemeClr>
      <a:schemeClr val="accent3">
        <a:tint val="40000"/>
        <a:alpha val="90000"/>
      </a:schemeClr>
      <a:schemeClr val="accent4">
        <a:tint val="40000"/>
        <a:alpha val="90000"/>
      </a:schemeClr>
      <a:schemeClr val="accent5">
        <a:tint val="40000"/>
        <a:alpha val="90000"/>
      </a:schemeClr>
      <a:schemeClr val="accent6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fgAcc0">
    <dgm:fillClrLst meth="repeat">
      <a:schemeClr val="lt1">
        <a:alpha val="90000"/>
      </a:schemeClr>
    </dgm:fillClrLst>
    <dgm:linClrLst>
      <a:schemeClr val="accent1"/>
    </dgm:linClrLst>
    <dgm:effectClrLst/>
    <dgm:txLinClrLst/>
    <dgm:txFillClrLst meth="repeat">
      <a:schemeClr val="dk1"/>
    </dgm:txFillClrLst>
    <dgm:txEffectClrLst/>
  </dgm:styleLbl>
  <dgm:styleLbl name="fgAcc2">
    <dgm:fillClrLst meth="repeat">
      <a:schemeClr val="lt1">
        <a:alpha val="90000"/>
      </a:schemeClr>
    </dgm:fillClrLst>
    <dgm:linClrLst>
      <a:schemeClr val="accent2"/>
    </dgm:linClrLst>
    <dgm:effectClrLst/>
    <dgm:txLinClrLst/>
    <dgm:txFillClrLst meth="repeat">
      <a:schemeClr val="dk1"/>
    </dgm:txFillClrLst>
    <dgm:txEffectClrLst/>
  </dgm:styleLbl>
  <dgm:styleLbl name="fgAcc3">
    <dgm:fillClrLst meth="repeat">
      <a:schemeClr val="lt1">
        <a:alpha val="90000"/>
      </a:schemeClr>
    </dgm:fillClrLst>
    <dgm:linClrLst>
      <a:schemeClr val="accent3"/>
    </dgm:linClrLst>
    <dgm:effectClrLst/>
    <dgm:txLinClrLst/>
    <dgm:txFillClrLst meth="repeat">
      <a:schemeClr val="dk1"/>
    </dgm:txFillClrLst>
    <dgm:txEffectClrLst/>
  </dgm:styleLbl>
  <dgm:styleLbl name="fgAcc4">
    <dgm:fillClrLst meth="repeat">
      <a:schemeClr val="lt1">
        <a:alpha val="90000"/>
      </a:schemeClr>
    </dgm:fillClrLst>
    <dgm:linClrLst>
      <a:schemeClr val="accent4"/>
    </dgm:linClrLst>
    <dgm:effectClrLst/>
    <dgm:txLinClrLst/>
    <dgm:txFillClrLst meth="repeat">
      <a:schemeClr val="dk1"/>
    </dgm:txFillClrLst>
    <dgm:txEffectClrLst/>
  </dgm:styleLbl>
  <dgm:styleLbl name="bgShp">
    <dgm:fillClrLst meth="repeat">
      <a:schemeClr val="bg1">
        <a:lumMod val="95000"/>
      </a:schemeClr>
    </dgm:fillClrLst>
    <dgm:linClrLst meth="repeat">
      <a:schemeClr val="dk1"/>
    </dgm:linClrLst>
    <dgm:effectClrLst/>
    <dgm:txLinClrLst/>
    <dgm:txFillClrLst meth="repeat">
      <a:schemeClr val="dk1"/>
    </dgm:txFillClrLst>
    <dgm:txEffectClrLst/>
  </dgm:styleLbl>
  <dgm:styleLbl name="dkBgShp">
    <dgm:fillClrLst meth="repeat">
      <a:schemeClr val="accent2">
        <a:shade val="90000"/>
      </a:schemeClr>
    </dgm:fillClrLst>
    <dgm:linClrLst meth="repeat">
      <a:schemeClr val="dk1"/>
    </dgm:linClrLst>
    <dgm:effectClrLst/>
    <dgm:txLinClrLst/>
    <dgm:txFillClrLst meth="repeat">
      <a:schemeClr val="lt1"/>
    </dgm:txFillClrLst>
    <dgm:txEffectClrLst/>
  </dgm:styleLbl>
  <dgm:styleLbl name="trBgShp">
    <dgm:fillClrLst meth="repeat">
      <a:schemeClr val="accent1">
        <a:tint val="50000"/>
        <a:alpha val="40000"/>
      </a:schemeClr>
    </dgm:fillClrLst>
    <dgm:linClrLst meth="repeat">
      <a:schemeClr val="accent2"/>
    </dgm:linClrLst>
    <dgm:effectClrLst/>
    <dgm:txLinClrLst/>
    <dgm:txFillClrLst meth="repeat">
      <a:schemeClr val="lt1"/>
    </dgm:txFillClrLst>
    <dgm:txEffectClrLst/>
  </dgm:styleLbl>
  <dgm:styleLbl name="fgShp">
    <dgm:fillClrLst meth="repeat">
      <a:schemeClr val="accent2">
        <a:tint val="40000"/>
      </a:schemeClr>
    </dgm:fillClrLst>
    <dgm:linClrLst meth="repeat">
      <a:schemeClr val="lt1"/>
    </dgm:linClrLst>
    <dgm:effectClrLst/>
    <dgm:txLinClrLst/>
    <dgm:txFillClrLst meth="repeat">
      <a:schemeClr val="dk1"/>
    </dgm:txFillClrLst>
    <dgm:txEffectClrLst/>
  </dgm:styleLbl>
  <dgm:styleLbl name="revTx">
    <dgm:fillClrLst meth="repeat">
      <a:schemeClr val="lt1">
        <a:alpha val="0"/>
      </a:schemeClr>
    </dgm:fillClrLst>
    <dgm:linClrLst meth="repeat">
      <a:schemeClr val="dk1">
        <a:alpha val="0"/>
      </a:schemeClr>
    </dgm:linClrLst>
    <dgm:effectClrLst/>
    <dgm:txLinClrLst/>
    <dgm:txFillClrLst meth="repeat">
      <a:schemeClr val="tx1"/>
    </dgm:txFillClrLst>
    <dgm:txEffectClrLst/>
  </dgm:styleLbl>
</dgm:colorsDef>
</file>

<file path=ppt/diagrams/colors108.xml><?xml version="1.0" encoding="utf-8"?>
<dgm:colorsDef xmlns:dgm="http://schemas.openxmlformats.org/drawingml/2006/diagram" xmlns:a="http://schemas.openxmlformats.org/drawingml/2006/main" uniqueId="urn:microsoft.com/office/officeart/2018/5/colors/Iconchunking_neutralbg_colorful2">
  <dgm:title val=""/>
  <dgm:desc val=""/>
  <dgm:catLst>
    <dgm:cat type="colorful" pri="10200"/>
  </dgm:catLst>
  <dgm:styleLbl name="node0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node1">
    <dgm:fillClrLst>
      <a:schemeClr val="accent2"/>
      <a:schemeClr val="accent3"/>
    </dgm:fillClrLst>
    <dgm:linClrLst meth="repeat">
      <a:schemeClr val="lt1">
        <a:alpha val="0"/>
      </a:schemeClr>
    </dgm:linClrLst>
    <dgm:effectClrLst/>
    <dgm:txLinClrLst/>
    <dgm:txFillClrLst/>
    <dgm:txEffectClrLst/>
  </dgm:styleLbl>
  <dgm:styleLbl name="alignNode1">
    <dgm:fillClrLst>
      <a:schemeClr val="accent2"/>
      <a:schemeClr val="accent3"/>
    </dgm:fillClrLst>
    <dgm:linClrLst>
      <a:schemeClr val="accent2"/>
      <a:schemeClr val="accent3"/>
    </dgm:linClrLst>
    <dgm:effectClrLst/>
    <dgm:txLinClrLst/>
    <dgm:txFillClrLst/>
    <dgm:txEffectClrLst/>
  </dgm:styleLbl>
  <dgm:styleLbl name="lnNode1">
    <dgm:fillClrLst>
      <a:schemeClr val="accent2"/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vennNode1">
    <dgm:fillClrLst>
      <a:schemeClr val="accent2">
        <a:alpha val="50000"/>
      </a:schemeClr>
      <a:schemeClr val="accent3">
        <a:alpha val="50000"/>
      </a:schemeClr>
    </dgm:fillClrLst>
    <dgm:linClrLst meth="repeat">
      <a:schemeClr val="lt1"/>
    </dgm:linClrLst>
    <dgm:effectClrLst/>
    <dgm:txLinClrLst/>
    <dgm:txFillClrLst/>
    <dgm:txEffectClrLst/>
  </dgm:styleLbl>
  <dgm:styleLbl name="node2">
    <dgm:fillClrLst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node3">
    <dgm:fillClrLst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node4">
    <dgm:fillClrLst>
      <a:schemeClr val="accent5"/>
    </dgm:fillClrLst>
    <dgm:linClrLst meth="repeat">
      <a:schemeClr val="lt1"/>
    </dgm:linClrLst>
    <dgm:effectClrLst/>
    <dgm:txLinClrLst/>
    <dgm:txFillClrLst/>
    <dgm:txEffectClrLst/>
  </dgm:styleLbl>
  <dgm:styleLbl name="fgImgPlace1">
    <dgm:fillClrLst>
      <a:schemeClr val="accent2">
        <a:tint val="50000"/>
      </a:schemeClr>
      <a:schemeClr val="accent3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alignImgPlace1">
    <dgm:fillClrLst>
      <a:schemeClr val="accent2">
        <a:tint val="50000"/>
      </a:schemeClr>
      <a:schemeClr val="accent3">
        <a:tint val="2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bgImgPlace1">
    <dgm:fillClrLst>
      <a:schemeClr val="accent2">
        <a:tint val="50000"/>
      </a:schemeClr>
      <a:schemeClr val="accent3">
        <a:tint val="2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sibTrans2D1">
    <dgm:fillClrLst>
      <a:schemeClr val="accent2"/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fgSibTrans2D1">
    <dgm:fillClrLst>
      <a:schemeClr val="accent2"/>
      <a:schemeClr val="accent3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bgSibTrans2D1">
    <dgm:fillClrLst>
      <a:schemeClr val="accent2"/>
      <a:schemeClr val="accent3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sibTrans1D1">
    <dgm:fillClrLst/>
    <dgm:linClrLst>
      <a:schemeClr val="accent2"/>
      <a:schemeClr val="accent3"/>
    </dgm:linClrLst>
    <dgm:effectClrLst/>
    <dgm:txLinClrLst/>
    <dgm:txFillClrLst meth="repeat">
      <a:schemeClr val="tx1"/>
    </dgm:txFillClrLst>
    <dgm:txEffectClrLst/>
  </dgm:styleLbl>
  <dgm:styleLbl name="callout">
    <dgm:fillClrLst meth="repeat">
      <a:schemeClr val="accent2"/>
    </dgm:fillClrLst>
    <dgm:linClrLst meth="repeat">
      <a:schemeClr val="accent2">
        <a:tint val="50000"/>
      </a:schemeClr>
    </dgm:linClrLst>
    <dgm:effectClrLst/>
    <dgm:txLinClrLst/>
    <dgm:txFillClrLst meth="repeat">
      <a:schemeClr val="tx1"/>
    </dgm:txFillClrLst>
    <dgm:txEffectClrLst/>
  </dgm:styleLbl>
  <dgm:styleLbl name="asst0">
    <dgm:fillClrLst meth="repeat">
      <a:schemeClr val="accent2"/>
    </dgm:fillClrLst>
    <dgm:linClrLst meth="repeat">
      <a:schemeClr val="lt1">
        <a:shade val="80000"/>
      </a:schemeClr>
    </dgm:linClrLst>
    <dgm:effectClrLst/>
    <dgm:txLinClrLst/>
    <dgm:txFillClrLst/>
    <dgm:txEffectClrLst/>
  </dgm:styleLbl>
  <dgm:styleLbl name="asst1">
    <dgm:fillClrLst meth="repeat">
      <a:schemeClr val="accent3"/>
    </dgm:fillClrLst>
    <dgm:linClrLst meth="repeat">
      <a:schemeClr val="lt1">
        <a:shade val="80000"/>
      </a:schemeClr>
    </dgm:linClrLst>
    <dgm:effectClrLst/>
    <dgm:txLinClrLst/>
    <dgm:txFillClrLst/>
    <dgm:txEffectClrLst/>
  </dgm:styleLbl>
  <dgm:styleLbl name="asst2">
    <dgm:fillClrLst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asst3">
    <dgm:fillClrLst>
      <a:schemeClr val="accent5"/>
    </dgm:fillClrLst>
    <dgm:linClrLst meth="repeat">
      <a:schemeClr val="lt1"/>
    </dgm:linClrLst>
    <dgm:effectClrLst/>
    <dgm:txLinClrLst/>
    <dgm:txFillClrLst/>
    <dgm:txEffectClrLst/>
  </dgm:styleLbl>
  <dgm:styleLbl name="asst4">
    <dgm:fillClrLst>
      <a:schemeClr val="accent6"/>
    </dgm:fillClrLst>
    <dgm:linClrLst meth="repeat">
      <a:schemeClr val="lt1"/>
    </dgm:linClrLst>
    <dgm:effectClrLst/>
    <dgm:txLinClrLst/>
    <dgm:txFillClrLst/>
    <dgm:txEffectClrLst/>
  </dgm:styleLbl>
  <dgm:styleLbl name="parChTrans2D1">
    <dgm:fillClrLst meth="repeat">
      <a:schemeClr val="accent2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parChTrans2D2">
    <dgm:fillClrLst meth="repeat"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parChTrans2D3">
    <dgm:fillClrLst meth="repeat"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parChTrans2D4">
    <dgm:fillClrLst meth="repeat">
      <a:schemeClr val="accent5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parChTrans1D1">
    <dgm:fillClrLst meth="repeat">
      <a:schemeClr val="accent2"/>
    </dgm:fillClrLst>
    <dgm:linClrLst meth="repeat">
      <a:schemeClr val="accent2"/>
    </dgm:linClrLst>
    <dgm:effectClrLst/>
    <dgm:txLinClrLst/>
    <dgm:txFillClrLst meth="repeat">
      <a:schemeClr val="tx1"/>
    </dgm:txFillClrLst>
    <dgm:txEffectClrLst/>
  </dgm:styleLbl>
  <dgm:styleLbl name="parChTrans1D2">
    <dgm:fillClrLst meth="repeat">
      <a:schemeClr val="accent2">
        <a:tint val="90000"/>
      </a:schemeClr>
    </dgm:fillClrLst>
    <dgm:linClrLst meth="repeat">
      <a:schemeClr val="accent3"/>
    </dgm:linClrLst>
    <dgm:effectClrLst/>
    <dgm:txLinClrLst/>
    <dgm:txFillClrLst meth="repeat">
      <a:schemeClr val="tx1"/>
    </dgm:txFillClrLst>
    <dgm:txEffectClrLst/>
  </dgm:styleLbl>
  <dgm:styleLbl name="parChTrans1D3">
    <dgm:fillClrLst meth="repeat">
      <a:schemeClr val="accent2">
        <a:tint val="70000"/>
      </a:schemeClr>
    </dgm:fillClrLst>
    <dgm:linClrLst meth="repeat">
      <a:schemeClr val="accent4"/>
    </dgm:linClrLst>
    <dgm:effectClrLst/>
    <dgm:txLinClrLst/>
    <dgm:txFillClrLst meth="repeat">
      <a:schemeClr val="tx1"/>
    </dgm:txFillClrLst>
    <dgm:txEffectClrLst/>
  </dgm:styleLbl>
  <dgm:styleLbl name="parChTrans1D4">
    <dgm:fillClrLst meth="repeat">
      <a:schemeClr val="accent2">
        <a:tint val="50000"/>
      </a:schemeClr>
    </dgm:fillClrLst>
    <dgm:linClrLst meth="repeat">
      <a:schemeClr val="accent5"/>
    </dgm:linClrLst>
    <dgm:effectClrLst/>
    <dgm:txLinClrLst/>
    <dgm:txFillClrLst meth="repeat">
      <a:schemeClr val="tx1"/>
    </dgm:txFillClrLst>
    <dgm:txEffectClrLst/>
  </dgm:styleLbl>
  <dgm:styleLbl name="fgAcc1">
    <dgm:fillClrLst meth="repeat">
      <a:schemeClr val="lt1">
        <a:alpha val="90000"/>
      </a:schemeClr>
    </dgm:fillClrLst>
    <dgm:linClrLst>
      <a:schemeClr val="accent2"/>
      <a:schemeClr val="accent3"/>
    </dgm:linClrLst>
    <dgm:effectClrLst/>
    <dgm:txLinClrLst/>
    <dgm:txFillClrLst meth="repeat">
      <a:schemeClr val="dk1"/>
    </dgm:txFillClrLst>
    <dgm:txEffectClrLst/>
  </dgm:styleLbl>
  <dgm:styleLbl name="conFgAcc1">
    <dgm:fillClrLst meth="repeat">
      <a:schemeClr val="lt1">
        <a:alpha val="90000"/>
      </a:schemeClr>
    </dgm:fillClrLst>
    <dgm:linClrLst>
      <a:schemeClr val="accent2"/>
      <a:schemeClr val="accent3"/>
    </dgm:linClrLst>
    <dgm:effectClrLst/>
    <dgm:txLinClrLst/>
    <dgm:txFillClrLst meth="repeat">
      <a:schemeClr val="dk1"/>
    </dgm:txFillClrLst>
    <dgm:txEffectClrLst/>
  </dgm:styleLbl>
  <dgm:styleLbl name="alignAcc1">
    <dgm:fillClrLst meth="repeat">
      <a:schemeClr val="lt1">
        <a:alpha val="90000"/>
      </a:schemeClr>
    </dgm:fillClrLst>
    <dgm:linClrLst>
      <a:schemeClr val="accent2"/>
      <a:schemeClr val="accent3"/>
    </dgm:linClrLst>
    <dgm:effectClrLst/>
    <dgm:txLinClrLst/>
    <dgm:txFillClrLst meth="repeat">
      <a:schemeClr val="dk1"/>
    </dgm:txFillClrLst>
    <dgm:txEffectClrLst/>
  </dgm:styleLbl>
  <dgm:styleLbl name="trAlignAcc1">
    <dgm:fillClrLst meth="repeat">
      <a:schemeClr val="lt1">
        <a:alpha val="40000"/>
      </a:schemeClr>
    </dgm:fillClrLst>
    <dgm:linClrLst meth="repeat">
      <a:schemeClr val="accent2"/>
    </dgm:linClrLst>
    <dgm:effectClrLst/>
    <dgm:txLinClrLst/>
    <dgm:txFillClrLst meth="repeat">
      <a:schemeClr val="dk1"/>
    </dgm:txFillClrLst>
    <dgm:txEffectClrLst/>
  </dgm:styleLbl>
  <dgm:styleLbl name="bgAcc1">
    <dgm:fillClrLst meth="repeat">
      <a:schemeClr val="lt1">
        <a:alpha val="90000"/>
      </a:schemeClr>
    </dgm:fillClrLst>
    <dgm:linClrLst>
      <a:schemeClr val="accent2"/>
      <a:schemeClr val="accent3"/>
    </dgm:linClrLst>
    <dgm:effectClrLst/>
    <dgm:txLinClrLst/>
    <dgm:txFillClrLst meth="repeat">
      <a:schemeClr val="dk1"/>
    </dgm:txFillClrLst>
    <dgm:txEffectClrLst/>
  </dgm:styleLbl>
  <dgm:styleLbl name="solidFgAcc1">
    <dgm:fillClrLst meth="repeat">
      <a:schemeClr val="lt1"/>
    </dgm:fillClrLst>
    <dgm:linClrLst>
      <a:schemeClr val="accent2"/>
      <a:schemeClr val="accent3"/>
    </dgm:linClrLst>
    <dgm:effectClrLst/>
    <dgm:txLinClrLst/>
    <dgm:txFillClrLst meth="repeat">
      <a:schemeClr val="dk1"/>
    </dgm:txFillClrLst>
    <dgm:txEffectClrLst/>
  </dgm:styleLbl>
  <dgm:styleLbl name="solidAlignAcc1">
    <dgm:fillClrLst meth="repeat">
      <a:schemeClr val="lt1"/>
    </dgm:fillClrLst>
    <dgm:linClrLst>
      <a:schemeClr val="accent2"/>
      <a:schemeClr val="accent3"/>
    </dgm:linClrLst>
    <dgm:effectClrLst/>
    <dgm:txLinClrLst/>
    <dgm:txFillClrLst meth="repeat">
      <a:schemeClr val="dk1"/>
    </dgm:txFillClrLst>
    <dgm:txEffectClrLst/>
  </dgm:styleLbl>
  <dgm:styleLbl name="solidBgAcc1">
    <dgm:fillClrLst meth="repeat">
      <a:schemeClr val="lt1"/>
    </dgm:fillClrLst>
    <dgm:linClrLst>
      <a:schemeClr val="accent2"/>
      <a:schemeClr val="accent3"/>
    </dgm:linClrLst>
    <dgm:effectClrLst/>
    <dgm:txLinClrLst/>
    <dgm:txFillClrLst meth="repeat">
      <a:schemeClr val="dk1"/>
    </dgm:txFillClrLst>
    <dgm:txEffectClrLst/>
  </dgm:styleLbl>
  <dgm:styleLbl name="fgAccFollowNode1">
    <dgm:fillClrLst>
      <a:schemeClr val="accent2">
        <a:tint val="40000"/>
        <a:alpha val="90000"/>
      </a:schemeClr>
      <a:schemeClr val="accent3">
        <a:tint val="40000"/>
        <a:alpha val="90000"/>
      </a:schemeClr>
    </dgm:fillClrLst>
    <dgm:linClrLst>
      <a:schemeClr val="accent2">
        <a:tint val="40000"/>
        <a:alpha val="90000"/>
      </a:schemeClr>
      <a:schemeClr val="accent3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alignAccFollowNode1">
    <dgm:fillClrLst>
      <a:schemeClr val="accent2">
        <a:tint val="40000"/>
        <a:alpha val="90000"/>
      </a:schemeClr>
      <a:schemeClr val="accent3">
        <a:tint val="40000"/>
        <a:alpha val="90000"/>
      </a:schemeClr>
    </dgm:fillClrLst>
    <dgm:linClrLst>
      <a:schemeClr val="accent2">
        <a:tint val="40000"/>
        <a:alpha val="90000"/>
      </a:schemeClr>
      <a:schemeClr val="accent3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bgAccFollowNode1">
    <dgm:fillClrLst>
      <a:schemeClr val="accent2">
        <a:tint val="40000"/>
        <a:alpha val="90000"/>
      </a:schemeClr>
      <a:schemeClr val="accent3">
        <a:tint val="40000"/>
        <a:alpha val="90000"/>
      </a:schemeClr>
    </dgm:fillClrLst>
    <dgm:linClrLst>
      <a:schemeClr val="accent2">
        <a:tint val="40000"/>
        <a:alpha val="90000"/>
      </a:schemeClr>
      <a:schemeClr val="accent3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fgAcc0">
    <dgm:fillClrLst meth="repeat">
      <a:schemeClr val="lt1">
        <a:alpha val="90000"/>
      </a:schemeClr>
    </dgm:fillClrLst>
    <dgm:linClrLst>
      <a:schemeClr val="accent1"/>
    </dgm:linClrLst>
    <dgm:effectClrLst/>
    <dgm:txLinClrLst/>
    <dgm:txFillClrLst meth="repeat">
      <a:schemeClr val="dk1"/>
    </dgm:txFillClrLst>
    <dgm:txEffectClrLst/>
  </dgm:styleLbl>
  <dgm:styleLbl name="fgAcc2">
    <dgm:fillClrLst meth="repeat">
      <a:schemeClr val="lt1">
        <a:alpha val="90000"/>
      </a:schemeClr>
    </dgm:fillClrLst>
    <dgm:linClrLst>
      <a:schemeClr val="accent3"/>
    </dgm:linClrLst>
    <dgm:effectClrLst/>
    <dgm:txLinClrLst/>
    <dgm:txFillClrLst meth="repeat">
      <a:schemeClr val="dk1"/>
    </dgm:txFillClrLst>
    <dgm:txEffectClrLst/>
  </dgm:styleLbl>
  <dgm:styleLbl name="fgAcc3">
    <dgm:fillClrLst meth="repeat">
      <a:schemeClr val="lt1">
        <a:alpha val="90000"/>
      </a:schemeClr>
    </dgm:fillClrLst>
    <dgm:linClrLst>
      <a:schemeClr val="accent4"/>
    </dgm:linClrLst>
    <dgm:effectClrLst/>
    <dgm:txLinClrLst/>
    <dgm:txFillClrLst meth="repeat">
      <a:schemeClr val="dk1"/>
    </dgm:txFillClrLst>
    <dgm:txEffectClrLst/>
  </dgm:styleLbl>
  <dgm:styleLbl name="fgAcc4">
    <dgm:fillClrLst meth="repeat">
      <a:schemeClr val="lt1">
        <a:alpha val="90000"/>
      </a:schemeClr>
    </dgm:fillClrLst>
    <dgm:linClrLst>
      <a:schemeClr val="accent5"/>
    </dgm:linClrLst>
    <dgm:effectClrLst/>
    <dgm:txLinClrLst/>
    <dgm:txFillClrLst meth="repeat">
      <a:schemeClr val="dk1"/>
    </dgm:txFillClrLst>
    <dgm:txEffectClrLst/>
  </dgm:styleLbl>
  <dgm:styleLbl name="bgShp">
    <dgm:fillClrLst meth="repeat">
      <a:schemeClr val="bg1">
        <a:lumMod val="95000"/>
      </a:schemeClr>
    </dgm:fillClrLst>
    <dgm:linClrLst meth="repeat">
      <a:schemeClr val="dk1"/>
    </dgm:linClrLst>
    <dgm:effectClrLst/>
    <dgm:txLinClrLst/>
    <dgm:txFillClrLst meth="repeat">
      <a:schemeClr val="dk1"/>
    </dgm:txFillClrLst>
    <dgm:txEffectClrLst/>
  </dgm:styleLbl>
  <dgm:styleLbl name="dkBgShp">
    <dgm:fillClrLst meth="repeat">
      <a:schemeClr val="accent2">
        <a:shade val="90000"/>
      </a:schemeClr>
    </dgm:fillClrLst>
    <dgm:linClrLst meth="repeat">
      <a:schemeClr val="dk1"/>
    </dgm:linClrLst>
    <dgm:effectClrLst/>
    <dgm:txLinClrLst/>
    <dgm:txFillClrLst meth="repeat">
      <a:schemeClr val="lt1"/>
    </dgm:txFillClrLst>
    <dgm:txEffectClrLst/>
  </dgm:styleLbl>
  <dgm:styleLbl name="trBgShp">
    <dgm:fillClrLst meth="repeat">
      <a:schemeClr val="accent2">
        <a:tint val="50000"/>
        <a:alpha val="40000"/>
      </a:schemeClr>
    </dgm:fillClrLst>
    <dgm:linClrLst meth="repeat">
      <a:schemeClr val="accent2"/>
    </dgm:linClrLst>
    <dgm:effectClrLst/>
    <dgm:txLinClrLst/>
    <dgm:txFillClrLst meth="repeat">
      <a:schemeClr val="lt1"/>
    </dgm:txFillClrLst>
    <dgm:txEffectClrLst/>
  </dgm:styleLbl>
  <dgm:styleLbl name="fgShp">
    <dgm:fillClrLst meth="repeat">
      <a:schemeClr val="accent2">
        <a:tint val="40000"/>
      </a:schemeClr>
    </dgm:fillClrLst>
    <dgm:linClrLst meth="repeat">
      <a:schemeClr val="lt1"/>
    </dgm:linClrLst>
    <dgm:effectClrLst/>
    <dgm:txLinClrLst/>
    <dgm:txFillClrLst meth="repeat">
      <a:schemeClr val="dk1"/>
    </dgm:txFillClrLst>
    <dgm:txEffectClrLst/>
  </dgm:styleLbl>
  <dgm:styleLbl name="revTx">
    <dgm:fillClrLst meth="repeat">
      <a:schemeClr val="lt1">
        <a:alpha val="0"/>
      </a:schemeClr>
    </dgm:fillClrLst>
    <dgm:linClrLst meth="repeat">
      <a:schemeClr val="dk1">
        <a:alpha val="0"/>
      </a:schemeClr>
    </dgm:linClrLst>
    <dgm:effectClrLst/>
    <dgm:txLinClrLst/>
    <dgm:txFillClrLst meth="repeat">
      <a:schemeClr val="tx1"/>
    </dgm:txFillClrLst>
    <dgm:txEffectClrLst/>
  </dgm:styleLbl>
</dgm:colorsDef>
</file>

<file path=ppt/diagrams/colors109.xml><?xml version="1.0" encoding="utf-8"?>
<dgm:colorsDef xmlns:dgm="http://schemas.openxmlformats.org/drawingml/2006/diagram" xmlns:a="http://schemas.openxmlformats.org/drawingml/2006/main" uniqueId="urn:microsoft.com/office/officeart/2018/5/colors/Iconchunking_neutralbg_accent1_2">
  <dgm:title val=""/>
  <dgm:desc val=""/>
  <dgm:catLst>
    <dgm:cat type="accent1" pri="11200"/>
  </dgm:catLst>
  <dgm:styleLbl name="node0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lignNode1">
    <dgm:fillClrLst meth="repeat">
      <a:schemeClr val="accent1"/>
    </dgm:fillClrLst>
    <dgm:linClrLst meth="repeat">
      <a:schemeClr val="accent1"/>
    </dgm:linClrLst>
    <dgm:effectClrLst/>
    <dgm:txLinClrLst/>
    <dgm:txFillClrLst/>
    <dgm:txEffectClrLst/>
  </dgm:styleLbl>
  <dgm:styleLbl name="node1">
    <dgm:fillClrLst meth="repeat">
      <a:schemeClr val="accent1"/>
    </dgm:fillClrLst>
    <dgm:linClrLst meth="repeat">
      <a:schemeClr val="lt1">
        <a:alpha val="0"/>
      </a:schemeClr>
    </dgm:linClrLst>
    <dgm:effectClrLst/>
    <dgm:txLinClrLst/>
    <dgm:txFillClrLst/>
    <dgm:txEffectClrLst/>
  </dgm:styleLbl>
  <dgm:styleLbl name="lnNode1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vennNode1">
    <dgm:fillClrLst meth="repeat">
      <a:schemeClr val="accent1">
        <a:alpha val="50000"/>
      </a:schemeClr>
    </dgm:fillClrLst>
    <dgm:linClrLst meth="repeat">
      <a:schemeClr val="lt1"/>
    </dgm:linClrLst>
    <dgm:effectClrLst/>
    <dgm:txLinClrLst/>
    <dgm:txFillClrLst/>
    <dgm:txEffectClrLst/>
  </dgm:styleLbl>
  <dgm:styleLbl name="node2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node3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node4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fgImgPlace1">
    <dgm:fillClrLst meth="repeat">
      <a:schemeClr val="accent1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alignImgPlace1">
    <dgm:fillClrLst meth="repeat">
      <a:schemeClr val="accent1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bgImgPlace1">
    <dgm:fillClrLst meth="repeat">
      <a:schemeClr val="accent1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sibTrans2D1">
    <dgm:fillClrLst meth="repeat">
      <a:schemeClr val="accent1">
        <a:tint val="60000"/>
      </a:schemeClr>
    </dgm:fillClrLst>
    <dgm:linClrLst meth="repeat">
      <a:schemeClr val="accent1">
        <a:tint val="60000"/>
      </a:schemeClr>
    </dgm:linClrLst>
    <dgm:effectClrLst/>
    <dgm:txLinClrLst/>
    <dgm:txFillClrLst/>
    <dgm:txEffectClrLst/>
  </dgm:styleLbl>
  <dgm:styleLbl name="fgSibTrans2D1">
    <dgm:fillClrLst meth="repeat">
      <a:schemeClr val="accent1">
        <a:tint val="60000"/>
      </a:schemeClr>
    </dgm:fillClrLst>
    <dgm:linClrLst meth="repeat">
      <a:schemeClr val="accent1">
        <a:tint val="60000"/>
      </a:schemeClr>
    </dgm:linClrLst>
    <dgm:effectClrLst/>
    <dgm:txLinClrLst/>
    <dgm:txFillClrLst/>
    <dgm:txEffectClrLst/>
  </dgm:styleLbl>
  <dgm:styleLbl name="bgSibTrans2D1">
    <dgm:fillClrLst meth="repeat">
      <a:schemeClr val="accent1">
        <a:tint val="60000"/>
      </a:schemeClr>
    </dgm:fillClrLst>
    <dgm:linClrLst meth="repeat">
      <a:schemeClr val="accent1">
        <a:tint val="60000"/>
      </a:schemeClr>
    </dgm:linClrLst>
    <dgm:effectClrLst/>
    <dgm:txLinClrLst/>
    <dgm:txFillClrLst/>
    <dgm:txEffectClrLst/>
  </dgm:styleLbl>
  <dgm:styleLbl name="sibTrans1D1">
    <dgm:fillClrLst meth="repeat">
      <a:schemeClr val="accent1"/>
    </dgm:fillClrLst>
    <dgm:linClrLst meth="repeat">
      <a:schemeClr val="accent1"/>
    </dgm:linClrLst>
    <dgm:effectClrLst/>
    <dgm:txLinClrLst/>
    <dgm:txFillClrLst meth="repeat">
      <a:schemeClr val="tx1"/>
    </dgm:txFillClrLst>
    <dgm:txEffectClrLst/>
  </dgm:styleLbl>
  <dgm:styleLbl name="callout">
    <dgm:fillClrLst meth="repeat">
      <a:schemeClr val="accent1"/>
    </dgm:fillClrLst>
    <dgm:linClrLst meth="repeat">
      <a:schemeClr val="accent1">
        <a:tint val="50000"/>
      </a:schemeClr>
    </dgm:linClrLst>
    <dgm:effectClrLst/>
    <dgm:txLinClrLst/>
    <dgm:txFillClrLst meth="repeat">
      <a:schemeClr val="tx1"/>
    </dgm:txFillClrLst>
    <dgm:txEffectClrLst/>
  </dgm:styleLbl>
  <dgm:styleLbl name="asst0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sst1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sst2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sst3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sst4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parChTrans2D1">
    <dgm:fillClrLst meth="repeat">
      <a:schemeClr val="accent1">
        <a:tint val="60000"/>
      </a:schemeClr>
    </dgm:fillClrLst>
    <dgm:linClrLst meth="repeat">
      <a:schemeClr val="accent1">
        <a:tint val="60000"/>
      </a:schemeClr>
    </dgm:linClrLst>
    <dgm:effectClrLst/>
    <dgm:txLinClrLst/>
    <dgm:txFillClrLst meth="repeat">
      <a:schemeClr val="lt1"/>
    </dgm:txFillClrLst>
    <dgm:txEffectClrLst/>
  </dgm:styleLbl>
  <dgm:styleLbl name="parChTrans2D2">
    <dgm:fillClrLst meth="repeat">
      <a:schemeClr val="accent1"/>
    </dgm:fillClrLst>
    <dgm:linClrLst meth="repeat">
      <a:schemeClr val="accent1"/>
    </dgm:linClrLst>
    <dgm:effectClrLst/>
    <dgm:txLinClrLst/>
    <dgm:txFillClrLst meth="repeat">
      <a:schemeClr val="lt1"/>
    </dgm:txFillClrLst>
    <dgm:txEffectClrLst/>
  </dgm:styleLbl>
  <dgm:styleLbl name="parChTrans2D3">
    <dgm:fillClrLst meth="repeat">
      <a:schemeClr val="accent1"/>
    </dgm:fillClrLst>
    <dgm:linClrLst meth="repeat">
      <a:schemeClr val="accent1"/>
    </dgm:linClrLst>
    <dgm:effectClrLst/>
    <dgm:txLinClrLst/>
    <dgm:txFillClrLst meth="repeat">
      <a:schemeClr val="lt1"/>
    </dgm:txFillClrLst>
    <dgm:txEffectClrLst/>
  </dgm:styleLbl>
  <dgm:styleLbl name="parChTrans2D4">
    <dgm:fillClrLst meth="repeat">
      <a:schemeClr val="accent1"/>
    </dgm:fillClrLst>
    <dgm:linClrLst meth="repeat">
      <a:schemeClr val="accent1"/>
    </dgm:linClrLst>
    <dgm:effectClrLst/>
    <dgm:txLinClrLst/>
    <dgm:txFillClrLst meth="repeat">
      <a:schemeClr val="lt1"/>
    </dgm:txFillClrLst>
    <dgm:txEffectClrLst/>
  </dgm:styleLbl>
  <dgm:styleLbl name="parChTrans1D1">
    <dgm:fillClrLst meth="repeat">
      <a:schemeClr val="accent1"/>
    </dgm:fillClrLst>
    <dgm:linClrLst meth="repeat">
      <a:schemeClr val="accent1">
        <a:shade val="60000"/>
      </a:schemeClr>
    </dgm:linClrLst>
    <dgm:effectClrLst/>
    <dgm:txLinClrLst/>
    <dgm:txFillClrLst meth="repeat">
      <a:schemeClr val="tx1"/>
    </dgm:txFillClrLst>
    <dgm:txEffectClrLst/>
  </dgm:styleLbl>
  <dgm:styleLbl name="parChTrans1D2">
    <dgm:fillClrLst meth="repeat">
      <a:schemeClr val="accent1"/>
    </dgm:fillClrLst>
    <dgm:linClrLst meth="repeat">
      <a:schemeClr val="accent1">
        <a:shade val="60000"/>
      </a:schemeClr>
    </dgm:linClrLst>
    <dgm:effectClrLst/>
    <dgm:txLinClrLst/>
    <dgm:txFillClrLst meth="repeat">
      <a:schemeClr val="tx1"/>
    </dgm:txFillClrLst>
    <dgm:txEffectClrLst/>
  </dgm:styleLbl>
  <dgm:styleLbl name="parChTrans1D3">
    <dgm:fillClrLst meth="repeat">
      <a:schemeClr val="accent1"/>
    </dgm:fillClrLst>
    <dgm:linClrLst meth="repeat">
      <a:schemeClr val="accent1">
        <a:shade val="80000"/>
      </a:schemeClr>
    </dgm:linClrLst>
    <dgm:effectClrLst/>
    <dgm:txLinClrLst/>
    <dgm:txFillClrLst meth="repeat">
      <a:schemeClr val="tx1"/>
    </dgm:txFillClrLst>
    <dgm:txEffectClrLst/>
  </dgm:styleLbl>
  <dgm:styleLbl name="parChTrans1D4">
    <dgm:fillClrLst meth="repeat">
      <a:schemeClr val="accent1"/>
    </dgm:fillClrLst>
    <dgm:linClrLst meth="repeat">
      <a:schemeClr val="accent1">
        <a:shade val="80000"/>
      </a:schemeClr>
    </dgm:linClrLst>
    <dgm:effectClrLst/>
    <dgm:txLinClrLst/>
    <dgm:txFillClrLst meth="repeat">
      <a:schemeClr val="tx1"/>
    </dgm:txFillClrLst>
    <dgm:txEffectClrLst/>
  </dgm:styleLbl>
  <dgm:styleLbl name="fgAcc1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conFgAcc1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alignAcc1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trAlignAcc1">
    <dgm:fillClrLst meth="repeat">
      <a:schemeClr val="lt1">
        <a:alpha val="4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bgAcc1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solidFgAcc1">
    <dgm:fillClrLst meth="repeat">
      <a:schemeClr val="lt1"/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solidAlignAcc1">
    <dgm:fillClrLst meth="repeat">
      <a:schemeClr val="lt1"/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solidBgAcc1">
    <dgm:fillClrLst meth="repeat">
      <a:schemeClr val="lt1"/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fgAccFollowNode1">
    <dgm:fillClrLst meth="repeat">
      <a:schemeClr val="accent1">
        <a:alpha val="90000"/>
        <a:tint val="40000"/>
      </a:schemeClr>
    </dgm:fillClrLst>
    <dgm:linClrLst meth="repeat">
      <a:schemeClr val="accent1">
        <a:alpha val="90000"/>
        <a:tint val="40000"/>
      </a:schemeClr>
    </dgm:linClrLst>
    <dgm:effectClrLst/>
    <dgm:txLinClrLst/>
    <dgm:txFillClrLst meth="repeat">
      <a:schemeClr val="dk1"/>
    </dgm:txFillClrLst>
    <dgm:txEffectClrLst/>
  </dgm:styleLbl>
  <dgm:styleLbl name="alignAccFollowNode1">
    <dgm:fillClrLst meth="repeat">
      <a:schemeClr val="accent1">
        <a:alpha val="90000"/>
        <a:tint val="40000"/>
      </a:schemeClr>
    </dgm:fillClrLst>
    <dgm:linClrLst meth="repeat">
      <a:schemeClr val="accent1">
        <a:alpha val="90000"/>
        <a:tint val="40000"/>
      </a:schemeClr>
    </dgm:linClrLst>
    <dgm:effectClrLst/>
    <dgm:txLinClrLst/>
    <dgm:txFillClrLst meth="repeat">
      <a:schemeClr val="dk1"/>
    </dgm:txFillClrLst>
    <dgm:txEffectClrLst/>
  </dgm:styleLbl>
  <dgm:styleLbl name="bgAccFollowNode1">
    <dgm:fillClrLst meth="repeat">
      <a:schemeClr val="accent1">
        <a:alpha val="90000"/>
        <a:tint val="40000"/>
      </a:schemeClr>
    </dgm:fillClrLst>
    <dgm:linClrLst meth="repeat">
      <a:schemeClr val="accent1">
        <a:alpha val="90000"/>
        <a:tint val="40000"/>
      </a:schemeClr>
    </dgm:linClrLst>
    <dgm:effectClrLst/>
    <dgm:txLinClrLst/>
    <dgm:txFillClrLst meth="repeat">
      <a:schemeClr val="dk1"/>
    </dgm:txFillClrLst>
    <dgm:txEffectClrLst/>
  </dgm:styleLbl>
  <dgm:styleLbl name="fgAcc0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fgAcc2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fgAcc3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fgAcc4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bgShp">
    <dgm:fillClrLst meth="repeat">
      <a:schemeClr val="bg1">
        <a:lumMod val="95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dkBgShp">
    <dgm:fillClrLst meth="repeat">
      <a:schemeClr val="accent1">
        <a:shade val="80000"/>
      </a:schemeClr>
    </dgm:fillClrLst>
    <dgm:linClrLst meth="repeat">
      <a:schemeClr val="accent1"/>
    </dgm:linClrLst>
    <dgm:effectClrLst/>
    <dgm:txLinClrLst/>
    <dgm:txFillClrLst meth="repeat">
      <a:schemeClr val="lt1"/>
    </dgm:txFillClrLst>
    <dgm:txEffectClrLst/>
  </dgm:styleLbl>
  <dgm:styleLbl name="trBgShp">
    <dgm:fillClrLst meth="repeat">
      <a:schemeClr val="accent1">
        <a:tint val="50000"/>
        <a:alpha val="40000"/>
      </a:schemeClr>
    </dgm:fillClrLst>
    <dgm:linClrLst meth="repeat">
      <a:schemeClr val="accent1"/>
    </dgm:linClrLst>
    <dgm:effectClrLst/>
    <dgm:txLinClrLst/>
    <dgm:txFillClrLst meth="repeat">
      <a:schemeClr val="lt1"/>
    </dgm:txFillClrLst>
    <dgm:txEffectClrLst/>
  </dgm:styleLbl>
  <dgm:styleLbl name="fgShp">
    <dgm:fillClrLst meth="repeat">
      <a:schemeClr val="accent1">
        <a:tint val="60000"/>
      </a:schemeClr>
    </dgm:fillClrLst>
    <dgm:linClrLst meth="repeat">
      <a:schemeClr val="lt1"/>
    </dgm:linClrLst>
    <dgm:effectClrLst/>
    <dgm:txLinClrLst/>
    <dgm:txFillClrLst meth="repeat">
      <a:schemeClr val="dk1"/>
    </dgm:txFillClrLst>
    <dgm:txEffectClrLst/>
  </dgm:styleLbl>
  <dgm:styleLbl name="revTx">
    <dgm:fillClrLst meth="repeat">
      <a:schemeClr val="lt1">
        <a:alpha val="0"/>
      </a:schemeClr>
    </dgm:fillClrLst>
    <dgm:linClrLst meth="repeat">
      <a:schemeClr val="dk1">
        <a:alpha val="0"/>
      </a:schemeClr>
    </dgm:linClrLst>
    <dgm:effectClrLst/>
    <dgm:txLinClrLst/>
    <dgm:txFillClrLst meth="repeat">
      <a:schemeClr val="tx1"/>
    </dgm:txFillClrLst>
    <dgm:txEffectClrLst/>
  </dgm:styleLbl>
</dgm:colorsDef>
</file>

<file path=ppt/diagrams/colors110.xml><?xml version="1.0" encoding="utf-8"?>
<dgm:colorsDef xmlns:dgm="http://schemas.openxmlformats.org/drawingml/2006/diagram" xmlns:a="http://schemas.openxmlformats.org/drawingml/2006/main" uniqueId="urn:microsoft.com/office/officeart/2018/5/colors/Iconchunking_neutralbg_accent0_3">
  <dgm:title val=""/>
  <dgm:desc val=""/>
  <dgm:catLst>
    <dgm:cat type="mainScheme" pri="10300"/>
  </dgm:catLst>
  <dgm:styleLbl name="node0">
    <dgm:fillClrLst meth="repeat">
      <a:schemeClr val="dk2"/>
    </dgm:fillClrLst>
    <dgm:linClrLst meth="repeat">
      <a:schemeClr val="lt2"/>
    </dgm:linClrLst>
    <dgm:effectClrLst/>
    <dgm:txLinClrLst/>
    <dgm:txFillClrLst/>
    <dgm:txEffectClrLst/>
  </dgm:styleLbl>
  <dgm:styleLbl name="alignNode1">
    <dgm:fillClrLst meth="repeat">
      <a:schemeClr val="dk2"/>
    </dgm:fillClrLst>
    <dgm:linClrLst meth="repeat">
      <a:schemeClr val="dk2"/>
    </dgm:linClrLst>
    <dgm:effectClrLst/>
    <dgm:txLinClrLst/>
    <dgm:txFillClrLst/>
    <dgm:txEffectClrLst/>
  </dgm:styleLbl>
  <dgm:styleLbl name="node1">
    <dgm:fillClrLst meth="repeat">
      <a:schemeClr val="dk2"/>
    </dgm:fillClrLst>
    <dgm:linClrLst meth="repeat">
      <a:schemeClr val="lt2">
        <a:alpha val="0"/>
      </a:schemeClr>
    </dgm:linClrLst>
    <dgm:effectClrLst/>
    <dgm:txLinClrLst/>
    <dgm:txFillClrLst/>
    <dgm:txEffectClrLst/>
  </dgm:styleLbl>
  <dgm:styleLbl name="lnNode1">
    <dgm:fillClrLst meth="repeat">
      <a:schemeClr val="dk2"/>
    </dgm:fillClrLst>
    <dgm:linClrLst meth="repeat">
      <a:schemeClr val="lt2"/>
    </dgm:linClrLst>
    <dgm:effectClrLst/>
    <dgm:txLinClrLst/>
    <dgm:txFillClrLst/>
    <dgm:txEffectClrLst/>
  </dgm:styleLbl>
  <dgm:styleLbl name="vennNode1">
    <dgm:fillClrLst meth="repeat">
      <a:schemeClr val="dk2">
        <a:alpha val="50000"/>
      </a:schemeClr>
    </dgm:fillClrLst>
    <dgm:linClrLst meth="repeat">
      <a:schemeClr val="lt2"/>
    </dgm:linClrLst>
    <dgm:effectClrLst/>
    <dgm:txLinClrLst/>
    <dgm:txFillClrLst/>
    <dgm:txEffectClrLst/>
  </dgm:styleLbl>
  <dgm:styleLbl name="node2">
    <dgm:fillClrLst meth="repeat">
      <a:schemeClr val="dk2"/>
    </dgm:fillClrLst>
    <dgm:linClrLst meth="repeat">
      <a:schemeClr val="lt2"/>
    </dgm:linClrLst>
    <dgm:effectClrLst/>
    <dgm:txLinClrLst/>
    <dgm:txFillClrLst/>
    <dgm:txEffectClrLst/>
  </dgm:styleLbl>
  <dgm:styleLbl name="node3">
    <dgm:fillClrLst meth="repeat">
      <a:schemeClr val="dk2"/>
    </dgm:fillClrLst>
    <dgm:linClrLst meth="repeat">
      <a:schemeClr val="lt2"/>
    </dgm:linClrLst>
    <dgm:effectClrLst/>
    <dgm:txLinClrLst/>
    <dgm:txFillClrLst/>
    <dgm:txEffectClrLst/>
  </dgm:styleLbl>
  <dgm:styleLbl name="node4">
    <dgm:fillClrLst meth="repeat">
      <a:schemeClr val="dk2"/>
    </dgm:fillClrLst>
    <dgm:linClrLst meth="repeat">
      <a:schemeClr val="lt2"/>
    </dgm:linClrLst>
    <dgm:effectClrLst/>
    <dgm:txLinClrLst/>
    <dgm:txFillClrLst/>
    <dgm:txEffectClrLst/>
  </dgm:styleLbl>
  <dgm:styleLbl name="fgImgPlace1">
    <dgm:fillClrLst meth="repeat">
      <a:schemeClr val="dk2">
        <a:tint val="50000"/>
      </a:schemeClr>
    </dgm:fillClrLst>
    <dgm:linClrLst meth="repeat">
      <a:schemeClr val="lt2"/>
    </dgm:linClrLst>
    <dgm:effectClrLst/>
    <dgm:txLinClrLst/>
    <dgm:txFillClrLst meth="repeat">
      <a:schemeClr val="lt2"/>
    </dgm:txFillClrLst>
    <dgm:txEffectClrLst/>
  </dgm:styleLbl>
  <dgm:styleLbl name="alignImgPlace1">
    <dgm:fillClrLst meth="repeat">
      <a:schemeClr val="dk2">
        <a:tint val="50000"/>
      </a:schemeClr>
    </dgm:fillClrLst>
    <dgm:linClrLst meth="repeat">
      <a:schemeClr val="dk2">
        <a:shade val="80000"/>
      </a:schemeClr>
    </dgm:linClrLst>
    <dgm:effectClrLst/>
    <dgm:txLinClrLst/>
    <dgm:txFillClrLst meth="repeat">
      <a:schemeClr val="lt2"/>
    </dgm:txFillClrLst>
    <dgm:txEffectClrLst/>
  </dgm:styleLbl>
  <dgm:styleLbl name="bgImgPlace1">
    <dgm:fillClrLst meth="repeat">
      <a:schemeClr val="dk2">
        <a:tint val="50000"/>
      </a:schemeClr>
    </dgm:fillClrLst>
    <dgm:linClrLst meth="repeat">
      <a:schemeClr val="dk2">
        <a:shade val="80000"/>
      </a:schemeClr>
    </dgm:linClrLst>
    <dgm:effectClrLst/>
    <dgm:txLinClrLst/>
    <dgm:txFillClrLst meth="repeat">
      <a:schemeClr val="lt2"/>
    </dgm:txFillClrLst>
    <dgm:txEffectClrLst/>
  </dgm:styleLbl>
  <dgm:styleLbl name="sibTrans2D1">
    <dgm:fillClrLst meth="repeat">
      <a:schemeClr val="dk2">
        <a:tint val="60000"/>
      </a:schemeClr>
    </dgm:fillClrLst>
    <dgm:linClrLst meth="repeat">
      <a:schemeClr val="dk2">
        <a:tint val="60000"/>
      </a:schemeClr>
    </dgm:linClrLst>
    <dgm:effectClrLst/>
    <dgm:txLinClrLst/>
    <dgm:txFillClrLst/>
    <dgm:txEffectClrLst/>
  </dgm:styleLbl>
  <dgm:styleLbl name="fgSibTrans2D1">
    <dgm:fillClrLst meth="repeat">
      <a:schemeClr val="dk2">
        <a:tint val="60000"/>
      </a:schemeClr>
    </dgm:fillClrLst>
    <dgm:linClrLst meth="repeat">
      <a:schemeClr val="dk2">
        <a:tint val="60000"/>
      </a:schemeClr>
    </dgm:linClrLst>
    <dgm:effectClrLst/>
    <dgm:txLinClrLst/>
    <dgm:txFillClrLst/>
    <dgm:txEffectClrLst/>
  </dgm:styleLbl>
  <dgm:styleLbl name="bgSibTrans2D1">
    <dgm:fillClrLst meth="repeat">
      <a:schemeClr val="dk2">
        <a:tint val="60000"/>
      </a:schemeClr>
    </dgm:fillClrLst>
    <dgm:linClrLst meth="repeat">
      <a:schemeClr val="dk2">
        <a:tint val="60000"/>
      </a:schemeClr>
    </dgm:linClrLst>
    <dgm:effectClrLst/>
    <dgm:txLinClrLst/>
    <dgm:txFillClrLst/>
    <dgm:txEffectClrLst/>
  </dgm:styleLbl>
  <dgm:styleLbl name="sibTrans1D1">
    <dgm:fillClrLst meth="repeat">
      <a:schemeClr val="dk2"/>
    </dgm:fillClrLst>
    <dgm:linClrLst meth="repeat">
      <a:schemeClr val="dk2"/>
    </dgm:linClrLst>
    <dgm:effectClrLst/>
    <dgm:txLinClrLst/>
    <dgm:txFillClrLst meth="repeat">
      <a:schemeClr val="lt2"/>
    </dgm:txFillClrLst>
    <dgm:txEffectClrLst/>
  </dgm:styleLbl>
  <dgm:styleLbl name="callout">
    <dgm:fillClrLst meth="repeat">
      <a:schemeClr val="dk2"/>
    </dgm:fillClrLst>
    <dgm:linClrLst meth="repeat">
      <a:schemeClr val="dk2">
        <a:tint val="50000"/>
      </a:schemeClr>
    </dgm:linClrLst>
    <dgm:effectClrLst/>
    <dgm:txLinClrLst/>
    <dgm:txFillClrLst meth="repeat">
      <a:schemeClr val="lt2"/>
    </dgm:txFillClrLst>
    <dgm:txEffectClrLst/>
  </dgm:styleLbl>
  <dgm:styleLbl name="asst0">
    <dgm:fillClrLst meth="repeat">
      <a:schemeClr val="dk2"/>
    </dgm:fillClrLst>
    <dgm:linClrLst meth="repeat">
      <a:schemeClr val="lt2"/>
    </dgm:linClrLst>
    <dgm:effectClrLst/>
    <dgm:txLinClrLst/>
    <dgm:txFillClrLst/>
    <dgm:txEffectClrLst/>
  </dgm:styleLbl>
  <dgm:styleLbl name="asst1">
    <dgm:fillClrLst meth="repeat">
      <a:schemeClr val="dk2"/>
    </dgm:fillClrLst>
    <dgm:linClrLst meth="repeat">
      <a:schemeClr val="lt2"/>
    </dgm:linClrLst>
    <dgm:effectClrLst/>
    <dgm:txLinClrLst/>
    <dgm:txFillClrLst/>
    <dgm:txEffectClrLst/>
  </dgm:styleLbl>
  <dgm:styleLbl name="asst2">
    <dgm:fillClrLst meth="repeat">
      <a:schemeClr val="dk2"/>
    </dgm:fillClrLst>
    <dgm:linClrLst meth="repeat">
      <a:schemeClr val="lt2"/>
    </dgm:linClrLst>
    <dgm:effectClrLst/>
    <dgm:txLinClrLst/>
    <dgm:txFillClrLst/>
    <dgm:txEffectClrLst/>
  </dgm:styleLbl>
  <dgm:styleLbl name="asst3">
    <dgm:fillClrLst meth="repeat">
      <a:schemeClr val="dk2"/>
    </dgm:fillClrLst>
    <dgm:linClrLst meth="repeat">
      <a:schemeClr val="lt2"/>
    </dgm:linClrLst>
    <dgm:effectClrLst/>
    <dgm:txLinClrLst/>
    <dgm:txFillClrLst/>
    <dgm:txEffectClrLst/>
  </dgm:styleLbl>
  <dgm:styleLbl name="asst4">
    <dgm:fillClrLst meth="repeat">
      <a:schemeClr val="dk2"/>
    </dgm:fillClrLst>
    <dgm:linClrLst meth="repeat">
      <a:schemeClr val="lt2"/>
    </dgm:linClrLst>
    <dgm:effectClrLst/>
    <dgm:txLinClrLst/>
    <dgm:txFillClrLst/>
    <dgm:txEffectClrLst/>
  </dgm:styleLbl>
  <dgm:styleLbl name="parChTrans2D1">
    <dgm:fillClrLst meth="repeat">
      <a:schemeClr val="dk2">
        <a:tint val="60000"/>
      </a:schemeClr>
    </dgm:fillClrLst>
    <dgm:linClrLst meth="repeat">
      <a:schemeClr val="dk2">
        <a:tint val="60000"/>
      </a:schemeClr>
    </dgm:linClrLst>
    <dgm:effectClrLst/>
    <dgm:txLinClrLst/>
    <dgm:txFillClrLst meth="repeat">
      <a:schemeClr val="lt2"/>
    </dgm:txFillClrLst>
    <dgm:txEffectClrLst/>
  </dgm:styleLbl>
  <dgm:styleLbl name="parChTrans2D2">
    <dgm:fillClrLst meth="repeat">
      <a:schemeClr val="dk2"/>
    </dgm:fillClrLst>
    <dgm:linClrLst meth="repeat">
      <a:schemeClr val="dk2"/>
    </dgm:linClrLst>
    <dgm:effectClrLst/>
    <dgm:txLinClrLst/>
    <dgm:txFillClrLst meth="repeat">
      <a:schemeClr val="lt2"/>
    </dgm:txFillClrLst>
    <dgm:txEffectClrLst/>
  </dgm:styleLbl>
  <dgm:styleLbl name="parChTrans2D3">
    <dgm:fillClrLst meth="repeat">
      <a:schemeClr val="dk2"/>
    </dgm:fillClrLst>
    <dgm:linClrLst meth="repeat">
      <a:schemeClr val="dk2"/>
    </dgm:linClrLst>
    <dgm:effectClrLst/>
    <dgm:txLinClrLst/>
    <dgm:txFillClrLst meth="repeat">
      <a:schemeClr val="lt2"/>
    </dgm:txFillClrLst>
    <dgm:txEffectClrLst/>
  </dgm:styleLbl>
  <dgm:styleLbl name="parChTrans2D4">
    <dgm:fillClrLst meth="repeat">
      <a:schemeClr val="dk2"/>
    </dgm:fillClrLst>
    <dgm:linClrLst meth="repeat">
      <a:schemeClr val="dk2"/>
    </dgm:linClrLst>
    <dgm:effectClrLst/>
    <dgm:txLinClrLst/>
    <dgm:txFillClrLst meth="repeat">
      <a:schemeClr val="lt2"/>
    </dgm:txFillClrLst>
    <dgm:txEffectClrLst/>
  </dgm:styleLbl>
  <dgm:styleLbl name="parChTrans1D1">
    <dgm:fillClrLst meth="repeat">
      <a:schemeClr val="dk2"/>
    </dgm:fillClrLst>
    <dgm:linClrLst meth="repeat">
      <a:schemeClr val="dk2">
        <a:shade val="60000"/>
      </a:schemeClr>
    </dgm:linClrLst>
    <dgm:effectClrLst/>
    <dgm:txLinClrLst/>
    <dgm:txFillClrLst meth="repeat">
      <a:schemeClr val="tx1"/>
    </dgm:txFillClrLst>
    <dgm:txEffectClrLst/>
  </dgm:styleLbl>
  <dgm:styleLbl name="parChTrans1D2">
    <dgm:fillClrLst meth="repeat">
      <a:schemeClr val="dk2"/>
    </dgm:fillClrLst>
    <dgm:linClrLst meth="repeat">
      <a:schemeClr val="dk2">
        <a:shade val="60000"/>
      </a:schemeClr>
    </dgm:linClrLst>
    <dgm:effectClrLst/>
    <dgm:txLinClrLst/>
    <dgm:txFillClrLst meth="repeat">
      <a:schemeClr val="tx1"/>
    </dgm:txFillClrLst>
    <dgm:txEffectClrLst/>
  </dgm:styleLbl>
  <dgm:styleLbl name="parChTrans1D3">
    <dgm:fillClrLst meth="repeat">
      <a:schemeClr val="dk2"/>
    </dgm:fillClrLst>
    <dgm:linClrLst meth="repeat">
      <a:schemeClr val="dk2">
        <a:shade val="80000"/>
      </a:schemeClr>
    </dgm:linClrLst>
    <dgm:effectClrLst/>
    <dgm:txLinClrLst/>
    <dgm:txFillClrLst meth="repeat">
      <a:schemeClr val="tx1"/>
    </dgm:txFillClrLst>
    <dgm:txEffectClrLst/>
  </dgm:styleLbl>
  <dgm:styleLbl name="parChTrans1D4">
    <dgm:fillClrLst meth="repeat">
      <a:schemeClr val="dk2"/>
    </dgm:fillClrLst>
    <dgm:linClrLst meth="repeat">
      <a:schemeClr val="dk2">
        <a:shade val="80000"/>
      </a:schemeClr>
    </dgm:linClrLst>
    <dgm:effectClrLst/>
    <dgm:txLinClrLst/>
    <dgm:txFillClrLst meth="repeat">
      <a:schemeClr val="tx1"/>
    </dgm:txFillClrLst>
    <dgm:txEffectClrLst/>
  </dgm:styleLbl>
  <dgm:styleLbl name="fgAcc1">
    <dgm:fillClrLst meth="repeat">
      <a:schemeClr val="lt2">
        <a:alpha val="90000"/>
      </a:schemeClr>
    </dgm:fillClrLst>
    <dgm:linClrLst meth="repeat">
      <a:schemeClr val="dk2"/>
    </dgm:linClrLst>
    <dgm:effectClrLst/>
    <dgm:txLinClrLst/>
    <dgm:txFillClrLst meth="repeat">
      <a:schemeClr val="dk1"/>
    </dgm:txFillClrLst>
    <dgm:txEffectClrLst/>
  </dgm:styleLbl>
  <dgm:styleLbl name="conFgAcc1">
    <dgm:fillClrLst meth="repeat">
      <a:schemeClr val="lt2">
        <a:alpha val="90000"/>
      </a:schemeClr>
    </dgm:fillClrLst>
    <dgm:linClrLst meth="repeat">
      <a:schemeClr val="dk2"/>
    </dgm:linClrLst>
    <dgm:effectClrLst/>
    <dgm:txLinClrLst/>
    <dgm:txFillClrLst meth="repeat">
      <a:schemeClr val="dk1"/>
    </dgm:txFillClrLst>
    <dgm:txEffectClrLst/>
  </dgm:styleLbl>
  <dgm:styleLbl name="alignAcc1">
    <dgm:fillClrLst meth="repeat">
      <a:schemeClr val="lt2">
        <a:alpha val="90000"/>
      </a:schemeClr>
    </dgm:fillClrLst>
    <dgm:linClrLst meth="repeat">
      <a:schemeClr val="dk2"/>
    </dgm:linClrLst>
    <dgm:effectClrLst/>
    <dgm:txLinClrLst/>
    <dgm:txFillClrLst meth="repeat">
      <a:schemeClr val="dk1"/>
    </dgm:txFillClrLst>
    <dgm:txEffectClrLst/>
  </dgm:styleLbl>
  <dgm:styleLbl name="trAlignAcc1">
    <dgm:fillClrLst meth="repeat">
      <a:schemeClr val="lt2">
        <a:alpha val="40000"/>
      </a:schemeClr>
    </dgm:fillClrLst>
    <dgm:linClrLst meth="repeat">
      <a:schemeClr val="dk2"/>
    </dgm:linClrLst>
    <dgm:effectClrLst/>
    <dgm:txLinClrLst/>
    <dgm:txFillClrLst meth="repeat">
      <a:schemeClr val="dk1"/>
    </dgm:txFillClrLst>
    <dgm:txEffectClrLst/>
  </dgm:styleLbl>
  <dgm:styleLbl name="bgAcc1">
    <dgm:fillClrLst meth="repeat">
      <a:schemeClr val="lt2">
        <a:alpha val="90000"/>
      </a:schemeClr>
    </dgm:fillClrLst>
    <dgm:linClrLst meth="repeat">
      <a:schemeClr val="dk2"/>
    </dgm:linClrLst>
    <dgm:effectClrLst/>
    <dgm:txLinClrLst/>
    <dgm:txFillClrLst meth="repeat">
      <a:schemeClr val="dk1"/>
    </dgm:txFillClrLst>
    <dgm:txEffectClrLst/>
  </dgm:styleLbl>
  <dgm:styleLbl name="solidFgAcc1">
    <dgm:fillClrLst meth="repeat">
      <a:schemeClr val="lt2"/>
    </dgm:fillClrLst>
    <dgm:linClrLst meth="repeat">
      <a:schemeClr val="dk2"/>
    </dgm:linClrLst>
    <dgm:effectClrLst/>
    <dgm:txLinClrLst/>
    <dgm:txFillClrLst meth="repeat">
      <a:schemeClr val="dk1"/>
    </dgm:txFillClrLst>
    <dgm:txEffectClrLst/>
  </dgm:styleLbl>
  <dgm:styleLbl name="solidAlignAcc1">
    <dgm:fillClrLst meth="repeat">
      <a:schemeClr val="lt2"/>
    </dgm:fillClrLst>
    <dgm:linClrLst meth="repeat">
      <a:schemeClr val="dk2"/>
    </dgm:linClrLst>
    <dgm:effectClrLst/>
    <dgm:txLinClrLst/>
    <dgm:txFillClrLst meth="repeat">
      <a:schemeClr val="dk1"/>
    </dgm:txFillClrLst>
    <dgm:txEffectClrLst/>
  </dgm:styleLbl>
  <dgm:styleLbl name="solidBgAcc1">
    <dgm:fillClrLst meth="repeat">
      <a:schemeClr val="lt2"/>
    </dgm:fillClrLst>
    <dgm:linClrLst meth="repeat">
      <a:schemeClr val="dk2"/>
    </dgm:linClrLst>
    <dgm:effectClrLst/>
    <dgm:txLinClrLst/>
    <dgm:txFillClrLst meth="repeat">
      <a:schemeClr val="dk1"/>
    </dgm:txFillClrLst>
    <dgm:txEffectClrLst/>
  </dgm:styleLbl>
  <dgm:styleLbl name="fgAccFollowNode1">
    <dgm:fillClrLst meth="repeat">
      <a:schemeClr val="dk2">
        <a:alpha val="90000"/>
        <a:tint val="40000"/>
      </a:schemeClr>
    </dgm:fillClrLst>
    <dgm:linClrLst meth="repeat">
      <a:schemeClr val="dk2">
        <a:alpha val="90000"/>
        <a:tint val="40000"/>
      </a:schemeClr>
    </dgm:linClrLst>
    <dgm:effectClrLst/>
    <dgm:txLinClrLst/>
    <dgm:txFillClrLst meth="repeat">
      <a:schemeClr val="dk1"/>
    </dgm:txFillClrLst>
    <dgm:txEffectClrLst/>
  </dgm:styleLbl>
  <dgm:styleLbl name="alignAccFollowNode1">
    <dgm:fillClrLst meth="repeat">
      <a:schemeClr val="dk2">
        <a:alpha val="90000"/>
        <a:tint val="40000"/>
      </a:schemeClr>
    </dgm:fillClrLst>
    <dgm:linClrLst meth="repeat">
      <a:schemeClr val="dk2">
        <a:alpha val="90000"/>
        <a:tint val="40000"/>
      </a:schemeClr>
    </dgm:linClrLst>
    <dgm:effectClrLst/>
    <dgm:txLinClrLst/>
    <dgm:txFillClrLst meth="repeat">
      <a:schemeClr val="dk1"/>
    </dgm:txFillClrLst>
    <dgm:txEffectClrLst/>
  </dgm:styleLbl>
  <dgm:styleLbl name="bgAccFollowNode1">
    <dgm:fillClrLst meth="repeat">
      <a:schemeClr val="dk2">
        <a:alpha val="90000"/>
        <a:tint val="40000"/>
      </a:schemeClr>
    </dgm:fillClrLst>
    <dgm:linClrLst meth="repeat">
      <a:schemeClr val="dk2">
        <a:alpha val="90000"/>
        <a:tint val="40000"/>
      </a:schemeClr>
    </dgm:linClrLst>
    <dgm:effectClrLst/>
    <dgm:txLinClrLst/>
    <dgm:txFillClrLst meth="repeat">
      <a:schemeClr val="dk1"/>
    </dgm:txFillClrLst>
    <dgm:txEffectClrLst/>
  </dgm:styleLbl>
  <dgm:styleLbl name="fgAcc0">
    <dgm:fillClrLst meth="repeat">
      <a:schemeClr val="lt2">
        <a:alpha val="90000"/>
      </a:schemeClr>
    </dgm:fillClrLst>
    <dgm:linClrLst meth="repeat">
      <a:schemeClr val="dk2"/>
    </dgm:linClrLst>
    <dgm:effectClrLst/>
    <dgm:txLinClrLst/>
    <dgm:txFillClrLst meth="repeat">
      <a:schemeClr val="dk1"/>
    </dgm:txFillClrLst>
    <dgm:txEffectClrLst/>
  </dgm:styleLbl>
  <dgm:styleLbl name="fgAcc2">
    <dgm:fillClrLst meth="repeat">
      <a:schemeClr val="lt2">
        <a:alpha val="90000"/>
      </a:schemeClr>
    </dgm:fillClrLst>
    <dgm:linClrLst meth="repeat">
      <a:schemeClr val="dk2"/>
    </dgm:linClrLst>
    <dgm:effectClrLst/>
    <dgm:txLinClrLst/>
    <dgm:txFillClrLst meth="repeat">
      <a:schemeClr val="dk1"/>
    </dgm:txFillClrLst>
    <dgm:txEffectClrLst/>
  </dgm:styleLbl>
  <dgm:styleLbl name="fgAcc3">
    <dgm:fillClrLst meth="repeat">
      <a:schemeClr val="lt2">
        <a:alpha val="90000"/>
      </a:schemeClr>
    </dgm:fillClrLst>
    <dgm:linClrLst meth="repeat">
      <a:schemeClr val="dk2"/>
    </dgm:linClrLst>
    <dgm:effectClrLst/>
    <dgm:txLinClrLst/>
    <dgm:txFillClrLst meth="repeat">
      <a:schemeClr val="dk1"/>
    </dgm:txFillClrLst>
    <dgm:txEffectClrLst/>
  </dgm:styleLbl>
  <dgm:styleLbl name="fgAcc4">
    <dgm:fillClrLst meth="repeat">
      <a:schemeClr val="lt2">
        <a:alpha val="90000"/>
      </a:schemeClr>
    </dgm:fillClrLst>
    <dgm:linClrLst meth="repeat">
      <a:schemeClr val="dk2"/>
    </dgm:linClrLst>
    <dgm:effectClrLst/>
    <dgm:txLinClrLst/>
    <dgm:txFillClrLst meth="repeat">
      <a:schemeClr val="dk1"/>
    </dgm:txFillClrLst>
    <dgm:txEffectClrLst/>
  </dgm:styleLbl>
  <dgm:styleLbl name="bgShp">
    <dgm:fillClrLst meth="repeat">
      <a:schemeClr val="bg1">
        <a:lumMod val="95000"/>
      </a:schemeClr>
    </dgm:fillClrLst>
    <dgm:linClrLst meth="repeat">
      <a:schemeClr val="dk2"/>
    </dgm:linClrLst>
    <dgm:effectClrLst/>
    <dgm:txLinClrLst/>
    <dgm:txFillClrLst meth="repeat">
      <a:schemeClr val="dk1"/>
    </dgm:txFillClrLst>
    <dgm:txEffectClrLst/>
  </dgm:styleLbl>
  <dgm:styleLbl name="dkBgShp">
    <dgm:fillClrLst meth="repeat">
      <a:schemeClr val="dk2">
        <a:shade val="80000"/>
      </a:schemeClr>
    </dgm:fillClrLst>
    <dgm:linClrLst meth="repeat">
      <a:schemeClr val="dk2"/>
    </dgm:linClrLst>
    <dgm:effectClrLst/>
    <dgm:txLinClrLst/>
    <dgm:txFillClrLst meth="repeat">
      <a:schemeClr val="lt1"/>
    </dgm:txFillClrLst>
    <dgm:txEffectClrLst/>
  </dgm:styleLbl>
  <dgm:styleLbl name="trBgShp">
    <dgm:fillClrLst meth="repeat">
      <a:schemeClr val="dk2">
        <a:tint val="50000"/>
        <a:alpha val="40000"/>
      </a:schemeClr>
    </dgm:fillClrLst>
    <dgm:linClrLst meth="repeat">
      <a:schemeClr val="dk2"/>
    </dgm:linClrLst>
    <dgm:effectClrLst/>
    <dgm:txLinClrLst/>
    <dgm:txFillClrLst meth="repeat">
      <a:schemeClr val="lt1"/>
    </dgm:txFillClrLst>
    <dgm:txEffectClrLst/>
  </dgm:styleLbl>
  <dgm:styleLbl name="fgShp">
    <dgm:fillClrLst meth="repeat">
      <a:schemeClr val="dk2">
        <a:tint val="60000"/>
      </a:schemeClr>
    </dgm:fillClrLst>
    <dgm:linClrLst meth="repeat">
      <a:schemeClr val="lt2"/>
    </dgm:linClrLst>
    <dgm:effectClrLst/>
    <dgm:txLinClrLst/>
    <dgm:txFillClrLst meth="repeat">
      <a:schemeClr val="dk1"/>
    </dgm:txFillClrLst>
    <dgm:txEffectClrLst/>
  </dgm:styleLbl>
  <dgm:styleLbl name="revTx">
    <dgm:fillClrLst meth="repeat">
      <a:schemeClr val="lt2">
        <a:alpha val="0"/>
      </a:schemeClr>
    </dgm:fillClrLst>
    <dgm:linClrLst meth="repeat">
      <a:schemeClr val="dk1">
        <a:alpha val="0"/>
      </a:schemeClr>
    </dgm:linClrLst>
    <dgm:effectClrLst/>
    <dgm:txLinClrLst/>
    <dgm:txFillClrLst meth="repeat">
      <a:schemeClr val="tx1"/>
    </dgm:txFillClrLst>
    <dgm:txEffectClrLst/>
  </dgm:styleLbl>
</dgm:colorsDef>
</file>

<file path=ppt/diagrams/colors111.xml><?xml version="1.0" encoding="utf-8"?>
<dgm:colorsDef xmlns:dgm="http://schemas.openxmlformats.org/drawingml/2006/diagram" xmlns:a="http://schemas.openxmlformats.org/drawingml/2006/main" uniqueId="urn:microsoft.com/office/officeart/2018/5/colors/Iconchunking_neutralbg_colorful1">
  <dgm:title val=""/>
  <dgm:desc val=""/>
  <dgm:catLst>
    <dgm:cat type="colorful" pri="10100"/>
  </dgm:catLst>
  <dgm:styleLbl name="node0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node1">
    <dgm:fillClrLst meth="repeat">
      <a:schemeClr val="accent2"/>
      <a:schemeClr val="accent3"/>
      <a:schemeClr val="accent4"/>
      <a:schemeClr val="accent5"/>
      <a:schemeClr val="accent6"/>
    </dgm:fillClrLst>
    <dgm:linClrLst meth="repeat">
      <a:schemeClr val="lt1">
        <a:alpha val="0"/>
      </a:schemeClr>
    </dgm:linClrLst>
    <dgm:effectClrLst/>
    <dgm:txLinClrLst/>
    <dgm:txFillClrLst/>
    <dgm:txEffectClrLst/>
  </dgm:styleLbl>
  <dgm:styleLbl name="alignNode1">
    <dgm:fillClrLst meth="repeat">
      <a:schemeClr val="accent2"/>
      <a:schemeClr val="accent3"/>
      <a:schemeClr val="accent4"/>
      <a:schemeClr val="accent5"/>
      <a:schemeClr val="accent6"/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/>
    <dgm:txEffectClrLst/>
  </dgm:styleLbl>
  <dgm:styleLbl name="lnNode1">
    <dgm:fillClrLst meth="repeat">
      <a:schemeClr val="accent2"/>
      <a:schemeClr val="accent3"/>
      <a:schemeClr val="accent4"/>
      <a:schemeClr val="accent5"/>
      <a:schemeClr val="accent6"/>
    </dgm:fillClrLst>
    <dgm:linClrLst meth="repeat">
      <a:schemeClr val="lt1"/>
    </dgm:linClrLst>
    <dgm:effectClrLst/>
    <dgm:txLinClrLst/>
    <dgm:txFillClrLst/>
    <dgm:txEffectClrLst/>
  </dgm:styleLbl>
  <dgm:styleLbl name="vennNode1">
    <dgm:fillClrLst meth="repeat">
      <a:schemeClr val="accent2">
        <a:alpha val="50000"/>
      </a:schemeClr>
      <a:schemeClr val="accent3">
        <a:alpha val="50000"/>
      </a:schemeClr>
      <a:schemeClr val="accent4">
        <a:alpha val="50000"/>
      </a:schemeClr>
      <a:schemeClr val="accent5">
        <a:alpha val="50000"/>
      </a:schemeClr>
      <a:schemeClr val="accent6">
        <a:alpha val="50000"/>
      </a:schemeClr>
    </dgm:fillClrLst>
    <dgm:linClrLst meth="repeat">
      <a:schemeClr val="lt1"/>
    </dgm:linClrLst>
    <dgm:effectClrLst/>
    <dgm:txLinClrLst/>
    <dgm:txFillClrLst/>
    <dgm:txEffectClrLst/>
  </dgm:styleLbl>
  <dgm:styleLbl name="node2">
    <dgm:fillClrLst>
      <a:schemeClr val="accent2"/>
    </dgm:fillClrLst>
    <dgm:linClrLst meth="repeat">
      <a:schemeClr val="lt1"/>
    </dgm:linClrLst>
    <dgm:effectClrLst/>
    <dgm:txLinClrLst/>
    <dgm:txFillClrLst/>
    <dgm:txEffectClrLst/>
  </dgm:styleLbl>
  <dgm:styleLbl name="node3">
    <dgm:fillClrLst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node4">
    <dgm:fillClrLst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fgImgPlace1">
    <dgm:fillClrLst meth="repeat">
      <a:schemeClr val="accent2">
        <a:tint val="50000"/>
      </a:schemeClr>
      <a:schemeClr val="accent3">
        <a:tint val="50000"/>
      </a:schemeClr>
      <a:schemeClr val="accent4">
        <a:tint val="50000"/>
      </a:schemeClr>
      <a:schemeClr val="accent5">
        <a:tint val="50000"/>
      </a:schemeClr>
      <a:schemeClr val="accent6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alignImgPlace1">
    <dgm:fillClrLst>
      <a:schemeClr val="accent1">
        <a:tint val="50000"/>
      </a:schemeClr>
      <a:schemeClr val="accent2">
        <a:tint val="2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bgImgPlace1">
    <dgm:fillClrLst>
      <a:schemeClr val="accent1">
        <a:tint val="50000"/>
      </a:schemeClr>
      <a:schemeClr val="accent2">
        <a:tint val="2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sibTrans2D1">
    <dgm:fillClrLst meth="repeat">
      <a:schemeClr val="accent2"/>
      <a:schemeClr val="accent3"/>
      <a:schemeClr val="accent4"/>
      <a:schemeClr val="accent5"/>
      <a:schemeClr val="accent6"/>
    </dgm:fillClrLst>
    <dgm:linClrLst meth="cycle">
      <a:schemeClr val="lt1"/>
    </dgm:linClrLst>
    <dgm:effectClrLst/>
    <dgm:txLinClrLst/>
    <dgm:txFillClrLst/>
    <dgm:txEffectClrLst/>
  </dgm:styleLbl>
  <dgm:styleLbl name="fgSibTrans2D1">
    <dgm:fillClrLst meth="repeat">
      <a:schemeClr val="accent2"/>
      <a:schemeClr val="accent3"/>
      <a:schemeClr val="accent4"/>
      <a:schemeClr val="accent5"/>
      <a:schemeClr val="accent6"/>
    </dgm:fillClrLst>
    <dgm:linClrLst meth="cycle">
      <a:schemeClr val="lt1"/>
    </dgm:linClrLst>
    <dgm:effectClrLst/>
    <dgm:txLinClrLst/>
    <dgm:txFillClrLst meth="repeat">
      <a:schemeClr val="lt1"/>
    </dgm:txFillClrLst>
    <dgm:txEffectClrLst/>
  </dgm:styleLbl>
  <dgm:styleLbl name="bgSibTrans2D1">
    <dgm:fillClrLst meth="repeat">
      <a:schemeClr val="accent2"/>
      <a:schemeClr val="accent3"/>
      <a:schemeClr val="accent4"/>
      <a:schemeClr val="accent5"/>
      <a:schemeClr val="accent6"/>
    </dgm:fillClrLst>
    <dgm:linClrLst meth="cycle">
      <a:schemeClr val="lt1"/>
    </dgm:linClrLst>
    <dgm:effectClrLst/>
    <dgm:txLinClrLst/>
    <dgm:txFillClrLst meth="repeat">
      <a:schemeClr val="lt1"/>
    </dgm:txFillClrLst>
    <dgm:txEffectClrLst/>
  </dgm:styleLbl>
  <dgm:styleLbl name="sibTrans1D1">
    <dgm:fillClrLst meth="repeat">
      <a:schemeClr val="accent2"/>
      <a:schemeClr val="accent3"/>
      <a:schemeClr val="accent4"/>
      <a:schemeClr val="accent5"/>
      <a:schemeClr val="accent6"/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tx1"/>
    </dgm:txFillClrLst>
    <dgm:txEffectClrLst/>
  </dgm:styleLbl>
  <dgm:styleLbl name="callout">
    <dgm:fillClrLst meth="repeat">
      <a:schemeClr val="accent2"/>
    </dgm:fillClrLst>
    <dgm:linClrLst meth="repeat">
      <a:schemeClr val="accent2">
        <a:tint val="50000"/>
      </a:schemeClr>
    </dgm:linClrLst>
    <dgm:effectClrLst/>
    <dgm:txLinClrLst/>
    <dgm:txFillClrLst meth="repeat">
      <a:schemeClr val="tx1"/>
    </dgm:txFillClrLst>
    <dgm:txEffectClrLst/>
  </dgm:styleLbl>
  <dgm:styleLbl name="asst0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sst1">
    <dgm:fillClrLst meth="repeat">
      <a:schemeClr val="accent2"/>
    </dgm:fillClrLst>
    <dgm:linClrLst meth="repeat">
      <a:schemeClr val="lt1"/>
    </dgm:linClrLst>
    <dgm:effectClrLst/>
    <dgm:txLinClrLst/>
    <dgm:txFillClrLst/>
    <dgm:txEffectClrLst/>
  </dgm:styleLbl>
  <dgm:styleLbl name="asst2">
    <dgm:fillClrLst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asst3">
    <dgm:fillClrLst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asst4">
    <dgm:fillClrLst>
      <a:schemeClr val="accent5"/>
    </dgm:fillClrLst>
    <dgm:linClrLst meth="repeat">
      <a:schemeClr val="lt1"/>
    </dgm:linClrLst>
    <dgm:effectClrLst/>
    <dgm:txLinClrLst/>
    <dgm:txFillClrLst/>
    <dgm:txEffectClrLst/>
  </dgm:styleLbl>
  <dgm:styleLbl name="parChTrans2D1">
    <dgm:fillClrLst meth="repeat">
      <a:schemeClr val="accent2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parChTrans2D2">
    <dgm:fillClrLst meth="repeat"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parChTrans2D3">
    <dgm:fillClrLst meth="repeat"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parChTrans2D4">
    <dgm:fillClrLst meth="repeat">
      <a:schemeClr val="accent5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parChTrans1D1">
    <dgm:fillClrLst meth="repeat">
      <a:schemeClr val="accent2"/>
    </dgm:fillClrLst>
    <dgm:linClrLst meth="repeat">
      <a:schemeClr val="accent1"/>
    </dgm:linClrLst>
    <dgm:effectClrLst/>
    <dgm:txLinClrLst/>
    <dgm:txFillClrLst meth="repeat">
      <a:schemeClr val="tx1"/>
    </dgm:txFillClrLst>
    <dgm:txEffectClrLst/>
  </dgm:styleLbl>
  <dgm:styleLbl name="parChTrans1D2">
    <dgm:fillClrLst meth="repeat">
      <a:schemeClr val="accent3">
        <a:tint val="90000"/>
      </a:schemeClr>
    </dgm:fillClrLst>
    <dgm:linClrLst meth="repeat">
      <a:schemeClr val="accent2"/>
    </dgm:linClrLst>
    <dgm:effectClrLst/>
    <dgm:txLinClrLst/>
    <dgm:txFillClrLst meth="repeat">
      <a:schemeClr val="tx1"/>
    </dgm:txFillClrLst>
    <dgm:txEffectClrLst/>
  </dgm:styleLbl>
  <dgm:styleLbl name="parChTrans1D3">
    <dgm:fillClrLst meth="repeat">
      <a:schemeClr val="accent4">
        <a:tint val="70000"/>
      </a:schemeClr>
    </dgm:fillClrLst>
    <dgm:linClrLst meth="repeat">
      <a:schemeClr val="accent3"/>
    </dgm:linClrLst>
    <dgm:effectClrLst/>
    <dgm:txLinClrLst/>
    <dgm:txFillClrLst meth="repeat">
      <a:schemeClr val="tx1"/>
    </dgm:txFillClrLst>
    <dgm:txEffectClrLst/>
  </dgm:styleLbl>
  <dgm:styleLbl name="parChTrans1D4">
    <dgm:fillClrLst meth="repeat">
      <a:schemeClr val="accent5">
        <a:tint val="50000"/>
      </a:schemeClr>
    </dgm:fillClrLst>
    <dgm:linClrLst meth="repeat">
      <a:schemeClr val="accent4"/>
    </dgm:linClrLst>
    <dgm:effectClrLst/>
    <dgm:txLinClrLst/>
    <dgm:txFillClrLst meth="repeat">
      <a:schemeClr val="tx1"/>
    </dgm:txFillClrLst>
    <dgm:txEffectClrLst/>
  </dgm:styleLbl>
  <dgm:styleLbl name="fgAcc1">
    <dgm:fillClrLst meth="repeat">
      <a:schemeClr val="lt1">
        <a:alpha val="90000"/>
      </a:schemeClr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conFgAcc1">
    <dgm:fillClrLst meth="repeat">
      <a:schemeClr val="lt1">
        <a:alpha val="90000"/>
      </a:schemeClr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alignAcc1">
    <dgm:fillClrLst meth="repeat">
      <a:schemeClr val="lt1">
        <a:alpha val="90000"/>
      </a:schemeClr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trAlignAcc1">
    <dgm:fillClrLst meth="repeat">
      <a:schemeClr val="lt1">
        <a:alpha val="4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bgAcc1">
    <dgm:fillClrLst meth="repeat">
      <a:schemeClr val="lt1">
        <a:alpha val="90000"/>
      </a:schemeClr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solidFgAcc1">
    <dgm:fillClrLst meth="repeat">
      <a:schemeClr val="lt1"/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solidAlignAcc1">
    <dgm:fillClrLst meth="repeat">
      <a:schemeClr val="lt1"/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solidBgAcc1">
    <dgm:fillClrLst meth="repeat">
      <a:schemeClr val="lt1"/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fgAccFollowNode1">
    <dgm:fillClrLst meth="repeat">
      <a:schemeClr val="accent2">
        <a:tint val="40000"/>
        <a:alpha val="90000"/>
      </a:schemeClr>
      <a:schemeClr val="accent3">
        <a:tint val="40000"/>
        <a:alpha val="90000"/>
      </a:schemeClr>
      <a:schemeClr val="accent4">
        <a:tint val="40000"/>
        <a:alpha val="90000"/>
      </a:schemeClr>
      <a:schemeClr val="accent5">
        <a:tint val="40000"/>
        <a:alpha val="90000"/>
      </a:schemeClr>
      <a:schemeClr val="accent6">
        <a:tint val="40000"/>
        <a:alpha val="90000"/>
      </a:schemeClr>
    </dgm:fillClrLst>
    <dgm:linClrLst meth="repeat">
      <a:schemeClr val="accent2">
        <a:tint val="40000"/>
        <a:alpha val="90000"/>
      </a:schemeClr>
      <a:schemeClr val="accent3">
        <a:tint val="40000"/>
        <a:alpha val="90000"/>
      </a:schemeClr>
      <a:schemeClr val="accent4">
        <a:tint val="40000"/>
        <a:alpha val="90000"/>
      </a:schemeClr>
      <a:schemeClr val="accent5">
        <a:tint val="40000"/>
        <a:alpha val="90000"/>
      </a:schemeClr>
      <a:schemeClr val="accent6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alignAccFollowNode1">
    <dgm:fillClrLst meth="repeat">
      <a:schemeClr val="accent2">
        <a:tint val="40000"/>
        <a:alpha val="90000"/>
      </a:schemeClr>
      <a:schemeClr val="accent3">
        <a:tint val="40000"/>
        <a:alpha val="90000"/>
      </a:schemeClr>
      <a:schemeClr val="accent4">
        <a:tint val="40000"/>
        <a:alpha val="90000"/>
      </a:schemeClr>
      <a:schemeClr val="accent5">
        <a:tint val="40000"/>
        <a:alpha val="90000"/>
      </a:schemeClr>
      <a:schemeClr val="accent6">
        <a:tint val="40000"/>
        <a:alpha val="90000"/>
      </a:schemeClr>
    </dgm:fillClrLst>
    <dgm:linClrLst meth="repeat">
      <a:schemeClr val="accent2">
        <a:tint val="40000"/>
        <a:alpha val="90000"/>
      </a:schemeClr>
      <a:schemeClr val="accent3">
        <a:tint val="40000"/>
        <a:alpha val="90000"/>
      </a:schemeClr>
      <a:schemeClr val="accent4">
        <a:tint val="40000"/>
        <a:alpha val="90000"/>
      </a:schemeClr>
      <a:schemeClr val="accent5">
        <a:tint val="40000"/>
        <a:alpha val="90000"/>
      </a:schemeClr>
      <a:schemeClr val="accent6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bgAccFollowNode1">
    <dgm:fillClrLst meth="repeat">
      <a:schemeClr val="accent2">
        <a:tint val="40000"/>
        <a:alpha val="90000"/>
      </a:schemeClr>
      <a:schemeClr val="accent3">
        <a:tint val="40000"/>
        <a:alpha val="90000"/>
      </a:schemeClr>
      <a:schemeClr val="accent4">
        <a:tint val="40000"/>
        <a:alpha val="90000"/>
      </a:schemeClr>
      <a:schemeClr val="accent5">
        <a:tint val="40000"/>
        <a:alpha val="90000"/>
      </a:schemeClr>
      <a:schemeClr val="accent6">
        <a:tint val="40000"/>
        <a:alpha val="90000"/>
      </a:schemeClr>
    </dgm:fillClrLst>
    <dgm:linClrLst meth="repeat">
      <a:schemeClr val="accent2">
        <a:tint val="40000"/>
        <a:alpha val="90000"/>
      </a:schemeClr>
      <a:schemeClr val="accent3">
        <a:tint val="40000"/>
        <a:alpha val="90000"/>
      </a:schemeClr>
      <a:schemeClr val="accent4">
        <a:tint val="40000"/>
        <a:alpha val="90000"/>
      </a:schemeClr>
      <a:schemeClr val="accent5">
        <a:tint val="40000"/>
        <a:alpha val="90000"/>
      </a:schemeClr>
      <a:schemeClr val="accent6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fgAcc0">
    <dgm:fillClrLst meth="repeat">
      <a:schemeClr val="lt1">
        <a:alpha val="90000"/>
      </a:schemeClr>
    </dgm:fillClrLst>
    <dgm:linClrLst>
      <a:schemeClr val="accent1"/>
    </dgm:linClrLst>
    <dgm:effectClrLst/>
    <dgm:txLinClrLst/>
    <dgm:txFillClrLst meth="repeat">
      <a:schemeClr val="dk1"/>
    </dgm:txFillClrLst>
    <dgm:txEffectClrLst/>
  </dgm:styleLbl>
  <dgm:styleLbl name="fgAcc2">
    <dgm:fillClrLst meth="repeat">
      <a:schemeClr val="lt1">
        <a:alpha val="90000"/>
      </a:schemeClr>
    </dgm:fillClrLst>
    <dgm:linClrLst>
      <a:schemeClr val="accent2"/>
    </dgm:linClrLst>
    <dgm:effectClrLst/>
    <dgm:txLinClrLst/>
    <dgm:txFillClrLst meth="repeat">
      <a:schemeClr val="dk1"/>
    </dgm:txFillClrLst>
    <dgm:txEffectClrLst/>
  </dgm:styleLbl>
  <dgm:styleLbl name="fgAcc3">
    <dgm:fillClrLst meth="repeat">
      <a:schemeClr val="lt1">
        <a:alpha val="90000"/>
      </a:schemeClr>
    </dgm:fillClrLst>
    <dgm:linClrLst>
      <a:schemeClr val="accent3"/>
    </dgm:linClrLst>
    <dgm:effectClrLst/>
    <dgm:txLinClrLst/>
    <dgm:txFillClrLst meth="repeat">
      <a:schemeClr val="dk1"/>
    </dgm:txFillClrLst>
    <dgm:txEffectClrLst/>
  </dgm:styleLbl>
  <dgm:styleLbl name="fgAcc4">
    <dgm:fillClrLst meth="repeat">
      <a:schemeClr val="lt1">
        <a:alpha val="90000"/>
      </a:schemeClr>
    </dgm:fillClrLst>
    <dgm:linClrLst>
      <a:schemeClr val="accent4"/>
    </dgm:linClrLst>
    <dgm:effectClrLst/>
    <dgm:txLinClrLst/>
    <dgm:txFillClrLst meth="repeat">
      <a:schemeClr val="dk1"/>
    </dgm:txFillClrLst>
    <dgm:txEffectClrLst/>
  </dgm:styleLbl>
  <dgm:styleLbl name="bgShp">
    <dgm:fillClrLst meth="repeat">
      <a:schemeClr val="bg1">
        <a:lumMod val="95000"/>
      </a:schemeClr>
    </dgm:fillClrLst>
    <dgm:linClrLst meth="repeat">
      <a:schemeClr val="dk1"/>
    </dgm:linClrLst>
    <dgm:effectClrLst/>
    <dgm:txLinClrLst/>
    <dgm:txFillClrLst meth="repeat">
      <a:schemeClr val="dk1"/>
    </dgm:txFillClrLst>
    <dgm:txEffectClrLst/>
  </dgm:styleLbl>
  <dgm:styleLbl name="dkBgShp">
    <dgm:fillClrLst meth="repeat">
      <a:schemeClr val="accent2">
        <a:shade val="90000"/>
      </a:schemeClr>
    </dgm:fillClrLst>
    <dgm:linClrLst meth="repeat">
      <a:schemeClr val="dk1"/>
    </dgm:linClrLst>
    <dgm:effectClrLst/>
    <dgm:txLinClrLst/>
    <dgm:txFillClrLst meth="repeat">
      <a:schemeClr val="lt1"/>
    </dgm:txFillClrLst>
    <dgm:txEffectClrLst/>
  </dgm:styleLbl>
  <dgm:styleLbl name="trBgShp">
    <dgm:fillClrLst meth="repeat">
      <a:schemeClr val="accent1">
        <a:tint val="50000"/>
        <a:alpha val="40000"/>
      </a:schemeClr>
    </dgm:fillClrLst>
    <dgm:linClrLst meth="repeat">
      <a:schemeClr val="accent2"/>
    </dgm:linClrLst>
    <dgm:effectClrLst/>
    <dgm:txLinClrLst/>
    <dgm:txFillClrLst meth="repeat">
      <a:schemeClr val="lt1"/>
    </dgm:txFillClrLst>
    <dgm:txEffectClrLst/>
  </dgm:styleLbl>
  <dgm:styleLbl name="fgShp">
    <dgm:fillClrLst meth="repeat">
      <a:schemeClr val="accent2">
        <a:tint val="40000"/>
      </a:schemeClr>
    </dgm:fillClrLst>
    <dgm:linClrLst meth="repeat">
      <a:schemeClr val="lt1"/>
    </dgm:linClrLst>
    <dgm:effectClrLst/>
    <dgm:txLinClrLst/>
    <dgm:txFillClrLst meth="repeat">
      <a:schemeClr val="dk1"/>
    </dgm:txFillClrLst>
    <dgm:txEffectClrLst/>
  </dgm:styleLbl>
  <dgm:styleLbl name="revTx">
    <dgm:fillClrLst meth="repeat">
      <a:schemeClr val="lt1">
        <a:alpha val="0"/>
      </a:schemeClr>
    </dgm:fillClrLst>
    <dgm:linClrLst meth="repeat">
      <a:schemeClr val="dk1">
        <a:alpha val="0"/>
      </a:schemeClr>
    </dgm:linClrLst>
    <dgm:effectClrLst/>
    <dgm:txLinClrLst/>
    <dgm:txFillClrLst meth="repeat">
      <a:schemeClr val="tx1"/>
    </dgm:txFillClrLst>
    <dgm:txEffectClrLst/>
  </dgm:styleLbl>
</dgm:colorsDef>
</file>

<file path=ppt/diagrams/data1.xml><?xml version="1.0" encoding="utf-8"?>
<dgm:dataModel xmlns:dgm="http://schemas.openxmlformats.org/drawingml/2006/diagram" xmlns:a="http://schemas.openxmlformats.org/drawingml/2006/main">
  <dgm:ptLst>
    <dgm:pt modelId="{A133FCAE-E73A-4F6E-AAE2-9B409B02E4EB}" type="doc">
      <dgm:prSet loTypeId="urn:microsoft.com/office/officeart/2018/2/layout/IconVerticalSolidList" loCatId="icon" qsTypeId="urn:microsoft.com/office/officeart/2005/8/quickstyle/simple1" qsCatId="simple" csTypeId="urn:microsoft.com/office/officeart/2018/5/colors/Iconchunking_neutralbg_colorful1" csCatId="colorful" phldr="1"/>
      <dgm:spPr/>
      <dgm:t>
        <a:bodyPr/>
        <a:lstStyle/>
        <a:p>
          <a:endParaRPr lang="en-US"/>
        </a:p>
      </dgm:t>
    </dgm:pt>
    <dgm:pt modelId="{90E7B55B-2F54-4B65-A7B8-F4AF9093BE76}">
      <dgm:prSet/>
      <dgm:spPr/>
      <dgm:t>
        <a:bodyPr/>
        <a:lstStyle/>
        <a:p>
          <a:pPr>
            <a:lnSpc>
              <a:spcPct val="100000"/>
            </a:lnSpc>
          </a:pPr>
          <a:r>
            <a:rPr lang="tr-TR"/>
            <a:t>Introduction</a:t>
          </a:r>
          <a:endParaRPr lang="en-US" dirty="0"/>
        </a:p>
      </dgm:t>
    </dgm:pt>
    <dgm:pt modelId="{3926BED1-B57E-4382-97C4-298EDA5F4173}" type="parTrans" cxnId="{876FCFA0-105C-4B0E-A093-231CBC42928A}">
      <dgm:prSet/>
      <dgm:spPr/>
      <dgm:t>
        <a:bodyPr/>
        <a:lstStyle/>
        <a:p>
          <a:endParaRPr lang="en-US"/>
        </a:p>
      </dgm:t>
    </dgm:pt>
    <dgm:pt modelId="{517D497B-61E3-43CE-BF3A-370F6596D438}" type="sibTrans" cxnId="{876FCFA0-105C-4B0E-A093-231CBC42928A}">
      <dgm:prSet/>
      <dgm:spPr/>
      <dgm:t>
        <a:bodyPr/>
        <a:lstStyle/>
        <a:p>
          <a:endParaRPr lang="en-US"/>
        </a:p>
      </dgm:t>
    </dgm:pt>
    <dgm:pt modelId="{8E7782D7-80F6-4BA3-9B8A-2EC91E772ACE}">
      <dgm:prSet/>
      <dgm:spPr/>
      <dgm:t>
        <a:bodyPr/>
        <a:lstStyle/>
        <a:p>
          <a:pPr>
            <a:lnSpc>
              <a:spcPct val="100000"/>
            </a:lnSpc>
          </a:pPr>
          <a:r>
            <a:rPr lang="tr-TR" dirty="0"/>
            <a:t>Transactions in Detail</a:t>
          </a:r>
          <a:endParaRPr lang="en-US" dirty="0"/>
        </a:p>
      </dgm:t>
    </dgm:pt>
    <dgm:pt modelId="{954B563A-FDB8-43A4-9E7B-D7FC6E4AC68E}" type="sibTrans" cxnId="{5008B347-A9D2-4032-9E8E-581E057B6423}">
      <dgm:prSet/>
      <dgm:spPr/>
      <dgm:t>
        <a:bodyPr/>
        <a:lstStyle/>
        <a:p>
          <a:endParaRPr lang="en-US"/>
        </a:p>
      </dgm:t>
    </dgm:pt>
    <dgm:pt modelId="{62F88E30-85D7-49F1-9928-AF43E76E1741}" type="parTrans" cxnId="{5008B347-A9D2-4032-9E8E-581E057B6423}">
      <dgm:prSet/>
      <dgm:spPr/>
      <dgm:t>
        <a:bodyPr/>
        <a:lstStyle/>
        <a:p>
          <a:endParaRPr lang="en-US"/>
        </a:p>
      </dgm:t>
    </dgm:pt>
    <dgm:pt modelId="{5EFDBDF5-FD88-47E7-A9D7-308E81996C83}">
      <dgm:prSet/>
      <dgm:spPr/>
      <dgm:t>
        <a:bodyPr/>
        <a:lstStyle/>
        <a:p>
          <a:pPr>
            <a:lnSpc>
              <a:spcPct val="100000"/>
            </a:lnSpc>
          </a:pPr>
          <a:r>
            <a:rPr lang="tr-TR" dirty="0"/>
            <a:t>Transaction Outputs &amp; Inputs</a:t>
          </a:r>
          <a:endParaRPr lang="en-US" dirty="0"/>
        </a:p>
      </dgm:t>
    </dgm:pt>
    <dgm:pt modelId="{02D11D57-D9E8-487B-9881-5DBACBA1A071}" type="sibTrans" cxnId="{100B39A7-D316-417C-8459-7AE4FEDD7820}">
      <dgm:prSet/>
      <dgm:spPr/>
      <dgm:t>
        <a:bodyPr/>
        <a:lstStyle/>
        <a:p>
          <a:endParaRPr lang="tr-TR"/>
        </a:p>
      </dgm:t>
    </dgm:pt>
    <dgm:pt modelId="{914E99E2-214C-40B9-87B3-AF198DD39783}" type="parTrans" cxnId="{100B39A7-D316-417C-8459-7AE4FEDD7820}">
      <dgm:prSet/>
      <dgm:spPr/>
      <dgm:t>
        <a:bodyPr/>
        <a:lstStyle/>
        <a:p>
          <a:endParaRPr lang="tr-TR"/>
        </a:p>
      </dgm:t>
    </dgm:pt>
    <dgm:pt modelId="{A51EB7A2-D6E3-42C0-9B04-DB512F70AE1E}">
      <dgm:prSet/>
      <dgm:spPr/>
      <dgm:t>
        <a:bodyPr/>
        <a:lstStyle/>
        <a:p>
          <a:pPr>
            <a:lnSpc>
              <a:spcPct val="100000"/>
            </a:lnSpc>
          </a:pPr>
          <a:r>
            <a:rPr lang="tr-TR" dirty="0"/>
            <a:t>Transaction Script &amp; Script Language</a:t>
          </a:r>
          <a:endParaRPr lang="en-US" dirty="0"/>
        </a:p>
      </dgm:t>
    </dgm:pt>
    <dgm:pt modelId="{03ACDBE9-62FB-4743-AE76-691B30B0510B}" type="sibTrans" cxnId="{480524B8-A128-489D-A3E5-ED30F2DEBB4C}">
      <dgm:prSet/>
      <dgm:spPr/>
      <dgm:t>
        <a:bodyPr/>
        <a:lstStyle/>
        <a:p>
          <a:endParaRPr lang="tr-TR"/>
        </a:p>
      </dgm:t>
    </dgm:pt>
    <dgm:pt modelId="{225214F3-AA60-4DA8-9B14-F93E0B2D5AB5}" type="parTrans" cxnId="{480524B8-A128-489D-A3E5-ED30F2DEBB4C}">
      <dgm:prSet/>
      <dgm:spPr/>
      <dgm:t>
        <a:bodyPr/>
        <a:lstStyle/>
        <a:p>
          <a:endParaRPr lang="tr-TR"/>
        </a:p>
      </dgm:t>
    </dgm:pt>
    <dgm:pt modelId="{5FFB13DA-0D6B-4C92-8915-23B57EC7A5A7}">
      <dgm:prSet/>
      <dgm:spPr/>
      <dgm:t>
        <a:bodyPr/>
        <a:lstStyle/>
        <a:p>
          <a:pPr>
            <a:lnSpc>
              <a:spcPct val="100000"/>
            </a:lnSpc>
          </a:pPr>
          <a:r>
            <a:rPr lang="tr-TR" dirty="0"/>
            <a:t>Digital Signatures</a:t>
          </a:r>
          <a:endParaRPr lang="en-US" dirty="0"/>
        </a:p>
      </dgm:t>
    </dgm:pt>
    <dgm:pt modelId="{0C29D3D2-414C-4A31-8FB9-EE1AD8A123B0}" type="sibTrans" cxnId="{B0233E9B-A841-41C8-825E-D3966A91BD52}">
      <dgm:prSet/>
      <dgm:spPr/>
      <dgm:t>
        <a:bodyPr/>
        <a:lstStyle/>
        <a:p>
          <a:endParaRPr lang="tr-TR"/>
        </a:p>
      </dgm:t>
    </dgm:pt>
    <dgm:pt modelId="{63E9A7CD-50ED-455C-9BD7-DD45FD38A6A3}" type="parTrans" cxnId="{B0233E9B-A841-41C8-825E-D3966A91BD52}">
      <dgm:prSet/>
      <dgm:spPr/>
      <dgm:t>
        <a:bodyPr/>
        <a:lstStyle/>
        <a:p>
          <a:endParaRPr lang="tr-TR"/>
        </a:p>
      </dgm:t>
    </dgm:pt>
    <dgm:pt modelId="{AB24ED56-21C1-422A-B0E1-BE103859E5D6}">
      <dgm:prSet/>
      <dgm:spPr/>
      <dgm:t>
        <a:bodyPr/>
        <a:lstStyle/>
        <a:p>
          <a:pPr>
            <a:lnSpc>
              <a:spcPct val="100000"/>
            </a:lnSpc>
          </a:pPr>
          <a:r>
            <a:rPr lang="tr-TR" dirty="0"/>
            <a:t>Bitcoin Addresses, Balances, &amp; Other Abstractions</a:t>
          </a:r>
          <a:endParaRPr lang="en-US" dirty="0"/>
        </a:p>
      </dgm:t>
    </dgm:pt>
    <dgm:pt modelId="{9BD84A90-6861-49A0-9E36-4D66473A9121}" type="sibTrans" cxnId="{D17F9D71-6465-4E06-B2D5-250563BDB8AA}">
      <dgm:prSet/>
      <dgm:spPr/>
      <dgm:t>
        <a:bodyPr/>
        <a:lstStyle/>
        <a:p>
          <a:endParaRPr lang="tr-TR"/>
        </a:p>
      </dgm:t>
    </dgm:pt>
    <dgm:pt modelId="{524B5A30-97D9-4566-A734-EF07CF64FA84}" type="parTrans" cxnId="{D17F9D71-6465-4E06-B2D5-250563BDB8AA}">
      <dgm:prSet/>
      <dgm:spPr/>
      <dgm:t>
        <a:bodyPr/>
        <a:lstStyle/>
        <a:p>
          <a:endParaRPr lang="tr-TR"/>
        </a:p>
      </dgm:t>
    </dgm:pt>
    <dgm:pt modelId="{634AEC40-5F66-42B4-B08D-9647A3574201}" type="pres">
      <dgm:prSet presAssocID="{A133FCAE-E73A-4F6E-AAE2-9B409B02E4EB}" presName="root" presStyleCnt="0">
        <dgm:presLayoutVars>
          <dgm:dir/>
          <dgm:resizeHandles val="exact"/>
        </dgm:presLayoutVars>
      </dgm:prSet>
      <dgm:spPr/>
    </dgm:pt>
    <dgm:pt modelId="{349AF59F-AEDF-4F4B-AB2A-605F81B9E6A8}" type="pres">
      <dgm:prSet presAssocID="{90E7B55B-2F54-4B65-A7B8-F4AF9093BE76}" presName="compNode" presStyleCnt="0"/>
      <dgm:spPr/>
    </dgm:pt>
    <dgm:pt modelId="{3EF95C77-01E5-4DE9-8E85-D44BA32A551F}" type="pres">
      <dgm:prSet presAssocID="{90E7B55B-2F54-4B65-A7B8-F4AF9093BE76}" presName="bgRect" presStyleLbl="bgShp" presStyleIdx="0" presStyleCnt="6"/>
      <dgm:spPr/>
    </dgm:pt>
    <dgm:pt modelId="{9D0E9E10-0FE3-4866-A7A6-391A0FFE8B8B}" type="pres">
      <dgm:prSet presAssocID="{90E7B55B-2F54-4B65-A7B8-F4AF9093BE76}" presName="iconRect" presStyleLbl="node1" presStyleIdx="0" presStyleCnt="6"/>
      <dgm:spPr>
        <a:blipFill>
          <a:blip xmlns:r="http://schemas.openxmlformats.org/officeDocument/2006/relationships" r:embed="rId1" cstate="email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2"/>
              </a:ext>
            </a:extLst>
          </a:blip>
          <a:stretch>
            <a:fillRect/>
          </a:stretch>
        </a:blipFill>
        <a:ln>
          <a:noFill/>
        </a:ln>
      </dgm:spPr>
      <dgm:extLst>
        <a:ext uri="{E40237B7-FDA0-4F09-8148-C483321AD2D9}">
          <dgm14:cNvPr xmlns:dgm14="http://schemas.microsoft.com/office/drawing/2010/diagram" id="0" name="" descr="Teacher"/>
        </a:ext>
      </dgm:extLst>
    </dgm:pt>
    <dgm:pt modelId="{9DF39792-E83D-49EC-85FC-EE6212F6DC20}" type="pres">
      <dgm:prSet presAssocID="{90E7B55B-2F54-4B65-A7B8-F4AF9093BE76}" presName="spaceRect" presStyleCnt="0"/>
      <dgm:spPr/>
    </dgm:pt>
    <dgm:pt modelId="{BEBF1CD3-1C24-4829-B845-CCDEB4C789BA}" type="pres">
      <dgm:prSet presAssocID="{90E7B55B-2F54-4B65-A7B8-F4AF9093BE76}" presName="parTx" presStyleLbl="revTx" presStyleIdx="0" presStyleCnt="6">
        <dgm:presLayoutVars>
          <dgm:chMax val="0"/>
          <dgm:chPref val="0"/>
        </dgm:presLayoutVars>
      </dgm:prSet>
      <dgm:spPr/>
    </dgm:pt>
    <dgm:pt modelId="{B18949B0-53DC-4097-B449-29F271F5F4E7}" type="pres">
      <dgm:prSet presAssocID="{517D497B-61E3-43CE-BF3A-370F6596D438}" presName="sibTrans" presStyleCnt="0"/>
      <dgm:spPr/>
    </dgm:pt>
    <dgm:pt modelId="{326895FB-2427-4EEB-BAA3-EADD275E3BC4}" type="pres">
      <dgm:prSet presAssocID="{8E7782D7-80F6-4BA3-9B8A-2EC91E772ACE}" presName="compNode" presStyleCnt="0"/>
      <dgm:spPr/>
    </dgm:pt>
    <dgm:pt modelId="{F3875F47-3E06-418D-AE2F-EC885DCCAA04}" type="pres">
      <dgm:prSet presAssocID="{8E7782D7-80F6-4BA3-9B8A-2EC91E772ACE}" presName="bgRect" presStyleLbl="bgShp" presStyleIdx="1" presStyleCnt="6"/>
      <dgm:spPr/>
    </dgm:pt>
    <dgm:pt modelId="{AD0664E3-EF1D-483F-BAEA-18175EDCBE27}" type="pres">
      <dgm:prSet presAssocID="{8E7782D7-80F6-4BA3-9B8A-2EC91E772ACE}" presName="iconRect" presStyleLbl="node1" presStyleIdx="1" presStyleCnt="6"/>
      <dgm:spPr>
        <a:blipFill>
          <a:blip xmlns:r="http://schemas.openxmlformats.org/officeDocument/2006/relationships" r:embed="rId3" cstate="email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4"/>
              </a:ext>
            </a:extLst>
          </a:blip>
          <a:stretch>
            <a:fillRect/>
          </a:stretch>
        </a:blipFill>
        <a:ln>
          <a:noFill/>
        </a:ln>
      </dgm:spPr>
      <dgm:extLst>
        <a:ext uri="{E40237B7-FDA0-4F09-8148-C483321AD2D9}">
          <dgm14:cNvPr xmlns:dgm14="http://schemas.microsoft.com/office/drawing/2010/diagram" id="0" name="" descr="Register"/>
        </a:ext>
      </dgm:extLst>
    </dgm:pt>
    <dgm:pt modelId="{ECE4A917-876C-4D41-AE3A-B7879FFC2299}" type="pres">
      <dgm:prSet presAssocID="{8E7782D7-80F6-4BA3-9B8A-2EC91E772ACE}" presName="spaceRect" presStyleCnt="0"/>
      <dgm:spPr/>
    </dgm:pt>
    <dgm:pt modelId="{C066C7C8-F262-4F60-8D63-495C7A11F8B6}" type="pres">
      <dgm:prSet presAssocID="{8E7782D7-80F6-4BA3-9B8A-2EC91E772ACE}" presName="parTx" presStyleLbl="revTx" presStyleIdx="1" presStyleCnt="6">
        <dgm:presLayoutVars>
          <dgm:chMax val="0"/>
          <dgm:chPref val="0"/>
        </dgm:presLayoutVars>
      </dgm:prSet>
      <dgm:spPr/>
    </dgm:pt>
    <dgm:pt modelId="{383EE814-AED0-49A7-9BBD-C7714B6C6588}" type="pres">
      <dgm:prSet presAssocID="{954B563A-FDB8-43A4-9E7B-D7FC6E4AC68E}" presName="sibTrans" presStyleCnt="0"/>
      <dgm:spPr/>
    </dgm:pt>
    <dgm:pt modelId="{ACE40041-A1EC-4B35-A197-E85643753D7B}" type="pres">
      <dgm:prSet presAssocID="{5EFDBDF5-FD88-47E7-A9D7-308E81996C83}" presName="compNode" presStyleCnt="0"/>
      <dgm:spPr/>
    </dgm:pt>
    <dgm:pt modelId="{C8DE53F2-14FF-46DF-87D0-F380539666DC}" type="pres">
      <dgm:prSet presAssocID="{5EFDBDF5-FD88-47E7-A9D7-308E81996C83}" presName="bgRect" presStyleLbl="bgShp" presStyleIdx="2" presStyleCnt="6"/>
      <dgm:spPr/>
    </dgm:pt>
    <dgm:pt modelId="{9F795603-1749-4510-9902-DFDC0D60EF52}" type="pres">
      <dgm:prSet presAssocID="{5EFDBDF5-FD88-47E7-A9D7-308E81996C83}" presName="iconRect" presStyleLbl="node1" presStyleIdx="2" presStyleCnt="6"/>
      <dgm:spPr>
        <a:blipFill>
          <a:blip xmlns:r="http://schemas.openxmlformats.org/officeDocument/2006/relationships" r:embed="rId5" cstate="email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6"/>
              </a:ext>
            </a:extLst>
          </a:blip>
          <a:stretch>
            <a:fillRect/>
          </a:stretch>
        </a:blipFill>
        <a:ln>
          <a:noFill/>
        </a:ln>
      </dgm:spPr>
      <dgm:extLst>
        <a:ext uri="{E40237B7-FDA0-4F09-8148-C483321AD2D9}">
          <dgm14:cNvPr xmlns:dgm14="http://schemas.microsoft.com/office/drawing/2010/diagram" id="0" name="" descr="Coins"/>
        </a:ext>
      </dgm:extLst>
    </dgm:pt>
    <dgm:pt modelId="{E7C871BC-53F2-472E-8D02-0E13C016553A}" type="pres">
      <dgm:prSet presAssocID="{5EFDBDF5-FD88-47E7-A9D7-308E81996C83}" presName="spaceRect" presStyleCnt="0"/>
      <dgm:spPr/>
    </dgm:pt>
    <dgm:pt modelId="{1365FAAB-1223-4A70-84C1-BB0BBE3EE972}" type="pres">
      <dgm:prSet presAssocID="{5EFDBDF5-FD88-47E7-A9D7-308E81996C83}" presName="parTx" presStyleLbl="revTx" presStyleIdx="2" presStyleCnt="6">
        <dgm:presLayoutVars>
          <dgm:chMax val="0"/>
          <dgm:chPref val="0"/>
        </dgm:presLayoutVars>
      </dgm:prSet>
      <dgm:spPr/>
    </dgm:pt>
    <dgm:pt modelId="{72BAC66F-445E-4046-B882-2A0DA3ADAF16}" type="pres">
      <dgm:prSet presAssocID="{02D11D57-D9E8-487B-9881-5DBACBA1A071}" presName="sibTrans" presStyleCnt="0"/>
      <dgm:spPr/>
    </dgm:pt>
    <dgm:pt modelId="{F6DEA113-E652-4504-8775-4528A48B762D}" type="pres">
      <dgm:prSet presAssocID="{A51EB7A2-D6E3-42C0-9B04-DB512F70AE1E}" presName="compNode" presStyleCnt="0"/>
      <dgm:spPr/>
    </dgm:pt>
    <dgm:pt modelId="{C7B614EE-7177-48AD-BED6-2F1DE56F1629}" type="pres">
      <dgm:prSet presAssocID="{A51EB7A2-D6E3-42C0-9B04-DB512F70AE1E}" presName="bgRect" presStyleLbl="bgShp" presStyleIdx="3" presStyleCnt="6"/>
      <dgm:spPr/>
    </dgm:pt>
    <dgm:pt modelId="{60E0BD20-FD10-4C6F-ABDD-4AD35D2F142E}" type="pres">
      <dgm:prSet presAssocID="{A51EB7A2-D6E3-42C0-9B04-DB512F70AE1E}" presName="iconRect" presStyleLbl="node1" presStyleIdx="3" presStyleCnt="6"/>
      <dgm:spPr>
        <a:blipFill>
          <a:blip xmlns:r="http://schemas.openxmlformats.org/officeDocument/2006/relationships" r:embed="rId7" cstate="email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8"/>
              </a:ext>
            </a:extLst>
          </a:blip>
          <a:stretch>
            <a:fillRect/>
          </a:stretch>
        </a:blipFill>
        <a:ln>
          <a:noFill/>
        </a:ln>
      </dgm:spPr>
      <dgm:extLst>
        <a:ext uri="{E40237B7-FDA0-4F09-8148-C483321AD2D9}">
          <dgm14:cNvPr xmlns:dgm14="http://schemas.microsoft.com/office/drawing/2010/diagram" id="0" name="" descr="Document"/>
        </a:ext>
      </dgm:extLst>
    </dgm:pt>
    <dgm:pt modelId="{726BE534-C289-4F9E-B84A-2297AEA3FECB}" type="pres">
      <dgm:prSet presAssocID="{A51EB7A2-D6E3-42C0-9B04-DB512F70AE1E}" presName="spaceRect" presStyleCnt="0"/>
      <dgm:spPr/>
    </dgm:pt>
    <dgm:pt modelId="{01EF3132-59A8-4889-B497-B97432879378}" type="pres">
      <dgm:prSet presAssocID="{A51EB7A2-D6E3-42C0-9B04-DB512F70AE1E}" presName="parTx" presStyleLbl="revTx" presStyleIdx="3" presStyleCnt="6">
        <dgm:presLayoutVars>
          <dgm:chMax val="0"/>
          <dgm:chPref val="0"/>
        </dgm:presLayoutVars>
      </dgm:prSet>
      <dgm:spPr/>
    </dgm:pt>
    <dgm:pt modelId="{2B4690F4-6123-4482-A2C3-70AF4C640B8A}" type="pres">
      <dgm:prSet presAssocID="{03ACDBE9-62FB-4743-AE76-691B30B0510B}" presName="sibTrans" presStyleCnt="0"/>
      <dgm:spPr/>
    </dgm:pt>
    <dgm:pt modelId="{48574E39-6220-4D44-AF7A-3AC404018802}" type="pres">
      <dgm:prSet presAssocID="{5FFB13DA-0D6B-4C92-8915-23B57EC7A5A7}" presName="compNode" presStyleCnt="0"/>
      <dgm:spPr/>
    </dgm:pt>
    <dgm:pt modelId="{654D1AA6-7865-4E89-AF62-A57A014F5653}" type="pres">
      <dgm:prSet presAssocID="{5FFB13DA-0D6B-4C92-8915-23B57EC7A5A7}" presName="bgRect" presStyleLbl="bgShp" presStyleIdx="4" presStyleCnt="6"/>
      <dgm:spPr/>
    </dgm:pt>
    <dgm:pt modelId="{01BD3EFF-14E3-4170-B094-8C3571FF7894}" type="pres">
      <dgm:prSet presAssocID="{5FFB13DA-0D6B-4C92-8915-23B57EC7A5A7}" presName="iconRect" presStyleLbl="node1" presStyleIdx="4" presStyleCnt="6"/>
      <dgm:spPr>
        <a:blipFill>
          <a:blip xmlns:r="http://schemas.openxmlformats.org/officeDocument/2006/relationships" r:embed="rId9" cstate="email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10"/>
              </a:ext>
            </a:extLst>
          </a:blip>
          <a:stretch>
            <a:fillRect/>
          </a:stretch>
        </a:blipFill>
        <a:ln>
          <a:noFill/>
        </a:ln>
      </dgm:spPr>
      <dgm:extLst>
        <a:ext uri="{E40237B7-FDA0-4F09-8148-C483321AD2D9}">
          <dgm14:cNvPr xmlns:dgm14="http://schemas.microsoft.com/office/drawing/2010/diagram" id="0" name="" descr="Magnifying glass"/>
        </a:ext>
      </dgm:extLst>
    </dgm:pt>
    <dgm:pt modelId="{0510300C-A875-44E9-ABFD-0C7165EA3622}" type="pres">
      <dgm:prSet presAssocID="{5FFB13DA-0D6B-4C92-8915-23B57EC7A5A7}" presName="spaceRect" presStyleCnt="0"/>
      <dgm:spPr/>
    </dgm:pt>
    <dgm:pt modelId="{695C1A11-A5DF-4998-AE8D-0B07D8241865}" type="pres">
      <dgm:prSet presAssocID="{5FFB13DA-0D6B-4C92-8915-23B57EC7A5A7}" presName="parTx" presStyleLbl="revTx" presStyleIdx="4" presStyleCnt="6">
        <dgm:presLayoutVars>
          <dgm:chMax val="0"/>
          <dgm:chPref val="0"/>
        </dgm:presLayoutVars>
      </dgm:prSet>
      <dgm:spPr/>
    </dgm:pt>
    <dgm:pt modelId="{50E520D3-2139-4CAA-B4C3-FA952F6BA8FF}" type="pres">
      <dgm:prSet presAssocID="{0C29D3D2-414C-4A31-8FB9-EE1AD8A123B0}" presName="sibTrans" presStyleCnt="0"/>
      <dgm:spPr/>
    </dgm:pt>
    <dgm:pt modelId="{791B5676-0105-4AE6-845A-CC0EE6EC7D12}" type="pres">
      <dgm:prSet presAssocID="{AB24ED56-21C1-422A-B0E1-BE103859E5D6}" presName="compNode" presStyleCnt="0"/>
      <dgm:spPr/>
    </dgm:pt>
    <dgm:pt modelId="{0F2DA164-3C73-497E-A83E-279404FCB56C}" type="pres">
      <dgm:prSet presAssocID="{AB24ED56-21C1-422A-B0E1-BE103859E5D6}" presName="bgRect" presStyleLbl="bgShp" presStyleIdx="5" presStyleCnt="6"/>
      <dgm:spPr/>
    </dgm:pt>
    <dgm:pt modelId="{E37925D6-5420-44B1-8613-BD9EE297C707}" type="pres">
      <dgm:prSet presAssocID="{AB24ED56-21C1-422A-B0E1-BE103859E5D6}" presName="iconRect" presStyleLbl="node1" presStyleIdx="5" presStyleCnt="6"/>
      <dgm:spPr>
        <a:blipFill>
          <a:blip xmlns:r="http://schemas.openxmlformats.org/officeDocument/2006/relationships" r:embed="rId11" cstate="email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12"/>
              </a:ext>
            </a:extLst>
          </a:blip>
          <a:stretch>
            <a:fillRect/>
          </a:stretch>
        </a:blipFill>
        <a:ln>
          <a:noFill/>
        </a:ln>
      </dgm:spPr>
      <dgm:extLst>
        <a:ext uri="{E40237B7-FDA0-4F09-8148-C483321AD2D9}">
          <dgm14:cNvPr xmlns:dgm14="http://schemas.microsoft.com/office/drawing/2010/diagram" id="0" name="" descr="Bitcoin"/>
        </a:ext>
      </dgm:extLst>
    </dgm:pt>
    <dgm:pt modelId="{8C8FE63C-16F8-496C-8B6C-B7A670D15CBB}" type="pres">
      <dgm:prSet presAssocID="{AB24ED56-21C1-422A-B0E1-BE103859E5D6}" presName="spaceRect" presStyleCnt="0"/>
      <dgm:spPr/>
    </dgm:pt>
    <dgm:pt modelId="{9E5B6EC1-9BA7-4301-A552-63DE1DC80D17}" type="pres">
      <dgm:prSet presAssocID="{AB24ED56-21C1-422A-B0E1-BE103859E5D6}" presName="parTx" presStyleLbl="revTx" presStyleIdx="5" presStyleCnt="6">
        <dgm:presLayoutVars>
          <dgm:chMax val="0"/>
          <dgm:chPref val="0"/>
        </dgm:presLayoutVars>
      </dgm:prSet>
      <dgm:spPr/>
    </dgm:pt>
  </dgm:ptLst>
  <dgm:cxnLst>
    <dgm:cxn modelId="{A0A3CD03-C85B-40A2-80FB-7FA7659338EB}" type="presOf" srcId="{A133FCAE-E73A-4F6E-AAE2-9B409B02E4EB}" destId="{634AEC40-5F66-42B4-B08D-9647A3574201}" srcOrd="0" destOrd="0" presId="urn:microsoft.com/office/officeart/2018/2/layout/IconVerticalSolidList"/>
    <dgm:cxn modelId="{2F6FAE20-972E-450D-A5AE-7401768476C0}" type="presOf" srcId="{90E7B55B-2F54-4B65-A7B8-F4AF9093BE76}" destId="{BEBF1CD3-1C24-4829-B845-CCDEB4C789BA}" srcOrd="0" destOrd="0" presId="urn:microsoft.com/office/officeart/2018/2/layout/IconVerticalSolidList"/>
    <dgm:cxn modelId="{3A696930-3043-4EA0-82D8-234B82318C80}" type="presOf" srcId="{8E7782D7-80F6-4BA3-9B8A-2EC91E772ACE}" destId="{C066C7C8-F262-4F60-8D63-495C7A11F8B6}" srcOrd="0" destOrd="0" presId="urn:microsoft.com/office/officeart/2018/2/layout/IconVerticalSolidList"/>
    <dgm:cxn modelId="{29AB0C3D-54A5-4E7F-9D58-9C266A3F76E0}" type="presOf" srcId="{AB24ED56-21C1-422A-B0E1-BE103859E5D6}" destId="{9E5B6EC1-9BA7-4301-A552-63DE1DC80D17}" srcOrd="0" destOrd="0" presId="urn:microsoft.com/office/officeart/2018/2/layout/IconVerticalSolidList"/>
    <dgm:cxn modelId="{5008B347-A9D2-4032-9E8E-581E057B6423}" srcId="{A133FCAE-E73A-4F6E-AAE2-9B409B02E4EB}" destId="{8E7782D7-80F6-4BA3-9B8A-2EC91E772ACE}" srcOrd="1" destOrd="0" parTransId="{62F88E30-85D7-49F1-9928-AF43E76E1741}" sibTransId="{954B563A-FDB8-43A4-9E7B-D7FC6E4AC68E}"/>
    <dgm:cxn modelId="{BB7CD44C-E0AC-460A-8E87-0C9AEE5CCD2B}" type="presOf" srcId="{5FFB13DA-0D6B-4C92-8915-23B57EC7A5A7}" destId="{695C1A11-A5DF-4998-AE8D-0B07D8241865}" srcOrd="0" destOrd="0" presId="urn:microsoft.com/office/officeart/2018/2/layout/IconVerticalSolidList"/>
    <dgm:cxn modelId="{D17F9D71-6465-4E06-B2D5-250563BDB8AA}" srcId="{A133FCAE-E73A-4F6E-AAE2-9B409B02E4EB}" destId="{AB24ED56-21C1-422A-B0E1-BE103859E5D6}" srcOrd="5" destOrd="0" parTransId="{524B5A30-97D9-4566-A734-EF07CF64FA84}" sibTransId="{9BD84A90-6861-49A0-9E36-4D66473A9121}"/>
    <dgm:cxn modelId="{B0233E9B-A841-41C8-825E-D3966A91BD52}" srcId="{A133FCAE-E73A-4F6E-AAE2-9B409B02E4EB}" destId="{5FFB13DA-0D6B-4C92-8915-23B57EC7A5A7}" srcOrd="4" destOrd="0" parTransId="{63E9A7CD-50ED-455C-9BD7-DD45FD38A6A3}" sibTransId="{0C29D3D2-414C-4A31-8FB9-EE1AD8A123B0}"/>
    <dgm:cxn modelId="{876FCFA0-105C-4B0E-A093-231CBC42928A}" srcId="{A133FCAE-E73A-4F6E-AAE2-9B409B02E4EB}" destId="{90E7B55B-2F54-4B65-A7B8-F4AF9093BE76}" srcOrd="0" destOrd="0" parTransId="{3926BED1-B57E-4382-97C4-298EDA5F4173}" sibTransId="{517D497B-61E3-43CE-BF3A-370F6596D438}"/>
    <dgm:cxn modelId="{100B39A7-D316-417C-8459-7AE4FEDD7820}" srcId="{A133FCAE-E73A-4F6E-AAE2-9B409B02E4EB}" destId="{5EFDBDF5-FD88-47E7-A9D7-308E81996C83}" srcOrd="2" destOrd="0" parTransId="{914E99E2-214C-40B9-87B3-AF198DD39783}" sibTransId="{02D11D57-D9E8-487B-9881-5DBACBA1A071}"/>
    <dgm:cxn modelId="{6758ECAA-D848-4225-924B-C8ED11D0AE9B}" type="presOf" srcId="{5EFDBDF5-FD88-47E7-A9D7-308E81996C83}" destId="{1365FAAB-1223-4A70-84C1-BB0BBE3EE972}" srcOrd="0" destOrd="0" presId="urn:microsoft.com/office/officeart/2018/2/layout/IconVerticalSolidList"/>
    <dgm:cxn modelId="{480524B8-A128-489D-A3E5-ED30F2DEBB4C}" srcId="{A133FCAE-E73A-4F6E-AAE2-9B409B02E4EB}" destId="{A51EB7A2-D6E3-42C0-9B04-DB512F70AE1E}" srcOrd="3" destOrd="0" parTransId="{225214F3-AA60-4DA8-9B14-F93E0B2D5AB5}" sibTransId="{03ACDBE9-62FB-4743-AE76-691B30B0510B}"/>
    <dgm:cxn modelId="{1A6F2CF2-4DF8-4D94-8497-3121F887EFAF}" type="presOf" srcId="{A51EB7A2-D6E3-42C0-9B04-DB512F70AE1E}" destId="{01EF3132-59A8-4889-B497-B97432879378}" srcOrd="0" destOrd="0" presId="urn:microsoft.com/office/officeart/2018/2/layout/IconVerticalSolidList"/>
    <dgm:cxn modelId="{D185D73F-0F06-40CB-B7C4-6EAA1A4F0719}" type="presParOf" srcId="{634AEC40-5F66-42B4-B08D-9647A3574201}" destId="{349AF59F-AEDF-4F4B-AB2A-605F81B9E6A8}" srcOrd="0" destOrd="0" presId="urn:microsoft.com/office/officeart/2018/2/layout/IconVerticalSolidList"/>
    <dgm:cxn modelId="{E843B4EC-A716-41B0-BC73-6509F1AD4E71}" type="presParOf" srcId="{349AF59F-AEDF-4F4B-AB2A-605F81B9E6A8}" destId="{3EF95C77-01E5-4DE9-8E85-D44BA32A551F}" srcOrd="0" destOrd="0" presId="urn:microsoft.com/office/officeart/2018/2/layout/IconVerticalSolidList"/>
    <dgm:cxn modelId="{9881989B-1A75-4781-9556-98E747021620}" type="presParOf" srcId="{349AF59F-AEDF-4F4B-AB2A-605F81B9E6A8}" destId="{9D0E9E10-0FE3-4866-A7A6-391A0FFE8B8B}" srcOrd="1" destOrd="0" presId="urn:microsoft.com/office/officeart/2018/2/layout/IconVerticalSolidList"/>
    <dgm:cxn modelId="{3D7E01A3-828C-4A3C-A9B6-9D7F9E1BB9DE}" type="presParOf" srcId="{349AF59F-AEDF-4F4B-AB2A-605F81B9E6A8}" destId="{9DF39792-E83D-49EC-85FC-EE6212F6DC20}" srcOrd="2" destOrd="0" presId="urn:microsoft.com/office/officeart/2018/2/layout/IconVerticalSolidList"/>
    <dgm:cxn modelId="{5284BAE1-0536-443C-B7AE-A649A969BE5D}" type="presParOf" srcId="{349AF59F-AEDF-4F4B-AB2A-605F81B9E6A8}" destId="{BEBF1CD3-1C24-4829-B845-CCDEB4C789BA}" srcOrd="3" destOrd="0" presId="urn:microsoft.com/office/officeart/2018/2/layout/IconVerticalSolidList"/>
    <dgm:cxn modelId="{C1BCD1F1-8559-4F93-B555-D4B91CBC8DB0}" type="presParOf" srcId="{634AEC40-5F66-42B4-B08D-9647A3574201}" destId="{B18949B0-53DC-4097-B449-29F271F5F4E7}" srcOrd="1" destOrd="0" presId="urn:microsoft.com/office/officeart/2018/2/layout/IconVerticalSolidList"/>
    <dgm:cxn modelId="{6B29E6CB-4EB3-4ABD-BDD1-BEFD72D84867}" type="presParOf" srcId="{634AEC40-5F66-42B4-B08D-9647A3574201}" destId="{326895FB-2427-4EEB-BAA3-EADD275E3BC4}" srcOrd="2" destOrd="0" presId="urn:microsoft.com/office/officeart/2018/2/layout/IconVerticalSolidList"/>
    <dgm:cxn modelId="{C20DE484-2F4D-4E13-99D8-C877AE911AA3}" type="presParOf" srcId="{326895FB-2427-4EEB-BAA3-EADD275E3BC4}" destId="{F3875F47-3E06-418D-AE2F-EC885DCCAA04}" srcOrd="0" destOrd="0" presId="urn:microsoft.com/office/officeart/2018/2/layout/IconVerticalSolidList"/>
    <dgm:cxn modelId="{B638F31F-03A6-44C7-87F3-3830EE92B9D6}" type="presParOf" srcId="{326895FB-2427-4EEB-BAA3-EADD275E3BC4}" destId="{AD0664E3-EF1D-483F-BAEA-18175EDCBE27}" srcOrd="1" destOrd="0" presId="urn:microsoft.com/office/officeart/2018/2/layout/IconVerticalSolidList"/>
    <dgm:cxn modelId="{A4A6E28B-A15E-4AE7-AE32-70D4C62693E5}" type="presParOf" srcId="{326895FB-2427-4EEB-BAA3-EADD275E3BC4}" destId="{ECE4A917-876C-4D41-AE3A-B7879FFC2299}" srcOrd="2" destOrd="0" presId="urn:microsoft.com/office/officeart/2018/2/layout/IconVerticalSolidList"/>
    <dgm:cxn modelId="{7FC67DF2-A4FA-498E-B174-CBF62A8E30B9}" type="presParOf" srcId="{326895FB-2427-4EEB-BAA3-EADD275E3BC4}" destId="{C066C7C8-F262-4F60-8D63-495C7A11F8B6}" srcOrd="3" destOrd="0" presId="urn:microsoft.com/office/officeart/2018/2/layout/IconVerticalSolidList"/>
    <dgm:cxn modelId="{1BE5052F-D1F6-43FF-97B3-09424629C593}" type="presParOf" srcId="{634AEC40-5F66-42B4-B08D-9647A3574201}" destId="{383EE814-AED0-49A7-9BBD-C7714B6C6588}" srcOrd="3" destOrd="0" presId="urn:microsoft.com/office/officeart/2018/2/layout/IconVerticalSolidList"/>
    <dgm:cxn modelId="{E9C9F0A0-6425-4294-9F3B-CE96E3025444}" type="presParOf" srcId="{634AEC40-5F66-42B4-B08D-9647A3574201}" destId="{ACE40041-A1EC-4B35-A197-E85643753D7B}" srcOrd="4" destOrd="0" presId="urn:microsoft.com/office/officeart/2018/2/layout/IconVerticalSolidList"/>
    <dgm:cxn modelId="{43ECFD7F-0C31-4126-B57D-66B8E10105C0}" type="presParOf" srcId="{ACE40041-A1EC-4B35-A197-E85643753D7B}" destId="{C8DE53F2-14FF-46DF-87D0-F380539666DC}" srcOrd="0" destOrd="0" presId="urn:microsoft.com/office/officeart/2018/2/layout/IconVerticalSolidList"/>
    <dgm:cxn modelId="{72BDDC41-0C4E-46DA-B850-185EE23A0B64}" type="presParOf" srcId="{ACE40041-A1EC-4B35-A197-E85643753D7B}" destId="{9F795603-1749-4510-9902-DFDC0D60EF52}" srcOrd="1" destOrd="0" presId="urn:microsoft.com/office/officeart/2018/2/layout/IconVerticalSolidList"/>
    <dgm:cxn modelId="{016D8954-3EC0-48D4-8A84-91BC83EF0C9F}" type="presParOf" srcId="{ACE40041-A1EC-4B35-A197-E85643753D7B}" destId="{E7C871BC-53F2-472E-8D02-0E13C016553A}" srcOrd="2" destOrd="0" presId="urn:microsoft.com/office/officeart/2018/2/layout/IconVerticalSolidList"/>
    <dgm:cxn modelId="{B9F0CA3F-5C02-4FDE-933A-A35FBC8B8007}" type="presParOf" srcId="{ACE40041-A1EC-4B35-A197-E85643753D7B}" destId="{1365FAAB-1223-4A70-84C1-BB0BBE3EE972}" srcOrd="3" destOrd="0" presId="urn:microsoft.com/office/officeart/2018/2/layout/IconVerticalSolidList"/>
    <dgm:cxn modelId="{326BCA0C-CEB8-4899-83A0-9306F6612996}" type="presParOf" srcId="{634AEC40-5F66-42B4-B08D-9647A3574201}" destId="{72BAC66F-445E-4046-B882-2A0DA3ADAF16}" srcOrd="5" destOrd="0" presId="urn:microsoft.com/office/officeart/2018/2/layout/IconVerticalSolidList"/>
    <dgm:cxn modelId="{FF794EC5-80E4-4236-AFC5-09291831B5C0}" type="presParOf" srcId="{634AEC40-5F66-42B4-B08D-9647A3574201}" destId="{F6DEA113-E652-4504-8775-4528A48B762D}" srcOrd="6" destOrd="0" presId="urn:microsoft.com/office/officeart/2018/2/layout/IconVerticalSolidList"/>
    <dgm:cxn modelId="{A852C9F0-3510-4F66-A620-93C461C4CE54}" type="presParOf" srcId="{F6DEA113-E652-4504-8775-4528A48B762D}" destId="{C7B614EE-7177-48AD-BED6-2F1DE56F1629}" srcOrd="0" destOrd="0" presId="urn:microsoft.com/office/officeart/2018/2/layout/IconVerticalSolidList"/>
    <dgm:cxn modelId="{F22AF66F-E557-4119-8399-003131ABBFF0}" type="presParOf" srcId="{F6DEA113-E652-4504-8775-4528A48B762D}" destId="{60E0BD20-FD10-4C6F-ABDD-4AD35D2F142E}" srcOrd="1" destOrd="0" presId="urn:microsoft.com/office/officeart/2018/2/layout/IconVerticalSolidList"/>
    <dgm:cxn modelId="{0FB227D2-C8DC-4DF6-ADDC-F868149C1DE3}" type="presParOf" srcId="{F6DEA113-E652-4504-8775-4528A48B762D}" destId="{726BE534-C289-4F9E-B84A-2297AEA3FECB}" srcOrd="2" destOrd="0" presId="urn:microsoft.com/office/officeart/2018/2/layout/IconVerticalSolidList"/>
    <dgm:cxn modelId="{0C196D9B-4728-4875-BA21-E579659774D2}" type="presParOf" srcId="{F6DEA113-E652-4504-8775-4528A48B762D}" destId="{01EF3132-59A8-4889-B497-B97432879378}" srcOrd="3" destOrd="0" presId="urn:microsoft.com/office/officeart/2018/2/layout/IconVerticalSolidList"/>
    <dgm:cxn modelId="{EB8D4A22-C6C8-4B32-A802-B7325F45519D}" type="presParOf" srcId="{634AEC40-5F66-42B4-B08D-9647A3574201}" destId="{2B4690F4-6123-4482-A2C3-70AF4C640B8A}" srcOrd="7" destOrd="0" presId="urn:microsoft.com/office/officeart/2018/2/layout/IconVerticalSolidList"/>
    <dgm:cxn modelId="{FD6BA89D-951B-4E68-8B40-97BF6499BFDC}" type="presParOf" srcId="{634AEC40-5F66-42B4-B08D-9647A3574201}" destId="{48574E39-6220-4D44-AF7A-3AC404018802}" srcOrd="8" destOrd="0" presId="urn:microsoft.com/office/officeart/2018/2/layout/IconVerticalSolidList"/>
    <dgm:cxn modelId="{3D85BC69-EAE0-4CD6-BA35-82DD2662929C}" type="presParOf" srcId="{48574E39-6220-4D44-AF7A-3AC404018802}" destId="{654D1AA6-7865-4E89-AF62-A57A014F5653}" srcOrd="0" destOrd="0" presId="urn:microsoft.com/office/officeart/2018/2/layout/IconVerticalSolidList"/>
    <dgm:cxn modelId="{802BFD85-C488-494A-9299-AA06562A449D}" type="presParOf" srcId="{48574E39-6220-4D44-AF7A-3AC404018802}" destId="{01BD3EFF-14E3-4170-B094-8C3571FF7894}" srcOrd="1" destOrd="0" presId="urn:microsoft.com/office/officeart/2018/2/layout/IconVerticalSolidList"/>
    <dgm:cxn modelId="{62284614-0CAE-47C0-A224-DB164B131D07}" type="presParOf" srcId="{48574E39-6220-4D44-AF7A-3AC404018802}" destId="{0510300C-A875-44E9-ABFD-0C7165EA3622}" srcOrd="2" destOrd="0" presId="urn:microsoft.com/office/officeart/2018/2/layout/IconVerticalSolidList"/>
    <dgm:cxn modelId="{6281036E-CFAE-4B8A-A915-F688F56BF84D}" type="presParOf" srcId="{48574E39-6220-4D44-AF7A-3AC404018802}" destId="{695C1A11-A5DF-4998-AE8D-0B07D8241865}" srcOrd="3" destOrd="0" presId="urn:microsoft.com/office/officeart/2018/2/layout/IconVerticalSolidList"/>
    <dgm:cxn modelId="{DEF25F8C-BD94-4EEF-AA7F-7B213DF0926A}" type="presParOf" srcId="{634AEC40-5F66-42B4-B08D-9647A3574201}" destId="{50E520D3-2139-4CAA-B4C3-FA952F6BA8FF}" srcOrd="9" destOrd="0" presId="urn:microsoft.com/office/officeart/2018/2/layout/IconVerticalSolidList"/>
    <dgm:cxn modelId="{35870AED-6682-4DFF-87DC-38E6F06CAB1F}" type="presParOf" srcId="{634AEC40-5F66-42B4-B08D-9647A3574201}" destId="{791B5676-0105-4AE6-845A-CC0EE6EC7D12}" srcOrd="10" destOrd="0" presId="urn:microsoft.com/office/officeart/2018/2/layout/IconVerticalSolidList"/>
    <dgm:cxn modelId="{E9CEB0B9-4455-4B08-8524-225BB076D220}" type="presParOf" srcId="{791B5676-0105-4AE6-845A-CC0EE6EC7D12}" destId="{0F2DA164-3C73-497E-A83E-279404FCB56C}" srcOrd="0" destOrd="0" presId="urn:microsoft.com/office/officeart/2018/2/layout/IconVerticalSolidList"/>
    <dgm:cxn modelId="{924F488F-17E6-4C3A-BEAF-B02F9220112C}" type="presParOf" srcId="{791B5676-0105-4AE6-845A-CC0EE6EC7D12}" destId="{E37925D6-5420-44B1-8613-BD9EE297C707}" srcOrd="1" destOrd="0" presId="urn:microsoft.com/office/officeart/2018/2/layout/IconVerticalSolidList"/>
    <dgm:cxn modelId="{AEF4EEDF-164E-4A1E-A48E-2A866A7F885A}" type="presParOf" srcId="{791B5676-0105-4AE6-845A-CC0EE6EC7D12}" destId="{8C8FE63C-16F8-496C-8B6C-B7A670D15CBB}" srcOrd="2" destOrd="0" presId="urn:microsoft.com/office/officeart/2018/2/layout/IconVerticalSolidList"/>
    <dgm:cxn modelId="{BB76F654-5CFE-49CD-AFF9-1A10463065D7}" type="presParOf" srcId="{791B5676-0105-4AE6-845A-CC0EE6EC7D12}" destId="{9E5B6EC1-9BA7-4301-A552-63DE1DC80D17}" srcOrd="3" destOrd="0" presId="urn:microsoft.com/office/officeart/2018/2/layout/IconVerticalSolidList"/>
  </dgm:cxnLst>
  <dgm:bg/>
  <dgm:whole/>
  <dgm:extLst>
    <a:ext uri="http://schemas.microsoft.com/office/drawing/2008/diagram">
      <dsp:dataModelExt xmlns:dsp="http://schemas.microsoft.com/office/drawing/2008/diagram" relId="rId6" minVer="http://schemas.openxmlformats.org/drawingml/2006/diagram"/>
    </a:ext>
  </dgm:extLst>
</dgm:dataModel>
</file>

<file path=ppt/diagrams/data2.xml><?xml version="1.0" encoding="utf-8"?>
<dgm:dataModel xmlns:dgm="http://schemas.openxmlformats.org/drawingml/2006/diagram" xmlns:a="http://schemas.openxmlformats.org/drawingml/2006/main">
  <dgm:ptLst>
    <dgm:pt modelId="{5AB424A2-CE47-436E-AAAE-CFFEE28F0C76}" type="doc">
      <dgm:prSet loTypeId="urn:microsoft.com/office/officeart/2018/2/layout/IconLabelDescriptionList" loCatId="icon" qsTypeId="urn:microsoft.com/office/officeart/2005/8/quickstyle/simple1" qsCatId="simple" csTypeId="urn:microsoft.com/office/officeart/2018/5/colors/Iconchunking_neutralbg_colorful5" csCatId="colorful" phldr="1"/>
      <dgm:spPr/>
      <dgm:t>
        <a:bodyPr/>
        <a:lstStyle/>
        <a:p>
          <a:endParaRPr lang="en-US"/>
        </a:p>
      </dgm:t>
    </dgm:pt>
    <dgm:pt modelId="{373A5D64-0926-4223-81A7-0A79FAB6A06B}">
      <dgm:prSet/>
      <dgm:spPr/>
      <dgm:t>
        <a:bodyPr/>
        <a:lstStyle/>
        <a:p>
          <a:pPr>
            <a:lnSpc>
              <a:spcPct val="100000"/>
            </a:lnSpc>
            <a:defRPr b="1"/>
          </a:pPr>
          <a:r>
            <a:rPr lang="en-US"/>
            <a:t>Transactions</a:t>
          </a:r>
        </a:p>
      </dgm:t>
    </dgm:pt>
    <dgm:pt modelId="{68B67892-45CE-47ED-A2AB-2B3CC877D602}" type="parTrans" cxnId="{FD862B37-371A-41DB-98A5-2C17C2F39CC0}">
      <dgm:prSet/>
      <dgm:spPr/>
      <dgm:t>
        <a:bodyPr/>
        <a:lstStyle/>
        <a:p>
          <a:endParaRPr lang="en-US"/>
        </a:p>
      </dgm:t>
    </dgm:pt>
    <dgm:pt modelId="{D5A1FF76-C479-4B40-9EA5-3D51C32D56B6}" type="sibTrans" cxnId="{FD862B37-371A-41DB-98A5-2C17C2F39CC0}">
      <dgm:prSet/>
      <dgm:spPr/>
      <dgm:t>
        <a:bodyPr/>
        <a:lstStyle/>
        <a:p>
          <a:endParaRPr lang="en-US"/>
        </a:p>
      </dgm:t>
    </dgm:pt>
    <dgm:pt modelId="{D2DF9CFA-0568-4975-BE29-F8B0304E3227}">
      <dgm:prSet/>
      <dgm:spPr/>
      <dgm:t>
        <a:bodyPr/>
        <a:lstStyle/>
        <a:p>
          <a:pPr>
            <a:lnSpc>
              <a:spcPct val="100000"/>
            </a:lnSpc>
          </a:pPr>
          <a:r>
            <a:rPr lang="en-US" dirty="0"/>
            <a:t>the most important part</a:t>
          </a:r>
        </a:p>
      </dgm:t>
    </dgm:pt>
    <dgm:pt modelId="{A7A4BE82-5400-4BAE-AE79-77A009D66DF0}" type="parTrans" cxnId="{31C92068-3879-42DC-8054-6CFA81977844}">
      <dgm:prSet/>
      <dgm:spPr/>
      <dgm:t>
        <a:bodyPr/>
        <a:lstStyle/>
        <a:p>
          <a:endParaRPr lang="en-US"/>
        </a:p>
      </dgm:t>
    </dgm:pt>
    <dgm:pt modelId="{84CEB38D-9FAD-437C-A602-335C27F7D50B}" type="sibTrans" cxnId="{31C92068-3879-42DC-8054-6CFA81977844}">
      <dgm:prSet/>
      <dgm:spPr/>
      <dgm:t>
        <a:bodyPr/>
        <a:lstStyle/>
        <a:p>
          <a:endParaRPr lang="en-US"/>
        </a:p>
      </dgm:t>
    </dgm:pt>
    <dgm:pt modelId="{ECBAA29C-2DD4-4438-B5F9-6CE61A4DA5FD}">
      <dgm:prSet/>
      <dgm:spPr/>
      <dgm:t>
        <a:bodyPr/>
        <a:lstStyle/>
        <a:p>
          <a:pPr>
            <a:lnSpc>
              <a:spcPct val="100000"/>
            </a:lnSpc>
            <a:defRPr b="1"/>
          </a:pPr>
          <a:r>
            <a:rPr lang="tr-TR" dirty="0"/>
            <a:t>Most critical part</a:t>
          </a:r>
          <a:endParaRPr lang="en-US" dirty="0"/>
        </a:p>
      </dgm:t>
    </dgm:pt>
    <dgm:pt modelId="{296A269D-3DBE-4060-B170-FFDB1F2579C2}" type="parTrans" cxnId="{BEE20E54-BFFA-4D66-87C2-425CB9720EBB}">
      <dgm:prSet/>
      <dgm:spPr/>
      <dgm:t>
        <a:bodyPr/>
        <a:lstStyle/>
        <a:p>
          <a:endParaRPr lang="en-US"/>
        </a:p>
      </dgm:t>
    </dgm:pt>
    <dgm:pt modelId="{667F5928-35AE-47E1-B7C6-DBA0B2145338}" type="sibTrans" cxnId="{BEE20E54-BFFA-4D66-87C2-425CB9720EBB}">
      <dgm:prSet/>
      <dgm:spPr/>
      <dgm:t>
        <a:bodyPr/>
        <a:lstStyle/>
        <a:p>
          <a:endParaRPr lang="en-US"/>
        </a:p>
      </dgm:t>
    </dgm:pt>
    <dgm:pt modelId="{B1ED5C87-306A-4942-8D91-2456E535A2DF}">
      <dgm:prSet/>
      <dgm:spPr/>
      <dgm:t>
        <a:bodyPr/>
        <a:lstStyle/>
        <a:p>
          <a:pPr>
            <a:lnSpc>
              <a:spcPct val="100000"/>
            </a:lnSpc>
          </a:pPr>
          <a:r>
            <a:rPr lang="en-US" dirty="0"/>
            <a:t>Everything else in bitcoin</a:t>
          </a:r>
        </a:p>
      </dgm:t>
    </dgm:pt>
    <dgm:pt modelId="{9C992D4D-96E8-4DE0-853D-488D26910D74}" type="parTrans" cxnId="{166B4BF1-3DDD-4E80-816E-D1E1E7B18783}">
      <dgm:prSet/>
      <dgm:spPr/>
      <dgm:t>
        <a:bodyPr/>
        <a:lstStyle/>
        <a:p>
          <a:endParaRPr lang="en-US"/>
        </a:p>
      </dgm:t>
    </dgm:pt>
    <dgm:pt modelId="{CE7AA087-15E9-4717-B7A3-A1DAE3AF7A41}" type="sibTrans" cxnId="{166B4BF1-3DDD-4E80-816E-D1E1E7B18783}">
      <dgm:prSet/>
      <dgm:spPr/>
      <dgm:t>
        <a:bodyPr/>
        <a:lstStyle/>
        <a:p>
          <a:endParaRPr lang="en-US"/>
        </a:p>
      </dgm:t>
    </dgm:pt>
    <dgm:pt modelId="{B9EEFF1C-5710-4AD7-9924-4A6ED2511AF3}">
      <dgm:prSet/>
      <dgm:spPr/>
      <dgm:t>
        <a:bodyPr/>
        <a:lstStyle/>
        <a:p>
          <a:pPr>
            <a:lnSpc>
              <a:spcPct val="100000"/>
            </a:lnSpc>
            <a:defRPr b="1"/>
          </a:pPr>
          <a:r>
            <a:rPr lang="tr-TR" dirty="0"/>
            <a:t>Life of </a:t>
          </a:r>
          <a:r>
            <a:rPr lang="tr-TR" dirty="0" err="1"/>
            <a:t>Transaction</a:t>
          </a:r>
          <a:endParaRPr lang="en-US" dirty="0"/>
        </a:p>
      </dgm:t>
    </dgm:pt>
    <dgm:pt modelId="{1BFFF59A-EC2F-4217-9029-91A3A6F0F1FD}" type="parTrans" cxnId="{332D171B-6FEA-4024-9070-128A5AFDB814}">
      <dgm:prSet/>
      <dgm:spPr/>
      <dgm:t>
        <a:bodyPr/>
        <a:lstStyle/>
        <a:p>
          <a:endParaRPr lang="en-US"/>
        </a:p>
      </dgm:t>
    </dgm:pt>
    <dgm:pt modelId="{46A197CE-E731-4454-8616-718972568A6C}" type="sibTrans" cxnId="{332D171B-6FEA-4024-9070-128A5AFDB814}">
      <dgm:prSet/>
      <dgm:spPr/>
      <dgm:t>
        <a:bodyPr/>
        <a:lstStyle/>
        <a:p>
          <a:endParaRPr lang="en-US"/>
        </a:p>
      </dgm:t>
    </dgm:pt>
    <dgm:pt modelId="{1A31FB33-C97C-449A-B55B-4728C52155F4}">
      <dgm:prSet/>
      <dgm:spPr/>
      <dgm:t>
        <a:bodyPr/>
        <a:lstStyle/>
        <a:p>
          <a:pPr>
            <a:lnSpc>
              <a:spcPct val="100000"/>
            </a:lnSpc>
          </a:pPr>
          <a:r>
            <a:rPr lang="en-US" dirty="0"/>
            <a:t>created </a:t>
          </a:r>
        </a:p>
      </dgm:t>
    </dgm:pt>
    <dgm:pt modelId="{E7A15BA2-94E0-4E4A-BD62-410A03ABAC43}" type="parTrans" cxnId="{C9BB848F-C95D-4CFE-AD08-4AAA808C4560}">
      <dgm:prSet/>
      <dgm:spPr/>
      <dgm:t>
        <a:bodyPr/>
        <a:lstStyle/>
        <a:p>
          <a:endParaRPr lang="en-US"/>
        </a:p>
      </dgm:t>
    </dgm:pt>
    <dgm:pt modelId="{E8ACE862-8007-430B-8345-BF643A65E23F}" type="sibTrans" cxnId="{C9BB848F-C95D-4CFE-AD08-4AAA808C4560}">
      <dgm:prSet/>
      <dgm:spPr/>
      <dgm:t>
        <a:bodyPr/>
        <a:lstStyle/>
        <a:p>
          <a:endParaRPr lang="en-US"/>
        </a:p>
      </dgm:t>
    </dgm:pt>
    <dgm:pt modelId="{E2D70411-4808-407A-ACFD-BDA64AAA96E2}">
      <dgm:prSet/>
      <dgm:spPr/>
      <dgm:t>
        <a:bodyPr/>
        <a:lstStyle/>
        <a:p>
          <a:pPr>
            <a:lnSpc>
              <a:spcPct val="100000"/>
            </a:lnSpc>
          </a:pPr>
          <a:r>
            <a:rPr lang="en-US" dirty="0"/>
            <a:t>propagated on the network</a:t>
          </a:r>
        </a:p>
      </dgm:t>
    </dgm:pt>
    <dgm:pt modelId="{BAACE203-28F3-4072-B0E0-E13C3CDA6867}" type="parTrans" cxnId="{FD91BD9D-E38D-4326-BC09-E28AF791006C}">
      <dgm:prSet/>
      <dgm:spPr/>
      <dgm:t>
        <a:bodyPr/>
        <a:lstStyle/>
        <a:p>
          <a:endParaRPr lang="en-US"/>
        </a:p>
      </dgm:t>
    </dgm:pt>
    <dgm:pt modelId="{445C28B1-E2C9-4FAA-9912-78E676A28572}" type="sibTrans" cxnId="{FD91BD9D-E38D-4326-BC09-E28AF791006C}">
      <dgm:prSet/>
      <dgm:spPr/>
      <dgm:t>
        <a:bodyPr/>
        <a:lstStyle/>
        <a:p>
          <a:endParaRPr lang="en-US"/>
        </a:p>
      </dgm:t>
    </dgm:pt>
    <dgm:pt modelId="{46700C9B-88ED-46F5-A392-7C40CA5C2E87}">
      <dgm:prSet/>
      <dgm:spPr/>
      <dgm:t>
        <a:bodyPr/>
        <a:lstStyle/>
        <a:p>
          <a:pPr>
            <a:lnSpc>
              <a:spcPct val="100000"/>
            </a:lnSpc>
          </a:pPr>
          <a:r>
            <a:rPr lang="en-US" dirty="0"/>
            <a:t>validated</a:t>
          </a:r>
        </a:p>
      </dgm:t>
    </dgm:pt>
    <dgm:pt modelId="{AEDF2BA3-58CB-469B-847F-CA3FE4128AB0}" type="parTrans" cxnId="{33F5F469-8FA3-4281-95FF-1534192457A5}">
      <dgm:prSet/>
      <dgm:spPr/>
      <dgm:t>
        <a:bodyPr/>
        <a:lstStyle/>
        <a:p>
          <a:endParaRPr lang="en-US"/>
        </a:p>
      </dgm:t>
    </dgm:pt>
    <dgm:pt modelId="{51097076-F53C-4C1D-813E-E8631300E384}" type="sibTrans" cxnId="{33F5F469-8FA3-4281-95FF-1534192457A5}">
      <dgm:prSet/>
      <dgm:spPr/>
      <dgm:t>
        <a:bodyPr/>
        <a:lstStyle/>
        <a:p>
          <a:endParaRPr lang="en-US"/>
        </a:p>
      </dgm:t>
    </dgm:pt>
    <dgm:pt modelId="{B24E9903-29B5-4FFF-BD09-56AAB87AD303}">
      <dgm:prSet/>
      <dgm:spPr/>
      <dgm:t>
        <a:bodyPr/>
        <a:lstStyle/>
        <a:p>
          <a:pPr>
            <a:lnSpc>
              <a:spcPct val="100000"/>
            </a:lnSpc>
          </a:pPr>
          <a:r>
            <a:rPr lang="en-US" dirty="0"/>
            <a:t>added to the global ledger</a:t>
          </a:r>
        </a:p>
      </dgm:t>
    </dgm:pt>
    <dgm:pt modelId="{B4FBFC12-41E7-4158-83B5-3ABD634C9680}" type="parTrans" cxnId="{BADF270F-020A-4189-B1E2-21EFD5CA5E72}">
      <dgm:prSet/>
      <dgm:spPr/>
      <dgm:t>
        <a:bodyPr/>
        <a:lstStyle/>
        <a:p>
          <a:endParaRPr lang="en-US"/>
        </a:p>
      </dgm:t>
    </dgm:pt>
    <dgm:pt modelId="{3621D416-A45F-4237-A4A2-FBC5CBF333F3}" type="sibTrans" cxnId="{BADF270F-020A-4189-B1E2-21EFD5CA5E72}">
      <dgm:prSet/>
      <dgm:spPr/>
      <dgm:t>
        <a:bodyPr/>
        <a:lstStyle/>
        <a:p>
          <a:endParaRPr lang="en-US"/>
        </a:p>
      </dgm:t>
    </dgm:pt>
    <dgm:pt modelId="{C3DAB763-2D9C-440F-9BF5-FA3A0B7021AA}">
      <dgm:prSet/>
      <dgm:spPr/>
      <dgm:t>
        <a:bodyPr/>
        <a:lstStyle/>
        <a:p>
          <a:pPr>
            <a:lnSpc>
              <a:spcPct val="100000"/>
            </a:lnSpc>
          </a:pPr>
          <a:r>
            <a:rPr lang="en-US"/>
            <a:t>of the bitcoin system. </a:t>
          </a:r>
        </a:p>
      </dgm:t>
    </dgm:pt>
    <dgm:pt modelId="{009A815E-1C01-41A6-A6EA-D72332A8FAB9}" type="parTrans" cxnId="{E59E8242-21C8-485E-BE07-3620DEDF4E05}">
      <dgm:prSet/>
      <dgm:spPr/>
      <dgm:t>
        <a:bodyPr/>
        <a:lstStyle/>
        <a:p>
          <a:endParaRPr lang="tr-TR"/>
        </a:p>
      </dgm:t>
    </dgm:pt>
    <dgm:pt modelId="{0432A502-3CE9-49D9-8BEB-3BAB43E80ECC}" type="sibTrans" cxnId="{E59E8242-21C8-485E-BE07-3620DEDF4E05}">
      <dgm:prSet/>
      <dgm:spPr/>
      <dgm:t>
        <a:bodyPr/>
        <a:lstStyle/>
        <a:p>
          <a:endParaRPr lang="tr-TR"/>
        </a:p>
      </dgm:t>
    </dgm:pt>
    <dgm:pt modelId="{10755C15-8A22-46B3-BE2E-40410A0B141A}">
      <dgm:prSet/>
      <dgm:spPr/>
      <dgm:t>
        <a:bodyPr/>
        <a:lstStyle/>
        <a:p>
          <a:pPr>
            <a:lnSpc>
              <a:spcPct val="100000"/>
            </a:lnSpc>
          </a:pPr>
          <a:r>
            <a:rPr lang="en-US" dirty="0"/>
            <a:t>is designed</a:t>
          </a:r>
          <a:r>
            <a:rPr lang="tr-TR" dirty="0"/>
            <a:t> for transactions</a:t>
          </a:r>
          <a:endParaRPr lang="en-US" dirty="0"/>
        </a:p>
      </dgm:t>
    </dgm:pt>
    <dgm:pt modelId="{029C6667-C939-43D5-B4F2-08E2DFB1C562}" type="parTrans" cxnId="{29142FC8-46B3-4FB5-A9AB-5118C3967745}">
      <dgm:prSet/>
      <dgm:spPr/>
      <dgm:t>
        <a:bodyPr/>
        <a:lstStyle/>
        <a:p>
          <a:endParaRPr lang="tr-TR"/>
        </a:p>
      </dgm:t>
    </dgm:pt>
    <dgm:pt modelId="{1C9537D9-A295-4859-9AF8-9060E9F4CD98}" type="sibTrans" cxnId="{29142FC8-46B3-4FB5-A9AB-5118C3967745}">
      <dgm:prSet/>
      <dgm:spPr/>
      <dgm:t>
        <a:bodyPr/>
        <a:lstStyle/>
        <a:p>
          <a:endParaRPr lang="tr-TR"/>
        </a:p>
      </dgm:t>
    </dgm:pt>
    <dgm:pt modelId="{7FC529A9-E5F1-45D2-B4A9-A7A982C9890E}" type="pres">
      <dgm:prSet presAssocID="{5AB424A2-CE47-436E-AAAE-CFFEE28F0C76}" presName="root" presStyleCnt="0">
        <dgm:presLayoutVars>
          <dgm:dir/>
          <dgm:resizeHandles val="exact"/>
        </dgm:presLayoutVars>
      </dgm:prSet>
      <dgm:spPr/>
    </dgm:pt>
    <dgm:pt modelId="{B42D53E8-EF38-49F2-A32D-D600FA2FECB4}" type="pres">
      <dgm:prSet presAssocID="{373A5D64-0926-4223-81A7-0A79FAB6A06B}" presName="compNode" presStyleCnt="0"/>
      <dgm:spPr/>
    </dgm:pt>
    <dgm:pt modelId="{2E61E969-9D78-4770-812A-D86F6B139FE9}" type="pres">
      <dgm:prSet presAssocID="{373A5D64-0926-4223-81A7-0A79FAB6A06B}" presName="iconRect" presStyleLbl="node1" presStyleIdx="0" presStyleCnt="3"/>
      <dgm:spPr>
        <a:blipFill>
          <a:blip xmlns:r="http://schemas.openxmlformats.org/officeDocument/2006/relationships" r:embed="rId1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2"/>
              </a:ext>
            </a:extLst>
          </a:blip>
          <a:stretch>
            <a:fillRect/>
          </a:stretch>
        </a:blipFill>
        <a:ln>
          <a:noFill/>
        </a:ln>
      </dgm:spPr>
      <dgm:extLst>
        <a:ext uri="{E40237B7-FDA0-4F09-8148-C483321AD2D9}">
          <dgm14:cNvPr xmlns:dgm14="http://schemas.microsoft.com/office/drawing/2010/diagram" id="0" name="" descr="Connected"/>
        </a:ext>
      </dgm:extLst>
    </dgm:pt>
    <dgm:pt modelId="{3A1B1D37-3629-4048-BCAB-4C106E89EE4D}" type="pres">
      <dgm:prSet presAssocID="{373A5D64-0926-4223-81A7-0A79FAB6A06B}" presName="iconSpace" presStyleCnt="0"/>
      <dgm:spPr/>
    </dgm:pt>
    <dgm:pt modelId="{35F414F6-E57A-45AC-839E-5ADE16E3BF29}" type="pres">
      <dgm:prSet presAssocID="{373A5D64-0926-4223-81A7-0A79FAB6A06B}" presName="parTx" presStyleLbl="revTx" presStyleIdx="0" presStyleCnt="6">
        <dgm:presLayoutVars>
          <dgm:chMax val="0"/>
          <dgm:chPref val="0"/>
        </dgm:presLayoutVars>
      </dgm:prSet>
      <dgm:spPr/>
    </dgm:pt>
    <dgm:pt modelId="{D3F7C1EB-4DBB-4DEE-A6BC-A202870A8FB3}" type="pres">
      <dgm:prSet presAssocID="{373A5D64-0926-4223-81A7-0A79FAB6A06B}" presName="txSpace" presStyleCnt="0"/>
      <dgm:spPr/>
    </dgm:pt>
    <dgm:pt modelId="{93174BF6-F480-4625-A04C-5531AD5812CF}" type="pres">
      <dgm:prSet presAssocID="{373A5D64-0926-4223-81A7-0A79FAB6A06B}" presName="desTx" presStyleLbl="revTx" presStyleIdx="1" presStyleCnt="6">
        <dgm:presLayoutVars/>
      </dgm:prSet>
      <dgm:spPr/>
    </dgm:pt>
    <dgm:pt modelId="{4E042A70-4B92-4AA3-B328-D1BC715D676C}" type="pres">
      <dgm:prSet presAssocID="{D5A1FF76-C479-4B40-9EA5-3D51C32D56B6}" presName="sibTrans" presStyleCnt="0"/>
      <dgm:spPr/>
    </dgm:pt>
    <dgm:pt modelId="{3CFA1661-7DB3-426D-884D-730594BC15B7}" type="pres">
      <dgm:prSet presAssocID="{ECBAA29C-2DD4-4438-B5F9-6CE61A4DA5FD}" presName="compNode" presStyleCnt="0"/>
      <dgm:spPr/>
    </dgm:pt>
    <dgm:pt modelId="{CE75CFDF-271E-49D9-AAA5-795EE3BDE153}" type="pres">
      <dgm:prSet presAssocID="{ECBAA29C-2DD4-4438-B5F9-6CE61A4DA5FD}" presName="iconRect" presStyleLbl="node1" presStyleIdx="1" presStyleCnt="3"/>
      <dgm:spPr>
        <a:blipFill>
          <a:blip xmlns:r="http://schemas.openxmlformats.org/officeDocument/2006/relationships" r:embed="rId3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4"/>
              </a:ext>
            </a:extLst>
          </a:blip>
          <a:stretch>
            <a:fillRect/>
          </a:stretch>
        </a:blipFill>
        <a:ln>
          <a:noFill/>
        </a:ln>
      </dgm:spPr>
      <dgm:extLst>
        <a:ext uri="{E40237B7-FDA0-4F09-8148-C483321AD2D9}">
          <dgm14:cNvPr xmlns:dgm14="http://schemas.microsoft.com/office/drawing/2010/diagram" id="0" name="" descr="Lightbulb"/>
        </a:ext>
      </dgm:extLst>
    </dgm:pt>
    <dgm:pt modelId="{4A6EEDA9-75B7-485C-9002-D210855B75D7}" type="pres">
      <dgm:prSet presAssocID="{ECBAA29C-2DD4-4438-B5F9-6CE61A4DA5FD}" presName="iconSpace" presStyleCnt="0"/>
      <dgm:spPr/>
    </dgm:pt>
    <dgm:pt modelId="{A2994059-D998-4522-B281-DDED17AE613E}" type="pres">
      <dgm:prSet presAssocID="{ECBAA29C-2DD4-4438-B5F9-6CE61A4DA5FD}" presName="parTx" presStyleLbl="revTx" presStyleIdx="2" presStyleCnt="6">
        <dgm:presLayoutVars>
          <dgm:chMax val="0"/>
          <dgm:chPref val="0"/>
        </dgm:presLayoutVars>
      </dgm:prSet>
      <dgm:spPr/>
    </dgm:pt>
    <dgm:pt modelId="{47673C7D-4CFD-44CC-959B-BE01A4854A2B}" type="pres">
      <dgm:prSet presAssocID="{ECBAA29C-2DD4-4438-B5F9-6CE61A4DA5FD}" presName="txSpace" presStyleCnt="0"/>
      <dgm:spPr/>
    </dgm:pt>
    <dgm:pt modelId="{5BA6F862-6A41-4C2F-B07B-AD43AAF9E093}" type="pres">
      <dgm:prSet presAssocID="{ECBAA29C-2DD4-4438-B5F9-6CE61A4DA5FD}" presName="desTx" presStyleLbl="revTx" presStyleIdx="3" presStyleCnt="6">
        <dgm:presLayoutVars/>
      </dgm:prSet>
      <dgm:spPr/>
    </dgm:pt>
    <dgm:pt modelId="{A8169C5D-3F55-4586-9749-84AEA3FAE586}" type="pres">
      <dgm:prSet presAssocID="{667F5928-35AE-47E1-B7C6-DBA0B2145338}" presName="sibTrans" presStyleCnt="0"/>
      <dgm:spPr/>
    </dgm:pt>
    <dgm:pt modelId="{FB350413-3848-465B-845E-920F585893DA}" type="pres">
      <dgm:prSet presAssocID="{B9EEFF1C-5710-4AD7-9924-4A6ED2511AF3}" presName="compNode" presStyleCnt="0"/>
      <dgm:spPr/>
    </dgm:pt>
    <dgm:pt modelId="{719FC935-AEEA-4DFC-B94E-B7C49BE74BC5}" type="pres">
      <dgm:prSet presAssocID="{B9EEFF1C-5710-4AD7-9924-4A6ED2511AF3}" presName="iconRect" presStyleLbl="node1" presStyleIdx="2" presStyleCnt="3"/>
      <dgm:spPr>
        <a:blipFill>
          <a:blip xmlns:r="http://schemas.openxmlformats.org/officeDocument/2006/relationships" r:embed="rId5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6"/>
              </a:ext>
            </a:extLst>
          </a:blip>
          <a:stretch>
            <a:fillRect/>
          </a:stretch>
        </a:blipFill>
        <a:ln>
          <a:noFill/>
        </a:ln>
      </dgm:spPr>
      <dgm:extLst>
        <a:ext uri="{E40237B7-FDA0-4F09-8148-C483321AD2D9}">
          <dgm14:cNvPr xmlns:dgm14="http://schemas.microsoft.com/office/drawing/2010/diagram" id="0" name="" descr="Network"/>
        </a:ext>
      </dgm:extLst>
    </dgm:pt>
    <dgm:pt modelId="{264E8135-C981-4C47-9563-93B5426F1E45}" type="pres">
      <dgm:prSet presAssocID="{B9EEFF1C-5710-4AD7-9924-4A6ED2511AF3}" presName="iconSpace" presStyleCnt="0"/>
      <dgm:spPr/>
    </dgm:pt>
    <dgm:pt modelId="{388C3F6D-D79C-4402-A3D7-CA96C21375D5}" type="pres">
      <dgm:prSet presAssocID="{B9EEFF1C-5710-4AD7-9924-4A6ED2511AF3}" presName="parTx" presStyleLbl="revTx" presStyleIdx="4" presStyleCnt="6">
        <dgm:presLayoutVars>
          <dgm:chMax val="0"/>
          <dgm:chPref val="0"/>
        </dgm:presLayoutVars>
      </dgm:prSet>
      <dgm:spPr/>
    </dgm:pt>
    <dgm:pt modelId="{869A3B87-4D02-43E2-A888-F59E0C03E4C5}" type="pres">
      <dgm:prSet presAssocID="{B9EEFF1C-5710-4AD7-9924-4A6ED2511AF3}" presName="txSpace" presStyleCnt="0"/>
      <dgm:spPr/>
    </dgm:pt>
    <dgm:pt modelId="{4D26FA9D-0A06-4353-A812-29D5CFCFAF2A}" type="pres">
      <dgm:prSet presAssocID="{B9EEFF1C-5710-4AD7-9924-4A6ED2511AF3}" presName="desTx" presStyleLbl="revTx" presStyleIdx="5" presStyleCnt="6">
        <dgm:presLayoutVars/>
      </dgm:prSet>
      <dgm:spPr/>
    </dgm:pt>
  </dgm:ptLst>
  <dgm:cxnLst>
    <dgm:cxn modelId="{BADF270F-020A-4189-B1E2-21EFD5CA5E72}" srcId="{B9EEFF1C-5710-4AD7-9924-4A6ED2511AF3}" destId="{B24E9903-29B5-4FFF-BD09-56AAB87AD303}" srcOrd="3" destOrd="0" parTransId="{B4FBFC12-41E7-4158-83B5-3ABD634C9680}" sibTransId="{3621D416-A45F-4237-A4A2-FBC5CBF333F3}"/>
    <dgm:cxn modelId="{332D171B-6FEA-4024-9070-128A5AFDB814}" srcId="{5AB424A2-CE47-436E-AAAE-CFFEE28F0C76}" destId="{B9EEFF1C-5710-4AD7-9924-4A6ED2511AF3}" srcOrd="2" destOrd="0" parTransId="{1BFFF59A-EC2F-4217-9029-91A3A6F0F1FD}" sibTransId="{46A197CE-E731-4454-8616-718972568A6C}"/>
    <dgm:cxn modelId="{6D499527-F43E-482B-A762-A7D034BAE232}" type="presOf" srcId="{B9EEFF1C-5710-4AD7-9924-4A6ED2511AF3}" destId="{388C3F6D-D79C-4402-A3D7-CA96C21375D5}" srcOrd="0" destOrd="0" presId="urn:microsoft.com/office/officeart/2018/2/layout/IconLabelDescriptionList"/>
    <dgm:cxn modelId="{FD862B37-371A-41DB-98A5-2C17C2F39CC0}" srcId="{5AB424A2-CE47-436E-AAAE-CFFEE28F0C76}" destId="{373A5D64-0926-4223-81A7-0A79FAB6A06B}" srcOrd="0" destOrd="0" parTransId="{68B67892-45CE-47ED-A2AB-2B3CC877D602}" sibTransId="{D5A1FF76-C479-4B40-9EA5-3D51C32D56B6}"/>
    <dgm:cxn modelId="{FAAE7A3E-F6E8-4D86-816E-FD9F70DABF5E}" type="presOf" srcId="{5AB424A2-CE47-436E-AAAE-CFFEE28F0C76}" destId="{7FC529A9-E5F1-45D2-B4A9-A7A982C9890E}" srcOrd="0" destOrd="0" presId="urn:microsoft.com/office/officeart/2018/2/layout/IconLabelDescriptionList"/>
    <dgm:cxn modelId="{E59E8242-21C8-485E-BE07-3620DEDF4E05}" srcId="{373A5D64-0926-4223-81A7-0A79FAB6A06B}" destId="{C3DAB763-2D9C-440F-9BF5-FA3A0B7021AA}" srcOrd="1" destOrd="0" parTransId="{009A815E-1C01-41A6-A6EA-D72332A8FAB9}" sibTransId="{0432A502-3CE9-49D9-8BEB-3BAB43E80ECC}"/>
    <dgm:cxn modelId="{31C92068-3879-42DC-8054-6CFA81977844}" srcId="{373A5D64-0926-4223-81A7-0A79FAB6A06B}" destId="{D2DF9CFA-0568-4975-BE29-F8B0304E3227}" srcOrd="0" destOrd="0" parTransId="{A7A4BE82-5400-4BAE-AE79-77A009D66DF0}" sibTransId="{84CEB38D-9FAD-437C-A602-335C27F7D50B}"/>
    <dgm:cxn modelId="{33F5F469-8FA3-4281-95FF-1534192457A5}" srcId="{B9EEFF1C-5710-4AD7-9924-4A6ED2511AF3}" destId="{46700C9B-88ED-46F5-A392-7C40CA5C2E87}" srcOrd="2" destOrd="0" parTransId="{AEDF2BA3-58CB-469B-847F-CA3FE4128AB0}" sibTransId="{51097076-F53C-4C1D-813E-E8631300E384}"/>
    <dgm:cxn modelId="{BEE20E54-BFFA-4D66-87C2-425CB9720EBB}" srcId="{5AB424A2-CE47-436E-AAAE-CFFEE28F0C76}" destId="{ECBAA29C-2DD4-4438-B5F9-6CE61A4DA5FD}" srcOrd="1" destOrd="0" parTransId="{296A269D-3DBE-4060-B170-FFDB1F2579C2}" sibTransId="{667F5928-35AE-47E1-B7C6-DBA0B2145338}"/>
    <dgm:cxn modelId="{5FC06A74-0E59-408F-A3FA-8C74869A7676}" type="presOf" srcId="{10755C15-8A22-46B3-BE2E-40410A0B141A}" destId="{5BA6F862-6A41-4C2F-B07B-AD43AAF9E093}" srcOrd="0" destOrd="1" presId="urn:microsoft.com/office/officeart/2018/2/layout/IconLabelDescriptionList"/>
    <dgm:cxn modelId="{2312E97C-2A55-4430-A7C5-B54992338595}" type="presOf" srcId="{46700C9B-88ED-46F5-A392-7C40CA5C2E87}" destId="{4D26FA9D-0A06-4353-A812-29D5CFCFAF2A}" srcOrd="0" destOrd="2" presId="urn:microsoft.com/office/officeart/2018/2/layout/IconLabelDescriptionList"/>
    <dgm:cxn modelId="{C9BB848F-C95D-4CFE-AD08-4AAA808C4560}" srcId="{B9EEFF1C-5710-4AD7-9924-4A6ED2511AF3}" destId="{1A31FB33-C97C-449A-B55B-4728C52155F4}" srcOrd="0" destOrd="0" parTransId="{E7A15BA2-94E0-4E4A-BD62-410A03ABAC43}" sibTransId="{E8ACE862-8007-430B-8345-BF643A65E23F}"/>
    <dgm:cxn modelId="{FD91BD9D-E38D-4326-BC09-E28AF791006C}" srcId="{B9EEFF1C-5710-4AD7-9924-4A6ED2511AF3}" destId="{E2D70411-4808-407A-ACFD-BDA64AAA96E2}" srcOrd="1" destOrd="0" parTransId="{BAACE203-28F3-4072-B0E0-E13C3CDA6867}" sibTransId="{445C28B1-E2C9-4FAA-9912-78E676A28572}"/>
    <dgm:cxn modelId="{6B689AAD-9D24-44A4-AE7C-20DD93A4BD49}" type="presOf" srcId="{373A5D64-0926-4223-81A7-0A79FAB6A06B}" destId="{35F414F6-E57A-45AC-839E-5ADE16E3BF29}" srcOrd="0" destOrd="0" presId="urn:microsoft.com/office/officeart/2018/2/layout/IconLabelDescriptionList"/>
    <dgm:cxn modelId="{0816DDB8-5291-4938-8777-1944D5746E7D}" type="presOf" srcId="{D2DF9CFA-0568-4975-BE29-F8B0304E3227}" destId="{93174BF6-F480-4625-A04C-5531AD5812CF}" srcOrd="0" destOrd="0" presId="urn:microsoft.com/office/officeart/2018/2/layout/IconLabelDescriptionList"/>
    <dgm:cxn modelId="{B39A85C7-6E04-4E9D-9048-152D66D4797B}" type="presOf" srcId="{E2D70411-4808-407A-ACFD-BDA64AAA96E2}" destId="{4D26FA9D-0A06-4353-A812-29D5CFCFAF2A}" srcOrd="0" destOrd="1" presId="urn:microsoft.com/office/officeart/2018/2/layout/IconLabelDescriptionList"/>
    <dgm:cxn modelId="{29142FC8-46B3-4FB5-A9AB-5118C3967745}" srcId="{ECBAA29C-2DD4-4438-B5F9-6CE61A4DA5FD}" destId="{10755C15-8A22-46B3-BE2E-40410A0B141A}" srcOrd="1" destOrd="0" parTransId="{029C6667-C939-43D5-B4F2-08E2DFB1C562}" sibTransId="{1C9537D9-A295-4859-9AF8-9060E9F4CD98}"/>
    <dgm:cxn modelId="{D63BB9D0-9A18-434B-A9F7-87525A9F5AB9}" type="presOf" srcId="{ECBAA29C-2DD4-4438-B5F9-6CE61A4DA5FD}" destId="{A2994059-D998-4522-B281-DDED17AE613E}" srcOrd="0" destOrd="0" presId="urn:microsoft.com/office/officeart/2018/2/layout/IconLabelDescriptionList"/>
    <dgm:cxn modelId="{3D93D6DF-76A4-4560-B72C-92461C42CA4D}" type="presOf" srcId="{B1ED5C87-306A-4942-8D91-2456E535A2DF}" destId="{5BA6F862-6A41-4C2F-B07B-AD43AAF9E093}" srcOrd="0" destOrd="0" presId="urn:microsoft.com/office/officeart/2018/2/layout/IconLabelDescriptionList"/>
    <dgm:cxn modelId="{066DADE7-B871-42CE-90E2-34202BF5CDB1}" type="presOf" srcId="{C3DAB763-2D9C-440F-9BF5-FA3A0B7021AA}" destId="{93174BF6-F480-4625-A04C-5531AD5812CF}" srcOrd="0" destOrd="1" presId="urn:microsoft.com/office/officeart/2018/2/layout/IconLabelDescriptionList"/>
    <dgm:cxn modelId="{661395EB-878C-4512-BC61-CD0986F6D83D}" type="presOf" srcId="{1A31FB33-C97C-449A-B55B-4728C52155F4}" destId="{4D26FA9D-0A06-4353-A812-29D5CFCFAF2A}" srcOrd="0" destOrd="0" presId="urn:microsoft.com/office/officeart/2018/2/layout/IconLabelDescriptionList"/>
    <dgm:cxn modelId="{166B4BF1-3DDD-4E80-816E-D1E1E7B18783}" srcId="{ECBAA29C-2DD4-4438-B5F9-6CE61A4DA5FD}" destId="{B1ED5C87-306A-4942-8D91-2456E535A2DF}" srcOrd="0" destOrd="0" parTransId="{9C992D4D-96E8-4DE0-853D-488D26910D74}" sibTransId="{CE7AA087-15E9-4717-B7A3-A1DAE3AF7A41}"/>
    <dgm:cxn modelId="{A5D778F3-E0EA-4731-B4FF-4D601E2311B0}" type="presOf" srcId="{B24E9903-29B5-4FFF-BD09-56AAB87AD303}" destId="{4D26FA9D-0A06-4353-A812-29D5CFCFAF2A}" srcOrd="0" destOrd="3" presId="urn:microsoft.com/office/officeart/2018/2/layout/IconLabelDescriptionList"/>
    <dgm:cxn modelId="{DEE9C583-F209-4DD2-A25D-31260841E15F}" type="presParOf" srcId="{7FC529A9-E5F1-45D2-B4A9-A7A982C9890E}" destId="{B42D53E8-EF38-49F2-A32D-D600FA2FECB4}" srcOrd="0" destOrd="0" presId="urn:microsoft.com/office/officeart/2018/2/layout/IconLabelDescriptionList"/>
    <dgm:cxn modelId="{7257575B-61F0-42A1-BF7C-5DB5B8F3E2BA}" type="presParOf" srcId="{B42D53E8-EF38-49F2-A32D-D600FA2FECB4}" destId="{2E61E969-9D78-4770-812A-D86F6B139FE9}" srcOrd="0" destOrd="0" presId="urn:microsoft.com/office/officeart/2018/2/layout/IconLabelDescriptionList"/>
    <dgm:cxn modelId="{706DD10E-7FA1-43A5-949D-19300510B9AF}" type="presParOf" srcId="{B42D53E8-EF38-49F2-A32D-D600FA2FECB4}" destId="{3A1B1D37-3629-4048-BCAB-4C106E89EE4D}" srcOrd="1" destOrd="0" presId="urn:microsoft.com/office/officeart/2018/2/layout/IconLabelDescriptionList"/>
    <dgm:cxn modelId="{B6F8A920-8683-44E6-ACDB-0DB3220F5EEE}" type="presParOf" srcId="{B42D53E8-EF38-49F2-A32D-D600FA2FECB4}" destId="{35F414F6-E57A-45AC-839E-5ADE16E3BF29}" srcOrd="2" destOrd="0" presId="urn:microsoft.com/office/officeart/2018/2/layout/IconLabelDescriptionList"/>
    <dgm:cxn modelId="{ED936FCB-1D57-4221-A6A0-BA093D8FC916}" type="presParOf" srcId="{B42D53E8-EF38-49F2-A32D-D600FA2FECB4}" destId="{D3F7C1EB-4DBB-4DEE-A6BC-A202870A8FB3}" srcOrd="3" destOrd="0" presId="urn:microsoft.com/office/officeart/2018/2/layout/IconLabelDescriptionList"/>
    <dgm:cxn modelId="{10F3A2BC-2A1E-4650-970F-9AB3744492F8}" type="presParOf" srcId="{B42D53E8-EF38-49F2-A32D-D600FA2FECB4}" destId="{93174BF6-F480-4625-A04C-5531AD5812CF}" srcOrd="4" destOrd="0" presId="urn:microsoft.com/office/officeart/2018/2/layout/IconLabelDescriptionList"/>
    <dgm:cxn modelId="{8FD7B04C-C7D4-488A-BEC2-C6B98E299D1A}" type="presParOf" srcId="{7FC529A9-E5F1-45D2-B4A9-A7A982C9890E}" destId="{4E042A70-4B92-4AA3-B328-D1BC715D676C}" srcOrd="1" destOrd="0" presId="urn:microsoft.com/office/officeart/2018/2/layout/IconLabelDescriptionList"/>
    <dgm:cxn modelId="{B05A5351-3C3B-4F60-8DB2-7DF5DDFF6FB0}" type="presParOf" srcId="{7FC529A9-E5F1-45D2-B4A9-A7A982C9890E}" destId="{3CFA1661-7DB3-426D-884D-730594BC15B7}" srcOrd="2" destOrd="0" presId="urn:microsoft.com/office/officeart/2018/2/layout/IconLabelDescriptionList"/>
    <dgm:cxn modelId="{44895C2E-9AB8-4164-ACEC-1486ABED2840}" type="presParOf" srcId="{3CFA1661-7DB3-426D-884D-730594BC15B7}" destId="{CE75CFDF-271E-49D9-AAA5-795EE3BDE153}" srcOrd="0" destOrd="0" presId="urn:microsoft.com/office/officeart/2018/2/layout/IconLabelDescriptionList"/>
    <dgm:cxn modelId="{46DA90AD-75B8-4679-B4EA-67B0B08817A6}" type="presParOf" srcId="{3CFA1661-7DB3-426D-884D-730594BC15B7}" destId="{4A6EEDA9-75B7-485C-9002-D210855B75D7}" srcOrd="1" destOrd="0" presId="urn:microsoft.com/office/officeart/2018/2/layout/IconLabelDescriptionList"/>
    <dgm:cxn modelId="{235D34BC-32DB-40AB-B20A-C30A9B4123E5}" type="presParOf" srcId="{3CFA1661-7DB3-426D-884D-730594BC15B7}" destId="{A2994059-D998-4522-B281-DDED17AE613E}" srcOrd="2" destOrd="0" presId="urn:microsoft.com/office/officeart/2018/2/layout/IconLabelDescriptionList"/>
    <dgm:cxn modelId="{750E06DF-20A1-48E4-B268-0159EDBCA460}" type="presParOf" srcId="{3CFA1661-7DB3-426D-884D-730594BC15B7}" destId="{47673C7D-4CFD-44CC-959B-BE01A4854A2B}" srcOrd="3" destOrd="0" presId="urn:microsoft.com/office/officeart/2018/2/layout/IconLabelDescriptionList"/>
    <dgm:cxn modelId="{02F0D917-5958-427D-946C-A4003EB15972}" type="presParOf" srcId="{3CFA1661-7DB3-426D-884D-730594BC15B7}" destId="{5BA6F862-6A41-4C2F-B07B-AD43AAF9E093}" srcOrd="4" destOrd="0" presId="urn:microsoft.com/office/officeart/2018/2/layout/IconLabelDescriptionList"/>
    <dgm:cxn modelId="{D29FF054-1450-45D6-927C-5A2A278C565A}" type="presParOf" srcId="{7FC529A9-E5F1-45D2-B4A9-A7A982C9890E}" destId="{A8169C5D-3F55-4586-9749-84AEA3FAE586}" srcOrd="3" destOrd="0" presId="urn:microsoft.com/office/officeart/2018/2/layout/IconLabelDescriptionList"/>
    <dgm:cxn modelId="{2BCD3380-D1CF-43CC-BC2D-10180E97F5A0}" type="presParOf" srcId="{7FC529A9-E5F1-45D2-B4A9-A7A982C9890E}" destId="{FB350413-3848-465B-845E-920F585893DA}" srcOrd="4" destOrd="0" presId="urn:microsoft.com/office/officeart/2018/2/layout/IconLabelDescriptionList"/>
    <dgm:cxn modelId="{445F1503-B9C5-4DA7-84AF-86AA94AA6225}" type="presParOf" srcId="{FB350413-3848-465B-845E-920F585893DA}" destId="{719FC935-AEEA-4DFC-B94E-B7C49BE74BC5}" srcOrd="0" destOrd="0" presId="urn:microsoft.com/office/officeart/2018/2/layout/IconLabelDescriptionList"/>
    <dgm:cxn modelId="{C4E6688E-729B-4B86-BF07-BAAB809ECB4D}" type="presParOf" srcId="{FB350413-3848-465B-845E-920F585893DA}" destId="{264E8135-C981-4C47-9563-93B5426F1E45}" srcOrd="1" destOrd="0" presId="urn:microsoft.com/office/officeart/2018/2/layout/IconLabelDescriptionList"/>
    <dgm:cxn modelId="{E76F1DDD-CE4C-4B09-AC69-C142EC7FF0D8}" type="presParOf" srcId="{FB350413-3848-465B-845E-920F585893DA}" destId="{388C3F6D-D79C-4402-A3D7-CA96C21375D5}" srcOrd="2" destOrd="0" presId="urn:microsoft.com/office/officeart/2018/2/layout/IconLabelDescriptionList"/>
    <dgm:cxn modelId="{B4E45D4B-352B-45AE-96FB-2E46DBA75259}" type="presParOf" srcId="{FB350413-3848-465B-845E-920F585893DA}" destId="{869A3B87-4D02-43E2-A888-F59E0C03E4C5}" srcOrd="3" destOrd="0" presId="urn:microsoft.com/office/officeart/2018/2/layout/IconLabelDescriptionList"/>
    <dgm:cxn modelId="{46394DCB-1633-42D0-B276-A0D7BA2AC45B}" type="presParOf" srcId="{FB350413-3848-465B-845E-920F585893DA}" destId="{4D26FA9D-0A06-4353-A812-29D5CFCFAF2A}" srcOrd="4" destOrd="0" presId="urn:microsoft.com/office/officeart/2018/2/layout/IconLabelDescriptionList"/>
  </dgm:cxnLst>
  <dgm:bg/>
  <dgm:whole/>
  <dgm:extLst>
    <a:ext uri="http://schemas.microsoft.com/office/drawing/2008/diagram">
      <dsp:dataModelExt xmlns:dsp="http://schemas.microsoft.com/office/drawing/2008/diagram" relId="rId6" minVer="http://schemas.openxmlformats.org/drawingml/2006/diagram"/>
    </a:ext>
  </dgm:extLst>
</dgm:dataModel>
</file>

<file path=ppt/diagrams/data3.xml><?xml version="1.0" encoding="utf-8"?>
<dgm:dataModel xmlns:dgm="http://schemas.openxmlformats.org/drawingml/2006/diagram" xmlns:a="http://schemas.openxmlformats.org/drawingml/2006/main">
  <dgm:ptLst>
    <dgm:pt modelId="{9FBE070D-1C94-4199-930B-BA36B123951F}" type="doc">
      <dgm:prSet loTypeId="urn:microsoft.com/office/officeart/2018/2/layout/IconLabelDescriptionList" loCatId="icon" qsTypeId="urn:microsoft.com/office/officeart/2005/8/quickstyle/simple1" qsCatId="simple" csTypeId="urn:microsoft.com/office/officeart/2018/5/colors/Iconchunking_neutralbg_colorful5" csCatId="colorful" phldr="1"/>
      <dgm:spPr/>
      <dgm:t>
        <a:bodyPr/>
        <a:lstStyle/>
        <a:p>
          <a:endParaRPr lang="en-US"/>
        </a:p>
      </dgm:t>
    </dgm:pt>
    <dgm:pt modelId="{87684C2C-0635-476C-9015-C407C9B99F68}">
      <dgm:prSet/>
      <dgm:spPr/>
      <dgm:t>
        <a:bodyPr/>
        <a:lstStyle/>
        <a:p>
          <a:pPr>
            <a:lnSpc>
              <a:spcPct val="100000"/>
            </a:lnSpc>
            <a:defRPr b="1"/>
          </a:pPr>
          <a:r>
            <a:rPr lang="en-US" dirty="0"/>
            <a:t>data structures</a:t>
          </a:r>
        </a:p>
      </dgm:t>
    </dgm:pt>
    <dgm:pt modelId="{A2CF37A2-D07F-441A-AAA8-A1FC70DF81DC}" type="parTrans" cxnId="{60027BB0-4B85-4F0C-A0CC-B998B4F233B4}">
      <dgm:prSet/>
      <dgm:spPr/>
      <dgm:t>
        <a:bodyPr/>
        <a:lstStyle/>
        <a:p>
          <a:endParaRPr lang="en-US"/>
        </a:p>
      </dgm:t>
    </dgm:pt>
    <dgm:pt modelId="{5FD038B7-3D99-4D3B-8BF3-4283CA559931}" type="sibTrans" cxnId="{60027BB0-4B85-4F0C-A0CC-B998B4F233B4}">
      <dgm:prSet/>
      <dgm:spPr/>
      <dgm:t>
        <a:bodyPr/>
        <a:lstStyle/>
        <a:p>
          <a:endParaRPr lang="en-US"/>
        </a:p>
      </dgm:t>
    </dgm:pt>
    <dgm:pt modelId="{2A32244D-636C-4891-8631-D3A10808DED2}">
      <dgm:prSet/>
      <dgm:spPr/>
      <dgm:t>
        <a:bodyPr/>
        <a:lstStyle/>
        <a:p>
          <a:pPr>
            <a:lnSpc>
              <a:spcPct val="100000"/>
            </a:lnSpc>
          </a:pPr>
          <a:r>
            <a:rPr lang="en-US" dirty="0"/>
            <a:t>encode the transfer of value</a:t>
          </a:r>
        </a:p>
      </dgm:t>
    </dgm:pt>
    <dgm:pt modelId="{4CA59E6A-D6EC-4AEA-A695-80AA9F583317}" type="parTrans" cxnId="{6F8F4970-96C4-4F80-8862-20D1C208C5A8}">
      <dgm:prSet/>
      <dgm:spPr/>
      <dgm:t>
        <a:bodyPr/>
        <a:lstStyle/>
        <a:p>
          <a:endParaRPr lang="en-US"/>
        </a:p>
      </dgm:t>
    </dgm:pt>
    <dgm:pt modelId="{1260D38B-FE89-421C-BB4C-7033668E81EE}" type="sibTrans" cxnId="{6F8F4970-96C4-4F80-8862-20D1C208C5A8}">
      <dgm:prSet/>
      <dgm:spPr/>
      <dgm:t>
        <a:bodyPr/>
        <a:lstStyle/>
        <a:p>
          <a:endParaRPr lang="en-US"/>
        </a:p>
      </dgm:t>
    </dgm:pt>
    <dgm:pt modelId="{38183526-BA09-4B2D-BB7C-72274F55E1A1}">
      <dgm:prSet/>
      <dgm:spPr/>
      <dgm:t>
        <a:bodyPr/>
        <a:lstStyle/>
        <a:p>
          <a:pPr>
            <a:lnSpc>
              <a:spcPct val="100000"/>
            </a:lnSpc>
            <a:defRPr b="1"/>
          </a:pPr>
          <a:r>
            <a:rPr lang="tr-TR" dirty="0"/>
            <a:t>Public Entries</a:t>
          </a:r>
          <a:endParaRPr lang="en-US" dirty="0"/>
        </a:p>
      </dgm:t>
    </dgm:pt>
    <dgm:pt modelId="{C2B247AC-5FC5-4C54-B78D-0738FD3D17B1}" type="parTrans" cxnId="{10625968-5671-48BE-8D54-A75B1AC561BB}">
      <dgm:prSet/>
      <dgm:spPr/>
      <dgm:t>
        <a:bodyPr/>
        <a:lstStyle/>
        <a:p>
          <a:endParaRPr lang="en-US"/>
        </a:p>
      </dgm:t>
    </dgm:pt>
    <dgm:pt modelId="{0467859F-0EC5-4201-9261-0037F5B471A4}" type="sibTrans" cxnId="{10625968-5671-48BE-8D54-A75B1AC561BB}">
      <dgm:prSet/>
      <dgm:spPr/>
      <dgm:t>
        <a:bodyPr/>
        <a:lstStyle/>
        <a:p>
          <a:endParaRPr lang="en-US"/>
        </a:p>
      </dgm:t>
    </dgm:pt>
    <dgm:pt modelId="{5B39BE58-2D09-4DDB-AF3A-0FCAEA577729}">
      <dgm:prSet/>
      <dgm:spPr/>
      <dgm:t>
        <a:bodyPr/>
        <a:lstStyle/>
        <a:p>
          <a:pPr>
            <a:lnSpc>
              <a:spcPct val="100000"/>
            </a:lnSpc>
          </a:pPr>
          <a:r>
            <a:rPr lang="en-US" dirty="0"/>
            <a:t>Each transaction is</a:t>
          </a:r>
        </a:p>
      </dgm:t>
    </dgm:pt>
    <dgm:pt modelId="{6E9F33BA-0AFD-4773-959B-BB753C0E3592}" type="parTrans" cxnId="{3E7AFD23-E9B5-4D88-80AA-2F7891008652}">
      <dgm:prSet/>
      <dgm:spPr/>
      <dgm:t>
        <a:bodyPr/>
        <a:lstStyle/>
        <a:p>
          <a:endParaRPr lang="en-US"/>
        </a:p>
      </dgm:t>
    </dgm:pt>
    <dgm:pt modelId="{EC688B0E-B45A-47E9-9927-DBBE6EE5800F}" type="sibTrans" cxnId="{3E7AFD23-E9B5-4D88-80AA-2F7891008652}">
      <dgm:prSet/>
      <dgm:spPr/>
      <dgm:t>
        <a:bodyPr/>
        <a:lstStyle/>
        <a:p>
          <a:endParaRPr lang="en-US"/>
        </a:p>
      </dgm:t>
    </dgm:pt>
    <dgm:pt modelId="{038FF876-3804-4033-B470-E55B60624701}">
      <dgm:prSet/>
      <dgm:spPr/>
      <dgm:t>
        <a:bodyPr/>
        <a:lstStyle/>
        <a:p>
          <a:pPr>
            <a:lnSpc>
              <a:spcPct val="100000"/>
            </a:lnSpc>
            <a:defRPr b="1"/>
          </a:pPr>
          <a:r>
            <a:rPr lang="tr-TR" dirty="0"/>
            <a:t>Bitcoin Blockchain</a:t>
          </a:r>
          <a:endParaRPr lang="en-US" dirty="0"/>
        </a:p>
      </dgm:t>
    </dgm:pt>
    <dgm:pt modelId="{CA6EE588-00D2-48BE-8F40-6985D3012E37}" type="parTrans" cxnId="{0FEDD7E0-BF38-4432-B8A7-1402F7B7DD57}">
      <dgm:prSet/>
      <dgm:spPr/>
      <dgm:t>
        <a:bodyPr/>
        <a:lstStyle/>
        <a:p>
          <a:endParaRPr lang="en-US"/>
        </a:p>
      </dgm:t>
    </dgm:pt>
    <dgm:pt modelId="{072CA2EC-2959-47BC-BBFD-C7B363731725}" type="sibTrans" cxnId="{0FEDD7E0-BF38-4432-B8A7-1402F7B7DD57}">
      <dgm:prSet/>
      <dgm:spPr/>
      <dgm:t>
        <a:bodyPr/>
        <a:lstStyle/>
        <a:p>
          <a:endParaRPr lang="en-US"/>
        </a:p>
      </dgm:t>
    </dgm:pt>
    <dgm:pt modelId="{488C88D1-26DB-4354-A091-C796005A5AE6}">
      <dgm:prSet/>
      <dgm:spPr/>
      <dgm:t>
        <a:bodyPr/>
        <a:lstStyle/>
        <a:p>
          <a:pPr>
            <a:lnSpc>
              <a:spcPct val="100000"/>
            </a:lnSpc>
          </a:pPr>
          <a:r>
            <a:rPr lang="en-US" dirty="0"/>
            <a:t>the global double-entry</a:t>
          </a:r>
        </a:p>
      </dgm:t>
    </dgm:pt>
    <dgm:pt modelId="{C4A4CDF8-8B6D-4018-A8DC-41F7B26091C6}" type="parTrans" cxnId="{D05A02DA-2017-4AAA-8375-A9D0182A8B59}">
      <dgm:prSet/>
      <dgm:spPr/>
      <dgm:t>
        <a:bodyPr/>
        <a:lstStyle/>
        <a:p>
          <a:endParaRPr lang="en-US"/>
        </a:p>
      </dgm:t>
    </dgm:pt>
    <dgm:pt modelId="{FC18C717-603B-4BBD-BA5C-7ECBC179F7D8}" type="sibTrans" cxnId="{D05A02DA-2017-4AAA-8375-A9D0182A8B59}">
      <dgm:prSet/>
      <dgm:spPr/>
      <dgm:t>
        <a:bodyPr/>
        <a:lstStyle/>
        <a:p>
          <a:endParaRPr lang="en-US"/>
        </a:p>
      </dgm:t>
    </dgm:pt>
    <dgm:pt modelId="{AEB49107-D96A-4474-93AD-9FE76AD31033}">
      <dgm:prSet/>
      <dgm:spPr/>
      <dgm:t>
        <a:bodyPr/>
        <a:lstStyle/>
        <a:p>
          <a:pPr>
            <a:lnSpc>
              <a:spcPct val="100000"/>
            </a:lnSpc>
          </a:pPr>
          <a:r>
            <a:rPr lang="en-US" dirty="0"/>
            <a:t>between</a:t>
          </a:r>
          <a:r>
            <a:rPr lang="tr-TR" dirty="0"/>
            <a:t> bitcoin </a:t>
          </a:r>
          <a:r>
            <a:rPr lang="en-US" dirty="0"/>
            <a:t>participants </a:t>
          </a:r>
        </a:p>
      </dgm:t>
    </dgm:pt>
    <dgm:pt modelId="{0C656E32-C093-43A5-A661-3C9887B71C2D}" type="parTrans" cxnId="{7281F220-CFA0-4E1A-8C6C-5090C74C49D9}">
      <dgm:prSet/>
      <dgm:spPr/>
      <dgm:t>
        <a:bodyPr/>
        <a:lstStyle/>
        <a:p>
          <a:endParaRPr lang="tr-TR"/>
        </a:p>
      </dgm:t>
    </dgm:pt>
    <dgm:pt modelId="{49C8F4E2-ED80-44C0-BCF0-2480278F10BC}" type="sibTrans" cxnId="{7281F220-CFA0-4E1A-8C6C-5090C74C49D9}">
      <dgm:prSet/>
      <dgm:spPr/>
      <dgm:t>
        <a:bodyPr/>
        <a:lstStyle/>
        <a:p>
          <a:endParaRPr lang="tr-TR"/>
        </a:p>
      </dgm:t>
    </dgm:pt>
    <dgm:pt modelId="{D805D4C0-F56E-4EF4-9ECD-6E33CFFBCB75}">
      <dgm:prSet/>
      <dgm:spPr/>
      <dgm:t>
        <a:bodyPr/>
        <a:lstStyle/>
        <a:p>
          <a:pPr>
            <a:lnSpc>
              <a:spcPct val="100000"/>
            </a:lnSpc>
          </a:pPr>
          <a:r>
            <a:rPr lang="en-US" dirty="0"/>
            <a:t>a public entry in blockchain</a:t>
          </a:r>
        </a:p>
      </dgm:t>
    </dgm:pt>
    <dgm:pt modelId="{48CC955A-D2BD-49BF-9322-E5CD9B2F146B}" type="parTrans" cxnId="{0A458C2D-D63F-4F7B-B4F7-7E3F84335B07}">
      <dgm:prSet/>
      <dgm:spPr/>
      <dgm:t>
        <a:bodyPr/>
        <a:lstStyle/>
        <a:p>
          <a:endParaRPr lang="tr-TR"/>
        </a:p>
      </dgm:t>
    </dgm:pt>
    <dgm:pt modelId="{A59E7D7D-C83A-40F8-8DF8-6F8675835063}" type="sibTrans" cxnId="{0A458C2D-D63F-4F7B-B4F7-7E3F84335B07}">
      <dgm:prSet/>
      <dgm:spPr/>
      <dgm:t>
        <a:bodyPr/>
        <a:lstStyle/>
        <a:p>
          <a:endParaRPr lang="tr-TR"/>
        </a:p>
      </dgm:t>
    </dgm:pt>
    <dgm:pt modelId="{2ED8A656-5DD8-4955-8F84-CBE326F3EF28}">
      <dgm:prSet/>
      <dgm:spPr/>
      <dgm:t>
        <a:bodyPr/>
        <a:lstStyle/>
        <a:p>
          <a:pPr>
            <a:lnSpc>
              <a:spcPct val="100000"/>
            </a:lnSpc>
          </a:pPr>
          <a:r>
            <a:rPr lang="en-US"/>
            <a:t>bookkeeping </a:t>
          </a:r>
          <a:r>
            <a:rPr lang="en-US" dirty="0"/>
            <a:t>ledger</a:t>
          </a:r>
        </a:p>
      </dgm:t>
    </dgm:pt>
    <dgm:pt modelId="{A7B2A5B0-BDBF-4666-8206-72C7A5182CCB}" type="parTrans" cxnId="{E1E46B8E-6C35-4156-B5BF-7D23418407A0}">
      <dgm:prSet/>
      <dgm:spPr/>
      <dgm:t>
        <a:bodyPr/>
        <a:lstStyle/>
        <a:p>
          <a:endParaRPr lang="tr-TR"/>
        </a:p>
      </dgm:t>
    </dgm:pt>
    <dgm:pt modelId="{B311812A-C858-4380-ADF3-E816D710A199}" type="sibTrans" cxnId="{E1E46B8E-6C35-4156-B5BF-7D23418407A0}">
      <dgm:prSet/>
      <dgm:spPr/>
      <dgm:t>
        <a:bodyPr/>
        <a:lstStyle/>
        <a:p>
          <a:endParaRPr lang="tr-TR"/>
        </a:p>
      </dgm:t>
    </dgm:pt>
    <dgm:pt modelId="{1E02588A-80C3-4D71-AC63-7D968CC73852}" type="pres">
      <dgm:prSet presAssocID="{9FBE070D-1C94-4199-930B-BA36B123951F}" presName="root" presStyleCnt="0">
        <dgm:presLayoutVars>
          <dgm:dir/>
          <dgm:resizeHandles val="exact"/>
        </dgm:presLayoutVars>
      </dgm:prSet>
      <dgm:spPr/>
    </dgm:pt>
    <dgm:pt modelId="{C2C0ABEF-7001-450D-A762-782F51772E3D}" type="pres">
      <dgm:prSet presAssocID="{87684C2C-0635-476C-9015-C407C9B99F68}" presName="compNode" presStyleCnt="0"/>
      <dgm:spPr/>
    </dgm:pt>
    <dgm:pt modelId="{1BC28A3F-F731-4324-831E-F49E0E1CC4E1}" type="pres">
      <dgm:prSet presAssocID="{87684C2C-0635-476C-9015-C407C9B99F68}" presName="iconRect" presStyleLbl="node1" presStyleIdx="0" presStyleCnt="3"/>
      <dgm:spPr>
        <a:blipFill>
          <a:blip xmlns:r="http://schemas.openxmlformats.org/officeDocument/2006/relationships" r:embed="rId1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2"/>
              </a:ext>
            </a:extLst>
          </a:blip>
          <a:stretch>
            <a:fillRect/>
          </a:stretch>
        </a:blipFill>
        <a:ln>
          <a:noFill/>
        </a:ln>
      </dgm:spPr>
      <dgm:extLst>
        <a:ext uri="{E40237B7-FDA0-4F09-8148-C483321AD2D9}">
          <dgm14:cNvPr xmlns:dgm14="http://schemas.microsoft.com/office/drawing/2010/diagram" id="0" name="" descr="Transfer"/>
        </a:ext>
      </dgm:extLst>
    </dgm:pt>
    <dgm:pt modelId="{7346B84A-9601-4693-B549-85C11893A915}" type="pres">
      <dgm:prSet presAssocID="{87684C2C-0635-476C-9015-C407C9B99F68}" presName="iconSpace" presStyleCnt="0"/>
      <dgm:spPr/>
    </dgm:pt>
    <dgm:pt modelId="{455AF849-562C-48CF-8B32-537A7B3B5D8F}" type="pres">
      <dgm:prSet presAssocID="{87684C2C-0635-476C-9015-C407C9B99F68}" presName="parTx" presStyleLbl="revTx" presStyleIdx="0" presStyleCnt="6">
        <dgm:presLayoutVars>
          <dgm:chMax val="0"/>
          <dgm:chPref val="0"/>
        </dgm:presLayoutVars>
      </dgm:prSet>
      <dgm:spPr/>
    </dgm:pt>
    <dgm:pt modelId="{565CE754-3186-41AB-93C5-DE4C7972B416}" type="pres">
      <dgm:prSet presAssocID="{87684C2C-0635-476C-9015-C407C9B99F68}" presName="txSpace" presStyleCnt="0"/>
      <dgm:spPr/>
    </dgm:pt>
    <dgm:pt modelId="{CA0FA141-131F-4BFF-8EA6-18F0B6ED1E81}" type="pres">
      <dgm:prSet presAssocID="{87684C2C-0635-476C-9015-C407C9B99F68}" presName="desTx" presStyleLbl="revTx" presStyleIdx="1" presStyleCnt="6">
        <dgm:presLayoutVars/>
      </dgm:prSet>
      <dgm:spPr/>
    </dgm:pt>
    <dgm:pt modelId="{E4C2A48F-A4EE-409E-BA6D-9A9F084F054D}" type="pres">
      <dgm:prSet presAssocID="{5FD038B7-3D99-4D3B-8BF3-4283CA559931}" presName="sibTrans" presStyleCnt="0"/>
      <dgm:spPr/>
    </dgm:pt>
    <dgm:pt modelId="{50891A4A-531A-4705-8CE7-85342AD201E3}" type="pres">
      <dgm:prSet presAssocID="{38183526-BA09-4B2D-BB7C-72274F55E1A1}" presName="compNode" presStyleCnt="0"/>
      <dgm:spPr/>
    </dgm:pt>
    <dgm:pt modelId="{33BFF087-757B-4D56-9BD1-9B80969B8597}" type="pres">
      <dgm:prSet presAssocID="{38183526-BA09-4B2D-BB7C-72274F55E1A1}" presName="iconRect" presStyleLbl="node1" presStyleIdx="1" presStyleCnt="3"/>
      <dgm:spPr>
        <a:blipFill>
          <a:blip xmlns:r="http://schemas.openxmlformats.org/officeDocument/2006/relationships" r:embed="rId3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4"/>
              </a:ext>
            </a:extLst>
          </a:blip>
          <a:stretch>
            <a:fillRect/>
          </a:stretch>
        </a:blipFill>
        <a:ln>
          <a:noFill/>
        </a:ln>
      </dgm:spPr>
      <dgm:extLst>
        <a:ext uri="{E40237B7-FDA0-4F09-8148-C483321AD2D9}">
          <dgm14:cNvPr xmlns:dgm14="http://schemas.microsoft.com/office/drawing/2010/diagram" id="0" name="" descr="Bank"/>
        </a:ext>
      </dgm:extLst>
    </dgm:pt>
    <dgm:pt modelId="{7F421043-3ACC-423A-9CFF-8DEB15FF1980}" type="pres">
      <dgm:prSet presAssocID="{38183526-BA09-4B2D-BB7C-72274F55E1A1}" presName="iconSpace" presStyleCnt="0"/>
      <dgm:spPr/>
    </dgm:pt>
    <dgm:pt modelId="{6894E6EF-EF53-4B03-8A4A-89E4B74EA935}" type="pres">
      <dgm:prSet presAssocID="{38183526-BA09-4B2D-BB7C-72274F55E1A1}" presName="parTx" presStyleLbl="revTx" presStyleIdx="2" presStyleCnt="6">
        <dgm:presLayoutVars>
          <dgm:chMax val="0"/>
          <dgm:chPref val="0"/>
        </dgm:presLayoutVars>
      </dgm:prSet>
      <dgm:spPr/>
    </dgm:pt>
    <dgm:pt modelId="{7D8948E8-D979-4E6E-9E4A-C2755482A18A}" type="pres">
      <dgm:prSet presAssocID="{38183526-BA09-4B2D-BB7C-72274F55E1A1}" presName="txSpace" presStyleCnt="0"/>
      <dgm:spPr/>
    </dgm:pt>
    <dgm:pt modelId="{C0A5AF98-5CCA-4F10-8DE0-9C5896233D8E}" type="pres">
      <dgm:prSet presAssocID="{38183526-BA09-4B2D-BB7C-72274F55E1A1}" presName="desTx" presStyleLbl="revTx" presStyleIdx="3" presStyleCnt="6">
        <dgm:presLayoutVars/>
      </dgm:prSet>
      <dgm:spPr/>
    </dgm:pt>
    <dgm:pt modelId="{F3B00FF7-5E66-422C-A74F-4F74AAC194E0}" type="pres">
      <dgm:prSet presAssocID="{0467859F-0EC5-4201-9261-0037F5B471A4}" presName="sibTrans" presStyleCnt="0"/>
      <dgm:spPr/>
    </dgm:pt>
    <dgm:pt modelId="{E157F8A1-107C-46CD-A4C3-AC07C8511942}" type="pres">
      <dgm:prSet presAssocID="{038FF876-3804-4033-B470-E55B60624701}" presName="compNode" presStyleCnt="0"/>
      <dgm:spPr/>
    </dgm:pt>
    <dgm:pt modelId="{42EEDC4E-52BB-4F8A-9DA2-A375004EA538}" type="pres">
      <dgm:prSet presAssocID="{038FF876-3804-4033-B470-E55B60624701}" presName="iconRect" presStyleLbl="node1" presStyleIdx="2" presStyleCnt="3"/>
      <dgm:spPr>
        <a:blipFill>
          <a:blip xmlns:r="http://schemas.openxmlformats.org/officeDocument/2006/relationships" r:embed="rId5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6"/>
              </a:ext>
            </a:extLst>
          </a:blip>
          <a:stretch>
            <a:fillRect/>
          </a:stretch>
        </a:blipFill>
        <a:ln>
          <a:noFill/>
        </a:ln>
      </dgm:spPr>
      <dgm:extLst>
        <a:ext uri="{E40237B7-FDA0-4F09-8148-C483321AD2D9}">
          <dgm14:cNvPr xmlns:dgm14="http://schemas.microsoft.com/office/drawing/2010/diagram" id="0" name="" descr="Bitcoin"/>
        </a:ext>
      </dgm:extLst>
    </dgm:pt>
    <dgm:pt modelId="{CAB7FF4E-5C07-43C0-B949-7D4860AE8D1F}" type="pres">
      <dgm:prSet presAssocID="{038FF876-3804-4033-B470-E55B60624701}" presName="iconSpace" presStyleCnt="0"/>
      <dgm:spPr/>
    </dgm:pt>
    <dgm:pt modelId="{389CC840-236E-44C5-A3B2-00DC2E28EBEC}" type="pres">
      <dgm:prSet presAssocID="{038FF876-3804-4033-B470-E55B60624701}" presName="parTx" presStyleLbl="revTx" presStyleIdx="4" presStyleCnt="6">
        <dgm:presLayoutVars>
          <dgm:chMax val="0"/>
          <dgm:chPref val="0"/>
        </dgm:presLayoutVars>
      </dgm:prSet>
      <dgm:spPr/>
    </dgm:pt>
    <dgm:pt modelId="{586B7F12-A4C1-4C4B-B42E-82398A568E3D}" type="pres">
      <dgm:prSet presAssocID="{038FF876-3804-4033-B470-E55B60624701}" presName="txSpace" presStyleCnt="0"/>
      <dgm:spPr/>
    </dgm:pt>
    <dgm:pt modelId="{5AAD3C51-26A4-4A75-B735-A0D6F73CFB3F}" type="pres">
      <dgm:prSet presAssocID="{038FF876-3804-4033-B470-E55B60624701}" presName="desTx" presStyleLbl="revTx" presStyleIdx="5" presStyleCnt="6">
        <dgm:presLayoutVars/>
      </dgm:prSet>
      <dgm:spPr/>
    </dgm:pt>
  </dgm:ptLst>
  <dgm:cxnLst>
    <dgm:cxn modelId="{B0F02B0E-D483-4EFB-9E17-3A924C0CC699}" type="presOf" srcId="{488C88D1-26DB-4354-A091-C796005A5AE6}" destId="{5AAD3C51-26A4-4A75-B735-A0D6F73CFB3F}" srcOrd="0" destOrd="0" presId="urn:microsoft.com/office/officeart/2018/2/layout/IconLabelDescriptionList"/>
    <dgm:cxn modelId="{7281F220-CFA0-4E1A-8C6C-5090C74C49D9}" srcId="{87684C2C-0635-476C-9015-C407C9B99F68}" destId="{AEB49107-D96A-4474-93AD-9FE76AD31033}" srcOrd="1" destOrd="0" parTransId="{0C656E32-C093-43A5-A661-3C9887B71C2D}" sibTransId="{49C8F4E2-ED80-44C0-BCF0-2480278F10BC}"/>
    <dgm:cxn modelId="{3E7AFD23-E9B5-4D88-80AA-2F7891008652}" srcId="{38183526-BA09-4B2D-BB7C-72274F55E1A1}" destId="{5B39BE58-2D09-4DDB-AF3A-0FCAEA577729}" srcOrd="0" destOrd="0" parTransId="{6E9F33BA-0AFD-4773-959B-BB753C0E3592}" sibTransId="{EC688B0E-B45A-47E9-9927-DBBE6EE5800F}"/>
    <dgm:cxn modelId="{0A458C2D-D63F-4F7B-B4F7-7E3F84335B07}" srcId="{38183526-BA09-4B2D-BB7C-72274F55E1A1}" destId="{D805D4C0-F56E-4EF4-9ECD-6E33CFFBCB75}" srcOrd="1" destOrd="0" parTransId="{48CC955A-D2BD-49BF-9322-E5CD9B2F146B}" sibTransId="{A59E7D7D-C83A-40F8-8DF8-6F8675835063}"/>
    <dgm:cxn modelId="{42966134-A9EF-41CE-9646-38D2EB25752D}" type="presOf" srcId="{9FBE070D-1C94-4199-930B-BA36B123951F}" destId="{1E02588A-80C3-4D71-AC63-7D968CC73852}" srcOrd="0" destOrd="0" presId="urn:microsoft.com/office/officeart/2018/2/layout/IconLabelDescriptionList"/>
    <dgm:cxn modelId="{DD35E547-6EBB-45FE-AB91-68A64C889873}" type="presOf" srcId="{D805D4C0-F56E-4EF4-9ECD-6E33CFFBCB75}" destId="{C0A5AF98-5CCA-4F10-8DE0-9C5896233D8E}" srcOrd="0" destOrd="1" presId="urn:microsoft.com/office/officeart/2018/2/layout/IconLabelDescriptionList"/>
    <dgm:cxn modelId="{10625968-5671-48BE-8D54-A75B1AC561BB}" srcId="{9FBE070D-1C94-4199-930B-BA36B123951F}" destId="{38183526-BA09-4B2D-BB7C-72274F55E1A1}" srcOrd="1" destOrd="0" parTransId="{C2B247AC-5FC5-4C54-B78D-0738FD3D17B1}" sibTransId="{0467859F-0EC5-4201-9261-0037F5B471A4}"/>
    <dgm:cxn modelId="{6F8F4970-96C4-4F80-8862-20D1C208C5A8}" srcId="{87684C2C-0635-476C-9015-C407C9B99F68}" destId="{2A32244D-636C-4891-8631-D3A10808DED2}" srcOrd="0" destOrd="0" parTransId="{4CA59E6A-D6EC-4AEA-A695-80AA9F583317}" sibTransId="{1260D38B-FE89-421C-BB4C-7033668E81EE}"/>
    <dgm:cxn modelId="{504FAB8A-394E-4896-8999-4102FD7AE528}" type="presOf" srcId="{2A32244D-636C-4891-8631-D3A10808DED2}" destId="{CA0FA141-131F-4BFF-8EA6-18F0B6ED1E81}" srcOrd="0" destOrd="0" presId="urn:microsoft.com/office/officeart/2018/2/layout/IconLabelDescriptionList"/>
    <dgm:cxn modelId="{E1E46B8E-6C35-4156-B5BF-7D23418407A0}" srcId="{038FF876-3804-4033-B470-E55B60624701}" destId="{2ED8A656-5DD8-4955-8F84-CBE326F3EF28}" srcOrd="1" destOrd="0" parTransId="{A7B2A5B0-BDBF-4666-8206-72C7A5182CCB}" sibTransId="{B311812A-C858-4380-ADF3-E816D710A199}"/>
    <dgm:cxn modelId="{1AFAF3A7-9A80-423F-B322-7D370F7F78ED}" type="presOf" srcId="{38183526-BA09-4B2D-BB7C-72274F55E1A1}" destId="{6894E6EF-EF53-4B03-8A4A-89E4B74EA935}" srcOrd="0" destOrd="0" presId="urn:microsoft.com/office/officeart/2018/2/layout/IconLabelDescriptionList"/>
    <dgm:cxn modelId="{92EB6AAB-ED40-4306-BFFE-2747031EBA94}" type="presOf" srcId="{87684C2C-0635-476C-9015-C407C9B99F68}" destId="{455AF849-562C-48CF-8B32-537A7B3B5D8F}" srcOrd="0" destOrd="0" presId="urn:microsoft.com/office/officeart/2018/2/layout/IconLabelDescriptionList"/>
    <dgm:cxn modelId="{60027BB0-4B85-4F0C-A0CC-B998B4F233B4}" srcId="{9FBE070D-1C94-4199-930B-BA36B123951F}" destId="{87684C2C-0635-476C-9015-C407C9B99F68}" srcOrd="0" destOrd="0" parTransId="{A2CF37A2-D07F-441A-AAA8-A1FC70DF81DC}" sibTransId="{5FD038B7-3D99-4D3B-8BF3-4283CA559931}"/>
    <dgm:cxn modelId="{726772CF-5051-4DA1-9A6A-995123F5ADFF}" type="presOf" srcId="{2ED8A656-5DD8-4955-8F84-CBE326F3EF28}" destId="{5AAD3C51-26A4-4A75-B735-A0D6F73CFB3F}" srcOrd="0" destOrd="1" presId="urn:microsoft.com/office/officeart/2018/2/layout/IconLabelDescriptionList"/>
    <dgm:cxn modelId="{A9F39CD2-33F9-4651-BB75-51207921E19D}" type="presOf" srcId="{AEB49107-D96A-4474-93AD-9FE76AD31033}" destId="{CA0FA141-131F-4BFF-8EA6-18F0B6ED1E81}" srcOrd="0" destOrd="1" presId="urn:microsoft.com/office/officeart/2018/2/layout/IconLabelDescriptionList"/>
    <dgm:cxn modelId="{D05A02DA-2017-4AAA-8375-A9D0182A8B59}" srcId="{038FF876-3804-4033-B470-E55B60624701}" destId="{488C88D1-26DB-4354-A091-C796005A5AE6}" srcOrd="0" destOrd="0" parTransId="{C4A4CDF8-8B6D-4018-A8DC-41F7B26091C6}" sibTransId="{FC18C717-603B-4BBD-BA5C-7ECBC179F7D8}"/>
    <dgm:cxn modelId="{0FEDD7E0-BF38-4432-B8A7-1402F7B7DD57}" srcId="{9FBE070D-1C94-4199-930B-BA36B123951F}" destId="{038FF876-3804-4033-B470-E55B60624701}" srcOrd="2" destOrd="0" parTransId="{CA6EE588-00D2-48BE-8F40-6985D3012E37}" sibTransId="{072CA2EC-2959-47BC-BBFD-C7B363731725}"/>
    <dgm:cxn modelId="{F6F793E1-6E9A-4001-90B5-8715D7198AA8}" type="presOf" srcId="{038FF876-3804-4033-B470-E55B60624701}" destId="{389CC840-236E-44C5-A3B2-00DC2E28EBEC}" srcOrd="0" destOrd="0" presId="urn:microsoft.com/office/officeart/2018/2/layout/IconLabelDescriptionList"/>
    <dgm:cxn modelId="{5FC6AEE2-C5B9-4920-B298-8BC89969EAA6}" type="presOf" srcId="{5B39BE58-2D09-4DDB-AF3A-0FCAEA577729}" destId="{C0A5AF98-5CCA-4F10-8DE0-9C5896233D8E}" srcOrd="0" destOrd="0" presId="urn:microsoft.com/office/officeart/2018/2/layout/IconLabelDescriptionList"/>
    <dgm:cxn modelId="{71D46388-5CFB-41AE-BFBC-A317B900A840}" type="presParOf" srcId="{1E02588A-80C3-4D71-AC63-7D968CC73852}" destId="{C2C0ABEF-7001-450D-A762-782F51772E3D}" srcOrd="0" destOrd="0" presId="urn:microsoft.com/office/officeart/2018/2/layout/IconLabelDescriptionList"/>
    <dgm:cxn modelId="{032F5472-860C-4C25-8FE7-AA406CDFB854}" type="presParOf" srcId="{C2C0ABEF-7001-450D-A762-782F51772E3D}" destId="{1BC28A3F-F731-4324-831E-F49E0E1CC4E1}" srcOrd="0" destOrd="0" presId="urn:microsoft.com/office/officeart/2018/2/layout/IconLabelDescriptionList"/>
    <dgm:cxn modelId="{853B4E85-E7F0-4BFE-A82E-5CB56FF7B2E2}" type="presParOf" srcId="{C2C0ABEF-7001-450D-A762-782F51772E3D}" destId="{7346B84A-9601-4693-B549-85C11893A915}" srcOrd="1" destOrd="0" presId="urn:microsoft.com/office/officeart/2018/2/layout/IconLabelDescriptionList"/>
    <dgm:cxn modelId="{A1724DC8-9501-44CF-BF0B-32292C4F7E09}" type="presParOf" srcId="{C2C0ABEF-7001-450D-A762-782F51772E3D}" destId="{455AF849-562C-48CF-8B32-537A7B3B5D8F}" srcOrd="2" destOrd="0" presId="urn:microsoft.com/office/officeart/2018/2/layout/IconLabelDescriptionList"/>
    <dgm:cxn modelId="{88B19AF5-AA97-4C05-98AE-59A10CF6703A}" type="presParOf" srcId="{C2C0ABEF-7001-450D-A762-782F51772E3D}" destId="{565CE754-3186-41AB-93C5-DE4C7972B416}" srcOrd="3" destOrd="0" presId="urn:microsoft.com/office/officeart/2018/2/layout/IconLabelDescriptionList"/>
    <dgm:cxn modelId="{594282D7-F1EC-45FA-9C83-9FB2E8D454A3}" type="presParOf" srcId="{C2C0ABEF-7001-450D-A762-782F51772E3D}" destId="{CA0FA141-131F-4BFF-8EA6-18F0B6ED1E81}" srcOrd="4" destOrd="0" presId="urn:microsoft.com/office/officeart/2018/2/layout/IconLabelDescriptionList"/>
    <dgm:cxn modelId="{B6D9A44E-6CE8-474C-93F8-094D9FF61FD9}" type="presParOf" srcId="{1E02588A-80C3-4D71-AC63-7D968CC73852}" destId="{E4C2A48F-A4EE-409E-BA6D-9A9F084F054D}" srcOrd="1" destOrd="0" presId="urn:microsoft.com/office/officeart/2018/2/layout/IconLabelDescriptionList"/>
    <dgm:cxn modelId="{1C71C585-CE90-426A-AE1F-CB9C3A4E8739}" type="presParOf" srcId="{1E02588A-80C3-4D71-AC63-7D968CC73852}" destId="{50891A4A-531A-4705-8CE7-85342AD201E3}" srcOrd="2" destOrd="0" presId="urn:microsoft.com/office/officeart/2018/2/layout/IconLabelDescriptionList"/>
    <dgm:cxn modelId="{0C151192-CB0F-499C-A666-BDB8814EA8DE}" type="presParOf" srcId="{50891A4A-531A-4705-8CE7-85342AD201E3}" destId="{33BFF087-757B-4D56-9BD1-9B80969B8597}" srcOrd="0" destOrd="0" presId="urn:microsoft.com/office/officeart/2018/2/layout/IconLabelDescriptionList"/>
    <dgm:cxn modelId="{19ACE004-8C52-4714-8D6E-A0F52D927627}" type="presParOf" srcId="{50891A4A-531A-4705-8CE7-85342AD201E3}" destId="{7F421043-3ACC-423A-9CFF-8DEB15FF1980}" srcOrd="1" destOrd="0" presId="urn:microsoft.com/office/officeart/2018/2/layout/IconLabelDescriptionList"/>
    <dgm:cxn modelId="{9FBE6F78-27E0-45CF-BDB2-892806C0A4D4}" type="presParOf" srcId="{50891A4A-531A-4705-8CE7-85342AD201E3}" destId="{6894E6EF-EF53-4B03-8A4A-89E4B74EA935}" srcOrd="2" destOrd="0" presId="urn:microsoft.com/office/officeart/2018/2/layout/IconLabelDescriptionList"/>
    <dgm:cxn modelId="{3F1BCE09-B63C-43F8-9527-CD62CD89E3A7}" type="presParOf" srcId="{50891A4A-531A-4705-8CE7-85342AD201E3}" destId="{7D8948E8-D979-4E6E-9E4A-C2755482A18A}" srcOrd="3" destOrd="0" presId="urn:microsoft.com/office/officeart/2018/2/layout/IconLabelDescriptionList"/>
    <dgm:cxn modelId="{46357BD4-22E7-4FB5-90A2-3B5FA30FA0E1}" type="presParOf" srcId="{50891A4A-531A-4705-8CE7-85342AD201E3}" destId="{C0A5AF98-5CCA-4F10-8DE0-9C5896233D8E}" srcOrd="4" destOrd="0" presId="urn:microsoft.com/office/officeart/2018/2/layout/IconLabelDescriptionList"/>
    <dgm:cxn modelId="{60B27286-CE06-4FD8-8B6C-B3951D40D28C}" type="presParOf" srcId="{1E02588A-80C3-4D71-AC63-7D968CC73852}" destId="{F3B00FF7-5E66-422C-A74F-4F74AAC194E0}" srcOrd="3" destOrd="0" presId="urn:microsoft.com/office/officeart/2018/2/layout/IconLabelDescriptionList"/>
    <dgm:cxn modelId="{5E5DBD89-429C-449B-971D-5729DDCD44EC}" type="presParOf" srcId="{1E02588A-80C3-4D71-AC63-7D968CC73852}" destId="{E157F8A1-107C-46CD-A4C3-AC07C8511942}" srcOrd="4" destOrd="0" presId="urn:microsoft.com/office/officeart/2018/2/layout/IconLabelDescriptionList"/>
    <dgm:cxn modelId="{C7608B8E-1115-490B-8BB3-A6BF1090B84A}" type="presParOf" srcId="{E157F8A1-107C-46CD-A4C3-AC07C8511942}" destId="{42EEDC4E-52BB-4F8A-9DA2-A375004EA538}" srcOrd="0" destOrd="0" presId="urn:microsoft.com/office/officeart/2018/2/layout/IconLabelDescriptionList"/>
    <dgm:cxn modelId="{D5521410-3D14-4195-B7BD-B13FB1BA2FE6}" type="presParOf" srcId="{E157F8A1-107C-46CD-A4C3-AC07C8511942}" destId="{CAB7FF4E-5C07-43C0-B949-7D4860AE8D1F}" srcOrd="1" destOrd="0" presId="urn:microsoft.com/office/officeart/2018/2/layout/IconLabelDescriptionList"/>
    <dgm:cxn modelId="{4D2A41DE-C336-44AB-9351-DBEA9252A7D8}" type="presParOf" srcId="{E157F8A1-107C-46CD-A4C3-AC07C8511942}" destId="{389CC840-236E-44C5-A3B2-00DC2E28EBEC}" srcOrd="2" destOrd="0" presId="urn:microsoft.com/office/officeart/2018/2/layout/IconLabelDescriptionList"/>
    <dgm:cxn modelId="{D69E7DDF-161E-4098-A0FB-F20585D48485}" type="presParOf" srcId="{E157F8A1-107C-46CD-A4C3-AC07C8511942}" destId="{586B7F12-A4C1-4C4B-B42E-82398A568E3D}" srcOrd="3" destOrd="0" presId="urn:microsoft.com/office/officeart/2018/2/layout/IconLabelDescriptionList"/>
    <dgm:cxn modelId="{13C35939-7A1E-479C-A4FA-38A40518958A}" type="presParOf" srcId="{E157F8A1-107C-46CD-A4C3-AC07C8511942}" destId="{5AAD3C51-26A4-4A75-B735-A0D6F73CFB3F}" srcOrd="4" destOrd="0" presId="urn:microsoft.com/office/officeart/2018/2/layout/IconLabelDescriptionList"/>
  </dgm:cxnLst>
  <dgm:bg/>
  <dgm:whole/>
  <dgm:extLst>
    <a:ext uri="http://schemas.microsoft.com/office/drawing/2008/diagram">
      <dsp:dataModelExt xmlns:dsp="http://schemas.microsoft.com/office/drawing/2008/diagram" relId="rId6" minVer="http://schemas.openxmlformats.org/drawingml/2006/diagram"/>
    </a:ext>
  </dgm:extLst>
</dgm:dataModel>
</file>

<file path=ppt/diagrams/data4.xml><?xml version="1.0" encoding="utf-8"?>
<dgm:dataModel xmlns:dgm="http://schemas.openxmlformats.org/drawingml/2006/diagram" xmlns:a="http://schemas.openxmlformats.org/drawingml/2006/main">
  <dgm:ptLst>
    <dgm:pt modelId="{9FBE070D-1C94-4199-930B-BA36B123951F}" type="doc">
      <dgm:prSet loTypeId="urn:microsoft.com/office/officeart/2018/2/layout/IconLabelDescriptionList" loCatId="icon" qsTypeId="urn:microsoft.com/office/officeart/2005/8/quickstyle/simple1" qsCatId="simple" csTypeId="urn:microsoft.com/office/officeart/2018/5/colors/Iconchunking_neutralbg_colorful5" csCatId="colorful" phldr="1"/>
      <dgm:spPr/>
      <dgm:t>
        <a:bodyPr/>
        <a:lstStyle/>
        <a:p>
          <a:endParaRPr lang="en-US"/>
        </a:p>
      </dgm:t>
    </dgm:pt>
    <dgm:pt modelId="{87684C2C-0635-476C-9015-C407C9B99F68}">
      <dgm:prSet/>
      <dgm:spPr/>
      <dgm:t>
        <a:bodyPr/>
        <a:lstStyle/>
        <a:p>
          <a:pPr>
            <a:lnSpc>
              <a:spcPct val="100000"/>
            </a:lnSpc>
            <a:defRPr b="1"/>
          </a:pPr>
          <a:r>
            <a:rPr lang="tr-TR" dirty="0"/>
            <a:t>UTXO</a:t>
          </a:r>
          <a:endParaRPr lang="en-US" dirty="0"/>
        </a:p>
      </dgm:t>
    </dgm:pt>
    <dgm:pt modelId="{A2CF37A2-D07F-441A-AAA8-A1FC70DF81DC}" type="parTrans" cxnId="{60027BB0-4B85-4F0C-A0CC-B998B4F233B4}">
      <dgm:prSet/>
      <dgm:spPr/>
      <dgm:t>
        <a:bodyPr/>
        <a:lstStyle/>
        <a:p>
          <a:endParaRPr lang="en-US"/>
        </a:p>
      </dgm:t>
    </dgm:pt>
    <dgm:pt modelId="{5FD038B7-3D99-4D3B-8BF3-4283CA559931}" type="sibTrans" cxnId="{60027BB0-4B85-4F0C-A0CC-B998B4F233B4}">
      <dgm:prSet/>
      <dgm:spPr/>
      <dgm:t>
        <a:bodyPr/>
        <a:lstStyle/>
        <a:p>
          <a:endParaRPr lang="en-US"/>
        </a:p>
      </dgm:t>
    </dgm:pt>
    <dgm:pt modelId="{2A32244D-636C-4891-8631-D3A10808DED2}">
      <dgm:prSet/>
      <dgm:spPr/>
      <dgm:t>
        <a:bodyPr/>
        <a:lstStyle/>
        <a:p>
          <a:pPr>
            <a:lnSpc>
              <a:spcPct val="100000"/>
            </a:lnSpc>
          </a:pPr>
          <a:r>
            <a:rPr lang="tr-TR" dirty="0" err="1"/>
            <a:t>Unspent</a:t>
          </a:r>
          <a:r>
            <a:rPr lang="tr-TR" dirty="0"/>
            <a:t> </a:t>
          </a:r>
          <a:r>
            <a:rPr lang="tr-TR" dirty="0" err="1"/>
            <a:t>Transaction</a:t>
          </a:r>
          <a:r>
            <a:rPr lang="tr-TR" dirty="0"/>
            <a:t> </a:t>
          </a:r>
          <a:r>
            <a:rPr lang="tr-TR" dirty="0" err="1"/>
            <a:t>Output</a:t>
          </a:r>
          <a:endParaRPr lang="en-US" dirty="0"/>
        </a:p>
      </dgm:t>
    </dgm:pt>
    <dgm:pt modelId="{4CA59E6A-D6EC-4AEA-A695-80AA9F583317}" type="parTrans" cxnId="{6F8F4970-96C4-4F80-8862-20D1C208C5A8}">
      <dgm:prSet/>
      <dgm:spPr/>
      <dgm:t>
        <a:bodyPr/>
        <a:lstStyle/>
        <a:p>
          <a:endParaRPr lang="en-US"/>
        </a:p>
      </dgm:t>
    </dgm:pt>
    <dgm:pt modelId="{1260D38B-FE89-421C-BB4C-7033668E81EE}" type="sibTrans" cxnId="{6F8F4970-96C4-4F80-8862-20D1C208C5A8}">
      <dgm:prSet/>
      <dgm:spPr/>
      <dgm:t>
        <a:bodyPr/>
        <a:lstStyle/>
        <a:p>
          <a:endParaRPr lang="en-US"/>
        </a:p>
      </dgm:t>
    </dgm:pt>
    <dgm:pt modelId="{38183526-BA09-4B2D-BB7C-72274F55E1A1}">
      <dgm:prSet/>
      <dgm:spPr/>
      <dgm:t>
        <a:bodyPr/>
        <a:lstStyle/>
        <a:p>
          <a:pPr>
            <a:lnSpc>
              <a:spcPct val="100000"/>
            </a:lnSpc>
            <a:defRPr b="1"/>
          </a:pPr>
          <a:r>
            <a:rPr lang="tr-TR" dirty="0"/>
            <a:t>TXO</a:t>
          </a:r>
          <a:endParaRPr lang="en-US" dirty="0"/>
        </a:p>
      </dgm:t>
    </dgm:pt>
    <dgm:pt modelId="{C2B247AC-5FC5-4C54-B78D-0738FD3D17B1}" type="parTrans" cxnId="{10625968-5671-48BE-8D54-A75B1AC561BB}">
      <dgm:prSet/>
      <dgm:spPr/>
      <dgm:t>
        <a:bodyPr/>
        <a:lstStyle/>
        <a:p>
          <a:endParaRPr lang="en-US"/>
        </a:p>
      </dgm:t>
    </dgm:pt>
    <dgm:pt modelId="{0467859F-0EC5-4201-9261-0037F5B471A4}" type="sibTrans" cxnId="{10625968-5671-48BE-8D54-A75B1AC561BB}">
      <dgm:prSet/>
      <dgm:spPr/>
      <dgm:t>
        <a:bodyPr/>
        <a:lstStyle/>
        <a:p>
          <a:endParaRPr lang="en-US"/>
        </a:p>
      </dgm:t>
    </dgm:pt>
    <dgm:pt modelId="{5B39BE58-2D09-4DDB-AF3A-0FCAEA577729}">
      <dgm:prSet/>
      <dgm:spPr/>
      <dgm:t>
        <a:bodyPr/>
        <a:lstStyle/>
        <a:p>
          <a:pPr>
            <a:lnSpc>
              <a:spcPct val="100000"/>
            </a:lnSpc>
          </a:pPr>
          <a:r>
            <a:rPr lang="tr-TR" dirty="0" err="1"/>
            <a:t>Transaction</a:t>
          </a:r>
          <a:r>
            <a:rPr lang="tr-TR" dirty="0"/>
            <a:t> </a:t>
          </a:r>
          <a:r>
            <a:rPr lang="tr-TR" dirty="0" err="1"/>
            <a:t>Output</a:t>
          </a:r>
          <a:endParaRPr lang="en-US" dirty="0"/>
        </a:p>
      </dgm:t>
    </dgm:pt>
    <dgm:pt modelId="{6E9F33BA-0AFD-4773-959B-BB753C0E3592}" type="parTrans" cxnId="{3E7AFD23-E9B5-4D88-80AA-2F7891008652}">
      <dgm:prSet/>
      <dgm:spPr/>
      <dgm:t>
        <a:bodyPr/>
        <a:lstStyle/>
        <a:p>
          <a:endParaRPr lang="en-US"/>
        </a:p>
      </dgm:t>
    </dgm:pt>
    <dgm:pt modelId="{EC688B0E-B45A-47E9-9927-DBBE6EE5800F}" type="sibTrans" cxnId="{3E7AFD23-E9B5-4D88-80AA-2F7891008652}">
      <dgm:prSet/>
      <dgm:spPr/>
      <dgm:t>
        <a:bodyPr/>
        <a:lstStyle/>
        <a:p>
          <a:endParaRPr lang="en-US"/>
        </a:p>
      </dgm:t>
    </dgm:pt>
    <dgm:pt modelId="{038FF876-3804-4033-B470-E55B60624701}">
      <dgm:prSet/>
      <dgm:spPr/>
      <dgm:t>
        <a:bodyPr/>
        <a:lstStyle/>
        <a:p>
          <a:pPr>
            <a:lnSpc>
              <a:spcPct val="100000"/>
            </a:lnSpc>
            <a:defRPr b="1"/>
          </a:pPr>
          <a:r>
            <a:rPr lang="tr-TR" dirty="0" err="1"/>
            <a:t>Spending</a:t>
          </a:r>
          <a:endParaRPr lang="en-US" dirty="0"/>
        </a:p>
      </dgm:t>
    </dgm:pt>
    <dgm:pt modelId="{CA6EE588-00D2-48BE-8F40-6985D3012E37}" type="parTrans" cxnId="{0FEDD7E0-BF38-4432-B8A7-1402F7B7DD57}">
      <dgm:prSet/>
      <dgm:spPr/>
      <dgm:t>
        <a:bodyPr/>
        <a:lstStyle/>
        <a:p>
          <a:endParaRPr lang="en-US"/>
        </a:p>
      </dgm:t>
    </dgm:pt>
    <dgm:pt modelId="{072CA2EC-2959-47BC-BBFD-C7B363731725}" type="sibTrans" cxnId="{0FEDD7E0-BF38-4432-B8A7-1402F7B7DD57}">
      <dgm:prSet/>
      <dgm:spPr/>
      <dgm:t>
        <a:bodyPr/>
        <a:lstStyle/>
        <a:p>
          <a:endParaRPr lang="en-US"/>
        </a:p>
      </dgm:t>
    </dgm:pt>
    <dgm:pt modelId="{488C88D1-26DB-4354-A091-C796005A5AE6}">
      <dgm:prSet/>
      <dgm:spPr/>
      <dgm:t>
        <a:bodyPr/>
        <a:lstStyle/>
        <a:p>
          <a:pPr>
            <a:lnSpc>
              <a:spcPct val="100000"/>
            </a:lnSpc>
          </a:pPr>
          <a:r>
            <a:rPr lang="tr-TR" dirty="0"/>
            <a:t>TXO is </a:t>
          </a:r>
          <a:r>
            <a:rPr lang="tr-TR" dirty="0" err="1"/>
            <a:t>unspent</a:t>
          </a:r>
          <a:endParaRPr lang="en-US" dirty="0"/>
        </a:p>
      </dgm:t>
    </dgm:pt>
    <dgm:pt modelId="{C4A4CDF8-8B6D-4018-A8DC-41F7B26091C6}" type="parTrans" cxnId="{D05A02DA-2017-4AAA-8375-A9D0182A8B59}">
      <dgm:prSet/>
      <dgm:spPr/>
      <dgm:t>
        <a:bodyPr/>
        <a:lstStyle/>
        <a:p>
          <a:endParaRPr lang="en-US"/>
        </a:p>
      </dgm:t>
    </dgm:pt>
    <dgm:pt modelId="{FC18C717-603B-4BBD-BA5C-7ECBC179F7D8}" type="sibTrans" cxnId="{D05A02DA-2017-4AAA-8375-A9D0182A8B59}">
      <dgm:prSet/>
      <dgm:spPr/>
      <dgm:t>
        <a:bodyPr/>
        <a:lstStyle/>
        <a:p>
          <a:endParaRPr lang="en-US"/>
        </a:p>
      </dgm:t>
    </dgm:pt>
    <dgm:pt modelId="{28A7D014-7194-490B-8B7C-74DBA21D94E7}">
      <dgm:prSet/>
      <dgm:spPr/>
      <dgm:t>
        <a:bodyPr/>
        <a:lstStyle/>
        <a:p>
          <a:pPr>
            <a:lnSpc>
              <a:spcPct val="100000"/>
            </a:lnSpc>
          </a:pPr>
          <a:r>
            <a:rPr lang="tr-TR" dirty="0" err="1"/>
            <a:t>Until</a:t>
          </a:r>
          <a:r>
            <a:rPr lang="tr-TR" dirty="0"/>
            <a:t> </a:t>
          </a:r>
          <a:r>
            <a:rPr lang="tr-TR" dirty="0" err="1"/>
            <a:t>appears</a:t>
          </a:r>
          <a:r>
            <a:rPr lang="tr-TR" dirty="0"/>
            <a:t> in </a:t>
          </a:r>
          <a:r>
            <a:rPr lang="tr-TR" dirty="0" err="1"/>
            <a:t>Input</a:t>
          </a:r>
          <a:r>
            <a:rPr lang="tr-TR" dirty="0"/>
            <a:t> of a </a:t>
          </a:r>
          <a:r>
            <a:rPr lang="tr-TR" dirty="0" err="1"/>
            <a:t>Transaction</a:t>
          </a:r>
          <a:endParaRPr lang="en-US" dirty="0"/>
        </a:p>
      </dgm:t>
    </dgm:pt>
    <dgm:pt modelId="{A8EE8196-042A-427E-8AE6-BFB05866CCC8}" type="parTrans" cxnId="{2A46BF79-9117-49CB-B963-828806CF86FE}">
      <dgm:prSet/>
      <dgm:spPr/>
      <dgm:t>
        <a:bodyPr/>
        <a:lstStyle/>
        <a:p>
          <a:endParaRPr lang="tr-TR"/>
        </a:p>
      </dgm:t>
    </dgm:pt>
    <dgm:pt modelId="{0F013509-740E-41C2-84A9-F2E118C2CD6C}" type="sibTrans" cxnId="{2A46BF79-9117-49CB-B963-828806CF86FE}">
      <dgm:prSet/>
      <dgm:spPr/>
      <dgm:t>
        <a:bodyPr/>
        <a:lstStyle/>
        <a:p>
          <a:endParaRPr lang="tr-TR"/>
        </a:p>
      </dgm:t>
    </dgm:pt>
    <dgm:pt modelId="{1E02588A-80C3-4D71-AC63-7D968CC73852}" type="pres">
      <dgm:prSet presAssocID="{9FBE070D-1C94-4199-930B-BA36B123951F}" presName="root" presStyleCnt="0">
        <dgm:presLayoutVars>
          <dgm:dir/>
          <dgm:resizeHandles val="exact"/>
        </dgm:presLayoutVars>
      </dgm:prSet>
      <dgm:spPr/>
    </dgm:pt>
    <dgm:pt modelId="{C2C0ABEF-7001-450D-A762-782F51772E3D}" type="pres">
      <dgm:prSet presAssocID="{87684C2C-0635-476C-9015-C407C9B99F68}" presName="compNode" presStyleCnt="0"/>
      <dgm:spPr/>
    </dgm:pt>
    <dgm:pt modelId="{1BC28A3F-F731-4324-831E-F49E0E1CC4E1}" type="pres">
      <dgm:prSet presAssocID="{87684C2C-0635-476C-9015-C407C9B99F68}" presName="iconRect" presStyleLbl="node1" presStyleIdx="0" presStyleCnt="3"/>
      <dgm:spPr>
        <a:blipFill>
          <a:blip xmlns:r="http://schemas.openxmlformats.org/officeDocument/2006/relationships" r:embed="rId1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2"/>
              </a:ext>
            </a:extLst>
          </a:blip>
          <a:stretch>
            <a:fillRect/>
          </a:stretch>
        </a:blipFill>
        <a:ln>
          <a:noFill/>
        </a:ln>
      </dgm:spPr>
      <dgm:extLst>
        <a:ext uri="{E40237B7-FDA0-4F09-8148-C483321AD2D9}">
          <dgm14:cNvPr xmlns:dgm14="http://schemas.microsoft.com/office/drawing/2010/diagram" id="0" name="" descr="Transfer"/>
        </a:ext>
      </dgm:extLst>
    </dgm:pt>
    <dgm:pt modelId="{7346B84A-9601-4693-B549-85C11893A915}" type="pres">
      <dgm:prSet presAssocID="{87684C2C-0635-476C-9015-C407C9B99F68}" presName="iconSpace" presStyleCnt="0"/>
      <dgm:spPr/>
    </dgm:pt>
    <dgm:pt modelId="{455AF849-562C-48CF-8B32-537A7B3B5D8F}" type="pres">
      <dgm:prSet presAssocID="{87684C2C-0635-476C-9015-C407C9B99F68}" presName="parTx" presStyleLbl="revTx" presStyleIdx="0" presStyleCnt="6">
        <dgm:presLayoutVars>
          <dgm:chMax val="0"/>
          <dgm:chPref val="0"/>
        </dgm:presLayoutVars>
      </dgm:prSet>
      <dgm:spPr/>
    </dgm:pt>
    <dgm:pt modelId="{565CE754-3186-41AB-93C5-DE4C7972B416}" type="pres">
      <dgm:prSet presAssocID="{87684C2C-0635-476C-9015-C407C9B99F68}" presName="txSpace" presStyleCnt="0"/>
      <dgm:spPr/>
    </dgm:pt>
    <dgm:pt modelId="{CA0FA141-131F-4BFF-8EA6-18F0B6ED1E81}" type="pres">
      <dgm:prSet presAssocID="{87684C2C-0635-476C-9015-C407C9B99F68}" presName="desTx" presStyleLbl="revTx" presStyleIdx="1" presStyleCnt="6">
        <dgm:presLayoutVars/>
      </dgm:prSet>
      <dgm:spPr/>
    </dgm:pt>
    <dgm:pt modelId="{E4C2A48F-A4EE-409E-BA6D-9A9F084F054D}" type="pres">
      <dgm:prSet presAssocID="{5FD038B7-3D99-4D3B-8BF3-4283CA559931}" presName="sibTrans" presStyleCnt="0"/>
      <dgm:spPr/>
    </dgm:pt>
    <dgm:pt modelId="{50891A4A-531A-4705-8CE7-85342AD201E3}" type="pres">
      <dgm:prSet presAssocID="{38183526-BA09-4B2D-BB7C-72274F55E1A1}" presName="compNode" presStyleCnt="0"/>
      <dgm:spPr/>
    </dgm:pt>
    <dgm:pt modelId="{33BFF087-757B-4D56-9BD1-9B80969B8597}" type="pres">
      <dgm:prSet presAssocID="{38183526-BA09-4B2D-BB7C-72274F55E1A1}" presName="iconRect" presStyleLbl="node1" presStyleIdx="1" presStyleCnt="3"/>
      <dgm:spPr>
        <a:blipFill>
          <a:blip xmlns:r="http://schemas.openxmlformats.org/officeDocument/2006/relationships" r:embed="rId3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4"/>
              </a:ext>
            </a:extLst>
          </a:blip>
          <a:stretch>
            <a:fillRect/>
          </a:stretch>
        </a:blipFill>
        <a:ln>
          <a:noFill/>
        </a:ln>
      </dgm:spPr>
      <dgm:extLst>
        <a:ext uri="{E40237B7-FDA0-4F09-8148-C483321AD2D9}">
          <dgm14:cNvPr xmlns:dgm14="http://schemas.microsoft.com/office/drawing/2010/diagram" id="0" name="" descr="Bank"/>
        </a:ext>
      </dgm:extLst>
    </dgm:pt>
    <dgm:pt modelId="{7F421043-3ACC-423A-9CFF-8DEB15FF1980}" type="pres">
      <dgm:prSet presAssocID="{38183526-BA09-4B2D-BB7C-72274F55E1A1}" presName="iconSpace" presStyleCnt="0"/>
      <dgm:spPr/>
    </dgm:pt>
    <dgm:pt modelId="{6894E6EF-EF53-4B03-8A4A-89E4B74EA935}" type="pres">
      <dgm:prSet presAssocID="{38183526-BA09-4B2D-BB7C-72274F55E1A1}" presName="parTx" presStyleLbl="revTx" presStyleIdx="2" presStyleCnt="6">
        <dgm:presLayoutVars>
          <dgm:chMax val="0"/>
          <dgm:chPref val="0"/>
        </dgm:presLayoutVars>
      </dgm:prSet>
      <dgm:spPr/>
    </dgm:pt>
    <dgm:pt modelId="{7D8948E8-D979-4E6E-9E4A-C2755482A18A}" type="pres">
      <dgm:prSet presAssocID="{38183526-BA09-4B2D-BB7C-72274F55E1A1}" presName="txSpace" presStyleCnt="0"/>
      <dgm:spPr/>
    </dgm:pt>
    <dgm:pt modelId="{C0A5AF98-5CCA-4F10-8DE0-9C5896233D8E}" type="pres">
      <dgm:prSet presAssocID="{38183526-BA09-4B2D-BB7C-72274F55E1A1}" presName="desTx" presStyleLbl="revTx" presStyleIdx="3" presStyleCnt="6">
        <dgm:presLayoutVars/>
      </dgm:prSet>
      <dgm:spPr/>
    </dgm:pt>
    <dgm:pt modelId="{F3B00FF7-5E66-422C-A74F-4F74AAC194E0}" type="pres">
      <dgm:prSet presAssocID="{0467859F-0EC5-4201-9261-0037F5B471A4}" presName="sibTrans" presStyleCnt="0"/>
      <dgm:spPr/>
    </dgm:pt>
    <dgm:pt modelId="{E157F8A1-107C-46CD-A4C3-AC07C8511942}" type="pres">
      <dgm:prSet presAssocID="{038FF876-3804-4033-B470-E55B60624701}" presName="compNode" presStyleCnt="0"/>
      <dgm:spPr/>
    </dgm:pt>
    <dgm:pt modelId="{42EEDC4E-52BB-4F8A-9DA2-A375004EA538}" type="pres">
      <dgm:prSet presAssocID="{038FF876-3804-4033-B470-E55B60624701}" presName="iconRect" presStyleLbl="node1" presStyleIdx="2" presStyleCnt="3"/>
      <dgm:spPr>
        <a:blipFill>
          <a:blip xmlns:r="http://schemas.openxmlformats.org/officeDocument/2006/relationships" r:embed="rId5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6"/>
              </a:ext>
            </a:extLst>
          </a:blip>
          <a:stretch>
            <a:fillRect/>
          </a:stretch>
        </a:blipFill>
        <a:ln>
          <a:noFill/>
        </a:ln>
      </dgm:spPr>
      <dgm:extLst>
        <a:ext uri="{E40237B7-FDA0-4F09-8148-C483321AD2D9}">
          <dgm14:cNvPr xmlns:dgm14="http://schemas.microsoft.com/office/drawing/2010/diagram" id="0" name="" descr="Bitcoin"/>
        </a:ext>
      </dgm:extLst>
    </dgm:pt>
    <dgm:pt modelId="{CAB7FF4E-5C07-43C0-B949-7D4860AE8D1F}" type="pres">
      <dgm:prSet presAssocID="{038FF876-3804-4033-B470-E55B60624701}" presName="iconSpace" presStyleCnt="0"/>
      <dgm:spPr/>
    </dgm:pt>
    <dgm:pt modelId="{389CC840-236E-44C5-A3B2-00DC2E28EBEC}" type="pres">
      <dgm:prSet presAssocID="{038FF876-3804-4033-B470-E55B60624701}" presName="parTx" presStyleLbl="revTx" presStyleIdx="4" presStyleCnt="6">
        <dgm:presLayoutVars>
          <dgm:chMax val="0"/>
          <dgm:chPref val="0"/>
        </dgm:presLayoutVars>
      </dgm:prSet>
      <dgm:spPr/>
    </dgm:pt>
    <dgm:pt modelId="{586B7F12-A4C1-4C4B-B42E-82398A568E3D}" type="pres">
      <dgm:prSet presAssocID="{038FF876-3804-4033-B470-E55B60624701}" presName="txSpace" presStyleCnt="0"/>
      <dgm:spPr/>
    </dgm:pt>
    <dgm:pt modelId="{5AAD3C51-26A4-4A75-B735-A0D6F73CFB3F}" type="pres">
      <dgm:prSet presAssocID="{038FF876-3804-4033-B470-E55B60624701}" presName="desTx" presStyleLbl="revTx" presStyleIdx="5" presStyleCnt="6">
        <dgm:presLayoutVars/>
      </dgm:prSet>
      <dgm:spPr/>
    </dgm:pt>
  </dgm:ptLst>
  <dgm:cxnLst>
    <dgm:cxn modelId="{475B860B-C1D8-4077-9781-464A15417251}" type="presOf" srcId="{28A7D014-7194-490B-8B7C-74DBA21D94E7}" destId="{5AAD3C51-26A4-4A75-B735-A0D6F73CFB3F}" srcOrd="0" destOrd="1" presId="urn:microsoft.com/office/officeart/2018/2/layout/IconLabelDescriptionList"/>
    <dgm:cxn modelId="{B0F02B0E-D483-4EFB-9E17-3A924C0CC699}" type="presOf" srcId="{488C88D1-26DB-4354-A091-C796005A5AE6}" destId="{5AAD3C51-26A4-4A75-B735-A0D6F73CFB3F}" srcOrd="0" destOrd="0" presId="urn:microsoft.com/office/officeart/2018/2/layout/IconLabelDescriptionList"/>
    <dgm:cxn modelId="{3E7AFD23-E9B5-4D88-80AA-2F7891008652}" srcId="{38183526-BA09-4B2D-BB7C-72274F55E1A1}" destId="{5B39BE58-2D09-4DDB-AF3A-0FCAEA577729}" srcOrd="0" destOrd="0" parTransId="{6E9F33BA-0AFD-4773-959B-BB753C0E3592}" sibTransId="{EC688B0E-B45A-47E9-9927-DBBE6EE5800F}"/>
    <dgm:cxn modelId="{42966134-A9EF-41CE-9646-38D2EB25752D}" type="presOf" srcId="{9FBE070D-1C94-4199-930B-BA36B123951F}" destId="{1E02588A-80C3-4D71-AC63-7D968CC73852}" srcOrd="0" destOrd="0" presId="urn:microsoft.com/office/officeart/2018/2/layout/IconLabelDescriptionList"/>
    <dgm:cxn modelId="{10625968-5671-48BE-8D54-A75B1AC561BB}" srcId="{9FBE070D-1C94-4199-930B-BA36B123951F}" destId="{38183526-BA09-4B2D-BB7C-72274F55E1A1}" srcOrd="1" destOrd="0" parTransId="{C2B247AC-5FC5-4C54-B78D-0738FD3D17B1}" sibTransId="{0467859F-0EC5-4201-9261-0037F5B471A4}"/>
    <dgm:cxn modelId="{6F8F4970-96C4-4F80-8862-20D1C208C5A8}" srcId="{87684C2C-0635-476C-9015-C407C9B99F68}" destId="{2A32244D-636C-4891-8631-D3A10808DED2}" srcOrd="0" destOrd="0" parTransId="{4CA59E6A-D6EC-4AEA-A695-80AA9F583317}" sibTransId="{1260D38B-FE89-421C-BB4C-7033668E81EE}"/>
    <dgm:cxn modelId="{2A46BF79-9117-49CB-B963-828806CF86FE}" srcId="{038FF876-3804-4033-B470-E55B60624701}" destId="{28A7D014-7194-490B-8B7C-74DBA21D94E7}" srcOrd="1" destOrd="0" parTransId="{A8EE8196-042A-427E-8AE6-BFB05866CCC8}" sibTransId="{0F013509-740E-41C2-84A9-F2E118C2CD6C}"/>
    <dgm:cxn modelId="{504FAB8A-394E-4896-8999-4102FD7AE528}" type="presOf" srcId="{2A32244D-636C-4891-8631-D3A10808DED2}" destId="{CA0FA141-131F-4BFF-8EA6-18F0B6ED1E81}" srcOrd="0" destOrd="0" presId="urn:microsoft.com/office/officeart/2018/2/layout/IconLabelDescriptionList"/>
    <dgm:cxn modelId="{1AFAF3A7-9A80-423F-B322-7D370F7F78ED}" type="presOf" srcId="{38183526-BA09-4B2D-BB7C-72274F55E1A1}" destId="{6894E6EF-EF53-4B03-8A4A-89E4B74EA935}" srcOrd="0" destOrd="0" presId="urn:microsoft.com/office/officeart/2018/2/layout/IconLabelDescriptionList"/>
    <dgm:cxn modelId="{92EB6AAB-ED40-4306-BFFE-2747031EBA94}" type="presOf" srcId="{87684C2C-0635-476C-9015-C407C9B99F68}" destId="{455AF849-562C-48CF-8B32-537A7B3B5D8F}" srcOrd="0" destOrd="0" presId="urn:microsoft.com/office/officeart/2018/2/layout/IconLabelDescriptionList"/>
    <dgm:cxn modelId="{60027BB0-4B85-4F0C-A0CC-B998B4F233B4}" srcId="{9FBE070D-1C94-4199-930B-BA36B123951F}" destId="{87684C2C-0635-476C-9015-C407C9B99F68}" srcOrd="0" destOrd="0" parTransId="{A2CF37A2-D07F-441A-AAA8-A1FC70DF81DC}" sibTransId="{5FD038B7-3D99-4D3B-8BF3-4283CA559931}"/>
    <dgm:cxn modelId="{D05A02DA-2017-4AAA-8375-A9D0182A8B59}" srcId="{038FF876-3804-4033-B470-E55B60624701}" destId="{488C88D1-26DB-4354-A091-C796005A5AE6}" srcOrd="0" destOrd="0" parTransId="{C4A4CDF8-8B6D-4018-A8DC-41F7B26091C6}" sibTransId="{FC18C717-603B-4BBD-BA5C-7ECBC179F7D8}"/>
    <dgm:cxn modelId="{0FEDD7E0-BF38-4432-B8A7-1402F7B7DD57}" srcId="{9FBE070D-1C94-4199-930B-BA36B123951F}" destId="{038FF876-3804-4033-B470-E55B60624701}" srcOrd="2" destOrd="0" parTransId="{CA6EE588-00D2-48BE-8F40-6985D3012E37}" sibTransId="{072CA2EC-2959-47BC-BBFD-C7B363731725}"/>
    <dgm:cxn modelId="{F6F793E1-6E9A-4001-90B5-8715D7198AA8}" type="presOf" srcId="{038FF876-3804-4033-B470-E55B60624701}" destId="{389CC840-236E-44C5-A3B2-00DC2E28EBEC}" srcOrd="0" destOrd="0" presId="urn:microsoft.com/office/officeart/2018/2/layout/IconLabelDescriptionList"/>
    <dgm:cxn modelId="{5FC6AEE2-C5B9-4920-B298-8BC89969EAA6}" type="presOf" srcId="{5B39BE58-2D09-4DDB-AF3A-0FCAEA577729}" destId="{C0A5AF98-5CCA-4F10-8DE0-9C5896233D8E}" srcOrd="0" destOrd="0" presId="urn:microsoft.com/office/officeart/2018/2/layout/IconLabelDescriptionList"/>
    <dgm:cxn modelId="{71D46388-5CFB-41AE-BFBC-A317B900A840}" type="presParOf" srcId="{1E02588A-80C3-4D71-AC63-7D968CC73852}" destId="{C2C0ABEF-7001-450D-A762-782F51772E3D}" srcOrd="0" destOrd="0" presId="urn:microsoft.com/office/officeart/2018/2/layout/IconLabelDescriptionList"/>
    <dgm:cxn modelId="{032F5472-860C-4C25-8FE7-AA406CDFB854}" type="presParOf" srcId="{C2C0ABEF-7001-450D-A762-782F51772E3D}" destId="{1BC28A3F-F731-4324-831E-F49E0E1CC4E1}" srcOrd="0" destOrd="0" presId="urn:microsoft.com/office/officeart/2018/2/layout/IconLabelDescriptionList"/>
    <dgm:cxn modelId="{853B4E85-E7F0-4BFE-A82E-5CB56FF7B2E2}" type="presParOf" srcId="{C2C0ABEF-7001-450D-A762-782F51772E3D}" destId="{7346B84A-9601-4693-B549-85C11893A915}" srcOrd="1" destOrd="0" presId="urn:microsoft.com/office/officeart/2018/2/layout/IconLabelDescriptionList"/>
    <dgm:cxn modelId="{A1724DC8-9501-44CF-BF0B-32292C4F7E09}" type="presParOf" srcId="{C2C0ABEF-7001-450D-A762-782F51772E3D}" destId="{455AF849-562C-48CF-8B32-537A7B3B5D8F}" srcOrd="2" destOrd="0" presId="urn:microsoft.com/office/officeart/2018/2/layout/IconLabelDescriptionList"/>
    <dgm:cxn modelId="{88B19AF5-AA97-4C05-98AE-59A10CF6703A}" type="presParOf" srcId="{C2C0ABEF-7001-450D-A762-782F51772E3D}" destId="{565CE754-3186-41AB-93C5-DE4C7972B416}" srcOrd="3" destOrd="0" presId="urn:microsoft.com/office/officeart/2018/2/layout/IconLabelDescriptionList"/>
    <dgm:cxn modelId="{594282D7-F1EC-45FA-9C83-9FB2E8D454A3}" type="presParOf" srcId="{C2C0ABEF-7001-450D-A762-782F51772E3D}" destId="{CA0FA141-131F-4BFF-8EA6-18F0B6ED1E81}" srcOrd="4" destOrd="0" presId="urn:microsoft.com/office/officeart/2018/2/layout/IconLabelDescriptionList"/>
    <dgm:cxn modelId="{B6D9A44E-6CE8-474C-93F8-094D9FF61FD9}" type="presParOf" srcId="{1E02588A-80C3-4D71-AC63-7D968CC73852}" destId="{E4C2A48F-A4EE-409E-BA6D-9A9F084F054D}" srcOrd="1" destOrd="0" presId="urn:microsoft.com/office/officeart/2018/2/layout/IconLabelDescriptionList"/>
    <dgm:cxn modelId="{1C71C585-CE90-426A-AE1F-CB9C3A4E8739}" type="presParOf" srcId="{1E02588A-80C3-4D71-AC63-7D968CC73852}" destId="{50891A4A-531A-4705-8CE7-85342AD201E3}" srcOrd="2" destOrd="0" presId="urn:microsoft.com/office/officeart/2018/2/layout/IconLabelDescriptionList"/>
    <dgm:cxn modelId="{0C151192-CB0F-499C-A666-BDB8814EA8DE}" type="presParOf" srcId="{50891A4A-531A-4705-8CE7-85342AD201E3}" destId="{33BFF087-757B-4D56-9BD1-9B80969B8597}" srcOrd="0" destOrd="0" presId="urn:microsoft.com/office/officeart/2018/2/layout/IconLabelDescriptionList"/>
    <dgm:cxn modelId="{19ACE004-8C52-4714-8D6E-A0F52D927627}" type="presParOf" srcId="{50891A4A-531A-4705-8CE7-85342AD201E3}" destId="{7F421043-3ACC-423A-9CFF-8DEB15FF1980}" srcOrd="1" destOrd="0" presId="urn:microsoft.com/office/officeart/2018/2/layout/IconLabelDescriptionList"/>
    <dgm:cxn modelId="{9FBE6F78-27E0-45CF-BDB2-892806C0A4D4}" type="presParOf" srcId="{50891A4A-531A-4705-8CE7-85342AD201E3}" destId="{6894E6EF-EF53-4B03-8A4A-89E4B74EA935}" srcOrd="2" destOrd="0" presId="urn:microsoft.com/office/officeart/2018/2/layout/IconLabelDescriptionList"/>
    <dgm:cxn modelId="{3F1BCE09-B63C-43F8-9527-CD62CD89E3A7}" type="presParOf" srcId="{50891A4A-531A-4705-8CE7-85342AD201E3}" destId="{7D8948E8-D979-4E6E-9E4A-C2755482A18A}" srcOrd="3" destOrd="0" presId="urn:microsoft.com/office/officeart/2018/2/layout/IconLabelDescriptionList"/>
    <dgm:cxn modelId="{46357BD4-22E7-4FB5-90A2-3B5FA30FA0E1}" type="presParOf" srcId="{50891A4A-531A-4705-8CE7-85342AD201E3}" destId="{C0A5AF98-5CCA-4F10-8DE0-9C5896233D8E}" srcOrd="4" destOrd="0" presId="urn:microsoft.com/office/officeart/2018/2/layout/IconLabelDescriptionList"/>
    <dgm:cxn modelId="{60B27286-CE06-4FD8-8B6C-B3951D40D28C}" type="presParOf" srcId="{1E02588A-80C3-4D71-AC63-7D968CC73852}" destId="{F3B00FF7-5E66-422C-A74F-4F74AAC194E0}" srcOrd="3" destOrd="0" presId="urn:microsoft.com/office/officeart/2018/2/layout/IconLabelDescriptionList"/>
    <dgm:cxn modelId="{5E5DBD89-429C-449B-971D-5729DDCD44EC}" type="presParOf" srcId="{1E02588A-80C3-4D71-AC63-7D968CC73852}" destId="{E157F8A1-107C-46CD-A4C3-AC07C8511942}" srcOrd="4" destOrd="0" presId="urn:microsoft.com/office/officeart/2018/2/layout/IconLabelDescriptionList"/>
    <dgm:cxn modelId="{C7608B8E-1115-490B-8BB3-A6BF1090B84A}" type="presParOf" srcId="{E157F8A1-107C-46CD-A4C3-AC07C8511942}" destId="{42EEDC4E-52BB-4F8A-9DA2-A375004EA538}" srcOrd="0" destOrd="0" presId="urn:microsoft.com/office/officeart/2018/2/layout/IconLabelDescriptionList"/>
    <dgm:cxn modelId="{D5521410-3D14-4195-B7BD-B13FB1BA2FE6}" type="presParOf" srcId="{E157F8A1-107C-46CD-A4C3-AC07C8511942}" destId="{CAB7FF4E-5C07-43C0-B949-7D4860AE8D1F}" srcOrd="1" destOrd="0" presId="urn:microsoft.com/office/officeart/2018/2/layout/IconLabelDescriptionList"/>
    <dgm:cxn modelId="{4D2A41DE-C336-44AB-9351-DBEA9252A7D8}" type="presParOf" srcId="{E157F8A1-107C-46CD-A4C3-AC07C8511942}" destId="{389CC840-236E-44C5-A3B2-00DC2E28EBEC}" srcOrd="2" destOrd="0" presId="urn:microsoft.com/office/officeart/2018/2/layout/IconLabelDescriptionList"/>
    <dgm:cxn modelId="{D69E7DDF-161E-4098-A0FB-F20585D48485}" type="presParOf" srcId="{E157F8A1-107C-46CD-A4C3-AC07C8511942}" destId="{586B7F12-A4C1-4C4B-B42E-82398A568E3D}" srcOrd="3" destOrd="0" presId="urn:microsoft.com/office/officeart/2018/2/layout/IconLabelDescriptionList"/>
    <dgm:cxn modelId="{13C35939-7A1E-479C-A4FA-38A40518958A}" type="presParOf" srcId="{E157F8A1-107C-46CD-A4C3-AC07C8511942}" destId="{5AAD3C51-26A4-4A75-B735-A0D6F73CFB3F}" srcOrd="4" destOrd="0" presId="urn:microsoft.com/office/officeart/2018/2/layout/IconLabelDescriptionList"/>
  </dgm:cxnLst>
  <dgm:bg/>
  <dgm:whole/>
  <dgm:extLst>
    <a:ext uri="http://schemas.microsoft.com/office/drawing/2008/diagram">
      <dsp:dataModelExt xmlns:dsp="http://schemas.microsoft.com/office/drawing/2008/diagram" relId="rId6" minVer="http://schemas.openxmlformats.org/drawingml/2006/diagram"/>
    </a:ext>
  </dgm:extLst>
</dgm:dataModel>
</file>

<file path=ppt/diagrams/data5.xml><?xml version="1.0" encoding="utf-8"?>
<dgm:dataModel xmlns:dgm="http://schemas.openxmlformats.org/drawingml/2006/diagram" xmlns:a="http://schemas.openxmlformats.org/drawingml/2006/main">
  <dgm:ptLst>
    <dgm:pt modelId="{01F4665D-C07F-4413-8540-D0CE4D06AF94}" type="doc">
      <dgm:prSet loTypeId="urn:microsoft.com/office/officeart/2018/5/layout/CenteredIconLabelDescriptionList" loCatId="icon" qsTypeId="urn:microsoft.com/office/officeart/2005/8/quickstyle/simple1" qsCatId="simple" csTypeId="urn:microsoft.com/office/officeart/2018/5/colors/Iconchunking_neutralbg_colorful1" csCatId="colorful" phldr="1"/>
      <dgm:spPr/>
      <dgm:t>
        <a:bodyPr/>
        <a:lstStyle/>
        <a:p>
          <a:endParaRPr lang="en-US"/>
        </a:p>
      </dgm:t>
    </dgm:pt>
    <dgm:pt modelId="{1B5A2F6C-392F-410A-AF40-843F3F4796F3}">
      <dgm:prSet/>
      <dgm:spPr/>
      <dgm:t>
        <a:bodyPr/>
        <a:lstStyle/>
        <a:p>
          <a:pPr>
            <a:lnSpc>
              <a:spcPct val="100000"/>
            </a:lnSpc>
            <a:defRPr b="1"/>
          </a:pPr>
          <a:r>
            <a:rPr lang="en-US"/>
            <a:t>Examine</a:t>
          </a:r>
        </a:p>
      </dgm:t>
    </dgm:pt>
    <dgm:pt modelId="{000920EE-4D1D-45B9-8283-8E3AF751F7C2}" type="parTrans" cxnId="{453F00A4-3C62-48AC-BBBA-69C25ABA4E41}">
      <dgm:prSet/>
      <dgm:spPr/>
      <dgm:t>
        <a:bodyPr/>
        <a:lstStyle/>
        <a:p>
          <a:endParaRPr lang="en-US"/>
        </a:p>
      </dgm:t>
    </dgm:pt>
    <dgm:pt modelId="{EF43ABDD-B2F9-4439-B4B9-60786C2EF4A8}" type="sibTrans" cxnId="{453F00A4-3C62-48AC-BBBA-69C25ABA4E41}">
      <dgm:prSet/>
      <dgm:spPr/>
      <dgm:t>
        <a:bodyPr/>
        <a:lstStyle/>
        <a:p>
          <a:endParaRPr lang="en-US"/>
        </a:p>
      </dgm:t>
    </dgm:pt>
    <dgm:pt modelId="{161B2664-A2CA-4ECC-AC2A-294F16B2784B}">
      <dgm:prSet/>
      <dgm:spPr/>
      <dgm:t>
        <a:bodyPr/>
        <a:lstStyle/>
        <a:p>
          <a:pPr>
            <a:lnSpc>
              <a:spcPct val="100000"/>
            </a:lnSpc>
          </a:pPr>
          <a:r>
            <a:rPr lang="en-US"/>
            <a:t>various forms of transactions </a:t>
          </a:r>
        </a:p>
      </dgm:t>
    </dgm:pt>
    <dgm:pt modelId="{DDDAE3EB-13DC-4B1F-9495-A187CC6A39EA}" type="parTrans" cxnId="{3DE4D888-4435-4AD3-B252-BC56E99FF7F3}">
      <dgm:prSet/>
      <dgm:spPr/>
      <dgm:t>
        <a:bodyPr/>
        <a:lstStyle/>
        <a:p>
          <a:endParaRPr lang="en-US"/>
        </a:p>
      </dgm:t>
    </dgm:pt>
    <dgm:pt modelId="{03B60A18-90C6-45D0-AC18-5E7B9C92F19C}" type="sibTrans" cxnId="{3DE4D888-4435-4AD3-B252-BC56E99FF7F3}">
      <dgm:prSet/>
      <dgm:spPr/>
      <dgm:t>
        <a:bodyPr/>
        <a:lstStyle/>
        <a:p>
          <a:endParaRPr lang="en-US"/>
        </a:p>
      </dgm:t>
    </dgm:pt>
    <dgm:pt modelId="{FB167E15-0A7C-4A1D-8F15-EE6994C06EAE}">
      <dgm:prSet/>
      <dgm:spPr/>
      <dgm:t>
        <a:bodyPr/>
        <a:lstStyle/>
        <a:p>
          <a:pPr>
            <a:lnSpc>
              <a:spcPct val="100000"/>
            </a:lnSpc>
            <a:defRPr b="1"/>
          </a:pPr>
          <a:r>
            <a:rPr lang="tr-TR"/>
            <a:t>Containment</a:t>
          </a:r>
          <a:endParaRPr lang="en-US"/>
        </a:p>
      </dgm:t>
    </dgm:pt>
    <dgm:pt modelId="{C15A320A-6B52-47E8-9D15-C3ABDE8A443D}" type="parTrans" cxnId="{419E8EB1-1AC8-45C4-95C0-B0016E36D0A0}">
      <dgm:prSet/>
      <dgm:spPr/>
      <dgm:t>
        <a:bodyPr/>
        <a:lstStyle/>
        <a:p>
          <a:endParaRPr lang="en-US"/>
        </a:p>
      </dgm:t>
    </dgm:pt>
    <dgm:pt modelId="{4F62F5F0-8D53-4703-84F0-DE69D7CC0128}" type="sibTrans" cxnId="{419E8EB1-1AC8-45C4-95C0-B0016E36D0A0}">
      <dgm:prSet/>
      <dgm:spPr/>
      <dgm:t>
        <a:bodyPr/>
        <a:lstStyle/>
        <a:p>
          <a:endParaRPr lang="en-US"/>
        </a:p>
      </dgm:t>
    </dgm:pt>
    <dgm:pt modelId="{7C0F01D1-F92E-4F69-894C-E7DBDA7DBD25}">
      <dgm:prSet/>
      <dgm:spPr/>
      <dgm:t>
        <a:bodyPr/>
        <a:lstStyle/>
        <a:p>
          <a:pPr>
            <a:lnSpc>
              <a:spcPct val="100000"/>
            </a:lnSpc>
          </a:pPr>
          <a:r>
            <a:rPr lang="en-US" dirty="0"/>
            <a:t>what they contain</a:t>
          </a:r>
        </a:p>
      </dgm:t>
    </dgm:pt>
    <dgm:pt modelId="{346079B2-932A-4F25-A8B2-6D6D9D982B9F}" type="parTrans" cxnId="{6A0DAEF3-BE78-4795-8670-05CBBEDE055E}">
      <dgm:prSet/>
      <dgm:spPr/>
      <dgm:t>
        <a:bodyPr/>
        <a:lstStyle/>
        <a:p>
          <a:endParaRPr lang="en-US"/>
        </a:p>
      </dgm:t>
    </dgm:pt>
    <dgm:pt modelId="{7C8DCC8B-3AD5-498B-ADA2-9AC7331153DB}" type="sibTrans" cxnId="{6A0DAEF3-BE78-4795-8670-05CBBEDE055E}">
      <dgm:prSet/>
      <dgm:spPr/>
      <dgm:t>
        <a:bodyPr/>
        <a:lstStyle/>
        <a:p>
          <a:endParaRPr lang="en-US"/>
        </a:p>
      </dgm:t>
    </dgm:pt>
    <dgm:pt modelId="{9C146EFB-BC95-42DE-B7E0-1051190FB5B5}">
      <dgm:prSet/>
      <dgm:spPr/>
      <dgm:t>
        <a:bodyPr/>
        <a:lstStyle/>
        <a:p>
          <a:pPr>
            <a:lnSpc>
              <a:spcPct val="100000"/>
            </a:lnSpc>
          </a:pPr>
          <a:r>
            <a:rPr lang="en-US"/>
            <a:t>how to create them</a:t>
          </a:r>
        </a:p>
      </dgm:t>
    </dgm:pt>
    <dgm:pt modelId="{28DFDEC8-21E7-4FDA-847D-EA3DC9E62F21}" type="parTrans" cxnId="{CB33EC77-4E47-4A88-BAF9-568790A98E7B}">
      <dgm:prSet/>
      <dgm:spPr/>
      <dgm:t>
        <a:bodyPr/>
        <a:lstStyle/>
        <a:p>
          <a:endParaRPr lang="en-US"/>
        </a:p>
      </dgm:t>
    </dgm:pt>
    <dgm:pt modelId="{C624311C-A757-4A9D-A9FB-BB4070AA6CE3}" type="sibTrans" cxnId="{CB33EC77-4E47-4A88-BAF9-568790A98E7B}">
      <dgm:prSet/>
      <dgm:spPr/>
      <dgm:t>
        <a:bodyPr/>
        <a:lstStyle/>
        <a:p>
          <a:endParaRPr lang="en-US"/>
        </a:p>
      </dgm:t>
    </dgm:pt>
    <dgm:pt modelId="{A17CEFC2-F9FA-4043-9FFB-C4DE2A7C2B1B}">
      <dgm:prSet/>
      <dgm:spPr/>
      <dgm:t>
        <a:bodyPr/>
        <a:lstStyle/>
        <a:p>
          <a:pPr>
            <a:lnSpc>
              <a:spcPct val="100000"/>
            </a:lnSpc>
          </a:pPr>
          <a:r>
            <a:rPr lang="en-US"/>
            <a:t>how they are verified </a:t>
          </a:r>
        </a:p>
      </dgm:t>
    </dgm:pt>
    <dgm:pt modelId="{A9FB97B5-6758-449D-879A-051241483D67}" type="parTrans" cxnId="{131EC841-0383-4B63-A181-95E557B0F31E}">
      <dgm:prSet/>
      <dgm:spPr/>
      <dgm:t>
        <a:bodyPr/>
        <a:lstStyle/>
        <a:p>
          <a:endParaRPr lang="en-US"/>
        </a:p>
      </dgm:t>
    </dgm:pt>
    <dgm:pt modelId="{6CF3A30E-2D9A-41B9-83FA-A75BFB6B6F3E}" type="sibTrans" cxnId="{131EC841-0383-4B63-A181-95E557B0F31E}">
      <dgm:prSet/>
      <dgm:spPr/>
      <dgm:t>
        <a:bodyPr/>
        <a:lstStyle/>
        <a:p>
          <a:endParaRPr lang="en-US"/>
        </a:p>
      </dgm:t>
    </dgm:pt>
    <dgm:pt modelId="{6A2B023F-B3D4-4494-928F-D22071B50BA0}">
      <dgm:prSet/>
      <dgm:spPr/>
      <dgm:t>
        <a:bodyPr/>
        <a:lstStyle/>
        <a:p>
          <a:pPr>
            <a:lnSpc>
              <a:spcPct val="100000"/>
            </a:lnSpc>
          </a:pPr>
          <a:r>
            <a:rPr lang="en-US"/>
            <a:t>how they </a:t>
          </a:r>
          <a:r>
            <a:rPr lang="tr-TR"/>
            <a:t>become </a:t>
          </a:r>
          <a:r>
            <a:rPr lang="en-US"/>
            <a:t>permanent</a:t>
          </a:r>
          <a:r>
            <a:rPr lang="tr-TR"/>
            <a:t> </a:t>
          </a:r>
          <a:r>
            <a:rPr lang="en-US"/>
            <a:t>record</a:t>
          </a:r>
          <a:r>
            <a:rPr lang="tr-TR"/>
            <a:t>s</a:t>
          </a:r>
          <a:endParaRPr lang="en-US"/>
        </a:p>
      </dgm:t>
    </dgm:pt>
    <dgm:pt modelId="{8FCCD207-9CED-4DAD-B718-A77F02A6227E}" type="parTrans" cxnId="{2CFDC203-0864-48AD-B1EB-C48BA201143E}">
      <dgm:prSet/>
      <dgm:spPr/>
      <dgm:t>
        <a:bodyPr/>
        <a:lstStyle/>
        <a:p>
          <a:endParaRPr lang="en-US"/>
        </a:p>
      </dgm:t>
    </dgm:pt>
    <dgm:pt modelId="{249679ED-D46E-4029-B5E6-DB45B4DA3E77}" type="sibTrans" cxnId="{2CFDC203-0864-48AD-B1EB-C48BA201143E}">
      <dgm:prSet/>
      <dgm:spPr/>
      <dgm:t>
        <a:bodyPr/>
        <a:lstStyle/>
        <a:p>
          <a:endParaRPr lang="en-US"/>
        </a:p>
      </dgm:t>
    </dgm:pt>
    <dgm:pt modelId="{FA0A66D5-92DF-4ED6-9ACF-23F40DE0DE27}">
      <dgm:prSet/>
      <dgm:spPr/>
      <dgm:t>
        <a:bodyPr/>
        <a:lstStyle/>
        <a:p>
          <a:pPr>
            <a:lnSpc>
              <a:spcPct val="100000"/>
            </a:lnSpc>
            <a:defRPr b="1"/>
          </a:pPr>
          <a:r>
            <a:rPr lang="tr-TR"/>
            <a:t>Creation</a:t>
          </a:r>
          <a:endParaRPr lang="en-US"/>
        </a:p>
      </dgm:t>
    </dgm:pt>
    <dgm:pt modelId="{144650D8-9572-4F73-AEB1-81E2E291A029}" type="parTrans" cxnId="{6895D868-71B5-4DC9-BEBF-15B5131A2D06}">
      <dgm:prSet/>
      <dgm:spPr/>
      <dgm:t>
        <a:bodyPr/>
        <a:lstStyle/>
        <a:p>
          <a:endParaRPr lang="tr-TR"/>
        </a:p>
      </dgm:t>
    </dgm:pt>
    <dgm:pt modelId="{57EB34D0-B4D2-4246-97CA-11F083258916}" type="sibTrans" cxnId="{6895D868-71B5-4DC9-BEBF-15B5131A2D06}">
      <dgm:prSet/>
      <dgm:spPr/>
      <dgm:t>
        <a:bodyPr/>
        <a:lstStyle/>
        <a:p>
          <a:endParaRPr lang="tr-TR"/>
        </a:p>
      </dgm:t>
    </dgm:pt>
    <dgm:pt modelId="{3A2D9A2F-A58F-4DEF-8E5A-F546D4452D98}">
      <dgm:prSet/>
      <dgm:spPr/>
      <dgm:t>
        <a:bodyPr/>
        <a:lstStyle/>
        <a:p>
          <a:pPr>
            <a:lnSpc>
              <a:spcPct val="100000"/>
            </a:lnSpc>
            <a:defRPr b="1"/>
          </a:pPr>
          <a:r>
            <a:rPr lang="tr-TR"/>
            <a:t>Verification</a:t>
          </a:r>
          <a:endParaRPr lang="en-US"/>
        </a:p>
      </dgm:t>
    </dgm:pt>
    <dgm:pt modelId="{D9694C40-C63B-4531-9D2B-8BFCDD6F638F}" type="parTrans" cxnId="{E3C16C5E-489C-4903-8F14-B4FAD28C485D}">
      <dgm:prSet/>
      <dgm:spPr/>
      <dgm:t>
        <a:bodyPr/>
        <a:lstStyle/>
        <a:p>
          <a:endParaRPr lang="tr-TR"/>
        </a:p>
      </dgm:t>
    </dgm:pt>
    <dgm:pt modelId="{059B6360-8EC4-46E2-9A34-0ECEFAD6098E}" type="sibTrans" cxnId="{E3C16C5E-489C-4903-8F14-B4FAD28C485D}">
      <dgm:prSet/>
      <dgm:spPr/>
      <dgm:t>
        <a:bodyPr/>
        <a:lstStyle/>
        <a:p>
          <a:endParaRPr lang="tr-TR"/>
        </a:p>
      </dgm:t>
    </dgm:pt>
    <dgm:pt modelId="{D109E82E-96F4-41A5-AD2A-911FA405DA9D}">
      <dgm:prSet/>
      <dgm:spPr/>
      <dgm:t>
        <a:bodyPr/>
        <a:lstStyle/>
        <a:p>
          <a:pPr>
            <a:lnSpc>
              <a:spcPct val="100000"/>
            </a:lnSpc>
            <a:defRPr b="1"/>
          </a:pPr>
          <a:r>
            <a:rPr lang="tr-TR" dirty="0"/>
            <a:t>Stone</a:t>
          </a:r>
          <a:endParaRPr lang="en-US" dirty="0"/>
        </a:p>
      </dgm:t>
    </dgm:pt>
    <dgm:pt modelId="{64D5095F-6E63-42BA-8B09-A1297793BC68}" type="parTrans" cxnId="{691A4CF5-07CD-46D6-B4AD-F053B66B93EB}">
      <dgm:prSet/>
      <dgm:spPr/>
      <dgm:t>
        <a:bodyPr/>
        <a:lstStyle/>
        <a:p>
          <a:endParaRPr lang="tr-TR"/>
        </a:p>
      </dgm:t>
    </dgm:pt>
    <dgm:pt modelId="{E4F9C0AF-69CA-4858-824E-82FF2FE03FD2}" type="sibTrans" cxnId="{691A4CF5-07CD-46D6-B4AD-F053B66B93EB}">
      <dgm:prSet/>
      <dgm:spPr/>
      <dgm:t>
        <a:bodyPr/>
        <a:lstStyle/>
        <a:p>
          <a:endParaRPr lang="tr-TR"/>
        </a:p>
      </dgm:t>
    </dgm:pt>
    <dgm:pt modelId="{8BD86E1C-9B84-4C57-8CC7-4FE6FDBBCB9E}" type="pres">
      <dgm:prSet presAssocID="{01F4665D-C07F-4413-8540-D0CE4D06AF94}" presName="root" presStyleCnt="0">
        <dgm:presLayoutVars>
          <dgm:dir/>
          <dgm:resizeHandles val="exact"/>
        </dgm:presLayoutVars>
      </dgm:prSet>
      <dgm:spPr/>
    </dgm:pt>
    <dgm:pt modelId="{05B77B0E-5DB9-44F1-BCEE-98056D5A3483}" type="pres">
      <dgm:prSet presAssocID="{1B5A2F6C-392F-410A-AF40-843F3F4796F3}" presName="compNode" presStyleCnt="0"/>
      <dgm:spPr/>
    </dgm:pt>
    <dgm:pt modelId="{97510B7E-EE22-4ED5-90B1-181C788A6BCA}" type="pres">
      <dgm:prSet presAssocID="{1B5A2F6C-392F-410A-AF40-843F3F4796F3}" presName="iconRect" presStyleLbl="node1" presStyleIdx="0" presStyleCnt="5"/>
      <dgm:spPr>
        <a:blipFill>
          <a:blip xmlns:r="http://schemas.openxmlformats.org/officeDocument/2006/relationships" r:embed="rId1" cstate="email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2"/>
              </a:ext>
            </a:extLst>
          </a:blip>
          <a:stretch>
            <a:fillRect/>
          </a:stretch>
        </a:blipFill>
        <a:ln>
          <a:noFill/>
        </a:ln>
      </dgm:spPr>
      <dgm:extLst>
        <a:ext uri="{E40237B7-FDA0-4F09-8148-C483321AD2D9}">
          <dgm14:cNvPr xmlns:dgm14="http://schemas.microsoft.com/office/drawing/2010/diagram" id="0" name="" descr="Document"/>
        </a:ext>
      </dgm:extLst>
    </dgm:pt>
    <dgm:pt modelId="{D7C29CC3-5EF4-488B-94B2-3102883A44C5}" type="pres">
      <dgm:prSet presAssocID="{1B5A2F6C-392F-410A-AF40-843F3F4796F3}" presName="iconSpace" presStyleCnt="0"/>
      <dgm:spPr/>
    </dgm:pt>
    <dgm:pt modelId="{A8E85B4C-9F05-43EE-AF48-B571B3BFD2EE}" type="pres">
      <dgm:prSet presAssocID="{1B5A2F6C-392F-410A-AF40-843F3F4796F3}" presName="parTx" presStyleLbl="revTx" presStyleIdx="0" presStyleCnt="10">
        <dgm:presLayoutVars>
          <dgm:chMax val="0"/>
          <dgm:chPref val="0"/>
        </dgm:presLayoutVars>
      </dgm:prSet>
      <dgm:spPr/>
    </dgm:pt>
    <dgm:pt modelId="{5A38C82C-BB49-4760-9982-F9C64C6CB0A7}" type="pres">
      <dgm:prSet presAssocID="{1B5A2F6C-392F-410A-AF40-843F3F4796F3}" presName="txSpace" presStyleCnt="0"/>
      <dgm:spPr/>
    </dgm:pt>
    <dgm:pt modelId="{F9925918-5D73-4B25-B1DC-6350FD827EFF}" type="pres">
      <dgm:prSet presAssocID="{1B5A2F6C-392F-410A-AF40-843F3F4796F3}" presName="desTx" presStyleLbl="revTx" presStyleIdx="1" presStyleCnt="10">
        <dgm:presLayoutVars/>
      </dgm:prSet>
      <dgm:spPr/>
    </dgm:pt>
    <dgm:pt modelId="{62CF41F7-89A6-4876-9591-9A3746916195}" type="pres">
      <dgm:prSet presAssocID="{EF43ABDD-B2F9-4439-B4B9-60786C2EF4A8}" presName="sibTrans" presStyleCnt="0"/>
      <dgm:spPr/>
    </dgm:pt>
    <dgm:pt modelId="{5B4C809C-BFF9-4731-B2BB-438FEB6273DC}" type="pres">
      <dgm:prSet presAssocID="{FB167E15-0A7C-4A1D-8F15-EE6994C06EAE}" presName="compNode" presStyleCnt="0"/>
      <dgm:spPr/>
    </dgm:pt>
    <dgm:pt modelId="{F37F3371-F8A9-4646-99AE-D7FF16C86468}" type="pres">
      <dgm:prSet presAssocID="{FB167E15-0A7C-4A1D-8F15-EE6994C06EAE}" presName="iconRect" presStyleLbl="node1" presStyleIdx="1" presStyleCnt="5"/>
      <dgm:spPr>
        <a:blipFill>
          <a:blip xmlns:r="http://schemas.openxmlformats.org/officeDocument/2006/relationships" r:embed="rId3" cstate="email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4"/>
              </a:ext>
            </a:extLst>
          </a:blip>
          <a:stretch>
            <a:fillRect/>
          </a:stretch>
        </a:blipFill>
        <a:ln>
          <a:noFill/>
        </a:ln>
      </dgm:spPr>
      <dgm:extLst>
        <a:ext uri="{E40237B7-FDA0-4F09-8148-C483321AD2D9}">
          <dgm14:cNvPr xmlns:dgm14="http://schemas.microsoft.com/office/drawing/2010/diagram" id="0" name="" descr="Garbage"/>
        </a:ext>
      </dgm:extLst>
    </dgm:pt>
    <dgm:pt modelId="{7D75EA4D-61D1-45D9-930C-3AD4A65DB884}" type="pres">
      <dgm:prSet presAssocID="{FB167E15-0A7C-4A1D-8F15-EE6994C06EAE}" presName="iconSpace" presStyleCnt="0"/>
      <dgm:spPr/>
    </dgm:pt>
    <dgm:pt modelId="{010B72CC-A9E3-4AA0-883B-C8725A8C3F32}" type="pres">
      <dgm:prSet presAssocID="{FB167E15-0A7C-4A1D-8F15-EE6994C06EAE}" presName="parTx" presStyleLbl="revTx" presStyleIdx="2" presStyleCnt="10">
        <dgm:presLayoutVars>
          <dgm:chMax val="0"/>
          <dgm:chPref val="0"/>
        </dgm:presLayoutVars>
      </dgm:prSet>
      <dgm:spPr/>
    </dgm:pt>
    <dgm:pt modelId="{443F733D-2332-40D1-9A15-C4D44BB3D1EF}" type="pres">
      <dgm:prSet presAssocID="{FB167E15-0A7C-4A1D-8F15-EE6994C06EAE}" presName="txSpace" presStyleCnt="0"/>
      <dgm:spPr/>
    </dgm:pt>
    <dgm:pt modelId="{795DAB16-03F4-4044-B4C3-A6E2C88B467E}" type="pres">
      <dgm:prSet presAssocID="{FB167E15-0A7C-4A1D-8F15-EE6994C06EAE}" presName="desTx" presStyleLbl="revTx" presStyleIdx="3" presStyleCnt="10">
        <dgm:presLayoutVars/>
      </dgm:prSet>
      <dgm:spPr/>
    </dgm:pt>
    <dgm:pt modelId="{290E3F0E-223A-4A49-8546-09AAAF1289FF}" type="pres">
      <dgm:prSet presAssocID="{4F62F5F0-8D53-4703-84F0-DE69D7CC0128}" presName="sibTrans" presStyleCnt="0"/>
      <dgm:spPr/>
    </dgm:pt>
    <dgm:pt modelId="{36F592DB-016E-4A8B-A967-858424874712}" type="pres">
      <dgm:prSet presAssocID="{FA0A66D5-92DF-4ED6-9ACF-23F40DE0DE27}" presName="compNode" presStyleCnt="0"/>
      <dgm:spPr/>
    </dgm:pt>
    <dgm:pt modelId="{29CA89EE-423A-4F43-904E-B60E4557DEFD}" type="pres">
      <dgm:prSet presAssocID="{FA0A66D5-92DF-4ED6-9ACF-23F40DE0DE27}" presName="iconRect" presStyleLbl="node1" presStyleIdx="2" presStyleCnt="5"/>
      <dgm:spPr>
        <a:blipFill>
          <a:blip xmlns:r="http://schemas.openxmlformats.org/officeDocument/2006/relationships" r:embed="rId5" cstate="email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6"/>
              </a:ext>
            </a:extLst>
          </a:blip>
          <a:stretch>
            <a:fillRect/>
          </a:stretch>
        </a:blipFill>
        <a:ln>
          <a:noFill/>
        </a:ln>
      </dgm:spPr>
      <dgm:extLst>
        <a:ext uri="{E40237B7-FDA0-4F09-8148-C483321AD2D9}">
          <dgm14:cNvPr xmlns:dgm14="http://schemas.microsoft.com/office/drawing/2010/diagram" id="0" name="" descr="Easel"/>
        </a:ext>
      </dgm:extLst>
    </dgm:pt>
    <dgm:pt modelId="{562C5130-65D7-4763-8197-6BB90BC1AA25}" type="pres">
      <dgm:prSet presAssocID="{FA0A66D5-92DF-4ED6-9ACF-23F40DE0DE27}" presName="iconSpace" presStyleCnt="0"/>
      <dgm:spPr/>
    </dgm:pt>
    <dgm:pt modelId="{68D79BEC-D537-4461-A769-22430770813C}" type="pres">
      <dgm:prSet presAssocID="{FA0A66D5-92DF-4ED6-9ACF-23F40DE0DE27}" presName="parTx" presStyleLbl="revTx" presStyleIdx="4" presStyleCnt="10">
        <dgm:presLayoutVars>
          <dgm:chMax val="0"/>
          <dgm:chPref val="0"/>
        </dgm:presLayoutVars>
      </dgm:prSet>
      <dgm:spPr/>
    </dgm:pt>
    <dgm:pt modelId="{17E6AD52-2E27-46D1-AE6B-64ECE0694173}" type="pres">
      <dgm:prSet presAssocID="{FA0A66D5-92DF-4ED6-9ACF-23F40DE0DE27}" presName="txSpace" presStyleCnt="0"/>
      <dgm:spPr/>
    </dgm:pt>
    <dgm:pt modelId="{8B90C332-DA9A-44F2-83E6-AB50C960A7AD}" type="pres">
      <dgm:prSet presAssocID="{FA0A66D5-92DF-4ED6-9ACF-23F40DE0DE27}" presName="desTx" presStyleLbl="revTx" presStyleIdx="5" presStyleCnt="10">
        <dgm:presLayoutVars/>
      </dgm:prSet>
      <dgm:spPr/>
    </dgm:pt>
    <dgm:pt modelId="{3AA28391-D3C1-4703-89A0-5FB7A961CF1D}" type="pres">
      <dgm:prSet presAssocID="{57EB34D0-B4D2-4246-97CA-11F083258916}" presName="sibTrans" presStyleCnt="0"/>
      <dgm:spPr/>
    </dgm:pt>
    <dgm:pt modelId="{44186447-B5E1-4C47-A45B-D890D80B4C8B}" type="pres">
      <dgm:prSet presAssocID="{3A2D9A2F-A58F-4DEF-8E5A-F546D4452D98}" presName="compNode" presStyleCnt="0"/>
      <dgm:spPr/>
    </dgm:pt>
    <dgm:pt modelId="{DDD2607E-3867-489A-A176-0A25F27FD5FD}" type="pres">
      <dgm:prSet presAssocID="{3A2D9A2F-A58F-4DEF-8E5A-F546D4452D98}" presName="iconRect" presStyleLbl="node1" presStyleIdx="3" presStyleCnt="5"/>
      <dgm:spPr>
        <a:blipFill>
          <a:blip xmlns:r="http://schemas.openxmlformats.org/officeDocument/2006/relationships" r:embed="rId7" cstate="email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8"/>
              </a:ext>
            </a:extLst>
          </a:blip>
          <a:stretch>
            <a:fillRect/>
          </a:stretch>
        </a:blipFill>
        <a:ln>
          <a:noFill/>
        </a:ln>
      </dgm:spPr>
      <dgm:extLst>
        <a:ext uri="{E40237B7-FDA0-4F09-8148-C483321AD2D9}">
          <dgm14:cNvPr xmlns:dgm14="http://schemas.microsoft.com/office/drawing/2010/diagram" id="0" name="" descr="Magnifying glass"/>
        </a:ext>
      </dgm:extLst>
    </dgm:pt>
    <dgm:pt modelId="{E2A4F1B3-7EB0-4559-A045-BDB78D867120}" type="pres">
      <dgm:prSet presAssocID="{3A2D9A2F-A58F-4DEF-8E5A-F546D4452D98}" presName="iconSpace" presStyleCnt="0"/>
      <dgm:spPr/>
    </dgm:pt>
    <dgm:pt modelId="{9A236587-1224-4571-A614-40E25622745F}" type="pres">
      <dgm:prSet presAssocID="{3A2D9A2F-A58F-4DEF-8E5A-F546D4452D98}" presName="parTx" presStyleLbl="revTx" presStyleIdx="6" presStyleCnt="10">
        <dgm:presLayoutVars>
          <dgm:chMax val="0"/>
          <dgm:chPref val="0"/>
        </dgm:presLayoutVars>
      </dgm:prSet>
      <dgm:spPr/>
    </dgm:pt>
    <dgm:pt modelId="{88A31154-AA1C-4259-A3D8-FD09F6FDDBC7}" type="pres">
      <dgm:prSet presAssocID="{3A2D9A2F-A58F-4DEF-8E5A-F546D4452D98}" presName="txSpace" presStyleCnt="0"/>
      <dgm:spPr/>
    </dgm:pt>
    <dgm:pt modelId="{FEBB7402-EA40-4AC0-999C-86E94244B937}" type="pres">
      <dgm:prSet presAssocID="{3A2D9A2F-A58F-4DEF-8E5A-F546D4452D98}" presName="desTx" presStyleLbl="revTx" presStyleIdx="7" presStyleCnt="10">
        <dgm:presLayoutVars/>
      </dgm:prSet>
      <dgm:spPr/>
    </dgm:pt>
    <dgm:pt modelId="{84AA35AE-579F-414F-90F5-B16972314472}" type="pres">
      <dgm:prSet presAssocID="{059B6360-8EC4-46E2-9A34-0ECEFAD6098E}" presName="sibTrans" presStyleCnt="0"/>
      <dgm:spPr/>
    </dgm:pt>
    <dgm:pt modelId="{E34CCB4C-264C-4A51-9D79-EF8DC93FBCC6}" type="pres">
      <dgm:prSet presAssocID="{D109E82E-96F4-41A5-AD2A-911FA405DA9D}" presName="compNode" presStyleCnt="0"/>
      <dgm:spPr/>
    </dgm:pt>
    <dgm:pt modelId="{D2235AEA-1755-4B35-8AE7-1667920D9CAB}" type="pres">
      <dgm:prSet presAssocID="{D109E82E-96F4-41A5-AD2A-911FA405DA9D}" presName="iconRect" presStyleLbl="node1" presStyleIdx="4" presStyleCnt="5"/>
      <dgm:spPr>
        <a:blipFill rotWithShape="1">
          <a:blip xmlns:r="http://schemas.openxmlformats.org/officeDocument/2006/relationships" r:embed="rId9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>
            <a:fillRect/>
          </a:stretch>
        </a:blipFill>
        <a:ln>
          <a:noFill/>
        </a:ln>
      </dgm:spPr>
    </dgm:pt>
    <dgm:pt modelId="{2AB4385C-D4F2-47D7-9695-10226A85A047}" type="pres">
      <dgm:prSet presAssocID="{D109E82E-96F4-41A5-AD2A-911FA405DA9D}" presName="iconSpace" presStyleCnt="0"/>
      <dgm:spPr/>
    </dgm:pt>
    <dgm:pt modelId="{CD381A35-D3C6-4606-AD33-1A77C05F3C7E}" type="pres">
      <dgm:prSet presAssocID="{D109E82E-96F4-41A5-AD2A-911FA405DA9D}" presName="parTx" presStyleLbl="revTx" presStyleIdx="8" presStyleCnt="10">
        <dgm:presLayoutVars>
          <dgm:chMax val="0"/>
          <dgm:chPref val="0"/>
        </dgm:presLayoutVars>
      </dgm:prSet>
      <dgm:spPr/>
    </dgm:pt>
    <dgm:pt modelId="{B555860F-AA97-45CA-982C-CC6A8B18D2D5}" type="pres">
      <dgm:prSet presAssocID="{D109E82E-96F4-41A5-AD2A-911FA405DA9D}" presName="txSpace" presStyleCnt="0"/>
      <dgm:spPr/>
    </dgm:pt>
    <dgm:pt modelId="{97CB33C7-D511-4A0D-8A1C-A4672953CF22}" type="pres">
      <dgm:prSet presAssocID="{D109E82E-96F4-41A5-AD2A-911FA405DA9D}" presName="desTx" presStyleLbl="revTx" presStyleIdx="9" presStyleCnt="10">
        <dgm:presLayoutVars/>
      </dgm:prSet>
      <dgm:spPr/>
    </dgm:pt>
  </dgm:ptLst>
  <dgm:cxnLst>
    <dgm:cxn modelId="{2CFDC203-0864-48AD-B1EB-C48BA201143E}" srcId="{D109E82E-96F4-41A5-AD2A-911FA405DA9D}" destId="{6A2B023F-B3D4-4494-928F-D22071B50BA0}" srcOrd="0" destOrd="0" parTransId="{8FCCD207-9CED-4DAD-B718-A77F02A6227E}" sibTransId="{249679ED-D46E-4029-B5E6-DB45B4DA3E77}"/>
    <dgm:cxn modelId="{865AFD1F-E773-4AF2-A72F-53ACF85085AD}" type="presOf" srcId="{A17CEFC2-F9FA-4043-9FFB-C4DE2A7C2B1B}" destId="{FEBB7402-EA40-4AC0-999C-86E94244B937}" srcOrd="0" destOrd="0" presId="urn:microsoft.com/office/officeart/2018/5/layout/CenteredIconLabelDescriptionList"/>
    <dgm:cxn modelId="{1AF77C3E-3969-4050-9C8C-F2CF233C1B09}" type="presOf" srcId="{FB167E15-0A7C-4A1D-8F15-EE6994C06EAE}" destId="{010B72CC-A9E3-4AA0-883B-C8725A8C3F32}" srcOrd="0" destOrd="0" presId="urn:microsoft.com/office/officeart/2018/5/layout/CenteredIconLabelDescriptionList"/>
    <dgm:cxn modelId="{E3C16C5E-489C-4903-8F14-B4FAD28C485D}" srcId="{01F4665D-C07F-4413-8540-D0CE4D06AF94}" destId="{3A2D9A2F-A58F-4DEF-8E5A-F546D4452D98}" srcOrd="3" destOrd="0" parTransId="{D9694C40-C63B-4531-9D2B-8BFCDD6F638F}" sibTransId="{059B6360-8EC4-46E2-9A34-0ECEFAD6098E}"/>
    <dgm:cxn modelId="{131EC841-0383-4B63-A181-95E557B0F31E}" srcId="{3A2D9A2F-A58F-4DEF-8E5A-F546D4452D98}" destId="{A17CEFC2-F9FA-4043-9FFB-C4DE2A7C2B1B}" srcOrd="0" destOrd="0" parTransId="{A9FB97B5-6758-449D-879A-051241483D67}" sibTransId="{6CF3A30E-2D9A-41B9-83FA-A75BFB6B6F3E}"/>
    <dgm:cxn modelId="{6895D868-71B5-4DC9-BEBF-15B5131A2D06}" srcId="{01F4665D-C07F-4413-8540-D0CE4D06AF94}" destId="{FA0A66D5-92DF-4ED6-9ACF-23F40DE0DE27}" srcOrd="2" destOrd="0" parTransId="{144650D8-9572-4F73-AEB1-81E2E291A029}" sibTransId="{57EB34D0-B4D2-4246-97CA-11F083258916}"/>
    <dgm:cxn modelId="{CB33EC77-4E47-4A88-BAF9-568790A98E7B}" srcId="{FA0A66D5-92DF-4ED6-9ACF-23F40DE0DE27}" destId="{9C146EFB-BC95-42DE-B7E0-1051190FB5B5}" srcOrd="0" destOrd="0" parTransId="{28DFDEC8-21E7-4FDA-847D-EA3DC9E62F21}" sibTransId="{C624311C-A757-4A9D-A9FB-BB4070AA6CE3}"/>
    <dgm:cxn modelId="{3DE4D888-4435-4AD3-B252-BC56E99FF7F3}" srcId="{1B5A2F6C-392F-410A-AF40-843F3F4796F3}" destId="{161B2664-A2CA-4ECC-AC2A-294F16B2784B}" srcOrd="0" destOrd="0" parTransId="{DDDAE3EB-13DC-4B1F-9495-A187CC6A39EA}" sibTransId="{03B60A18-90C6-45D0-AC18-5E7B9C92F19C}"/>
    <dgm:cxn modelId="{95E65689-9744-432C-A378-B8856EEA8716}" type="presOf" srcId="{161B2664-A2CA-4ECC-AC2A-294F16B2784B}" destId="{F9925918-5D73-4B25-B1DC-6350FD827EFF}" srcOrd="0" destOrd="0" presId="urn:microsoft.com/office/officeart/2018/5/layout/CenteredIconLabelDescriptionList"/>
    <dgm:cxn modelId="{453F00A4-3C62-48AC-BBBA-69C25ABA4E41}" srcId="{01F4665D-C07F-4413-8540-D0CE4D06AF94}" destId="{1B5A2F6C-392F-410A-AF40-843F3F4796F3}" srcOrd="0" destOrd="0" parTransId="{000920EE-4D1D-45B9-8283-8E3AF751F7C2}" sibTransId="{EF43ABDD-B2F9-4439-B4B9-60786C2EF4A8}"/>
    <dgm:cxn modelId="{97A6F0B0-3330-4AF7-8852-7C18D64F4DDE}" type="presOf" srcId="{9C146EFB-BC95-42DE-B7E0-1051190FB5B5}" destId="{8B90C332-DA9A-44F2-83E6-AB50C960A7AD}" srcOrd="0" destOrd="0" presId="urn:microsoft.com/office/officeart/2018/5/layout/CenteredIconLabelDescriptionList"/>
    <dgm:cxn modelId="{419E8EB1-1AC8-45C4-95C0-B0016E36D0A0}" srcId="{01F4665D-C07F-4413-8540-D0CE4D06AF94}" destId="{FB167E15-0A7C-4A1D-8F15-EE6994C06EAE}" srcOrd="1" destOrd="0" parTransId="{C15A320A-6B52-47E8-9D15-C3ABDE8A443D}" sibTransId="{4F62F5F0-8D53-4703-84F0-DE69D7CC0128}"/>
    <dgm:cxn modelId="{8C9BADB7-C293-432B-9F96-16C0780DE07B}" type="presOf" srcId="{1B5A2F6C-392F-410A-AF40-843F3F4796F3}" destId="{A8E85B4C-9F05-43EE-AF48-B571B3BFD2EE}" srcOrd="0" destOrd="0" presId="urn:microsoft.com/office/officeart/2018/5/layout/CenteredIconLabelDescriptionList"/>
    <dgm:cxn modelId="{874293BE-CC48-4648-9718-7B26E0ABC46A}" type="presOf" srcId="{3A2D9A2F-A58F-4DEF-8E5A-F546D4452D98}" destId="{9A236587-1224-4571-A614-40E25622745F}" srcOrd="0" destOrd="0" presId="urn:microsoft.com/office/officeart/2018/5/layout/CenteredIconLabelDescriptionList"/>
    <dgm:cxn modelId="{3A6DE7C1-AC4D-4845-A187-9861CE50CD66}" type="presOf" srcId="{D109E82E-96F4-41A5-AD2A-911FA405DA9D}" destId="{CD381A35-D3C6-4606-AD33-1A77C05F3C7E}" srcOrd="0" destOrd="0" presId="urn:microsoft.com/office/officeart/2018/5/layout/CenteredIconLabelDescriptionList"/>
    <dgm:cxn modelId="{1C179DCD-EE99-436E-BC53-51B84C7EB2ED}" type="presOf" srcId="{01F4665D-C07F-4413-8540-D0CE4D06AF94}" destId="{8BD86E1C-9B84-4C57-8CC7-4FE6FDBBCB9E}" srcOrd="0" destOrd="0" presId="urn:microsoft.com/office/officeart/2018/5/layout/CenteredIconLabelDescriptionList"/>
    <dgm:cxn modelId="{2D9A09E1-7836-4E6C-87EF-F1848F504568}" type="presOf" srcId="{7C0F01D1-F92E-4F69-894C-E7DBDA7DBD25}" destId="{795DAB16-03F4-4044-B4C3-A6E2C88B467E}" srcOrd="0" destOrd="0" presId="urn:microsoft.com/office/officeart/2018/5/layout/CenteredIconLabelDescriptionList"/>
    <dgm:cxn modelId="{3AC474E1-48F6-4E5F-B4FB-0A12A75192F5}" type="presOf" srcId="{FA0A66D5-92DF-4ED6-9ACF-23F40DE0DE27}" destId="{68D79BEC-D537-4461-A769-22430770813C}" srcOrd="0" destOrd="0" presId="urn:microsoft.com/office/officeart/2018/5/layout/CenteredIconLabelDescriptionList"/>
    <dgm:cxn modelId="{6A0DAEF3-BE78-4795-8670-05CBBEDE055E}" srcId="{FB167E15-0A7C-4A1D-8F15-EE6994C06EAE}" destId="{7C0F01D1-F92E-4F69-894C-E7DBDA7DBD25}" srcOrd="0" destOrd="0" parTransId="{346079B2-932A-4F25-A8B2-6D6D9D982B9F}" sibTransId="{7C8DCC8B-3AD5-498B-ADA2-9AC7331153DB}"/>
    <dgm:cxn modelId="{4C2B3CF5-5094-43C7-BD2C-E7174F076F4B}" type="presOf" srcId="{6A2B023F-B3D4-4494-928F-D22071B50BA0}" destId="{97CB33C7-D511-4A0D-8A1C-A4672953CF22}" srcOrd="0" destOrd="0" presId="urn:microsoft.com/office/officeart/2018/5/layout/CenteredIconLabelDescriptionList"/>
    <dgm:cxn modelId="{691A4CF5-07CD-46D6-B4AD-F053B66B93EB}" srcId="{01F4665D-C07F-4413-8540-D0CE4D06AF94}" destId="{D109E82E-96F4-41A5-AD2A-911FA405DA9D}" srcOrd="4" destOrd="0" parTransId="{64D5095F-6E63-42BA-8B09-A1297793BC68}" sibTransId="{E4F9C0AF-69CA-4858-824E-82FF2FE03FD2}"/>
    <dgm:cxn modelId="{D6558EFD-2A25-4599-AB3E-A9B30E454EBD}" type="presParOf" srcId="{8BD86E1C-9B84-4C57-8CC7-4FE6FDBBCB9E}" destId="{05B77B0E-5DB9-44F1-BCEE-98056D5A3483}" srcOrd="0" destOrd="0" presId="urn:microsoft.com/office/officeart/2018/5/layout/CenteredIconLabelDescriptionList"/>
    <dgm:cxn modelId="{2793148F-0074-407A-972B-151F47556ACB}" type="presParOf" srcId="{05B77B0E-5DB9-44F1-BCEE-98056D5A3483}" destId="{97510B7E-EE22-4ED5-90B1-181C788A6BCA}" srcOrd="0" destOrd="0" presId="urn:microsoft.com/office/officeart/2018/5/layout/CenteredIconLabelDescriptionList"/>
    <dgm:cxn modelId="{3231B726-048A-4A20-BCF7-4DC7E24C248D}" type="presParOf" srcId="{05B77B0E-5DB9-44F1-BCEE-98056D5A3483}" destId="{D7C29CC3-5EF4-488B-94B2-3102883A44C5}" srcOrd="1" destOrd="0" presId="urn:microsoft.com/office/officeart/2018/5/layout/CenteredIconLabelDescriptionList"/>
    <dgm:cxn modelId="{EF628063-47AD-47E0-B36F-0A8AB8CD8D0B}" type="presParOf" srcId="{05B77B0E-5DB9-44F1-BCEE-98056D5A3483}" destId="{A8E85B4C-9F05-43EE-AF48-B571B3BFD2EE}" srcOrd="2" destOrd="0" presId="urn:microsoft.com/office/officeart/2018/5/layout/CenteredIconLabelDescriptionList"/>
    <dgm:cxn modelId="{4746CE86-5C97-4025-9B5A-B6D5CADCC016}" type="presParOf" srcId="{05B77B0E-5DB9-44F1-BCEE-98056D5A3483}" destId="{5A38C82C-BB49-4760-9982-F9C64C6CB0A7}" srcOrd="3" destOrd="0" presId="urn:microsoft.com/office/officeart/2018/5/layout/CenteredIconLabelDescriptionList"/>
    <dgm:cxn modelId="{25C07876-C597-42D0-941F-46F053214F86}" type="presParOf" srcId="{05B77B0E-5DB9-44F1-BCEE-98056D5A3483}" destId="{F9925918-5D73-4B25-B1DC-6350FD827EFF}" srcOrd="4" destOrd="0" presId="urn:microsoft.com/office/officeart/2018/5/layout/CenteredIconLabelDescriptionList"/>
    <dgm:cxn modelId="{27615C28-56DE-4853-981C-780AB3DABA25}" type="presParOf" srcId="{8BD86E1C-9B84-4C57-8CC7-4FE6FDBBCB9E}" destId="{62CF41F7-89A6-4876-9591-9A3746916195}" srcOrd="1" destOrd="0" presId="urn:microsoft.com/office/officeart/2018/5/layout/CenteredIconLabelDescriptionList"/>
    <dgm:cxn modelId="{FE891778-DB33-43C2-887A-4CBB91044513}" type="presParOf" srcId="{8BD86E1C-9B84-4C57-8CC7-4FE6FDBBCB9E}" destId="{5B4C809C-BFF9-4731-B2BB-438FEB6273DC}" srcOrd="2" destOrd="0" presId="urn:microsoft.com/office/officeart/2018/5/layout/CenteredIconLabelDescriptionList"/>
    <dgm:cxn modelId="{2B14CC42-DB63-4BC2-97C1-A160A687A7B6}" type="presParOf" srcId="{5B4C809C-BFF9-4731-B2BB-438FEB6273DC}" destId="{F37F3371-F8A9-4646-99AE-D7FF16C86468}" srcOrd="0" destOrd="0" presId="urn:microsoft.com/office/officeart/2018/5/layout/CenteredIconLabelDescriptionList"/>
    <dgm:cxn modelId="{4CF06CB5-2E05-4B73-9BB6-45059B8AEC05}" type="presParOf" srcId="{5B4C809C-BFF9-4731-B2BB-438FEB6273DC}" destId="{7D75EA4D-61D1-45D9-930C-3AD4A65DB884}" srcOrd="1" destOrd="0" presId="urn:microsoft.com/office/officeart/2018/5/layout/CenteredIconLabelDescriptionList"/>
    <dgm:cxn modelId="{713C94A9-2501-4A4B-90DC-A496FCC28635}" type="presParOf" srcId="{5B4C809C-BFF9-4731-B2BB-438FEB6273DC}" destId="{010B72CC-A9E3-4AA0-883B-C8725A8C3F32}" srcOrd="2" destOrd="0" presId="urn:microsoft.com/office/officeart/2018/5/layout/CenteredIconLabelDescriptionList"/>
    <dgm:cxn modelId="{6117753A-A5B3-4632-B364-224E750EF7D7}" type="presParOf" srcId="{5B4C809C-BFF9-4731-B2BB-438FEB6273DC}" destId="{443F733D-2332-40D1-9A15-C4D44BB3D1EF}" srcOrd="3" destOrd="0" presId="urn:microsoft.com/office/officeart/2018/5/layout/CenteredIconLabelDescriptionList"/>
    <dgm:cxn modelId="{928659D7-B108-4719-B8BD-92093D261C10}" type="presParOf" srcId="{5B4C809C-BFF9-4731-B2BB-438FEB6273DC}" destId="{795DAB16-03F4-4044-B4C3-A6E2C88B467E}" srcOrd="4" destOrd="0" presId="urn:microsoft.com/office/officeart/2018/5/layout/CenteredIconLabelDescriptionList"/>
    <dgm:cxn modelId="{807D901F-E408-4F52-A5F8-5B7E3F56194A}" type="presParOf" srcId="{8BD86E1C-9B84-4C57-8CC7-4FE6FDBBCB9E}" destId="{290E3F0E-223A-4A49-8546-09AAAF1289FF}" srcOrd="3" destOrd="0" presId="urn:microsoft.com/office/officeart/2018/5/layout/CenteredIconLabelDescriptionList"/>
    <dgm:cxn modelId="{E377E1D8-6081-4B47-B7EE-93D5261DEEDB}" type="presParOf" srcId="{8BD86E1C-9B84-4C57-8CC7-4FE6FDBBCB9E}" destId="{36F592DB-016E-4A8B-A967-858424874712}" srcOrd="4" destOrd="0" presId="urn:microsoft.com/office/officeart/2018/5/layout/CenteredIconLabelDescriptionList"/>
    <dgm:cxn modelId="{4AC8A6DD-CA4A-4A7A-B224-0BD61C9F3B06}" type="presParOf" srcId="{36F592DB-016E-4A8B-A967-858424874712}" destId="{29CA89EE-423A-4F43-904E-B60E4557DEFD}" srcOrd="0" destOrd="0" presId="urn:microsoft.com/office/officeart/2018/5/layout/CenteredIconLabelDescriptionList"/>
    <dgm:cxn modelId="{3C45048A-F25F-4531-A143-A1A7652E5852}" type="presParOf" srcId="{36F592DB-016E-4A8B-A967-858424874712}" destId="{562C5130-65D7-4763-8197-6BB90BC1AA25}" srcOrd="1" destOrd="0" presId="urn:microsoft.com/office/officeart/2018/5/layout/CenteredIconLabelDescriptionList"/>
    <dgm:cxn modelId="{9DD596AB-5383-4F4D-84DE-C0D0FA10E724}" type="presParOf" srcId="{36F592DB-016E-4A8B-A967-858424874712}" destId="{68D79BEC-D537-4461-A769-22430770813C}" srcOrd="2" destOrd="0" presId="urn:microsoft.com/office/officeart/2018/5/layout/CenteredIconLabelDescriptionList"/>
    <dgm:cxn modelId="{9698A798-8456-42A3-8B09-12BFBA2FF986}" type="presParOf" srcId="{36F592DB-016E-4A8B-A967-858424874712}" destId="{17E6AD52-2E27-46D1-AE6B-64ECE0694173}" srcOrd="3" destOrd="0" presId="urn:microsoft.com/office/officeart/2018/5/layout/CenteredIconLabelDescriptionList"/>
    <dgm:cxn modelId="{CD7C5A95-44D1-4DF0-AC50-BCBE2F4F82C1}" type="presParOf" srcId="{36F592DB-016E-4A8B-A967-858424874712}" destId="{8B90C332-DA9A-44F2-83E6-AB50C960A7AD}" srcOrd="4" destOrd="0" presId="urn:microsoft.com/office/officeart/2018/5/layout/CenteredIconLabelDescriptionList"/>
    <dgm:cxn modelId="{F3078739-E3C7-4384-9663-B1CD584C55E2}" type="presParOf" srcId="{8BD86E1C-9B84-4C57-8CC7-4FE6FDBBCB9E}" destId="{3AA28391-D3C1-4703-89A0-5FB7A961CF1D}" srcOrd="5" destOrd="0" presId="urn:microsoft.com/office/officeart/2018/5/layout/CenteredIconLabelDescriptionList"/>
    <dgm:cxn modelId="{A5E4E8A7-8427-4697-B580-34006981EB07}" type="presParOf" srcId="{8BD86E1C-9B84-4C57-8CC7-4FE6FDBBCB9E}" destId="{44186447-B5E1-4C47-A45B-D890D80B4C8B}" srcOrd="6" destOrd="0" presId="urn:microsoft.com/office/officeart/2018/5/layout/CenteredIconLabelDescriptionList"/>
    <dgm:cxn modelId="{87B178C6-053B-43AE-A1B1-11B730693057}" type="presParOf" srcId="{44186447-B5E1-4C47-A45B-D890D80B4C8B}" destId="{DDD2607E-3867-489A-A176-0A25F27FD5FD}" srcOrd="0" destOrd="0" presId="urn:microsoft.com/office/officeart/2018/5/layout/CenteredIconLabelDescriptionList"/>
    <dgm:cxn modelId="{36BC5AA1-391F-4494-993F-16954135CC56}" type="presParOf" srcId="{44186447-B5E1-4C47-A45B-D890D80B4C8B}" destId="{E2A4F1B3-7EB0-4559-A045-BDB78D867120}" srcOrd="1" destOrd="0" presId="urn:microsoft.com/office/officeart/2018/5/layout/CenteredIconLabelDescriptionList"/>
    <dgm:cxn modelId="{83036431-1FA9-458C-83C9-2C8562090B4B}" type="presParOf" srcId="{44186447-B5E1-4C47-A45B-D890D80B4C8B}" destId="{9A236587-1224-4571-A614-40E25622745F}" srcOrd="2" destOrd="0" presId="urn:microsoft.com/office/officeart/2018/5/layout/CenteredIconLabelDescriptionList"/>
    <dgm:cxn modelId="{F59243EB-D29E-409E-B6AB-AEADF7E67C92}" type="presParOf" srcId="{44186447-B5E1-4C47-A45B-D890D80B4C8B}" destId="{88A31154-AA1C-4259-A3D8-FD09F6FDDBC7}" srcOrd="3" destOrd="0" presId="urn:microsoft.com/office/officeart/2018/5/layout/CenteredIconLabelDescriptionList"/>
    <dgm:cxn modelId="{FD8762D1-9FA0-4CA7-B95B-BE8A64983C8E}" type="presParOf" srcId="{44186447-B5E1-4C47-A45B-D890D80B4C8B}" destId="{FEBB7402-EA40-4AC0-999C-86E94244B937}" srcOrd="4" destOrd="0" presId="urn:microsoft.com/office/officeart/2018/5/layout/CenteredIconLabelDescriptionList"/>
    <dgm:cxn modelId="{31B00109-098C-4F18-9379-E1B404C9A83A}" type="presParOf" srcId="{8BD86E1C-9B84-4C57-8CC7-4FE6FDBBCB9E}" destId="{84AA35AE-579F-414F-90F5-B16972314472}" srcOrd="7" destOrd="0" presId="urn:microsoft.com/office/officeart/2018/5/layout/CenteredIconLabelDescriptionList"/>
    <dgm:cxn modelId="{92B76546-FDC7-4038-884C-A8DA09D60708}" type="presParOf" srcId="{8BD86E1C-9B84-4C57-8CC7-4FE6FDBBCB9E}" destId="{E34CCB4C-264C-4A51-9D79-EF8DC93FBCC6}" srcOrd="8" destOrd="0" presId="urn:microsoft.com/office/officeart/2018/5/layout/CenteredIconLabelDescriptionList"/>
    <dgm:cxn modelId="{80BD8FB5-26B1-4BE0-9837-0464205F1F8A}" type="presParOf" srcId="{E34CCB4C-264C-4A51-9D79-EF8DC93FBCC6}" destId="{D2235AEA-1755-4B35-8AE7-1667920D9CAB}" srcOrd="0" destOrd="0" presId="urn:microsoft.com/office/officeart/2018/5/layout/CenteredIconLabelDescriptionList"/>
    <dgm:cxn modelId="{B628DC68-0780-47F5-9417-1C1A9F61A36C}" type="presParOf" srcId="{E34CCB4C-264C-4A51-9D79-EF8DC93FBCC6}" destId="{2AB4385C-D4F2-47D7-9695-10226A85A047}" srcOrd="1" destOrd="0" presId="urn:microsoft.com/office/officeart/2018/5/layout/CenteredIconLabelDescriptionList"/>
    <dgm:cxn modelId="{6DF111D2-D18E-408E-BB4B-84646C79DD06}" type="presParOf" srcId="{E34CCB4C-264C-4A51-9D79-EF8DC93FBCC6}" destId="{CD381A35-D3C6-4606-AD33-1A77C05F3C7E}" srcOrd="2" destOrd="0" presId="urn:microsoft.com/office/officeart/2018/5/layout/CenteredIconLabelDescriptionList"/>
    <dgm:cxn modelId="{CC25C567-6277-4042-893B-7FA1E6497971}" type="presParOf" srcId="{E34CCB4C-264C-4A51-9D79-EF8DC93FBCC6}" destId="{B555860F-AA97-45CA-982C-CC6A8B18D2D5}" srcOrd="3" destOrd="0" presId="urn:microsoft.com/office/officeart/2018/5/layout/CenteredIconLabelDescriptionList"/>
    <dgm:cxn modelId="{E88C7696-6E5F-45E9-937D-2C20EB2617C9}" type="presParOf" srcId="{E34CCB4C-264C-4A51-9D79-EF8DC93FBCC6}" destId="{97CB33C7-D511-4A0D-8A1C-A4672953CF22}" srcOrd="4" destOrd="0" presId="urn:microsoft.com/office/officeart/2018/5/layout/CenteredIconLabelDescriptionList"/>
  </dgm:cxnLst>
  <dgm:bg/>
  <dgm:whole/>
  <dgm:extLst>
    <a:ext uri="http://schemas.microsoft.com/office/drawing/2008/diagram">
      <dsp:dataModelExt xmlns:dsp="http://schemas.microsoft.com/office/drawing/2008/diagram" relId="rId6" minVer="http://schemas.openxmlformats.org/drawingml/2006/diagram"/>
    </a:ext>
  </dgm:extLst>
</dgm:dataModel>
</file>

<file path=ppt/diagrams/data6.xml><?xml version="1.0" encoding="utf-8"?>
<dgm:dataModel xmlns:dgm="http://schemas.openxmlformats.org/drawingml/2006/diagram" xmlns:a="http://schemas.openxmlformats.org/drawingml/2006/main">
  <dgm:ptLst>
    <dgm:pt modelId="{40AD1B27-CAC3-44D7-8309-6E67D611B20A}" type="doc">
      <dgm:prSet loTypeId="urn:microsoft.com/office/officeart/2018/5/layout/CenteredIconLabelDescriptionList" loCatId="icon" qsTypeId="urn:microsoft.com/office/officeart/2005/8/quickstyle/simple1" qsCatId="simple" csTypeId="urn:microsoft.com/office/officeart/2018/5/colors/Iconchunking_neutralbg_colorful2" csCatId="colorful" phldr="1"/>
      <dgm:spPr/>
      <dgm:t>
        <a:bodyPr/>
        <a:lstStyle/>
        <a:p>
          <a:endParaRPr lang="en-US"/>
        </a:p>
      </dgm:t>
    </dgm:pt>
    <dgm:pt modelId="{9F38BE22-4214-4518-8E06-33275C223737}">
      <dgm:prSet/>
      <dgm:spPr/>
      <dgm:t>
        <a:bodyPr/>
        <a:lstStyle/>
        <a:p>
          <a:pPr>
            <a:lnSpc>
              <a:spcPct val="100000"/>
            </a:lnSpc>
          </a:pPr>
          <a:r>
            <a:rPr lang="en-US"/>
            <a:t>to Bob’s</a:t>
          </a:r>
          <a:r>
            <a:rPr lang="tr-TR"/>
            <a:t> </a:t>
          </a:r>
          <a:r>
            <a:rPr lang="en-US"/>
            <a:t>“address.” </a:t>
          </a:r>
        </a:p>
      </dgm:t>
    </dgm:pt>
    <dgm:pt modelId="{59EA9A98-BC81-430C-825B-232B2892EE52}" type="parTrans" cxnId="{6D9C3607-091E-42F7-AB2E-893ABEB2E293}">
      <dgm:prSet/>
      <dgm:spPr/>
      <dgm:t>
        <a:bodyPr/>
        <a:lstStyle/>
        <a:p>
          <a:endParaRPr lang="en-US"/>
        </a:p>
      </dgm:t>
    </dgm:pt>
    <dgm:pt modelId="{8D24FC74-C0EC-4CC7-B8BB-F7734FFB415F}" type="sibTrans" cxnId="{6D9C3607-091E-42F7-AB2E-893ABEB2E293}">
      <dgm:prSet/>
      <dgm:spPr/>
      <dgm:t>
        <a:bodyPr/>
        <a:lstStyle/>
        <a:p>
          <a:endParaRPr lang="en-US"/>
        </a:p>
      </dgm:t>
    </dgm:pt>
    <dgm:pt modelId="{2E9FF996-6167-4143-AB1C-2DDF89FAC033}">
      <dgm:prSet/>
      <dgm:spPr/>
      <dgm:t>
        <a:bodyPr/>
        <a:lstStyle/>
        <a:p>
          <a:pPr>
            <a:lnSpc>
              <a:spcPct val="100000"/>
            </a:lnSpc>
            <a:defRPr b="1"/>
          </a:pPr>
          <a:r>
            <a:rPr lang="en-US"/>
            <a:t>a simplified view</a:t>
          </a:r>
        </a:p>
      </dgm:t>
    </dgm:pt>
    <dgm:pt modelId="{FE07B911-ED39-41B2-846B-B1B166480429}" type="parTrans" cxnId="{A6341FD6-BBFF-4B7B-A82C-402691CA57F5}">
      <dgm:prSet/>
      <dgm:spPr/>
      <dgm:t>
        <a:bodyPr/>
        <a:lstStyle/>
        <a:p>
          <a:endParaRPr lang="en-US"/>
        </a:p>
      </dgm:t>
    </dgm:pt>
    <dgm:pt modelId="{F1DB75E0-FA99-4BBB-803C-9485A31C8CD0}" type="sibTrans" cxnId="{A6341FD6-BBFF-4B7B-A82C-402691CA57F5}">
      <dgm:prSet/>
      <dgm:spPr/>
      <dgm:t>
        <a:bodyPr/>
        <a:lstStyle/>
        <a:p>
          <a:endParaRPr lang="en-US"/>
        </a:p>
      </dgm:t>
    </dgm:pt>
    <dgm:pt modelId="{949EFBC2-A487-4A7F-ABB4-9E9276A664A9}">
      <dgm:prSet/>
      <dgm:spPr/>
      <dgm:t>
        <a:bodyPr/>
        <a:lstStyle/>
        <a:p>
          <a:pPr>
            <a:lnSpc>
              <a:spcPct val="100000"/>
            </a:lnSpc>
          </a:pPr>
          <a:r>
            <a:rPr lang="en-US"/>
            <a:t>what is contained</a:t>
          </a:r>
        </a:p>
      </dgm:t>
    </dgm:pt>
    <dgm:pt modelId="{E71BDE87-4EAE-46E7-B981-0F4D838E75EE}" type="parTrans" cxnId="{C14568D2-5C42-42B9-93D0-3494D2F673EB}">
      <dgm:prSet/>
      <dgm:spPr/>
      <dgm:t>
        <a:bodyPr/>
        <a:lstStyle/>
        <a:p>
          <a:endParaRPr lang="en-US"/>
        </a:p>
      </dgm:t>
    </dgm:pt>
    <dgm:pt modelId="{0FCC01C6-65F1-4933-A7BB-E3F62280F21D}" type="sibTrans" cxnId="{C14568D2-5C42-42B9-93D0-3494D2F673EB}">
      <dgm:prSet/>
      <dgm:spPr/>
      <dgm:t>
        <a:bodyPr/>
        <a:lstStyle/>
        <a:p>
          <a:endParaRPr lang="en-US"/>
        </a:p>
      </dgm:t>
    </dgm:pt>
    <dgm:pt modelId="{D11F52BF-0F9A-453D-9381-B8B08DA8293E}">
      <dgm:prSet/>
      <dgm:spPr/>
      <dgm:t>
        <a:bodyPr/>
        <a:lstStyle/>
        <a:p>
          <a:pPr>
            <a:lnSpc>
              <a:spcPct val="100000"/>
            </a:lnSpc>
          </a:pPr>
          <a:r>
            <a:rPr lang="en-US" dirty="0"/>
            <a:t>much of the information</a:t>
          </a:r>
          <a:r>
            <a:rPr lang="tr-TR" dirty="0"/>
            <a:t> </a:t>
          </a:r>
          <a:r>
            <a:rPr lang="en-US" dirty="0"/>
            <a:t>shown</a:t>
          </a:r>
        </a:p>
      </dgm:t>
    </dgm:pt>
    <dgm:pt modelId="{EB5DD222-F216-4A30-AB81-540F15BCAB4E}" type="parTrans" cxnId="{CD5774C8-60C5-42FB-930A-CB8ACF9FDCDE}">
      <dgm:prSet/>
      <dgm:spPr/>
      <dgm:t>
        <a:bodyPr/>
        <a:lstStyle/>
        <a:p>
          <a:endParaRPr lang="en-US"/>
        </a:p>
      </dgm:t>
    </dgm:pt>
    <dgm:pt modelId="{363EFC7A-01B1-4F44-87F4-4AB5C31A17E4}" type="sibTrans" cxnId="{CD5774C8-60C5-42FB-930A-CB8ACF9FDCDE}">
      <dgm:prSet/>
      <dgm:spPr/>
      <dgm:t>
        <a:bodyPr/>
        <a:lstStyle/>
        <a:p>
          <a:endParaRPr lang="en-US"/>
        </a:p>
      </dgm:t>
    </dgm:pt>
    <dgm:pt modelId="{2A39628D-2B96-48A8-B670-20FC1411EDF0}">
      <dgm:prSet/>
      <dgm:spPr/>
      <dgm:t>
        <a:bodyPr/>
        <a:lstStyle/>
        <a:p>
          <a:pPr>
            <a:lnSpc>
              <a:spcPct val="100000"/>
            </a:lnSpc>
            <a:defRPr b="1"/>
          </a:pPr>
          <a:r>
            <a:rPr lang="tr-TR" dirty="0" err="1"/>
            <a:t>Artificial</a:t>
          </a:r>
          <a:r>
            <a:rPr lang="tr-TR" dirty="0"/>
            <a:t> </a:t>
          </a:r>
          <a:r>
            <a:rPr lang="tr-TR" dirty="0" err="1"/>
            <a:t>contstruction</a:t>
          </a:r>
          <a:endParaRPr lang="en-US" dirty="0"/>
        </a:p>
      </dgm:t>
    </dgm:pt>
    <dgm:pt modelId="{DAE586DE-AF28-4A46-A437-73D565DCD35C}" type="parTrans" cxnId="{D4ED90FB-BF31-43DE-B049-6C10B10CCFD5}">
      <dgm:prSet/>
      <dgm:spPr/>
      <dgm:t>
        <a:bodyPr/>
        <a:lstStyle/>
        <a:p>
          <a:endParaRPr lang="tr-TR"/>
        </a:p>
      </dgm:t>
    </dgm:pt>
    <dgm:pt modelId="{673E7001-15EB-4F0D-B7DD-3F1920354A10}" type="sibTrans" cxnId="{D4ED90FB-BF31-43DE-B049-6C10B10CCFD5}">
      <dgm:prSet/>
      <dgm:spPr/>
      <dgm:t>
        <a:bodyPr/>
        <a:lstStyle/>
        <a:p>
          <a:endParaRPr lang="tr-TR"/>
        </a:p>
      </dgm:t>
    </dgm:pt>
    <dgm:pt modelId="{978D52C4-CD16-4F86-B039-F88566209556}">
      <dgm:prSet/>
      <dgm:spPr/>
      <dgm:t>
        <a:bodyPr/>
        <a:lstStyle/>
        <a:p>
          <a:pPr>
            <a:lnSpc>
              <a:spcPct val="100000"/>
            </a:lnSpc>
          </a:pPr>
          <a:r>
            <a:rPr lang="en-US" dirty="0"/>
            <a:t>is constructed by the</a:t>
          </a:r>
          <a:r>
            <a:rPr lang="tr-TR" dirty="0"/>
            <a:t> </a:t>
          </a:r>
          <a:r>
            <a:rPr lang="en-US" b="1" dirty="0"/>
            <a:t>block explorer</a:t>
          </a:r>
        </a:p>
      </dgm:t>
    </dgm:pt>
    <dgm:pt modelId="{B91A0F74-404A-4E53-9872-047E0CDB540B}" type="parTrans" cxnId="{154852A2-3FBB-40C1-BB7E-7A809D7D730A}">
      <dgm:prSet/>
      <dgm:spPr/>
      <dgm:t>
        <a:bodyPr/>
        <a:lstStyle/>
        <a:p>
          <a:endParaRPr lang="tr-TR"/>
        </a:p>
      </dgm:t>
    </dgm:pt>
    <dgm:pt modelId="{3EA5373B-DC48-4BB5-B8E7-562FCAAFB974}" type="sibTrans" cxnId="{154852A2-3FBB-40C1-BB7E-7A809D7D730A}">
      <dgm:prSet/>
      <dgm:spPr/>
      <dgm:t>
        <a:bodyPr/>
        <a:lstStyle/>
        <a:p>
          <a:endParaRPr lang="en-US"/>
        </a:p>
      </dgm:t>
    </dgm:pt>
    <dgm:pt modelId="{F4DB9BAB-437E-4EC2-B308-10005483EF38}">
      <dgm:prSet/>
      <dgm:spPr/>
      <dgm:t>
        <a:bodyPr/>
        <a:lstStyle/>
        <a:p>
          <a:pPr>
            <a:lnSpc>
              <a:spcPct val="100000"/>
            </a:lnSpc>
            <a:defRPr b="1"/>
          </a:pPr>
          <a:r>
            <a:rPr lang="en-US"/>
            <a:t>The block explorer</a:t>
          </a:r>
        </a:p>
      </dgm:t>
    </dgm:pt>
    <dgm:pt modelId="{B0AE7A8B-D9C7-48A3-AF7E-B58900159228}" type="sibTrans" cxnId="{53C3A8F3-94E8-4AC7-B26B-D7DFD6451BF3}">
      <dgm:prSet/>
      <dgm:spPr/>
      <dgm:t>
        <a:bodyPr/>
        <a:lstStyle/>
        <a:p>
          <a:endParaRPr lang="tr-TR"/>
        </a:p>
      </dgm:t>
    </dgm:pt>
    <dgm:pt modelId="{5D3AB00F-7D59-4775-9286-D34A8CFDCB18}" type="parTrans" cxnId="{53C3A8F3-94E8-4AC7-B26B-D7DFD6451BF3}">
      <dgm:prSet/>
      <dgm:spPr/>
      <dgm:t>
        <a:bodyPr/>
        <a:lstStyle/>
        <a:p>
          <a:endParaRPr lang="tr-TR"/>
        </a:p>
      </dgm:t>
    </dgm:pt>
    <dgm:pt modelId="{615E4F71-92B2-4F0A-94D4-CE025D496E45}">
      <dgm:prSet/>
      <dgm:spPr/>
      <dgm:t>
        <a:bodyPr/>
        <a:lstStyle/>
        <a:p>
          <a:pPr>
            <a:lnSpc>
              <a:spcPct val="100000"/>
            </a:lnSpc>
          </a:pPr>
          <a:r>
            <a:rPr lang="en-US"/>
            <a:t>shows a transaction</a:t>
          </a:r>
        </a:p>
      </dgm:t>
    </dgm:pt>
    <dgm:pt modelId="{5597FF24-4434-45BC-A498-D96AE2D009FF}" type="parTrans" cxnId="{E6D96B61-1011-4437-B7E8-7F444E01931C}">
      <dgm:prSet/>
      <dgm:spPr/>
      <dgm:t>
        <a:bodyPr/>
        <a:lstStyle/>
        <a:p>
          <a:endParaRPr lang="tr-TR"/>
        </a:p>
      </dgm:t>
    </dgm:pt>
    <dgm:pt modelId="{B82EBE33-9F45-4214-B1F0-1E0F479CEC4C}" type="sibTrans" cxnId="{E6D96B61-1011-4437-B7E8-7F444E01931C}">
      <dgm:prSet/>
      <dgm:spPr/>
      <dgm:t>
        <a:bodyPr/>
        <a:lstStyle/>
        <a:p>
          <a:endParaRPr lang="tr-TR"/>
        </a:p>
      </dgm:t>
    </dgm:pt>
    <dgm:pt modelId="{06D1A7BA-72E8-4FD6-9D9D-F624BB8DC10D}">
      <dgm:prSet/>
      <dgm:spPr/>
      <dgm:t>
        <a:bodyPr/>
        <a:lstStyle/>
        <a:p>
          <a:pPr>
            <a:lnSpc>
              <a:spcPct val="100000"/>
            </a:lnSpc>
          </a:pPr>
          <a:r>
            <a:rPr lang="en-US"/>
            <a:t>from Alice’s “address” </a:t>
          </a:r>
        </a:p>
      </dgm:t>
    </dgm:pt>
    <dgm:pt modelId="{1E122F29-C5A3-4B20-B4AE-275FCD050A52}" type="parTrans" cxnId="{F5012DED-2973-48C1-B902-259236E92BBF}">
      <dgm:prSet/>
      <dgm:spPr/>
      <dgm:t>
        <a:bodyPr/>
        <a:lstStyle/>
        <a:p>
          <a:endParaRPr lang="tr-TR"/>
        </a:p>
      </dgm:t>
    </dgm:pt>
    <dgm:pt modelId="{0C021BF7-8041-4B8F-B794-2C6728D86306}" type="sibTrans" cxnId="{F5012DED-2973-48C1-B902-259236E92BBF}">
      <dgm:prSet/>
      <dgm:spPr/>
      <dgm:t>
        <a:bodyPr/>
        <a:lstStyle/>
        <a:p>
          <a:endParaRPr lang="tr-TR"/>
        </a:p>
      </dgm:t>
    </dgm:pt>
    <dgm:pt modelId="{087D4212-243E-4488-BA57-E0382573D007}">
      <dgm:prSet/>
      <dgm:spPr/>
      <dgm:t>
        <a:bodyPr/>
        <a:lstStyle/>
        <a:p>
          <a:pPr>
            <a:lnSpc>
              <a:spcPct val="100000"/>
            </a:lnSpc>
            <a:defRPr b="1"/>
          </a:pPr>
          <a:r>
            <a:rPr lang="tr-TR"/>
            <a:t>Adresses</a:t>
          </a:r>
          <a:endParaRPr lang="en-US"/>
        </a:p>
      </dgm:t>
    </dgm:pt>
    <dgm:pt modelId="{71453A04-AD0A-4C46-8E9F-733E73F28B55}" type="parTrans" cxnId="{B0F82564-CFC5-493C-BE53-7B64F560DC9E}">
      <dgm:prSet/>
      <dgm:spPr/>
      <dgm:t>
        <a:bodyPr/>
        <a:lstStyle/>
        <a:p>
          <a:endParaRPr lang="tr-TR"/>
        </a:p>
      </dgm:t>
    </dgm:pt>
    <dgm:pt modelId="{6D72C210-5648-412D-AADD-AE4945AEB233}" type="sibTrans" cxnId="{B0F82564-CFC5-493C-BE53-7B64F560DC9E}">
      <dgm:prSet/>
      <dgm:spPr/>
      <dgm:t>
        <a:bodyPr/>
        <a:lstStyle/>
        <a:p>
          <a:endParaRPr lang="tr-TR"/>
        </a:p>
      </dgm:t>
    </dgm:pt>
    <dgm:pt modelId="{329F69C2-775F-4B0A-B839-114BE25AE1BC}">
      <dgm:prSet/>
      <dgm:spPr/>
      <dgm:t>
        <a:bodyPr/>
        <a:lstStyle/>
        <a:p>
          <a:pPr>
            <a:lnSpc>
              <a:spcPct val="100000"/>
            </a:lnSpc>
          </a:pPr>
          <a:r>
            <a:rPr lang="en-US"/>
            <a:t>in a transaction </a:t>
          </a:r>
        </a:p>
      </dgm:t>
    </dgm:pt>
    <dgm:pt modelId="{294557B5-CBF6-469D-9D5E-960157837488}" type="parTrans" cxnId="{BB2E9577-32BE-4B14-802B-D819717D8F8D}">
      <dgm:prSet/>
      <dgm:spPr/>
      <dgm:t>
        <a:bodyPr/>
        <a:lstStyle/>
        <a:p>
          <a:endParaRPr lang="tr-TR"/>
        </a:p>
      </dgm:t>
    </dgm:pt>
    <dgm:pt modelId="{1CF0EF16-23CA-40C3-A8D9-43CD586FC3B6}" type="sibTrans" cxnId="{BB2E9577-32BE-4B14-802B-D819717D8F8D}">
      <dgm:prSet/>
      <dgm:spPr/>
      <dgm:t>
        <a:bodyPr/>
        <a:lstStyle/>
        <a:p>
          <a:endParaRPr lang="tr-TR"/>
        </a:p>
      </dgm:t>
    </dgm:pt>
    <dgm:pt modelId="{29F878A0-4DA1-4F69-9784-69BD8695407E}" type="pres">
      <dgm:prSet presAssocID="{40AD1B27-CAC3-44D7-8309-6E67D611B20A}" presName="root" presStyleCnt="0">
        <dgm:presLayoutVars>
          <dgm:dir/>
          <dgm:resizeHandles val="exact"/>
        </dgm:presLayoutVars>
      </dgm:prSet>
      <dgm:spPr/>
    </dgm:pt>
    <dgm:pt modelId="{658435D3-E1C6-423F-9F0B-A35C90BA3D70}" type="pres">
      <dgm:prSet presAssocID="{F4DB9BAB-437E-4EC2-B308-10005483EF38}" presName="compNode" presStyleCnt="0"/>
      <dgm:spPr/>
    </dgm:pt>
    <dgm:pt modelId="{57D834A6-A9A7-4215-BC39-C4864DF63FAD}" type="pres">
      <dgm:prSet presAssocID="{F4DB9BAB-437E-4EC2-B308-10005483EF38}" presName="iconRect" presStyleLbl="node1" presStyleIdx="0" presStyleCnt="4"/>
      <dgm:spPr>
        <a:blipFill>
          <a:blip xmlns:r="http://schemas.openxmlformats.org/officeDocument/2006/relationships" r:embed="rId1" cstate="email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2"/>
              </a:ext>
            </a:extLst>
          </a:blip>
          <a:stretch>
            <a:fillRect/>
          </a:stretch>
        </a:blipFill>
        <a:ln>
          <a:noFill/>
        </a:ln>
      </dgm:spPr>
      <dgm:extLst>
        <a:ext uri="{E40237B7-FDA0-4F09-8148-C483321AD2D9}">
          <dgm14:cNvPr xmlns:dgm14="http://schemas.microsoft.com/office/drawing/2010/diagram" id="0" name="" descr="Laptop Secure"/>
        </a:ext>
      </dgm:extLst>
    </dgm:pt>
    <dgm:pt modelId="{B3B85CBF-3D44-4E95-A987-84B2BADF1C25}" type="pres">
      <dgm:prSet presAssocID="{F4DB9BAB-437E-4EC2-B308-10005483EF38}" presName="iconSpace" presStyleCnt="0"/>
      <dgm:spPr/>
    </dgm:pt>
    <dgm:pt modelId="{13247A80-D6EE-4D39-8BAF-7B44001846AA}" type="pres">
      <dgm:prSet presAssocID="{F4DB9BAB-437E-4EC2-B308-10005483EF38}" presName="parTx" presStyleLbl="revTx" presStyleIdx="0" presStyleCnt="8">
        <dgm:presLayoutVars>
          <dgm:chMax val="0"/>
          <dgm:chPref val="0"/>
        </dgm:presLayoutVars>
      </dgm:prSet>
      <dgm:spPr/>
    </dgm:pt>
    <dgm:pt modelId="{02A28AB9-1A3B-4C6C-92B6-6E61A9FB1583}" type="pres">
      <dgm:prSet presAssocID="{F4DB9BAB-437E-4EC2-B308-10005483EF38}" presName="txSpace" presStyleCnt="0"/>
      <dgm:spPr/>
    </dgm:pt>
    <dgm:pt modelId="{91862266-EDAD-40C2-A6AE-99700D3C2AD3}" type="pres">
      <dgm:prSet presAssocID="{F4DB9BAB-437E-4EC2-B308-10005483EF38}" presName="desTx" presStyleLbl="revTx" presStyleIdx="1" presStyleCnt="8">
        <dgm:presLayoutVars/>
      </dgm:prSet>
      <dgm:spPr/>
    </dgm:pt>
    <dgm:pt modelId="{FDE6EEF1-25AB-4ABA-ACDB-C31A058530C3}" type="pres">
      <dgm:prSet presAssocID="{B0AE7A8B-D9C7-48A3-AF7E-B58900159228}" presName="sibTrans" presStyleCnt="0"/>
      <dgm:spPr/>
    </dgm:pt>
    <dgm:pt modelId="{E00BF4CF-D1B2-42FE-8202-F8E7A2513F38}" type="pres">
      <dgm:prSet presAssocID="{087D4212-243E-4488-BA57-E0382573D007}" presName="compNode" presStyleCnt="0"/>
      <dgm:spPr/>
    </dgm:pt>
    <dgm:pt modelId="{A20DF11F-F579-4162-BB5A-1ABD544F8659}" type="pres">
      <dgm:prSet presAssocID="{087D4212-243E-4488-BA57-E0382573D007}" presName="iconRect" presStyleLbl="node1" presStyleIdx="1" presStyleCnt="4"/>
      <dgm:spPr>
        <a:blipFill rotWithShape="1">
          <a:blip xmlns:r="http://schemas.openxmlformats.org/officeDocument/2006/relationships" r:embed="rId3" cstate="email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4"/>
              </a:ext>
            </a:extLst>
          </a:blip>
          <a:srcRect/>
          <a:stretch>
            <a:fillRect/>
          </a:stretch>
        </a:blipFill>
        <a:ln>
          <a:noFill/>
        </a:ln>
      </dgm:spPr>
    </dgm:pt>
    <dgm:pt modelId="{7AE4A462-5DB4-40F1-B554-2A3EEACEEC4C}" type="pres">
      <dgm:prSet presAssocID="{087D4212-243E-4488-BA57-E0382573D007}" presName="iconSpace" presStyleCnt="0"/>
      <dgm:spPr/>
    </dgm:pt>
    <dgm:pt modelId="{4E5FD1E9-8100-4151-A7C0-8E1A2151861A}" type="pres">
      <dgm:prSet presAssocID="{087D4212-243E-4488-BA57-E0382573D007}" presName="parTx" presStyleLbl="revTx" presStyleIdx="2" presStyleCnt="8">
        <dgm:presLayoutVars>
          <dgm:chMax val="0"/>
          <dgm:chPref val="0"/>
        </dgm:presLayoutVars>
      </dgm:prSet>
      <dgm:spPr/>
    </dgm:pt>
    <dgm:pt modelId="{74EFCE42-BAD5-48AE-9924-5D53C293EBB7}" type="pres">
      <dgm:prSet presAssocID="{087D4212-243E-4488-BA57-E0382573D007}" presName="txSpace" presStyleCnt="0"/>
      <dgm:spPr/>
    </dgm:pt>
    <dgm:pt modelId="{007B32CF-3FC0-4BDA-8E0C-9CA720904881}" type="pres">
      <dgm:prSet presAssocID="{087D4212-243E-4488-BA57-E0382573D007}" presName="desTx" presStyleLbl="revTx" presStyleIdx="3" presStyleCnt="8">
        <dgm:presLayoutVars/>
      </dgm:prSet>
      <dgm:spPr/>
    </dgm:pt>
    <dgm:pt modelId="{31039F99-7149-4C32-A584-0F4918389FEF}" type="pres">
      <dgm:prSet presAssocID="{6D72C210-5648-412D-AADD-AE4945AEB233}" presName="sibTrans" presStyleCnt="0"/>
      <dgm:spPr/>
    </dgm:pt>
    <dgm:pt modelId="{44F3589F-F13E-4A81-A527-C5F478736651}" type="pres">
      <dgm:prSet presAssocID="{2E9FF996-6167-4143-AB1C-2DDF89FAC033}" presName="compNode" presStyleCnt="0"/>
      <dgm:spPr/>
    </dgm:pt>
    <dgm:pt modelId="{82EBA78B-309D-49CC-A5F2-23F757B51CAE}" type="pres">
      <dgm:prSet presAssocID="{2E9FF996-6167-4143-AB1C-2DDF89FAC033}" presName="iconRect" presStyleLbl="node1" presStyleIdx="2" presStyleCnt="4"/>
      <dgm:spPr>
        <a:blipFill>
          <a:blip xmlns:r="http://schemas.openxmlformats.org/officeDocument/2006/relationships" r:embed="rId5" cstate="email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6"/>
              </a:ext>
            </a:extLst>
          </a:blip>
          <a:stretch>
            <a:fillRect/>
          </a:stretch>
        </a:blipFill>
        <a:ln>
          <a:noFill/>
        </a:ln>
      </dgm:spPr>
      <dgm:extLst>
        <a:ext uri="{E40237B7-FDA0-4F09-8148-C483321AD2D9}">
          <dgm14:cNvPr xmlns:dgm14="http://schemas.microsoft.com/office/drawing/2010/diagram" id="0" name="" descr="Duplicate Row"/>
        </a:ext>
      </dgm:extLst>
    </dgm:pt>
    <dgm:pt modelId="{764E9E11-3F92-494F-A5B3-466CD74C21F7}" type="pres">
      <dgm:prSet presAssocID="{2E9FF996-6167-4143-AB1C-2DDF89FAC033}" presName="iconSpace" presStyleCnt="0"/>
      <dgm:spPr/>
    </dgm:pt>
    <dgm:pt modelId="{789DFB29-4D33-407C-A2A4-510B8B065AA7}" type="pres">
      <dgm:prSet presAssocID="{2E9FF996-6167-4143-AB1C-2DDF89FAC033}" presName="parTx" presStyleLbl="revTx" presStyleIdx="4" presStyleCnt="8">
        <dgm:presLayoutVars>
          <dgm:chMax val="0"/>
          <dgm:chPref val="0"/>
        </dgm:presLayoutVars>
      </dgm:prSet>
      <dgm:spPr/>
    </dgm:pt>
    <dgm:pt modelId="{65474A91-02EB-4398-8C12-5D79DE236EBB}" type="pres">
      <dgm:prSet presAssocID="{2E9FF996-6167-4143-AB1C-2DDF89FAC033}" presName="txSpace" presStyleCnt="0"/>
      <dgm:spPr/>
    </dgm:pt>
    <dgm:pt modelId="{5B020827-AB45-4BE7-A38C-0CDE2F1EC1DF}" type="pres">
      <dgm:prSet presAssocID="{2E9FF996-6167-4143-AB1C-2DDF89FAC033}" presName="desTx" presStyleLbl="revTx" presStyleIdx="5" presStyleCnt="8">
        <dgm:presLayoutVars/>
      </dgm:prSet>
      <dgm:spPr/>
    </dgm:pt>
    <dgm:pt modelId="{5F01D369-47A0-4DB6-B1D3-5D57223B311D}" type="pres">
      <dgm:prSet presAssocID="{F1DB75E0-FA99-4BBB-803C-9485A31C8CD0}" presName="sibTrans" presStyleCnt="0"/>
      <dgm:spPr/>
    </dgm:pt>
    <dgm:pt modelId="{076ECC31-CF8C-490F-A9DA-AE72C44C3682}" type="pres">
      <dgm:prSet presAssocID="{2A39628D-2B96-48A8-B670-20FC1411EDF0}" presName="compNode" presStyleCnt="0"/>
      <dgm:spPr/>
    </dgm:pt>
    <dgm:pt modelId="{C68323B7-2892-4544-8111-C36CCC8D73ED}" type="pres">
      <dgm:prSet presAssocID="{2A39628D-2B96-48A8-B670-20FC1411EDF0}" presName="iconRect" presStyleLbl="node1" presStyleIdx="3" presStyleCnt="4"/>
      <dgm:spPr>
        <a:blipFill rotWithShape="1">
          <a:blip xmlns:r="http://schemas.openxmlformats.org/officeDocument/2006/relationships" r:embed="rId7" cstate="email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8"/>
              </a:ext>
            </a:extLst>
          </a:blip>
          <a:srcRect/>
          <a:stretch>
            <a:fillRect/>
          </a:stretch>
        </a:blipFill>
        <a:ln>
          <a:noFill/>
        </a:ln>
      </dgm:spPr>
    </dgm:pt>
    <dgm:pt modelId="{8FF24AE8-0798-4C55-9DA1-6ABAC6ED4D23}" type="pres">
      <dgm:prSet presAssocID="{2A39628D-2B96-48A8-B670-20FC1411EDF0}" presName="iconSpace" presStyleCnt="0"/>
      <dgm:spPr/>
    </dgm:pt>
    <dgm:pt modelId="{4AFBCC27-763D-48CF-A044-77A177713603}" type="pres">
      <dgm:prSet presAssocID="{2A39628D-2B96-48A8-B670-20FC1411EDF0}" presName="parTx" presStyleLbl="revTx" presStyleIdx="6" presStyleCnt="8">
        <dgm:presLayoutVars>
          <dgm:chMax val="0"/>
          <dgm:chPref val="0"/>
        </dgm:presLayoutVars>
      </dgm:prSet>
      <dgm:spPr/>
    </dgm:pt>
    <dgm:pt modelId="{734627E9-528E-4E1C-8F91-5FA8B0EF08A1}" type="pres">
      <dgm:prSet presAssocID="{2A39628D-2B96-48A8-B670-20FC1411EDF0}" presName="txSpace" presStyleCnt="0"/>
      <dgm:spPr/>
    </dgm:pt>
    <dgm:pt modelId="{C9805B90-2186-43ED-B5B7-99AE861D9A1F}" type="pres">
      <dgm:prSet presAssocID="{2A39628D-2B96-48A8-B670-20FC1411EDF0}" presName="desTx" presStyleLbl="revTx" presStyleIdx="7" presStyleCnt="8">
        <dgm:presLayoutVars/>
      </dgm:prSet>
      <dgm:spPr/>
    </dgm:pt>
  </dgm:ptLst>
  <dgm:cxnLst>
    <dgm:cxn modelId="{DBDF8B01-84A5-4320-B89A-AB90636FF309}" type="presOf" srcId="{9F38BE22-4214-4518-8E06-33275C223737}" destId="{007B32CF-3FC0-4BDA-8E0C-9CA720904881}" srcOrd="0" destOrd="1" presId="urn:microsoft.com/office/officeart/2018/5/layout/CenteredIconLabelDescriptionList"/>
    <dgm:cxn modelId="{6D9C3607-091E-42F7-AB2E-893ABEB2E293}" srcId="{087D4212-243E-4488-BA57-E0382573D007}" destId="{9F38BE22-4214-4518-8E06-33275C223737}" srcOrd="1" destOrd="0" parTransId="{59EA9A98-BC81-430C-825B-232B2892EE52}" sibTransId="{8D24FC74-C0EC-4CC7-B8BB-F7734FFB415F}"/>
    <dgm:cxn modelId="{0D5E8136-E6A1-462A-BC69-AB44C9ABAE59}" type="presOf" srcId="{978D52C4-CD16-4F86-B039-F88566209556}" destId="{C9805B90-2186-43ED-B5B7-99AE861D9A1F}" srcOrd="0" destOrd="1" presId="urn:microsoft.com/office/officeart/2018/5/layout/CenteredIconLabelDescriptionList"/>
    <dgm:cxn modelId="{E6D96B61-1011-4437-B7E8-7F444E01931C}" srcId="{F4DB9BAB-437E-4EC2-B308-10005483EF38}" destId="{615E4F71-92B2-4F0A-94D4-CE025D496E45}" srcOrd="0" destOrd="0" parTransId="{5597FF24-4434-45BC-A498-D96AE2D009FF}" sibTransId="{B82EBE33-9F45-4214-B1F0-1E0F479CEC4C}"/>
    <dgm:cxn modelId="{B0F82564-CFC5-493C-BE53-7B64F560DC9E}" srcId="{40AD1B27-CAC3-44D7-8309-6E67D611B20A}" destId="{087D4212-243E-4488-BA57-E0382573D007}" srcOrd="1" destOrd="0" parTransId="{71453A04-AD0A-4C46-8E9F-733E73F28B55}" sibTransId="{6D72C210-5648-412D-AADD-AE4945AEB233}"/>
    <dgm:cxn modelId="{07957267-52BF-42A2-9FE0-98EADAB3A99D}" type="presOf" srcId="{615E4F71-92B2-4F0A-94D4-CE025D496E45}" destId="{91862266-EDAD-40C2-A6AE-99700D3C2AD3}" srcOrd="0" destOrd="0" presId="urn:microsoft.com/office/officeart/2018/5/layout/CenteredIconLabelDescriptionList"/>
    <dgm:cxn modelId="{FE775F71-8685-4A3C-9E2F-1BBDCE8002D0}" type="presOf" srcId="{F4DB9BAB-437E-4EC2-B308-10005483EF38}" destId="{13247A80-D6EE-4D39-8BAF-7B44001846AA}" srcOrd="0" destOrd="0" presId="urn:microsoft.com/office/officeart/2018/5/layout/CenteredIconLabelDescriptionList"/>
    <dgm:cxn modelId="{BB2E9577-32BE-4B14-802B-D819717D8F8D}" srcId="{2E9FF996-6167-4143-AB1C-2DDF89FAC033}" destId="{329F69C2-775F-4B0A-B839-114BE25AE1BC}" srcOrd="1" destOrd="0" parTransId="{294557B5-CBF6-469D-9D5E-960157837488}" sibTransId="{1CF0EF16-23CA-40C3-A8D9-43CD586FC3B6}"/>
    <dgm:cxn modelId="{ADCED884-688E-45B2-9289-ED93EF9DEE3D}" type="presOf" srcId="{2E9FF996-6167-4143-AB1C-2DDF89FAC033}" destId="{789DFB29-4D33-407C-A2A4-510B8B065AA7}" srcOrd="0" destOrd="0" presId="urn:microsoft.com/office/officeart/2018/5/layout/CenteredIconLabelDescriptionList"/>
    <dgm:cxn modelId="{2DA9FC8B-A36B-44AF-869A-6077B1D66445}" type="presOf" srcId="{D11F52BF-0F9A-453D-9381-B8B08DA8293E}" destId="{C9805B90-2186-43ED-B5B7-99AE861D9A1F}" srcOrd="0" destOrd="0" presId="urn:microsoft.com/office/officeart/2018/5/layout/CenteredIconLabelDescriptionList"/>
    <dgm:cxn modelId="{22AF688F-72F9-414E-9243-4A80659B05DF}" type="presOf" srcId="{40AD1B27-CAC3-44D7-8309-6E67D611B20A}" destId="{29F878A0-4DA1-4F69-9784-69BD8695407E}" srcOrd="0" destOrd="0" presId="urn:microsoft.com/office/officeart/2018/5/layout/CenteredIconLabelDescriptionList"/>
    <dgm:cxn modelId="{154852A2-3FBB-40C1-BB7E-7A809D7D730A}" srcId="{2A39628D-2B96-48A8-B670-20FC1411EDF0}" destId="{978D52C4-CD16-4F86-B039-F88566209556}" srcOrd="1" destOrd="0" parTransId="{B91A0F74-404A-4E53-9872-047E0CDB540B}" sibTransId="{3EA5373B-DC48-4BB5-B8E7-562FCAAFB974}"/>
    <dgm:cxn modelId="{54E3A5AC-0BD5-4E7D-B85A-F9C2AE7FC5B5}" type="presOf" srcId="{949EFBC2-A487-4A7F-ABB4-9E9276A664A9}" destId="{5B020827-AB45-4BE7-A38C-0CDE2F1EC1DF}" srcOrd="0" destOrd="0" presId="urn:microsoft.com/office/officeart/2018/5/layout/CenteredIconLabelDescriptionList"/>
    <dgm:cxn modelId="{50F725C3-D2A3-4427-AA23-6E63A8778BD5}" type="presOf" srcId="{06D1A7BA-72E8-4FD6-9D9D-F624BB8DC10D}" destId="{007B32CF-3FC0-4BDA-8E0C-9CA720904881}" srcOrd="0" destOrd="0" presId="urn:microsoft.com/office/officeart/2018/5/layout/CenteredIconLabelDescriptionList"/>
    <dgm:cxn modelId="{CD5774C8-60C5-42FB-930A-CB8ACF9FDCDE}" srcId="{2A39628D-2B96-48A8-B670-20FC1411EDF0}" destId="{D11F52BF-0F9A-453D-9381-B8B08DA8293E}" srcOrd="0" destOrd="0" parTransId="{EB5DD222-F216-4A30-AB81-540F15BCAB4E}" sibTransId="{363EFC7A-01B1-4F44-87F4-4AB5C31A17E4}"/>
    <dgm:cxn modelId="{22AE58CC-BCC3-492C-9CF0-B5629BD0FF3B}" type="presOf" srcId="{2A39628D-2B96-48A8-B670-20FC1411EDF0}" destId="{4AFBCC27-763D-48CF-A044-77A177713603}" srcOrd="0" destOrd="0" presId="urn:microsoft.com/office/officeart/2018/5/layout/CenteredIconLabelDescriptionList"/>
    <dgm:cxn modelId="{C14568D2-5C42-42B9-93D0-3494D2F673EB}" srcId="{2E9FF996-6167-4143-AB1C-2DDF89FAC033}" destId="{949EFBC2-A487-4A7F-ABB4-9E9276A664A9}" srcOrd="0" destOrd="0" parTransId="{E71BDE87-4EAE-46E7-B981-0F4D838E75EE}" sibTransId="{0FCC01C6-65F1-4933-A7BB-E3F62280F21D}"/>
    <dgm:cxn modelId="{A6341FD6-BBFF-4B7B-A82C-402691CA57F5}" srcId="{40AD1B27-CAC3-44D7-8309-6E67D611B20A}" destId="{2E9FF996-6167-4143-AB1C-2DDF89FAC033}" srcOrd="2" destOrd="0" parTransId="{FE07B911-ED39-41B2-846B-B1B166480429}" sibTransId="{F1DB75E0-FA99-4BBB-803C-9485A31C8CD0}"/>
    <dgm:cxn modelId="{66D4AEE1-9ABE-4174-8CDD-B81DF8B74BC0}" type="presOf" srcId="{087D4212-243E-4488-BA57-E0382573D007}" destId="{4E5FD1E9-8100-4151-A7C0-8E1A2151861A}" srcOrd="0" destOrd="0" presId="urn:microsoft.com/office/officeart/2018/5/layout/CenteredIconLabelDescriptionList"/>
    <dgm:cxn modelId="{F5012DED-2973-48C1-B902-259236E92BBF}" srcId="{087D4212-243E-4488-BA57-E0382573D007}" destId="{06D1A7BA-72E8-4FD6-9D9D-F624BB8DC10D}" srcOrd="0" destOrd="0" parTransId="{1E122F29-C5A3-4B20-B4AE-275FCD050A52}" sibTransId="{0C021BF7-8041-4B8F-B794-2C6728D86306}"/>
    <dgm:cxn modelId="{53C3A8F3-94E8-4AC7-B26B-D7DFD6451BF3}" srcId="{40AD1B27-CAC3-44D7-8309-6E67D611B20A}" destId="{F4DB9BAB-437E-4EC2-B308-10005483EF38}" srcOrd="0" destOrd="0" parTransId="{5D3AB00F-7D59-4775-9286-D34A8CFDCB18}" sibTransId="{B0AE7A8B-D9C7-48A3-AF7E-B58900159228}"/>
    <dgm:cxn modelId="{1C3ADCF9-F573-4CA1-89EB-7F8C5B777A7A}" type="presOf" srcId="{329F69C2-775F-4B0A-B839-114BE25AE1BC}" destId="{5B020827-AB45-4BE7-A38C-0CDE2F1EC1DF}" srcOrd="0" destOrd="1" presId="urn:microsoft.com/office/officeart/2018/5/layout/CenteredIconLabelDescriptionList"/>
    <dgm:cxn modelId="{D4ED90FB-BF31-43DE-B049-6C10B10CCFD5}" srcId="{40AD1B27-CAC3-44D7-8309-6E67D611B20A}" destId="{2A39628D-2B96-48A8-B670-20FC1411EDF0}" srcOrd="3" destOrd="0" parTransId="{DAE586DE-AF28-4A46-A437-73D565DCD35C}" sibTransId="{673E7001-15EB-4F0D-B7DD-3F1920354A10}"/>
    <dgm:cxn modelId="{A1DA41D4-D38B-4B73-A02E-85DC4A639461}" type="presParOf" srcId="{29F878A0-4DA1-4F69-9784-69BD8695407E}" destId="{658435D3-E1C6-423F-9F0B-A35C90BA3D70}" srcOrd="0" destOrd="0" presId="urn:microsoft.com/office/officeart/2018/5/layout/CenteredIconLabelDescriptionList"/>
    <dgm:cxn modelId="{9B44E2F8-20AD-495F-A68D-9A08CA8BA675}" type="presParOf" srcId="{658435D3-E1C6-423F-9F0B-A35C90BA3D70}" destId="{57D834A6-A9A7-4215-BC39-C4864DF63FAD}" srcOrd="0" destOrd="0" presId="urn:microsoft.com/office/officeart/2018/5/layout/CenteredIconLabelDescriptionList"/>
    <dgm:cxn modelId="{99BC490A-4320-4151-818C-D1462D1C5360}" type="presParOf" srcId="{658435D3-E1C6-423F-9F0B-A35C90BA3D70}" destId="{B3B85CBF-3D44-4E95-A987-84B2BADF1C25}" srcOrd="1" destOrd="0" presId="urn:microsoft.com/office/officeart/2018/5/layout/CenteredIconLabelDescriptionList"/>
    <dgm:cxn modelId="{255652E2-FEDA-4A0B-9DE2-EE47E161D648}" type="presParOf" srcId="{658435D3-E1C6-423F-9F0B-A35C90BA3D70}" destId="{13247A80-D6EE-4D39-8BAF-7B44001846AA}" srcOrd="2" destOrd="0" presId="urn:microsoft.com/office/officeart/2018/5/layout/CenteredIconLabelDescriptionList"/>
    <dgm:cxn modelId="{D2C97FAF-B8C8-46F6-9032-892760364B6F}" type="presParOf" srcId="{658435D3-E1C6-423F-9F0B-A35C90BA3D70}" destId="{02A28AB9-1A3B-4C6C-92B6-6E61A9FB1583}" srcOrd="3" destOrd="0" presId="urn:microsoft.com/office/officeart/2018/5/layout/CenteredIconLabelDescriptionList"/>
    <dgm:cxn modelId="{67D8F2A8-4A27-4723-B2A6-DCFFB6A1E62C}" type="presParOf" srcId="{658435D3-E1C6-423F-9F0B-A35C90BA3D70}" destId="{91862266-EDAD-40C2-A6AE-99700D3C2AD3}" srcOrd="4" destOrd="0" presId="urn:microsoft.com/office/officeart/2018/5/layout/CenteredIconLabelDescriptionList"/>
    <dgm:cxn modelId="{799F237E-7C00-4C8E-8014-8EEF09BAE54D}" type="presParOf" srcId="{29F878A0-4DA1-4F69-9784-69BD8695407E}" destId="{FDE6EEF1-25AB-4ABA-ACDB-C31A058530C3}" srcOrd="1" destOrd="0" presId="urn:microsoft.com/office/officeart/2018/5/layout/CenteredIconLabelDescriptionList"/>
    <dgm:cxn modelId="{F2EAE6D3-A8F8-43D0-AA95-4E146D7CAEEF}" type="presParOf" srcId="{29F878A0-4DA1-4F69-9784-69BD8695407E}" destId="{E00BF4CF-D1B2-42FE-8202-F8E7A2513F38}" srcOrd="2" destOrd="0" presId="urn:microsoft.com/office/officeart/2018/5/layout/CenteredIconLabelDescriptionList"/>
    <dgm:cxn modelId="{1EE18155-9B6B-4FE8-B8EC-DA899FC14EA9}" type="presParOf" srcId="{E00BF4CF-D1B2-42FE-8202-F8E7A2513F38}" destId="{A20DF11F-F579-4162-BB5A-1ABD544F8659}" srcOrd="0" destOrd="0" presId="urn:microsoft.com/office/officeart/2018/5/layout/CenteredIconLabelDescriptionList"/>
    <dgm:cxn modelId="{17D2A727-F810-4A15-817B-F5E5F268E10B}" type="presParOf" srcId="{E00BF4CF-D1B2-42FE-8202-F8E7A2513F38}" destId="{7AE4A462-5DB4-40F1-B554-2A3EEACEEC4C}" srcOrd="1" destOrd="0" presId="urn:microsoft.com/office/officeart/2018/5/layout/CenteredIconLabelDescriptionList"/>
    <dgm:cxn modelId="{678FE769-86E2-4373-A175-04DD7D35D2DA}" type="presParOf" srcId="{E00BF4CF-D1B2-42FE-8202-F8E7A2513F38}" destId="{4E5FD1E9-8100-4151-A7C0-8E1A2151861A}" srcOrd="2" destOrd="0" presId="urn:microsoft.com/office/officeart/2018/5/layout/CenteredIconLabelDescriptionList"/>
    <dgm:cxn modelId="{F99A7E93-10B9-4C33-A8DA-A384F906C6AD}" type="presParOf" srcId="{E00BF4CF-D1B2-42FE-8202-F8E7A2513F38}" destId="{74EFCE42-BAD5-48AE-9924-5D53C293EBB7}" srcOrd="3" destOrd="0" presId="urn:microsoft.com/office/officeart/2018/5/layout/CenteredIconLabelDescriptionList"/>
    <dgm:cxn modelId="{7EF4B61F-F625-43C9-A0E3-3294AE934F1A}" type="presParOf" srcId="{E00BF4CF-D1B2-42FE-8202-F8E7A2513F38}" destId="{007B32CF-3FC0-4BDA-8E0C-9CA720904881}" srcOrd="4" destOrd="0" presId="urn:microsoft.com/office/officeart/2018/5/layout/CenteredIconLabelDescriptionList"/>
    <dgm:cxn modelId="{900BD491-8781-478F-B8A8-87E1867EEFED}" type="presParOf" srcId="{29F878A0-4DA1-4F69-9784-69BD8695407E}" destId="{31039F99-7149-4C32-A584-0F4918389FEF}" srcOrd="3" destOrd="0" presId="urn:microsoft.com/office/officeart/2018/5/layout/CenteredIconLabelDescriptionList"/>
    <dgm:cxn modelId="{C0411B4C-3DD1-4AF5-A061-5683B95F33D5}" type="presParOf" srcId="{29F878A0-4DA1-4F69-9784-69BD8695407E}" destId="{44F3589F-F13E-4A81-A527-C5F478736651}" srcOrd="4" destOrd="0" presId="urn:microsoft.com/office/officeart/2018/5/layout/CenteredIconLabelDescriptionList"/>
    <dgm:cxn modelId="{B28546C7-FA50-4B97-A8A3-C469BCCD16E5}" type="presParOf" srcId="{44F3589F-F13E-4A81-A527-C5F478736651}" destId="{82EBA78B-309D-49CC-A5F2-23F757B51CAE}" srcOrd="0" destOrd="0" presId="urn:microsoft.com/office/officeart/2018/5/layout/CenteredIconLabelDescriptionList"/>
    <dgm:cxn modelId="{78B4DC41-C20A-481B-9052-23C732109DE7}" type="presParOf" srcId="{44F3589F-F13E-4A81-A527-C5F478736651}" destId="{764E9E11-3F92-494F-A5B3-466CD74C21F7}" srcOrd="1" destOrd="0" presId="urn:microsoft.com/office/officeart/2018/5/layout/CenteredIconLabelDescriptionList"/>
    <dgm:cxn modelId="{CA7CF2CC-6E6F-4817-A47B-BF9EB0A4C8A8}" type="presParOf" srcId="{44F3589F-F13E-4A81-A527-C5F478736651}" destId="{789DFB29-4D33-407C-A2A4-510B8B065AA7}" srcOrd="2" destOrd="0" presId="urn:microsoft.com/office/officeart/2018/5/layout/CenteredIconLabelDescriptionList"/>
    <dgm:cxn modelId="{8DB94CB1-AB15-4898-905A-3B20A717623C}" type="presParOf" srcId="{44F3589F-F13E-4A81-A527-C5F478736651}" destId="{65474A91-02EB-4398-8C12-5D79DE236EBB}" srcOrd="3" destOrd="0" presId="urn:microsoft.com/office/officeart/2018/5/layout/CenteredIconLabelDescriptionList"/>
    <dgm:cxn modelId="{523F1E55-3E21-413C-BC3E-3B4CCE18A23F}" type="presParOf" srcId="{44F3589F-F13E-4A81-A527-C5F478736651}" destId="{5B020827-AB45-4BE7-A38C-0CDE2F1EC1DF}" srcOrd="4" destOrd="0" presId="urn:microsoft.com/office/officeart/2018/5/layout/CenteredIconLabelDescriptionList"/>
    <dgm:cxn modelId="{0B084A6C-504D-4E20-B821-F04E4500B7A1}" type="presParOf" srcId="{29F878A0-4DA1-4F69-9784-69BD8695407E}" destId="{5F01D369-47A0-4DB6-B1D3-5D57223B311D}" srcOrd="5" destOrd="0" presId="urn:microsoft.com/office/officeart/2018/5/layout/CenteredIconLabelDescriptionList"/>
    <dgm:cxn modelId="{36D95AB2-66A5-4D1C-8922-23A210E3B396}" type="presParOf" srcId="{29F878A0-4DA1-4F69-9784-69BD8695407E}" destId="{076ECC31-CF8C-490F-A9DA-AE72C44C3682}" srcOrd="6" destOrd="0" presId="urn:microsoft.com/office/officeart/2018/5/layout/CenteredIconLabelDescriptionList"/>
    <dgm:cxn modelId="{E500ACF4-19FE-4B4B-8731-53A464E5F3CF}" type="presParOf" srcId="{076ECC31-CF8C-490F-A9DA-AE72C44C3682}" destId="{C68323B7-2892-4544-8111-C36CCC8D73ED}" srcOrd="0" destOrd="0" presId="urn:microsoft.com/office/officeart/2018/5/layout/CenteredIconLabelDescriptionList"/>
    <dgm:cxn modelId="{E6CBE778-A175-443E-B234-964D127B9FF1}" type="presParOf" srcId="{076ECC31-CF8C-490F-A9DA-AE72C44C3682}" destId="{8FF24AE8-0798-4C55-9DA1-6ABAC6ED4D23}" srcOrd="1" destOrd="0" presId="urn:microsoft.com/office/officeart/2018/5/layout/CenteredIconLabelDescriptionList"/>
    <dgm:cxn modelId="{F5D3BA6F-27D4-4B0D-B632-A85488CEA279}" type="presParOf" srcId="{076ECC31-CF8C-490F-A9DA-AE72C44C3682}" destId="{4AFBCC27-763D-48CF-A044-77A177713603}" srcOrd="2" destOrd="0" presId="urn:microsoft.com/office/officeart/2018/5/layout/CenteredIconLabelDescriptionList"/>
    <dgm:cxn modelId="{A0C61B79-D5D0-406F-B37C-0796889B56A7}" type="presParOf" srcId="{076ECC31-CF8C-490F-A9DA-AE72C44C3682}" destId="{734627E9-528E-4E1C-8F91-5FA8B0EF08A1}" srcOrd="3" destOrd="0" presId="urn:microsoft.com/office/officeart/2018/5/layout/CenteredIconLabelDescriptionList"/>
    <dgm:cxn modelId="{41BF3B58-880B-4C57-B9FF-64CBCFCD1A30}" type="presParOf" srcId="{076ECC31-CF8C-490F-A9DA-AE72C44C3682}" destId="{C9805B90-2186-43ED-B5B7-99AE861D9A1F}" srcOrd="4" destOrd="0" presId="urn:microsoft.com/office/officeart/2018/5/layout/CenteredIconLabelDescriptionList"/>
  </dgm:cxnLst>
  <dgm:bg/>
  <dgm:whole/>
  <dgm:extLst>
    <a:ext uri="http://schemas.microsoft.com/office/drawing/2008/diagram">
      <dsp:dataModelExt xmlns:dsp="http://schemas.microsoft.com/office/drawing/2008/diagram" relId="rId6" minVer="http://schemas.openxmlformats.org/drawingml/2006/diagram"/>
    </a:ext>
  </dgm:extLst>
</dgm:dataModel>
</file>

<file path=ppt/diagrams/data7.xml><?xml version="1.0" encoding="utf-8"?>
<dgm:dataModel xmlns:dgm="http://schemas.openxmlformats.org/drawingml/2006/diagram" xmlns:a="http://schemas.openxmlformats.org/drawingml/2006/main">
  <dgm:ptLst>
    <dgm:pt modelId="{C580F351-D3E7-465F-8E80-EFE17D14E6B8}" type="doc">
      <dgm:prSet loTypeId="urn:microsoft.com/office/officeart/2018/5/layout/CenteredIconLabelDescriptionList" loCatId="icon" qsTypeId="urn:microsoft.com/office/officeart/2005/8/quickstyle/simple1" qsCatId="simple" csTypeId="urn:microsoft.com/office/officeart/2018/5/colors/Iconchunking_neutralbg_colorful1" csCatId="colorful" phldr="1"/>
      <dgm:spPr/>
      <dgm:t>
        <a:bodyPr/>
        <a:lstStyle/>
        <a:p>
          <a:endParaRPr lang="en-US"/>
        </a:p>
      </dgm:t>
    </dgm:pt>
    <dgm:pt modelId="{9E1394DC-D9FA-44C8-9E6B-9AF30B50E127}">
      <dgm:prSet/>
      <dgm:spPr/>
      <dgm:t>
        <a:bodyPr/>
        <a:lstStyle/>
        <a:p>
          <a:pPr>
            <a:lnSpc>
              <a:spcPct val="100000"/>
            </a:lnSpc>
            <a:defRPr b="1"/>
          </a:pPr>
          <a:r>
            <a:rPr lang="tr-TR"/>
            <a:t>Artificial constructs</a:t>
          </a:r>
          <a:endParaRPr lang="en-US"/>
        </a:p>
      </dgm:t>
    </dgm:pt>
    <dgm:pt modelId="{0011F8D5-27C4-4697-8945-6DFF050D64C6}" type="parTrans" cxnId="{12CF0800-1500-4A29-B9C0-2BC11BA722F4}">
      <dgm:prSet/>
      <dgm:spPr/>
      <dgm:t>
        <a:bodyPr/>
        <a:lstStyle/>
        <a:p>
          <a:endParaRPr lang="en-US"/>
        </a:p>
      </dgm:t>
    </dgm:pt>
    <dgm:pt modelId="{F0967693-1CE6-41D5-8E54-BCC8F4314247}" type="sibTrans" cxnId="{12CF0800-1500-4A29-B9C0-2BC11BA722F4}">
      <dgm:prSet/>
      <dgm:spPr/>
      <dgm:t>
        <a:bodyPr/>
        <a:lstStyle/>
        <a:p>
          <a:endParaRPr lang="en-US"/>
        </a:p>
      </dgm:t>
    </dgm:pt>
    <dgm:pt modelId="{AD64B677-BC32-4EF4-9731-1B9517136823}">
      <dgm:prSet/>
      <dgm:spPr/>
      <dgm:t>
        <a:bodyPr/>
        <a:lstStyle/>
        <a:p>
          <a:pPr>
            <a:lnSpc>
              <a:spcPct val="100000"/>
            </a:lnSpc>
          </a:pPr>
          <a:r>
            <a:rPr lang="tr-TR"/>
            <a:t>represented information</a:t>
          </a:r>
          <a:r>
            <a:rPr lang="en-US"/>
            <a:t> </a:t>
          </a:r>
        </a:p>
      </dgm:t>
    </dgm:pt>
    <dgm:pt modelId="{3F2BDEC0-D8BB-4AB6-A420-1070FADC0C97}" type="parTrans" cxnId="{FD93E858-DBA6-465B-9240-CE856D90657E}">
      <dgm:prSet/>
      <dgm:spPr/>
      <dgm:t>
        <a:bodyPr/>
        <a:lstStyle/>
        <a:p>
          <a:endParaRPr lang="en-US"/>
        </a:p>
      </dgm:t>
    </dgm:pt>
    <dgm:pt modelId="{2E9D5651-8F64-45B3-A8B1-6D3C384CBBB4}" type="sibTrans" cxnId="{FD93E858-DBA6-465B-9240-CE856D90657E}">
      <dgm:prSet/>
      <dgm:spPr/>
      <dgm:t>
        <a:bodyPr/>
        <a:lstStyle/>
        <a:p>
          <a:endParaRPr lang="en-US"/>
        </a:p>
      </dgm:t>
    </dgm:pt>
    <dgm:pt modelId="{F6A61FEF-3F42-40F2-84F1-775A15ED4528}">
      <dgm:prSet/>
      <dgm:spPr/>
      <dgm:t>
        <a:bodyPr/>
        <a:lstStyle/>
        <a:p>
          <a:pPr>
            <a:lnSpc>
              <a:spcPct val="100000"/>
            </a:lnSpc>
          </a:pPr>
          <a:r>
            <a:rPr lang="en-US" i="1"/>
            <a:t>not </a:t>
          </a:r>
          <a:r>
            <a:rPr lang="en-US"/>
            <a:t>in the bitcoin system</a:t>
          </a:r>
        </a:p>
      </dgm:t>
    </dgm:pt>
    <dgm:pt modelId="{91D3895E-95EE-43E1-816B-E12850A7FDCB}" type="parTrans" cxnId="{C6DC4936-4222-4074-8023-CE3E469AA081}">
      <dgm:prSet/>
      <dgm:spPr/>
      <dgm:t>
        <a:bodyPr/>
        <a:lstStyle/>
        <a:p>
          <a:endParaRPr lang="en-US"/>
        </a:p>
      </dgm:t>
    </dgm:pt>
    <dgm:pt modelId="{CE543F9E-56AD-4F31-80DF-C265B0A44A1F}" type="sibTrans" cxnId="{C6DC4936-4222-4074-8023-CE3E469AA081}">
      <dgm:prSet/>
      <dgm:spPr/>
      <dgm:t>
        <a:bodyPr/>
        <a:lstStyle/>
        <a:p>
          <a:endParaRPr lang="en-US"/>
        </a:p>
      </dgm:t>
    </dgm:pt>
    <dgm:pt modelId="{3B351208-6D5B-4654-BCCB-F5F1C49C4730}">
      <dgm:prSet/>
      <dgm:spPr/>
      <dgm:t>
        <a:bodyPr/>
        <a:lstStyle/>
        <a:p>
          <a:pPr>
            <a:lnSpc>
              <a:spcPct val="100000"/>
            </a:lnSpc>
            <a:defRPr b="1"/>
          </a:pPr>
          <a:r>
            <a:rPr lang="tr-TR"/>
            <a:t>Bitcoin command line</a:t>
          </a:r>
          <a:endParaRPr lang="en-US"/>
        </a:p>
      </dgm:t>
    </dgm:pt>
    <dgm:pt modelId="{46823E46-A1F6-4A8C-95A0-BE791E1DE450}" type="parTrans" cxnId="{F2E64693-D1AE-4CBF-9BBE-A35779F99F0C}">
      <dgm:prSet/>
      <dgm:spPr/>
      <dgm:t>
        <a:bodyPr/>
        <a:lstStyle/>
        <a:p>
          <a:endParaRPr lang="en-US"/>
        </a:p>
      </dgm:t>
    </dgm:pt>
    <dgm:pt modelId="{B86E8E07-330C-40FD-9CAF-D117A6858C71}" type="sibTrans" cxnId="{F2E64693-D1AE-4CBF-9BBE-A35779F99F0C}">
      <dgm:prSet/>
      <dgm:spPr/>
      <dgm:t>
        <a:bodyPr/>
        <a:lstStyle/>
        <a:p>
          <a:endParaRPr lang="en-US"/>
        </a:p>
      </dgm:t>
    </dgm:pt>
    <dgm:pt modelId="{1C6DD42A-E229-446A-B113-F172BD89D5FE}">
      <dgm:prSet/>
      <dgm:spPr/>
      <dgm:t>
        <a:bodyPr/>
        <a:lstStyle/>
        <a:p>
          <a:pPr>
            <a:lnSpc>
              <a:spcPct val="100000"/>
            </a:lnSpc>
          </a:pPr>
          <a:r>
            <a:rPr lang="en-US"/>
            <a:t>getrawtransaction</a:t>
          </a:r>
        </a:p>
      </dgm:t>
    </dgm:pt>
    <dgm:pt modelId="{2D3204C6-AB41-4012-81F3-69DAC21ABDEB}" type="parTrans" cxnId="{36ADB478-970A-4A9F-B75C-CE690EE31ADB}">
      <dgm:prSet/>
      <dgm:spPr/>
      <dgm:t>
        <a:bodyPr/>
        <a:lstStyle/>
        <a:p>
          <a:endParaRPr lang="en-US"/>
        </a:p>
      </dgm:t>
    </dgm:pt>
    <dgm:pt modelId="{580550C6-9E44-499D-A172-4A04D19EFBAD}" type="sibTrans" cxnId="{36ADB478-970A-4A9F-B75C-CE690EE31ADB}">
      <dgm:prSet/>
      <dgm:spPr/>
      <dgm:t>
        <a:bodyPr/>
        <a:lstStyle/>
        <a:p>
          <a:endParaRPr lang="en-US"/>
        </a:p>
      </dgm:t>
    </dgm:pt>
    <dgm:pt modelId="{E46AD440-B370-4CF5-A6C3-F4799E3C705E}">
      <dgm:prSet/>
      <dgm:spPr/>
      <dgm:t>
        <a:bodyPr/>
        <a:lstStyle/>
        <a:p>
          <a:pPr>
            <a:lnSpc>
              <a:spcPct val="100000"/>
            </a:lnSpc>
            <a:defRPr b="1"/>
          </a:pPr>
          <a:r>
            <a:rPr lang="en-US"/>
            <a:t>Alice’s “raw” transaction</a:t>
          </a:r>
        </a:p>
      </dgm:t>
    </dgm:pt>
    <dgm:pt modelId="{19AB83A9-C98C-4DAD-BE50-8CD4F2106148}" type="parTrans" cxnId="{79C38EE7-DFCE-4E6E-AF4D-40227C7A8789}">
      <dgm:prSet/>
      <dgm:spPr/>
      <dgm:t>
        <a:bodyPr/>
        <a:lstStyle/>
        <a:p>
          <a:endParaRPr lang="en-US"/>
        </a:p>
      </dgm:t>
    </dgm:pt>
    <dgm:pt modelId="{23888245-05F5-4674-831A-F69C88D87F10}" type="sibTrans" cxnId="{79C38EE7-DFCE-4E6E-AF4D-40227C7A8789}">
      <dgm:prSet/>
      <dgm:spPr/>
      <dgm:t>
        <a:bodyPr/>
        <a:lstStyle/>
        <a:p>
          <a:endParaRPr lang="en-US"/>
        </a:p>
      </dgm:t>
    </dgm:pt>
    <dgm:pt modelId="{0109FA1C-98EE-4C8B-A86F-300A9B2E0C77}">
      <dgm:prSet/>
      <dgm:spPr/>
      <dgm:t>
        <a:bodyPr/>
        <a:lstStyle/>
        <a:p>
          <a:pPr>
            <a:lnSpc>
              <a:spcPct val="100000"/>
            </a:lnSpc>
          </a:pPr>
          <a:r>
            <a:rPr lang="en-US"/>
            <a:t>retrieve</a:t>
          </a:r>
        </a:p>
      </dgm:t>
    </dgm:pt>
    <dgm:pt modelId="{926A0B75-989D-4F44-BE99-255C23C389FE}" type="parTrans" cxnId="{172E4410-C9F8-4F35-893A-CCC993047A88}">
      <dgm:prSet/>
      <dgm:spPr/>
      <dgm:t>
        <a:bodyPr/>
        <a:lstStyle/>
        <a:p>
          <a:endParaRPr lang="en-US"/>
        </a:p>
      </dgm:t>
    </dgm:pt>
    <dgm:pt modelId="{AE32F390-21C7-43F0-AC14-0E9CFF12F32D}" type="sibTrans" cxnId="{172E4410-C9F8-4F35-893A-CCC993047A88}">
      <dgm:prSet/>
      <dgm:spPr/>
      <dgm:t>
        <a:bodyPr/>
        <a:lstStyle/>
        <a:p>
          <a:endParaRPr lang="en-US"/>
        </a:p>
      </dgm:t>
    </dgm:pt>
    <dgm:pt modelId="{6A83E9CB-9D09-40C2-9234-A17832DD5C73}">
      <dgm:prSet/>
      <dgm:spPr/>
      <dgm:t>
        <a:bodyPr/>
        <a:lstStyle/>
        <a:p>
          <a:pPr>
            <a:lnSpc>
              <a:spcPct val="100000"/>
            </a:lnSpc>
          </a:pPr>
          <a:r>
            <a:rPr lang="en-US"/>
            <a:t>see what it contains</a:t>
          </a:r>
        </a:p>
      </dgm:t>
    </dgm:pt>
    <dgm:pt modelId="{7424C6FA-4183-455C-AB77-C59DE75FF510}" type="parTrans" cxnId="{C9EF79AF-BC2E-4A55-A3B6-84C7D2044EE5}">
      <dgm:prSet/>
      <dgm:spPr/>
      <dgm:t>
        <a:bodyPr/>
        <a:lstStyle/>
        <a:p>
          <a:endParaRPr lang="en-US"/>
        </a:p>
      </dgm:t>
    </dgm:pt>
    <dgm:pt modelId="{F87BB95C-62E4-463E-96CA-DA87DBFED32B}" type="sibTrans" cxnId="{C9EF79AF-BC2E-4A55-A3B6-84C7D2044EE5}">
      <dgm:prSet/>
      <dgm:spPr/>
      <dgm:t>
        <a:bodyPr/>
        <a:lstStyle/>
        <a:p>
          <a:endParaRPr lang="en-US"/>
        </a:p>
      </dgm:t>
    </dgm:pt>
    <dgm:pt modelId="{0825D666-772F-4D10-A2D2-C97FE9782D10}">
      <dgm:prSet/>
      <dgm:spPr/>
      <dgm:t>
        <a:bodyPr/>
        <a:lstStyle/>
        <a:p>
          <a:pPr>
            <a:lnSpc>
              <a:spcPct val="100000"/>
            </a:lnSpc>
          </a:pPr>
          <a:r>
            <a:rPr lang="en-US"/>
            <a:t>Bitcoin Core’s command-line interface </a:t>
          </a:r>
        </a:p>
      </dgm:t>
    </dgm:pt>
    <dgm:pt modelId="{7C4B0E9A-943A-44B6-923B-36FF7577CC4A}" type="parTrans" cxnId="{3BA42103-6AF6-408D-80BB-6492DADF3722}">
      <dgm:prSet/>
      <dgm:spPr/>
      <dgm:t>
        <a:bodyPr/>
        <a:lstStyle/>
        <a:p>
          <a:endParaRPr lang="tr-TR"/>
        </a:p>
      </dgm:t>
    </dgm:pt>
    <dgm:pt modelId="{45ABF621-5D4D-417B-BE48-E7FDB710C51C}" type="sibTrans" cxnId="{3BA42103-6AF6-408D-80BB-6492DADF3722}">
      <dgm:prSet/>
      <dgm:spPr/>
      <dgm:t>
        <a:bodyPr/>
        <a:lstStyle/>
        <a:p>
          <a:endParaRPr lang="en-US"/>
        </a:p>
      </dgm:t>
    </dgm:pt>
    <dgm:pt modelId="{E59C7E3F-A32D-4ABD-8940-29DAAD0FB22F}">
      <dgm:prSet/>
      <dgm:spPr/>
      <dgm:t>
        <a:bodyPr/>
        <a:lstStyle/>
        <a:p>
          <a:pPr>
            <a:lnSpc>
              <a:spcPct val="100000"/>
            </a:lnSpc>
          </a:pPr>
          <a:r>
            <a:rPr lang="en-US" dirty="0"/>
            <a:t>decoder</a:t>
          </a:r>
          <a:r>
            <a:rPr lang="tr-TR" dirty="0" err="1"/>
            <a:t>rawtransaction</a:t>
          </a:r>
          <a:endParaRPr lang="en-US" dirty="0"/>
        </a:p>
      </dgm:t>
    </dgm:pt>
    <dgm:pt modelId="{0416CC0F-FD0E-4A80-BCC4-3D18888DC5F3}" type="parTrans" cxnId="{319561B4-6613-402A-BDC8-AE6CEA303DE4}">
      <dgm:prSet/>
      <dgm:spPr/>
      <dgm:t>
        <a:bodyPr/>
        <a:lstStyle/>
        <a:p>
          <a:endParaRPr lang="tr-TR"/>
        </a:p>
      </dgm:t>
    </dgm:pt>
    <dgm:pt modelId="{DCF510DE-7323-4D8C-A655-6FAA638BEF83}" type="sibTrans" cxnId="{319561B4-6613-402A-BDC8-AE6CEA303DE4}">
      <dgm:prSet/>
      <dgm:spPr/>
      <dgm:t>
        <a:bodyPr/>
        <a:lstStyle/>
        <a:p>
          <a:endParaRPr lang="en-US"/>
        </a:p>
      </dgm:t>
    </dgm:pt>
    <dgm:pt modelId="{12857B54-1AC6-4B9D-B254-D9AD25433F98}">
      <dgm:prSet/>
      <dgm:spPr/>
      <dgm:t>
        <a:bodyPr/>
        <a:lstStyle/>
        <a:p>
          <a:pPr>
            <a:lnSpc>
              <a:spcPct val="100000"/>
            </a:lnSpc>
            <a:defRPr b="1"/>
          </a:pPr>
          <a:r>
            <a:rPr lang="tr-TR"/>
            <a:t>Commands</a:t>
          </a:r>
          <a:endParaRPr lang="en-US"/>
        </a:p>
      </dgm:t>
    </dgm:pt>
    <dgm:pt modelId="{8A4D364D-E3AE-4085-8129-94D87CD88DFF}" type="parTrans" cxnId="{BD25A502-8A30-4730-9AC0-6F13449CA070}">
      <dgm:prSet/>
      <dgm:spPr/>
      <dgm:t>
        <a:bodyPr/>
        <a:lstStyle/>
        <a:p>
          <a:endParaRPr lang="tr-TR"/>
        </a:p>
      </dgm:t>
    </dgm:pt>
    <dgm:pt modelId="{27B7746C-A7CD-4521-A8AF-81B1C981A43A}" type="sibTrans" cxnId="{BD25A502-8A30-4730-9AC0-6F13449CA070}">
      <dgm:prSet/>
      <dgm:spPr/>
      <dgm:t>
        <a:bodyPr/>
        <a:lstStyle/>
        <a:p>
          <a:endParaRPr lang="en-US"/>
        </a:p>
      </dgm:t>
    </dgm:pt>
    <dgm:pt modelId="{7265E07F-CB5A-4EF5-9737-C640D5A5A0A8}">
      <dgm:prSet/>
      <dgm:spPr/>
      <dgm:t>
        <a:bodyPr/>
        <a:lstStyle/>
        <a:p>
          <a:pPr>
            <a:lnSpc>
              <a:spcPct val="100000"/>
            </a:lnSpc>
          </a:pPr>
          <a:r>
            <a:rPr lang="en-US"/>
            <a:t>decode</a:t>
          </a:r>
        </a:p>
      </dgm:t>
    </dgm:pt>
    <dgm:pt modelId="{F94B5631-64D0-4032-8975-B78CE7DB4AF8}" type="parTrans" cxnId="{1BC15743-FAEB-476D-AC36-841990B601A9}">
      <dgm:prSet/>
      <dgm:spPr/>
      <dgm:t>
        <a:bodyPr/>
        <a:lstStyle/>
        <a:p>
          <a:endParaRPr lang="tr-TR"/>
        </a:p>
      </dgm:t>
    </dgm:pt>
    <dgm:pt modelId="{7A3F39E1-5709-4D5E-A7C9-8CA9DF91C34C}" type="sibTrans" cxnId="{1BC15743-FAEB-476D-AC36-841990B601A9}">
      <dgm:prSet/>
      <dgm:spPr/>
      <dgm:t>
        <a:bodyPr/>
        <a:lstStyle/>
        <a:p>
          <a:endParaRPr lang="en-US"/>
        </a:p>
      </dgm:t>
    </dgm:pt>
    <dgm:pt modelId="{06B968F4-CA3B-4E69-9FFB-879EAED99CA4}" type="pres">
      <dgm:prSet presAssocID="{C580F351-D3E7-465F-8E80-EFE17D14E6B8}" presName="root" presStyleCnt="0">
        <dgm:presLayoutVars>
          <dgm:dir/>
          <dgm:resizeHandles val="exact"/>
        </dgm:presLayoutVars>
      </dgm:prSet>
      <dgm:spPr/>
    </dgm:pt>
    <dgm:pt modelId="{44503A17-850C-40E5-BF3C-3C282D4DD150}" type="pres">
      <dgm:prSet presAssocID="{9E1394DC-D9FA-44C8-9E6B-9AF30B50E127}" presName="compNode" presStyleCnt="0"/>
      <dgm:spPr/>
    </dgm:pt>
    <dgm:pt modelId="{2C1FA195-BE51-4393-B84C-6B218E90ED4C}" type="pres">
      <dgm:prSet presAssocID="{9E1394DC-D9FA-44C8-9E6B-9AF30B50E127}" presName="iconRect" presStyleLbl="node1" presStyleIdx="0" presStyleCnt="4"/>
      <dgm:spPr>
        <a:blipFill>
          <a:blip xmlns:r="http://schemas.openxmlformats.org/officeDocument/2006/relationships" r:embed="rId1" cstate="email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2"/>
              </a:ext>
            </a:extLst>
          </a:blip>
          <a:stretch>
            <a:fillRect/>
          </a:stretch>
        </a:blipFill>
        <a:ln>
          <a:noFill/>
        </a:ln>
      </dgm:spPr>
      <dgm:extLst>
        <a:ext uri="{E40237B7-FDA0-4F09-8148-C483321AD2D9}">
          <dgm14:cNvPr xmlns:dgm14="http://schemas.microsoft.com/office/drawing/2010/diagram" id="0" name="" descr="Processor"/>
        </a:ext>
      </dgm:extLst>
    </dgm:pt>
    <dgm:pt modelId="{ACEDF6EE-C59C-4F97-BFFE-126B331F14AF}" type="pres">
      <dgm:prSet presAssocID="{9E1394DC-D9FA-44C8-9E6B-9AF30B50E127}" presName="iconSpace" presStyleCnt="0"/>
      <dgm:spPr/>
    </dgm:pt>
    <dgm:pt modelId="{2E8235B2-A733-4EB4-94FE-2CD0502FAF6E}" type="pres">
      <dgm:prSet presAssocID="{9E1394DC-D9FA-44C8-9E6B-9AF30B50E127}" presName="parTx" presStyleLbl="revTx" presStyleIdx="0" presStyleCnt="8">
        <dgm:presLayoutVars>
          <dgm:chMax val="0"/>
          <dgm:chPref val="0"/>
        </dgm:presLayoutVars>
      </dgm:prSet>
      <dgm:spPr/>
    </dgm:pt>
    <dgm:pt modelId="{979BCE28-4BF3-425A-A814-49B0AD7BA95F}" type="pres">
      <dgm:prSet presAssocID="{9E1394DC-D9FA-44C8-9E6B-9AF30B50E127}" presName="txSpace" presStyleCnt="0"/>
      <dgm:spPr/>
    </dgm:pt>
    <dgm:pt modelId="{E161B1B5-4DE0-4D6A-A7EB-9935745ED6A5}" type="pres">
      <dgm:prSet presAssocID="{9E1394DC-D9FA-44C8-9E6B-9AF30B50E127}" presName="desTx" presStyleLbl="revTx" presStyleIdx="1" presStyleCnt="8">
        <dgm:presLayoutVars/>
      </dgm:prSet>
      <dgm:spPr/>
    </dgm:pt>
    <dgm:pt modelId="{D1175885-0CD2-42C9-AC27-4B278A9BA170}" type="pres">
      <dgm:prSet presAssocID="{F0967693-1CE6-41D5-8E54-BCC8F4314247}" presName="sibTrans" presStyleCnt="0"/>
      <dgm:spPr/>
    </dgm:pt>
    <dgm:pt modelId="{CB920ED6-C50F-4D75-BBB3-5FC4E0519DB7}" type="pres">
      <dgm:prSet presAssocID="{3B351208-6D5B-4654-BCCB-F5F1C49C4730}" presName="compNode" presStyleCnt="0"/>
      <dgm:spPr/>
    </dgm:pt>
    <dgm:pt modelId="{95737BFF-A64D-44EF-BC56-7640F8362B51}" type="pres">
      <dgm:prSet presAssocID="{3B351208-6D5B-4654-BCCB-F5F1C49C4730}" presName="iconRect" presStyleLbl="node1" presStyleIdx="1" presStyleCnt="4"/>
      <dgm:spPr>
        <a:blipFill>
          <a:blip xmlns:r="http://schemas.openxmlformats.org/officeDocument/2006/relationships" r:embed="rId3" cstate="email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4"/>
              </a:ext>
            </a:extLst>
          </a:blip>
          <a:stretch>
            <a:fillRect/>
          </a:stretch>
        </a:blipFill>
        <a:ln>
          <a:noFill/>
        </a:ln>
      </dgm:spPr>
      <dgm:extLst>
        <a:ext uri="{E40237B7-FDA0-4F09-8148-C483321AD2D9}">
          <dgm14:cNvPr xmlns:dgm14="http://schemas.microsoft.com/office/drawing/2010/diagram" id="0" name="" descr="Computer"/>
        </a:ext>
      </dgm:extLst>
    </dgm:pt>
    <dgm:pt modelId="{48138E91-5AAD-4CD4-A1CB-EBEE24617EC0}" type="pres">
      <dgm:prSet presAssocID="{3B351208-6D5B-4654-BCCB-F5F1C49C4730}" presName="iconSpace" presStyleCnt="0"/>
      <dgm:spPr/>
    </dgm:pt>
    <dgm:pt modelId="{4D28F6BF-2588-48FE-AF5D-C8A168516F07}" type="pres">
      <dgm:prSet presAssocID="{3B351208-6D5B-4654-BCCB-F5F1C49C4730}" presName="parTx" presStyleLbl="revTx" presStyleIdx="2" presStyleCnt="8">
        <dgm:presLayoutVars>
          <dgm:chMax val="0"/>
          <dgm:chPref val="0"/>
        </dgm:presLayoutVars>
      </dgm:prSet>
      <dgm:spPr/>
    </dgm:pt>
    <dgm:pt modelId="{91DE3003-9E39-47B0-A7F2-6C04D51E28C7}" type="pres">
      <dgm:prSet presAssocID="{3B351208-6D5B-4654-BCCB-F5F1C49C4730}" presName="txSpace" presStyleCnt="0"/>
      <dgm:spPr/>
    </dgm:pt>
    <dgm:pt modelId="{5B33DA04-DBAF-4302-8F2E-12CB78641820}" type="pres">
      <dgm:prSet presAssocID="{3B351208-6D5B-4654-BCCB-F5F1C49C4730}" presName="desTx" presStyleLbl="revTx" presStyleIdx="3" presStyleCnt="8">
        <dgm:presLayoutVars/>
      </dgm:prSet>
      <dgm:spPr/>
    </dgm:pt>
    <dgm:pt modelId="{16B64BCE-C250-4CF6-9733-80095A4628C6}" type="pres">
      <dgm:prSet presAssocID="{B86E8E07-330C-40FD-9CAF-D117A6858C71}" presName="sibTrans" presStyleCnt="0"/>
      <dgm:spPr/>
    </dgm:pt>
    <dgm:pt modelId="{8F144D3B-26B5-417F-9CA4-5C624180150A}" type="pres">
      <dgm:prSet presAssocID="{12857B54-1AC6-4B9D-B254-D9AD25433F98}" presName="compNode" presStyleCnt="0"/>
      <dgm:spPr/>
    </dgm:pt>
    <dgm:pt modelId="{EE4AA782-BFA0-4E8F-81AE-985ED55C8192}" type="pres">
      <dgm:prSet presAssocID="{12857B54-1AC6-4B9D-B254-D9AD25433F98}" presName="iconRect" presStyleLbl="node1" presStyleIdx="2" presStyleCnt="4"/>
      <dgm:spPr>
        <a:blipFill>
          <a:blip xmlns:r="http://schemas.openxmlformats.org/officeDocument/2006/relationships" r:embed="rId5" cstate="email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6"/>
              </a:ext>
            </a:extLst>
          </a:blip>
          <a:stretch>
            <a:fillRect/>
          </a:stretch>
        </a:blipFill>
        <a:ln>
          <a:noFill/>
        </a:ln>
      </dgm:spPr>
      <dgm:extLst>
        <a:ext uri="{E40237B7-FDA0-4F09-8148-C483321AD2D9}">
          <dgm14:cNvPr xmlns:dgm14="http://schemas.microsoft.com/office/drawing/2010/diagram" id="0" name="" descr="User"/>
        </a:ext>
      </dgm:extLst>
    </dgm:pt>
    <dgm:pt modelId="{0EB7C8AC-B9C3-44D9-BB39-1F26501C6CA6}" type="pres">
      <dgm:prSet presAssocID="{12857B54-1AC6-4B9D-B254-D9AD25433F98}" presName="iconSpace" presStyleCnt="0"/>
      <dgm:spPr/>
    </dgm:pt>
    <dgm:pt modelId="{C8417274-FCB4-4601-811D-6635DFEFA034}" type="pres">
      <dgm:prSet presAssocID="{12857B54-1AC6-4B9D-B254-D9AD25433F98}" presName="parTx" presStyleLbl="revTx" presStyleIdx="4" presStyleCnt="8">
        <dgm:presLayoutVars>
          <dgm:chMax val="0"/>
          <dgm:chPref val="0"/>
        </dgm:presLayoutVars>
      </dgm:prSet>
      <dgm:spPr/>
    </dgm:pt>
    <dgm:pt modelId="{C1DD48F3-804C-452A-AD97-058A79163699}" type="pres">
      <dgm:prSet presAssocID="{12857B54-1AC6-4B9D-B254-D9AD25433F98}" presName="txSpace" presStyleCnt="0"/>
      <dgm:spPr/>
    </dgm:pt>
    <dgm:pt modelId="{FAFCDA0A-4C1F-4BE2-9AB0-2D2DEFC348CB}" type="pres">
      <dgm:prSet presAssocID="{12857B54-1AC6-4B9D-B254-D9AD25433F98}" presName="desTx" presStyleLbl="revTx" presStyleIdx="5" presStyleCnt="8">
        <dgm:presLayoutVars/>
      </dgm:prSet>
      <dgm:spPr/>
    </dgm:pt>
    <dgm:pt modelId="{69B45E0A-E4F1-4EA8-A87F-5D72F1DECB2B}" type="pres">
      <dgm:prSet presAssocID="{27B7746C-A7CD-4521-A8AF-81B1C981A43A}" presName="sibTrans" presStyleCnt="0"/>
      <dgm:spPr/>
    </dgm:pt>
    <dgm:pt modelId="{6B5A85CE-1CAB-4E72-A97D-BAFD4524A203}" type="pres">
      <dgm:prSet presAssocID="{E46AD440-B370-4CF5-A6C3-F4799E3C705E}" presName="compNode" presStyleCnt="0"/>
      <dgm:spPr/>
    </dgm:pt>
    <dgm:pt modelId="{C8759415-3287-40C5-954B-59E1574232BE}" type="pres">
      <dgm:prSet presAssocID="{E46AD440-B370-4CF5-A6C3-F4799E3C705E}" presName="iconRect" presStyleLbl="node1" presStyleIdx="3" presStyleCnt="4"/>
      <dgm:spPr>
        <a:blipFill>
          <a:blip xmlns:r="http://schemas.openxmlformats.org/officeDocument/2006/relationships" r:embed="rId7" cstate="email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8"/>
              </a:ext>
            </a:extLst>
          </a:blip>
          <a:stretch>
            <a:fillRect/>
          </a:stretch>
        </a:blipFill>
        <a:ln>
          <a:noFill/>
        </a:ln>
      </dgm:spPr>
      <dgm:extLst>
        <a:ext uri="{E40237B7-FDA0-4F09-8148-C483321AD2D9}">
          <dgm14:cNvPr xmlns:dgm14="http://schemas.microsoft.com/office/drawing/2010/diagram" id="0" name="" descr="Network Diagram"/>
        </a:ext>
      </dgm:extLst>
    </dgm:pt>
    <dgm:pt modelId="{E3753A47-B931-4929-90E7-46961B08978B}" type="pres">
      <dgm:prSet presAssocID="{E46AD440-B370-4CF5-A6C3-F4799E3C705E}" presName="iconSpace" presStyleCnt="0"/>
      <dgm:spPr/>
    </dgm:pt>
    <dgm:pt modelId="{769E05A9-C39E-42C3-9532-2994137BF193}" type="pres">
      <dgm:prSet presAssocID="{E46AD440-B370-4CF5-A6C3-F4799E3C705E}" presName="parTx" presStyleLbl="revTx" presStyleIdx="6" presStyleCnt="8">
        <dgm:presLayoutVars>
          <dgm:chMax val="0"/>
          <dgm:chPref val="0"/>
        </dgm:presLayoutVars>
      </dgm:prSet>
      <dgm:spPr/>
    </dgm:pt>
    <dgm:pt modelId="{AA611763-60AF-460D-83B2-F3957D8E41C5}" type="pres">
      <dgm:prSet presAssocID="{E46AD440-B370-4CF5-A6C3-F4799E3C705E}" presName="txSpace" presStyleCnt="0"/>
      <dgm:spPr/>
    </dgm:pt>
    <dgm:pt modelId="{3C183C3E-182B-4801-A2A9-7631B4990B7C}" type="pres">
      <dgm:prSet presAssocID="{E46AD440-B370-4CF5-A6C3-F4799E3C705E}" presName="desTx" presStyleLbl="revTx" presStyleIdx="7" presStyleCnt="8">
        <dgm:presLayoutVars/>
      </dgm:prSet>
      <dgm:spPr/>
    </dgm:pt>
  </dgm:ptLst>
  <dgm:cxnLst>
    <dgm:cxn modelId="{12CF0800-1500-4A29-B9C0-2BC11BA722F4}" srcId="{C580F351-D3E7-465F-8E80-EFE17D14E6B8}" destId="{9E1394DC-D9FA-44C8-9E6B-9AF30B50E127}" srcOrd="0" destOrd="0" parTransId="{0011F8D5-27C4-4697-8945-6DFF050D64C6}" sibTransId="{F0967693-1CE6-41D5-8E54-BCC8F4314247}"/>
    <dgm:cxn modelId="{BD25A502-8A30-4730-9AC0-6F13449CA070}" srcId="{C580F351-D3E7-465F-8E80-EFE17D14E6B8}" destId="{12857B54-1AC6-4B9D-B254-D9AD25433F98}" srcOrd="2" destOrd="0" parTransId="{8A4D364D-E3AE-4085-8129-94D87CD88DFF}" sibTransId="{27B7746C-A7CD-4521-A8AF-81B1C981A43A}"/>
    <dgm:cxn modelId="{3BA42103-6AF6-408D-80BB-6492DADF3722}" srcId="{3B351208-6D5B-4654-BCCB-F5F1C49C4730}" destId="{0825D666-772F-4D10-A2D2-C97FE9782D10}" srcOrd="0" destOrd="0" parTransId="{7C4B0E9A-943A-44B6-923B-36FF7577CC4A}" sibTransId="{45ABF621-5D4D-417B-BE48-E7FDB710C51C}"/>
    <dgm:cxn modelId="{172E4410-C9F8-4F35-893A-CCC993047A88}" srcId="{E46AD440-B370-4CF5-A6C3-F4799E3C705E}" destId="{0109FA1C-98EE-4C8B-A86F-300A9B2E0C77}" srcOrd="0" destOrd="0" parTransId="{926A0B75-989D-4F44-BE99-255C23C389FE}" sibTransId="{AE32F390-21C7-43F0-AC14-0E9CFF12F32D}"/>
    <dgm:cxn modelId="{A3D7BE14-0E78-4604-BB08-7BA5CA4B2F70}" type="presOf" srcId="{0825D666-772F-4D10-A2D2-C97FE9782D10}" destId="{5B33DA04-DBAF-4302-8F2E-12CB78641820}" srcOrd="0" destOrd="0" presId="urn:microsoft.com/office/officeart/2018/5/layout/CenteredIconLabelDescriptionList"/>
    <dgm:cxn modelId="{E4DC221E-90ED-4B08-A3C8-E12F1FF363A1}" type="presOf" srcId="{1C6DD42A-E229-446A-B113-F172BD89D5FE}" destId="{FAFCDA0A-4C1F-4BE2-9AB0-2D2DEFC348CB}" srcOrd="0" destOrd="0" presId="urn:microsoft.com/office/officeart/2018/5/layout/CenteredIconLabelDescriptionList"/>
    <dgm:cxn modelId="{08CC8B2B-5CAC-48A6-BCC9-B0897E74BCBF}" type="presOf" srcId="{C580F351-D3E7-465F-8E80-EFE17D14E6B8}" destId="{06B968F4-CA3B-4E69-9FFB-879EAED99CA4}" srcOrd="0" destOrd="0" presId="urn:microsoft.com/office/officeart/2018/5/layout/CenteredIconLabelDescriptionList"/>
    <dgm:cxn modelId="{C6DC4936-4222-4074-8023-CE3E469AA081}" srcId="{9E1394DC-D9FA-44C8-9E6B-9AF30B50E127}" destId="{F6A61FEF-3F42-40F2-84F1-775A15ED4528}" srcOrd="1" destOrd="0" parTransId="{91D3895E-95EE-43E1-816B-E12850A7FDCB}" sibTransId="{CE543F9E-56AD-4F31-80DF-C265B0A44A1F}"/>
    <dgm:cxn modelId="{7CE7755B-2307-4D6D-ACBF-CDEC3E3B20B3}" type="presOf" srcId="{9E1394DC-D9FA-44C8-9E6B-9AF30B50E127}" destId="{2E8235B2-A733-4EB4-94FE-2CD0502FAF6E}" srcOrd="0" destOrd="0" presId="urn:microsoft.com/office/officeart/2018/5/layout/CenteredIconLabelDescriptionList"/>
    <dgm:cxn modelId="{1BC15743-FAEB-476D-AC36-841990B601A9}" srcId="{E46AD440-B370-4CF5-A6C3-F4799E3C705E}" destId="{7265E07F-CB5A-4EF5-9737-C640D5A5A0A8}" srcOrd="1" destOrd="0" parTransId="{F94B5631-64D0-4032-8975-B78CE7DB4AF8}" sibTransId="{7A3F39E1-5709-4D5E-A7C9-8CA9DF91C34C}"/>
    <dgm:cxn modelId="{D6A9A06F-5783-4E78-8C3D-FD59B392B3BF}" type="presOf" srcId="{AD64B677-BC32-4EF4-9731-1B9517136823}" destId="{E161B1B5-4DE0-4D6A-A7EB-9935745ED6A5}" srcOrd="0" destOrd="0" presId="urn:microsoft.com/office/officeart/2018/5/layout/CenteredIconLabelDescriptionList"/>
    <dgm:cxn modelId="{4CCC4776-E308-4908-AB7F-54B57AA4F885}" type="presOf" srcId="{7265E07F-CB5A-4EF5-9737-C640D5A5A0A8}" destId="{3C183C3E-182B-4801-A2A9-7631B4990B7C}" srcOrd="0" destOrd="1" presId="urn:microsoft.com/office/officeart/2018/5/layout/CenteredIconLabelDescriptionList"/>
    <dgm:cxn modelId="{36ADB478-970A-4A9F-B75C-CE690EE31ADB}" srcId="{12857B54-1AC6-4B9D-B254-D9AD25433F98}" destId="{1C6DD42A-E229-446A-B113-F172BD89D5FE}" srcOrd="0" destOrd="0" parTransId="{2D3204C6-AB41-4012-81F3-69DAC21ABDEB}" sibTransId="{580550C6-9E44-499D-A172-4A04D19EFBAD}"/>
    <dgm:cxn modelId="{FD93E858-DBA6-465B-9240-CE856D90657E}" srcId="{9E1394DC-D9FA-44C8-9E6B-9AF30B50E127}" destId="{AD64B677-BC32-4EF4-9731-1B9517136823}" srcOrd="0" destOrd="0" parTransId="{3F2BDEC0-D8BB-4AB6-A420-1070FADC0C97}" sibTransId="{2E9D5651-8F64-45B3-A8B1-6D3C384CBBB4}"/>
    <dgm:cxn modelId="{F2E64693-D1AE-4CBF-9BBE-A35779F99F0C}" srcId="{C580F351-D3E7-465F-8E80-EFE17D14E6B8}" destId="{3B351208-6D5B-4654-BCCB-F5F1C49C4730}" srcOrd="1" destOrd="0" parTransId="{46823E46-A1F6-4A8C-95A0-BE791E1DE450}" sibTransId="{B86E8E07-330C-40FD-9CAF-D117A6858C71}"/>
    <dgm:cxn modelId="{7A033FA0-3D5B-4F90-8618-3DB5C43FB7D9}" type="presOf" srcId="{0109FA1C-98EE-4C8B-A86F-300A9B2E0C77}" destId="{3C183C3E-182B-4801-A2A9-7631B4990B7C}" srcOrd="0" destOrd="0" presId="urn:microsoft.com/office/officeart/2018/5/layout/CenteredIconLabelDescriptionList"/>
    <dgm:cxn modelId="{C9EF79AF-BC2E-4A55-A3B6-84C7D2044EE5}" srcId="{E46AD440-B370-4CF5-A6C3-F4799E3C705E}" destId="{6A83E9CB-9D09-40C2-9234-A17832DD5C73}" srcOrd="2" destOrd="0" parTransId="{7424C6FA-4183-455C-AB77-C59DE75FF510}" sibTransId="{F87BB95C-62E4-463E-96CA-DA87DBFED32B}"/>
    <dgm:cxn modelId="{319561B4-6613-402A-BDC8-AE6CEA303DE4}" srcId="{12857B54-1AC6-4B9D-B254-D9AD25433F98}" destId="{E59C7E3F-A32D-4ABD-8940-29DAAD0FB22F}" srcOrd="1" destOrd="0" parTransId="{0416CC0F-FD0E-4A80-BCC4-3D18888DC5F3}" sibTransId="{DCF510DE-7323-4D8C-A655-6FAA638BEF83}"/>
    <dgm:cxn modelId="{DA1428BF-655B-479F-8C68-EFFBEF2ED353}" type="presOf" srcId="{12857B54-1AC6-4B9D-B254-D9AD25433F98}" destId="{C8417274-FCB4-4601-811D-6635DFEFA034}" srcOrd="0" destOrd="0" presId="urn:microsoft.com/office/officeart/2018/5/layout/CenteredIconLabelDescriptionList"/>
    <dgm:cxn modelId="{1D2555C3-D840-41A0-B4C7-1EFB43325141}" type="presOf" srcId="{E59C7E3F-A32D-4ABD-8940-29DAAD0FB22F}" destId="{FAFCDA0A-4C1F-4BE2-9AB0-2D2DEFC348CB}" srcOrd="0" destOrd="1" presId="urn:microsoft.com/office/officeart/2018/5/layout/CenteredIconLabelDescriptionList"/>
    <dgm:cxn modelId="{44904ED5-27EC-4FA4-A05B-3365084E63EA}" type="presOf" srcId="{E46AD440-B370-4CF5-A6C3-F4799E3C705E}" destId="{769E05A9-C39E-42C3-9532-2994137BF193}" srcOrd="0" destOrd="0" presId="urn:microsoft.com/office/officeart/2018/5/layout/CenteredIconLabelDescriptionList"/>
    <dgm:cxn modelId="{4F3EBED7-C722-4E4D-95EA-1AADB281243D}" type="presOf" srcId="{F6A61FEF-3F42-40F2-84F1-775A15ED4528}" destId="{E161B1B5-4DE0-4D6A-A7EB-9935745ED6A5}" srcOrd="0" destOrd="1" presId="urn:microsoft.com/office/officeart/2018/5/layout/CenteredIconLabelDescriptionList"/>
    <dgm:cxn modelId="{107DABDB-0AE6-4F2C-8429-E21B1DBF8AD9}" type="presOf" srcId="{3B351208-6D5B-4654-BCCB-F5F1C49C4730}" destId="{4D28F6BF-2588-48FE-AF5D-C8A168516F07}" srcOrd="0" destOrd="0" presId="urn:microsoft.com/office/officeart/2018/5/layout/CenteredIconLabelDescriptionList"/>
    <dgm:cxn modelId="{79C38EE7-DFCE-4E6E-AF4D-40227C7A8789}" srcId="{C580F351-D3E7-465F-8E80-EFE17D14E6B8}" destId="{E46AD440-B370-4CF5-A6C3-F4799E3C705E}" srcOrd="3" destOrd="0" parTransId="{19AB83A9-C98C-4DAD-BE50-8CD4F2106148}" sibTransId="{23888245-05F5-4674-831A-F69C88D87F10}"/>
    <dgm:cxn modelId="{B72C82FD-2A59-4916-BE2D-9BE4986545F7}" type="presOf" srcId="{6A83E9CB-9D09-40C2-9234-A17832DD5C73}" destId="{3C183C3E-182B-4801-A2A9-7631B4990B7C}" srcOrd="0" destOrd="2" presId="urn:microsoft.com/office/officeart/2018/5/layout/CenteredIconLabelDescriptionList"/>
    <dgm:cxn modelId="{9AB4EF72-72C3-4059-A048-383B1DED380C}" type="presParOf" srcId="{06B968F4-CA3B-4E69-9FFB-879EAED99CA4}" destId="{44503A17-850C-40E5-BF3C-3C282D4DD150}" srcOrd="0" destOrd="0" presId="urn:microsoft.com/office/officeart/2018/5/layout/CenteredIconLabelDescriptionList"/>
    <dgm:cxn modelId="{802469A0-27AF-4978-A6E9-2848657B7175}" type="presParOf" srcId="{44503A17-850C-40E5-BF3C-3C282D4DD150}" destId="{2C1FA195-BE51-4393-B84C-6B218E90ED4C}" srcOrd="0" destOrd="0" presId="urn:microsoft.com/office/officeart/2018/5/layout/CenteredIconLabelDescriptionList"/>
    <dgm:cxn modelId="{585C12EC-A478-45CB-87E2-1A9765396705}" type="presParOf" srcId="{44503A17-850C-40E5-BF3C-3C282D4DD150}" destId="{ACEDF6EE-C59C-4F97-BFFE-126B331F14AF}" srcOrd="1" destOrd="0" presId="urn:microsoft.com/office/officeart/2018/5/layout/CenteredIconLabelDescriptionList"/>
    <dgm:cxn modelId="{832B9C73-D7F3-4A5E-A157-A33BE2FB9597}" type="presParOf" srcId="{44503A17-850C-40E5-BF3C-3C282D4DD150}" destId="{2E8235B2-A733-4EB4-94FE-2CD0502FAF6E}" srcOrd="2" destOrd="0" presId="urn:microsoft.com/office/officeart/2018/5/layout/CenteredIconLabelDescriptionList"/>
    <dgm:cxn modelId="{668F7521-9515-4859-A850-D38C39F89AEF}" type="presParOf" srcId="{44503A17-850C-40E5-BF3C-3C282D4DD150}" destId="{979BCE28-4BF3-425A-A814-49B0AD7BA95F}" srcOrd="3" destOrd="0" presId="urn:microsoft.com/office/officeart/2018/5/layout/CenteredIconLabelDescriptionList"/>
    <dgm:cxn modelId="{E529F7DE-F4B6-4754-9771-6B7C9573EA4F}" type="presParOf" srcId="{44503A17-850C-40E5-BF3C-3C282D4DD150}" destId="{E161B1B5-4DE0-4D6A-A7EB-9935745ED6A5}" srcOrd="4" destOrd="0" presId="urn:microsoft.com/office/officeart/2018/5/layout/CenteredIconLabelDescriptionList"/>
    <dgm:cxn modelId="{82C453FF-ABF3-4989-8AF6-7FE1E77E9D0B}" type="presParOf" srcId="{06B968F4-CA3B-4E69-9FFB-879EAED99CA4}" destId="{D1175885-0CD2-42C9-AC27-4B278A9BA170}" srcOrd="1" destOrd="0" presId="urn:microsoft.com/office/officeart/2018/5/layout/CenteredIconLabelDescriptionList"/>
    <dgm:cxn modelId="{717CA69B-AC01-4E71-86BB-5C998903ED11}" type="presParOf" srcId="{06B968F4-CA3B-4E69-9FFB-879EAED99CA4}" destId="{CB920ED6-C50F-4D75-BBB3-5FC4E0519DB7}" srcOrd="2" destOrd="0" presId="urn:microsoft.com/office/officeart/2018/5/layout/CenteredIconLabelDescriptionList"/>
    <dgm:cxn modelId="{9F561BC8-1D18-443D-AD6A-BFA9E5087704}" type="presParOf" srcId="{CB920ED6-C50F-4D75-BBB3-5FC4E0519DB7}" destId="{95737BFF-A64D-44EF-BC56-7640F8362B51}" srcOrd="0" destOrd="0" presId="urn:microsoft.com/office/officeart/2018/5/layout/CenteredIconLabelDescriptionList"/>
    <dgm:cxn modelId="{972C2DF6-BEE5-4F07-8565-E5E70D1FC26E}" type="presParOf" srcId="{CB920ED6-C50F-4D75-BBB3-5FC4E0519DB7}" destId="{48138E91-5AAD-4CD4-A1CB-EBEE24617EC0}" srcOrd="1" destOrd="0" presId="urn:microsoft.com/office/officeart/2018/5/layout/CenteredIconLabelDescriptionList"/>
    <dgm:cxn modelId="{EC58817B-DF92-4A01-8451-A9875D89995B}" type="presParOf" srcId="{CB920ED6-C50F-4D75-BBB3-5FC4E0519DB7}" destId="{4D28F6BF-2588-48FE-AF5D-C8A168516F07}" srcOrd="2" destOrd="0" presId="urn:microsoft.com/office/officeart/2018/5/layout/CenteredIconLabelDescriptionList"/>
    <dgm:cxn modelId="{639283E4-A982-49CA-B270-E6A051580949}" type="presParOf" srcId="{CB920ED6-C50F-4D75-BBB3-5FC4E0519DB7}" destId="{91DE3003-9E39-47B0-A7F2-6C04D51E28C7}" srcOrd="3" destOrd="0" presId="urn:microsoft.com/office/officeart/2018/5/layout/CenteredIconLabelDescriptionList"/>
    <dgm:cxn modelId="{820BE66C-CC70-4961-91C1-D49A39343DA4}" type="presParOf" srcId="{CB920ED6-C50F-4D75-BBB3-5FC4E0519DB7}" destId="{5B33DA04-DBAF-4302-8F2E-12CB78641820}" srcOrd="4" destOrd="0" presId="urn:microsoft.com/office/officeart/2018/5/layout/CenteredIconLabelDescriptionList"/>
    <dgm:cxn modelId="{A53815E9-D6FA-4D63-B293-18BDAB17FBBE}" type="presParOf" srcId="{06B968F4-CA3B-4E69-9FFB-879EAED99CA4}" destId="{16B64BCE-C250-4CF6-9733-80095A4628C6}" srcOrd="3" destOrd="0" presId="urn:microsoft.com/office/officeart/2018/5/layout/CenteredIconLabelDescriptionList"/>
    <dgm:cxn modelId="{B2986FFF-F129-46E5-BFB9-4D6DDE8DCFDB}" type="presParOf" srcId="{06B968F4-CA3B-4E69-9FFB-879EAED99CA4}" destId="{8F144D3B-26B5-417F-9CA4-5C624180150A}" srcOrd="4" destOrd="0" presId="urn:microsoft.com/office/officeart/2018/5/layout/CenteredIconLabelDescriptionList"/>
    <dgm:cxn modelId="{9BBB5946-CFF9-4FB6-A0F3-D4D6F671F768}" type="presParOf" srcId="{8F144D3B-26B5-417F-9CA4-5C624180150A}" destId="{EE4AA782-BFA0-4E8F-81AE-985ED55C8192}" srcOrd="0" destOrd="0" presId="urn:microsoft.com/office/officeart/2018/5/layout/CenteredIconLabelDescriptionList"/>
    <dgm:cxn modelId="{1A27323B-E765-45B8-A7DA-DE9A2B8CDB2E}" type="presParOf" srcId="{8F144D3B-26B5-417F-9CA4-5C624180150A}" destId="{0EB7C8AC-B9C3-44D9-BB39-1F26501C6CA6}" srcOrd="1" destOrd="0" presId="urn:microsoft.com/office/officeart/2018/5/layout/CenteredIconLabelDescriptionList"/>
    <dgm:cxn modelId="{011C66A2-C504-4CE4-AD9E-C820D9072AA4}" type="presParOf" srcId="{8F144D3B-26B5-417F-9CA4-5C624180150A}" destId="{C8417274-FCB4-4601-811D-6635DFEFA034}" srcOrd="2" destOrd="0" presId="urn:microsoft.com/office/officeart/2018/5/layout/CenteredIconLabelDescriptionList"/>
    <dgm:cxn modelId="{1BB868E1-2CF7-43BB-BAEF-66EF4F11C001}" type="presParOf" srcId="{8F144D3B-26B5-417F-9CA4-5C624180150A}" destId="{C1DD48F3-804C-452A-AD97-058A79163699}" srcOrd="3" destOrd="0" presId="urn:microsoft.com/office/officeart/2018/5/layout/CenteredIconLabelDescriptionList"/>
    <dgm:cxn modelId="{042FB5A1-9FAF-4AF8-9EC1-0ADB400F1005}" type="presParOf" srcId="{8F144D3B-26B5-417F-9CA4-5C624180150A}" destId="{FAFCDA0A-4C1F-4BE2-9AB0-2D2DEFC348CB}" srcOrd="4" destOrd="0" presId="urn:microsoft.com/office/officeart/2018/5/layout/CenteredIconLabelDescriptionList"/>
    <dgm:cxn modelId="{31E1A0DB-DD3C-466F-933C-FDAD4AA4B214}" type="presParOf" srcId="{06B968F4-CA3B-4E69-9FFB-879EAED99CA4}" destId="{69B45E0A-E4F1-4EA8-A87F-5D72F1DECB2B}" srcOrd="5" destOrd="0" presId="urn:microsoft.com/office/officeart/2018/5/layout/CenteredIconLabelDescriptionList"/>
    <dgm:cxn modelId="{128D84E2-23D1-4A91-93E8-A4FE434E8BD1}" type="presParOf" srcId="{06B968F4-CA3B-4E69-9FFB-879EAED99CA4}" destId="{6B5A85CE-1CAB-4E72-A97D-BAFD4524A203}" srcOrd="6" destOrd="0" presId="urn:microsoft.com/office/officeart/2018/5/layout/CenteredIconLabelDescriptionList"/>
    <dgm:cxn modelId="{B2FF816B-3520-4057-A5B3-9AE7FBE7DFA7}" type="presParOf" srcId="{6B5A85CE-1CAB-4E72-A97D-BAFD4524A203}" destId="{C8759415-3287-40C5-954B-59E1574232BE}" srcOrd="0" destOrd="0" presId="urn:microsoft.com/office/officeart/2018/5/layout/CenteredIconLabelDescriptionList"/>
    <dgm:cxn modelId="{7B759686-31C2-4AD1-9B1C-68578B1C35E1}" type="presParOf" srcId="{6B5A85CE-1CAB-4E72-A97D-BAFD4524A203}" destId="{E3753A47-B931-4929-90E7-46961B08978B}" srcOrd="1" destOrd="0" presId="urn:microsoft.com/office/officeart/2018/5/layout/CenteredIconLabelDescriptionList"/>
    <dgm:cxn modelId="{DCFDB812-E1C9-4A9A-8039-AE646DBC150E}" type="presParOf" srcId="{6B5A85CE-1CAB-4E72-A97D-BAFD4524A203}" destId="{769E05A9-C39E-42C3-9532-2994137BF193}" srcOrd="2" destOrd="0" presId="urn:microsoft.com/office/officeart/2018/5/layout/CenteredIconLabelDescriptionList"/>
    <dgm:cxn modelId="{7685A2BF-C726-4120-9797-39570386BE56}" type="presParOf" srcId="{6B5A85CE-1CAB-4E72-A97D-BAFD4524A203}" destId="{AA611763-60AF-460D-83B2-F3957D8E41C5}" srcOrd="3" destOrd="0" presId="urn:microsoft.com/office/officeart/2018/5/layout/CenteredIconLabelDescriptionList"/>
    <dgm:cxn modelId="{20D5AB3C-0110-4D55-A1F3-97B8B45F1B6E}" type="presParOf" srcId="{6B5A85CE-1CAB-4E72-A97D-BAFD4524A203}" destId="{3C183C3E-182B-4801-A2A9-7631B4990B7C}" srcOrd="4" destOrd="0" presId="urn:microsoft.com/office/officeart/2018/5/layout/CenteredIconLabelDescriptionList"/>
  </dgm:cxnLst>
  <dgm:bg/>
  <dgm:whole/>
  <dgm:extLst>
    <a:ext uri="http://schemas.microsoft.com/office/drawing/2008/diagram">
      <dsp:dataModelExt xmlns:dsp="http://schemas.microsoft.com/office/drawing/2008/diagram" relId="rId6" minVer="http://schemas.openxmlformats.org/drawingml/2006/diagram"/>
    </a:ext>
  </dgm:extLst>
</dgm:dataModel>
</file>

<file path=ppt/diagrams/data8.xml><?xml version="1.0" encoding="utf-8"?>
<dgm:dataModel xmlns:dgm="http://schemas.openxmlformats.org/drawingml/2006/diagram" xmlns:a="http://schemas.openxmlformats.org/drawingml/2006/main">
  <dgm:ptLst>
    <dgm:pt modelId="{94FE1012-4558-4CDC-ACD2-B9672BC2CA99}" type="doc">
      <dgm:prSet loTypeId="urn:microsoft.com/office/officeart/2018/5/layout/CenteredIconLabelDescriptionList" loCatId="icon" qsTypeId="urn:microsoft.com/office/officeart/2005/8/quickstyle/simple1" qsCatId="simple" csTypeId="urn:microsoft.com/office/officeart/2018/5/colors/Iconchunking_neutralbg_accent1_2" csCatId="accent1" phldr="1"/>
      <dgm:spPr/>
      <dgm:t>
        <a:bodyPr/>
        <a:lstStyle/>
        <a:p>
          <a:endParaRPr lang="en-US"/>
        </a:p>
      </dgm:t>
    </dgm:pt>
    <dgm:pt modelId="{202EA171-7DD0-4E9E-90FB-02D1E3AD1ABA}">
      <dgm:prSet/>
      <dgm:spPr/>
      <dgm:t>
        <a:bodyPr/>
        <a:lstStyle/>
        <a:p>
          <a:pPr>
            <a:lnSpc>
              <a:spcPct val="100000"/>
            </a:lnSpc>
            <a:defRPr b="1"/>
          </a:pPr>
          <a:r>
            <a:rPr lang="tr-TR" dirty="0"/>
            <a:t>Where is</a:t>
          </a:r>
          <a:endParaRPr lang="en-US" dirty="0"/>
        </a:p>
      </dgm:t>
    </dgm:pt>
    <dgm:pt modelId="{C115FBA8-5A4A-430E-A5D9-5E52D7BD3F74}" type="parTrans" cxnId="{C398E53A-1C30-4B6E-8D10-B705717744FB}">
      <dgm:prSet/>
      <dgm:spPr/>
      <dgm:t>
        <a:bodyPr/>
        <a:lstStyle/>
        <a:p>
          <a:endParaRPr lang="en-US"/>
        </a:p>
      </dgm:t>
    </dgm:pt>
    <dgm:pt modelId="{53CBBD6D-B14E-4D5D-8102-2FF4B1C10C53}" type="sibTrans" cxnId="{C398E53A-1C30-4B6E-8D10-B705717744FB}">
      <dgm:prSet/>
      <dgm:spPr/>
      <dgm:t>
        <a:bodyPr/>
        <a:lstStyle/>
        <a:p>
          <a:endParaRPr lang="en-US"/>
        </a:p>
      </dgm:t>
    </dgm:pt>
    <dgm:pt modelId="{1BD4F75E-B449-4BFD-885D-F89E66136FEC}">
      <dgm:prSet/>
      <dgm:spPr/>
      <dgm:t>
        <a:bodyPr/>
        <a:lstStyle/>
        <a:p>
          <a:pPr>
            <a:lnSpc>
              <a:spcPct val="100000"/>
            </a:lnSpc>
          </a:pPr>
          <a:r>
            <a:rPr lang="en-US" i="1" dirty="0"/>
            <a:t>Bob’s address? </a:t>
          </a:r>
        </a:p>
      </dgm:t>
    </dgm:pt>
    <dgm:pt modelId="{B5B1B45D-2CF1-4630-A5E8-1D950B261566}" type="parTrans" cxnId="{C2E29D9C-6B47-43E4-9374-BFA7457E6A23}">
      <dgm:prSet/>
      <dgm:spPr/>
      <dgm:t>
        <a:bodyPr/>
        <a:lstStyle/>
        <a:p>
          <a:endParaRPr lang="en-US"/>
        </a:p>
      </dgm:t>
    </dgm:pt>
    <dgm:pt modelId="{8C1497D6-FFBF-4FDC-A481-71A75E41F4F2}" type="sibTrans" cxnId="{C2E29D9C-6B47-43E4-9374-BFA7457E6A23}">
      <dgm:prSet/>
      <dgm:spPr/>
      <dgm:t>
        <a:bodyPr/>
        <a:lstStyle/>
        <a:p>
          <a:endParaRPr lang="en-US"/>
        </a:p>
      </dgm:t>
    </dgm:pt>
    <dgm:pt modelId="{EF9898D1-C0F1-4F2A-9436-B595FCD726F7}">
      <dgm:prSet/>
      <dgm:spPr/>
      <dgm:t>
        <a:bodyPr/>
        <a:lstStyle/>
        <a:p>
          <a:pPr>
            <a:lnSpc>
              <a:spcPct val="100000"/>
            </a:lnSpc>
          </a:pPr>
          <a:r>
            <a:rPr lang="en-US" i="1" dirty="0"/>
            <a:t>the 0.1 input “sent”</a:t>
          </a:r>
          <a:r>
            <a:rPr lang="tr-TR" i="1" dirty="0"/>
            <a:t> </a:t>
          </a:r>
          <a:r>
            <a:rPr lang="en-US" i="1" dirty="0"/>
            <a:t>by Alice? </a:t>
          </a:r>
        </a:p>
      </dgm:t>
    </dgm:pt>
    <dgm:pt modelId="{3B714CE9-7C41-4C92-B116-64A71887BDA3}" type="parTrans" cxnId="{FBC89E63-A148-431A-82F9-5682BE50EBBE}">
      <dgm:prSet/>
      <dgm:spPr/>
      <dgm:t>
        <a:bodyPr/>
        <a:lstStyle/>
        <a:p>
          <a:endParaRPr lang="en-US"/>
        </a:p>
      </dgm:t>
    </dgm:pt>
    <dgm:pt modelId="{119FA014-2324-4BF2-A54C-B2FEA5D44D1F}" type="sibTrans" cxnId="{FBC89E63-A148-431A-82F9-5682BE50EBBE}">
      <dgm:prSet/>
      <dgm:spPr/>
      <dgm:t>
        <a:bodyPr/>
        <a:lstStyle/>
        <a:p>
          <a:endParaRPr lang="en-US"/>
        </a:p>
      </dgm:t>
    </dgm:pt>
    <dgm:pt modelId="{06B0480F-7BAC-4EB5-A820-23A4F81CA270}">
      <dgm:prSet/>
      <dgm:spPr/>
      <dgm:t>
        <a:bodyPr/>
        <a:lstStyle/>
        <a:p>
          <a:pPr>
            <a:lnSpc>
              <a:spcPct val="100000"/>
            </a:lnSpc>
            <a:defRPr b="1"/>
          </a:pPr>
          <a:r>
            <a:rPr lang="tr-TR" dirty="0"/>
            <a:t>Not part of</a:t>
          </a:r>
          <a:r>
            <a:rPr lang="en-US" dirty="0"/>
            <a:t> bitcoin</a:t>
          </a:r>
        </a:p>
      </dgm:t>
    </dgm:pt>
    <dgm:pt modelId="{5F33F61A-DC93-4EAA-A5A3-493F3977B5B6}" type="parTrans" cxnId="{D6EABB46-079B-49FF-8DFA-0531ED720530}">
      <dgm:prSet/>
      <dgm:spPr/>
      <dgm:t>
        <a:bodyPr/>
        <a:lstStyle/>
        <a:p>
          <a:endParaRPr lang="en-US"/>
        </a:p>
      </dgm:t>
    </dgm:pt>
    <dgm:pt modelId="{FBD6A2D4-5BD0-45F3-9E2C-1732BF7E9395}" type="sibTrans" cxnId="{D6EABB46-079B-49FF-8DFA-0531ED720530}">
      <dgm:prSet/>
      <dgm:spPr/>
      <dgm:t>
        <a:bodyPr/>
        <a:lstStyle/>
        <a:p>
          <a:endParaRPr lang="en-US"/>
        </a:p>
      </dgm:t>
    </dgm:pt>
    <dgm:pt modelId="{5F84DA69-8443-4650-A710-334623A7F40C}">
      <dgm:prSet/>
      <dgm:spPr/>
      <dgm:t>
        <a:bodyPr/>
        <a:lstStyle/>
        <a:p>
          <a:pPr>
            <a:lnSpc>
              <a:spcPct val="100000"/>
            </a:lnSpc>
          </a:pPr>
          <a:r>
            <a:rPr lang="en-US" dirty="0"/>
            <a:t>coins</a:t>
          </a:r>
        </a:p>
      </dgm:t>
    </dgm:pt>
    <dgm:pt modelId="{4618BE10-FFCF-4610-9EA5-C155EC1D16B8}" type="parTrans" cxnId="{DEA2EB9B-F487-41D1-B6D8-B841D1DE3FAE}">
      <dgm:prSet/>
      <dgm:spPr/>
      <dgm:t>
        <a:bodyPr/>
        <a:lstStyle/>
        <a:p>
          <a:endParaRPr lang="en-US"/>
        </a:p>
      </dgm:t>
    </dgm:pt>
    <dgm:pt modelId="{28C7EBE8-5340-499C-B7E3-AE0CF8C78105}" type="sibTrans" cxnId="{DEA2EB9B-F487-41D1-B6D8-B841D1DE3FAE}">
      <dgm:prSet/>
      <dgm:spPr/>
      <dgm:t>
        <a:bodyPr/>
        <a:lstStyle/>
        <a:p>
          <a:endParaRPr lang="en-US"/>
        </a:p>
      </dgm:t>
    </dgm:pt>
    <dgm:pt modelId="{4868A8F6-7489-4F0A-8C78-4A3A96F82A75}">
      <dgm:prSet/>
      <dgm:spPr/>
      <dgm:t>
        <a:bodyPr/>
        <a:lstStyle/>
        <a:p>
          <a:pPr>
            <a:lnSpc>
              <a:spcPct val="100000"/>
            </a:lnSpc>
          </a:pPr>
          <a:r>
            <a:rPr lang="en-US" dirty="0"/>
            <a:t>senders</a:t>
          </a:r>
        </a:p>
      </dgm:t>
    </dgm:pt>
    <dgm:pt modelId="{EA107AB1-1839-4418-BD70-A587F9249449}" type="parTrans" cxnId="{2549760F-2483-4122-AC96-C680BC5B364D}">
      <dgm:prSet/>
      <dgm:spPr/>
      <dgm:t>
        <a:bodyPr/>
        <a:lstStyle/>
        <a:p>
          <a:endParaRPr lang="en-US"/>
        </a:p>
      </dgm:t>
    </dgm:pt>
    <dgm:pt modelId="{3217161D-0A27-4EF7-B623-6D043B6C4241}" type="sibTrans" cxnId="{2549760F-2483-4122-AC96-C680BC5B364D}">
      <dgm:prSet/>
      <dgm:spPr/>
      <dgm:t>
        <a:bodyPr/>
        <a:lstStyle/>
        <a:p>
          <a:endParaRPr lang="en-US"/>
        </a:p>
      </dgm:t>
    </dgm:pt>
    <dgm:pt modelId="{63129259-0000-48BA-B24B-6D86D9B02E49}">
      <dgm:prSet/>
      <dgm:spPr/>
      <dgm:t>
        <a:bodyPr/>
        <a:lstStyle/>
        <a:p>
          <a:pPr>
            <a:lnSpc>
              <a:spcPct val="100000"/>
            </a:lnSpc>
          </a:pPr>
          <a:r>
            <a:rPr lang="en-US" dirty="0"/>
            <a:t>recipients</a:t>
          </a:r>
        </a:p>
      </dgm:t>
    </dgm:pt>
    <dgm:pt modelId="{6B39E894-8B6E-4F7F-B832-BA5B96D413D4}" type="parTrans" cxnId="{7B4365B5-CB26-45E6-BA01-EFC8BEE913C1}">
      <dgm:prSet/>
      <dgm:spPr/>
      <dgm:t>
        <a:bodyPr/>
        <a:lstStyle/>
        <a:p>
          <a:endParaRPr lang="en-US"/>
        </a:p>
      </dgm:t>
    </dgm:pt>
    <dgm:pt modelId="{C94AEA49-0707-468F-83CA-FD243CCE54F6}" type="sibTrans" cxnId="{7B4365B5-CB26-45E6-BA01-EFC8BEE913C1}">
      <dgm:prSet/>
      <dgm:spPr/>
      <dgm:t>
        <a:bodyPr/>
        <a:lstStyle/>
        <a:p>
          <a:endParaRPr lang="en-US"/>
        </a:p>
      </dgm:t>
    </dgm:pt>
    <dgm:pt modelId="{F0B27901-4D69-4AB7-8DB4-F4F17138389A}">
      <dgm:prSet/>
      <dgm:spPr/>
      <dgm:t>
        <a:bodyPr/>
        <a:lstStyle/>
        <a:p>
          <a:pPr>
            <a:lnSpc>
              <a:spcPct val="100000"/>
            </a:lnSpc>
          </a:pPr>
          <a:r>
            <a:rPr lang="en-US" dirty="0"/>
            <a:t>balances</a:t>
          </a:r>
        </a:p>
      </dgm:t>
    </dgm:pt>
    <dgm:pt modelId="{CC91CBBA-F9BE-4C27-A8B3-E44B63020629}" type="parTrans" cxnId="{9C34F704-93C3-428D-8322-0F03F6B518A0}">
      <dgm:prSet/>
      <dgm:spPr/>
      <dgm:t>
        <a:bodyPr/>
        <a:lstStyle/>
        <a:p>
          <a:endParaRPr lang="en-US"/>
        </a:p>
      </dgm:t>
    </dgm:pt>
    <dgm:pt modelId="{A22B13AF-95DA-4450-A67B-51E9AAC9F4DC}" type="sibTrans" cxnId="{9C34F704-93C3-428D-8322-0F03F6B518A0}">
      <dgm:prSet/>
      <dgm:spPr/>
      <dgm:t>
        <a:bodyPr/>
        <a:lstStyle/>
        <a:p>
          <a:endParaRPr lang="en-US"/>
        </a:p>
      </dgm:t>
    </dgm:pt>
    <dgm:pt modelId="{82556135-2077-450E-9C26-BEB232C66E55}">
      <dgm:prSet/>
      <dgm:spPr/>
      <dgm:t>
        <a:bodyPr/>
        <a:lstStyle/>
        <a:p>
          <a:pPr>
            <a:lnSpc>
              <a:spcPct val="100000"/>
            </a:lnSpc>
          </a:pPr>
          <a:r>
            <a:rPr lang="en-US" dirty="0"/>
            <a:t>accounts</a:t>
          </a:r>
        </a:p>
      </dgm:t>
    </dgm:pt>
    <dgm:pt modelId="{062CC8CF-920A-4F1A-9471-ED20CAA32825}" type="parTrans" cxnId="{4FA1082A-D846-4715-AC94-2C7F607C9C64}">
      <dgm:prSet/>
      <dgm:spPr/>
      <dgm:t>
        <a:bodyPr/>
        <a:lstStyle/>
        <a:p>
          <a:endParaRPr lang="en-US"/>
        </a:p>
      </dgm:t>
    </dgm:pt>
    <dgm:pt modelId="{9640E6DB-8830-4829-9CD2-13746564803B}" type="sibTrans" cxnId="{4FA1082A-D846-4715-AC94-2C7F607C9C64}">
      <dgm:prSet/>
      <dgm:spPr/>
      <dgm:t>
        <a:bodyPr/>
        <a:lstStyle/>
        <a:p>
          <a:endParaRPr lang="en-US"/>
        </a:p>
      </dgm:t>
    </dgm:pt>
    <dgm:pt modelId="{36B04F6E-5A2D-40E5-B3B0-C7147AE182E0}">
      <dgm:prSet/>
      <dgm:spPr/>
      <dgm:t>
        <a:bodyPr/>
        <a:lstStyle/>
        <a:p>
          <a:pPr>
            <a:lnSpc>
              <a:spcPct val="100000"/>
            </a:lnSpc>
          </a:pPr>
          <a:r>
            <a:rPr lang="en-US" dirty="0"/>
            <a:t>addresses</a:t>
          </a:r>
        </a:p>
      </dgm:t>
    </dgm:pt>
    <dgm:pt modelId="{EEA8DC9C-95AA-4B9E-8148-11A4C9D20B5D}" type="parTrans" cxnId="{77390D4B-DB99-4D49-AFDD-53D2F81A4134}">
      <dgm:prSet/>
      <dgm:spPr/>
      <dgm:t>
        <a:bodyPr/>
        <a:lstStyle/>
        <a:p>
          <a:endParaRPr lang="en-US"/>
        </a:p>
      </dgm:t>
    </dgm:pt>
    <dgm:pt modelId="{FE430399-98D1-4174-A4CC-889E9A21E2EA}" type="sibTrans" cxnId="{77390D4B-DB99-4D49-AFDD-53D2F81A4134}">
      <dgm:prSet/>
      <dgm:spPr/>
      <dgm:t>
        <a:bodyPr/>
        <a:lstStyle/>
        <a:p>
          <a:endParaRPr lang="en-US"/>
        </a:p>
      </dgm:t>
    </dgm:pt>
    <dgm:pt modelId="{22FD889E-C5C7-4EE7-ABC8-0A151FAB8366}">
      <dgm:prSet/>
      <dgm:spPr/>
      <dgm:t>
        <a:bodyPr/>
        <a:lstStyle/>
        <a:p>
          <a:pPr>
            <a:lnSpc>
              <a:spcPct val="100000"/>
            </a:lnSpc>
          </a:pPr>
          <a:r>
            <a:rPr lang="en-US" i="1" dirty="0"/>
            <a:t>Alice’s address? </a:t>
          </a:r>
          <a:endParaRPr lang="en-US" dirty="0"/>
        </a:p>
      </dgm:t>
    </dgm:pt>
    <dgm:pt modelId="{14FE286A-66F1-4BE6-9F5D-C9D5AB71A463}" type="parTrans" cxnId="{40A395CA-D524-4F5D-9D2B-6C5338954671}">
      <dgm:prSet/>
      <dgm:spPr/>
      <dgm:t>
        <a:bodyPr/>
        <a:lstStyle/>
        <a:p>
          <a:endParaRPr lang="en-US"/>
        </a:p>
      </dgm:t>
    </dgm:pt>
    <dgm:pt modelId="{8B017EF4-DF16-4E40-86C5-8852002A77E2}" type="sibTrans" cxnId="{40A395CA-D524-4F5D-9D2B-6C5338954671}">
      <dgm:prSet/>
      <dgm:spPr/>
      <dgm:t>
        <a:bodyPr/>
        <a:lstStyle/>
        <a:p>
          <a:endParaRPr lang="en-US"/>
        </a:p>
      </dgm:t>
    </dgm:pt>
    <dgm:pt modelId="{59CA0E44-2FA1-474E-AE5A-EDBE2759DC1D}" type="pres">
      <dgm:prSet presAssocID="{94FE1012-4558-4CDC-ACD2-B9672BC2CA99}" presName="root" presStyleCnt="0">
        <dgm:presLayoutVars>
          <dgm:dir/>
          <dgm:resizeHandles val="exact"/>
        </dgm:presLayoutVars>
      </dgm:prSet>
      <dgm:spPr/>
    </dgm:pt>
    <dgm:pt modelId="{42A30E14-009B-4C99-A242-29E16F5116D2}" type="pres">
      <dgm:prSet presAssocID="{202EA171-7DD0-4E9E-90FB-02D1E3AD1ABA}" presName="compNode" presStyleCnt="0"/>
      <dgm:spPr/>
    </dgm:pt>
    <dgm:pt modelId="{B73B61A8-1C51-4CD5-A1B1-07835473652F}" type="pres">
      <dgm:prSet presAssocID="{202EA171-7DD0-4E9E-90FB-02D1E3AD1ABA}" presName="iconRect" presStyleLbl="node1" presStyleIdx="0" presStyleCnt="2"/>
      <dgm:spPr>
        <a:blipFill>
          <a:blip xmlns:r="http://schemas.openxmlformats.org/officeDocument/2006/relationships" r:embed="rId1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2"/>
              </a:ext>
            </a:extLst>
          </a:blip>
          <a:stretch>
            <a:fillRect/>
          </a:stretch>
        </a:blipFill>
        <a:ln>
          <a:noFill/>
        </a:ln>
      </dgm:spPr>
      <dgm:extLst>
        <a:ext uri="{E40237B7-FDA0-4F09-8148-C483321AD2D9}">
          <dgm14:cNvPr xmlns:dgm14="http://schemas.microsoft.com/office/drawing/2010/diagram" id="0" name="" descr="Questions"/>
        </a:ext>
      </dgm:extLst>
    </dgm:pt>
    <dgm:pt modelId="{D6644498-0DA0-4117-A628-E8A843DB6C2D}" type="pres">
      <dgm:prSet presAssocID="{202EA171-7DD0-4E9E-90FB-02D1E3AD1ABA}" presName="iconSpace" presStyleCnt="0"/>
      <dgm:spPr/>
    </dgm:pt>
    <dgm:pt modelId="{95249F27-EAB7-4CAC-B41F-7984F8E18BA4}" type="pres">
      <dgm:prSet presAssocID="{202EA171-7DD0-4E9E-90FB-02D1E3AD1ABA}" presName="parTx" presStyleLbl="revTx" presStyleIdx="0" presStyleCnt="4">
        <dgm:presLayoutVars>
          <dgm:chMax val="0"/>
          <dgm:chPref val="0"/>
        </dgm:presLayoutVars>
      </dgm:prSet>
      <dgm:spPr/>
    </dgm:pt>
    <dgm:pt modelId="{141070A4-3943-48B9-908D-1B5EFE7A3226}" type="pres">
      <dgm:prSet presAssocID="{202EA171-7DD0-4E9E-90FB-02D1E3AD1ABA}" presName="txSpace" presStyleCnt="0"/>
      <dgm:spPr/>
    </dgm:pt>
    <dgm:pt modelId="{BEA93B81-B78E-4F3D-9258-083C233CE72D}" type="pres">
      <dgm:prSet presAssocID="{202EA171-7DD0-4E9E-90FB-02D1E3AD1ABA}" presName="desTx" presStyleLbl="revTx" presStyleIdx="1" presStyleCnt="4">
        <dgm:presLayoutVars/>
      </dgm:prSet>
      <dgm:spPr/>
    </dgm:pt>
    <dgm:pt modelId="{8DF3FE39-6651-4AF9-AD11-57E6622305DD}" type="pres">
      <dgm:prSet presAssocID="{53CBBD6D-B14E-4D5D-8102-2FF4B1C10C53}" presName="sibTrans" presStyleCnt="0"/>
      <dgm:spPr/>
    </dgm:pt>
    <dgm:pt modelId="{4EB28269-7512-46F0-8942-E416185750AC}" type="pres">
      <dgm:prSet presAssocID="{06B0480F-7BAC-4EB5-A820-23A4F81CA270}" presName="compNode" presStyleCnt="0"/>
      <dgm:spPr/>
    </dgm:pt>
    <dgm:pt modelId="{775425AD-8D12-4312-9F2D-D6D4FDB5FCB9}" type="pres">
      <dgm:prSet presAssocID="{06B0480F-7BAC-4EB5-A820-23A4F81CA270}" presName="iconRect" presStyleLbl="node1" presStyleIdx="1" presStyleCnt="2"/>
      <dgm:spPr>
        <a:blipFill>
          <a:blip xmlns:r="http://schemas.openxmlformats.org/officeDocument/2006/relationships" r:embed="rId3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4"/>
              </a:ext>
            </a:extLst>
          </a:blip>
          <a:stretch>
            <a:fillRect/>
          </a:stretch>
        </a:blipFill>
        <a:ln>
          <a:noFill/>
        </a:ln>
      </dgm:spPr>
      <dgm:extLst>
        <a:ext uri="{E40237B7-FDA0-4F09-8148-C483321AD2D9}">
          <dgm14:cNvPr xmlns:dgm14="http://schemas.microsoft.com/office/drawing/2010/diagram" id="0" name="" descr="Bitcoin"/>
        </a:ext>
      </dgm:extLst>
    </dgm:pt>
    <dgm:pt modelId="{711A8914-BE4C-47D5-A77C-C537F0C73A99}" type="pres">
      <dgm:prSet presAssocID="{06B0480F-7BAC-4EB5-A820-23A4F81CA270}" presName="iconSpace" presStyleCnt="0"/>
      <dgm:spPr/>
    </dgm:pt>
    <dgm:pt modelId="{196CF90F-5354-48A7-A971-34C5E4D95334}" type="pres">
      <dgm:prSet presAssocID="{06B0480F-7BAC-4EB5-A820-23A4F81CA270}" presName="parTx" presStyleLbl="revTx" presStyleIdx="2" presStyleCnt="4">
        <dgm:presLayoutVars>
          <dgm:chMax val="0"/>
          <dgm:chPref val="0"/>
        </dgm:presLayoutVars>
      </dgm:prSet>
      <dgm:spPr/>
    </dgm:pt>
    <dgm:pt modelId="{83536A84-3A05-47D6-9567-A5223C0EB3BC}" type="pres">
      <dgm:prSet presAssocID="{06B0480F-7BAC-4EB5-A820-23A4F81CA270}" presName="txSpace" presStyleCnt="0"/>
      <dgm:spPr/>
    </dgm:pt>
    <dgm:pt modelId="{A55F0006-CC9F-4931-B3E1-F483869272A5}" type="pres">
      <dgm:prSet presAssocID="{06B0480F-7BAC-4EB5-A820-23A4F81CA270}" presName="desTx" presStyleLbl="revTx" presStyleIdx="3" presStyleCnt="4">
        <dgm:presLayoutVars/>
      </dgm:prSet>
      <dgm:spPr/>
    </dgm:pt>
  </dgm:ptLst>
  <dgm:cxnLst>
    <dgm:cxn modelId="{9C34F704-93C3-428D-8322-0F03F6B518A0}" srcId="{06B0480F-7BAC-4EB5-A820-23A4F81CA270}" destId="{F0B27901-4D69-4AB7-8DB4-F4F17138389A}" srcOrd="3" destOrd="0" parTransId="{CC91CBBA-F9BE-4C27-A8B3-E44B63020629}" sibTransId="{A22B13AF-95DA-4450-A67B-51E9AAC9F4DC}"/>
    <dgm:cxn modelId="{2549760F-2483-4122-AC96-C680BC5B364D}" srcId="{06B0480F-7BAC-4EB5-A820-23A4F81CA270}" destId="{4868A8F6-7489-4F0A-8C78-4A3A96F82A75}" srcOrd="1" destOrd="0" parTransId="{EA107AB1-1839-4418-BD70-A587F9249449}" sibTransId="{3217161D-0A27-4EF7-B623-6D043B6C4241}"/>
    <dgm:cxn modelId="{206E0A1B-97BE-48F9-B608-C0510829BFE6}" type="presOf" srcId="{22FD889E-C5C7-4EE7-ABC8-0A151FAB8366}" destId="{BEA93B81-B78E-4F3D-9258-083C233CE72D}" srcOrd="0" destOrd="0" presId="urn:microsoft.com/office/officeart/2018/5/layout/CenteredIconLabelDescriptionList"/>
    <dgm:cxn modelId="{7DFDF71F-B567-425A-B0A4-7FC6FCC099CC}" type="presOf" srcId="{5F84DA69-8443-4650-A710-334623A7F40C}" destId="{A55F0006-CC9F-4931-B3E1-F483869272A5}" srcOrd="0" destOrd="0" presId="urn:microsoft.com/office/officeart/2018/5/layout/CenteredIconLabelDescriptionList"/>
    <dgm:cxn modelId="{4FA1082A-D846-4715-AC94-2C7F607C9C64}" srcId="{06B0480F-7BAC-4EB5-A820-23A4F81CA270}" destId="{82556135-2077-450E-9C26-BEB232C66E55}" srcOrd="4" destOrd="0" parTransId="{062CC8CF-920A-4F1A-9471-ED20CAA32825}" sibTransId="{9640E6DB-8830-4829-9CD2-13746564803B}"/>
    <dgm:cxn modelId="{0018CA2D-CD3F-47C9-91F1-02803762CEA5}" type="presOf" srcId="{36B04F6E-5A2D-40E5-B3B0-C7147AE182E0}" destId="{A55F0006-CC9F-4931-B3E1-F483869272A5}" srcOrd="0" destOrd="5" presId="urn:microsoft.com/office/officeart/2018/5/layout/CenteredIconLabelDescriptionList"/>
    <dgm:cxn modelId="{C398E53A-1C30-4B6E-8D10-B705717744FB}" srcId="{94FE1012-4558-4CDC-ACD2-B9672BC2CA99}" destId="{202EA171-7DD0-4E9E-90FB-02D1E3AD1ABA}" srcOrd="0" destOrd="0" parTransId="{C115FBA8-5A4A-430E-A5D9-5E52D7BD3F74}" sibTransId="{53CBBD6D-B14E-4D5D-8102-2FF4B1C10C53}"/>
    <dgm:cxn modelId="{FBC89E63-A148-431A-82F9-5682BE50EBBE}" srcId="{202EA171-7DD0-4E9E-90FB-02D1E3AD1ABA}" destId="{EF9898D1-C0F1-4F2A-9436-B595FCD726F7}" srcOrd="2" destOrd="0" parTransId="{3B714CE9-7C41-4C92-B116-64A71887BDA3}" sibTransId="{119FA014-2324-4BF2-A54C-B2FEA5D44D1F}"/>
    <dgm:cxn modelId="{D6EABB46-079B-49FF-8DFA-0531ED720530}" srcId="{94FE1012-4558-4CDC-ACD2-B9672BC2CA99}" destId="{06B0480F-7BAC-4EB5-A820-23A4F81CA270}" srcOrd="1" destOrd="0" parTransId="{5F33F61A-DC93-4EAA-A5A3-493F3977B5B6}" sibTransId="{FBD6A2D4-5BD0-45F3-9E2C-1732BF7E9395}"/>
    <dgm:cxn modelId="{77390D4B-DB99-4D49-AFDD-53D2F81A4134}" srcId="{06B0480F-7BAC-4EB5-A820-23A4F81CA270}" destId="{36B04F6E-5A2D-40E5-B3B0-C7147AE182E0}" srcOrd="5" destOrd="0" parTransId="{EEA8DC9C-95AA-4B9E-8148-11A4C9D20B5D}" sibTransId="{FE430399-98D1-4174-A4CC-889E9A21E2EA}"/>
    <dgm:cxn modelId="{44CE3C52-3081-46FF-831F-A0F0FDCB9D1D}" type="presOf" srcId="{1BD4F75E-B449-4BFD-885D-F89E66136FEC}" destId="{BEA93B81-B78E-4F3D-9258-083C233CE72D}" srcOrd="0" destOrd="1" presId="urn:microsoft.com/office/officeart/2018/5/layout/CenteredIconLabelDescriptionList"/>
    <dgm:cxn modelId="{904FD878-2130-4659-B306-66B6E3782920}" type="presOf" srcId="{82556135-2077-450E-9C26-BEB232C66E55}" destId="{A55F0006-CC9F-4931-B3E1-F483869272A5}" srcOrd="0" destOrd="4" presId="urn:microsoft.com/office/officeart/2018/5/layout/CenteredIconLabelDescriptionList"/>
    <dgm:cxn modelId="{DEA2EB9B-F487-41D1-B6D8-B841D1DE3FAE}" srcId="{06B0480F-7BAC-4EB5-A820-23A4F81CA270}" destId="{5F84DA69-8443-4650-A710-334623A7F40C}" srcOrd="0" destOrd="0" parTransId="{4618BE10-FFCF-4610-9EA5-C155EC1D16B8}" sibTransId="{28C7EBE8-5340-499C-B7E3-AE0CF8C78105}"/>
    <dgm:cxn modelId="{29E7EE9B-BB8D-4E63-B68C-F34BA1460313}" type="presOf" srcId="{4868A8F6-7489-4F0A-8C78-4A3A96F82A75}" destId="{A55F0006-CC9F-4931-B3E1-F483869272A5}" srcOrd="0" destOrd="1" presId="urn:microsoft.com/office/officeart/2018/5/layout/CenteredIconLabelDescriptionList"/>
    <dgm:cxn modelId="{C2E29D9C-6B47-43E4-9374-BFA7457E6A23}" srcId="{202EA171-7DD0-4E9E-90FB-02D1E3AD1ABA}" destId="{1BD4F75E-B449-4BFD-885D-F89E66136FEC}" srcOrd="1" destOrd="0" parTransId="{B5B1B45D-2CF1-4630-A5E8-1D950B261566}" sibTransId="{8C1497D6-FFBF-4FDC-A481-71A75E41F4F2}"/>
    <dgm:cxn modelId="{7B4365B5-CB26-45E6-BA01-EFC8BEE913C1}" srcId="{06B0480F-7BAC-4EB5-A820-23A4F81CA270}" destId="{63129259-0000-48BA-B24B-6D86D9B02E49}" srcOrd="2" destOrd="0" parTransId="{6B39E894-8B6E-4F7F-B832-BA5B96D413D4}" sibTransId="{C94AEA49-0707-468F-83CA-FD243CCE54F6}"/>
    <dgm:cxn modelId="{DCBCDEB5-C6E8-44D8-98C1-9E693005FAF4}" type="presOf" srcId="{63129259-0000-48BA-B24B-6D86D9B02E49}" destId="{A55F0006-CC9F-4931-B3E1-F483869272A5}" srcOrd="0" destOrd="2" presId="urn:microsoft.com/office/officeart/2018/5/layout/CenteredIconLabelDescriptionList"/>
    <dgm:cxn modelId="{1F839CC4-29E2-4C1B-AC48-7DAED10342A5}" type="presOf" srcId="{202EA171-7DD0-4E9E-90FB-02D1E3AD1ABA}" destId="{95249F27-EAB7-4CAC-B41F-7984F8E18BA4}" srcOrd="0" destOrd="0" presId="urn:microsoft.com/office/officeart/2018/5/layout/CenteredIconLabelDescriptionList"/>
    <dgm:cxn modelId="{934FE2C4-C349-4EA7-809E-42211BCA4B91}" type="presOf" srcId="{06B0480F-7BAC-4EB5-A820-23A4F81CA270}" destId="{196CF90F-5354-48A7-A971-34C5E4D95334}" srcOrd="0" destOrd="0" presId="urn:microsoft.com/office/officeart/2018/5/layout/CenteredIconLabelDescriptionList"/>
    <dgm:cxn modelId="{40A395CA-D524-4F5D-9D2B-6C5338954671}" srcId="{202EA171-7DD0-4E9E-90FB-02D1E3AD1ABA}" destId="{22FD889E-C5C7-4EE7-ABC8-0A151FAB8366}" srcOrd="0" destOrd="0" parTransId="{14FE286A-66F1-4BE6-9F5D-C9D5AB71A463}" sibTransId="{8B017EF4-DF16-4E40-86C5-8852002A77E2}"/>
    <dgm:cxn modelId="{71B0C9D0-D9E0-41A7-AB5F-05126EF2B03B}" type="presOf" srcId="{F0B27901-4D69-4AB7-8DB4-F4F17138389A}" destId="{A55F0006-CC9F-4931-B3E1-F483869272A5}" srcOrd="0" destOrd="3" presId="urn:microsoft.com/office/officeart/2018/5/layout/CenteredIconLabelDescriptionList"/>
    <dgm:cxn modelId="{5FBCEFDD-2124-4326-98A7-09810A40C15E}" type="presOf" srcId="{94FE1012-4558-4CDC-ACD2-B9672BC2CA99}" destId="{59CA0E44-2FA1-474E-AE5A-EDBE2759DC1D}" srcOrd="0" destOrd="0" presId="urn:microsoft.com/office/officeart/2018/5/layout/CenteredIconLabelDescriptionList"/>
    <dgm:cxn modelId="{836D97DF-B1E3-4402-9AAF-59D28544130F}" type="presOf" srcId="{EF9898D1-C0F1-4F2A-9436-B595FCD726F7}" destId="{BEA93B81-B78E-4F3D-9258-083C233CE72D}" srcOrd="0" destOrd="2" presId="urn:microsoft.com/office/officeart/2018/5/layout/CenteredIconLabelDescriptionList"/>
    <dgm:cxn modelId="{46D94954-6AB2-4A94-A075-7AAB279BEC71}" type="presParOf" srcId="{59CA0E44-2FA1-474E-AE5A-EDBE2759DC1D}" destId="{42A30E14-009B-4C99-A242-29E16F5116D2}" srcOrd="0" destOrd="0" presId="urn:microsoft.com/office/officeart/2018/5/layout/CenteredIconLabelDescriptionList"/>
    <dgm:cxn modelId="{9E7A8EC7-29A6-414A-B1A4-0FD616BA60E3}" type="presParOf" srcId="{42A30E14-009B-4C99-A242-29E16F5116D2}" destId="{B73B61A8-1C51-4CD5-A1B1-07835473652F}" srcOrd="0" destOrd="0" presId="urn:microsoft.com/office/officeart/2018/5/layout/CenteredIconLabelDescriptionList"/>
    <dgm:cxn modelId="{DF974E84-1EFC-4304-9EA1-68D6495A7F7E}" type="presParOf" srcId="{42A30E14-009B-4C99-A242-29E16F5116D2}" destId="{D6644498-0DA0-4117-A628-E8A843DB6C2D}" srcOrd="1" destOrd="0" presId="urn:microsoft.com/office/officeart/2018/5/layout/CenteredIconLabelDescriptionList"/>
    <dgm:cxn modelId="{85D20834-591E-4F72-A43A-2112F857DEDA}" type="presParOf" srcId="{42A30E14-009B-4C99-A242-29E16F5116D2}" destId="{95249F27-EAB7-4CAC-B41F-7984F8E18BA4}" srcOrd="2" destOrd="0" presId="urn:microsoft.com/office/officeart/2018/5/layout/CenteredIconLabelDescriptionList"/>
    <dgm:cxn modelId="{BCF9B429-9713-43FE-A222-E702F396139F}" type="presParOf" srcId="{42A30E14-009B-4C99-A242-29E16F5116D2}" destId="{141070A4-3943-48B9-908D-1B5EFE7A3226}" srcOrd="3" destOrd="0" presId="urn:microsoft.com/office/officeart/2018/5/layout/CenteredIconLabelDescriptionList"/>
    <dgm:cxn modelId="{D075E84B-C3F5-4AC6-ADD2-0216CE80F7D4}" type="presParOf" srcId="{42A30E14-009B-4C99-A242-29E16F5116D2}" destId="{BEA93B81-B78E-4F3D-9258-083C233CE72D}" srcOrd="4" destOrd="0" presId="urn:microsoft.com/office/officeart/2018/5/layout/CenteredIconLabelDescriptionList"/>
    <dgm:cxn modelId="{10C6005D-B672-44B6-BF91-A5745F813D09}" type="presParOf" srcId="{59CA0E44-2FA1-474E-AE5A-EDBE2759DC1D}" destId="{8DF3FE39-6651-4AF9-AD11-57E6622305DD}" srcOrd="1" destOrd="0" presId="urn:microsoft.com/office/officeart/2018/5/layout/CenteredIconLabelDescriptionList"/>
    <dgm:cxn modelId="{686C3E7F-B615-41AE-BB32-AFD17AF7753F}" type="presParOf" srcId="{59CA0E44-2FA1-474E-AE5A-EDBE2759DC1D}" destId="{4EB28269-7512-46F0-8942-E416185750AC}" srcOrd="2" destOrd="0" presId="urn:microsoft.com/office/officeart/2018/5/layout/CenteredIconLabelDescriptionList"/>
    <dgm:cxn modelId="{7685B4B7-A457-44D1-AA15-2C94E39D0007}" type="presParOf" srcId="{4EB28269-7512-46F0-8942-E416185750AC}" destId="{775425AD-8D12-4312-9F2D-D6D4FDB5FCB9}" srcOrd="0" destOrd="0" presId="urn:microsoft.com/office/officeart/2018/5/layout/CenteredIconLabelDescriptionList"/>
    <dgm:cxn modelId="{399B7348-7B2B-448C-ADC7-2239DAE9C8A5}" type="presParOf" srcId="{4EB28269-7512-46F0-8942-E416185750AC}" destId="{711A8914-BE4C-47D5-A77C-C537F0C73A99}" srcOrd="1" destOrd="0" presId="urn:microsoft.com/office/officeart/2018/5/layout/CenteredIconLabelDescriptionList"/>
    <dgm:cxn modelId="{25081794-E253-41A2-9F0E-DD179A33C5D1}" type="presParOf" srcId="{4EB28269-7512-46F0-8942-E416185750AC}" destId="{196CF90F-5354-48A7-A971-34C5E4D95334}" srcOrd="2" destOrd="0" presId="urn:microsoft.com/office/officeart/2018/5/layout/CenteredIconLabelDescriptionList"/>
    <dgm:cxn modelId="{561C8010-6DB4-4933-9531-BA808EB932D4}" type="presParOf" srcId="{4EB28269-7512-46F0-8942-E416185750AC}" destId="{83536A84-3A05-47D6-9567-A5223C0EB3BC}" srcOrd="3" destOrd="0" presId="urn:microsoft.com/office/officeart/2018/5/layout/CenteredIconLabelDescriptionList"/>
    <dgm:cxn modelId="{358500C3-CF4B-4541-9118-E5370DD262A2}" type="presParOf" srcId="{4EB28269-7512-46F0-8942-E416185750AC}" destId="{A55F0006-CC9F-4931-B3E1-F483869272A5}" srcOrd="4" destOrd="0" presId="urn:microsoft.com/office/officeart/2018/5/layout/CenteredIconLabelDescriptionList"/>
  </dgm:cxnLst>
  <dgm:bg/>
  <dgm:whole/>
  <dgm:extLst>
    <a:ext uri="http://schemas.microsoft.com/office/drawing/2008/diagram">
      <dsp:dataModelExt xmlns:dsp="http://schemas.microsoft.com/office/drawing/2008/diagram" relId="rId6" minVer="http://schemas.openxmlformats.org/drawingml/2006/diagram"/>
    </a:ext>
  </dgm:extLst>
</dgm:dataModel>
</file>

<file path=ppt/diagrams/data9.xml><?xml version="1.0" encoding="utf-8"?>
<dgm:dataModel xmlns:dgm="http://schemas.openxmlformats.org/drawingml/2006/diagram" xmlns:a="http://schemas.openxmlformats.org/drawingml/2006/main">
  <dgm:ptLst>
    <dgm:pt modelId="{94FE1012-4558-4CDC-ACD2-B9672BC2CA99}" type="doc">
      <dgm:prSet loTypeId="urn:microsoft.com/office/officeart/2018/2/layout/IconLabelDescriptionList" loCatId="icon" qsTypeId="urn:microsoft.com/office/officeart/2005/8/quickstyle/simple1" qsCatId="simple" csTypeId="urn:microsoft.com/office/officeart/2018/5/colors/Iconchunking_neutralbg_colorful1" csCatId="colorful" phldr="1"/>
      <dgm:spPr/>
      <dgm:t>
        <a:bodyPr/>
        <a:lstStyle/>
        <a:p>
          <a:endParaRPr lang="en-US"/>
        </a:p>
      </dgm:t>
    </dgm:pt>
    <dgm:pt modelId="{ABAFDA02-9329-4D53-B8F7-61C88E16D1CA}">
      <dgm:prSet/>
      <dgm:spPr/>
      <dgm:t>
        <a:bodyPr/>
        <a:lstStyle/>
        <a:p>
          <a:pPr>
            <a:lnSpc>
              <a:spcPct val="100000"/>
            </a:lnSpc>
            <a:defRPr b="1"/>
          </a:pPr>
          <a:r>
            <a:rPr lang="tr-TR"/>
            <a:t>Constructed</a:t>
          </a:r>
          <a:endParaRPr lang="en-US"/>
        </a:p>
      </dgm:t>
    </dgm:pt>
    <dgm:pt modelId="{6DD8615F-8E48-4879-889C-D24DC7F49765}" type="parTrans" cxnId="{C61C108D-87D1-449E-B24F-04A1CC2980DD}">
      <dgm:prSet/>
      <dgm:spPr/>
      <dgm:t>
        <a:bodyPr/>
        <a:lstStyle/>
        <a:p>
          <a:endParaRPr lang="en-US"/>
        </a:p>
      </dgm:t>
    </dgm:pt>
    <dgm:pt modelId="{256232BC-E43E-4017-9A6F-306FFA2E82D2}" type="sibTrans" cxnId="{C61C108D-87D1-449E-B24F-04A1CC2980DD}">
      <dgm:prSet/>
      <dgm:spPr/>
      <dgm:t>
        <a:bodyPr/>
        <a:lstStyle/>
        <a:p>
          <a:endParaRPr lang="en-US"/>
        </a:p>
      </dgm:t>
    </dgm:pt>
    <dgm:pt modelId="{8B09572C-E6AB-4AE3-9F1D-D8D8741AB355}">
      <dgm:prSet/>
      <dgm:spPr/>
      <dgm:t>
        <a:bodyPr/>
        <a:lstStyle/>
        <a:p>
          <a:pPr>
            <a:lnSpc>
              <a:spcPct val="100000"/>
            </a:lnSpc>
          </a:pPr>
          <a:r>
            <a:rPr lang="en-US"/>
            <a:t>to make things easier</a:t>
          </a:r>
        </a:p>
      </dgm:t>
    </dgm:pt>
    <dgm:pt modelId="{89C41857-977F-4518-9B81-14D07C9C60D5}" type="parTrans" cxnId="{57B0384E-EE7A-41F2-8790-61CEA8F59E30}">
      <dgm:prSet/>
      <dgm:spPr/>
      <dgm:t>
        <a:bodyPr/>
        <a:lstStyle/>
        <a:p>
          <a:endParaRPr lang="en-US"/>
        </a:p>
      </dgm:t>
    </dgm:pt>
    <dgm:pt modelId="{BBC737B4-2697-4450-A2BA-D9ADCB2F233A}" type="sibTrans" cxnId="{57B0384E-EE7A-41F2-8790-61CEA8F59E30}">
      <dgm:prSet/>
      <dgm:spPr/>
      <dgm:t>
        <a:bodyPr/>
        <a:lstStyle/>
        <a:p>
          <a:endParaRPr lang="en-US"/>
        </a:p>
      </dgm:t>
    </dgm:pt>
    <dgm:pt modelId="{8809E890-D19A-4D5A-AA87-2393C8FCBB74}">
      <dgm:prSet/>
      <dgm:spPr/>
      <dgm:t>
        <a:bodyPr/>
        <a:lstStyle/>
        <a:p>
          <a:pPr>
            <a:lnSpc>
              <a:spcPct val="100000"/>
            </a:lnSpc>
            <a:defRPr b="1"/>
          </a:pPr>
          <a:r>
            <a:rPr lang="tr-TR"/>
            <a:t>Real transactions</a:t>
          </a:r>
          <a:endParaRPr lang="en-US"/>
        </a:p>
      </dgm:t>
    </dgm:pt>
    <dgm:pt modelId="{88D34A0D-BADB-4AB0-B7EF-C9DF10268A48}" type="parTrans" cxnId="{F68C41B7-87F0-42B7-9A14-DBC93A88622E}">
      <dgm:prSet/>
      <dgm:spPr/>
      <dgm:t>
        <a:bodyPr/>
        <a:lstStyle/>
        <a:p>
          <a:endParaRPr lang="en-US"/>
        </a:p>
      </dgm:t>
    </dgm:pt>
    <dgm:pt modelId="{2015C843-1D6C-4E8C-A57D-35495ADE3345}" type="sibTrans" cxnId="{F68C41B7-87F0-42B7-9A14-DBC93A88622E}">
      <dgm:prSet/>
      <dgm:spPr/>
      <dgm:t>
        <a:bodyPr/>
        <a:lstStyle/>
        <a:p>
          <a:endParaRPr lang="en-US"/>
        </a:p>
      </dgm:t>
    </dgm:pt>
    <dgm:pt modelId="{7A575AD7-F73D-4784-A58F-DC50658DAF15}">
      <dgm:prSet/>
      <dgm:spPr/>
      <dgm:t>
        <a:bodyPr/>
        <a:lstStyle/>
        <a:p>
          <a:pPr>
            <a:lnSpc>
              <a:spcPct val="100000"/>
            </a:lnSpc>
          </a:pPr>
          <a:r>
            <a:rPr lang="en-US"/>
            <a:t>hexadecimal</a:t>
          </a:r>
          <a:r>
            <a:rPr lang="tr-TR"/>
            <a:t> strings</a:t>
          </a:r>
          <a:endParaRPr lang="en-US"/>
        </a:p>
      </dgm:t>
    </dgm:pt>
    <dgm:pt modelId="{DF7E67AE-513F-4E15-8FBF-F17FBFA29015}" type="parTrans" cxnId="{B6D3D831-E36C-44D1-98F2-8573F4FDA0D4}">
      <dgm:prSet/>
      <dgm:spPr/>
      <dgm:t>
        <a:bodyPr/>
        <a:lstStyle/>
        <a:p>
          <a:endParaRPr lang="en-US"/>
        </a:p>
      </dgm:t>
    </dgm:pt>
    <dgm:pt modelId="{67C1E287-DF56-4B15-80F4-F4134119AB44}" type="sibTrans" cxnId="{B6D3D831-E36C-44D1-98F2-8573F4FDA0D4}">
      <dgm:prSet/>
      <dgm:spPr/>
      <dgm:t>
        <a:bodyPr/>
        <a:lstStyle/>
        <a:p>
          <a:endParaRPr lang="en-US"/>
        </a:p>
      </dgm:t>
    </dgm:pt>
    <dgm:pt modelId="{0656D2DD-AFA2-4A52-A200-822C36F4F84B}">
      <dgm:prSet/>
      <dgm:spPr/>
      <dgm:t>
        <a:bodyPr/>
        <a:lstStyle/>
        <a:p>
          <a:pPr>
            <a:lnSpc>
              <a:spcPct val="100000"/>
            </a:lnSpc>
          </a:pPr>
          <a:r>
            <a:rPr lang="en-US"/>
            <a:t>to understand</a:t>
          </a:r>
        </a:p>
      </dgm:t>
    </dgm:pt>
    <dgm:pt modelId="{90B2703A-48F8-4285-8C08-322B1560EE50}" type="parTrans" cxnId="{5CDA6340-48F3-4CA5-BABC-38F2156F3248}">
      <dgm:prSet/>
      <dgm:spPr/>
      <dgm:t>
        <a:bodyPr/>
        <a:lstStyle/>
        <a:p>
          <a:endParaRPr lang="tr-TR"/>
        </a:p>
      </dgm:t>
    </dgm:pt>
    <dgm:pt modelId="{C71C126D-A3FF-44DC-9A85-5672E0F1B93D}" type="sibTrans" cxnId="{5CDA6340-48F3-4CA5-BABC-38F2156F3248}">
      <dgm:prSet/>
      <dgm:spPr/>
      <dgm:t>
        <a:bodyPr/>
        <a:lstStyle/>
        <a:p>
          <a:endParaRPr lang="tr-TR"/>
        </a:p>
      </dgm:t>
    </dgm:pt>
    <dgm:pt modelId="{D4A27C19-83C7-46B9-9EB5-B00E5763E4E2}">
      <dgm:prSet/>
      <dgm:spPr/>
      <dgm:t>
        <a:bodyPr/>
        <a:lstStyle/>
        <a:p>
          <a:pPr>
            <a:lnSpc>
              <a:spcPct val="100000"/>
            </a:lnSpc>
          </a:pPr>
          <a:r>
            <a:rPr lang="tr-TR"/>
            <a:t>made up of actual data</a:t>
          </a:r>
          <a:endParaRPr lang="en-US"/>
        </a:p>
      </dgm:t>
    </dgm:pt>
    <dgm:pt modelId="{2415A771-CEC4-4CC6-9ADA-E937484852D7}" type="parTrans" cxnId="{60176E05-1EB7-4C3D-A978-845D1020388D}">
      <dgm:prSet/>
      <dgm:spPr/>
      <dgm:t>
        <a:bodyPr/>
        <a:lstStyle/>
        <a:p>
          <a:endParaRPr lang="tr-TR"/>
        </a:p>
      </dgm:t>
    </dgm:pt>
    <dgm:pt modelId="{57EC115B-C0BC-468B-A70E-9387F7991212}" type="sibTrans" cxnId="{60176E05-1EB7-4C3D-A978-845D1020388D}">
      <dgm:prSet/>
      <dgm:spPr/>
      <dgm:t>
        <a:bodyPr/>
        <a:lstStyle/>
        <a:p>
          <a:endParaRPr lang="tr-TR"/>
        </a:p>
      </dgm:t>
    </dgm:pt>
    <dgm:pt modelId="{C99A2624-D753-4EA1-A0C2-5A4B71515710}">
      <dgm:prSet/>
      <dgm:spPr/>
      <dgm:t>
        <a:bodyPr/>
        <a:lstStyle/>
        <a:p>
          <a:pPr>
            <a:lnSpc>
              <a:spcPct val="100000"/>
            </a:lnSpc>
          </a:pPr>
          <a:r>
            <a:rPr lang="en-US"/>
            <a:t>strange</a:t>
          </a:r>
          <a:r>
            <a:rPr lang="tr-TR"/>
            <a:t> &amp;</a:t>
          </a:r>
          <a:r>
            <a:rPr lang="en-US"/>
            <a:t> indecipherable</a:t>
          </a:r>
          <a:r>
            <a:rPr lang="tr-TR"/>
            <a:t> fields</a:t>
          </a:r>
          <a:endParaRPr lang="en-US"/>
        </a:p>
      </dgm:t>
    </dgm:pt>
    <dgm:pt modelId="{DF946146-48C6-4D3D-8315-6B4C73992071}" type="parTrans" cxnId="{DDA8DFAE-36C1-412A-99D5-F6475F89A0C9}">
      <dgm:prSet/>
      <dgm:spPr/>
    </dgm:pt>
    <dgm:pt modelId="{F1E70C56-8698-42FC-BEDD-13FCC6249002}" type="sibTrans" cxnId="{DDA8DFAE-36C1-412A-99D5-F6475F89A0C9}">
      <dgm:prSet/>
      <dgm:spPr/>
    </dgm:pt>
    <dgm:pt modelId="{2E2B2B15-E686-4CBB-87DC-10DA2B8E8010}">
      <dgm:prSet/>
      <dgm:spPr/>
      <dgm:t>
        <a:bodyPr/>
        <a:lstStyle/>
        <a:p>
          <a:pPr>
            <a:lnSpc>
              <a:spcPct val="100000"/>
            </a:lnSpc>
            <a:defRPr b="1"/>
          </a:pPr>
          <a:r>
            <a:rPr lang="tr-TR"/>
            <a:t>Seems to contain</a:t>
          </a:r>
          <a:endParaRPr lang="en-US"/>
        </a:p>
      </dgm:t>
    </dgm:pt>
    <dgm:pt modelId="{0BBA92A1-960B-4DD4-8904-D14B90BD4FEF}" type="parTrans" cxnId="{3FFFE679-CBE9-41FC-9729-89647A906801}">
      <dgm:prSet/>
      <dgm:spPr/>
    </dgm:pt>
    <dgm:pt modelId="{1B9CC010-3EF8-4CD6-B26A-1802B63FB6D2}" type="sibTrans" cxnId="{3FFFE679-CBE9-41FC-9729-89647A906801}">
      <dgm:prSet/>
      <dgm:spPr/>
    </dgm:pt>
    <dgm:pt modelId="{339FFE7B-7376-4345-98AA-4D4578A7A682}">
      <dgm:prSet/>
      <dgm:spPr/>
      <dgm:t>
        <a:bodyPr/>
        <a:lstStyle/>
        <a:p>
          <a:pPr>
            <a:lnSpc>
              <a:spcPct val="100000"/>
            </a:lnSpc>
          </a:pPr>
          <a:r>
            <a:rPr lang="tr-TR"/>
            <a:t>different from what users see</a:t>
          </a:r>
          <a:endParaRPr lang="en-US"/>
        </a:p>
      </dgm:t>
    </dgm:pt>
    <dgm:pt modelId="{E97A06DE-C01E-4B6A-83A2-0904581AE0B6}" type="parTrans" cxnId="{9F9147C4-1B85-4485-A13B-C7220FBC7236}">
      <dgm:prSet/>
      <dgm:spPr/>
    </dgm:pt>
    <dgm:pt modelId="{F391DE27-8FE8-4243-8F51-B9C6417519EA}" type="sibTrans" cxnId="{9F9147C4-1B85-4485-A13B-C7220FBC7236}">
      <dgm:prSet/>
      <dgm:spPr/>
    </dgm:pt>
    <dgm:pt modelId="{D2532D0A-DC2C-425B-AAAB-4711B6801979}" type="pres">
      <dgm:prSet presAssocID="{94FE1012-4558-4CDC-ACD2-B9672BC2CA99}" presName="root" presStyleCnt="0">
        <dgm:presLayoutVars>
          <dgm:dir/>
          <dgm:resizeHandles val="exact"/>
        </dgm:presLayoutVars>
      </dgm:prSet>
      <dgm:spPr/>
    </dgm:pt>
    <dgm:pt modelId="{A10AEF7E-95B9-46CA-AE74-849ACB0620F4}" type="pres">
      <dgm:prSet presAssocID="{ABAFDA02-9329-4D53-B8F7-61C88E16D1CA}" presName="compNode" presStyleCnt="0"/>
      <dgm:spPr/>
    </dgm:pt>
    <dgm:pt modelId="{214E1557-3BC6-4425-83CA-24C11A6B01CC}" type="pres">
      <dgm:prSet presAssocID="{ABAFDA02-9329-4D53-B8F7-61C88E16D1CA}" presName="iconRect" presStyleLbl="node1" presStyleIdx="0" presStyleCnt="3"/>
      <dgm:spPr>
        <a:blipFill>
          <a:blip xmlns:r="http://schemas.openxmlformats.org/officeDocument/2006/relationships" r:embed="rId1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2"/>
              </a:ext>
            </a:extLst>
          </a:blip>
          <a:stretch>
            <a:fillRect/>
          </a:stretch>
        </a:blipFill>
        <a:ln>
          <a:noFill/>
        </a:ln>
      </dgm:spPr>
      <dgm:extLst>
        <a:ext uri="{E40237B7-FDA0-4F09-8148-C483321AD2D9}">
          <dgm14:cNvPr xmlns:dgm14="http://schemas.microsoft.com/office/drawing/2010/diagram" id="0" name="" descr="Head with Gears"/>
        </a:ext>
      </dgm:extLst>
    </dgm:pt>
    <dgm:pt modelId="{3659CCFB-1E1A-4005-8E46-55992032B086}" type="pres">
      <dgm:prSet presAssocID="{ABAFDA02-9329-4D53-B8F7-61C88E16D1CA}" presName="iconSpace" presStyleCnt="0"/>
      <dgm:spPr/>
    </dgm:pt>
    <dgm:pt modelId="{577590AE-B09E-43BA-BD02-13B7A14D5E2A}" type="pres">
      <dgm:prSet presAssocID="{ABAFDA02-9329-4D53-B8F7-61C88E16D1CA}" presName="parTx" presStyleLbl="revTx" presStyleIdx="0" presStyleCnt="6">
        <dgm:presLayoutVars>
          <dgm:chMax val="0"/>
          <dgm:chPref val="0"/>
        </dgm:presLayoutVars>
      </dgm:prSet>
      <dgm:spPr/>
    </dgm:pt>
    <dgm:pt modelId="{EB16711A-0393-4E04-B41C-0799A55EDDBA}" type="pres">
      <dgm:prSet presAssocID="{ABAFDA02-9329-4D53-B8F7-61C88E16D1CA}" presName="txSpace" presStyleCnt="0"/>
      <dgm:spPr/>
    </dgm:pt>
    <dgm:pt modelId="{5274DB51-C661-46EA-8456-141EC141F7CF}" type="pres">
      <dgm:prSet presAssocID="{ABAFDA02-9329-4D53-B8F7-61C88E16D1CA}" presName="desTx" presStyleLbl="revTx" presStyleIdx="1" presStyleCnt="6">
        <dgm:presLayoutVars/>
      </dgm:prSet>
      <dgm:spPr/>
    </dgm:pt>
    <dgm:pt modelId="{7A39D5BA-5566-4BF3-8AEF-8411A8391FE1}" type="pres">
      <dgm:prSet presAssocID="{256232BC-E43E-4017-9A6F-306FFA2E82D2}" presName="sibTrans" presStyleCnt="0"/>
      <dgm:spPr/>
    </dgm:pt>
    <dgm:pt modelId="{6D75784A-2941-406A-A3F3-70F1F51E858D}" type="pres">
      <dgm:prSet presAssocID="{8809E890-D19A-4D5A-AA87-2393C8FCBB74}" presName="compNode" presStyleCnt="0"/>
      <dgm:spPr/>
    </dgm:pt>
    <dgm:pt modelId="{498C8185-907E-492D-9EDD-7588BCDC4D1D}" type="pres">
      <dgm:prSet presAssocID="{8809E890-D19A-4D5A-AA87-2393C8FCBB74}" presName="iconRect" presStyleLbl="node1" presStyleIdx="1" presStyleCnt="3"/>
      <dgm:spPr>
        <a:blipFill>
          <a:blip xmlns:r="http://schemas.openxmlformats.org/officeDocument/2006/relationships" r:embed="rId3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4"/>
              </a:ext>
            </a:extLst>
          </a:blip>
          <a:stretch>
            <a:fillRect/>
          </a:stretch>
        </a:blipFill>
        <a:ln>
          <a:noFill/>
        </a:ln>
      </dgm:spPr>
      <dgm:extLst>
        <a:ext uri="{E40237B7-FDA0-4F09-8148-C483321AD2D9}">
          <dgm14:cNvPr xmlns:dgm14="http://schemas.microsoft.com/office/drawing/2010/diagram" id="0" name="" descr="Ecommerce"/>
        </a:ext>
      </dgm:extLst>
    </dgm:pt>
    <dgm:pt modelId="{2ED4FE15-378D-4468-9287-9D83597E272D}" type="pres">
      <dgm:prSet presAssocID="{8809E890-D19A-4D5A-AA87-2393C8FCBB74}" presName="iconSpace" presStyleCnt="0"/>
      <dgm:spPr/>
    </dgm:pt>
    <dgm:pt modelId="{DC3FBD09-68C5-414E-8117-A26C1A7C6A1C}" type="pres">
      <dgm:prSet presAssocID="{8809E890-D19A-4D5A-AA87-2393C8FCBB74}" presName="parTx" presStyleLbl="revTx" presStyleIdx="2" presStyleCnt="6">
        <dgm:presLayoutVars>
          <dgm:chMax val="0"/>
          <dgm:chPref val="0"/>
        </dgm:presLayoutVars>
      </dgm:prSet>
      <dgm:spPr/>
    </dgm:pt>
    <dgm:pt modelId="{4871BB82-2C78-420E-ACF7-44B28990BAB0}" type="pres">
      <dgm:prSet presAssocID="{8809E890-D19A-4D5A-AA87-2393C8FCBB74}" presName="txSpace" presStyleCnt="0"/>
      <dgm:spPr/>
    </dgm:pt>
    <dgm:pt modelId="{1B728C9E-FCE3-476B-9754-9D3547F48186}" type="pres">
      <dgm:prSet presAssocID="{8809E890-D19A-4D5A-AA87-2393C8FCBB74}" presName="desTx" presStyleLbl="revTx" presStyleIdx="3" presStyleCnt="6">
        <dgm:presLayoutVars/>
      </dgm:prSet>
      <dgm:spPr/>
    </dgm:pt>
    <dgm:pt modelId="{5F8DDDC5-A154-4073-8875-A33FCC9B0FB9}" type="pres">
      <dgm:prSet presAssocID="{2015C843-1D6C-4E8C-A57D-35495ADE3345}" presName="sibTrans" presStyleCnt="0"/>
      <dgm:spPr/>
    </dgm:pt>
    <dgm:pt modelId="{2662807C-FB1B-487A-A83A-64A8FEAFA579}" type="pres">
      <dgm:prSet presAssocID="{2E2B2B15-E686-4CBB-87DC-10DA2B8E8010}" presName="compNode" presStyleCnt="0"/>
      <dgm:spPr/>
    </dgm:pt>
    <dgm:pt modelId="{4770580F-99DD-4AC4-BC85-3F00E7BF425F}" type="pres">
      <dgm:prSet presAssocID="{2E2B2B15-E686-4CBB-87DC-10DA2B8E8010}" presName="iconRect" presStyleLbl="node1" presStyleIdx="2" presStyleCnt="3"/>
      <dgm:spPr>
        <a:blipFill>
          <a:blip xmlns:r="http://schemas.openxmlformats.org/officeDocument/2006/relationships" r:embed="rId5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6"/>
              </a:ext>
            </a:extLst>
          </a:blip>
          <a:stretch>
            <a:fillRect/>
          </a:stretch>
        </a:blipFill>
        <a:ln>
          <a:noFill/>
        </a:ln>
      </dgm:spPr>
      <dgm:extLst>
        <a:ext uri="{E40237B7-FDA0-4F09-8148-C483321AD2D9}">
          <dgm14:cNvPr xmlns:dgm14="http://schemas.microsoft.com/office/drawing/2010/diagram" id="0" name="" descr="Right Pointing Backhand Index"/>
        </a:ext>
      </dgm:extLst>
    </dgm:pt>
    <dgm:pt modelId="{30BF8373-504C-4B33-B4F4-78E00D1B7D27}" type="pres">
      <dgm:prSet presAssocID="{2E2B2B15-E686-4CBB-87DC-10DA2B8E8010}" presName="iconSpace" presStyleCnt="0"/>
      <dgm:spPr/>
    </dgm:pt>
    <dgm:pt modelId="{278C2666-13C6-43BE-BF4B-DBB42BAF63B1}" type="pres">
      <dgm:prSet presAssocID="{2E2B2B15-E686-4CBB-87DC-10DA2B8E8010}" presName="parTx" presStyleLbl="revTx" presStyleIdx="4" presStyleCnt="6">
        <dgm:presLayoutVars>
          <dgm:chMax val="0"/>
          <dgm:chPref val="0"/>
        </dgm:presLayoutVars>
      </dgm:prSet>
      <dgm:spPr/>
    </dgm:pt>
    <dgm:pt modelId="{F66B8259-5A3C-40A5-B4D6-2D6573B7AE94}" type="pres">
      <dgm:prSet presAssocID="{2E2B2B15-E686-4CBB-87DC-10DA2B8E8010}" presName="txSpace" presStyleCnt="0"/>
      <dgm:spPr/>
    </dgm:pt>
    <dgm:pt modelId="{018F7C9E-4674-4609-B05A-3BF0B3DC9A3B}" type="pres">
      <dgm:prSet presAssocID="{2E2B2B15-E686-4CBB-87DC-10DA2B8E8010}" presName="desTx" presStyleLbl="revTx" presStyleIdx="5" presStyleCnt="6">
        <dgm:presLayoutVars/>
      </dgm:prSet>
      <dgm:spPr/>
    </dgm:pt>
  </dgm:ptLst>
  <dgm:cxnLst>
    <dgm:cxn modelId="{3D0B0700-5FFA-4F9D-9713-889822DA3AD9}" type="presOf" srcId="{C99A2624-D753-4EA1-A0C2-5A4B71515710}" destId="{018F7C9E-4674-4609-B05A-3BF0B3DC9A3B}" srcOrd="0" destOrd="0" presId="urn:microsoft.com/office/officeart/2018/2/layout/IconLabelDescriptionList"/>
    <dgm:cxn modelId="{237FEB02-6E8F-41C8-8AB1-4F79FBE6C841}" type="presOf" srcId="{8B09572C-E6AB-4AE3-9F1D-D8D8741AB355}" destId="{5274DB51-C661-46EA-8456-141EC141F7CF}" srcOrd="0" destOrd="0" presId="urn:microsoft.com/office/officeart/2018/2/layout/IconLabelDescriptionList"/>
    <dgm:cxn modelId="{60176E05-1EB7-4C3D-A978-845D1020388D}" srcId="{8809E890-D19A-4D5A-AA87-2393C8FCBB74}" destId="{D4A27C19-83C7-46B9-9EB5-B00E5763E4E2}" srcOrd="0" destOrd="0" parTransId="{2415A771-CEC4-4CC6-9ADA-E937484852D7}" sibTransId="{57EC115B-C0BC-468B-A70E-9387F7991212}"/>
    <dgm:cxn modelId="{B8AE9830-E46F-46F2-8239-CC8CDA631007}" type="presOf" srcId="{339FFE7B-7376-4345-98AA-4D4578A7A682}" destId="{1B728C9E-FCE3-476B-9754-9D3547F48186}" srcOrd="0" destOrd="1" presId="urn:microsoft.com/office/officeart/2018/2/layout/IconLabelDescriptionList"/>
    <dgm:cxn modelId="{B6D3D831-E36C-44D1-98F2-8573F4FDA0D4}" srcId="{2E2B2B15-E686-4CBB-87DC-10DA2B8E8010}" destId="{7A575AD7-F73D-4784-A58F-DC50658DAF15}" srcOrd="1" destOrd="0" parTransId="{DF7E67AE-513F-4E15-8FBF-F17FBFA29015}" sibTransId="{67C1E287-DF56-4B15-80F4-F4134119AB44}"/>
    <dgm:cxn modelId="{5CDA6340-48F3-4CA5-BABC-38F2156F3248}" srcId="{ABAFDA02-9329-4D53-B8F7-61C88E16D1CA}" destId="{0656D2DD-AFA2-4A52-A200-822C36F4F84B}" srcOrd="1" destOrd="0" parTransId="{90B2703A-48F8-4285-8C08-322B1560EE50}" sibTransId="{C71C126D-A3FF-44DC-9A85-5672E0F1B93D}"/>
    <dgm:cxn modelId="{16C5FA5D-EB8B-4DBF-BDD9-5C76AA2FF224}" type="presOf" srcId="{2E2B2B15-E686-4CBB-87DC-10DA2B8E8010}" destId="{278C2666-13C6-43BE-BF4B-DBB42BAF63B1}" srcOrd="0" destOrd="0" presId="urn:microsoft.com/office/officeart/2018/2/layout/IconLabelDescriptionList"/>
    <dgm:cxn modelId="{33DF8C61-19EB-4F83-A39D-FE20ED1F4054}" type="presOf" srcId="{7A575AD7-F73D-4784-A58F-DC50658DAF15}" destId="{018F7C9E-4674-4609-B05A-3BF0B3DC9A3B}" srcOrd="0" destOrd="1" presId="urn:microsoft.com/office/officeart/2018/2/layout/IconLabelDescriptionList"/>
    <dgm:cxn modelId="{57B0384E-EE7A-41F2-8790-61CEA8F59E30}" srcId="{ABAFDA02-9329-4D53-B8F7-61C88E16D1CA}" destId="{8B09572C-E6AB-4AE3-9F1D-D8D8741AB355}" srcOrd="0" destOrd="0" parTransId="{89C41857-977F-4518-9B81-14D07C9C60D5}" sibTransId="{BBC737B4-2697-4450-A2BA-D9ADCB2F233A}"/>
    <dgm:cxn modelId="{3FFFE679-CBE9-41FC-9729-89647A906801}" srcId="{94FE1012-4558-4CDC-ACD2-B9672BC2CA99}" destId="{2E2B2B15-E686-4CBB-87DC-10DA2B8E8010}" srcOrd="2" destOrd="0" parTransId="{0BBA92A1-960B-4DD4-8904-D14B90BD4FEF}" sibTransId="{1B9CC010-3EF8-4CD6-B26A-1802B63FB6D2}"/>
    <dgm:cxn modelId="{3BBACA5A-E4C5-4887-A452-3389064BCD11}" type="presOf" srcId="{8809E890-D19A-4D5A-AA87-2393C8FCBB74}" destId="{DC3FBD09-68C5-414E-8117-A26C1A7C6A1C}" srcOrd="0" destOrd="0" presId="urn:microsoft.com/office/officeart/2018/2/layout/IconLabelDescriptionList"/>
    <dgm:cxn modelId="{C61C108D-87D1-449E-B24F-04A1CC2980DD}" srcId="{94FE1012-4558-4CDC-ACD2-B9672BC2CA99}" destId="{ABAFDA02-9329-4D53-B8F7-61C88E16D1CA}" srcOrd="0" destOrd="0" parTransId="{6DD8615F-8E48-4879-889C-D24DC7F49765}" sibTransId="{256232BC-E43E-4017-9A6F-306FFA2E82D2}"/>
    <dgm:cxn modelId="{5E964FA7-0D5B-4821-BDA3-0D926C9BCD05}" type="presOf" srcId="{ABAFDA02-9329-4D53-B8F7-61C88E16D1CA}" destId="{577590AE-B09E-43BA-BD02-13B7A14D5E2A}" srcOrd="0" destOrd="0" presId="urn:microsoft.com/office/officeart/2018/2/layout/IconLabelDescriptionList"/>
    <dgm:cxn modelId="{D51116AD-C29E-4B1D-BD32-5A2493E4E939}" type="presOf" srcId="{D4A27C19-83C7-46B9-9EB5-B00E5763E4E2}" destId="{1B728C9E-FCE3-476B-9754-9D3547F48186}" srcOrd="0" destOrd="0" presId="urn:microsoft.com/office/officeart/2018/2/layout/IconLabelDescriptionList"/>
    <dgm:cxn modelId="{DDA8DFAE-36C1-412A-99D5-F6475F89A0C9}" srcId="{2E2B2B15-E686-4CBB-87DC-10DA2B8E8010}" destId="{C99A2624-D753-4EA1-A0C2-5A4B71515710}" srcOrd="0" destOrd="0" parTransId="{DF946146-48C6-4D3D-8315-6B4C73992071}" sibTransId="{F1E70C56-8698-42FC-BEDD-13FCC6249002}"/>
    <dgm:cxn modelId="{FA2A74B1-5AD3-421E-BDEC-DB8C5F8270B3}" type="presOf" srcId="{0656D2DD-AFA2-4A52-A200-822C36F4F84B}" destId="{5274DB51-C661-46EA-8456-141EC141F7CF}" srcOrd="0" destOrd="1" presId="urn:microsoft.com/office/officeart/2018/2/layout/IconLabelDescriptionList"/>
    <dgm:cxn modelId="{F68C41B7-87F0-42B7-9A14-DBC93A88622E}" srcId="{94FE1012-4558-4CDC-ACD2-B9672BC2CA99}" destId="{8809E890-D19A-4D5A-AA87-2393C8FCBB74}" srcOrd="1" destOrd="0" parTransId="{88D34A0D-BADB-4AB0-B7EF-C9DF10268A48}" sibTransId="{2015C843-1D6C-4E8C-A57D-35495ADE3345}"/>
    <dgm:cxn modelId="{9F9147C4-1B85-4485-A13B-C7220FBC7236}" srcId="{8809E890-D19A-4D5A-AA87-2393C8FCBB74}" destId="{339FFE7B-7376-4345-98AA-4D4578A7A682}" srcOrd="1" destOrd="0" parTransId="{E97A06DE-C01E-4B6A-83A2-0904581AE0B6}" sibTransId="{F391DE27-8FE8-4243-8F51-B9C6417519EA}"/>
    <dgm:cxn modelId="{996C7EFC-CD63-43F3-8CDF-DD254A82279C}" type="presOf" srcId="{94FE1012-4558-4CDC-ACD2-B9672BC2CA99}" destId="{D2532D0A-DC2C-425B-AAAB-4711B6801979}" srcOrd="0" destOrd="0" presId="urn:microsoft.com/office/officeart/2018/2/layout/IconLabelDescriptionList"/>
    <dgm:cxn modelId="{A155DFED-C5D0-41CC-865E-628558C17AB1}" type="presParOf" srcId="{D2532D0A-DC2C-425B-AAAB-4711B6801979}" destId="{A10AEF7E-95B9-46CA-AE74-849ACB0620F4}" srcOrd="0" destOrd="0" presId="urn:microsoft.com/office/officeart/2018/2/layout/IconLabelDescriptionList"/>
    <dgm:cxn modelId="{8766F030-DECB-4014-839A-DC015BA0313E}" type="presParOf" srcId="{A10AEF7E-95B9-46CA-AE74-849ACB0620F4}" destId="{214E1557-3BC6-4425-83CA-24C11A6B01CC}" srcOrd="0" destOrd="0" presId="urn:microsoft.com/office/officeart/2018/2/layout/IconLabelDescriptionList"/>
    <dgm:cxn modelId="{81FA66E3-2EDB-466A-A038-033547C2D142}" type="presParOf" srcId="{A10AEF7E-95B9-46CA-AE74-849ACB0620F4}" destId="{3659CCFB-1E1A-4005-8E46-55992032B086}" srcOrd="1" destOrd="0" presId="urn:microsoft.com/office/officeart/2018/2/layout/IconLabelDescriptionList"/>
    <dgm:cxn modelId="{8806BC7D-BCD6-46BA-B43D-FD4D42709A97}" type="presParOf" srcId="{A10AEF7E-95B9-46CA-AE74-849ACB0620F4}" destId="{577590AE-B09E-43BA-BD02-13B7A14D5E2A}" srcOrd="2" destOrd="0" presId="urn:microsoft.com/office/officeart/2018/2/layout/IconLabelDescriptionList"/>
    <dgm:cxn modelId="{AF94EFD4-31B9-4913-8BA6-8116F1EB13B8}" type="presParOf" srcId="{A10AEF7E-95B9-46CA-AE74-849ACB0620F4}" destId="{EB16711A-0393-4E04-B41C-0799A55EDDBA}" srcOrd="3" destOrd="0" presId="urn:microsoft.com/office/officeart/2018/2/layout/IconLabelDescriptionList"/>
    <dgm:cxn modelId="{695A0EBF-36A8-411F-BAD2-0EFC723B3329}" type="presParOf" srcId="{A10AEF7E-95B9-46CA-AE74-849ACB0620F4}" destId="{5274DB51-C661-46EA-8456-141EC141F7CF}" srcOrd="4" destOrd="0" presId="urn:microsoft.com/office/officeart/2018/2/layout/IconLabelDescriptionList"/>
    <dgm:cxn modelId="{57408859-F1F6-4354-8D08-6D769F1CF7A9}" type="presParOf" srcId="{D2532D0A-DC2C-425B-AAAB-4711B6801979}" destId="{7A39D5BA-5566-4BF3-8AEF-8411A8391FE1}" srcOrd="1" destOrd="0" presId="urn:microsoft.com/office/officeart/2018/2/layout/IconLabelDescriptionList"/>
    <dgm:cxn modelId="{658D9FE1-5F21-4F59-A6A2-9FDE65CA4B1E}" type="presParOf" srcId="{D2532D0A-DC2C-425B-AAAB-4711B6801979}" destId="{6D75784A-2941-406A-A3F3-70F1F51E858D}" srcOrd="2" destOrd="0" presId="urn:microsoft.com/office/officeart/2018/2/layout/IconLabelDescriptionList"/>
    <dgm:cxn modelId="{B415B672-04B1-46F0-8104-0E217A94CCBE}" type="presParOf" srcId="{6D75784A-2941-406A-A3F3-70F1F51E858D}" destId="{498C8185-907E-492D-9EDD-7588BCDC4D1D}" srcOrd="0" destOrd="0" presId="urn:microsoft.com/office/officeart/2018/2/layout/IconLabelDescriptionList"/>
    <dgm:cxn modelId="{95A70421-DC51-42CB-B5BC-D81CEE64CCA3}" type="presParOf" srcId="{6D75784A-2941-406A-A3F3-70F1F51E858D}" destId="{2ED4FE15-378D-4468-9287-9D83597E272D}" srcOrd="1" destOrd="0" presId="urn:microsoft.com/office/officeart/2018/2/layout/IconLabelDescriptionList"/>
    <dgm:cxn modelId="{D6CF5C4E-DA5B-4130-8DE9-B918DEE281EF}" type="presParOf" srcId="{6D75784A-2941-406A-A3F3-70F1F51E858D}" destId="{DC3FBD09-68C5-414E-8117-A26C1A7C6A1C}" srcOrd="2" destOrd="0" presId="urn:microsoft.com/office/officeart/2018/2/layout/IconLabelDescriptionList"/>
    <dgm:cxn modelId="{33ADABD2-6312-4292-91D0-3321DDD384F6}" type="presParOf" srcId="{6D75784A-2941-406A-A3F3-70F1F51E858D}" destId="{4871BB82-2C78-420E-ACF7-44B28990BAB0}" srcOrd="3" destOrd="0" presId="urn:microsoft.com/office/officeart/2018/2/layout/IconLabelDescriptionList"/>
    <dgm:cxn modelId="{2C8537CD-D74D-441D-B718-EB8E37204739}" type="presParOf" srcId="{6D75784A-2941-406A-A3F3-70F1F51E858D}" destId="{1B728C9E-FCE3-476B-9754-9D3547F48186}" srcOrd="4" destOrd="0" presId="urn:microsoft.com/office/officeart/2018/2/layout/IconLabelDescriptionList"/>
    <dgm:cxn modelId="{4AA0F932-0DFA-476C-BC60-F5D96F536575}" type="presParOf" srcId="{D2532D0A-DC2C-425B-AAAB-4711B6801979}" destId="{5F8DDDC5-A154-4073-8875-A33FCC9B0FB9}" srcOrd="3" destOrd="0" presId="urn:microsoft.com/office/officeart/2018/2/layout/IconLabelDescriptionList"/>
    <dgm:cxn modelId="{1C7ABDFB-E368-43FC-A000-E4A445B4975B}" type="presParOf" srcId="{D2532D0A-DC2C-425B-AAAB-4711B6801979}" destId="{2662807C-FB1B-487A-A83A-64A8FEAFA579}" srcOrd="4" destOrd="0" presId="urn:microsoft.com/office/officeart/2018/2/layout/IconLabelDescriptionList"/>
    <dgm:cxn modelId="{74535B96-03E6-420F-9648-367ED6AED301}" type="presParOf" srcId="{2662807C-FB1B-487A-A83A-64A8FEAFA579}" destId="{4770580F-99DD-4AC4-BC85-3F00E7BF425F}" srcOrd="0" destOrd="0" presId="urn:microsoft.com/office/officeart/2018/2/layout/IconLabelDescriptionList"/>
    <dgm:cxn modelId="{3FEFBD73-B049-41A6-BB5C-4A08AFE52F10}" type="presParOf" srcId="{2662807C-FB1B-487A-A83A-64A8FEAFA579}" destId="{30BF8373-504C-4B33-B4F4-78E00D1B7D27}" srcOrd="1" destOrd="0" presId="urn:microsoft.com/office/officeart/2018/2/layout/IconLabelDescriptionList"/>
    <dgm:cxn modelId="{147CA854-DF05-4476-B57B-BCBC689F2291}" type="presParOf" srcId="{2662807C-FB1B-487A-A83A-64A8FEAFA579}" destId="{278C2666-13C6-43BE-BF4B-DBB42BAF63B1}" srcOrd="2" destOrd="0" presId="urn:microsoft.com/office/officeart/2018/2/layout/IconLabelDescriptionList"/>
    <dgm:cxn modelId="{5E46CD87-2855-42A1-8F83-F456E3108515}" type="presParOf" srcId="{2662807C-FB1B-487A-A83A-64A8FEAFA579}" destId="{F66B8259-5A3C-40A5-B4D6-2D6573B7AE94}" srcOrd="3" destOrd="0" presId="urn:microsoft.com/office/officeart/2018/2/layout/IconLabelDescriptionList"/>
    <dgm:cxn modelId="{9D3104F0-557E-4E79-99E7-7F6E9454F9F6}" type="presParOf" srcId="{2662807C-FB1B-487A-A83A-64A8FEAFA579}" destId="{018F7C9E-4674-4609-B05A-3BF0B3DC9A3B}" srcOrd="4" destOrd="0" presId="urn:microsoft.com/office/officeart/2018/2/layout/IconLabelDescriptionList"/>
  </dgm:cxnLst>
  <dgm:bg/>
  <dgm:whole/>
  <dgm:extLst>
    <a:ext uri="http://schemas.microsoft.com/office/drawing/2008/diagram">
      <dsp:dataModelExt xmlns:dsp="http://schemas.microsoft.com/office/drawing/2008/diagram" relId="rId6" minVer="http://schemas.openxmlformats.org/drawingml/2006/diagram"/>
    </a:ext>
  </dgm:extLst>
</dgm:dataModel>
</file>

<file path=ppt/diagrams/data10.xml><?xml version="1.0" encoding="utf-8"?>
<dgm:dataModel xmlns:dgm="http://schemas.openxmlformats.org/drawingml/2006/diagram" xmlns:a="http://schemas.openxmlformats.org/drawingml/2006/main">
  <dgm:ptLst>
    <dgm:pt modelId="{04041A21-87B4-469B-9E86-2CE4D5D9FC33}" type="doc">
      <dgm:prSet loTypeId="urn:microsoft.com/office/officeart/2005/8/layout/lProcess2" loCatId="list" qsTypeId="urn:microsoft.com/office/officeart/2005/8/quickstyle/simple1" qsCatId="simple" csTypeId="urn:microsoft.com/office/officeart/2005/8/colors/accent1_2" csCatId="accent1" phldr="1"/>
      <dgm:spPr/>
      <dgm:t>
        <a:bodyPr/>
        <a:lstStyle/>
        <a:p>
          <a:endParaRPr lang="en-US"/>
        </a:p>
      </dgm:t>
    </dgm:pt>
    <dgm:pt modelId="{68966612-57B6-4B7A-BD64-876178158B2A}">
      <dgm:prSet/>
      <dgm:spPr/>
      <dgm:t>
        <a:bodyPr/>
        <a:lstStyle/>
        <a:p>
          <a:r>
            <a:rPr lang="tr-TR" dirty="0"/>
            <a:t>TXO &amp;TXI</a:t>
          </a:r>
          <a:endParaRPr lang="en-US" dirty="0"/>
        </a:p>
      </dgm:t>
    </dgm:pt>
    <dgm:pt modelId="{A40D69FF-5C1D-45F5-83A5-9E4A93083A4B}" type="parTrans" cxnId="{BB27CC34-E0D6-4747-8202-90171C4F9D34}">
      <dgm:prSet/>
      <dgm:spPr/>
      <dgm:t>
        <a:bodyPr/>
        <a:lstStyle/>
        <a:p>
          <a:endParaRPr lang="en-US"/>
        </a:p>
      </dgm:t>
    </dgm:pt>
    <dgm:pt modelId="{5869E57C-AD89-40E9-85E6-0BD77C381F67}" type="sibTrans" cxnId="{BB27CC34-E0D6-4747-8202-90171C4F9D34}">
      <dgm:prSet/>
      <dgm:spPr/>
      <dgm:t>
        <a:bodyPr/>
        <a:lstStyle/>
        <a:p>
          <a:endParaRPr lang="en-US"/>
        </a:p>
      </dgm:t>
    </dgm:pt>
    <dgm:pt modelId="{DDDA0F23-D7BC-45CE-BBC0-D60D93721150}">
      <dgm:prSet/>
      <dgm:spPr/>
      <dgm:t>
        <a:bodyPr/>
        <a:lstStyle/>
        <a:p>
          <a:r>
            <a:rPr lang="tr-TR" dirty="0" err="1"/>
            <a:t>Transaction</a:t>
          </a:r>
          <a:r>
            <a:rPr lang="tr-TR" dirty="0"/>
            <a:t> </a:t>
          </a:r>
          <a:r>
            <a:rPr lang="tr-TR" dirty="0" err="1"/>
            <a:t>Inputs</a:t>
          </a:r>
          <a:endParaRPr lang="en-US" dirty="0"/>
        </a:p>
      </dgm:t>
    </dgm:pt>
    <dgm:pt modelId="{8DD92A4F-0B43-46A0-8FE7-6AD2D416BD7B}" type="parTrans" cxnId="{E131A44F-EBAC-4BA7-8C5E-075F2070E692}">
      <dgm:prSet/>
      <dgm:spPr/>
      <dgm:t>
        <a:bodyPr/>
        <a:lstStyle/>
        <a:p>
          <a:endParaRPr lang="en-US"/>
        </a:p>
      </dgm:t>
    </dgm:pt>
    <dgm:pt modelId="{29CE4EFC-0D07-4AE9-ACEF-D8990B41EA85}" type="sibTrans" cxnId="{E131A44F-EBAC-4BA7-8C5E-075F2070E692}">
      <dgm:prSet/>
      <dgm:spPr/>
      <dgm:t>
        <a:bodyPr/>
        <a:lstStyle/>
        <a:p>
          <a:endParaRPr lang="en-US"/>
        </a:p>
      </dgm:t>
    </dgm:pt>
    <dgm:pt modelId="{6FEFE17D-F946-4C70-AEFB-ADCB99ECC6B0}">
      <dgm:prSet/>
      <dgm:spPr/>
      <dgm:t>
        <a:bodyPr/>
        <a:lstStyle/>
        <a:p>
          <a:r>
            <a:rPr lang="tr-TR" dirty="0" err="1"/>
            <a:t>Transaction</a:t>
          </a:r>
          <a:r>
            <a:rPr lang="tr-TR" dirty="0"/>
            <a:t> </a:t>
          </a:r>
          <a:r>
            <a:rPr lang="tr-TR" dirty="0" err="1"/>
            <a:t>Fees</a:t>
          </a:r>
          <a:endParaRPr lang="en-US" dirty="0"/>
        </a:p>
      </dgm:t>
    </dgm:pt>
    <dgm:pt modelId="{F9766E68-8948-49CA-8D7F-D508A6B817A5}" type="parTrans" cxnId="{73D9B7B2-F019-4947-BD78-FA6E03D46D1F}">
      <dgm:prSet/>
      <dgm:spPr/>
      <dgm:t>
        <a:bodyPr/>
        <a:lstStyle/>
        <a:p>
          <a:endParaRPr lang="en-US"/>
        </a:p>
      </dgm:t>
    </dgm:pt>
    <dgm:pt modelId="{E0ED471E-DDC4-48C5-81DD-4CB98EA6C13B}" type="sibTrans" cxnId="{73D9B7B2-F019-4947-BD78-FA6E03D46D1F}">
      <dgm:prSet/>
      <dgm:spPr/>
      <dgm:t>
        <a:bodyPr/>
        <a:lstStyle/>
        <a:p>
          <a:endParaRPr lang="en-US"/>
        </a:p>
      </dgm:t>
    </dgm:pt>
    <dgm:pt modelId="{5CF223AE-67B1-4D24-9773-965FEDE85FFC}">
      <dgm:prSet/>
      <dgm:spPr/>
      <dgm:t>
        <a:bodyPr/>
        <a:lstStyle/>
        <a:p>
          <a:r>
            <a:rPr lang="tr-TR" dirty="0" err="1"/>
            <a:t>Adding</a:t>
          </a:r>
          <a:r>
            <a:rPr lang="tr-TR" dirty="0"/>
            <a:t> </a:t>
          </a:r>
          <a:r>
            <a:rPr lang="tr-TR" dirty="0" err="1"/>
            <a:t>Fees</a:t>
          </a:r>
          <a:r>
            <a:rPr lang="tr-TR" dirty="0"/>
            <a:t> </a:t>
          </a:r>
          <a:r>
            <a:rPr lang="tr-TR" dirty="0" err="1"/>
            <a:t>to</a:t>
          </a:r>
          <a:r>
            <a:rPr lang="tr-TR" dirty="0"/>
            <a:t> </a:t>
          </a:r>
          <a:r>
            <a:rPr lang="tr-TR" dirty="0" err="1"/>
            <a:t>Transactions</a:t>
          </a:r>
          <a:endParaRPr lang="en-US" dirty="0"/>
        </a:p>
      </dgm:t>
    </dgm:pt>
    <dgm:pt modelId="{0FEA2CF9-2732-46EC-8435-09B4C0C4A180}" type="parTrans" cxnId="{503D37BC-13FC-4563-82D9-CE56231B3CA4}">
      <dgm:prSet/>
      <dgm:spPr/>
      <dgm:t>
        <a:bodyPr/>
        <a:lstStyle/>
        <a:p>
          <a:endParaRPr lang="en-US"/>
        </a:p>
      </dgm:t>
    </dgm:pt>
    <dgm:pt modelId="{77AB0182-D7C5-4F86-816B-DE9957E5CD71}" type="sibTrans" cxnId="{503D37BC-13FC-4563-82D9-CE56231B3CA4}">
      <dgm:prSet/>
      <dgm:spPr/>
      <dgm:t>
        <a:bodyPr/>
        <a:lstStyle/>
        <a:p>
          <a:endParaRPr lang="en-US"/>
        </a:p>
      </dgm:t>
    </dgm:pt>
    <dgm:pt modelId="{DA06F74E-91A7-4063-8FEC-2D86CA043E36}">
      <dgm:prSet/>
      <dgm:spPr/>
      <dgm:t>
        <a:bodyPr/>
        <a:lstStyle/>
        <a:p>
          <a:r>
            <a:rPr lang="tr-TR"/>
            <a:t>Transaction </a:t>
          </a:r>
          <a:r>
            <a:rPr lang="tr-TR" dirty="0" err="1"/>
            <a:t>Outputs</a:t>
          </a:r>
          <a:endParaRPr lang="en-US" dirty="0"/>
        </a:p>
      </dgm:t>
    </dgm:pt>
    <dgm:pt modelId="{7B454276-FA2E-4121-A838-C5CA73F3427B}" type="parTrans" cxnId="{B3351D57-C29C-4342-9032-6E5508EC6BA2}">
      <dgm:prSet/>
      <dgm:spPr/>
      <dgm:t>
        <a:bodyPr/>
        <a:lstStyle/>
        <a:p>
          <a:endParaRPr lang="en-US"/>
        </a:p>
      </dgm:t>
    </dgm:pt>
    <dgm:pt modelId="{F414A240-2E2C-4EE9-931E-FCAF4363A263}" type="sibTrans" cxnId="{B3351D57-C29C-4342-9032-6E5508EC6BA2}">
      <dgm:prSet/>
      <dgm:spPr/>
      <dgm:t>
        <a:bodyPr/>
        <a:lstStyle/>
        <a:p>
          <a:endParaRPr lang="en-US"/>
        </a:p>
      </dgm:t>
    </dgm:pt>
    <dgm:pt modelId="{93E1D303-9078-4D42-B94B-641FDCF82F4F}" type="pres">
      <dgm:prSet presAssocID="{04041A21-87B4-469B-9E86-2CE4D5D9FC33}" presName="theList" presStyleCnt="0">
        <dgm:presLayoutVars>
          <dgm:dir/>
          <dgm:animLvl val="lvl"/>
          <dgm:resizeHandles val="exact"/>
        </dgm:presLayoutVars>
      </dgm:prSet>
      <dgm:spPr/>
    </dgm:pt>
    <dgm:pt modelId="{282E832B-BCA6-4E60-BC78-555DDEC70FC0}" type="pres">
      <dgm:prSet presAssocID="{68966612-57B6-4B7A-BD64-876178158B2A}" presName="compNode" presStyleCnt="0"/>
      <dgm:spPr/>
    </dgm:pt>
    <dgm:pt modelId="{83950757-81FA-42FE-A9CE-D37142AAE3F8}" type="pres">
      <dgm:prSet presAssocID="{68966612-57B6-4B7A-BD64-876178158B2A}" presName="aNode" presStyleLbl="bgShp" presStyleIdx="0" presStyleCnt="1"/>
      <dgm:spPr/>
    </dgm:pt>
    <dgm:pt modelId="{EA69BA27-1479-45CD-9BF6-252246331D82}" type="pres">
      <dgm:prSet presAssocID="{68966612-57B6-4B7A-BD64-876178158B2A}" presName="textNode" presStyleLbl="bgShp" presStyleIdx="0" presStyleCnt="1"/>
      <dgm:spPr/>
    </dgm:pt>
    <dgm:pt modelId="{069985A3-CBBB-4048-9D83-D9AE0D8C9039}" type="pres">
      <dgm:prSet presAssocID="{68966612-57B6-4B7A-BD64-876178158B2A}" presName="compChildNode" presStyleCnt="0"/>
      <dgm:spPr/>
    </dgm:pt>
    <dgm:pt modelId="{0513B395-9822-4BE3-B4CE-EE8ECC856D51}" type="pres">
      <dgm:prSet presAssocID="{68966612-57B6-4B7A-BD64-876178158B2A}" presName="theInnerList" presStyleCnt="0"/>
      <dgm:spPr/>
    </dgm:pt>
    <dgm:pt modelId="{DF42EBD9-E031-4E92-BB71-977EC285F3AE}" type="pres">
      <dgm:prSet presAssocID="{DA06F74E-91A7-4063-8FEC-2D86CA043E36}" presName="childNode" presStyleLbl="node1" presStyleIdx="0" presStyleCnt="4">
        <dgm:presLayoutVars>
          <dgm:bulletEnabled val="1"/>
        </dgm:presLayoutVars>
      </dgm:prSet>
      <dgm:spPr/>
    </dgm:pt>
    <dgm:pt modelId="{D166D514-E1A1-45F9-ABEC-9B380469FAE1}" type="pres">
      <dgm:prSet presAssocID="{DA06F74E-91A7-4063-8FEC-2D86CA043E36}" presName="aSpace2" presStyleCnt="0"/>
      <dgm:spPr/>
    </dgm:pt>
    <dgm:pt modelId="{51A8D042-25D7-4088-B702-CC2FC6303D8B}" type="pres">
      <dgm:prSet presAssocID="{DDDA0F23-D7BC-45CE-BBC0-D60D93721150}" presName="childNode" presStyleLbl="node1" presStyleIdx="1" presStyleCnt="4">
        <dgm:presLayoutVars>
          <dgm:bulletEnabled val="1"/>
        </dgm:presLayoutVars>
      </dgm:prSet>
      <dgm:spPr/>
    </dgm:pt>
    <dgm:pt modelId="{ED19FDE6-C16D-4503-AB9A-55A3C87C9CED}" type="pres">
      <dgm:prSet presAssocID="{DDDA0F23-D7BC-45CE-BBC0-D60D93721150}" presName="aSpace2" presStyleCnt="0"/>
      <dgm:spPr/>
    </dgm:pt>
    <dgm:pt modelId="{456F44C0-F6AF-487C-A6DC-953AAC1F6E83}" type="pres">
      <dgm:prSet presAssocID="{6FEFE17D-F946-4C70-AEFB-ADCB99ECC6B0}" presName="childNode" presStyleLbl="node1" presStyleIdx="2" presStyleCnt="4">
        <dgm:presLayoutVars>
          <dgm:bulletEnabled val="1"/>
        </dgm:presLayoutVars>
      </dgm:prSet>
      <dgm:spPr/>
    </dgm:pt>
    <dgm:pt modelId="{9C28D696-F15C-47A9-80EC-44E61D1E742C}" type="pres">
      <dgm:prSet presAssocID="{6FEFE17D-F946-4C70-AEFB-ADCB99ECC6B0}" presName="aSpace2" presStyleCnt="0"/>
      <dgm:spPr/>
    </dgm:pt>
    <dgm:pt modelId="{16E4EE12-0D4A-421F-9DF0-8B742A27E5F5}" type="pres">
      <dgm:prSet presAssocID="{5CF223AE-67B1-4D24-9773-965FEDE85FFC}" presName="childNode" presStyleLbl="node1" presStyleIdx="3" presStyleCnt="4">
        <dgm:presLayoutVars>
          <dgm:bulletEnabled val="1"/>
        </dgm:presLayoutVars>
      </dgm:prSet>
      <dgm:spPr/>
    </dgm:pt>
  </dgm:ptLst>
  <dgm:cxnLst>
    <dgm:cxn modelId="{1EF1E311-ADBB-40F8-9181-BFE5B4683035}" type="presOf" srcId="{DA06F74E-91A7-4063-8FEC-2D86CA043E36}" destId="{DF42EBD9-E031-4E92-BB71-977EC285F3AE}" srcOrd="0" destOrd="0" presId="urn:microsoft.com/office/officeart/2005/8/layout/lProcess2"/>
    <dgm:cxn modelId="{BDC3F226-88B6-4FA6-B755-F59DC5326CC6}" type="presOf" srcId="{68966612-57B6-4B7A-BD64-876178158B2A}" destId="{83950757-81FA-42FE-A9CE-D37142AAE3F8}" srcOrd="0" destOrd="0" presId="urn:microsoft.com/office/officeart/2005/8/layout/lProcess2"/>
    <dgm:cxn modelId="{BB27CC34-E0D6-4747-8202-90171C4F9D34}" srcId="{04041A21-87B4-469B-9E86-2CE4D5D9FC33}" destId="{68966612-57B6-4B7A-BD64-876178158B2A}" srcOrd="0" destOrd="0" parTransId="{A40D69FF-5C1D-45F5-83A5-9E4A93083A4B}" sibTransId="{5869E57C-AD89-40E9-85E6-0BD77C381F67}"/>
    <dgm:cxn modelId="{DB636F3A-AD0D-4734-9F04-75C813440705}" type="presOf" srcId="{68966612-57B6-4B7A-BD64-876178158B2A}" destId="{EA69BA27-1479-45CD-9BF6-252246331D82}" srcOrd="1" destOrd="0" presId="urn:microsoft.com/office/officeart/2005/8/layout/lProcess2"/>
    <dgm:cxn modelId="{339F703A-5077-473F-B204-30A965269401}" type="presOf" srcId="{5CF223AE-67B1-4D24-9773-965FEDE85FFC}" destId="{16E4EE12-0D4A-421F-9DF0-8B742A27E5F5}" srcOrd="0" destOrd="0" presId="urn:microsoft.com/office/officeart/2005/8/layout/lProcess2"/>
    <dgm:cxn modelId="{2C8A0C45-8358-44F5-AAD6-79AB8802A6DA}" type="presOf" srcId="{DDDA0F23-D7BC-45CE-BBC0-D60D93721150}" destId="{51A8D042-25D7-4088-B702-CC2FC6303D8B}" srcOrd="0" destOrd="0" presId="urn:microsoft.com/office/officeart/2005/8/layout/lProcess2"/>
    <dgm:cxn modelId="{F3018069-AA46-43C7-A189-C4D28AAA30A5}" type="presOf" srcId="{6FEFE17D-F946-4C70-AEFB-ADCB99ECC6B0}" destId="{456F44C0-F6AF-487C-A6DC-953AAC1F6E83}" srcOrd="0" destOrd="0" presId="urn:microsoft.com/office/officeart/2005/8/layout/lProcess2"/>
    <dgm:cxn modelId="{E131A44F-EBAC-4BA7-8C5E-075F2070E692}" srcId="{68966612-57B6-4B7A-BD64-876178158B2A}" destId="{DDDA0F23-D7BC-45CE-BBC0-D60D93721150}" srcOrd="1" destOrd="0" parTransId="{8DD92A4F-0B43-46A0-8FE7-6AD2D416BD7B}" sibTransId="{29CE4EFC-0D07-4AE9-ACEF-D8990B41EA85}"/>
    <dgm:cxn modelId="{B3351D57-C29C-4342-9032-6E5508EC6BA2}" srcId="{68966612-57B6-4B7A-BD64-876178158B2A}" destId="{DA06F74E-91A7-4063-8FEC-2D86CA043E36}" srcOrd="0" destOrd="0" parTransId="{7B454276-FA2E-4121-A838-C5CA73F3427B}" sibTransId="{F414A240-2E2C-4EE9-931E-FCAF4363A263}"/>
    <dgm:cxn modelId="{FCBEB159-B7A3-468C-AC4D-04C82E84AD06}" type="presOf" srcId="{04041A21-87B4-469B-9E86-2CE4D5D9FC33}" destId="{93E1D303-9078-4D42-B94B-641FDCF82F4F}" srcOrd="0" destOrd="0" presId="urn:microsoft.com/office/officeart/2005/8/layout/lProcess2"/>
    <dgm:cxn modelId="{73D9B7B2-F019-4947-BD78-FA6E03D46D1F}" srcId="{68966612-57B6-4B7A-BD64-876178158B2A}" destId="{6FEFE17D-F946-4C70-AEFB-ADCB99ECC6B0}" srcOrd="2" destOrd="0" parTransId="{F9766E68-8948-49CA-8D7F-D508A6B817A5}" sibTransId="{E0ED471E-DDC4-48C5-81DD-4CB98EA6C13B}"/>
    <dgm:cxn modelId="{503D37BC-13FC-4563-82D9-CE56231B3CA4}" srcId="{68966612-57B6-4B7A-BD64-876178158B2A}" destId="{5CF223AE-67B1-4D24-9773-965FEDE85FFC}" srcOrd="3" destOrd="0" parTransId="{0FEA2CF9-2732-46EC-8435-09B4C0C4A180}" sibTransId="{77AB0182-D7C5-4F86-816B-DE9957E5CD71}"/>
    <dgm:cxn modelId="{91478038-3DB8-440D-AC75-B1B54954E214}" type="presParOf" srcId="{93E1D303-9078-4D42-B94B-641FDCF82F4F}" destId="{282E832B-BCA6-4E60-BC78-555DDEC70FC0}" srcOrd="0" destOrd="0" presId="urn:microsoft.com/office/officeart/2005/8/layout/lProcess2"/>
    <dgm:cxn modelId="{E2DE1D61-DC43-46FD-BE35-61B873BAACE1}" type="presParOf" srcId="{282E832B-BCA6-4E60-BC78-555DDEC70FC0}" destId="{83950757-81FA-42FE-A9CE-D37142AAE3F8}" srcOrd="0" destOrd="0" presId="urn:microsoft.com/office/officeart/2005/8/layout/lProcess2"/>
    <dgm:cxn modelId="{E02DE990-3CA0-454A-AC3E-EDB51D09E095}" type="presParOf" srcId="{282E832B-BCA6-4E60-BC78-555DDEC70FC0}" destId="{EA69BA27-1479-45CD-9BF6-252246331D82}" srcOrd="1" destOrd="0" presId="urn:microsoft.com/office/officeart/2005/8/layout/lProcess2"/>
    <dgm:cxn modelId="{4A17960F-B7FD-42E5-B1FD-B02DF8976F48}" type="presParOf" srcId="{282E832B-BCA6-4E60-BC78-555DDEC70FC0}" destId="{069985A3-CBBB-4048-9D83-D9AE0D8C9039}" srcOrd="2" destOrd="0" presId="urn:microsoft.com/office/officeart/2005/8/layout/lProcess2"/>
    <dgm:cxn modelId="{0DE5DBE0-6A7E-4B9B-8392-0BBE43DF0E7F}" type="presParOf" srcId="{069985A3-CBBB-4048-9D83-D9AE0D8C9039}" destId="{0513B395-9822-4BE3-B4CE-EE8ECC856D51}" srcOrd="0" destOrd="0" presId="urn:microsoft.com/office/officeart/2005/8/layout/lProcess2"/>
    <dgm:cxn modelId="{2CA7199F-3CED-4A6F-A198-3F38B794922B}" type="presParOf" srcId="{0513B395-9822-4BE3-B4CE-EE8ECC856D51}" destId="{DF42EBD9-E031-4E92-BB71-977EC285F3AE}" srcOrd="0" destOrd="0" presId="urn:microsoft.com/office/officeart/2005/8/layout/lProcess2"/>
    <dgm:cxn modelId="{281BA7E0-BDE8-4F91-8002-FF025046263A}" type="presParOf" srcId="{0513B395-9822-4BE3-B4CE-EE8ECC856D51}" destId="{D166D514-E1A1-45F9-ABEC-9B380469FAE1}" srcOrd="1" destOrd="0" presId="urn:microsoft.com/office/officeart/2005/8/layout/lProcess2"/>
    <dgm:cxn modelId="{0B2007F0-AC9C-4552-B18C-11DE10A8B8C4}" type="presParOf" srcId="{0513B395-9822-4BE3-B4CE-EE8ECC856D51}" destId="{51A8D042-25D7-4088-B702-CC2FC6303D8B}" srcOrd="2" destOrd="0" presId="urn:microsoft.com/office/officeart/2005/8/layout/lProcess2"/>
    <dgm:cxn modelId="{E8BB1132-B906-4E74-BE97-E0ED2642F5AF}" type="presParOf" srcId="{0513B395-9822-4BE3-B4CE-EE8ECC856D51}" destId="{ED19FDE6-C16D-4503-AB9A-55A3C87C9CED}" srcOrd="3" destOrd="0" presId="urn:microsoft.com/office/officeart/2005/8/layout/lProcess2"/>
    <dgm:cxn modelId="{25668E9B-1C87-46D3-8DF6-1B28E32D9006}" type="presParOf" srcId="{0513B395-9822-4BE3-B4CE-EE8ECC856D51}" destId="{456F44C0-F6AF-487C-A6DC-953AAC1F6E83}" srcOrd="4" destOrd="0" presId="urn:microsoft.com/office/officeart/2005/8/layout/lProcess2"/>
    <dgm:cxn modelId="{2F821E0D-CC5A-436D-A106-BCC31F9AE490}" type="presParOf" srcId="{0513B395-9822-4BE3-B4CE-EE8ECC856D51}" destId="{9C28D696-F15C-47A9-80EC-44E61D1E742C}" srcOrd="5" destOrd="0" presId="urn:microsoft.com/office/officeart/2005/8/layout/lProcess2"/>
    <dgm:cxn modelId="{CD89FAFC-3214-4A18-847B-D4D91E15CF56}" type="presParOf" srcId="{0513B395-9822-4BE3-B4CE-EE8ECC856D51}" destId="{16E4EE12-0D4A-421F-9DF0-8B742A27E5F5}" srcOrd="6" destOrd="0" presId="urn:microsoft.com/office/officeart/2005/8/layout/lProcess2"/>
  </dgm:cxnLst>
  <dgm:bg/>
  <dgm:whole/>
  <dgm:extLst>
    <a:ext uri="http://schemas.microsoft.com/office/drawing/2008/diagram">
      <dsp:dataModelExt xmlns:dsp="http://schemas.microsoft.com/office/drawing/2008/diagram" relId="rId6" minVer="http://schemas.openxmlformats.org/drawingml/2006/diagram"/>
    </a:ext>
  </dgm:extLst>
</dgm:dataModel>
</file>

<file path=ppt/diagrams/data11.xml><?xml version="1.0" encoding="utf-8"?>
<dgm:dataModel xmlns:dgm="http://schemas.openxmlformats.org/drawingml/2006/diagram" xmlns:a="http://schemas.openxmlformats.org/drawingml/2006/main">
  <dgm:ptLst>
    <dgm:pt modelId="{81AB1A46-59A7-4ABE-8345-88790BB53DBE}" type="doc">
      <dgm:prSet loTypeId="urn:microsoft.com/office/officeart/2018/2/layout/IconLabelDescriptionList" loCatId="icon" qsTypeId="urn:microsoft.com/office/officeart/2005/8/quickstyle/simple1" qsCatId="simple" csTypeId="urn:microsoft.com/office/officeart/2018/5/colors/Iconchunking_neutralbg_colorful1" csCatId="colorful" phldr="1"/>
      <dgm:spPr/>
      <dgm:t>
        <a:bodyPr/>
        <a:lstStyle/>
        <a:p>
          <a:endParaRPr lang="en-US"/>
        </a:p>
      </dgm:t>
    </dgm:pt>
    <dgm:pt modelId="{DEFE2797-C1DA-4493-9910-05C6B9EE984D}">
      <dgm:prSet/>
      <dgm:spPr/>
      <dgm:t>
        <a:bodyPr/>
        <a:lstStyle/>
        <a:p>
          <a:pPr>
            <a:lnSpc>
              <a:spcPct val="100000"/>
            </a:lnSpc>
            <a:defRPr b="1"/>
          </a:pPr>
          <a:r>
            <a:rPr lang="tr-TR" i="1"/>
            <a:t>transaction output</a:t>
          </a:r>
          <a:endParaRPr lang="en-US"/>
        </a:p>
      </dgm:t>
    </dgm:pt>
    <dgm:pt modelId="{EA24B7F3-75E1-493D-85D0-21C56CCA8C6B}" type="parTrans" cxnId="{4866B781-8DCD-497B-9AB4-21941558D10E}">
      <dgm:prSet/>
      <dgm:spPr/>
      <dgm:t>
        <a:bodyPr/>
        <a:lstStyle/>
        <a:p>
          <a:endParaRPr lang="en-US"/>
        </a:p>
      </dgm:t>
    </dgm:pt>
    <dgm:pt modelId="{8028713B-1063-4338-AF8E-2D3C23977E7E}" type="sibTrans" cxnId="{4866B781-8DCD-497B-9AB4-21941558D10E}">
      <dgm:prSet/>
      <dgm:spPr/>
      <dgm:t>
        <a:bodyPr/>
        <a:lstStyle/>
        <a:p>
          <a:endParaRPr lang="en-US"/>
        </a:p>
      </dgm:t>
    </dgm:pt>
    <dgm:pt modelId="{C2999A7B-6C0F-470C-A7C9-E7E8AD8A2C29}">
      <dgm:prSet/>
      <dgm:spPr/>
      <dgm:t>
        <a:bodyPr/>
        <a:lstStyle/>
        <a:p>
          <a:pPr>
            <a:lnSpc>
              <a:spcPct val="100000"/>
            </a:lnSpc>
          </a:pPr>
          <a:r>
            <a:rPr lang="en-US" dirty="0"/>
            <a:t>The fundamental building block</a:t>
          </a:r>
        </a:p>
      </dgm:t>
    </dgm:pt>
    <dgm:pt modelId="{F03EDF82-8D3A-4F73-AC0D-17087232C73D}" type="parTrans" cxnId="{610CA28C-99D7-4009-BC11-36AD21803AE7}">
      <dgm:prSet/>
      <dgm:spPr/>
      <dgm:t>
        <a:bodyPr/>
        <a:lstStyle/>
        <a:p>
          <a:endParaRPr lang="en-US"/>
        </a:p>
      </dgm:t>
    </dgm:pt>
    <dgm:pt modelId="{AD08C854-250E-4986-9184-FBFCBD1EF878}" type="sibTrans" cxnId="{610CA28C-99D7-4009-BC11-36AD21803AE7}">
      <dgm:prSet/>
      <dgm:spPr/>
      <dgm:t>
        <a:bodyPr/>
        <a:lstStyle/>
        <a:p>
          <a:endParaRPr lang="en-US"/>
        </a:p>
      </dgm:t>
    </dgm:pt>
    <dgm:pt modelId="{DBF67A44-EAA0-40F5-BDC0-F18AEFE129A0}">
      <dgm:prSet/>
      <dgm:spPr/>
      <dgm:t>
        <a:bodyPr/>
        <a:lstStyle/>
        <a:p>
          <a:pPr>
            <a:lnSpc>
              <a:spcPct val="100000"/>
            </a:lnSpc>
            <a:defRPr b="1"/>
          </a:pPr>
          <a:r>
            <a:rPr lang="tr-TR" u="sng" dirty="0"/>
            <a:t>Indivisible</a:t>
          </a:r>
          <a:r>
            <a:rPr lang="tr-TR" dirty="0"/>
            <a:t> Chunks</a:t>
          </a:r>
          <a:endParaRPr lang="en-US" dirty="0"/>
        </a:p>
      </dgm:t>
    </dgm:pt>
    <dgm:pt modelId="{8AE3F8B2-38A4-48C3-82C2-7B465174B84E}" type="parTrans" cxnId="{A0E8EB48-3A03-4E4B-BAF5-2C38A58A3C49}">
      <dgm:prSet/>
      <dgm:spPr/>
      <dgm:t>
        <a:bodyPr/>
        <a:lstStyle/>
        <a:p>
          <a:endParaRPr lang="en-US"/>
        </a:p>
      </dgm:t>
    </dgm:pt>
    <dgm:pt modelId="{CF51D106-3CD4-4943-8923-F47DA08ABAB2}" type="sibTrans" cxnId="{A0E8EB48-3A03-4E4B-BAF5-2C38A58A3C49}">
      <dgm:prSet/>
      <dgm:spPr/>
      <dgm:t>
        <a:bodyPr/>
        <a:lstStyle/>
        <a:p>
          <a:endParaRPr lang="en-US"/>
        </a:p>
      </dgm:t>
    </dgm:pt>
    <dgm:pt modelId="{BF6DF303-7B66-48CE-9262-16B70DE752B5}">
      <dgm:prSet/>
      <dgm:spPr/>
      <dgm:t>
        <a:bodyPr/>
        <a:lstStyle/>
        <a:p>
          <a:pPr>
            <a:lnSpc>
              <a:spcPct val="100000"/>
            </a:lnSpc>
          </a:pPr>
          <a:r>
            <a:rPr lang="en-US"/>
            <a:t>Transaction outputs</a:t>
          </a:r>
        </a:p>
      </dgm:t>
    </dgm:pt>
    <dgm:pt modelId="{9B3B5CFF-84B4-4170-B329-30A3018B7DB9}" type="parTrans" cxnId="{5BF875C7-B991-49FD-8B5D-A7C213E31E08}">
      <dgm:prSet/>
      <dgm:spPr/>
      <dgm:t>
        <a:bodyPr/>
        <a:lstStyle/>
        <a:p>
          <a:endParaRPr lang="en-US"/>
        </a:p>
      </dgm:t>
    </dgm:pt>
    <dgm:pt modelId="{38AF3C97-8963-4F48-B7FC-EE86489436A2}" type="sibTrans" cxnId="{5BF875C7-B991-49FD-8B5D-A7C213E31E08}">
      <dgm:prSet/>
      <dgm:spPr/>
      <dgm:t>
        <a:bodyPr/>
        <a:lstStyle/>
        <a:p>
          <a:endParaRPr lang="en-US"/>
        </a:p>
      </dgm:t>
    </dgm:pt>
    <dgm:pt modelId="{76F9C3F9-07E3-45AB-8ADB-30EC2226CE4D}">
      <dgm:prSet/>
      <dgm:spPr/>
      <dgm:t>
        <a:bodyPr/>
        <a:lstStyle/>
        <a:p>
          <a:pPr>
            <a:lnSpc>
              <a:spcPct val="100000"/>
            </a:lnSpc>
          </a:pPr>
          <a:r>
            <a:rPr lang="en-US" b="0" dirty="0"/>
            <a:t>recorded on the</a:t>
          </a:r>
          <a:r>
            <a:rPr lang="tr-TR" b="0" dirty="0"/>
            <a:t> </a:t>
          </a:r>
          <a:r>
            <a:rPr lang="en-US" b="0" dirty="0"/>
            <a:t>blockchain</a:t>
          </a:r>
        </a:p>
      </dgm:t>
    </dgm:pt>
    <dgm:pt modelId="{09CE27E1-684E-4099-973D-6F848C8EF9D4}" type="parTrans" cxnId="{14476A69-282A-4B67-91F3-D4663F26A1BD}">
      <dgm:prSet/>
      <dgm:spPr/>
      <dgm:t>
        <a:bodyPr/>
        <a:lstStyle/>
        <a:p>
          <a:endParaRPr lang="en-US"/>
        </a:p>
      </dgm:t>
    </dgm:pt>
    <dgm:pt modelId="{22B0F428-308D-45F4-8CB7-C7D3B9F7CCBE}" type="sibTrans" cxnId="{14476A69-282A-4B67-91F3-D4663F26A1BD}">
      <dgm:prSet/>
      <dgm:spPr/>
      <dgm:t>
        <a:bodyPr/>
        <a:lstStyle/>
        <a:p>
          <a:endParaRPr lang="en-US"/>
        </a:p>
      </dgm:t>
    </dgm:pt>
    <dgm:pt modelId="{FD6F842E-6709-4D3C-9FD8-AD0EE5DFE62F}">
      <dgm:prSet/>
      <dgm:spPr/>
      <dgm:t>
        <a:bodyPr/>
        <a:lstStyle/>
        <a:p>
          <a:pPr>
            <a:lnSpc>
              <a:spcPct val="100000"/>
            </a:lnSpc>
          </a:pPr>
          <a:r>
            <a:rPr lang="en-US"/>
            <a:t>are indivisible chunks of bitcoin currency</a:t>
          </a:r>
        </a:p>
      </dgm:t>
    </dgm:pt>
    <dgm:pt modelId="{C097FFC2-66A6-4B1E-AB13-37EF178A3125}" type="parTrans" cxnId="{7D7FD00D-DFEB-48A2-BE86-BDFA981BB195}">
      <dgm:prSet/>
      <dgm:spPr/>
      <dgm:t>
        <a:bodyPr/>
        <a:lstStyle/>
        <a:p>
          <a:endParaRPr lang="tr-TR"/>
        </a:p>
      </dgm:t>
    </dgm:pt>
    <dgm:pt modelId="{0A49BFCC-3FC7-48F2-AFF9-C6D6413B85F0}" type="sibTrans" cxnId="{7D7FD00D-DFEB-48A2-BE86-BDFA981BB195}">
      <dgm:prSet/>
      <dgm:spPr/>
      <dgm:t>
        <a:bodyPr/>
        <a:lstStyle/>
        <a:p>
          <a:endParaRPr lang="tr-TR"/>
        </a:p>
      </dgm:t>
    </dgm:pt>
    <dgm:pt modelId="{81D12595-2961-437E-ADC7-17A2C35F375C}">
      <dgm:prSet/>
      <dgm:spPr/>
      <dgm:t>
        <a:bodyPr/>
        <a:lstStyle/>
        <a:p>
          <a:pPr>
            <a:lnSpc>
              <a:spcPct val="100000"/>
            </a:lnSpc>
            <a:defRPr b="1"/>
          </a:pPr>
          <a:r>
            <a:rPr lang="tr-TR" b="1" dirty="0" err="1"/>
            <a:t>Resides</a:t>
          </a:r>
          <a:r>
            <a:rPr lang="tr-TR" b="1" dirty="0"/>
            <a:t> on</a:t>
          </a:r>
          <a:endParaRPr lang="en-US" b="1" dirty="0"/>
        </a:p>
      </dgm:t>
    </dgm:pt>
    <dgm:pt modelId="{1B53715D-8231-4425-98E8-11E427DEE603}" type="parTrans" cxnId="{F770CE17-96B0-4B0E-B002-BD38E474E12F}">
      <dgm:prSet/>
      <dgm:spPr/>
      <dgm:t>
        <a:bodyPr/>
        <a:lstStyle/>
        <a:p>
          <a:endParaRPr lang="tr-TR"/>
        </a:p>
      </dgm:t>
    </dgm:pt>
    <dgm:pt modelId="{98CABACB-954B-456A-8953-145033FD64C6}" type="sibTrans" cxnId="{F770CE17-96B0-4B0E-B002-BD38E474E12F}">
      <dgm:prSet/>
      <dgm:spPr/>
      <dgm:t>
        <a:bodyPr/>
        <a:lstStyle/>
        <a:p>
          <a:endParaRPr lang="tr-TR"/>
        </a:p>
      </dgm:t>
    </dgm:pt>
    <dgm:pt modelId="{EDCA49FC-650B-4CDB-94E2-6843AB428BBC}">
      <dgm:prSet/>
      <dgm:spPr/>
      <dgm:t>
        <a:bodyPr/>
        <a:lstStyle/>
        <a:p>
          <a:pPr>
            <a:lnSpc>
              <a:spcPct val="100000"/>
            </a:lnSpc>
          </a:pPr>
          <a:r>
            <a:rPr lang="en-US" dirty="0"/>
            <a:t>of a bitcoin transaction</a:t>
          </a:r>
        </a:p>
      </dgm:t>
    </dgm:pt>
    <dgm:pt modelId="{8BA2F928-C185-4E4E-B854-6FDF93BAAD9C}" type="parTrans" cxnId="{2AB953B0-FD6A-45CB-AA45-8FAA55A0C243}">
      <dgm:prSet/>
      <dgm:spPr/>
      <dgm:t>
        <a:bodyPr/>
        <a:lstStyle/>
        <a:p>
          <a:endParaRPr lang="tr-TR"/>
        </a:p>
      </dgm:t>
    </dgm:pt>
    <dgm:pt modelId="{EF807CDD-4EEE-4938-8A7F-A2B8E7D8204F}" type="sibTrans" cxnId="{2AB953B0-FD6A-45CB-AA45-8FAA55A0C243}">
      <dgm:prSet/>
      <dgm:spPr/>
      <dgm:t>
        <a:bodyPr/>
        <a:lstStyle/>
        <a:p>
          <a:endParaRPr lang="tr-TR"/>
        </a:p>
      </dgm:t>
    </dgm:pt>
    <dgm:pt modelId="{2D90E18B-E227-4E2B-8FF4-BB22A1D169A9}" type="pres">
      <dgm:prSet presAssocID="{81AB1A46-59A7-4ABE-8345-88790BB53DBE}" presName="root" presStyleCnt="0">
        <dgm:presLayoutVars>
          <dgm:dir/>
          <dgm:resizeHandles val="exact"/>
        </dgm:presLayoutVars>
      </dgm:prSet>
      <dgm:spPr/>
    </dgm:pt>
    <dgm:pt modelId="{ADA2D4B9-FDE3-41EE-A61F-18E3E3DAE4E4}" type="pres">
      <dgm:prSet presAssocID="{DEFE2797-C1DA-4493-9910-05C6B9EE984D}" presName="compNode" presStyleCnt="0"/>
      <dgm:spPr/>
    </dgm:pt>
    <dgm:pt modelId="{DC52401D-26F4-4078-85D5-304D27231BC7}" type="pres">
      <dgm:prSet presAssocID="{DEFE2797-C1DA-4493-9910-05C6B9EE984D}" presName="iconRect" presStyleLbl="node1" presStyleIdx="0" presStyleCnt="3"/>
      <dgm:spPr>
        <a:blipFill>
          <a:blip xmlns:r="http://schemas.openxmlformats.org/officeDocument/2006/relationships" r:embed="rId1" cstate="email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2"/>
              </a:ext>
            </a:extLst>
          </a:blip>
          <a:stretch>
            <a:fillRect/>
          </a:stretch>
        </a:blipFill>
        <a:ln>
          <a:noFill/>
        </a:ln>
      </dgm:spPr>
      <dgm:extLst>
        <a:ext uri="{E40237B7-FDA0-4F09-8148-C483321AD2D9}">
          <dgm14:cNvPr xmlns:dgm14="http://schemas.microsoft.com/office/drawing/2010/diagram" id="0" name="" descr="Bank"/>
        </a:ext>
      </dgm:extLst>
    </dgm:pt>
    <dgm:pt modelId="{1D3CDD1D-7A3A-4576-A9CB-4C03F18D42A2}" type="pres">
      <dgm:prSet presAssocID="{DEFE2797-C1DA-4493-9910-05C6B9EE984D}" presName="iconSpace" presStyleCnt="0"/>
      <dgm:spPr/>
    </dgm:pt>
    <dgm:pt modelId="{1F2EE405-DFDF-40B8-A8D6-312B1101AD3A}" type="pres">
      <dgm:prSet presAssocID="{DEFE2797-C1DA-4493-9910-05C6B9EE984D}" presName="parTx" presStyleLbl="revTx" presStyleIdx="0" presStyleCnt="6">
        <dgm:presLayoutVars>
          <dgm:chMax val="0"/>
          <dgm:chPref val="0"/>
        </dgm:presLayoutVars>
      </dgm:prSet>
      <dgm:spPr/>
    </dgm:pt>
    <dgm:pt modelId="{1B07A59B-FF7E-45CA-B40C-E49562770187}" type="pres">
      <dgm:prSet presAssocID="{DEFE2797-C1DA-4493-9910-05C6B9EE984D}" presName="txSpace" presStyleCnt="0"/>
      <dgm:spPr/>
    </dgm:pt>
    <dgm:pt modelId="{AD1615DB-4B73-4F7B-8E46-AF90A116ADE4}" type="pres">
      <dgm:prSet presAssocID="{DEFE2797-C1DA-4493-9910-05C6B9EE984D}" presName="desTx" presStyleLbl="revTx" presStyleIdx="1" presStyleCnt="6">
        <dgm:presLayoutVars/>
      </dgm:prSet>
      <dgm:spPr/>
    </dgm:pt>
    <dgm:pt modelId="{2AD435D2-FF08-469F-97FA-7C5EA75D2AC2}" type="pres">
      <dgm:prSet presAssocID="{8028713B-1063-4338-AF8E-2D3C23977E7E}" presName="sibTrans" presStyleCnt="0"/>
      <dgm:spPr/>
    </dgm:pt>
    <dgm:pt modelId="{EF0BACFF-0435-44F7-9D56-6A7CB27310D8}" type="pres">
      <dgm:prSet presAssocID="{DBF67A44-EAA0-40F5-BDC0-F18AEFE129A0}" presName="compNode" presStyleCnt="0"/>
      <dgm:spPr/>
    </dgm:pt>
    <dgm:pt modelId="{F5D665A8-F292-4728-BDE6-E40BE13D4C20}" type="pres">
      <dgm:prSet presAssocID="{DBF67A44-EAA0-40F5-BDC0-F18AEFE129A0}" presName="iconRect" presStyleLbl="node1" presStyleIdx="1" presStyleCnt="3"/>
      <dgm:spPr>
        <a:blipFill>
          <a:blip xmlns:r="http://schemas.openxmlformats.org/officeDocument/2006/relationships" r:embed="rId3" cstate="email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4"/>
              </a:ext>
            </a:extLst>
          </a:blip>
          <a:stretch>
            <a:fillRect/>
          </a:stretch>
        </a:blipFill>
        <a:ln>
          <a:noFill/>
        </a:ln>
      </dgm:spPr>
      <dgm:extLst>
        <a:ext uri="{E40237B7-FDA0-4F09-8148-C483321AD2D9}">
          <dgm14:cNvPr xmlns:dgm14="http://schemas.microsoft.com/office/drawing/2010/diagram" id="0" name="" descr="Bitcoin"/>
        </a:ext>
      </dgm:extLst>
    </dgm:pt>
    <dgm:pt modelId="{4BDC86DF-0A92-4066-9898-11E238C8F5FE}" type="pres">
      <dgm:prSet presAssocID="{DBF67A44-EAA0-40F5-BDC0-F18AEFE129A0}" presName="iconSpace" presStyleCnt="0"/>
      <dgm:spPr/>
    </dgm:pt>
    <dgm:pt modelId="{04DB709F-E2FC-4453-BF47-39E39F20B765}" type="pres">
      <dgm:prSet presAssocID="{DBF67A44-EAA0-40F5-BDC0-F18AEFE129A0}" presName="parTx" presStyleLbl="revTx" presStyleIdx="2" presStyleCnt="6">
        <dgm:presLayoutVars>
          <dgm:chMax val="0"/>
          <dgm:chPref val="0"/>
        </dgm:presLayoutVars>
      </dgm:prSet>
      <dgm:spPr/>
    </dgm:pt>
    <dgm:pt modelId="{869B4426-A8C5-452A-BB34-B798AE97B171}" type="pres">
      <dgm:prSet presAssocID="{DBF67A44-EAA0-40F5-BDC0-F18AEFE129A0}" presName="txSpace" presStyleCnt="0"/>
      <dgm:spPr/>
    </dgm:pt>
    <dgm:pt modelId="{A72507E2-6EF7-48A0-9E11-14E0C6087597}" type="pres">
      <dgm:prSet presAssocID="{DBF67A44-EAA0-40F5-BDC0-F18AEFE129A0}" presName="desTx" presStyleLbl="revTx" presStyleIdx="3" presStyleCnt="6">
        <dgm:presLayoutVars/>
      </dgm:prSet>
      <dgm:spPr/>
    </dgm:pt>
    <dgm:pt modelId="{B98E7D74-15D1-4332-8CAB-3509B246F4DE}" type="pres">
      <dgm:prSet presAssocID="{CF51D106-3CD4-4943-8923-F47DA08ABAB2}" presName="sibTrans" presStyleCnt="0"/>
      <dgm:spPr/>
    </dgm:pt>
    <dgm:pt modelId="{0BDB417E-4BA2-4BC6-B4D4-2E524EC39B32}" type="pres">
      <dgm:prSet presAssocID="{81D12595-2961-437E-ADC7-17A2C35F375C}" presName="compNode" presStyleCnt="0"/>
      <dgm:spPr/>
    </dgm:pt>
    <dgm:pt modelId="{C8C4F66C-07B0-4481-B3D6-311EC4D2C34D}" type="pres">
      <dgm:prSet presAssocID="{81D12595-2961-437E-ADC7-17A2C35F375C}" presName="iconRect" presStyleLbl="node1" presStyleIdx="2" presStyleCnt="3"/>
      <dgm:spPr>
        <a:blipFill>
          <a:blip xmlns:r="http://schemas.openxmlformats.org/officeDocument/2006/relationships" r:embed="rId5" cstate="email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6"/>
              </a:ext>
            </a:extLst>
          </a:blip>
          <a:stretch>
            <a:fillRect/>
          </a:stretch>
        </a:blipFill>
        <a:ln>
          <a:noFill/>
        </a:ln>
      </dgm:spPr>
      <dgm:extLst>
        <a:ext uri="{E40237B7-FDA0-4F09-8148-C483321AD2D9}">
          <dgm14:cNvPr xmlns:dgm14="http://schemas.microsoft.com/office/drawing/2010/diagram" id="0" name="" descr="Shredder"/>
        </a:ext>
      </dgm:extLst>
    </dgm:pt>
    <dgm:pt modelId="{91B0E905-8304-48DB-987B-55F3A37EBBF3}" type="pres">
      <dgm:prSet presAssocID="{81D12595-2961-437E-ADC7-17A2C35F375C}" presName="iconSpace" presStyleCnt="0"/>
      <dgm:spPr/>
    </dgm:pt>
    <dgm:pt modelId="{48C0FAE1-AB0E-4A58-8CC1-A86AB716BDF2}" type="pres">
      <dgm:prSet presAssocID="{81D12595-2961-437E-ADC7-17A2C35F375C}" presName="parTx" presStyleLbl="revTx" presStyleIdx="4" presStyleCnt="6">
        <dgm:presLayoutVars>
          <dgm:chMax val="0"/>
          <dgm:chPref val="0"/>
        </dgm:presLayoutVars>
      </dgm:prSet>
      <dgm:spPr/>
    </dgm:pt>
    <dgm:pt modelId="{FA956AF9-A28F-4AAE-BB02-8F42E2049AEC}" type="pres">
      <dgm:prSet presAssocID="{81D12595-2961-437E-ADC7-17A2C35F375C}" presName="txSpace" presStyleCnt="0"/>
      <dgm:spPr/>
    </dgm:pt>
    <dgm:pt modelId="{9D757A1E-1BE4-4563-B205-A89634F5D7B0}" type="pres">
      <dgm:prSet presAssocID="{81D12595-2961-437E-ADC7-17A2C35F375C}" presName="desTx" presStyleLbl="revTx" presStyleIdx="5" presStyleCnt="6">
        <dgm:presLayoutVars/>
      </dgm:prSet>
      <dgm:spPr/>
    </dgm:pt>
  </dgm:ptLst>
  <dgm:cxnLst>
    <dgm:cxn modelId="{7D7FD00D-DFEB-48A2-BE86-BDFA981BB195}" srcId="{DBF67A44-EAA0-40F5-BDC0-F18AEFE129A0}" destId="{FD6F842E-6709-4D3C-9FD8-AD0EE5DFE62F}" srcOrd="1" destOrd="0" parTransId="{C097FFC2-66A6-4B1E-AB13-37EF178A3125}" sibTransId="{0A49BFCC-3FC7-48F2-AFF9-C6D6413B85F0}"/>
    <dgm:cxn modelId="{F770CE17-96B0-4B0E-B002-BD38E474E12F}" srcId="{81AB1A46-59A7-4ABE-8345-88790BB53DBE}" destId="{81D12595-2961-437E-ADC7-17A2C35F375C}" srcOrd="2" destOrd="0" parTransId="{1B53715D-8231-4425-98E8-11E427DEE603}" sibTransId="{98CABACB-954B-456A-8953-145033FD64C6}"/>
    <dgm:cxn modelId="{C9522D1A-A689-41B4-8481-1C6E936B69A9}" type="presOf" srcId="{EDCA49FC-650B-4CDB-94E2-6843AB428BBC}" destId="{AD1615DB-4B73-4F7B-8E46-AF90A116ADE4}" srcOrd="0" destOrd="1" presId="urn:microsoft.com/office/officeart/2018/2/layout/IconLabelDescriptionList"/>
    <dgm:cxn modelId="{476E5F47-F182-405A-8A08-2469BC1141C7}" type="presOf" srcId="{81D12595-2961-437E-ADC7-17A2C35F375C}" destId="{48C0FAE1-AB0E-4A58-8CC1-A86AB716BDF2}" srcOrd="0" destOrd="0" presId="urn:microsoft.com/office/officeart/2018/2/layout/IconLabelDescriptionList"/>
    <dgm:cxn modelId="{A0E8EB48-3A03-4E4B-BAF5-2C38A58A3C49}" srcId="{81AB1A46-59A7-4ABE-8345-88790BB53DBE}" destId="{DBF67A44-EAA0-40F5-BDC0-F18AEFE129A0}" srcOrd="1" destOrd="0" parTransId="{8AE3F8B2-38A4-48C3-82C2-7B465174B84E}" sibTransId="{CF51D106-3CD4-4943-8923-F47DA08ABAB2}"/>
    <dgm:cxn modelId="{14476A69-282A-4B67-91F3-D4663F26A1BD}" srcId="{81D12595-2961-437E-ADC7-17A2C35F375C}" destId="{76F9C3F9-07E3-45AB-8ADB-30EC2226CE4D}" srcOrd="0" destOrd="0" parTransId="{09CE27E1-684E-4099-973D-6F848C8EF9D4}" sibTransId="{22B0F428-308D-45F4-8CB7-C7D3B9F7CCBE}"/>
    <dgm:cxn modelId="{A846764B-FB42-4810-AA06-790E6AF94515}" type="presOf" srcId="{C2999A7B-6C0F-470C-A7C9-E7E8AD8A2C29}" destId="{AD1615DB-4B73-4F7B-8E46-AF90A116ADE4}" srcOrd="0" destOrd="0" presId="urn:microsoft.com/office/officeart/2018/2/layout/IconLabelDescriptionList"/>
    <dgm:cxn modelId="{808CE179-F586-4FE4-8207-E2C9075FD1B4}" type="presOf" srcId="{DBF67A44-EAA0-40F5-BDC0-F18AEFE129A0}" destId="{04DB709F-E2FC-4453-BF47-39E39F20B765}" srcOrd="0" destOrd="0" presId="urn:microsoft.com/office/officeart/2018/2/layout/IconLabelDescriptionList"/>
    <dgm:cxn modelId="{4866B781-8DCD-497B-9AB4-21941558D10E}" srcId="{81AB1A46-59A7-4ABE-8345-88790BB53DBE}" destId="{DEFE2797-C1DA-4493-9910-05C6B9EE984D}" srcOrd="0" destOrd="0" parTransId="{EA24B7F3-75E1-493D-85D0-21C56CCA8C6B}" sibTransId="{8028713B-1063-4338-AF8E-2D3C23977E7E}"/>
    <dgm:cxn modelId="{610CA28C-99D7-4009-BC11-36AD21803AE7}" srcId="{DEFE2797-C1DA-4493-9910-05C6B9EE984D}" destId="{C2999A7B-6C0F-470C-A7C9-E7E8AD8A2C29}" srcOrd="0" destOrd="0" parTransId="{F03EDF82-8D3A-4F73-AC0D-17087232C73D}" sibTransId="{AD08C854-250E-4986-9184-FBFCBD1EF878}"/>
    <dgm:cxn modelId="{E7057391-991E-4E05-9FDB-B7B7FE72D460}" type="presOf" srcId="{FD6F842E-6709-4D3C-9FD8-AD0EE5DFE62F}" destId="{A72507E2-6EF7-48A0-9E11-14E0C6087597}" srcOrd="0" destOrd="1" presId="urn:microsoft.com/office/officeart/2018/2/layout/IconLabelDescriptionList"/>
    <dgm:cxn modelId="{06C9C796-E326-4ACD-95D4-375B95245E20}" type="presOf" srcId="{DEFE2797-C1DA-4493-9910-05C6B9EE984D}" destId="{1F2EE405-DFDF-40B8-A8D6-312B1101AD3A}" srcOrd="0" destOrd="0" presId="urn:microsoft.com/office/officeart/2018/2/layout/IconLabelDescriptionList"/>
    <dgm:cxn modelId="{6E650399-965D-484E-984D-B795F843BBD0}" type="presOf" srcId="{BF6DF303-7B66-48CE-9262-16B70DE752B5}" destId="{A72507E2-6EF7-48A0-9E11-14E0C6087597}" srcOrd="0" destOrd="0" presId="urn:microsoft.com/office/officeart/2018/2/layout/IconLabelDescriptionList"/>
    <dgm:cxn modelId="{2AB953B0-FD6A-45CB-AA45-8FAA55A0C243}" srcId="{DEFE2797-C1DA-4493-9910-05C6B9EE984D}" destId="{EDCA49FC-650B-4CDB-94E2-6843AB428BBC}" srcOrd="1" destOrd="0" parTransId="{8BA2F928-C185-4E4E-B854-6FDF93BAAD9C}" sibTransId="{EF807CDD-4EEE-4938-8A7F-A2B8E7D8204F}"/>
    <dgm:cxn modelId="{5BF875C7-B991-49FD-8B5D-A7C213E31E08}" srcId="{DBF67A44-EAA0-40F5-BDC0-F18AEFE129A0}" destId="{BF6DF303-7B66-48CE-9262-16B70DE752B5}" srcOrd="0" destOrd="0" parTransId="{9B3B5CFF-84B4-4170-B329-30A3018B7DB9}" sibTransId="{38AF3C97-8963-4F48-B7FC-EE86489436A2}"/>
    <dgm:cxn modelId="{91826ECE-41B2-4475-8559-00B8CA8B1386}" type="presOf" srcId="{81AB1A46-59A7-4ABE-8345-88790BB53DBE}" destId="{2D90E18B-E227-4E2B-8FF4-BB22A1D169A9}" srcOrd="0" destOrd="0" presId="urn:microsoft.com/office/officeart/2018/2/layout/IconLabelDescriptionList"/>
    <dgm:cxn modelId="{7A2D62E4-57E5-4F11-8C2E-C4AE39FB90D2}" type="presOf" srcId="{76F9C3F9-07E3-45AB-8ADB-30EC2226CE4D}" destId="{9D757A1E-1BE4-4563-B205-A89634F5D7B0}" srcOrd="0" destOrd="0" presId="urn:microsoft.com/office/officeart/2018/2/layout/IconLabelDescriptionList"/>
    <dgm:cxn modelId="{ADECEC20-4F2B-4069-9359-64D15C7A8C21}" type="presParOf" srcId="{2D90E18B-E227-4E2B-8FF4-BB22A1D169A9}" destId="{ADA2D4B9-FDE3-41EE-A61F-18E3E3DAE4E4}" srcOrd="0" destOrd="0" presId="urn:microsoft.com/office/officeart/2018/2/layout/IconLabelDescriptionList"/>
    <dgm:cxn modelId="{8EE31D66-F251-45E9-A7F8-8E27345A5585}" type="presParOf" srcId="{ADA2D4B9-FDE3-41EE-A61F-18E3E3DAE4E4}" destId="{DC52401D-26F4-4078-85D5-304D27231BC7}" srcOrd="0" destOrd="0" presId="urn:microsoft.com/office/officeart/2018/2/layout/IconLabelDescriptionList"/>
    <dgm:cxn modelId="{486CFAA1-724D-42CD-8D62-C0EB7020E57D}" type="presParOf" srcId="{ADA2D4B9-FDE3-41EE-A61F-18E3E3DAE4E4}" destId="{1D3CDD1D-7A3A-4576-A9CB-4C03F18D42A2}" srcOrd="1" destOrd="0" presId="urn:microsoft.com/office/officeart/2018/2/layout/IconLabelDescriptionList"/>
    <dgm:cxn modelId="{DFBEB338-1C28-415B-A72B-9EF0C036339C}" type="presParOf" srcId="{ADA2D4B9-FDE3-41EE-A61F-18E3E3DAE4E4}" destId="{1F2EE405-DFDF-40B8-A8D6-312B1101AD3A}" srcOrd="2" destOrd="0" presId="urn:microsoft.com/office/officeart/2018/2/layout/IconLabelDescriptionList"/>
    <dgm:cxn modelId="{E10D7A79-7F2A-4017-8E7F-E470D3164402}" type="presParOf" srcId="{ADA2D4B9-FDE3-41EE-A61F-18E3E3DAE4E4}" destId="{1B07A59B-FF7E-45CA-B40C-E49562770187}" srcOrd="3" destOrd="0" presId="urn:microsoft.com/office/officeart/2018/2/layout/IconLabelDescriptionList"/>
    <dgm:cxn modelId="{9F10AE56-EC94-4E4B-96FC-1D3653BB0B7B}" type="presParOf" srcId="{ADA2D4B9-FDE3-41EE-A61F-18E3E3DAE4E4}" destId="{AD1615DB-4B73-4F7B-8E46-AF90A116ADE4}" srcOrd="4" destOrd="0" presId="urn:microsoft.com/office/officeart/2018/2/layout/IconLabelDescriptionList"/>
    <dgm:cxn modelId="{C41FAC06-AEDB-4EDC-AEDD-47A6BCCF2992}" type="presParOf" srcId="{2D90E18B-E227-4E2B-8FF4-BB22A1D169A9}" destId="{2AD435D2-FF08-469F-97FA-7C5EA75D2AC2}" srcOrd="1" destOrd="0" presId="urn:microsoft.com/office/officeart/2018/2/layout/IconLabelDescriptionList"/>
    <dgm:cxn modelId="{D46346EE-0BBA-4B20-85DC-7E28ED6CC966}" type="presParOf" srcId="{2D90E18B-E227-4E2B-8FF4-BB22A1D169A9}" destId="{EF0BACFF-0435-44F7-9D56-6A7CB27310D8}" srcOrd="2" destOrd="0" presId="urn:microsoft.com/office/officeart/2018/2/layout/IconLabelDescriptionList"/>
    <dgm:cxn modelId="{5E313D6C-5A57-4899-A3F5-071262B3A9E7}" type="presParOf" srcId="{EF0BACFF-0435-44F7-9D56-6A7CB27310D8}" destId="{F5D665A8-F292-4728-BDE6-E40BE13D4C20}" srcOrd="0" destOrd="0" presId="urn:microsoft.com/office/officeart/2018/2/layout/IconLabelDescriptionList"/>
    <dgm:cxn modelId="{CFB9541B-F133-456F-A72F-1DDC2F0D353E}" type="presParOf" srcId="{EF0BACFF-0435-44F7-9D56-6A7CB27310D8}" destId="{4BDC86DF-0A92-4066-9898-11E238C8F5FE}" srcOrd="1" destOrd="0" presId="urn:microsoft.com/office/officeart/2018/2/layout/IconLabelDescriptionList"/>
    <dgm:cxn modelId="{8768E2F3-D5FA-4420-8333-FDB410E9AF29}" type="presParOf" srcId="{EF0BACFF-0435-44F7-9D56-6A7CB27310D8}" destId="{04DB709F-E2FC-4453-BF47-39E39F20B765}" srcOrd="2" destOrd="0" presId="urn:microsoft.com/office/officeart/2018/2/layout/IconLabelDescriptionList"/>
    <dgm:cxn modelId="{1381026C-294C-45D7-9701-D72B04F21857}" type="presParOf" srcId="{EF0BACFF-0435-44F7-9D56-6A7CB27310D8}" destId="{869B4426-A8C5-452A-BB34-B798AE97B171}" srcOrd="3" destOrd="0" presId="urn:microsoft.com/office/officeart/2018/2/layout/IconLabelDescriptionList"/>
    <dgm:cxn modelId="{C6FAEE7E-41C2-44EB-B1D9-5130EE3950FA}" type="presParOf" srcId="{EF0BACFF-0435-44F7-9D56-6A7CB27310D8}" destId="{A72507E2-6EF7-48A0-9E11-14E0C6087597}" srcOrd="4" destOrd="0" presId="urn:microsoft.com/office/officeart/2018/2/layout/IconLabelDescriptionList"/>
    <dgm:cxn modelId="{C98C699D-6193-42E0-B479-8950EB7968E0}" type="presParOf" srcId="{2D90E18B-E227-4E2B-8FF4-BB22A1D169A9}" destId="{B98E7D74-15D1-4332-8CAB-3509B246F4DE}" srcOrd="3" destOrd="0" presId="urn:microsoft.com/office/officeart/2018/2/layout/IconLabelDescriptionList"/>
    <dgm:cxn modelId="{DCDE8512-D4DD-4485-9822-11D9825CAF11}" type="presParOf" srcId="{2D90E18B-E227-4E2B-8FF4-BB22A1D169A9}" destId="{0BDB417E-4BA2-4BC6-B4D4-2E524EC39B32}" srcOrd="4" destOrd="0" presId="urn:microsoft.com/office/officeart/2018/2/layout/IconLabelDescriptionList"/>
    <dgm:cxn modelId="{937BD36C-FE82-40CB-A2D1-32B7850746C5}" type="presParOf" srcId="{0BDB417E-4BA2-4BC6-B4D4-2E524EC39B32}" destId="{C8C4F66C-07B0-4481-B3D6-311EC4D2C34D}" srcOrd="0" destOrd="0" presId="urn:microsoft.com/office/officeart/2018/2/layout/IconLabelDescriptionList"/>
    <dgm:cxn modelId="{356CCA40-F39C-4055-9624-7576B3EA56AA}" type="presParOf" srcId="{0BDB417E-4BA2-4BC6-B4D4-2E524EC39B32}" destId="{91B0E905-8304-48DB-987B-55F3A37EBBF3}" srcOrd="1" destOrd="0" presId="urn:microsoft.com/office/officeart/2018/2/layout/IconLabelDescriptionList"/>
    <dgm:cxn modelId="{64AD81B6-5C00-4385-987D-F58B2F7703C2}" type="presParOf" srcId="{0BDB417E-4BA2-4BC6-B4D4-2E524EC39B32}" destId="{48C0FAE1-AB0E-4A58-8CC1-A86AB716BDF2}" srcOrd="2" destOrd="0" presId="urn:microsoft.com/office/officeart/2018/2/layout/IconLabelDescriptionList"/>
    <dgm:cxn modelId="{C31A017D-E229-4270-A4DF-32D68B3C5F05}" type="presParOf" srcId="{0BDB417E-4BA2-4BC6-B4D4-2E524EC39B32}" destId="{FA956AF9-A28F-4AAE-BB02-8F42E2049AEC}" srcOrd="3" destOrd="0" presId="urn:microsoft.com/office/officeart/2018/2/layout/IconLabelDescriptionList"/>
    <dgm:cxn modelId="{AF6FC403-6666-476C-8E54-964049A7D9AF}" type="presParOf" srcId="{0BDB417E-4BA2-4BC6-B4D4-2E524EC39B32}" destId="{9D757A1E-1BE4-4563-B205-A89634F5D7B0}" srcOrd="4" destOrd="0" presId="urn:microsoft.com/office/officeart/2018/2/layout/IconLabelDescriptionList"/>
  </dgm:cxnLst>
  <dgm:bg/>
  <dgm:whole/>
  <dgm:extLst>
    <a:ext uri="http://schemas.microsoft.com/office/drawing/2008/diagram">
      <dsp:dataModelExt xmlns:dsp="http://schemas.microsoft.com/office/drawing/2008/diagram" relId="rId6" minVer="http://schemas.openxmlformats.org/drawingml/2006/diagram"/>
    </a:ext>
  </dgm:extLst>
</dgm:dataModel>
</file>

<file path=ppt/diagrams/data12.xml><?xml version="1.0" encoding="utf-8"?>
<dgm:dataModel xmlns:dgm="http://schemas.openxmlformats.org/drawingml/2006/diagram" xmlns:a="http://schemas.openxmlformats.org/drawingml/2006/main">
  <dgm:ptLst>
    <dgm:pt modelId="{81AB1A46-59A7-4ABE-8345-88790BB53DBE}" type="doc">
      <dgm:prSet loTypeId="urn:microsoft.com/office/officeart/2018/5/layout/CenteredIconLabelDescriptionList" loCatId="icon" qsTypeId="urn:microsoft.com/office/officeart/2005/8/quickstyle/simple1" qsCatId="simple" csTypeId="urn:microsoft.com/office/officeart/2018/5/colors/Iconchunking_neutralbg_colorful1" csCatId="colorful" phldr="1"/>
      <dgm:spPr/>
      <dgm:t>
        <a:bodyPr/>
        <a:lstStyle/>
        <a:p>
          <a:endParaRPr lang="en-US"/>
        </a:p>
      </dgm:t>
    </dgm:pt>
    <dgm:pt modelId="{33C583FB-8F04-4C0A-98CE-A6FC7323C0F4}">
      <dgm:prSet/>
      <dgm:spPr/>
      <dgm:t>
        <a:bodyPr/>
        <a:lstStyle/>
        <a:p>
          <a:pPr>
            <a:lnSpc>
              <a:spcPct val="100000"/>
            </a:lnSpc>
          </a:pPr>
          <a:r>
            <a:rPr lang="en-US"/>
            <a:t>recognized as valid</a:t>
          </a:r>
        </a:p>
      </dgm:t>
    </dgm:pt>
    <dgm:pt modelId="{5C3F41C5-0E21-4080-886B-ACE751496D7C}" type="parTrans" cxnId="{55CD8B67-9B6E-4A6B-AC05-D5857D9C1860}">
      <dgm:prSet/>
      <dgm:spPr/>
      <dgm:t>
        <a:bodyPr/>
        <a:lstStyle/>
        <a:p>
          <a:endParaRPr lang="en-US"/>
        </a:p>
      </dgm:t>
    </dgm:pt>
    <dgm:pt modelId="{5AB7EB6A-AE8E-4325-B547-D252D34C3F3F}" type="sibTrans" cxnId="{55CD8B67-9B6E-4A6B-AC05-D5857D9C1860}">
      <dgm:prSet/>
      <dgm:spPr/>
      <dgm:t>
        <a:bodyPr/>
        <a:lstStyle/>
        <a:p>
          <a:endParaRPr lang="en-US"/>
        </a:p>
      </dgm:t>
    </dgm:pt>
    <dgm:pt modelId="{CCADE078-99BF-42F2-B1A3-FCC57C4AEC5A}">
      <dgm:prSet/>
      <dgm:spPr/>
      <dgm:t>
        <a:bodyPr/>
        <a:lstStyle/>
        <a:p>
          <a:pPr>
            <a:lnSpc>
              <a:spcPct val="100000"/>
            </a:lnSpc>
            <a:defRPr b="1"/>
          </a:pPr>
          <a:r>
            <a:rPr lang="tr-TR"/>
            <a:t>UTXO</a:t>
          </a:r>
          <a:endParaRPr lang="en-US"/>
        </a:p>
      </dgm:t>
    </dgm:pt>
    <dgm:pt modelId="{E931BAB3-290E-4502-8831-231B5E9C485C}" type="parTrans" cxnId="{BA6167DB-194C-40D4-85A2-37543AB07ACA}">
      <dgm:prSet/>
      <dgm:spPr/>
      <dgm:t>
        <a:bodyPr/>
        <a:lstStyle/>
        <a:p>
          <a:endParaRPr lang="en-US"/>
        </a:p>
      </dgm:t>
    </dgm:pt>
    <dgm:pt modelId="{9C8B11A5-FAE2-44B1-A588-D3A40C78C0CD}" type="sibTrans" cxnId="{BA6167DB-194C-40D4-85A2-37543AB07ACA}">
      <dgm:prSet/>
      <dgm:spPr/>
      <dgm:t>
        <a:bodyPr/>
        <a:lstStyle/>
        <a:p>
          <a:endParaRPr lang="en-US"/>
        </a:p>
      </dgm:t>
    </dgm:pt>
    <dgm:pt modelId="{58B5E8A1-52D6-4563-A3F3-890DB92D44A2}">
      <dgm:prSet/>
      <dgm:spPr/>
      <dgm:t>
        <a:bodyPr/>
        <a:lstStyle/>
        <a:p>
          <a:pPr>
            <a:lnSpc>
              <a:spcPct val="100000"/>
            </a:lnSpc>
            <a:defRPr b="1"/>
          </a:pPr>
          <a:r>
            <a:rPr lang="tr-TR"/>
            <a:t>Validity</a:t>
          </a:r>
          <a:endParaRPr lang="en-US"/>
        </a:p>
      </dgm:t>
    </dgm:pt>
    <dgm:pt modelId="{DF256CFB-38EA-4C4D-A516-1C1AAD853D57}" type="parTrans" cxnId="{2F000C68-09DB-4C49-95EF-18261A706EF7}">
      <dgm:prSet/>
      <dgm:spPr/>
      <dgm:t>
        <a:bodyPr/>
        <a:lstStyle/>
        <a:p>
          <a:endParaRPr lang="tr-TR"/>
        </a:p>
      </dgm:t>
    </dgm:pt>
    <dgm:pt modelId="{FB4DC002-8473-427B-8DD6-BFCA44485D43}" type="sibTrans" cxnId="{2F000C68-09DB-4C49-95EF-18261A706EF7}">
      <dgm:prSet/>
      <dgm:spPr/>
      <dgm:t>
        <a:bodyPr/>
        <a:lstStyle/>
        <a:p>
          <a:endParaRPr lang="tr-TR"/>
        </a:p>
      </dgm:t>
    </dgm:pt>
    <dgm:pt modelId="{6C573C39-368A-4B2C-B9B0-F98A3BDDAEE0}">
      <dgm:prSet/>
      <dgm:spPr/>
      <dgm:t>
        <a:bodyPr/>
        <a:lstStyle/>
        <a:p>
          <a:pPr>
            <a:lnSpc>
              <a:spcPct val="100000"/>
            </a:lnSpc>
          </a:pPr>
          <a:r>
            <a:rPr lang="en-US"/>
            <a:t>by the entire network</a:t>
          </a:r>
        </a:p>
      </dgm:t>
    </dgm:pt>
    <dgm:pt modelId="{0AD21508-52C6-44C0-A001-717FB4D945F0}" type="parTrans" cxnId="{1A9E32BF-89E4-4385-95FC-896D9208B79D}">
      <dgm:prSet/>
      <dgm:spPr/>
      <dgm:t>
        <a:bodyPr/>
        <a:lstStyle/>
        <a:p>
          <a:endParaRPr lang="tr-TR"/>
        </a:p>
      </dgm:t>
    </dgm:pt>
    <dgm:pt modelId="{826AE052-7049-45C4-9B29-88766CC763AF}" type="sibTrans" cxnId="{1A9E32BF-89E4-4385-95FC-896D9208B79D}">
      <dgm:prSet/>
      <dgm:spPr/>
      <dgm:t>
        <a:bodyPr/>
        <a:lstStyle/>
        <a:p>
          <a:endParaRPr lang="tr-TR"/>
        </a:p>
      </dgm:t>
    </dgm:pt>
    <dgm:pt modelId="{B4A76B3A-AD23-4724-B4E8-46B78589DB45}">
      <dgm:prSet/>
      <dgm:spPr/>
      <dgm:t>
        <a:bodyPr/>
        <a:lstStyle/>
        <a:p>
          <a:pPr>
            <a:lnSpc>
              <a:spcPct val="100000"/>
            </a:lnSpc>
          </a:pPr>
          <a:r>
            <a:rPr lang="en-US"/>
            <a:t>all</a:t>
          </a:r>
          <a:r>
            <a:rPr lang="tr-TR"/>
            <a:t> </a:t>
          </a:r>
          <a:r>
            <a:rPr lang="en-US"/>
            <a:t>available</a:t>
          </a:r>
          <a:endParaRPr lang="en-US" b="1"/>
        </a:p>
      </dgm:t>
    </dgm:pt>
    <dgm:pt modelId="{8735C56F-146A-431D-BEDD-2ABE11C0C164}" type="parTrans" cxnId="{AD6FC6B5-EC37-4EC0-ADCD-2DBFBE5BF593}">
      <dgm:prSet/>
      <dgm:spPr/>
      <dgm:t>
        <a:bodyPr/>
        <a:lstStyle/>
        <a:p>
          <a:endParaRPr lang="tr-TR"/>
        </a:p>
      </dgm:t>
    </dgm:pt>
    <dgm:pt modelId="{713FB68B-7838-4CFD-AF5C-7F47BC5C8F3C}" type="sibTrans" cxnId="{AD6FC6B5-EC37-4EC0-ADCD-2DBFBE5BF593}">
      <dgm:prSet/>
      <dgm:spPr/>
      <dgm:t>
        <a:bodyPr/>
        <a:lstStyle/>
        <a:p>
          <a:endParaRPr lang="tr-TR"/>
        </a:p>
      </dgm:t>
    </dgm:pt>
    <dgm:pt modelId="{C8080780-BF2C-4435-97CC-97B08C412EE5}">
      <dgm:prSet/>
      <dgm:spPr/>
      <dgm:t>
        <a:bodyPr/>
        <a:lstStyle/>
        <a:p>
          <a:pPr>
            <a:lnSpc>
              <a:spcPct val="100000"/>
            </a:lnSpc>
          </a:pPr>
          <a:r>
            <a:rPr lang="en-US"/>
            <a:t>and </a:t>
          </a:r>
          <a:r>
            <a:rPr lang="en-US" b="1"/>
            <a:t>spendable outputs</a:t>
          </a:r>
        </a:p>
      </dgm:t>
    </dgm:pt>
    <dgm:pt modelId="{B871F01F-3F2E-46EE-A390-856E94C620ED}" type="parTrans" cxnId="{A52AA484-6C40-4C6C-A159-C13BB950DD25}">
      <dgm:prSet/>
      <dgm:spPr/>
      <dgm:t>
        <a:bodyPr/>
        <a:lstStyle/>
        <a:p>
          <a:endParaRPr lang="tr-TR"/>
        </a:p>
      </dgm:t>
    </dgm:pt>
    <dgm:pt modelId="{4537F483-08F5-4B6A-9B5D-667040984290}" type="sibTrans" cxnId="{A52AA484-6C40-4C6C-A159-C13BB950DD25}">
      <dgm:prSet/>
      <dgm:spPr/>
      <dgm:t>
        <a:bodyPr/>
        <a:lstStyle/>
        <a:p>
          <a:endParaRPr lang="tr-TR"/>
        </a:p>
      </dgm:t>
    </dgm:pt>
    <dgm:pt modelId="{FA9BD80B-6DF3-47F6-9A4D-95DDE643021F}">
      <dgm:prSet/>
      <dgm:spPr/>
      <dgm:t>
        <a:bodyPr/>
        <a:lstStyle/>
        <a:p>
          <a:pPr>
            <a:lnSpc>
              <a:spcPct val="100000"/>
            </a:lnSpc>
          </a:pPr>
          <a:r>
            <a:rPr lang="en-US"/>
            <a:t>known as</a:t>
          </a:r>
          <a:endParaRPr lang="en-US" b="1"/>
        </a:p>
      </dgm:t>
    </dgm:pt>
    <dgm:pt modelId="{4EA2C095-8B96-435A-BF64-0A38C6619AED}" type="parTrans" cxnId="{E766377A-56D9-4E2E-BA15-397BEF78FB51}">
      <dgm:prSet/>
      <dgm:spPr/>
      <dgm:t>
        <a:bodyPr/>
        <a:lstStyle/>
        <a:p>
          <a:endParaRPr lang="tr-TR"/>
        </a:p>
      </dgm:t>
    </dgm:pt>
    <dgm:pt modelId="{DCAE5839-4468-42BC-BACD-C7EB4B3F172D}" type="sibTrans" cxnId="{E766377A-56D9-4E2E-BA15-397BEF78FB51}">
      <dgm:prSet/>
      <dgm:spPr/>
      <dgm:t>
        <a:bodyPr/>
        <a:lstStyle/>
        <a:p>
          <a:endParaRPr lang="tr-TR"/>
        </a:p>
      </dgm:t>
    </dgm:pt>
    <dgm:pt modelId="{6B50004C-ACDF-40D5-BA12-C8CFC5E97B97}">
      <dgm:prSet/>
      <dgm:spPr/>
      <dgm:t>
        <a:bodyPr/>
        <a:lstStyle/>
        <a:p>
          <a:pPr>
            <a:lnSpc>
              <a:spcPct val="100000"/>
            </a:lnSpc>
          </a:pPr>
          <a:r>
            <a:rPr lang="en-US" b="1" i="1"/>
            <a:t>unspent transaction outputs</a:t>
          </a:r>
          <a:endParaRPr lang="tr-TR"/>
        </a:p>
      </dgm:t>
    </dgm:pt>
    <dgm:pt modelId="{4A09ABC8-DF9E-4967-8DAA-B290FD21E761}" type="parTrans" cxnId="{F1FAFE8B-D669-4DEB-8366-0C245B5D9E30}">
      <dgm:prSet/>
      <dgm:spPr/>
      <dgm:t>
        <a:bodyPr/>
        <a:lstStyle/>
        <a:p>
          <a:endParaRPr lang="tr-TR"/>
        </a:p>
      </dgm:t>
    </dgm:pt>
    <dgm:pt modelId="{AB009E1C-C822-405C-988E-C6BAA607F38F}" type="sibTrans" cxnId="{F1FAFE8B-D669-4DEB-8366-0C245B5D9E30}">
      <dgm:prSet/>
      <dgm:spPr/>
      <dgm:t>
        <a:bodyPr/>
        <a:lstStyle/>
        <a:p>
          <a:endParaRPr lang="tr-TR"/>
        </a:p>
      </dgm:t>
    </dgm:pt>
    <dgm:pt modelId="{C3DC6544-CA35-4B9D-A1E2-69A452F01918}">
      <dgm:prSet/>
      <dgm:spPr/>
      <dgm:t>
        <a:bodyPr/>
        <a:lstStyle/>
        <a:p>
          <a:pPr>
            <a:lnSpc>
              <a:spcPct val="100000"/>
            </a:lnSpc>
            <a:defRPr b="1"/>
          </a:pPr>
          <a:r>
            <a:rPr lang="tr-TR"/>
            <a:t>Spendable</a:t>
          </a:r>
          <a:endParaRPr lang="en-US"/>
        </a:p>
      </dgm:t>
    </dgm:pt>
    <dgm:pt modelId="{3920EE46-F134-423E-9BA9-D853AEC16496}" type="parTrans" cxnId="{F8432318-46CC-48CB-875B-5929FFC5409F}">
      <dgm:prSet/>
      <dgm:spPr/>
      <dgm:t>
        <a:bodyPr/>
        <a:lstStyle/>
        <a:p>
          <a:endParaRPr lang="tr-TR"/>
        </a:p>
      </dgm:t>
    </dgm:pt>
    <dgm:pt modelId="{CE5D41C2-86A2-4B4F-AB09-F7467891D3B8}" type="sibTrans" cxnId="{F8432318-46CC-48CB-875B-5929FFC5409F}">
      <dgm:prSet/>
      <dgm:spPr/>
      <dgm:t>
        <a:bodyPr/>
        <a:lstStyle/>
        <a:p>
          <a:endParaRPr lang="tr-TR"/>
        </a:p>
      </dgm:t>
    </dgm:pt>
    <dgm:pt modelId="{2231F336-FECF-402E-A1AE-15F887E0E0EC}" type="pres">
      <dgm:prSet presAssocID="{81AB1A46-59A7-4ABE-8345-88790BB53DBE}" presName="root" presStyleCnt="0">
        <dgm:presLayoutVars>
          <dgm:dir/>
          <dgm:resizeHandles val="exact"/>
        </dgm:presLayoutVars>
      </dgm:prSet>
      <dgm:spPr/>
    </dgm:pt>
    <dgm:pt modelId="{61DF9565-CF29-475C-868B-544A27F248E3}" type="pres">
      <dgm:prSet presAssocID="{58B5E8A1-52D6-4563-A3F3-890DB92D44A2}" presName="compNode" presStyleCnt="0"/>
      <dgm:spPr/>
    </dgm:pt>
    <dgm:pt modelId="{B3D6298F-E130-4F73-B63C-1E2CA54813F1}" type="pres">
      <dgm:prSet presAssocID="{58B5E8A1-52D6-4563-A3F3-890DB92D44A2}" presName="iconRect" presStyleLbl="node1" presStyleIdx="0" presStyleCnt="3"/>
      <dgm:spPr>
        <a:blipFill>
          <a:blip xmlns:r="http://schemas.openxmlformats.org/officeDocument/2006/relationships" r:embed="rId1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2"/>
              </a:ext>
            </a:extLst>
          </a:blip>
          <a:stretch>
            <a:fillRect/>
          </a:stretch>
        </a:blipFill>
        <a:ln>
          <a:noFill/>
        </a:ln>
      </dgm:spPr>
      <dgm:extLst>
        <a:ext uri="{E40237B7-FDA0-4F09-8148-C483321AD2D9}">
          <dgm14:cNvPr xmlns:dgm14="http://schemas.microsoft.com/office/drawing/2010/diagram" id="0" name="" descr="Link"/>
        </a:ext>
      </dgm:extLst>
    </dgm:pt>
    <dgm:pt modelId="{B40DDDFC-3B61-480F-9AB0-BB8380160300}" type="pres">
      <dgm:prSet presAssocID="{58B5E8A1-52D6-4563-A3F3-890DB92D44A2}" presName="iconSpace" presStyleCnt="0"/>
      <dgm:spPr/>
    </dgm:pt>
    <dgm:pt modelId="{02494FAC-3B25-4CAE-A78C-A45D65822103}" type="pres">
      <dgm:prSet presAssocID="{58B5E8A1-52D6-4563-A3F3-890DB92D44A2}" presName="parTx" presStyleLbl="revTx" presStyleIdx="0" presStyleCnt="6">
        <dgm:presLayoutVars>
          <dgm:chMax val="0"/>
          <dgm:chPref val="0"/>
        </dgm:presLayoutVars>
      </dgm:prSet>
      <dgm:spPr/>
    </dgm:pt>
    <dgm:pt modelId="{765532A3-F4C2-4831-869D-D79B83F55C53}" type="pres">
      <dgm:prSet presAssocID="{58B5E8A1-52D6-4563-A3F3-890DB92D44A2}" presName="txSpace" presStyleCnt="0"/>
      <dgm:spPr/>
    </dgm:pt>
    <dgm:pt modelId="{B8D4D657-5813-47F6-A45B-E0D0AD72CC1B}" type="pres">
      <dgm:prSet presAssocID="{58B5E8A1-52D6-4563-A3F3-890DB92D44A2}" presName="desTx" presStyleLbl="revTx" presStyleIdx="1" presStyleCnt="6">
        <dgm:presLayoutVars/>
      </dgm:prSet>
      <dgm:spPr/>
    </dgm:pt>
    <dgm:pt modelId="{ECC76BB5-D3B9-4450-9FCD-57E0C36BCE56}" type="pres">
      <dgm:prSet presAssocID="{FB4DC002-8473-427B-8DD6-BFCA44485D43}" presName="sibTrans" presStyleCnt="0"/>
      <dgm:spPr/>
    </dgm:pt>
    <dgm:pt modelId="{A5ADC304-0CCD-4357-8B54-133E3B62289C}" type="pres">
      <dgm:prSet presAssocID="{CCADE078-99BF-42F2-B1A3-FCC57C4AEC5A}" presName="compNode" presStyleCnt="0"/>
      <dgm:spPr/>
    </dgm:pt>
    <dgm:pt modelId="{E95688A4-C16C-42F0-9A3A-1ABF2F54F543}" type="pres">
      <dgm:prSet presAssocID="{CCADE078-99BF-42F2-B1A3-FCC57C4AEC5A}" presName="iconRect" presStyleLbl="node1" presStyleIdx="1" presStyleCnt="3"/>
      <dgm:spPr>
        <a:blipFill>
          <a:blip xmlns:r="http://schemas.openxmlformats.org/officeDocument/2006/relationships" r:embed="rId3">
            <a:extLst>
              <a:ext uri="{96DAC541-7B7A-43D3-8B79-37D633B846F1}">
                <asvg:svgBlip xmlns:asvg="http://schemas.microsoft.com/office/drawing/2016/SVG/main" r:embed="rId4"/>
              </a:ext>
            </a:extLst>
          </a:blip>
          <a:srcRect/>
          <a:stretch>
            <a:fillRect/>
          </a:stretch>
        </a:blipFill>
        <a:ln>
          <a:noFill/>
        </a:ln>
      </dgm:spPr>
      <dgm:extLst>
        <a:ext uri="{E40237B7-FDA0-4F09-8148-C483321AD2D9}">
          <dgm14:cNvPr xmlns:dgm14="http://schemas.microsoft.com/office/drawing/2010/diagram" id="0" name="" descr="Bitcoin"/>
        </a:ext>
      </dgm:extLst>
    </dgm:pt>
    <dgm:pt modelId="{AF6AB90D-D318-45B5-AEBF-FF9372B7974B}" type="pres">
      <dgm:prSet presAssocID="{CCADE078-99BF-42F2-B1A3-FCC57C4AEC5A}" presName="iconSpace" presStyleCnt="0"/>
      <dgm:spPr/>
    </dgm:pt>
    <dgm:pt modelId="{4546BD8C-F950-4B98-81E2-620411681420}" type="pres">
      <dgm:prSet presAssocID="{CCADE078-99BF-42F2-B1A3-FCC57C4AEC5A}" presName="parTx" presStyleLbl="revTx" presStyleIdx="2" presStyleCnt="6">
        <dgm:presLayoutVars>
          <dgm:chMax val="0"/>
          <dgm:chPref val="0"/>
        </dgm:presLayoutVars>
      </dgm:prSet>
      <dgm:spPr/>
    </dgm:pt>
    <dgm:pt modelId="{49C9F84B-77D5-4130-9F9E-DF1FCC24EA49}" type="pres">
      <dgm:prSet presAssocID="{CCADE078-99BF-42F2-B1A3-FCC57C4AEC5A}" presName="txSpace" presStyleCnt="0"/>
      <dgm:spPr/>
    </dgm:pt>
    <dgm:pt modelId="{F18697C4-73CA-4374-B294-BB7103AE931B}" type="pres">
      <dgm:prSet presAssocID="{CCADE078-99BF-42F2-B1A3-FCC57C4AEC5A}" presName="desTx" presStyleLbl="revTx" presStyleIdx="3" presStyleCnt="6">
        <dgm:presLayoutVars/>
      </dgm:prSet>
      <dgm:spPr/>
    </dgm:pt>
    <dgm:pt modelId="{06E5F4A0-B27A-4171-AC27-6EBC89178EBE}" type="pres">
      <dgm:prSet presAssocID="{9C8B11A5-FAE2-44B1-A588-D3A40C78C0CD}" presName="sibTrans" presStyleCnt="0"/>
      <dgm:spPr/>
    </dgm:pt>
    <dgm:pt modelId="{D3A86E32-015F-4288-A64C-60BF08E2FCA6}" type="pres">
      <dgm:prSet presAssocID="{C3DC6544-CA35-4B9D-A1E2-69A452F01918}" presName="compNode" presStyleCnt="0"/>
      <dgm:spPr/>
    </dgm:pt>
    <dgm:pt modelId="{E75DA2C3-AF57-4BF0-A9E2-8D23FD089541}" type="pres">
      <dgm:prSet presAssocID="{C3DC6544-CA35-4B9D-A1E2-69A452F01918}" presName="iconRect" presStyleLbl="node1" presStyleIdx="2" presStyleCnt="3"/>
      <dgm:spPr>
        <a:blipFill>
          <a:blip xmlns:r="http://schemas.openxmlformats.org/officeDocument/2006/relationships" r:embed="rId5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6"/>
              </a:ext>
            </a:extLst>
          </a:blip>
          <a:stretch>
            <a:fillRect/>
          </a:stretch>
        </a:blipFill>
      </dgm:spPr>
      <dgm:extLst>
        <a:ext uri="{E40237B7-FDA0-4F09-8148-C483321AD2D9}">
          <dgm14:cNvPr xmlns:dgm14="http://schemas.microsoft.com/office/drawing/2010/diagram" id="0" name="" descr="Checkmark"/>
        </a:ext>
      </dgm:extLst>
    </dgm:pt>
    <dgm:pt modelId="{791F468B-7842-4424-ACF5-1DB942C4434C}" type="pres">
      <dgm:prSet presAssocID="{C3DC6544-CA35-4B9D-A1E2-69A452F01918}" presName="iconSpace" presStyleCnt="0"/>
      <dgm:spPr/>
    </dgm:pt>
    <dgm:pt modelId="{08FF89F4-C2B2-4CAC-963C-C94DC9EB7B47}" type="pres">
      <dgm:prSet presAssocID="{C3DC6544-CA35-4B9D-A1E2-69A452F01918}" presName="parTx" presStyleLbl="revTx" presStyleIdx="4" presStyleCnt="6">
        <dgm:presLayoutVars>
          <dgm:chMax val="0"/>
          <dgm:chPref val="0"/>
        </dgm:presLayoutVars>
      </dgm:prSet>
      <dgm:spPr/>
    </dgm:pt>
    <dgm:pt modelId="{0EE6C8E0-0C2B-4563-B5A5-740F93ACEB62}" type="pres">
      <dgm:prSet presAssocID="{C3DC6544-CA35-4B9D-A1E2-69A452F01918}" presName="txSpace" presStyleCnt="0"/>
      <dgm:spPr/>
    </dgm:pt>
    <dgm:pt modelId="{F8EEAA5C-8503-4840-AAE7-DEFDC994CC12}" type="pres">
      <dgm:prSet presAssocID="{C3DC6544-CA35-4B9D-A1E2-69A452F01918}" presName="desTx" presStyleLbl="revTx" presStyleIdx="5" presStyleCnt="6">
        <dgm:presLayoutVars/>
      </dgm:prSet>
      <dgm:spPr/>
    </dgm:pt>
  </dgm:ptLst>
  <dgm:cxnLst>
    <dgm:cxn modelId="{F8432318-46CC-48CB-875B-5929FFC5409F}" srcId="{81AB1A46-59A7-4ABE-8345-88790BB53DBE}" destId="{C3DC6544-CA35-4B9D-A1E2-69A452F01918}" srcOrd="2" destOrd="0" parTransId="{3920EE46-F134-423E-9BA9-D853AEC16496}" sibTransId="{CE5D41C2-86A2-4B4F-AB09-F7467891D3B8}"/>
    <dgm:cxn modelId="{E36CD73B-240B-4E8E-95A0-4672ACBB9E81}" type="presOf" srcId="{CCADE078-99BF-42F2-B1A3-FCC57C4AEC5A}" destId="{4546BD8C-F950-4B98-81E2-620411681420}" srcOrd="0" destOrd="0" presId="urn:microsoft.com/office/officeart/2018/5/layout/CenteredIconLabelDescriptionList"/>
    <dgm:cxn modelId="{0C77BF3D-2FCF-4B4A-9517-5E963BEF9090}" type="presOf" srcId="{6C573C39-368A-4B2C-B9B0-F98A3BDDAEE0}" destId="{B8D4D657-5813-47F6-A45B-E0D0AD72CC1B}" srcOrd="0" destOrd="1" presId="urn:microsoft.com/office/officeart/2018/5/layout/CenteredIconLabelDescriptionList"/>
    <dgm:cxn modelId="{A10CBD3F-DB82-4D34-9BDD-261D618F65B3}" type="presOf" srcId="{58B5E8A1-52D6-4563-A3F3-890DB92D44A2}" destId="{02494FAC-3B25-4CAE-A78C-A45D65822103}" srcOrd="0" destOrd="0" presId="urn:microsoft.com/office/officeart/2018/5/layout/CenteredIconLabelDescriptionList"/>
    <dgm:cxn modelId="{55CD8B67-9B6E-4A6B-AC05-D5857D9C1860}" srcId="{58B5E8A1-52D6-4563-A3F3-890DB92D44A2}" destId="{33C583FB-8F04-4C0A-98CE-A6FC7323C0F4}" srcOrd="0" destOrd="0" parTransId="{5C3F41C5-0E21-4080-886B-ACE751496D7C}" sibTransId="{5AB7EB6A-AE8E-4325-B547-D252D34C3F3F}"/>
    <dgm:cxn modelId="{2F000C68-09DB-4C49-95EF-18261A706EF7}" srcId="{81AB1A46-59A7-4ABE-8345-88790BB53DBE}" destId="{58B5E8A1-52D6-4563-A3F3-890DB92D44A2}" srcOrd="0" destOrd="0" parTransId="{DF256CFB-38EA-4C4D-A516-1C1AAD853D57}" sibTransId="{FB4DC002-8473-427B-8DD6-BFCA44485D43}"/>
    <dgm:cxn modelId="{C5A6A24A-6445-47A3-8514-672130CE8894}" type="presOf" srcId="{81AB1A46-59A7-4ABE-8345-88790BB53DBE}" destId="{2231F336-FECF-402E-A1AE-15F887E0E0EC}" srcOrd="0" destOrd="0" presId="urn:microsoft.com/office/officeart/2018/5/layout/CenteredIconLabelDescriptionList"/>
    <dgm:cxn modelId="{590AAE4F-1FC1-4439-BC80-6EC39575ED41}" type="presOf" srcId="{B4A76B3A-AD23-4724-B4E8-46B78589DB45}" destId="{F8EEAA5C-8503-4840-AAE7-DEFDC994CC12}" srcOrd="0" destOrd="0" presId="urn:microsoft.com/office/officeart/2018/5/layout/CenteredIconLabelDescriptionList"/>
    <dgm:cxn modelId="{23826274-6820-4D35-B1B5-543BCE3CB6F3}" type="presOf" srcId="{C3DC6544-CA35-4B9D-A1E2-69A452F01918}" destId="{08FF89F4-C2B2-4CAC-963C-C94DC9EB7B47}" srcOrd="0" destOrd="0" presId="urn:microsoft.com/office/officeart/2018/5/layout/CenteredIconLabelDescriptionList"/>
    <dgm:cxn modelId="{E766377A-56D9-4E2E-BA15-397BEF78FB51}" srcId="{CCADE078-99BF-42F2-B1A3-FCC57C4AEC5A}" destId="{FA9BD80B-6DF3-47F6-9A4D-95DDE643021F}" srcOrd="0" destOrd="0" parTransId="{4EA2C095-8B96-435A-BF64-0A38C6619AED}" sibTransId="{DCAE5839-4468-42BC-BACD-C7EB4B3F172D}"/>
    <dgm:cxn modelId="{A52AA484-6C40-4C6C-A159-C13BB950DD25}" srcId="{C3DC6544-CA35-4B9D-A1E2-69A452F01918}" destId="{C8080780-BF2C-4435-97CC-97B08C412EE5}" srcOrd="1" destOrd="0" parTransId="{B871F01F-3F2E-46EE-A390-856E94C620ED}" sibTransId="{4537F483-08F5-4B6A-9B5D-667040984290}"/>
    <dgm:cxn modelId="{805B8188-CD89-4EEE-8A9E-E0F71E30A341}" type="presOf" srcId="{33C583FB-8F04-4C0A-98CE-A6FC7323C0F4}" destId="{B8D4D657-5813-47F6-A45B-E0D0AD72CC1B}" srcOrd="0" destOrd="0" presId="urn:microsoft.com/office/officeart/2018/5/layout/CenteredIconLabelDescriptionList"/>
    <dgm:cxn modelId="{F1FAFE8B-D669-4DEB-8366-0C245B5D9E30}" srcId="{CCADE078-99BF-42F2-B1A3-FCC57C4AEC5A}" destId="{6B50004C-ACDF-40D5-BA12-C8CFC5E97B97}" srcOrd="1" destOrd="0" parTransId="{4A09ABC8-DF9E-4967-8DAA-B290FD21E761}" sibTransId="{AB009E1C-C822-405C-988E-C6BAA607F38F}"/>
    <dgm:cxn modelId="{AD6FC6B5-EC37-4EC0-ADCD-2DBFBE5BF593}" srcId="{C3DC6544-CA35-4B9D-A1E2-69A452F01918}" destId="{B4A76B3A-AD23-4724-B4E8-46B78589DB45}" srcOrd="0" destOrd="0" parTransId="{8735C56F-146A-431D-BEDD-2ABE11C0C164}" sibTransId="{713FB68B-7838-4CFD-AF5C-7F47BC5C8F3C}"/>
    <dgm:cxn modelId="{1A9E32BF-89E4-4385-95FC-896D9208B79D}" srcId="{58B5E8A1-52D6-4563-A3F3-890DB92D44A2}" destId="{6C573C39-368A-4B2C-B9B0-F98A3BDDAEE0}" srcOrd="1" destOrd="0" parTransId="{0AD21508-52C6-44C0-A001-717FB4D945F0}" sibTransId="{826AE052-7049-45C4-9B29-88766CC763AF}"/>
    <dgm:cxn modelId="{BA6167DB-194C-40D4-85A2-37543AB07ACA}" srcId="{81AB1A46-59A7-4ABE-8345-88790BB53DBE}" destId="{CCADE078-99BF-42F2-B1A3-FCC57C4AEC5A}" srcOrd="1" destOrd="0" parTransId="{E931BAB3-290E-4502-8831-231B5E9C485C}" sibTransId="{9C8B11A5-FAE2-44B1-A588-D3A40C78C0CD}"/>
    <dgm:cxn modelId="{6DE19DE2-0DDC-4F51-85CD-7C9B8D3ACBD2}" type="presOf" srcId="{FA9BD80B-6DF3-47F6-9A4D-95DDE643021F}" destId="{F18697C4-73CA-4374-B294-BB7103AE931B}" srcOrd="0" destOrd="0" presId="urn:microsoft.com/office/officeart/2018/5/layout/CenteredIconLabelDescriptionList"/>
    <dgm:cxn modelId="{84F447E9-AC80-4EFC-86B5-20652DEE9D6E}" type="presOf" srcId="{6B50004C-ACDF-40D5-BA12-C8CFC5E97B97}" destId="{F18697C4-73CA-4374-B294-BB7103AE931B}" srcOrd="0" destOrd="1" presId="urn:microsoft.com/office/officeart/2018/5/layout/CenteredIconLabelDescriptionList"/>
    <dgm:cxn modelId="{7041DBEA-6F63-4CE1-AE70-59F712EC58CA}" type="presOf" srcId="{C8080780-BF2C-4435-97CC-97B08C412EE5}" destId="{F8EEAA5C-8503-4840-AAE7-DEFDC994CC12}" srcOrd="0" destOrd="1" presId="urn:microsoft.com/office/officeart/2018/5/layout/CenteredIconLabelDescriptionList"/>
    <dgm:cxn modelId="{7276AE46-F267-415E-A9B6-B1885CEC26C7}" type="presParOf" srcId="{2231F336-FECF-402E-A1AE-15F887E0E0EC}" destId="{61DF9565-CF29-475C-868B-544A27F248E3}" srcOrd="0" destOrd="0" presId="urn:microsoft.com/office/officeart/2018/5/layout/CenteredIconLabelDescriptionList"/>
    <dgm:cxn modelId="{A9B05DEB-FF26-4AED-A6AC-22C1E7684A24}" type="presParOf" srcId="{61DF9565-CF29-475C-868B-544A27F248E3}" destId="{B3D6298F-E130-4F73-B63C-1E2CA54813F1}" srcOrd="0" destOrd="0" presId="urn:microsoft.com/office/officeart/2018/5/layout/CenteredIconLabelDescriptionList"/>
    <dgm:cxn modelId="{683F0FA0-50AF-4626-AF13-B66EC71FE238}" type="presParOf" srcId="{61DF9565-CF29-475C-868B-544A27F248E3}" destId="{B40DDDFC-3B61-480F-9AB0-BB8380160300}" srcOrd="1" destOrd="0" presId="urn:microsoft.com/office/officeart/2018/5/layout/CenteredIconLabelDescriptionList"/>
    <dgm:cxn modelId="{FB196243-37E9-44CD-BB7D-93C2E427A5D5}" type="presParOf" srcId="{61DF9565-CF29-475C-868B-544A27F248E3}" destId="{02494FAC-3B25-4CAE-A78C-A45D65822103}" srcOrd="2" destOrd="0" presId="urn:microsoft.com/office/officeart/2018/5/layout/CenteredIconLabelDescriptionList"/>
    <dgm:cxn modelId="{5DD47DF5-E54E-4013-A353-72E3A9CBBE8A}" type="presParOf" srcId="{61DF9565-CF29-475C-868B-544A27F248E3}" destId="{765532A3-F4C2-4831-869D-D79B83F55C53}" srcOrd="3" destOrd="0" presId="urn:microsoft.com/office/officeart/2018/5/layout/CenteredIconLabelDescriptionList"/>
    <dgm:cxn modelId="{62AE6334-F839-454B-A065-9D085937CF61}" type="presParOf" srcId="{61DF9565-CF29-475C-868B-544A27F248E3}" destId="{B8D4D657-5813-47F6-A45B-E0D0AD72CC1B}" srcOrd="4" destOrd="0" presId="urn:microsoft.com/office/officeart/2018/5/layout/CenteredIconLabelDescriptionList"/>
    <dgm:cxn modelId="{D2CB6C62-5C54-479D-BA84-437D1740D25D}" type="presParOf" srcId="{2231F336-FECF-402E-A1AE-15F887E0E0EC}" destId="{ECC76BB5-D3B9-4450-9FCD-57E0C36BCE56}" srcOrd="1" destOrd="0" presId="urn:microsoft.com/office/officeart/2018/5/layout/CenteredIconLabelDescriptionList"/>
    <dgm:cxn modelId="{743DC75F-C30C-4943-9B0D-EF1C9FABF2CF}" type="presParOf" srcId="{2231F336-FECF-402E-A1AE-15F887E0E0EC}" destId="{A5ADC304-0CCD-4357-8B54-133E3B62289C}" srcOrd="2" destOrd="0" presId="urn:microsoft.com/office/officeart/2018/5/layout/CenteredIconLabelDescriptionList"/>
    <dgm:cxn modelId="{1697F4BF-FBFB-4898-A02F-B28EDA8D675C}" type="presParOf" srcId="{A5ADC304-0CCD-4357-8B54-133E3B62289C}" destId="{E95688A4-C16C-42F0-9A3A-1ABF2F54F543}" srcOrd="0" destOrd="0" presId="urn:microsoft.com/office/officeart/2018/5/layout/CenteredIconLabelDescriptionList"/>
    <dgm:cxn modelId="{352578AA-DC00-4E42-AEE0-AABFDD817350}" type="presParOf" srcId="{A5ADC304-0CCD-4357-8B54-133E3B62289C}" destId="{AF6AB90D-D318-45B5-AEBF-FF9372B7974B}" srcOrd="1" destOrd="0" presId="urn:microsoft.com/office/officeart/2018/5/layout/CenteredIconLabelDescriptionList"/>
    <dgm:cxn modelId="{9B71BDF5-E47C-4AED-A37A-A5091F081213}" type="presParOf" srcId="{A5ADC304-0CCD-4357-8B54-133E3B62289C}" destId="{4546BD8C-F950-4B98-81E2-620411681420}" srcOrd="2" destOrd="0" presId="urn:microsoft.com/office/officeart/2018/5/layout/CenteredIconLabelDescriptionList"/>
    <dgm:cxn modelId="{E7099DDF-D003-4D5C-BCBD-D22B9E0083CD}" type="presParOf" srcId="{A5ADC304-0CCD-4357-8B54-133E3B62289C}" destId="{49C9F84B-77D5-4130-9F9E-DF1FCC24EA49}" srcOrd="3" destOrd="0" presId="urn:microsoft.com/office/officeart/2018/5/layout/CenteredIconLabelDescriptionList"/>
    <dgm:cxn modelId="{1188D969-A457-4C3D-96BA-09742BC4F751}" type="presParOf" srcId="{A5ADC304-0CCD-4357-8B54-133E3B62289C}" destId="{F18697C4-73CA-4374-B294-BB7103AE931B}" srcOrd="4" destOrd="0" presId="urn:microsoft.com/office/officeart/2018/5/layout/CenteredIconLabelDescriptionList"/>
    <dgm:cxn modelId="{4E226FD0-8FC2-4FC0-9C3E-F1A824CE1D27}" type="presParOf" srcId="{2231F336-FECF-402E-A1AE-15F887E0E0EC}" destId="{06E5F4A0-B27A-4171-AC27-6EBC89178EBE}" srcOrd="3" destOrd="0" presId="urn:microsoft.com/office/officeart/2018/5/layout/CenteredIconLabelDescriptionList"/>
    <dgm:cxn modelId="{7E5FF6B4-E5EF-46C0-A7A2-637A274D08B1}" type="presParOf" srcId="{2231F336-FECF-402E-A1AE-15F887E0E0EC}" destId="{D3A86E32-015F-4288-A64C-60BF08E2FCA6}" srcOrd="4" destOrd="0" presId="urn:microsoft.com/office/officeart/2018/5/layout/CenteredIconLabelDescriptionList"/>
    <dgm:cxn modelId="{5CA562B9-5715-4A49-9E32-3674B94B58AB}" type="presParOf" srcId="{D3A86E32-015F-4288-A64C-60BF08E2FCA6}" destId="{E75DA2C3-AF57-4BF0-A9E2-8D23FD089541}" srcOrd="0" destOrd="0" presId="urn:microsoft.com/office/officeart/2018/5/layout/CenteredIconLabelDescriptionList"/>
    <dgm:cxn modelId="{04EF2198-2949-4B5E-A4E5-0E0142E29A3A}" type="presParOf" srcId="{D3A86E32-015F-4288-A64C-60BF08E2FCA6}" destId="{791F468B-7842-4424-ACF5-1DB942C4434C}" srcOrd="1" destOrd="0" presId="urn:microsoft.com/office/officeart/2018/5/layout/CenteredIconLabelDescriptionList"/>
    <dgm:cxn modelId="{A5967C96-EB97-46C2-99BC-B9261AA82C0E}" type="presParOf" srcId="{D3A86E32-015F-4288-A64C-60BF08E2FCA6}" destId="{08FF89F4-C2B2-4CAC-963C-C94DC9EB7B47}" srcOrd="2" destOrd="0" presId="urn:microsoft.com/office/officeart/2018/5/layout/CenteredIconLabelDescriptionList"/>
    <dgm:cxn modelId="{EA84FF76-B9B7-4677-8336-3361841BBBD0}" type="presParOf" srcId="{D3A86E32-015F-4288-A64C-60BF08E2FCA6}" destId="{0EE6C8E0-0C2B-4563-B5A5-740F93ACEB62}" srcOrd="3" destOrd="0" presId="urn:microsoft.com/office/officeart/2018/5/layout/CenteredIconLabelDescriptionList"/>
    <dgm:cxn modelId="{B984E644-F52C-4B47-9AF0-31B1D5E8A2B2}" type="presParOf" srcId="{D3A86E32-015F-4288-A64C-60BF08E2FCA6}" destId="{F8EEAA5C-8503-4840-AAE7-DEFDC994CC12}" srcOrd="4" destOrd="0" presId="urn:microsoft.com/office/officeart/2018/5/layout/CenteredIconLabelDescriptionList"/>
  </dgm:cxnLst>
  <dgm:bg/>
  <dgm:whole/>
  <dgm:extLst>
    <a:ext uri="http://schemas.microsoft.com/office/drawing/2008/diagram">
      <dsp:dataModelExt xmlns:dsp="http://schemas.microsoft.com/office/drawing/2008/diagram" relId="rId6" minVer="http://schemas.openxmlformats.org/drawingml/2006/diagram"/>
    </a:ext>
  </dgm:extLst>
</dgm:dataModel>
</file>

<file path=ppt/diagrams/data13.xml><?xml version="1.0" encoding="utf-8"?>
<dgm:dataModel xmlns:dgm="http://schemas.openxmlformats.org/drawingml/2006/diagram" xmlns:a="http://schemas.openxmlformats.org/drawingml/2006/main">
  <dgm:ptLst>
    <dgm:pt modelId="{19968887-77C6-41BE-BD1E-C76D5E496C4E}" type="doc">
      <dgm:prSet loTypeId="urn:microsoft.com/office/officeart/2018/5/layout/CenteredIconLabelDescriptionList" loCatId="icon" qsTypeId="urn:microsoft.com/office/officeart/2005/8/quickstyle/simple1" qsCatId="simple" csTypeId="urn:microsoft.com/office/officeart/2018/5/colors/Iconchunking_neutralbg_colorful1" csCatId="colorful" phldr="1"/>
      <dgm:spPr/>
      <dgm:t>
        <a:bodyPr/>
        <a:lstStyle/>
        <a:p>
          <a:endParaRPr lang="en-US"/>
        </a:p>
      </dgm:t>
    </dgm:pt>
    <dgm:pt modelId="{925321AA-9F0C-4E7F-8CD3-3A0C513F2BC7}">
      <dgm:prSet/>
      <dgm:spPr/>
      <dgm:t>
        <a:bodyPr/>
        <a:lstStyle/>
        <a:p>
          <a:pPr>
            <a:lnSpc>
              <a:spcPct val="100000"/>
            </a:lnSpc>
            <a:defRPr b="1"/>
          </a:pPr>
          <a:r>
            <a:rPr lang="en-US" i="1"/>
            <a:t>UTXO set </a:t>
          </a:r>
          <a:endParaRPr lang="en-US"/>
        </a:p>
      </dgm:t>
    </dgm:pt>
    <dgm:pt modelId="{095FCEC5-14CF-48A3-B642-B6FD745812A4}" type="parTrans" cxnId="{48D6933F-EE84-4FA5-A6B7-2BB4D5505D4D}">
      <dgm:prSet/>
      <dgm:spPr/>
      <dgm:t>
        <a:bodyPr/>
        <a:lstStyle/>
        <a:p>
          <a:endParaRPr lang="en-US"/>
        </a:p>
      </dgm:t>
    </dgm:pt>
    <dgm:pt modelId="{F6B96F7A-34B5-4BC5-B534-29C2C75DF3C1}" type="sibTrans" cxnId="{48D6933F-EE84-4FA5-A6B7-2BB4D5505D4D}">
      <dgm:prSet/>
      <dgm:spPr/>
      <dgm:t>
        <a:bodyPr/>
        <a:lstStyle/>
        <a:p>
          <a:endParaRPr lang="en-US"/>
        </a:p>
      </dgm:t>
    </dgm:pt>
    <dgm:pt modelId="{D740DA52-573F-4747-AD56-AF516A1027F1}">
      <dgm:prSet/>
      <dgm:spPr/>
      <dgm:t>
        <a:bodyPr/>
        <a:lstStyle/>
        <a:p>
          <a:pPr>
            <a:lnSpc>
              <a:spcPct val="100000"/>
            </a:lnSpc>
          </a:pPr>
          <a:r>
            <a:rPr lang="en-US"/>
            <a:t>The collection of all UTXO</a:t>
          </a:r>
        </a:p>
      </dgm:t>
    </dgm:pt>
    <dgm:pt modelId="{C818EDFB-9671-45B2-8CEE-3C9D014199E7}" type="parTrans" cxnId="{419E930B-F388-4478-ABD8-35F4DCA0A857}">
      <dgm:prSet/>
      <dgm:spPr/>
      <dgm:t>
        <a:bodyPr/>
        <a:lstStyle/>
        <a:p>
          <a:endParaRPr lang="en-US"/>
        </a:p>
      </dgm:t>
    </dgm:pt>
    <dgm:pt modelId="{DF78E8C4-9098-487C-9DC4-951F00C77E00}" type="sibTrans" cxnId="{419E930B-F388-4478-ABD8-35F4DCA0A857}">
      <dgm:prSet/>
      <dgm:spPr/>
      <dgm:t>
        <a:bodyPr/>
        <a:lstStyle/>
        <a:p>
          <a:endParaRPr lang="en-US"/>
        </a:p>
      </dgm:t>
    </dgm:pt>
    <dgm:pt modelId="{284D55D2-15A3-4D0C-8D87-E55C8F5ABFCD}">
      <dgm:prSet/>
      <dgm:spPr/>
      <dgm:t>
        <a:bodyPr/>
        <a:lstStyle/>
        <a:p>
          <a:pPr>
            <a:lnSpc>
              <a:spcPct val="100000"/>
            </a:lnSpc>
            <a:defRPr b="1"/>
          </a:pPr>
          <a:r>
            <a:rPr lang="tr-TR"/>
            <a:t>Grows</a:t>
          </a:r>
          <a:endParaRPr lang="en-US"/>
        </a:p>
      </dgm:t>
    </dgm:pt>
    <dgm:pt modelId="{07F3E58D-C145-48FF-9BC7-DC5B9B1812A4}" type="parTrans" cxnId="{5A9C9273-F5A9-46AF-B065-6AAD46AF41B3}">
      <dgm:prSet/>
      <dgm:spPr/>
      <dgm:t>
        <a:bodyPr/>
        <a:lstStyle/>
        <a:p>
          <a:endParaRPr lang="en-US"/>
        </a:p>
      </dgm:t>
    </dgm:pt>
    <dgm:pt modelId="{268083FB-794E-4D3D-AE32-C5AD0AB08C66}" type="sibTrans" cxnId="{5A9C9273-F5A9-46AF-B065-6AAD46AF41B3}">
      <dgm:prSet/>
      <dgm:spPr/>
      <dgm:t>
        <a:bodyPr/>
        <a:lstStyle/>
        <a:p>
          <a:endParaRPr lang="en-US"/>
        </a:p>
      </dgm:t>
    </dgm:pt>
    <dgm:pt modelId="{053DB641-3597-494C-8C5C-1C69E183D95B}">
      <dgm:prSet/>
      <dgm:spPr/>
      <dgm:t>
        <a:bodyPr/>
        <a:lstStyle/>
        <a:p>
          <a:pPr>
            <a:lnSpc>
              <a:spcPct val="100000"/>
            </a:lnSpc>
          </a:pPr>
          <a:r>
            <a:rPr lang="tr-TR"/>
            <a:t>when </a:t>
          </a:r>
          <a:r>
            <a:rPr lang="en-US"/>
            <a:t>new UTXO</a:t>
          </a:r>
        </a:p>
      </dgm:t>
    </dgm:pt>
    <dgm:pt modelId="{9EB9632A-680E-471A-A772-22E9B61E1562}" type="parTrans" cxnId="{B3AB883A-1FBB-4FF2-85E0-D9DE58D44D65}">
      <dgm:prSet/>
      <dgm:spPr/>
      <dgm:t>
        <a:bodyPr/>
        <a:lstStyle/>
        <a:p>
          <a:endParaRPr lang="en-US"/>
        </a:p>
      </dgm:t>
    </dgm:pt>
    <dgm:pt modelId="{55BF6619-93FF-4B06-83BC-98C309192D94}" type="sibTrans" cxnId="{B3AB883A-1FBB-4FF2-85E0-D9DE58D44D65}">
      <dgm:prSet/>
      <dgm:spPr/>
      <dgm:t>
        <a:bodyPr/>
        <a:lstStyle/>
        <a:p>
          <a:endParaRPr lang="en-US"/>
        </a:p>
      </dgm:t>
    </dgm:pt>
    <dgm:pt modelId="{A47235DA-BE7E-4E7D-9122-DCAB8716C71D}">
      <dgm:prSet/>
      <dgm:spPr/>
      <dgm:t>
        <a:bodyPr/>
        <a:lstStyle/>
        <a:p>
          <a:pPr>
            <a:lnSpc>
              <a:spcPct val="100000"/>
            </a:lnSpc>
          </a:pPr>
          <a:r>
            <a:rPr lang="en-US"/>
            <a:t>when</a:t>
          </a:r>
          <a:r>
            <a:rPr lang="tr-TR"/>
            <a:t> </a:t>
          </a:r>
          <a:r>
            <a:rPr lang="en-US"/>
            <a:t>UTXO is consumed</a:t>
          </a:r>
        </a:p>
      </dgm:t>
    </dgm:pt>
    <dgm:pt modelId="{7F953B0C-6D9F-409B-9D8D-D49EDB155A3A}" type="parTrans" cxnId="{287E82F9-42DC-4DF4-9B89-8478BA994BDA}">
      <dgm:prSet/>
      <dgm:spPr/>
      <dgm:t>
        <a:bodyPr/>
        <a:lstStyle/>
        <a:p>
          <a:endParaRPr lang="en-US"/>
        </a:p>
      </dgm:t>
    </dgm:pt>
    <dgm:pt modelId="{CDB232E4-6AED-4336-BE87-126F39488CEB}" type="sibTrans" cxnId="{287E82F9-42DC-4DF4-9B89-8478BA994BDA}">
      <dgm:prSet/>
      <dgm:spPr/>
      <dgm:t>
        <a:bodyPr/>
        <a:lstStyle/>
        <a:p>
          <a:endParaRPr lang="en-US"/>
        </a:p>
      </dgm:t>
    </dgm:pt>
    <dgm:pt modelId="{4B836DD1-CE13-42CE-A374-E0D626B92FEA}">
      <dgm:prSet/>
      <dgm:spPr/>
      <dgm:t>
        <a:bodyPr/>
        <a:lstStyle/>
        <a:p>
          <a:pPr>
            <a:lnSpc>
              <a:spcPct val="100000"/>
            </a:lnSpc>
            <a:defRPr b="1"/>
          </a:pPr>
          <a:r>
            <a:rPr lang="tr-TR"/>
            <a:t>Transactions</a:t>
          </a:r>
          <a:endParaRPr lang="en-US"/>
        </a:p>
      </dgm:t>
    </dgm:pt>
    <dgm:pt modelId="{8F577C44-E2DB-48D4-815E-F7918BCDA4CC}" type="parTrans" cxnId="{1644A612-24AD-4C71-9463-4C8A5389565D}">
      <dgm:prSet/>
      <dgm:spPr/>
      <dgm:t>
        <a:bodyPr/>
        <a:lstStyle/>
        <a:p>
          <a:endParaRPr lang="en-US"/>
        </a:p>
      </dgm:t>
    </dgm:pt>
    <dgm:pt modelId="{FDDB77AA-E1E8-4656-A3B2-D62F5A6B0E6B}" type="sibTrans" cxnId="{1644A612-24AD-4C71-9463-4C8A5389565D}">
      <dgm:prSet/>
      <dgm:spPr/>
      <dgm:t>
        <a:bodyPr/>
        <a:lstStyle/>
        <a:p>
          <a:endParaRPr lang="en-US"/>
        </a:p>
      </dgm:t>
    </dgm:pt>
    <dgm:pt modelId="{91AAD60C-EB50-4447-8C4D-ED0B299DA5B9}">
      <dgm:prSet/>
      <dgm:spPr/>
      <dgm:t>
        <a:bodyPr/>
        <a:lstStyle/>
        <a:p>
          <a:pPr>
            <a:lnSpc>
              <a:spcPct val="100000"/>
            </a:lnSpc>
          </a:pPr>
          <a:r>
            <a:rPr lang="tr-TR"/>
            <a:t>and its </a:t>
          </a:r>
          <a:r>
            <a:rPr lang="en-US"/>
            <a:t>state</a:t>
          </a:r>
        </a:p>
      </dgm:t>
    </dgm:pt>
    <dgm:pt modelId="{C230C74C-FE65-48CA-84BD-8028FED69CE2}" type="parTrans" cxnId="{68807699-DC3D-4F36-8D92-C4ACA6899B36}">
      <dgm:prSet/>
      <dgm:spPr/>
      <dgm:t>
        <a:bodyPr/>
        <a:lstStyle/>
        <a:p>
          <a:endParaRPr lang="en-US"/>
        </a:p>
      </dgm:t>
    </dgm:pt>
    <dgm:pt modelId="{D52BA3FD-C3F1-4769-9B67-7A85DF0A8CA8}" type="sibTrans" cxnId="{68807699-DC3D-4F36-8D92-C4ACA6899B36}">
      <dgm:prSet/>
      <dgm:spPr/>
      <dgm:t>
        <a:bodyPr/>
        <a:lstStyle/>
        <a:p>
          <a:endParaRPr lang="en-US"/>
        </a:p>
      </dgm:t>
    </dgm:pt>
    <dgm:pt modelId="{5663AC1C-2ADE-40F9-AC40-097674492848}">
      <dgm:prSet/>
      <dgm:spPr/>
      <dgm:t>
        <a:bodyPr/>
        <a:lstStyle/>
        <a:p>
          <a:pPr>
            <a:lnSpc>
              <a:spcPct val="100000"/>
            </a:lnSpc>
            <a:defRPr b="1"/>
          </a:pPr>
          <a:r>
            <a:rPr lang="tr-TR"/>
            <a:t>Shrinks</a:t>
          </a:r>
          <a:endParaRPr lang="en-US"/>
        </a:p>
      </dgm:t>
    </dgm:pt>
    <dgm:pt modelId="{4B78BD95-18FD-4193-8DE0-F03A043DBB16}" type="parTrans" cxnId="{22F9643B-3002-48E3-A80B-834320D32FAA}">
      <dgm:prSet/>
      <dgm:spPr/>
      <dgm:t>
        <a:bodyPr/>
        <a:lstStyle/>
        <a:p>
          <a:endParaRPr lang="tr-TR"/>
        </a:p>
      </dgm:t>
    </dgm:pt>
    <dgm:pt modelId="{E2EBA30B-FDAB-416C-8977-D8B19F7E9D45}" type="sibTrans" cxnId="{22F9643B-3002-48E3-A80B-834320D32FAA}">
      <dgm:prSet/>
      <dgm:spPr/>
      <dgm:t>
        <a:bodyPr/>
        <a:lstStyle/>
        <a:p>
          <a:endParaRPr lang="tr-TR"/>
        </a:p>
      </dgm:t>
    </dgm:pt>
    <dgm:pt modelId="{20291824-D22F-4612-9A79-7AF515D1C3A5}">
      <dgm:prSet/>
      <dgm:spPr/>
      <dgm:t>
        <a:bodyPr/>
        <a:lstStyle/>
        <a:p>
          <a:pPr>
            <a:lnSpc>
              <a:spcPct val="100000"/>
            </a:lnSpc>
            <a:defRPr b="1"/>
          </a:pPr>
          <a:r>
            <a:rPr lang="en-US"/>
            <a:t>millions of UTXO</a:t>
          </a:r>
          <a:r>
            <a:rPr lang="tr-TR"/>
            <a:t>’s</a:t>
          </a:r>
          <a:endParaRPr lang="en-US"/>
        </a:p>
      </dgm:t>
    </dgm:pt>
    <dgm:pt modelId="{8AA61EC3-FA0F-4A96-AE33-8D766FE3165D}" type="parTrans" cxnId="{F6AB7E03-0E8F-4D2D-A86A-30A550017CBD}">
      <dgm:prSet/>
      <dgm:spPr/>
      <dgm:t>
        <a:bodyPr/>
        <a:lstStyle/>
        <a:p>
          <a:endParaRPr lang="tr-TR"/>
        </a:p>
      </dgm:t>
    </dgm:pt>
    <dgm:pt modelId="{1F592539-C892-467E-A11E-E9BAF0B50165}" type="sibTrans" cxnId="{F6AB7E03-0E8F-4D2D-A86A-30A550017CBD}">
      <dgm:prSet/>
      <dgm:spPr/>
      <dgm:t>
        <a:bodyPr/>
        <a:lstStyle/>
        <a:p>
          <a:endParaRPr lang="tr-TR"/>
        </a:p>
      </dgm:t>
    </dgm:pt>
    <dgm:pt modelId="{5A64EB07-9850-497F-BCFD-DC4C43B97B9C}">
      <dgm:prSet/>
      <dgm:spPr/>
      <dgm:t>
        <a:bodyPr/>
        <a:lstStyle/>
        <a:p>
          <a:pPr>
            <a:lnSpc>
              <a:spcPct val="100000"/>
            </a:lnSpc>
          </a:pPr>
          <a:r>
            <a:rPr lang="tr-TR"/>
            <a:t>means spent</a:t>
          </a:r>
          <a:endParaRPr lang="en-US"/>
        </a:p>
      </dgm:t>
    </dgm:pt>
    <dgm:pt modelId="{DD3E561A-A677-4DB3-93C1-FED6A063D25A}" type="parTrans" cxnId="{BE127AF5-3940-435F-A18D-4A864402A118}">
      <dgm:prSet/>
      <dgm:spPr/>
      <dgm:t>
        <a:bodyPr/>
        <a:lstStyle/>
        <a:p>
          <a:endParaRPr lang="tr-TR"/>
        </a:p>
      </dgm:t>
    </dgm:pt>
    <dgm:pt modelId="{CE2BE944-BBA5-411A-B9AB-7D75CC1C5C64}" type="sibTrans" cxnId="{BE127AF5-3940-435F-A18D-4A864402A118}">
      <dgm:prSet/>
      <dgm:spPr/>
      <dgm:t>
        <a:bodyPr/>
        <a:lstStyle/>
        <a:p>
          <a:endParaRPr lang="tr-TR"/>
        </a:p>
      </dgm:t>
    </dgm:pt>
    <dgm:pt modelId="{6DC4F122-7579-4F9E-A932-84EF9DF3A64C}">
      <dgm:prSet/>
      <dgm:spPr/>
      <dgm:t>
        <a:bodyPr/>
        <a:lstStyle/>
        <a:p>
          <a:pPr>
            <a:lnSpc>
              <a:spcPct val="100000"/>
            </a:lnSpc>
          </a:pPr>
          <a:r>
            <a:rPr lang="tr-TR"/>
            <a:t>changes the UTXO set</a:t>
          </a:r>
          <a:endParaRPr lang="en-US"/>
        </a:p>
      </dgm:t>
    </dgm:pt>
    <dgm:pt modelId="{DD8661FD-204B-4593-85C2-6D5F2CB845B6}" type="parTrans" cxnId="{D37754F2-4740-4FF8-A278-C2E87BE2B43E}">
      <dgm:prSet/>
      <dgm:spPr/>
      <dgm:t>
        <a:bodyPr/>
        <a:lstStyle/>
        <a:p>
          <a:endParaRPr lang="tr-TR"/>
        </a:p>
      </dgm:t>
    </dgm:pt>
    <dgm:pt modelId="{994C11C1-B601-4354-B0E2-90B5738E81BB}" type="sibTrans" cxnId="{D37754F2-4740-4FF8-A278-C2E87BE2B43E}">
      <dgm:prSet/>
      <dgm:spPr/>
      <dgm:t>
        <a:bodyPr/>
        <a:lstStyle/>
        <a:p>
          <a:endParaRPr lang="tr-TR"/>
        </a:p>
      </dgm:t>
    </dgm:pt>
    <dgm:pt modelId="{40B516F1-AFC3-4675-B5F2-6D5FA85F03B1}">
      <dgm:prSet/>
      <dgm:spPr/>
      <dgm:t>
        <a:bodyPr/>
        <a:lstStyle/>
        <a:p>
          <a:pPr>
            <a:lnSpc>
              <a:spcPct val="100000"/>
            </a:lnSpc>
          </a:pPr>
          <a:r>
            <a:rPr lang="tr-TR"/>
            <a:t>grows &amp; shrinks</a:t>
          </a:r>
          <a:endParaRPr lang="en-US"/>
        </a:p>
      </dgm:t>
    </dgm:pt>
    <dgm:pt modelId="{FD3793AF-A2B7-4D45-8053-3C11C414059F}" type="parTrans" cxnId="{59E88E91-5741-49DB-8B49-28762A0F2A07}">
      <dgm:prSet/>
      <dgm:spPr/>
      <dgm:t>
        <a:bodyPr/>
        <a:lstStyle/>
        <a:p>
          <a:endParaRPr lang="tr-TR"/>
        </a:p>
      </dgm:t>
    </dgm:pt>
    <dgm:pt modelId="{FD0D5F93-38B0-4865-BB04-4F7AEC7B703A}" type="sibTrans" cxnId="{59E88E91-5741-49DB-8B49-28762A0F2A07}">
      <dgm:prSet/>
      <dgm:spPr/>
      <dgm:t>
        <a:bodyPr/>
        <a:lstStyle/>
        <a:p>
          <a:endParaRPr lang="tr-TR"/>
        </a:p>
      </dgm:t>
    </dgm:pt>
    <dgm:pt modelId="{D86353E7-B30B-4C64-BAE8-137D8C2BDFEF}">
      <dgm:prSet/>
      <dgm:spPr/>
      <dgm:t>
        <a:bodyPr/>
        <a:lstStyle/>
        <a:p>
          <a:pPr>
            <a:lnSpc>
              <a:spcPct val="100000"/>
            </a:lnSpc>
          </a:pPr>
          <a:r>
            <a:rPr lang="tr-TR"/>
            <a:t>at any time</a:t>
          </a:r>
          <a:endParaRPr lang="en-US"/>
        </a:p>
      </dgm:t>
    </dgm:pt>
    <dgm:pt modelId="{791E221A-A325-4E96-9B28-F3F0654A44AC}" type="parTrans" cxnId="{C4501916-4FC6-4624-8E7F-027F21192202}">
      <dgm:prSet/>
      <dgm:spPr/>
      <dgm:t>
        <a:bodyPr/>
        <a:lstStyle/>
        <a:p>
          <a:endParaRPr lang="tr-TR"/>
        </a:p>
      </dgm:t>
    </dgm:pt>
    <dgm:pt modelId="{65884AE4-895F-44DD-9339-07713DF0E6F9}" type="sibTrans" cxnId="{C4501916-4FC6-4624-8E7F-027F21192202}">
      <dgm:prSet/>
      <dgm:spPr/>
      <dgm:t>
        <a:bodyPr/>
        <a:lstStyle/>
        <a:p>
          <a:endParaRPr lang="tr-TR"/>
        </a:p>
      </dgm:t>
    </dgm:pt>
    <dgm:pt modelId="{756CF26A-687B-4FE0-9270-3607E0378629}">
      <dgm:prSet/>
      <dgm:spPr/>
      <dgm:t>
        <a:bodyPr/>
        <a:lstStyle/>
        <a:p>
          <a:pPr>
            <a:lnSpc>
              <a:spcPct val="100000"/>
            </a:lnSpc>
          </a:pPr>
          <a:r>
            <a:rPr lang="en-US"/>
            <a:t>is created </a:t>
          </a:r>
        </a:p>
      </dgm:t>
    </dgm:pt>
    <dgm:pt modelId="{AA513120-A3E5-4DB7-8947-7A34A69CF265}" type="parTrans" cxnId="{1DC492CA-AE2C-42C8-A589-0B2FA76695FD}">
      <dgm:prSet/>
      <dgm:spPr/>
      <dgm:t>
        <a:bodyPr/>
        <a:lstStyle/>
        <a:p>
          <a:endParaRPr lang="tr-TR"/>
        </a:p>
      </dgm:t>
    </dgm:pt>
    <dgm:pt modelId="{ADD127D3-2715-4327-B455-D6966E18177A}" type="sibTrans" cxnId="{1DC492CA-AE2C-42C8-A589-0B2FA76695FD}">
      <dgm:prSet/>
      <dgm:spPr/>
      <dgm:t>
        <a:bodyPr/>
        <a:lstStyle/>
        <a:p>
          <a:endParaRPr lang="tr-TR"/>
        </a:p>
      </dgm:t>
    </dgm:pt>
    <dgm:pt modelId="{6FE1E8DD-3996-4E7F-8BBD-56F2144D4A0C}" type="pres">
      <dgm:prSet presAssocID="{19968887-77C6-41BE-BD1E-C76D5E496C4E}" presName="root" presStyleCnt="0">
        <dgm:presLayoutVars>
          <dgm:dir/>
          <dgm:resizeHandles val="exact"/>
        </dgm:presLayoutVars>
      </dgm:prSet>
      <dgm:spPr/>
    </dgm:pt>
    <dgm:pt modelId="{300BDCF4-37CB-4B74-8568-0936E212C0CF}" type="pres">
      <dgm:prSet presAssocID="{925321AA-9F0C-4E7F-8CD3-3A0C513F2BC7}" presName="compNode" presStyleCnt="0"/>
      <dgm:spPr/>
    </dgm:pt>
    <dgm:pt modelId="{C5993440-C8B0-4EBF-8CE2-597242FA08C7}" type="pres">
      <dgm:prSet presAssocID="{925321AA-9F0C-4E7F-8CD3-3A0C513F2BC7}" presName="iconRect" presStyleLbl="node1" presStyleIdx="0" presStyleCnt="5"/>
      <dgm:spPr>
        <a:blipFill>
          <a:blip xmlns:r="http://schemas.openxmlformats.org/officeDocument/2006/relationships" r:embed="rId1" cstate="email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2"/>
              </a:ext>
            </a:extLst>
          </a:blip>
          <a:stretch>
            <a:fillRect/>
          </a:stretch>
        </a:blipFill>
        <a:ln>
          <a:noFill/>
        </a:ln>
      </dgm:spPr>
      <dgm:extLst>
        <a:ext uri="{E40237B7-FDA0-4F09-8148-C483321AD2D9}">
          <dgm14:cNvPr xmlns:dgm14="http://schemas.microsoft.com/office/drawing/2010/diagram" id="0" name="" descr="Comb"/>
        </a:ext>
      </dgm:extLst>
    </dgm:pt>
    <dgm:pt modelId="{A93C36C6-0733-4428-83C4-78CEA3BAB58E}" type="pres">
      <dgm:prSet presAssocID="{925321AA-9F0C-4E7F-8CD3-3A0C513F2BC7}" presName="iconSpace" presStyleCnt="0"/>
      <dgm:spPr/>
    </dgm:pt>
    <dgm:pt modelId="{8CB885C9-5104-48C8-880C-1741F8D2BAEC}" type="pres">
      <dgm:prSet presAssocID="{925321AA-9F0C-4E7F-8CD3-3A0C513F2BC7}" presName="parTx" presStyleLbl="revTx" presStyleIdx="0" presStyleCnt="10">
        <dgm:presLayoutVars>
          <dgm:chMax val="0"/>
          <dgm:chPref val="0"/>
        </dgm:presLayoutVars>
      </dgm:prSet>
      <dgm:spPr/>
    </dgm:pt>
    <dgm:pt modelId="{3AE63591-B888-4C48-B3A6-466BF1425937}" type="pres">
      <dgm:prSet presAssocID="{925321AA-9F0C-4E7F-8CD3-3A0C513F2BC7}" presName="txSpace" presStyleCnt="0"/>
      <dgm:spPr/>
    </dgm:pt>
    <dgm:pt modelId="{560F092B-5193-4CE7-990C-0E5A7517F189}" type="pres">
      <dgm:prSet presAssocID="{925321AA-9F0C-4E7F-8CD3-3A0C513F2BC7}" presName="desTx" presStyleLbl="revTx" presStyleIdx="1" presStyleCnt="10">
        <dgm:presLayoutVars/>
      </dgm:prSet>
      <dgm:spPr/>
    </dgm:pt>
    <dgm:pt modelId="{65BD3DC5-203E-4CF9-8818-7D99FF114C7F}" type="pres">
      <dgm:prSet presAssocID="{F6B96F7A-34B5-4BC5-B534-29C2C75DF3C1}" presName="sibTrans" presStyleCnt="0"/>
      <dgm:spPr/>
    </dgm:pt>
    <dgm:pt modelId="{50AB75E5-0413-4BA2-82F9-DA3170F23277}" type="pres">
      <dgm:prSet presAssocID="{20291824-D22F-4612-9A79-7AF515D1C3A5}" presName="compNode" presStyleCnt="0"/>
      <dgm:spPr/>
    </dgm:pt>
    <dgm:pt modelId="{39476292-8827-4784-B06F-A90CA11B0EF7}" type="pres">
      <dgm:prSet presAssocID="{20291824-D22F-4612-9A79-7AF515D1C3A5}" presName="iconRect" presStyleLbl="node1" presStyleIdx="1" presStyleCnt="5"/>
      <dgm:spPr>
        <a:blipFill>
          <a:blip xmlns:r="http://schemas.openxmlformats.org/officeDocument/2006/relationships" r:embed="rId3" cstate="email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4"/>
              </a:ext>
            </a:extLst>
          </a:blip>
          <a:stretch>
            <a:fillRect/>
          </a:stretch>
        </a:blipFill>
        <a:ln>
          <a:noFill/>
        </a:ln>
      </dgm:spPr>
      <dgm:extLst>
        <a:ext uri="{E40237B7-FDA0-4F09-8148-C483321AD2D9}">
          <dgm14:cNvPr xmlns:dgm14="http://schemas.microsoft.com/office/drawing/2010/diagram" id="0" name="" descr="Pumpkin"/>
        </a:ext>
      </dgm:extLst>
    </dgm:pt>
    <dgm:pt modelId="{9FE86FBC-6D31-4877-8EA0-4EDA5C2D3F2F}" type="pres">
      <dgm:prSet presAssocID="{20291824-D22F-4612-9A79-7AF515D1C3A5}" presName="iconSpace" presStyleCnt="0"/>
      <dgm:spPr/>
    </dgm:pt>
    <dgm:pt modelId="{E657E8BC-514B-4EEC-A9D7-4FDB7FDD38A1}" type="pres">
      <dgm:prSet presAssocID="{20291824-D22F-4612-9A79-7AF515D1C3A5}" presName="parTx" presStyleLbl="revTx" presStyleIdx="2" presStyleCnt="10">
        <dgm:presLayoutVars>
          <dgm:chMax val="0"/>
          <dgm:chPref val="0"/>
        </dgm:presLayoutVars>
      </dgm:prSet>
      <dgm:spPr/>
    </dgm:pt>
    <dgm:pt modelId="{C68A5512-9563-4744-8224-D756F77DDC49}" type="pres">
      <dgm:prSet presAssocID="{20291824-D22F-4612-9A79-7AF515D1C3A5}" presName="txSpace" presStyleCnt="0"/>
      <dgm:spPr/>
    </dgm:pt>
    <dgm:pt modelId="{82D5E4F2-841A-4DF9-B6B4-DFF12B6CBF4E}" type="pres">
      <dgm:prSet presAssocID="{20291824-D22F-4612-9A79-7AF515D1C3A5}" presName="desTx" presStyleLbl="revTx" presStyleIdx="3" presStyleCnt="10">
        <dgm:presLayoutVars/>
      </dgm:prSet>
      <dgm:spPr/>
    </dgm:pt>
    <dgm:pt modelId="{9C11BA28-937C-4CCF-985F-FA9C6E70ECDB}" type="pres">
      <dgm:prSet presAssocID="{1F592539-C892-467E-A11E-E9BAF0B50165}" presName="sibTrans" presStyleCnt="0"/>
      <dgm:spPr/>
    </dgm:pt>
    <dgm:pt modelId="{248A8761-BCAC-4F27-93C9-7D12D8F9B155}" type="pres">
      <dgm:prSet presAssocID="{284D55D2-15A3-4D0C-8D87-E55C8F5ABFCD}" presName="compNode" presStyleCnt="0"/>
      <dgm:spPr/>
    </dgm:pt>
    <dgm:pt modelId="{DE413161-E74C-4A8B-BF42-884ED94694EC}" type="pres">
      <dgm:prSet presAssocID="{284D55D2-15A3-4D0C-8D87-E55C8F5ABFCD}" presName="iconRect" presStyleLbl="node1" presStyleIdx="2" presStyleCnt="5"/>
      <dgm:spPr>
        <a:blipFill>
          <a:blip xmlns:r="http://schemas.openxmlformats.org/officeDocument/2006/relationships" r:embed="rId5" cstate="email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6"/>
              </a:ext>
            </a:extLst>
          </a:blip>
          <a:stretch>
            <a:fillRect/>
          </a:stretch>
        </a:blipFill>
        <a:ln>
          <a:noFill/>
        </a:ln>
      </dgm:spPr>
      <dgm:extLst>
        <a:ext uri="{E40237B7-FDA0-4F09-8148-C483321AD2D9}">
          <dgm14:cNvPr xmlns:dgm14="http://schemas.microsoft.com/office/drawing/2010/diagram" id="0" name="" descr="Single gear"/>
        </a:ext>
      </dgm:extLst>
    </dgm:pt>
    <dgm:pt modelId="{8BD86A85-C661-4876-8D99-A656D3E9E8E4}" type="pres">
      <dgm:prSet presAssocID="{284D55D2-15A3-4D0C-8D87-E55C8F5ABFCD}" presName="iconSpace" presStyleCnt="0"/>
      <dgm:spPr/>
    </dgm:pt>
    <dgm:pt modelId="{1EC36572-9F20-4EF4-B339-4A5727D18085}" type="pres">
      <dgm:prSet presAssocID="{284D55D2-15A3-4D0C-8D87-E55C8F5ABFCD}" presName="parTx" presStyleLbl="revTx" presStyleIdx="4" presStyleCnt="10">
        <dgm:presLayoutVars>
          <dgm:chMax val="0"/>
          <dgm:chPref val="0"/>
        </dgm:presLayoutVars>
      </dgm:prSet>
      <dgm:spPr/>
    </dgm:pt>
    <dgm:pt modelId="{162B10C9-90C7-4ACC-800D-74167B93B33C}" type="pres">
      <dgm:prSet presAssocID="{284D55D2-15A3-4D0C-8D87-E55C8F5ABFCD}" presName="txSpace" presStyleCnt="0"/>
      <dgm:spPr/>
    </dgm:pt>
    <dgm:pt modelId="{0B0ECF75-D18F-4CBC-BA66-02406702739D}" type="pres">
      <dgm:prSet presAssocID="{284D55D2-15A3-4D0C-8D87-E55C8F5ABFCD}" presName="desTx" presStyleLbl="revTx" presStyleIdx="5" presStyleCnt="10">
        <dgm:presLayoutVars/>
      </dgm:prSet>
      <dgm:spPr/>
    </dgm:pt>
    <dgm:pt modelId="{6B5DF414-79AF-4757-915A-4C5C8452ED0F}" type="pres">
      <dgm:prSet presAssocID="{268083FB-794E-4D3D-AE32-C5AD0AB08C66}" presName="sibTrans" presStyleCnt="0"/>
      <dgm:spPr/>
    </dgm:pt>
    <dgm:pt modelId="{8E8B18AC-3E1F-45CE-9161-E456B5417B74}" type="pres">
      <dgm:prSet presAssocID="{5663AC1C-2ADE-40F9-AC40-097674492848}" presName="compNode" presStyleCnt="0"/>
      <dgm:spPr/>
    </dgm:pt>
    <dgm:pt modelId="{CDFAD901-985C-46EE-9686-3A04DDF3E770}" type="pres">
      <dgm:prSet presAssocID="{5663AC1C-2ADE-40F9-AC40-097674492848}" presName="iconRect" presStyleLbl="node1" presStyleIdx="3" presStyleCnt="5"/>
      <dgm:spPr>
        <a:blipFill>
          <a:blip xmlns:r="http://schemas.openxmlformats.org/officeDocument/2006/relationships" r:embed="rId7" cstate="email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8"/>
              </a:ext>
            </a:extLst>
          </a:blip>
          <a:stretch>
            <a:fillRect/>
          </a:stretch>
        </a:blipFill>
        <a:ln>
          <a:noFill/>
        </a:ln>
      </dgm:spPr>
      <dgm:extLst>
        <a:ext uri="{E40237B7-FDA0-4F09-8148-C483321AD2D9}">
          <dgm14:cNvPr xmlns:dgm14="http://schemas.microsoft.com/office/drawing/2010/diagram" id="0" name="" descr="Bitcoin"/>
        </a:ext>
      </dgm:extLst>
    </dgm:pt>
    <dgm:pt modelId="{710A53AE-82AD-4FC7-9296-5946705F622D}" type="pres">
      <dgm:prSet presAssocID="{5663AC1C-2ADE-40F9-AC40-097674492848}" presName="iconSpace" presStyleCnt="0"/>
      <dgm:spPr/>
    </dgm:pt>
    <dgm:pt modelId="{7A2D06F4-1164-4F5A-AFD4-4DBF6B852984}" type="pres">
      <dgm:prSet presAssocID="{5663AC1C-2ADE-40F9-AC40-097674492848}" presName="parTx" presStyleLbl="revTx" presStyleIdx="6" presStyleCnt="10">
        <dgm:presLayoutVars>
          <dgm:chMax val="0"/>
          <dgm:chPref val="0"/>
        </dgm:presLayoutVars>
      </dgm:prSet>
      <dgm:spPr/>
    </dgm:pt>
    <dgm:pt modelId="{CAA771F8-6D7C-4E52-AC51-3D600E1C1283}" type="pres">
      <dgm:prSet presAssocID="{5663AC1C-2ADE-40F9-AC40-097674492848}" presName="txSpace" presStyleCnt="0"/>
      <dgm:spPr/>
    </dgm:pt>
    <dgm:pt modelId="{80A3E0AB-F441-4236-8B86-67C6D600184D}" type="pres">
      <dgm:prSet presAssocID="{5663AC1C-2ADE-40F9-AC40-097674492848}" presName="desTx" presStyleLbl="revTx" presStyleIdx="7" presStyleCnt="10">
        <dgm:presLayoutVars/>
      </dgm:prSet>
      <dgm:spPr/>
    </dgm:pt>
    <dgm:pt modelId="{4FE511C0-8710-462B-9AF1-3F811ADFE702}" type="pres">
      <dgm:prSet presAssocID="{E2EBA30B-FDAB-416C-8977-D8B19F7E9D45}" presName="sibTrans" presStyleCnt="0"/>
      <dgm:spPr/>
    </dgm:pt>
    <dgm:pt modelId="{609B87CA-C1B0-4196-88D8-815D85A5CA4B}" type="pres">
      <dgm:prSet presAssocID="{4B836DD1-CE13-42CE-A374-E0D626B92FEA}" presName="compNode" presStyleCnt="0"/>
      <dgm:spPr/>
    </dgm:pt>
    <dgm:pt modelId="{5BC06372-8EC6-41F9-BA4D-01410543DDF3}" type="pres">
      <dgm:prSet presAssocID="{4B836DD1-CE13-42CE-A374-E0D626B92FEA}" presName="iconRect" presStyleLbl="node1" presStyleIdx="4" presStyleCnt="5"/>
      <dgm:spPr>
        <a:blipFill>
          <a:blip xmlns:r="http://schemas.openxmlformats.org/officeDocument/2006/relationships" r:embed="rId9" cstate="email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10"/>
              </a:ext>
            </a:extLst>
          </a:blip>
          <a:stretch>
            <a:fillRect/>
          </a:stretch>
        </a:blipFill>
        <a:ln>
          <a:noFill/>
        </a:ln>
      </dgm:spPr>
      <dgm:extLst>
        <a:ext uri="{E40237B7-FDA0-4F09-8148-C483321AD2D9}">
          <dgm14:cNvPr xmlns:dgm14="http://schemas.microsoft.com/office/drawing/2010/diagram" id="0" name="" descr="Horse"/>
        </a:ext>
      </dgm:extLst>
    </dgm:pt>
    <dgm:pt modelId="{C6DEA14E-4ECD-437A-A598-AEF073C45F1D}" type="pres">
      <dgm:prSet presAssocID="{4B836DD1-CE13-42CE-A374-E0D626B92FEA}" presName="iconSpace" presStyleCnt="0"/>
      <dgm:spPr/>
    </dgm:pt>
    <dgm:pt modelId="{8C052B9E-7214-4169-9962-B1D87062A195}" type="pres">
      <dgm:prSet presAssocID="{4B836DD1-CE13-42CE-A374-E0D626B92FEA}" presName="parTx" presStyleLbl="revTx" presStyleIdx="8" presStyleCnt="10">
        <dgm:presLayoutVars>
          <dgm:chMax val="0"/>
          <dgm:chPref val="0"/>
        </dgm:presLayoutVars>
      </dgm:prSet>
      <dgm:spPr/>
    </dgm:pt>
    <dgm:pt modelId="{EB215BA5-8CDE-4A30-B8CD-A5ED7104E478}" type="pres">
      <dgm:prSet presAssocID="{4B836DD1-CE13-42CE-A374-E0D626B92FEA}" presName="txSpace" presStyleCnt="0"/>
      <dgm:spPr/>
    </dgm:pt>
    <dgm:pt modelId="{2EF797FD-A87C-4CC0-BE62-EB06D9D32F30}" type="pres">
      <dgm:prSet presAssocID="{4B836DD1-CE13-42CE-A374-E0D626B92FEA}" presName="desTx" presStyleLbl="revTx" presStyleIdx="9" presStyleCnt="10">
        <dgm:presLayoutVars/>
      </dgm:prSet>
      <dgm:spPr/>
    </dgm:pt>
  </dgm:ptLst>
  <dgm:cxnLst>
    <dgm:cxn modelId="{E7FB5700-13E1-4B29-9F6E-9EACA523D76A}" type="presOf" srcId="{40B516F1-AFC3-4675-B5F2-6D5FA85F03B1}" destId="{82D5E4F2-841A-4DF9-B6B4-DFF12B6CBF4E}" srcOrd="0" destOrd="1" presId="urn:microsoft.com/office/officeart/2018/5/layout/CenteredIconLabelDescriptionList"/>
    <dgm:cxn modelId="{F6AB7E03-0E8F-4D2D-A86A-30A550017CBD}" srcId="{19968887-77C6-41BE-BD1E-C76D5E496C4E}" destId="{20291824-D22F-4612-9A79-7AF515D1C3A5}" srcOrd="1" destOrd="0" parTransId="{8AA61EC3-FA0F-4A96-AE33-8D766FE3165D}" sibTransId="{1F592539-C892-467E-A11E-E9BAF0B50165}"/>
    <dgm:cxn modelId="{419E930B-F388-4478-ABD8-35F4DCA0A857}" srcId="{925321AA-9F0C-4E7F-8CD3-3A0C513F2BC7}" destId="{D740DA52-573F-4747-AD56-AF516A1027F1}" srcOrd="0" destOrd="0" parTransId="{C818EDFB-9671-45B2-8CEE-3C9D014199E7}" sibTransId="{DF78E8C4-9098-487C-9DC4-951F00C77E00}"/>
    <dgm:cxn modelId="{0E1CDB0B-BA44-451A-959C-9973973EB3DC}" type="presOf" srcId="{D86353E7-B30B-4C64-BAE8-137D8C2BDFEF}" destId="{82D5E4F2-841A-4DF9-B6B4-DFF12B6CBF4E}" srcOrd="0" destOrd="0" presId="urn:microsoft.com/office/officeart/2018/5/layout/CenteredIconLabelDescriptionList"/>
    <dgm:cxn modelId="{1644A612-24AD-4C71-9463-4C8A5389565D}" srcId="{19968887-77C6-41BE-BD1E-C76D5E496C4E}" destId="{4B836DD1-CE13-42CE-A374-E0D626B92FEA}" srcOrd="4" destOrd="0" parTransId="{8F577C44-E2DB-48D4-815E-F7918BCDA4CC}" sibTransId="{FDDB77AA-E1E8-4656-A3B2-D62F5A6B0E6B}"/>
    <dgm:cxn modelId="{C4501916-4FC6-4624-8E7F-027F21192202}" srcId="{20291824-D22F-4612-9A79-7AF515D1C3A5}" destId="{D86353E7-B30B-4C64-BAE8-137D8C2BDFEF}" srcOrd="0" destOrd="0" parTransId="{791E221A-A325-4E96-9B28-F3F0654A44AC}" sibTransId="{65884AE4-895F-44DD-9339-07713DF0E6F9}"/>
    <dgm:cxn modelId="{471AAF29-B741-4154-8B27-6F9A4EF0F4D3}" type="presOf" srcId="{91AAD60C-EB50-4447-8C4D-ED0B299DA5B9}" destId="{2EF797FD-A87C-4CC0-BE62-EB06D9D32F30}" srcOrd="0" destOrd="1" presId="urn:microsoft.com/office/officeart/2018/5/layout/CenteredIconLabelDescriptionList"/>
    <dgm:cxn modelId="{649E8A30-AF49-441C-AE7A-2D031357CCCA}" type="presOf" srcId="{925321AA-9F0C-4E7F-8CD3-3A0C513F2BC7}" destId="{8CB885C9-5104-48C8-880C-1741F8D2BAEC}" srcOrd="0" destOrd="0" presId="urn:microsoft.com/office/officeart/2018/5/layout/CenteredIconLabelDescriptionList"/>
    <dgm:cxn modelId="{B3AB883A-1FBB-4FF2-85E0-D9DE58D44D65}" srcId="{284D55D2-15A3-4D0C-8D87-E55C8F5ABFCD}" destId="{053DB641-3597-494C-8C5C-1C69E183D95B}" srcOrd="0" destOrd="0" parTransId="{9EB9632A-680E-471A-A772-22E9B61E1562}" sibTransId="{55BF6619-93FF-4B06-83BC-98C309192D94}"/>
    <dgm:cxn modelId="{22F9643B-3002-48E3-A80B-834320D32FAA}" srcId="{19968887-77C6-41BE-BD1E-C76D5E496C4E}" destId="{5663AC1C-2ADE-40F9-AC40-097674492848}" srcOrd="3" destOrd="0" parTransId="{4B78BD95-18FD-4193-8DE0-F03A043DBB16}" sibTransId="{E2EBA30B-FDAB-416C-8977-D8B19F7E9D45}"/>
    <dgm:cxn modelId="{48D6933F-EE84-4FA5-A6B7-2BB4D5505D4D}" srcId="{19968887-77C6-41BE-BD1E-C76D5E496C4E}" destId="{925321AA-9F0C-4E7F-8CD3-3A0C513F2BC7}" srcOrd="0" destOrd="0" parTransId="{095FCEC5-14CF-48A3-B642-B6FD745812A4}" sibTransId="{F6B96F7A-34B5-4BC5-B534-29C2C75DF3C1}"/>
    <dgm:cxn modelId="{B73F9449-EE11-4C9A-9747-122657C98905}" type="presOf" srcId="{20291824-D22F-4612-9A79-7AF515D1C3A5}" destId="{E657E8BC-514B-4EEC-A9D7-4FDB7FDD38A1}" srcOrd="0" destOrd="0" presId="urn:microsoft.com/office/officeart/2018/5/layout/CenteredIconLabelDescriptionList"/>
    <dgm:cxn modelId="{F5DC016D-549C-4742-B07A-A29F77BFB389}" type="presOf" srcId="{5663AC1C-2ADE-40F9-AC40-097674492848}" destId="{7A2D06F4-1164-4F5A-AFD4-4DBF6B852984}" srcOrd="0" destOrd="0" presId="urn:microsoft.com/office/officeart/2018/5/layout/CenteredIconLabelDescriptionList"/>
    <dgm:cxn modelId="{C3AACB6D-D2A4-4505-BD31-1A4801890DEE}" type="presOf" srcId="{756CF26A-687B-4FE0-9270-3607E0378629}" destId="{0B0ECF75-D18F-4CBC-BA66-02406702739D}" srcOrd="0" destOrd="1" presId="urn:microsoft.com/office/officeart/2018/5/layout/CenteredIconLabelDescriptionList"/>
    <dgm:cxn modelId="{5A9C9273-F5A9-46AF-B065-6AAD46AF41B3}" srcId="{19968887-77C6-41BE-BD1E-C76D5E496C4E}" destId="{284D55D2-15A3-4D0C-8D87-E55C8F5ABFCD}" srcOrd="2" destOrd="0" parTransId="{07F3E58D-C145-48FF-9BC7-DC5B9B1812A4}" sibTransId="{268083FB-794E-4D3D-AE32-C5AD0AB08C66}"/>
    <dgm:cxn modelId="{8AA4FD78-7BBF-41B3-A86E-42526DD39FA7}" type="presOf" srcId="{D740DA52-573F-4747-AD56-AF516A1027F1}" destId="{560F092B-5193-4CE7-990C-0E5A7517F189}" srcOrd="0" destOrd="0" presId="urn:microsoft.com/office/officeart/2018/5/layout/CenteredIconLabelDescriptionList"/>
    <dgm:cxn modelId="{76D20989-DE3B-4E33-A97B-B35F8325C31F}" type="presOf" srcId="{A47235DA-BE7E-4E7D-9122-DCAB8716C71D}" destId="{80A3E0AB-F441-4236-8B86-67C6D600184D}" srcOrd="0" destOrd="0" presId="urn:microsoft.com/office/officeart/2018/5/layout/CenteredIconLabelDescriptionList"/>
    <dgm:cxn modelId="{59E88E91-5741-49DB-8B49-28762A0F2A07}" srcId="{20291824-D22F-4612-9A79-7AF515D1C3A5}" destId="{40B516F1-AFC3-4675-B5F2-6D5FA85F03B1}" srcOrd="1" destOrd="0" parTransId="{FD3793AF-A2B7-4D45-8053-3C11C414059F}" sibTransId="{FD0D5F93-38B0-4865-BB04-4F7AEC7B703A}"/>
    <dgm:cxn modelId="{8ABEFA97-76F3-4263-9FF3-0C95293736FB}" type="presOf" srcId="{4B836DD1-CE13-42CE-A374-E0D626B92FEA}" destId="{8C052B9E-7214-4169-9962-B1D87062A195}" srcOrd="0" destOrd="0" presId="urn:microsoft.com/office/officeart/2018/5/layout/CenteredIconLabelDescriptionList"/>
    <dgm:cxn modelId="{B1262F98-1BE6-4A31-91DB-E19A0A7CD0C5}" type="presOf" srcId="{053DB641-3597-494C-8C5C-1C69E183D95B}" destId="{0B0ECF75-D18F-4CBC-BA66-02406702739D}" srcOrd="0" destOrd="0" presId="urn:microsoft.com/office/officeart/2018/5/layout/CenteredIconLabelDescriptionList"/>
    <dgm:cxn modelId="{68807699-DC3D-4F36-8D92-C4ACA6899B36}" srcId="{4B836DD1-CE13-42CE-A374-E0D626B92FEA}" destId="{91AAD60C-EB50-4447-8C4D-ED0B299DA5B9}" srcOrd="1" destOrd="0" parTransId="{C230C74C-FE65-48CA-84BD-8028FED69CE2}" sibTransId="{D52BA3FD-C3F1-4769-9B67-7A85DF0A8CA8}"/>
    <dgm:cxn modelId="{B61E72C1-37C0-4847-A3E1-307002112DC6}" type="presOf" srcId="{284D55D2-15A3-4D0C-8D87-E55C8F5ABFCD}" destId="{1EC36572-9F20-4EF4-B339-4A5727D18085}" srcOrd="0" destOrd="0" presId="urn:microsoft.com/office/officeart/2018/5/layout/CenteredIconLabelDescriptionList"/>
    <dgm:cxn modelId="{1DC492CA-AE2C-42C8-A589-0B2FA76695FD}" srcId="{284D55D2-15A3-4D0C-8D87-E55C8F5ABFCD}" destId="{756CF26A-687B-4FE0-9270-3607E0378629}" srcOrd="1" destOrd="0" parTransId="{AA513120-A3E5-4DB7-8947-7A34A69CF265}" sibTransId="{ADD127D3-2715-4327-B455-D6966E18177A}"/>
    <dgm:cxn modelId="{539AB2CD-8904-4DC0-A9D7-34BB18098AE6}" type="presOf" srcId="{19968887-77C6-41BE-BD1E-C76D5E496C4E}" destId="{6FE1E8DD-3996-4E7F-8BBD-56F2144D4A0C}" srcOrd="0" destOrd="0" presId="urn:microsoft.com/office/officeart/2018/5/layout/CenteredIconLabelDescriptionList"/>
    <dgm:cxn modelId="{73E627D8-EA3F-4E71-BA16-C840EDDE7FEC}" type="presOf" srcId="{5A64EB07-9850-497F-BCFD-DC4C43B97B9C}" destId="{80A3E0AB-F441-4236-8B86-67C6D600184D}" srcOrd="0" destOrd="1" presId="urn:microsoft.com/office/officeart/2018/5/layout/CenteredIconLabelDescriptionList"/>
    <dgm:cxn modelId="{A297A5E7-DF94-495E-916E-0D088C07F3F6}" type="presOf" srcId="{6DC4F122-7579-4F9E-A932-84EF9DF3A64C}" destId="{2EF797FD-A87C-4CC0-BE62-EB06D9D32F30}" srcOrd="0" destOrd="0" presId="urn:microsoft.com/office/officeart/2018/5/layout/CenteredIconLabelDescriptionList"/>
    <dgm:cxn modelId="{D37754F2-4740-4FF8-A278-C2E87BE2B43E}" srcId="{4B836DD1-CE13-42CE-A374-E0D626B92FEA}" destId="{6DC4F122-7579-4F9E-A932-84EF9DF3A64C}" srcOrd="0" destOrd="0" parTransId="{DD8661FD-204B-4593-85C2-6D5F2CB845B6}" sibTransId="{994C11C1-B601-4354-B0E2-90B5738E81BB}"/>
    <dgm:cxn modelId="{BE127AF5-3940-435F-A18D-4A864402A118}" srcId="{5663AC1C-2ADE-40F9-AC40-097674492848}" destId="{5A64EB07-9850-497F-BCFD-DC4C43B97B9C}" srcOrd="1" destOrd="0" parTransId="{DD3E561A-A677-4DB3-93C1-FED6A063D25A}" sibTransId="{CE2BE944-BBA5-411A-B9AB-7D75CC1C5C64}"/>
    <dgm:cxn modelId="{287E82F9-42DC-4DF4-9B89-8478BA994BDA}" srcId="{5663AC1C-2ADE-40F9-AC40-097674492848}" destId="{A47235DA-BE7E-4E7D-9122-DCAB8716C71D}" srcOrd="0" destOrd="0" parTransId="{7F953B0C-6D9F-409B-9D8D-D49EDB155A3A}" sibTransId="{CDB232E4-6AED-4336-BE87-126F39488CEB}"/>
    <dgm:cxn modelId="{E533753B-139E-46D3-9BB6-D51BB7E1D416}" type="presParOf" srcId="{6FE1E8DD-3996-4E7F-8BBD-56F2144D4A0C}" destId="{300BDCF4-37CB-4B74-8568-0936E212C0CF}" srcOrd="0" destOrd="0" presId="urn:microsoft.com/office/officeart/2018/5/layout/CenteredIconLabelDescriptionList"/>
    <dgm:cxn modelId="{A61E417F-69F7-469B-8C64-F44F69BFF0AC}" type="presParOf" srcId="{300BDCF4-37CB-4B74-8568-0936E212C0CF}" destId="{C5993440-C8B0-4EBF-8CE2-597242FA08C7}" srcOrd="0" destOrd="0" presId="urn:microsoft.com/office/officeart/2018/5/layout/CenteredIconLabelDescriptionList"/>
    <dgm:cxn modelId="{122A1452-B7CB-451A-B9B4-596C6E898F17}" type="presParOf" srcId="{300BDCF4-37CB-4B74-8568-0936E212C0CF}" destId="{A93C36C6-0733-4428-83C4-78CEA3BAB58E}" srcOrd="1" destOrd="0" presId="urn:microsoft.com/office/officeart/2018/5/layout/CenteredIconLabelDescriptionList"/>
    <dgm:cxn modelId="{17775BBC-1EEF-4ECF-A376-80EABD22F95B}" type="presParOf" srcId="{300BDCF4-37CB-4B74-8568-0936E212C0CF}" destId="{8CB885C9-5104-48C8-880C-1741F8D2BAEC}" srcOrd="2" destOrd="0" presId="urn:microsoft.com/office/officeart/2018/5/layout/CenteredIconLabelDescriptionList"/>
    <dgm:cxn modelId="{D129601A-0F5F-4CE5-AA4E-A339F097AF74}" type="presParOf" srcId="{300BDCF4-37CB-4B74-8568-0936E212C0CF}" destId="{3AE63591-B888-4C48-B3A6-466BF1425937}" srcOrd="3" destOrd="0" presId="urn:microsoft.com/office/officeart/2018/5/layout/CenteredIconLabelDescriptionList"/>
    <dgm:cxn modelId="{069F64A7-9F56-4306-A4FC-34D78FA68E2F}" type="presParOf" srcId="{300BDCF4-37CB-4B74-8568-0936E212C0CF}" destId="{560F092B-5193-4CE7-990C-0E5A7517F189}" srcOrd="4" destOrd="0" presId="urn:microsoft.com/office/officeart/2018/5/layout/CenteredIconLabelDescriptionList"/>
    <dgm:cxn modelId="{AAF5690B-6203-45C5-B372-7FD1DDEE1AF6}" type="presParOf" srcId="{6FE1E8DD-3996-4E7F-8BBD-56F2144D4A0C}" destId="{65BD3DC5-203E-4CF9-8818-7D99FF114C7F}" srcOrd="1" destOrd="0" presId="urn:microsoft.com/office/officeart/2018/5/layout/CenteredIconLabelDescriptionList"/>
    <dgm:cxn modelId="{8B39256F-58DD-4B41-8944-5FCE64C2C7BB}" type="presParOf" srcId="{6FE1E8DD-3996-4E7F-8BBD-56F2144D4A0C}" destId="{50AB75E5-0413-4BA2-82F9-DA3170F23277}" srcOrd="2" destOrd="0" presId="urn:microsoft.com/office/officeart/2018/5/layout/CenteredIconLabelDescriptionList"/>
    <dgm:cxn modelId="{5B1BA45F-1F28-46F0-8404-060B90108814}" type="presParOf" srcId="{50AB75E5-0413-4BA2-82F9-DA3170F23277}" destId="{39476292-8827-4784-B06F-A90CA11B0EF7}" srcOrd="0" destOrd="0" presId="urn:microsoft.com/office/officeart/2018/5/layout/CenteredIconLabelDescriptionList"/>
    <dgm:cxn modelId="{AB903ABC-A0E2-4AFB-98E7-A0FFA660B4A2}" type="presParOf" srcId="{50AB75E5-0413-4BA2-82F9-DA3170F23277}" destId="{9FE86FBC-6D31-4877-8EA0-4EDA5C2D3F2F}" srcOrd="1" destOrd="0" presId="urn:microsoft.com/office/officeart/2018/5/layout/CenteredIconLabelDescriptionList"/>
    <dgm:cxn modelId="{A8D353D8-59CD-40FA-84A6-1A4B6D7E1BC1}" type="presParOf" srcId="{50AB75E5-0413-4BA2-82F9-DA3170F23277}" destId="{E657E8BC-514B-4EEC-A9D7-4FDB7FDD38A1}" srcOrd="2" destOrd="0" presId="urn:microsoft.com/office/officeart/2018/5/layout/CenteredIconLabelDescriptionList"/>
    <dgm:cxn modelId="{FDF162B3-9820-410E-9D25-31B74D75F1C6}" type="presParOf" srcId="{50AB75E5-0413-4BA2-82F9-DA3170F23277}" destId="{C68A5512-9563-4744-8224-D756F77DDC49}" srcOrd="3" destOrd="0" presId="urn:microsoft.com/office/officeart/2018/5/layout/CenteredIconLabelDescriptionList"/>
    <dgm:cxn modelId="{52BFD814-DB70-4126-936F-770AE3AC63EF}" type="presParOf" srcId="{50AB75E5-0413-4BA2-82F9-DA3170F23277}" destId="{82D5E4F2-841A-4DF9-B6B4-DFF12B6CBF4E}" srcOrd="4" destOrd="0" presId="urn:microsoft.com/office/officeart/2018/5/layout/CenteredIconLabelDescriptionList"/>
    <dgm:cxn modelId="{CA0D9329-80E4-4E78-9739-FD8DE81C9EA5}" type="presParOf" srcId="{6FE1E8DD-3996-4E7F-8BBD-56F2144D4A0C}" destId="{9C11BA28-937C-4CCF-985F-FA9C6E70ECDB}" srcOrd="3" destOrd="0" presId="urn:microsoft.com/office/officeart/2018/5/layout/CenteredIconLabelDescriptionList"/>
    <dgm:cxn modelId="{4CAF745D-9BE9-4550-BC1E-00DC2F9FC71F}" type="presParOf" srcId="{6FE1E8DD-3996-4E7F-8BBD-56F2144D4A0C}" destId="{248A8761-BCAC-4F27-93C9-7D12D8F9B155}" srcOrd="4" destOrd="0" presId="urn:microsoft.com/office/officeart/2018/5/layout/CenteredIconLabelDescriptionList"/>
    <dgm:cxn modelId="{D2295876-739D-465C-9D5F-A1974B65B677}" type="presParOf" srcId="{248A8761-BCAC-4F27-93C9-7D12D8F9B155}" destId="{DE413161-E74C-4A8B-BF42-884ED94694EC}" srcOrd="0" destOrd="0" presId="urn:microsoft.com/office/officeart/2018/5/layout/CenteredIconLabelDescriptionList"/>
    <dgm:cxn modelId="{05F2BD29-763C-47CD-83F9-D3F49F5F1FBE}" type="presParOf" srcId="{248A8761-BCAC-4F27-93C9-7D12D8F9B155}" destId="{8BD86A85-C661-4876-8D99-A656D3E9E8E4}" srcOrd="1" destOrd="0" presId="urn:microsoft.com/office/officeart/2018/5/layout/CenteredIconLabelDescriptionList"/>
    <dgm:cxn modelId="{89813CCC-8B7A-4371-B5B3-1E22DBBC9920}" type="presParOf" srcId="{248A8761-BCAC-4F27-93C9-7D12D8F9B155}" destId="{1EC36572-9F20-4EF4-B339-4A5727D18085}" srcOrd="2" destOrd="0" presId="urn:microsoft.com/office/officeart/2018/5/layout/CenteredIconLabelDescriptionList"/>
    <dgm:cxn modelId="{3CCF3FB2-D723-487D-AC41-FCEE375C31FA}" type="presParOf" srcId="{248A8761-BCAC-4F27-93C9-7D12D8F9B155}" destId="{162B10C9-90C7-4ACC-800D-74167B93B33C}" srcOrd="3" destOrd="0" presId="urn:microsoft.com/office/officeart/2018/5/layout/CenteredIconLabelDescriptionList"/>
    <dgm:cxn modelId="{49C2C6BD-B063-4B1B-A99C-9ADF950DEF45}" type="presParOf" srcId="{248A8761-BCAC-4F27-93C9-7D12D8F9B155}" destId="{0B0ECF75-D18F-4CBC-BA66-02406702739D}" srcOrd="4" destOrd="0" presId="urn:microsoft.com/office/officeart/2018/5/layout/CenteredIconLabelDescriptionList"/>
    <dgm:cxn modelId="{69E73C0A-507A-47E9-85AF-07478F9619B7}" type="presParOf" srcId="{6FE1E8DD-3996-4E7F-8BBD-56F2144D4A0C}" destId="{6B5DF414-79AF-4757-915A-4C5C8452ED0F}" srcOrd="5" destOrd="0" presId="urn:microsoft.com/office/officeart/2018/5/layout/CenteredIconLabelDescriptionList"/>
    <dgm:cxn modelId="{18A88F31-D048-4057-AAF9-E85E695FFBD3}" type="presParOf" srcId="{6FE1E8DD-3996-4E7F-8BBD-56F2144D4A0C}" destId="{8E8B18AC-3E1F-45CE-9161-E456B5417B74}" srcOrd="6" destOrd="0" presId="urn:microsoft.com/office/officeart/2018/5/layout/CenteredIconLabelDescriptionList"/>
    <dgm:cxn modelId="{A4518878-9F06-4F3C-8CB6-0A090F3A4420}" type="presParOf" srcId="{8E8B18AC-3E1F-45CE-9161-E456B5417B74}" destId="{CDFAD901-985C-46EE-9686-3A04DDF3E770}" srcOrd="0" destOrd="0" presId="urn:microsoft.com/office/officeart/2018/5/layout/CenteredIconLabelDescriptionList"/>
    <dgm:cxn modelId="{322FFE44-4D4B-4E3F-A340-54EB45C47CD4}" type="presParOf" srcId="{8E8B18AC-3E1F-45CE-9161-E456B5417B74}" destId="{710A53AE-82AD-4FC7-9296-5946705F622D}" srcOrd="1" destOrd="0" presId="urn:microsoft.com/office/officeart/2018/5/layout/CenteredIconLabelDescriptionList"/>
    <dgm:cxn modelId="{8EED526D-AA23-4F42-83D3-F2656A7BF7B1}" type="presParOf" srcId="{8E8B18AC-3E1F-45CE-9161-E456B5417B74}" destId="{7A2D06F4-1164-4F5A-AFD4-4DBF6B852984}" srcOrd="2" destOrd="0" presId="urn:microsoft.com/office/officeart/2018/5/layout/CenteredIconLabelDescriptionList"/>
    <dgm:cxn modelId="{9CA9FB3A-6F6E-4B8C-8868-8E363E3D502E}" type="presParOf" srcId="{8E8B18AC-3E1F-45CE-9161-E456B5417B74}" destId="{CAA771F8-6D7C-4E52-AC51-3D600E1C1283}" srcOrd="3" destOrd="0" presId="urn:microsoft.com/office/officeart/2018/5/layout/CenteredIconLabelDescriptionList"/>
    <dgm:cxn modelId="{D44A7228-A0D9-41D0-9152-711C7C5C4842}" type="presParOf" srcId="{8E8B18AC-3E1F-45CE-9161-E456B5417B74}" destId="{80A3E0AB-F441-4236-8B86-67C6D600184D}" srcOrd="4" destOrd="0" presId="urn:microsoft.com/office/officeart/2018/5/layout/CenteredIconLabelDescriptionList"/>
    <dgm:cxn modelId="{6986D356-4CA9-4B23-BC95-F949DFD42945}" type="presParOf" srcId="{6FE1E8DD-3996-4E7F-8BBD-56F2144D4A0C}" destId="{4FE511C0-8710-462B-9AF1-3F811ADFE702}" srcOrd="7" destOrd="0" presId="urn:microsoft.com/office/officeart/2018/5/layout/CenteredIconLabelDescriptionList"/>
    <dgm:cxn modelId="{0EE21D05-2903-410F-82A1-47773A915965}" type="presParOf" srcId="{6FE1E8DD-3996-4E7F-8BBD-56F2144D4A0C}" destId="{609B87CA-C1B0-4196-88D8-815D85A5CA4B}" srcOrd="8" destOrd="0" presId="urn:microsoft.com/office/officeart/2018/5/layout/CenteredIconLabelDescriptionList"/>
    <dgm:cxn modelId="{B2025D29-D0B6-4112-9378-16287FC15DB4}" type="presParOf" srcId="{609B87CA-C1B0-4196-88D8-815D85A5CA4B}" destId="{5BC06372-8EC6-41F9-BA4D-01410543DDF3}" srcOrd="0" destOrd="0" presId="urn:microsoft.com/office/officeart/2018/5/layout/CenteredIconLabelDescriptionList"/>
    <dgm:cxn modelId="{0F022ABB-9CAA-48E5-860F-E95725790F22}" type="presParOf" srcId="{609B87CA-C1B0-4196-88D8-815D85A5CA4B}" destId="{C6DEA14E-4ECD-437A-A598-AEF073C45F1D}" srcOrd="1" destOrd="0" presId="urn:microsoft.com/office/officeart/2018/5/layout/CenteredIconLabelDescriptionList"/>
    <dgm:cxn modelId="{24CDCFCD-602E-4DA8-BDD4-7371497CFD31}" type="presParOf" srcId="{609B87CA-C1B0-4196-88D8-815D85A5CA4B}" destId="{8C052B9E-7214-4169-9962-B1D87062A195}" srcOrd="2" destOrd="0" presId="urn:microsoft.com/office/officeart/2018/5/layout/CenteredIconLabelDescriptionList"/>
    <dgm:cxn modelId="{6DD7B7F1-9240-4198-B413-4358ABF6233E}" type="presParOf" srcId="{609B87CA-C1B0-4196-88D8-815D85A5CA4B}" destId="{EB215BA5-8CDE-4A30-B8CD-A5ED7104E478}" srcOrd="3" destOrd="0" presId="urn:microsoft.com/office/officeart/2018/5/layout/CenteredIconLabelDescriptionList"/>
    <dgm:cxn modelId="{F751105C-53C6-46E9-B044-5D7D060A49E1}" type="presParOf" srcId="{609B87CA-C1B0-4196-88D8-815D85A5CA4B}" destId="{2EF797FD-A87C-4CC0-BE62-EB06D9D32F30}" srcOrd="4" destOrd="0" presId="urn:microsoft.com/office/officeart/2018/5/layout/CenteredIconLabelDescriptionList"/>
  </dgm:cxnLst>
  <dgm:bg/>
  <dgm:whole/>
  <dgm:extLst>
    <a:ext uri="http://schemas.microsoft.com/office/drawing/2008/diagram">
      <dsp:dataModelExt xmlns:dsp="http://schemas.microsoft.com/office/drawing/2008/diagram" relId="rId6" minVer="http://schemas.openxmlformats.org/drawingml/2006/diagram"/>
    </a:ext>
  </dgm:extLst>
</dgm:dataModel>
</file>

<file path=ppt/diagrams/data14.xml><?xml version="1.0" encoding="utf-8"?>
<dgm:dataModel xmlns:dgm="http://schemas.openxmlformats.org/drawingml/2006/diagram" xmlns:a="http://schemas.openxmlformats.org/drawingml/2006/main">
  <dgm:ptLst>
    <dgm:pt modelId="{4B8B1A07-6A8F-4242-B6D9-01C9E7E43D53}" type="doc">
      <dgm:prSet loTypeId="urn:microsoft.com/office/officeart/2018/2/layout/IconLabelDescriptionList" loCatId="icon" qsTypeId="urn:microsoft.com/office/officeart/2005/8/quickstyle/simple1" qsCatId="simple" csTypeId="urn:microsoft.com/office/officeart/2018/5/colors/Iconchunking_neutralbg_colorful1" csCatId="colorful" phldr="1"/>
      <dgm:spPr/>
      <dgm:t>
        <a:bodyPr/>
        <a:lstStyle/>
        <a:p>
          <a:endParaRPr lang="en-US"/>
        </a:p>
      </dgm:t>
    </dgm:pt>
    <dgm:pt modelId="{D283B844-AC07-43B8-9AE3-0354A0252465}">
      <dgm:prSet/>
      <dgm:spPr/>
      <dgm:t>
        <a:bodyPr/>
        <a:lstStyle/>
        <a:p>
          <a:pPr>
            <a:lnSpc>
              <a:spcPct val="100000"/>
            </a:lnSpc>
            <a:defRPr b="1"/>
          </a:pPr>
          <a:r>
            <a:rPr lang="tr-TR"/>
            <a:t>Receiving Bitcoin</a:t>
          </a:r>
          <a:endParaRPr lang="en-US"/>
        </a:p>
      </dgm:t>
    </dgm:pt>
    <dgm:pt modelId="{40B706D4-2FF5-4167-A2D2-0E13EC3907A5}" type="parTrans" cxnId="{17389CC3-609F-4ACC-B24B-5E1160E0DC72}">
      <dgm:prSet/>
      <dgm:spPr/>
      <dgm:t>
        <a:bodyPr/>
        <a:lstStyle/>
        <a:p>
          <a:endParaRPr lang="en-US"/>
        </a:p>
      </dgm:t>
    </dgm:pt>
    <dgm:pt modelId="{59539509-525C-438B-B530-44ECED9FFE37}" type="sibTrans" cxnId="{17389CC3-609F-4ACC-B24B-5E1160E0DC72}">
      <dgm:prSet/>
      <dgm:spPr/>
      <dgm:t>
        <a:bodyPr/>
        <a:lstStyle/>
        <a:p>
          <a:endParaRPr lang="en-US"/>
        </a:p>
      </dgm:t>
    </dgm:pt>
    <dgm:pt modelId="{8CA558DE-D5DB-4E80-B579-801029DE7B19}">
      <dgm:prSet/>
      <dgm:spPr/>
      <dgm:t>
        <a:bodyPr/>
        <a:lstStyle/>
        <a:p>
          <a:pPr>
            <a:lnSpc>
              <a:spcPct val="100000"/>
            </a:lnSpc>
            <a:defRPr b="1"/>
          </a:pPr>
          <a:r>
            <a:rPr lang="tr-TR"/>
            <a:t>Wallet’s key</a:t>
          </a:r>
          <a:endParaRPr lang="en-US"/>
        </a:p>
      </dgm:t>
    </dgm:pt>
    <dgm:pt modelId="{4B88571B-49D9-44EC-928F-E9CFB07803D4}" type="parTrans" cxnId="{D0ADD1D6-649D-465E-9BC9-5E17E5328924}">
      <dgm:prSet/>
      <dgm:spPr/>
      <dgm:t>
        <a:bodyPr/>
        <a:lstStyle/>
        <a:p>
          <a:endParaRPr lang="en-US"/>
        </a:p>
      </dgm:t>
    </dgm:pt>
    <dgm:pt modelId="{99A46CFC-BEED-45F2-A378-7C5FB8CEB6B9}" type="sibTrans" cxnId="{D0ADD1D6-649D-465E-9BC9-5E17E5328924}">
      <dgm:prSet/>
      <dgm:spPr/>
      <dgm:t>
        <a:bodyPr/>
        <a:lstStyle/>
        <a:p>
          <a:endParaRPr lang="en-US"/>
        </a:p>
      </dgm:t>
    </dgm:pt>
    <dgm:pt modelId="{0184589C-C870-43D3-BB8E-9C13044B8F97}">
      <dgm:prSet/>
      <dgm:spPr/>
      <dgm:t>
        <a:bodyPr/>
        <a:lstStyle/>
        <a:p>
          <a:pPr>
            <a:lnSpc>
              <a:spcPct val="100000"/>
            </a:lnSpc>
          </a:pPr>
          <a:r>
            <a:rPr lang="tr-TR" b="0" dirty="0" err="1"/>
            <a:t>Transaction</a:t>
          </a:r>
          <a:r>
            <a:rPr lang="tr-TR" b="0" dirty="0"/>
            <a:t> </a:t>
          </a:r>
          <a:r>
            <a:rPr lang="tr-TR" b="0" dirty="0" err="1"/>
            <a:t>output</a:t>
          </a:r>
          <a:endParaRPr lang="en-US" b="0" dirty="0"/>
        </a:p>
      </dgm:t>
    </dgm:pt>
    <dgm:pt modelId="{0B18DE9C-D074-495C-B398-27A47D076A38}" type="parTrans" cxnId="{89D64D06-5FDE-4CD4-8A44-76500D317CBC}">
      <dgm:prSet/>
      <dgm:spPr/>
      <dgm:t>
        <a:bodyPr/>
        <a:lstStyle/>
        <a:p>
          <a:endParaRPr lang="en-US"/>
        </a:p>
      </dgm:t>
    </dgm:pt>
    <dgm:pt modelId="{9070F7A0-627A-4ED0-BF33-6A883C6A9321}" type="sibTrans" cxnId="{89D64D06-5FDE-4CD4-8A44-76500D317CBC}">
      <dgm:prSet/>
      <dgm:spPr/>
      <dgm:t>
        <a:bodyPr/>
        <a:lstStyle/>
        <a:p>
          <a:endParaRPr lang="en-US"/>
        </a:p>
      </dgm:t>
    </dgm:pt>
    <dgm:pt modelId="{5AAFA05D-F956-4CE1-9A19-E6FE2A9AED3D}">
      <dgm:prSet/>
      <dgm:spPr/>
      <dgm:t>
        <a:bodyPr/>
        <a:lstStyle/>
        <a:p>
          <a:pPr>
            <a:lnSpc>
              <a:spcPct val="100000"/>
            </a:lnSpc>
            <a:defRPr b="1"/>
          </a:pPr>
          <a:r>
            <a:rPr lang="tr-TR"/>
            <a:t>Balance</a:t>
          </a:r>
          <a:endParaRPr lang="en-US"/>
        </a:p>
      </dgm:t>
    </dgm:pt>
    <dgm:pt modelId="{E5981969-A53F-47F0-9AE4-EA8A8E16D646}" type="parTrans" cxnId="{FED40ED4-3152-4B88-A5F9-91AA63A074BE}">
      <dgm:prSet/>
      <dgm:spPr/>
      <dgm:t>
        <a:bodyPr/>
        <a:lstStyle/>
        <a:p>
          <a:endParaRPr lang="en-US"/>
        </a:p>
      </dgm:t>
    </dgm:pt>
    <dgm:pt modelId="{7A13DEFE-97E8-4D0F-B2C9-C7E584CFE2C9}" type="sibTrans" cxnId="{FED40ED4-3152-4B88-A5F9-91AA63A074BE}">
      <dgm:prSet/>
      <dgm:spPr/>
      <dgm:t>
        <a:bodyPr/>
        <a:lstStyle/>
        <a:p>
          <a:endParaRPr lang="en-US"/>
        </a:p>
      </dgm:t>
    </dgm:pt>
    <dgm:pt modelId="{C18A83D9-EA6B-44A6-BFF3-4BDF83215EFA}">
      <dgm:prSet/>
      <dgm:spPr/>
      <dgm:t>
        <a:bodyPr/>
        <a:lstStyle/>
        <a:p>
          <a:pPr>
            <a:lnSpc>
              <a:spcPct val="100000"/>
            </a:lnSpc>
          </a:pPr>
          <a:r>
            <a:rPr lang="tr-TR"/>
            <a:t>Wallet detects UTXO</a:t>
          </a:r>
          <a:endParaRPr lang="en-US"/>
        </a:p>
      </dgm:t>
    </dgm:pt>
    <dgm:pt modelId="{00FE81C7-4708-4495-8310-9839EB845723}" type="parTrans" cxnId="{74FDDF31-1353-4F4F-B62B-B6620A756B15}">
      <dgm:prSet/>
      <dgm:spPr/>
      <dgm:t>
        <a:bodyPr/>
        <a:lstStyle/>
        <a:p>
          <a:endParaRPr lang="en-US"/>
        </a:p>
      </dgm:t>
    </dgm:pt>
    <dgm:pt modelId="{335C5E92-70F9-4B25-B2BA-9A9D0E767570}" type="sibTrans" cxnId="{74FDDF31-1353-4F4F-B62B-B6620A756B15}">
      <dgm:prSet/>
      <dgm:spPr/>
      <dgm:t>
        <a:bodyPr/>
        <a:lstStyle/>
        <a:p>
          <a:endParaRPr lang="en-US"/>
        </a:p>
      </dgm:t>
    </dgm:pt>
    <dgm:pt modelId="{5B222004-918D-40F5-96AB-36D5EFE1B4E3}">
      <dgm:prSet/>
      <dgm:spPr/>
      <dgm:t>
        <a:bodyPr/>
        <a:lstStyle/>
        <a:p>
          <a:pPr>
            <a:lnSpc>
              <a:spcPct val="100000"/>
            </a:lnSpc>
          </a:pPr>
          <a:r>
            <a:rPr lang="en-US"/>
            <a:t>is the </a:t>
          </a:r>
          <a:r>
            <a:rPr lang="en-US" b="1"/>
            <a:t>sum of all UTXO</a:t>
          </a:r>
          <a:endParaRPr lang="en-US"/>
        </a:p>
      </dgm:t>
    </dgm:pt>
    <dgm:pt modelId="{84C74AC9-19FA-4899-81E0-12A813E030EC}" type="parTrans" cxnId="{AA7D9451-ECC5-4C95-BBE8-36B844DA6853}">
      <dgm:prSet/>
      <dgm:spPr/>
      <dgm:t>
        <a:bodyPr/>
        <a:lstStyle/>
        <a:p>
          <a:endParaRPr lang="en-US"/>
        </a:p>
      </dgm:t>
    </dgm:pt>
    <dgm:pt modelId="{8A115EFC-A55F-44A7-AD6A-904E38524FC5}" type="sibTrans" cxnId="{AA7D9451-ECC5-4C95-BBE8-36B844DA6853}">
      <dgm:prSet/>
      <dgm:spPr/>
      <dgm:t>
        <a:bodyPr/>
        <a:lstStyle/>
        <a:p>
          <a:endParaRPr lang="en-US"/>
        </a:p>
      </dgm:t>
    </dgm:pt>
    <dgm:pt modelId="{060AF0AE-118A-4F66-9819-00978EE9DA0A}">
      <dgm:prSet/>
      <dgm:spPr/>
      <dgm:t>
        <a:bodyPr/>
        <a:lstStyle/>
        <a:p>
          <a:pPr>
            <a:lnSpc>
              <a:spcPct val="100000"/>
            </a:lnSpc>
          </a:pPr>
          <a:r>
            <a:rPr lang="tr-TR" dirty="0" err="1"/>
            <a:t>Generated</a:t>
          </a:r>
          <a:r>
            <a:rPr lang="tr-TR" dirty="0"/>
            <a:t> </a:t>
          </a:r>
          <a:r>
            <a:rPr lang="tr-TR" dirty="0" err="1"/>
            <a:t>from</a:t>
          </a:r>
          <a:r>
            <a:rPr lang="tr-TR" dirty="0"/>
            <a:t> </a:t>
          </a:r>
          <a:r>
            <a:rPr lang="tr-TR" dirty="0" err="1"/>
            <a:t>public</a:t>
          </a:r>
          <a:r>
            <a:rPr lang="tr-TR" dirty="0"/>
            <a:t> </a:t>
          </a:r>
          <a:r>
            <a:rPr lang="tr-TR" dirty="0" err="1"/>
            <a:t>key</a:t>
          </a:r>
          <a:endParaRPr lang="en-US" dirty="0"/>
        </a:p>
      </dgm:t>
    </dgm:pt>
    <dgm:pt modelId="{2C957692-5762-4EB9-8B97-18028D047938}" type="parTrans" cxnId="{6C7CA601-6745-447D-959E-EB96AF66F32D}">
      <dgm:prSet/>
      <dgm:spPr/>
      <dgm:t>
        <a:bodyPr/>
        <a:lstStyle/>
        <a:p>
          <a:endParaRPr lang="en-US"/>
        </a:p>
      </dgm:t>
    </dgm:pt>
    <dgm:pt modelId="{2B66D649-019F-4EFB-BFF4-4BB062F680A8}" type="sibTrans" cxnId="{6C7CA601-6745-447D-959E-EB96AF66F32D}">
      <dgm:prSet/>
      <dgm:spPr/>
      <dgm:t>
        <a:bodyPr/>
        <a:lstStyle/>
        <a:p>
          <a:endParaRPr lang="en-US"/>
        </a:p>
      </dgm:t>
    </dgm:pt>
    <dgm:pt modelId="{CBD1FE52-EF4C-422A-AA68-14CD731EEC4C}">
      <dgm:prSet/>
      <dgm:spPr/>
      <dgm:t>
        <a:bodyPr/>
        <a:lstStyle/>
        <a:p>
          <a:pPr>
            <a:lnSpc>
              <a:spcPct val="100000"/>
            </a:lnSpc>
          </a:pPr>
          <a:r>
            <a:rPr lang="tr-TR" dirty="0"/>
            <a:t>Can be </a:t>
          </a:r>
          <a:r>
            <a:rPr lang="tr-TR" dirty="0" err="1"/>
            <a:t>spent</a:t>
          </a:r>
          <a:r>
            <a:rPr lang="tr-TR" dirty="0"/>
            <a:t> </a:t>
          </a:r>
          <a:r>
            <a:rPr lang="tr-TR" dirty="0" err="1"/>
            <a:t>with</a:t>
          </a:r>
          <a:r>
            <a:rPr lang="tr-TR" dirty="0"/>
            <a:t> a </a:t>
          </a:r>
          <a:r>
            <a:rPr lang="tr-TR" dirty="0" err="1"/>
            <a:t>key</a:t>
          </a:r>
          <a:r>
            <a:rPr lang="en-US" dirty="0"/>
            <a:t> </a:t>
          </a:r>
        </a:p>
      </dgm:t>
    </dgm:pt>
    <dgm:pt modelId="{6954F2E1-F49F-47B4-ACEB-9AA29EE1F957}" type="parTrans" cxnId="{8A544F09-41CB-43F6-A2EE-78DACCB50CB4}">
      <dgm:prSet/>
      <dgm:spPr/>
      <dgm:t>
        <a:bodyPr/>
        <a:lstStyle/>
        <a:p>
          <a:endParaRPr lang="tr-TR"/>
        </a:p>
      </dgm:t>
    </dgm:pt>
    <dgm:pt modelId="{B33C8D69-F1B0-4DA0-BB42-1C4587FF79C1}" type="sibTrans" cxnId="{8A544F09-41CB-43F6-A2EE-78DACCB50CB4}">
      <dgm:prSet/>
      <dgm:spPr/>
      <dgm:t>
        <a:bodyPr/>
        <a:lstStyle/>
        <a:p>
          <a:endParaRPr lang="en-US"/>
        </a:p>
      </dgm:t>
    </dgm:pt>
    <dgm:pt modelId="{8AB3930E-737E-47E4-AF19-7BE498A8A2C4}">
      <dgm:prSet/>
      <dgm:spPr/>
      <dgm:t>
        <a:bodyPr/>
        <a:lstStyle/>
        <a:p>
          <a:pPr>
            <a:lnSpc>
              <a:spcPct val="100000"/>
            </a:lnSpc>
          </a:pPr>
          <a:r>
            <a:rPr lang="en-US"/>
            <a:t>user’s wallet can</a:t>
          </a:r>
          <a:r>
            <a:rPr lang="tr-TR"/>
            <a:t> </a:t>
          </a:r>
          <a:r>
            <a:rPr lang="en-US"/>
            <a:t>spend</a:t>
          </a:r>
        </a:p>
      </dgm:t>
    </dgm:pt>
    <dgm:pt modelId="{9508DD37-EB7C-42E1-BE1B-87365737ABD5}" type="parTrans" cxnId="{DE98CFD4-6CB5-4321-BFE7-F94B4E36E21D}">
      <dgm:prSet/>
      <dgm:spPr/>
      <dgm:t>
        <a:bodyPr/>
        <a:lstStyle/>
        <a:p>
          <a:endParaRPr lang="tr-TR"/>
        </a:p>
      </dgm:t>
    </dgm:pt>
    <dgm:pt modelId="{D67D98B8-C526-4427-A6D5-7ADDD75E321B}" type="sibTrans" cxnId="{DE98CFD4-6CB5-4321-BFE7-F94B4E36E21D}">
      <dgm:prSet/>
      <dgm:spPr/>
      <dgm:t>
        <a:bodyPr/>
        <a:lstStyle/>
        <a:p>
          <a:endParaRPr lang="en-US"/>
        </a:p>
      </dgm:t>
    </dgm:pt>
    <dgm:pt modelId="{E854D3D0-A290-4A19-9898-D2F9835F39D8}">
      <dgm:prSet/>
      <dgm:spPr/>
      <dgm:t>
        <a:bodyPr/>
        <a:lstStyle/>
        <a:p>
          <a:pPr>
            <a:lnSpc>
              <a:spcPct val="100000"/>
            </a:lnSpc>
          </a:pPr>
          <a:r>
            <a:rPr lang="tr-TR" b="0" dirty="0" err="1"/>
            <a:t>contains</a:t>
          </a:r>
          <a:r>
            <a:rPr lang="tr-TR" b="0" dirty="0"/>
            <a:t> a </a:t>
          </a:r>
          <a:r>
            <a:rPr lang="tr-TR" b="0" dirty="0" err="1"/>
            <a:t>bitcoin</a:t>
          </a:r>
          <a:r>
            <a:rPr lang="tr-TR" b="0" dirty="0"/>
            <a:t> </a:t>
          </a:r>
          <a:r>
            <a:rPr lang="tr-TR" b="0" dirty="0" err="1"/>
            <a:t>address</a:t>
          </a:r>
          <a:endParaRPr lang="en-US" b="0" dirty="0"/>
        </a:p>
      </dgm:t>
    </dgm:pt>
    <dgm:pt modelId="{003F96A4-2239-4074-A2C2-8FC17023BAD0}" type="parTrans" cxnId="{CB138E32-7C94-48F8-AF46-FAAD93E75391}">
      <dgm:prSet/>
      <dgm:spPr/>
      <dgm:t>
        <a:bodyPr/>
        <a:lstStyle/>
        <a:p>
          <a:endParaRPr lang="tr-TR"/>
        </a:p>
      </dgm:t>
    </dgm:pt>
    <dgm:pt modelId="{C587F153-24D2-4ACF-973D-1448B2EB2A73}" type="sibTrans" cxnId="{CB138E32-7C94-48F8-AF46-FAAD93E75391}">
      <dgm:prSet/>
      <dgm:spPr/>
      <dgm:t>
        <a:bodyPr/>
        <a:lstStyle/>
        <a:p>
          <a:endParaRPr lang="en-US"/>
        </a:p>
      </dgm:t>
    </dgm:pt>
    <dgm:pt modelId="{4119357D-946E-468E-BB5A-89CB597DA94C}">
      <dgm:prSet/>
      <dgm:spPr/>
      <dgm:t>
        <a:bodyPr/>
        <a:lstStyle/>
        <a:p>
          <a:pPr>
            <a:lnSpc>
              <a:spcPct val="100000"/>
            </a:lnSpc>
            <a:defRPr b="1"/>
          </a:pPr>
          <a:r>
            <a:rPr lang="tr-TR" dirty="0" err="1"/>
            <a:t>Bitcoin</a:t>
          </a:r>
          <a:r>
            <a:rPr lang="tr-TR" dirty="0"/>
            <a:t> </a:t>
          </a:r>
          <a:r>
            <a:rPr lang="tr-TR" dirty="0" err="1"/>
            <a:t>Address</a:t>
          </a:r>
          <a:endParaRPr lang="en-US" dirty="0"/>
        </a:p>
      </dgm:t>
    </dgm:pt>
    <dgm:pt modelId="{8220C7E2-9689-434A-9FAC-5EBD08840DD1}" type="parTrans" cxnId="{F1727728-1DD8-4052-AE27-2DB1230AB2DC}">
      <dgm:prSet/>
      <dgm:spPr/>
      <dgm:t>
        <a:bodyPr/>
        <a:lstStyle/>
        <a:p>
          <a:endParaRPr lang="tr-TR"/>
        </a:p>
      </dgm:t>
    </dgm:pt>
    <dgm:pt modelId="{4999F30F-78F3-4555-85D9-99335501AE6E}" type="sibTrans" cxnId="{F1727728-1DD8-4052-AE27-2DB1230AB2DC}">
      <dgm:prSet/>
      <dgm:spPr/>
      <dgm:t>
        <a:bodyPr/>
        <a:lstStyle/>
        <a:p>
          <a:endParaRPr lang="en-US"/>
        </a:p>
      </dgm:t>
    </dgm:pt>
    <dgm:pt modelId="{104A8678-D0D2-47DC-8432-B371834B836F}" type="pres">
      <dgm:prSet presAssocID="{4B8B1A07-6A8F-4242-B6D9-01C9E7E43D53}" presName="root" presStyleCnt="0">
        <dgm:presLayoutVars>
          <dgm:dir/>
          <dgm:resizeHandles val="exact"/>
        </dgm:presLayoutVars>
      </dgm:prSet>
      <dgm:spPr/>
    </dgm:pt>
    <dgm:pt modelId="{789CA7A6-922F-4BA5-89B6-2E3B431AFDD2}" type="pres">
      <dgm:prSet presAssocID="{D283B844-AC07-43B8-9AE3-0354A0252465}" presName="compNode" presStyleCnt="0"/>
      <dgm:spPr/>
    </dgm:pt>
    <dgm:pt modelId="{8DB74353-7612-4AED-8D96-AFE44691A1F4}" type="pres">
      <dgm:prSet presAssocID="{D283B844-AC07-43B8-9AE3-0354A0252465}" presName="iconRect" presStyleLbl="node1" presStyleIdx="0" presStyleCnt="4"/>
      <dgm:spPr>
        <a:blipFill>
          <a:blip xmlns:r="http://schemas.openxmlformats.org/officeDocument/2006/relationships" r:embed="rId1" cstate="email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2"/>
              </a:ext>
            </a:extLst>
          </a:blip>
          <a:stretch>
            <a:fillRect/>
          </a:stretch>
        </a:blipFill>
        <a:ln>
          <a:noFill/>
        </a:ln>
      </dgm:spPr>
      <dgm:extLst>
        <a:ext uri="{E40237B7-FDA0-4F09-8148-C483321AD2D9}">
          <dgm14:cNvPr xmlns:dgm14="http://schemas.microsoft.com/office/drawing/2010/diagram" id="0" name="" descr="Bitcoin"/>
        </a:ext>
      </dgm:extLst>
    </dgm:pt>
    <dgm:pt modelId="{5AF4DFAB-04A9-43E3-BF6F-6023C48D1138}" type="pres">
      <dgm:prSet presAssocID="{D283B844-AC07-43B8-9AE3-0354A0252465}" presName="iconSpace" presStyleCnt="0"/>
      <dgm:spPr/>
    </dgm:pt>
    <dgm:pt modelId="{9A47E5E1-2C24-4D49-98A9-DCB5E92BF195}" type="pres">
      <dgm:prSet presAssocID="{D283B844-AC07-43B8-9AE3-0354A0252465}" presName="parTx" presStyleLbl="revTx" presStyleIdx="0" presStyleCnt="8">
        <dgm:presLayoutVars>
          <dgm:chMax val="0"/>
          <dgm:chPref val="0"/>
        </dgm:presLayoutVars>
      </dgm:prSet>
      <dgm:spPr/>
    </dgm:pt>
    <dgm:pt modelId="{25A6EF15-A8AB-4748-9202-5A32FBC1A6FC}" type="pres">
      <dgm:prSet presAssocID="{D283B844-AC07-43B8-9AE3-0354A0252465}" presName="txSpace" presStyleCnt="0"/>
      <dgm:spPr/>
    </dgm:pt>
    <dgm:pt modelId="{9BB32363-3697-4E9F-8C5F-9B5E448EB538}" type="pres">
      <dgm:prSet presAssocID="{D283B844-AC07-43B8-9AE3-0354A0252465}" presName="desTx" presStyleLbl="revTx" presStyleIdx="1" presStyleCnt="8">
        <dgm:presLayoutVars/>
      </dgm:prSet>
      <dgm:spPr/>
    </dgm:pt>
    <dgm:pt modelId="{FEC43E1C-FA76-4D0D-949D-F7BAC20CC576}" type="pres">
      <dgm:prSet presAssocID="{59539509-525C-438B-B530-44ECED9FFE37}" presName="sibTrans" presStyleCnt="0"/>
      <dgm:spPr/>
    </dgm:pt>
    <dgm:pt modelId="{05F45099-54F7-4A70-A55E-F0FEEA7E0F95}" type="pres">
      <dgm:prSet presAssocID="{8CA558DE-D5DB-4E80-B579-801029DE7B19}" presName="compNode" presStyleCnt="0"/>
      <dgm:spPr/>
    </dgm:pt>
    <dgm:pt modelId="{C45EB14E-1AFF-4FDD-A4EB-F3DF67980256}" type="pres">
      <dgm:prSet presAssocID="{8CA558DE-D5DB-4E80-B579-801029DE7B19}" presName="iconRect" presStyleLbl="node1" presStyleIdx="1" presStyleCnt="4"/>
      <dgm:spPr>
        <a:blipFill>
          <a:blip xmlns:r="http://schemas.openxmlformats.org/officeDocument/2006/relationships" r:embed="rId3" cstate="email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4"/>
              </a:ext>
            </a:extLst>
          </a:blip>
          <a:stretch>
            <a:fillRect/>
          </a:stretch>
        </a:blipFill>
        <a:ln>
          <a:noFill/>
        </a:ln>
      </dgm:spPr>
      <dgm:extLst>
        <a:ext uri="{E40237B7-FDA0-4F09-8148-C483321AD2D9}">
          <dgm14:cNvPr xmlns:dgm14="http://schemas.microsoft.com/office/drawing/2010/diagram" id="0" name="" descr="Wallet"/>
        </a:ext>
      </dgm:extLst>
    </dgm:pt>
    <dgm:pt modelId="{496B2305-BF8B-4654-8557-6BFDE39A2202}" type="pres">
      <dgm:prSet presAssocID="{8CA558DE-D5DB-4E80-B579-801029DE7B19}" presName="iconSpace" presStyleCnt="0"/>
      <dgm:spPr/>
    </dgm:pt>
    <dgm:pt modelId="{49C13569-6BC3-4F86-9681-8E9FC84325C0}" type="pres">
      <dgm:prSet presAssocID="{8CA558DE-D5DB-4E80-B579-801029DE7B19}" presName="parTx" presStyleLbl="revTx" presStyleIdx="2" presStyleCnt="8">
        <dgm:presLayoutVars>
          <dgm:chMax val="0"/>
          <dgm:chPref val="0"/>
        </dgm:presLayoutVars>
      </dgm:prSet>
      <dgm:spPr/>
    </dgm:pt>
    <dgm:pt modelId="{94E2860E-CA0A-496F-83BA-C6A70A65735C}" type="pres">
      <dgm:prSet presAssocID="{8CA558DE-D5DB-4E80-B579-801029DE7B19}" presName="txSpace" presStyleCnt="0"/>
      <dgm:spPr/>
    </dgm:pt>
    <dgm:pt modelId="{AA79F08A-5CE8-443C-86E7-EBF00CA69116}" type="pres">
      <dgm:prSet presAssocID="{8CA558DE-D5DB-4E80-B579-801029DE7B19}" presName="desTx" presStyleLbl="revTx" presStyleIdx="3" presStyleCnt="8">
        <dgm:presLayoutVars/>
      </dgm:prSet>
      <dgm:spPr/>
    </dgm:pt>
    <dgm:pt modelId="{567F05A3-5EE7-4546-BED3-060B7FA84855}" type="pres">
      <dgm:prSet presAssocID="{99A46CFC-BEED-45F2-A378-7C5FB8CEB6B9}" presName="sibTrans" presStyleCnt="0"/>
      <dgm:spPr/>
    </dgm:pt>
    <dgm:pt modelId="{9E4AB979-B07C-401C-B9E8-CAA67A56B60E}" type="pres">
      <dgm:prSet presAssocID="{4119357D-946E-468E-BB5A-89CB597DA94C}" presName="compNode" presStyleCnt="0"/>
      <dgm:spPr/>
    </dgm:pt>
    <dgm:pt modelId="{226970EE-6C0F-4F26-8A04-4AF7A3AE1B60}" type="pres">
      <dgm:prSet presAssocID="{4119357D-946E-468E-BB5A-89CB597DA94C}" presName="iconRect" presStyleLbl="node1" presStyleIdx="2" presStyleCnt="4"/>
      <dgm:spPr>
        <a:blipFill>
          <a:blip xmlns:r="http://schemas.openxmlformats.org/officeDocument/2006/relationships" r:embed="rId5" cstate="email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6"/>
              </a:ext>
            </a:extLst>
          </a:blip>
          <a:stretch>
            <a:fillRect/>
          </a:stretch>
        </a:blipFill>
        <a:ln>
          <a:noFill/>
        </a:ln>
      </dgm:spPr>
      <dgm:extLst>
        <a:ext uri="{E40237B7-FDA0-4F09-8148-C483321AD2D9}">
          <dgm14:cNvPr xmlns:dgm14="http://schemas.microsoft.com/office/drawing/2010/diagram" id="0" name="" descr="Dollar"/>
        </a:ext>
      </dgm:extLst>
    </dgm:pt>
    <dgm:pt modelId="{FBC1DC9C-B13B-4133-A575-F21B9F8FB180}" type="pres">
      <dgm:prSet presAssocID="{4119357D-946E-468E-BB5A-89CB597DA94C}" presName="iconSpace" presStyleCnt="0"/>
      <dgm:spPr/>
    </dgm:pt>
    <dgm:pt modelId="{CCD59084-1F88-4592-BC68-F86A1F5A2BCE}" type="pres">
      <dgm:prSet presAssocID="{4119357D-946E-468E-BB5A-89CB597DA94C}" presName="parTx" presStyleLbl="revTx" presStyleIdx="4" presStyleCnt="8">
        <dgm:presLayoutVars>
          <dgm:chMax val="0"/>
          <dgm:chPref val="0"/>
        </dgm:presLayoutVars>
      </dgm:prSet>
      <dgm:spPr/>
    </dgm:pt>
    <dgm:pt modelId="{3D309E54-0FAA-468D-B407-EA4D03796B2F}" type="pres">
      <dgm:prSet presAssocID="{4119357D-946E-468E-BB5A-89CB597DA94C}" presName="txSpace" presStyleCnt="0"/>
      <dgm:spPr/>
    </dgm:pt>
    <dgm:pt modelId="{FCA915BA-9257-428A-9AEF-1DAD6994EEC1}" type="pres">
      <dgm:prSet presAssocID="{4119357D-946E-468E-BB5A-89CB597DA94C}" presName="desTx" presStyleLbl="revTx" presStyleIdx="5" presStyleCnt="8">
        <dgm:presLayoutVars/>
      </dgm:prSet>
      <dgm:spPr/>
    </dgm:pt>
    <dgm:pt modelId="{2BEE6C70-43D4-4300-A61F-49DA4E842940}" type="pres">
      <dgm:prSet presAssocID="{4999F30F-78F3-4555-85D9-99335501AE6E}" presName="sibTrans" presStyleCnt="0"/>
      <dgm:spPr/>
    </dgm:pt>
    <dgm:pt modelId="{A3B60B0A-A7EB-41E4-A4C0-6242659D4D48}" type="pres">
      <dgm:prSet presAssocID="{5AAFA05D-F956-4CE1-9A19-E6FE2A9AED3D}" presName="compNode" presStyleCnt="0"/>
      <dgm:spPr/>
    </dgm:pt>
    <dgm:pt modelId="{94ABA78A-3859-4BCE-9F65-E3C33A4610DA}" type="pres">
      <dgm:prSet presAssocID="{5AAFA05D-F956-4CE1-9A19-E6FE2A9AED3D}" presName="iconRect" presStyleLbl="node1" presStyleIdx="3" presStyleCnt="4"/>
      <dgm:spPr>
        <a:blipFill>
          <a:blip xmlns:r="http://schemas.openxmlformats.org/officeDocument/2006/relationships" r:embed="rId7" cstate="email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8"/>
              </a:ext>
            </a:extLst>
          </a:blip>
          <a:stretch>
            <a:fillRect/>
          </a:stretch>
        </a:blipFill>
        <a:ln>
          <a:noFill/>
        </a:ln>
      </dgm:spPr>
      <dgm:extLst>
        <a:ext uri="{E40237B7-FDA0-4F09-8148-C483321AD2D9}">
          <dgm14:cNvPr xmlns:dgm14="http://schemas.microsoft.com/office/drawing/2010/diagram" id="0" name="" descr="Key"/>
        </a:ext>
      </dgm:extLst>
    </dgm:pt>
    <dgm:pt modelId="{11BEFD9C-2098-4DDB-A85C-384F65979050}" type="pres">
      <dgm:prSet presAssocID="{5AAFA05D-F956-4CE1-9A19-E6FE2A9AED3D}" presName="iconSpace" presStyleCnt="0"/>
      <dgm:spPr/>
    </dgm:pt>
    <dgm:pt modelId="{065B2B11-9441-494F-90DD-73D1A42CE20E}" type="pres">
      <dgm:prSet presAssocID="{5AAFA05D-F956-4CE1-9A19-E6FE2A9AED3D}" presName="parTx" presStyleLbl="revTx" presStyleIdx="6" presStyleCnt="8">
        <dgm:presLayoutVars>
          <dgm:chMax val="0"/>
          <dgm:chPref val="0"/>
        </dgm:presLayoutVars>
      </dgm:prSet>
      <dgm:spPr/>
    </dgm:pt>
    <dgm:pt modelId="{9733473A-657D-4EC5-BD96-B5F181DA89F9}" type="pres">
      <dgm:prSet presAssocID="{5AAFA05D-F956-4CE1-9A19-E6FE2A9AED3D}" presName="txSpace" presStyleCnt="0"/>
      <dgm:spPr/>
    </dgm:pt>
    <dgm:pt modelId="{CC6E153B-ED2C-49D9-A5AF-F45EB43E57A5}" type="pres">
      <dgm:prSet presAssocID="{5AAFA05D-F956-4CE1-9A19-E6FE2A9AED3D}" presName="desTx" presStyleLbl="revTx" presStyleIdx="7" presStyleCnt="8">
        <dgm:presLayoutVars/>
      </dgm:prSet>
      <dgm:spPr/>
    </dgm:pt>
  </dgm:ptLst>
  <dgm:cxnLst>
    <dgm:cxn modelId="{6C7CA601-6745-447D-959E-EB96AF66F32D}" srcId="{4119357D-946E-468E-BB5A-89CB597DA94C}" destId="{060AF0AE-118A-4F66-9819-00978EE9DA0A}" srcOrd="0" destOrd="0" parTransId="{2C957692-5762-4EB9-8B97-18028D047938}" sibTransId="{2B66D649-019F-4EFB-BFF4-4BB062F680A8}"/>
    <dgm:cxn modelId="{89D64D06-5FDE-4CD4-8A44-76500D317CBC}" srcId="{8CA558DE-D5DB-4E80-B579-801029DE7B19}" destId="{0184589C-C870-43D3-BB8E-9C13044B8F97}" srcOrd="0" destOrd="0" parTransId="{0B18DE9C-D074-495C-B398-27A47D076A38}" sibTransId="{9070F7A0-627A-4ED0-BF33-6A883C6A9321}"/>
    <dgm:cxn modelId="{8A544F09-41CB-43F6-A2EE-78DACCB50CB4}" srcId="{D283B844-AC07-43B8-9AE3-0354A0252465}" destId="{CBD1FE52-EF4C-422A-AA68-14CD731EEC4C}" srcOrd="1" destOrd="0" parTransId="{6954F2E1-F49F-47B4-ACEB-9AA29EE1F957}" sibTransId="{B33C8D69-F1B0-4DA0-BB42-1C4587FF79C1}"/>
    <dgm:cxn modelId="{F1727728-1DD8-4052-AE27-2DB1230AB2DC}" srcId="{4B8B1A07-6A8F-4242-B6D9-01C9E7E43D53}" destId="{4119357D-946E-468E-BB5A-89CB597DA94C}" srcOrd="2" destOrd="0" parTransId="{8220C7E2-9689-434A-9FAC-5EBD08840DD1}" sibTransId="{4999F30F-78F3-4555-85D9-99335501AE6E}"/>
    <dgm:cxn modelId="{74FDDF31-1353-4F4F-B62B-B6620A756B15}" srcId="{D283B844-AC07-43B8-9AE3-0354A0252465}" destId="{C18A83D9-EA6B-44A6-BFF3-4BDF83215EFA}" srcOrd="0" destOrd="0" parTransId="{00FE81C7-4708-4495-8310-9839EB845723}" sibTransId="{335C5E92-70F9-4B25-B2BA-9A9D0E767570}"/>
    <dgm:cxn modelId="{CB138E32-7C94-48F8-AF46-FAAD93E75391}" srcId="{8CA558DE-D5DB-4E80-B579-801029DE7B19}" destId="{E854D3D0-A290-4A19-9898-D2F9835F39D8}" srcOrd="1" destOrd="0" parTransId="{003F96A4-2239-4074-A2C2-8FC17023BAD0}" sibTransId="{C587F153-24D2-4ACF-973D-1448B2EB2A73}"/>
    <dgm:cxn modelId="{1989605C-AE55-4AE1-B8A3-3BD8947B5946}" type="presOf" srcId="{E854D3D0-A290-4A19-9898-D2F9835F39D8}" destId="{AA79F08A-5CE8-443C-86E7-EBF00CA69116}" srcOrd="0" destOrd="1" presId="urn:microsoft.com/office/officeart/2018/2/layout/IconLabelDescriptionList"/>
    <dgm:cxn modelId="{E08C9B63-9B04-45E1-ABDE-D3430BC85B53}" type="presOf" srcId="{4B8B1A07-6A8F-4242-B6D9-01C9E7E43D53}" destId="{104A8678-D0D2-47DC-8432-B371834B836F}" srcOrd="0" destOrd="0" presId="urn:microsoft.com/office/officeart/2018/2/layout/IconLabelDescriptionList"/>
    <dgm:cxn modelId="{B828D766-1A45-4A26-A9DD-423DB3A9B02A}" type="presOf" srcId="{5B222004-918D-40F5-96AB-36D5EFE1B4E3}" destId="{CC6E153B-ED2C-49D9-A5AF-F45EB43E57A5}" srcOrd="0" destOrd="0" presId="urn:microsoft.com/office/officeart/2018/2/layout/IconLabelDescriptionList"/>
    <dgm:cxn modelId="{FA8E8049-4B58-4EEC-A84F-06D60C8D3042}" type="presOf" srcId="{4119357D-946E-468E-BB5A-89CB597DA94C}" destId="{CCD59084-1F88-4592-BC68-F86A1F5A2BCE}" srcOrd="0" destOrd="0" presId="urn:microsoft.com/office/officeart/2018/2/layout/IconLabelDescriptionList"/>
    <dgm:cxn modelId="{AA7D9451-ECC5-4C95-BBE8-36B844DA6853}" srcId="{5AAFA05D-F956-4CE1-9A19-E6FE2A9AED3D}" destId="{5B222004-918D-40F5-96AB-36D5EFE1B4E3}" srcOrd="0" destOrd="0" parTransId="{84C74AC9-19FA-4899-81E0-12A813E030EC}" sibTransId="{8A115EFC-A55F-44A7-AD6A-904E38524FC5}"/>
    <dgm:cxn modelId="{A6DFD35A-4227-46C2-9A64-067390E69181}" type="presOf" srcId="{D283B844-AC07-43B8-9AE3-0354A0252465}" destId="{9A47E5E1-2C24-4D49-98A9-DCB5E92BF195}" srcOrd="0" destOrd="0" presId="urn:microsoft.com/office/officeart/2018/2/layout/IconLabelDescriptionList"/>
    <dgm:cxn modelId="{943FE197-AB0F-4AB8-8FAC-9C159EFE7792}" type="presOf" srcId="{5AAFA05D-F956-4CE1-9A19-E6FE2A9AED3D}" destId="{065B2B11-9441-494F-90DD-73D1A42CE20E}" srcOrd="0" destOrd="0" presId="urn:microsoft.com/office/officeart/2018/2/layout/IconLabelDescriptionList"/>
    <dgm:cxn modelId="{F4D04799-F74A-4C3A-90B3-45CEBEEDB651}" type="presOf" srcId="{8AB3930E-737E-47E4-AF19-7BE498A8A2C4}" destId="{CC6E153B-ED2C-49D9-A5AF-F45EB43E57A5}" srcOrd="0" destOrd="1" presId="urn:microsoft.com/office/officeart/2018/2/layout/IconLabelDescriptionList"/>
    <dgm:cxn modelId="{DDC12CA4-C35F-41BD-B94C-236B138D7E5D}" type="presOf" srcId="{8CA558DE-D5DB-4E80-B579-801029DE7B19}" destId="{49C13569-6BC3-4F86-9681-8E9FC84325C0}" srcOrd="0" destOrd="0" presId="urn:microsoft.com/office/officeart/2018/2/layout/IconLabelDescriptionList"/>
    <dgm:cxn modelId="{17389CC3-609F-4ACC-B24B-5E1160E0DC72}" srcId="{4B8B1A07-6A8F-4242-B6D9-01C9E7E43D53}" destId="{D283B844-AC07-43B8-9AE3-0354A0252465}" srcOrd="0" destOrd="0" parTransId="{40B706D4-2FF5-4167-A2D2-0E13EC3907A5}" sibTransId="{59539509-525C-438B-B530-44ECED9FFE37}"/>
    <dgm:cxn modelId="{FED40ED4-3152-4B88-A5F9-91AA63A074BE}" srcId="{4B8B1A07-6A8F-4242-B6D9-01C9E7E43D53}" destId="{5AAFA05D-F956-4CE1-9A19-E6FE2A9AED3D}" srcOrd="3" destOrd="0" parTransId="{E5981969-A53F-47F0-9AE4-EA8A8E16D646}" sibTransId="{7A13DEFE-97E8-4D0F-B2C9-C7E584CFE2C9}"/>
    <dgm:cxn modelId="{DE98CFD4-6CB5-4321-BFE7-F94B4E36E21D}" srcId="{5AAFA05D-F956-4CE1-9A19-E6FE2A9AED3D}" destId="{8AB3930E-737E-47E4-AF19-7BE498A8A2C4}" srcOrd="1" destOrd="0" parTransId="{9508DD37-EB7C-42E1-BE1B-87365737ABD5}" sibTransId="{D67D98B8-C526-4427-A6D5-7ADDD75E321B}"/>
    <dgm:cxn modelId="{D0ADD1D6-649D-465E-9BC9-5E17E5328924}" srcId="{4B8B1A07-6A8F-4242-B6D9-01C9E7E43D53}" destId="{8CA558DE-D5DB-4E80-B579-801029DE7B19}" srcOrd="1" destOrd="0" parTransId="{4B88571B-49D9-44EC-928F-E9CFB07803D4}" sibTransId="{99A46CFC-BEED-45F2-A378-7C5FB8CEB6B9}"/>
    <dgm:cxn modelId="{6493C1E2-CA96-431D-87EA-3473E7A2C789}" type="presOf" srcId="{0184589C-C870-43D3-BB8E-9C13044B8F97}" destId="{AA79F08A-5CE8-443C-86E7-EBF00CA69116}" srcOrd="0" destOrd="0" presId="urn:microsoft.com/office/officeart/2018/2/layout/IconLabelDescriptionList"/>
    <dgm:cxn modelId="{964275E9-49D7-475A-9CF6-1159FBEF132A}" type="presOf" srcId="{C18A83D9-EA6B-44A6-BFF3-4BDF83215EFA}" destId="{9BB32363-3697-4E9F-8C5F-9B5E448EB538}" srcOrd="0" destOrd="0" presId="urn:microsoft.com/office/officeart/2018/2/layout/IconLabelDescriptionList"/>
    <dgm:cxn modelId="{B47A33F5-DAD2-4B41-9676-EC22F998B980}" type="presOf" srcId="{060AF0AE-118A-4F66-9819-00978EE9DA0A}" destId="{FCA915BA-9257-428A-9AEF-1DAD6994EEC1}" srcOrd="0" destOrd="0" presId="urn:microsoft.com/office/officeart/2018/2/layout/IconLabelDescriptionList"/>
    <dgm:cxn modelId="{A02C29FB-4D93-4FC5-9067-90A37AE2D833}" type="presOf" srcId="{CBD1FE52-EF4C-422A-AA68-14CD731EEC4C}" destId="{9BB32363-3697-4E9F-8C5F-9B5E448EB538}" srcOrd="0" destOrd="1" presId="urn:microsoft.com/office/officeart/2018/2/layout/IconLabelDescriptionList"/>
    <dgm:cxn modelId="{519DAE54-6930-4673-A9B0-C765E90DCD93}" type="presParOf" srcId="{104A8678-D0D2-47DC-8432-B371834B836F}" destId="{789CA7A6-922F-4BA5-89B6-2E3B431AFDD2}" srcOrd="0" destOrd="0" presId="urn:microsoft.com/office/officeart/2018/2/layout/IconLabelDescriptionList"/>
    <dgm:cxn modelId="{9ECB8F85-C62C-4CE3-8210-7E76AAC3CBCB}" type="presParOf" srcId="{789CA7A6-922F-4BA5-89B6-2E3B431AFDD2}" destId="{8DB74353-7612-4AED-8D96-AFE44691A1F4}" srcOrd="0" destOrd="0" presId="urn:microsoft.com/office/officeart/2018/2/layout/IconLabelDescriptionList"/>
    <dgm:cxn modelId="{F83C3256-BAE4-4AC1-B1C8-F2CDF7F00422}" type="presParOf" srcId="{789CA7A6-922F-4BA5-89B6-2E3B431AFDD2}" destId="{5AF4DFAB-04A9-43E3-BF6F-6023C48D1138}" srcOrd="1" destOrd="0" presId="urn:microsoft.com/office/officeart/2018/2/layout/IconLabelDescriptionList"/>
    <dgm:cxn modelId="{6A4A91A1-67A3-41AE-99B6-DF5EADE195CA}" type="presParOf" srcId="{789CA7A6-922F-4BA5-89B6-2E3B431AFDD2}" destId="{9A47E5E1-2C24-4D49-98A9-DCB5E92BF195}" srcOrd="2" destOrd="0" presId="urn:microsoft.com/office/officeart/2018/2/layout/IconLabelDescriptionList"/>
    <dgm:cxn modelId="{9B592EEE-51E6-4014-A9A2-4409127E3C9F}" type="presParOf" srcId="{789CA7A6-922F-4BA5-89B6-2E3B431AFDD2}" destId="{25A6EF15-A8AB-4748-9202-5A32FBC1A6FC}" srcOrd="3" destOrd="0" presId="urn:microsoft.com/office/officeart/2018/2/layout/IconLabelDescriptionList"/>
    <dgm:cxn modelId="{5C0957C8-DB74-45DE-BC12-C8E55B85A0BC}" type="presParOf" srcId="{789CA7A6-922F-4BA5-89B6-2E3B431AFDD2}" destId="{9BB32363-3697-4E9F-8C5F-9B5E448EB538}" srcOrd="4" destOrd="0" presId="urn:microsoft.com/office/officeart/2018/2/layout/IconLabelDescriptionList"/>
    <dgm:cxn modelId="{BD61D49F-FCB4-47E1-A88F-022231039734}" type="presParOf" srcId="{104A8678-D0D2-47DC-8432-B371834B836F}" destId="{FEC43E1C-FA76-4D0D-949D-F7BAC20CC576}" srcOrd="1" destOrd="0" presId="urn:microsoft.com/office/officeart/2018/2/layout/IconLabelDescriptionList"/>
    <dgm:cxn modelId="{ADBB6C22-4575-4CAB-9E29-37F68BCB6966}" type="presParOf" srcId="{104A8678-D0D2-47DC-8432-B371834B836F}" destId="{05F45099-54F7-4A70-A55E-F0FEEA7E0F95}" srcOrd="2" destOrd="0" presId="urn:microsoft.com/office/officeart/2018/2/layout/IconLabelDescriptionList"/>
    <dgm:cxn modelId="{148B337F-9F90-4BB5-B511-3F737F190B16}" type="presParOf" srcId="{05F45099-54F7-4A70-A55E-F0FEEA7E0F95}" destId="{C45EB14E-1AFF-4FDD-A4EB-F3DF67980256}" srcOrd="0" destOrd="0" presId="urn:microsoft.com/office/officeart/2018/2/layout/IconLabelDescriptionList"/>
    <dgm:cxn modelId="{00580686-C799-48E7-A4DA-4F1677A889F7}" type="presParOf" srcId="{05F45099-54F7-4A70-A55E-F0FEEA7E0F95}" destId="{496B2305-BF8B-4654-8557-6BFDE39A2202}" srcOrd="1" destOrd="0" presId="urn:microsoft.com/office/officeart/2018/2/layout/IconLabelDescriptionList"/>
    <dgm:cxn modelId="{34361052-12C5-43BF-8B61-E649A40EA15C}" type="presParOf" srcId="{05F45099-54F7-4A70-A55E-F0FEEA7E0F95}" destId="{49C13569-6BC3-4F86-9681-8E9FC84325C0}" srcOrd="2" destOrd="0" presId="urn:microsoft.com/office/officeart/2018/2/layout/IconLabelDescriptionList"/>
    <dgm:cxn modelId="{834A2EE1-D9BB-4928-9A09-F9C291BDB1CE}" type="presParOf" srcId="{05F45099-54F7-4A70-A55E-F0FEEA7E0F95}" destId="{94E2860E-CA0A-496F-83BA-C6A70A65735C}" srcOrd="3" destOrd="0" presId="urn:microsoft.com/office/officeart/2018/2/layout/IconLabelDescriptionList"/>
    <dgm:cxn modelId="{17C4A6B8-1E4D-4D3D-898C-BAF1F3894BF5}" type="presParOf" srcId="{05F45099-54F7-4A70-A55E-F0FEEA7E0F95}" destId="{AA79F08A-5CE8-443C-86E7-EBF00CA69116}" srcOrd="4" destOrd="0" presId="urn:microsoft.com/office/officeart/2018/2/layout/IconLabelDescriptionList"/>
    <dgm:cxn modelId="{47BF9B99-96E9-4C6C-A366-28146FE3AB28}" type="presParOf" srcId="{104A8678-D0D2-47DC-8432-B371834B836F}" destId="{567F05A3-5EE7-4546-BED3-060B7FA84855}" srcOrd="3" destOrd="0" presId="urn:microsoft.com/office/officeart/2018/2/layout/IconLabelDescriptionList"/>
    <dgm:cxn modelId="{CB044E59-4A60-4BDF-A9A8-41B1412C133D}" type="presParOf" srcId="{104A8678-D0D2-47DC-8432-B371834B836F}" destId="{9E4AB979-B07C-401C-B9E8-CAA67A56B60E}" srcOrd="4" destOrd="0" presId="urn:microsoft.com/office/officeart/2018/2/layout/IconLabelDescriptionList"/>
    <dgm:cxn modelId="{A5040E63-62EE-4E0D-9862-0D952340DF6C}" type="presParOf" srcId="{9E4AB979-B07C-401C-B9E8-CAA67A56B60E}" destId="{226970EE-6C0F-4F26-8A04-4AF7A3AE1B60}" srcOrd="0" destOrd="0" presId="urn:microsoft.com/office/officeart/2018/2/layout/IconLabelDescriptionList"/>
    <dgm:cxn modelId="{D0F1D5E2-EC52-4738-A920-5076142C1500}" type="presParOf" srcId="{9E4AB979-B07C-401C-B9E8-CAA67A56B60E}" destId="{FBC1DC9C-B13B-4133-A575-F21B9F8FB180}" srcOrd="1" destOrd="0" presId="urn:microsoft.com/office/officeart/2018/2/layout/IconLabelDescriptionList"/>
    <dgm:cxn modelId="{A2B4C8C6-FE7D-4C99-8ACC-60D9CC69A1F8}" type="presParOf" srcId="{9E4AB979-B07C-401C-B9E8-CAA67A56B60E}" destId="{CCD59084-1F88-4592-BC68-F86A1F5A2BCE}" srcOrd="2" destOrd="0" presId="urn:microsoft.com/office/officeart/2018/2/layout/IconLabelDescriptionList"/>
    <dgm:cxn modelId="{676E31A6-5006-4B82-B8A0-744767DF5F3B}" type="presParOf" srcId="{9E4AB979-B07C-401C-B9E8-CAA67A56B60E}" destId="{3D309E54-0FAA-468D-B407-EA4D03796B2F}" srcOrd="3" destOrd="0" presId="urn:microsoft.com/office/officeart/2018/2/layout/IconLabelDescriptionList"/>
    <dgm:cxn modelId="{1181C11D-E374-4FDF-AA02-2FDA4CFF1446}" type="presParOf" srcId="{9E4AB979-B07C-401C-B9E8-CAA67A56B60E}" destId="{FCA915BA-9257-428A-9AEF-1DAD6994EEC1}" srcOrd="4" destOrd="0" presId="urn:microsoft.com/office/officeart/2018/2/layout/IconLabelDescriptionList"/>
    <dgm:cxn modelId="{AD67641F-1ED3-4B75-B11B-8DE2ECF94C41}" type="presParOf" srcId="{104A8678-D0D2-47DC-8432-B371834B836F}" destId="{2BEE6C70-43D4-4300-A61F-49DA4E842940}" srcOrd="5" destOrd="0" presId="urn:microsoft.com/office/officeart/2018/2/layout/IconLabelDescriptionList"/>
    <dgm:cxn modelId="{B707BA08-B187-4020-A6D7-92317F9053CB}" type="presParOf" srcId="{104A8678-D0D2-47DC-8432-B371834B836F}" destId="{A3B60B0A-A7EB-41E4-A4C0-6242659D4D48}" srcOrd="6" destOrd="0" presId="urn:microsoft.com/office/officeart/2018/2/layout/IconLabelDescriptionList"/>
    <dgm:cxn modelId="{A5AFB6CB-9BB0-46B2-8486-9DFB86AEB956}" type="presParOf" srcId="{A3B60B0A-A7EB-41E4-A4C0-6242659D4D48}" destId="{94ABA78A-3859-4BCE-9F65-E3C33A4610DA}" srcOrd="0" destOrd="0" presId="urn:microsoft.com/office/officeart/2018/2/layout/IconLabelDescriptionList"/>
    <dgm:cxn modelId="{FD75D3C4-C4E3-4646-967C-F0E94923EB40}" type="presParOf" srcId="{A3B60B0A-A7EB-41E4-A4C0-6242659D4D48}" destId="{11BEFD9C-2098-4DDB-A85C-384F65979050}" srcOrd="1" destOrd="0" presId="urn:microsoft.com/office/officeart/2018/2/layout/IconLabelDescriptionList"/>
    <dgm:cxn modelId="{6D07E1AF-3B73-486A-8763-490B4EF7DB18}" type="presParOf" srcId="{A3B60B0A-A7EB-41E4-A4C0-6242659D4D48}" destId="{065B2B11-9441-494F-90DD-73D1A42CE20E}" srcOrd="2" destOrd="0" presId="urn:microsoft.com/office/officeart/2018/2/layout/IconLabelDescriptionList"/>
    <dgm:cxn modelId="{D78C8E81-6E99-4B0A-A3D3-5B2F77988EA1}" type="presParOf" srcId="{A3B60B0A-A7EB-41E4-A4C0-6242659D4D48}" destId="{9733473A-657D-4EC5-BD96-B5F181DA89F9}" srcOrd="3" destOrd="0" presId="urn:microsoft.com/office/officeart/2018/2/layout/IconLabelDescriptionList"/>
    <dgm:cxn modelId="{132D708F-F789-4A0A-950F-45CE38B84C02}" type="presParOf" srcId="{A3B60B0A-A7EB-41E4-A4C0-6242659D4D48}" destId="{CC6E153B-ED2C-49D9-A5AF-F45EB43E57A5}" srcOrd="4" destOrd="0" presId="urn:microsoft.com/office/officeart/2018/2/layout/IconLabelDescriptionList"/>
  </dgm:cxnLst>
  <dgm:bg/>
  <dgm:whole/>
  <dgm:extLst>
    <a:ext uri="http://schemas.microsoft.com/office/drawing/2008/diagram">
      <dsp:dataModelExt xmlns:dsp="http://schemas.microsoft.com/office/drawing/2008/diagram" relId="rId6" minVer="http://schemas.openxmlformats.org/drawingml/2006/diagram"/>
    </a:ext>
  </dgm:extLst>
</dgm:dataModel>
</file>

<file path=ppt/diagrams/data15.xml><?xml version="1.0" encoding="utf-8"?>
<dgm:dataModel xmlns:dgm="http://schemas.openxmlformats.org/drawingml/2006/diagram" xmlns:a="http://schemas.openxmlformats.org/drawingml/2006/main">
  <dgm:ptLst>
    <dgm:pt modelId="{4B8B1A07-6A8F-4242-B6D9-01C9E7E43D53}" type="doc">
      <dgm:prSet loTypeId="urn:microsoft.com/office/officeart/2018/2/layout/IconLabelDescriptionList" loCatId="icon" qsTypeId="urn:microsoft.com/office/officeart/2005/8/quickstyle/simple1" qsCatId="simple" csTypeId="urn:microsoft.com/office/officeart/2018/5/colors/Iconchunking_neutralbg_colorful1" csCatId="colorful" phldr="1"/>
      <dgm:spPr/>
      <dgm:t>
        <a:bodyPr/>
        <a:lstStyle/>
        <a:p>
          <a:endParaRPr lang="en-US"/>
        </a:p>
      </dgm:t>
    </dgm:pt>
    <dgm:pt modelId="{B61EC220-9DBB-4ED0-9A0F-0741442C6B98}">
      <dgm:prSet/>
      <dgm:spPr/>
      <dgm:t>
        <a:bodyPr/>
        <a:lstStyle/>
        <a:p>
          <a:pPr>
            <a:lnSpc>
              <a:spcPct val="100000"/>
            </a:lnSpc>
            <a:defRPr b="1"/>
          </a:pPr>
          <a:r>
            <a:rPr lang="tr-TR" dirty="0"/>
            <a:t>UTXO Scattered</a:t>
          </a:r>
          <a:endParaRPr lang="en-US" dirty="0"/>
        </a:p>
      </dgm:t>
    </dgm:pt>
    <dgm:pt modelId="{8DF2E8B6-20D4-4CF0-980A-C3AAF7AB6594}" type="parTrans" cxnId="{04433A88-7BA7-44FB-824D-C2470E7EC447}">
      <dgm:prSet/>
      <dgm:spPr/>
      <dgm:t>
        <a:bodyPr/>
        <a:lstStyle/>
        <a:p>
          <a:endParaRPr lang="en-US"/>
        </a:p>
      </dgm:t>
    </dgm:pt>
    <dgm:pt modelId="{E82ACF1E-7975-4C5D-9037-1E33EEA7379B}" type="sibTrans" cxnId="{04433A88-7BA7-44FB-824D-C2470E7EC447}">
      <dgm:prSet/>
      <dgm:spPr/>
      <dgm:t>
        <a:bodyPr/>
        <a:lstStyle/>
        <a:p>
          <a:endParaRPr lang="en-US"/>
        </a:p>
      </dgm:t>
    </dgm:pt>
    <dgm:pt modelId="{E6358836-7936-4F4D-A992-86A47A4A1B20}">
      <dgm:prSet/>
      <dgm:spPr/>
      <dgm:t>
        <a:bodyPr/>
        <a:lstStyle/>
        <a:p>
          <a:pPr>
            <a:lnSpc>
              <a:spcPct val="100000"/>
            </a:lnSpc>
          </a:pPr>
          <a:r>
            <a:rPr lang="en-US" dirty="0"/>
            <a:t>hundreds of</a:t>
          </a:r>
          <a:r>
            <a:rPr lang="tr-TR" dirty="0"/>
            <a:t> </a:t>
          </a:r>
          <a:r>
            <a:rPr lang="en-US" dirty="0"/>
            <a:t>blocks</a:t>
          </a:r>
        </a:p>
      </dgm:t>
    </dgm:pt>
    <dgm:pt modelId="{3C57142D-D1AC-4542-9588-33BA154C0D8E}" type="parTrans" cxnId="{5C6836C2-C296-4268-86BB-81395E3AFD5C}">
      <dgm:prSet/>
      <dgm:spPr/>
      <dgm:t>
        <a:bodyPr/>
        <a:lstStyle/>
        <a:p>
          <a:endParaRPr lang="en-US"/>
        </a:p>
      </dgm:t>
    </dgm:pt>
    <dgm:pt modelId="{C8312431-C2FE-4243-8025-82CF4A8B4732}" type="sibTrans" cxnId="{5C6836C2-C296-4268-86BB-81395E3AFD5C}">
      <dgm:prSet/>
      <dgm:spPr/>
      <dgm:t>
        <a:bodyPr/>
        <a:lstStyle/>
        <a:p>
          <a:endParaRPr lang="en-US"/>
        </a:p>
      </dgm:t>
    </dgm:pt>
    <dgm:pt modelId="{4E40E51E-3906-4043-B062-10EDE0CE4910}">
      <dgm:prSet/>
      <dgm:spPr/>
      <dgm:t>
        <a:bodyPr/>
        <a:lstStyle/>
        <a:p>
          <a:pPr>
            <a:lnSpc>
              <a:spcPct val="100000"/>
            </a:lnSpc>
            <a:defRPr b="1"/>
          </a:pPr>
          <a:r>
            <a:rPr lang="tr-TR" dirty="0"/>
            <a:t>calculation</a:t>
          </a:r>
          <a:endParaRPr lang="en-US" dirty="0"/>
        </a:p>
      </dgm:t>
    </dgm:pt>
    <dgm:pt modelId="{0925E988-E982-4E62-B2FC-BFEE6905FDEE}" type="parTrans" cxnId="{B68666E1-221F-43EE-BD91-AD16CB0AFD90}">
      <dgm:prSet/>
      <dgm:spPr/>
      <dgm:t>
        <a:bodyPr/>
        <a:lstStyle/>
        <a:p>
          <a:endParaRPr lang="en-US"/>
        </a:p>
      </dgm:t>
    </dgm:pt>
    <dgm:pt modelId="{A234FA4C-9817-4D80-8372-B22FA18F3C8E}" type="sibTrans" cxnId="{B68666E1-221F-43EE-BD91-AD16CB0AFD90}">
      <dgm:prSet/>
      <dgm:spPr/>
      <dgm:t>
        <a:bodyPr/>
        <a:lstStyle/>
        <a:p>
          <a:endParaRPr lang="en-US"/>
        </a:p>
      </dgm:t>
    </dgm:pt>
    <dgm:pt modelId="{0DEBB69F-D18B-41B2-AA54-D9BC9290A57D}">
      <dgm:prSet/>
      <dgm:spPr/>
      <dgm:t>
        <a:bodyPr/>
        <a:lstStyle/>
        <a:p>
          <a:pPr>
            <a:lnSpc>
              <a:spcPct val="100000"/>
            </a:lnSpc>
          </a:pPr>
          <a:r>
            <a:rPr lang="en-US" dirty="0"/>
            <a:t>scanning the blockchain</a:t>
          </a:r>
        </a:p>
      </dgm:t>
    </dgm:pt>
    <dgm:pt modelId="{8EF86BD9-2D12-4475-9306-DA37F9FA55CF}" type="parTrans" cxnId="{89DCE439-778E-4587-ADA1-098032BEAADD}">
      <dgm:prSet/>
      <dgm:spPr/>
      <dgm:t>
        <a:bodyPr/>
        <a:lstStyle/>
        <a:p>
          <a:endParaRPr lang="en-US"/>
        </a:p>
      </dgm:t>
    </dgm:pt>
    <dgm:pt modelId="{EA6874A1-6524-4CA5-B222-F0C563C2D0DA}" type="sibTrans" cxnId="{89DCE439-778E-4587-ADA1-098032BEAADD}">
      <dgm:prSet/>
      <dgm:spPr/>
      <dgm:t>
        <a:bodyPr/>
        <a:lstStyle/>
        <a:p>
          <a:endParaRPr lang="en-US"/>
        </a:p>
      </dgm:t>
    </dgm:pt>
    <dgm:pt modelId="{59A01281-CAD1-4B33-BF62-DE2190A3304C}">
      <dgm:prSet/>
      <dgm:spPr/>
      <dgm:t>
        <a:bodyPr/>
        <a:lstStyle/>
        <a:p>
          <a:pPr>
            <a:lnSpc>
              <a:spcPct val="100000"/>
            </a:lnSpc>
          </a:pPr>
          <a:r>
            <a:rPr lang="en-US"/>
            <a:t>aggregating the value of UTXO</a:t>
          </a:r>
        </a:p>
      </dgm:t>
    </dgm:pt>
    <dgm:pt modelId="{B3F5971F-369A-448F-AAA9-2EDF4C778F99}" type="parTrans" cxnId="{84BE9E08-00A9-48B1-A798-702A01570038}">
      <dgm:prSet/>
      <dgm:spPr/>
      <dgm:t>
        <a:bodyPr/>
        <a:lstStyle/>
        <a:p>
          <a:endParaRPr lang="en-US"/>
        </a:p>
      </dgm:t>
    </dgm:pt>
    <dgm:pt modelId="{63416C86-71B8-4E26-A6FE-154A2DAA05EF}" type="sibTrans" cxnId="{84BE9E08-00A9-48B1-A798-702A01570038}">
      <dgm:prSet/>
      <dgm:spPr/>
      <dgm:t>
        <a:bodyPr/>
        <a:lstStyle/>
        <a:p>
          <a:endParaRPr lang="en-US"/>
        </a:p>
      </dgm:t>
    </dgm:pt>
    <dgm:pt modelId="{52886613-916A-422B-966B-07DE1C4F889A}">
      <dgm:prSet/>
      <dgm:spPr/>
      <dgm:t>
        <a:bodyPr/>
        <a:lstStyle/>
        <a:p>
          <a:pPr>
            <a:lnSpc>
              <a:spcPct val="100000"/>
            </a:lnSpc>
          </a:pPr>
          <a:r>
            <a:rPr lang="en-US" dirty="0"/>
            <a:t>among hundreds of transactions</a:t>
          </a:r>
        </a:p>
      </dgm:t>
    </dgm:pt>
    <dgm:pt modelId="{D890E697-423D-4225-97C2-EDD1E851D394}" type="parTrans" cxnId="{BD4B1E28-20CD-4608-B73E-FCCA40C749CD}">
      <dgm:prSet/>
      <dgm:spPr/>
      <dgm:t>
        <a:bodyPr/>
        <a:lstStyle/>
        <a:p>
          <a:endParaRPr lang="tr-TR"/>
        </a:p>
      </dgm:t>
    </dgm:pt>
    <dgm:pt modelId="{C9BADFEB-111B-43F6-9EC4-6F1A3E9A128D}" type="sibTrans" cxnId="{BD4B1E28-20CD-4608-B73E-FCCA40C749CD}">
      <dgm:prSet/>
      <dgm:spPr/>
      <dgm:t>
        <a:bodyPr/>
        <a:lstStyle/>
        <a:p>
          <a:endParaRPr lang="tr-TR"/>
        </a:p>
      </dgm:t>
    </dgm:pt>
    <dgm:pt modelId="{197883A0-CBC4-4084-AF76-39E89DFD4E0C}" type="pres">
      <dgm:prSet presAssocID="{4B8B1A07-6A8F-4242-B6D9-01C9E7E43D53}" presName="root" presStyleCnt="0">
        <dgm:presLayoutVars>
          <dgm:dir/>
          <dgm:resizeHandles val="exact"/>
        </dgm:presLayoutVars>
      </dgm:prSet>
      <dgm:spPr/>
    </dgm:pt>
    <dgm:pt modelId="{81FD854E-3EFB-4B07-A961-4B16514E9FBA}" type="pres">
      <dgm:prSet presAssocID="{B61EC220-9DBB-4ED0-9A0F-0741442C6B98}" presName="compNode" presStyleCnt="0"/>
      <dgm:spPr/>
    </dgm:pt>
    <dgm:pt modelId="{2439A954-0CD4-4275-9078-D9F938C42538}" type="pres">
      <dgm:prSet presAssocID="{B61EC220-9DBB-4ED0-9A0F-0741442C6B98}" presName="iconRect" presStyleLbl="node1" presStyleIdx="0" presStyleCnt="2"/>
      <dgm:spPr>
        <a:blipFill>
          <a:blip xmlns:r="http://schemas.openxmlformats.org/officeDocument/2006/relationships" r:embed="rId1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2"/>
              </a:ext>
            </a:extLst>
          </a:blip>
          <a:stretch>
            <a:fillRect/>
          </a:stretch>
        </a:blipFill>
        <a:ln>
          <a:noFill/>
        </a:ln>
      </dgm:spPr>
      <dgm:extLst>
        <a:ext uri="{E40237B7-FDA0-4F09-8148-C483321AD2D9}">
          <dgm14:cNvPr xmlns:dgm14="http://schemas.microsoft.com/office/drawing/2010/diagram" id="0" name="" descr="Statistics"/>
        </a:ext>
      </dgm:extLst>
    </dgm:pt>
    <dgm:pt modelId="{D035093C-28A7-4387-A19E-DB5EBD6E5A8C}" type="pres">
      <dgm:prSet presAssocID="{B61EC220-9DBB-4ED0-9A0F-0741442C6B98}" presName="iconSpace" presStyleCnt="0"/>
      <dgm:spPr/>
    </dgm:pt>
    <dgm:pt modelId="{C288062C-D7A7-431B-B922-B574FA9DE88B}" type="pres">
      <dgm:prSet presAssocID="{B61EC220-9DBB-4ED0-9A0F-0741442C6B98}" presName="parTx" presStyleLbl="revTx" presStyleIdx="0" presStyleCnt="4">
        <dgm:presLayoutVars>
          <dgm:chMax val="0"/>
          <dgm:chPref val="0"/>
        </dgm:presLayoutVars>
      </dgm:prSet>
      <dgm:spPr/>
    </dgm:pt>
    <dgm:pt modelId="{FAD0C09B-1E7F-4B01-B144-DBE35F4718DA}" type="pres">
      <dgm:prSet presAssocID="{B61EC220-9DBB-4ED0-9A0F-0741442C6B98}" presName="txSpace" presStyleCnt="0"/>
      <dgm:spPr/>
    </dgm:pt>
    <dgm:pt modelId="{A80FBFB2-F375-49A6-8ACA-82E79572CECC}" type="pres">
      <dgm:prSet presAssocID="{B61EC220-9DBB-4ED0-9A0F-0741442C6B98}" presName="desTx" presStyleLbl="revTx" presStyleIdx="1" presStyleCnt="4">
        <dgm:presLayoutVars/>
      </dgm:prSet>
      <dgm:spPr/>
    </dgm:pt>
    <dgm:pt modelId="{B561B936-5AF0-43CF-AD6E-EE44F5D911AD}" type="pres">
      <dgm:prSet presAssocID="{E82ACF1E-7975-4C5D-9037-1E33EEA7379B}" presName="sibTrans" presStyleCnt="0"/>
      <dgm:spPr/>
    </dgm:pt>
    <dgm:pt modelId="{57F96151-EF59-47CE-BC70-8186FD432695}" type="pres">
      <dgm:prSet presAssocID="{4E40E51E-3906-4043-B062-10EDE0CE4910}" presName="compNode" presStyleCnt="0"/>
      <dgm:spPr/>
    </dgm:pt>
    <dgm:pt modelId="{0944D30F-E6D1-4A5E-9223-AC647106F6C5}" type="pres">
      <dgm:prSet presAssocID="{4E40E51E-3906-4043-B062-10EDE0CE4910}" presName="iconRect" presStyleLbl="node1" presStyleIdx="1" presStyleCnt="2"/>
      <dgm:spPr>
        <a:blipFill>
          <a:blip xmlns:r="http://schemas.openxmlformats.org/officeDocument/2006/relationships" r:embed="rId3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4"/>
              </a:ext>
            </a:extLst>
          </a:blip>
          <a:stretch>
            <a:fillRect/>
          </a:stretch>
        </a:blipFill>
        <a:ln>
          <a:noFill/>
        </a:ln>
      </dgm:spPr>
      <dgm:extLst>
        <a:ext uri="{E40237B7-FDA0-4F09-8148-C483321AD2D9}">
          <dgm14:cNvPr xmlns:dgm14="http://schemas.microsoft.com/office/drawing/2010/diagram" id="0" name="" descr="Calculator"/>
        </a:ext>
      </dgm:extLst>
    </dgm:pt>
    <dgm:pt modelId="{1B20A3EB-423E-4447-927E-B3DF62DD5D05}" type="pres">
      <dgm:prSet presAssocID="{4E40E51E-3906-4043-B062-10EDE0CE4910}" presName="iconSpace" presStyleCnt="0"/>
      <dgm:spPr/>
    </dgm:pt>
    <dgm:pt modelId="{EFCF77D7-0CA5-4D99-9632-98B2355FA922}" type="pres">
      <dgm:prSet presAssocID="{4E40E51E-3906-4043-B062-10EDE0CE4910}" presName="parTx" presStyleLbl="revTx" presStyleIdx="2" presStyleCnt="4">
        <dgm:presLayoutVars>
          <dgm:chMax val="0"/>
          <dgm:chPref val="0"/>
        </dgm:presLayoutVars>
      </dgm:prSet>
      <dgm:spPr/>
    </dgm:pt>
    <dgm:pt modelId="{58D1E221-5438-415A-B7B3-52CDF9A08E83}" type="pres">
      <dgm:prSet presAssocID="{4E40E51E-3906-4043-B062-10EDE0CE4910}" presName="txSpace" presStyleCnt="0"/>
      <dgm:spPr/>
    </dgm:pt>
    <dgm:pt modelId="{FD40ECCA-8B6B-4A45-9165-7ED7FA2C360B}" type="pres">
      <dgm:prSet presAssocID="{4E40E51E-3906-4043-B062-10EDE0CE4910}" presName="desTx" presStyleLbl="revTx" presStyleIdx="3" presStyleCnt="4">
        <dgm:presLayoutVars/>
      </dgm:prSet>
      <dgm:spPr/>
    </dgm:pt>
  </dgm:ptLst>
  <dgm:cxnLst>
    <dgm:cxn modelId="{84BE9E08-00A9-48B1-A798-702A01570038}" srcId="{4E40E51E-3906-4043-B062-10EDE0CE4910}" destId="{59A01281-CAD1-4B33-BF62-DE2190A3304C}" srcOrd="1" destOrd="0" parTransId="{B3F5971F-369A-448F-AAA9-2EDF4C778F99}" sibTransId="{63416C86-71B8-4E26-A6FE-154A2DAA05EF}"/>
    <dgm:cxn modelId="{043CC022-BECB-41CD-87E8-CEEFDE2985D2}" type="presOf" srcId="{E6358836-7936-4F4D-A992-86A47A4A1B20}" destId="{A80FBFB2-F375-49A6-8ACA-82E79572CECC}" srcOrd="0" destOrd="1" presId="urn:microsoft.com/office/officeart/2018/2/layout/IconLabelDescriptionList"/>
    <dgm:cxn modelId="{A883B824-031D-4D6D-9AE5-4E10965704A6}" type="presOf" srcId="{4E40E51E-3906-4043-B062-10EDE0CE4910}" destId="{EFCF77D7-0CA5-4D99-9632-98B2355FA922}" srcOrd="0" destOrd="0" presId="urn:microsoft.com/office/officeart/2018/2/layout/IconLabelDescriptionList"/>
    <dgm:cxn modelId="{BD4B1E28-20CD-4608-B73E-FCCA40C749CD}" srcId="{B61EC220-9DBB-4ED0-9A0F-0741442C6B98}" destId="{52886613-916A-422B-966B-07DE1C4F889A}" srcOrd="0" destOrd="0" parTransId="{D890E697-423D-4225-97C2-EDD1E851D394}" sibTransId="{C9BADFEB-111B-43F6-9EC4-6F1A3E9A128D}"/>
    <dgm:cxn modelId="{89DCE439-778E-4587-ADA1-098032BEAADD}" srcId="{4E40E51E-3906-4043-B062-10EDE0CE4910}" destId="{0DEBB69F-D18B-41B2-AA54-D9BC9290A57D}" srcOrd="0" destOrd="0" parTransId="{8EF86BD9-2D12-4475-9306-DA37F9FA55CF}" sibTransId="{EA6874A1-6524-4CA5-B222-F0C563C2D0DA}"/>
    <dgm:cxn modelId="{7C8FED63-E43D-4346-9C8F-F048604F9E67}" type="presOf" srcId="{4B8B1A07-6A8F-4242-B6D9-01C9E7E43D53}" destId="{197883A0-CBC4-4084-AF76-39E89DFD4E0C}" srcOrd="0" destOrd="0" presId="urn:microsoft.com/office/officeart/2018/2/layout/IconLabelDescriptionList"/>
    <dgm:cxn modelId="{516F6372-4277-41BC-A3E8-18C6B93454ED}" type="presOf" srcId="{B61EC220-9DBB-4ED0-9A0F-0741442C6B98}" destId="{C288062C-D7A7-431B-B922-B574FA9DE88B}" srcOrd="0" destOrd="0" presId="urn:microsoft.com/office/officeart/2018/2/layout/IconLabelDescriptionList"/>
    <dgm:cxn modelId="{04433A88-7BA7-44FB-824D-C2470E7EC447}" srcId="{4B8B1A07-6A8F-4242-B6D9-01C9E7E43D53}" destId="{B61EC220-9DBB-4ED0-9A0F-0741442C6B98}" srcOrd="0" destOrd="0" parTransId="{8DF2E8B6-20D4-4CF0-980A-C3AAF7AB6594}" sibTransId="{E82ACF1E-7975-4C5D-9037-1E33EEA7379B}"/>
    <dgm:cxn modelId="{DE3FDC9D-AAB1-44F9-B62A-8CFD668A1665}" type="presOf" srcId="{59A01281-CAD1-4B33-BF62-DE2190A3304C}" destId="{FD40ECCA-8B6B-4A45-9165-7ED7FA2C360B}" srcOrd="0" destOrd="1" presId="urn:microsoft.com/office/officeart/2018/2/layout/IconLabelDescriptionList"/>
    <dgm:cxn modelId="{5C6836C2-C296-4268-86BB-81395E3AFD5C}" srcId="{B61EC220-9DBB-4ED0-9A0F-0741442C6B98}" destId="{E6358836-7936-4F4D-A992-86A47A4A1B20}" srcOrd="1" destOrd="0" parTransId="{3C57142D-D1AC-4542-9588-33BA154C0D8E}" sibTransId="{C8312431-C2FE-4243-8025-82CF4A8B4732}"/>
    <dgm:cxn modelId="{BDA34ACF-40D0-441B-A5E2-B2D24072FBA5}" type="presOf" srcId="{52886613-916A-422B-966B-07DE1C4F889A}" destId="{A80FBFB2-F375-49A6-8ACA-82E79572CECC}" srcOrd="0" destOrd="0" presId="urn:microsoft.com/office/officeart/2018/2/layout/IconLabelDescriptionList"/>
    <dgm:cxn modelId="{B68666E1-221F-43EE-BD91-AD16CB0AFD90}" srcId="{4B8B1A07-6A8F-4242-B6D9-01C9E7E43D53}" destId="{4E40E51E-3906-4043-B062-10EDE0CE4910}" srcOrd="1" destOrd="0" parTransId="{0925E988-E982-4E62-B2FC-BFEE6905FDEE}" sibTransId="{A234FA4C-9817-4D80-8372-B22FA18F3C8E}"/>
    <dgm:cxn modelId="{46AAB2E1-5568-469F-B5AB-EF7872873FC5}" type="presOf" srcId="{0DEBB69F-D18B-41B2-AA54-D9BC9290A57D}" destId="{FD40ECCA-8B6B-4A45-9165-7ED7FA2C360B}" srcOrd="0" destOrd="0" presId="urn:microsoft.com/office/officeart/2018/2/layout/IconLabelDescriptionList"/>
    <dgm:cxn modelId="{8192B971-66BF-4BE3-8A27-EA5F313E1D2B}" type="presParOf" srcId="{197883A0-CBC4-4084-AF76-39E89DFD4E0C}" destId="{81FD854E-3EFB-4B07-A961-4B16514E9FBA}" srcOrd="0" destOrd="0" presId="urn:microsoft.com/office/officeart/2018/2/layout/IconLabelDescriptionList"/>
    <dgm:cxn modelId="{132ECFEB-68DB-415D-92BD-E23DCDD674ED}" type="presParOf" srcId="{81FD854E-3EFB-4B07-A961-4B16514E9FBA}" destId="{2439A954-0CD4-4275-9078-D9F938C42538}" srcOrd="0" destOrd="0" presId="urn:microsoft.com/office/officeart/2018/2/layout/IconLabelDescriptionList"/>
    <dgm:cxn modelId="{41C8F429-3479-46F3-8FA5-901B13EEA37B}" type="presParOf" srcId="{81FD854E-3EFB-4B07-A961-4B16514E9FBA}" destId="{D035093C-28A7-4387-A19E-DB5EBD6E5A8C}" srcOrd="1" destOrd="0" presId="urn:microsoft.com/office/officeart/2018/2/layout/IconLabelDescriptionList"/>
    <dgm:cxn modelId="{DE724877-905D-480A-B57D-8534A4CAACDE}" type="presParOf" srcId="{81FD854E-3EFB-4B07-A961-4B16514E9FBA}" destId="{C288062C-D7A7-431B-B922-B574FA9DE88B}" srcOrd="2" destOrd="0" presId="urn:microsoft.com/office/officeart/2018/2/layout/IconLabelDescriptionList"/>
    <dgm:cxn modelId="{20B71379-8F1A-4F14-A117-999AB1ECC056}" type="presParOf" srcId="{81FD854E-3EFB-4B07-A961-4B16514E9FBA}" destId="{FAD0C09B-1E7F-4B01-B144-DBE35F4718DA}" srcOrd="3" destOrd="0" presId="urn:microsoft.com/office/officeart/2018/2/layout/IconLabelDescriptionList"/>
    <dgm:cxn modelId="{46E2E0EF-B4F7-4ED6-BC2C-D734161B33DB}" type="presParOf" srcId="{81FD854E-3EFB-4B07-A961-4B16514E9FBA}" destId="{A80FBFB2-F375-49A6-8ACA-82E79572CECC}" srcOrd="4" destOrd="0" presId="urn:microsoft.com/office/officeart/2018/2/layout/IconLabelDescriptionList"/>
    <dgm:cxn modelId="{C701926F-9939-4733-8A10-BF42153D2273}" type="presParOf" srcId="{197883A0-CBC4-4084-AF76-39E89DFD4E0C}" destId="{B561B936-5AF0-43CF-AD6E-EE44F5D911AD}" srcOrd="1" destOrd="0" presId="urn:microsoft.com/office/officeart/2018/2/layout/IconLabelDescriptionList"/>
    <dgm:cxn modelId="{BC329ABF-59D5-40DE-B9B1-B82A73FF519B}" type="presParOf" srcId="{197883A0-CBC4-4084-AF76-39E89DFD4E0C}" destId="{57F96151-EF59-47CE-BC70-8186FD432695}" srcOrd="2" destOrd="0" presId="urn:microsoft.com/office/officeart/2018/2/layout/IconLabelDescriptionList"/>
    <dgm:cxn modelId="{87F34D89-E42B-4522-8137-123929BA957A}" type="presParOf" srcId="{57F96151-EF59-47CE-BC70-8186FD432695}" destId="{0944D30F-E6D1-4A5E-9223-AC647106F6C5}" srcOrd="0" destOrd="0" presId="urn:microsoft.com/office/officeart/2018/2/layout/IconLabelDescriptionList"/>
    <dgm:cxn modelId="{EA47B543-1F09-4085-826B-9598DB701696}" type="presParOf" srcId="{57F96151-EF59-47CE-BC70-8186FD432695}" destId="{1B20A3EB-423E-4447-927E-B3DF62DD5D05}" srcOrd="1" destOrd="0" presId="urn:microsoft.com/office/officeart/2018/2/layout/IconLabelDescriptionList"/>
    <dgm:cxn modelId="{A84A0E2F-8287-4760-B7E2-FEFBA859E9DF}" type="presParOf" srcId="{57F96151-EF59-47CE-BC70-8186FD432695}" destId="{EFCF77D7-0CA5-4D99-9632-98B2355FA922}" srcOrd="2" destOrd="0" presId="urn:microsoft.com/office/officeart/2018/2/layout/IconLabelDescriptionList"/>
    <dgm:cxn modelId="{5E445D5C-68D0-4803-942A-2F397D9B8D22}" type="presParOf" srcId="{57F96151-EF59-47CE-BC70-8186FD432695}" destId="{58D1E221-5438-415A-B7B3-52CDF9A08E83}" srcOrd="3" destOrd="0" presId="urn:microsoft.com/office/officeart/2018/2/layout/IconLabelDescriptionList"/>
    <dgm:cxn modelId="{30D2095F-13AF-48E5-AF68-8D62625DDCA2}" type="presParOf" srcId="{57F96151-EF59-47CE-BC70-8186FD432695}" destId="{FD40ECCA-8B6B-4A45-9165-7ED7FA2C360B}" srcOrd="4" destOrd="0" presId="urn:microsoft.com/office/officeart/2018/2/layout/IconLabelDescriptionList"/>
  </dgm:cxnLst>
  <dgm:bg/>
  <dgm:whole/>
  <dgm:extLst>
    <a:ext uri="http://schemas.microsoft.com/office/drawing/2008/diagram">
      <dsp:dataModelExt xmlns:dsp="http://schemas.microsoft.com/office/drawing/2008/diagram" relId="rId6" minVer="http://schemas.openxmlformats.org/drawingml/2006/diagram"/>
    </a:ext>
  </dgm:extLst>
</dgm:dataModel>
</file>

<file path=ppt/diagrams/data16.xml><?xml version="1.0" encoding="utf-8"?>
<dgm:dataModel xmlns:dgm="http://schemas.openxmlformats.org/drawingml/2006/diagram" xmlns:a="http://schemas.openxmlformats.org/drawingml/2006/main">
  <dgm:ptLst>
    <dgm:pt modelId="{4B8B1A07-6A8F-4242-B6D9-01C9E7E43D53}" type="doc">
      <dgm:prSet loTypeId="urn:microsoft.com/office/officeart/2018/2/layout/IconLabelDescriptionList" loCatId="icon" qsTypeId="urn:microsoft.com/office/officeart/2005/8/quickstyle/simple1" qsCatId="simple" csTypeId="urn:microsoft.com/office/officeart/2018/5/colors/Iconchunking_neutralbg_colorful1" csCatId="colorful" phldr="1"/>
      <dgm:spPr/>
      <dgm:t>
        <a:bodyPr/>
        <a:lstStyle/>
        <a:p>
          <a:endParaRPr lang="en-US"/>
        </a:p>
      </dgm:t>
    </dgm:pt>
    <dgm:pt modelId="{7A7E2770-2E3B-45AC-B311-8A2FA62FB162}">
      <dgm:prSet/>
      <dgm:spPr/>
      <dgm:t>
        <a:bodyPr/>
        <a:lstStyle/>
        <a:p>
          <a:pPr>
            <a:lnSpc>
              <a:spcPct val="100000"/>
            </a:lnSpc>
            <a:defRPr b="1"/>
          </a:pPr>
          <a:r>
            <a:rPr lang="en-US" dirty="0"/>
            <a:t>balance</a:t>
          </a:r>
          <a:r>
            <a:rPr lang="tr-TR" dirty="0"/>
            <a:t> is a concept</a:t>
          </a:r>
          <a:endParaRPr lang="en-US" dirty="0"/>
        </a:p>
      </dgm:t>
    </dgm:pt>
    <dgm:pt modelId="{FEE0CA9F-0906-4452-AC6E-0F8F082963D3}" type="parTrans" cxnId="{F012B78F-72CE-4737-8A2E-3FB7A2D09C7B}">
      <dgm:prSet/>
      <dgm:spPr/>
      <dgm:t>
        <a:bodyPr/>
        <a:lstStyle/>
        <a:p>
          <a:endParaRPr lang="en-US"/>
        </a:p>
      </dgm:t>
    </dgm:pt>
    <dgm:pt modelId="{1870D20C-67B9-4FE5-9D89-CDCE14D1DD2F}" type="sibTrans" cxnId="{F012B78F-72CE-4737-8A2E-3FB7A2D09C7B}">
      <dgm:prSet/>
      <dgm:spPr/>
      <dgm:t>
        <a:bodyPr/>
        <a:lstStyle/>
        <a:p>
          <a:endParaRPr lang="en-US"/>
        </a:p>
      </dgm:t>
    </dgm:pt>
    <dgm:pt modelId="{DE2EC360-3277-49EC-A115-A314EEA72A89}">
      <dgm:prSet/>
      <dgm:spPr/>
      <dgm:t>
        <a:bodyPr/>
        <a:lstStyle/>
        <a:p>
          <a:pPr>
            <a:lnSpc>
              <a:spcPct val="100000"/>
            </a:lnSpc>
          </a:pPr>
          <a:r>
            <a:rPr lang="en-US" u="sng" dirty="0"/>
            <a:t>created</a:t>
          </a:r>
          <a:r>
            <a:rPr lang="en-US" dirty="0"/>
            <a:t> by</a:t>
          </a:r>
        </a:p>
      </dgm:t>
    </dgm:pt>
    <dgm:pt modelId="{1EBB550A-105E-49DC-B7ED-873ADBE75F5D}" type="parTrans" cxnId="{C2B39A17-65C0-4C63-907A-99C4DB0B4F90}">
      <dgm:prSet/>
      <dgm:spPr/>
      <dgm:t>
        <a:bodyPr/>
        <a:lstStyle/>
        <a:p>
          <a:endParaRPr lang="en-US"/>
        </a:p>
      </dgm:t>
    </dgm:pt>
    <dgm:pt modelId="{E63AD19A-642A-4C7E-AD97-BEDEE117EBEC}" type="sibTrans" cxnId="{C2B39A17-65C0-4C63-907A-99C4DB0B4F90}">
      <dgm:prSet/>
      <dgm:spPr/>
      <dgm:t>
        <a:bodyPr/>
        <a:lstStyle/>
        <a:p>
          <a:endParaRPr lang="en-US"/>
        </a:p>
      </dgm:t>
    </dgm:pt>
    <dgm:pt modelId="{865DB2C8-D942-480A-B027-9881E6C2ECAE}">
      <dgm:prSet/>
      <dgm:spPr/>
      <dgm:t>
        <a:bodyPr/>
        <a:lstStyle/>
        <a:p>
          <a:pPr>
            <a:lnSpc>
              <a:spcPct val="100000"/>
            </a:lnSpc>
          </a:pPr>
          <a:r>
            <a:rPr lang="en-US" dirty="0"/>
            <a:t>the wallet can spend</a:t>
          </a:r>
          <a:r>
            <a:rPr lang="tr-TR" dirty="0"/>
            <a:t> UTXO</a:t>
          </a:r>
          <a:endParaRPr lang="en-US" dirty="0"/>
        </a:p>
      </dgm:t>
    </dgm:pt>
    <dgm:pt modelId="{7BE5AB36-1061-4A7B-97CC-9E4325773E6E}" type="parTrans" cxnId="{DD5EFD08-FEBE-4F76-BD5E-E44CCE91D875}">
      <dgm:prSet/>
      <dgm:spPr/>
      <dgm:t>
        <a:bodyPr/>
        <a:lstStyle/>
        <a:p>
          <a:endParaRPr lang="en-US"/>
        </a:p>
      </dgm:t>
    </dgm:pt>
    <dgm:pt modelId="{3CA2F7EC-0D47-4198-8B18-D394F92868FE}" type="sibTrans" cxnId="{DD5EFD08-FEBE-4F76-BD5E-E44CCE91D875}">
      <dgm:prSet/>
      <dgm:spPr/>
      <dgm:t>
        <a:bodyPr/>
        <a:lstStyle/>
        <a:p>
          <a:endParaRPr lang="en-US"/>
        </a:p>
      </dgm:t>
    </dgm:pt>
    <dgm:pt modelId="{1B5D41A0-BAD1-44FB-8BA1-16BBBCA26C46}">
      <dgm:prSet/>
      <dgm:spPr/>
      <dgm:t>
        <a:bodyPr/>
        <a:lstStyle/>
        <a:p>
          <a:pPr>
            <a:lnSpc>
              <a:spcPct val="100000"/>
            </a:lnSpc>
          </a:pPr>
          <a:r>
            <a:rPr lang="en-US"/>
            <a:t>the </a:t>
          </a:r>
          <a:r>
            <a:rPr lang="en-US" b="1"/>
            <a:t>wallet application</a:t>
          </a:r>
          <a:endParaRPr lang="en-US"/>
        </a:p>
      </dgm:t>
    </dgm:pt>
    <dgm:pt modelId="{623CD4F4-376B-4940-BA0F-497F1F095585}" type="parTrans" cxnId="{1F7458ED-40B2-4F6A-B935-4859C61FA510}">
      <dgm:prSet/>
      <dgm:spPr/>
      <dgm:t>
        <a:bodyPr/>
        <a:lstStyle/>
        <a:p>
          <a:endParaRPr lang="tr-TR"/>
        </a:p>
      </dgm:t>
    </dgm:pt>
    <dgm:pt modelId="{9F62FAE8-6173-41A9-836A-86BAF26892DA}" type="sibTrans" cxnId="{1F7458ED-40B2-4F6A-B935-4859C61FA510}">
      <dgm:prSet/>
      <dgm:spPr/>
      <dgm:t>
        <a:bodyPr/>
        <a:lstStyle/>
        <a:p>
          <a:endParaRPr lang="tr-TR"/>
        </a:p>
      </dgm:t>
    </dgm:pt>
    <dgm:pt modelId="{D86EA974-8B3B-49C1-B37B-FAB474248F60}">
      <dgm:prSet/>
      <dgm:spPr/>
      <dgm:t>
        <a:bodyPr/>
        <a:lstStyle/>
        <a:p>
          <a:pPr>
            <a:lnSpc>
              <a:spcPct val="100000"/>
            </a:lnSpc>
            <a:defRPr b="1"/>
          </a:pPr>
          <a:r>
            <a:rPr lang="tr-TR" dirty="0"/>
            <a:t>Condition To Spend</a:t>
          </a:r>
          <a:endParaRPr lang="en-US" dirty="0"/>
        </a:p>
      </dgm:t>
    </dgm:pt>
    <dgm:pt modelId="{C5AB93EB-1523-4286-9F27-C5765B45EC70}" type="parTrans" cxnId="{C635E403-6711-4BD8-A875-2910A169A436}">
      <dgm:prSet/>
      <dgm:spPr/>
      <dgm:t>
        <a:bodyPr/>
        <a:lstStyle/>
        <a:p>
          <a:endParaRPr lang="tr-TR"/>
        </a:p>
      </dgm:t>
    </dgm:pt>
    <dgm:pt modelId="{A6EF9856-7A7D-4C4B-9AB2-926382371822}" type="sibTrans" cxnId="{C635E403-6711-4BD8-A875-2910A169A436}">
      <dgm:prSet/>
      <dgm:spPr/>
      <dgm:t>
        <a:bodyPr/>
        <a:lstStyle/>
        <a:p>
          <a:endParaRPr lang="tr-TR"/>
        </a:p>
      </dgm:t>
    </dgm:pt>
    <dgm:pt modelId="{E81D1F1D-1494-4BC0-BA52-952A4411FB31}">
      <dgm:prSet/>
      <dgm:spPr/>
      <dgm:t>
        <a:bodyPr/>
        <a:lstStyle/>
        <a:p>
          <a:pPr>
            <a:lnSpc>
              <a:spcPct val="100000"/>
            </a:lnSpc>
          </a:pPr>
          <a:r>
            <a:rPr lang="en-US"/>
            <a:t>with the keys it controls</a:t>
          </a:r>
        </a:p>
      </dgm:t>
    </dgm:pt>
    <dgm:pt modelId="{16D341EC-F0D3-429B-B519-4669C3CF6E08}" type="parTrans" cxnId="{9C172EF0-B8F5-47CA-83A5-257089DC0228}">
      <dgm:prSet/>
      <dgm:spPr/>
      <dgm:t>
        <a:bodyPr/>
        <a:lstStyle/>
        <a:p>
          <a:endParaRPr lang="tr-TR"/>
        </a:p>
      </dgm:t>
    </dgm:pt>
    <dgm:pt modelId="{91595F90-CF69-4A15-815B-DE405FF6FD09}" type="sibTrans" cxnId="{9C172EF0-B8F5-47CA-83A5-257089DC0228}">
      <dgm:prSet/>
      <dgm:spPr/>
      <dgm:t>
        <a:bodyPr/>
        <a:lstStyle/>
        <a:p>
          <a:endParaRPr lang="tr-TR"/>
        </a:p>
      </dgm:t>
    </dgm:pt>
    <dgm:pt modelId="{197883A0-CBC4-4084-AF76-39E89DFD4E0C}" type="pres">
      <dgm:prSet presAssocID="{4B8B1A07-6A8F-4242-B6D9-01C9E7E43D53}" presName="root" presStyleCnt="0">
        <dgm:presLayoutVars>
          <dgm:dir/>
          <dgm:resizeHandles val="exact"/>
        </dgm:presLayoutVars>
      </dgm:prSet>
      <dgm:spPr/>
    </dgm:pt>
    <dgm:pt modelId="{48F61AAA-546B-47EA-8B7E-7111292BF117}" type="pres">
      <dgm:prSet presAssocID="{7A7E2770-2E3B-45AC-B311-8A2FA62FB162}" presName="compNode" presStyleCnt="0"/>
      <dgm:spPr/>
    </dgm:pt>
    <dgm:pt modelId="{280ACA7A-CB2E-461A-BFFE-73C4E9C39ABC}" type="pres">
      <dgm:prSet presAssocID="{7A7E2770-2E3B-45AC-B311-8A2FA62FB162}" presName="iconRect" presStyleLbl="node1" presStyleIdx="0" presStyleCnt="2"/>
      <dgm:spPr>
        <a:blipFill>
          <a:blip xmlns:r="http://schemas.openxmlformats.org/officeDocument/2006/relationships" r:embed="rId1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2"/>
              </a:ext>
            </a:extLst>
          </a:blip>
          <a:stretch>
            <a:fillRect/>
          </a:stretch>
        </a:blipFill>
        <a:ln>
          <a:noFill/>
        </a:ln>
      </dgm:spPr>
      <dgm:extLst>
        <a:ext uri="{E40237B7-FDA0-4F09-8148-C483321AD2D9}">
          <dgm14:cNvPr xmlns:dgm14="http://schemas.microsoft.com/office/drawing/2010/diagram" id="0" name="" descr="Bitcoin"/>
        </a:ext>
      </dgm:extLst>
    </dgm:pt>
    <dgm:pt modelId="{30447A93-3750-495E-A55C-9F03786D8F9D}" type="pres">
      <dgm:prSet presAssocID="{7A7E2770-2E3B-45AC-B311-8A2FA62FB162}" presName="iconSpace" presStyleCnt="0"/>
      <dgm:spPr/>
    </dgm:pt>
    <dgm:pt modelId="{6F40F831-E42A-4839-8BD6-71D879926D40}" type="pres">
      <dgm:prSet presAssocID="{7A7E2770-2E3B-45AC-B311-8A2FA62FB162}" presName="parTx" presStyleLbl="revTx" presStyleIdx="0" presStyleCnt="4">
        <dgm:presLayoutVars>
          <dgm:chMax val="0"/>
          <dgm:chPref val="0"/>
        </dgm:presLayoutVars>
      </dgm:prSet>
      <dgm:spPr/>
    </dgm:pt>
    <dgm:pt modelId="{BDB1ACD2-8DD7-4F7A-948E-64437E4FAA31}" type="pres">
      <dgm:prSet presAssocID="{7A7E2770-2E3B-45AC-B311-8A2FA62FB162}" presName="txSpace" presStyleCnt="0"/>
      <dgm:spPr/>
    </dgm:pt>
    <dgm:pt modelId="{68D3BE6A-C388-4187-9C33-3BFFAF333A80}" type="pres">
      <dgm:prSet presAssocID="{7A7E2770-2E3B-45AC-B311-8A2FA62FB162}" presName="desTx" presStyleLbl="revTx" presStyleIdx="1" presStyleCnt="4">
        <dgm:presLayoutVars/>
      </dgm:prSet>
      <dgm:spPr/>
    </dgm:pt>
    <dgm:pt modelId="{AB0FFA4A-A34E-4067-9808-A2D12BDC36F9}" type="pres">
      <dgm:prSet presAssocID="{1870D20C-67B9-4FE5-9D89-CDCE14D1DD2F}" presName="sibTrans" presStyleCnt="0"/>
      <dgm:spPr/>
    </dgm:pt>
    <dgm:pt modelId="{A9F2BC83-E05B-4EA8-8D4D-4E64B225B50D}" type="pres">
      <dgm:prSet presAssocID="{D86EA974-8B3B-49C1-B37B-FAB474248F60}" presName="compNode" presStyleCnt="0"/>
      <dgm:spPr/>
    </dgm:pt>
    <dgm:pt modelId="{1847D2A2-A0F6-424D-961B-D9C1563379AA}" type="pres">
      <dgm:prSet presAssocID="{D86EA974-8B3B-49C1-B37B-FAB474248F60}" presName="iconRect" presStyleLbl="node1" presStyleIdx="1" presStyleCnt="2"/>
      <dgm:spPr>
        <a:blipFill>
          <a:blip xmlns:r="http://schemas.openxmlformats.org/officeDocument/2006/relationships" r:embed="rId3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4"/>
              </a:ext>
            </a:extLst>
          </a:blip>
          <a:stretch>
            <a:fillRect/>
          </a:stretch>
        </a:blipFill>
        <a:ln>
          <a:noFill/>
        </a:ln>
      </dgm:spPr>
      <dgm:extLst>
        <a:ext uri="{E40237B7-FDA0-4F09-8148-C483321AD2D9}">
          <dgm14:cNvPr xmlns:dgm14="http://schemas.microsoft.com/office/drawing/2010/diagram" id="0" name="" descr="Dollar"/>
        </a:ext>
      </dgm:extLst>
    </dgm:pt>
    <dgm:pt modelId="{0286C51F-8F3C-4F66-B0C6-FFC62105A01A}" type="pres">
      <dgm:prSet presAssocID="{D86EA974-8B3B-49C1-B37B-FAB474248F60}" presName="iconSpace" presStyleCnt="0"/>
      <dgm:spPr/>
    </dgm:pt>
    <dgm:pt modelId="{74AFD82D-6E03-4E5D-85F5-EF4D0DEB54F6}" type="pres">
      <dgm:prSet presAssocID="{D86EA974-8B3B-49C1-B37B-FAB474248F60}" presName="parTx" presStyleLbl="revTx" presStyleIdx="2" presStyleCnt="4">
        <dgm:presLayoutVars>
          <dgm:chMax val="0"/>
          <dgm:chPref val="0"/>
        </dgm:presLayoutVars>
      </dgm:prSet>
      <dgm:spPr/>
    </dgm:pt>
    <dgm:pt modelId="{73B3CDB9-9D1C-4802-B9CF-7096B39BF7F9}" type="pres">
      <dgm:prSet presAssocID="{D86EA974-8B3B-49C1-B37B-FAB474248F60}" presName="txSpace" presStyleCnt="0"/>
      <dgm:spPr/>
    </dgm:pt>
    <dgm:pt modelId="{6607DE88-1852-4998-9E24-56F4A2B34ED9}" type="pres">
      <dgm:prSet presAssocID="{D86EA974-8B3B-49C1-B37B-FAB474248F60}" presName="desTx" presStyleLbl="revTx" presStyleIdx="3" presStyleCnt="4">
        <dgm:presLayoutVars/>
      </dgm:prSet>
      <dgm:spPr/>
    </dgm:pt>
  </dgm:ptLst>
  <dgm:cxnLst>
    <dgm:cxn modelId="{0A453903-8270-4AAB-A84D-250B3EAFDD81}" type="presOf" srcId="{7A7E2770-2E3B-45AC-B311-8A2FA62FB162}" destId="{6F40F831-E42A-4839-8BD6-71D879926D40}" srcOrd="0" destOrd="0" presId="urn:microsoft.com/office/officeart/2018/2/layout/IconLabelDescriptionList"/>
    <dgm:cxn modelId="{C635E403-6711-4BD8-A875-2910A169A436}" srcId="{4B8B1A07-6A8F-4242-B6D9-01C9E7E43D53}" destId="{D86EA974-8B3B-49C1-B37B-FAB474248F60}" srcOrd="1" destOrd="0" parTransId="{C5AB93EB-1523-4286-9F27-C5765B45EC70}" sibTransId="{A6EF9856-7A7D-4C4B-9AB2-926382371822}"/>
    <dgm:cxn modelId="{DD5EFD08-FEBE-4F76-BD5E-E44CCE91D875}" srcId="{D86EA974-8B3B-49C1-B37B-FAB474248F60}" destId="{865DB2C8-D942-480A-B027-9881E6C2ECAE}" srcOrd="0" destOrd="0" parTransId="{7BE5AB36-1061-4A7B-97CC-9E4325773E6E}" sibTransId="{3CA2F7EC-0D47-4198-8B18-D394F92868FE}"/>
    <dgm:cxn modelId="{C2B39A17-65C0-4C63-907A-99C4DB0B4F90}" srcId="{7A7E2770-2E3B-45AC-B311-8A2FA62FB162}" destId="{DE2EC360-3277-49EC-A115-A314EEA72A89}" srcOrd="0" destOrd="0" parTransId="{1EBB550A-105E-49DC-B7ED-873ADBE75F5D}" sibTransId="{E63AD19A-642A-4C7E-AD97-BEDEE117EBEC}"/>
    <dgm:cxn modelId="{F9942C2C-4767-42C8-9378-FF024BC8960C}" type="presOf" srcId="{1B5D41A0-BAD1-44FB-8BA1-16BBBCA26C46}" destId="{68D3BE6A-C388-4187-9C33-3BFFAF333A80}" srcOrd="0" destOrd="1" presId="urn:microsoft.com/office/officeart/2018/2/layout/IconLabelDescriptionList"/>
    <dgm:cxn modelId="{7C8FED63-E43D-4346-9C8F-F048604F9E67}" type="presOf" srcId="{4B8B1A07-6A8F-4242-B6D9-01C9E7E43D53}" destId="{197883A0-CBC4-4084-AF76-39E89DFD4E0C}" srcOrd="0" destOrd="0" presId="urn:microsoft.com/office/officeart/2018/2/layout/IconLabelDescriptionList"/>
    <dgm:cxn modelId="{1088797E-CD6D-4918-B54E-AF31C7E2E1DD}" type="presOf" srcId="{D86EA974-8B3B-49C1-B37B-FAB474248F60}" destId="{74AFD82D-6E03-4E5D-85F5-EF4D0DEB54F6}" srcOrd="0" destOrd="0" presId="urn:microsoft.com/office/officeart/2018/2/layout/IconLabelDescriptionList"/>
    <dgm:cxn modelId="{F012B78F-72CE-4737-8A2E-3FB7A2D09C7B}" srcId="{4B8B1A07-6A8F-4242-B6D9-01C9E7E43D53}" destId="{7A7E2770-2E3B-45AC-B311-8A2FA62FB162}" srcOrd="0" destOrd="0" parTransId="{FEE0CA9F-0906-4452-AC6E-0F8F082963D3}" sibTransId="{1870D20C-67B9-4FE5-9D89-CDCE14D1DD2F}"/>
    <dgm:cxn modelId="{1A3A7590-F10C-43C8-B678-E0D823EB8703}" type="presOf" srcId="{DE2EC360-3277-49EC-A115-A314EEA72A89}" destId="{68D3BE6A-C388-4187-9C33-3BFFAF333A80}" srcOrd="0" destOrd="0" presId="urn:microsoft.com/office/officeart/2018/2/layout/IconLabelDescriptionList"/>
    <dgm:cxn modelId="{B7AC7195-C743-4177-8D1A-C8E526549A53}" type="presOf" srcId="{865DB2C8-D942-480A-B027-9881E6C2ECAE}" destId="{6607DE88-1852-4998-9E24-56F4A2B34ED9}" srcOrd="0" destOrd="0" presId="urn:microsoft.com/office/officeart/2018/2/layout/IconLabelDescriptionList"/>
    <dgm:cxn modelId="{79E1D0C8-E210-4A63-B26D-F68DF5300962}" type="presOf" srcId="{E81D1F1D-1494-4BC0-BA52-952A4411FB31}" destId="{6607DE88-1852-4998-9E24-56F4A2B34ED9}" srcOrd="0" destOrd="1" presId="urn:microsoft.com/office/officeart/2018/2/layout/IconLabelDescriptionList"/>
    <dgm:cxn modelId="{1F7458ED-40B2-4F6A-B935-4859C61FA510}" srcId="{7A7E2770-2E3B-45AC-B311-8A2FA62FB162}" destId="{1B5D41A0-BAD1-44FB-8BA1-16BBBCA26C46}" srcOrd="1" destOrd="0" parTransId="{623CD4F4-376B-4940-BA0F-497F1F095585}" sibTransId="{9F62FAE8-6173-41A9-836A-86BAF26892DA}"/>
    <dgm:cxn modelId="{9C172EF0-B8F5-47CA-83A5-257089DC0228}" srcId="{D86EA974-8B3B-49C1-B37B-FAB474248F60}" destId="{E81D1F1D-1494-4BC0-BA52-952A4411FB31}" srcOrd="1" destOrd="0" parTransId="{16D341EC-F0D3-429B-B519-4669C3CF6E08}" sibTransId="{91595F90-CF69-4A15-815B-DE405FF6FD09}"/>
    <dgm:cxn modelId="{30D9E062-559D-471C-89D0-64961FAF08B5}" type="presParOf" srcId="{197883A0-CBC4-4084-AF76-39E89DFD4E0C}" destId="{48F61AAA-546B-47EA-8B7E-7111292BF117}" srcOrd="0" destOrd="0" presId="urn:microsoft.com/office/officeart/2018/2/layout/IconLabelDescriptionList"/>
    <dgm:cxn modelId="{01506ECA-8FF3-44EE-8764-8CF0CDC34E9C}" type="presParOf" srcId="{48F61AAA-546B-47EA-8B7E-7111292BF117}" destId="{280ACA7A-CB2E-461A-BFFE-73C4E9C39ABC}" srcOrd="0" destOrd="0" presId="urn:microsoft.com/office/officeart/2018/2/layout/IconLabelDescriptionList"/>
    <dgm:cxn modelId="{A2E1C17C-649E-4406-9CBF-3F910852F5E3}" type="presParOf" srcId="{48F61AAA-546B-47EA-8B7E-7111292BF117}" destId="{30447A93-3750-495E-A55C-9F03786D8F9D}" srcOrd="1" destOrd="0" presId="urn:microsoft.com/office/officeart/2018/2/layout/IconLabelDescriptionList"/>
    <dgm:cxn modelId="{63FB5CB5-B3AD-4712-997E-0D3B5973950D}" type="presParOf" srcId="{48F61AAA-546B-47EA-8B7E-7111292BF117}" destId="{6F40F831-E42A-4839-8BD6-71D879926D40}" srcOrd="2" destOrd="0" presId="urn:microsoft.com/office/officeart/2018/2/layout/IconLabelDescriptionList"/>
    <dgm:cxn modelId="{09F69BAC-B6EB-4B41-8AC0-C2C06354A42C}" type="presParOf" srcId="{48F61AAA-546B-47EA-8B7E-7111292BF117}" destId="{BDB1ACD2-8DD7-4F7A-948E-64437E4FAA31}" srcOrd="3" destOrd="0" presId="urn:microsoft.com/office/officeart/2018/2/layout/IconLabelDescriptionList"/>
    <dgm:cxn modelId="{A02205BD-7286-4C6F-9862-022544742FD8}" type="presParOf" srcId="{48F61AAA-546B-47EA-8B7E-7111292BF117}" destId="{68D3BE6A-C388-4187-9C33-3BFFAF333A80}" srcOrd="4" destOrd="0" presId="urn:microsoft.com/office/officeart/2018/2/layout/IconLabelDescriptionList"/>
    <dgm:cxn modelId="{DDFC3628-CF27-437C-B2B4-D8E55F143E13}" type="presParOf" srcId="{197883A0-CBC4-4084-AF76-39E89DFD4E0C}" destId="{AB0FFA4A-A34E-4067-9808-A2D12BDC36F9}" srcOrd="1" destOrd="0" presId="urn:microsoft.com/office/officeart/2018/2/layout/IconLabelDescriptionList"/>
    <dgm:cxn modelId="{C8C3525B-156B-4B24-882C-58BB572D4802}" type="presParOf" srcId="{197883A0-CBC4-4084-AF76-39E89DFD4E0C}" destId="{A9F2BC83-E05B-4EA8-8D4D-4E64B225B50D}" srcOrd="2" destOrd="0" presId="urn:microsoft.com/office/officeart/2018/2/layout/IconLabelDescriptionList"/>
    <dgm:cxn modelId="{78EFA480-17EB-4360-AC32-173EF2D8CDD3}" type="presParOf" srcId="{A9F2BC83-E05B-4EA8-8D4D-4E64B225B50D}" destId="{1847D2A2-A0F6-424D-961B-D9C1563379AA}" srcOrd="0" destOrd="0" presId="urn:microsoft.com/office/officeart/2018/2/layout/IconLabelDescriptionList"/>
    <dgm:cxn modelId="{AE43DFCA-E3CE-495E-ADE3-4EB70798471B}" type="presParOf" srcId="{A9F2BC83-E05B-4EA8-8D4D-4E64B225B50D}" destId="{0286C51F-8F3C-4F66-B0C6-FFC62105A01A}" srcOrd="1" destOrd="0" presId="urn:microsoft.com/office/officeart/2018/2/layout/IconLabelDescriptionList"/>
    <dgm:cxn modelId="{0856DDAF-E2C4-4E8E-9459-07C399F1B064}" type="presParOf" srcId="{A9F2BC83-E05B-4EA8-8D4D-4E64B225B50D}" destId="{74AFD82D-6E03-4E5D-85F5-EF4D0DEB54F6}" srcOrd="2" destOrd="0" presId="urn:microsoft.com/office/officeart/2018/2/layout/IconLabelDescriptionList"/>
    <dgm:cxn modelId="{70895D7F-2753-4044-A227-6994F58CAA6B}" type="presParOf" srcId="{A9F2BC83-E05B-4EA8-8D4D-4E64B225B50D}" destId="{73B3CDB9-9D1C-4802-B9CF-7096B39BF7F9}" srcOrd="3" destOrd="0" presId="urn:microsoft.com/office/officeart/2018/2/layout/IconLabelDescriptionList"/>
    <dgm:cxn modelId="{2CE471AC-0EB0-4AC4-8DFF-FBFC3847E900}" type="presParOf" srcId="{A9F2BC83-E05B-4EA8-8D4D-4E64B225B50D}" destId="{6607DE88-1852-4998-9E24-56F4A2B34ED9}" srcOrd="4" destOrd="0" presId="urn:microsoft.com/office/officeart/2018/2/layout/IconLabelDescriptionList"/>
  </dgm:cxnLst>
  <dgm:bg/>
  <dgm:whole/>
  <dgm:extLst>
    <a:ext uri="http://schemas.microsoft.com/office/drawing/2008/diagram">
      <dsp:dataModelExt xmlns:dsp="http://schemas.microsoft.com/office/drawing/2008/diagram" relId="rId6" minVer="http://schemas.openxmlformats.org/drawingml/2006/diagram"/>
    </a:ext>
  </dgm:extLst>
</dgm:dataModel>
</file>

<file path=ppt/diagrams/data17.xml><?xml version="1.0" encoding="utf-8"?>
<dgm:dataModel xmlns:dgm="http://schemas.openxmlformats.org/drawingml/2006/diagram" xmlns:a="http://schemas.openxmlformats.org/drawingml/2006/main">
  <dgm:ptLst>
    <dgm:pt modelId="{11BFDC2A-AC7E-46FA-A778-939603A1B0C3}" type="doc">
      <dgm:prSet loTypeId="urn:microsoft.com/office/officeart/2018/5/layout/CenteredIconLabelDescriptionList" loCatId="icon" qsTypeId="urn:microsoft.com/office/officeart/2005/8/quickstyle/simple1" qsCatId="simple" csTypeId="urn:microsoft.com/office/officeart/2018/5/colors/Iconchunking_neutralbg_accent4_2" csCatId="accent4" phldr="1"/>
      <dgm:spPr/>
      <dgm:t>
        <a:bodyPr/>
        <a:lstStyle/>
        <a:p>
          <a:endParaRPr lang="en-US"/>
        </a:p>
      </dgm:t>
    </dgm:pt>
    <dgm:pt modelId="{8C743E0B-F1E4-4501-8578-11C707DDFEC1}">
      <dgm:prSet/>
      <dgm:spPr/>
      <dgm:t>
        <a:bodyPr/>
        <a:lstStyle/>
        <a:p>
          <a:pPr>
            <a:lnSpc>
              <a:spcPct val="100000"/>
            </a:lnSpc>
            <a:defRPr b="1"/>
          </a:pPr>
          <a:r>
            <a:rPr lang="en-US" dirty="0"/>
            <a:t>wallets </a:t>
          </a:r>
        </a:p>
      </dgm:t>
    </dgm:pt>
    <dgm:pt modelId="{DCA7F46B-9965-4C90-9E8C-C1EC574F73E9}" type="parTrans" cxnId="{D7757569-AA47-4113-87E5-6BFBCB3B8496}">
      <dgm:prSet/>
      <dgm:spPr/>
      <dgm:t>
        <a:bodyPr/>
        <a:lstStyle/>
        <a:p>
          <a:endParaRPr lang="en-US"/>
        </a:p>
      </dgm:t>
    </dgm:pt>
    <dgm:pt modelId="{93F15AB2-145E-4DAB-B8C2-A7D5353C8C30}" type="sibTrans" cxnId="{D7757569-AA47-4113-87E5-6BFBCB3B8496}">
      <dgm:prSet/>
      <dgm:spPr/>
      <dgm:t>
        <a:bodyPr/>
        <a:lstStyle/>
        <a:p>
          <a:endParaRPr lang="en-US"/>
        </a:p>
      </dgm:t>
    </dgm:pt>
    <dgm:pt modelId="{AE16EA66-FB20-4C8F-A7FC-7816B2DD01EB}">
      <dgm:prSet/>
      <dgm:spPr/>
      <dgm:t>
        <a:bodyPr/>
        <a:lstStyle/>
        <a:p>
          <a:pPr>
            <a:lnSpc>
              <a:spcPct val="100000"/>
            </a:lnSpc>
          </a:pPr>
          <a:r>
            <a:rPr lang="en-US" dirty="0"/>
            <a:t>maintain a database</a:t>
          </a:r>
        </a:p>
      </dgm:t>
    </dgm:pt>
    <dgm:pt modelId="{E3AF5556-9231-4AF7-A0C4-75D59C3E42ED}" type="parTrans" cxnId="{8BBBC8FA-D4D1-43BF-A5D0-9E9032CFB94A}">
      <dgm:prSet/>
      <dgm:spPr/>
      <dgm:t>
        <a:bodyPr/>
        <a:lstStyle/>
        <a:p>
          <a:endParaRPr lang="en-US"/>
        </a:p>
      </dgm:t>
    </dgm:pt>
    <dgm:pt modelId="{6C6653B9-2D7D-4E65-BFA7-03FE691E2F6A}" type="sibTrans" cxnId="{8BBBC8FA-D4D1-43BF-A5D0-9E9032CFB94A}">
      <dgm:prSet/>
      <dgm:spPr/>
      <dgm:t>
        <a:bodyPr/>
        <a:lstStyle/>
        <a:p>
          <a:endParaRPr lang="en-US"/>
        </a:p>
      </dgm:t>
    </dgm:pt>
    <dgm:pt modelId="{050858E8-84F2-4C9E-B6C9-85CA97F7577E}">
      <dgm:prSet/>
      <dgm:spPr/>
      <dgm:t>
        <a:bodyPr/>
        <a:lstStyle/>
        <a:p>
          <a:pPr>
            <a:lnSpc>
              <a:spcPct val="100000"/>
            </a:lnSpc>
            <a:defRPr b="1"/>
          </a:pPr>
          <a:r>
            <a:rPr lang="tr-TR" dirty="0"/>
            <a:t>Reference</a:t>
          </a:r>
          <a:endParaRPr lang="en-US" dirty="0"/>
        </a:p>
      </dgm:t>
    </dgm:pt>
    <dgm:pt modelId="{9D2A97BE-6A20-4BF4-8B36-A3C37F8B5333}" type="parTrans" cxnId="{E7213D4E-882A-4FC8-8EDE-9096A3D7C2CF}">
      <dgm:prSet/>
      <dgm:spPr/>
      <dgm:t>
        <a:bodyPr/>
        <a:lstStyle/>
        <a:p>
          <a:endParaRPr lang="en-US"/>
        </a:p>
      </dgm:t>
    </dgm:pt>
    <dgm:pt modelId="{FF46D405-A692-4DC8-9D0A-4E5B03CAC290}" type="sibTrans" cxnId="{E7213D4E-882A-4FC8-8EDE-9096A3D7C2CF}">
      <dgm:prSet/>
      <dgm:spPr/>
      <dgm:t>
        <a:bodyPr/>
        <a:lstStyle/>
        <a:p>
          <a:endParaRPr lang="en-US"/>
        </a:p>
      </dgm:t>
    </dgm:pt>
    <dgm:pt modelId="{20AD297F-EAA3-4A38-AFA7-895005CFB40D}">
      <dgm:prSet/>
      <dgm:spPr/>
      <dgm:t>
        <a:bodyPr/>
        <a:lstStyle/>
        <a:p>
          <a:pPr>
            <a:lnSpc>
              <a:spcPct val="100000"/>
            </a:lnSpc>
          </a:pPr>
          <a:r>
            <a:rPr lang="en-US" dirty="0"/>
            <a:t>store</a:t>
          </a:r>
          <a:r>
            <a:rPr lang="tr-TR" dirty="0"/>
            <a:t> </a:t>
          </a:r>
          <a:r>
            <a:rPr lang="en-US" dirty="0"/>
            <a:t>a quick reference set</a:t>
          </a:r>
        </a:p>
      </dgm:t>
    </dgm:pt>
    <dgm:pt modelId="{84C5682F-4083-41F4-93E5-7E2ED763F6BF}" type="parTrans" cxnId="{087EBEE8-79D1-485B-ABBE-6E8317AB8D2C}">
      <dgm:prSet/>
      <dgm:spPr/>
      <dgm:t>
        <a:bodyPr/>
        <a:lstStyle/>
        <a:p>
          <a:endParaRPr lang="en-US"/>
        </a:p>
      </dgm:t>
    </dgm:pt>
    <dgm:pt modelId="{E2393624-CB43-4673-9E32-09AC5F9ED485}" type="sibTrans" cxnId="{087EBEE8-79D1-485B-ABBE-6E8317AB8D2C}">
      <dgm:prSet/>
      <dgm:spPr/>
      <dgm:t>
        <a:bodyPr/>
        <a:lstStyle/>
        <a:p>
          <a:endParaRPr lang="en-US"/>
        </a:p>
      </dgm:t>
    </dgm:pt>
    <dgm:pt modelId="{595851B1-1E06-4975-A765-A85C4756C7D3}">
      <dgm:prSet/>
      <dgm:spPr/>
      <dgm:t>
        <a:bodyPr/>
        <a:lstStyle/>
        <a:p>
          <a:pPr>
            <a:lnSpc>
              <a:spcPct val="100000"/>
            </a:lnSpc>
          </a:pPr>
          <a:r>
            <a:rPr lang="tr-TR" dirty="0"/>
            <a:t>to the UTXO</a:t>
          </a:r>
          <a:endParaRPr lang="en-US" dirty="0"/>
        </a:p>
      </dgm:t>
    </dgm:pt>
    <dgm:pt modelId="{59D4F074-31A0-41EA-B24A-0DDFF3C1F8D3}" type="parTrans" cxnId="{2EA71392-4A07-4CB9-BA03-2863D8426AB9}">
      <dgm:prSet/>
      <dgm:spPr/>
      <dgm:t>
        <a:bodyPr/>
        <a:lstStyle/>
        <a:p>
          <a:endParaRPr lang="en-US"/>
        </a:p>
      </dgm:t>
    </dgm:pt>
    <dgm:pt modelId="{BDE1265B-EF98-4874-8531-5DA73B274392}" type="sibTrans" cxnId="{2EA71392-4A07-4CB9-BA03-2863D8426AB9}">
      <dgm:prSet/>
      <dgm:spPr/>
      <dgm:t>
        <a:bodyPr/>
        <a:lstStyle/>
        <a:p>
          <a:endParaRPr lang="en-US"/>
        </a:p>
      </dgm:t>
    </dgm:pt>
    <dgm:pt modelId="{68657736-A296-45B8-9D7E-250E85FBA013}">
      <dgm:prSet/>
      <dgm:spPr/>
      <dgm:t>
        <a:bodyPr/>
        <a:lstStyle/>
        <a:p>
          <a:pPr>
            <a:lnSpc>
              <a:spcPct val="100000"/>
            </a:lnSpc>
          </a:pPr>
          <a:r>
            <a:rPr lang="en-US" dirty="0"/>
            <a:t>or use a database service </a:t>
          </a:r>
        </a:p>
      </dgm:t>
    </dgm:pt>
    <dgm:pt modelId="{CADB3F2A-2865-4A66-9D9F-506B3DECBA5F}" type="parTrans" cxnId="{37590935-DAE7-4E01-9A99-7F86F3AAF1F0}">
      <dgm:prSet/>
      <dgm:spPr/>
      <dgm:t>
        <a:bodyPr/>
        <a:lstStyle/>
        <a:p>
          <a:endParaRPr lang="tr-TR"/>
        </a:p>
      </dgm:t>
    </dgm:pt>
    <dgm:pt modelId="{BD1299E8-1655-4D43-AEB7-FDC712F5ECF8}" type="sibTrans" cxnId="{37590935-DAE7-4E01-9A99-7F86F3AAF1F0}">
      <dgm:prSet/>
      <dgm:spPr/>
      <dgm:t>
        <a:bodyPr/>
        <a:lstStyle/>
        <a:p>
          <a:endParaRPr lang="tr-TR"/>
        </a:p>
      </dgm:t>
    </dgm:pt>
    <dgm:pt modelId="{CB83A3F6-400F-4EA9-B31A-4CA21B5DB45E}">
      <dgm:prSet/>
      <dgm:spPr/>
      <dgm:t>
        <a:bodyPr/>
        <a:lstStyle/>
        <a:p>
          <a:pPr>
            <a:lnSpc>
              <a:spcPct val="100000"/>
            </a:lnSpc>
          </a:pPr>
          <a:r>
            <a:rPr lang="en-US"/>
            <a:t>of </a:t>
          </a:r>
          <a:r>
            <a:rPr lang="en-US" dirty="0"/>
            <a:t>all the UTXO </a:t>
          </a:r>
        </a:p>
      </dgm:t>
    </dgm:pt>
    <dgm:pt modelId="{315FB9A9-0E30-4E56-A56B-DFC527402448}" type="parTrans" cxnId="{53499F4C-3D1B-46CB-A4F9-A56638F84430}">
      <dgm:prSet/>
      <dgm:spPr/>
      <dgm:t>
        <a:bodyPr/>
        <a:lstStyle/>
        <a:p>
          <a:endParaRPr lang="tr-TR"/>
        </a:p>
      </dgm:t>
    </dgm:pt>
    <dgm:pt modelId="{36C60D9F-9E43-4672-BA43-C17678B8F60C}" type="sibTrans" cxnId="{53499F4C-3D1B-46CB-A4F9-A56638F84430}">
      <dgm:prSet/>
      <dgm:spPr/>
      <dgm:t>
        <a:bodyPr/>
        <a:lstStyle/>
        <a:p>
          <a:endParaRPr lang="tr-TR"/>
        </a:p>
      </dgm:t>
    </dgm:pt>
    <dgm:pt modelId="{B0E70142-605E-44E4-A585-C9DB18E8A7E9}">
      <dgm:prSet/>
      <dgm:spPr/>
      <dgm:t>
        <a:bodyPr/>
        <a:lstStyle/>
        <a:p>
          <a:pPr>
            <a:lnSpc>
              <a:spcPct val="100000"/>
            </a:lnSpc>
            <a:defRPr b="1"/>
          </a:pPr>
          <a:r>
            <a:rPr lang="tr-TR" dirty="0"/>
            <a:t>Quick access</a:t>
          </a:r>
          <a:endParaRPr lang="en-US" dirty="0"/>
        </a:p>
      </dgm:t>
    </dgm:pt>
    <dgm:pt modelId="{08F46177-B543-4C79-8CAD-34F6C4F95799}" type="parTrans" cxnId="{5E327E9B-D58E-4B53-8498-7DD03C72D4A7}">
      <dgm:prSet/>
      <dgm:spPr/>
      <dgm:t>
        <a:bodyPr/>
        <a:lstStyle/>
        <a:p>
          <a:endParaRPr lang="tr-TR"/>
        </a:p>
      </dgm:t>
    </dgm:pt>
    <dgm:pt modelId="{358051E2-E5AD-4DA2-84DE-2736E666DE17}" type="sibTrans" cxnId="{5E327E9B-D58E-4B53-8498-7DD03C72D4A7}">
      <dgm:prSet/>
      <dgm:spPr/>
      <dgm:t>
        <a:bodyPr/>
        <a:lstStyle/>
        <a:p>
          <a:endParaRPr lang="tr-TR"/>
        </a:p>
      </dgm:t>
    </dgm:pt>
    <dgm:pt modelId="{3B7EA948-5196-415F-9823-37DB1E1A7E94}">
      <dgm:prSet/>
      <dgm:spPr/>
      <dgm:t>
        <a:bodyPr/>
        <a:lstStyle/>
        <a:p>
          <a:pPr>
            <a:lnSpc>
              <a:spcPct val="100000"/>
            </a:lnSpc>
          </a:pPr>
          <a:r>
            <a:rPr lang="en-US"/>
            <a:t>with </a:t>
          </a:r>
          <a:r>
            <a:rPr lang="en-US" dirty="0"/>
            <a:t>the keys they control.</a:t>
          </a:r>
        </a:p>
      </dgm:t>
    </dgm:pt>
    <dgm:pt modelId="{9B29DE62-87CD-46D5-AFD0-C73E69F6B356}" type="parTrans" cxnId="{F4558F35-8CD8-4907-AFAF-8EB124152DAE}">
      <dgm:prSet/>
      <dgm:spPr/>
      <dgm:t>
        <a:bodyPr/>
        <a:lstStyle/>
        <a:p>
          <a:endParaRPr lang="tr-TR"/>
        </a:p>
      </dgm:t>
    </dgm:pt>
    <dgm:pt modelId="{2BB039A5-0E69-43B1-88BA-5E198898E614}" type="sibTrans" cxnId="{F4558F35-8CD8-4907-AFAF-8EB124152DAE}">
      <dgm:prSet/>
      <dgm:spPr/>
      <dgm:t>
        <a:bodyPr/>
        <a:lstStyle/>
        <a:p>
          <a:endParaRPr lang="tr-TR"/>
        </a:p>
      </dgm:t>
    </dgm:pt>
    <dgm:pt modelId="{863CF519-94EC-4F1B-8D35-63AC282A5730}">
      <dgm:prSet/>
      <dgm:spPr/>
      <dgm:t>
        <a:bodyPr/>
        <a:lstStyle/>
        <a:p>
          <a:pPr>
            <a:lnSpc>
              <a:spcPct val="100000"/>
            </a:lnSpc>
          </a:pPr>
          <a:r>
            <a:rPr lang="en-US"/>
            <a:t>they </a:t>
          </a:r>
          <a:r>
            <a:rPr lang="en-US" dirty="0"/>
            <a:t>can</a:t>
          </a:r>
          <a:r>
            <a:rPr lang="tr-TR" dirty="0"/>
            <a:t> </a:t>
          </a:r>
          <a:r>
            <a:rPr lang="en-US" dirty="0"/>
            <a:t>spend</a:t>
          </a:r>
        </a:p>
      </dgm:t>
    </dgm:pt>
    <dgm:pt modelId="{F32024B5-87FC-4E0F-89BA-4EED39070F82}" type="parTrans" cxnId="{761F14AD-599D-4165-A594-908625F5AB59}">
      <dgm:prSet/>
      <dgm:spPr/>
      <dgm:t>
        <a:bodyPr/>
        <a:lstStyle/>
        <a:p>
          <a:endParaRPr lang="tr-TR"/>
        </a:p>
      </dgm:t>
    </dgm:pt>
    <dgm:pt modelId="{80778263-B446-4FE8-AEBD-ECD2B69FB5D5}" type="sibTrans" cxnId="{761F14AD-599D-4165-A594-908625F5AB59}">
      <dgm:prSet/>
      <dgm:spPr/>
      <dgm:t>
        <a:bodyPr/>
        <a:lstStyle/>
        <a:p>
          <a:endParaRPr lang="tr-TR"/>
        </a:p>
      </dgm:t>
    </dgm:pt>
    <dgm:pt modelId="{B45F890A-D672-429D-8B57-AD1EF5DE8096}" type="pres">
      <dgm:prSet presAssocID="{11BFDC2A-AC7E-46FA-A778-939603A1B0C3}" presName="root" presStyleCnt="0">
        <dgm:presLayoutVars>
          <dgm:dir/>
          <dgm:resizeHandles val="exact"/>
        </dgm:presLayoutVars>
      </dgm:prSet>
      <dgm:spPr/>
    </dgm:pt>
    <dgm:pt modelId="{CA0FF4D2-B487-4F87-BC66-E58795DC141D}" type="pres">
      <dgm:prSet presAssocID="{8C743E0B-F1E4-4501-8578-11C707DDFEC1}" presName="compNode" presStyleCnt="0"/>
      <dgm:spPr/>
    </dgm:pt>
    <dgm:pt modelId="{295276F1-811C-48FE-AA65-138BDB9D1924}" type="pres">
      <dgm:prSet presAssocID="{8C743E0B-F1E4-4501-8578-11C707DDFEC1}" presName="iconRect" presStyleLbl="node1" presStyleIdx="0" presStyleCnt="3"/>
      <dgm:spPr>
        <a:blipFill rotWithShape="1">
          <a:blip xmlns:r="http://schemas.openxmlformats.org/officeDocument/2006/relationships" r:embed="rId1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>
            <a:fillRect t="-4000" b="-4000"/>
          </a:stretch>
        </a:blipFill>
        <a:ln>
          <a:noFill/>
        </a:ln>
      </dgm:spPr>
    </dgm:pt>
    <dgm:pt modelId="{DA9B84A8-76E4-4278-942A-9F69FC91DB0B}" type="pres">
      <dgm:prSet presAssocID="{8C743E0B-F1E4-4501-8578-11C707DDFEC1}" presName="iconSpace" presStyleCnt="0"/>
      <dgm:spPr/>
    </dgm:pt>
    <dgm:pt modelId="{4A5B35BC-D990-4450-A7B0-67661E35BF1D}" type="pres">
      <dgm:prSet presAssocID="{8C743E0B-F1E4-4501-8578-11C707DDFEC1}" presName="parTx" presStyleLbl="revTx" presStyleIdx="0" presStyleCnt="6">
        <dgm:presLayoutVars>
          <dgm:chMax val="0"/>
          <dgm:chPref val="0"/>
        </dgm:presLayoutVars>
      </dgm:prSet>
      <dgm:spPr/>
    </dgm:pt>
    <dgm:pt modelId="{E5D4F3FA-DFF9-44BA-A946-09082C38A729}" type="pres">
      <dgm:prSet presAssocID="{8C743E0B-F1E4-4501-8578-11C707DDFEC1}" presName="txSpace" presStyleCnt="0"/>
      <dgm:spPr/>
    </dgm:pt>
    <dgm:pt modelId="{B1320836-02D0-4F0E-AB48-717FD698DC0B}" type="pres">
      <dgm:prSet presAssocID="{8C743E0B-F1E4-4501-8578-11C707DDFEC1}" presName="desTx" presStyleLbl="revTx" presStyleIdx="1" presStyleCnt="6">
        <dgm:presLayoutVars/>
      </dgm:prSet>
      <dgm:spPr/>
    </dgm:pt>
    <dgm:pt modelId="{3A184756-9169-409F-A8FC-59F9502C9C70}" type="pres">
      <dgm:prSet presAssocID="{93F15AB2-145E-4DAB-B8C2-A7D5353C8C30}" presName="sibTrans" presStyleCnt="0"/>
      <dgm:spPr/>
    </dgm:pt>
    <dgm:pt modelId="{FE26EA0F-450C-4764-A012-F3464739B0D7}" type="pres">
      <dgm:prSet presAssocID="{050858E8-84F2-4C9E-B6C9-85CA97F7577E}" presName="compNode" presStyleCnt="0"/>
      <dgm:spPr/>
    </dgm:pt>
    <dgm:pt modelId="{1A54239A-4950-4E1A-B59D-EA633557F68F}" type="pres">
      <dgm:prSet presAssocID="{050858E8-84F2-4C9E-B6C9-85CA97F7577E}" presName="iconRect" presStyleLbl="node1" presStyleIdx="1" presStyleCnt="3"/>
      <dgm:spPr>
        <a:blipFill>
          <a:blip xmlns:r="http://schemas.openxmlformats.org/officeDocument/2006/relationships" r:embed="rId2" cstate="email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3"/>
              </a:ext>
            </a:extLst>
          </a:blip>
          <a:stretch>
            <a:fillRect/>
          </a:stretch>
        </a:blipFill>
        <a:ln>
          <a:noFill/>
        </a:ln>
      </dgm:spPr>
      <dgm:extLst>
        <a:ext uri="{E40237B7-FDA0-4F09-8148-C483321AD2D9}">
          <dgm14:cNvPr xmlns:dgm14="http://schemas.microsoft.com/office/drawing/2010/diagram" id="0" name="" descr="Target Audience"/>
        </a:ext>
      </dgm:extLst>
    </dgm:pt>
    <dgm:pt modelId="{1CC41E5D-E381-4F97-AC30-FAEAAA2A31B3}" type="pres">
      <dgm:prSet presAssocID="{050858E8-84F2-4C9E-B6C9-85CA97F7577E}" presName="iconSpace" presStyleCnt="0"/>
      <dgm:spPr/>
    </dgm:pt>
    <dgm:pt modelId="{3324B262-4204-4A61-8DB1-B6347A1E5C86}" type="pres">
      <dgm:prSet presAssocID="{050858E8-84F2-4C9E-B6C9-85CA97F7577E}" presName="parTx" presStyleLbl="revTx" presStyleIdx="2" presStyleCnt="6">
        <dgm:presLayoutVars>
          <dgm:chMax val="0"/>
          <dgm:chPref val="0"/>
        </dgm:presLayoutVars>
      </dgm:prSet>
      <dgm:spPr/>
    </dgm:pt>
    <dgm:pt modelId="{59390436-FD3E-4C9A-91FF-5E72A17FE1BD}" type="pres">
      <dgm:prSet presAssocID="{050858E8-84F2-4C9E-B6C9-85CA97F7577E}" presName="txSpace" presStyleCnt="0"/>
      <dgm:spPr/>
    </dgm:pt>
    <dgm:pt modelId="{80B129B9-3E77-4908-87B1-DD7BD1F137B0}" type="pres">
      <dgm:prSet presAssocID="{050858E8-84F2-4C9E-B6C9-85CA97F7577E}" presName="desTx" presStyleLbl="revTx" presStyleIdx="3" presStyleCnt="6">
        <dgm:presLayoutVars/>
      </dgm:prSet>
      <dgm:spPr/>
    </dgm:pt>
    <dgm:pt modelId="{5767CE86-5DC2-4981-B9B5-0C1AD4C491B5}" type="pres">
      <dgm:prSet presAssocID="{FF46D405-A692-4DC8-9D0A-4E5B03CAC290}" presName="sibTrans" presStyleCnt="0"/>
      <dgm:spPr/>
    </dgm:pt>
    <dgm:pt modelId="{80DFB789-447C-45E4-ABDA-5CD7C5654B90}" type="pres">
      <dgm:prSet presAssocID="{B0E70142-605E-44E4-A585-C9DB18E8A7E9}" presName="compNode" presStyleCnt="0"/>
      <dgm:spPr/>
    </dgm:pt>
    <dgm:pt modelId="{6F774987-1E82-4F46-BB18-D43563BACCF4}" type="pres">
      <dgm:prSet presAssocID="{B0E70142-605E-44E4-A585-C9DB18E8A7E9}" presName="iconRect" presStyleLbl="node1" presStyleIdx="2" presStyleCnt="3"/>
      <dgm:spPr>
        <a:blipFill rotWithShape="1">
          <a:blip xmlns:r="http://schemas.openxmlformats.org/officeDocument/2006/relationships" r:embed="rId4" cstate="email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5"/>
              </a:ext>
            </a:extLst>
          </a:blip>
          <a:srcRect/>
          <a:stretch>
            <a:fillRect/>
          </a:stretch>
        </a:blipFill>
      </dgm:spPr>
    </dgm:pt>
    <dgm:pt modelId="{40F55A30-29F4-4FCD-88BA-9BEE95DD5F8C}" type="pres">
      <dgm:prSet presAssocID="{B0E70142-605E-44E4-A585-C9DB18E8A7E9}" presName="iconSpace" presStyleCnt="0"/>
      <dgm:spPr/>
    </dgm:pt>
    <dgm:pt modelId="{64E3651C-56A0-476F-85CC-FBB2B5E505D0}" type="pres">
      <dgm:prSet presAssocID="{B0E70142-605E-44E4-A585-C9DB18E8A7E9}" presName="parTx" presStyleLbl="revTx" presStyleIdx="4" presStyleCnt="6">
        <dgm:presLayoutVars>
          <dgm:chMax val="0"/>
          <dgm:chPref val="0"/>
        </dgm:presLayoutVars>
      </dgm:prSet>
      <dgm:spPr/>
    </dgm:pt>
    <dgm:pt modelId="{8560077F-7794-42C6-A1D8-3C1E7A34F8A3}" type="pres">
      <dgm:prSet presAssocID="{B0E70142-605E-44E4-A585-C9DB18E8A7E9}" presName="txSpace" presStyleCnt="0"/>
      <dgm:spPr/>
    </dgm:pt>
    <dgm:pt modelId="{83689334-0766-4808-B318-E4D75ED72DB9}" type="pres">
      <dgm:prSet presAssocID="{B0E70142-605E-44E4-A585-C9DB18E8A7E9}" presName="desTx" presStyleLbl="revTx" presStyleIdx="5" presStyleCnt="6">
        <dgm:presLayoutVars/>
      </dgm:prSet>
      <dgm:spPr/>
    </dgm:pt>
  </dgm:ptLst>
  <dgm:cxnLst>
    <dgm:cxn modelId="{2A04E917-80EA-4969-A629-64EBDEFC1467}" type="presOf" srcId="{CB83A3F6-400F-4EA9-B31A-4CA21B5DB45E}" destId="{80B129B9-3E77-4908-87B1-DD7BD1F137B0}" srcOrd="0" destOrd="1" presId="urn:microsoft.com/office/officeart/2018/5/layout/CenteredIconLabelDescriptionList"/>
    <dgm:cxn modelId="{D5AEDC20-F92C-4EF0-A7A6-28679E6E23B0}" type="presOf" srcId="{B0E70142-605E-44E4-A585-C9DB18E8A7E9}" destId="{64E3651C-56A0-476F-85CC-FBB2B5E505D0}" srcOrd="0" destOrd="0" presId="urn:microsoft.com/office/officeart/2018/5/layout/CenteredIconLabelDescriptionList"/>
    <dgm:cxn modelId="{37590935-DAE7-4E01-9A99-7F86F3AAF1F0}" srcId="{8C743E0B-F1E4-4501-8578-11C707DDFEC1}" destId="{68657736-A296-45B8-9D7E-250E85FBA013}" srcOrd="1" destOrd="0" parTransId="{CADB3F2A-2865-4A66-9D9F-506B3DECBA5F}" sibTransId="{BD1299E8-1655-4D43-AEB7-FDC712F5ECF8}"/>
    <dgm:cxn modelId="{F4558F35-8CD8-4907-AFAF-8EB124152DAE}" srcId="{B0E70142-605E-44E4-A585-C9DB18E8A7E9}" destId="{3B7EA948-5196-415F-9823-37DB1E1A7E94}" srcOrd="2" destOrd="0" parTransId="{9B29DE62-87CD-46D5-AFD0-C73E69F6B356}" sibTransId="{2BB039A5-0E69-43B1-88BA-5E198898E614}"/>
    <dgm:cxn modelId="{D7757569-AA47-4113-87E5-6BFBCB3B8496}" srcId="{11BFDC2A-AC7E-46FA-A778-939603A1B0C3}" destId="{8C743E0B-F1E4-4501-8578-11C707DDFEC1}" srcOrd="0" destOrd="0" parTransId="{DCA7F46B-9965-4C90-9E8C-C1EC574F73E9}" sibTransId="{93F15AB2-145E-4DAB-B8C2-A7D5353C8C30}"/>
    <dgm:cxn modelId="{53499F4C-3D1B-46CB-A4F9-A56638F84430}" srcId="{050858E8-84F2-4C9E-B6C9-85CA97F7577E}" destId="{CB83A3F6-400F-4EA9-B31A-4CA21B5DB45E}" srcOrd="1" destOrd="0" parTransId="{315FB9A9-0E30-4E56-A56B-DFC527402448}" sibTransId="{36C60D9F-9E43-4672-BA43-C17678B8F60C}"/>
    <dgm:cxn modelId="{E7213D4E-882A-4FC8-8EDE-9096A3D7C2CF}" srcId="{11BFDC2A-AC7E-46FA-A778-939603A1B0C3}" destId="{050858E8-84F2-4C9E-B6C9-85CA97F7577E}" srcOrd="1" destOrd="0" parTransId="{9D2A97BE-6A20-4BF4-8B36-A3C37F8B5333}" sibTransId="{FF46D405-A692-4DC8-9D0A-4E5B03CAC290}"/>
    <dgm:cxn modelId="{CAB90D75-7D5E-4B4C-8A66-6EBA5689C9E9}" type="presOf" srcId="{050858E8-84F2-4C9E-B6C9-85CA97F7577E}" destId="{3324B262-4204-4A61-8DB1-B6347A1E5C86}" srcOrd="0" destOrd="0" presId="urn:microsoft.com/office/officeart/2018/5/layout/CenteredIconLabelDescriptionList"/>
    <dgm:cxn modelId="{66098255-D018-4496-8880-3573A5665F2C}" type="presOf" srcId="{595851B1-1E06-4975-A765-A85C4756C7D3}" destId="{83689334-0766-4808-B318-E4D75ED72DB9}" srcOrd="0" destOrd="0" presId="urn:microsoft.com/office/officeart/2018/5/layout/CenteredIconLabelDescriptionList"/>
    <dgm:cxn modelId="{AC9D5778-59F2-440F-A80E-FACA12948943}" type="presOf" srcId="{68657736-A296-45B8-9D7E-250E85FBA013}" destId="{B1320836-02D0-4F0E-AB48-717FD698DC0B}" srcOrd="0" destOrd="1" presId="urn:microsoft.com/office/officeart/2018/5/layout/CenteredIconLabelDescriptionList"/>
    <dgm:cxn modelId="{FF9C0C8C-A273-44A3-8DA9-831DA4C66809}" type="presOf" srcId="{863CF519-94EC-4F1B-8D35-63AC282A5730}" destId="{83689334-0766-4808-B318-E4D75ED72DB9}" srcOrd="0" destOrd="1" presId="urn:microsoft.com/office/officeart/2018/5/layout/CenteredIconLabelDescriptionList"/>
    <dgm:cxn modelId="{2EA71392-4A07-4CB9-BA03-2863D8426AB9}" srcId="{B0E70142-605E-44E4-A585-C9DB18E8A7E9}" destId="{595851B1-1E06-4975-A765-A85C4756C7D3}" srcOrd="0" destOrd="0" parTransId="{59D4F074-31A0-41EA-B24A-0DDFF3C1F8D3}" sibTransId="{BDE1265B-EF98-4874-8531-5DA73B274392}"/>
    <dgm:cxn modelId="{ABE25A96-76B8-4F89-A271-65C30BEB294C}" type="presOf" srcId="{8C743E0B-F1E4-4501-8578-11C707DDFEC1}" destId="{4A5B35BC-D990-4450-A7B0-67661E35BF1D}" srcOrd="0" destOrd="0" presId="urn:microsoft.com/office/officeart/2018/5/layout/CenteredIconLabelDescriptionList"/>
    <dgm:cxn modelId="{5E327E9B-D58E-4B53-8498-7DD03C72D4A7}" srcId="{11BFDC2A-AC7E-46FA-A778-939603A1B0C3}" destId="{B0E70142-605E-44E4-A585-C9DB18E8A7E9}" srcOrd="2" destOrd="0" parTransId="{08F46177-B543-4C79-8CAD-34F6C4F95799}" sibTransId="{358051E2-E5AD-4DA2-84DE-2736E666DE17}"/>
    <dgm:cxn modelId="{C3C2CB9D-6714-4136-9A66-E8BBB7CA3EE8}" type="presOf" srcId="{11BFDC2A-AC7E-46FA-A778-939603A1B0C3}" destId="{B45F890A-D672-429D-8B57-AD1EF5DE8096}" srcOrd="0" destOrd="0" presId="urn:microsoft.com/office/officeart/2018/5/layout/CenteredIconLabelDescriptionList"/>
    <dgm:cxn modelId="{39A1ECA1-1424-411E-9B20-1B44384A576B}" type="presOf" srcId="{3B7EA948-5196-415F-9823-37DB1E1A7E94}" destId="{83689334-0766-4808-B318-E4D75ED72DB9}" srcOrd="0" destOrd="2" presId="urn:microsoft.com/office/officeart/2018/5/layout/CenteredIconLabelDescriptionList"/>
    <dgm:cxn modelId="{8B9C05AA-2E35-4F44-952C-D6548A50E811}" type="presOf" srcId="{20AD297F-EAA3-4A38-AFA7-895005CFB40D}" destId="{80B129B9-3E77-4908-87B1-DD7BD1F137B0}" srcOrd="0" destOrd="0" presId="urn:microsoft.com/office/officeart/2018/5/layout/CenteredIconLabelDescriptionList"/>
    <dgm:cxn modelId="{761F14AD-599D-4165-A594-908625F5AB59}" srcId="{B0E70142-605E-44E4-A585-C9DB18E8A7E9}" destId="{863CF519-94EC-4F1B-8D35-63AC282A5730}" srcOrd="1" destOrd="0" parTransId="{F32024B5-87FC-4E0F-89BA-4EED39070F82}" sibTransId="{80778263-B446-4FE8-AEBD-ECD2B69FB5D5}"/>
    <dgm:cxn modelId="{087EBEE8-79D1-485B-ABBE-6E8317AB8D2C}" srcId="{050858E8-84F2-4C9E-B6C9-85CA97F7577E}" destId="{20AD297F-EAA3-4A38-AFA7-895005CFB40D}" srcOrd="0" destOrd="0" parTransId="{84C5682F-4083-41F4-93E5-7E2ED763F6BF}" sibTransId="{E2393624-CB43-4673-9E32-09AC5F9ED485}"/>
    <dgm:cxn modelId="{C69FE3EA-6BFC-465D-B9E7-982C06F14005}" type="presOf" srcId="{AE16EA66-FB20-4C8F-A7FC-7816B2DD01EB}" destId="{B1320836-02D0-4F0E-AB48-717FD698DC0B}" srcOrd="0" destOrd="0" presId="urn:microsoft.com/office/officeart/2018/5/layout/CenteredIconLabelDescriptionList"/>
    <dgm:cxn modelId="{8BBBC8FA-D4D1-43BF-A5D0-9E9032CFB94A}" srcId="{8C743E0B-F1E4-4501-8578-11C707DDFEC1}" destId="{AE16EA66-FB20-4C8F-A7FC-7816B2DD01EB}" srcOrd="0" destOrd="0" parTransId="{E3AF5556-9231-4AF7-A0C4-75D59C3E42ED}" sibTransId="{6C6653B9-2D7D-4E65-BFA7-03FE691E2F6A}"/>
    <dgm:cxn modelId="{7D9A85FB-5C19-43C8-AEFC-CFC671DEEF59}" type="presParOf" srcId="{B45F890A-D672-429D-8B57-AD1EF5DE8096}" destId="{CA0FF4D2-B487-4F87-BC66-E58795DC141D}" srcOrd="0" destOrd="0" presId="urn:microsoft.com/office/officeart/2018/5/layout/CenteredIconLabelDescriptionList"/>
    <dgm:cxn modelId="{3CA311B7-9C70-4E7D-AD0A-AEA4C3362F1E}" type="presParOf" srcId="{CA0FF4D2-B487-4F87-BC66-E58795DC141D}" destId="{295276F1-811C-48FE-AA65-138BDB9D1924}" srcOrd="0" destOrd="0" presId="urn:microsoft.com/office/officeart/2018/5/layout/CenteredIconLabelDescriptionList"/>
    <dgm:cxn modelId="{B797831A-3D53-4E10-860B-DD4EEF063B1A}" type="presParOf" srcId="{CA0FF4D2-B487-4F87-BC66-E58795DC141D}" destId="{DA9B84A8-76E4-4278-942A-9F69FC91DB0B}" srcOrd="1" destOrd="0" presId="urn:microsoft.com/office/officeart/2018/5/layout/CenteredIconLabelDescriptionList"/>
    <dgm:cxn modelId="{685B48D2-859E-436A-B7D2-026FD48157F5}" type="presParOf" srcId="{CA0FF4D2-B487-4F87-BC66-E58795DC141D}" destId="{4A5B35BC-D990-4450-A7B0-67661E35BF1D}" srcOrd="2" destOrd="0" presId="urn:microsoft.com/office/officeart/2018/5/layout/CenteredIconLabelDescriptionList"/>
    <dgm:cxn modelId="{981A65F1-1EE3-4DEB-AEF9-590F5D374C24}" type="presParOf" srcId="{CA0FF4D2-B487-4F87-BC66-E58795DC141D}" destId="{E5D4F3FA-DFF9-44BA-A946-09082C38A729}" srcOrd="3" destOrd="0" presId="urn:microsoft.com/office/officeart/2018/5/layout/CenteredIconLabelDescriptionList"/>
    <dgm:cxn modelId="{92B5E5E8-D8C3-425B-831C-8266D8A5913E}" type="presParOf" srcId="{CA0FF4D2-B487-4F87-BC66-E58795DC141D}" destId="{B1320836-02D0-4F0E-AB48-717FD698DC0B}" srcOrd="4" destOrd="0" presId="urn:microsoft.com/office/officeart/2018/5/layout/CenteredIconLabelDescriptionList"/>
    <dgm:cxn modelId="{779CB8E9-6AEE-45A4-BD81-E02B71CFD407}" type="presParOf" srcId="{B45F890A-D672-429D-8B57-AD1EF5DE8096}" destId="{3A184756-9169-409F-A8FC-59F9502C9C70}" srcOrd="1" destOrd="0" presId="urn:microsoft.com/office/officeart/2018/5/layout/CenteredIconLabelDescriptionList"/>
    <dgm:cxn modelId="{8BA26C20-14F2-4F7A-9635-D9DB27F1143E}" type="presParOf" srcId="{B45F890A-D672-429D-8B57-AD1EF5DE8096}" destId="{FE26EA0F-450C-4764-A012-F3464739B0D7}" srcOrd="2" destOrd="0" presId="urn:microsoft.com/office/officeart/2018/5/layout/CenteredIconLabelDescriptionList"/>
    <dgm:cxn modelId="{FF1DDC58-275E-4FCB-B4F4-5BAC1D25B7E0}" type="presParOf" srcId="{FE26EA0F-450C-4764-A012-F3464739B0D7}" destId="{1A54239A-4950-4E1A-B59D-EA633557F68F}" srcOrd="0" destOrd="0" presId="urn:microsoft.com/office/officeart/2018/5/layout/CenteredIconLabelDescriptionList"/>
    <dgm:cxn modelId="{F66B5766-6456-4450-BBF1-B5160E4FD9BC}" type="presParOf" srcId="{FE26EA0F-450C-4764-A012-F3464739B0D7}" destId="{1CC41E5D-E381-4F97-AC30-FAEAAA2A31B3}" srcOrd="1" destOrd="0" presId="urn:microsoft.com/office/officeart/2018/5/layout/CenteredIconLabelDescriptionList"/>
    <dgm:cxn modelId="{8A7AE0F7-12AE-4962-A218-CB47BD6B40D7}" type="presParOf" srcId="{FE26EA0F-450C-4764-A012-F3464739B0D7}" destId="{3324B262-4204-4A61-8DB1-B6347A1E5C86}" srcOrd="2" destOrd="0" presId="urn:microsoft.com/office/officeart/2018/5/layout/CenteredIconLabelDescriptionList"/>
    <dgm:cxn modelId="{AE95E2BA-764E-4806-89A3-5FBCD1257622}" type="presParOf" srcId="{FE26EA0F-450C-4764-A012-F3464739B0D7}" destId="{59390436-FD3E-4C9A-91FF-5E72A17FE1BD}" srcOrd="3" destOrd="0" presId="urn:microsoft.com/office/officeart/2018/5/layout/CenteredIconLabelDescriptionList"/>
    <dgm:cxn modelId="{28C1BF04-7377-45E2-B42A-3744A6BAB54B}" type="presParOf" srcId="{FE26EA0F-450C-4764-A012-F3464739B0D7}" destId="{80B129B9-3E77-4908-87B1-DD7BD1F137B0}" srcOrd="4" destOrd="0" presId="urn:microsoft.com/office/officeart/2018/5/layout/CenteredIconLabelDescriptionList"/>
    <dgm:cxn modelId="{C9F6C7A4-29E7-4872-BD59-2C99A344E7CE}" type="presParOf" srcId="{B45F890A-D672-429D-8B57-AD1EF5DE8096}" destId="{5767CE86-5DC2-4981-B9B5-0C1AD4C491B5}" srcOrd="3" destOrd="0" presId="urn:microsoft.com/office/officeart/2018/5/layout/CenteredIconLabelDescriptionList"/>
    <dgm:cxn modelId="{C8C17FD7-0007-4785-8F6B-7ADE73FC204F}" type="presParOf" srcId="{B45F890A-D672-429D-8B57-AD1EF5DE8096}" destId="{80DFB789-447C-45E4-ABDA-5CD7C5654B90}" srcOrd="4" destOrd="0" presId="urn:microsoft.com/office/officeart/2018/5/layout/CenteredIconLabelDescriptionList"/>
    <dgm:cxn modelId="{4FF3EACE-F9E8-415D-A103-282DA84FB857}" type="presParOf" srcId="{80DFB789-447C-45E4-ABDA-5CD7C5654B90}" destId="{6F774987-1E82-4F46-BB18-D43563BACCF4}" srcOrd="0" destOrd="0" presId="urn:microsoft.com/office/officeart/2018/5/layout/CenteredIconLabelDescriptionList"/>
    <dgm:cxn modelId="{3C01F080-2EFA-455B-987F-826517818AD0}" type="presParOf" srcId="{80DFB789-447C-45E4-ABDA-5CD7C5654B90}" destId="{40F55A30-29F4-4FCD-88BA-9BEE95DD5F8C}" srcOrd="1" destOrd="0" presId="urn:microsoft.com/office/officeart/2018/5/layout/CenteredIconLabelDescriptionList"/>
    <dgm:cxn modelId="{2D2E8FFB-3858-4646-9406-86DB3A939775}" type="presParOf" srcId="{80DFB789-447C-45E4-ABDA-5CD7C5654B90}" destId="{64E3651C-56A0-476F-85CC-FBB2B5E505D0}" srcOrd="2" destOrd="0" presId="urn:microsoft.com/office/officeart/2018/5/layout/CenteredIconLabelDescriptionList"/>
    <dgm:cxn modelId="{6BE170DD-A07F-4183-B133-CD93E284CFA3}" type="presParOf" srcId="{80DFB789-447C-45E4-ABDA-5CD7C5654B90}" destId="{8560077F-7794-42C6-A1D8-3C1E7A34F8A3}" srcOrd="3" destOrd="0" presId="urn:microsoft.com/office/officeart/2018/5/layout/CenteredIconLabelDescriptionList"/>
    <dgm:cxn modelId="{CA3A2D55-FECE-486A-BF34-CC9D46682B27}" type="presParOf" srcId="{80DFB789-447C-45E4-ABDA-5CD7C5654B90}" destId="{83689334-0766-4808-B318-E4D75ED72DB9}" srcOrd="4" destOrd="0" presId="urn:microsoft.com/office/officeart/2018/5/layout/CenteredIconLabelDescriptionList"/>
  </dgm:cxnLst>
  <dgm:bg/>
  <dgm:whole/>
  <dgm:extLst>
    <a:ext uri="http://schemas.microsoft.com/office/drawing/2008/diagram">
      <dsp:dataModelExt xmlns:dsp="http://schemas.microsoft.com/office/drawing/2008/diagram" relId="rId6" minVer="http://schemas.openxmlformats.org/drawingml/2006/diagram"/>
    </a:ext>
  </dgm:extLst>
</dgm:dataModel>
</file>

<file path=ppt/diagrams/data18.xml><?xml version="1.0" encoding="utf-8"?>
<dgm:dataModel xmlns:dgm="http://schemas.openxmlformats.org/drawingml/2006/diagram" xmlns:a="http://schemas.openxmlformats.org/drawingml/2006/main">
  <dgm:ptLst>
    <dgm:pt modelId="{4D9B7D5E-B514-4125-8683-687AA58E745C}" type="doc">
      <dgm:prSet loTypeId="urn:microsoft.com/office/officeart/2018/2/layout/IconLabelDescriptionList" loCatId="icon" qsTypeId="urn:microsoft.com/office/officeart/2005/8/quickstyle/simple1" qsCatId="simple" csTypeId="urn:microsoft.com/office/officeart/2018/5/colors/Iconchunking_neutralbg_accent1_2" csCatId="accent1" phldr="1"/>
      <dgm:spPr/>
      <dgm:t>
        <a:bodyPr/>
        <a:lstStyle/>
        <a:p>
          <a:endParaRPr lang="en-US"/>
        </a:p>
      </dgm:t>
    </dgm:pt>
    <dgm:pt modelId="{076C14D5-9B78-41F7-B2A4-4EA0BD9ADBE8}">
      <dgm:prSet/>
      <dgm:spPr/>
      <dgm:t>
        <a:bodyPr/>
        <a:lstStyle/>
        <a:p>
          <a:pPr>
            <a:lnSpc>
              <a:spcPct val="100000"/>
            </a:lnSpc>
            <a:defRPr b="1"/>
          </a:pPr>
          <a:r>
            <a:rPr lang="en-US"/>
            <a:t>A transaction output</a:t>
          </a:r>
        </a:p>
      </dgm:t>
    </dgm:pt>
    <dgm:pt modelId="{439FD150-D075-4253-835B-A977C461C065}" type="parTrans" cxnId="{CF0E64FA-3977-4D76-8572-AC3E14E9491F}">
      <dgm:prSet/>
      <dgm:spPr/>
      <dgm:t>
        <a:bodyPr/>
        <a:lstStyle/>
        <a:p>
          <a:endParaRPr lang="en-US"/>
        </a:p>
      </dgm:t>
    </dgm:pt>
    <dgm:pt modelId="{7F612257-4BAB-45C2-B854-CF585D42BEEA}" type="sibTrans" cxnId="{CF0E64FA-3977-4D76-8572-AC3E14E9491F}">
      <dgm:prSet/>
      <dgm:spPr/>
      <dgm:t>
        <a:bodyPr/>
        <a:lstStyle/>
        <a:p>
          <a:endParaRPr lang="en-US"/>
        </a:p>
      </dgm:t>
    </dgm:pt>
    <dgm:pt modelId="{AB3C7EA4-DA45-4B25-B0AD-377E5FCFF7E8}">
      <dgm:prSet/>
      <dgm:spPr/>
      <dgm:t>
        <a:bodyPr/>
        <a:lstStyle/>
        <a:p>
          <a:pPr>
            <a:lnSpc>
              <a:spcPct val="100000"/>
            </a:lnSpc>
          </a:pPr>
          <a:r>
            <a:rPr lang="tr-TR"/>
            <a:t>is </a:t>
          </a:r>
          <a:r>
            <a:rPr lang="en-US"/>
            <a:t>denominated</a:t>
          </a:r>
        </a:p>
      </dgm:t>
    </dgm:pt>
    <dgm:pt modelId="{81DA7D44-F166-42B7-B749-0CAC697A4581}" type="parTrans" cxnId="{3322AD70-6484-4CAD-A549-11836C000E47}">
      <dgm:prSet/>
      <dgm:spPr/>
      <dgm:t>
        <a:bodyPr/>
        <a:lstStyle/>
        <a:p>
          <a:endParaRPr lang="en-US"/>
        </a:p>
      </dgm:t>
    </dgm:pt>
    <dgm:pt modelId="{1B6064FC-2462-4B62-969E-D969E6A4004A}" type="sibTrans" cxnId="{3322AD70-6484-4CAD-A549-11836C000E47}">
      <dgm:prSet/>
      <dgm:spPr/>
      <dgm:t>
        <a:bodyPr/>
        <a:lstStyle/>
        <a:p>
          <a:endParaRPr lang="en-US"/>
        </a:p>
      </dgm:t>
    </dgm:pt>
    <dgm:pt modelId="{06AD6A46-29E7-4E22-B589-C92ECCE356F1}">
      <dgm:prSet/>
      <dgm:spPr/>
      <dgm:t>
        <a:bodyPr/>
        <a:lstStyle/>
        <a:p>
          <a:pPr>
            <a:lnSpc>
              <a:spcPct val="100000"/>
            </a:lnSpc>
          </a:pPr>
          <a:r>
            <a:rPr lang="en-US" dirty="0"/>
            <a:t>as a </a:t>
          </a:r>
          <a:r>
            <a:rPr lang="en-US" u="sng" dirty="0"/>
            <a:t>multiple</a:t>
          </a:r>
          <a:r>
            <a:rPr lang="tr-TR" dirty="0"/>
            <a:t> </a:t>
          </a:r>
          <a:r>
            <a:rPr lang="en-US" dirty="0"/>
            <a:t>of </a:t>
          </a:r>
          <a:r>
            <a:rPr lang="tr-TR" b="1" dirty="0" err="1"/>
            <a:t>Satoshies</a:t>
          </a:r>
          <a:endParaRPr lang="en-US" dirty="0"/>
        </a:p>
      </dgm:t>
    </dgm:pt>
    <dgm:pt modelId="{A15885F4-7423-444A-8607-29458B86CC1D}" type="parTrans" cxnId="{FB105228-02E4-45F6-8683-A6020DC99CE8}">
      <dgm:prSet/>
      <dgm:spPr/>
      <dgm:t>
        <a:bodyPr/>
        <a:lstStyle/>
        <a:p>
          <a:endParaRPr lang="en-US"/>
        </a:p>
      </dgm:t>
    </dgm:pt>
    <dgm:pt modelId="{CD6ED0BB-D0B8-4DA7-A137-C9BED4506DDC}" type="sibTrans" cxnId="{FB105228-02E4-45F6-8683-A6020DC99CE8}">
      <dgm:prSet/>
      <dgm:spPr/>
      <dgm:t>
        <a:bodyPr/>
        <a:lstStyle/>
        <a:p>
          <a:endParaRPr lang="en-US"/>
        </a:p>
      </dgm:t>
    </dgm:pt>
    <dgm:pt modelId="{A9C2FB1B-DB3B-4154-900F-A4D2F4E120BF}">
      <dgm:prSet/>
      <dgm:spPr/>
      <dgm:t>
        <a:bodyPr/>
        <a:lstStyle/>
        <a:p>
          <a:pPr>
            <a:lnSpc>
              <a:spcPct val="100000"/>
            </a:lnSpc>
            <a:defRPr b="1"/>
          </a:pPr>
          <a:r>
            <a:rPr lang="tr-TR" dirty="0" err="1"/>
            <a:t>Division</a:t>
          </a:r>
          <a:r>
            <a:rPr lang="tr-TR" dirty="0"/>
            <a:t> of </a:t>
          </a:r>
          <a:r>
            <a:rPr lang="tr-TR" dirty="0" err="1"/>
            <a:t>Bitcoin</a:t>
          </a:r>
          <a:endParaRPr lang="en-US" dirty="0"/>
        </a:p>
      </dgm:t>
    </dgm:pt>
    <dgm:pt modelId="{50994A2D-7A21-4B8C-80D9-F6996C4362C5}" type="parTrans" cxnId="{F1A66DCF-6CB4-4D70-9E69-5D9A25EB239A}">
      <dgm:prSet/>
      <dgm:spPr/>
      <dgm:t>
        <a:bodyPr/>
        <a:lstStyle/>
        <a:p>
          <a:endParaRPr lang="en-US"/>
        </a:p>
      </dgm:t>
    </dgm:pt>
    <dgm:pt modelId="{D983FF37-BC75-46DD-BCF3-C0CA3F995C21}" type="sibTrans" cxnId="{F1A66DCF-6CB4-4D70-9E69-5D9A25EB239A}">
      <dgm:prSet/>
      <dgm:spPr/>
      <dgm:t>
        <a:bodyPr/>
        <a:lstStyle/>
        <a:p>
          <a:endParaRPr lang="en-US"/>
        </a:p>
      </dgm:t>
    </dgm:pt>
    <dgm:pt modelId="{072A6C21-469F-4974-8018-885518A4659C}">
      <dgm:prSet/>
      <dgm:spPr/>
      <dgm:t>
        <a:bodyPr/>
        <a:lstStyle/>
        <a:p>
          <a:pPr>
            <a:lnSpc>
              <a:spcPct val="100000"/>
            </a:lnSpc>
          </a:pPr>
          <a:r>
            <a:rPr lang="en-US" dirty="0"/>
            <a:t>to </a:t>
          </a:r>
          <a:r>
            <a:rPr lang="tr-TR" dirty="0"/>
            <a:t>Satoshies</a:t>
          </a:r>
          <a:endParaRPr lang="en-US" dirty="0"/>
        </a:p>
      </dgm:t>
    </dgm:pt>
    <dgm:pt modelId="{DAE0B9F2-2CF5-4621-886D-49B09A638048}" type="parTrans" cxnId="{06363B8E-0111-49A6-B191-DA8BF5C09C4D}">
      <dgm:prSet/>
      <dgm:spPr/>
      <dgm:t>
        <a:bodyPr/>
        <a:lstStyle/>
        <a:p>
          <a:endParaRPr lang="en-US"/>
        </a:p>
      </dgm:t>
    </dgm:pt>
    <dgm:pt modelId="{0810AD32-5974-424D-8CD2-D0F2447FE2FD}" type="sibTrans" cxnId="{06363B8E-0111-49A6-B191-DA8BF5C09C4D}">
      <dgm:prSet/>
      <dgm:spPr/>
      <dgm:t>
        <a:bodyPr/>
        <a:lstStyle/>
        <a:p>
          <a:endParaRPr lang="en-US"/>
        </a:p>
      </dgm:t>
    </dgm:pt>
    <dgm:pt modelId="{E1A14CAA-54E2-4389-ABE3-848706B4F3F5}">
      <dgm:prSet/>
      <dgm:spPr/>
      <dgm:t>
        <a:bodyPr/>
        <a:lstStyle/>
        <a:p>
          <a:pPr>
            <a:lnSpc>
              <a:spcPct val="100000"/>
            </a:lnSpc>
          </a:pPr>
          <a:r>
            <a:rPr lang="en-US" dirty="0"/>
            <a:t>bitcoin</a:t>
          </a:r>
          <a:r>
            <a:rPr lang="tr-TR" dirty="0"/>
            <a:t> </a:t>
          </a:r>
          <a:r>
            <a:rPr lang="en-US" dirty="0"/>
            <a:t>can be divided down </a:t>
          </a:r>
        </a:p>
      </dgm:t>
    </dgm:pt>
    <dgm:pt modelId="{0759798D-6DB6-40E3-A0E5-B2D08E4C93A0}" type="parTrans" cxnId="{1E19EF2C-158F-4CCB-B15C-AA38C29CAA20}">
      <dgm:prSet/>
      <dgm:spPr/>
      <dgm:t>
        <a:bodyPr/>
        <a:lstStyle/>
        <a:p>
          <a:endParaRPr lang="en-US"/>
        </a:p>
      </dgm:t>
    </dgm:pt>
    <dgm:pt modelId="{979FB6BE-8A82-4179-98BF-0D8C1DDEA250}" type="sibTrans" cxnId="{1E19EF2C-158F-4CCB-B15C-AA38C29CAA20}">
      <dgm:prSet/>
      <dgm:spPr/>
      <dgm:t>
        <a:bodyPr/>
        <a:lstStyle/>
        <a:p>
          <a:endParaRPr lang="en-US"/>
        </a:p>
      </dgm:t>
    </dgm:pt>
    <dgm:pt modelId="{2ACD38CC-1C51-4D3E-94D5-891B02B5A6F9}">
      <dgm:prSet/>
      <dgm:spPr/>
      <dgm:t>
        <a:bodyPr/>
        <a:lstStyle/>
        <a:p>
          <a:pPr>
            <a:lnSpc>
              <a:spcPct val="100000"/>
            </a:lnSpc>
          </a:pPr>
          <a:r>
            <a:rPr lang="tr-TR" dirty="0"/>
            <a:t>1BTC = 100 000 000 Satoshies</a:t>
          </a:r>
          <a:endParaRPr lang="en-US" dirty="0"/>
        </a:p>
      </dgm:t>
    </dgm:pt>
    <dgm:pt modelId="{C477CCA9-C4F5-47D7-8733-1D6990DA0400}" type="parTrans" cxnId="{2EBA3719-74E9-45D3-9274-A24E61D9EDB4}">
      <dgm:prSet/>
      <dgm:spPr/>
      <dgm:t>
        <a:bodyPr/>
        <a:lstStyle/>
        <a:p>
          <a:endParaRPr lang="en-US"/>
        </a:p>
      </dgm:t>
    </dgm:pt>
    <dgm:pt modelId="{8226E94E-065C-4821-87D5-6A17761D0383}" type="sibTrans" cxnId="{2EBA3719-74E9-45D3-9274-A24E61D9EDB4}">
      <dgm:prSet/>
      <dgm:spPr/>
      <dgm:t>
        <a:bodyPr/>
        <a:lstStyle/>
        <a:p>
          <a:endParaRPr lang="en-US"/>
        </a:p>
      </dgm:t>
    </dgm:pt>
    <dgm:pt modelId="{EEDC7E00-1AC9-4E64-982E-33F4EAE30474}">
      <dgm:prSet/>
      <dgm:spPr/>
      <dgm:t>
        <a:bodyPr/>
        <a:lstStyle/>
        <a:p>
          <a:pPr>
            <a:lnSpc>
              <a:spcPct val="100000"/>
            </a:lnSpc>
          </a:pPr>
          <a:r>
            <a:rPr lang="en-US"/>
            <a:t>an arbitrary integer value </a:t>
          </a:r>
          <a:endParaRPr lang="tr-TR"/>
        </a:p>
      </dgm:t>
    </dgm:pt>
    <dgm:pt modelId="{AB580E4A-9F3B-4156-A030-913045F41D5A}" type="parTrans" cxnId="{9BE50E44-06FC-4F96-A5AD-D458DD5B74B2}">
      <dgm:prSet/>
      <dgm:spPr/>
      <dgm:t>
        <a:bodyPr/>
        <a:lstStyle/>
        <a:p>
          <a:endParaRPr lang="tr-TR"/>
        </a:p>
      </dgm:t>
    </dgm:pt>
    <dgm:pt modelId="{8B801999-F73B-401B-904A-E042EC700AF5}" type="sibTrans" cxnId="{9BE50E44-06FC-4F96-A5AD-D458DD5B74B2}">
      <dgm:prSet/>
      <dgm:spPr/>
      <dgm:t>
        <a:bodyPr/>
        <a:lstStyle/>
        <a:p>
          <a:endParaRPr lang="tr-TR"/>
        </a:p>
      </dgm:t>
    </dgm:pt>
    <dgm:pt modelId="{F0700496-76C1-4427-B3AE-45761A5F5122}">
      <dgm:prSet/>
      <dgm:spPr/>
      <dgm:t>
        <a:bodyPr/>
        <a:lstStyle/>
        <a:p>
          <a:pPr>
            <a:lnSpc>
              <a:spcPct val="100000"/>
            </a:lnSpc>
            <a:defRPr b="1"/>
          </a:pPr>
          <a:r>
            <a:rPr lang="tr-TR"/>
            <a:t>Value</a:t>
          </a:r>
          <a:endParaRPr lang="en-US"/>
        </a:p>
      </dgm:t>
    </dgm:pt>
    <dgm:pt modelId="{4753B8DE-8ACD-4037-9EC8-1B3CFC7F1F2B}" type="parTrans" cxnId="{19DE3254-4E96-448F-BCB1-514DD1663BED}">
      <dgm:prSet/>
      <dgm:spPr/>
      <dgm:t>
        <a:bodyPr/>
        <a:lstStyle/>
        <a:p>
          <a:endParaRPr lang="tr-TR"/>
        </a:p>
      </dgm:t>
    </dgm:pt>
    <dgm:pt modelId="{0FD264B5-C0B5-4E09-A866-4A78BF418547}" type="sibTrans" cxnId="{19DE3254-4E96-448F-BCB1-514DD1663BED}">
      <dgm:prSet/>
      <dgm:spPr/>
      <dgm:t>
        <a:bodyPr/>
        <a:lstStyle/>
        <a:p>
          <a:endParaRPr lang="tr-TR"/>
        </a:p>
      </dgm:t>
    </dgm:pt>
    <dgm:pt modelId="{E3FCA6F1-9B9F-4A47-9FBB-CEBEC7FC78C1}">
      <dgm:prSet/>
      <dgm:spPr/>
      <dgm:t>
        <a:bodyPr/>
        <a:lstStyle/>
        <a:p>
          <a:pPr>
            <a:lnSpc>
              <a:spcPct val="100000"/>
            </a:lnSpc>
          </a:pPr>
          <a:r>
            <a:rPr lang="en-US"/>
            <a:t>can have </a:t>
          </a:r>
        </a:p>
      </dgm:t>
    </dgm:pt>
    <dgm:pt modelId="{746EB70C-3B6E-4458-A953-4A5FEB71F517}" type="parTrans" cxnId="{9AF58DA8-7D31-426F-B19D-D4ACD2C823FA}">
      <dgm:prSet/>
      <dgm:spPr/>
      <dgm:t>
        <a:bodyPr/>
        <a:lstStyle/>
        <a:p>
          <a:endParaRPr lang="tr-TR"/>
        </a:p>
      </dgm:t>
    </dgm:pt>
    <dgm:pt modelId="{01DF361D-AACB-414F-B970-3B9F1B4DAFA6}" type="sibTrans" cxnId="{9AF58DA8-7D31-426F-B19D-D4ACD2C823FA}">
      <dgm:prSet/>
      <dgm:spPr/>
      <dgm:t>
        <a:bodyPr/>
        <a:lstStyle/>
        <a:p>
          <a:endParaRPr lang="tr-TR"/>
        </a:p>
      </dgm:t>
    </dgm:pt>
    <dgm:pt modelId="{2A8EC029-705C-4FE0-A7EC-CF0D57B1251B}">
      <dgm:prSet/>
      <dgm:spPr/>
      <dgm:t>
        <a:bodyPr/>
        <a:lstStyle/>
        <a:p>
          <a:pPr>
            <a:lnSpc>
              <a:spcPct val="100000"/>
            </a:lnSpc>
            <a:defRPr b="1"/>
          </a:pPr>
          <a:r>
            <a:rPr lang="tr-TR"/>
            <a:t>Bitcoin vs Satoshi</a:t>
          </a:r>
          <a:endParaRPr lang="en-US"/>
        </a:p>
      </dgm:t>
    </dgm:pt>
    <dgm:pt modelId="{79413094-9337-407D-9408-D190578533B9}" type="parTrans" cxnId="{C419332D-705B-44BC-B6F0-D10AD9A82A48}">
      <dgm:prSet/>
      <dgm:spPr/>
      <dgm:t>
        <a:bodyPr/>
        <a:lstStyle/>
        <a:p>
          <a:endParaRPr lang="tr-TR"/>
        </a:p>
      </dgm:t>
    </dgm:pt>
    <dgm:pt modelId="{4D55BC51-11DB-43B3-B545-6E00C968E8C8}" type="sibTrans" cxnId="{C419332D-705B-44BC-B6F0-D10AD9A82A48}">
      <dgm:prSet/>
      <dgm:spPr/>
      <dgm:t>
        <a:bodyPr/>
        <a:lstStyle/>
        <a:p>
          <a:endParaRPr lang="tr-TR"/>
        </a:p>
      </dgm:t>
    </dgm:pt>
    <dgm:pt modelId="{2DC6C8F6-5171-4159-934F-57B240A3E33C}" type="pres">
      <dgm:prSet presAssocID="{4D9B7D5E-B514-4125-8683-687AA58E745C}" presName="root" presStyleCnt="0">
        <dgm:presLayoutVars>
          <dgm:dir/>
          <dgm:resizeHandles val="exact"/>
        </dgm:presLayoutVars>
      </dgm:prSet>
      <dgm:spPr/>
    </dgm:pt>
    <dgm:pt modelId="{624BC145-8403-44CD-8AB0-B58418EEB9DB}" type="pres">
      <dgm:prSet presAssocID="{076C14D5-9B78-41F7-B2A4-4EA0BD9ADBE8}" presName="compNode" presStyleCnt="0"/>
      <dgm:spPr/>
    </dgm:pt>
    <dgm:pt modelId="{33859815-061D-491B-A51E-B1C90FFA9CC3}" type="pres">
      <dgm:prSet presAssocID="{076C14D5-9B78-41F7-B2A4-4EA0BD9ADBE8}" presName="iconRect" presStyleLbl="node1" presStyleIdx="0" presStyleCnt="4"/>
      <dgm:spPr>
        <a:blipFill>
          <a:blip xmlns:r="http://schemas.openxmlformats.org/officeDocument/2006/relationships" r:embed="rId1" cstate="email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2"/>
              </a:ext>
            </a:extLst>
          </a:blip>
          <a:stretch>
            <a:fillRect/>
          </a:stretch>
        </a:blipFill>
        <a:ln>
          <a:noFill/>
        </a:ln>
      </dgm:spPr>
      <dgm:extLst>
        <a:ext uri="{E40237B7-FDA0-4F09-8148-C483321AD2D9}">
          <dgm14:cNvPr xmlns:dgm14="http://schemas.microsoft.com/office/drawing/2010/diagram" id="0" name="" descr="Variable"/>
        </a:ext>
      </dgm:extLst>
    </dgm:pt>
    <dgm:pt modelId="{1ECDBE53-8BFA-49C7-B8C7-84DE1AE11E47}" type="pres">
      <dgm:prSet presAssocID="{076C14D5-9B78-41F7-B2A4-4EA0BD9ADBE8}" presName="iconSpace" presStyleCnt="0"/>
      <dgm:spPr/>
    </dgm:pt>
    <dgm:pt modelId="{3E1BE0D3-99B0-4E12-969A-D532221F81AC}" type="pres">
      <dgm:prSet presAssocID="{076C14D5-9B78-41F7-B2A4-4EA0BD9ADBE8}" presName="parTx" presStyleLbl="revTx" presStyleIdx="0" presStyleCnt="8">
        <dgm:presLayoutVars>
          <dgm:chMax val="0"/>
          <dgm:chPref val="0"/>
        </dgm:presLayoutVars>
      </dgm:prSet>
      <dgm:spPr/>
    </dgm:pt>
    <dgm:pt modelId="{55D58D67-1272-4318-A655-66F0F8026902}" type="pres">
      <dgm:prSet presAssocID="{076C14D5-9B78-41F7-B2A4-4EA0BD9ADBE8}" presName="txSpace" presStyleCnt="0"/>
      <dgm:spPr/>
    </dgm:pt>
    <dgm:pt modelId="{09E30945-C109-431A-8900-46C8C0C02373}" type="pres">
      <dgm:prSet presAssocID="{076C14D5-9B78-41F7-B2A4-4EA0BD9ADBE8}" presName="desTx" presStyleLbl="revTx" presStyleIdx="1" presStyleCnt="8">
        <dgm:presLayoutVars/>
      </dgm:prSet>
      <dgm:spPr/>
    </dgm:pt>
    <dgm:pt modelId="{DF9CE92E-8B86-4B2F-98CF-2A996CA5BE68}" type="pres">
      <dgm:prSet presAssocID="{7F612257-4BAB-45C2-B854-CF585D42BEEA}" presName="sibTrans" presStyleCnt="0"/>
      <dgm:spPr/>
    </dgm:pt>
    <dgm:pt modelId="{034416F9-7C73-4E62-B667-7EB4ED63C413}" type="pres">
      <dgm:prSet presAssocID="{F0700496-76C1-4427-B3AE-45761A5F5122}" presName="compNode" presStyleCnt="0"/>
      <dgm:spPr/>
    </dgm:pt>
    <dgm:pt modelId="{49E66259-7FDE-4AF6-B599-B274065EC768}" type="pres">
      <dgm:prSet presAssocID="{F0700496-76C1-4427-B3AE-45761A5F5122}" presName="iconRect" presStyleLbl="node1" presStyleIdx="1" presStyleCnt="4"/>
      <dgm:spPr>
        <a:blipFill>
          <a:blip xmlns:r="http://schemas.openxmlformats.org/officeDocument/2006/relationships" r:embed="rId3" cstate="email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4"/>
              </a:ext>
            </a:extLst>
          </a:blip>
          <a:stretch>
            <a:fillRect/>
          </a:stretch>
        </a:blipFill>
      </dgm:spPr>
      <dgm:extLst>
        <a:ext uri="{E40237B7-FDA0-4F09-8148-C483321AD2D9}">
          <dgm14:cNvPr xmlns:dgm14="http://schemas.microsoft.com/office/drawing/2010/diagram" id="0" name="" descr="Money2"/>
        </a:ext>
      </dgm:extLst>
    </dgm:pt>
    <dgm:pt modelId="{C9FC1209-92AC-4E8B-A645-7F56CA3D8CAF}" type="pres">
      <dgm:prSet presAssocID="{F0700496-76C1-4427-B3AE-45761A5F5122}" presName="iconSpace" presStyleCnt="0"/>
      <dgm:spPr/>
    </dgm:pt>
    <dgm:pt modelId="{D321D517-C36A-493C-9043-24BF2A14B35B}" type="pres">
      <dgm:prSet presAssocID="{F0700496-76C1-4427-B3AE-45761A5F5122}" presName="parTx" presStyleLbl="revTx" presStyleIdx="2" presStyleCnt="8">
        <dgm:presLayoutVars>
          <dgm:chMax val="0"/>
          <dgm:chPref val="0"/>
        </dgm:presLayoutVars>
      </dgm:prSet>
      <dgm:spPr/>
    </dgm:pt>
    <dgm:pt modelId="{1EDAB279-5F45-4961-93FF-0A7E8D901214}" type="pres">
      <dgm:prSet presAssocID="{F0700496-76C1-4427-B3AE-45761A5F5122}" presName="txSpace" presStyleCnt="0"/>
      <dgm:spPr/>
    </dgm:pt>
    <dgm:pt modelId="{F399270C-FA1B-444D-8A26-10A4E6C56C54}" type="pres">
      <dgm:prSet presAssocID="{F0700496-76C1-4427-B3AE-45761A5F5122}" presName="desTx" presStyleLbl="revTx" presStyleIdx="3" presStyleCnt="8">
        <dgm:presLayoutVars/>
      </dgm:prSet>
      <dgm:spPr/>
    </dgm:pt>
    <dgm:pt modelId="{1C9F3B95-358D-425F-BD91-0E8DEB8C409C}" type="pres">
      <dgm:prSet presAssocID="{0FD264B5-C0B5-4E09-A866-4A78BF418547}" presName="sibTrans" presStyleCnt="0"/>
      <dgm:spPr/>
    </dgm:pt>
    <dgm:pt modelId="{6CD6B13F-62C6-412F-B7CB-B9E9E84EAA41}" type="pres">
      <dgm:prSet presAssocID="{A9C2FB1B-DB3B-4154-900F-A4D2F4E120BF}" presName="compNode" presStyleCnt="0"/>
      <dgm:spPr/>
    </dgm:pt>
    <dgm:pt modelId="{3944D94C-EFAA-4A93-BFEB-85D965068789}" type="pres">
      <dgm:prSet presAssocID="{A9C2FB1B-DB3B-4154-900F-A4D2F4E120BF}" presName="iconRect" presStyleLbl="node1" presStyleIdx="2" presStyleCnt="4"/>
      <dgm:spPr>
        <a:blipFill>
          <a:blip xmlns:r="http://schemas.openxmlformats.org/officeDocument/2006/relationships" r:embed="rId5" cstate="email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6"/>
              </a:ext>
            </a:extLst>
          </a:blip>
          <a:stretch>
            <a:fillRect/>
          </a:stretch>
        </a:blipFill>
        <a:ln>
          <a:noFill/>
        </a:ln>
      </dgm:spPr>
      <dgm:extLst>
        <a:ext uri="{E40237B7-FDA0-4F09-8148-C483321AD2D9}">
          <dgm14:cNvPr xmlns:dgm14="http://schemas.microsoft.com/office/drawing/2010/diagram" id="0" name="" descr="Decimals"/>
        </a:ext>
      </dgm:extLst>
    </dgm:pt>
    <dgm:pt modelId="{35EB4CFF-EC5B-4E4D-8941-D9E8666C0D5F}" type="pres">
      <dgm:prSet presAssocID="{A9C2FB1B-DB3B-4154-900F-A4D2F4E120BF}" presName="iconSpace" presStyleCnt="0"/>
      <dgm:spPr/>
    </dgm:pt>
    <dgm:pt modelId="{4BFE6430-9414-40B5-912E-59C9F66301C8}" type="pres">
      <dgm:prSet presAssocID="{A9C2FB1B-DB3B-4154-900F-A4D2F4E120BF}" presName="parTx" presStyleLbl="revTx" presStyleIdx="4" presStyleCnt="8">
        <dgm:presLayoutVars>
          <dgm:chMax val="0"/>
          <dgm:chPref val="0"/>
        </dgm:presLayoutVars>
      </dgm:prSet>
      <dgm:spPr/>
    </dgm:pt>
    <dgm:pt modelId="{911CEB1B-81B3-4D1E-98CD-9BC606A5C70E}" type="pres">
      <dgm:prSet presAssocID="{A9C2FB1B-DB3B-4154-900F-A4D2F4E120BF}" presName="txSpace" presStyleCnt="0"/>
      <dgm:spPr/>
    </dgm:pt>
    <dgm:pt modelId="{648B9ABD-5A50-480C-A6B2-5463B4A5B9F6}" type="pres">
      <dgm:prSet presAssocID="{A9C2FB1B-DB3B-4154-900F-A4D2F4E120BF}" presName="desTx" presStyleLbl="revTx" presStyleIdx="5" presStyleCnt="8">
        <dgm:presLayoutVars/>
      </dgm:prSet>
      <dgm:spPr/>
    </dgm:pt>
    <dgm:pt modelId="{A0FE4FFE-F8FF-453A-A9BC-D25625CAC32F}" type="pres">
      <dgm:prSet presAssocID="{D983FF37-BC75-46DD-BCF3-C0CA3F995C21}" presName="sibTrans" presStyleCnt="0"/>
      <dgm:spPr/>
    </dgm:pt>
    <dgm:pt modelId="{FB974700-AAD8-4D21-B270-FDCF6FC7CB9E}" type="pres">
      <dgm:prSet presAssocID="{2A8EC029-705C-4FE0-A7EC-CF0D57B1251B}" presName="compNode" presStyleCnt="0"/>
      <dgm:spPr/>
    </dgm:pt>
    <dgm:pt modelId="{5FE5AC07-D736-4F39-B7B5-A4193BE7C5BA}" type="pres">
      <dgm:prSet presAssocID="{2A8EC029-705C-4FE0-A7EC-CF0D57B1251B}" presName="iconRect" presStyleLbl="node1" presStyleIdx="3" presStyleCnt="4"/>
      <dgm:spPr>
        <a:blipFill rotWithShape="1">
          <a:blip xmlns:r="http://schemas.openxmlformats.org/officeDocument/2006/relationships" r:embed="rId7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>
            <a:fillRect/>
          </a:stretch>
        </a:blipFill>
      </dgm:spPr>
    </dgm:pt>
    <dgm:pt modelId="{F40CD410-F325-4916-88D8-170922A31FC8}" type="pres">
      <dgm:prSet presAssocID="{2A8EC029-705C-4FE0-A7EC-CF0D57B1251B}" presName="iconSpace" presStyleCnt="0"/>
      <dgm:spPr/>
    </dgm:pt>
    <dgm:pt modelId="{5B37CF60-B4C3-4C4B-9647-3044B7D5518D}" type="pres">
      <dgm:prSet presAssocID="{2A8EC029-705C-4FE0-A7EC-CF0D57B1251B}" presName="parTx" presStyleLbl="revTx" presStyleIdx="6" presStyleCnt="8">
        <dgm:presLayoutVars>
          <dgm:chMax val="0"/>
          <dgm:chPref val="0"/>
        </dgm:presLayoutVars>
      </dgm:prSet>
      <dgm:spPr/>
    </dgm:pt>
    <dgm:pt modelId="{7B78452E-BC1B-4932-85D4-C2A18EE38AEA}" type="pres">
      <dgm:prSet presAssocID="{2A8EC029-705C-4FE0-A7EC-CF0D57B1251B}" presName="txSpace" presStyleCnt="0"/>
      <dgm:spPr/>
    </dgm:pt>
    <dgm:pt modelId="{C82F430F-6654-4A6C-8884-46B1D798F1E2}" type="pres">
      <dgm:prSet presAssocID="{2A8EC029-705C-4FE0-A7EC-CF0D57B1251B}" presName="desTx" presStyleLbl="revTx" presStyleIdx="7" presStyleCnt="8">
        <dgm:presLayoutVars/>
      </dgm:prSet>
      <dgm:spPr/>
    </dgm:pt>
  </dgm:ptLst>
  <dgm:cxnLst>
    <dgm:cxn modelId="{67A08F11-4EEA-4539-8AA1-6CE653F6595B}" type="presOf" srcId="{06AD6A46-29E7-4E22-B589-C92ECCE356F1}" destId="{F399270C-FA1B-444D-8A26-10A4E6C56C54}" srcOrd="0" destOrd="1" presId="urn:microsoft.com/office/officeart/2018/2/layout/IconLabelDescriptionList"/>
    <dgm:cxn modelId="{2EBA3719-74E9-45D3-9274-A24E61D9EDB4}" srcId="{2A8EC029-705C-4FE0-A7EC-CF0D57B1251B}" destId="{2ACD38CC-1C51-4D3E-94D5-891B02B5A6F9}" srcOrd="0" destOrd="0" parTransId="{C477CCA9-C4F5-47D7-8733-1D6990DA0400}" sibTransId="{8226E94E-065C-4821-87D5-6A17761D0383}"/>
    <dgm:cxn modelId="{FB105228-02E4-45F6-8683-A6020DC99CE8}" srcId="{F0700496-76C1-4427-B3AE-45761A5F5122}" destId="{06AD6A46-29E7-4E22-B589-C92ECCE356F1}" srcOrd="1" destOrd="0" parTransId="{A15885F4-7423-444A-8607-29458B86CC1D}" sibTransId="{CD6ED0BB-D0B8-4DA7-A137-C9BED4506DDC}"/>
    <dgm:cxn modelId="{1E19EF2C-158F-4CCB-B15C-AA38C29CAA20}" srcId="{A9C2FB1B-DB3B-4154-900F-A4D2F4E120BF}" destId="{E1A14CAA-54E2-4389-ABE3-848706B4F3F5}" srcOrd="0" destOrd="0" parTransId="{0759798D-6DB6-40E3-A0E5-B2D08E4C93A0}" sibTransId="{979FB6BE-8A82-4179-98BF-0D8C1DDEA250}"/>
    <dgm:cxn modelId="{C419332D-705B-44BC-B6F0-D10AD9A82A48}" srcId="{4D9B7D5E-B514-4125-8683-687AA58E745C}" destId="{2A8EC029-705C-4FE0-A7EC-CF0D57B1251B}" srcOrd="3" destOrd="0" parTransId="{79413094-9337-407D-9408-D190578533B9}" sibTransId="{4D55BC51-11DB-43B3-B545-6E00C968E8C8}"/>
    <dgm:cxn modelId="{D039EA33-4ED0-4945-B893-1615858C0F16}" type="presOf" srcId="{2A8EC029-705C-4FE0-A7EC-CF0D57B1251B}" destId="{5B37CF60-B4C3-4C4B-9647-3044B7D5518D}" srcOrd="0" destOrd="0" presId="urn:microsoft.com/office/officeart/2018/2/layout/IconLabelDescriptionList"/>
    <dgm:cxn modelId="{E4EF7F3A-DFBA-4A8D-A72F-3902E282F298}" type="presOf" srcId="{E1A14CAA-54E2-4389-ABE3-848706B4F3F5}" destId="{648B9ABD-5A50-480C-A6B2-5463B4A5B9F6}" srcOrd="0" destOrd="0" presId="urn:microsoft.com/office/officeart/2018/2/layout/IconLabelDescriptionList"/>
    <dgm:cxn modelId="{813C9640-BAD6-4D00-B549-ED7F2A39D2A1}" type="presOf" srcId="{A9C2FB1B-DB3B-4154-900F-A4D2F4E120BF}" destId="{4BFE6430-9414-40B5-912E-59C9F66301C8}" srcOrd="0" destOrd="0" presId="urn:microsoft.com/office/officeart/2018/2/layout/IconLabelDescriptionList"/>
    <dgm:cxn modelId="{7ADCED43-5146-42AC-B062-6F2FF45D070D}" type="presOf" srcId="{4D9B7D5E-B514-4125-8683-687AA58E745C}" destId="{2DC6C8F6-5171-4159-934F-57B240A3E33C}" srcOrd="0" destOrd="0" presId="urn:microsoft.com/office/officeart/2018/2/layout/IconLabelDescriptionList"/>
    <dgm:cxn modelId="{9BE50E44-06FC-4F96-A5AD-D458DD5B74B2}" srcId="{076C14D5-9B78-41F7-B2A4-4EA0BD9ADBE8}" destId="{EEDC7E00-1AC9-4E64-982E-33F4EAE30474}" srcOrd="1" destOrd="0" parTransId="{AB580E4A-9F3B-4156-A030-913045F41D5A}" sibTransId="{8B801999-F73B-401B-904A-E042EC700AF5}"/>
    <dgm:cxn modelId="{5092D669-6ECE-4775-B868-FDEBE8A4AF08}" type="presOf" srcId="{2ACD38CC-1C51-4D3E-94D5-891B02B5A6F9}" destId="{C82F430F-6654-4A6C-8884-46B1D798F1E2}" srcOrd="0" destOrd="0" presId="urn:microsoft.com/office/officeart/2018/2/layout/IconLabelDescriptionList"/>
    <dgm:cxn modelId="{3322AD70-6484-4CAD-A549-11836C000E47}" srcId="{F0700496-76C1-4427-B3AE-45761A5F5122}" destId="{AB3C7EA4-DA45-4B25-B0AD-377E5FCFF7E8}" srcOrd="0" destOrd="0" parTransId="{81DA7D44-F166-42B7-B749-0CAC697A4581}" sibTransId="{1B6064FC-2462-4B62-969E-D969E6A4004A}"/>
    <dgm:cxn modelId="{19DE3254-4E96-448F-BCB1-514DD1663BED}" srcId="{4D9B7D5E-B514-4125-8683-687AA58E745C}" destId="{F0700496-76C1-4427-B3AE-45761A5F5122}" srcOrd="1" destOrd="0" parTransId="{4753B8DE-8ACD-4037-9EC8-1B3CFC7F1F2B}" sibTransId="{0FD264B5-C0B5-4E09-A866-4A78BF418547}"/>
    <dgm:cxn modelId="{D1DE9C84-0B58-4D7B-A222-F8478D74D0C8}" type="presOf" srcId="{072A6C21-469F-4974-8018-885518A4659C}" destId="{648B9ABD-5A50-480C-A6B2-5463B4A5B9F6}" srcOrd="0" destOrd="1" presId="urn:microsoft.com/office/officeart/2018/2/layout/IconLabelDescriptionList"/>
    <dgm:cxn modelId="{06363B8E-0111-49A6-B191-DA8BF5C09C4D}" srcId="{A9C2FB1B-DB3B-4154-900F-A4D2F4E120BF}" destId="{072A6C21-469F-4974-8018-885518A4659C}" srcOrd="1" destOrd="0" parTransId="{DAE0B9F2-2CF5-4621-886D-49B09A638048}" sibTransId="{0810AD32-5974-424D-8CD2-D0F2447FE2FD}"/>
    <dgm:cxn modelId="{20E65A9A-FB7C-4CB3-A23F-85934A00603B}" type="presOf" srcId="{E3FCA6F1-9B9F-4A47-9FBB-CEBEC7FC78C1}" destId="{09E30945-C109-431A-8900-46C8C0C02373}" srcOrd="0" destOrd="0" presId="urn:microsoft.com/office/officeart/2018/2/layout/IconLabelDescriptionList"/>
    <dgm:cxn modelId="{E35369A6-FCA0-44F8-B71D-7CD898E147A4}" type="presOf" srcId="{AB3C7EA4-DA45-4B25-B0AD-377E5FCFF7E8}" destId="{F399270C-FA1B-444D-8A26-10A4E6C56C54}" srcOrd="0" destOrd="0" presId="urn:microsoft.com/office/officeart/2018/2/layout/IconLabelDescriptionList"/>
    <dgm:cxn modelId="{0C8BE2A6-B480-49EC-A731-6B396C22EC58}" type="presOf" srcId="{F0700496-76C1-4427-B3AE-45761A5F5122}" destId="{D321D517-C36A-493C-9043-24BF2A14B35B}" srcOrd="0" destOrd="0" presId="urn:microsoft.com/office/officeart/2018/2/layout/IconLabelDescriptionList"/>
    <dgm:cxn modelId="{9AF58DA8-7D31-426F-B19D-D4ACD2C823FA}" srcId="{076C14D5-9B78-41F7-B2A4-4EA0BD9ADBE8}" destId="{E3FCA6F1-9B9F-4A47-9FBB-CEBEC7FC78C1}" srcOrd="0" destOrd="0" parTransId="{746EB70C-3B6E-4458-A953-4A5FEB71F517}" sibTransId="{01DF361D-AACB-414F-B970-3B9F1B4DAFA6}"/>
    <dgm:cxn modelId="{B15B94AD-F0B6-470A-B195-9655FA39B990}" type="presOf" srcId="{076C14D5-9B78-41F7-B2A4-4EA0BD9ADBE8}" destId="{3E1BE0D3-99B0-4E12-969A-D532221F81AC}" srcOrd="0" destOrd="0" presId="urn:microsoft.com/office/officeart/2018/2/layout/IconLabelDescriptionList"/>
    <dgm:cxn modelId="{F1A66DCF-6CB4-4D70-9E69-5D9A25EB239A}" srcId="{4D9B7D5E-B514-4125-8683-687AA58E745C}" destId="{A9C2FB1B-DB3B-4154-900F-A4D2F4E120BF}" srcOrd="2" destOrd="0" parTransId="{50994A2D-7A21-4B8C-80D9-F6996C4362C5}" sibTransId="{D983FF37-BC75-46DD-BCF3-C0CA3F995C21}"/>
    <dgm:cxn modelId="{611BF5EC-E404-4D16-9928-DAF2B592DFCD}" type="presOf" srcId="{EEDC7E00-1AC9-4E64-982E-33F4EAE30474}" destId="{09E30945-C109-431A-8900-46C8C0C02373}" srcOrd="0" destOrd="1" presId="urn:microsoft.com/office/officeart/2018/2/layout/IconLabelDescriptionList"/>
    <dgm:cxn modelId="{CF0E64FA-3977-4D76-8572-AC3E14E9491F}" srcId="{4D9B7D5E-B514-4125-8683-687AA58E745C}" destId="{076C14D5-9B78-41F7-B2A4-4EA0BD9ADBE8}" srcOrd="0" destOrd="0" parTransId="{439FD150-D075-4253-835B-A977C461C065}" sibTransId="{7F612257-4BAB-45C2-B854-CF585D42BEEA}"/>
    <dgm:cxn modelId="{4C3677D9-7A35-46B8-B342-F94B95FD7437}" type="presParOf" srcId="{2DC6C8F6-5171-4159-934F-57B240A3E33C}" destId="{624BC145-8403-44CD-8AB0-B58418EEB9DB}" srcOrd="0" destOrd="0" presId="urn:microsoft.com/office/officeart/2018/2/layout/IconLabelDescriptionList"/>
    <dgm:cxn modelId="{E4E0CBBE-AEB1-421E-B468-A316107E59A3}" type="presParOf" srcId="{624BC145-8403-44CD-8AB0-B58418EEB9DB}" destId="{33859815-061D-491B-A51E-B1C90FFA9CC3}" srcOrd="0" destOrd="0" presId="urn:microsoft.com/office/officeart/2018/2/layout/IconLabelDescriptionList"/>
    <dgm:cxn modelId="{37191509-0FDC-4B2B-AABA-87809E1DC127}" type="presParOf" srcId="{624BC145-8403-44CD-8AB0-B58418EEB9DB}" destId="{1ECDBE53-8BFA-49C7-B8C7-84DE1AE11E47}" srcOrd="1" destOrd="0" presId="urn:microsoft.com/office/officeart/2018/2/layout/IconLabelDescriptionList"/>
    <dgm:cxn modelId="{4310F9BD-8DEC-4222-A9A2-C353CCDF3464}" type="presParOf" srcId="{624BC145-8403-44CD-8AB0-B58418EEB9DB}" destId="{3E1BE0D3-99B0-4E12-969A-D532221F81AC}" srcOrd="2" destOrd="0" presId="urn:microsoft.com/office/officeart/2018/2/layout/IconLabelDescriptionList"/>
    <dgm:cxn modelId="{2CE3A9E9-8B1D-44BB-A289-9961B566B151}" type="presParOf" srcId="{624BC145-8403-44CD-8AB0-B58418EEB9DB}" destId="{55D58D67-1272-4318-A655-66F0F8026902}" srcOrd="3" destOrd="0" presId="urn:microsoft.com/office/officeart/2018/2/layout/IconLabelDescriptionList"/>
    <dgm:cxn modelId="{664E5B22-CA73-4FE7-BE71-73D909D19962}" type="presParOf" srcId="{624BC145-8403-44CD-8AB0-B58418EEB9DB}" destId="{09E30945-C109-431A-8900-46C8C0C02373}" srcOrd="4" destOrd="0" presId="urn:microsoft.com/office/officeart/2018/2/layout/IconLabelDescriptionList"/>
    <dgm:cxn modelId="{4CD869BC-68D3-4DFF-B52B-CC54D045AB29}" type="presParOf" srcId="{2DC6C8F6-5171-4159-934F-57B240A3E33C}" destId="{DF9CE92E-8B86-4B2F-98CF-2A996CA5BE68}" srcOrd="1" destOrd="0" presId="urn:microsoft.com/office/officeart/2018/2/layout/IconLabelDescriptionList"/>
    <dgm:cxn modelId="{88A74721-6E9B-4673-AF16-CFB066E5B521}" type="presParOf" srcId="{2DC6C8F6-5171-4159-934F-57B240A3E33C}" destId="{034416F9-7C73-4E62-B667-7EB4ED63C413}" srcOrd="2" destOrd="0" presId="urn:microsoft.com/office/officeart/2018/2/layout/IconLabelDescriptionList"/>
    <dgm:cxn modelId="{F657ABB2-AC35-408F-9B48-67629CCACB3A}" type="presParOf" srcId="{034416F9-7C73-4E62-B667-7EB4ED63C413}" destId="{49E66259-7FDE-4AF6-B599-B274065EC768}" srcOrd="0" destOrd="0" presId="urn:microsoft.com/office/officeart/2018/2/layout/IconLabelDescriptionList"/>
    <dgm:cxn modelId="{4770B808-BB6B-4C98-A01A-4E87ABDDE640}" type="presParOf" srcId="{034416F9-7C73-4E62-B667-7EB4ED63C413}" destId="{C9FC1209-92AC-4E8B-A645-7F56CA3D8CAF}" srcOrd="1" destOrd="0" presId="urn:microsoft.com/office/officeart/2018/2/layout/IconLabelDescriptionList"/>
    <dgm:cxn modelId="{69DBACF8-3BA7-48B8-9FEC-063B4CB97DCA}" type="presParOf" srcId="{034416F9-7C73-4E62-B667-7EB4ED63C413}" destId="{D321D517-C36A-493C-9043-24BF2A14B35B}" srcOrd="2" destOrd="0" presId="urn:microsoft.com/office/officeart/2018/2/layout/IconLabelDescriptionList"/>
    <dgm:cxn modelId="{9C55569F-74A1-4113-A015-5A4018107F4E}" type="presParOf" srcId="{034416F9-7C73-4E62-B667-7EB4ED63C413}" destId="{1EDAB279-5F45-4961-93FF-0A7E8D901214}" srcOrd="3" destOrd="0" presId="urn:microsoft.com/office/officeart/2018/2/layout/IconLabelDescriptionList"/>
    <dgm:cxn modelId="{13D2E920-52C5-498A-9DB1-CB76ACB0354F}" type="presParOf" srcId="{034416F9-7C73-4E62-B667-7EB4ED63C413}" destId="{F399270C-FA1B-444D-8A26-10A4E6C56C54}" srcOrd="4" destOrd="0" presId="urn:microsoft.com/office/officeart/2018/2/layout/IconLabelDescriptionList"/>
    <dgm:cxn modelId="{129106CB-038E-4C5B-8E53-525A8CAEFEE4}" type="presParOf" srcId="{2DC6C8F6-5171-4159-934F-57B240A3E33C}" destId="{1C9F3B95-358D-425F-BD91-0E8DEB8C409C}" srcOrd="3" destOrd="0" presId="urn:microsoft.com/office/officeart/2018/2/layout/IconLabelDescriptionList"/>
    <dgm:cxn modelId="{09587795-C5BE-46CB-AB7C-DF839003CD95}" type="presParOf" srcId="{2DC6C8F6-5171-4159-934F-57B240A3E33C}" destId="{6CD6B13F-62C6-412F-B7CB-B9E9E84EAA41}" srcOrd="4" destOrd="0" presId="urn:microsoft.com/office/officeart/2018/2/layout/IconLabelDescriptionList"/>
    <dgm:cxn modelId="{0576EA7D-C085-4ED9-B07A-90D6671ABA22}" type="presParOf" srcId="{6CD6B13F-62C6-412F-B7CB-B9E9E84EAA41}" destId="{3944D94C-EFAA-4A93-BFEB-85D965068789}" srcOrd="0" destOrd="0" presId="urn:microsoft.com/office/officeart/2018/2/layout/IconLabelDescriptionList"/>
    <dgm:cxn modelId="{52DCEA5D-106E-470C-B7E4-51880B9AC311}" type="presParOf" srcId="{6CD6B13F-62C6-412F-B7CB-B9E9E84EAA41}" destId="{35EB4CFF-EC5B-4E4D-8941-D9E8666C0D5F}" srcOrd="1" destOrd="0" presId="urn:microsoft.com/office/officeart/2018/2/layout/IconLabelDescriptionList"/>
    <dgm:cxn modelId="{CBF0FA5B-4185-42B9-B716-D7FC25AFD9FD}" type="presParOf" srcId="{6CD6B13F-62C6-412F-B7CB-B9E9E84EAA41}" destId="{4BFE6430-9414-40B5-912E-59C9F66301C8}" srcOrd="2" destOrd="0" presId="urn:microsoft.com/office/officeart/2018/2/layout/IconLabelDescriptionList"/>
    <dgm:cxn modelId="{90792E1F-4166-42D0-96EE-EB6AC31B1759}" type="presParOf" srcId="{6CD6B13F-62C6-412F-B7CB-B9E9E84EAA41}" destId="{911CEB1B-81B3-4D1E-98CD-9BC606A5C70E}" srcOrd="3" destOrd="0" presId="urn:microsoft.com/office/officeart/2018/2/layout/IconLabelDescriptionList"/>
    <dgm:cxn modelId="{9213F5B0-7108-4F07-9B59-08B8DBEEBD75}" type="presParOf" srcId="{6CD6B13F-62C6-412F-B7CB-B9E9E84EAA41}" destId="{648B9ABD-5A50-480C-A6B2-5463B4A5B9F6}" srcOrd="4" destOrd="0" presId="urn:microsoft.com/office/officeart/2018/2/layout/IconLabelDescriptionList"/>
    <dgm:cxn modelId="{D6FD8ACA-F746-43F9-87DB-1B9A4E0DCE74}" type="presParOf" srcId="{2DC6C8F6-5171-4159-934F-57B240A3E33C}" destId="{A0FE4FFE-F8FF-453A-A9BC-D25625CAC32F}" srcOrd="5" destOrd="0" presId="urn:microsoft.com/office/officeart/2018/2/layout/IconLabelDescriptionList"/>
    <dgm:cxn modelId="{581E0354-38B5-49E0-9944-CA5EAFC2CC33}" type="presParOf" srcId="{2DC6C8F6-5171-4159-934F-57B240A3E33C}" destId="{FB974700-AAD8-4D21-B270-FDCF6FC7CB9E}" srcOrd="6" destOrd="0" presId="urn:microsoft.com/office/officeart/2018/2/layout/IconLabelDescriptionList"/>
    <dgm:cxn modelId="{4CAD9835-10AC-43CA-9E65-6B4BD87CFC7A}" type="presParOf" srcId="{FB974700-AAD8-4D21-B270-FDCF6FC7CB9E}" destId="{5FE5AC07-D736-4F39-B7B5-A4193BE7C5BA}" srcOrd="0" destOrd="0" presId="urn:microsoft.com/office/officeart/2018/2/layout/IconLabelDescriptionList"/>
    <dgm:cxn modelId="{DAB24FCE-D755-4813-BF70-13911B67A433}" type="presParOf" srcId="{FB974700-AAD8-4D21-B270-FDCF6FC7CB9E}" destId="{F40CD410-F325-4916-88D8-170922A31FC8}" srcOrd="1" destOrd="0" presId="urn:microsoft.com/office/officeart/2018/2/layout/IconLabelDescriptionList"/>
    <dgm:cxn modelId="{316E4456-D559-4F73-829D-18EBCF7BB1BA}" type="presParOf" srcId="{FB974700-AAD8-4D21-B270-FDCF6FC7CB9E}" destId="{5B37CF60-B4C3-4C4B-9647-3044B7D5518D}" srcOrd="2" destOrd="0" presId="urn:microsoft.com/office/officeart/2018/2/layout/IconLabelDescriptionList"/>
    <dgm:cxn modelId="{E1278DBE-0DF7-48C4-A72E-99A1DE5A5864}" type="presParOf" srcId="{FB974700-AAD8-4D21-B270-FDCF6FC7CB9E}" destId="{7B78452E-BC1B-4932-85D4-C2A18EE38AEA}" srcOrd="3" destOrd="0" presId="urn:microsoft.com/office/officeart/2018/2/layout/IconLabelDescriptionList"/>
    <dgm:cxn modelId="{D0E18837-57EA-4E62-BC49-5A11AB46239F}" type="presParOf" srcId="{FB974700-AAD8-4D21-B270-FDCF6FC7CB9E}" destId="{C82F430F-6654-4A6C-8884-46B1D798F1E2}" srcOrd="4" destOrd="0" presId="urn:microsoft.com/office/officeart/2018/2/layout/IconLabelDescriptionList"/>
  </dgm:cxnLst>
  <dgm:bg/>
  <dgm:whole/>
  <dgm:extLst>
    <a:ext uri="http://schemas.microsoft.com/office/drawing/2008/diagram">
      <dsp:dataModelExt xmlns:dsp="http://schemas.microsoft.com/office/drawing/2008/diagram" relId="rId6" minVer="http://schemas.openxmlformats.org/drawingml/2006/diagram"/>
    </a:ext>
  </dgm:extLst>
</dgm:dataModel>
</file>

<file path=ppt/diagrams/data19.xml><?xml version="1.0" encoding="utf-8"?>
<dgm:dataModel xmlns:dgm="http://schemas.openxmlformats.org/drawingml/2006/diagram" xmlns:a="http://schemas.openxmlformats.org/drawingml/2006/main">
  <dgm:ptLst>
    <dgm:pt modelId="{061BC522-7392-4052-8BE6-68CB54E0D4AC}" type="doc">
      <dgm:prSet loTypeId="urn:microsoft.com/office/officeart/2018/5/layout/CenteredIconLabelDescriptionList" loCatId="icon" qsTypeId="urn:microsoft.com/office/officeart/2005/8/quickstyle/simple1" qsCatId="simple" csTypeId="urn:microsoft.com/office/officeart/2018/5/colors/Iconchunking_neutralbg_colorful1" csCatId="colorful" phldr="1"/>
      <dgm:spPr/>
      <dgm:t>
        <a:bodyPr/>
        <a:lstStyle/>
        <a:p>
          <a:endParaRPr lang="en-US"/>
        </a:p>
      </dgm:t>
    </dgm:pt>
    <dgm:pt modelId="{C7B13B6A-A9F7-48F9-A110-BE841D17A4ED}">
      <dgm:prSet/>
      <dgm:spPr/>
      <dgm:t>
        <a:bodyPr/>
        <a:lstStyle/>
        <a:p>
          <a:pPr>
            <a:lnSpc>
              <a:spcPct val="100000"/>
            </a:lnSpc>
            <a:defRPr b="1"/>
          </a:pPr>
          <a:r>
            <a:rPr lang="tr-TR"/>
            <a:t>Output</a:t>
          </a:r>
          <a:endParaRPr lang="en-US"/>
        </a:p>
      </dgm:t>
    </dgm:pt>
    <dgm:pt modelId="{D45F2539-6FE5-44C1-BA3A-950736E5606B}" type="parTrans" cxnId="{A058881A-3E9A-407F-9282-EE0750685544}">
      <dgm:prSet/>
      <dgm:spPr/>
      <dgm:t>
        <a:bodyPr/>
        <a:lstStyle/>
        <a:p>
          <a:endParaRPr lang="en-US"/>
        </a:p>
      </dgm:t>
    </dgm:pt>
    <dgm:pt modelId="{122835E0-5AF4-4903-AD66-3DE5368F4562}" type="sibTrans" cxnId="{A058881A-3E9A-407F-9282-EE0750685544}">
      <dgm:prSet/>
      <dgm:spPr/>
      <dgm:t>
        <a:bodyPr/>
        <a:lstStyle/>
        <a:p>
          <a:endParaRPr lang="en-US"/>
        </a:p>
      </dgm:t>
    </dgm:pt>
    <dgm:pt modelId="{4871CDEA-95E8-4F05-92BF-30E0754686A9}">
      <dgm:prSet/>
      <dgm:spPr/>
      <dgm:t>
        <a:bodyPr/>
        <a:lstStyle/>
        <a:p>
          <a:pPr>
            <a:lnSpc>
              <a:spcPct val="100000"/>
            </a:lnSpc>
          </a:pPr>
          <a:r>
            <a:rPr lang="en-US"/>
            <a:t>once created</a:t>
          </a:r>
        </a:p>
      </dgm:t>
    </dgm:pt>
    <dgm:pt modelId="{4FFF3889-30A5-4F10-A161-C73BC700969E}" type="parTrans" cxnId="{AA927B87-73CC-40B6-81D5-A234E1B20B74}">
      <dgm:prSet/>
      <dgm:spPr/>
      <dgm:t>
        <a:bodyPr/>
        <a:lstStyle/>
        <a:p>
          <a:endParaRPr lang="en-US"/>
        </a:p>
      </dgm:t>
    </dgm:pt>
    <dgm:pt modelId="{063EFA04-F0AF-45D5-BB72-CDF494FB23BA}" type="sibTrans" cxnId="{AA927B87-73CC-40B6-81D5-A234E1B20B74}">
      <dgm:prSet/>
      <dgm:spPr/>
      <dgm:t>
        <a:bodyPr/>
        <a:lstStyle/>
        <a:p>
          <a:endParaRPr lang="en-US"/>
        </a:p>
      </dgm:t>
    </dgm:pt>
    <dgm:pt modelId="{9F2FBD9D-7106-4033-A6D1-EADAF404734E}">
      <dgm:prSet/>
      <dgm:spPr/>
      <dgm:t>
        <a:bodyPr/>
        <a:lstStyle/>
        <a:p>
          <a:pPr>
            <a:lnSpc>
              <a:spcPct val="100000"/>
            </a:lnSpc>
            <a:defRPr b="1"/>
          </a:pPr>
          <a:r>
            <a:rPr lang="tr-TR"/>
            <a:t>Discrete</a:t>
          </a:r>
          <a:r>
            <a:rPr lang="en-US"/>
            <a:t> </a:t>
          </a:r>
        </a:p>
      </dgm:t>
    </dgm:pt>
    <dgm:pt modelId="{D574D663-A587-4189-AAD9-8437D1B7CD9E}" type="parTrans" cxnId="{4FB89CE4-2B32-45FC-BABC-3661DA52FC4D}">
      <dgm:prSet/>
      <dgm:spPr/>
      <dgm:t>
        <a:bodyPr/>
        <a:lstStyle/>
        <a:p>
          <a:endParaRPr lang="en-US"/>
        </a:p>
      </dgm:t>
    </dgm:pt>
    <dgm:pt modelId="{A9D8954D-5DCD-4782-AF60-0B1A763CE2ED}" type="sibTrans" cxnId="{4FB89CE4-2B32-45FC-BABC-3661DA52FC4D}">
      <dgm:prSet/>
      <dgm:spPr/>
      <dgm:t>
        <a:bodyPr/>
        <a:lstStyle/>
        <a:p>
          <a:endParaRPr lang="en-US"/>
        </a:p>
      </dgm:t>
    </dgm:pt>
    <dgm:pt modelId="{11DCB73E-A189-40CA-AC39-F38E565C3C2D}">
      <dgm:prSet/>
      <dgm:spPr/>
      <dgm:t>
        <a:bodyPr/>
        <a:lstStyle/>
        <a:p>
          <a:pPr>
            <a:lnSpc>
              <a:spcPct val="100000"/>
            </a:lnSpc>
          </a:pPr>
          <a:r>
            <a:rPr lang="en-US"/>
            <a:t>outputs are</a:t>
          </a:r>
        </a:p>
      </dgm:t>
    </dgm:pt>
    <dgm:pt modelId="{6EC4F980-4F11-4D37-A51F-B78166FA39F0}" type="parTrans" cxnId="{429DC981-EA6C-4BEC-9110-752B532ED28C}">
      <dgm:prSet/>
      <dgm:spPr/>
      <dgm:t>
        <a:bodyPr/>
        <a:lstStyle/>
        <a:p>
          <a:endParaRPr lang="en-US"/>
        </a:p>
      </dgm:t>
    </dgm:pt>
    <dgm:pt modelId="{4F628A1E-3B7E-43E9-83B1-24385095E3CC}" type="sibTrans" cxnId="{429DC981-EA6C-4BEC-9110-752B532ED28C}">
      <dgm:prSet/>
      <dgm:spPr/>
      <dgm:t>
        <a:bodyPr/>
        <a:lstStyle/>
        <a:p>
          <a:endParaRPr lang="en-US"/>
        </a:p>
      </dgm:t>
    </dgm:pt>
    <dgm:pt modelId="{D0CD67D2-8BAB-4F59-A456-0EE1E5AC4D70}">
      <dgm:prSet/>
      <dgm:spPr/>
      <dgm:t>
        <a:bodyPr/>
        <a:lstStyle/>
        <a:p>
          <a:pPr>
            <a:lnSpc>
              <a:spcPct val="100000"/>
            </a:lnSpc>
          </a:pPr>
          <a:r>
            <a:rPr lang="en-US" i="1"/>
            <a:t>discrete </a:t>
          </a:r>
          <a:r>
            <a:rPr lang="en-US"/>
            <a:t>units</a:t>
          </a:r>
          <a:r>
            <a:rPr lang="tr-TR"/>
            <a:t> </a:t>
          </a:r>
          <a:r>
            <a:rPr lang="en-US"/>
            <a:t>of value</a:t>
          </a:r>
          <a:r>
            <a:rPr lang="tr-TR"/>
            <a:t>s</a:t>
          </a:r>
          <a:r>
            <a:rPr lang="en-US"/>
            <a:t> </a:t>
          </a:r>
        </a:p>
      </dgm:t>
    </dgm:pt>
    <dgm:pt modelId="{F81EEA94-3187-448A-B69C-602786C50152}" type="parTrans" cxnId="{BACF2693-0A05-4811-8884-9867CE858FF7}">
      <dgm:prSet/>
      <dgm:spPr/>
      <dgm:t>
        <a:bodyPr/>
        <a:lstStyle/>
        <a:p>
          <a:endParaRPr lang="en-US"/>
        </a:p>
      </dgm:t>
    </dgm:pt>
    <dgm:pt modelId="{34B06DB6-AD2F-4538-A9EE-A4E6FD370F0D}" type="sibTrans" cxnId="{BACF2693-0A05-4811-8884-9867CE858FF7}">
      <dgm:prSet/>
      <dgm:spPr/>
      <dgm:t>
        <a:bodyPr/>
        <a:lstStyle/>
        <a:p>
          <a:endParaRPr lang="en-US"/>
        </a:p>
      </dgm:t>
    </dgm:pt>
    <dgm:pt modelId="{9E8049F1-A320-430D-83C6-9B0A2316DA64}">
      <dgm:prSet/>
      <dgm:spPr/>
      <dgm:t>
        <a:bodyPr/>
        <a:lstStyle/>
        <a:p>
          <a:pPr>
            <a:lnSpc>
              <a:spcPct val="100000"/>
            </a:lnSpc>
            <a:defRPr b="1"/>
          </a:pPr>
          <a:r>
            <a:rPr lang="tr-TR"/>
            <a:t>consumption</a:t>
          </a:r>
          <a:endParaRPr lang="en-US"/>
        </a:p>
      </dgm:t>
    </dgm:pt>
    <dgm:pt modelId="{42550EF0-89B1-42DF-9698-2640EA9BFA00}" type="parTrans" cxnId="{53CA6E8A-966F-4C26-9A81-58F1D9F9E566}">
      <dgm:prSet/>
      <dgm:spPr/>
      <dgm:t>
        <a:bodyPr/>
        <a:lstStyle/>
        <a:p>
          <a:endParaRPr lang="en-US"/>
        </a:p>
      </dgm:t>
    </dgm:pt>
    <dgm:pt modelId="{0D34CDEC-0C18-48B9-956D-211207243D6D}" type="sibTrans" cxnId="{53CA6E8A-966F-4C26-9A81-58F1D9F9E566}">
      <dgm:prSet/>
      <dgm:spPr/>
      <dgm:t>
        <a:bodyPr/>
        <a:lstStyle/>
        <a:p>
          <a:endParaRPr lang="en-US"/>
        </a:p>
      </dgm:t>
    </dgm:pt>
    <dgm:pt modelId="{E64FD580-EE4A-4FE2-80C2-59E9DF6F59BE}">
      <dgm:prSet/>
      <dgm:spPr/>
      <dgm:t>
        <a:bodyPr/>
        <a:lstStyle/>
        <a:p>
          <a:pPr>
            <a:lnSpc>
              <a:spcPct val="100000"/>
            </a:lnSpc>
          </a:pPr>
          <a:r>
            <a:rPr lang="en-US"/>
            <a:t>consumed</a:t>
          </a:r>
          <a:r>
            <a:rPr lang="tr-TR"/>
            <a:t> </a:t>
          </a:r>
          <a:r>
            <a:rPr lang="en-US"/>
            <a:t>in its </a:t>
          </a:r>
          <a:r>
            <a:rPr lang="en-US" b="1"/>
            <a:t>entirety</a:t>
          </a:r>
          <a:endParaRPr lang="en-US"/>
        </a:p>
      </dgm:t>
    </dgm:pt>
    <dgm:pt modelId="{EDDCB187-02CC-4141-BB9B-264DBE5C4554}" type="parTrans" cxnId="{33659722-D217-4D37-B233-76D954EC5FE0}">
      <dgm:prSet/>
      <dgm:spPr/>
      <dgm:t>
        <a:bodyPr/>
        <a:lstStyle/>
        <a:p>
          <a:endParaRPr lang="en-US"/>
        </a:p>
      </dgm:t>
    </dgm:pt>
    <dgm:pt modelId="{AB91CB78-5077-493C-918F-1A49642A6612}" type="sibTrans" cxnId="{33659722-D217-4D37-B233-76D954EC5FE0}">
      <dgm:prSet/>
      <dgm:spPr/>
      <dgm:t>
        <a:bodyPr/>
        <a:lstStyle/>
        <a:p>
          <a:endParaRPr lang="en-US"/>
        </a:p>
      </dgm:t>
    </dgm:pt>
    <dgm:pt modelId="{9BBA0630-1250-462C-9FCB-E01B43007ACA}">
      <dgm:prSet/>
      <dgm:spPr/>
      <dgm:t>
        <a:bodyPr/>
        <a:lstStyle/>
        <a:p>
          <a:pPr>
            <a:lnSpc>
              <a:spcPct val="100000"/>
            </a:lnSpc>
          </a:pPr>
          <a:r>
            <a:rPr lang="en-US"/>
            <a:t>can</a:t>
          </a:r>
          <a:r>
            <a:rPr lang="tr-TR"/>
            <a:t> </a:t>
          </a:r>
          <a:r>
            <a:rPr lang="en-US"/>
            <a:t>have any arbitrary value</a:t>
          </a:r>
        </a:p>
      </dgm:t>
    </dgm:pt>
    <dgm:pt modelId="{76FE5181-CF8E-4526-A4F6-C76DB1976964}" type="parTrans" cxnId="{80F76179-86FB-4B2D-8EEC-5D2722F86FCB}">
      <dgm:prSet/>
      <dgm:spPr/>
      <dgm:t>
        <a:bodyPr/>
        <a:lstStyle/>
        <a:p>
          <a:endParaRPr lang="tr-TR"/>
        </a:p>
      </dgm:t>
    </dgm:pt>
    <dgm:pt modelId="{20D266C8-56B2-4776-A934-DCAC22208E9B}" type="sibTrans" cxnId="{80F76179-86FB-4B2D-8EEC-5D2722F86FCB}">
      <dgm:prSet/>
      <dgm:spPr/>
      <dgm:t>
        <a:bodyPr/>
        <a:lstStyle/>
        <a:p>
          <a:endParaRPr lang="tr-TR"/>
        </a:p>
      </dgm:t>
    </dgm:pt>
    <dgm:pt modelId="{8741A52F-EAB7-427E-BFE3-5C13134D6E5C}">
      <dgm:prSet/>
      <dgm:spPr/>
      <dgm:t>
        <a:bodyPr/>
        <a:lstStyle/>
        <a:p>
          <a:pPr>
            <a:lnSpc>
              <a:spcPct val="100000"/>
            </a:lnSpc>
            <a:defRPr b="1"/>
          </a:pPr>
          <a:r>
            <a:rPr lang="tr-TR"/>
            <a:t>Indivisible</a:t>
          </a:r>
          <a:endParaRPr lang="en-US"/>
        </a:p>
      </dgm:t>
    </dgm:pt>
    <dgm:pt modelId="{5916D180-CA1E-4D1B-8C7E-E839D743355C}" type="parTrans" cxnId="{0ED94237-793B-4684-9236-78428BE3091D}">
      <dgm:prSet/>
      <dgm:spPr/>
      <dgm:t>
        <a:bodyPr/>
        <a:lstStyle/>
        <a:p>
          <a:endParaRPr lang="tr-TR"/>
        </a:p>
      </dgm:t>
    </dgm:pt>
    <dgm:pt modelId="{F864CB88-2CA1-4B96-8442-C433D797CDCD}" type="sibTrans" cxnId="{0ED94237-793B-4684-9236-78428BE3091D}">
      <dgm:prSet/>
      <dgm:spPr/>
      <dgm:t>
        <a:bodyPr/>
        <a:lstStyle/>
        <a:p>
          <a:endParaRPr lang="tr-TR"/>
        </a:p>
      </dgm:t>
    </dgm:pt>
    <dgm:pt modelId="{289B8A5E-DE01-4280-9BC6-0A09446178D8}">
      <dgm:prSet/>
      <dgm:spPr/>
      <dgm:t>
        <a:bodyPr/>
        <a:lstStyle/>
        <a:p>
          <a:pPr>
            <a:lnSpc>
              <a:spcPct val="100000"/>
            </a:lnSpc>
          </a:pPr>
          <a:r>
            <a:rPr lang="tr-TR" dirty="0"/>
            <a:t>value</a:t>
          </a:r>
          <a:r>
            <a:rPr lang="en-US" dirty="0"/>
            <a:t> is </a:t>
          </a:r>
          <a:r>
            <a:rPr lang="en-US" b="1" dirty="0"/>
            <a:t>indivisible</a:t>
          </a:r>
          <a:endParaRPr lang="en-US" dirty="0"/>
        </a:p>
      </dgm:t>
    </dgm:pt>
    <dgm:pt modelId="{9CF7E510-EF40-4156-BA1A-7201D34582A2}" type="parTrans" cxnId="{285AAA12-32D8-4079-A272-8EA8E02FAEB7}">
      <dgm:prSet/>
      <dgm:spPr/>
      <dgm:t>
        <a:bodyPr/>
        <a:lstStyle/>
        <a:p>
          <a:endParaRPr lang="tr-TR"/>
        </a:p>
      </dgm:t>
    </dgm:pt>
    <dgm:pt modelId="{5848485B-95E4-4BF2-BDBB-B202268FFBE9}" type="sibTrans" cxnId="{285AAA12-32D8-4079-A272-8EA8E02FAEB7}">
      <dgm:prSet/>
      <dgm:spPr/>
      <dgm:t>
        <a:bodyPr/>
        <a:lstStyle/>
        <a:p>
          <a:endParaRPr lang="tr-TR"/>
        </a:p>
      </dgm:t>
    </dgm:pt>
    <dgm:pt modelId="{EF24550E-271A-4B32-BE86-C5781C7228D0}">
      <dgm:prSet/>
      <dgm:spPr/>
      <dgm:t>
        <a:bodyPr/>
        <a:lstStyle/>
        <a:p>
          <a:pPr>
            <a:lnSpc>
              <a:spcPct val="100000"/>
            </a:lnSpc>
          </a:pPr>
          <a:r>
            <a:rPr lang="en-US"/>
            <a:t>An unspent output can </a:t>
          </a:r>
        </a:p>
      </dgm:t>
    </dgm:pt>
    <dgm:pt modelId="{9200B8BB-81D5-45B0-9BD9-628A7D9F56E7}" type="parTrans" cxnId="{83843B13-F258-4E3A-BF3C-26785896C8BF}">
      <dgm:prSet/>
      <dgm:spPr/>
      <dgm:t>
        <a:bodyPr/>
        <a:lstStyle/>
        <a:p>
          <a:endParaRPr lang="tr-TR"/>
        </a:p>
      </dgm:t>
    </dgm:pt>
    <dgm:pt modelId="{3A15EF11-BA3C-40F8-80C4-F3168A45C910}" type="sibTrans" cxnId="{83843B13-F258-4E3A-BF3C-26785896C8BF}">
      <dgm:prSet/>
      <dgm:spPr/>
      <dgm:t>
        <a:bodyPr/>
        <a:lstStyle/>
        <a:p>
          <a:endParaRPr lang="tr-TR"/>
        </a:p>
      </dgm:t>
    </dgm:pt>
    <dgm:pt modelId="{042CD112-B16D-4AC2-B992-EB498D5DF6D0}" type="pres">
      <dgm:prSet presAssocID="{061BC522-7392-4052-8BE6-68CB54E0D4AC}" presName="root" presStyleCnt="0">
        <dgm:presLayoutVars>
          <dgm:dir/>
          <dgm:resizeHandles val="exact"/>
        </dgm:presLayoutVars>
      </dgm:prSet>
      <dgm:spPr/>
    </dgm:pt>
    <dgm:pt modelId="{D60987CF-4AF4-4541-8768-FCE2DC56C2E8}" type="pres">
      <dgm:prSet presAssocID="{C7B13B6A-A9F7-48F9-A110-BE841D17A4ED}" presName="compNode" presStyleCnt="0"/>
      <dgm:spPr/>
    </dgm:pt>
    <dgm:pt modelId="{C12723F8-6867-42A6-B7DF-1A72ED30BA67}" type="pres">
      <dgm:prSet presAssocID="{C7B13B6A-A9F7-48F9-A110-BE841D17A4ED}" presName="iconRect" presStyleLbl="node1" presStyleIdx="0" presStyleCnt="4"/>
      <dgm:spPr>
        <a:blipFill>
          <a:blip xmlns:r="http://schemas.openxmlformats.org/officeDocument/2006/relationships" r:embed="rId1" cstate="email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2"/>
              </a:ext>
            </a:extLst>
          </a:blip>
          <a:stretch>
            <a:fillRect/>
          </a:stretch>
        </a:blipFill>
        <a:ln>
          <a:noFill/>
        </a:ln>
      </dgm:spPr>
      <dgm:extLst>
        <a:ext uri="{E40237B7-FDA0-4F09-8148-C483321AD2D9}">
          <dgm14:cNvPr xmlns:dgm14="http://schemas.microsoft.com/office/drawing/2010/diagram" id="0" name="" descr="Gears"/>
        </a:ext>
      </dgm:extLst>
    </dgm:pt>
    <dgm:pt modelId="{93642A06-3D9D-4E8D-82E5-BDEB2B69F5EA}" type="pres">
      <dgm:prSet presAssocID="{C7B13B6A-A9F7-48F9-A110-BE841D17A4ED}" presName="iconSpace" presStyleCnt="0"/>
      <dgm:spPr/>
    </dgm:pt>
    <dgm:pt modelId="{2D50B6C2-BC86-454C-AE6A-824AC1C3C614}" type="pres">
      <dgm:prSet presAssocID="{C7B13B6A-A9F7-48F9-A110-BE841D17A4ED}" presName="parTx" presStyleLbl="revTx" presStyleIdx="0" presStyleCnt="8">
        <dgm:presLayoutVars>
          <dgm:chMax val="0"/>
          <dgm:chPref val="0"/>
        </dgm:presLayoutVars>
      </dgm:prSet>
      <dgm:spPr/>
    </dgm:pt>
    <dgm:pt modelId="{CB76FB3F-DCFB-4EC1-99CF-8D3DC4C8F6DD}" type="pres">
      <dgm:prSet presAssocID="{C7B13B6A-A9F7-48F9-A110-BE841D17A4ED}" presName="txSpace" presStyleCnt="0"/>
      <dgm:spPr/>
    </dgm:pt>
    <dgm:pt modelId="{6176ED4F-03B7-44AF-9466-469AC7E5F34C}" type="pres">
      <dgm:prSet presAssocID="{C7B13B6A-A9F7-48F9-A110-BE841D17A4ED}" presName="desTx" presStyleLbl="revTx" presStyleIdx="1" presStyleCnt="8">
        <dgm:presLayoutVars/>
      </dgm:prSet>
      <dgm:spPr/>
    </dgm:pt>
    <dgm:pt modelId="{163E7DB8-C06A-4F59-9803-863C01613082}" type="pres">
      <dgm:prSet presAssocID="{122835E0-5AF4-4903-AD66-3DE5368F4562}" presName="sibTrans" presStyleCnt="0"/>
      <dgm:spPr/>
    </dgm:pt>
    <dgm:pt modelId="{85941EC5-3F87-4605-87C4-D7180C05C504}" type="pres">
      <dgm:prSet presAssocID="{8741A52F-EAB7-427E-BFE3-5C13134D6E5C}" presName="compNode" presStyleCnt="0"/>
      <dgm:spPr/>
    </dgm:pt>
    <dgm:pt modelId="{5B8DFEF4-C93F-48BF-A249-269FE71CA96D}" type="pres">
      <dgm:prSet presAssocID="{8741A52F-EAB7-427E-BFE3-5C13134D6E5C}" presName="iconRect" presStyleLbl="node1" presStyleIdx="1" presStyleCnt="4"/>
      <dgm:spPr>
        <a:blipFill>
          <a:blip xmlns:r="http://schemas.openxmlformats.org/officeDocument/2006/relationships" r:embed="rId3" cstate="email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4"/>
              </a:ext>
            </a:extLst>
          </a:blip>
          <a:stretch>
            <a:fillRect/>
          </a:stretch>
        </a:blipFill>
        <a:ln>
          <a:noFill/>
        </a:ln>
      </dgm:spPr>
      <dgm:extLst>
        <a:ext uri="{E40237B7-FDA0-4F09-8148-C483321AD2D9}">
          <dgm14:cNvPr xmlns:dgm14="http://schemas.microsoft.com/office/drawing/2010/diagram" id="0" name="" descr="Network"/>
        </a:ext>
      </dgm:extLst>
    </dgm:pt>
    <dgm:pt modelId="{4ADD0E9B-81F3-4CCD-95F6-34406D7E2E2B}" type="pres">
      <dgm:prSet presAssocID="{8741A52F-EAB7-427E-BFE3-5C13134D6E5C}" presName="iconSpace" presStyleCnt="0"/>
      <dgm:spPr/>
    </dgm:pt>
    <dgm:pt modelId="{EB07DE3C-0F78-4BD5-B5CA-A8BA30D48214}" type="pres">
      <dgm:prSet presAssocID="{8741A52F-EAB7-427E-BFE3-5C13134D6E5C}" presName="parTx" presStyleLbl="revTx" presStyleIdx="2" presStyleCnt="8">
        <dgm:presLayoutVars>
          <dgm:chMax val="0"/>
          <dgm:chPref val="0"/>
        </dgm:presLayoutVars>
      </dgm:prSet>
      <dgm:spPr/>
    </dgm:pt>
    <dgm:pt modelId="{3135CC74-3FD2-4802-9063-E98132EBFECC}" type="pres">
      <dgm:prSet presAssocID="{8741A52F-EAB7-427E-BFE3-5C13134D6E5C}" presName="txSpace" presStyleCnt="0"/>
      <dgm:spPr/>
    </dgm:pt>
    <dgm:pt modelId="{AB5232D0-8BC4-40CC-BED3-8FFE873FC5A7}" type="pres">
      <dgm:prSet presAssocID="{8741A52F-EAB7-427E-BFE3-5C13134D6E5C}" presName="desTx" presStyleLbl="revTx" presStyleIdx="3" presStyleCnt="8">
        <dgm:presLayoutVars/>
      </dgm:prSet>
      <dgm:spPr/>
    </dgm:pt>
    <dgm:pt modelId="{782BEF03-7BE1-4570-9F36-54F720AC4CC1}" type="pres">
      <dgm:prSet presAssocID="{F864CB88-2CA1-4B96-8442-C433D797CDCD}" presName="sibTrans" presStyleCnt="0"/>
      <dgm:spPr/>
    </dgm:pt>
    <dgm:pt modelId="{BB29579E-AF98-4882-B959-465F38AC7898}" type="pres">
      <dgm:prSet presAssocID="{9F2FBD9D-7106-4033-A6D1-EADAF404734E}" presName="compNode" presStyleCnt="0"/>
      <dgm:spPr/>
    </dgm:pt>
    <dgm:pt modelId="{8C1CE4CB-1692-453E-89F8-CC797AC05954}" type="pres">
      <dgm:prSet presAssocID="{9F2FBD9D-7106-4033-A6D1-EADAF404734E}" presName="iconRect" presStyleLbl="node1" presStyleIdx="2" presStyleCnt="4"/>
      <dgm:spPr>
        <a:blipFill>
          <a:blip xmlns:r="http://schemas.openxmlformats.org/officeDocument/2006/relationships" r:embed="rId5" cstate="email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6"/>
              </a:ext>
            </a:extLst>
          </a:blip>
          <a:stretch>
            <a:fillRect/>
          </a:stretch>
        </a:blipFill>
        <a:ln>
          <a:noFill/>
        </a:ln>
      </dgm:spPr>
      <dgm:extLst>
        <a:ext uri="{E40237B7-FDA0-4F09-8148-C483321AD2D9}">
          <dgm14:cNvPr xmlns:dgm14="http://schemas.microsoft.com/office/drawing/2010/diagram" id="0" name="" descr="Windmill"/>
        </a:ext>
      </dgm:extLst>
    </dgm:pt>
    <dgm:pt modelId="{DE89A3D4-A82D-4EC6-A160-1E3BC41C99CD}" type="pres">
      <dgm:prSet presAssocID="{9F2FBD9D-7106-4033-A6D1-EADAF404734E}" presName="iconSpace" presStyleCnt="0"/>
      <dgm:spPr/>
    </dgm:pt>
    <dgm:pt modelId="{0B3191B0-F7F8-45E6-A0F3-A41CB9AD8D3E}" type="pres">
      <dgm:prSet presAssocID="{9F2FBD9D-7106-4033-A6D1-EADAF404734E}" presName="parTx" presStyleLbl="revTx" presStyleIdx="4" presStyleCnt="8">
        <dgm:presLayoutVars>
          <dgm:chMax val="0"/>
          <dgm:chPref val="0"/>
        </dgm:presLayoutVars>
      </dgm:prSet>
      <dgm:spPr/>
    </dgm:pt>
    <dgm:pt modelId="{6DAF8B27-5945-4C75-8BE4-32B5CCDB417B}" type="pres">
      <dgm:prSet presAssocID="{9F2FBD9D-7106-4033-A6D1-EADAF404734E}" presName="txSpace" presStyleCnt="0"/>
      <dgm:spPr/>
    </dgm:pt>
    <dgm:pt modelId="{A81A5455-42AE-4934-AF08-FE3156FF43C1}" type="pres">
      <dgm:prSet presAssocID="{9F2FBD9D-7106-4033-A6D1-EADAF404734E}" presName="desTx" presStyleLbl="revTx" presStyleIdx="5" presStyleCnt="8">
        <dgm:presLayoutVars/>
      </dgm:prSet>
      <dgm:spPr/>
    </dgm:pt>
    <dgm:pt modelId="{DDA3DB5A-B7C0-489A-83CE-762C58069F7C}" type="pres">
      <dgm:prSet presAssocID="{A9D8954D-5DCD-4782-AF60-0B1A763CE2ED}" presName="sibTrans" presStyleCnt="0"/>
      <dgm:spPr/>
    </dgm:pt>
    <dgm:pt modelId="{2AC85187-B742-4DF6-9E67-688B1514CC99}" type="pres">
      <dgm:prSet presAssocID="{9E8049F1-A320-430D-83C6-9B0A2316DA64}" presName="compNode" presStyleCnt="0"/>
      <dgm:spPr/>
    </dgm:pt>
    <dgm:pt modelId="{EBA1DC6F-2B21-4F8E-85BC-59832C9ADD15}" type="pres">
      <dgm:prSet presAssocID="{9E8049F1-A320-430D-83C6-9B0A2316DA64}" presName="iconRect" presStyleLbl="node1" presStyleIdx="3" presStyleCnt="4"/>
      <dgm:spPr>
        <a:blipFill>
          <a:blip xmlns:r="http://schemas.openxmlformats.org/officeDocument/2006/relationships" r:embed="rId7" cstate="email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8"/>
              </a:ext>
            </a:extLst>
          </a:blip>
          <a:stretch>
            <a:fillRect/>
          </a:stretch>
        </a:blipFill>
        <a:ln>
          <a:noFill/>
        </a:ln>
      </dgm:spPr>
      <dgm:extLst>
        <a:ext uri="{E40237B7-FDA0-4F09-8148-C483321AD2D9}">
          <dgm14:cNvPr xmlns:dgm14="http://schemas.microsoft.com/office/drawing/2010/diagram" id="0" name="" descr="Bitcoin"/>
        </a:ext>
      </dgm:extLst>
    </dgm:pt>
    <dgm:pt modelId="{85809FB8-00F7-471E-A5F2-A6CE9276CAA5}" type="pres">
      <dgm:prSet presAssocID="{9E8049F1-A320-430D-83C6-9B0A2316DA64}" presName="iconSpace" presStyleCnt="0"/>
      <dgm:spPr/>
    </dgm:pt>
    <dgm:pt modelId="{4A9C4F93-F2DB-4D0F-9C7C-826D3F77F9EC}" type="pres">
      <dgm:prSet presAssocID="{9E8049F1-A320-430D-83C6-9B0A2316DA64}" presName="parTx" presStyleLbl="revTx" presStyleIdx="6" presStyleCnt="8">
        <dgm:presLayoutVars>
          <dgm:chMax val="0"/>
          <dgm:chPref val="0"/>
        </dgm:presLayoutVars>
      </dgm:prSet>
      <dgm:spPr/>
    </dgm:pt>
    <dgm:pt modelId="{D11D61EE-62EF-4467-AEDC-2ED67AA8CC40}" type="pres">
      <dgm:prSet presAssocID="{9E8049F1-A320-430D-83C6-9B0A2316DA64}" presName="txSpace" presStyleCnt="0"/>
      <dgm:spPr/>
    </dgm:pt>
    <dgm:pt modelId="{860AEB66-8C23-43B4-B857-715CC938E15C}" type="pres">
      <dgm:prSet presAssocID="{9E8049F1-A320-430D-83C6-9B0A2316DA64}" presName="desTx" presStyleLbl="revTx" presStyleIdx="7" presStyleCnt="8">
        <dgm:presLayoutVars/>
      </dgm:prSet>
      <dgm:spPr/>
    </dgm:pt>
  </dgm:ptLst>
  <dgm:cxnLst>
    <dgm:cxn modelId="{3C4F9D05-9C8E-46D9-9AE7-FCA847D753D1}" type="presOf" srcId="{EF24550E-271A-4B32-BE86-C5781C7228D0}" destId="{860AEB66-8C23-43B4-B857-715CC938E15C}" srcOrd="0" destOrd="0" presId="urn:microsoft.com/office/officeart/2018/5/layout/CenteredIconLabelDescriptionList"/>
    <dgm:cxn modelId="{72A77209-F2AE-4A4D-AF5C-CC016D949925}" type="presOf" srcId="{9F2FBD9D-7106-4033-A6D1-EADAF404734E}" destId="{0B3191B0-F7F8-45E6-A0F3-A41CB9AD8D3E}" srcOrd="0" destOrd="0" presId="urn:microsoft.com/office/officeart/2018/5/layout/CenteredIconLabelDescriptionList"/>
    <dgm:cxn modelId="{285AAA12-32D8-4079-A272-8EA8E02FAEB7}" srcId="{8741A52F-EAB7-427E-BFE3-5C13134D6E5C}" destId="{289B8A5E-DE01-4280-9BC6-0A09446178D8}" srcOrd="1" destOrd="0" parTransId="{9CF7E510-EF40-4156-BA1A-7201D34582A2}" sibTransId="{5848485B-95E4-4BF2-BDBB-B202268FFBE9}"/>
    <dgm:cxn modelId="{83843B13-F258-4E3A-BF3C-26785896C8BF}" srcId="{9E8049F1-A320-430D-83C6-9B0A2316DA64}" destId="{EF24550E-271A-4B32-BE86-C5781C7228D0}" srcOrd="0" destOrd="0" parTransId="{9200B8BB-81D5-45B0-9BD9-628A7D9F56E7}" sibTransId="{3A15EF11-BA3C-40F8-80C4-F3168A45C910}"/>
    <dgm:cxn modelId="{A058881A-3E9A-407F-9282-EE0750685544}" srcId="{061BC522-7392-4052-8BE6-68CB54E0D4AC}" destId="{C7B13B6A-A9F7-48F9-A110-BE841D17A4ED}" srcOrd="0" destOrd="0" parTransId="{D45F2539-6FE5-44C1-BA3A-950736E5606B}" sibTransId="{122835E0-5AF4-4903-AD66-3DE5368F4562}"/>
    <dgm:cxn modelId="{33659722-D217-4D37-B233-76D954EC5FE0}" srcId="{9E8049F1-A320-430D-83C6-9B0A2316DA64}" destId="{E64FD580-EE4A-4FE2-80C2-59E9DF6F59BE}" srcOrd="1" destOrd="0" parTransId="{EDDCB187-02CC-4141-BB9B-264DBE5C4554}" sibTransId="{AB91CB78-5077-493C-918F-1A49642A6612}"/>
    <dgm:cxn modelId="{793E902E-5EA1-42AF-A7FE-31FF39AEF6F3}" type="presOf" srcId="{E64FD580-EE4A-4FE2-80C2-59E9DF6F59BE}" destId="{860AEB66-8C23-43B4-B857-715CC938E15C}" srcOrd="0" destOrd="1" presId="urn:microsoft.com/office/officeart/2018/5/layout/CenteredIconLabelDescriptionList"/>
    <dgm:cxn modelId="{0ED94237-793B-4684-9236-78428BE3091D}" srcId="{061BC522-7392-4052-8BE6-68CB54E0D4AC}" destId="{8741A52F-EAB7-427E-BFE3-5C13134D6E5C}" srcOrd="1" destOrd="0" parTransId="{5916D180-CA1E-4D1B-8C7E-E839D743355C}" sibTransId="{F864CB88-2CA1-4B96-8442-C433D797CDCD}"/>
    <dgm:cxn modelId="{B6DBB93A-2683-4AF0-AE77-071A99426AED}" type="presOf" srcId="{9E8049F1-A320-430D-83C6-9B0A2316DA64}" destId="{4A9C4F93-F2DB-4D0F-9C7C-826D3F77F9EC}" srcOrd="0" destOrd="0" presId="urn:microsoft.com/office/officeart/2018/5/layout/CenteredIconLabelDescriptionList"/>
    <dgm:cxn modelId="{6DAEC649-6B0D-4B47-B433-6CD972512829}" type="presOf" srcId="{061BC522-7392-4052-8BE6-68CB54E0D4AC}" destId="{042CD112-B16D-4AC2-B992-EB498D5DF6D0}" srcOrd="0" destOrd="0" presId="urn:microsoft.com/office/officeart/2018/5/layout/CenteredIconLabelDescriptionList"/>
    <dgm:cxn modelId="{1989494F-D338-4625-BF96-C2FEB2209629}" type="presOf" srcId="{9BBA0630-1250-462C-9FCB-E01B43007ACA}" destId="{6176ED4F-03B7-44AF-9466-469AC7E5F34C}" srcOrd="0" destOrd="0" presId="urn:microsoft.com/office/officeart/2018/5/layout/CenteredIconLabelDescriptionList"/>
    <dgm:cxn modelId="{85824371-C529-4289-9E74-D6828BD1D39C}" type="presOf" srcId="{C7B13B6A-A9F7-48F9-A110-BE841D17A4ED}" destId="{2D50B6C2-BC86-454C-AE6A-824AC1C3C614}" srcOrd="0" destOrd="0" presId="urn:microsoft.com/office/officeart/2018/5/layout/CenteredIconLabelDescriptionList"/>
    <dgm:cxn modelId="{80F76179-86FB-4B2D-8EEC-5D2722F86FCB}" srcId="{C7B13B6A-A9F7-48F9-A110-BE841D17A4ED}" destId="{9BBA0630-1250-462C-9FCB-E01B43007ACA}" srcOrd="0" destOrd="0" parTransId="{76FE5181-CF8E-4526-A4F6-C76DB1976964}" sibTransId="{20D266C8-56B2-4776-A934-DCAC22208E9B}"/>
    <dgm:cxn modelId="{429DC981-EA6C-4BEC-9110-752B532ED28C}" srcId="{9F2FBD9D-7106-4033-A6D1-EADAF404734E}" destId="{11DCB73E-A189-40CA-AC39-F38E565C3C2D}" srcOrd="0" destOrd="0" parTransId="{6EC4F980-4F11-4D37-A51F-B78166FA39F0}" sibTransId="{4F628A1E-3B7E-43E9-83B1-24385095E3CC}"/>
    <dgm:cxn modelId="{AA927B87-73CC-40B6-81D5-A234E1B20B74}" srcId="{8741A52F-EAB7-427E-BFE3-5C13134D6E5C}" destId="{4871CDEA-95E8-4F05-92BF-30E0754686A9}" srcOrd="0" destOrd="0" parTransId="{4FFF3889-30A5-4F10-A161-C73BC700969E}" sibTransId="{063EFA04-F0AF-45D5-BB72-CDF494FB23BA}"/>
    <dgm:cxn modelId="{53CA6E8A-966F-4C26-9A81-58F1D9F9E566}" srcId="{061BC522-7392-4052-8BE6-68CB54E0D4AC}" destId="{9E8049F1-A320-430D-83C6-9B0A2316DA64}" srcOrd="3" destOrd="0" parTransId="{42550EF0-89B1-42DF-9698-2640EA9BFA00}" sibTransId="{0D34CDEC-0C18-48B9-956D-211207243D6D}"/>
    <dgm:cxn modelId="{9C6E328B-F25F-4B50-8104-D78123300758}" type="presOf" srcId="{4871CDEA-95E8-4F05-92BF-30E0754686A9}" destId="{AB5232D0-8BC4-40CC-BED3-8FFE873FC5A7}" srcOrd="0" destOrd="0" presId="urn:microsoft.com/office/officeart/2018/5/layout/CenteredIconLabelDescriptionList"/>
    <dgm:cxn modelId="{34017D8C-6BC6-48B7-8856-0C0B41CD112E}" type="presOf" srcId="{289B8A5E-DE01-4280-9BC6-0A09446178D8}" destId="{AB5232D0-8BC4-40CC-BED3-8FFE873FC5A7}" srcOrd="0" destOrd="1" presId="urn:microsoft.com/office/officeart/2018/5/layout/CenteredIconLabelDescriptionList"/>
    <dgm:cxn modelId="{BACF2693-0A05-4811-8884-9867CE858FF7}" srcId="{9F2FBD9D-7106-4033-A6D1-EADAF404734E}" destId="{D0CD67D2-8BAB-4F59-A456-0EE1E5AC4D70}" srcOrd="1" destOrd="0" parTransId="{F81EEA94-3187-448A-B69C-602786C50152}" sibTransId="{34B06DB6-AD2F-4538-A9EE-A4E6FD370F0D}"/>
    <dgm:cxn modelId="{78608FAC-1ACB-4D6D-BF09-0591129A0210}" type="presOf" srcId="{11DCB73E-A189-40CA-AC39-F38E565C3C2D}" destId="{A81A5455-42AE-4934-AF08-FE3156FF43C1}" srcOrd="0" destOrd="0" presId="urn:microsoft.com/office/officeart/2018/5/layout/CenteredIconLabelDescriptionList"/>
    <dgm:cxn modelId="{E3072AAD-9C90-4596-B85D-8E0C4EE23B72}" type="presOf" srcId="{D0CD67D2-8BAB-4F59-A456-0EE1E5AC4D70}" destId="{A81A5455-42AE-4934-AF08-FE3156FF43C1}" srcOrd="0" destOrd="1" presId="urn:microsoft.com/office/officeart/2018/5/layout/CenteredIconLabelDescriptionList"/>
    <dgm:cxn modelId="{4FB89CE4-2B32-45FC-BABC-3661DA52FC4D}" srcId="{061BC522-7392-4052-8BE6-68CB54E0D4AC}" destId="{9F2FBD9D-7106-4033-A6D1-EADAF404734E}" srcOrd="2" destOrd="0" parTransId="{D574D663-A587-4189-AAD9-8437D1B7CD9E}" sibTransId="{A9D8954D-5DCD-4782-AF60-0B1A763CE2ED}"/>
    <dgm:cxn modelId="{5EC85CFD-24FD-4FCE-B9F0-6524421EB659}" type="presOf" srcId="{8741A52F-EAB7-427E-BFE3-5C13134D6E5C}" destId="{EB07DE3C-0F78-4BD5-B5CA-A8BA30D48214}" srcOrd="0" destOrd="0" presId="urn:microsoft.com/office/officeart/2018/5/layout/CenteredIconLabelDescriptionList"/>
    <dgm:cxn modelId="{EA881DFF-16F9-4F0E-AE62-851115D310E2}" type="presParOf" srcId="{042CD112-B16D-4AC2-B992-EB498D5DF6D0}" destId="{D60987CF-4AF4-4541-8768-FCE2DC56C2E8}" srcOrd="0" destOrd="0" presId="urn:microsoft.com/office/officeart/2018/5/layout/CenteredIconLabelDescriptionList"/>
    <dgm:cxn modelId="{69FA78F4-16D5-480F-9881-2238509B1587}" type="presParOf" srcId="{D60987CF-4AF4-4541-8768-FCE2DC56C2E8}" destId="{C12723F8-6867-42A6-B7DF-1A72ED30BA67}" srcOrd="0" destOrd="0" presId="urn:microsoft.com/office/officeart/2018/5/layout/CenteredIconLabelDescriptionList"/>
    <dgm:cxn modelId="{5F06FC9E-0C4F-4C7A-A3AF-A8D195D116EC}" type="presParOf" srcId="{D60987CF-4AF4-4541-8768-FCE2DC56C2E8}" destId="{93642A06-3D9D-4E8D-82E5-BDEB2B69F5EA}" srcOrd="1" destOrd="0" presId="urn:microsoft.com/office/officeart/2018/5/layout/CenteredIconLabelDescriptionList"/>
    <dgm:cxn modelId="{C4E90E71-6BC1-4954-B6AA-6190C11B9CC7}" type="presParOf" srcId="{D60987CF-4AF4-4541-8768-FCE2DC56C2E8}" destId="{2D50B6C2-BC86-454C-AE6A-824AC1C3C614}" srcOrd="2" destOrd="0" presId="urn:microsoft.com/office/officeart/2018/5/layout/CenteredIconLabelDescriptionList"/>
    <dgm:cxn modelId="{0BD1F0FC-8592-4533-8EED-FABED4E1BC24}" type="presParOf" srcId="{D60987CF-4AF4-4541-8768-FCE2DC56C2E8}" destId="{CB76FB3F-DCFB-4EC1-99CF-8D3DC4C8F6DD}" srcOrd="3" destOrd="0" presId="urn:microsoft.com/office/officeart/2018/5/layout/CenteredIconLabelDescriptionList"/>
    <dgm:cxn modelId="{B84EA09A-393F-4B18-A706-E42BF6C700E3}" type="presParOf" srcId="{D60987CF-4AF4-4541-8768-FCE2DC56C2E8}" destId="{6176ED4F-03B7-44AF-9466-469AC7E5F34C}" srcOrd="4" destOrd="0" presId="urn:microsoft.com/office/officeart/2018/5/layout/CenteredIconLabelDescriptionList"/>
    <dgm:cxn modelId="{C3CA9D14-6286-4E7D-82A7-975C46A0265E}" type="presParOf" srcId="{042CD112-B16D-4AC2-B992-EB498D5DF6D0}" destId="{163E7DB8-C06A-4F59-9803-863C01613082}" srcOrd="1" destOrd="0" presId="urn:microsoft.com/office/officeart/2018/5/layout/CenteredIconLabelDescriptionList"/>
    <dgm:cxn modelId="{BB724F2A-2839-4E44-863C-6E11A6D5FE08}" type="presParOf" srcId="{042CD112-B16D-4AC2-B992-EB498D5DF6D0}" destId="{85941EC5-3F87-4605-87C4-D7180C05C504}" srcOrd="2" destOrd="0" presId="urn:microsoft.com/office/officeart/2018/5/layout/CenteredIconLabelDescriptionList"/>
    <dgm:cxn modelId="{F7692F34-5B9F-4928-A605-D3F01D71EE3D}" type="presParOf" srcId="{85941EC5-3F87-4605-87C4-D7180C05C504}" destId="{5B8DFEF4-C93F-48BF-A249-269FE71CA96D}" srcOrd="0" destOrd="0" presId="urn:microsoft.com/office/officeart/2018/5/layout/CenteredIconLabelDescriptionList"/>
    <dgm:cxn modelId="{68E85DBF-17D6-437D-BFCE-93FA739576B5}" type="presParOf" srcId="{85941EC5-3F87-4605-87C4-D7180C05C504}" destId="{4ADD0E9B-81F3-4CCD-95F6-34406D7E2E2B}" srcOrd="1" destOrd="0" presId="urn:microsoft.com/office/officeart/2018/5/layout/CenteredIconLabelDescriptionList"/>
    <dgm:cxn modelId="{AE900EA1-A231-4F06-9563-9B2760E1AC49}" type="presParOf" srcId="{85941EC5-3F87-4605-87C4-D7180C05C504}" destId="{EB07DE3C-0F78-4BD5-B5CA-A8BA30D48214}" srcOrd="2" destOrd="0" presId="urn:microsoft.com/office/officeart/2018/5/layout/CenteredIconLabelDescriptionList"/>
    <dgm:cxn modelId="{621B098D-8054-4AFC-92F2-A96BE946AE7C}" type="presParOf" srcId="{85941EC5-3F87-4605-87C4-D7180C05C504}" destId="{3135CC74-3FD2-4802-9063-E98132EBFECC}" srcOrd="3" destOrd="0" presId="urn:microsoft.com/office/officeart/2018/5/layout/CenteredIconLabelDescriptionList"/>
    <dgm:cxn modelId="{86E49145-6259-4D7D-8B46-123E748D1735}" type="presParOf" srcId="{85941EC5-3F87-4605-87C4-D7180C05C504}" destId="{AB5232D0-8BC4-40CC-BED3-8FFE873FC5A7}" srcOrd="4" destOrd="0" presId="urn:microsoft.com/office/officeart/2018/5/layout/CenteredIconLabelDescriptionList"/>
    <dgm:cxn modelId="{107564F3-F8B8-4AAF-AFCD-DC5141F6F405}" type="presParOf" srcId="{042CD112-B16D-4AC2-B992-EB498D5DF6D0}" destId="{782BEF03-7BE1-4570-9F36-54F720AC4CC1}" srcOrd="3" destOrd="0" presId="urn:microsoft.com/office/officeart/2018/5/layout/CenteredIconLabelDescriptionList"/>
    <dgm:cxn modelId="{F05489E6-3214-429F-8389-4E744D31A95A}" type="presParOf" srcId="{042CD112-B16D-4AC2-B992-EB498D5DF6D0}" destId="{BB29579E-AF98-4882-B959-465F38AC7898}" srcOrd="4" destOrd="0" presId="urn:microsoft.com/office/officeart/2018/5/layout/CenteredIconLabelDescriptionList"/>
    <dgm:cxn modelId="{0489141E-60C3-4173-A727-341B36675B47}" type="presParOf" srcId="{BB29579E-AF98-4882-B959-465F38AC7898}" destId="{8C1CE4CB-1692-453E-89F8-CC797AC05954}" srcOrd="0" destOrd="0" presId="urn:microsoft.com/office/officeart/2018/5/layout/CenteredIconLabelDescriptionList"/>
    <dgm:cxn modelId="{ACD14FB0-D707-4802-A34E-73A3DC87FBF7}" type="presParOf" srcId="{BB29579E-AF98-4882-B959-465F38AC7898}" destId="{DE89A3D4-A82D-4EC6-A160-1E3BC41C99CD}" srcOrd="1" destOrd="0" presId="urn:microsoft.com/office/officeart/2018/5/layout/CenteredIconLabelDescriptionList"/>
    <dgm:cxn modelId="{737FA5E6-80E7-49DB-8164-9537130ADD91}" type="presParOf" srcId="{BB29579E-AF98-4882-B959-465F38AC7898}" destId="{0B3191B0-F7F8-45E6-A0F3-A41CB9AD8D3E}" srcOrd="2" destOrd="0" presId="urn:microsoft.com/office/officeart/2018/5/layout/CenteredIconLabelDescriptionList"/>
    <dgm:cxn modelId="{B9ABF449-D1B3-4D32-A130-6222EB8B8383}" type="presParOf" srcId="{BB29579E-AF98-4882-B959-465F38AC7898}" destId="{6DAF8B27-5945-4C75-8BE4-32B5CCDB417B}" srcOrd="3" destOrd="0" presId="urn:microsoft.com/office/officeart/2018/5/layout/CenteredIconLabelDescriptionList"/>
    <dgm:cxn modelId="{B016CEA7-967F-4610-8A5D-C778CC970AD9}" type="presParOf" srcId="{BB29579E-AF98-4882-B959-465F38AC7898}" destId="{A81A5455-42AE-4934-AF08-FE3156FF43C1}" srcOrd="4" destOrd="0" presId="urn:microsoft.com/office/officeart/2018/5/layout/CenteredIconLabelDescriptionList"/>
    <dgm:cxn modelId="{9CD93B97-F88B-4D79-A1C5-9CC1793A6FD3}" type="presParOf" srcId="{042CD112-B16D-4AC2-B992-EB498D5DF6D0}" destId="{DDA3DB5A-B7C0-489A-83CE-762C58069F7C}" srcOrd="5" destOrd="0" presId="urn:microsoft.com/office/officeart/2018/5/layout/CenteredIconLabelDescriptionList"/>
    <dgm:cxn modelId="{E84B8E85-2B6A-49FB-B03C-12E5832AE131}" type="presParOf" srcId="{042CD112-B16D-4AC2-B992-EB498D5DF6D0}" destId="{2AC85187-B742-4DF6-9E67-688B1514CC99}" srcOrd="6" destOrd="0" presId="urn:microsoft.com/office/officeart/2018/5/layout/CenteredIconLabelDescriptionList"/>
    <dgm:cxn modelId="{72F646F7-3E36-44B0-AC48-2AB4D145DE79}" type="presParOf" srcId="{2AC85187-B742-4DF6-9E67-688B1514CC99}" destId="{EBA1DC6F-2B21-4F8E-85BC-59832C9ADD15}" srcOrd="0" destOrd="0" presId="urn:microsoft.com/office/officeart/2018/5/layout/CenteredIconLabelDescriptionList"/>
    <dgm:cxn modelId="{BE5BF9A0-540E-4804-8A2B-514F3BFF4DFB}" type="presParOf" srcId="{2AC85187-B742-4DF6-9E67-688B1514CC99}" destId="{85809FB8-00F7-471E-A5F2-A6CE9276CAA5}" srcOrd="1" destOrd="0" presId="urn:microsoft.com/office/officeart/2018/5/layout/CenteredIconLabelDescriptionList"/>
    <dgm:cxn modelId="{451FF048-8302-4511-ACC1-87B54E44BDE5}" type="presParOf" srcId="{2AC85187-B742-4DF6-9E67-688B1514CC99}" destId="{4A9C4F93-F2DB-4D0F-9C7C-826D3F77F9EC}" srcOrd="2" destOrd="0" presId="urn:microsoft.com/office/officeart/2018/5/layout/CenteredIconLabelDescriptionList"/>
    <dgm:cxn modelId="{4EDC217C-FE9D-41A4-9DE5-0E2E969F18DE}" type="presParOf" srcId="{2AC85187-B742-4DF6-9E67-688B1514CC99}" destId="{D11D61EE-62EF-4467-AEDC-2ED67AA8CC40}" srcOrd="3" destOrd="0" presId="urn:microsoft.com/office/officeart/2018/5/layout/CenteredIconLabelDescriptionList"/>
    <dgm:cxn modelId="{8466A8CA-33B1-4E75-A67F-BCC4196F2971}" type="presParOf" srcId="{2AC85187-B742-4DF6-9E67-688B1514CC99}" destId="{860AEB66-8C23-43B4-B857-715CC938E15C}" srcOrd="4" destOrd="0" presId="urn:microsoft.com/office/officeart/2018/5/layout/CenteredIconLabelDescriptionList"/>
  </dgm:cxnLst>
  <dgm:bg/>
  <dgm:whole/>
  <dgm:extLst>
    <a:ext uri="http://schemas.microsoft.com/office/drawing/2008/diagram">
      <dsp:dataModelExt xmlns:dsp="http://schemas.microsoft.com/office/drawing/2008/diagram" relId="rId6" minVer="http://schemas.openxmlformats.org/drawingml/2006/diagram"/>
    </a:ext>
  </dgm:extLst>
</dgm:dataModel>
</file>

<file path=ppt/diagrams/data20.xml><?xml version="1.0" encoding="utf-8"?>
<dgm:dataModel xmlns:dgm="http://schemas.openxmlformats.org/drawingml/2006/diagram" xmlns:a="http://schemas.openxmlformats.org/drawingml/2006/main">
  <dgm:ptLst>
    <dgm:pt modelId="{81DF185C-63C8-4460-AC03-936063E95C7D}" type="doc">
      <dgm:prSet loTypeId="urn:microsoft.com/office/officeart/2018/5/layout/CenteredIconLabelDescriptionList" loCatId="icon" qsTypeId="urn:microsoft.com/office/officeart/2005/8/quickstyle/simple1" qsCatId="simple" csTypeId="urn:microsoft.com/office/officeart/2018/5/colors/Iconchunking_neutralbg_colorful1" csCatId="colorful" phldr="1"/>
      <dgm:spPr/>
      <dgm:t>
        <a:bodyPr/>
        <a:lstStyle/>
        <a:p>
          <a:endParaRPr lang="en-US"/>
        </a:p>
      </dgm:t>
    </dgm:pt>
    <dgm:pt modelId="{1E983220-F6A9-433E-BBE0-684DD4803110}">
      <dgm:prSet/>
      <dgm:spPr/>
      <dgm:t>
        <a:bodyPr/>
        <a:lstStyle/>
        <a:p>
          <a:pPr>
            <a:lnSpc>
              <a:spcPct val="100000"/>
            </a:lnSpc>
            <a:defRPr b="1"/>
          </a:pPr>
          <a:r>
            <a:rPr lang="tr-TR"/>
            <a:t>UTXO larger?</a:t>
          </a:r>
          <a:endParaRPr lang="en-US"/>
        </a:p>
      </dgm:t>
    </dgm:pt>
    <dgm:pt modelId="{113746F6-BCD4-400D-9132-E26A8B37DA4A}" type="parTrans" cxnId="{69755100-FF83-4CD2-A62A-CBD060CC908F}">
      <dgm:prSet/>
      <dgm:spPr/>
      <dgm:t>
        <a:bodyPr/>
        <a:lstStyle/>
        <a:p>
          <a:endParaRPr lang="en-US"/>
        </a:p>
      </dgm:t>
    </dgm:pt>
    <dgm:pt modelId="{E26F0EAF-BCC3-443A-9DDD-F5567A112126}" type="sibTrans" cxnId="{69755100-FF83-4CD2-A62A-CBD060CC908F}">
      <dgm:prSet/>
      <dgm:spPr/>
      <dgm:t>
        <a:bodyPr/>
        <a:lstStyle/>
        <a:p>
          <a:endParaRPr lang="en-US"/>
        </a:p>
      </dgm:t>
    </dgm:pt>
    <dgm:pt modelId="{459CE999-C345-4498-B572-9805A90F7757}">
      <dgm:prSet/>
      <dgm:spPr/>
      <dgm:t>
        <a:bodyPr/>
        <a:lstStyle/>
        <a:p>
          <a:pPr>
            <a:lnSpc>
              <a:spcPct val="100000"/>
            </a:lnSpc>
          </a:pPr>
          <a:r>
            <a:rPr lang="en-US" dirty="0"/>
            <a:t>it must still be consumed</a:t>
          </a:r>
        </a:p>
      </dgm:t>
    </dgm:pt>
    <dgm:pt modelId="{18BF5140-514B-4D7E-B49E-67FEE5E19F65}" type="parTrans" cxnId="{F584FF82-96DF-492E-B6EB-DD172021BEC3}">
      <dgm:prSet/>
      <dgm:spPr/>
      <dgm:t>
        <a:bodyPr/>
        <a:lstStyle/>
        <a:p>
          <a:endParaRPr lang="en-US"/>
        </a:p>
      </dgm:t>
    </dgm:pt>
    <dgm:pt modelId="{8E8B47E0-9937-4D74-A479-0ED27928F4AB}" type="sibTrans" cxnId="{F584FF82-96DF-492E-B6EB-DD172021BEC3}">
      <dgm:prSet/>
      <dgm:spPr/>
      <dgm:t>
        <a:bodyPr/>
        <a:lstStyle/>
        <a:p>
          <a:endParaRPr lang="en-US"/>
        </a:p>
      </dgm:t>
    </dgm:pt>
    <dgm:pt modelId="{0A3040E6-CC61-4B17-B0D4-E05D80527C23}">
      <dgm:prSet/>
      <dgm:spPr/>
      <dgm:t>
        <a:bodyPr/>
        <a:lstStyle/>
        <a:p>
          <a:pPr>
            <a:lnSpc>
              <a:spcPct val="100000"/>
            </a:lnSpc>
          </a:pPr>
          <a:r>
            <a:rPr lang="en-US"/>
            <a:t>If an UTXO is</a:t>
          </a:r>
          <a:r>
            <a:rPr lang="tr-TR"/>
            <a:t> </a:t>
          </a:r>
          <a:r>
            <a:rPr lang="en-US"/>
            <a:t>larger</a:t>
          </a:r>
        </a:p>
      </dgm:t>
    </dgm:pt>
    <dgm:pt modelId="{B5E98559-F467-45DA-83D6-2F1387A5F40D}" type="parTrans" cxnId="{B5458CB8-5BD8-4DE5-9EE8-C07D803F0CD1}">
      <dgm:prSet/>
      <dgm:spPr/>
      <dgm:t>
        <a:bodyPr/>
        <a:lstStyle/>
        <a:p>
          <a:endParaRPr lang="tr-TR"/>
        </a:p>
      </dgm:t>
    </dgm:pt>
    <dgm:pt modelId="{F3923355-E998-4E2C-B30F-365A3234E7D1}" type="sibTrans" cxnId="{B5458CB8-5BD8-4DE5-9EE8-C07D803F0CD1}">
      <dgm:prSet/>
      <dgm:spPr/>
      <dgm:t>
        <a:bodyPr/>
        <a:lstStyle/>
        <a:p>
          <a:endParaRPr lang="tr-TR"/>
        </a:p>
      </dgm:t>
    </dgm:pt>
    <dgm:pt modelId="{84D58CE1-96DE-4E1E-932D-136919A4305B}">
      <dgm:prSet/>
      <dgm:spPr/>
      <dgm:t>
        <a:bodyPr/>
        <a:lstStyle/>
        <a:p>
          <a:pPr>
            <a:lnSpc>
              <a:spcPct val="100000"/>
            </a:lnSpc>
            <a:defRPr b="1"/>
          </a:pPr>
          <a:r>
            <a:rPr lang="tr-TR" dirty="0"/>
            <a:t>Indivisible nature</a:t>
          </a:r>
          <a:endParaRPr lang="en-US" dirty="0"/>
        </a:p>
      </dgm:t>
    </dgm:pt>
    <dgm:pt modelId="{304CB5A0-88F9-4122-B620-A4FC4EC573CE}" type="parTrans" cxnId="{96886AA8-A696-4126-B3D0-25D6C3B7E46A}">
      <dgm:prSet/>
      <dgm:spPr/>
      <dgm:t>
        <a:bodyPr/>
        <a:lstStyle/>
        <a:p>
          <a:endParaRPr lang="tr-TR"/>
        </a:p>
      </dgm:t>
    </dgm:pt>
    <dgm:pt modelId="{6CA34392-0F98-47F4-9A02-EB4F6A7D8BF5}" type="sibTrans" cxnId="{96886AA8-A696-4126-B3D0-25D6C3B7E46A}">
      <dgm:prSet/>
      <dgm:spPr/>
      <dgm:t>
        <a:bodyPr/>
        <a:lstStyle/>
        <a:p>
          <a:endParaRPr lang="tr-TR"/>
        </a:p>
      </dgm:t>
    </dgm:pt>
    <dgm:pt modelId="{F1456E51-F949-417E-B53A-505C75CCF4C5}">
      <dgm:prSet/>
      <dgm:spPr/>
      <dgm:t>
        <a:bodyPr/>
        <a:lstStyle/>
        <a:p>
          <a:pPr>
            <a:lnSpc>
              <a:spcPct val="100000"/>
            </a:lnSpc>
          </a:pPr>
          <a:r>
            <a:rPr lang="en-US"/>
            <a:t>As a result of</a:t>
          </a:r>
        </a:p>
      </dgm:t>
    </dgm:pt>
    <dgm:pt modelId="{C1A929CB-9C4F-489E-9290-72B91294727B}" type="parTrans" cxnId="{F66579DC-7B86-4AE8-902A-1017FEF3E0BF}">
      <dgm:prSet/>
      <dgm:spPr/>
      <dgm:t>
        <a:bodyPr/>
        <a:lstStyle/>
        <a:p>
          <a:endParaRPr lang="en-US"/>
        </a:p>
      </dgm:t>
    </dgm:pt>
    <dgm:pt modelId="{23821313-3B95-459C-86A6-76512ECAD2E3}" type="sibTrans" cxnId="{F66579DC-7B86-4AE8-902A-1017FEF3E0BF}">
      <dgm:prSet/>
      <dgm:spPr/>
      <dgm:t>
        <a:bodyPr/>
        <a:lstStyle/>
        <a:p>
          <a:endParaRPr lang="en-US"/>
        </a:p>
      </dgm:t>
    </dgm:pt>
    <dgm:pt modelId="{87F739F3-5E20-4CD2-93F6-DF87DA1289ED}">
      <dgm:prSet/>
      <dgm:spPr/>
      <dgm:t>
        <a:bodyPr/>
        <a:lstStyle/>
        <a:p>
          <a:pPr>
            <a:lnSpc>
              <a:spcPct val="100000"/>
            </a:lnSpc>
          </a:pPr>
          <a:r>
            <a:rPr lang="en-US"/>
            <a:t>than</a:t>
          </a:r>
          <a:r>
            <a:rPr lang="tr-TR"/>
            <a:t> </a:t>
          </a:r>
          <a:r>
            <a:rPr lang="en-US"/>
            <a:t>the desired value</a:t>
          </a:r>
        </a:p>
      </dgm:t>
    </dgm:pt>
    <dgm:pt modelId="{FCF35F82-3E91-413D-B0F1-C6AE7D088632}" type="parTrans" cxnId="{AEF7634B-EF36-4FB8-B01C-C7A737242F0E}">
      <dgm:prSet/>
      <dgm:spPr/>
      <dgm:t>
        <a:bodyPr/>
        <a:lstStyle/>
        <a:p>
          <a:endParaRPr lang="tr-TR"/>
        </a:p>
      </dgm:t>
    </dgm:pt>
    <dgm:pt modelId="{D1004493-E698-4659-A79F-E952A25C98B4}" type="sibTrans" cxnId="{AEF7634B-EF36-4FB8-B01C-C7A737242F0E}">
      <dgm:prSet/>
      <dgm:spPr/>
      <dgm:t>
        <a:bodyPr/>
        <a:lstStyle/>
        <a:p>
          <a:endParaRPr lang="tr-TR"/>
        </a:p>
      </dgm:t>
    </dgm:pt>
    <dgm:pt modelId="{DDBA8E01-FA59-4D4A-BE1D-1B1BCFC7739C}">
      <dgm:prSet/>
      <dgm:spPr/>
      <dgm:t>
        <a:bodyPr/>
        <a:lstStyle/>
        <a:p>
          <a:pPr>
            <a:lnSpc>
              <a:spcPct val="100000"/>
            </a:lnSpc>
            <a:defRPr b="1"/>
          </a:pPr>
          <a:r>
            <a:rPr lang="tr-TR"/>
            <a:t>Entirety consumed</a:t>
          </a:r>
          <a:endParaRPr lang="en-US"/>
        </a:p>
      </dgm:t>
    </dgm:pt>
    <dgm:pt modelId="{6D4B0D3B-B12F-4F58-8F1B-6FB10D1AD24B}" type="parTrans" cxnId="{E06940F4-0E24-4A4B-8628-3CAE8AED5D14}">
      <dgm:prSet/>
      <dgm:spPr/>
      <dgm:t>
        <a:bodyPr/>
        <a:lstStyle/>
        <a:p>
          <a:endParaRPr lang="tr-TR"/>
        </a:p>
      </dgm:t>
    </dgm:pt>
    <dgm:pt modelId="{30CBED15-94FE-4E4E-BCB4-E2A88C7E6A29}" type="sibTrans" cxnId="{E06940F4-0E24-4A4B-8628-3CAE8AED5D14}">
      <dgm:prSet/>
      <dgm:spPr/>
      <dgm:t>
        <a:bodyPr/>
        <a:lstStyle/>
        <a:p>
          <a:endParaRPr lang="tr-TR"/>
        </a:p>
      </dgm:t>
    </dgm:pt>
    <dgm:pt modelId="{DB8E2CDA-AF21-4690-AB46-74C479FE9BFF}">
      <dgm:prSet/>
      <dgm:spPr/>
      <dgm:t>
        <a:bodyPr/>
        <a:lstStyle/>
        <a:p>
          <a:pPr>
            <a:lnSpc>
              <a:spcPct val="100000"/>
            </a:lnSpc>
          </a:pPr>
          <a:r>
            <a:rPr lang="en-US"/>
            <a:t>in its entirety</a:t>
          </a:r>
        </a:p>
      </dgm:t>
    </dgm:pt>
    <dgm:pt modelId="{5ECDC799-4656-4169-981A-4861967499C9}" type="parTrans" cxnId="{EFA188E2-220B-4304-82D8-D7B8D33C2186}">
      <dgm:prSet/>
      <dgm:spPr/>
      <dgm:t>
        <a:bodyPr/>
        <a:lstStyle/>
        <a:p>
          <a:endParaRPr lang="tr-TR"/>
        </a:p>
      </dgm:t>
    </dgm:pt>
    <dgm:pt modelId="{E85C9304-E9EF-4AEA-A916-D9C727D9DFC9}" type="sibTrans" cxnId="{EFA188E2-220B-4304-82D8-D7B8D33C2186}">
      <dgm:prSet/>
      <dgm:spPr/>
      <dgm:t>
        <a:bodyPr/>
        <a:lstStyle/>
        <a:p>
          <a:endParaRPr lang="tr-TR"/>
        </a:p>
      </dgm:t>
    </dgm:pt>
    <dgm:pt modelId="{BA7F0FD2-072E-4986-A674-5FA682EA703D}">
      <dgm:prSet/>
      <dgm:spPr/>
      <dgm:t>
        <a:bodyPr/>
        <a:lstStyle/>
        <a:p>
          <a:pPr>
            <a:lnSpc>
              <a:spcPct val="100000"/>
            </a:lnSpc>
          </a:pPr>
          <a:r>
            <a:rPr lang="en-US"/>
            <a:t>the indivisible nature</a:t>
          </a:r>
        </a:p>
      </dgm:t>
    </dgm:pt>
    <dgm:pt modelId="{D0D4C84A-D6BD-4500-9842-47457EE24AE0}" type="parTrans" cxnId="{5C0D8DAF-BD6A-4152-8EA7-A55B93475B08}">
      <dgm:prSet/>
      <dgm:spPr/>
      <dgm:t>
        <a:bodyPr/>
        <a:lstStyle/>
        <a:p>
          <a:endParaRPr lang="tr-TR"/>
        </a:p>
      </dgm:t>
    </dgm:pt>
    <dgm:pt modelId="{F439AC6D-8C21-4CD5-9FA4-DA2C4DC4C7E9}" type="sibTrans" cxnId="{5C0D8DAF-BD6A-4152-8EA7-A55B93475B08}">
      <dgm:prSet/>
      <dgm:spPr/>
      <dgm:t>
        <a:bodyPr/>
        <a:lstStyle/>
        <a:p>
          <a:endParaRPr lang="tr-TR"/>
        </a:p>
      </dgm:t>
    </dgm:pt>
    <dgm:pt modelId="{2F905848-9C3B-4436-ABC5-8BD464714BF0}" type="pres">
      <dgm:prSet presAssocID="{81DF185C-63C8-4460-AC03-936063E95C7D}" presName="root" presStyleCnt="0">
        <dgm:presLayoutVars>
          <dgm:dir/>
          <dgm:resizeHandles val="exact"/>
        </dgm:presLayoutVars>
      </dgm:prSet>
      <dgm:spPr/>
    </dgm:pt>
    <dgm:pt modelId="{15BB8EDF-24C7-4F49-A836-369BA8A08097}" type="pres">
      <dgm:prSet presAssocID="{1E983220-F6A9-433E-BBE0-684DD4803110}" presName="compNode" presStyleCnt="0"/>
      <dgm:spPr/>
    </dgm:pt>
    <dgm:pt modelId="{0A306D8A-4AA7-43A1-B81A-5D1D208418FB}" type="pres">
      <dgm:prSet presAssocID="{1E983220-F6A9-433E-BBE0-684DD4803110}" presName="iconRect" presStyleLbl="node1" presStyleIdx="0" presStyleCnt="3"/>
      <dgm:spPr>
        <a:blipFill>
          <a:blip xmlns:r="http://schemas.openxmlformats.org/officeDocument/2006/relationships" r:embed="rId1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2"/>
              </a:ext>
            </a:extLst>
          </a:blip>
          <a:stretch>
            <a:fillRect/>
          </a:stretch>
        </a:blipFill>
        <a:ln>
          <a:noFill/>
        </a:ln>
      </dgm:spPr>
      <dgm:extLst>
        <a:ext uri="{E40237B7-FDA0-4F09-8148-C483321AD2D9}">
          <dgm14:cNvPr xmlns:dgm14="http://schemas.microsoft.com/office/drawing/2010/diagram" id="0" name="" descr="Bitcoin"/>
        </a:ext>
      </dgm:extLst>
    </dgm:pt>
    <dgm:pt modelId="{C690EAC0-A4F8-44A3-94B2-570787DDCF02}" type="pres">
      <dgm:prSet presAssocID="{1E983220-F6A9-433E-BBE0-684DD4803110}" presName="iconSpace" presStyleCnt="0"/>
      <dgm:spPr/>
    </dgm:pt>
    <dgm:pt modelId="{346C237F-0229-4429-8D66-592A0A602556}" type="pres">
      <dgm:prSet presAssocID="{1E983220-F6A9-433E-BBE0-684DD4803110}" presName="parTx" presStyleLbl="revTx" presStyleIdx="0" presStyleCnt="6">
        <dgm:presLayoutVars>
          <dgm:chMax val="0"/>
          <dgm:chPref val="0"/>
        </dgm:presLayoutVars>
      </dgm:prSet>
      <dgm:spPr/>
    </dgm:pt>
    <dgm:pt modelId="{7108090B-9421-42D5-845D-6FB0DF7426B1}" type="pres">
      <dgm:prSet presAssocID="{1E983220-F6A9-433E-BBE0-684DD4803110}" presName="txSpace" presStyleCnt="0"/>
      <dgm:spPr/>
    </dgm:pt>
    <dgm:pt modelId="{B2C860AD-413E-41F1-886E-6E0D025D5E25}" type="pres">
      <dgm:prSet presAssocID="{1E983220-F6A9-433E-BBE0-684DD4803110}" presName="desTx" presStyleLbl="revTx" presStyleIdx="1" presStyleCnt="6">
        <dgm:presLayoutVars/>
      </dgm:prSet>
      <dgm:spPr/>
    </dgm:pt>
    <dgm:pt modelId="{C0DE2451-2D53-48F9-9ACB-918D9EBE156E}" type="pres">
      <dgm:prSet presAssocID="{E26F0EAF-BCC3-443A-9DDD-F5567A112126}" presName="sibTrans" presStyleCnt="0"/>
      <dgm:spPr/>
    </dgm:pt>
    <dgm:pt modelId="{3C14508D-7150-47D2-ADAC-038D09F5A5AF}" type="pres">
      <dgm:prSet presAssocID="{DDBA8E01-FA59-4D4A-BE1D-1B1BCFC7739C}" presName="compNode" presStyleCnt="0"/>
      <dgm:spPr/>
    </dgm:pt>
    <dgm:pt modelId="{767CA89B-C9E9-4521-9259-53EB56D47B03}" type="pres">
      <dgm:prSet presAssocID="{DDBA8E01-FA59-4D4A-BE1D-1B1BCFC7739C}" presName="iconRect" presStyleLbl="node1" presStyleIdx="1" presStyleCnt="3"/>
      <dgm:spPr>
        <a:blipFill>
          <a:blip xmlns:r="http://schemas.openxmlformats.org/officeDocument/2006/relationships" r:embed="rId3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4"/>
              </a:ext>
            </a:extLst>
          </a:blip>
          <a:stretch>
            <a:fillRect/>
          </a:stretch>
        </a:blipFill>
        <a:ln>
          <a:noFill/>
        </a:ln>
      </dgm:spPr>
      <dgm:extLst>
        <a:ext uri="{E40237B7-FDA0-4F09-8148-C483321AD2D9}">
          <dgm14:cNvPr xmlns:dgm14="http://schemas.microsoft.com/office/drawing/2010/diagram" id="0" name="" descr="Deciduous tree"/>
        </a:ext>
      </dgm:extLst>
    </dgm:pt>
    <dgm:pt modelId="{3EEAE903-9D72-4952-B157-8E9E7F519CCD}" type="pres">
      <dgm:prSet presAssocID="{DDBA8E01-FA59-4D4A-BE1D-1B1BCFC7739C}" presName="iconSpace" presStyleCnt="0"/>
      <dgm:spPr/>
    </dgm:pt>
    <dgm:pt modelId="{20B26671-7243-4653-9E27-804FF3B8C2FD}" type="pres">
      <dgm:prSet presAssocID="{DDBA8E01-FA59-4D4A-BE1D-1B1BCFC7739C}" presName="parTx" presStyleLbl="revTx" presStyleIdx="2" presStyleCnt="6">
        <dgm:presLayoutVars>
          <dgm:chMax val="0"/>
          <dgm:chPref val="0"/>
        </dgm:presLayoutVars>
      </dgm:prSet>
      <dgm:spPr/>
    </dgm:pt>
    <dgm:pt modelId="{BB3A1B86-D2BB-4D97-A0CA-CDFAB8998C60}" type="pres">
      <dgm:prSet presAssocID="{DDBA8E01-FA59-4D4A-BE1D-1B1BCFC7739C}" presName="txSpace" presStyleCnt="0"/>
      <dgm:spPr/>
    </dgm:pt>
    <dgm:pt modelId="{00A3FA1D-45F8-4E28-AEA9-B47B3EBEE9C1}" type="pres">
      <dgm:prSet presAssocID="{DDBA8E01-FA59-4D4A-BE1D-1B1BCFC7739C}" presName="desTx" presStyleLbl="revTx" presStyleIdx="3" presStyleCnt="6">
        <dgm:presLayoutVars/>
      </dgm:prSet>
      <dgm:spPr/>
    </dgm:pt>
    <dgm:pt modelId="{6D133A5A-0322-437A-A7D2-AEB4D5816978}" type="pres">
      <dgm:prSet presAssocID="{30CBED15-94FE-4E4E-BCB4-E2A88C7E6A29}" presName="sibTrans" presStyleCnt="0"/>
      <dgm:spPr/>
    </dgm:pt>
    <dgm:pt modelId="{1B84365D-D1FA-40BA-A1CC-0CC104437B11}" type="pres">
      <dgm:prSet presAssocID="{84D58CE1-96DE-4E1E-932D-136919A4305B}" presName="compNode" presStyleCnt="0"/>
      <dgm:spPr/>
    </dgm:pt>
    <dgm:pt modelId="{598638A2-BAB6-401A-8076-F762EACD8E24}" type="pres">
      <dgm:prSet presAssocID="{84D58CE1-96DE-4E1E-932D-136919A4305B}" presName="iconRect" presStyleLbl="node1" presStyleIdx="2" presStyleCnt="3"/>
      <dgm:spPr>
        <a:blipFill>
          <a:blip xmlns:r="http://schemas.openxmlformats.org/officeDocument/2006/relationships" r:embed="rId5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6"/>
              </a:ext>
            </a:extLst>
          </a:blip>
          <a:stretch>
            <a:fillRect/>
          </a:stretch>
        </a:blipFill>
        <a:ln>
          <a:noFill/>
        </a:ln>
      </dgm:spPr>
      <dgm:extLst>
        <a:ext uri="{E40237B7-FDA0-4F09-8148-C483321AD2D9}">
          <dgm14:cNvPr xmlns:dgm14="http://schemas.microsoft.com/office/drawing/2010/diagram" id="0" name="" descr="Grapes"/>
        </a:ext>
      </dgm:extLst>
    </dgm:pt>
    <dgm:pt modelId="{585F8BA5-E016-4637-804D-E49FF0F8F805}" type="pres">
      <dgm:prSet presAssocID="{84D58CE1-96DE-4E1E-932D-136919A4305B}" presName="iconSpace" presStyleCnt="0"/>
      <dgm:spPr/>
    </dgm:pt>
    <dgm:pt modelId="{24522DD0-7DF1-4310-8C77-AC7D1F7BABF0}" type="pres">
      <dgm:prSet presAssocID="{84D58CE1-96DE-4E1E-932D-136919A4305B}" presName="parTx" presStyleLbl="revTx" presStyleIdx="4" presStyleCnt="6">
        <dgm:presLayoutVars>
          <dgm:chMax val="0"/>
          <dgm:chPref val="0"/>
        </dgm:presLayoutVars>
      </dgm:prSet>
      <dgm:spPr/>
    </dgm:pt>
    <dgm:pt modelId="{526BB7D3-9578-4ECD-8D15-B89719AD2306}" type="pres">
      <dgm:prSet presAssocID="{84D58CE1-96DE-4E1E-932D-136919A4305B}" presName="txSpace" presStyleCnt="0"/>
      <dgm:spPr/>
    </dgm:pt>
    <dgm:pt modelId="{02DA8B73-44BA-4116-8A4A-CFC201417888}" type="pres">
      <dgm:prSet presAssocID="{84D58CE1-96DE-4E1E-932D-136919A4305B}" presName="desTx" presStyleLbl="revTx" presStyleIdx="5" presStyleCnt="6">
        <dgm:presLayoutVars/>
      </dgm:prSet>
      <dgm:spPr/>
    </dgm:pt>
  </dgm:ptLst>
  <dgm:cxnLst>
    <dgm:cxn modelId="{69755100-FF83-4CD2-A62A-CBD060CC908F}" srcId="{81DF185C-63C8-4460-AC03-936063E95C7D}" destId="{1E983220-F6A9-433E-BBE0-684DD4803110}" srcOrd="0" destOrd="0" parTransId="{113746F6-BCD4-400D-9132-E26A8B37DA4A}" sibTransId="{E26F0EAF-BCC3-443A-9DDD-F5567A112126}"/>
    <dgm:cxn modelId="{A0160B0D-3DA8-4BF5-B73A-640C34E0E28F}" type="presOf" srcId="{81DF185C-63C8-4460-AC03-936063E95C7D}" destId="{2F905848-9C3B-4436-ABC5-8BD464714BF0}" srcOrd="0" destOrd="0" presId="urn:microsoft.com/office/officeart/2018/5/layout/CenteredIconLabelDescriptionList"/>
    <dgm:cxn modelId="{F4123B26-A7F5-4521-9265-9C24FDC1101A}" type="presOf" srcId="{BA7F0FD2-072E-4986-A674-5FA682EA703D}" destId="{02DA8B73-44BA-4116-8A4A-CFC201417888}" srcOrd="0" destOrd="1" presId="urn:microsoft.com/office/officeart/2018/5/layout/CenteredIconLabelDescriptionList"/>
    <dgm:cxn modelId="{B66A7130-70CA-49D2-A72C-2EAA098EB41D}" type="presOf" srcId="{84D58CE1-96DE-4E1E-932D-136919A4305B}" destId="{24522DD0-7DF1-4310-8C77-AC7D1F7BABF0}" srcOrd="0" destOrd="0" presId="urn:microsoft.com/office/officeart/2018/5/layout/CenteredIconLabelDescriptionList"/>
    <dgm:cxn modelId="{259DF03C-F0E0-4207-945A-19CF04CD0399}" type="presOf" srcId="{DDBA8E01-FA59-4D4A-BE1D-1B1BCFC7739C}" destId="{20B26671-7243-4653-9E27-804FF3B8C2FD}" srcOrd="0" destOrd="0" presId="urn:microsoft.com/office/officeart/2018/5/layout/CenteredIconLabelDescriptionList"/>
    <dgm:cxn modelId="{CFBF555D-322C-435A-916E-69A8386CB5C7}" type="presOf" srcId="{1E983220-F6A9-433E-BBE0-684DD4803110}" destId="{346C237F-0229-4429-8D66-592A0A602556}" srcOrd="0" destOrd="0" presId="urn:microsoft.com/office/officeart/2018/5/layout/CenteredIconLabelDescriptionList"/>
    <dgm:cxn modelId="{AEF7634B-EF36-4FB8-B01C-C7A737242F0E}" srcId="{1E983220-F6A9-433E-BBE0-684DD4803110}" destId="{87F739F3-5E20-4CD2-93F6-DF87DA1289ED}" srcOrd="1" destOrd="0" parTransId="{FCF35F82-3E91-413D-B0F1-C6AE7D088632}" sibTransId="{D1004493-E698-4659-A79F-E952A25C98B4}"/>
    <dgm:cxn modelId="{6C2DB66F-4AFB-486C-BC7D-714122BE9E3E}" type="presOf" srcId="{459CE999-C345-4498-B572-9805A90F7757}" destId="{00A3FA1D-45F8-4E28-AEA9-B47B3EBEE9C1}" srcOrd="0" destOrd="0" presId="urn:microsoft.com/office/officeart/2018/5/layout/CenteredIconLabelDescriptionList"/>
    <dgm:cxn modelId="{F584FF82-96DF-492E-B6EB-DD172021BEC3}" srcId="{DDBA8E01-FA59-4D4A-BE1D-1B1BCFC7739C}" destId="{459CE999-C345-4498-B572-9805A90F7757}" srcOrd="0" destOrd="0" parTransId="{18BF5140-514B-4D7E-B49E-67FEE5E19F65}" sibTransId="{8E8B47E0-9937-4D74-A479-0ED27928F4AB}"/>
    <dgm:cxn modelId="{F8842B9E-7051-4976-BE86-E640005FBC2F}" type="presOf" srcId="{F1456E51-F949-417E-B53A-505C75CCF4C5}" destId="{02DA8B73-44BA-4116-8A4A-CFC201417888}" srcOrd="0" destOrd="0" presId="urn:microsoft.com/office/officeart/2018/5/layout/CenteredIconLabelDescriptionList"/>
    <dgm:cxn modelId="{DE3148A6-51B6-4432-B656-75FF5F965BBF}" type="presOf" srcId="{87F739F3-5E20-4CD2-93F6-DF87DA1289ED}" destId="{B2C860AD-413E-41F1-886E-6E0D025D5E25}" srcOrd="0" destOrd="1" presId="urn:microsoft.com/office/officeart/2018/5/layout/CenteredIconLabelDescriptionList"/>
    <dgm:cxn modelId="{96886AA8-A696-4126-B3D0-25D6C3B7E46A}" srcId="{81DF185C-63C8-4460-AC03-936063E95C7D}" destId="{84D58CE1-96DE-4E1E-932D-136919A4305B}" srcOrd="2" destOrd="0" parTransId="{304CB5A0-88F9-4122-B620-A4FC4EC573CE}" sibTransId="{6CA34392-0F98-47F4-9A02-EB4F6A7D8BF5}"/>
    <dgm:cxn modelId="{5C0D8DAF-BD6A-4152-8EA7-A55B93475B08}" srcId="{84D58CE1-96DE-4E1E-932D-136919A4305B}" destId="{BA7F0FD2-072E-4986-A674-5FA682EA703D}" srcOrd="1" destOrd="0" parTransId="{D0D4C84A-D6BD-4500-9842-47457EE24AE0}" sibTransId="{F439AC6D-8C21-4CD5-9FA4-DA2C4DC4C7E9}"/>
    <dgm:cxn modelId="{B5458CB8-5BD8-4DE5-9EE8-C07D803F0CD1}" srcId="{1E983220-F6A9-433E-BBE0-684DD4803110}" destId="{0A3040E6-CC61-4B17-B0D4-E05D80527C23}" srcOrd="0" destOrd="0" parTransId="{B5E98559-F467-45DA-83D6-2F1387A5F40D}" sibTransId="{F3923355-E998-4E2C-B30F-365A3234E7D1}"/>
    <dgm:cxn modelId="{81B27CC1-3974-4A34-AD23-A427B976F962}" type="presOf" srcId="{DB8E2CDA-AF21-4690-AB46-74C479FE9BFF}" destId="{00A3FA1D-45F8-4E28-AEA9-B47B3EBEE9C1}" srcOrd="0" destOrd="1" presId="urn:microsoft.com/office/officeart/2018/5/layout/CenteredIconLabelDescriptionList"/>
    <dgm:cxn modelId="{F66579DC-7B86-4AE8-902A-1017FEF3E0BF}" srcId="{84D58CE1-96DE-4E1E-932D-136919A4305B}" destId="{F1456E51-F949-417E-B53A-505C75CCF4C5}" srcOrd="0" destOrd="0" parTransId="{C1A929CB-9C4F-489E-9290-72B91294727B}" sibTransId="{23821313-3B95-459C-86A6-76512ECAD2E3}"/>
    <dgm:cxn modelId="{EFA188E2-220B-4304-82D8-D7B8D33C2186}" srcId="{DDBA8E01-FA59-4D4A-BE1D-1B1BCFC7739C}" destId="{DB8E2CDA-AF21-4690-AB46-74C479FE9BFF}" srcOrd="1" destOrd="0" parTransId="{5ECDC799-4656-4169-981A-4861967499C9}" sibTransId="{E85C9304-E9EF-4AEA-A916-D9C727D9DFC9}"/>
    <dgm:cxn modelId="{E06940F4-0E24-4A4B-8628-3CAE8AED5D14}" srcId="{81DF185C-63C8-4460-AC03-936063E95C7D}" destId="{DDBA8E01-FA59-4D4A-BE1D-1B1BCFC7739C}" srcOrd="1" destOrd="0" parTransId="{6D4B0D3B-B12F-4F58-8F1B-6FB10D1AD24B}" sibTransId="{30CBED15-94FE-4E4E-BCB4-E2A88C7E6A29}"/>
    <dgm:cxn modelId="{87B7FDFF-E273-491D-8FA2-45424AEE90A4}" type="presOf" srcId="{0A3040E6-CC61-4B17-B0D4-E05D80527C23}" destId="{B2C860AD-413E-41F1-886E-6E0D025D5E25}" srcOrd="0" destOrd="0" presId="urn:microsoft.com/office/officeart/2018/5/layout/CenteredIconLabelDescriptionList"/>
    <dgm:cxn modelId="{1B4AC890-89B6-4314-B3FD-EAFC4C5473B8}" type="presParOf" srcId="{2F905848-9C3B-4436-ABC5-8BD464714BF0}" destId="{15BB8EDF-24C7-4F49-A836-369BA8A08097}" srcOrd="0" destOrd="0" presId="urn:microsoft.com/office/officeart/2018/5/layout/CenteredIconLabelDescriptionList"/>
    <dgm:cxn modelId="{61E69BEA-4BD4-4975-9BB1-5DD8AD1D74E6}" type="presParOf" srcId="{15BB8EDF-24C7-4F49-A836-369BA8A08097}" destId="{0A306D8A-4AA7-43A1-B81A-5D1D208418FB}" srcOrd="0" destOrd="0" presId="urn:microsoft.com/office/officeart/2018/5/layout/CenteredIconLabelDescriptionList"/>
    <dgm:cxn modelId="{B27457B2-50E9-492A-97EE-FCA3BCC2BA70}" type="presParOf" srcId="{15BB8EDF-24C7-4F49-A836-369BA8A08097}" destId="{C690EAC0-A4F8-44A3-94B2-570787DDCF02}" srcOrd="1" destOrd="0" presId="urn:microsoft.com/office/officeart/2018/5/layout/CenteredIconLabelDescriptionList"/>
    <dgm:cxn modelId="{99D9095C-AF89-4917-892B-50F08619CA6F}" type="presParOf" srcId="{15BB8EDF-24C7-4F49-A836-369BA8A08097}" destId="{346C237F-0229-4429-8D66-592A0A602556}" srcOrd="2" destOrd="0" presId="urn:microsoft.com/office/officeart/2018/5/layout/CenteredIconLabelDescriptionList"/>
    <dgm:cxn modelId="{38FE4025-F950-4337-B1E7-0112EC8862A7}" type="presParOf" srcId="{15BB8EDF-24C7-4F49-A836-369BA8A08097}" destId="{7108090B-9421-42D5-845D-6FB0DF7426B1}" srcOrd="3" destOrd="0" presId="urn:microsoft.com/office/officeart/2018/5/layout/CenteredIconLabelDescriptionList"/>
    <dgm:cxn modelId="{B03F09E5-B102-41A1-B548-3CCBEDFB5C20}" type="presParOf" srcId="{15BB8EDF-24C7-4F49-A836-369BA8A08097}" destId="{B2C860AD-413E-41F1-886E-6E0D025D5E25}" srcOrd="4" destOrd="0" presId="urn:microsoft.com/office/officeart/2018/5/layout/CenteredIconLabelDescriptionList"/>
    <dgm:cxn modelId="{4F0C548C-135D-4B36-99EC-63BA8A1E9158}" type="presParOf" srcId="{2F905848-9C3B-4436-ABC5-8BD464714BF0}" destId="{C0DE2451-2D53-48F9-9ACB-918D9EBE156E}" srcOrd="1" destOrd="0" presId="urn:microsoft.com/office/officeart/2018/5/layout/CenteredIconLabelDescriptionList"/>
    <dgm:cxn modelId="{3CCAF3E3-7E98-4120-AC65-64C3283B655A}" type="presParOf" srcId="{2F905848-9C3B-4436-ABC5-8BD464714BF0}" destId="{3C14508D-7150-47D2-ADAC-038D09F5A5AF}" srcOrd="2" destOrd="0" presId="urn:microsoft.com/office/officeart/2018/5/layout/CenteredIconLabelDescriptionList"/>
    <dgm:cxn modelId="{03DA5602-6E7A-4FD4-824C-D238D6985614}" type="presParOf" srcId="{3C14508D-7150-47D2-ADAC-038D09F5A5AF}" destId="{767CA89B-C9E9-4521-9259-53EB56D47B03}" srcOrd="0" destOrd="0" presId="urn:microsoft.com/office/officeart/2018/5/layout/CenteredIconLabelDescriptionList"/>
    <dgm:cxn modelId="{B24C325E-7BE1-424A-8CE6-DD459B063F45}" type="presParOf" srcId="{3C14508D-7150-47D2-ADAC-038D09F5A5AF}" destId="{3EEAE903-9D72-4952-B157-8E9E7F519CCD}" srcOrd="1" destOrd="0" presId="urn:microsoft.com/office/officeart/2018/5/layout/CenteredIconLabelDescriptionList"/>
    <dgm:cxn modelId="{6A6C1648-4D7D-4232-968E-560EE69716A5}" type="presParOf" srcId="{3C14508D-7150-47D2-ADAC-038D09F5A5AF}" destId="{20B26671-7243-4653-9E27-804FF3B8C2FD}" srcOrd="2" destOrd="0" presId="urn:microsoft.com/office/officeart/2018/5/layout/CenteredIconLabelDescriptionList"/>
    <dgm:cxn modelId="{CB75B730-89D2-471B-8279-5AE9A79ABC28}" type="presParOf" srcId="{3C14508D-7150-47D2-ADAC-038D09F5A5AF}" destId="{BB3A1B86-D2BB-4D97-A0CA-CDFAB8998C60}" srcOrd="3" destOrd="0" presId="urn:microsoft.com/office/officeart/2018/5/layout/CenteredIconLabelDescriptionList"/>
    <dgm:cxn modelId="{642E28B7-F9C7-4E35-8CA2-BF9BD9922461}" type="presParOf" srcId="{3C14508D-7150-47D2-ADAC-038D09F5A5AF}" destId="{00A3FA1D-45F8-4E28-AEA9-B47B3EBEE9C1}" srcOrd="4" destOrd="0" presId="urn:microsoft.com/office/officeart/2018/5/layout/CenteredIconLabelDescriptionList"/>
    <dgm:cxn modelId="{2F89B869-50D3-4304-8284-A9A3959EC026}" type="presParOf" srcId="{2F905848-9C3B-4436-ABC5-8BD464714BF0}" destId="{6D133A5A-0322-437A-A7D2-AEB4D5816978}" srcOrd="3" destOrd="0" presId="urn:microsoft.com/office/officeart/2018/5/layout/CenteredIconLabelDescriptionList"/>
    <dgm:cxn modelId="{A7056BA5-E69B-4D49-872A-2C4DD1F11797}" type="presParOf" srcId="{2F905848-9C3B-4436-ABC5-8BD464714BF0}" destId="{1B84365D-D1FA-40BA-A1CC-0CC104437B11}" srcOrd="4" destOrd="0" presId="urn:microsoft.com/office/officeart/2018/5/layout/CenteredIconLabelDescriptionList"/>
    <dgm:cxn modelId="{B7C6333A-3420-4EC0-9ABE-B15F822CF11B}" type="presParOf" srcId="{1B84365D-D1FA-40BA-A1CC-0CC104437B11}" destId="{598638A2-BAB6-401A-8076-F762EACD8E24}" srcOrd="0" destOrd="0" presId="urn:microsoft.com/office/officeart/2018/5/layout/CenteredIconLabelDescriptionList"/>
    <dgm:cxn modelId="{38B3EF00-225F-477A-91B1-280600F39367}" type="presParOf" srcId="{1B84365D-D1FA-40BA-A1CC-0CC104437B11}" destId="{585F8BA5-E016-4637-804D-E49FF0F8F805}" srcOrd="1" destOrd="0" presId="urn:microsoft.com/office/officeart/2018/5/layout/CenteredIconLabelDescriptionList"/>
    <dgm:cxn modelId="{449818D6-82FF-4669-ADE6-70F50D498BD6}" type="presParOf" srcId="{1B84365D-D1FA-40BA-A1CC-0CC104437B11}" destId="{24522DD0-7DF1-4310-8C77-AC7D1F7BABF0}" srcOrd="2" destOrd="0" presId="urn:microsoft.com/office/officeart/2018/5/layout/CenteredIconLabelDescriptionList"/>
    <dgm:cxn modelId="{154CC79F-CBDB-4059-A89E-1722E89AFDE1}" type="presParOf" srcId="{1B84365D-D1FA-40BA-A1CC-0CC104437B11}" destId="{526BB7D3-9578-4ECD-8D15-B89719AD2306}" srcOrd="3" destOrd="0" presId="urn:microsoft.com/office/officeart/2018/5/layout/CenteredIconLabelDescriptionList"/>
    <dgm:cxn modelId="{19F373DF-B81E-46D6-903D-253656D8D6CD}" type="presParOf" srcId="{1B84365D-D1FA-40BA-A1CC-0CC104437B11}" destId="{02DA8B73-44BA-4116-8A4A-CFC201417888}" srcOrd="4" destOrd="0" presId="urn:microsoft.com/office/officeart/2018/5/layout/CenteredIconLabelDescriptionList"/>
  </dgm:cxnLst>
  <dgm:bg/>
  <dgm:whole/>
  <dgm:extLst>
    <a:ext uri="http://schemas.microsoft.com/office/drawing/2008/diagram">
      <dsp:dataModelExt xmlns:dsp="http://schemas.microsoft.com/office/drawing/2008/diagram" relId="rId6" minVer="http://schemas.openxmlformats.org/drawingml/2006/diagram"/>
    </a:ext>
  </dgm:extLst>
</dgm:dataModel>
</file>

<file path=ppt/diagrams/data21.xml><?xml version="1.0" encoding="utf-8"?>
<dgm:dataModel xmlns:dgm="http://schemas.openxmlformats.org/drawingml/2006/diagram" xmlns:a="http://schemas.openxmlformats.org/drawingml/2006/main">
  <dgm:ptLst>
    <dgm:pt modelId="{81DF185C-63C8-4460-AC03-936063E95C7D}" type="doc">
      <dgm:prSet loTypeId="urn:microsoft.com/office/officeart/2018/5/layout/CenteredIconLabelDescriptionList" loCatId="icon" qsTypeId="urn:microsoft.com/office/officeart/2005/8/quickstyle/simple1" qsCatId="simple" csTypeId="urn:microsoft.com/office/officeart/2018/5/colors/Iconchunking_neutralbg_colorful1" csCatId="colorful" phldr="1"/>
      <dgm:spPr/>
      <dgm:t>
        <a:bodyPr/>
        <a:lstStyle/>
        <a:p>
          <a:endParaRPr lang="en-US"/>
        </a:p>
      </dgm:t>
    </dgm:pt>
    <dgm:pt modelId="{786C4657-3DE0-4FD0-8BE0-4E2C1732462A}">
      <dgm:prSet/>
      <dgm:spPr/>
      <dgm:t>
        <a:bodyPr/>
        <a:lstStyle/>
        <a:p>
          <a:pPr>
            <a:lnSpc>
              <a:spcPct val="100000"/>
            </a:lnSpc>
            <a:defRPr b="1"/>
          </a:pPr>
          <a:r>
            <a:rPr lang="tr-TR"/>
            <a:t>Example</a:t>
          </a:r>
          <a:endParaRPr lang="en-US"/>
        </a:p>
      </dgm:t>
    </dgm:pt>
    <dgm:pt modelId="{0CD33555-8E8B-4DCD-A86B-CA8C2E15A6A1}" type="parTrans" cxnId="{92FF4AAD-D40E-4FBD-B003-0E87C7900812}">
      <dgm:prSet/>
      <dgm:spPr/>
      <dgm:t>
        <a:bodyPr/>
        <a:lstStyle/>
        <a:p>
          <a:endParaRPr lang="en-US"/>
        </a:p>
      </dgm:t>
    </dgm:pt>
    <dgm:pt modelId="{5503F513-E2FD-4D05-91A4-4AAB5E296DE7}" type="sibTrans" cxnId="{92FF4AAD-D40E-4FBD-B003-0E87C7900812}">
      <dgm:prSet/>
      <dgm:spPr/>
      <dgm:t>
        <a:bodyPr/>
        <a:lstStyle/>
        <a:p>
          <a:endParaRPr lang="en-US"/>
        </a:p>
      </dgm:t>
    </dgm:pt>
    <dgm:pt modelId="{C36FB9DC-0D23-4EBF-86CA-DC6618B5677E}">
      <dgm:prSet/>
      <dgm:spPr/>
      <dgm:t>
        <a:bodyPr/>
        <a:lstStyle/>
        <a:p>
          <a:pPr>
            <a:lnSpc>
              <a:spcPct val="100000"/>
            </a:lnSpc>
            <a:defRPr b="1"/>
          </a:pPr>
          <a:r>
            <a:rPr lang="tr-TR" dirty="0"/>
            <a:t>First UTXO</a:t>
          </a:r>
          <a:endParaRPr lang="en-US" dirty="0"/>
        </a:p>
      </dgm:t>
    </dgm:pt>
    <dgm:pt modelId="{FF1D4347-2FEA-4893-823E-1F9302AEBC7E}" type="parTrans" cxnId="{6BD44EFE-4461-46ED-AED1-8697022E218A}">
      <dgm:prSet/>
      <dgm:spPr/>
      <dgm:t>
        <a:bodyPr/>
        <a:lstStyle/>
        <a:p>
          <a:endParaRPr lang="en-US"/>
        </a:p>
      </dgm:t>
    </dgm:pt>
    <dgm:pt modelId="{A4236102-EA61-439D-A46B-DD78A4486B7F}" type="sibTrans" cxnId="{6BD44EFE-4461-46ED-AED1-8697022E218A}">
      <dgm:prSet/>
      <dgm:spPr/>
      <dgm:t>
        <a:bodyPr/>
        <a:lstStyle/>
        <a:p>
          <a:endParaRPr lang="en-US"/>
        </a:p>
      </dgm:t>
    </dgm:pt>
    <dgm:pt modelId="{BA74ADDA-6217-478D-9578-B81D53E55B1F}">
      <dgm:prSet/>
      <dgm:spPr/>
      <dgm:t>
        <a:bodyPr/>
        <a:lstStyle/>
        <a:p>
          <a:pPr>
            <a:lnSpc>
              <a:spcPct val="100000"/>
            </a:lnSpc>
          </a:pPr>
          <a:r>
            <a:rPr lang="en-US" dirty="0"/>
            <a:t>paying </a:t>
          </a:r>
          <a:r>
            <a:rPr lang="tr-TR" b="1" dirty="0"/>
            <a:t>49.5</a:t>
          </a:r>
          <a:r>
            <a:rPr lang="en-US" dirty="0"/>
            <a:t> bitcoin</a:t>
          </a:r>
        </a:p>
      </dgm:t>
    </dgm:pt>
    <dgm:pt modelId="{23E5D3E6-96D5-4722-894B-6729B7D2569F}" type="parTrans" cxnId="{EB949F34-7564-4F76-BE77-0877AB097665}">
      <dgm:prSet/>
      <dgm:spPr/>
      <dgm:t>
        <a:bodyPr/>
        <a:lstStyle/>
        <a:p>
          <a:endParaRPr lang="en-US"/>
        </a:p>
      </dgm:t>
    </dgm:pt>
    <dgm:pt modelId="{A649A3EF-6953-40AB-911A-70C519719C95}" type="sibTrans" cxnId="{EB949F34-7564-4F76-BE77-0877AB097665}">
      <dgm:prSet/>
      <dgm:spPr/>
      <dgm:t>
        <a:bodyPr/>
        <a:lstStyle/>
        <a:p>
          <a:endParaRPr lang="en-US"/>
        </a:p>
      </dgm:t>
    </dgm:pt>
    <dgm:pt modelId="{F7D0EF78-2222-4C09-BB50-3BE3997CC03A}">
      <dgm:prSet/>
      <dgm:spPr/>
      <dgm:t>
        <a:bodyPr/>
        <a:lstStyle/>
        <a:p>
          <a:pPr>
            <a:lnSpc>
              <a:spcPct val="100000"/>
            </a:lnSpc>
          </a:pPr>
          <a:r>
            <a:rPr lang="en-US" dirty="0"/>
            <a:t>back to </a:t>
          </a:r>
          <a:r>
            <a:rPr lang="tr-TR" dirty="0"/>
            <a:t>own</a:t>
          </a:r>
          <a:r>
            <a:rPr lang="en-US" dirty="0"/>
            <a:t> wallet</a:t>
          </a:r>
        </a:p>
      </dgm:t>
    </dgm:pt>
    <dgm:pt modelId="{A0937112-11D0-4581-8F6C-72C644AA9F91}" type="parTrans" cxnId="{CE047F88-FA90-4074-8A59-F0876CAB60B6}">
      <dgm:prSet/>
      <dgm:spPr/>
      <dgm:t>
        <a:bodyPr/>
        <a:lstStyle/>
        <a:p>
          <a:endParaRPr lang="en-US"/>
        </a:p>
      </dgm:t>
    </dgm:pt>
    <dgm:pt modelId="{07BE6082-D04B-4216-9935-C2AD4ABF0E53}" type="sibTrans" cxnId="{CE047F88-FA90-4074-8A59-F0876CAB60B6}">
      <dgm:prSet/>
      <dgm:spPr/>
      <dgm:t>
        <a:bodyPr/>
        <a:lstStyle/>
        <a:p>
          <a:endParaRPr lang="en-US"/>
        </a:p>
      </dgm:t>
    </dgm:pt>
    <dgm:pt modelId="{386BC88E-1491-4489-BA5B-5FDA40EB081F}">
      <dgm:prSet/>
      <dgm:spPr/>
      <dgm:t>
        <a:bodyPr/>
        <a:lstStyle/>
        <a:p>
          <a:pPr>
            <a:lnSpc>
              <a:spcPct val="100000"/>
            </a:lnSpc>
          </a:pPr>
          <a:r>
            <a:rPr lang="en-US" dirty="0"/>
            <a:t>UTXO worth </a:t>
          </a:r>
          <a:r>
            <a:rPr lang="tr-TR" dirty="0"/>
            <a:t>5</a:t>
          </a:r>
          <a:r>
            <a:rPr lang="en-US" b="1" dirty="0"/>
            <a:t>0</a:t>
          </a:r>
          <a:r>
            <a:rPr lang="en-US" dirty="0"/>
            <a:t> bitcoin </a:t>
          </a:r>
        </a:p>
      </dgm:t>
    </dgm:pt>
    <dgm:pt modelId="{5CE833FA-9DDC-4D26-8FEE-ED0E7367B8DD}" type="parTrans" cxnId="{C6A3D167-A2BB-4172-BC3F-B585984D1E2D}">
      <dgm:prSet/>
      <dgm:spPr/>
      <dgm:t>
        <a:bodyPr/>
        <a:lstStyle/>
        <a:p>
          <a:endParaRPr lang="en-US"/>
        </a:p>
      </dgm:t>
    </dgm:pt>
    <dgm:pt modelId="{9F422FBE-E6CC-41B9-8298-46ABED2BCEF3}" type="sibTrans" cxnId="{C6A3D167-A2BB-4172-BC3F-B585984D1E2D}">
      <dgm:prSet/>
      <dgm:spPr/>
      <dgm:t>
        <a:bodyPr/>
        <a:lstStyle/>
        <a:p>
          <a:endParaRPr lang="en-US"/>
        </a:p>
      </dgm:t>
    </dgm:pt>
    <dgm:pt modelId="{053E233F-46D2-4E1D-A375-519D620420C3}">
      <dgm:prSet/>
      <dgm:spPr/>
      <dgm:t>
        <a:bodyPr/>
        <a:lstStyle/>
        <a:p>
          <a:pPr>
            <a:lnSpc>
              <a:spcPct val="100000"/>
            </a:lnSpc>
          </a:pPr>
          <a:r>
            <a:rPr lang="en-US" dirty="0"/>
            <a:t>to pay only </a:t>
          </a:r>
          <a:r>
            <a:rPr lang="tr-TR" dirty="0"/>
            <a:t>0.5</a:t>
          </a:r>
          <a:r>
            <a:rPr lang="en-US" dirty="0"/>
            <a:t> bitcoin </a:t>
          </a:r>
        </a:p>
      </dgm:t>
    </dgm:pt>
    <dgm:pt modelId="{433B3979-E3B8-4452-AD90-C5FFC85275AC}" type="parTrans" cxnId="{0C490A62-B8D5-43EB-AA87-04241B94A922}">
      <dgm:prSet/>
      <dgm:spPr/>
      <dgm:t>
        <a:bodyPr/>
        <a:lstStyle/>
        <a:p>
          <a:endParaRPr lang="en-US"/>
        </a:p>
      </dgm:t>
    </dgm:pt>
    <dgm:pt modelId="{A69282C4-C2C2-4C98-BF4B-4329DA522E6D}" type="sibTrans" cxnId="{0C490A62-B8D5-43EB-AA87-04241B94A922}">
      <dgm:prSet/>
      <dgm:spPr/>
      <dgm:t>
        <a:bodyPr/>
        <a:lstStyle/>
        <a:p>
          <a:endParaRPr lang="en-US"/>
        </a:p>
      </dgm:t>
    </dgm:pt>
    <dgm:pt modelId="{A895DACC-CF3D-4ABC-B09F-4D5A7B63AAE2}">
      <dgm:prSet/>
      <dgm:spPr/>
      <dgm:t>
        <a:bodyPr/>
        <a:lstStyle/>
        <a:p>
          <a:pPr>
            <a:lnSpc>
              <a:spcPct val="100000"/>
            </a:lnSpc>
          </a:pPr>
          <a:r>
            <a:rPr lang="en-US" dirty="0"/>
            <a:t>paying </a:t>
          </a:r>
          <a:r>
            <a:rPr lang="tr-TR" b="1" dirty="0"/>
            <a:t>0,5</a:t>
          </a:r>
          <a:r>
            <a:rPr lang="en-US" dirty="0"/>
            <a:t> bitcoin</a:t>
          </a:r>
        </a:p>
      </dgm:t>
    </dgm:pt>
    <dgm:pt modelId="{8D45CECF-CD0E-46AE-9481-91015E282F09}" type="parTrans" cxnId="{A618493C-241C-4C81-8198-7D93FB144829}">
      <dgm:prSet/>
      <dgm:spPr/>
      <dgm:t>
        <a:bodyPr/>
        <a:lstStyle/>
        <a:p>
          <a:endParaRPr lang="tr-TR"/>
        </a:p>
      </dgm:t>
    </dgm:pt>
    <dgm:pt modelId="{60CA8DF2-961A-4553-BD3C-458021382FF8}" type="sibTrans" cxnId="{A618493C-241C-4C81-8198-7D93FB144829}">
      <dgm:prSet/>
      <dgm:spPr/>
      <dgm:t>
        <a:bodyPr/>
        <a:lstStyle/>
        <a:p>
          <a:endParaRPr lang="tr-TR"/>
        </a:p>
      </dgm:t>
    </dgm:pt>
    <dgm:pt modelId="{C6631DDE-A1AF-456E-9832-B1A4AB56C111}">
      <dgm:prSet/>
      <dgm:spPr/>
      <dgm:t>
        <a:bodyPr/>
        <a:lstStyle/>
        <a:p>
          <a:pPr>
            <a:lnSpc>
              <a:spcPct val="100000"/>
            </a:lnSpc>
          </a:pPr>
          <a:r>
            <a:rPr lang="en-US"/>
            <a:t>to recipient</a:t>
          </a:r>
        </a:p>
      </dgm:t>
    </dgm:pt>
    <dgm:pt modelId="{59BDD11E-4E1F-404F-A93F-C946071690FE}" type="parTrans" cxnId="{9DA7A5CF-AE30-429E-809C-FC56C452E5DF}">
      <dgm:prSet/>
      <dgm:spPr/>
      <dgm:t>
        <a:bodyPr/>
        <a:lstStyle/>
        <a:p>
          <a:endParaRPr lang="tr-TR"/>
        </a:p>
      </dgm:t>
    </dgm:pt>
    <dgm:pt modelId="{1BF379CC-F0AF-45AC-96B7-3C806C8A5875}" type="sibTrans" cxnId="{9DA7A5CF-AE30-429E-809C-FC56C452E5DF}">
      <dgm:prSet/>
      <dgm:spPr/>
      <dgm:t>
        <a:bodyPr/>
        <a:lstStyle/>
        <a:p>
          <a:endParaRPr lang="tr-TR"/>
        </a:p>
      </dgm:t>
    </dgm:pt>
    <dgm:pt modelId="{CB7F1D37-2164-4666-940A-675D35FB3BAB}">
      <dgm:prSet/>
      <dgm:spPr/>
      <dgm:t>
        <a:bodyPr/>
        <a:lstStyle/>
        <a:p>
          <a:pPr>
            <a:lnSpc>
              <a:spcPct val="100000"/>
            </a:lnSpc>
            <a:defRPr b="1"/>
          </a:pPr>
          <a:r>
            <a:rPr lang="tr-TR"/>
            <a:t>Second UTXO</a:t>
          </a:r>
          <a:endParaRPr lang="en-US"/>
        </a:p>
      </dgm:t>
    </dgm:pt>
    <dgm:pt modelId="{A60CDDBC-3CAF-416C-A8BC-B46C4B2720AF}" type="parTrans" cxnId="{D09A6380-0657-4034-9AD1-33DA14C61408}">
      <dgm:prSet/>
      <dgm:spPr/>
      <dgm:t>
        <a:bodyPr/>
        <a:lstStyle/>
        <a:p>
          <a:endParaRPr lang="tr-TR"/>
        </a:p>
      </dgm:t>
    </dgm:pt>
    <dgm:pt modelId="{91B19C2E-96F4-4C0E-A9C5-FC3B18679582}" type="sibTrans" cxnId="{D09A6380-0657-4034-9AD1-33DA14C61408}">
      <dgm:prSet/>
      <dgm:spPr/>
      <dgm:t>
        <a:bodyPr/>
        <a:lstStyle/>
        <a:p>
          <a:endParaRPr lang="tr-TR"/>
        </a:p>
      </dgm:t>
    </dgm:pt>
    <dgm:pt modelId="{8A510517-1B49-4E8B-B832-13F4306631A6}" type="pres">
      <dgm:prSet presAssocID="{81DF185C-63C8-4460-AC03-936063E95C7D}" presName="root" presStyleCnt="0">
        <dgm:presLayoutVars>
          <dgm:dir/>
          <dgm:resizeHandles val="exact"/>
        </dgm:presLayoutVars>
      </dgm:prSet>
      <dgm:spPr/>
    </dgm:pt>
    <dgm:pt modelId="{6A5BFBCE-DEEF-453B-B428-44076CB20F2B}" type="pres">
      <dgm:prSet presAssocID="{786C4657-3DE0-4FD0-8BE0-4E2C1732462A}" presName="compNode" presStyleCnt="0"/>
      <dgm:spPr/>
    </dgm:pt>
    <dgm:pt modelId="{43691383-0F54-4773-915B-E893B8995BFC}" type="pres">
      <dgm:prSet presAssocID="{786C4657-3DE0-4FD0-8BE0-4E2C1732462A}" presName="iconRect" presStyleLbl="node1" presStyleIdx="0" presStyleCnt="3"/>
      <dgm:spPr>
        <a:blipFill>
          <a:blip xmlns:r="http://schemas.openxmlformats.org/officeDocument/2006/relationships" r:embed="rId1" cstate="email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2"/>
              </a:ext>
            </a:extLst>
          </a:blip>
          <a:stretch>
            <a:fillRect/>
          </a:stretch>
        </a:blipFill>
        <a:ln>
          <a:noFill/>
        </a:ln>
      </dgm:spPr>
      <dgm:extLst>
        <a:ext uri="{E40237B7-FDA0-4F09-8148-C483321AD2D9}">
          <dgm14:cNvPr xmlns:dgm14="http://schemas.microsoft.com/office/drawing/2010/diagram" id="0" name="" descr="Bitcoin"/>
        </a:ext>
      </dgm:extLst>
    </dgm:pt>
    <dgm:pt modelId="{13146345-1764-4F50-BB86-8EA2374E3D23}" type="pres">
      <dgm:prSet presAssocID="{786C4657-3DE0-4FD0-8BE0-4E2C1732462A}" presName="iconSpace" presStyleCnt="0"/>
      <dgm:spPr/>
    </dgm:pt>
    <dgm:pt modelId="{D581EA8C-98F9-4FBD-A117-964FB00F6204}" type="pres">
      <dgm:prSet presAssocID="{786C4657-3DE0-4FD0-8BE0-4E2C1732462A}" presName="parTx" presStyleLbl="revTx" presStyleIdx="0" presStyleCnt="6">
        <dgm:presLayoutVars>
          <dgm:chMax val="0"/>
          <dgm:chPref val="0"/>
        </dgm:presLayoutVars>
      </dgm:prSet>
      <dgm:spPr/>
    </dgm:pt>
    <dgm:pt modelId="{37CE1711-B6D7-4209-A0CF-F7BB4B5F8CD0}" type="pres">
      <dgm:prSet presAssocID="{786C4657-3DE0-4FD0-8BE0-4E2C1732462A}" presName="txSpace" presStyleCnt="0"/>
      <dgm:spPr/>
    </dgm:pt>
    <dgm:pt modelId="{034D016C-52DB-4173-85FB-3BE1DDE94100}" type="pres">
      <dgm:prSet presAssocID="{786C4657-3DE0-4FD0-8BE0-4E2C1732462A}" presName="desTx" presStyleLbl="revTx" presStyleIdx="1" presStyleCnt="6">
        <dgm:presLayoutVars/>
      </dgm:prSet>
      <dgm:spPr/>
    </dgm:pt>
    <dgm:pt modelId="{F62A350E-679F-49DA-8EDB-FD0B2FEA2AC0}" type="pres">
      <dgm:prSet presAssocID="{5503F513-E2FD-4D05-91A4-4AAB5E296DE7}" presName="sibTrans" presStyleCnt="0"/>
      <dgm:spPr/>
    </dgm:pt>
    <dgm:pt modelId="{BF319300-1E8A-4E2C-AB0B-1C9A5AC2875C}" type="pres">
      <dgm:prSet presAssocID="{C36FB9DC-0D23-4EBF-86CA-DC6618B5677E}" presName="compNode" presStyleCnt="0"/>
      <dgm:spPr/>
    </dgm:pt>
    <dgm:pt modelId="{E9771733-3B93-42D3-ABF6-5D22F8849E50}" type="pres">
      <dgm:prSet presAssocID="{C36FB9DC-0D23-4EBF-86CA-DC6618B5677E}" presName="iconRect" presStyleLbl="node1" presStyleIdx="1" presStyleCnt="3"/>
      <dgm:spPr>
        <a:blipFill>
          <a:blip xmlns:r="http://schemas.openxmlformats.org/officeDocument/2006/relationships" r:embed="rId3" cstate="email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4"/>
              </a:ext>
            </a:extLst>
          </a:blip>
          <a:stretch>
            <a:fillRect/>
          </a:stretch>
        </a:blipFill>
        <a:ln>
          <a:noFill/>
        </a:ln>
      </dgm:spPr>
      <dgm:extLst>
        <a:ext uri="{E40237B7-FDA0-4F09-8148-C483321AD2D9}">
          <dgm14:cNvPr xmlns:dgm14="http://schemas.microsoft.com/office/drawing/2010/diagram" id="0" name="" descr="Disconnected"/>
        </a:ext>
      </dgm:extLst>
    </dgm:pt>
    <dgm:pt modelId="{40090E51-2281-47DF-9513-5B17105FCBC6}" type="pres">
      <dgm:prSet presAssocID="{C36FB9DC-0D23-4EBF-86CA-DC6618B5677E}" presName="iconSpace" presStyleCnt="0"/>
      <dgm:spPr/>
    </dgm:pt>
    <dgm:pt modelId="{A2E6A6EB-B548-430C-B7D5-7D40461F2243}" type="pres">
      <dgm:prSet presAssocID="{C36FB9DC-0D23-4EBF-86CA-DC6618B5677E}" presName="parTx" presStyleLbl="revTx" presStyleIdx="2" presStyleCnt="6">
        <dgm:presLayoutVars>
          <dgm:chMax val="0"/>
          <dgm:chPref val="0"/>
        </dgm:presLayoutVars>
      </dgm:prSet>
      <dgm:spPr/>
    </dgm:pt>
    <dgm:pt modelId="{18015900-9646-4A23-BB79-A90B96EEC56B}" type="pres">
      <dgm:prSet presAssocID="{C36FB9DC-0D23-4EBF-86CA-DC6618B5677E}" presName="txSpace" presStyleCnt="0"/>
      <dgm:spPr/>
    </dgm:pt>
    <dgm:pt modelId="{3DA7C2FE-D678-43CF-8994-5CBA36815287}" type="pres">
      <dgm:prSet presAssocID="{C36FB9DC-0D23-4EBF-86CA-DC6618B5677E}" presName="desTx" presStyleLbl="revTx" presStyleIdx="3" presStyleCnt="6">
        <dgm:presLayoutVars/>
      </dgm:prSet>
      <dgm:spPr/>
    </dgm:pt>
    <dgm:pt modelId="{9D3DB7F6-F800-40C0-B71C-099326846AC5}" type="pres">
      <dgm:prSet presAssocID="{A4236102-EA61-439D-A46B-DD78A4486B7F}" presName="sibTrans" presStyleCnt="0"/>
      <dgm:spPr/>
    </dgm:pt>
    <dgm:pt modelId="{A99CC571-DEA9-44F2-A77E-9BC00D322DD5}" type="pres">
      <dgm:prSet presAssocID="{CB7F1D37-2164-4666-940A-675D35FB3BAB}" presName="compNode" presStyleCnt="0"/>
      <dgm:spPr/>
    </dgm:pt>
    <dgm:pt modelId="{9F355F0D-5DBE-4100-83C3-D1C83600D565}" type="pres">
      <dgm:prSet presAssocID="{CB7F1D37-2164-4666-940A-675D35FB3BAB}" presName="iconRect" presStyleLbl="node1" presStyleIdx="2" presStyleCnt="3"/>
      <dgm:spPr>
        <a:blipFill>
          <a:blip xmlns:r="http://schemas.openxmlformats.org/officeDocument/2006/relationships" r:embed="rId5" cstate="email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6"/>
              </a:ext>
            </a:extLst>
          </a:blip>
          <a:stretch>
            <a:fillRect/>
          </a:stretch>
        </a:blipFill>
        <a:ln>
          <a:noFill/>
        </a:ln>
      </dgm:spPr>
      <dgm:extLst>
        <a:ext uri="{E40237B7-FDA0-4F09-8148-C483321AD2D9}">
          <dgm14:cNvPr xmlns:dgm14="http://schemas.microsoft.com/office/drawing/2010/diagram" id="0" name="" descr="Wallet"/>
        </a:ext>
      </dgm:extLst>
    </dgm:pt>
    <dgm:pt modelId="{298A5A84-BFC4-4678-A383-E85991E91291}" type="pres">
      <dgm:prSet presAssocID="{CB7F1D37-2164-4666-940A-675D35FB3BAB}" presName="iconSpace" presStyleCnt="0"/>
      <dgm:spPr/>
    </dgm:pt>
    <dgm:pt modelId="{8F7C420C-4188-4F03-9D59-1A97BA3EDE39}" type="pres">
      <dgm:prSet presAssocID="{CB7F1D37-2164-4666-940A-675D35FB3BAB}" presName="parTx" presStyleLbl="revTx" presStyleIdx="4" presStyleCnt="6">
        <dgm:presLayoutVars>
          <dgm:chMax val="0"/>
          <dgm:chPref val="0"/>
        </dgm:presLayoutVars>
      </dgm:prSet>
      <dgm:spPr/>
    </dgm:pt>
    <dgm:pt modelId="{9F5BEE33-F604-45A8-BFF4-590F4465867A}" type="pres">
      <dgm:prSet presAssocID="{CB7F1D37-2164-4666-940A-675D35FB3BAB}" presName="txSpace" presStyleCnt="0"/>
      <dgm:spPr/>
    </dgm:pt>
    <dgm:pt modelId="{6774023A-83A6-4A4F-9DB9-F8455A4D41A7}" type="pres">
      <dgm:prSet presAssocID="{CB7F1D37-2164-4666-940A-675D35FB3BAB}" presName="desTx" presStyleLbl="revTx" presStyleIdx="5" presStyleCnt="6">
        <dgm:presLayoutVars/>
      </dgm:prSet>
      <dgm:spPr/>
    </dgm:pt>
  </dgm:ptLst>
  <dgm:cxnLst>
    <dgm:cxn modelId="{E050660E-0F0D-4DA5-AEF2-384BE14BED2B}" type="presOf" srcId="{C36FB9DC-0D23-4EBF-86CA-DC6618B5677E}" destId="{A2E6A6EB-B548-430C-B7D5-7D40461F2243}" srcOrd="0" destOrd="0" presId="urn:microsoft.com/office/officeart/2018/5/layout/CenteredIconLabelDescriptionList"/>
    <dgm:cxn modelId="{2F35E71A-5464-4A7C-B987-477684D455E3}" type="presOf" srcId="{81DF185C-63C8-4460-AC03-936063E95C7D}" destId="{8A510517-1B49-4E8B-B832-13F4306631A6}" srcOrd="0" destOrd="0" presId="urn:microsoft.com/office/officeart/2018/5/layout/CenteredIconLabelDescriptionList"/>
    <dgm:cxn modelId="{69C19D23-840D-4E79-980B-2420735E6C76}" type="presOf" srcId="{F7D0EF78-2222-4C09-BB50-3BE3997CC03A}" destId="{6774023A-83A6-4A4F-9DB9-F8455A4D41A7}" srcOrd="0" destOrd="1" presId="urn:microsoft.com/office/officeart/2018/5/layout/CenteredIconLabelDescriptionList"/>
    <dgm:cxn modelId="{EB949F34-7564-4F76-BE77-0877AB097665}" srcId="{CB7F1D37-2164-4666-940A-675D35FB3BAB}" destId="{BA74ADDA-6217-478D-9578-B81D53E55B1F}" srcOrd="0" destOrd="0" parTransId="{23E5D3E6-96D5-4722-894B-6729B7D2569F}" sibTransId="{A649A3EF-6953-40AB-911A-70C519719C95}"/>
    <dgm:cxn modelId="{A618493C-241C-4C81-8198-7D93FB144829}" srcId="{C36FB9DC-0D23-4EBF-86CA-DC6618B5677E}" destId="{A895DACC-CF3D-4ABC-B09F-4D5A7B63AAE2}" srcOrd="0" destOrd="0" parTransId="{8D45CECF-CD0E-46AE-9481-91015E282F09}" sibTransId="{60CA8DF2-961A-4553-BD3C-458021382FF8}"/>
    <dgm:cxn modelId="{0C490A62-B8D5-43EB-AA87-04241B94A922}" srcId="{786C4657-3DE0-4FD0-8BE0-4E2C1732462A}" destId="{053E233F-46D2-4E1D-A375-519D620420C3}" srcOrd="1" destOrd="0" parTransId="{433B3979-E3B8-4452-AD90-C5FFC85275AC}" sibTransId="{A69282C4-C2C2-4C98-BF4B-4329DA522E6D}"/>
    <dgm:cxn modelId="{C6A3D167-A2BB-4172-BC3F-B585984D1E2D}" srcId="{786C4657-3DE0-4FD0-8BE0-4E2C1732462A}" destId="{386BC88E-1491-4489-BA5B-5FDA40EB081F}" srcOrd="0" destOrd="0" parTransId="{5CE833FA-9DDC-4D26-8FEE-ED0E7367B8DD}" sibTransId="{9F422FBE-E6CC-41B9-8298-46ABED2BCEF3}"/>
    <dgm:cxn modelId="{66857E69-562F-4C9D-B47B-B23247378735}" type="presOf" srcId="{786C4657-3DE0-4FD0-8BE0-4E2C1732462A}" destId="{D581EA8C-98F9-4FBD-A117-964FB00F6204}" srcOrd="0" destOrd="0" presId="urn:microsoft.com/office/officeart/2018/5/layout/CenteredIconLabelDescriptionList"/>
    <dgm:cxn modelId="{D09A6380-0657-4034-9AD1-33DA14C61408}" srcId="{81DF185C-63C8-4460-AC03-936063E95C7D}" destId="{CB7F1D37-2164-4666-940A-675D35FB3BAB}" srcOrd="2" destOrd="0" parTransId="{A60CDDBC-3CAF-416C-A8BC-B46C4B2720AF}" sibTransId="{91B19C2E-96F4-4C0E-A9C5-FC3B18679582}"/>
    <dgm:cxn modelId="{C2D0F687-147B-4C7C-B0AB-33E33677B98E}" type="presOf" srcId="{C6631DDE-A1AF-456E-9832-B1A4AB56C111}" destId="{3DA7C2FE-D678-43CF-8994-5CBA36815287}" srcOrd="0" destOrd="1" presId="urn:microsoft.com/office/officeart/2018/5/layout/CenteredIconLabelDescriptionList"/>
    <dgm:cxn modelId="{CE047F88-FA90-4074-8A59-F0876CAB60B6}" srcId="{CB7F1D37-2164-4666-940A-675D35FB3BAB}" destId="{F7D0EF78-2222-4C09-BB50-3BE3997CC03A}" srcOrd="1" destOrd="0" parTransId="{A0937112-11D0-4581-8F6C-72C644AA9F91}" sibTransId="{07BE6082-D04B-4216-9935-C2AD4ABF0E53}"/>
    <dgm:cxn modelId="{3BA45689-E08D-4E35-9C61-F1D9BE6A046F}" type="presOf" srcId="{A895DACC-CF3D-4ABC-B09F-4D5A7B63AAE2}" destId="{3DA7C2FE-D678-43CF-8994-5CBA36815287}" srcOrd="0" destOrd="0" presId="urn:microsoft.com/office/officeart/2018/5/layout/CenteredIconLabelDescriptionList"/>
    <dgm:cxn modelId="{8B20CD90-0102-4799-AB9E-1960E6B151AD}" type="presOf" srcId="{386BC88E-1491-4489-BA5B-5FDA40EB081F}" destId="{034D016C-52DB-4173-85FB-3BE1DDE94100}" srcOrd="0" destOrd="0" presId="urn:microsoft.com/office/officeart/2018/5/layout/CenteredIconLabelDescriptionList"/>
    <dgm:cxn modelId="{92FF4AAD-D40E-4FBD-B003-0E87C7900812}" srcId="{81DF185C-63C8-4460-AC03-936063E95C7D}" destId="{786C4657-3DE0-4FD0-8BE0-4E2C1732462A}" srcOrd="0" destOrd="0" parTransId="{0CD33555-8E8B-4DCD-A86B-CA8C2E15A6A1}" sibTransId="{5503F513-E2FD-4D05-91A4-4AAB5E296DE7}"/>
    <dgm:cxn modelId="{D43F33B5-DE9C-4129-BC3D-F6350A671FAF}" type="presOf" srcId="{053E233F-46D2-4E1D-A375-519D620420C3}" destId="{034D016C-52DB-4173-85FB-3BE1DDE94100}" srcOrd="0" destOrd="1" presId="urn:microsoft.com/office/officeart/2018/5/layout/CenteredIconLabelDescriptionList"/>
    <dgm:cxn modelId="{716F31CD-B9B3-4DD8-B1C0-1A8B2543B497}" type="presOf" srcId="{CB7F1D37-2164-4666-940A-675D35FB3BAB}" destId="{8F7C420C-4188-4F03-9D59-1A97BA3EDE39}" srcOrd="0" destOrd="0" presId="urn:microsoft.com/office/officeart/2018/5/layout/CenteredIconLabelDescriptionList"/>
    <dgm:cxn modelId="{9DA7A5CF-AE30-429E-809C-FC56C452E5DF}" srcId="{C36FB9DC-0D23-4EBF-86CA-DC6618B5677E}" destId="{C6631DDE-A1AF-456E-9832-B1A4AB56C111}" srcOrd="1" destOrd="0" parTransId="{59BDD11E-4E1F-404F-A93F-C946071690FE}" sibTransId="{1BF379CC-F0AF-45AC-96B7-3C806C8A5875}"/>
    <dgm:cxn modelId="{7EF806EB-C449-4447-8CB8-66BDD9AF1194}" type="presOf" srcId="{BA74ADDA-6217-478D-9578-B81D53E55B1F}" destId="{6774023A-83A6-4A4F-9DB9-F8455A4D41A7}" srcOrd="0" destOrd="0" presId="urn:microsoft.com/office/officeart/2018/5/layout/CenteredIconLabelDescriptionList"/>
    <dgm:cxn modelId="{6BD44EFE-4461-46ED-AED1-8697022E218A}" srcId="{81DF185C-63C8-4460-AC03-936063E95C7D}" destId="{C36FB9DC-0D23-4EBF-86CA-DC6618B5677E}" srcOrd="1" destOrd="0" parTransId="{FF1D4347-2FEA-4893-823E-1F9302AEBC7E}" sibTransId="{A4236102-EA61-439D-A46B-DD78A4486B7F}"/>
    <dgm:cxn modelId="{F63C99EA-2535-4862-BFDD-387F8AF4DD6D}" type="presParOf" srcId="{8A510517-1B49-4E8B-B832-13F4306631A6}" destId="{6A5BFBCE-DEEF-453B-B428-44076CB20F2B}" srcOrd="0" destOrd="0" presId="urn:microsoft.com/office/officeart/2018/5/layout/CenteredIconLabelDescriptionList"/>
    <dgm:cxn modelId="{B87793FB-43C8-482F-B093-310D583060B1}" type="presParOf" srcId="{6A5BFBCE-DEEF-453B-B428-44076CB20F2B}" destId="{43691383-0F54-4773-915B-E893B8995BFC}" srcOrd="0" destOrd="0" presId="urn:microsoft.com/office/officeart/2018/5/layout/CenteredIconLabelDescriptionList"/>
    <dgm:cxn modelId="{34ACAF15-FFD8-4A6E-A053-3AF5F905250A}" type="presParOf" srcId="{6A5BFBCE-DEEF-453B-B428-44076CB20F2B}" destId="{13146345-1764-4F50-BB86-8EA2374E3D23}" srcOrd="1" destOrd="0" presId="urn:microsoft.com/office/officeart/2018/5/layout/CenteredIconLabelDescriptionList"/>
    <dgm:cxn modelId="{DCA4B035-A8AC-43E7-951C-8BB006FF3A92}" type="presParOf" srcId="{6A5BFBCE-DEEF-453B-B428-44076CB20F2B}" destId="{D581EA8C-98F9-4FBD-A117-964FB00F6204}" srcOrd="2" destOrd="0" presId="urn:microsoft.com/office/officeart/2018/5/layout/CenteredIconLabelDescriptionList"/>
    <dgm:cxn modelId="{BA55AF27-1C21-42E0-94EC-4D56D1F37204}" type="presParOf" srcId="{6A5BFBCE-DEEF-453B-B428-44076CB20F2B}" destId="{37CE1711-B6D7-4209-A0CF-F7BB4B5F8CD0}" srcOrd="3" destOrd="0" presId="urn:microsoft.com/office/officeart/2018/5/layout/CenteredIconLabelDescriptionList"/>
    <dgm:cxn modelId="{1AB2AEAA-7571-48E2-9285-7899F8691A06}" type="presParOf" srcId="{6A5BFBCE-DEEF-453B-B428-44076CB20F2B}" destId="{034D016C-52DB-4173-85FB-3BE1DDE94100}" srcOrd="4" destOrd="0" presId="urn:microsoft.com/office/officeart/2018/5/layout/CenteredIconLabelDescriptionList"/>
    <dgm:cxn modelId="{9029C13C-7A79-408E-9A08-BFFA37BE2E41}" type="presParOf" srcId="{8A510517-1B49-4E8B-B832-13F4306631A6}" destId="{F62A350E-679F-49DA-8EDB-FD0B2FEA2AC0}" srcOrd="1" destOrd="0" presId="urn:microsoft.com/office/officeart/2018/5/layout/CenteredIconLabelDescriptionList"/>
    <dgm:cxn modelId="{DAD9B728-12F6-49AC-8DEF-B1B619B8DBE4}" type="presParOf" srcId="{8A510517-1B49-4E8B-B832-13F4306631A6}" destId="{BF319300-1E8A-4E2C-AB0B-1C9A5AC2875C}" srcOrd="2" destOrd="0" presId="urn:microsoft.com/office/officeart/2018/5/layout/CenteredIconLabelDescriptionList"/>
    <dgm:cxn modelId="{83C271D6-CC3B-4C1B-B471-FE1B42FBE17D}" type="presParOf" srcId="{BF319300-1E8A-4E2C-AB0B-1C9A5AC2875C}" destId="{E9771733-3B93-42D3-ABF6-5D22F8849E50}" srcOrd="0" destOrd="0" presId="urn:microsoft.com/office/officeart/2018/5/layout/CenteredIconLabelDescriptionList"/>
    <dgm:cxn modelId="{F2085E08-ACE8-45E4-928C-2EE423C4B894}" type="presParOf" srcId="{BF319300-1E8A-4E2C-AB0B-1C9A5AC2875C}" destId="{40090E51-2281-47DF-9513-5B17105FCBC6}" srcOrd="1" destOrd="0" presId="urn:microsoft.com/office/officeart/2018/5/layout/CenteredIconLabelDescriptionList"/>
    <dgm:cxn modelId="{011482CB-7999-4165-9202-B6B443BF9D2F}" type="presParOf" srcId="{BF319300-1E8A-4E2C-AB0B-1C9A5AC2875C}" destId="{A2E6A6EB-B548-430C-B7D5-7D40461F2243}" srcOrd="2" destOrd="0" presId="urn:microsoft.com/office/officeart/2018/5/layout/CenteredIconLabelDescriptionList"/>
    <dgm:cxn modelId="{3E6D481F-0AE2-427D-B222-A2B15499282E}" type="presParOf" srcId="{BF319300-1E8A-4E2C-AB0B-1C9A5AC2875C}" destId="{18015900-9646-4A23-BB79-A90B96EEC56B}" srcOrd="3" destOrd="0" presId="urn:microsoft.com/office/officeart/2018/5/layout/CenteredIconLabelDescriptionList"/>
    <dgm:cxn modelId="{12BFB868-D1A2-4FEE-95D7-17B9EFFD2AF5}" type="presParOf" srcId="{BF319300-1E8A-4E2C-AB0B-1C9A5AC2875C}" destId="{3DA7C2FE-D678-43CF-8994-5CBA36815287}" srcOrd="4" destOrd="0" presId="urn:microsoft.com/office/officeart/2018/5/layout/CenteredIconLabelDescriptionList"/>
    <dgm:cxn modelId="{32416F82-9673-476D-89EA-3CF20DAD3DC9}" type="presParOf" srcId="{8A510517-1B49-4E8B-B832-13F4306631A6}" destId="{9D3DB7F6-F800-40C0-B71C-099326846AC5}" srcOrd="3" destOrd="0" presId="urn:microsoft.com/office/officeart/2018/5/layout/CenteredIconLabelDescriptionList"/>
    <dgm:cxn modelId="{B4CDB419-D0B2-4F29-BA26-96B39127AC88}" type="presParOf" srcId="{8A510517-1B49-4E8B-B832-13F4306631A6}" destId="{A99CC571-DEA9-44F2-A77E-9BC00D322DD5}" srcOrd="4" destOrd="0" presId="urn:microsoft.com/office/officeart/2018/5/layout/CenteredIconLabelDescriptionList"/>
    <dgm:cxn modelId="{F3C5FB31-FD79-4890-956A-7580B57F4714}" type="presParOf" srcId="{A99CC571-DEA9-44F2-A77E-9BC00D322DD5}" destId="{9F355F0D-5DBE-4100-83C3-D1C83600D565}" srcOrd="0" destOrd="0" presId="urn:microsoft.com/office/officeart/2018/5/layout/CenteredIconLabelDescriptionList"/>
    <dgm:cxn modelId="{A5CF9BDB-CB30-4731-8C85-275717AF1149}" type="presParOf" srcId="{A99CC571-DEA9-44F2-A77E-9BC00D322DD5}" destId="{298A5A84-BFC4-4678-A383-E85991E91291}" srcOrd="1" destOrd="0" presId="urn:microsoft.com/office/officeart/2018/5/layout/CenteredIconLabelDescriptionList"/>
    <dgm:cxn modelId="{2591DE45-DEDE-4EDC-8BCA-D9269B8B795F}" type="presParOf" srcId="{A99CC571-DEA9-44F2-A77E-9BC00D322DD5}" destId="{8F7C420C-4188-4F03-9D59-1A97BA3EDE39}" srcOrd="2" destOrd="0" presId="urn:microsoft.com/office/officeart/2018/5/layout/CenteredIconLabelDescriptionList"/>
    <dgm:cxn modelId="{09E94B17-AEB7-4036-B6C4-3052C7118E0E}" type="presParOf" srcId="{A99CC571-DEA9-44F2-A77E-9BC00D322DD5}" destId="{9F5BEE33-F604-45A8-BFF4-590F4465867A}" srcOrd="3" destOrd="0" presId="urn:microsoft.com/office/officeart/2018/5/layout/CenteredIconLabelDescriptionList"/>
    <dgm:cxn modelId="{22A7E7D0-F906-4965-84C7-97FD1AB338DC}" type="presParOf" srcId="{A99CC571-DEA9-44F2-A77E-9BC00D322DD5}" destId="{6774023A-83A6-4A4F-9DB9-F8455A4D41A7}" srcOrd="4" destOrd="0" presId="urn:microsoft.com/office/officeart/2018/5/layout/CenteredIconLabelDescriptionList"/>
  </dgm:cxnLst>
  <dgm:bg/>
  <dgm:whole/>
  <dgm:extLst>
    <a:ext uri="http://schemas.microsoft.com/office/drawing/2008/diagram">
      <dsp:dataModelExt xmlns:dsp="http://schemas.microsoft.com/office/drawing/2008/diagram" relId="rId6" minVer="http://schemas.openxmlformats.org/drawingml/2006/diagram"/>
    </a:ext>
  </dgm:extLst>
</dgm:dataModel>
</file>

<file path=ppt/diagrams/data22.xml><?xml version="1.0" encoding="utf-8"?>
<dgm:dataModel xmlns:dgm="http://schemas.openxmlformats.org/drawingml/2006/diagram" xmlns:a="http://schemas.openxmlformats.org/drawingml/2006/main">
  <dgm:ptLst>
    <dgm:pt modelId="{0F563D21-88B5-47EF-B1E4-A3A203DAEB2C}" type="doc">
      <dgm:prSet loTypeId="urn:microsoft.com/office/officeart/2018/2/layout/IconLabelDescriptionList" loCatId="icon" qsTypeId="urn:microsoft.com/office/officeart/2005/8/quickstyle/simple1" qsCatId="simple" csTypeId="urn:microsoft.com/office/officeart/2018/5/colors/Iconchunking_neutralbg_accent4_2" csCatId="accent4" phldr="1"/>
      <dgm:spPr/>
      <dgm:t>
        <a:bodyPr/>
        <a:lstStyle/>
        <a:p>
          <a:endParaRPr lang="en-US"/>
        </a:p>
      </dgm:t>
    </dgm:pt>
    <dgm:pt modelId="{EB97A7AA-B7DC-47DD-BF70-70EA6D7011D6}">
      <dgm:prSet/>
      <dgm:spPr/>
      <dgm:t>
        <a:bodyPr/>
        <a:lstStyle/>
        <a:p>
          <a:pPr>
            <a:lnSpc>
              <a:spcPct val="100000"/>
            </a:lnSpc>
            <a:defRPr b="1"/>
          </a:pPr>
          <a:r>
            <a:rPr lang="tr-TR" dirty="0"/>
            <a:t>transaction </a:t>
          </a:r>
          <a:r>
            <a:rPr lang="en-US" dirty="0"/>
            <a:t>creates</a:t>
          </a:r>
        </a:p>
      </dgm:t>
    </dgm:pt>
    <dgm:pt modelId="{AB4BEA62-4961-4E5C-93C8-B171D193AC18}" type="parTrans" cxnId="{C075FF84-FCD9-49E5-92EA-3EFF97D048CD}">
      <dgm:prSet/>
      <dgm:spPr/>
      <dgm:t>
        <a:bodyPr/>
        <a:lstStyle/>
        <a:p>
          <a:endParaRPr lang="en-US"/>
        </a:p>
      </dgm:t>
    </dgm:pt>
    <dgm:pt modelId="{BEB6E27A-E9B4-4900-A7F0-96B6FD5F7BCE}" type="sibTrans" cxnId="{C075FF84-FCD9-49E5-92EA-3EFF97D048CD}">
      <dgm:prSet/>
      <dgm:spPr/>
      <dgm:t>
        <a:bodyPr/>
        <a:lstStyle/>
        <a:p>
          <a:endParaRPr lang="en-US"/>
        </a:p>
      </dgm:t>
    </dgm:pt>
    <dgm:pt modelId="{9CA588F9-FB82-4735-BB13-967A176C93C3}">
      <dgm:prSet/>
      <dgm:spPr/>
      <dgm:t>
        <a:bodyPr/>
        <a:lstStyle/>
        <a:p>
          <a:pPr>
            <a:lnSpc>
              <a:spcPct val="100000"/>
            </a:lnSpc>
          </a:pPr>
          <a:r>
            <a:rPr lang="tr-TR" dirty="0"/>
            <a:t>new UTXO</a:t>
          </a:r>
          <a:r>
            <a:rPr lang="en-US" dirty="0"/>
            <a:t> can be consumed</a:t>
          </a:r>
        </a:p>
      </dgm:t>
    </dgm:pt>
    <dgm:pt modelId="{12956AE7-9071-44C1-BC6E-E2FC5F0BCCA4}" type="parTrans" cxnId="{D8F6F659-9578-4F56-825F-BFB1E4963AF3}">
      <dgm:prSet/>
      <dgm:spPr/>
      <dgm:t>
        <a:bodyPr/>
        <a:lstStyle/>
        <a:p>
          <a:endParaRPr lang="en-US"/>
        </a:p>
      </dgm:t>
    </dgm:pt>
    <dgm:pt modelId="{AE875A0A-40E2-45BE-848D-CA8670C2E1CF}" type="sibTrans" cxnId="{D8F6F659-9578-4F56-825F-BFB1E4963AF3}">
      <dgm:prSet/>
      <dgm:spPr/>
      <dgm:t>
        <a:bodyPr/>
        <a:lstStyle/>
        <a:p>
          <a:endParaRPr lang="en-US"/>
        </a:p>
      </dgm:t>
    </dgm:pt>
    <dgm:pt modelId="{6BD7EBFC-6EA1-42DF-8686-46FA1474D46E}">
      <dgm:prSet/>
      <dgm:spPr/>
      <dgm:t>
        <a:bodyPr/>
        <a:lstStyle/>
        <a:p>
          <a:pPr>
            <a:lnSpc>
              <a:spcPct val="100000"/>
            </a:lnSpc>
            <a:defRPr b="1"/>
          </a:pPr>
          <a:r>
            <a:rPr lang="en-US" dirty="0"/>
            <a:t>value move forward </a:t>
          </a:r>
        </a:p>
      </dgm:t>
    </dgm:pt>
    <dgm:pt modelId="{AC0DA6CD-DB9F-4E4A-9FD4-C161CED1D5B6}" type="parTrans" cxnId="{99720A25-C0CD-4054-87A5-BB28D17F9027}">
      <dgm:prSet/>
      <dgm:spPr/>
      <dgm:t>
        <a:bodyPr/>
        <a:lstStyle/>
        <a:p>
          <a:endParaRPr lang="en-US"/>
        </a:p>
      </dgm:t>
    </dgm:pt>
    <dgm:pt modelId="{DB03CF9E-7860-407B-9D13-2EEA908E844B}" type="sibTrans" cxnId="{99720A25-C0CD-4054-87A5-BB28D17F9027}">
      <dgm:prSet/>
      <dgm:spPr/>
      <dgm:t>
        <a:bodyPr/>
        <a:lstStyle/>
        <a:p>
          <a:endParaRPr lang="en-US"/>
        </a:p>
      </dgm:t>
    </dgm:pt>
    <dgm:pt modelId="{DAC434D3-C0DE-4E8C-BD79-E63B37A7E24B}">
      <dgm:prSet/>
      <dgm:spPr/>
      <dgm:t>
        <a:bodyPr/>
        <a:lstStyle/>
        <a:p>
          <a:pPr>
            <a:lnSpc>
              <a:spcPct val="100000"/>
            </a:lnSpc>
          </a:pPr>
          <a:r>
            <a:rPr lang="en-US"/>
            <a:t>from owner to owner </a:t>
          </a:r>
        </a:p>
      </dgm:t>
    </dgm:pt>
    <dgm:pt modelId="{C60FC8FB-4980-4594-975C-4E3E035633B2}" type="parTrans" cxnId="{19F3FFAF-62BD-4648-ADB3-247793C004A5}">
      <dgm:prSet/>
      <dgm:spPr/>
      <dgm:t>
        <a:bodyPr/>
        <a:lstStyle/>
        <a:p>
          <a:endParaRPr lang="en-US"/>
        </a:p>
      </dgm:t>
    </dgm:pt>
    <dgm:pt modelId="{1082CC50-93EE-41AE-A7E9-0A2419798704}" type="sibTrans" cxnId="{19F3FFAF-62BD-4648-ADB3-247793C004A5}">
      <dgm:prSet/>
      <dgm:spPr/>
      <dgm:t>
        <a:bodyPr/>
        <a:lstStyle/>
        <a:p>
          <a:endParaRPr lang="en-US"/>
        </a:p>
      </dgm:t>
    </dgm:pt>
    <dgm:pt modelId="{C454BFB1-D32B-4BBE-BB03-B6B437F5D950}">
      <dgm:prSet/>
      <dgm:spPr/>
      <dgm:t>
        <a:bodyPr/>
        <a:lstStyle/>
        <a:p>
          <a:pPr>
            <a:lnSpc>
              <a:spcPct val="100000"/>
            </a:lnSpc>
          </a:pPr>
          <a:r>
            <a:rPr lang="en-US" dirty="0"/>
            <a:t>in a chain of transactions</a:t>
          </a:r>
          <a:r>
            <a:rPr lang="tr-TR" dirty="0"/>
            <a:t> </a:t>
          </a:r>
          <a:endParaRPr lang="en-US" dirty="0"/>
        </a:p>
      </dgm:t>
    </dgm:pt>
    <dgm:pt modelId="{EDD142A0-FDFD-4FB2-8586-8232BDCB8F75}" type="parTrans" cxnId="{9FE73E20-ACF4-4960-BDF5-8374A52EDB41}">
      <dgm:prSet/>
      <dgm:spPr/>
      <dgm:t>
        <a:bodyPr/>
        <a:lstStyle/>
        <a:p>
          <a:endParaRPr lang="en-US"/>
        </a:p>
      </dgm:t>
    </dgm:pt>
    <dgm:pt modelId="{B1EC3461-468B-4DBD-833E-F0BA22EA7B07}" type="sibTrans" cxnId="{9FE73E20-ACF4-4960-BDF5-8374A52EDB41}">
      <dgm:prSet/>
      <dgm:spPr/>
      <dgm:t>
        <a:bodyPr/>
        <a:lstStyle/>
        <a:p>
          <a:endParaRPr lang="en-US"/>
        </a:p>
      </dgm:t>
    </dgm:pt>
    <dgm:pt modelId="{0F57C0AA-60C3-4FD0-BB8B-1DFD9BBCFBD3}">
      <dgm:prSet/>
      <dgm:spPr/>
      <dgm:t>
        <a:bodyPr/>
        <a:lstStyle/>
        <a:p>
          <a:pPr>
            <a:lnSpc>
              <a:spcPct val="100000"/>
            </a:lnSpc>
          </a:pPr>
          <a:r>
            <a:rPr lang="tr-TR" dirty="0"/>
            <a:t>consuming UTXO</a:t>
          </a:r>
          <a:endParaRPr lang="en-US" dirty="0"/>
        </a:p>
      </dgm:t>
    </dgm:pt>
    <dgm:pt modelId="{EAFC7072-63EC-469C-B934-F98D06B6E5E1}" type="parTrans" cxnId="{BC3967C7-A103-422F-BAC3-4DF4D175625F}">
      <dgm:prSet/>
      <dgm:spPr/>
      <dgm:t>
        <a:bodyPr/>
        <a:lstStyle/>
        <a:p>
          <a:endParaRPr lang="en-US"/>
        </a:p>
      </dgm:t>
    </dgm:pt>
    <dgm:pt modelId="{709AE897-A183-480F-A82C-1DA14F56C3C4}" type="sibTrans" cxnId="{BC3967C7-A103-422F-BAC3-4DF4D175625F}">
      <dgm:prSet/>
      <dgm:spPr/>
      <dgm:t>
        <a:bodyPr/>
        <a:lstStyle/>
        <a:p>
          <a:endParaRPr lang="en-US"/>
        </a:p>
      </dgm:t>
    </dgm:pt>
    <dgm:pt modelId="{F44D6A30-0972-4D9E-9432-CA061C62ACF1}">
      <dgm:prSet/>
      <dgm:spPr/>
      <dgm:t>
        <a:bodyPr/>
        <a:lstStyle/>
        <a:p>
          <a:pPr>
            <a:lnSpc>
              <a:spcPct val="100000"/>
            </a:lnSpc>
          </a:pPr>
          <a:r>
            <a:rPr lang="en-US"/>
            <a:t>new </a:t>
          </a:r>
          <a:r>
            <a:rPr lang="en-US" dirty="0"/>
            <a:t>transaction outputs </a:t>
          </a:r>
        </a:p>
      </dgm:t>
    </dgm:pt>
    <dgm:pt modelId="{E6E324B6-984C-478A-A88D-E79921416274}" type="parTrans" cxnId="{B7E4415E-2D9C-460B-897F-D7911A809FA5}">
      <dgm:prSet/>
      <dgm:spPr/>
      <dgm:t>
        <a:bodyPr/>
        <a:lstStyle/>
        <a:p>
          <a:endParaRPr lang="tr-TR"/>
        </a:p>
      </dgm:t>
    </dgm:pt>
    <dgm:pt modelId="{3D22AD9D-3EAE-463E-9CF6-E0A0C451707E}" type="sibTrans" cxnId="{B7E4415E-2D9C-460B-897F-D7911A809FA5}">
      <dgm:prSet/>
      <dgm:spPr/>
      <dgm:t>
        <a:bodyPr/>
        <a:lstStyle/>
        <a:p>
          <a:endParaRPr lang="tr-TR"/>
        </a:p>
      </dgm:t>
    </dgm:pt>
    <dgm:pt modelId="{B384437C-F2A3-464D-83C9-049BCBA4677B}">
      <dgm:prSet/>
      <dgm:spPr/>
      <dgm:t>
        <a:bodyPr/>
        <a:lstStyle/>
        <a:p>
          <a:pPr>
            <a:lnSpc>
              <a:spcPct val="100000"/>
            </a:lnSpc>
            <a:defRPr b="1"/>
          </a:pPr>
          <a:r>
            <a:rPr lang="tr-TR" dirty="0"/>
            <a:t>spend in future</a:t>
          </a:r>
          <a:endParaRPr lang="en-US" dirty="0"/>
        </a:p>
      </dgm:t>
    </dgm:pt>
    <dgm:pt modelId="{11581264-3E87-43F6-998E-A2C25BB93C41}" type="parTrans" cxnId="{2F424CEC-D9E4-4D37-A9E4-407C708CE532}">
      <dgm:prSet/>
      <dgm:spPr/>
      <dgm:t>
        <a:bodyPr/>
        <a:lstStyle/>
        <a:p>
          <a:endParaRPr lang="tr-TR"/>
        </a:p>
      </dgm:t>
    </dgm:pt>
    <dgm:pt modelId="{D9C6034B-7349-42B8-92FB-E6FDEE36245C}" type="sibTrans" cxnId="{2F424CEC-D9E4-4D37-A9E4-407C708CE532}">
      <dgm:prSet/>
      <dgm:spPr/>
      <dgm:t>
        <a:bodyPr/>
        <a:lstStyle/>
        <a:p>
          <a:endParaRPr lang="tr-TR"/>
        </a:p>
      </dgm:t>
    </dgm:pt>
    <dgm:pt modelId="{86E3BBBF-FED3-4351-B8DA-7D65A7EEB716}">
      <dgm:prSet/>
      <dgm:spPr/>
      <dgm:t>
        <a:bodyPr/>
        <a:lstStyle/>
        <a:p>
          <a:pPr>
            <a:lnSpc>
              <a:spcPct val="100000"/>
            </a:lnSpc>
          </a:pPr>
          <a:r>
            <a:rPr lang="en-US"/>
            <a:t>by </a:t>
          </a:r>
          <a:r>
            <a:rPr lang="en-US" dirty="0"/>
            <a:t>a future transaction</a:t>
          </a:r>
        </a:p>
      </dgm:t>
    </dgm:pt>
    <dgm:pt modelId="{67779DBB-75A5-478F-B4D4-E43F02401F41}" type="parTrans" cxnId="{9BB4EE7B-0239-420D-AECF-2242F816384D}">
      <dgm:prSet/>
      <dgm:spPr/>
      <dgm:t>
        <a:bodyPr/>
        <a:lstStyle/>
        <a:p>
          <a:endParaRPr lang="tr-TR"/>
        </a:p>
      </dgm:t>
    </dgm:pt>
    <dgm:pt modelId="{2F9FCD8C-D269-4584-8723-1E18E7834727}" type="sibTrans" cxnId="{9BB4EE7B-0239-420D-AECF-2242F816384D}">
      <dgm:prSet/>
      <dgm:spPr/>
      <dgm:t>
        <a:bodyPr/>
        <a:lstStyle/>
        <a:p>
          <a:endParaRPr lang="tr-TR"/>
        </a:p>
      </dgm:t>
    </dgm:pt>
    <dgm:pt modelId="{59F3CCD2-7BCF-4349-BE05-38E8C009994B}">
      <dgm:prSet/>
      <dgm:spPr/>
      <dgm:t>
        <a:bodyPr/>
        <a:lstStyle/>
        <a:p>
          <a:pPr>
            <a:lnSpc>
              <a:spcPct val="100000"/>
            </a:lnSpc>
            <a:defRPr b="1"/>
          </a:pPr>
          <a:r>
            <a:rPr lang="tr-TR" dirty="0"/>
            <a:t>transaction is a node</a:t>
          </a:r>
          <a:endParaRPr lang="en-US" dirty="0"/>
        </a:p>
      </dgm:t>
    </dgm:pt>
    <dgm:pt modelId="{5C567D4D-1163-459F-A7C8-C65D09C4959A}" type="sibTrans" cxnId="{647E250A-BC48-42F0-9D20-8EF0B64228FF}">
      <dgm:prSet/>
      <dgm:spPr/>
      <dgm:t>
        <a:bodyPr/>
        <a:lstStyle/>
        <a:p>
          <a:endParaRPr lang="tr-TR"/>
        </a:p>
      </dgm:t>
    </dgm:pt>
    <dgm:pt modelId="{5B9BC4E0-786D-4526-B90A-A528DED779AE}" type="parTrans" cxnId="{647E250A-BC48-42F0-9D20-8EF0B64228FF}">
      <dgm:prSet/>
      <dgm:spPr/>
      <dgm:t>
        <a:bodyPr/>
        <a:lstStyle/>
        <a:p>
          <a:endParaRPr lang="tr-TR"/>
        </a:p>
      </dgm:t>
    </dgm:pt>
    <dgm:pt modelId="{4947F24A-B784-413B-BF6C-E9BCB3BE63AE}">
      <dgm:prSet/>
      <dgm:spPr/>
      <dgm:t>
        <a:bodyPr/>
        <a:lstStyle/>
        <a:p>
          <a:pPr>
            <a:lnSpc>
              <a:spcPct val="100000"/>
            </a:lnSpc>
          </a:pPr>
          <a:r>
            <a:rPr lang="tr-TR" dirty="0"/>
            <a:t>and creating new UTXO</a:t>
          </a:r>
          <a:endParaRPr lang="en-US" dirty="0"/>
        </a:p>
      </dgm:t>
    </dgm:pt>
    <dgm:pt modelId="{C9F9A810-8093-4708-847E-5E95B9DBD3E6}" type="parTrans" cxnId="{9FCEF2AE-C92E-4618-A490-AB0BA223C7A4}">
      <dgm:prSet/>
      <dgm:spPr/>
      <dgm:t>
        <a:bodyPr/>
        <a:lstStyle/>
        <a:p>
          <a:endParaRPr lang="tr-TR"/>
        </a:p>
      </dgm:t>
    </dgm:pt>
    <dgm:pt modelId="{C41C14CE-CDA9-4A35-9360-A75D26E50F38}" type="sibTrans" cxnId="{9FCEF2AE-C92E-4618-A490-AB0BA223C7A4}">
      <dgm:prSet/>
      <dgm:spPr/>
      <dgm:t>
        <a:bodyPr/>
        <a:lstStyle/>
        <a:p>
          <a:endParaRPr lang="tr-TR"/>
        </a:p>
      </dgm:t>
    </dgm:pt>
    <dgm:pt modelId="{CB166CE3-AFD0-48D6-A7EC-D0A67C0A1E70}" type="pres">
      <dgm:prSet presAssocID="{0F563D21-88B5-47EF-B1E4-A3A203DAEB2C}" presName="root" presStyleCnt="0">
        <dgm:presLayoutVars>
          <dgm:dir/>
          <dgm:resizeHandles val="exact"/>
        </dgm:presLayoutVars>
      </dgm:prSet>
      <dgm:spPr/>
    </dgm:pt>
    <dgm:pt modelId="{8C176511-BDF0-48E1-A63F-19D74808313F}" type="pres">
      <dgm:prSet presAssocID="{EB97A7AA-B7DC-47DD-BF70-70EA6D7011D6}" presName="compNode" presStyleCnt="0"/>
      <dgm:spPr/>
    </dgm:pt>
    <dgm:pt modelId="{37E4EA65-E916-4221-8916-4F517BDE51F2}" type="pres">
      <dgm:prSet presAssocID="{EB97A7AA-B7DC-47DD-BF70-70EA6D7011D6}" presName="iconRect" presStyleLbl="node1" presStyleIdx="0" presStyleCnt="4"/>
      <dgm:spPr>
        <a:blipFill>
          <a:blip xmlns:r="http://schemas.openxmlformats.org/officeDocument/2006/relationships" r:embed="rId1" cstate="email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2"/>
              </a:ext>
            </a:extLst>
          </a:blip>
          <a:stretch>
            <a:fillRect/>
          </a:stretch>
        </a:blipFill>
        <a:ln>
          <a:noFill/>
        </a:ln>
      </dgm:spPr>
      <dgm:extLst>
        <a:ext uri="{E40237B7-FDA0-4F09-8148-C483321AD2D9}">
          <dgm14:cNvPr xmlns:dgm14="http://schemas.microsoft.com/office/drawing/2010/diagram" id="0" name="" descr="Bitcoin"/>
        </a:ext>
      </dgm:extLst>
    </dgm:pt>
    <dgm:pt modelId="{60E31B18-76E1-49A6-B4F0-2DC471CB517B}" type="pres">
      <dgm:prSet presAssocID="{EB97A7AA-B7DC-47DD-BF70-70EA6D7011D6}" presName="iconSpace" presStyleCnt="0"/>
      <dgm:spPr/>
    </dgm:pt>
    <dgm:pt modelId="{D53FF7B0-C6C6-435D-94B5-DBEAE58D91CA}" type="pres">
      <dgm:prSet presAssocID="{EB97A7AA-B7DC-47DD-BF70-70EA6D7011D6}" presName="parTx" presStyleLbl="revTx" presStyleIdx="0" presStyleCnt="8">
        <dgm:presLayoutVars>
          <dgm:chMax val="0"/>
          <dgm:chPref val="0"/>
        </dgm:presLayoutVars>
      </dgm:prSet>
      <dgm:spPr/>
    </dgm:pt>
    <dgm:pt modelId="{971C1791-B24A-42E2-9FE0-EFC1A830E84E}" type="pres">
      <dgm:prSet presAssocID="{EB97A7AA-B7DC-47DD-BF70-70EA6D7011D6}" presName="txSpace" presStyleCnt="0"/>
      <dgm:spPr/>
    </dgm:pt>
    <dgm:pt modelId="{06DD38E2-35D2-431B-AE2F-131DBED1CDCD}" type="pres">
      <dgm:prSet presAssocID="{EB97A7AA-B7DC-47DD-BF70-70EA6D7011D6}" presName="desTx" presStyleLbl="revTx" presStyleIdx="1" presStyleCnt="8">
        <dgm:presLayoutVars/>
      </dgm:prSet>
      <dgm:spPr/>
    </dgm:pt>
    <dgm:pt modelId="{1F564EF3-D7A8-4869-B6C3-371A70656CCA}" type="pres">
      <dgm:prSet presAssocID="{BEB6E27A-E9B4-4900-A7F0-96B6FD5F7BCE}" presName="sibTrans" presStyleCnt="0"/>
      <dgm:spPr/>
    </dgm:pt>
    <dgm:pt modelId="{FAB3EE5C-0469-4056-BE1E-C801EE00E05D}" type="pres">
      <dgm:prSet presAssocID="{B384437C-F2A3-464D-83C9-049BCBA4677B}" presName="compNode" presStyleCnt="0"/>
      <dgm:spPr/>
    </dgm:pt>
    <dgm:pt modelId="{8E98AE8D-26B1-4CDD-8E65-6D0B2F3D2BE2}" type="pres">
      <dgm:prSet presAssocID="{B384437C-F2A3-464D-83C9-049BCBA4677B}" presName="iconRect" presStyleLbl="node1" presStyleIdx="1" presStyleCnt="4"/>
      <dgm:spPr>
        <a:blipFill rotWithShape="1">
          <a:blip xmlns:r="http://schemas.openxmlformats.org/officeDocument/2006/relationships" r:embed="rId3" cstate="email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4"/>
              </a:ext>
            </a:extLst>
          </a:blip>
          <a:srcRect/>
          <a:stretch>
            <a:fillRect/>
          </a:stretch>
        </a:blipFill>
      </dgm:spPr>
    </dgm:pt>
    <dgm:pt modelId="{C8F57C1C-0CC1-4460-A072-F421B2E1243A}" type="pres">
      <dgm:prSet presAssocID="{B384437C-F2A3-464D-83C9-049BCBA4677B}" presName="iconSpace" presStyleCnt="0"/>
      <dgm:spPr/>
    </dgm:pt>
    <dgm:pt modelId="{A1EF34A0-65A4-413A-B987-C83592AF0C42}" type="pres">
      <dgm:prSet presAssocID="{B384437C-F2A3-464D-83C9-049BCBA4677B}" presName="parTx" presStyleLbl="revTx" presStyleIdx="2" presStyleCnt="8">
        <dgm:presLayoutVars>
          <dgm:chMax val="0"/>
          <dgm:chPref val="0"/>
        </dgm:presLayoutVars>
      </dgm:prSet>
      <dgm:spPr/>
    </dgm:pt>
    <dgm:pt modelId="{DF512E07-C2C4-408B-8A4C-8884C57A3EA0}" type="pres">
      <dgm:prSet presAssocID="{B384437C-F2A3-464D-83C9-049BCBA4677B}" presName="txSpace" presStyleCnt="0"/>
      <dgm:spPr/>
    </dgm:pt>
    <dgm:pt modelId="{252B9B00-BD90-4719-8C61-E0468FBF8824}" type="pres">
      <dgm:prSet presAssocID="{B384437C-F2A3-464D-83C9-049BCBA4677B}" presName="desTx" presStyleLbl="revTx" presStyleIdx="3" presStyleCnt="8">
        <dgm:presLayoutVars/>
      </dgm:prSet>
      <dgm:spPr/>
    </dgm:pt>
    <dgm:pt modelId="{8EFDAE0E-A676-4D1E-BD5F-4FE6F749C329}" type="pres">
      <dgm:prSet presAssocID="{D9C6034B-7349-42B8-92FB-E6FDEE36245C}" presName="sibTrans" presStyleCnt="0"/>
      <dgm:spPr/>
    </dgm:pt>
    <dgm:pt modelId="{7D3D52D0-573F-4547-8E24-C267EBB24242}" type="pres">
      <dgm:prSet presAssocID="{6BD7EBFC-6EA1-42DF-8686-46FA1474D46E}" presName="compNode" presStyleCnt="0"/>
      <dgm:spPr/>
    </dgm:pt>
    <dgm:pt modelId="{8AB722C0-4C95-4AA7-ABBB-DE8D81CDB33B}" type="pres">
      <dgm:prSet presAssocID="{6BD7EBFC-6EA1-42DF-8686-46FA1474D46E}" presName="iconRect" presStyleLbl="node1" presStyleIdx="2" presStyleCnt="4"/>
      <dgm:spPr>
        <a:blipFill>
          <a:blip xmlns:r="http://schemas.openxmlformats.org/officeDocument/2006/relationships" r:embed="rId5" cstate="email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6"/>
              </a:ext>
            </a:extLst>
          </a:blip>
          <a:stretch>
            <a:fillRect/>
          </a:stretch>
        </a:blipFill>
        <a:ln>
          <a:noFill/>
        </a:ln>
      </dgm:spPr>
      <dgm:extLst>
        <a:ext uri="{E40237B7-FDA0-4F09-8148-C483321AD2D9}">
          <dgm14:cNvPr xmlns:dgm14="http://schemas.microsoft.com/office/drawing/2010/diagram" id="0" name="" descr="Kiosk"/>
        </a:ext>
      </dgm:extLst>
    </dgm:pt>
    <dgm:pt modelId="{93073133-114A-4354-AF0F-7E5579465586}" type="pres">
      <dgm:prSet presAssocID="{6BD7EBFC-6EA1-42DF-8686-46FA1474D46E}" presName="iconSpace" presStyleCnt="0"/>
      <dgm:spPr/>
    </dgm:pt>
    <dgm:pt modelId="{E0FCAA80-96A4-47BD-8030-88227307DEB9}" type="pres">
      <dgm:prSet presAssocID="{6BD7EBFC-6EA1-42DF-8686-46FA1474D46E}" presName="parTx" presStyleLbl="revTx" presStyleIdx="4" presStyleCnt="8">
        <dgm:presLayoutVars>
          <dgm:chMax val="0"/>
          <dgm:chPref val="0"/>
        </dgm:presLayoutVars>
      </dgm:prSet>
      <dgm:spPr/>
    </dgm:pt>
    <dgm:pt modelId="{372C1036-91C3-4323-8011-0D3C0206FED2}" type="pres">
      <dgm:prSet presAssocID="{6BD7EBFC-6EA1-42DF-8686-46FA1474D46E}" presName="txSpace" presStyleCnt="0"/>
      <dgm:spPr/>
    </dgm:pt>
    <dgm:pt modelId="{ED7BA3EA-A59A-4DBC-96BF-7C7C217F6302}" type="pres">
      <dgm:prSet presAssocID="{6BD7EBFC-6EA1-42DF-8686-46FA1474D46E}" presName="desTx" presStyleLbl="revTx" presStyleIdx="5" presStyleCnt="8">
        <dgm:presLayoutVars/>
      </dgm:prSet>
      <dgm:spPr/>
    </dgm:pt>
    <dgm:pt modelId="{15E464A9-CFDC-476E-AC98-16640C2AF50A}" type="pres">
      <dgm:prSet presAssocID="{DB03CF9E-7860-407B-9D13-2EEA908E844B}" presName="sibTrans" presStyleCnt="0"/>
      <dgm:spPr/>
    </dgm:pt>
    <dgm:pt modelId="{5F6FBCB9-FBEB-4399-9AE3-70F6831D46A5}" type="pres">
      <dgm:prSet presAssocID="{59F3CCD2-7BCF-4349-BE05-38E8C009994B}" presName="compNode" presStyleCnt="0"/>
      <dgm:spPr/>
    </dgm:pt>
    <dgm:pt modelId="{A99D3A5F-5ED6-4533-8A3A-099A0DA51F5B}" type="pres">
      <dgm:prSet presAssocID="{59F3CCD2-7BCF-4349-BE05-38E8C009994B}" presName="iconRect" presStyleLbl="node1" presStyleIdx="3" presStyleCnt="4"/>
      <dgm:spPr>
        <a:blipFill rotWithShape="1">
          <a:blip xmlns:r="http://schemas.openxmlformats.org/officeDocument/2006/relationships" r:embed="rId7" cstate="email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8"/>
              </a:ext>
            </a:extLst>
          </a:blip>
          <a:srcRect/>
          <a:stretch>
            <a:fillRect/>
          </a:stretch>
        </a:blipFill>
      </dgm:spPr>
    </dgm:pt>
    <dgm:pt modelId="{B69D856F-589C-498E-A8C0-3186D49EEDB7}" type="pres">
      <dgm:prSet presAssocID="{59F3CCD2-7BCF-4349-BE05-38E8C009994B}" presName="iconSpace" presStyleCnt="0"/>
      <dgm:spPr/>
    </dgm:pt>
    <dgm:pt modelId="{43E16CA1-3713-4C58-A356-5428D2B1551C}" type="pres">
      <dgm:prSet presAssocID="{59F3CCD2-7BCF-4349-BE05-38E8C009994B}" presName="parTx" presStyleLbl="revTx" presStyleIdx="6" presStyleCnt="8">
        <dgm:presLayoutVars>
          <dgm:chMax val="0"/>
          <dgm:chPref val="0"/>
        </dgm:presLayoutVars>
      </dgm:prSet>
      <dgm:spPr/>
    </dgm:pt>
    <dgm:pt modelId="{E9138E7A-C754-4AC8-B97A-EC059C50CD66}" type="pres">
      <dgm:prSet presAssocID="{59F3CCD2-7BCF-4349-BE05-38E8C009994B}" presName="txSpace" presStyleCnt="0"/>
      <dgm:spPr/>
    </dgm:pt>
    <dgm:pt modelId="{E0467101-BE2A-4189-B722-1A63F82B7D8F}" type="pres">
      <dgm:prSet presAssocID="{59F3CCD2-7BCF-4349-BE05-38E8C009994B}" presName="desTx" presStyleLbl="revTx" presStyleIdx="7" presStyleCnt="8">
        <dgm:presLayoutVars/>
      </dgm:prSet>
      <dgm:spPr/>
    </dgm:pt>
  </dgm:ptLst>
  <dgm:cxnLst>
    <dgm:cxn modelId="{1BE29507-34CF-48EE-89D4-0A48139C8DDB}" type="presOf" srcId="{B384437C-F2A3-464D-83C9-049BCBA4677B}" destId="{A1EF34A0-65A4-413A-B987-C83592AF0C42}" srcOrd="0" destOrd="0" presId="urn:microsoft.com/office/officeart/2018/2/layout/IconLabelDescriptionList"/>
    <dgm:cxn modelId="{F2225F09-FEF0-4759-A688-506E48397362}" type="presOf" srcId="{59F3CCD2-7BCF-4349-BE05-38E8C009994B}" destId="{43E16CA1-3713-4C58-A356-5428D2B1551C}" srcOrd="0" destOrd="0" presId="urn:microsoft.com/office/officeart/2018/2/layout/IconLabelDescriptionList"/>
    <dgm:cxn modelId="{647E250A-BC48-42F0-9D20-8EF0B64228FF}" srcId="{0F563D21-88B5-47EF-B1E4-A3A203DAEB2C}" destId="{59F3CCD2-7BCF-4349-BE05-38E8C009994B}" srcOrd="3" destOrd="0" parTransId="{5B9BC4E0-786D-4526-B90A-A528DED779AE}" sibTransId="{5C567D4D-1163-459F-A7C8-C65D09C4959A}"/>
    <dgm:cxn modelId="{D8F1DB10-5C23-432E-A16C-4482399F2AAE}" type="presOf" srcId="{86E3BBBF-FED3-4351-B8DA-7D65A7EEB716}" destId="{252B9B00-BD90-4719-8C61-E0468FBF8824}" srcOrd="0" destOrd="1" presId="urn:microsoft.com/office/officeart/2018/2/layout/IconLabelDescriptionList"/>
    <dgm:cxn modelId="{9FE73E20-ACF4-4960-BDF5-8374A52EDB41}" srcId="{6BD7EBFC-6EA1-42DF-8686-46FA1474D46E}" destId="{C454BFB1-D32B-4BBE-BB03-B6B437F5D950}" srcOrd="1" destOrd="0" parTransId="{EDD142A0-FDFD-4FB2-8586-8232BDCB8F75}" sibTransId="{B1EC3461-468B-4DBD-833E-F0BA22EA7B07}"/>
    <dgm:cxn modelId="{99720A25-C0CD-4054-87A5-BB28D17F9027}" srcId="{0F563D21-88B5-47EF-B1E4-A3A203DAEB2C}" destId="{6BD7EBFC-6EA1-42DF-8686-46FA1474D46E}" srcOrd="2" destOrd="0" parTransId="{AC0DA6CD-DB9F-4E4A-9FD4-C161CED1D5B6}" sibTransId="{DB03CF9E-7860-407B-9D13-2EEA908E844B}"/>
    <dgm:cxn modelId="{A776E832-C85B-41BA-B4CB-A09398C7B262}" type="presOf" srcId="{C454BFB1-D32B-4BBE-BB03-B6B437F5D950}" destId="{ED7BA3EA-A59A-4DBC-96BF-7C7C217F6302}" srcOrd="0" destOrd="1" presId="urn:microsoft.com/office/officeart/2018/2/layout/IconLabelDescriptionList"/>
    <dgm:cxn modelId="{54F72636-342F-4913-8DFE-5F05D1BFE20D}" type="presOf" srcId="{4947F24A-B784-413B-BF6C-E9BCB3BE63AE}" destId="{E0467101-BE2A-4189-B722-1A63F82B7D8F}" srcOrd="0" destOrd="1" presId="urn:microsoft.com/office/officeart/2018/2/layout/IconLabelDescriptionList"/>
    <dgm:cxn modelId="{B7E4415E-2D9C-460B-897F-D7911A809FA5}" srcId="{EB97A7AA-B7DC-47DD-BF70-70EA6D7011D6}" destId="{F44D6A30-0972-4D9E-9432-CA061C62ACF1}" srcOrd="0" destOrd="0" parTransId="{E6E324B6-984C-478A-A88D-E79921416274}" sibTransId="{3D22AD9D-3EAE-463E-9CF6-E0A0C451707E}"/>
    <dgm:cxn modelId="{C1ABF86C-6226-4BEE-8092-34D7DD9E0283}" type="presOf" srcId="{F44D6A30-0972-4D9E-9432-CA061C62ACF1}" destId="{06DD38E2-35D2-431B-AE2F-131DBED1CDCD}" srcOrd="0" destOrd="0" presId="urn:microsoft.com/office/officeart/2018/2/layout/IconLabelDescriptionList"/>
    <dgm:cxn modelId="{29AC0175-CEAD-48F4-8222-B9E80168818C}" type="presOf" srcId="{EB97A7AA-B7DC-47DD-BF70-70EA6D7011D6}" destId="{D53FF7B0-C6C6-435D-94B5-DBEAE58D91CA}" srcOrd="0" destOrd="0" presId="urn:microsoft.com/office/officeart/2018/2/layout/IconLabelDescriptionList"/>
    <dgm:cxn modelId="{52C7AF59-DB14-4D29-9997-0737E679D09F}" type="presOf" srcId="{DAC434D3-C0DE-4E8C-BD79-E63B37A7E24B}" destId="{ED7BA3EA-A59A-4DBC-96BF-7C7C217F6302}" srcOrd="0" destOrd="0" presId="urn:microsoft.com/office/officeart/2018/2/layout/IconLabelDescriptionList"/>
    <dgm:cxn modelId="{D8F6F659-9578-4F56-825F-BFB1E4963AF3}" srcId="{B384437C-F2A3-464D-83C9-049BCBA4677B}" destId="{9CA588F9-FB82-4735-BB13-967A176C93C3}" srcOrd="0" destOrd="0" parTransId="{12956AE7-9071-44C1-BC6E-E2FC5F0BCCA4}" sibTransId="{AE875A0A-40E2-45BE-848D-CA8670C2E1CF}"/>
    <dgm:cxn modelId="{9BB4EE7B-0239-420D-AECF-2242F816384D}" srcId="{B384437C-F2A3-464D-83C9-049BCBA4677B}" destId="{86E3BBBF-FED3-4351-B8DA-7D65A7EEB716}" srcOrd="1" destOrd="0" parTransId="{67779DBB-75A5-478F-B4D4-E43F02401F41}" sibTransId="{2F9FCD8C-D269-4584-8723-1E18E7834727}"/>
    <dgm:cxn modelId="{69F92384-DC7B-4811-9FD9-C9E5F39D7F39}" type="presOf" srcId="{9CA588F9-FB82-4735-BB13-967A176C93C3}" destId="{252B9B00-BD90-4719-8C61-E0468FBF8824}" srcOrd="0" destOrd="0" presId="urn:microsoft.com/office/officeart/2018/2/layout/IconLabelDescriptionList"/>
    <dgm:cxn modelId="{C075FF84-FCD9-49E5-92EA-3EFF97D048CD}" srcId="{0F563D21-88B5-47EF-B1E4-A3A203DAEB2C}" destId="{EB97A7AA-B7DC-47DD-BF70-70EA6D7011D6}" srcOrd="0" destOrd="0" parTransId="{AB4BEA62-4961-4E5C-93C8-B171D193AC18}" sibTransId="{BEB6E27A-E9B4-4900-A7F0-96B6FD5F7BCE}"/>
    <dgm:cxn modelId="{66008C8B-4DD9-4A34-8BBA-1DFF31E7612F}" type="presOf" srcId="{0F57C0AA-60C3-4FD0-BB8B-1DFD9BBCFBD3}" destId="{E0467101-BE2A-4189-B722-1A63F82B7D8F}" srcOrd="0" destOrd="0" presId="urn:microsoft.com/office/officeart/2018/2/layout/IconLabelDescriptionList"/>
    <dgm:cxn modelId="{9FCEF2AE-C92E-4618-A490-AB0BA223C7A4}" srcId="{59F3CCD2-7BCF-4349-BE05-38E8C009994B}" destId="{4947F24A-B784-413B-BF6C-E9BCB3BE63AE}" srcOrd="1" destOrd="0" parTransId="{C9F9A810-8093-4708-847E-5E95B9DBD3E6}" sibTransId="{C41C14CE-CDA9-4A35-9360-A75D26E50F38}"/>
    <dgm:cxn modelId="{19F3FFAF-62BD-4648-ADB3-247793C004A5}" srcId="{6BD7EBFC-6EA1-42DF-8686-46FA1474D46E}" destId="{DAC434D3-C0DE-4E8C-BD79-E63B37A7E24B}" srcOrd="0" destOrd="0" parTransId="{C60FC8FB-4980-4594-975C-4E3E035633B2}" sibTransId="{1082CC50-93EE-41AE-A7E9-0A2419798704}"/>
    <dgm:cxn modelId="{BC3967C7-A103-422F-BAC3-4DF4D175625F}" srcId="{59F3CCD2-7BCF-4349-BE05-38E8C009994B}" destId="{0F57C0AA-60C3-4FD0-BB8B-1DFD9BBCFBD3}" srcOrd="0" destOrd="0" parTransId="{EAFC7072-63EC-469C-B934-F98D06B6E5E1}" sibTransId="{709AE897-A183-480F-A82C-1DA14F56C3C4}"/>
    <dgm:cxn modelId="{A2CCDBDA-E901-4E17-B81D-178B5C5ABD6B}" type="presOf" srcId="{6BD7EBFC-6EA1-42DF-8686-46FA1474D46E}" destId="{E0FCAA80-96A4-47BD-8030-88227307DEB9}" srcOrd="0" destOrd="0" presId="urn:microsoft.com/office/officeart/2018/2/layout/IconLabelDescriptionList"/>
    <dgm:cxn modelId="{2F424CEC-D9E4-4D37-A9E4-407C708CE532}" srcId="{0F563D21-88B5-47EF-B1E4-A3A203DAEB2C}" destId="{B384437C-F2A3-464D-83C9-049BCBA4677B}" srcOrd="1" destOrd="0" parTransId="{11581264-3E87-43F6-998E-A2C25BB93C41}" sibTransId="{D9C6034B-7349-42B8-92FB-E6FDEE36245C}"/>
    <dgm:cxn modelId="{58ACB4F1-7F55-43A2-80A0-FE107CE1C298}" type="presOf" srcId="{0F563D21-88B5-47EF-B1E4-A3A203DAEB2C}" destId="{CB166CE3-AFD0-48D6-A7EC-D0A67C0A1E70}" srcOrd="0" destOrd="0" presId="urn:microsoft.com/office/officeart/2018/2/layout/IconLabelDescriptionList"/>
    <dgm:cxn modelId="{BB9BA067-CA14-4B75-A6FB-5F2A0DDF029E}" type="presParOf" srcId="{CB166CE3-AFD0-48D6-A7EC-D0A67C0A1E70}" destId="{8C176511-BDF0-48E1-A63F-19D74808313F}" srcOrd="0" destOrd="0" presId="urn:microsoft.com/office/officeart/2018/2/layout/IconLabelDescriptionList"/>
    <dgm:cxn modelId="{9189376C-296E-4FB4-80A1-CE7E912C3238}" type="presParOf" srcId="{8C176511-BDF0-48E1-A63F-19D74808313F}" destId="{37E4EA65-E916-4221-8916-4F517BDE51F2}" srcOrd="0" destOrd="0" presId="urn:microsoft.com/office/officeart/2018/2/layout/IconLabelDescriptionList"/>
    <dgm:cxn modelId="{797EF890-C4FB-4D1D-87F3-2D6D1E73500B}" type="presParOf" srcId="{8C176511-BDF0-48E1-A63F-19D74808313F}" destId="{60E31B18-76E1-49A6-B4F0-2DC471CB517B}" srcOrd="1" destOrd="0" presId="urn:microsoft.com/office/officeart/2018/2/layout/IconLabelDescriptionList"/>
    <dgm:cxn modelId="{B32C98CB-5C3A-4369-8669-92B809B4738D}" type="presParOf" srcId="{8C176511-BDF0-48E1-A63F-19D74808313F}" destId="{D53FF7B0-C6C6-435D-94B5-DBEAE58D91CA}" srcOrd="2" destOrd="0" presId="urn:microsoft.com/office/officeart/2018/2/layout/IconLabelDescriptionList"/>
    <dgm:cxn modelId="{3E066305-BE63-4579-BF87-53D4FDD3FD24}" type="presParOf" srcId="{8C176511-BDF0-48E1-A63F-19D74808313F}" destId="{971C1791-B24A-42E2-9FE0-EFC1A830E84E}" srcOrd="3" destOrd="0" presId="urn:microsoft.com/office/officeart/2018/2/layout/IconLabelDescriptionList"/>
    <dgm:cxn modelId="{20F7DB8D-9933-4E42-9EC0-E8FBBA37060F}" type="presParOf" srcId="{8C176511-BDF0-48E1-A63F-19D74808313F}" destId="{06DD38E2-35D2-431B-AE2F-131DBED1CDCD}" srcOrd="4" destOrd="0" presId="urn:microsoft.com/office/officeart/2018/2/layout/IconLabelDescriptionList"/>
    <dgm:cxn modelId="{23EAFD9B-8F5C-4CDE-987F-A680FB27EC71}" type="presParOf" srcId="{CB166CE3-AFD0-48D6-A7EC-D0A67C0A1E70}" destId="{1F564EF3-D7A8-4869-B6C3-371A70656CCA}" srcOrd="1" destOrd="0" presId="urn:microsoft.com/office/officeart/2018/2/layout/IconLabelDescriptionList"/>
    <dgm:cxn modelId="{DA0CFFA0-9001-4A8F-8CED-4094B78C33D1}" type="presParOf" srcId="{CB166CE3-AFD0-48D6-A7EC-D0A67C0A1E70}" destId="{FAB3EE5C-0469-4056-BE1E-C801EE00E05D}" srcOrd="2" destOrd="0" presId="urn:microsoft.com/office/officeart/2018/2/layout/IconLabelDescriptionList"/>
    <dgm:cxn modelId="{9C3A96A3-E691-4673-814A-E73A0526C9BC}" type="presParOf" srcId="{FAB3EE5C-0469-4056-BE1E-C801EE00E05D}" destId="{8E98AE8D-26B1-4CDD-8E65-6D0B2F3D2BE2}" srcOrd="0" destOrd="0" presId="urn:microsoft.com/office/officeart/2018/2/layout/IconLabelDescriptionList"/>
    <dgm:cxn modelId="{D70BC7A8-E879-432E-A37F-0985E7EB9944}" type="presParOf" srcId="{FAB3EE5C-0469-4056-BE1E-C801EE00E05D}" destId="{C8F57C1C-0CC1-4460-A072-F421B2E1243A}" srcOrd="1" destOrd="0" presId="urn:microsoft.com/office/officeart/2018/2/layout/IconLabelDescriptionList"/>
    <dgm:cxn modelId="{29A12724-D8D7-4757-A2FD-40D1FD10D323}" type="presParOf" srcId="{FAB3EE5C-0469-4056-BE1E-C801EE00E05D}" destId="{A1EF34A0-65A4-413A-B987-C83592AF0C42}" srcOrd="2" destOrd="0" presId="urn:microsoft.com/office/officeart/2018/2/layout/IconLabelDescriptionList"/>
    <dgm:cxn modelId="{BE9657F4-575F-4693-A9BF-C68AD61B7A68}" type="presParOf" srcId="{FAB3EE5C-0469-4056-BE1E-C801EE00E05D}" destId="{DF512E07-C2C4-408B-8A4C-8884C57A3EA0}" srcOrd="3" destOrd="0" presId="urn:microsoft.com/office/officeart/2018/2/layout/IconLabelDescriptionList"/>
    <dgm:cxn modelId="{BB528FD1-AF34-4939-81A6-A1C4B68CF867}" type="presParOf" srcId="{FAB3EE5C-0469-4056-BE1E-C801EE00E05D}" destId="{252B9B00-BD90-4719-8C61-E0468FBF8824}" srcOrd="4" destOrd="0" presId="urn:microsoft.com/office/officeart/2018/2/layout/IconLabelDescriptionList"/>
    <dgm:cxn modelId="{0C0F2641-8FC1-4FFD-A8A2-A702BE2E2F1E}" type="presParOf" srcId="{CB166CE3-AFD0-48D6-A7EC-D0A67C0A1E70}" destId="{8EFDAE0E-A676-4D1E-BD5F-4FE6F749C329}" srcOrd="3" destOrd="0" presId="urn:microsoft.com/office/officeart/2018/2/layout/IconLabelDescriptionList"/>
    <dgm:cxn modelId="{1DA1C915-22EA-4C26-B239-373372999523}" type="presParOf" srcId="{CB166CE3-AFD0-48D6-A7EC-D0A67C0A1E70}" destId="{7D3D52D0-573F-4547-8E24-C267EBB24242}" srcOrd="4" destOrd="0" presId="urn:microsoft.com/office/officeart/2018/2/layout/IconLabelDescriptionList"/>
    <dgm:cxn modelId="{27244BDA-5FAB-4ED7-8683-B96C7F72C8D6}" type="presParOf" srcId="{7D3D52D0-573F-4547-8E24-C267EBB24242}" destId="{8AB722C0-4C95-4AA7-ABBB-DE8D81CDB33B}" srcOrd="0" destOrd="0" presId="urn:microsoft.com/office/officeart/2018/2/layout/IconLabelDescriptionList"/>
    <dgm:cxn modelId="{D7845DAA-D1E5-4BE2-9430-A334DD8B51C5}" type="presParOf" srcId="{7D3D52D0-573F-4547-8E24-C267EBB24242}" destId="{93073133-114A-4354-AF0F-7E5579465586}" srcOrd="1" destOrd="0" presId="urn:microsoft.com/office/officeart/2018/2/layout/IconLabelDescriptionList"/>
    <dgm:cxn modelId="{3911C9CF-AC15-4920-9450-42AABAA7F77D}" type="presParOf" srcId="{7D3D52D0-573F-4547-8E24-C267EBB24242}" destId="{E0FCAA80-96A4-47BD-8030-88227307DEB9}" srcOrd="2" destOrd="0" presId="urn:microsoft.com/office/officeart/2018/2/layout/IconLabelDescriptionList"/>
    <dgm:cxn modelId="{5BA4FF00-F952-4C66-8B09-57061E9D3CE7}" type="presParOf" srcId="{7D3D52D0-573F-4547-8E24-C267EBB24242}" destId="{372C1036-91C3-4323-8011-0D3C0206FED2}" srcOrd="3" destOrd="0" presId="urn:microsoft.com/office/officeart/2018/2/layout/IconLabelDescriptionList"/>
    <dgm:cxn modelId="{06845EDB-C64E-4859-8D82-31EA6BC778A9}" type="presParOf" srcId="{7D3D52D0-573F-4547-8E24-C267EBB24242}" destId="{ED7BA3EA-A59A-4DBC-96BF-7C7C217F6302}" srcOrd="4" destOrd="0" presId="urn:microsoft.com/office/officeart/2018/2/layout/IconLabelDescriptionList"/>
    <dgm:cxn modelId="{C89E3F16-747B-4B19-A775-50061DF2268B}" type="presParOf" srcId="{CB166CE3-AFD0-48D6-A7EC-D0A67C0A1E70}" destId="{15E464A9-CFDC-476E-AC98-16640C2AF50A}" srcOrd="5" destOrd="0" presId="urn:microsoft.com/office/officeart/2018/2/layout/IconLabelDescriptionList"/>
    <dgm:cxn modelId="{54DE3D63-B6FE-4AB3-920D-08EB3D18881E}" type="presParOf" srcId="{CB166CE3-AFD0-48D6-A7EC-D0A67C0A1E70}" destId="{5F6FBCB9-FBEB-4399-9AE3-70F6831D46A5}" srcOrd="6" destOrd="0" presId="urn:microsoft.com/office/officeart/2018/2/layout/IconLabelDescriptionList"/>
    <dgm:cxn modelId="{F0E54E1C-5E9B-4220-9591-E6185A67D735}" type="presParOf" srcId="{5F6FBCB9-FBEB-4399-9AE3-70F6831D46A5}" destId="{A99D3A5F-5ED6-4533-8A3A-099A0DA51F5B}" srcOrd="0" destOrd="0" presId="urn:microsoft.com/office/officeart/2018/2/layout/IconLabelDescriptionList"/>
    <dgm:cxn modelId="{C1192A3C-75CA-4AA9-8FE1-D35F34D353C6}" type="presParOf" srcId="{5F6FBCB9-FBEB-4399-9AE3-70F6831D46A5}" destId="{B69D856F-589C-498E-A8C0-3186D49EEDB7}" srcOrd="1" destOrd="0" presId="urn:microsoft.com/office/officeart/2018/2/layout/IconLabelDescriptionList"/>
    <dgm:cxn modelId="{71002C7F-BEC8-49BD-B4FF-EEAE4825B62F}" type="presParOf" srcId="{5F6FBCB9-FBEB-4399-9AE3-70F6831D46A5}" destId="{43E16CA1-3713-4C58-A356-5428D2B1551C}" srcOrd="2" destOrd="0" presId="urn:microsoft.com/office/officeart/2018/2/layout/IconLabelDescriptionList"/>
    <dgm:cxn modelId="{93868756-F0F4-48C9-8699-58FFE11D5433}" type="presParOf" srcId="{5F6FBCB9-FBEB-4399-9AE3-70F6831D46A5}" destId="{E9138E7A-C754-4AC8-B97A-EC059C50CD66}" srcOrd="3" destOrd="0" presId="urn:microsoft.com/office/officeart/2018/2/layout/IconLabelDescriptionList"/>
    <dgm:cxn modelId="{79CBD297-E5B3-4DEC-A775-6B1C865018D4}" type="presParOf" srcId="{5F6FBCB9-FBEB-4399-9AE3-70F6831D46A5}" destId="{E0467101-BE2A-4189-B722-1A63F82B7D8F}" srcOrd="4" destOrd="0" presId="urn:microsoft.com/office/officeart/2018/2/layout/IconLabelDescriptionList"/>
  </dgm:cxnLst>
  <dgm:bg/>
  <dgm:whole/>
  <dgm:extLst>
    <a:ext uri="http://schemas.microsoft.com/office/drawing/2008/diagram">
      <dsp:dataModelExt xmlns:dsp="http://schemas.microsoft.com/office/drawing/2008/diagram" relId="rId6" minVer="http://schemas.openxmlformats.org/drawingml/2006/diagram"/>
    </a:ext>
  </dgm:extLst>
</dgm:dataModel>
</file>

<file path=ppt/diagrams/data23.xml><?xml version="1.0" encoding="utf-8"?>
<dgm:dataModel xmlns:dgm="http://schemas.openxmlformats.org/drawingml/2006/diagram" xmlns:a="http://schemas.openxmlformats.org/drawingml/2006/main">
  <dgm:ptLst>
    <dgm:pt modelId="{63A23567-E32B-4CAB-BD49-5ED01E00A357}" type="doc">
      <dgm:prSet loTypeId="urn:microsoft.com/office/officeart/2018/2/layout/IconLabelDescriptionList" loCatId="icon" qsTypeId="urn:microsoft.com/office/officeart/2005/8/quickstyle/simple1" qsCatId="simple" csTypeId="urn:microsoft.com/office/officeart/2018/5/colors/Iconchunking_neutralbg_accent4_2" csCatId="accent4" phldr="1"/>
      <dgm:spPr/>
      <dgm:t>
        <a:bodyPr/>
        <a:lstStyle/>
        <a:p>
          <a:endParaRPr lang="en-US"/>
        </a:p>
      </dgm:t>
    </dgm:pt>
    <dgm:pt modelId="{9453E653-BDC0-4708-9058-531CBCDDFC1D}">
      <dgm:prSet/>
      <dgm:spPr/>
      <dgm:t>
        <a:bodyPr/>
        <a:lstStyle/>
        <a:p>
          <a:pPr>
            <a:lnSpc>
              <a:spcPct val="100000"/>
            </a:lnSpc>
            <a:defRPr b="1"/>
          </a:pPr>
          <a:r>
            <a:rPr lang="en-US" i="1" dirty="0"/>
            <a:t>Coinbase </a:t>
          </a:r>
          <a:r>
            <a:rPr lang="en-US" dirty="0"/>
            <a:t>transaction</a:t>
          </a:r>
        </a:p>
      </dgm:t>
    </dgm:pt>
    <dgm:pt modelId="{708DADEE-6F3F-4A3A-8F98-FAF23C705A09}" type="parTrans" cxnId="{85F1218D-371F-4044-8B35-E84D2DBF0DAC}">
      <dgm:prSet/>
      <dgm:spPr/>
      <dgm:t>
        <a:bodyPr/>
        <a:lstStyle/>
        <a:p>
          <a:endParaRPr lang="en-US"/>
        </a:p>
      </dgm:t>
    </dgm:pt>
    <dgm:pt modelId="{D004B376-CCD0-48E3-99C8-E66C687F0A1C}" type="sibTrans" cxnId="{85F1218D-371F-4044-8B35-E84D2DBF0DAC}">
      <dgm:prSet/>
      <dgm:spPr/>
      <dgm:t>
        <a:bodyPr/>
        <a:lstStyle/>
        <a:p>
          <a:endParaRPr lang="en-US"/>
        </a:p>
      </dgm:t>
    </dgm:pt>
    <dgm:pt modelId="{6B6E75EC-D427-4D69-ABA7-ECB5F166D228}">
      <dgm:prSet/>
      <dgm:spPr/>
      <dgm:t>
        <a:bodyPr/>
        <a:lstStyle/>
        <a:p>
          <a:pPr>
            <a:lnSpc>
              <a:spcPct val="100000"/>
            </a:lnSpc>
          </a:pPr>
          <a:r>
            <a:rPr lang="en-US" dirty="0"/>
            <a:t>in each block</a:t>
          </a:r>
        </a:p>
      </dgm:t>
    </dgm:pt>
    <dgm:pt modelId="{9C39FE9E-F253-4995-8BB0-3737CF4E9EC3}" type="parTrans" cxnId="{8E168812-E198-4ADC-AFB0-2A935F1BC8F8}">
      <dgm:prSet/>
      <dgm:spPr/>
      <dgm:t>
        <a:bodyPr/>
        <a:lstStyle/>
        <a:p>
          <a:endParaRPr lang="en-US"/>
        </a:p>
      </dgm:t>
    </dgm:pt>
    <dgm:pt modelId="{4021F68D-233F-4E6E-B82F-9EBF97630633}" type="sibTrans" cxnId="{8E168812-E198-4ADC-AFB0-2A935F1BC8F8}">
      <dgm:prSet/>
      <dgm:spPr/>
      <dgm:t>
        <a:bodyPr/>
        <a:lstStyle/>
        <a:p>
          <a:endParaRPr lang="en-US"/>
        </a:p>
      </dgm:t>
    </dgm:pt>
    <dgm:pt modelId="{C0475CE9-555C-4400-B675-2259020AC54E}">
      <dgm:prSet/>
      <dgm:spPr/>
      <dgm:t>
        <a:bodyPr/>
        <a:lstStyle/>
        <a:p>
          <a:pPr>
            <a:lnSpc>
              <a:spcPct val="100000"/>
            </a:lnSpc>
            <a:defRPr b="1"/>
          </a:pPr>
          <a:r>
            <a:rPr lang="tr-TR" dirty="0"/>
            <a:t>Minting</a:t>
          </a:r>
          <a:endParaRPr lang="en-US" dirty="0"/>
        </a:p>
      </dgm:t>
    </dgm:pt>
    <dgm:pt modelId="{D9D33661-467F-4F21-A55E-98270342FEA7}" type="parTrans" cxnId="{C38A1B57-48B6-45E6-ADC6-30D81B14C6EB}">
      <dgm:prSet/>
      <dgm:spPr/>
      <dgm:t>
        <a:bodyPr/>
        <a:lstStyle/>
        <a:p>
          <a:endParaRPr lang="en-US"/>
        </a:p>
      </dgm:t>
    </dgm:pt>
    <dgm:pt modelId="{2D48A2E7-5260-4829-97BF-2557A1A55929}" type="sibTrans" cxnId="{C38A1B57-48B6-45E6-ADC6-30D81B14C6EB}">
      <dgm:prSet/>
      <dgm:spPr/>
      <dgm:t>
        <a:bodyPr/>
        <a:lstStyle/>
        <a:p>
          <a:endParaRPr lang="en-US"/>
        </a:p>
      </dgm:t>
    </dgm:pt>
    <dgm:pt modelId="{1057DCD5-9604-4DC4-B133-1E290BEA2CE2}">
      <dgm:prSet/>
      <dgm:spPr/>
      <dgm:t>
        <a:bodyPr/>
        <a:lstStyle/>
        <a:p>
          <a:pPr>
            <a:lnSpc>
              <a:spcPct val="100000"/>
            </a:lnSpc>
          </a:pPr>
          <a:r>
            <a:rPr lang="en-US" dirty="0"/>
            <a:t>creates brand-new</a:t>
          </a:r>
        </a:p>
      </dgm:t>
    </dgm:pt>
    <dgm:pt modelId="{52E47411-147A-4A69-9F17-FDA388078DAB}" type="parTrans" cxnId="{4D25A711-0074-42E6-8EA7-AD6BFAD95833}">
      <dgm:prSet/>
      <dgm:spPr/>
      <dgm:t>
        <a:bodyPr/>
        <a:lstStyle/>
        <a:p>
          <a:endParaRPr lang="en-US"/>
        </a:p>
      </dgm:t>
    </dgm:pt>
    <dgm:pt modelId="{04117F7E-FFDF-48C2-8017-904202F09FB8}" type="sibTrans" cxnId="{4D25A711-0074-42E6-8EA7-AD6BFAD95833}">
      <dgm:prSet/>
      <dgm:spPr/>
      <dgm:t>
        <a:bodyPr/>
        <a:lstStyle/>
        <a:p>
          <a:endParaRPr lang="en-US"/>
        </a:p>
      </dgm:t>
    </dgm:pt>
    <dgm:pt modelId="{4FA03F78-FE19-4DEC-8609-B08E1E7CDA68}">
      <dgm:prSet/>
      <dgm:spPr/>
      <dgm:t>
        <a:bodyPr/>
        <a:lstStyle/>
        <a:p>
          <a:pPr>
            <a:lnSpc>
              <a:spcPct val="100000"/>
            </a:lnSpc>
          </a:pPr>
          <a:r>
            <a:rPr lang="en-US" dirty="0"/>
            <a:t>for </a:t>
          </a:r>
          <a:r>
            <a:rPr lang="tr-TR" dirty="0"/>
            <a:t>successful </a:t>
          </a:r>
          <a:r>
            <a:rPr lang="en-US" dirty="0"/>
            <a:t>mining</a:t>
          </a:r>
        </a:p>
      </dgm:t>
    </dgm:pt>
    <dgm:pt modelId="{857B20C0-F9DE-43C2-9A2D-DBCD4C02076D}" type="parTrans" cxnId="{587FA6FE-C757-49A5-8BD1-FCA1FE3336B9}">
      <dgm:prSet/>
      <dgm:spPr/>
      <dgm:t>
        <a:bodyPr/>
        <a:lstStyle/>
        <a:p>
          <a:endParaRPr lang="en-US"/>
        </a:p>
      </dgm:t>
    </dgm:pt>
    <dgm:pt modelId="{B7769CB6-8943-4607-87E8-3A9DC13F54FC}" type="sibTrans" cxnId="{587FA6FE-C757-49A5-8BD1-FCA1FE3336B9}">
      <dgm:prSet/>
      <dgm:spPr/>
      <dgm:t>
        <a:bodyPr/>
        <a:lstStyle/>
        <a:p>
          <a:endParaRPr lang="en-US"/>
        </a:p>
      </dgm:t>
    </dgm:pt>
    <dgm:pt modelId="{EB0EF19C-7476-4355-A19D-386ABB2BA519}">
      <dgm:prSet/>
      <dgm:spPr/>
      <dgm:t>
        <a:bodyPr/>
        <a:lstStyle/>
        <a:p>
          <a:pPr>
            <a:lnSpc>
              <a:spcPct val="100000"/>
            </a:lnSpc>
            <a:defRPr b="1"/>
          </a:pPr>
          <a:r>
            <a:rPr lang="tr-TR" dirty="0"/>
            <a:t>No UTXO consumption</a:t>
          </a:r>
          <a:r>
            <a:rPr lang="en-US" dirty="0"/>
            <a:t> </a:t>
          </a:r>
        </a:p>
      </dgm:t>
    </dgm:pt>
    <dgm:pt modelId="{A705FB47-8595-4778-843B-D6B12212DC51}" type="parTrans" cxnId="{41B75CB2-6D89-458B-AF85-FB5D5553AF54}">
      <dgm:prSet/>
      <dgm:spPr/>
      <dgm:t>
        <a:bodyPr/>
        <a:lstStyle/>
        <a:p>
          <a:endParaRPr lang="en-US"/>
        </a:p>
      </dgm:t>
    </dgm:pt>
    <dgm:pt modelId="{D2EBE7EA-E76E-4521-8474-B771E063EC9A}" type="sibTrans" cxnId="{41B75CB2-6D89-458B-AF85-FB5D5553AF54}">
      <dgm:prSet/>
      <dgm:spPr/>
      <dgm:t>
        <a:bodyPr/>
        <a:lstStyle/>
        <a:p>
          <a:endParaRPr lang="en-US"/>
        </a:p>
      </dgm:t>
    </dgm:pt>
    <dgm:pt modelId="{9C67DD40-821D-4880-A835-F7BA86F01B44}">
      <dgm:prSet/>
      <dgm:spPr/>
      <dgm:t>
        <a:bodyPr/>
        <a:lstStyle/>
        <a:p>
          <a:pPr>
            <a:lnSpc>
              <a:spcPct val="100000"/>
            </a:lnSpc>
          </a:pPr>
          <a:r>
            <a:rPr lang="tr-TR" dirty="0"/>
            <a:t>Coinbase transaction</a:t>
          </a:r>
          <a:endParaRPr lang="en-US" dirty="0"/>
        </a:p>
      </dgm:t>
    </dgm:pt>
    <dgm:pt modelId="{43A90223-37AF-4993-BA45-F90A24BE7461}" type="parTrans" cxnId="{22E63FD7-AC5C-4CC1-853C-F40DABF75F9C}">
      <dgm:prSet/>
      <dgm:spPr/>
      <dgm:t>
        <a:bodyPr/>
        <a:lstStyle/>
        <a:p>
          <a:endParaRPr lang="en-US"/>
        </a:p>
      </dgm:t>
    </dgm:pt>
    <dgm:pt modelId="{1A3054B8-7B94-4FEF-84B5-1BF6B5B04F0B}" type="sibTrans" cxnId="{22E63FD7-AC5C-4CC1-853C-F40DABF75F9C}">
      <dgm:prSet/>
      <dgm:spPr/>
      <dgm:t>
        <a:bodyPr/>
        <a:lstStyle/>
        <a:p>
          <a:endParaRPr lang="en-US"/>
        </a:p>
      </dgm:t>
    </dgm:pt>
    <dgm:pt modelId="{9D95F1D3-9637-4BF8-B002-4CDEC0C3AD15}">
      <dgm:prSet/>
      <dgm:spPr/>
      <dgm:t>
        <a:bodyPr/>
        <a:lstStyle/>
        <a:p>
          <a:pPr>
            <a:lnSpc>
              <a:spcPct val="100000"/>
            </a:lnSpc>
          </a:pPr>
          <a:r>
            <a:rPr lang="tr-TR" dirty="0"/>
            <a:t>First transaction</a:t>
          </a:r>
          <a:endParaRPr lang="en-US" dirty="0"/>
        </a:p>
      </dgm:t>
    </dgm:pt>
    <dgm:pt modelId="{7C5B20B9-AA1D-424A-882F-F7650D4482A9}" type="parTrans" cxnId="{5677355C-9D1B-49FF-BDBC-14B24E3F106D}">
      <dgm:prSet/>
      <dgm:spPr/>
      <dgm:t>
        <a:bodyPr/>
        <a:lstStyle/>
        <a:p>
          <a:endParaRPr lang="tr-TR"/>
        </a:p>
      </dgm:t>
    </dgm:pt>
    <dgm:pt modelId="{195EBACA-6F01-47BD-9857-5300745046D9}" type="sibTrans" cxnId="{5677355C-9D1B-49FF-BDBC-14B24E3F106D}">
      <dgm:prSet/>
      <dgm:spPr/>
      <dgm:t>
        <a:bodyPr/>
        <a:lstStyle/>
        <a:p>
          <a:endParaRPr lang="tr-TR"/>
        </a:p>
      </dgm:t>
    </dgm:pt>
    <dgm:pt modelId="{4685B4E0-1F71-4CAF-BAD0-35633579294A}">
      <dgm:prSet/>
      <dgm:spPr/>
      <dgm:t>
        <a:bodyPr/>
        <a:lstStyle/>
        <a:p>
          <a:pPr>
            <a:lnSpc>
              <a:spcPct val="100000"/>
            </a:lnSpc>
          </a:pPr>
          <a:r>
            <a:rPr lang="en-US"/>
            <a:t>bitcoin </a:t>
          </a:r>
          <a:r>
            <a:rPr lang="en-US" dirty="0"/>
            <a:t>payable </a:t>
          </a:r>
        </a:p>
      </dgm:t>
    </dgm:pt>
    <dgm:pt modelId="{6BB8C725-316A-479E-87E0-F04D2A52EC7E}" type="parTrans" cxnId="{10F752C5-780B-4972-AFE6-AA58D44CF585}">
      <dgm:prSet/>
      <dgm:spPr/>
      <dgm:t>
        <a:bodyPr/>
        <a:lstStyle/>
        <a:p>
          <a:endParaRPr lang="tr-TR"/>
        </a:p>
      </dgm:t>
    </dgm:pt>
    <dgm:pt modelId="{C9D5C293-009A-41FB-82C9-38B405E0A0A5}" type="sibTrans" cxnId="{10F752C5-780B-4972-AFE6-AA58D44CF585}">
      <dgm:prSet/>
      <dgm:spPr/>
      <dgm:t>
        <a:bodyPr/>
        <a:lstStyle/>
        <a:p>
          <a:endParaRPr lang="tr-TR"/>
        </a:p>
      </dgm:t>
    </dgm:pt>
    <dgm:pt modelId="{3DF31BB0-7C61-4AF2-B96E-6A9E0B2FDF66}">
      <dgm:prSet/>
      <dgm:spPr/>
      <dgm:t>
        <a:bodyPr/>
        <a:lstStyle/>
        <a:p>
          <a:pPr>
            <a:lnSpc>
              <a:spcPct val="100000"/>
            </a:lnSpc>
            <a:defRPr b="1"/>
          </a:pPr>
          <a:r>
            <a:rPr lang="tr-TR" dirty="0"/>
            <a:t>Miner’s Reward</a:t>
          </a:r>
          <a:endParaRPr lang="en-US" dirty="0"/>
        </a:p>
      </dgm:t>
    </dgm:pt>
    <dgm:pt modelId="{D9B3E52F-A537-4981-BAAF-23D2F68726FD}" type="parTrans" cxnId="{3C853FF5-8F91-4AC6-884F-97B203E0BF9C}">
      <dgm:prSet/>
      <dgm:spPr/>
      <dgm:t>
        <a:bodyPr/>
        <a:lstStyle/>
        <a:p>
          <a:endParaRPr lang="tr-TR"/>
        </a:p>
      </dgm:t>
    </dgm:pt>
    <dgm:pt modelId="{4AAE409F-CAB4-4340-9E07-701D56A9441C}" type="sibTrans" cxnId="{3C853FF5-8F91-4AC6-884F-97B203E0BF9C}">
      <dgm:prSet/>
      <dgm:spPr/>
      <dgm:t>
        <a:bodyPr/>
        <a:lstStyle/>
        <a:p>
          <a:endParaRPr lang="tr-TR"/>
        </a:p>
      </dgm:t>
    </dgm:pt>
    <dgm:pt modelId="{D55FEF3E-D0F7-4C8A-8606-02164B71ED99}">
      <dgm:prSet/>
      <dgm:spPr/>
      <dgm:t>
        <a:bodyPr/>
        <a:lstStyle/>
        <a:p>
          <a:pPr>
            <a:lnSpc>
              <a:spcPct val="100000"/>
            </a:lnSpc>
          </a:pPr>
          <a:r>
            <a:rPr lang="tr-TR" dirty="0"/>
            <a:t>being the first among competitors</a:t>
          </a:r>
          <a:endParaRPr lang="en-US" dirty="0"/>
        </a:p>
      </dgm:t>
    </dgm:pt>
    <dgm:pt modelId="{85AD53BD-3ED4-429A-92B3-B2AFDCB2F40F}" type="parTrans" cxnId="{C9646D0E-0577-436B-B7A0-698A8B58F92F}">
      <dgm:prSet/>
      <dgm:spPr/>
      <dgm:t>
        <a:bodyPr/>
        <a:lstStyle/>
        <a:p>
          <a:endParaRPr lang="tr-TR"/>
        </a:p>
      </dgm:t>
    </dgm:pt>
    <dgm:pt modelId="{78CF1FFF-AD57-499E-8897-7F7CA08726A9}" type="sibTrans" cxnId="{C9646D0E-0577-436B-B7A0-698A8B58F92F}">
      <dgm:prSet/>
      <dgm:spPr/>
      <dgm:t>
        <a:bodyPr/>
        <a:lstStyle/>
        <a:p>
          <a:endParaRPr lang="tr-TR"/>
        </a:p>
      </dgm:t>
    </dgm:pt>
    <dgm:pt modelId="{32273820-B44C-48A6-912A-BB5005B83E71}">
      <dgm:prSet/>
      <dgm:spPr/>
      <dgm:t>
        <a:bodyPr/>
        <a:lstStyle/>
        <a:p>
          <a:pPr>
            <a:lnSpc>
              <a:spcPct val="100000"/>
            </a:lnSpc>
          </a:pPr>
          <a:r>
            <a:rPr lang="en-US"/>
            <a:t>does </a:t>
          </a:r>
          <a:r>
            <a:rPr lang="en-US" dirty="0"/>
            <a:t>not </a:t>
          </a:r>
          <a:r>
            <a:rPr lang="en-US"/>
            <a:t>consume</a:t>
          </a:r>
          <a:r>
            <a:rPr lang="tr-TR"/>
            <a:t> </a:t>
          </a:r>
          <a:r>
            <a:rPr lang="en-US"/>
            <a:t>UTXO</a:t>
          </a:r>
          <a:endParaRPr lang="en-US" dirty="0"/>
        </a:p>
      </dgm:t>
    </dgm:pt>
    <dgm:pt modelId="{E72EA6E4-D4AA-4879-843C-C9401B132191}" type="parTrans" cxnId="{33BFAB23-2E1F-402D-BBDC-67308FBEBB1F}">
      <dgm:prSet/>
      <dgm:spPr/>
      <dgm:t>
        <a:bodyPr/>
        <a:lstStyle/>
        <a:p>
          <a:endParaRPr lang="tr-TR"/>
        </a:p>
      </dgm:t>
    </dgm:pt>
    <dgm:pt modelId="{01B7462F-CB0C-4B75-BCF4-F9C7A51229EA}" type="sibTrans" cxnId="{33BFAB23-2E1F-402D-BBDC-67308FBEBB1F}">
      <dgm:prSet/>
      <dgm:spPr/>
      <dgm:t>
        <a:bodyPr/>
        <a:lstStyle/>
        <a:p>
          <a:endParaRPr lang="tr-TR"/>
        </a:p>
      </dgm:t>
    </dgm:pt>
    <dgm:pt modelId="{79B33B80-3C76-4674-B664-B06B242D3697}" type="pres">
      <dgm:prSet presAssocID="{63A23567-E32B-4CAB-BD49-5ED01E00A357}" presName="root" presStyleCnt="0">
        <dgm:presLayoutVars>
          <dgm:dir/>
          <dgm:resizeHandles val="exact"/>
        </dgm:presLayoutVars>
      </dgm:prSet>
      <dgm:spPr/>
    </dgm:pt>
    <dgm:pt modelId="{624199AE-228E-4498-9FCF-EE29EE402E96}" type="pres">
      <dgm:prSet presAssocID="{9453E653-BDC0-4708-9058-531CBCDDFC1D}" presName="compNode" presStyleCnt="0"/>
      <dgm:spPr/>
    </dgm:pt>
    <dgm:pt modelId="{1A7BD9C8-F133-44D4-8EE8-A3DF9C85430D}" type="pres">
      <dgm:prSet presAssocID="{9453E653-BDC0-4708-9058-531CBCDDFC1D}" presName="iconRect" presStyleLbl="node1" presStyleIdx="0" presStyleCnt="4"/>
      <dgm:spPr>
        <a:blipFill>
          <a:blip xmlns:r="http://schemas.openxmlformats.org/officeDocument/2006/relationships" r:embed="rId1" cstate="email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2"/>
              </a:ext>
            </a:extLst>
          </a:blip>
          <a:stretch>
            <a:fillRect/>
          </a:stretch>
        </a:blipFill>
        <a:ln>
          <a:noFill/>
        </a:ln>
      </dgm:spPr>
      <dgm:extLst>
        <a:ext uri="{E40237B7-FDA0-4F09-8148-C483321AD2D9}">
          <dgm14:cNvPr xmlns:dgm14="http://schemas.microsoft.com/office/drawing/2010/diagram" id="0" name="" descr="Bitcoin"/>
        </a:ext>
      </dgm:extLst>
    </dgm:pt>
    <dgm:pt modelId="{227F9454-3AF2-44BF-BD73-106D52B3DFED}" type="pres">
      <dgm:prSet presAssocID="{9453E653-BDC0-4708-9058-531CBCDDFC1D}" presName="iconSpace" presStyleCnt="0"/>
      <dgm:spPr/>
    </dgm:pt>
    <dgm:pt modelId="{950BC6EC-2CEB-47BE-ADC8-C56001B31A7B}" type="pres">
      <dgm:prSet presAssocID="{9453E653-BDC0-4708-9058-531CBCDDFC1D}" presName="parTx" presStyleLbl="revTx" presStyleIdx="0" presStyleCnt="8">
        <dgm:presLayoutVars>
          <dgm:chMax val="0"/>
          <dgm:chPref val="0"/>
        </dgm:presLayoutVars>
      </dgm:prSet>
      <dgm:spPr/>
    </dgm:pt>
    <dgm:pt modelId="{5CA5CAD2-CEEF-4DDE-BFC8-B912B78D4C72}" type="pres">
      <dgm:prSet presAssocID="{9453E653-BDC0-4708-9058-531CBCDDFC1D}" presName="txSpace" presStyleCnt="0"/>
      <dgm:spPr/>
    </dgm:pt>
    <dgm:pt modelId="{3B8B5463-7D62-4E04-9A3B-B16F2F9DE763}" type="pres">
      <dgm:prSet presAssocID="{9453E653-BDC0-4708-9058-531CBCDDFC1D}" presName="desTx" presStyleLbl="revTx" presStyleIdx="1" presStyleCnt="8">
        <dgm:presLayoutVars/>
      </dgm:prSet>
      <dgm:spPr/>
    </dgm:pt>
    <dgm:pt modelId="{F4C21EF2-C864-4DA1-95EA-5803080A0A0B}" type="pres">
      <dgm:prSet presAssocID="{D004B376-CCD0-48E3-99C8-E66C687F0A1C}" presName="sibTrans" presStyleCnt="0"/>
      <dgm:spPr/>
    </dgm:pt>
    <dgm:pt modelId="{2E884C50-685A-4D3B-B8FE-2BADC9C2226F}" type="pres">
      <dgm:prSet presAssocID="{C0475CE9-555C-4400-B675-2259020AC54E}" presName="compNode" presStyleCnt="0"/>
      <dgm:spPr/>
    </dgm:pt>
    <dgm:pt modelId="{580BAF5B-F571-4846-AEA0-367E12EE19B2}" type="pres">
      <dgm:prSet presAssocID="{C0475CE9-555C-4400-B675-2259020AC54E}" presName="iconRect" presStyleLbl="node1" presStyleIdx="1" presStyleCnt="4"/>
      <dgm:spPr>
        <a:blipFill>
          <a:blip xmlns:r="http://schemas.openxmlformats.org/officeDocument/2006/relationships" r:embed="rId3" cstate="email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4"/>
              </a:ext>
            </a:extLst>
          </a:blip>
          <a:stretch>
            <a:fillRect/>
          </a:stretch>
        </a:blipFill>
        <a:ln>
          <a:noFill/>
        </a:ln>
      </dgm:spPr>
      <dgm:extLst>
        <a:ext uri="{E40237B7-FDA0-4F09-8148-C483321AD2D9}">
          <dgm14:cNvPr xmlns:dgm14="http://schemas.microsoft.com/office/drawing/2010/diagram" id="0" name="" descr="Dollar"/>
        </a:ext>
      </dgm:extLst>
    </dgm:pt>
    <dgm:pt modelId="{80CE05B7-20B8-416D-85A0-467F3F1273A2}" type="pres">
      <dgm:prSet presAssocID="{C0475CE9-555C-4400-B675-2259020AC54E}" presName="iconSpace" presStyleCnt="0"/>
      <dgm:spPr/>
    </dgm:pt>
    <dgm:pt modelId="{B58E6072-A855-4ABD-A727-FC1A309215B8}" type="pres">
      <dgm:prSet presAssocID="{C0475CE9-555C-4400-B675-2259020AC54E}" presName="parTx" presStyleLbl="revTx" presStyleIdx="2" presStyleCnt="8">
        <dgm:presLayoutVars>
          <dgm:chMax val="0"/>
          <dgm:chPref val="0"/>
        </dgm:presLayoutVars>
      </dgm:prSet>
      <dgm:spPr/>
    </dgm:pt>
    <dgm:pt modelId="{2821DAD9-842A-49C4-9C69-D1AE14533EF5}" type="pres">
      <dgm:prSet presAssocID="{C0475CE9-555C-4400-B675-2259020AC54E}" presName="txSpace" presStyleCnt="0"/>
      <dgm:spPr/>
    </dgm:pt>
    <dgm:pt modelId="{CDF32010-274F-47B4-A53F-FB98EA175748}" type="pres">
      <dgm:prSet presAssocID="{C0475CE9-555C-4400-B675-2259020AC54E}" presName="desTx" presStyleLbl="revTx" presStyleIdx="3" presStyleCnt="8">
        <dgm:presLayoutVars/>
      </dgm:prSet>
      <dgm:spPr/>
    </dgm:pt>
    <dgm:pt modelId="{ABDBAAEE-4670-4830-B82D-5C9B0265F8FC}" type="pres">
      <dgm:prSet presAssocID="{2D48A2E7-5260-4829-97BF-2557A1A55929}" presName="sibTrans" presStyleCnt="0"/>
      <dgm:spPr/>
    </dgm:pt>
    <dgm:pt modelId="{D8DF14D9-E4FE-4A09-8511-C26C4EAAD8D3}" type="pres">
      <dgm:prSet presAssocID="{3DF31BB0-7C61-4AF2-B96E-6A9E0B2FDF66}" presName="compNode" presStyleCnt="0"/>
      <dgm:spPr/>
    </dgm:pt>
    <dgm:pt modelId="{1C6598DE-86F2-4BDC-98CD-468D6EC811F3}" type="pres">
      <dgm:prSet presAssocID="{3DF31BB0-7C61-4AF2-B96E-6A9E0B2FDF66}" presName="iconRect" presStyleLbl="node1" presStyleIdx="2" presStyleCnt="4"/>
      <dgm:spPr>
        <a:blipFill rotWithShape="1">
          <a:blip xmlns:r="http://schemas.openxmlformats.org/officeDocument/2006/relationships" r:embed="rId5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>
            <a:fillRect/>
          </a:stretch>
        </a:blipFill>
      </dgm:spPr>
    </dgm:pt>
    <dgm:pt modelId="{9343DB57-287A-41A3-B5D1-4401D5D1F17E}" type="pres">
      <dgm:prSet presAssocID="{3DF31BB0-7C61-4AF2-B96E-6A9E0B2FDF66}" presName="iconSpace" presStyleCnt="0"/>
      <dgm:spPr/>
    </dgm:pt>
    <dgm:pt modelId="{A3E2C144-F625-4F84-B7E3-AD7519A3C990}" type="pres">
      <dgm:prSet presAssocID="{3DF31BB0-7C61-4AF2-B96E-6A9E0B2FDF66}" presName="parTx" presStyleLbl="revTx" presStyleIdx="4" presStyleCnt="8">
        <dgm:presLayoutVars>
          <dgm:chMax val="0"/>
          <dgm:chPref val="0"/>
        </dgm:presLayoutVars>
      </dgm:prSet>
      <dgm:spPr/>
    </dgm:pt>
    <dgm:pt modelId="{73001E10-C68E-4162-BC38-216780A8E206}" type="pres">
      <dgm:prSet presAssocID="{3DF31BB0-7C61-4AF2-B96E-6A9E0B2FDF66}" presName="txSpace" presStyleCnt="0"/>
      <dgm:spPr/>
    </dgm:pt>
    <dgm:pt modelId="{D896167A-8D23-41FA-A5F0-9E2F4D6D6DAB}" type="pres">
      <dgm:prSet presAssocID="{3DF31BB0-7C61-4AF2-B96E-6A9E0B2FDF66}" presName="desTx" presStyleLbl="revTx" presStyleIdx="5" presStyleCnt="8">
        <dgm:presLayoutVars/>
      </dgm:prSet>
      <dgm:spPr/>
    </dgm:pt>
    <dgm:pt modelId="{E8A6C563-82F6-4DC6-9605-3F4CEC80EEC8}" type="pres">
      <dgm:prSet presAssocID="{4AAE409F-CAB4-4340-9E07-701D56A9441C}" presName="sibTrans" presStyleCnt="0"/>
      <dgm:spPr/>
    </dgm:pt>
    <dgm:pt modelId="{22E478A2-9B30-4761-9AE3-598E9A84D776}" type="pres">
      <dgm:prSet presAssocID="{EB0EF19C-7476-4355-A19D-386ABB2BA519}" presName="compNode" presStyleCnt="0"/>
      <dgm:spPr/>
    </dgm:pt>
    <dgm:pt modelId="{7C97DF2B-3B28-4879-9AF3-7609A9913958}" type="pres">
      <dgm:prSet presAssocID="{EB0EF19C-7476-4355-A19D-386ABB2BA519}" presName="iconRect" presStyleLbl="node1" presStyleIdx="3" presStyleCnt="4"/>
      <dgm:spPr>
        <a:blipFill>
          <a:blip xmlns:r="http://schemas.openxmlformats.org/officeDocument/2006/relationships" r:embed="rId6" cstate="email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7"/>
              </a:ext>
            </a:extLst>
          </a:blip>
          <a:stretch>
            <a:fillRect/>
          </a:stretch>
        </a:blipFill>
        <a:ln>
          <a:noFill/>
        </a:ln>
      </dgm:spPr>
      <dgm:extLst>
        <a:ext uri="{E40237B7-FDA0-4F09-8148-C483321AD2D9}">
          <dgm14:cNvPr xmlns:dgm14="http://schemas.microsoft.com/office/drawing/2010/diagram" id="0" name="" descr="Skeleton"/>
        </a:ext>
      </dgm:extLst>
    </dgm:pt>
    <dgm:pt modelId="{249D5B2F-EC8C-475A-87AA-F50A49703DF2}" type="pres">
      <dgm:prSet presAssocID="{EB0EF19C-7476-4355-A19D-386ABB2BA519}" presName="iconSpace" presStyleCnt="0"/>
      <dgm:spPr/>
    </dgm:pt>
    <dgm:pt modelId="{5FDE3D57-F2A8-451A-9F26-D091AD7710B1}" type="pres">
      <dgm:prSet presAssocID="{EB0EF19C-7476-4355-A19D-386ABB2BA519}" presName="parTx" presStyleLbl="revTx" presStyleIdx="6" presStyleCnt="8">
        <dgm:presLayoutVars>
          <dgm:chMax val="0"/>
          <dgm:chPref val="0"/>
        </dgm:presLayoutVars>
      </dgm:prSet>
      <dgm:spPr/>
    </dgm:pt>
    <dgm:pt modelId="{B43E1A9D-BDEE-41DC-9B23-7275116C8081}" type="pres">
      <dgm:prSet presAssocID="{EB0EF19C-7476-4355-A19D-386ABB2BA519}" presName="txSpace" presStyleCnt="0"/>
      <dgm:spPr/>
    </dgm:pt>
    <dgm:pt modelId="{D5BB97D4-1FBF-4BD4-AAF4-FC7EB2768AF0}" type="pres">
      <dgm:prSet presAssocID="{EB0EF19C-7476-4355-A19D-386ABB2BA519}" presName="desTx" presStyleLbl="revTx" presStyleIdx="7" presStyleCnt="8">
        <dgm:presLayoutVars/>
      </dgm:prSet>
      <dgm:spPr/>
    </dgm:pt>
  </dgm:ptLst>
  <dgm:cxnLst>
    <dgm:cxn modelId="{A3184200-54E0-4DB7-98D7-D5F0859EDD0F}" type="presOf" srcId="{4FA03F78-FE19-4DEC-8609-B08E1E7CDA68}" destId="{D896167A-8D23-41FA-A5F0-9E2F4D6D6DAB}" srcOrd="0" destOrd="0" presId="urn:microsoft.com/office/officeart/2018/2/layout/IconLabelDescriptionList"/>
    <dgm:cxn modelId="{87B7AC05-B14A-4F78-8EB7-2838735125BE}" type="presOf" srcId="{4685B4E0-1F71-4CAF-BAD0-35633579294A}" destId="{CDF32010-274F-47B4-A53F-FB98EA175748}" srcOrd="0" destOrd="1" presId="urn:microsoft.com/office/officeart/2018/2/layout/IconLabelDescriptionList"/>
    <dgm:cxn modelId="{C9646D0E-0577-436B-B7A0-698A8B58F92F}" srcId="{3DF31BB0-7C61-4AF2-B96E-6A9E0B2FDF66}" destId="{D55FEF3E-D0F7-4C8A-8606-02164B71ED99}" srcOrd="1" destOrd="0" parTransId="{85AD53BD-3ED4-429A-92B3-B2AFDCB2F40F}" sibTransId="{78CF1FFF-AD57-499E-8897-7F7CA08726A9}"/>
    <dgm:cxn modelId="{4D25A711-0074-42E6-8EA7-AD6BFAD95833}" srcId="{C0475CE9-555C-4400-B675-2259020AC54E}" destId="{1057DCD5-9604-4DC4-B133-1E290BEA2CE2}" srcOrd="0" destOrd="0" parTransId="{52E47411-147A-4A69-9F17-FDA388078DAB}" sibTransId="{04117F7E-FFDF-48C2-8017-904202F09FB8}"/>
    <dgm:cxn modelId="{8E168812-E198-4ADC-AFB0-2A935F1BC8F8}" srcId="{9453E653-BDC0-4708-9058-531CBCDDFC1D}" destId="{6B6E75EC-D427-4D69-ABA7-ECB5F166D228}" srcOrd="1" destOrd="0" parTransId="{9C39FE9E-F253-4995-8BB0-3737CF4E9EC3}" sibTransId="{4021F68D-233F-4E6E-B82F-9EBF97630633}"/>
    <dgm:cxn modelId="{684D2C19-9E6E-467A-B8E8-DE830E7FCCD2}" type="presOf" srcId="{9D95F1D3-9637-4BF8-B002-4CDEC0C3AD15}" destId="{3B8B5463-7D62-4E04-9A3B-B16F2F9DE763}" srcOrd="0" destOrd="0" presId="urn:microsoft.com/office/officeart/2018/2/layout/IconLabelDescriptionList"/>
    <dgm:cxn modelId="{3A930C1F-EBF5-4593-94E0-1E404B0695B0}" type="presOf" srcId="{6B6E75EC-D427-4D69-ABA7-ECB5F166D228}" destId="{3B8B5463-7D62-4E04-9A3B-B16F2F9DE763}" srcOrd="0" destOrd="1" presId="urn:microsoft.com/office/officeart/2018/2/layout/IconLabelDescriptionList"/>
    <dgm:cxn modelId="{33BFAB23-2E1F-402D-BBDC-67308FBEBB1F}" srcId="{EB0EF19C-7476-4355-A19D-386ABB2BA519}" destId="{32273820-B44C-48A6-912A-BB5005B83E71}" srcOrd="1" destOrd="0" parTransId="{E72EA6E4-D4AA-4879-843C-C9401B132191}" sibTransId="{01B7462F-CB0C-4B75-BCF4-F9C7A51229EA}"/>
    <dgm:cxn modelId="{F500A539-E0BF-47D3-9AAE-65033C6CDEBB}" type="presOf" srcId="{D55FEF3E-D0F7-4C8A-8606-02164B71ED99}" destId="{D896167A-8D23-41FA-A5F0-9E2F4D6D6DAB}" srcOrd="0" destOrd="1" presId="urn:microsoft.com/office/officeart/2018/2/layout/IconLabelDescriptionList"/>
    <dgm:cxn modelId="{5677355C-9D1B-49FF-BDBC-14B24E3F106D}" srcId="{9453E653-BDC0-4708-9058-531CBCDDFC1D}" destId="{9D95F1D3-9637-4BF8-B002-4CDEC0C3AD15}" srcOrd="0" destOrd="0" parTransId="{7C5B20B9-AA1D-424A-882F-F7650D4482A9}" sibTransId="{195EBACA-6F01-47BD-9857-5300745046D9}"/>
    <dgm:cxn modelId="{D83B5561-B616-43B3-924A-1D56C0D95DED}" type="presOf" srcId="{32273820-B44C-48A6-912A-BB5005B83E71}" destId="{D5BB97D4-1FBF-4BD4-AAF4-FC7EB2768AF0}" srcOrd="0" destOrd="1" presId="urn:microsoft.com/office/officeart/2018/2/layout/IconLabelDescriptionList"/>
    <dgm:cxn modelId="{C7998846-3AF4-4F03-8418-3F37DAEEF2B4}" type="presOf" srcId="{3DF31BB0-7C61-4AF2-B96E-6A9E0B2FDF66}" destId="{A3E2C144-F625-4F84-B7E3-AD7519A3C990}" srcOrd="0" destOrd="0" presId="urn:microsoft.com/office/officeart/2018/2/layout/IconLabelDescriptionList"/>
    <dgm:cxn modelId="{FDACF06D-2154-4405-9686-3AC25193A90E}" type="presOf" srcId="{63A23567-E32B-4CAB-BD49-5ED01E00A357}" destId="{79B33B80-3C76-4674-B664-B06B242D3697}" srcOrd="0" destOrd="0" presId="urn:microsoft.com/office/officeart/2018/2/layout/IconLabelDescriptionList"/>
    <dgm:cxn modelId="{C38A1B57-48B6-45E6-ADC6-30D81B14C6EB}" srcId="{63A23567-E32B-4CAB-BD49-5ED01E00A357}" destId="{C0475CE9-555C-4400-B675-2259020AC54E}" srcOrd="1" destOrd="0" parTransId="{D9D33661-467F-4F21-A55E-98270342FEA7}" sibTransId="{2D48A2E7-5260-4829-97BF-2557A1A55929}"/>
    <dgm:cxn modelId="{0E168779-BECB-47D4-B313-3BF8E4372E2C}" type="presOf" srcId="{C0475CE9-555C-4400-B675-2259020AC54E}" destId="{B58E6072-A855-4ABD-A727-FC1A309215B8}" srcOrd="0" destOrd="0" presId="urn:microsoft.com/office/officeart/2018/2/layout/IconLabelDescriptionList"/>
    <dgm:cxn modelId="{85F1218D-371F-4044-8B35-E84D2DBF0DAC}" srcId="{63A23567-E32B-4CAB-BD49-5ED01E00A357}" destId="{9453E653-BDC0-4708-9058-531CBCDDFC1D}" srcOrd="0" destOrd="0" parTransId="{708DADEE-6F3F-4A3A-8F98-FAF23C705A09}" sibTransId="{D004B376-CCD0-48E3-99C8-E66C687F0A1C}"/>
    <dgm:cxn modelId="{41B75CB2-6D89-458B-AF85-FB5D5553AF54}" srcId="{63A23567-E32B-4CAB-BD49-5ED01E00A357}" destId="{EB0EF19C-7476-4355-A19D-386ABB2BA519}" srcOrd="3" destOrd="0" parTransId="{A705FB47-8595-4778-843B-D6B12212DC51}" sibTransId="{D2EBE7EA-E76E-4521-8474-B771E063EC9A}"/>
    <dgm:cxn modelId="{D49C40B4-2481-46A0-B66A-7535966F2060}" type="presOf" srcId="{EB0EF19C-7476-4355-A19D-386ABB2BA519}" destId="{5FDE3D57-F2A8-451A-9F26-D091AD7710B1}" srcOrd="0" destOrd="0" presId="urn:microsoft.com/office/officeart/2018/2/layout/IconLabelDescriptionList"/>
    <dgm:cxn modelId="{10F752C5-780B-4972-AFE6-AA58D44CF585}" srcId="{C0475CE9-555C-4400-B675-2259020AC54E}" destId="{4685B4E0-1F71-4CAF-BAD0-35633579294A}" srcOrd="1" destOrd="0" parTransId="{6BB8C725-316A-479E-87E0-F04D2A52EC7E}" sibTransId="{C9D5C293-009A-41FB-82C9-38B405E0A0A5}"/>
    <dgm:cxn modelId="{22E63FD7-AC5C-4CC1-853C-F40DABF75F9C}" srcId="{EB0EF19C-7476-4355-A19D-386ABB2BA519}" destId="{9C67DD40-821D-4880-A835-F7BA86F01B44}" srcOrd="0" destOrd="0" parTransId="{43A90223-37AF-4993-BA45-F90A24BE7461}" sibTransId="{1A3054B8-7B94-4FEF-84B5-1BF6B5B04F0B}"/>
    <dgm:cxn modelId="{E7EF64DC-A709-478E-9F5B-DC670AD8C7C2}" type="presOf" srcId="{9453E653-BDC0-4708-9058-531CBCDDFC1D}" destId="{950BC6EC-2CEB-47BE-ADC8-C56001B31A7B}" srcOrd="0" destOrd="0" presId="urn:microsoft.com/office/officeart/2018/2/layout/IconLabelDescriptionList"/>
    <dgm:cxn modelId="{AF95CFE8-40BB-4490-99A6-7E8B6DEDB734}" type="presOf" srcId="{1057DCD5-9604-4DC4-B133-1E290BEA2CE2}" destId="{CDF32010-274F-47B4-A53F-FB98EA175748}" srcOrd="0" destOrd="0" presId="urn:microsoft.com/office/officeart/2018/2/layout/IconLabelDescriptionList"/>
    <dgm:cxn modelId="{3C853FF5-8F91-4AC6-884F-97B203E0BF9C}" srcId="{63A23567-E32B-4CAB-BD49-5ED01E00A357}" destId="{3DF31BB0-7C61-4AF2-B96E-6A9E0B2FDF66}" srcOrd="2" destOrd="0" parTransId="{D9B3E52F-A537-4981-BAAF-23D2F68726FD}" sibTransId="{4AAE409F-CAB4-4340-9E07-701D56A9441C}"/>
    <dgm:cxn modelId="{635D12F9-26D7-49B8-A398-EE2437F8F909}" type="presOf" srcId="{9C67DD40-821D-4880-A835-F7BA86F01B44}" destId="{D5BB97D4-1FBF-4BD4-AAF4-FC7EB2768AF0}" srcOrd="0" destOrd="0" presId="urn:microsoft.com/office/officeart/2018/2/layout/IconLabelDescriptionList"/>
    <dgm:cxn modelId="{587FA6FE-C757-49A5-8BD1-FCA1FE3336B9}" srcId="{3DF31BB0-7C61-4AF2-B96E-6A9E0B2FDF66}" destId="{4FA03F78-FE19-4DEC-8609-B08E1E7CDA68}" srcOrd="0" destOrd="0" parTransId="{857B20C0-F9DE-43C2-9A2D-DBCD4C02076D}" sibTransId="{B7769CB6-8943-4607-87E8-3A9DC13F54FC}"/>
    <dgm:cxn modelId="{F0D3F40B-1DB5-485E-A328-8C86849F3DDA}" type="presParOf" srcId="{79B33B80-3C76-4674-B664-B06B242D3697}" destId="{624199AE-228E-4498-9FCF-EE29EE402E96}" srcOrd="0" destOrd="0" presId="urn:microsoft.com/office/officeart/2018/2/layout/IconLabelDescriptionList"/>
    <dgm:cxn modelId="{59CA4160-4A12-4637-9561-5129FE92E0A8}" type="presParOf" srcId="{624199AE-228E-4498-9FCF-EE29EE402E96}" destId="{1A7BD9C8-F133-44D4-8EE8-A3DF9C85430D}" srcOrd="0" destOrd="0" presId="urn:microsoft.com/office/officeart/2018/2/layout/IconLabelDescriptionList"/>
    <dgm:cxn modelId="{DDBB4D66-20DA-4B08-919C-85F4BE7695A1}" type="presParOf" srcId="{624199AE-228E-4498-9FCF-EE29EE402E96}" destId="{227F9454-3AF2-44BF-BD73-106D52B3DFED}" srcOrd="1" destOrd="0" presId="urn:microsoft.com/office/officeart/2018/2/layout/IconLabelDescriptionList"/>
    <dgm:cxn modelId="{72A90648-201A-4764-B673-4F26EB32342D}" type="presParOf" srcId="{624199AE-228E-4498-9FCF-EE29EE402E96}" destId="{950BC6EC-2CEB-47BE-ADC8-C56001B31A7B}" srcOrd="2" destOrd="0" presId="urn:microsoft.com/office/officeart/2018/2/layout/IconLabelDescriptionList"/>
    <dgm:cxn modelId="{4E750152-AF97-4E5C-9F37-9D4EBDAFD4F3}" type="presParOf" srcId="{624199AE-228E-4498-9FCF-EE29EE402E96}" destId="{5CA5CAD2-CEEF-4DDE-BFC8-B912B78D4C72}" srcOrd="3" destOrd="0" presId="urn:microsoft.com/office/officeart/2018/2/layout/IconLabelDescriptionList"/>
    <dgm:cxn modelId="{6F7AD011-C869-4BA8-BA63-DF44B1488DCA}" type="presParOf" srcId="{624199AE-228E-4498-9FCF-EE29EE402E96}" destId="{3B8B5463-7D62-4E04-9A3B-B16F2F9DE763}" srcOrd="4" destOrd="0" presId="urn:microsoft.com/office/officeart/2018/2/layout/IconLabelDescriptionList"/>
    <dgm:cxn modelId="{52BC9FA7-5ECB-456A-ACB1-7688BD73E8ED}" type="presParOf" srcId="{79B33B80-3C76-4674-B664-B06B242D3697}" destId="{F4C21EF2-C864-4DA1-95EA-5803080A0A0B}" srcOrd="1" destOrd="0" presId="urn:microsoft.com/office/officeart/2018/2/layout/IconLabelDescriptionList"/>
    <dgm:cxn modelId="{B8D1743E-E604-49B7-8F06-CF4CD08490DD}" type="presParOf" srcId="{79B33B80-3C76-4674-B664-B06B242D3697}" destId="{2E884C50-685A-4D3B-B8FE-2BADC9C2226F}" srcOrd="2" destOrd="0" presId="urn:microsoft.com/office/officeart/2018/2/layout/IconLabelDescriptionList"/>
    <dgm:cxn modelId="{14303A9B-67B6-4427-8C52-B652A8529941}" type="presParOf" srcId="{2E884C50-685A-4D3B-B8FE-2BADC9C2226F}" destId="{580BAF5B-F571-4846-AEA0-367E12EE19B2}" srcOrd="0" destOrd="0" presId="urn:microsoft.com/office/officeart/2018/2/layout/IconLabelDescriptionList"/>
    <dgm:cxn modelId="{36B95755-8D03-44B3-99BE-0380A92BD9E3}" type="presParOf" srcId="{2E884C50-685A-4D3B-B8FE-2BADC9C2226F}" destId="{80CE05B7-20B8-416D-85A0-467F3F1273A2}" srcOrd="1" destOrd="0" presId="urn:microsoft.com/office/officeart/2018/2/layout/IconLabelDescriptionList"/>
    <dgm:cxn modelId="{7BB03FFB-6632-41A9-BE1C-FE807050E4CA}" type="presParOf" srcId="{2E884C50-685A-4D3B-B8FE-2BADC9C2226F}" destId="{B58E6072-A855-4ABD-A727-FC1A309215B8}" srcOrd="2" destOrd="0" presId="urn:microsoft.com/office/officeart/2018/2/layout/IconLabelDescriptionList"/>
    <dgm:cxn modelId="{596B523B-62E9-4C62-A907-156CFC83A02E}" type="presParOf" srcId="{2E884C50-685A-4D3B-B8FE-2BADC9C2226F}" destId="{2821DAD9-842A-49C4-9C69-D1AE14533EF5}" srcOrd="3" destOrd="0" presId="urn:microsoft.com/office/officeart/2018/2/layout/IconLabelDescriptionList"/>
    <dgm:cxn modelId="{32FA8EED-3604-4E68-BB95-EA822CD29B6B}" type="presParOf" srcId="{2E884C50-685A-4D3B-B8FE-2BADC9C2226F}" destId="{CDF32010-274F-47B4-A53F-FB98EA175748}" srcOrd="4" destOrd="0" presId="urn:microsoft.com/office/officeart/2018/2/layout/IconLabelDescriptionList"/>
    <dgm:cxn modelId="{9D727969-9372-4899-B395-A83C0025A8DC}" type="presParOf" srcId="{79B33B80-3C76-4674-B664-B06B242D3697}" destId="{ABDBAAEE-4670-4830-B82D-5C9B0265F8FC}" srcOrd="3" destOrd="0" presId="urn:microsoft.com/office/officeart/2018/2/layout/IconLabelDescriptionList"/>
    <dgm:cxn modelId="{5CAD97B2-2315-4F57-9F55-A2CDDFAD9563}" type="presParOf" srcId="{79B33B80-3C76-4674-B664-B06B242D3697}" destId="{D8DF14D9-E4FE-4A09-8511-C26C4EAAD8D3}" srcOrd="4" destOrd="0" presId="urn:microsoft.com/office/officeart/2018/2/layout/IconLabelDescriptionList"/>
    <dgm:cxn modelId="{6FE4B75B-218C-47B8-9816-F0D8434FB7F2}" type="presParOf" srcId="{D8DF14D9-E4FE-4A09-8511-C26C4EAAD8D3}" destId="{1C6598DE-86F2-4BDC-98CD-468D6EC811F3}" srcOrd="0" destOrd="0" presId="urn:microsoft.com/office/officeart/2018/2/layout/IconLabelDescriptionList"/>
    <dgm:cxn modelId="{AAEB40F5-7732-4548-B934-1AF85AF79604}" type="presParOf" srcId="{D8DF14D9-E4FE-4A09-8511-C26C4EAAD8D3}" destId="{9343DB57-287A-41A3-B5D1-4401D5D1F17E}" srcOrd="1" destOrd="0" presId="urn:microsoft.com/office/officeart/2018/2/layout/IconLabelDescriptionList"/>
    <dgm:cxn modelId="{DFBF2066-A0B2-43DC-B24C-F2F9FEE5BB10}" type="presParOf" srcId="{D8DF14D9-E4FE-4A09-8511-C26C4EAAD8D3}" destId="{A3E2C144-F625-4F84-B7E3-AD7519A3C990}" srcOrd="2" destOrd="0" presId="urn:microsoft.com/office/officeart/2018/2/layout/IconLabelDescriptionList"/>
    <dgm:cxn modelId="{4C752647-6C50-4D7E-B60A-6DD920D211E0}" type="presParOf" srcId="{D8DF14D9-E4FE-4A09-8511-C26C4EAAD8D3}" destId="{73001E10-C68E-4162-BC38-216780A8E206}" srcOrd="3" destOrd="0" presId="urn:microsoft.com/office/officeart/2018/2/layout/IconLabelDescriptionList"/>
    <dgm:cxn modelId="{79687039-FE7E-4187-9346-E394C1360464}" type="presParOf" srcId="{D8DF14D9-E4FE-4A09-8511-C26C4EAAD8D3}" destId="{D896167A-8D23-41FA-A5F0-9E2F4D6D6DAB}" srcOrd="4" destOrd="0" presId="urn:microsoft.com/office/officeart/2018/2/layout/IconLabelDescriptionList"/>
    <dgm:cxn modelId="{FF52B3B5-22B0-4D32-A955-E6BC4174CFFE}" type="presParOf" srcId="{79B33B80-3C76-4674-B664-B06B242D3697}" destId="{E8A6C563-82F6-4DC6-9605-3F4CEC80EEC8}" srcOrd="5" destOrd="0" presId="urn:microsoft.com/office/officeart/2018/2/layout/IconLabelDescriptionList"/>
    <dgm:cxn modelId="{8AB168FF-01A5-4D45-B937-E59D87289928}" type="presParOf" srcId="{79B33B80-3C76-4674-B664-B06B242D3697}" destId="{22E478A2-9B30-4761-9AE3-598E9A84D776}" srcOrd="6" destOrd="0" presId="urn:microsoft.com/office/officeart/2018/2/layout/IconLabelDescriptionList"/>
    <dgm:cxn modelId="{63A2DC64-3DE0-4E9C-9F81-93AA5858B3AF}" type="presParOf" srcId="{22E478A2-9B30-4761-9AE3-598E9A84D776}" destId="{7C97DF2B-3B28-4879-9AF3-7609A9913958}" srcOrd="0" destOrd="0" presId="urn:microsoft.com/office/officeart/2018/2/layout/IconLabelDescriptionList"/>
    <dgm:cxn modelId="{40DF7626-DB53-48B7-B50E-6922353C5476}" type="presParOf" srcId="{22E478A2-9B30-4761-9AE3-598E9A84D776}" destId="{249D5B2F-EC8C-475A-87AA-F50A49703DF2}" srcOrd="1" destOrd="0" presId="urn:microsoft.com/office/officeart/2018/2/layout/IconLabelDescriptionList"/>
    <dgm:cxn modelId="{3A6C0377-D861-4BEF-A12C-CFBE7E1A1AEB}" type="presParOf" srcId="{22E478A2-9B30-4761-9AE3-598E9A84D776}" destId="{5FDE3D57-F2A8-451A-9F26-D091AD7710B1}" srcOrd="2" destOrd="0" presId="urn:microsoft.com/office/officeart/2018/2/layout/IconLabelDescriptionList"/>
    <dgm:cxn modelId="{E2D8BBDE-0B53-4B2C-A4BD-3C063E8B34F8}" type="presParOf" srcId="{22E478A2-9B30-4761-9AE3-598E9A84D776}" destId="{B43E1A9D-BDEE-41DC-9B23-7275116C8081}" srcOrd="3" destOrd="0" presId="urn:microsoft.com/office/officeart/2018/2/layout/IconLabelDescriptionList"/>
    <dgm:cxn modelId="{730B657C-8DBD-432A-8E94-74A2679FF0E1}" type="presParOf" srcId="{22E478A2-9B30-4761-9AE3-598E9A84D776}" destId="{D5BB97D4-1FBF-4BD4-AAF4-FC7EB2768AF0}" srcOrd="4" destOrd="0" presId="urn:microsoft.com/office/officeart/2018/2/layout/IconLabelDescriptionList"/>
  </dgm:cxnLst>
  <dgm:bg/>
  <dgm:whole/>
  <dgm:extLst>
    <a:ext uri="http://schemas.microsoft.com/office/drawing/2008/diagram">
      <dsp:dataModelExt xmlns:dsp="http://schemas.microsoft.com/office/drawing/2008/diagram" relId="rId6" minVer="http://schemas.openxmlformats.org/drawingml/2006/diagram"/>
    </a:ext>
  </dgm:extLst>
</dgm:dataModel>
</file>

<file path=ppt/diagrams/data24.xml><?xml version="1.0" encoding="utf-8"?>
<dgm:dataModel xmlns:dgm="http://schemas.openxmlformats.org/drawingml/2006/diagram" xmlns:a="http://schemas.openxmlformats.org/drawingml/2006/main">
  <dgm:ptLst>
    <dgm:pt modelId="{37D9683A-6DBF-4EFE-837F-90CF83C3F09F}" type="doc">
      <dgm:prSet loTypeId="urn:microsoft.com/office/officeart/2018/5/layout/CenteredIconLabelDescriptionList" loCatId="icon" qsTypeId="urn:microsoft.com/office/officeart/2005/8/quickstyle/simple1" qsCatId="simple" csTypeId="urn:microsoft.com/office/officeart/2018/5/colors/Iconchunking_neutralbg_colorful5" csCatId="colorful" phldr="1"/>
      <dgm:spPr/>
      <dgm:t>
        <a:bodyPr/>
        <a:lstStyle/>
        <a:p>
          <a:endParaRPr lang="en-US"/>
        </a:p>
      </dgm:t>
    </dgm:pt>
    <dgm:pt modelId="{6714DDF5-B3B0-49DA-9F49-39063A85FA3A}">
      <dgm:prSet/>
      <dgm:spPr/>
      <dgm:t>
        <a:bodyPr/>
        <a:lstStyle/>
        <a:p>
          <a:pPr>
            <a:lnSpc>
              <a:spcPct val="100000"/>
            </a:lnSpc>
            <a:defRPr b="1"/>
          </a:pPr>
          <a:r>
            <a:rPr lang="en-US"/>
            <a:t>Every bitcoin transaction</a:t>
          </a:r>
        </a:p>
      </dgm:t>
    </dgm:pt>
    <dgm:pt modelId="{A8C4BA0F-DFA3-415A-BA6D-B46A0C74E258}" type="parTrans" cxnId="{8E21366A-E0FD-4F51-9A05-0717DDE9778D}">
      <dgm:prSet/>
      <dgm:spPr/>
      <dgm:t>
        <a:bodyPr/>
        <a:lstStyle/>
        <a:p>
          <a:endParaRPr lang="en-US"/>
        </a:p>
      </dgm:t>
    </dgm:pt>
    <dgm:pt modelId="{E7E99A12-55ED-4D84-8163-5DCDE5E29359}" type="sibTrans" cxnId="{8E21366A-E0FD-4F51-9A05-0717DDE9778D}">
      <dgm:prSet/>
      <dgm:spPr/>
      <dgm:t>
        <a:bodyPr/>
        <a:lstStyle/>
        <a:p>
          <a:endParaRPr lang="en-US"/>
        </a:p>
      </dgm:t>
    </dgm:pt>
    <dgm:pt modelId="{A559BFD1-D15A-472F-9EE3-081E27C2F25E}">
      <dgm:prSet/>
      <dgm:spPr/>
      <dgm:t>
        <a:bodyPr/>
        <a:lstStyle/>
        <a:p>
          <a:pPr>
            <a:lnSpc>
              <a:spcPct val="100000"/>
            </a:lnSpc>
          </a:pPr>
          <a:r>
            <a:rPr lang="en-US"/>
            <a:t>are recorded</a:t>
          </a:r>
        </a:p>
      </dgm:t>
    </dgm:pt>
    <dgm:pt modelId="{844ECBCB-4E4D-4DE9-B3F6-FA46A408BEAB}" type="parTrans" cxnId="{4BADB35F-8EC8-4042-8E91-83A4ED083E41}">
      <dgm:prSet/>
      <dgm:spPr/>
      <dgm:t>
        <a:bodyPr/>
        <a:lstStyle/>
        <a:p>
          <a:endParaRPr lang="en-US"/>
        </a:p>
      </dgm:t>
    </dgm:pt>
    <dgm:pt modelId="{179046DC-8488-4215-AF48-9D303BC91AD4}" type="sibTrans" cxnId="{4BADB35F-8EC8-4042-8E91-83A4ED083E41}">
      <dgm:prSet/>
      <dgm:spPr/>
      <dgm:t>
        <a:bodyPr/>
        <a:lstStyle/>
        <a:p>
          <a:endParaRPr lang="en-US"/>
        </a:p>
      </dgm:t>
    </dgm:pt>
    <dgm:pt modelId="{70A627A0-DF9E-4B13-8B1C-1AC7E51A00FD}">
      <dgm:prSet/>
      <dgm:spPr/>
      <dgm:t>
        <a:bodyPr/>
        <a:lstStyle/>
        <a:p>
          <a:pPr>
            <a:lnSpc>
              <a:spcPct val="100000"/>
            </a:lnSpc>
            <a:defRPr b="1"/>
          </a:pPr>
          <a:r>
            <a:rPr lang="tr-TR"/>
            <a:t>Create UTXO</a:t>
          </a:r>
          <a:r>
            <a:rPr lang="en-US"/>
            <a:t> </a:t>
          </a:r>
        </a:p>
      </dgm:t>
    </dgm:pt>
    <dgm:pt modelId="{9475CD0C-6754-4384-B494-CB4729E0B210}" type="parTrans" cxnId="{15599E1A-27E5-425A-93D6-94EAE36B76E4}">
      <dgm:prSet/>
      <dgm:spPr/>
      <dgm:t>
        <a:bodyPr/>
        <a:lstStyle/>
        <a:p>
          <a:endParaRPr lang="en-US"/>
        </a:p>
      </dgm:t>
    </dgm:pt>
    <dgm:pt modelId="{02B61B09-8C19-4552-80CB-1AC9CF1C15D5}" type="sibTrans" cxnId="{15599E1A-27E5-425A-93D6-94EAE36B76E4}">
      <dgm:prSet/>
      <dgm:spPr/>
      <dgm:t>
        <a:bodyPr/>
        <a:lstStyle/>
        <a:p>
          <a:endParaRPr lang="en-US"/>
        </a:p>
      </dgm:t>
    </dgm:pt>
    <dgm:pt modelId="{DD8BB8EF-BBAF-443C-A6EA-26A73B1E7AAC}">
      <dgm:prSet/>
      <dgm:spPr/>
      <dgm:t>
        <a:bodyPr/>
        <a:lstStyle/>
        <a:p>
          <a:pPr>
            <a:lnSpc>
              <a:spcPct val="100000"/>
            </a:lnSpc>
          </a:pPr>
          <a:r>
            <a:rPr lang="en-US"/>
            <a:t>create spendable chunks of bitcoin</a:t>
          </a:r>
        </a:p>
      </dgm:t>
    </dgm:pt>
    <dgm:pt modelId="{C893C68C-2B24-4421-AB69-21B3FD305194}" type="parTrans" cxnId="{46815341-E801-45F8-BFFC-B16A07CE797A}">
      <dgm:prSet/>
      <dgm:spPr/>
      <dgm:t>
        <a:bodyPr/>
        <a:lstStyle/>
        <a:p>
          <a:endParaRPr lang="en-US"/>
        </a:p>
      </dgm:t>
    </dgm:pt>
    <dgm:pt modelId="{C24F4A80-655F-45B6-A54B-41592F2D639F}" type="sibTrans" cxnId="{46815341-E801-45F8-BFFC-B16A07CE797A}">
      <dgm:prSet/>
      <dgm:spPr/>
      <dgm:t>
        <a:bodyPr/>
        <a:lstStyle/>
        <a:p>
          <a:endParaRPr lang="en-US"/>
        </a:p>
      </dgm:t>
    </dgm:pt>
    <dgm:pt modelId="{A73A9C00-D5B0-4B90-AF21-C5DDBC5B51E6}">
      <dgm:prSet/>
      <dgm:spPr/>
      <dgm:t>
        <a:bodyPr/>
        <a:lstStyle/>
        <a:p>
          <a:pPr>
            <a:lnSpc>
              <a:spcPct val="100000"/>
            </a:lnSpc>
          </a:pPr>
          <a:r>
            <a:rPr lang="en-US"/>
            <a:t>available for the owner</a:t>
          </a:r>
        </a:p>
      </dgm:t>
    </dgm:pt>
    <dgm:pt modelId="{C38B362C-7CF9-4205-8151-84D280066186}" type="parTrans" cxnId="{082D5538-9DF9-4524-B719-A585ED67217A}">
      <dgm:prSet/>
      <dgm:spPr/>
      <dgm:t>
        <a:bodyPr/>
        <a:lstStyle/>
        <a:p>
          <a:endParaRPr lang="en-US"/>
        </a:p>
      </dgm:t>
    </dgm:pt>
    <dgm:pt modelId="{A26B0F41-5AC9-4F99-9905-AC54030D44FC}" type="sibTrans" cxnId="{082D5538-9DF9-4524-B719-A585ED67217A}">
      <dgm:prSet/>
      <dgm:spPr/>
      <dgm:t>
        <a:bodyPr/>
        <a:lstStyle/>
        <a:p>
          <a:endParaRPr lang="en-US"/>
        </a:p>
      </dgm:t>
    </dgm:pt>
    <dgm:pt modelId="{3C3FE48B-B2DD-4AFC-BA11-DF41B92FB6A6}">
      <dgm:prSet/>
      <dgm:spPr/>
      <dgm:t>
        <a:bodyPr/>
        <a:lstStyle/>
        <a:p>
          <a:pPr>
            <a:lnSpc>
              <a:spcPct val="100000"/>
            </a:lnSpc>
            <a:defRPr b="1"/>
          </a:pPr>
          <a:r>
            <a:rPr lang="en-US"/>
            <a:t>UTXO</a:t>
          </a:r>
          <a:r>
            <a:rPr lang="tr-TR"/>
            <a:t> </a:t>
          </a:r>
          <a:r>
            <a:rPr lang="en-US"/>
            <a:t>are tracked</a:t>
          </a:r>
        </a:p>
      </dgm:t>
    </dgm:pt>
    <dgm:pt modelId="{E9A60322-E643-4F8A-BD5C-F8A723B20658}" type="parTrans" cxnId="{294DC7E8-A177-48EE-A565-2982ED4F4418}">
      <dgm:prSet/>
      <dgm:spPr/>
      <dgm:t>
        <a:bodyPr/>
        <a:lstStyle/>
        <a:p>
          <a:endParaRPr lang="en-US"/>
        </a:p>
      </dgm:t>
    </dgm:pt>
    <dgm:pt modelId="{3020503A-0346-4E21-845C-A648417A15F4}" type="sibTrans" cxnId="{294DC7E8-A177-48EE-A565-2982ED4F4418}">
      <dgm:prSet/>
      <dgm:spPr/>
      <dgm:t>
        <a:bodyPr/>
        <a:lstStyle/>
        <a:p>
          <a:endParaRPr lang="en-US"/>
        </a:p>
      </dgm:t>
    </dgm:pt>
    <dgm:pt modelId="{CA5506C8-3F90-4A3F-AFDF-7D49CFA8956B}">
      <dgm:prSet/>
      <dgm:spPr/>
      <dgm:t>
        <a:bodyPr/>
        <a:lstStyle/>
        <a:p>
          <a:pPr>
            <a:lnSpc>
              <a:spcPct val="100000"/>
            </a:lnSpc>
          </a:pPr>
          <a:r>
            <a:rPr lang="en-US" dirty="0"/>
            <a:t>by</a:t>
          </a:r>
          <a:r>
            <a:rPr lang="tr-TR" dirty="0"/>
            <a:t> all</a:t>
          </a:r>
          <a:r>
            <a:rPr lang="en-US" dirty="0"/>
            <a:t> full-node</a:t>
          </a:r>
          <a:r>
            <a:rPr lang="tr-TR" dirty="0"/>
            <a:t> </a:t>
          </a:r>
          <a:r>
            <a:rPr lang="en-US" dirty="0"/>
            <a:t>bitcoin client</a:t>
          </a:r>
          <a:r>
            <a:rPr lang="tr-TR" dirty="0"/>
            <a:t>s</a:t>
          </a:r>
          <a:endParaRPr lang="en-US" dirty="0"/>
        </a:p>
      </dgm:t>
    </dgm:pt>
    <dgm:pt modelId="{3E6C9C48-1F1E-4215-A4C4-868C5E843714}" type="parTrans" cxnId="{66C01BFE-8C0C-4425-A45B-38895D0ECDE9}">
      <dgm:prSet/>
      <dgm:spPr/>
      <dgm:t>
        <a:bodyPr/>
        <a:lstStyle/>
        <a:p>
          <a:endParaRPr lang="en-US"/>
        </a:p>
      </dgm:t>
    </dgm:pt>
    <dgm:pt modelId="{62764E93-8171-4DBD-9E7F-77EA432AEC29}" type="sibTrans" cxnId="{66C01BFE-8C0C-4425-A45B-38895D0ECDE9}">
      <dgm:prSet/>
      <dgm:spPr/>
      <dgm:t>
        <a:bodyPr/>
        <a:lstStyle/>
        <a:p>
          <a:endParaRPr lang="en-US"/>
        </a:p>
      </dgm:t>
    </dgm:pt>
    <dgm:pt modelId="{1B7CDC54-644D-47A5-9319-8B85B9B25A6D}">
      <dgm:prSet/>
      <dgm:spPr/>
      <dgm:t>
        <a:bodyPr/>
        <a:lstStyle/>
        <a:p>
          <a:pPr>
            <a:lnSpc>
              <a:spcPct val="100000"/>
            </a:lnSpc>
          </a:pPr>
          <a:r>
            <a:rPr lang="en-US"/>
            <a:t>creates outputs </a:t>
          </a:r>
        </a:p>
      </dgm:t>
    </dgm:pt>
    <dgm:pt modelId="{CF9E91D6-3D11-492F-9281-1C29E8A66A8C}" type="parTrans" cxnId="{60421195-B59E-486A-ACAD-0A2BB429AD3F}">
      <dgm:prSet/>
      <dgm:spPr/>
      <dgm:t>
        <a:bodyPr/>
        <a:lstStyle/>
        <a:p>
          <a:endParaRPr lang="tr-TR"/>
        </a:p>
      </dgm:t>
    </dgm:pt>
    <dgm:pt modelId="{F2E5F0D6-00CA-4154-8BFE-B72D9CA09F4D}" type="sibTrans" cxnId="{60421195-B59E-486A-ACAD-0A2BB429AD3F}">
      <dgm:prSet/>
      <dgm:spPr/>
      <dgm:t>
        <a:bodyPr/>
        <a:lstStyle/>
        <a:p>
          <a:endParaRPr lang="tr-TR"/>
        </a:p>
      </dgm:t>
    </dgm:pt>
    <dgm:pt modelId="{559AF9B3-6086-48AB-9C77-82ADB94BBB16}">
      <dgm:prSet/>
      <dgm:spPr/>
      <dgm:t>
        <a:bodyPr/>
        <a:lstStyle/>
        <a:p>
          <a:pPr>
            <a:lnSpc>
              <a:spcPct val="100000"/>
            </a:lnSpc>
            <a:defRPr b="1"/>
          </a:pPr>
          <a:r>
            <a:rPr lang="tr-TR"/>
            <a:t>Valid transactions</a:t>
          </a:r>
          <a:endParaRPr lang="en-US"/>
        </a:p>
      </dgm:t>
    </dgm:pt>
    <dgm:pt modelId="{78C27515-A2C1-41AC-89A2-3D2057068D09}" type="parTrans" cxnId="{54D33736-FEAB-4D3A-A8C8-A36D07F58A8D}">
      <dgm:prSet/>
      <dgm:spPr/>
      <dgm:t>
        <a:bodyPr/>
        <a:lstStyle/>
        <a:p>
          <a:endParaRPr lang="tr-TR"/>
        </a:p>
      </dgm:t>
    </dgm:pt>
    <dgm:pt modelId="{13BE9997-D6F6-4F94-A93E-CC3497C98ECA}" type="sibTrans" cxnId="{54D33736-FEAB-4D3A-A8C8-A36D07F58A8D}">
      <dgm:prSet/>
      <dgm:spPr/>
      <dgm:t>
        <a:bodyPr/>
        <a:lstStyle/>
        <a:p>
          <a:endParaRPr lang="tr-TR"/>
        </a:p>
      </dgm:t>
    </dgm:pt>
    <dgm:pt modelId="{09AB43B2-0D6B-446A-8EFD-794BBD2F7331}">
      <dgm:prSet/>
      <dgm:spPr/>
      <dgm:t>
        <a:bodyPr/>
        <a:lstStyle/>
        <a:p>
          <a:pPr>
            <a:lnSpc>
              <a:spcPct val="100000"/>
            </a:lnSpc>
          </a:pPr>
          <a:r>
            <a:rPr lang="en-US"/>
            <a:t>recognized</a:t>
          </a:r>
          <a:r>
            <a:rPr lang="tr-TR"/>
            <a:t> </a:t>
          </a:r>
          <a:r>
            <a:rPr lang="en-US"/>
            <a:t>by the whole network</a:t>
          </a:r>
        </a:p>
      </dgm:t>
    </dgm:pt>
    <dgm:pt modelId="{FF529E0C-27ED-475D-A12D-6C84E18F0A08}" type="parTrans" cxnId="{6E2EEAE6-E6CC-40D5-90D2-3CB0DF972F99}">
      <dgm:prSet/>
      <dgm:spPr/>
      <dgm:t>
        <a:bodyPr/>
        <a:lstStyle/>
        <a:p>
          <a:endParaRPr lang="tr-TR"/>
        </a:p>
      </dgm:t>
    </dgm:pt>
    <dgm:pt modelId="{758950C9-C3FD-453F-B6A3-3BA746AFEE27}" type="sibTrans" cxnId="{6E2EEAE6-E6CC-40D5-90D2-3CB0DF972F99}">
      <dgm:prSet/>
      <dgm:spPr/>
      <dgm:t>
        <a:bodyPr/>
        <a:lstStyle/>
        <a:p>
          <a:endParaRPr lang="tr-TR"/>
        </a:p>
      </dgm:t>
    </dgm:pt>
    <dgm:pt modelId="{A11A1A42-1D86-421E-B1E1-40F0B0DD0D79}">
      <dgm:prSet/>
      <dgm:spPr/>
      <dgm:t>
        <a:bodyPr/>
        <a:lstStyle/>
        <a:p>
          <a:pPr>
            <a:lnSpc>
              <a:spcPct val="100000"/>
            </a:lnSpc>
            <a:defRPr b="1"/>
          </a:pPr>
          <a:r>
            <a:rPr lang="tr-TR"/>
            <a:t>Can be spent</a:t>
          </a:r>
          <a:endParaRPr lang="en-US"/>
        </a:p>
      </dgm:t>
    </dgm:pt>
    <dgm:pt modelId="{6C4A8784-4220-41DD-852A-C91AF736A0F8}" type="parTrans" cxnId="{FB5BED3B-EFE0-4AC6-8F4F-B5AF77585A92}">
      <dgm:prSet/>
      <dgm:spPr/>
      <dgm:t>
        <a:bodyPr/>
        <a:lstStyle/>
        <a:p>
          <a:endParaRPr lang="tr-TR"/>
        </a:p>
      </dgm:t>
    </dgm:pt>
    <dgm:pt modelId="{C31E53A1-994F-48AA-A5A9-CB298FFFF7C5}" type="sibTrans" cxnId="{FB5BED3B-EFE0-4AC6-8F4F-B5AF77585A92}">
      <dgm:prSet/>
      <dgm:spPr/>
      <dgm:t>
        <a:bodyPr/>
        <a:lstStyle/>
        <a:p>
          <a:endParaRPr lang="tr-TR"/>
        </a:p>
      </dgm:t>
    </dgm:pt>
    <dgm:pt modelId="{3ABF4AAD-CF5B-488D-808A-E3CED540A3D5}">
      <dgm:prSet/>
      <dgm:spPr/>
      <dgm:t>
        <a:bodyPr/>
        <a:lstStyle/>
        <a:p>
          <a:pPr>
            <a:lnSpc>
              <a:spcPct val="100000"/>
            </a:lnSpc>
          </a:pPr>
          <a:r>
            <a:rPr lang="en-US"/>
            <a:t>to spend in a</a:t>
          </a:r>
          <a:r>
            <a:rPr lang="tr-TR"/>
            <a:t> future transactions</a:t>
          </a:r>
          <a:endParaRPr lang="en-US"/>
        </a:p>
      </dgm:t>
    </dgm:pt>
    <dgm:pt modelId="{B6733262-F98A-4731-8054-55C6FB474C68}" type="parTrans" cxnId="{6EEA72D7-CED4-410B-9782-C3ABA4A1AB9B}">
      <dgm:prSet/>
      <dgm:spPr/>
      <dgm:t>
        <a:bodyPr/>
        <a:lstStyle/>
        <a:p>
          <a:endParaRPr lang="tr-TR"/>
        </a:p>
      </dgm:t>
    </dgm:pt>
    <dgm:pt modelId="{FFD52FE4-0A95-40D2-ACC6-EB033937739C}" type="sibTrans" cxnId="{6EEA72D7-CED4-410B-9782-C3ABA4A1AB9B}">
      <dgm:prSet/>
      <dgm:spPr/>
      <dgm:t>
        <a:bodyPr/>
        <a:lstStyle/>
        <a:p>
          <a:endParaRPr lang="tr-TR"/>
        </a:p>
      </dgm:t>
    </dgm:pt>
    <dgm:pt modelId="{42C0028C-D9E8-4399-9426-F08FE6AB3608}">
      <dgm:prSet/>
      <dgm:spPr/>
      <dgm:t>
        <a:bodyPr/>
        <a:lstStyle/>
        <a:p>
          <a:pPr>
            <a:lnSpc>
              <a:spcPct val="100000"/>
            </a:lnSpc>
          </a:pPr>
          <a:r>
            <a:rPr lang="en-US"/>
            <a:t>on the bitcoin ledger</a:t>
          </a:r>
        </a:p>
      </dgm:t>
    </dgm:pt>
    <dgm:pt modelId="{B811EDC3-0BB7-4506-AE36-246541F7E885}" type="parTrans" cxnId="{B341CA1B-9622-4889-AC3C-21C9656C7DE8}">
      <dgm:prSet/>
      <dgm:spPr/>
      <dgm:t>
        <a:bodyPr/>
        <a:lstStyle/>
        <a:p>
          <a:endParaRPr lang="tr-TR"/>
        </a:p>
      </dgm:t>
    </dgm:pt>
    <dgm:pt modelId="{8609CEC3-45F9-4CC2-9F83-FBD159B85433}" type="sibTrans" cxnId="{B341CA1B-9622-4889-AC3C-21C9656C7DE8}">
      <dgm:prSet/>
      <dgm:spPr/>
      <dgm:t>
        <a:bodyPr/>
        <a:lstStyle/>
        <a:p>
          <a:endParaRPr lang="tr-TR"/>
        </a:p>
      </dgm:t>
    </dgm:pt>
    <dgm:pt modelId="{ED3BFFB0-1C32-4965-866B-1B3C97D6FD6A}" type="pres">
      <dgm:prSet presAssocID="{37D9683A-6DBF-4EFE-837F-90CF83C3F09F}" presName="root" presStyleCnt="0">
        <dgm:presLayoutVars>
          <dgm:dir/>
          <dgm:resizeHandles val="exact"/>
        </dgm:presLayoutVars>
      </dgm:prSet>
      <dgm:spPr/>
    </dgm:pt>
    <dgm:pt modelId="{440E7C35-31B5-428C-9471-E92221705F92}" type="pres">
      <dgm:prSet presAssocID="{6714DDF5-B3B0-49DA-9F49-39063A85FA3A}" presName="compNode" presStyleCnt="0"/>
      <dgm:spPr/>
    </dgm:pt>
    <dgm:pt modelId="{305358AA-C8F1-49BF-B38D-C3F55383BE63}" type="pres">
      <dgm:prSet presAssocID="{6714DDF5-B3B0-49DA-9F49-39063A85FA3A}" presName="iconRect" presStyleLbl="node1" presStyleIdx="0" presStyleCnt="5"/>
      <dgm:spPr>
        <a:blipFill>
          <a:blip xmlns:r="http://schemas.openxmlformats.org/officeDocument/2006/relationships" r:embed="rId1" cstate="email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2"/>
              </a:ext>
            </a:extLst>
          </a:blip>
          <a:stretch>
            <a:fillRect/>
          </a:stretch>
        </a:blipFill>
        <a:ln>
          <a:noFill/>
        </a:ln>
      </dgm:spPr>
      <dgm:extLst>
        <a:ext uri="{E40237B7-FDA0-4F09-8148-C483321AD2D9}">
          <dgm14:cNvPr xmlns:dgm14="http://schemas.microsoft.com/office/drawing/2010/diagram" id="0" name="" descr="Bitcoin"/>
        </a:ext>
      </dgm:extLst>
    </dgm:pt>
    <dgm:pt modelId="{8AB4A34D-573A-48A6-BF6C-3BDE9B11C43C}" type="pres">
      <dgm:prSet presAssocID="{6714DDF5-B3B0-49DA-9F49-39063A85FA3A}" presName="iconSpace" presStyleCnt="0"/>
      <dgm:spPr/>
    </dgm:pt>
    <dgm:pt modelId="{72A50837-6979-481B-BAFF-8056E61E090E}" type="pres">
      <dgm:prSet presAssocID="{6714DDF5-B3B0-49DA-9F49-39063A85FA3A}" presName="parTx" presStyleLbl="revTx" presStyleIdx="0" presStyleCnt="10">
        <dgm:presLayoutVars>
          <dgm:chMax val="0"/>
          <dgm:chPref val="0"/>
        </dgm:presLayoutVars>
      </dgm:prSet>
      <dgm:spPr/>
    </dgm:pt>
    <dgm:pt modelId="{4E44DEF6-9015-439C-B2F1-A990EDFC119D}" type="pres">
      <dgm:prSet presAssocID="{6714DDF5-B3B0-49DA-9F49-39063A85FA3A}" presName="txSpace" presStyleCnt="0"/>
      <dgm:spPr/>
    </dgm:pt>
    <dgm:pt modelId="{EA117A8F-7C3E-4341-8224-3184960CB624}" type="pres">
      <dgm:prSet presAssocID="{6714DDF5-B3B0-49DA-9F49-39063A85FA3A}" presName="desTx" presStyleLbl="revTx" presStyleIdx="1" presStyleCnt="10">
        <dgm:presLayoutVars/>
      </dgm:prSet>
      <dgm:spPr/>
    </dgm:pt>
    <dgm:pt modelId="{6CC08FDC-CF3E-42AA-9DC2-E8ACE44CEF87}" type="pres">
      <dgm:prSet presAssocID="{E7E99A12-55ED-4D84-8163-5DCDE5E29359}" presName="sibTrans" presStyleCnt="0"/>
      <dgm:spPr/>
    </dgm:pt>
    <dgm:pt modelId="{FD1D3B72-49E1-4410-B960-095D534A0405}" type="pres">
      <dgm:prSet presAssocID="{559AF9B3-6086-48AB-9C77-82ADB94BBB16}" presName="compNode" presStyleCnt="0"/>
      <dgm:spPr/>
    </dgm:pt>
    <dgm:pt modelId="{0D4A25A0-77DA-461A-9F99-66D367663D77}" type="pres">
      <dgm:prSet presAssocID="{559AF9B3-6086-48AB-9C77-82ADB94BBB16}" presName="iconRect" presStyleLbl="node1" presStyleIdx="1" presStyleCnt="5"/>
      <dgm:spPr>
        <a:blipFill>
          <a:blip xmlns:r="http://schemas.openxmlformats.org/officeDocument/2006/relationships" r:embed="rId3" cstate="email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4"/>
              </a:ext>
            </a:extLst>
          </a:blip>
          <a:stretch>
            <a:fillRect/>
          </a:stretch>
        </a:blipFill>
        <a:ln>
          <a:noFill/>
        </a:ln>
      </dgm:spPr>
      <dgm:extLst>
        <a:ext uri="{E40237B7-FDA0-4F09-8148-C483321AD2D9}">
          <dgm14:cNvPr xmlns:dgm14="http://schemas.microsoft.com/office/drawing/2010/diagram" id="0" name="" descr="User Network"/>
        </a:ext>
      </dgm:extLst>
    </dgm:pt>
    <dgm:pt modelId="{C6BE9507-89F0-4E2A-AC3D-3FDEC63A2592}" type="pres">
      <dgm:prSet presAssocID="{559AF9B3-6086-48AB-9C77-82ADB94BBB16}" presName="iconSpace" presStyleCnt="0"/>
      <dgm:spPr/>
    </dgm:pt>
    <dgm:pt modelId="{17D32896-4F70-4F3B-A9E9-661652D44E31}" type="pres">
      <dgm:prSet presAssocID="{559AF9B3-6086-48AB-9C77-82ADB94BBB16}" presName="parTx" presStyleLbl="revTx" presStyleIdx="2" presStyleCnt="10">
        <dgm:presLayoutVars>
          <dgm:chMax val="0"/>
          <dgm:chPref val="0"/>
        </dgm:presLayoutVars>
      </dgm:prSet>
      <dgm:spPr/>
    </dgm:pt>
    <dgm:pt modelId="{A85CD5E7-BE8B-49BF-AAF5-2298DCA9F2FF}" type="pres">
      <dgm:prSet presAssocID="{559AF9B3-6086-48AB-9C77-82ADB94BBB16}" presName="txSpace" presStyleCnt="0"/>
      <dgm:spPr/>
    </dgm:pt>
    <dgm:pt modelId="{0D9B5CE2-197A-4F35-A22C-6E49F0D964E5}" type="pres">
      <dgm:prSet presAssocID="{559AF9B3-6086-48AB-9C77-82ADB94BBB16}" presName="desTx" presStyleLbl="revTx" presStyleIdx="3" presStyleCnt="10">
        <dgm:presLayoutVars/>
      </dgm:prSet>
      <dgm:spPr/>
    </dgm:pt>
    <dgm:pt modelId="{BD17E615-D004-4CA7-8091-964381E2EC27}" type="pres">
      <dgm:prSet presAssocID="{13BE9997-D6F6-4F94-A93E-CC3497C98ECA}" presName="sibTrans" presStyleCnt="0"/>
      <dgm:spPr/>
    </dgm:pt>
    <dgm:pt modelId="{C7FAAA0C-DAFD-4736-83CA-DE6D756E7283}" type="pres">
      <dgm:prSet presAssocID="{70A627A0-DF9E-4B13-8B1C-1AC7E51A00FD}" presName="compNode" presStyleCnt="0"/>
      <dgm:spPr/>
    </dgm:pt>
    <dgm:pt modelId="{1F1B8D8C-64AE-454E-A876-E05A770C6931}" type="pres">
      <dgm:prSet presAssocID="{70A627A0-DF9E-4B13-8B1C-1AC7E51A00FD}" presName="iconRect" presStyleLbl="node1" presStyleIdx="2" presStyleCnt="5"/>
      <dgm:spPr>
        <a:blipFill>
          <a:blip xmlns:r="http://schemas.openxmlformats.org/officeDocument/2006/relationships" r:embed="rId5" cstate="email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6"/>
              </a:ext>
            </a:extLst>
          </a:blip>
          <a:stretch>
            <a:fillRect/>
          </a:stretch>
        </a:blipFill>
        <a:ln>
          <a:noFill/>
        </a:ln>
      </dgm:spPr>
      <dgm:extLst>
        <a:ext uri="{E40237B7-FDA0-4F09-8148-C483321AD2D9}">
          <dgm14:cNvPr xmlns:dgm14="http://schemas.microsoft.com/office/drawing/2010/diagram" id="0" name="" descr="Office Worker"/>
        </a:ext>
      </dgm:extLst>
    </dgm:pt>
    <dgm:pt modelId="{9987E42E-2ADB-45A5-ACB7-2F6FEB57EB5A}" type="pres">
      <dgm:prSet presAssocID="{70A627A0-DF9E-4B13-8B1C-1AC7E51A00FD}" presName="iconSpace" presStyleCnt="0"/>
      <dgm:spPr/>
    </dgm:pt>
    <dgm:pt modelId="{1D3D8C79-6124-4DDB-9323-D3E3E5720150}" type="pres">
      <dgm:prSet presAssocID="{70A627A0-DF9E-4B13-8B1C-1AC7E51A00FD}" presName="parTx" presStyleLbl="revTx" presStyleIdx="4" presStyleCnt="10">
        <dgm:presLayoutVars>
          <dgm:chMax val="0"/>
          <dgm:chPref val="0"/>
        </dgm:presLayoutVars>
      </dgm:prSet>
      <dgm:spPr/>
    </dgm:pt>
    <dgm:pt modelId="{EB61172B-ED0B-40C0-B52A-58FB4C3B063A}" type="pres">
      <dgm:prSet presAssocID="{70A627A0-DF9E-4B13-8B1C-1AC7E51A00FD}" presName="txSpace" presStyleCnt="0"/>
      <dgm:spPr/>
    </dgm:pt>
    <dgm:pt modelId="{87C5E97F-5527-48D9-AE34-0239D8150A2F}" type="pres">
      <dgm:prSet presAssocID="{70A627A0-DF9E-4B13-8B1C-1AC7E51A00FD}" presName="desTx" presStyleLbl="revTx" presStyleIdx="5" presStyleCnt="10">
        <dgm:presLayoutVars/>
      </dgm:prSet>
      <dgm:spPr/>
    </dgm:pt>
    <dgm:pt modelId="{564895FC-BDD7-4A7C-8D53-28BA2FB7FBDE}" type="pres">
      <dgm:prSet presAssocID="{02B61B09-8C19-4552-80CB-1AC9CF1C15D5}" presName="sibTrans" presStyleCnt="0"/>
      <dgm:spPr/>
    </dgm:pt>
    <dgm:pt modelId="{D470CBB0-6632-4E5F-8E90-75270BAC20C4}" type="pres">
      <dgm:prSet presAssocID="{A11A1A42-1D86-421E-B1E1-40F0B0DD0D79}" presName="compNode" presStyleCnt="0"/>
      <dgm:spPr/>
    </dgm:pt>
    <dgm:pt modelId="{4A699E7C-A418-418E-8B6B-1DFAA1C30257}" type="pres">
      <dgm:prSet presAssocID="{A11A1A42-1D86-421E-B1E1-40F0B0DD0D79}" presName="iconRect" presStyleLbl="node1" presStyleIdx="3" presStyleCnt="5"/>
      <dgm:spPr>
        <a:blipFill>
          <a:blip xmlns:r="http://schemas.openxmlformats.org/officeDocument/2006/relationships" r:embed="rId7" cstate="email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8"/>
              </a:ext>
            </a:extLst>
          </a:blip>
          <a:stretch>
            <a:fillRect/>
          </a:stretch>
        </a:blipFill>
        <a:ln>
          <a:noFill/>
        </a:ln>
      </dgm:spPr>
      <dgm:extLst>
        <a:ext uri="{E40237B7-FDA0-4F09-8148-C483321AD2D9}">
          <dgm14:cNvPr xmlns:dgm14="http://schemas.microsoft.com/office/drawing/2010/diagram" id="0" name="" descr="Register"/>
        </a:ext>
      </dgm:extLst>
    </dgm:pt>
    <dgm:pt modelId="{FFCD7B9B-9C0B-4980-AAFF-CFAF109BF9D8}" type="pres">
      <dgm:prSet presAssocID="{A11A1A42-1D86-421E-B1E1-40F0B0DD0D79}" presName="iconSpace" presStyleCnt="0"/>
      <dgm:spPr/>
    </dgm:pt>
    <dgm:pt modelId="{5D3929F3-88BD-4D5E-855B-E8B9AFF42DC5}" type="pres">
      <dgm:prSet presAssocID="{A11A1A42-1D86-421E-B1E1-40F0B0DD0D79}" presName="parTx" presStyleLbl="revTx" presStyleIdx="6" presStyleCnt="10">
        <dgm:presLayoutVars>
          <dgm:chMax val="0"/>
          <dgm:chPref val="0"/>
        </dgm:presLayoutVars>
      </dgm:prSet>
      <dgm:spPr/>
    </dgm:pt>
    <dgm:pt modelId="{FD6DB648-AF49-4C41-8255-059A8E4638BC}" type="pres">
      <dgm:prSet presAssocID="{A11A1A42-1D86-421E-B1E1-40F0B0DD0D79}" presName="txSpace" presStyleCnt="0"/>
      <dgm:spPr/>
    </dgm:pt>
    <dgm:pt modelId="{6A7CE3DD-0B72-460D-83EE-3312D58DAB64}" type="pres">
      <dgm:prSet presAssocID="{A11A1A42-1D86-421E-B1E1-40F0B0DD0D79}" presName="desTx" presStyleLbl="revTx" presStyleIdx="7" presStyleCnt="10">
        <dgm:presLayoutVars/>
      </dgm:prSet>
      <dgm:spPr/>
    </dgm:pt>
    <dgm:pt modelId="{334A50B7-FA2F-4791-A543-D31FE3DFF6AA}" type="pres">
      <dgm:prSet presAssocID="{C31E53A1-994F-48AA-A5A9-CB298FFFF7C5}" presName="sibTrans" presStyleCnt="0"/>
      <dgm:spPr/>
    </dgm:pt>
    <dgm:pt modelId="{B7DBF0BA-0FF4-494D-8FA8-E45CEB7BFF5E}" type="pres">
      <dgm:prSet presAssocID="{3C3FE48B-B2DD-4AFC-BA11-DF41B92FB6A6}" presName="compNode" presStyleCnt="0"/>
      <dgm:spPr/>
    </dgm:pt>
    <dgm:pt modelId="{6F36BACF-A758-464D-B295-845BDD7C4464}" type="pres">
      <dgm:prSet presAssocID="{3C3FE48B-B2DD-4AFC-BA11-DF41B92FB6A6}" presName="iconRect" presStyleLbl="node1" presStyleIdx="4" presStyleCnt="5"/>
      <dgm:spPr>
        <a:blipFill>
          <a:blip xmlns:r="http://schemas.openxmlformats.org/officeDocument/2006/relationships" r:embed="rId9" cstate="email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10"/>
              </a:ext>
            </a:extLst>
          </a:blip>
          <a:stretch>
            <a:fillRect/>
          </a:stretch>
        </a:blipFill>
        <a:ln>
          <a:noFill/>
        </a:ln>
      </dgm:spPr>
      <dgm:extLst>
        <a:ext uri="{E40237B7-FDA0-4F09-8148-C483321AD2D9}">
          <dgm14:cNvPr xmlns:dgm14="http://schemas.microsoft.com/office/drawing/2010/diagram" id="0" name="" descr="Bitcoin"/>
        </a:ext>
      </dgm:extLst>
    </dgm:pt>
    <dgm:pt modelId="{8144AEAB-6284-44F2-A869-7CCC0DC2A779}" type="pres">
      <dgm:prSet presAssocID="{3C3FE48B-B2DD-4AFC-BA11-DF41B92FB6A6}" presName="iconSpace" presStyleCnt="0"/>
      <dgm:spPr/>
    </dgm:pt>
    <dgm:pt modelId="{33382E9A-15E7-47E7-89B6-F829A01EA56D}" type="pres">
      <dgm:prSet presAssocID="{3C3FE48B-B2DD-4AFC-BA11-DF41B92FB6A6}" presName="parTx" presStyleLbl="revTx" presStyleIdx="8" presStyleCnt="10">
        <dgm:presLayoutVars>
          <dgm:chMax val="0"/>
          <dgm:chPref val="0"/>
        </dgm:presLayoutVars>
      </dgm:prSet>
      <dgm:spPr/>
    </dgm:pt>
    <dgm:pt modelId="{50D6D433-EF0C-47C6-9448-A778B69FCFD4}" type="pres">
      <dgm:prSet presAssocID="{3C3FE48B-B2DD-4AFC-BA11-DF41B92FB6A6}" presName="txSpace" presStyleCnt="0"/>
      <dgm:spPr/>
    </dgm:pt>
    <dgm:pt modelId="{BED3B391-9B81-4271-B1FE-7F1F9C8BE8B0}" type="pres">
      <dgm:prSet presAssocID="{3C3FE48B-B2DD-4AFC-BA11-DF41B92FB6A6}" presName="desTx" presStyleLbl="revTx" presStyleIdx="9" presStyleCnt="10">
        <dgm:presLayoutVars/>
      </dgm:prSet>
      <dgm:spPr/>
    </dgm:pt>
  </dgm:ptLst>
  <dgm:cxnLst>
    <dgm:cxn modelId="{9D53F103-21E0-441D-A502-4A830781F60D}" type="presOf" srcId="{3ABF4AAD-CF5B-488D-808A-E3CED540A3D5}" destId="{6A7CE3DD-0B72-460D-83EE-3312D58DAB64}" srcOrd="0" destOrd="1" presId="urn:microsoft.com/office/officeart/2018/5/layout/CenteredIconLabelDescriptionList"/>
    <dgm:cxn modelId="{15599E1A-27E5-425A-93D6-94EAE36B76E4}" srcId="{37D9683A-6DBF-4EFE-837F-90CF83C3F09F}" destId="{70A627A0-DF9E-4B13-8B1C-1AC7E51A00FD}" srcOrd="2" destOrd="0" parTransId="{9475CD0C-6754-4384-B494-CB4729E0B210}" sibTransId="{02B61B09-8C19-4552-80CB-1AC9CF1C15D5}"/>
    <dgm:cxn modelId="{B341CA1B-9622-4889-AC3C-21C9656C7DE8}" srcId="{559AF9B3-6086-48AB-9C77-82ADB94BBB16}" destId="{42C0028C-D9E8-4399-9426-F08FE6AB3608}" srcOrd="1" destOrd="0" parTransId="{B811EDC3-0BB7-4506-AE36-246541F7E885}" sibTransId="{8609CEC3-45F9-4CC2-9F83-FBD159B85433}"/>
    <dgm:cxn modelId="{F8815229-0CD6-4258-9600-8C8410D9D92B}" type="presOf" srcId="{3C3FE48B-B2DD-4AFC-BA11-DF41B92FB6A6}" destId="{33382E9A-15E7-47E7-89B6-F829A01EA56D}" srcOrd="0" destOrd="0" presId="urn:microsoft.com/office/officeart/2018/5/layout/CenteredIconLabelDescriptionList"/>
    <dgm:cxn modelId="{61B2932F-4A99-4385-B1BC-5A5A97796E9C}" type="presOf" srcId="{70A627A0-DF9E-4B13-8B1C-1AC7E51A00FD}" destId="{1D3D8C79-6124-4DDB-9323-D3E3E5720150}" srcOrd="0" destOrd="0" presId="urn:microsoft.com/office/officeart/2018/5/layout/CenteredIconLabelDescriptionList"/>
    <dgm:cxn modelId="{5E36D332-C146-46CF-854F-C43AC84BEAB8}" type="presOf" srcId="{559AF9B3-6086-48AB-9C77-82ADB94BBB16}" destId="{17D32896-4F70-4F3B-A9E9-661652D44E31}" srcOrd="0" destOrd="0" presId="urn:microsoft.com/office/officeart/2018/5/layout/CenteredIconLabelDescriptionList"/>
    <dgm:cxn modelId="{54D33736-FEAB-4D3A-A8C8-A36D07F58A8D}" srcId="{37D9683A-6DBF-4EFE-837F-90CF83C3F09F}" destId="{559AF9B3-6086-48AB-9C77-82ADB94BBB16}" srcOrd="1" destOrd="0" parTransId="{78C27515-A2C1-41AC-89A2-3D2057068D09}" sibTransId="{13BE9997-D6F6-4F94-A93E-CC3497C98ECA}"/>
    <dgm:cxn modelId="{082D5538-9DF9-4524-B719-A585ED67217A}" srcId="{A11A1A42-1D86-421E-B1E1-40F0B0DD0D79}" destId="{A73A9C00-D5B0-4B90-AF21-C5DDBC5B51E6}" srcOrd="0" destOrd="0" parTransId="{C38B362C-7CF9-4205-8151-84D280066186}" sibTransId="{A26B0F41-5AC9-4F99-9905-AC54030D44FC}"/>
    <dgm:cxn modelId="{B063C039-B3C2-4032-98F2-A6337B09B876}" type="presOf" srcId="{6714DDF5-B3B0-49DA-9F49-39063A85FA3A}" destId="{72A50837-6979-481B-BAFF-8056E61E090E}" srcOrd="0" destOrd="0" presId="urn:microsoft.com/office/officeart/2018/5/layout/CenteredIconLabelDescriptionList"/>
    <dgm:cxn modelId="{FB5BED3B-EFE0-4AC6-8F4F-B5AF77585A92}" srcId="{37D9683A-6DBF-4EFE-837F-90CF83C3F09F}" destId="{A11A1A42-1D86-421E-B1E1-40F0B0DD0D79}" srcOrd="3" destOrd="0" parTransId="{6C4A8784-4220-41DD-852A-C91AF736A0F8}" sibTransId="{C31E53A1-994F-48AA-A5A9-CB298FFFF7C5}"/>
    <dgm:cxn modelId="{958A195D-11C8-4D11-913C-B0EE57E8D44D}" type="presOf" srcId="{DD8BB8EF-BBAF-443C-A6EA-26A73B1E7AAC}" destId="{87C5E97F-5527-48D9-AE34-0239D8150A2F}" srcOrd="0" destOrd="0" presId="urn:microsoft.com/office/officeart/2018/5/layout/CenteredIconLabelDescriptionList"/>
    <dgm:cxn modelId="{4BADB35F-8EC8-4042-8E91-83A4ED083E41}" srcId="{559AF9B3-6086-48AB-9C77-82ADB94BBB16}" destId="{A559BFD1-D15A-472F-9EE3-081E27C2F25E}" srcOrd="0" destOrd="0" parTransId="{844ECBCB-4E4D-4DE9-B3F6-FA46A408BEAB}" sibTransId="{179046DC-8488-4215-AF48-9D303BC91AD4}"/>
    <dgm:cxn modelId="{46815341-E801-45F8-BFFC-B16A07CE797A}" srcId="{70A627A0-DF9E-4B13-8B1C-1AC7E51A00FD}" destId="{DD8BB8EF-BBAF-443C-A6EA-26A73B1E7AAC}" srcOrd="0" destOrd="0" parTransId="{C893C68C-2B24-4421-AB69-21B3FD305194}" sibTransId="{C24F4A80-655F-45B6-A54B-41592F2D639F}"/>
    <dgm:cxn modelId="{C647FF67-C325-40A8-967F-A2EF1F2AAA88}" type="presOf" srcId="{37D9683A-6DBF-4EFE-837F-90CF83C3F09F}" destId="{ED3BFFB0-1C32-4965-866B-1B3C97D6FD6A}" srcOrd="0" destOrd="0" presId="urn:microsoft.com/office/officeart/2018/5/layout/CenteredIconLabelDescriptionList"/>
    <dgm:cxn modelId="{8E21366A-E0FD-4F51-9A05-0717DDE9778D}" srcId="{37D9683A-6DBF-4EFE-837F-90CF83C3F09F}" destId="{6714DDF5-B3B0-49DA-9F49-39063A85FA3A}" srcOrd="0" destOrd="0" parTransId="{A8C4BA0F-DFA3-415A-BA6D-B46A0C74E258}" sibTransId="{E7E99A12-55ED-4D84-8163-5DCDE5E29359}"/>
    <dgm:cxn modelId="{C11C5870-BB05-4FA1-ACB5-EC12E2647B35}" type="presOf" srcId="{1B7CDC54-644D-47A5-9319-8B85B9B25A6D}" destId="{EA117A8F-7C3E-4341-8224-3184960CB624}" srcOrd="0" destOrd="0" presId="urn:microsoft.com/office/officeart/2018/5/layout/CenteredIconLabelDescriptionList"/>
    <dgm:cxn modelId="{200BBC59-BA22-444C-A0FE-8819AA99C06F}" type="presOf" srcId="{CA5506C8-3F90-4A3F-AFDF-7D49CFA8956B}" destId="{BED3B391-9B81-4271-B1FE-7F1F9C8BE8B0}" srcOrd="0" destOrd="0" presId="urn:microsoft.com/office/officeart/2018/5/layout/CenteredIconLabelDescriptionList"/>
    <dgm:cxn modelId="{60421195-B59E-486A-ACAD-0A2BB429AD3F}" srcId="{6714DDF5-B3B0-49DA-9F49-39063A85FA3A}" destId="{1B7CDC54-644D-47A5-9319-8B85B9B25A6D}" srcOrd="0" destOrd="0" parTransId="{CF9E91D6-3D11-492F-9281-1C29E8A66A8C}" sibTransId="{F2E5F0D6-00CA-4154-8BFE-B72D9CA09F4D}"/>
    <dgm:cxn modelId="{7ABA44AE-C3CF-4816-9624-DAC8D2D754B7}" type="presOf" srcId="{A559BFD1-D15A-472F-9EE3-081E27C2F25E}" destId="{0D9B5CE2-197A-4F35-A22C-6E49F0D964E5}" srcOrd="0" destOrd="0" presId="urn:microsoft.com/office/officeart/2018/5/layout/CenteredIconLabelDescriptionList"/>
    <dgm:cxn modelId="{1F365AB2-D81A-420E-8836-3A8DB45D2101}" type="presOf" srcId="{09AB43B2-0D6B-446A-8EFD-794BBD2F7331}" destId="{87C5E97F-5527-48D9-AE34-0239D8150A2F}" srcOrd="0" destOrd="1" presId="urn:microsoft.com/office/officeart/2018/5/layout/CenteredIconLabelDescriptionList"/>
    <dgm:cxn modelId="{E8E704BB-6218-461B-AE11-2BBB33EED208}" type="presOf" srcId="{A73A9C00-D5B0-4B90-AF21-C5DDBC5B51E6}" destId="{6A7CE3DD-0B72-460D-83EE-3312D58DAB64}" srcOrd="0" destOrd="0" presId="urn:microsoft.com/office/officeart/2018/5/layout/CenteredIconLabelDescriptionList"/>
    <dgm:cxn modelId="{D69CFFBB-3627-4054-B5B6-A000B3E83663}" type="presOf" srcId="{42C0028C-D9E8-4399-9426-F08FE6AB3608}" destId="{0D9B5CE2-197A-4F35-A22C-6E49F0D964E5}" srcOrd="0" destOrd="1" presId="urn:microsoft.com/office/officeart/2018/5/layout/CenteredIconLabelDescriptionList"/>
    <dgm:cxn modelId="{F85C76C6-7780-48B9-972B-64A48B9AE570}" type="presOf" srcId="{A11A1A42-1D86-421E-B1E1-40F0B0DD0D79}" destId="{5D3929F3-88BD-4D5E-855B-E8B9AFF42DC5}" srcOrd="0" destOrd="0" presId="urn:microsoft.com/office/officeart/2018/5/layout/CenteredIconLabelDescriptionList"/>
    <dgm:cxn modelId="{6EEA72D7-CED4-410B-9782-C3ABA4A1AB9B}" srcId="{A11A1A42-1D86-421E-B1E1-40F0B0DD0D79}" destId="{3ABF4AAD-CF5B-488D-808A-E3CED540A3D5}" srcOrd="1" destOrd="0" parTransId="{B6733262-F98A-4731-8054-55C6FB474C68}" sibTransId="{FFD52FE4-0A95-40D2-ACC6-EB033937739C}"/>
    <dgm:cxn modelId="{6E2EEAE6-E6CC-40D5-90D2-3CB0DF972F99}" srcId="{70A627A0-DF9E-4B13-8B1C-1AC7E51A00FD}" destId="{09AB43B2-0D6B-446A-8EFD-794BBD2F7331}" srcOrd="1" destOrd="0" parTransId="{FF529E0C-27ED-475D-A12D-6C84E18F0A08}" sibTransId="{758950C9-C3FD-453F-B6A3-3BA746AFEE27}"/>
    <dgm:cxn modelId="{294DC7E8-A177-48EE-A565-2982ED4F4418}" srcId="{37D9683A-6DBF-4EFE-837F-90CF83C3F09F}" destId="{3C3FE48B-B2DD-4AFC-BA11-DF41B92FB6A6}" srcOrd="4" destOrd="0" parTransId="{E9A60322-E643-4F8A-BD5C-F8A723B20658}" sibTransId="{3020503A-0346-4E21-845C-A648417A15F4}"/>
    <dgm:cxn modelId="{66C01BFE-8C0C-4425-A45B-38895D0ECDE9}" srcId="{3C3FE48B-B2DD-4AFC-BA11-DF41B92FB6A6}" destId="{CA5506C8-3F90-4A3F-AFDF-7D49CFA8956B}" srcOrd="0" destOrd="0" parTransId="{3E6C9C48-1F1E-4215-A4C4-868C5E843714}" sibTransId="{62764E93-8171-4DBD-9E7F-77EA432AEC29}"/>
    <dgm:cxn modelId="{F89930CD-2823-434D-942F-78FB022A1E84}" type="presParOf" srcId="{ED3BFFB0-1C32-4965-866B-1B3C97D6FD6A}" destId="{440E7C35-31B5-428C-9471-E92221705F92}" srcOrd="0" destOrd="0" presId="urn:microsoft.com/office/officeart/2018/5/layout/CenteredIconLabelDescriptionList"/>
    <dgm:cxn modelId="{0ABB53A1-6559-44B5-9F67-B111DD9406A6}" type="presParOf" srcId="{440E7C35-31B5-428C-9471-E92221705F92}" destId="{305358AA-C8F1-49BF-B38D-C3F55383BE63}" srcOrd="0" destOrd="0" presId="urn:microsoft.com/office/officeart/2018/5/layout/CenteredIconLabelDescriptionList"/>
    <dgm:cxn modelId="{A703DF60-98B6-4FC6-AB6E-19E06B7A660B}" type="presParOf" srcId="{440E7C35-31B5-428C-9471-E92221705F92}" destId="{8AB4A34D-573A-48A6-BF6C-3BDE9B11C43C}" srcOrd="1" destOrd="0" presId="urn:microsoft.com/office/officeart/2018/5/layout/CenteredIconLabelDescriptionList"/>
    <dgm:cxn modelId="{50166CE1-5648-420B-8674-58AC79319F2A}" type="presParOf" srcId="{440E7C35-31B5-428C-9471-E92221705F92}" destId="{72A50837-6979-481B-BAFF-8056E61E090E}" srcOrd="2" destOrd="0" presId="urn:microsoft.com/office/officeart/2018/5/layout/CenteredIconLabelDescriptionList"/>
    <dgm:cxn modelId="{18624B71-2A6E-4D80-A113-5544F6BCAFB3}" type="presParOf" srcId="{440E7C35-31B5-428C-9471-E92221705F92}" destId="{4E44DEF6-9015-439C-B2F1-A990EDFC119D}" srcOrd="3" destOrd="0" presId="urn:microsoft.com/office/officeart/2018/5/layout/CenteredIconLabelDescriptionList"/>
    <dgm:cxn modelId="{021CD48B-ADCC-41BF-8347-2870E357FE3D}" type="presParOf" srcId="{440E7C35-31B5-428C-9471-E92221705F92}" destId="{EA117A8F-7C3E-4341-8224-3184960CB624}" srcOrd="4" destOrd="0" presId="urn:microsoft.com/office/officeart/2018/5/layout/CenteredIconLabelDescriptionList"/>
    <dgm:cxn modelId="{F36D7C12-8186-4915-B70D-C72435554C82}" type="presParOf" srcId="{ED3BFFB0-1C32-4965-866B-1B3C97D6FD6A}" destId="{6CC08FDC-CF3E-42AA-9DC2-E8ACE44CEF87}" srcOrd="1" destOrd="0" presId="urn:microsoft.com/office/officeart/2018/5/layout/CenteredIconLabelDescriptionList"/>
    <dgm:cxn modelId="{14C89827-1A09-428E-B1CF-B32CFFCACE22}" type="presParOf" srcId="{ED3BFFB0-1C32-4965-866B-1B3C97D6FD6A}" destId="{FD1D3B72-49E1-4410-B960-095D534A0405}" srcOrd="2" destOrd="0" presId="urn:microsoft.com/office/officeart/2018/5/layout/CenteredIconLabelDescriptionList"/>
    <dgm:cxn modelId="{883A695B-55D4-467E-94B3-DBE2B61A7765}" type="presParOf" srcId="{FD1D3B72-49E1-4410-B960-095D534A0405}" destId="{0D4A25A0-77DA-461A-9F99-66D367663D77}" srcOrd="0" destOrd="0" presId="urn:microsoft.com/office/officeart/2018/5/layout/CenteredIconLabelDescriptionList"/>
    <dgm:cxn modelId="{B601D923-1285-464A-8DE9-8E0ADCF70EED}" type="presParOf" srcId="{FD1D3B72-49E1-4410-B960-095D534A0405}" destId="{C6BE9507-89F0-4E2A-AC3D-3FDEC63A2592}" srcOrd="1" destOrd="0" presId="urn:microsoft.com/office/officeart/2018/5/layout/CenteredIconLabelDescriptionList"/>
    <dgm:cxn modelId="{ACB0A0A3-3F5D-4BD8-A776-515C7055E0DD}" type="presParOf" srcId="{FD1D3B72-49E1-4410-B960-095D534A0405}" destId="{17D32896-4F70-4F3B-A9E9-661652D44E31}" srcOrd="2" destOrd="0" presId="urn:microsoft.com/office/officeart/2018/5/layout/CenteredIconLabelDescriptionList"/>
    <dgm:cxn modelId="{E5E5DE96-6605-4656-965E-4EFA9AFA26B8}" type="presParOf" srcId="{FD1D3B72-49E1-4410-B960-095D534A0405}" destId="{A85CD5E7-BE8B-49BF-AAF5-2298DCA9F2FF}" srcOrd="3" destOrd="0" presId="urn:microsoft.com/office/officeart/2018/5/layout/CenteredIconLabelDescriptionList"/>
    <dgm:cxn modelId="{E6C3381A-402B-40C5-A41C-1F2C958605F9}" type="presParOf" srcId="{FD1D3B72-49E1-4410-B960-095D534A0405}" destId="{0D9B5CE2-197A-4F35-A22C-6E49F0D964E5}" srcOrd="4" destOrd="0" presId="urn:microsoft.com/office/officeart/2018/5/layout/CenteredIconLabelDescriptionList"/>
    <dgm:cxn modelId="{F316AB0B-01FA-49A4-89D3-1A17AEE2D8B4}" type="presParOf" srcId="{ED3BFFB0-1C32-4965-866B-1B3C97D6FD6A}" destId="{BD17E615-D004-4CA7-8091-964381E2EC27}" srcOrd="3" destOrd="0" presId="urn:microsoft.com/office/officeart/2018/5/layout/CenteredIconLabelDescriptionList"/>
    <dgm:cxn modelId="{8A1E51B0-CE16-4EA8-88AE-2335E1A556C7}" type="presParOf" srcId="{ED3BFFB0-1C32-4965-866B-1B3C97D6FD6A}" destId="{C7FAAA0C-DAFD-4736-83CA-DE6D756E7283}" srcOrd="4" destOrd="0" presId="urn:microsoft.com/office/officeart/2018/5/layout/CenteredIconLabelDescriptionList"/>
    <dgm:cxn modelId="{7C5BBD16-D1B2-4F35-BED8-4FDD2E697E2D}" type="presParOf" srcId="{C7FAAA0C-DAFD-4736-83CA-DE6D756E7283}" destId="{1F1B8D8C-64AE-454E-A876-E05A770C6931}" srcOrd="0" destOrd="0" presId="urn:microsoft.com/office/officeart/2018/5/layout/CenteredIconLabelDescriptionList"/>
    <dgm:cxn modelId="{211C701F-CB22-462F-B721-B3404176B708}" type="presParOf" srcId="{C7FAAA0C-DAFD-4736-83CA-DE6D756E7283}" destId="{9987E42E-2ADB-45A5-ACB7-2F6FEB57EB5A}" srcOrd="1" destOrd="0" presId="urn:microsoft.com/office/officeart/2018/5/layout/CenteredIconLabelDescriptionList"/>
    <dgm:cxn modelId="{8813D449-8014-4B6D-8FFD-158AEBFD9F96}" type="presParOf" srcId="{C7FAAA0C-DAFD-4736-83CA-DE6D756E7283}" destId="{1D3D8C79-6124-4DDB-9323-D3E3E5720150}" srcOrd="2" destOrd="0" presId="urn:microsoft.com/office/officeart/2018/5/layout/CenteredIconLabelDescriptionList"/>
    <dgm:cxn modelId="{C52F35FD-A32F-4A95-A659-F49ADBD900EB}" type="presParOf" srcId="{C7FAAA0C-DAFD-4736-83CA-DE6D756E7283}" destId="{EB61172B-ED0B-40C0-B52A-58FB4C3B063A}" srcOrd="3" destOrd="0" presId="urn:microsoft.com/office/officeart/2018/5/layout/CenteredIconLabelDescriptionList"/>
    <dgm:cxn modelId="{2C09DD06-C6BB-41A3-BE4A-82F972543BED}" type="presParOf" srcId="{C7FAAA0C-DAFD-4736-83CA-DE6D756E7283}" destId="{87C5E97F-5527-48D9-AE34-0239D8150A2F}" srcOrd="4" destOrd="0" presId="urn:microsoft.com/office/officeart/2018/5/layout/CenteredIconLabelDescriptionList"/>
    <dgm:cxn modelId="{B19AF9F1-0AC0-4B53-8F60-81D69B59FCE6}" type="presParOf" srcId="{ED3BFFB0-1C32-4965-866B-1B3C97D6FD6A}" destId="{564895FC-BDD7-4A7C-8D53-28BA2FB7FBDE}" srcOrd="5" destOrd="0" presId="urn:microsoft.com/office/officeart/2018/5/layout/CenteredIconLabelDescriptionList"/>
    <dgm:cxn modelId="{1C7A37F1-3D37-49C4-AF08-2DEE85FAAE4A}" type="presParOf" srcId="{ED3BFFB0-1C32-4965-866B-1B3C97D6FD6A}" destId="{D470CBB0-6632-4E5F-8E90-75270BAC20C4}" srcOrd="6" destOrd="0" presId="urn:microsoft.com/office/officeart/2018/5/layout/CenteredIconLabelDescriptionList"/>
    <dgm:cxn modelId="{3075E115-7D15-4EF5-AC56-BFB251C4981A}" type="presParOf" srcId="{D470CBB0-6632-4E5F-8E90-75270BAC20C4}" destId="{4A699E7C-A418-418E-8B6B-1DFAA1C30257}" srcOrd="0" destOrd="0" presId="urn:microsoft.com/office/officeart/2018/5/layout/CenteredIconLabelDescriptionList"/>
    <dgm:cxn modelId="{EEFD573B-43A7-400C-9038-7B65E9DFB0C6}" type="presParOf" srcId="{D470CBB0-6632-4E5F-8E90-75270BAC20C4}" destId="{FFCD7B9B-9C0B-4980-AAFF-CFAF109BF9D8}" srcOrd="1" destOrd="0" presId="urn:microsoft.com/office/officeart/2018/5/layout/CenteredIconLabelDescriptionList"/>
    <dgm:cxn modelId="{8CA99785-C637-4FD2-B1AD-0F3929214492}" type="presParOf" srcId="{D470CBB0-6632-4E5F-8E90-75270BAC20C4}" destId="{5D3929F3-88BD-4D5E-855B-E8B9AFF42DC5}" srcOrd="2" destOrd="0" presId="urn:microsoft.com/office/officeart/2018/5/layout/CenteredIconLabelDescriptionList"/>
    <dgm:cxn modelId="{E495B59E-0F81-4ED9-ABAB-8686D7759EE9}" type="presParOf" srcId="{D470CBB0-6632-4E5F-8E90-75270BAC20C4}" destId="{FD6DB648-AF49-4C41-8255-059A8E4638BC}" srcOrd="3" destOrd="0" presId="urn:microsoft.com/office/officeart/2018/5/layout/CenteredIconLabelDescriptionList"/>
    <dgm:cxn modelId="{941F047F-8740-43A7-8F87-9AE9C6F8F86D}" type="presParOf" srcId="{D470CBB0-6632-4E5F-8E90-75270BAC20C4}" destId="{6A7CE3DD-0B72-460D-83EE-3312D58DAB64}" srcOrd="4" destOrd="0" presId="urn:microsoft.com/office/officeart/2018/5/layout/CenteredIconLabelDescriptionList"/>
    <dgm:cxn modelId="{95329018-C8C7-43EF-B402-CDB1A9AFA925}" type="presParOf" srcId="{ED3BFFB0-1C32-4965-866B-1B3C97D6FD6A}" destId="{334A50B7-FA2F-4791-A543-D31FE3DFF6AA}" srcOrd="7" destOrd="0" presId="urn:microsoft.com/office/officeart/2018/5/layout/CenteredIconLabelDescriptionList"/>
    <dgm:cxn modelId="{5CDD6191-4483-48C8-88E4-D5A4A8D7918F}" type="presParOf" srcId="{ED3BFFB0-1C32-4965-866B-1B3C97D6FD6A}" destId="{B7DBF0BA-0FF4-494D-8FA8-E45CEB7BFF5E}" srcOrd="8" destOrd="0" presId="urn:microsoft.com/office/officeart/2018/5/layout/CenteredIconLabelDescriptionList"/>
    <dgm:cxn modelId="{B36AD0CC-AD0F-4D0F-959E-40478845A711}" type="presParOf" srcId="{B7DBF0BA-0FF4-494D-8FA8-E45CEB7BFF5E}" destId="{6F36BACF-A758-464D-B295-845BDD7C4464}" srcOrd="0" destOrd="0" presId="urn:microsoft.com/office/officeart/2018/5/layout/CenteredIconLabelDescriptionList"/>
    <dgm:cxn modelId="{64CD3C86-CB06-44CA-B59A-0F9147290566}" type="presParOf" srcId="{B7DBF0BA-0FF4-494D-8FA8-E45CEB7BFF5E}" destId="{8144AEAB-6284-44F2-A869-7CCC0DC2A779}" srcOrd="1" destOrd="0" presId="urn:microsoft.com/office/officeart/2018/5/layout/CenteredIconLabelDescriptionList"/>
    <dgm:cxn modelId="{F262C149-C79F-4BA1-8FB2-F9BA668202A1}" type="presParOf" srcId="{B7DBF0BA-0FF4-494D-8FA8-E45CEB7BFF5E}" destId="{33382E9A-15E7-47E7-89B6-F829A01EA56D}" srcOrd="2" destOrd="0" presId="urn:microsoft.com/office/officeart/2018/5/layout/CenteredIconLabelDescriptionList"/>
    <dgm:cxn modelId="{152A32D6-3AC7-45CB-AAEA-65A1E497DAB1}" type="presParOf" srcId="{B7DBF0BA-0FF4-494D-8FA8-E45CEB7BFF5E}" destId="{50D6D433-EF0C-47C6-9448-A778B69FCFD4}" srcOrd="3" destOrd="0" presId="urn:microsoft.com/office/officeart/2018/5/layout/CenteredIconLabelDescriptionList"/>
    <dgm:cxn modelId="{8BF222AA-592A-4CAC-BDC6-80AB12CC355B}" type="presParOf" srcId="{B7DBF0BA-0FF4-494D-8FA8-E45CEB7BFF5E}" destId="{BED3B391-9B81-4271-B1FE-7F1F9C8BE8B0}" srcOrd="4" destOrd="0" presId="urn:microsoft.com/office/officeart/2018/5/layout/CenteredIconLabelDescriptionList"/>
  </dgm:cxnLst>
  <dgm:bg/>
  <dgm:whole/>
  <dgm:extLst>
    <a:ext uri="http://schemas.microsoft.com/office/drawing/2008/diagram">
      <dsp:dataModelExt xmlns:dsp="http://schemas.microsoft.com/office/drawing/2008/diagram" relId="rId6" minVer="http://schemas.openxmlformats.org/drawingml/2006/diagram"/>
    </a:ext>
  </dgm:extLst>
</dgm:dataModel>
</file>

<file path=ppt/diagrams/data25.xml><?xml version="1.0" encoding="utf-8"?>
<dgm:dataModel xmlns:dgm="http://schemas.openxmlformats.org/drawingml/2006/diagram" xmlns:a="http://schemas.openxmlformats.org/drawingml/2006/main">
  <dgm:ptLst>
    <dgm:pt modelId="{6F5F7788-8F79-4704-A706-32C2155E2DFE}" type="doc">
      <dgm:prSet loTypeId="urn:microsoft.com/office/officeart/2018/2/layout/IconLabelDescriptionList" loCatId="icon" qsTypeId="urn:microsoft.com/office/officeart/2005/8/quickstyle/simple1" qsCatId="simple" csTypeId="urn:microsoft.com/office/officeart/2018/5/colors/Iconchunking_neutralbg_colorful1" csCatId="colorful" phldr="1"/>
      <dgm:spPr/>
      <dgm:t>
        <a:bodyPr/>
        <a:lstStyle/>
        <a:p>
          <a:endParaRPr lang="en-US"/>
        </a:p>
      </dgm:t>
    </dgm:pt>
    <dgm:pt modelId="{0C5D405F-4BA7-44CD-B34E-02ED9A261EEE}">
      <dgm:prSet/>
      <dgm:spPr/>
      <dgm:t>
        <a:bodyPr/>
        <a:lstStyle/>
        <a:p>
          <a:pPr>
            <a:lnSpc>
              <a:spcPct val="100000"/>
            </a:lnSpc>
            <a:defRPr b="1"/>
          </a:pPr>
          <a:r>
            <a:rPr lang="tr-TR"/>
            <a:t>Two parts</a:t>
          </a:r>
          <a:endParaRPr lang="en-US"/>
        </a:p>
      </dgm:t>
    </dgm:pt>
    <dgm:pt modelId="{2AD99246-56C8-4D03-A6E4-782940238CF1}" type="parTrans" cxnId="{407BADBE-315F-4AB4-A3F5-59EA058A128C}">
      <dgm:prSet/>
      <dgm:spPr/>
      <dgm:t>
        <a:bodyPr/>
        <a:lstStyle/>
        <a:p>
          <a:endParaRPr lang="en-US"/>
        </a:p>
      </dgm:t>
    </dgm:pt>
    <dgm:pt modelId="{C933FBAA-5EA2-4321-BFD9-C7493EFEAF8B}" type="sibTrans" cxnId="{407BADBE-315F-4AB4-A3F5-59EA058A128C}">
      <dgm:prSet/>
      <dgm:spPr/>
      <dgm:t>
        <a:bodyPr/>
        <a:lstStyle/>
        <a:p>
          <a:endParaRPr lang="en-US"/>
        </a:p>
      </dgm:t>
    </dgm:pt>
    <dgm:pt modelId="{65113D05-F0A4-4D03-9B31-CB091F661ABE}">
      <dgm:prSet/>
      <dgm:spPr/>
      <dgm:t>
        <a:bodyPr/>
        <a:lstStyle/>
        <a:p>
          <a:pPr>
            <a:lnSpc>
              <a:spcPct val="100000"/>
            </a:lnSpc>
          </a:pPr>
          <a:r>
            <a:rPr lang="en-US"/>
            <a:t>Transaction outputs</a:t>
          </a:r>
        </a:p>
      </dgm:t>
    </dgm:pt>
    <dgm:pt modelId="{3D96DE22-70EC-4EBC-BE6B-07F4C6A9BB0A}" type="parTrans" cxnId="{E9DCD226-934B-4076-9E44-CAAD8E9814C3}">
      <dgm:prSet/>
      <dgm:spPr/>
      <dgm:t>
        <a:bodyPr/>
        <a:lstStyle/>
        <a:p>
          <a:endParaRPr lang="en-US"/>
        </a:p>
      </dgm:t>
    </dgm:pt>
    <dgm:pt modelId="{6F6A50F0-FCB6-4D4F-9B68-AB472CDCB51E}" type="sibTrans" cxnId="{E9DCD226-934B-4076-9E44-CAAD8E9814C3}">
      <dgm:prSet/>
      <dgm:spPr/>
      <dgm:t>
        <a:bodyPr/>
        <a:lstStyle/>
        <a:p>
          <a:endParaRPr lang="en-US"/>
        </a:p>
      </dgm:t>
    </dgm:pt>
    <dgm:pt modelId="{B3DE6C5F-7D5E-46A9-BE6B-00240484316B}">
      <dgm:prSet/>
      <dgm:spPr/>
      <dgm:t>
        <a:bodyPr/>
        <a:lstStyle/>
        <a:p>
          <a:pPr>
            <a:lnSpc>
              <a:spcPct val="100000"/>
            </a:lnSpc>
            <a:defRPr b="1"/>
          </a:pPr>
          <a:r>
            <a:rPr lang="tr-TR"/>
            <a:t>Amount</a:t>
          </a:r>
          <a:endParaRPr lang="en-US"/>
        </a:p>
      </dgm:t>
    </dgm:pt>
    <dgm:pt modelId="{7845EAA3-352E-4D33-8986-1104B897DDB0}" type="parTrans" cxnId="{9EDDDA34-3C29-4EEC-B392-3E961A77E4E3}">
      <dgm:prSet/>
      <dgm:spPr/>
      <dgm:t>
        <a:bodyPr/>
        <a:lstStyle/>
        <a:p>
          <a:endParaRPr lang="en-US"/>
        </a:p>
      </dgm:t>
    </dgm:pt>
    <dgm:pt modelId="{6AA9D99C-437D-4DF4-B80D-534521970F49}" type="sibTrans" cxnId="{9EDDDA34-3C29-4EEC-B392-3E961A77E4E3}">
      <dgm:prSet/>
      <dgm:spPr/>
      <dgm:t>
        <a:bodyPr/>
        <a:lstStyle/>
        <a:p>
          <a:endParaRPr lang="en-US"/>
        </a:p>
      </dgm:t>
    </dgm:pt>
    <dgm:pt modelId="{C8E6328E-F382-4732-BD37-D07377E9B46A}">
      <dgm:prSet/>
      <dgm:spPr/>
      <dgm:t>
        <a:bodyPr/>
        <a:lstStyle/>
        <a:p>
          <a:pPr>
            <a:lnSpc>
              <a:spcPct val="100000"/>
            </a:lnSpc>
          </a:pPr>
          <a:r>
            <a:rPr lang="en-US"/>
            <a:t>denominated in </a:t>
          </a:r>
          <a:r>
            <a:rPr lang="tr-TR" i="1"/>
            <a:t>Satoshies</a:t>
          </a:r>
          <a:endParaRPr lang="en-US"/>
        </a:p>
      </dgm:t>
    </dgm:pt>
    <dgm:pt modelId="{20DC1E94-7BA3-4118-82DB-2EC0871D5021}" type="parTrans" cxnId="{289823F6-70DB-48EF-B36C-E82240B714C1}">
      <dgm:prSet/>
      <dgm:spPr/>
      <dgm:t>
        <a:bodyPr/>
        <a:lstStyle/>
        <a:p>
          <a:endParaRPr lang="en-US"/>
        </a:p>
      </dgm:t>
    </dgm:pt>
    <dgm:pt modelId="{B31930B8-7731-47FE-ACCD-54E77C52D76C}" type="sibTrans" cxnId="{289823F6-70DB-48EF-B36C-E82240B714C1}">
      <dgm:prSet/>
      <dgm:spPr/>
      <dgm:t>
        <a:bodyPr/>
        <a:lstStyle/>
        <a:p>
          <a:endParaRPr lang="en-US"/>
        </a:p>
      </dgm:t>
    </dgm:pt>
    <dgm:pt modelId="{908519D9-AE15-4DEB-B183-8B513C922313}">
      <dgm:prSet/>
      <dgm:spPr/>
      <dgm:t>
        <a:bodyPr/>
        <a:lstStyle/>
        <a:p>
          <a:pPr>
            <a:lnSpc>
              <a:spcPct val="100000"/>
            </a:lnSpc>
          </a:pPr>
          <a:r>
            <a:rPr lang="en-US"/>
            <a:t>consist of two parts</a:t>
          </a:r>
        </a:p>
      </dgm:t>
    </dgm:pt>
    <dgm:pt modelId="{D4017443-232E-4F42-9CCD-A31A2F3D34BD}" type="parTrans" cxnId="{BA623AB6-7F5A-4FBB-823A-7EC0270CA136}">
      <dgm:prSet/>
      <dgm:spPr/>
      <dgm:t>
        <a:bodyPr/>
        <a:lstStyle/>
        <a:p>
          <a:endParaRPr lang="tr-TR"/>
        </a:p>
      </dgm:t>
    </dgm:pt>
    <dgm:pt modelId="{312370D4-A725-420D-86A6-0633A12D53A3}" type="sibTrans" cxnId="{BA623AB6-7F5A-4FBB-823A-7EC0270CA136}">
      <dgm:prSet/>
      <dgm:spPr/>
      <dgm:t>
        <a:bodyPr/>
        <a:lstStyle/>
        <a:p>
          <a:endParaRPr lang="tr-TR"/>
        </a:p>
      </dgm:t>
    </dgm:pt>
    <dgm:pt modelId="{CCE3B6AC-8D7C-4F11-B7CF-0C765F9D92DD}">
      <dgm:prSet/>
      <dgm:spPr/>
      <dgm:t>
        <a:bodyPr/>
        <a:lstStyle/>
        <a:p>
          <a:pPr>
            <a:lnSpc>
              <a:spcPct val="100000"/>
            </a:lnSpc>
          </a:pPr>
          <a:r>
            <a:rPr lang="en-US"/>
            <a:t>An amount of bitcoin </a:t>
          </a:r>
        </a:p>
      </dgm:t>
    </dgm:pt>
    <dgm:pt modelId="{498E6D6C-95B5-4441-8D9B-87EB0A5A8D6F}" type="parTrans" cxnId="{3A693622-CA5F-4391-B0A3-ED2BD65E2C07}">
      <dgm:prSet/>
      <dgm:spPr/>
      <dgm:t>
        <a:bodyPr/>
        <a:lstStyle/>
        <a:p>
          <a:endParaRPr lang="tr-TR"/>
        </a:p>
      </dgm:t>
    </dgm:pt>
    <dgm:pt modelId="{886536AD-1C58-4E4A-B5F7-B60EC5FC3135}" type="sibTrans" cxnId="{3A693622-CA5F-4391-B0A3-ED2BD65E2C07}">
      <dgm:prSet/>
      <dgm:spPr/>
      <dgm:t>
        <a:bodyPr/>
        <a:lstStyle/>
        <a:p>
          <a:endParaRPr lang="tr-TR"/>
        </a:p>
      </dgm:t>
    </dgm:pt>
    <dgm:pt modelId="{8D08A94A-8BC0-409F-8C35-18B22BF3A8C6}">
      <dgm:prSet/>
      <dgm:spPr/>
      <dgm:t>
        <a:bodyPr/>
        <a:lstStyle/>
        <a:p>
          <a:pPr>
            <a:lnSpc>
              <a:spcPct val="100000"/>
            </a:lnSpc>
            <a:defRPr b="1"/>
          </a:pPr>
          <a:r>
            <a:rPr lang="tr-TR"/>
            <a:t>Locking script</a:t>
          </a:r>
          <a:endParaRPr lang="en-US"/>
        </a:p>
      </dgm:t>
    </dgm:pt>
    <dgm:pt modelId="{D4889D7C-2013-45ED-B496-447537020F92}" type="parTrans" cxnId="{A1D2C720-9336-42C4-A128-A1FDF6681828}">
      <dgm:prSet/>
      <dgm:spPr/>
      <dgm:t>
        <a:bodyPr/>
        <a:lstStyle/>
        <a:p>
          <a:endParaRPr lang="tr-TR"/>
        </a:p>
      </dgm:t>
    </dgm:pt>
    <dgm:pt modelId="{093DF32B-F890-4760-8A2C-3F42928338EA}" type="sibTrans" cxnId="{A1D2C720-9336-42C4-A128-A1FDF6681828}">
      <dgm:prSet/>
      <dgm:spPr/>
      <dgm:t>
        <a:bodyPr/>
        <a:lstStyle/>
        <a:p>
          <a:endParaRPr lang="tr-TR"/>
        </a:p>
      </dgm:t>
    </dgm:pt>
    <dgm:pt modelId="{E6868422-AD92-4B44-8BC8-DF2C9F4D5AC0}">
      <dgm:prSet/>
      <dgm:spPr/>
      <dgm:t>
        <a:bodyPr/>
        <a:lstStyle/>
        <a:p>
          <a:pPr>
            <a:lnSpc>
              <a:spcPct val="100000"/>
            </a:lnSpc>
          </a:pPr>
          <a:r>
            <a:rPr lang="tr-TR"/>
            <a:t>conditions to be able</a:t>
          </a:r>
          <a:endParaRPr lang="en-US"/>
        </a:p>
      </dgm:t>
    </dgm:pt>
    <dgm:pt modelId="{1B0E2365-A2AB-4A62-AB36-D373324E9A7D}" type="parTrans" cxnId="{175698FD-9ED4-4970-A2CA-CA7552C91C00}">
      <dgm:prSet/>
      <dgm:spPr/>
      <dgm:t>
        <a:bodyPr/>
        <a:lstStyle/>
        <a:p>
          <a:endParaRPr lang="tr-TR"/>
        </a:p>
      </dgm:t>
    </dgm:pt>
    <dgm:pt modelId="{190DA56B-FB12-48EF-894E-B29A908EC056}" type="sibTrans" cxnId="{175698FD-9ED4-4970-A2CA-CA7552C91C00}">
      <dgm:prSet/>
      <dgm:spPr/>
      <dgm:t>
        <a:bodyPr/>
        <a:lstStyle/>
        <a:p>
          <a:endParaRPr lang="tr-TR"/>
        </a:p>
      </dgm:t>
    </dgm:pt>
    <dgm:pt modelId="{0D10F7F6-D409-4FD6-BF22-001136E39A9F}">
      <dgm:prSet/>
      <dgm:spPr/>
      <dgm:t>
        <a:bodyPr/>
        <a:lstStyle/>
        <a:p>
          <a:pPr>
            <a:lnSpc>
              <a:spcPct val="100000"/>
            </a:lnSpc>
          </a:pPr>
          <a:r>
            <a:rPr lang="tr-TR"/>
            <a:t>to spend the amount</a:t>
          </a:r>
          <a:endParaRPr lang="en-US"/>
        </a:p>
      </dgm:t>
    </dgm:pt>
    <dgm:pt modelId="{5FDB4C5B-69F2-43C7-A2F2-6298FADA3EC1}" type="parTrans" cxnId="{99DD9204-1641-49F0-B67A-F935A86AB1F3}">
      <dgm:prSet/>
      <dgm:spPr/>
      <dgm:t>
        <a:bodyPr/>
        <a:lstStyle/>
        <a:p>
          <a:endParaRPr lang="tr-TR"/>
        </a:p>
      </dgm:t>
    </dgm:pt>
    <dgm:pt modelId="{C7F1439A-DA37-4D5D-A27D-750DEDFA690F}" type="sibTrans" cxnId="{99DD9204-1641-49F0-B67A-F935A86AB1F3}">
      <dgm:prSet/>
      <dgm:spPr/>
      <dgm:t>
        <a:bodyPr/>
        <a:lstStyle/>
        <a:p>
          <a:endParaRPr lang="tr-TR"/>
        </a:p>
      </dgm:t>
    </dgm:pt>
    <dgm:pt modelId="{39D368B0-46B4-40EF-BA90-16BAE65A580E}" type="pres">
      <dgm:prSet presAssocID="{6F5F7788-8F79-4704-A706-32C2155E2DFE}" presName="root" presStyleCnt="0">
        <dgm:presLayoutVars>
          <dgm:dir/>
          <dgm:resizeHandles val="exact"/>
        </dgm:presLayoutVars>
      </dgm:prSet>
      <dgm:spPr/>
    </dgm:pt>
    <dgm:pt modelId="{3F22BA08-9581-4D6E-93E9-E6126E49BE2B}" type="pres">
      <dgm:prSet presAssocID="{0C5D405F-4BA7-44CD-B34E-02ED9A261EEE}" presName="compNode" presStyleCnt="0"/>
      <dgm:spPr/>
    </dgm:pt>
    <dgm:pt modelId="{0CA83FB3-8CFC-4862-B863-CE3E09E93054}" type="pres">
      <dgm:prSet presAssocID="{0C5D405F-4BA7-44CD-B34E-02ED9A261EEE}" presName="iconRect" presStyleLbl="node1" presStyleIdx="0" presStyleCnt="3"/>
      <dgm:spPr>
        <a:blipFill>
          <a:blip xmlns:r="http://schemas.openxmlformats.org/officeDocument/2006/relationships" r:embed="rId1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2"/>
              </a:ext>
            </a:extLst>
          </a:blip>
          <a:stretch>
            <a:fillRect/>
          </a:stretch>
        </a:blipFill>
        <a:ln>
          <a:noFill/>
        </a:ln>
      </dgm:spPr>
      <dgm:extLst>
        <a:ext uri="{E40237B7-FDA0-4F09-8148-C483321AD2D9}">
          <dgm14:cNvPr xmlns:dgm14="http://schemas.microsoft.com/office/drawing/2010/diagram" id="0" name="" descr="Gears"/>
        </a:ext>
      </dgm:extLst>
    </dgm:pt>
    <dgm:pt modelId="{AFB023A6-5175-447E-96CA-2936FD208494}" type="pres">
      <dgm:prSet presAssocID="{0C5D405F-4BA7-44CD-B34E-02ED9A261EEE}" presName="iconSpace" presStyleCnt="0"/>
      <dgm:spPr/>
    </dgm:pt>
    <dgm:pt modelId="{A836D15C-1C2A-4E01-A76E-70F7B1E97196}" type="pres">
      <dgm:prSet presAssocID="{0C5D405F-4BA7-44CD-B34E-02ED9A261EEE}" presName="parTx" presStyleLbl="revTx" presStyleIdx="0" presStyleCnt="6">
        <dgm:presLayoutVars>
          <dgm:chMax val="0"/>
          <dgm:chPref val="0"/>
        </dgm:presLayoutVars>
      </dgm:prSet>
      <dgm:spPr/>
    </dgm:pt>
    <dgm:pt modelId="{ABB3CDCE-10D7-4565-B3B5-0BDAE37E0DCF}" type="pres">
      <dgm:prSet presAssocID="{0C5D405F-4BA7-44CD-B34E-02ED9A261EEE}" presName="txSpace" presStyleCnt="0"/>
      <dgm:spPr/>
    </dgm:pt>
    <dgm:pt modelId="{B0C5CE9C-733B-4194-B488-166AFCC68546}" type="pres">
      <dgm:prSet presAssocID="{0C5D405F-4BA7-44CD-B34E-02ED9A261EEE}" presName="desTx" presStyleLbl="revTx" presStyleIdx="1" presStyleCnt="6">
        <dgm:presLayoutVars/>
      </dgm:prSet>
      <dgm:spPr/>
    </dgm:pt>
    <dgm:pt modelId="{0C6D77DB-48F2-4CE3-9967-E34E84B5C7B8}" type="pres">
      <dgm:prSet presAssocID="{C933FBAA-5EA2-4321-BFD9-C7493EFEAF8B}" presName="sibTrans" presStyleCnt="0"/>
      <dgm:spPr/>
    </dgm:pt>
    <dgm:pt modelId="{30DE98B8-D68A-41EA-B971-927532FC469A}" type="pres">
      <dgm:prSet presAssocID="{B3DE6C5F-7D5E-46A9-BE6B-00240484316B}" presName="compNode" presStyleCnt="0"/>
      <dgm:spPr/>
    </dgm:pt>
    <dgm:pt modelId="{5A3B7BFA-3728-46ED-98E4-12A31419AF92}" type="pres">
      <dgm:prSet presAssocID="{B3DE6C5F-7D5E-46A9-BE6B-00240484316B}" presName="iconRect" presStyleLbl="node1" presStyleIdx="1" presStyleCnt="3"/>
      <dgm:spPr>
        <a:blipFill>
          <a:blip xmlns:r="http://schemas.openxmlformats.org/officeDocument/2006/relationships" r:embed="rId3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4"/>
              </a:ext>
            </a:extLst>
          </a:blip>
          <a:stretch>
            <a:fillRect/>
          </a:stretch>
        </a:blipFill>
        <a:ln>
          <a:noFill/>
        </a:ln>
      </dgm:spPr>
      <dgm:extLst>
        <a:ext uri="{E40237B7-FDA0-4F09-8148-C483321AD2D9}">
          <dgm14:cNvPr xmlns:dgm14="http://schemas.microsoft.com/office/drawing/2010/diagram" id="0" name="" descr="Bitcoin"/>
        </a:ext>
      </dgm:extLst>
    </dgm:pt>
    <dgm:pt modelId="{1EFE459D-B0C4-4E41-8775-B0AB33DCB818}" type="pres">
      <dgm:prSet presAssocID="{B3DE6C5F-7D5E-46A9-BE6B-00240484316B}" presName="iconSpace" presStyleCnt="0"/>
      <dgm:spPr/>
    </dgm:pt>
    <dgm:pt modelId="{6B537A54-5F4D-4A43-B2FE-8726D2A63D70}" type="pres">
      <dgm:prSet presAssocID="{B3DE6C5F-7D5E-46A9-BE6B-00240484316B}" presName="parTx" presStyleLbl="revTx" presStyleIdx="2" presStyleCnt="6">
        <dgm:presLayoutVars>
          <dgm:chMax val="0"/>
          <dgm:chPref val="0"/>
        </dgm:presLayoutVars>
      </dgm:prSet>
      <dgm:spPr/>
    </dgm:pt>
    <dgm:pt modelId="{B5711A5A-8751-42D0-95EF-C6C8A828DF3B}" type="pres">
      <dgm:prSet presAssocID="{B3DE6C5F-7D5E-46A9-BE6B-00240484316B}" presName="txSpace" presStyleCnt="0"/>
      <dgm:spPr/>
    </dgm:pt>
    <dgm:pt modelId="{C0936480-7964-403D-A48A-93B5C3E041D0}" type="pres">
      <dgm:prSet presAssocID="{B3DE6C5F-7D5E-46A9-BE6B-00240484316B}" presName="desTx" presStyleLbl="revTx" presStyleIdx="3" presStyleCnt="6">
        <dgm:presLayoutVars/>
      </dgm:prSet>
      <dgm:spPr/>
    </dgm:pt>
    <dgm:pt modelId="{B19B9351-259B-4A5D-8B91-33F7A07B8314}" type="pres">
      <dgm:prSet presAssocID="{6AA9D99C-437D-4DF4-B80D-534521970F49}" presName="sibTrans" presStyleCnt="0"/>
      <dgm:spPr/>
    </dgm:pt>
    <dgm:pt modelId="{764524E9-76CA-4B92-BB4D-4B55DB9B30E6}" type="pres">
      <dgm:prSet presAssocID="{8D08A94A-8BC0-409F-8C35-18B22BF3A8C6}" presName="compNode" presStyleCnt="0"/>
      <dgm:spPr/>
    </dgm:pt>
    <dgm:pt modelId="{230FCF9E-1039-4EA3-BFD1-7F78187557D6}" type="pres">
      <dgm:prSet presAssocID="{8D08A94A-8BC0-409F-8C35-18B22BF3A8C6}" presName="iconRect" presStyleLbl="node1" presStyleIdx="2" presStyleCnt="3"/>
      <dgm:spPr>
        <a:blipFill>
          <a:blip xmlns:r="http://schemas.openxmlformats.org/officeDocument/2006/relationships" r:embed="rId5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6"/>
              </a:ext>
            </a:extLst>
          </a:blip>
          <a:stretch>
            <a:fillRect/>
          </a:stretch>
        </a:blipFill>
        <a:ln>
          <a:noFill/>
        </a:ln>
      </dgm:spPr>
      <dgm:extLst>
        <a:ext uri="{E40237B7-FDA0-4F09-8148-C483321AD2D9}">
          <dgm14:cNvPr xmlns:dgm14="http://schemas.microsoft.com/office/drawing/2010/diagram" id="0" name="" descr="Rupee"/>
        </a:ext>
      </dgm:extLst>
    </dgm:pt>
    <dgm:pt modelId="{EDFE08DA-D2C4-4FD4-A6EF-6EE29A11FAEE}" type="pres">
      <dgm:prSet presAssocID="{8D08A94A-8BC0-409F-8C35-18B22BF3A8C6}" presName="iconSpace" presStyleCnt="0"/>
      <dgm:spPr/>
    </dgm:pt>
    <dgm:pt modelId="{C9077017-9EE0-4C68-95B6-0DD9C5D42992}" type="pres">
      <dgm:prSet presAssocID="{8D08A94A-8BC0-409F-8C35-18B22BF3A8C6}" presName="parTx" presStyleLbl="revTx" presStyleIdx="4" presStyleCnt="6">
        <dgm:presLayoutVars>
          <dgm:chMax val="0"/>
          <dgm:chPref val="0"/>
        </dgm:presLayoutVars>
      </dgm:prSet>
      <dgm:spPr/>
    </dgm:pt>
    <dgm:pt modelId="{F763D4B1-0422-47EC-AE3E-BE2F970D9993}" type="pres">
      <dgm:prSet presAssocID="{8D08A94A-8BC0-409F-8C35-18B22BF3A8C6}" presName="txSpace" presStyleCnt="0"/>
      <dgm:spPr/>
    </dgm:pt>
    <dgm:pt modelId="{0CBE1D59-E93D-46F9-8CC3-E02082723D4C}" type="pres">
      <dgm:prSet presAssocID="{8D08A94A-8BC0-409F-8C35-18B22BF3A8C6}" presName="desTx" presStyleLbl="revTx" presStyleIdx="5" presStyleCnt="6">
        <dgm:presLayoutVars/>
      </dgm:prSet>
      <dgm:spPr/>
    </dgm:pt>
  </dgm:ptLst>
  <dgm:cxnLst>
    <dgm:cxn modelId="{99DD9204-1641-49F0-B67A-F935A86AB1F3}" srcId="{8D08A94A-8BC0-409F-8C35-18B22BF3A8C6}" destId="{0D10F7F6-D409-4FD6-BF22-001136E39A9F}" srcOrd="1" destOrd="0" parTransId="{5FDB4C5B-69F2-43C7-A2F2-6298FADA3EC1}" sibTransId="{C7F1439A-DA37-4D5D-A27D-750DEDFA690F}"/>
    <dgm:cxn modelId="{E05A3608-1C81-4F1A-9369-C6FFA2C5CAC5}" type="presOf" srcId="{B3DE6C5F-7D5E-46A9-BE6B-00240484316B}" destId="{6B537A54-5F4D-4A43-B2FE-8726D2A63D70}" srcOrd="0" destOrd="0" presId="urn:microsoft.com/office/officeart/2018/2/layout/IconLabelDescriptionList"/>
    <dgm:cxn modelId="{A1D2C720-9336-42C4-A128-A1FDF6681828}" srcId="{6F5F7788-8F79-4704-A706-32C2155E2DFE}" destId="{8D08A94A-8BC0-409F-8C35-18B22BF3A8C6}" srcOrd="2" destOrd="0" parTransId="{D4889D7C-2013-45ED-B496-447537020F92}" sibTransId="{093DF32B-F890-4760-8A2C-3F42928338EA}"/>
    <dgm:cxn modelId="{3A693622-CA5F-4391-B0A3-ED2BD65E2C07}" srcId="{B3DE6C5F-7D5E-46A9-BE6B-00240484316B}" destId="{CCE3B6AC-8D7C-4F11-B7CF-0C765F9D92DD}" srcOrd="0" destOrd="0" parTransId="{498E6D6C-95B5-4441-8D9B-87EB0A5A8D6F}" sibTransId="{886536AD-1C58-4E4A-B5F7-B60EC5FC3135}"/>
    <dgm:cxn modelId="{E9DCD226-934B-4076-9E44-CAAD8E9814C3}" srcId="{0C5D405F-4BA7-44CD-B34E-02ED9A261EEE}" destId="{65113D05-F0A4-4D03-9B31-CB091F661ABE}" srcOrd="0" destOrd="0" parTransId="{3D96DE22-70EC-4EBC-BE6B-07F4C6A9BB0A}" sibTransId="{6F6A50F0-FCB6-4D4F-9B68-AB472CDCB51E}"/>
    <dgm:cxn modelId="{9EDDDA34-3C29-4EEC-B392-3E961A77E4E3}" srcId="{6F5F7788-8F79-4704-A706-32C2155E2DFE}" destId="{B3DE6C5F-7D5E-46A9-BE6B-00240484316B}" srcOrd="1" destOrd="0" parTransId="{7845EAA3-352E-4D33-8986-1104B897DDB0}" sibTransId="{6AA9D99C-437D-4DF4-B80D-534521970F49}"/>
    <dgm:cxn modelId="{D29E6A41-55E5-4DBE-A0A6-D88DC2C10784}" type="presOf" srcId="{6F5F7788-8F79-4704-A706-32C2155E2DFE}" destId="{39D368B0-46B4-40EF-BA90-16BAE65A580E}" srcOrd="0" destOrd="0" presId="urn:microsoft.com/office/officeart/2018/2/layout/IconLabelDescriptionList"/>
    <dgm:cxn modelId="{9F163266-D5EC-45B6-AA7D-3F7CA0CE6A57}" type="presOf" srcId="{0C5D405F-4BA7-44CD-B34E-02ED9A261EEE}" destId="{A836D15C-1C2A-4E01-A76E-70F7B1E97196}" srcOrd="0" destOrd="0" presId="urn:microsoft.com/office/officeart/2018/2/layout/IconLabelDescriptionList"/>
    <dgm:cxn modelId="{8C560B72-A677-42CB-A10C-25B2A2967763}" type="presOf" srcId="{CCE3B6AC-8D7C-4F11-B7CF-0C765F9D92DD}" destId="{C0936480-7964-403D-A48A-93B5C3E041D0}" srcOrd="0" destOrd="0" presId="urn:microsoft.com/office/officeart/2018/2/layout/IconLabelDescriptionList"/>
    <dgm:cxn modelId="{6E170878-5E0C-4C1A-A511-3B46F117A7D0}" type="presOf" srcId="{8D08A94A-8BC0-409F-8C35-18B22BF3A8C6}" destId="{C9077017-9EE0-4C68-95B6-0DD9C5D42992}" srcOrd="0" destOrd="0" presId="urn:microsoft.com/office/officeart/2018/2/layout/IconLabelDescriptionList"/>
    <dgm:cxn modelId="{81253482-3253-4159-B806-17F68A26DF67}" type="presOf" srcId="{908519D9-AE15-4DEB-B183-8B513C922313}" destId="{B0C5CE9C-733B-4194-B488-166AFCC68546}" srcOrd="0" destOrd="1" presId="urn:microsoft.com/office/officeart/2018/2/layout/IconLabelDescriptionList"/>
    <dgm:cxn modelId="{BA623AB6-7F5A-4FBB-823A-7EC0270CA136}" srcId="{0C5D405F-4BA7-44CD-B34E-02ED9A261EEE}" destId="{908519D9-AE15-4DEB-B183-8B513C922313}" srcOrd="1" destOrd="0" parTransId="{D4017443-232E-4F42-9CCD-A31A2F3D34BD}" sibTransId="{312370D4-A725-420D-86A6-0633A12D53A3}"/>
    <dgm:cxn modelId="{1C0731BD-55FD-4930-AA02-B3E2A4ADC54C}" type="presOf" srcId="{C8E6328E-F382-4732-BD37-D07377E9B46A}" destId="{C0936480-7964-403D-A48A-93B5C3E041D0}" srcOrd="0" destOrd="1" presId="urn:microsoft.com/office/officeart/2018/2/layout/IconLabelDescriptionList"/>
    <dgm:cxn modelId="{407BADBE-315F-4AB4-A3F5-59EA058A128C}" srcId="{6F5F7788-8F79-4704-A706-32C2155E2DFE}" destId="{0C5D405F-4BA7-44CD-B34E-02ED9A261EEE}" srcOrd="0" destOrd="0" parTransId="{2AD99246-56C8-4D03-A6E4-782940238CF1}" sibTransId="{C933FBAA-5EA2-4321-BFD9-C7493EFEAF8B}"/>
    <dgm:cxn modelId="{8F0A02C5-E23D-40A8-BADE-1383E29E34B9}" type="presOf" srcId="{0D10F7F6-D409-4FD6-BF22-001136E39A9F}" destId="{0CBE1D59-E93D-46F9-8CC3-E02082723D4C}" srcOrd="0" destOrd="1" presId="urn:microsoft.com/office/officeart/2018/2/layout/IconLabelDescriptionList"/>
    <dgm:cxn modelId="{56FDA1E9-87CD-4178-96D4-51B9F4FCE86A}" type="presOf" srcId="{E6868422-AD92-4B44-8BC8-DF2C9F4D5AC0}" destId="{0CBE1D59-E93D-46F9-8CC3-E02082723D4C}" srcOrd="0" destOrd="0" presId="urn:microsoft.com/office/officeart/2018/2/layout/IconLabelDescriptionList"/>
    <dgm:cxn modelId="{289823F6-70DB-48EF-B36C-E82240B714C1}" srcId="{B3DE6C5F-7D5E-46A9-BE6B-00240484316B}" destId="{C8E6328E-F382-4732-BD37-D07377E9B46A}" srcOrd="1" destOrd="0" parTransId="{20DC1E94-7BA3-4118-82DB-2EC0871D5021}" sibTransId="{B31930B8-7731-47FE-ACCD-54E77C52D76C}"/>
    <dgm:cxn modelId="{6C68FFF7-9658-4496-91DE-C2832A4FF4C4}" type="presOf" srcId="{65113D05-F0A4-4D03-9B31-CB091F661ABE}" destId="{B0C5CE9C-733B-4194-B488-166AFCC68546}" srcOrd="0" destOrd="0" presId="urn:microsoft.com/office/officeart/2018/2/layout/IconLabelDescriptionList"/>
    <dgm:cxn modelId="{175698FD-9ED4-4970-A2CA-CA7552C91C00}" srcId="{8D08A94A-8BC0-409F-8C35-18B22BF3A8C6}" destId="{E6868422-AD92-4B44-8BC8-DF2C9F4D5AC0}" srcOrd="0" destOrd="0" parTransId="{1B0E2365-A2AB-4A62-AB36-D373324E9A7D}" sibTransId="{190DA56B-FB12-48EF-894E-B29A908EC056}"/>
    <dgm:cxn modelId="{30B9A211-EA64-4762-AE51-FB6C093F9984}" type="presParOf" srcId="{39D368B0-46B4-40EF-BA90-16BAE65A580E}" destId="{3F22BA08-9581-4D6E-93E9-E6126E49BE2B}" srcOrd="0" destOrd="0" presId="urn:microsoft.com/office/officeart/2018/2/layout/IconLabelDescriptionList"/>
    <dgm:cxn modelId="{240A4D3E-3E34-41DF-8B21-B51CDE3BE470}" type="presParOf" srcId="{3F22BA08-9581-4D6E-93E9-E6126E49BE2B}" destId="{0CA83FB3-8CFC-4862-B863-CE3E09E93054}" srcOrd="0" destOrd="0" presId="urn:microsoft.com/office/officeart/2018/2/layout/IconLabelDescriptionList"/>
    <dgm:cxn modelId="{F06301AE-76AC-42F7-A013-BFCEFC4B9659}" type="presParOf" srcId="{3F22BA08-9581-4D6E-93E9-E6126E49BE2B}" destId="{AFB023A6-5175-447E-96CA-2936FD208494}" srcOrd="1" destOrd="0" presId="urn:microsoft.com/office/officeart/2018/2/layout/IconLabelDescriptionList"/>
    <dgm:cxn modelId="{F5A63D4E-D914-4645-AD41-FA6D33564690}" type="presParOf" srcId="{3F22BA08-9581-4D6E-93E9-E6126E49BE2B}" destId="{A836D15C-1C2A-4E01-A76E-70F7B1E97196}" srcOrd="2" destOrd="0" presId="urn:microsoft.com/office/officeart/2018/2/layout/IconLabelDescriptionList"/>
    <dgm:cxn modelId="{F6CCE645-253A-4B16-90AF-7D5B0CAD2093}" type="presParOf" srcId="{3F22BA08-9581-4D6E-93E9-E6126E49BE2B}" destId="{ABB3CDCE-10D7-4565-B3B5-0BDAE37E0DCF}" srcOrd="3" destOrd="0" presId="urn:microsoft.com/office/officeart/2018/2/layout/IconLabelDescriptionList"/>
    <dgm:cxn modelId="{71DA37A3-18EB-4B38-A064-0CB8C3C589D8}" type="presParOf" srcId="{3F22BA08-9581-4D6E-93E9-E6126E49BE2B}" destId="{B0C5CE9C-733B-4194-B488-166AFCC68546}" srcOrd="4" destOrd="0" presId="urn:microsoft.com/office/officeart/2018/2/layout/IconLabelDescriptionList"/>
    <dgm:cxn modelId="{D9E60722-18DD-44B7-AD58-5913DBE5C7E8}" type="presParOf" srcId="{39D368B0-46B4-40EF-BA90-16BAE65A580E}" destId="{0C6D77DB-48F2-4CE3-9967-E34E84B5C7B8}" srcOrd="1" destOrd="0" presId="urn:microsoft.com/office/officeart/2018/2/layout/IconLabelDescriptionList"/>
    <dgm:cxn modelId="{9860FCF6-65A5-41B6-B1C2-E9F0CBAD35DE}" type="presParOf" srcId="{39D368B0-46B4-40EF-BA90-16BAE65A580E}" destId="{30DE98B8-D68A-41EA-B971-927532FC469A}" srcOrd="2" destOrd="0" presId="urn:microsoft.com/office/officeart/2018/2/layout/IconLabelDescriptionList"/>
    <dgm:cxn modelId="{463D925F-70CF-49D8-B088-D3F240754F47}" type="presParOf" srcId="{30DE98B8-D68A-41EA-B971-927532FC469A}" destId="{5A3B7BFA-3728-46ED-98E4-12A31419AF92}" srcOrd="0" destOrd="0" presId="urn:microsoft.com/office/officeart/2018/2/layout/IconLabelDescriptionList"/>
    <dgm:cxn modelId="{267B5ABC-6847-4257-9E1E-547199815FD4}" type="presParOf" srcId="{30DE98B8-D68A-41EA-B971-927532FC469A}" destId="{1EFE459D-B0C4-4E41-8775-B0AB33DCB818}" srcOrd="1" destOrd="0" presId="urn:microsoft.com/office/officeart/2018/2/layout/IconLabelDescriptionList"/>
    <dgm:cxn modelId="{E153924A-141E-475C-B8D0-882BFB6C02DF}" type="presParOf" srcId="{30DE98B8-D68A-41EA-B971-927532FC469A}" destId="{6B537A54-5F4D-4A43-B2FE-8726D2A63D70}" srcOrd="2" destOrd="0" presId="urn:microsoft.com/office/officeart/2018/2/layout/IconLabelDescriptionList"/>
    <dgm:cxn modelId="{22EF295B-775F-4D52-80CA-A6638DD62E2B}" type="presParOf" srcId="{30DE98B8-D68A-41EA-B971-927532FC469A}" destId="{B5711A5A-8751-42D0-95EF-C6C8A828DF3B}" srcOrd="3" destOrd="0" presId="urn:microsoft.com/office/officeart/2018/2/layout/IconLabelDescriptionList"/>
    <dgm:cxn modelId="{84EFA65D-233F-46E6-9F1D-35388C1081D6}" type="presParOf" srcId="{30DE98B8-D68A-41EA-B971-927532FC469A}" destId="{C0936480-7964-403D-A48A-93B5C3E041D0}" srcOrd="4" destOrd="0" presId="urn:microsoft.com/office/officeart/2018/2/layout/IconLabelDescriptionList"/>
    <dgm:cxn modelId="{2CBE1FFF-A6E5-4AB5-8215-83AF11F79952}" type="presParOf" srcId="{39D368B0-46B4-40EF-BA90-16BAE65A580E}" destId="{B19B9351-259B-4A5D-8B91-33F7A07B8314}" srcOrd="3" destOrd="0" presId="urn:microsoft.com/office/officeart/2018/2/layout/IconLabelDescriptionList"/>
    <dgm:cxn modelId="{DE52C723-20F8-4540-B5C6-5C638A905098}" type="presParOf" srcId="{39D368B0-46B4-40EF-BA90-16BAE65A580E}" destId="{764524E9-76CA-4B92-BB4D-4B55DB9B30E6}" srcOrd="4" destOrd="0" presId="urn:microsoft.com/office/officeart/2018/2/layout/IconLabelDescriptionList"/>
    <dgm:cxn modelId="{CDE7A44A-A59C-4F60-925B-B3F2BAC8CDE2}" type="presParOf" srcId="{764524E9-76CA-4B92-BB4D-4B55DB9B30E6}" destId="{230FCF9E-1039-4EA3-BFD1-7F78187557D6}" srcOrd="0" destOrd="0" presId="urn:microsoft.com/office/officeart/2018/2/layout/IconLabelDescriptionList"/>
    <dgm:cxn modelId="{3917F531-7151-4B2D-ABE8-FFEF6D4511AB}" type="presParOf" srcId="{764524E9-76CA-4B92-BB4D-4B55DB9B30E6}" destId="{EDFE08DA-D2C4-4FD4-A6EF-6EE29A11FAEE}" srcOrd="1" destOrd="0" presId="urn:microsoft.com/office/officeart/2018/2/layout/IconLabelDescriptionList"/>
    <dgm:cxn modelId="{09F718C0-02F7-438C-8197-7BD449886A71}" type="presParOf" srcId="{764524E9-76CA-4B92-BB4D-4B55DB9B30E6}" destId="{C9077017-9EE0-4C68-95B6-0DD9C5D42992}" srcOrd="2" destOrd="0" presId="urn:microsoft.com/office/officeart/2018/2/layout/IconLabelDescriptionList"/>
    <dgm:cxn modelId="{F4C56E38-08D5-4A11-AEE2-80F11A6B3A21}" type="presParOf" srcId="{764524E9-76CA-4B92-BB4D-4B55DB9B30E6}" destId="{F763D4B1-0422-47EC-AE3E-BE2F970D9993}" srcOrd="3" destOrd="0" presId="urn:microsoft.com/office/officeart/2018/2/layout/IconLabelDescriptionList"/>
    <dgm:cxn modelId="{19792250-1129-4B55-AF1F-A44BDF53E542}" type="presParOf" srcId="{764524E9-76CA-4B92-BB4D-4B55DB9B30E6}" destId="{0CBE1D59-E93D-46F9-8CC3-E02082723D4C}" srcOrd="4" destOrd="0" presId="urn:microsoft.com/office/officeart/2018/2/layout/IconLabelDescriptionList"/>
  </dgm:cxnLst>
  <dgm:bg/>
  <dgm:whole/>
  <dgm:extLst>
    <a:ext uri="http://schemas.microsoft.com/office/drawing/2008/diagram">
      <dsp:dataModelExt xmlns:dsp="http://schemas.microsoft.com/office/drawing/2008/diagram" relId="rId6" minVer="http://schemas.openxmlformats.org/drawingml/2006/diagram"/>
    </a:ext>
  </dgm:extLst>
</dgm:dataModel>
</file>

<file path=ppt/diagrams/data26.xml><?xml version="1.0" encoding="utf-8"?>
<dgm:dataModel xmlns:dgm="http://schemas.openxmlformats.org/drawingml/2006/diagram" xmlns:a="http://schemas.openxmlformats.org/drawingml/2006/main">
  <dgm:ptLst>
    <dgm:pt modelId="{6F5F7788-8F79-4704-A706-32C2155E2DFE}" type="doc">
      <dgm:prSet loTypeId="urn:microsoft.com/office/officeart/2005/8/layout/process4" loCatId="process" qsTypeId="urn:microsoft.com/office/officeart/2005/8/quickstyle/simple1" qsCatId="simple" csTypeId="urn:microsoft.com/office/officeart/2005/8/colors/colorful1" csCatId="colorful" phldr="1"/>
      <dgm:spPr/>
      <dgm:t>
        <a:bodyPr/>
        <a:lstStyle/>
        <a:p>
          <a:endParaRPr lang="en-US"/>
        </a:p>
      </dgm:t>
    </dgm:pt>
    <dgm:pt modelId="{519ED8AF-20DC-4AFC-82E0-41A3EB23B2FF}">
      <dgm:prSet/>
      <dgm:spPr/>
      <dgm:t>
        <a:bodyPr/>
        <a:lstStyle/>
        <a:p>
          <a:r>
            <a:rPr lang="en-US" dirty="0"/>
            <a:t>cryptographic puzzle</a:t>
          </a:r>
        </a:p>
      </dgm:t>
    </dgm:pt>
    <dgm:pt modelId="{D5F92552-AB58-40FE-AE49-C798EB4963DF}" type="parTrans" cxnId="{70A510A0-D5E7-41A8-AF0A-ADFD6B6D249E}">
      <dgm:prSet/>
      <dgm:spPr/>
      <dgm:t>
        <a:bodyPr/>
        <a:lstStyle/>
        <a:p>
          <a:endParaRPr lang="en-US"/>
        </a:p>
      </dgm:t>
    </dgm:pt>
    <dgm:pt modelId="{43AA1957-8B5E-4B16-9E83-445DA519CF33}" type="sibTrans" cxnId="{70A510A0-D5E7-41A8-AF0A-ADFD6B6D249E}">
      <dgm:prSet/>
      <dgm:spPr/>
      <dgm:t>
        <a:bodyPr/>
        <a:lstStyle/>
        <a:p>
          <a:endParaRPr lang="en-US"/>
        </a:p>
      </dgm:t>
    </dgm:pt>
    <dgm:pt modelId="{3707AB3A-A480-468D-A0DF-2DCC7C7246B7}">
      <dgm:prSet/>
      <dgm:spPr/>
      <dgm:t>
        <a:bodyPr/>
        <a:lstStyle/>
        <a:p>
          <a:r>
            <a:rPr lang="en-US"/>
            <a:t>determines the conditions</a:t>
          </a:r>
        </a:p>
      </dgm:t>
    </dgm:pt>
    <dgm:pt modelId="{D191D51D-0A3A-4E51-91AC-1B36D011F9ED}" type="parTrans" cxnId="{8A0FDF61-B691-4BEC-9ED4-C7C853A6C33A}">
      <dgm:prSet/>
      <dgm:spPr/>
      <dgm:t>
        <a:bodyPr/>
        <a:lstStyle/>
        <a:p>
          <a:endParaRPr lang="en-US"/>
        </a:p>
      </dgm:t>
    </dgm:pt>
    <dgm:pt modelId="{EA0369C6-3B11-457F-91F0-6E61D44CF256}" type="sibTrans" cxnId="{8A0FDF61-B691-4BEC-9ED4-C7C853A6C33A}">
      <dgm:prSet/>
      <dgm:spPr/>
      <dgm:t>
        <a:bodyPr/>
        <a:lstStyle/>
        <a:p>
          <a:endParaRPr lang="en-US"/>
        </a:p>
      </dgm:t>
    </dgm:pt>
    <dgm:pt modelId="{65753992-4098-4877-94B3-006CBF3E326F}">
      <dgm:prSet/>
      <dgm:spPr/>
      <dgm:t>
        <a:bodyPr/>
        <a:lstStyle/>
        <a:p>
          <a:r>
            <a:rPr lang="tr-TR" dirty="0"/>
            <a:t>Other names</a:t>
          </a:r>
          <a:r>
            <a:rPr lang="en-US" dirty="0"/>
            <a:t> </a:t>
          </a:r>
        </a:p>
      </dgm:t>
    </dgm:pt>
    <dgm:pt modelId="{78BA66C1-5C18-4BE8-870B-574450E0813D}" type="parTrans" cxnId="{A054E181-41EB-4AA7-9E52-903A30AEC8FB}">
      <dgm:prSet/>
      <dgm:spPr/>
      <dgm:t>
        <a:bodyPr/>
        <a:lstStyle/>
        <a:p>
          <a:endParaRPr lang="en-US"/>
        </a:p>
      </dgm:t>
    </dgm:pt>
    <dgm:pt modelId="{BE401FF1-8F70-4748-A88F-7321A8E0A631}" type="sibTrans" cxnId="{A054E181-41EB-4AA7-9E52-903A30AEC8FB}">
      <dgm:prSet/>
      <dgm:spPr/>
      <dgm:t>
        <a:bodyPr/>
        <a:lstStyle/>
        <a:p>
          <a:endParaRPr lang="en-US"/>
        </a:p>
      </dgm:t>
    </dgm:pt>
    <dgm:pt modelId="{4A863733-08A8-4A9C-87AA-9DC9C28E627A}">
      <dgm:prSet/>
      <dgm:spPr/>
      <dgm:t>
        <a:bodyPr/>
        <a:lstStyle/>
        <a:p>
          <a:r>
            <a:rPr lang="en-US"/>
            <a:t>a </a:t>
          </a:r>
          <a:r>
            <a:rPr lang="en-US" i="1"/>
            <a:t>locking script</a:t>
          </a:r>
          <a:endParaRPr lang="en-US"/>
        </a:p>
      </dgm:t>
    </dgm:pt>
    <dgm:pt modelId="{79CCF909-2CEC-43FB-936A-692F3C179789}" type="parTrans" cxnId="{16676D48-3DDB-43D8-829F-CAB11F8B8445}">
      <dgm:prSet/>
      <dgm:spPr/>
      <dgm:t>
        <a:bodyPr/>
        <a:lstStyle/>
        <a:p>
          <a:endParaRPr lang="en-US"/>
        </a:p>
      </dgm:t>
    </dgm:pt>
    <dgm:pt modelId="{85B5D91A-C608-4510-A8E2-9CD761C056D7}" type="sibTrans" cxnId="{16676D48-3DDB-43D8-829F-CAB11F8B8445}">
      <dgm:prSet/>
      <dgm:spPr/>
      <dgm:t>
        <a:bodyPr/>
        <a:lstStyle/>
        <a:p>
          <a:endParaRPr lang="en-US"/>
        </a:p>
      </dgm:t>
    </dgm:pt>
    <dgm:pt modelId="{44B722B9-2004-45F2-8D75-25E5EE6EC410}">
      <dgm:prSet/>
      <dgm:spPr/>
      <dgm:t>
        <a:bodyPr/>
        <a:lstStyle/>
        <a:p>
          <a:r>
            <a:rPr lang="en-US"/>
            <a:t>a </a:t>
          </a:r>
          <a:r>
            <a:rPr lang="en-US" i="1"/>
            <a:t>witness script</a:t>
          </a:r>
          <a:endParaRPr lang="en-US"/>
        </a:p>
      </dgm:t>
    </dgm:pt>
    <dgm:pt modelId="{8E5426D1-789A-49A9-AF73-272ADE8FFFD8}" type="parTrans" cxnId="{E5037DF5-359B-426B-93C2-E656B5924D88}">
      <dgm:prSet/>
      <dgm:spPr/>
      <dgm:t>
        <a:bodyPr/>
        <a:lstStyle/>
        <a:p>
          <a:endParaRPr lang="en-US"/>
        </a:p>
      </dgm:t>
    </dgm:pt>
    <dgm:pt modelId="{E9FA71D3-430D-4FAA-834E-1A5FB8A2C82A}" type="sibTrans" cxnId="{E5037DF5-359B-426B-93C2-E656B5924D88}">
      <dgm:prSet/>
      <dgm:spPr/>
      <dgm:t>
        <a:bodyPr/>
        <a:lstStyle/>
        <a:p>
          <a:endParaRPr lang="en-US"/>
        </a:p>
      </dgm:t>
    </dgm:pt>
    <dgm:pt modelId="{06AAC62B-B02B-4B5B-8DAF-DBE2302311BD}">
      <dgm:prSet/>
      <dgm:spPr/>
      <dgm:t>
        <a:bodyPr/>
        <a:lstStyle/>
        <a:p>
          <a:r>
            <a:rPr lang="en-US"/>
            <a:t>or a</a:t>
          </a:r>
          <a:r>
            <a:rPr lang="tr-TR"/>
            <a:t> scriptPubKey</a:t>
          </a:r>
          <a:endParaRPr lang="en-US"/>
        </a:p>
      </dgm:t>
    </dgm:pt>
    <dgm:pt modelId="{F60A342C-0E5F-4E17-9212-A967C482EAFD}" type="parTrans" cxnId="{E8C48A9B-5F1C-4344-838E-D4ECDD530123}">
      <dgm:prSet/>
      <dgm:spPr/>
      <dgm:t>
        <a:bodyPr/>
        <a:lstStyle/>
        <a:p>
          <a:endParaRPr lang="en-US"/>
        </a:p>
      </dgm:t>
    </dgm:pt>
    <dgm:pt modelId="{8AC2EF28-7C7D-47D9-9A16-707F7633DA96}" type="sibTrans" cxnId="{E8C48A9B-5F1C-4344-838E-D4ECDD530123}">
      <dgm:prSet/>
      <dgm:spPr/>
      <dgm:t>
        <a:bodyPr/>
        <a:lstStyle/>
        <a:p>
          <a:endParaRPr lang="en-US"/>
        </a:p>
      </dgm:t>
    </dgm:pt>
    <dgm:pt modelId="{907B98AD-7D3A-41EB-B00B-7860F9A51438}">
      <dgm:prSet/>
      <dgm:spPr/>
      <dgm:t>
        <a:bodyPr/>
        <a:lstStyle/>
        <a:p>
          <a:r>
            <a:rPr lang="en-US"/>
            <a:t>required to spend the</a:t>
          </a:r>
          <a:r>
            <a:rPr lang="tr-TR"/>
            <a:t> output</a:t>
          </a:r>
          <a:endParaRPr lang="en-US"/>
        </a:p>
      </dgm:t>
    </dgm:pt>
    <dgm:pt modelId="{AB0FEB3D-6F9B-4B21-A7E2-0E896BEB3202}" type="parTrans" cxnId="{06E81E46-1E3A-48C3-A1DE-19E7A01066E9}">
      <dgm:prSet/>
      <dgm:spPr/>
    </dgm:pt>
    <dgm:pt modelId="{3FD1DBEF-7A17-4146-AE7C-9AA85A00368B}" type="sibTrans" cxnId="{06E81E46-1E3A-48C3-A1DE-19E7A01066E9}">
      <dgm:prSet/>
      <dgm:spPr/>
    </dgm:pt>
    <dgm:pt modelId="{54EBF9C8-BFF6-4BE2-9C29-05BB577E98BE}" type="pres">
      <dgm:prSet presAssocID="{6F5F7788-8F79-4704-A706-32C2155E2DFE}" presName="Name0" presStyleCnt="0">
        <dgm:presLayoutVars>
          <dgm:dir/>
          <dgm:animLvl val="lvl"/>
          <dgm:resizeHandles val="exact"/>
        </dgm:presLayoutVars>
      </dgm:prSet>
      <dgm:spPr/>
    </dgm:pt>
    <dgm:pt modelId="{6B2F8755-E3D3-4528-B278-A82173767FCB}" type="pres">
      <dgm:prSet presAssocID="{65753992-4098-4877-94B3-006CBF3E326F}" presName="boxAndChildren" presStyleCnt="0"/>
      <dgm:spPr/>
    </dgm:pt>
    <dgm:pt modelId="{2962E524-792C-44C1-999B-2F76FB8E8B5C}" type="pres">
      <dgm:prSet presAssocID="{65753992-4098-4877-94B3-006CBF3E326F}" presName="parentTextBox" presStyleLbl="node1" presStyleIdx="0" presStyleCnt="2"/>
      <dgm:spPr/>
    </dgm:pt>
    <dgm:pt modelId="{D90B31AB-0E9C-40ED-8F17-24AFDF3BF293}" type="pres">
      <dgm:prSet presAssocID="{65753992-4098-4877-94B3-006CBF3E326F}" presName="entireBox" presStyleLbl="node1" presStyleIdx="0" presStyleCnt="2"/>
      <dgm:spPr/>
    </dgm:pt>
    <dgm:pt modelId="{EC5E2E4A-F716-4A9E-92A7-4888C2EF4C27}" type="pres">
      <dgm:prSet presAssocID="{65753992-4098-4877-94B3-006CBF3E326F}" presName="descendantBox" presStyleCnt="0"/>
      <dgm:spPr/>
    </dgm:pt>
    <dgm:pt modelId="{0B26053A-8784-4142-A6E0-442B34BA75E7}" type="pres">
      <dgm:prSet presAssocID="{4A863733-08A8-4A9C-87AA-9DC9C28E627A}" presName="childTextBox" presStyleLbl="fgAccFollowNode1" presStyleIdx="0" presStyleCnt="5">
        <dgm:presLayoutVars>
          <dgm:bulletEnabled val="1"/>
        </dgm:presLayoutVars>
      </dgm:prSet>
      <dgm:spPr/>
    </dgm:pt>
    <dgm:pt modelId="{11A35812-A6E2-4794-B641-2CD0208467FC}" type="pres">
      <dgm:prSet presAssocID="{44B722B9-2004-45F2-8D75-25E5EE6EC410}" presName="childTextBox" presStyleLbl="fgAccFollowNode1" presStyleIdx="1" presStyleCnt="5">
        <dgm:presLayoutVars>
          <dgm:bulletEnabled val="1"/>
        </dgm:presLayoutVars>
      </dgm:prSet>
      <dgm:spPr/>
    </dgm:pt>
    <dgm:pt modelId="{687B330F-06A7-4F65-B2D3-DA5874BBBB51}" type="pres">
      <dgm:prSet presAssocID="{06AAC62B-B02B-4B5B-8DAF-DBE2302311BD}" presName="childTextBox" presStyleLbl="fgAccFollowNode1" presStyleIdx="2" presStyleCnt="5">
        <dgm:presLayoutVars>
          <dgm:bulletEnabled val="1"/>
        </dgm:presLayoutVars>
      </dgm:prSet>
      <dgm:spPr/>
    </dgm:pt>
    <dgm:pt modelId="{A433B241-A096-48C9-BBE0-82C97290669B}" type="pres">
      <dgm:prSet presAssocID="{43AA1957-8B5E-4B16-9E83-445DA519CF33}" presName="sp" presStyleCnt="0"/>
      <dgm:spPr/>
    </dgm:pt>
    <dgm:pt modelId="{88B3C999-EE05-4944-8A42-C6F2E6363C65}" type="pres">
      <dgm:prSet presAssocID="{519ED8AF-20DC-4AFC-82E0-41A3EB23B2FF}" presName="arrowAndChildren" presStyleCnt="0"/>
      <dgm:spPr/>
    </dgm:pt>
    <dgm:pt modelId="{2FC013FD-85D0-4E6E-9F3D-276D734B81B0}" type="pres">
      <dgm:prSet presAssocID="{519ED8AF-20DC-4AFC-82E0-41A3EB23B2FF}" presName="parentTextArrow" presStyleLbl="node1" presStyleIdx="0" presStyleCnt="2"/>
      <dgm:spPr/>
    </dgm:pt>
    <dgm:pt modelId="{D5532498-4235-41EA-97DC-97B362E7E6D6}" type="pres">
      <dgm:prSet presAssocID="{519ED8AF-20DC-4AFC-82E0-41A3EB23B2FF}" presName="arrow" presStyleLbl="node1" presStyleIdx="1" presStyleCnt="2"/>
      <dgm:spPr/>
    </dgm:pt>
    <dgm:pt modelId="{29C511D7-CF1B-4598-BA0B-2FF9A8B7682C}" type="pres">
      <dgm:prSet presAssocID="{519ED8AF-20DC-4AFC-82E0-41A3EB23B2FF}" presName="descendantArrow" presStyleCnt="0"/>
      <dgm:spPr/>
    </dgm:pt>
    <dgm:pt modelId="{6D43CF20-B57B-4ED6-9C0A-761C507000EA}" type="pres">
      <dgm:prSet presAssocID="{3707AB3A-A480-468D-A0DF-2DCC7C7246B7}" presName="childTextArrow" presStyleLbl="fgAccFollowNode1" presStyleIdx="3" presStyleCnt="5">
        <dgm:presLayoutVars>
          <dgm:bulletEnabled val="1"/>
        </dgm:presLayoutVars>
      </dgm:prSet>
      <dgm:spPr/>
    </dgm:pt>
    <dgm:pt modelId="{19BD32D4-18AA-4F63-9123-5B2B0AAC7C40}" type="pres">
      <dgm:prSet presAssocID="{907B98AD-7D3A-41EB-B00B-7860F9A51438}" presName="childTextArrow" presStyleLbl="fgAccFollowNode1" presStyleIdx="4" presStyleCnt="5">
        <dgm:presLayoutVars>
          <dgm:bulletEnabled val="1"/>
        </dgm:presLayoutVars>
      </dgm:prSet>
      <dgm:spPr/>
    </dgm:pt>
  </dgm:ptLst>
  <dgm:cxnLst>
    <dgm:cxn modelId="{25FFEC08-6F71-4B8B-B940-1CC71CF50706}" type="presOf" srcId="{6F5F7788-8F79-4704-A706-32C2155E2DFE}" destId="{54EBF9C8-BFF6-4BE2-9C29-05BB577E98BE}" srcOrd="0" destOrd="0" presId="urn:microsoft.com/office/officeart/2005/8/layout/process4"/>
    <dgm:cxn modelId="{90926F2B-7A42-48A7-95D4-BE1EADF95AE4}" type="presOf" srcId="{519ED8AF-20DC-4AFC-82E0-41A3EB23B2FF}" destId="{2FC013FD-85D0-4E6E-9F3D-276D734B81B0}" srcOrd="0" destOrd="0" presId="urn:microsoft.com/office/officeart/2005/8/layout/process4"/>
    <dgm:cxn modelId="{4E38E95E-0E97-4558-98F0-CFCCC437183F}" type="presOf" srcId="{519ED8AF-20DC-4AFC-82E0-41A3EB23B2FF}" destId="{D5532498-4235-41EA-97DC-97B362E7E6D6}" srcOrd="1" destOrd="0" presId="urn:microsoft.com/office/officeart/2005/8/layout/process4"/>
    <dgm:cxn modelId="{8A0FDF61-B691-4BEC-9ED4-C7C853A6C33A}" srcId="{519ED8AF-20DC-4AFC-82E0-41A3EB23B2FF}" destId="{3707AB3A-A480-468D-A0DF-2DCC7C7246B7}" srcOrd="0" destOrd="0" parTransId="{D191D51D-0A3A-4E51-91AC-1B36D011F9ED}" sibTransId="{EA0369C6-3B11-457F-91F0-6E61D44CF256}"/>
    <dgm:cxn modelId="{9065E145-F590-4904-8E1C-3FFCE2729445}" type="presOf" srcId="{3707AB3A-A480-468D-A0DF-2DCC7C7246B7}" destId="{6D43CF20-B57B-4ED6-9C0A-761C507000EA}" srcOrd="0" destOrd="0" presId="urn:microsoft.com/office/officeart/2005/8/layout/process4"/>
    <dgm:cxn modelId="{06E81E46-1E3A-48C3-A1DE-19E7A01066E9}" srcId="{519ED8AF-20DC-4AFC-82E0-41A3EB23B2FF}" destId="{907B98AD-7D3A-41EB-B00B-7860F9A51438}" srcOrd="1" destOrd="0" parTransId="{AB0FEB3D-6F9B-4B21-A7E2-0E896BEB3202}" sibTransId="{3FD1DBEF-7A17-4146-AE7C-9AA85A00368B}"/>
    <dgm:cxn modelId="{738C1348-F457-444D-909C-9DE46511E701}" type="presOf" srcId="{4A863733-08A8-4A9C-87AA-9DC9C28E627A}" destId="{0B26053A-8784-4142-A6E0-442B34BA75E7}" srcOrd="0" destOrd="0" presId="urn:microsoft.com/office/officeart/2005/8/layout/process4"/>
    <dgm:cxn modelId="{16676D48-3DDB-43D8-829F-CAB11F8B8445}" srcId="{65753992-4098-4877-94B3-006CBF3E326F}" destId="{4A863733-08A8-4A9C-87AA-9DC9C28E627A}" srcOrd="0" destOrd="0" parTransId="{79CCF909-2CEC-43FB-936A-692F3C179789}" sibTransId="{85B5D91A-C608-4510-A8E2-9CD761C056D7}"/>
    <dgm:cxn modelId="{A8631C71-7A3C-4292-9E67-B5525C5B2D3A}" type="presOf" srcId="{907B98AD-7D3A-41EB-B00B-7860F9A51438}" destId="{19BD32D4-18AA-4F63-9123-5B2B0AAC7C40}" srcOrd="0" destOrd="0" presId="urn:microsoft.com/office/officeart/2005/8/layout/process4"/>
    <dgm:cxn modelId="{A054E181-41EB-4AA7-9E52-903A30AEC8FB}" srcId="{6F5F7788-8F79-4704-A706-32C2155E2DFE}" destId="{65753992-4098-4877-94B3-006CBF3E326F}" srcOrd="1" destOrd="0" parTransId="{78BA66C1-5C18-4BE8-870B-574450E0813D}" sibTransId="{BE401FF1-8F70-4748-A88F-7321A8E0A631}"/>
    <dgm:cxn modelId="{E8C48A9B-5F1C-4344-838E-D4ECDD530123}" srcId="{65753992-4098-4877-94B3-006CBF3E326F}" destId="{06AAC62B-B02B-4B5B-8DAF-DBE2302311BD}" srcOrd="2" destOrd="0" parTransId="{F60A342C-0E5F-4E17-9212-A967C482EAFD}" sibTransId="{8AC2EF28-7C7D-47D9-9A16-707F7633DA96}"/>
    <dgm:cxn modelId="{70A510A0-D5E7-41A8-AF0A-ADFD6B6D249E}" srcId="{6F5F7788-8F79-4704-A706-32C2155E2DFE}" destId="{519ED8AF-20DC-4AFC-82E0-41A3EB23B2FF}" srcOrd="0" destOrd="0" parTransId="{D5F92552-AB58-40FE-AE49-C798EB4963DF}" sibTransId="{43AA1957-8B5E-4B16-9E83-445DA519CF33}"/>
    <dgm:cxn modelId="{677DFCCA-125D-4409-99E6-C8C043CD281C}" type="presOf" srcId="{65753992-4098-4877-94B3-006CBF3E326F}" destId="{D90B31AB-0E9C-40ED-8F17-24AFDF3BF293}" srcOrd="1" destOrd="0" presId="urn:microsoft.com/office/officeart/2005/8/layout/process4"/>
    <dgm:cxn modelId="{E1C107CD-859C-4A24-AAA5-1F46A0E8385D}" type="presOf" srcId="{44B722B9-2004-45F2-8D75-25E5EE6EC410}" destId="{11A35812-A6E2-4794-B641-2CD0208467FC}" srcOrd="0" destOrd="0" presId="urn:microsoft.com/office/officeart/2005/8/layout/process4"/>
    <dgm:cxn modelId="{E6BCD8CF-C2E6-4B6B-8C8F-0FF0B73F05A4}" type="presOf" srcId="{65753992-4098-4877-94B3-006CBF3E326F}" destId="{2962E524-792C-44C1-999B-2F76FB8E8B5C}" srcOrd="0" destOrd="0" presId="urn:microsoft.com/office/officeart/2005/8/layout/process4"/>
    <dgm:cxn modelId="{135D44F3-CBFF-4BF6-A4A8-396B1160C19E}" type="presOf" srcId="{06AAC62B-B02B-4B5B-8DAF-DBE2302311BD}" destId="{687B330F-06A7-4F65-B2D3-DA5874BBBB51}" srcOrd="0" destOrd="0" presId="urn:microsoft.com/office/officeart/2005/8/layout/process4"/>
    <dgm:cxn modelId="{E5037DF5-359B-426B-93C2-E656B5924D88}" srcId="{65753992-4098-4877-94B3-006CBF3E326F}" destId="{44B722B9-2004-45F2-8D75-25E5EE6EC410}" srcOrd="1" destOrd="0" parTransId="{8E5426D1-789A-49A9-AF73-272ADE8FFFD8}" sibTransId="{E9FA71D3-430D-4FAA-834E-1A5FB8A2C82A}"/>
    <dgm:cxn modelId="{54076869-B055-47D3-8107-02CDB9328547}" type="presParOf" srcId="{54EBF9C8-BFF6-4BE2-9C29-05BB577E98BE}" destId="{6B2F8755-E3D3-4528-B278-A82173767FCB}" srcOrd="0" destOrd="0" presId="urn:microsoft.com/office/officeart/2005/8/layout/process4"/>
    <dgm:cxn modelId="{55C498CE-9D41-4BFD-9264-FEC51A2CA4CD}" type="presParOf" srcId="{6B2F8755-E3D3-4528-B278-A82173767FCB}" destId="{2962E524-792C-44C1-999B-2F76FB8E8B5C}" srcOrd="0" destOrd="0" presId="urn:microsoft.com/office/officeart/2005/8/layout/process4"/>
    <dgm:cxn modelId="{AFAF6940-E8C9-4568-BCF6-FBE1633FE7FA}" type="presParOf" srcId="{6B2F8755-E3D3-4528-B278-A82173767FCB}" destId="{D90B31AB-0E9C-40ED-8F17-24AFDF3BF293}" srcOrd="1" destOrd="0" presId="urn:microsoft.com/office/officeart/2005/8/layout/process4"/>
    <dgm:cxn modelId="{0C0E29CF-2735-4E0F-B989-FFCF65032CDA}" type="presParOf" srcId="{6B2F8755-E3D3-4528-B278-A82173767FCB}" destId="{EC5E2E4A-F716-4A9E-92A7-4888C2EF4C27}" srcOrd="2" destOrd="0" presId="urn:microsoft.com/office/officeart/2005/8/layout/process4"/>
    <dgm:cxn modelId="{B43C5D53-FCF6-42F0-8048-EBA1BBC1C800}" type="presParOf" srcId="{EC5E2E4A-F716-4A9E-92A7-4888C2EF4C27}" destId="{0B26053A-8784-4142-A6E0-442B34BA75E7}" srcOrd="0" destOrd="0" presId="urn:microsoft.com/office/officeart/2005/8/layout/process4"/>
    <dgm:cxn modelId="{F7D74B41-04CD-41E4-B5C5-622DA0BAC777}" type="presParOf" srcId="{EC5E2E4A-F716-4A9E-92A7-4888C2EF4C27}" destId="{11A35812-A6E2-4794-B641-2CD0208467FC}" srcOrd="1" destOrd="0" presId="urn:microsoft.com/office/officeart/2005/8/layout/process4"/>
    <dgm:cxn modelId="{0370B5E7-A4CA-4CC9-8917-1933640E6C32}" type="presParOf" srcId="{EC5E2E4A-F716-4A9E-92A7-4888C2EF4C27}" destId="{687B330F-06A7-4F65-B2D3-DA5874BBBB51}" srcOrd="2" destOrd="0" presId="urn:microsoft.com/office/officeart/2005/8/layout/process4"/>
    <dgm:cxn modelId="{1D9BB1C6-94A1-4159-91E0-FA1D5C48C905}" type="presParOf" srcId="{54EBF9C8-BFF6-4BE2-9C29-05BB577E98BE}" destId="{A433B241-A096-48C9-BBE0-82C97290669B}" srcOrd="1" destOrd="0" presId="urn:microsoft.com/office/officeart/2005/8/layout/process4"/>
    <dgm:cxn modelId="{5371AD08-E38E-4FD7-91EF-03BDB67450C3}" type="presParOf" srcId="{54EBF9C8-BFF6-4BE2-9C29-05BB577E98BE}" destId="{88B3C999-EE05-4944-8A42-C6F2E6363C65}" srcOrd="2" destOrd="0" presId="urn:microsoft.com/office/officeart/2005/8/layout/process4"/>
    <dgm:cxn modelId="{812B5A07-8618-4468-9A9A-B86B4387518D}" type="presParOf" srcId="{88B3C999-EE05-4944-8A42-C6F2E6363C65}" destId="{2FC013FD-85D0-4E6E-9F3D-276D734B81B0}" srcOrd="0" destOrd="0" presId="urn:microsoft.com/office/officeart/2005/8/layout/process4"/>
    <dgm:cxn modelId="{483660C3-403B-4D21-9AD2-CA1BA5E8867B}" type="presParOf" srcId="{88B3C999-EE05-4944-8A42-C6F2E6363C65}" destId="{D5532498-4235-41EA-97DC-97B362E7E6D6}" srcOrd="1" destOrd="0" presId="urn:microsoft.com/office/officeart/2005/8/layout/process4"/>
    <dgm:cxn modelId="{14E012A8-3B8E-47B9-B6FF-FE540213D22E}" type="presParOf" srcId="{88B3C999-EE05-4944-8A42-C6F2E6363C65}" destId="{29C511D7-CF1B-4598-BA0B-2FF9A8B7682C}" srcOrd="2" destOrd="0" presId="urn:microsoft.com/office/officeart/2005/8/layout/process4"/>
    <dgm:cxn modelId="{FFC4EE58-F0F3-423E-9FF0-488C52545A44}" type="presParOf" srcId="{29C511D7-CF1B-4598-BA0B-2FF9A8B7682C}" destId="{6D43CF20-B57B-4ED6-9C0A-761C507000EA}" srcOrd="0" destOrd="0" presId="urn:microsoft.com/office/officeart/2005/8/layout/process4"/>
    <dgm:cxn modelId="{877872CD-86C4-412F-85F4-6AFC858D0896}" type="presParOf" srcId="{29C511D7-CF1B-4598-BA0B-2FF9A8B7682C}" destId="{19BD32D4-18AA-4F63-9123-5B2B0AAC7C40}" srcOrd="1" destOrd="0" presId="urn:microsoft.com/office/officeart/2005/8/layout/process4"/>
  </dgm:cxnLst>
  <dgm:bg/>
  <dgm:whole/>
  <dgm:extLst>
    <a:ext uri="http://schemas.microsoft.com/office/drawing/2008/diagram">
      <dsp:dataModelExt xmlns:dsp="http://schemas.microsoft.com/office/drawing/2008/diagram" relId="rId6" minVer="http://schemas.openxmlformats.org/drawingml/2006/diagram"/>
    </a:ext>
  </dgm:extLst>
</dgm:dataModel>
</file>

<file path=ppt/diagrams/data27.xml><?xml version="1.0" encoding="utf-8"?>
<dgm:dataModel xmlns:dgm="http://schemas.openxmlformats.org/drawingml/2006/diagram" xmlns:a="http://schemas.openxmlformats.org/drawingml/2006/main">
  <dgm:ptLst>
    <dgm:pt modelId="{4728C66B-3539-4A50-B53F-2C991EDB2EFB}" type="doc">
      <dgm:prSet loTypeId="urn:microsoft.com/office/officeart/2005/8/layout/lProcess2" loCatId="list" qsTypeId="urn:microsoft.com/office/officeart/2005/8/quickstyle/simple1" qsCatId="simple" csTypeId="urn:microsoft.com/office/officeart/2005/8/colors/accent1_2" csCatId="accent1" phldr="1"/>
      <dgm:spPr/>
      <dgm:t>
        <a:bodyPr/>
        <a:lstStyle/>
        <a:p>
          <a:endParaRPr lang="tr-TR"/>
        </a:p>
      </dgm:t>
    </dgm:pt>
    <dgm:pt modelId="{0B04329F-5CE4-461B-94EF-44CE352CAC72}">
      <dgm:prSet/>
      <dgm:spPr/>
      <dgm:t>
        <a:bodyPr/>
        <a:lstStyle/>
        <a:p>
          <a:r>
            <a:rPr lang="en-US" dirty="0"/>
            <a:t>transaction contains </a:t>
          </a:r>
          <a:r>
            <a:rPr lang="en-US" b="1" dirty="0"/>
            <a:t>two outputs</a:t>
          </a:r>
          <a:endParaRPr lang="tr-TR" dirty="0"/>
        </a:p>
      </dgm:t>
    </dgm:pt>
    <dgm:pt modelId="{21D103FD-27F3-47B2-9072-3388935E1879}" type="parTrans" cxnId="{4CBDC3BF-D99E-44C1-9DA0-2B1CA496C506}">
      <dgm:prSet/>
      <dgm:spPr/>
      <dgm:t>
        <a:bodyPr/>
        <a:lstStyle/>
        <a:p>
          <a:endParaRPr lang="tr-TR"/>
        </a:p>
      </dgm:t>
    </dgm:pt>
    <dgm:pt modelId="{744D6771-5903-4C3F-A100-9EFCB2959FC4}" type="sibTrans" cxnId="{4CBDC3BF-D99E-44C1-9DA0-2B1CA496C506}">
      <dgm:prSet/>
      <dgm:spPr/>
      <dgm:t>
        <a:bodyPr/>
        <a:lstStyle/>
        <a:p>
          <a:endParaRPr lang="tr-TR"/>
        </a:p>
      </dgm:t>
    </dgm:pt>
    <dgm:pt modelId="{0F661EFC-3B6A-49C3-95D6-6E0F50278636}">
      <dgm:prSet/>
      <dgm:spPr/>
      <dgm:t>
        <a:bodyPr/>
        <a:lstStyle/>
        <a:p>
          <a:r>
            <a:rPr lang="en-US" dirty="0"/>
            <a:t>a</a:t>
          </a:r>
          <a:r>
            <a:rPr lang="tr-TR" dirty="0"/>
            <a:t> </a:t>
          </a:r>
          <a:r>
            <a:rPr lang="en-US" b="1" dirty="0"/>
            <a:t>value</a:t>
          </a:r>
          <a:endParaRPr lang="tr-TR" dirty="0"/>
        </a:p>
      </dgm:t>
    </dgm:pt>
    <dgm:pt modelId="{30E11014-562F-4907-A1F5-AAD5A3AEE812}" type="parTrans" cxnId="{E6F6B981-B54E-4F94-A35B-A14D80AF9BC8}">
      <dgm:prSet/>
      <dgm:spPr/>
      <dgm:t>
        <a:bodyPr/>
        <a:lstStyle/>
        <a:p>
          <a:endParaRPr lang="tr-TR"/>
        </a:p>
      </dgm:t>
    </dgm:pt>
    <dgm:pt modelId="{18FF39A0-F0D4-4C3E-81FC-E835249F755D}" type="sibTrans" cxnId="{E6F6B981-B54E-4F94-A35B-A14D80AF9BC8}">
      <dgm:prSet/>
      <dgm:spPr/>
      <dgm:t>
        <a:bodyPr/>
        <a:lstStyle/>
        <a:p>
          <a:endParaRPr lang="tr-TR"/>
        </a:p>
      </dgm:t>
    </dgm:pt>
    <dgm:pt modelId="{6170C4F3-88AF-4632-95C4-C2FD870A2A59}">
      <dgm:prSet/>
      <dgm:spPr/>
      <dgm:t>
        <a:bodyPr/>
        <a:lstStyle/>
        <a:p>
          <a:r>
            <a:rPr lang="en-US" dirty="0"/>
            <a:t>the value</a:t>
          </a:r>
          <a:endParaRPr lang="tr-TR" dirty="0"/>
        </a:p>
      </dgm:t>
    </dgm:pt>
    <dgm:pt modelId="{2885AF4C-2830-42A3-81A7-4CD567C135CB}" type="parTrans" cxnId="{7C592106-C42B-4F61-86F8-040ECBA5753E}">
      <dgm:prSet/>
      <dgm:spPr/>
      <dgm:t>
        <a:bodyPr/>
        <a:lstStyle/>
        <a:p>
          <a:endParaRPr lang="tr-TR"/>
        </a:p>
      </dgm:t>
    </dgm:pt>
    <dgm:pt modelId="{24E97B7A-6C9F-41C5-91FB-491B97F35E4F}" type="sibTrans" cxnId="{7C592106-C42B-4F61-86F8-040ECBA5753E}">
      <dgm:prSet/>
      <dgm:spPr/>
      <dgm:t>
        <a:bodyPr/>
        <a:lstStyle/>
        <a:p>
          <a:endParaRPr lang="tr-TR"/>
        </a:p>
      </dgm:t>
    </dgm:pt>
    <dgm:pt modelId="{77D95122-0409-4450-94E6-FBB26E485C84}">
      <dgm:prSet/>
      <dgm:spPr/>
      <dgm:t>
        <a:bodyPr/>
        <a:lstStyle/>
        <a:p>
          <a:r>
            <a:rPr lang="en-US" dirty="0"/>
            <a:t>the </a:t>
          </a:r>
          <a:r>
            <a:rPr lang="en-US" b="1" dirty="0"/>
            <a:t>cryptographic puzzle</a:t>
          </a:r>
          <a:endParaRPr lang="tr-TR" dirty="0"/>
        </a:p>
      </dgm:t>
    </dgm:pt>
    <dgm:pt modelId="{E152D89F-C735-41F0-8927-1029197F4D13}" type="parTrans" cxnId="{F88C80FB-D146-4A82-BF18-712158C126FD}">
      <dgm:prSet/>
      <dgm:spPr/>
      <dgm:t>
        <a:bodyPr/>
        <a:lstStyle/>
        <a:p>
          <a:endParaRPr lang="tr-TR"/>
        </a:p>
      </dgm:t>
    </dgm:pt>
    <dgm:pt modelId="{93660F42-0999-4AA5-9F10-0454B875463C}" type="sibTrans" cxnId="{F88C80FB-D146-4A82-BF18-712158C126FD}">
      <dgm:prSet/>
      <dgm:spPr/>
      <dgm:t>
        <a:bodyPr/>
        <a:lstStyle/>
        <a:p>
          <a:endParaRPr lang="tr-TR"/>
        </a:p>
      </dgm:t>
    </dgm:pt>
    <dgm:pt modelId="{F08880D7-8680-404A-878B-ADB2941BABF8}">
      <dgm:prSet/>
      <dgm:spPr/>
      <dgm:t>
        <a:bodyPr/>
        <a:lstStyle/>
        <a:p>
          <a:r>
            <a:rPr lang="en-US" dirty="0" err="1"/>
            <a:t>scriptPubKey</a:t>
          </a:r>
          <a:endParaRPr lang="tr-TR" dirty="0"/>
        </a:p>
      </dgm:t>
    </dgm:pt>
    <dgm:pt modelId="{3255B707-6682-4379-BE90-F60718494EF6}" type="parTrans" cxnId="{52D4ADD5-85D2-4FBF-8B55-28EEE9D7FD07}">
      <dgm:prSet/>
      <dgm:spPr/>
      <dgm:t>
        <a:bodyPr/>
        <a:lstStyle/>
        <a:p>
          <a:endParaRPr lang="tr-TR"/>
        </a:p>
      </dgm:t>
    </dgm:pt>
    <dgm:pt modelId="{B79E1FC2-A1B2-4D78-8671-D4E12335E61F}" type="sibTrans" cxnId="{52D4ADD5-85D2-4FBF-8B55-28EEE9D7FD07}">
      <dgm:prSet/>
      <dgm:spPr/>
      <dgm:t>
        <a:bodyPr/>
        <a:lstStyle/>
        <a:p>
          <a:endParaRPr lang="tr-TR"/>
        </a:p>
      </dgm:t>
    </dgm:pt>
    <dgm:pt modelId="{777D50E0-2354-4694-AFBF-B49E0F10F6D1}">
      <dgm:prSet/>
      <dgm:spPr/>
      <dgm:t>
        <a:bodyPr/>
        <a:lstStyle/>
        <a:p>
          <a:r>
            <a:rPr lang="en-US" dirty="0"/>
            <a:t>a </a:t>
          </a:r>
          <a:r>
            <a:rPr lang="en-US" b="1" dirty="0"/>
            <a:t>cryptographic puzzle</a:t>
          </a:r>
          <a:r>
            <a:rPr lang="en-US" dirty="0"/>
            <a:t>.</a:t>
          </a:r>
          <a:endParaRPr lang="tr-TR" dirty="0"/>
        </a:p>
      </dgm:t>
    </dgm:pt>
    <dgm:pt modelId="{2455DA7A-AB93-43DD-AAAC-42DDD01EB0B7}" type="parTrans" cxnId="{C5F9CA2B-5BBF-46B3-9ABB-B1E8324D43C9}">
      <dgm:prSet/>
      <dgm:spPr/>
      <dgm:t>
        <a:bodyPr/>
        <a:lstStyle/>
        <a:p>
          <a:endParaRPr lang="tr-TR"/>
        </a:p>
      </dgm:t>
    </dgm:pt>
    <dgm:pt modelId="{DED9A469-541C-4B50-9930-F22AFDF69FFD}" type="sibTrans" cxnId="{C5F9CA2B-5BBF-46B3-9ABB-B1E8324D43C9}">
      <dgm:prSet/>
      <dgm:spPr/>
      <dgm:t>
        <a:bodyPr/>
        <a:lstStyle/>
        <a:p>
          <a:endParaRPr lang="tr-TR"/>
        </a:p>
      </dgm:t>
    </dgm:pt>
    <dgm:pt modelId="{CA978AB3-CC95-4985-B807-82329B7702E7}">
      <dgm:prSet/>
      <dgm:spPr/>
      <dgm:t>
        <a:bodyPr/>
        <a:lstStyle/>
        <a:p>
          <a:r>
            <a:rPr lang="en-US" dirty="0"/>
            <a:t>is</a:t>
          </a:r>
          <a:r>
            <a:rPr lang="tr-TR" dirty="0"/>
            <a:t> </a:t>
          </a:r>
          <a:r>
            <a:rPr lang="en-US" dirty="0"/>
            <a:t>shown in </a:t>
          </a:r>
          <a:r>
            <a:rPr lang="en-US" b="1" dirty="0"/>
            <a:t>bitcoin</a:t>
          </a:r>
          <a:endParaRPr lang="tr-TR" dirty="0"/>
        </a:p>
      </dgm:t>
    </dgm:pt>
    <dgm:pt modelId="{6F1A877D-962E-426D-9148-4EEF55ECF60D}" type="parTrans" cxnId="{0AA98E2F-86F7-4712-875E-2F8217CE571E}">
      <dgm:prSet/>
      <dgm:spPr/>
      <dgm:t>
        <a:bodyPr/>
        <a:lstStyle/>
        <a:p>
          <a:endParaRPr lang="tr-TR"/>
        </a:p>
      </dgm:t>
    </dgm:pt>
    <dgm:pt modelId="{666D1EB9-0810-49BB-95A9-64E85284AB5C}" type="sibTrans" cxnId="{0AA98E2F-86F7-4712-875E-2F8217CE571E}">
      <dgm:prSet/>
      <dgm:spPr/>
      <dgm:t>
        <a:bodyPr/>
        <a:lstStyle/>
        <a:p>
          <a:endParaRPr lang="tr-TR"/>
        </a:p>
      </dgm:t>
    </dgm:pt>
    <dgm:pt modelId="{AFC739DC-9625-492E-9C2D-B9A439AB43EA}">
      <dgm:prSet/>
      <dgm:spPr/>
      <dgm:t>
        <a:bodyPr/>
        <a:lstStyle/>
        <a:p>
          <a:r>
            <a:rPr lang="en-US" u="sng" dirty="0"/>
            <a:t>recorded</a:t>
          </a:r>
          <a:r>
            <a:rPr lang="en-US" dirty="0"/>
            <a:t> as an </a:t>
          </a:r>
          <a:r>
            <a:rPr lang="en-US" b="1" dirty="0"/>
            <a:t>integer</a:t>
          </a:r>
          <a:r>
            <a:rPr lang="en-US" dirty="0"/>
            <a:t> denominated</a:t>
          </a:r>
          <a:r>
            <a:rPr lang="tr-TR" dirty="0"/>
            <a:t> in </a:t>
          </a:r>
          <a:r>
            <a:rPr lang="tr-TR" b="1" dirty="0" err="1"/>
            <a:t>satoshis</a:t>
          </a:r>
          <a:r>
            <a:rPr lang="tr-TR" dirty="0"/>
            <a:t>. </a:t>
          </a:r>
        </a:p>
      </dgm:t>
    </dgm:pt>
    <dgm:pt modelId="{1CA097B1-5E5E-4FA3-AB53-DEDF6AA5E624}" type="parTrans" cxnId="{FFE82AF5-7C29-4159-A03F-5EC4BDDAA510}">
      <dgm:prSet/>
      <dgm:spPr/>
      <dgm:t>
        <a:bodyPr/>
        <a:lstStyle/>
        <a:p>
          <a:endParaRPr lang="tr-TR"/>
        </a:p>
      </dgm:t>
    </dgm:pt>
    <dgm:pt modelId="{10A8990C-658E-43E8-B9F2-EBABED4F4D51}" type="sibTrans" cxnId="{FFE82AF5-7C29-4159-A03F-5EC4BDDAA510}">
      <dgm:prSet/>
      <dgm:spPr/>
      <dgm:t>
        <a:bodyPr/>
        <a:lstStyle/>
        <a:p>
          <a:endParaRPr lang="tr-TR"/>
        </a:p>
      </dgm:t>
    </dgm:pt>
    <dgm:pt modelId="{CE378E77-6754-4DEA-93B5-0BFF346BD3E5}">
      <dgm:prSet/>
      <dgm:spPr/>
      <dgm:t>
        <a:bodyPr/>
        <a:lstStyle/>
        <a:p>
          <a:r>
            <a:rPr lang="en-US" dirty="0"/>
            <a:t>sets the</a:t>
          </a:r>
          <a:r>
            <a:rPr lang="tr-TR" dirty="0"/>
            <a:t> </a:t>
          </a:r>
          <a:r>
            <a:rPr lang="en-US" dirty="0"/>
            <a:t>conditions for spending</a:t>
          </a:r>
          <a:endParaRPr lang="tr-TR" dirty="0"/>
        </a:p>
      </dgm:t>
    </dgm:pt>
    <dgm:pt modelId="{8073D8B4-9AC0-4067-AE3D-3E1A607C5C25}" type="parTrans" cxnId="{E2DEFDD0-67F0-4DD5-9336-EC7F29D0D70E}">
      <dgm:prSet/>
      <dgm:spPr/>
      <dgm:t>
        <a:bodyPr/>
        <a:lstStyle/>
        <a:p>
          <a:endParaRPr lang="tr-TR"/>
        </a:p>
      </dgm:t>
    </dgm:pt>
    <dgm:pt modelId="{301762A6-0B02-47FE-ACBB-5EF72E18150E}" type="sibTrans" cxnId="{E2DEFDD0-67F0-4DD5-9336-EC7F29D0D70E}">
      <dgm:prSet/>
      <dgm:spPr/>
      <dgm:t>
        <a:bodyPr/>
        <a:lstStyle/>
        <a:p>
          <a:endParaRPr lang="tr-TR"/>
        </a:p>
      </dgm:t>
    </dgm:pt>
    <dgm:pt modelId="{E12A94C8-2B34-4419-9746-E2C22D9B8A5F}">
      <dgm:prSet/>
      <dgm:spPr/>
      <dgm:t>
        <a:bodyPr/>
        <a:lstStyle/>
        <a:p>
          <a:r>
            <a:rPr lang="en-US" dirty="0"/>
            <a:t>human-readable representation of the script</a:t>
          </a:r>
          <a:endParaRPr lang="tr-TR" dirty="0"/>
        </a:p>
      </dgm:t>
    </dgm:pt>
    <dgm:pt modelId="{9A66720E-5192-47E1-AF3E-B1CEB7089A93}" type="parTrans" cxnId="{16E687CB-DB9E-487C-BE4E-935AC95BC846}">
      <dgm:prSet/>
      <dgm:spPr/>
      <dgm:t>
        <a:bodyPr/>
        <a:lstStyle/>
        <a:p>
          <a:endParaRPr lang="tr-TR"/>
        </a:p>
      </dgm:t>
    </dgm:pt>
    <dgm:pt modelId="{2652099F-B43E-4282-8CF9-7A8BA8EDB404}" type="sibTrans" cxnId="{16E687CB-DB9E-487C-BE4E-935AC95BC846}">
      <dgm:prSet/>
      <dgm:spPr/>
      <dgm:t>
        <a:bodyPr/>
        <a:lstStyle/>
        <a:p>
          <a:endParaRPr lang="tr-TR"/>
        </a:p>
      </dgm:t>
    </dgm:pt>
    <dgm:pt modelId="{DE10F65B-5C15-4557-ADF3-0C4BE7FB964E}" type="pres">
      <dgm:prSet presAssocID="{4728C66B-3539-4A50-B53F-2C991EDB2EFB}" presName="theList" presStyleCnt="0">
        <dgm:presLayoutVars>
          <dgm:dir/>
          <dgm:animLvl val="lvl"/>
          <dgm:resizeHandles val="exact"/>
        </dgm:presLayoutVars>
      </dgm:prSet>
      <dgm:spPr/>
    </dgm:pt>
    <dgm:pt modelId="{9E820BCD-1D77-4B99-858D-1D25704AB689}" type="pres">
      <dgm:prSet presAssocID="{0B04329F-5CE4-461B-94EF-44CE352CAC72}" presName="compNode" presStyleCnt="0"/>
      <dgm:spPr/>
    </dgm:pt>
    <dgm:pt modelId="{B58A2005-1AD4-4329-9A52-CC45600AE5ED}" type="pres">
      <dgm:prSet presAssocID="{0B04329F-5CE4-461B-94EF-44CE352CAC72}" presName="aNode" presStyleLbl="bgShp" presStyleIdx="0" presStyleCnt="3"/>
      <dgm:spPr/>
    </dgm:pt>
    <dgm:pt modelId="{062EBC4C-9D15-4142-B761-F66BE6F7FE25}" type="pres">
      <dgm:prSet presAssocID="{0B04329F-5CE4-461B-94EF-44CE352CAC72}" presName="textNode" presStyleLbl="bgShp" presStyleIdx="0" presStyleCnt="3"/>
      <dgm:spPr/>
    </dgm:pt>
    <dgm:pt modelId="{FDD9EAE8-DC54-4515-96C3-BE376B49414B}" type="pres">
      <dgm:prSet presAssocID="{0B04329F-5CE4-461B-94EF-44CE352CAC72}" presName="compChildNode" presStyleCnt="0"/>
      <dgm:spPr/>
    </dgm:pt>
    <dgm:pt modelId="{503DF70D-796D-4C17-B20D-6D6F479D8840}" type="pres">
      <dgm:prSet presAssocID="{0B04329F-5CE4-461B-94EF-44CE352CAC72}" presName="theInnerList" presStyleCnt="0"/>
      <dgm:spPr/>
    </dgm:pt>
    <dgm:pt modelId="{DB06192E-DADC-4F7B-BB43-0F053E566894}" type="pres">
      <dgm:prSet presAssocID="{0F661EFC-3B6A-49C3-95D6-6E0F50278636}" presName="childNode" presStyleLbl="node1" presStyleIdx="0" presStyleCnt="7">
        <dgm:presLayoutVars>
          <dgm:bulletEnabled val="1"/>
        </dgm:presLayoutVars>
      </dgm:prSet>
      <dgm:spPr/>
    </dgm:pt>
    <dgm:pt modelId="{30C8FEBA-FAC3-497A-AA74-A34DDE349894}" type="pres">
      <dgm:prSet presAssocID="{0F661EFC-3B6A-49C3-95D6-6E0F50278636}" presName="aSpace2" presStyleCnt="0"/>
      <dgm:spPr/>
    </dgm:pt>
    <dgm:pt modelId="{85566A63-D16B-459F-B6F5-AD96E666E776}" type="pres">
      <dgm:prSet presAssocID="{777D50E0-2354-4694-AFBF-B49E0F10F6D1}" presName="childNode" presStyleLbl="node1" presStyleIdx="1" presStyleCnt="7">
        <dgm:presLayoutVars>
          <dgm:bulletEnabled val="1"/>
        </dgm:presLayoutVars>
      </dgm:prSet>
      <dgm:spPr/>
    </dgm:pt>
    <dgm:pt modelId="{4EC33323-7725-4BF3-8C7D-A4C6DDC6BB53}" type="pres">
      <dgm:prSet presAssocID="{0B04329F-5CE4-461B-94EF-44CE352CAC72}" presName="aSpace" presStyleCnt="0"/>
      <dgm:spPr/>
    </dgm:pt>
    <dgm:pt modelId="{2EE0B0C4-F796-4874-BBCF-F54C6D483D17}" type="pres">
      <dgm:prSet presAssocID="{6170C4F3-88AF-4632-95C4-C2FD870A2A59}" presName="compNode" presStyleCnt="0"/>
      <dgm:spPr/>
    </dgm:pt>
    <dgm:pt modelId="{99A16F40-58A7-4283-AA9B-55C13F86CF11}" type="pres">
      <dgm:prSet presAssocID="{6170C4F3-88AF-4632-95C4-C2FD870A2A59}" presName="aNode" presStyleLbl="bgShp" presStyleIdx="1" presStyleCnt="3"/>
      <dgm:spPr/>
    </dgm:pt>
    <dgm:pt modelId="{D226A498-4EBE-4085-A863-9C818D341111}" type="pres">
      <dgm:prSet presAssocID="{6170C4F3-88AF-4632-95C4-C2FD870A2A59}" presName="textNode" presStyleLbl="bgShp" presStyleIdx="1" presStyleCnt="3"/>
      <dgm:spPr/>
    </dgm:pt>
    <dgm:pt modelId="{C82D683A-9920-4A86-BDF8-CAFBF7EF6752}" type="pres">
      <dgm:prSet presAssocID="{6170C4F3-88AF-4632-95C4-C2FD870A2A59}" presName="compChildNode" presStyleCnt="0"/>
      <dgm:spPr/>
    </dgm:pt>
    <dgm:pt modelId="{0D853CB3-70F3-49F9-96D3-ADDB5DD9DFC8}" type="pres">
      <dgm:prSet presAssocID="{6170C4F3-88AF-4632-95C4-C2FD870A2A59}" presName="theInnerList" presStyleCnt="0"/>
      <dgm:spPr/>
    </dgm:pt>
    <dgm:pt modelId="{CB99FEB9-EBCB-4223-B34A-7F90A45F5131}" type="pres">
      <dgm:prSet presAssocID="{CA978AB3-CC95-4985-B807-82329B7702E7}" presName="childNode" presStyleLbl="node1" presStyleIdx="2" presStyleCnt="7">
        <dgm:presLayoutVars>
          <dgm:bulletEnabled val="1"/>
        </dgm:presLayoutVars>
      </dgm:prSet>
      <dgm:spPr/>
    </dgm:pt>
    <dgm:pt modelId="{C462F28B-8C70-4BD6-8BC9-38D3F29FB6DE}" type="pres">
      <dgm:prSet presAssocID="{CA978AB3-CC95-4985-B807-82329B7702E7}" presName="aSpace2" presStyleCnt="0"/>
      <dgm:spPr/>
    </dgm:pt>
    <dgm:pt modelId="{1A099AE3-3BEA-4251-BB01-7A4465DA88DC}" type="pres">
      <dgm:prSet presAssocID="{AFC739DC-9625-492E-9C2D-B9A439AB43EA}" presName="childNode" presStyleLbl="node1" presStyleIdx="3" presStyleCnt="7">
        <dgm:presLayoutVars>
          <dgm:bulletEnabled val="1"/>
        </dgm:presLayoutVars>
      </dgm:prSet>
      <dgm:spPr/>
    </dgm:pt>
    <dgm:pt modelId="{DB811860-F186-40EE-ADE4-98232A3E18AF}" type="pres">
      <dgm:prSet presAssocID="{6170C4F3-88AF-4632-95C4-C2FD870A2A59}" presName="aSpace" presStyleCnt="0"/>
      <dgm:spPr/>
    </dgm:pt>
    <dgm:pt modelId="{FB8563BC-E894-4954-B416-8F48DDADEDBE}" type="pres">
      <dgm:prSet presAssocID="{77D95122-0409-4450-94E6-FBB26E485C84}" presName="compNode" presStyleCnt="0"/>
      <dgm:spPr/>
    </dgm:pt>
    <dgm:pt modelId="{C8931BE8-48CD-4404-9BE4-FC7C25C5A77D}" type="pres">
      <dgm:prSet presAssocID="{77D95122-0409-4450-94E6-FBB26E485C84}" presName="aNode" presStyleLbl="bgShp" presStyleIdx="2" presStyleCnt="3"/>
      <dgm:spPr/>
    </dgm:pt>
    <dgm:pt modelId="{D9B27818-F3D5-477B-A19F-EE4AA81A870E}" type="pres">
      <dgm:prSet presAssocID="{77D95122-0409-4450-94E6-FBB26E485C84}" presName="textNode" presStyleLbl="bgShp" presStyleIdx="2" presStyleCnt="3"/>
      <dgm:spPr/>
    </dgm:pt>
    <dgm:pt modelId="{FD091D3D-C236-4D79-9EEE-27C2ED7D0F87}" type="pres">
      <dgm:prSet presAssocID="{77D95122-0409-4450-94E6-FBB26E485C84}" presName="compChildNode" presStyleCnt="0"/>
      <dgm:spPr/>
    </dgm:pt>
    <dgm:pt modelId="{03539084-49E7-4798-B202-0F2F31107844}" type="pres">
      <dgm:prSet presAssocID="{77D95122-0409-4450-94E6-FBB26E485C84}" presName="theInnerList" presStyleCnt="0"/>
      <dgm:spPr/>
    </dgm:pt>
    <dgm:pt modelId="{8AF9B7CD-EFB2-446B-9B8C-5804E882BEBB}" type="pres">
      <dgm:prSet presAssocID="{CE378E77-6754-4DEA-93B5-0BFF346BD3E5}" presName="childNode" presStyleLbl="node1" presStyleIdx="4" presStyleCnt="7">
        <dgm:presLayoutVars>
          <dgm:bulletEnabled val="1"/>
        </dgm:presLayoutVars>
      </dgm:prSet>
      <dgm:spPr/>
    </dgm:pt>
    <dgm:pt modelId="{98EAECB4-0AC3-4F12-B343-008E466F17DD}" type="pres">
      <dgm:prSet presAssocID="{CE378E77-6754-4DEA-93B5-0BFF346BD3E5}" presName="aSpace2" presStyleCnt="0"/>
      <dgm:spPr/>
    </dgm:pt>
    <dgm:pt modelId="{AD02ADAB-1895-4D73-ACA6-3E5F20128288}" type="pres">
      <dgm:prSet presAssocID="{F08880D7-8680-404A-878B-ADB2941BABF8}" presName="childNode" presStyleLbl="node1" presStyleIdx="5" presStyleCnt="7">
        <dgm:presLayoutVars>
          <dgm:bulletEnabled val="1"/>
        </dgm:presLayoutVars>
      </dgm:prSet>
      <dgm:spPr/>
    </dgm:pt>
    <dgm:pt modelId="{9E8483A0-5589-41C9-BEEB-F18693939BE8}" type="pres">
      <dgm:prSet presAssocID="{F08880D7-8680-404A-878B-ADB2941BABF8}" presName="aSpace2" presStyleCnt="0"/>
      <dgm:spPr/>
    </dgm:pt>
    <dgm:pt modelId="{B065DF54-95EA-4176-8F08-F7ACF36448A7}" type="pres">
      <dgm:prSet presAssocID="{E12A94C8-2B34-4419-9746-E2C22D9B8A5F}" presName="childNode" presStyleLbl="node1" presStyleIdx="6" presStyleCnt="7">
        <dgm:presLayoutVars>
          <dgm:bulletEnabled val="1"/>
        </dgm:presLayoutVars>
      </dgm:prSet>
      <dgm:spPr/>
    </dgm:pt>
  </dgm:ptLst>
  <dgm:cxnLst>
    <dgm:cxn modelId="{0E178904-5FA7-4F4B-9C9D-BBA44070BB88}" type="presOf" srcId="{0F661EFC-3B6A-49C3-95D6-6E0F50278636}" destId="{DB06192E-DADC-4F7B-BB43-0F053E566894}" srcOrd="0" destOrd="0" presId="urn:microsoft.com/office/officeart/2005/8/layout/lProcess2"/>
    <dgm:cxn modelId="{7C592106-C42B-4F61-86F8-040ECBA5753E}" srcId="{4728C66B-3539-4A50-B53F-2C991EDB2EFB}" destId="{6170C4F3-88AF-4632-95C4-C2FD870A2A59}" srcOrd="1" destOrd="0" parTransId="{2885AF4C-2830-42A3-81A7-4CD567C135CB}" sibTransId="{24E97B7A-6C9F-41C5-91FB-491B97F35E4F}"/>
    <dgm:cxn modelId="{8A2F2316-F570-4763-849F-F8F79CE8FEF8}" type="presOf" srcId="{F08880D7-8680-404A-878B-ADB2941BABF8}" destId="{AD02ADAB-1895-4D73-ACA6-3E5F20128288}" srcOrd="0" destOrd="0" presId="urn:microsoft.com/office/officeart/2005/8/layout/lProcess2"/>
    <dgm:cxn modelId="{13A1771F-B71E-4C31-9A69-A71C5478B9AC}" type="presOf" srcId="{E12A94C8-2B34-4419-9746-E2C22D9B8A5F}" destId="{B065DF54-95EA-4176-8F08-F7ACF36448A7}" srcOrd="0" destOrd="0" presId="urn:microsoft.com/office/officeart/2005/8/layout/lProcess2"/>
    <dgm:cxn modelId="{78A83523-70FA-4E2F-A1A6-CA8D068E505F}" type="presOf" srcId="{AFC739DC-9625-492E-9C2D-B9A439AB43EA}" destId="{1A099AE3-3BEA-4251-BB01-7A4465DA88DC}" srcOrd="0" destOrd="0" presId="urn:microsoft.com/office/officeart/2005/8/layout/lProcess2"/>
    <dgm:cxn modelId="{DFDB3524-90A3-4522-8559-A4A7A7DD6F0F}" type="presOf" srcId="{6170C4F3-88AF-4632-95C4-C2FD870A2A59}" destId="{D226A498-4EBE-4085-A863-9C818D341111}" srcOrd="1" destOrd="0" presId="urn:microsoft.com/office/officeart/2005/8/layout/lProcess2"/>
    <dgm:cxn modelId="{9CECD52A-BE3D-46BA-81A1-A5DE5AB5AD9D}" type="presOf" srcId="{777D50E0-2354-4694-AFBF-B49E0F10F6D1}" destId="{85566A63-D16B-459F-B6F5-AD96E666E776}" srcOrd="0" destOrd="0" presId="urn:microsoft.com/office/officeart/2005/8/layout/lProcess2"/>
    <dgm:cxn modelId="{C5F9CA2B-5BBF-46B3-9ABB-B1E8324D43C9}" srcId="{0B04329F-5CE4-461B-94EF-44CE352CAC72}" destId="{777D50E0-2354-4694-AFBF-B49E0F10F6D1}" srcOrd="1" destOrd="0" parTransId="{2455DA7A-AB93-43DD-AAAC-42DDD01EB0B7}" sibTransId="{DED9A469-541C-4B50-9930-F22AFDF69FFD}"/>
    <dgm:cxn modelId="{0AA98E2F-86F7-4712-875E-2F8217CE571E}" srcId="{6170C4F3-88AF-4632-95C4-C2FD870A2A59}" destId="{CA978AB3-CC95-4985-B807-82329B7702E7}" srcOrd="0" destOrd="0" parTransId="{6F1A877D-962E-426D-9148-4EEF55ECF60D}" sibTransId="{666D1EB9-0810-49BB-95A9-64E85284AB5C}"/>
    <dgm:cxn modelId="{7D44B946-B26B-4E6A-8C33-3C281F0FF209}" type="presOf" srcId="{77D95122-0409-4450-94E6-FBB26E485C84}" destId="{D9B27818-F3D5-477B-A19F-EE4AA81A870E}" srcOrd="1" destOrd="0" presId="urn:microsoft.com/office/officeart/2005/8/layout/lProcess2"/>
    <dgm:cxn modelId="{E6F6B981-B54E-4F94-A35B-A14D80AF9BC8}" srcId="{0B04329F-5CE4-461B-94EF-44CE352CAC72}" destId="{0F661EFC-3B6A-49C3-95D6-6E0F50278636}" srcOrd="0" destOrd="0" parTransId="{30E11014-562F-4907-A1F5-AAD5A3AEE812}" sibTransId="{18FF39A0-F0D4-4C3E-81FC-E835249F755D}"/>
    <dgm:cxn modelId="{9A642394-0BD8-4926-BFCA-DC36F1EDEE84}" type="presOf" srcId="{CE378E77-6754-4DEA-93B5-0BFF346BD3E5}" destId="{8AF9B7CD-EFB2-446B-9B8C-5804E882BEBB}" srcOrd="0" destOrd="0" presId="urn:microsoft.com/office/officeart/2005/8/layout/lProcess2"/>
    <dgm:cxn modelId="{92139BA0-73C8-4B43-96A8-57F6AD5342DD}" type="presOf" srcId="{4728C66B-3539-4A50-B53F-2C991EDB2EFB}" destId="{DE10F65B-5C15-4557-ADF3-0C4BE7FB964E}" srcOrd="0" destOrd="0" presId="urn:microsoft.com/office/officeart/2005/8/layout/lProcess2"/>
    <dgm:cxn modelId="{6EADBBAB-E6EF-4C58-A401-E24B26C8A667}" type="presOf" srcId="{77D95122-0409-4450-94E6-FBB26E485C84}" destId="{C8931BE8-48CD-4404-9BE4-FC7C25C5A77D}" srcOrd="0" destOrd="0" presId="urn:microsoft.com/office/officeart/2005/8/layout/lProcess2"/>
    <dgm:cxn modelId="{B77D25B8-9882-4D63-AE37-281CCA936122}" type="presOf" srcId="{0B04329F-5CE4-461B-94EF-44CE352CAC72}" destId="{B58A2005-1AD4-4329-9A52-CC45600AE5ED}" srcOrd="0" destOrd="0" presId="urn:microsoft.com/office/officeart/2005/8/layout/lProcess2"/>
    <dgm:cxn modelId="{4CBDC3BF-D99E-44C1-9DA0-2B1CA496C506}" srcId="{4728C66B-3539-4A50-B53F-2C991EDB2EFB}" destId="{0B04329F-5CE4-461B-94EF-44CE352CAC72}" srcOrd="0" destOrd="0" parTransId="{21D103FD-27F3-47B2-9072-3388935E1879}" sibTransId="{744D6771-5903-4C3F-A100-9EFCB2959FC4}"/>
    <dgm:cxn modelId="{16E687CB-DB9E-487C-BE4E-935AC95BC846}" srcId="{77D95122-0409-4450-94E6-FBB26E485C84}" destId="{E12A94C8-2B34-4419-9746-E2C22D9B8A5F}" srcOrd="2" destOrd="0" parTransId="{9A66720E-5192-47E1-AF3E-B1CEB7089A93}" sibTransId="{2652099F-B43E-4282-8CF9-7A8BA8EDB404}"/>
    <dgm:cxn modelId="{E2DEFDD0-67F0-4DD5-9336-EC7F29D0D70E}" srcId="{77D95122-0409-4450-94E6-FBB26E485C84}" destId="{CE378E77-6754-4DEA-93B5-0BFF346BD3E5}" srcOrd="0" destOrd="0" parTransId="{8073D8B4-9AC0-4067-AE3D-3E1A607C5C25}" sibTransId="{301762A6-0B02-47FE-ACBB-5EF72E18150E}"/>
    <dgm:cxn modelId="{52D4ADD5-85D2-4FBF-8B55-28EEE9D7FD07}" srcId="{77D95122-0409-4450-94E6-FBB26E485C84}" destId="{F08880D7-8680-404A-878B-ADB2941BABF8}" srcOrd="1" destOrd="0" parTransId="{3255B707-6682-4379-BE90-F60718494EF6}" sibTransId="{B79E1FC2-A1B2-4D78-8671-D4E12335E61F}"/>
    <dgm:cxn modelId="{F52C07E2-0D60-4980-A313-B27F421987AC}" type="presOf" srcId="{CA978AB3-CC95-4985-B807-82329B7702E7}" destId="{CB99FEB9-EBCB-4223-B34A-7F90A45F5131}" srcOrd="0" destOrd="0" presId="urn:microsoft.com/office/officeart/2005/8/layout/lProcess2"/>
    <dgm:cxn modelId="{F1AC78ED-3BB4-4337-BB66-63E0B7477D0B}" type="presOf" srcId="{6170C4F3-88AF-4632-95C4-C2FD870A2A59}" destId="{99A16F40-58A7-4283-AA9B-55C13F86CF11}" srcOrd="0" destOrd="0" presId="urn:microsoft.com/office/officeart/2005/8/layout/lProcess2"/>
    <dgm:cxn modelId="{FFE82AF5-7C29-4159-A03F-5EC4BDDAA510}" srcId="{6170C4F3-88AF-4632-95C4-C2FD870A2A59}" destId="{AFC739DC-9625-492E-9C2D-B9A439AB43EA}" srcOrd="1" destOrd="0" parTransId="{1CA097B1-5E5E-4FA3-AB53-DEDF6AA5E624}" sibTransId="{10A8990C-658E-43E8-B9F2-EBABED4F4D51}"/>
    <dgm:cxn modelId="{629156F9-5A77-4101-B6EF-AFD5D9899680}" type="presOf" srcId="{0B04329F-5CE4-461B-94EF-44CE352CAC72}" destId="{062EBC4C-9D15-4142-B761-F66BE6F7FE25}" srcOrd="1" destOrd="0" presId="urn:microsoft.com/office/officeart/2005/8/layout/lProcess2"/>
    <dgm:cxn modelId="{F88C80FB-D146-4A82-BF18-712158C126FD}" srcId="{4728C66B-3539-4A50-B53F-2C991EDB2EFB}" destId="{77D95122-0409-4450-94E6-FBB26E485C84}" srcOrd="2" destOrd="0" parTransId="{E152D89F-C735-41F0-8927-1029197F4D13}" sibTransId="{93660F42-0999-4AA5-9F10-0454B875463C}"/>
    <dgm:cxn modelId="{D591DEEF-63E0-4CDE-BA20-DEF37427C196}" type="presParOf" srcId="{DE10F65B-5C15-4557-ADF3-0C4BE7FB964E}" destId="{9E820BCD-1D77-4B99-858D-1D25704AB689}" srcOrd="0" destOrd="0" presId="urn:microsoft.com/office/officeart/2005/8/layout/lProcess2"/>
    <dgm:cxn modelId="{12401102-38DB-4847-B200-DF8BD74817CF}" type="presParOf" srcId="{9E820BCD-1D77-4B99-858D-1D25704AB689}" destId="{B58A2005-1AD4-4329-9A52-CC45600AE5ED}" srcOrd="0" destOrd="0" presId="urn:microsoft.com/office/officeart/2005/8/layout/lProcess2"/>
    <dgm:cxn modelId="{310BEA29-9CFF-4059-85BB-901127E9195B}" type="presParOf" srcId="{9E820BCD-1D77-4B99-858D-1D25704AB689}" destId="{062EBC4C-9D15-4142-B761-F66BE6F7FE25}" srcOrd="1" destOrd="0" presId="urn:microsoft.com/office/officeart/2005/8/layout/lProcess2"/>
    <dgm:cxn modelId="{CCE7DF2D-8D11-4842-A992-839CF99F9BFE}" type="presParOf" srcId="{9E820BCD-1D77-4B99-858D-1D25704AB689}" destId="{FDD9EAE8-DC54-4515-96C3-BE376B49414B}" srcOrd="2" destOrd="0" presId="urn:microsoft.com/office/officeart/2005/8/layout/lProcess2"/>
    <dgm:cxn modelId="{4464EE81-A05D-4247-AF39-29D4E170F186}" type="presParOf" srcId="{FDD9EAE8-DC54-4515-96C3-BE376B49414B}" destId="{503DF70D-796D-4C17-B20D-6D6F479D8840}" srcOrd="0" destOrd="0" presId="urn:microsoft.com/office/officeart/2005/8/layout/lProcess2"/>
    <dgm:cxn modelId="{FA172DF2-4694-4306-A86F-3168C6265C19}" type="presParOf" srcId="{503DF70D-796D-4C17-B20D-6D6F479D8840}" destId="{DB06192E-DADC-4F7B-BB43-0F053E566894}" srcOrd="0" destOrd="0" presId="urn:microsoft.com/office/officeart/2005/8/layout/lProcess2"/>
    <dgm:cxn modelId="{A903E2D2-C9C7-4C9D-8490-2AB53131D526}" type="presParOf" srcId="{503DF70D-796D-4C17-B20D-6D6F479D8840}" destId="{30C8FEBA-FAC3-497A-AA74-A34DDE349894}" srcOrd="1" destOrd="0" presId="urn:microsoft.com/office/officeart/2005/8/layout/lProcess2"/>
    <dgm:cxn modelId="{0C30F930-3DED-4B71-B3B2-5BC1467B499C}" type="presParOf" srcId="{503DF70D-796D-4C17-B20D-6D6F479D8840}" destId="{85566A63-D16B-459F-B6F5-AD96E666E776}" srcOrd="2" destOrd="0" presId="urn:microsoft.com/office/officeart/2005/8/layout/lProcess2"/>
    <dgm:cxn modelId="{44A3896F-5F62-4FED-91B9-B786833B5B3A}" type="presParOf" srcId="{DE10F65B-5C15-4557-ADF3-0C4BE7FB964E}" destId="{4EC33323-7725-4BF3-8C7D-A4C6DDC6BB53}" srcOrd="1" destOrd="0" presId="urn:microsoft.com/office/officeart/2005/8/layout/lProcess2"/>
    <dgm:cxn modelId="{DAF32FBA-5A53-4D9F-9358-85072DFF0ADB}" type="presParOf" srcId="{DE10F65B-5C15-4557-ADF3-0C4BE7FB964E}" destId="{2EE0B0C4-F796-4874-BBCF-F54C6D483D17}" srcOrd="2" destOrd="0" presId="urn:microsoft.com/office/officeart/2005/8/layout/lProcess2"/>
    <dgm:cxn modelId="{F011D385-E58A-4812-8E7C-25FDD3F5EE0C}" type="presParOf" srcId="{2EE0B0C4-F796-4874-BBCF-F54C6D483D17}" destId="{99A16F40-58A7-4283-AA9B-55C13F86CF11}" srcOrd="0" destOrd="0" presId="urn:microsoft.com/office/officeart/2005/8/layout/lProcess2"/>
    <dgm:cxn modelId="{3D041453-CFA1-4EE4-A772-BBEBF5E4082B}" type="presParOf" srcId="{2EE0B0C4-F796-4874-BBCF-F54C6D483D17}" destId="{D226A498-4EBE-4085-A863-9C818D341111}" srcOrd="1" destOrd="0" presId="urn:microsoft.com/office/officeart/2005/8/layout/lProcess2"/>
    <dgm:cxn modelId="{E1BE4DDE-3050-4495-8985-851C89479D85}" type="presParOf" srcId="{2EE0B0C4-F796-4874-BBCF-F54C6D483D17}" destId="{C82D683A-9920-4A86-BDF8-CAFBF7EF6752}" srcOrd="2" destOrd="0" presId="urn:microsoft.com/office/officeart/2005/8/layout/lProcess2"/>
    <dgm:cxn modelId="{54173C7D-1240-4C01-B8F2-B05B1BE04F57}" type="presParOf" srcId="{C82D683A-9920-4A86-BDF8-CAFBF7EF6752}" destId="{0D853CB3-70F3-49F9-96D3-ADDB5DD9DFC8}" srcOrd="0" destOrd="0" presId="urn:microsoft.com/office/officeart/2005/8/layout/lProcess2"/>
    <dgm:cxn modelId="{734B58A9-995B-4046-BE41-6CB923C68DBB}" type="presParOf" srcId="{0D853CB3-70F3-49F9-96D3-ADDB5DD9DFC8}" destId="{CB99FEB9-EBCB-4223-B34A-7F90A45F5131}" srcOrd="0" destOrd="0" presId="urn:microsoft.com/office/officeart/2005/8/layout/lProcess2"/>
    <dgm:cxn modelId="{0E5F65F3-F97D-4B5A-92F9-54454045F591}" type="presParOf" srcId="{0D853CB3-70F3-49F9-96D3-ADDB5DD9DFC8}" destId="{C462F28B-8C70-4BD6-8BC9-38D3F29FB6DE}" srcOrd="1" destOrd="0" presId="urn:microsoft.com/office/officeart/2005/8/layout/lProcess2"/>
    <dgm:cxn modelId="{1517B205-C3D6-4A7B-9DD0-5F5478E6373B}" type="presParOf" srcId="{0D853CB3-70F3-49F9-96D3-ADDB5DD9DFC8}" destId="{1A099AE3-3BEA-4251-BB01-7A4465DA88DC}" srcOrd="2" destOrd="0" presId="urn:microsoft.com/office/officeart/2005/8/layout/lProcess2"/>
    <dgm:cxn modelId="{0E500731-B277-4AE5-9F5E-C57DC61B9E41}" type="presParOf" srcId="{DE10F65B-5C15-4557-ADF3-0C4BE7FB964E}" destId="{DB811860-F186-40EE-ADE4-98232A3E18AF}" srcOrd="3" destOrd="0" presId="urn:microsoft.com/office/officeart/2005/8/layout/lProcess2"/>
    <dgm:cxn modelId="{AFB7AC37-9248-4E71-BB48-486D6FDBD812}" type="presParOf" srcId="{DE10F65B-5C15-4557-ADF3-0C4BE7FB964E}" destId="{FB8563BC-E894-4954-B416-8F48DDADEDBE}" srcOrd="4" destOrd="0" presId="urn:microsoft.com/office/officeart/2005/8/layout/lProcess2"/>
    <dgm:cxn modelId="{F90840F2-77C7-447E-8D16-2BF8A0DE736A}" type="presParOf" srcId="{FB8563BC-E894-4954-B416-8F48DDADEDBE}" destId="{C8931BE8-48CD-4404-9BE4-FC7C25C5A77D}" srcOrd="0" destOrd="0" presId="urn:microsoft.com/office/officeart/2005/8/layout/lProcess2"/>
    <dgm:cxn modelId="{2017D361-549C-4ABA-8081-9DF5CAF17A67}" type="presParOf" srcId="{FB8563BC-E894-4954-B416-8F48DDADEDBE}" destId="{D9B27818-F3D5-477B-A19F-EE4AA81A870E}" srcOrd="1" destOrd="0" presId="urn:microsoft.com/office/officeart/2005/8/layout/lProcess2"/>
    <dgm:cxn modelId="{3E9BB442-256F-4135-829F-F87EDDA9CFC3}" type="presParOf" srcId="{FB8563BC-E894-4954-B416-8F48DDADEDBE}" destId="{FD091D3D-C236-4D79-9EEE-27C2ED7D0F87}" srcOrd="2" destOrd="0" presId="urn:microsoft.com/office/officeart/2005/8/layout/lProcess2"/>
    <dgm:cxn modelId="{B2BBB19C-A48B-4481-96B6-AD1F91D0F2D5}" type="presParOf" srcId="{FD091D3D-C236-4D79-9EEE-27C2ED7D0F87}" destId="{03539084-49E7-4798-B202-0F2F31107844}" srcOrd="0" destOrd="0" presId="urn:microsoft.com/office/officeart/2005/8/layout/lProcess2"/>
    <dgm:cxn modelId="{F646B6BE-8554-4006-A13F-61FD632097C0}" type="presParOf" srcId="{03539084-49E7-4798-B202-0F2F31107844}" destId="{8AF9B7CD-EFB2-446B-9B8C-5804E882BEBB}" srcOrd="0" destOrd="0" presId="urn:microsoft.com/office/officeart/2005/8/layout/lProcess2"/>
    <dgm:cxn modelId="{8711B69F-AC5C-41A1-8DE7-5C7B7D267C5D}" type="presParOf" srcId="{03539084-49E7-4798-B202-0F2F31107844}" destId="{98EAECB4-0AC3-4F12-B343-008E466F17DD}" srcOrd="1" destOrd="0" presId="urn:microsoft.com/office/officeart/2005/8/layout/lProcess2"/>
    <dgm:cxn modelId="{E478609A-F886-4ECF-B45B-A7BACCDD4C14}" type="presParOf" srcId="{03539084-49E7-4798-B202-0F2F31107844}" destId="{AD02ADAB-1895-4D73-ACA6-3E5F20128288}" srcOrd="2" destOrd="0" presId="urn:microsoft.com/office/officeart/2005/8/layout/lProcess2"/>
    <dgm:cxn modelId="{9F43E229-3427-4E46-8322-D878EDE41697}" type="presParOf" srcId="{03539084-49E7-4798-B202-0F2F31107844}" destId="{9E8483A0-5589-41C9-BEEB-F18693939BE8}" srcOrd="3" destOrd="0" presId="urn:microsoft.com/office/officeart/2005/8/layout/lProcess2"/>
    <dgm:cxn modelId="{1EB0CB6E-759F-4F19-9BD4-4AD1901F53D9}" type="presParOf" srcId="{03539084-49E7-4798-B202-0F2F31107844}" destId="{B065DF54-95EA-4176-8F08-F7ACF36448A7}" srcOrd="4" destOrd="0" presId="urn:microsoft.com/office/officeart/2005/8/layout/lProcess2"/>
  </dgm:cxnLst>
  <dgm:bg/>
  <dgm:whole/>
  <dgm:extLst>
    <a:ext uri="http://schemas.microsoft.com/office/drawing/2008/diagram">
      <dsp:dataModelExt xmlns:dsp="http://schemas.microsoft.com/office/drawing/2008/diagram" relId="rId6" minVer="http://schemas.openxmlformats.org/drawingml/2006/diagram"/>
    </a:ext>
  </dgm:extLst>
</dgm:dataModel>
</file>

<file path=ppt/diagrams/data28.xml><?xml version="1.0" encoding="utf-8"?>
<dgm:dataModel xmlns:dgm="http://schemas.openxmlformats.org/drawingml/2006/diagram" xmlns:a="http://schemas.openxmlformats.org/drawingml/2006/main">
  <dgm:ptLst>
    <dgm:pt modelId="{01EDA83B-6BA3-43D0-B06A-938694C0F3A7}" type="doc">
      <dgm:prSet loTypeId="urn:microsoft.com/office/officeart/2018/2/layout/IconLabelDescriptionList" loCatId="icon" qsTypeId="urn:microsoft.com/office/officeart/2005/8/quickstyle/simple1" qsCatId="simple" csTypeId="urn:microsoft.com/office/officeart/2018/5/colors/Iconchunking_neutralbg_accent4_2" csCatId="accent4" phldr="1"/>
      <dgm:spPr/>
      <dgm:t>
        <a:bodyPr/>
        <a:lstStyle/>
        <a:p>
          <a:endParaRPr lang="en-US"/>
        </a:p>
      </dgm:t>
    </dgm:pt>
    <dgm:pt modelId="{9FBC5244-3056-44A7-8F24-D58109EBEFED}">
      <dgm:prSet/>
      <dgm:spPr/>
      <dgm:t>
        <a:bodyPr/>
        <a:lstStyle/>
        <a:p>
          <a:pPr>
            <a:lnSpc>
              <a:spcPct val="100000"/>
            </a:lnSpc>
            <a:defRPr b="1"/>
          </a:pPr>
          <a:r>
            <a:rPr lang="tr-TR" dirty="0"/>
            <a:t>Transaction Serialization</a:t>
          </a:r>
          <a:endParaRPr lang="en-US" dirty="0"/>
        </a:p>
      </dgm:t>
    </dgm:pt>
    <dgm:pt modelId="{700DE46F-4054-42FA-A7EE-E98E7997DDAD}" type="parTrans" cxnId="{B654C2BF-5019-4A7A-9769-726885E9C669}">
      <dgm:prSet/>
      <dgm:spPr/>
      <dgm:t>
        <a:bodyPr/>
        <a:lstStyle/>
        <a:p>
          <a:endParaRPr lang="en-US"/>
        </a:p>
      </dgm:t>
    </dgm:pt>
    <dgm:pt modelId="{B07D35F5-0889-4D8F-983F-A2F9B11C9C25}" type="sibTrans" cxnId="{B654C2BF-5019-4A7A-9769-726885E9C669}">
      <dgm:prSet/>
      <dgm:spPr/>
      <dgm:t>
        <a:bodyPr/>
        <a:lstStyle/>
        <a:p>
          <a:endParaRPr lang="en-US"/>
        </a:p>
      </dgm:t>
    </dgm:pt>
    <dgm:pt modelId="{FF2E2CBF-3625-4820-A411-60132DE1ADD1}">
      <dgm:prSet/>
      <dgm:spPr/>
      <dgm:t>
        <a:bodyPr/>
        <a:lstStyle/>
        <a:p>
          <a:pPr>
            <a:lnSpc>
              <a:spcPct val="100000"/>
            </a:lnSpc>
            <a:defRPr b="1"/>
          </a:pPr>
          <a:r>
            <a:rPr lang="tr-TR" dirty="0"/>
            <a:t>Usage</a:t>
          </a:r>
          <a:endParaRPr lang="en-US" dirty="0"/>
        </a:p>
      </dgm:t>
    </dgm:pt>
    <dgm:pt modelId="{BEBBECAB-8438-49DD-B096-2B12128AEC8A}" type="parTrans" cxnId="{C6EBD204-8D85-4D7F-A494-8D2A4333CA79}">
      <dgm:prSet/>
      <dgm:spPr/>
      <dgm:t>
        <a:bodyPr/>
        <a:lstStyle/>
        <a:p>
          <a:endParaRPr lang="en-US"/>
        </a:p>
      </dgm:t>
    </dgm:pt>
    <dgm:pt modelId="{B70CE2E1-2ACC-46E4-8EA5-843E45C598B7}" type="sibTrans" cxnId="{C6EBD204-8D85-4D7F-A494-8D2A4333CA79}">
      <dgm:prSet/>
      <dgm:spPr/>
      <dgm:t>
        <a:bodyPr/>
        <a:lstStyle/>
        <a:p>
          <a:endParaRPr lang="en-US"/>
        </a:p>
      </dgm:t>
    </dgm:pt>
    <dgm:pt modelId="{C135D01C-AEF6-4A70-8C10-50FCC4AF346C}">
      <dgm:prSet/>
      <dgm:spPr/>
      <dgm:t>
        <a:bodyPr/>
        <a:lstStyle/>
        <a:p>
          <a:pPr>
            <a:lnSpc>
              <a:spcPct val="100000"/>
            </a:lnSpc>
            <a:defRPr b="1"/>
          </a:pPr>
          <a:r>
            <a:rPr lang="en-US"/>
            <a:t>Serialization</a:t>
          </a:r>
          <a:endParaRPr lang="en-US" dirty="0"/>
        </a:p>
      </dgm:t>
    </dgm:pt>
    <dgm:pt modelId="{0593F846-006A-4EFA-A1AF-81B616BCC6AA}" type="parTrans" cxnId="{BF4A8D27-43D5-4A5D-965D-3B612A3FA0FE}">
      <dgm:prSet/>
      <dgm:spPr/>
      <dgm:t>
        <a:bodyPr/>
        <a:lstStyle/>
        <a:p>
          <a:endParaRPr lang="tr-TR"/>
        </a:p>
      </dgm:t>
    </dgm:pt>
    <dgm:pt modelId="{EC90EC13-A477-46D6-8B24-C3340372BBDE}" type="sibTrans" cxnId="{BF4A8D27-43D5-4A5D-965D-3B612A3FA0FE}">
      <dgm:prSet/>
      <dgm:spPr/>
      <dgm:t>
        <a:bodyPr/>
        <a:lstStyle/>
        <a:p>
          <a:endParaRPr lang="tr-TR"/>
        </a:p>
      </dgm:t>
    </dgm:pt>
    <dgm:pt modelId="{44412C17-A2EB-421C-8C76-5CFC398D6D4A}">
      <dgm:prSet/>
      <dgm:spPr/>
      <dgm:t>
        <a:bodyPr/>
        <a:lstStyle/>
        <a:p>
          <a:pPr>
            <a:lnSpc>
              <a:spcPct val="100000"/>
            </a:lnSpc>
          </a:pPr>
          <a:r>
            <a:rPr lang="en-US"/>
            <a:t>also known as a byte stream</a:t>
          </a:r>
          <a:endParaRPr lang="en-US" dirty="0"/>
        </a:p>
      </dgm:t>
    </dgm:pt>
    <dgm:pt modelId="{2C4468A5-7949-4F34-B091-E9C3FDB4D8D3}" type="parTrans" cxnId="{D49B3DF0-A988-479F-AF1D-022D753DA4A2}">
      <dgm:prSet/>
      <dgm:spPr/>
      <dgm:t>
        <a:bodyPr/>
        <a:lstStyle/>
        <a:p>
          <a:endParaRPr lang="tr-TR"/>
        </a:p>
      </dgm:t>
    </dgm:pt>
    <dgm:pt modelId="{64EA236B-1FBE-4AE8-8BA9-4EED3CAB2ADD}" type="sibTrans" cxnId="{D49B3DF0-A988-479F-AF1D-022D753DA4A2}">
      <dgm:prSet/>
      <dgm:spPr/>
      <dgm:t>
        <a:bodyPr/>
        <a:lstStyle/>
        <a:p>
          <a:endParaRPr lang="tr-TR"/>
        </a:p>
      </dgm:t>
    </dgm:pt>
    <dgm:pt modelId="{5237C16F-618A-4E23-B40A-B732E6DB9318}">
      <dgm:prSet/>
      <dgm:spPr/>
      <dgm:t>
        <a:bodyPr/>
        <a:lstStyle/>
        <a:p>
          <a:pPr>
            <a:lnSpc>
              <a:spcPct val="100000"/>
            </a:lnSpc>
          </a:pPr>
          <a:r>
            <a:rPr lang="tr-TR" dirty="0"/>
            <a:t>to transmit </a:t>
          </a:r>
          <a:r>
            <a:rPr lang="en-US" dirty="0"/>
            <a:t>over the network </a:t>
          </a:r>
        </a:p>
      </dgm:t>
    </dgm:pt>
    <dgm:pt modelId="{83F58C25-3243-4D6C-8E1D-2CDD801A3EA7}" type="parTrans" cxnId="{C4973C26-8BDE-485B-AE95-C7BEA9212AAE}">
      <dgm:prSet/>
      <dgm:spPr/>
      <dgm:t>
        <a:bodyPr/>
        <a:lstStyle/>
        <a:p>
          <a:endParaRPr lang="tr-TR"/>
        </a:p>
      </dgm:t>
    </dgm:pt>
    <dgm:pt modelId="{69D17DDE-5BE0-4E86-B46B-6BFA1F138E65}" type="sibTrans" cxnId="{C4973C26-8BDE-485B-AE95-C7BEA9212AAE}">
      <dgm:prSet/>
      <dgm:spPr/>
      <dgm:t>
        <a:bodyPr/>
        <a:lstStyle/>
        <a:p>
          <a:endParaRPr lang="tr-TR"/>
        </a:p>
      </dgm:t>
    </dgm:pt>
    <dgm:pt modelId="{E3DF1D85-DFCD-48FA-AFF4-96FAC599B040}">
      <dgm:prSet/>
      <dgm:spPr/>
      <dgm:t>
        <a:bodyPr/>
        <a:lstStyle/>
        <a:p>
          <a:pPr>
            <a:lnSpc>
              <a:spcPct val="100000"/>
            </a:lnSpc>
          </a:pPr>
          <a:r>
            <a:rPr lang="en-US" dirty="0"/>
            <a:t>exchange between applications</a:t>
          </a:r>
        </a:p>
      </dgm:t>
    </dgm:pt>
    <dgm:pt modelId="{6B29E589-5A63-4CD3-BFFC-3477C62A88E2}" type="parTrans" cxnId="{36B6BCEB-E7F8-400D-8980-10786C7D3082}">
      <dgm:prSet/>
      <dgm:spPr/>
      <dgm:t>
        <a:bodyPr/>
        <a:lstStyle/>
        <a:p>
          <a:endParaRPr lang="tr-TR"/>
        </a:p>
      </dgm:t>
    </dgm:pt>
    <dgm:pt modelId="{1DC9DD67-18BC-4F99-836A-7D1EDC6C8254}" type="sibTrans" cxnId="{36B6BCEB-E7F8-400D-8980-10786C7D3082}">
      <dgm:prSet/>
      <dgm:spPr/>
      <dgm:t>
        <a:bodyPr/>
        <a:lstStyle/>
        <a:p>
          <a:endParaRPr lang="tr-TR"/>
        </a:p>
      </dgm:t>
    </dgm:pt>
    <dgm:pt modelId="{5EC4C48A-A151-4DD8-B201-0CB8FE457BF7}">
      <dgm:prSet/>
      <dgm:spPr/>
      <dgm:t>
        <a:bodyPr/>
        <a:lstStyle/>
        <a:p>
          <a:pPr>
            <a:lnSpc>
              <a:spcPct val="100000"/>
            </a:lnSpc>
          </a:pPr>
          <a:r>
            <a:rPr lang="en-US" dirty="0"/>
            <a:t>storage in a file</a:t>
          </a:r>
          <a:endParaRPr lang="tr-TR"/>
        </a:p>
      </dgm:t>
    </dgm:pt>
    <dgm:pt modelId="{77E9190E-8D67-4A5A-84CB-A8996D694764}" type="parTrans" cxnId="{9FD7D87E-7D8A-4D02-A727-B23FC95C7AF7}">
      <dgm:prSet/>
      <dgm:spPr/>
      <dgm:t>
        <a:bodyPr/>
        <a:lstStyle/>
        <a:p>
          <a:endParaRPr lang="tr-TR"/>
        </a:p>
      </dgm:t>
    </dgm:pt>
    <dgm:pt modelId="{4A636218-D1C3-49FE-9610-004A05BDBF11}" type="sibTrans" cxnId="{9FD7D87E-7D8A-4D02-A727-B23FC95C7AF7}">
      <dgm:prSet/>
      <dgm:spPr/>
      <dgm:t>
        <a:bodyPr/>
        <a:lstStyle/>
        <a:p>
          <a:endParaRPr lang="tr-TR"/>
        </a:p>
      </dgm:t>
    </dgm:pt>
    <dgm:pt modelId="{B56DA2D4-6CD8-45A3-8DFB-B8D8B6377FFA}">
      <dgm:prSet/>
      <dgm:spPr/>
      <dgm:t>
        <a:bodyPr/>
        <a:lstStyle/>
        <a:p>
          <a:pPr>
            <a:lnSpc>
              <a:spcPct val="100000"/>
            </a:lnSpc>
          </a:pPr>
          <a:r>
            <a:rPr lang="en-US" dirty="0"/>
            <a:t>converting the data structure</a:t>
          </a:r>
        </a:p>
      </dgm:t>
    </dgm:pt>
    <dgm:pt modelId="{D3F56A1E-9476-47BB-AF33-073538E937BD}" type="parTrans" cxnId="{8D5FB662-2092-42FA-8498-A8BF61C5EE0C}">
      <dgm:prSet/>
      <dgm:spPr/>
      <dgm:t>
        <a:bodyPr/>
        <a:lstStyle/>
        <a:p>
          <a:endParaRPr lang="tr-TR"/>
        </a:p>
      </dgm:t>
    </dgm:pt>
    <dgm:pt modelId="{6EEF6CCE-9A1B-4844-AD59-47772062F2E5}" type="sibTrans" cxnId="{8D5FB662-2092-42FA-8498-A8BF61C5EE0C}">
      <dgm:prSet/>
      <dgm:spPr/>
      <dgm:t>
        <a:bodyPr/>
        <a:lstStyle/>
        <a:p>
          <a:endParaRPr lang="tr-TR"/>
        </a:p>
      </dgm:t>
    </dgm:pt>
    <dgm:pt modelId="{41AE31DF-C9C1-4EB1-8D93-5B93B827E300}">
      <dgm:prSet/>
      <dgm:spPr/>
      <dgm:t>
        <a:bodyPr/>
        <a:lstStyle/>
        <a:p>
          <a:pPr>
            <a:lnSpc>
              <a:spcPct val="100000"/>
            </a:lnSpc>
          </a:pPr>
          <a:r>
            <a:rPr lang="tr-TR" dirty="0"/>
            <a:t>to transmit </a:t>
          </a:r>
          <a:r>
            <a:rPr lang="en-US" dirty="0"/>
            <a:t>one byte at a time </a:t>
          </a:r>
        </a:p>
      </dgm:t>
    </dgm:pt>
    <dgm:pt modelId="{5370FC25-24A8-44C7-8375-1B71E18D49C6}" type="parTrans" cxnId="{0E6F8ACD-C274-45B8-87A7-F29688E2AE11}">
      <dgm:prSet/>
      <dgm:spPr/>
      <dgm:t>
        <a:bodyPr/>
        <a:lstStyle/>
        <a:p>
          <a:endParaRPr lang="tr-TR"/>
        </a:p>
      </dgm:t>
    </dgm:pt>
    <dgm:pt modelId="{24C37660-C8E4-49D6-9B3B-18ADF85E0F70}" type="sibTrans" cxnId="{0E6F8ACD-C274-45B8-87A7-F29688E2AE11}">
      <dgm:prSet/>
      <dgm:spPr/>
      <dgm:t>
        <a:bodyPr/>
        <a:lstStyle/>
        <a:p>
          <a:endParaRPr lang="tr-TR"/>
        </a:p>
      </dgm:t>
    </dgm:pt>
    <dgm:pt modelId="{001F167B-5174-4EDC-ACD5-88B4B1A1F3E3}" type="pres">
      <dgm:prSet presAssocID="{01EDA83B-6BA3-43D0-B06A-938694C0F3A7}" presName="root" presStyleCnt="0">
        <dgm:presLayoutVars>
          <dgm:dir/>
          <dgm:resizeHandles val="exact"/>
        </dgm:presLayoutVars>
      </dgm:prSet>
      <dgm:spPr/>
    </dgm:pt>
    <dgm:pt modelId="{CF9D94C9-4594-4114-B08D-6B9314C5DD93}" type="pres">
      <dgm:prSet presAssocID="{9FBC5244-3056-44A7-8F24-D58109EBEFED}" presName="compNode" presStyleCnt="0"/>
      <dgm:spPr/>
    </dgm:pt>
    <dgm:pt modelId="{C947EB42-DD4C-45D0-8476-F33904A21FEC}" type="pres">
      <dgm:prSet presAssocID="{9FBC5244-3056-44A7-8F24-D58109EBEFED}" presName="iconRect" presStyleLbl="node1" presStyleIdx="0" presStyleCnt="3"/>
      <dgm:spPr>
        <a:blipFill>
          <a:blip xmlns:r="http://schemas.openxmlformats.org/officeDocument/2006/relationships" r:embed="rId1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2"/>
              </a:ext>
            </a:extLst>
          </a:blip>
          <a:stretch>
            <a:fillRect/>
          </a:stretch>
        </a:blipFill>
        <a:ln>
          <a:noFill/>
        </a:ln>
      </dgm:spPr>
      <dgm:extLst>
        <a:ext uri="{E40237B7-FDA0-4F09-8148-C483321AD2D9}">
          <dgm14:cNvPr xmlns:dgm14="http://schemas.microsoft.com/office/drawing/2010/diagram" id="0" name="" descr="Bitcoin"/>
        </a:ext>
      </dgm:extLst>
    </dgm:pt>
    <dgm:pt modelId="{3EE5F1E0-9AD4-4BB1-BA0D-A9759E059F27}" type="pres">
      <dgm:prSet presAssocID="{9FBC5244-3056-44A7-8F24-D58109EBEFED}" presName="iconSpace" presStyleCnt="0"/>
      <dgm:spPr/>
    </dgm:pt>
    <dgm:pt modelId="{DFB31420-438C-46B9-9B91-C6F1FC4FBF1A}" type="pres">
      <dgm:prSet presAssocID="{9FBC5244-3056-44A7-8F24-D58109EBEFED}" presName="parTx" presStyleLbl="revTx" presStyleIdx="0" presStyleCnt="6">
        <dgm:presLayoutVars>
          <dgm:chMax val="0"/>
          <dgm:chPref val="0"/>
        </dgm:presLayoutVars>
      </dgm:prSet>
      <dgm:spPr/>
    </dgm:pt>
    <dgm:pt modelId="{716312EB-1E8B-42DD-BD2E-10796A931286}" type="pres">
      <dgm:prSet presAssocID="{9FBC5244-3056-44A7-8F24-D58109EBEFED}" presName="txSpace" presStyleCnt="0"/>
      <dgm:spPr/>
    </dgm:pt>
    <dgm:pt modelId="{F26B4FEE-093D-4B74-A803-A615B990F323}" type="pres">
      <dgm:prSet presAssocID="{9FBC5244-3056-44A7-8F24-D58109EBEFED}" presName="desTx" presStyleLbl="revTx" presStyleIdx="1" presStyleCnt="6">
        <dgm:presLayoutVars/>
      </dgm:prSet>
      <dgm:spPr/>
    </dgm:pt>
    <dgm:pt modelId="{0436F1F6-E47E-4503-A6B5-A7DCF4CA2082}" type="pres">
      <dgm:prSet presAssocID="{B07D35F5-0889-4D8F-983F-A2F9B11C9C25}" presName="sibTrans" presStyleCnt="0"/>
      <dgm:spPr/>
    </dgm:pt>
    <dgm:pt modelId="{1FF9D55A-0D6B-4530-B5A0-8A5F849FB795}" type="pres">
      <dgm:prSet presAssocID="{C135D01C-AEF6-4A70-8C10-50FCC4AF346C}" presName="compNode" presStyleCnt="0"/>
      <dgm:spPr/>
    </dgm:pt>
    <dgm:pt modelId="{B737E3E6-3880-42B0-8109-CF30845A31BA}" type="pres">
      <dgm:prSet presAssocID="{C135D01C-AEF6-4A70-8C10-50FCC4AF346C}" presName="iconRect" presStyleLbl="node1" presStyleIdx="1" presStyleCnt="3"/>
      <dgm:spPr>
        <a:blipFill rotWithShape="1">
          <a:blip xmlns:r="http://schemas.openxmlformats.org/officeDocument/2006/relationships" r:embed="rId3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4"/>
              </a:ext>
            </a:extLst>
          </a:blip>
          <a:srcRect/>
          <a:stretch>
            <a:fillRect/>
          </a:stretch>
        </a:blipFill>
      </dgm:spPr>
    </dgm:pt>
    <dgm:pt modelId="{0B98119A-F7DB-43A3-8514-6BF9A760DC36}" type="pres">
      <dgm:prSet presAssocID="{C135D01C-AEF6-4A70-8C10-50FCC4AF346C}" presName="iconSpace" presStyleCnt="0"/>
      <dgm:spPr/>
    </dgm:pt>
    <dgm:pt modelId="{1514B0C5-88F1-44D2-9EE9-FBAC4B83E60A}" type="pres">
      <dgm:prSet presAssocID="{C135D01C-AEF6-4A70-8C10-50FCC4AF346C}" presName="parTx" presStyleLbl="revTx" presStyleIdx="2" presStyleCnt="6">
        <dgm:presLayoutVars>
          <dgm:chMax val="0"/>
          <dgm:chPref val="0"/>
        </dgm:presLayoutVars>
      </dgm:prSet>
      <dgm:spPr/>
    </dgm:pt>
    <dgm:pt modelId="{5E5CB286-BB88-46E0-93A2-3037670C99D9}" type="pres">
      <dgm:prSet presAssocID="{C135D01C-AEF6-4A70-8C10-50FCC4AF346C}" presName="txSpace" presStyleCnt="0"/>
      <dgm:spPr/>
    </dgm:pt>
    <dgm:pt modelId="{DBA2C556-D8B3-4112-A102-1EAEA77A7EAD}" type="pres">
      <dgm:prSet presAssocID="{C135D01C-AEF6-4A70-8C10-50FCC4AF346C}" presName="desTx" presStyleLbl="revTx" presStyleIdx="3" presStyleCnt="6">
        <dgm:presLayoutVars/>
      </dgm:prSet>
      <dgm:spPr/>
    </dgm:pt>
    <dgm:pt modelId="{C5E7F1A0-1E3A-4156-AEC1-9AFBE305E2F9}" type="pres">
      <dgm:prSet presAssocID="{EC90EC13-A477-46D6-8B24-C3340372BBDE}" presName="sibTrans" presStyleCnt="0"/>
      <dgm:spPr/>
    </dgm:pt>
    <dgm:pt modelId="{A4FC335C-069E-4BD0-91A0-69A76CD89B71}" type="pres">
      <dgm:prSet presAssocID="{FF2E2CBF-3625-4820-A411-60132DE1ADD1}" presName="compNode" presStyleCnt="0"/>
      <dgm:spPr/>
    </dgm:pt>
    <dgm:pt modelId="{2A5DAB42-0DA6-480A-8862-142E66BA5A44}" type="pres">
      <dgm:prSet presAssocID="{FF2E2CBF-3625-4820-A411-60132DE1ADD1}" presName="iconRect" presStyleLbl="node1" presStyleIdx="2" presStyleCnt="3"/>
      <dgm:spPr>
        <a:blipFill>
          <a:blip xmlns:r="http://schemas.openxmlformats.org/officeDocument/2006/relationships" r:embed="rId5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6"/>
              </a:ext>
            </a:extLst>
          </a:blip>
          <a:stretch>
            <a:fillRect/>
          </a:stretch>
        </a:blipFill>
        <a:ln>
          <a:noFill/>
        </a:ln>
      </dgm:spPr>
      <dgm:extLst>
        <a:ext uri="{E40237B7-FDA0-4F09-8148-C483321AD2D9}">
          <dgm14:cNvPr xmlns:dgm14="http://schemas.microsoft.com/office/drawing/2010/diagram" id="0" name="" descr="Database"/>
        </a:ext>
      </dgm:extLst>
    </dgm:pt>
    <dgm:pt modelId="{F5D178E7-18B6-4272-961E-96CDFC285898}" type="pres">
      <dgm:prSet presAssocID="{FF2E2CBF-3625-4820-A411-60132DE1ADD1}" presName="iconSpace" presStyleCnt="0"/>
      <dgm:spPr/>
    </dgm:pt>
    <dgm:pt modelId="{59EEC2BC-5336-494E-BFE3-A7E06FECA382}" type="pres">
      <dgm:prSet presAssocID="{FF2E2CBF-3625-4820-A411-60132DE1ADD1}" presName="parTx" presStyleLbl="revTx" presStyleIdx="4" presStyleCnt="6">
        <dgm:presLayoutVars>
          <dgm:chMax val="0"/>
          <dgm:chPref val="0"/>
        </dgm:presLayoutVars>
      </dgm:prSet>
      <dgm:spPr/>
    </dgm:pt>
    <dgm:pt modelId="{DB5DB94B-A9CF-4365-9849-4AA62D6D9912}" type="pres">
      <dgm:prSet presAssocID="{FF2E2CBF-3625-4820-A411-60132DE1ADD1}" presName="txSpace" presStyleCnt="0"/>
      <dgm:spPr/>
    </dgm:pt>
    <dgm:pt modelId="{261F9065-AD33-45EB-AB60-AE39F3050735}" type="pres">
      <dgm:prSet presAssocID="{FF2E2CBF-3625-4820-A411-60132DE1ADD1}" presName="desTx" presStyleLbl="revTx" presStyleIdx="5" presStyleCnt="6">
        <dgm:presLayoutVars/>
      </dgm:prSet>
      <dgm:spPr/>
    </dgm:pt>
  </dgm:ptLst>
  <dgm:cxnLst>
    <dgm:cxn modelId="{C6EBD204-8D85-4D7F-A494-8D2A4333CA79}" srcId="{01EDA83B-6BA3-43D0-B06A-938694C0F3A7}" destId="{FF2E2CBF-3625-4820-A411-60132DE1ADD1}" srcOrd="2" destOrd="0" parTransId="{BEBBECAB-8438-49DD-B096-2B12128AEC8A}" sibTransId="{B70CE2E1-2ACC-46E4-8EA5-843E45C598B7}"/>
    <dgm:cxn modelId="{65482F05-3B55-496C-96AA-0A5C65DF5E90}" type="presOf" srcId="{C135D01C-AEF6-4A70-8C10-50FCC4AF346C}" destId="{1514B0C5-88F1-44D2-9EE9-FBAC4B83E60A}" srcOrd="0" destOrd="0" presId="urn:microsoft.com/office/officeart/2018/2/layout/IconLabelDescriptionList"/>
    <dgm:cxn modelId="{C4973C26-8BDE-485B-AE95-C7BEA9212AAE}" srcId="{FF2E2CBF-3625-4820-A411-60132DE1ADD1}" destId="{5237C16F-618A-4E23-B40A-B732E6DB9318}" srcOrd="0" destOrd="0" parTransId="{83F58C25-3243-4D6C-8E1D-2CDD801A3EA7}" sibTransId="{69D17DDE-5BE0-4E86-B46B-6BFA1F138E65}"/>
    <dgm:cxn modelId="{BF4A8D27-43D5-4A5D-965D-3B612A3FA0FE}" srcId="{01EDA83B-6BA3-43D0-B06A-938694C0F3A7}" destId="{C135D01C-AEF6-4A70-8C10-50FCC4AF346C}" srcOrd="1" destOrd="0" parTransId="{0593F846-006A-4EFA-A1AF-81B616BCC6AA}" sibTransId="{EC90EC13-A477-46D6-8B24-C3340372BBDE}"/>
    <dgm:cxn modelId="{DDD1682E-843D-43D5-8326-8CFAE68164C0}" type="presOf" srcId="{41AE31DF-C9C1-4EB1-8D93-5B93B827E300}" destId="{DBA2C556-D8B3-4112-A102-1EAEA77A7EAD}" srcOrd="0" destOrd="1" presId="urn:microsoft.com/office/officeart/2018/2/layout/IconLabelDescriptionList"/>
    <dgm:cxn modelId="{8D5FB662-2092-42FA-8498-A8BF61C5EE0C}" srcId="{C135D01C-AEF6-4A70-8C10-50FCC4AF346C}" destId="{B56DA2D4-6CD8-45A3-8DFB-B8D8B6377FFA}" srcOrd="0" destOrd="0" parTransId="{D3F56A1E-9476-47BB-AF33-073538E937BD}" sibTransId="{6EEF6CCE-9A1B-4844-AD59-47772062F2E5}"/>
    <dgm:cxn modelId="{9FD7D87E-7D8A-4D02-A727-B23FC95C7AF7}" srcId="{FF2E2CBF-3625-4820-A411-60132DE1ADD1}" destId="{5EC4C48A-A151-4DD8-B201-0CB8FE457BF7}" srcOrd="2" destOrd="0" parTransId="{77E9190E-8D67-4A5A-84CB-A8996D694764}" sibTransId="{4A636218-D1C3-49FE-9610-004A05BDBF11}"/>
    <dgm:cxn modelId="{86AF74A4-4476-4542-ACE9-384A26F21C49}" type="presOf" srcId="{5EC4C48A-A151-4DD8-B201-0CB8FE457BF7}" destId="{261F9065-AD33-45EB-AB60-AE39F3050735}" srcOrd="0" destOrd="2" presId="urn:microsoft.com/office/officeart/2018/2/layout/IconLabelDescriptionList"/>
    <dgm:cxn modelId="{6A6D01AE-F8A7-4C00-A0A2-F6D61205CAF2}" type="presOf" srcId="{E3DF1D85-DFCD-48FA-AFF4-96FAC599B040}" destId="{261F9065-AD33-45EB-AB60-AE39F3050735}" srcOrd="0" destOrd="1" presId="urn:microsoft.com/office/officeart/2018/2/layout/IconLabelDescriptionList"/>
    <dgm:cxn modelId="{3DD86BAE-9CA8-4165-B379-17FED2971522}" type="presOf" srcId="{5237C16F-618A-4E23-B40A-B732E6DB9318}" destId="{261F9065-AD33-45EB-AB60-AE39F3050735}" srcOrd="0" destOrd="0" presId="urn:microsoft.com/office/officeart/2018/2/layout/IconLabelDescriptionList"/>
    <dgm:cxn modelId="{B654C2BF-5019-4A7A-9769-726885E9C669}" srcId="{01EDA83B-6BA3-43D0-B06A-938694C0F3A7}" destId="{9FBC5244-3056-44A7-8F24-D58109EBEFED}" srcOrd="0" destOrd="0" parTransId="{700DE46F-4054-42FA-A7EE-E98E7997DDAD}" sibTransId="{B07D35F5-0889-4D8F-983F-A2F9B11C9C25}"/>
    <dgm:cxn modelId="{7827E7C8-5B07-4BB6-B651-7BBD9C2F425E}" type="presOf" srcId="{01EDA83B-6BA3-43D0-B06A-938694C0F3A7}" destId="{001F167B-5174-4EDC-ACD5-88B4B1A1F3E3}" srcOrd="0" destOrd="0" presId="urn:microsoft.com/office/officeart/2018/2/layout/IconLabelDescriptionList"/>
    <dgm:cxn modelId="{0E6F8ACD-C274-45B8-87A7-F29688E2AE11}" srcId="{C135D01C-AEF6-4A70-8C10-50FCC4AF346C}" destId="{41AE31DF-C9C1-4EB1-8D93-5B93B827E300}" srcOrd="1" destOrd="0" parTransId="{5370FC25-24A8-44C7-8375-1B71E18D49C6}" sibTransId="{24C37660-C8E4-49D6-9B3B-18ADF85E0F70}"/>
    <dgm:cxn modelId="{089195E3-508D-4A4B-BC4D-F96CD6B38B4E}" type="presOf" srcId="{B56DA2D4-6CD8-45A3-8DFB-B8D8B6377FFA}" destId="{DBA2C556-D8B3-4112-A102-1EAEA77A7EAD}" srcOrd="0" destOrd="0" presId="urn:microsoft.com/office/officeart/2018/2/layout/IconLabelDescriptionList"/>
    <dgm:cxn modelId="{4B1455E6-EE68-4EB4-88A0-BC8EA3C5D349}" type="presOf" srcId="{44412C17-A2EB-421C-8C76-5CFC398D6D4A}" destId="{F26B4FEE-093D-4B74-A803-A615B990F323}" srcOrd="0" destOrd="0" presId="urn:microsoft.com/office/officeart/2018/2/layout/IconLabelDescriptionList"/>
    <dgm:cxn modelId="{BB6115EB-552B-42DB-8A00-04C776CEC60E}" type="presOf" srcId="{9FBC5244-3056-44A7-8F24-D58109EBEFED}" destId="{DFB31420-438C-46B9-9B91-C6F1FC4FBF1A}" srcOrd="0" destOrd="0" presId="urn:microsoft.com/office/officeart/2018/2/layout/IconLabelDescriptionList"/>
    <dgm:cxn modelId="{36B6BCEB-E7F8-400D-8980-10786C7D3082}" srcId="{FF2E2CBF-3625-4820-A411-60132DE1ADD1}" destId="{E3DF1D85-DFCD-48FA-AFF4-96FAC599B040}" srcOrd="1" destOrd="0" parTransId="{6B29E589-5A63-4CD3-BFFC-3477C62A88E2}" sibTransId="{1DC9DD67-18BC-4F99-836A-7D1EDC6C8254}"/>
    <dgm:cxn modelId="{D49B3DF0-A988-479F-AF1D-022D753DA4A2}" srcId="{9FBC5244-3056-44A7-8F24-D58109EBEFED}" destId="{44412C17-A2EB-421C-8C76-5CFC398D6D4A}" srcOrd="0" destOrd="0" parTransId="{2C4468A5-7949-4F34-B091-E9C3FDB4D8D3}" sibTransId="{64EA236B-1FBE-4AE8-8BA9-4EED3CAB2ADD}"/>
    <dgm:cxn modelId="{78FB83FF-65CA-40A2-8047-54E2F193FB2B}" type="presOf" srcId="{FF2E2CBF-3625-4820-A411-60132DE1ADD1}" destId="{59EEC2BC-5336-494E-BFE3-A7E06FECA382}" srcOrd="0" destOrd="0" presId="urn:microsoft.com/office/officeart/2018/2/layout/IconLabelDescriptionList"/>
    <dgm:cxn modelId="{BC13EA9B-64D2-44D4-8CD5-479F620DB4D8}" type="presParOf" srcId="{001F167B-5174-4EDC-ACD5-88B4B1A1F3E3}" destId="{CF9D94C9-4594-4114-B08D-6B9314C5DD93}" srcOrd="0" destOrd="0" presId="urn:microsoft.com/office/officeart/2018/2/layout/IconLabelDescriptionList"/>
    <dgm:cxn modelId="{A3F30E3B-C8B3-4F3C-B120-7D06994646C4}" type="presParOf" srcId="{CF9D94C9-4594-4114-B08D-6B9314C5DD93}" destId="{C947EB42-DD4C-45D0-8476-F33904A21FEC}" srcOrd="0" destOrd="0" presId="urn:microsoft.com/office/officeart/2018/2/layout/IconLabelDescriptionList"/>
    <dgm:cxn modelId="{AD5866F5-2399-4918-9805-0C4B3E93C79B}" type="presParOf" srcId="{CF9D94C9-4594-4114-B08D-6B9314C5DD93}" destId="{3EE5F1E0-9AD4-4BB1-BA0D-A9759E059F27}" srcOrd="1" destOrd="0" presId="urn:microsoft.com/office/officeart/2018/2/layout/IconLabelDescriptionList"/>
    <dgm:cxn modelId="{4F0BEB91-18A9-49E0-B525-BD8B3140ECA4}" type="presParOf" srcId="{CF9D94C9-4594-4114-B08D-6B9314C5DD93}" destId="{DFB31420-438C-46B9-9B91-C6F1FC4FBF1A}" srcOrd="2" destOrd="0" presId="urn:microsoft.com/office/officeart/2018/2/layout/IconLabelDescriptionList"/>
    <dgm:cxn modelId="{3114D424-BF12-4BEF-B58B-D2DFB891825C}" type="presParOf" srcId="{CF9D94C9-4594-4114-B08D-6B9314C5DD93}" destId="{716312EB-1E8B-42DD-BD2E-10796A931286}" srcOrd="3" destOrd="0" presId="urn:microsoft.com/office/officeart/2018/2/layout/IconLabelDescriptionList"/>
    <dgm:cxn modelId="{FA908EAD-75CD-47E1-B0A2-86A8D23F5E46}" type="presParOf" srcId="{CF9D94C9-4594-4114-B08D-6B9314C5DD93}" destId="{F26B4FEE-093D-4B74-A803-A615B990F323}" srcOrd="4" destOrd="0" presId="urn:microsoft.com/office/officeart/2018/2/layout/IconLabelDescriptionList"/>
    <dgm:cxn modelId="{AFA72DCF-1D8A-47DB-B65B-32E997AAA305}" type="presParOf" srcId="{001F167B-5174-4EDC-ACD5-88B4B1A1F3E3}" destId="{0436F1F6-E47E-4503-A6B5-A7DCF4CA2082}" srcOrd="1" destOrd="0" presId="urn:microsoft.com/office/officeart/2018/2/layout/IconLabelDescriptionList"/>
    <dgm:cxn modelId="{D77B0A3D-77D1-453D-BFF2-20DA236EBDF0}" type="presParOf" srcId="{001F167B-5174-4EDC-ACD5-88B4B1A1F3E3}" destId="{1FF9D55A-0D6B-4530-B5A0-8A5F849FB795}" srcOrd="2" destOrd="0" presId="urn:microsoft.com/office/officeart/2018/2/layout/IconLabelDescriptionList"/>
    <dgm:cxn modelId="{4A6207B9-1C32-4078-9438-B986E62E324B}" type="presParOf" srcId="{1FF9D55A-0D6B-4530-B5A0-8A5F849FB795}" destId="{B737E3E6-3880-42B0-8109-CF30845A31BA}" srcOrd="0" destOrd="0" presId="urn:microsoft.com/office/officeart/2018/2/layout/IconLabelDescriptionList"/>
    <dgm:cxn modelId="{AB0976B9-8913-46BF-97DE-216021F595FB}" type="presParOf" srcId="{1FF9D55A-0D6B-4530-B5A0-8A5F849FB795}" destId="{0B98119A-F7DB-43A3-8514-6BF9A760DC36}" srcOrd="1" destOrd="0" presId="urn:microsoft.com/office/officeart/2018/2/layout/IconLabelDescriptionList"/>
    <dgm:cxn modelId="{403F23FE-EC3D-47BF-BD61-9C397BAD0732}" type="presParOf" srcId="{1FF9D55A-0D6B-4530-B5A0-8A5F849FB795}" destId="{1514B0C5-88F1-44D2-9EE9-FBAC4B83E60A}" srcOrd="2" destOrd="0" presId="urn:microsoft.com/office/officeart/2018/2/layout/IconLabelDescriptionList"/>
    <dgm:cxn modelId="{EBC91BBC-73A1-40F9-9863-38F85C22FE39}" type="presParOf" srcId="{1FF9D55A-0D6B-4530-B5A0-8A5F849FB795}" destId="{5E5CB286-BB88-46E0-93A2-3037670C99D9}" srcOrd="3" destOrd="0" presId="urn:microsoft.com/office/officeart/2018/2/layout/IconLabelDescriptionList"/>
    <dgm:cxn modelId="{44F6F162-2A9A-4E27-9560-5719B690ECFE}" type="presParOf" srcId="{1FF9D55A-0D6B-4530-B5A0-8A5F849FB795}" destId="{DBA2C556-D8B3-4112-A102-1EAEA77A7EAD}" srcOrd="4" destOrd="0" presId="urn:microsoft.com/office/officeart/2018/2/layout/IconLabelDescriptionList"/>
    <dgm:cxn modelId="{F028471D-4CFA-4B12-AEAF-B158435158CE}" type="presParOf" srcId="{001F167B-5174-4EDC-ACD5-88B4B1A1F3E3}" destId="{C5E7F1A0-1E3A-4156-AEC1-9AFBE305E2F9}" srcOrd="3" destOrd="0" presId="urn:microsoft.com/office/officeart/2018/2/layout/IconLabelDescriptionList"/>
    <dgm:cxn modelId="{7E54FCBE-0251-4DCF-961D-7E388F83B1DC}" type="presParOf" srcId="{001F167B-5174-4EDC-ACD5-88B4B1A1F3E3}" destId="{A4FC335C-069E-4BD0-91A0-69A76CD89B71}" srcOrd="4" destOrd="0" presId="urn:microsoft.com/office/officeart/2018/2/layout/IconLabelDescriptionList"/>
    <dgm:cxn modelId="{E240244C-B592-4575-AFD9-DC786526377D}" type="presParOf" srcId="{A4FC335C-069E-4BD0-91A0-69A76CD89B71}" destId="{2A5DAB42-0DA6-480A-8862-142E66BA5A44}" srcOrd="0" destOrd="0" presId="urn:microsoft.com/office/officeart/2018/2/layout/IconLabelDescriptionList"/>
    <dgm:cxn modelId="{7BC42CDB-483D-41B6-9A8E-C858B2AAECDA}" type="presParOf" srcId="{A4FC335C-069E-4BD0-91A0-69A76CD89B71}" destId="{F5D178E7-18B6-4272-961E-96CDFC285898}" srcOrd="1" destOrd="0" presId="urn:microsoft.com/office/officeart/2018/2/layout/IconLabelDescriptionList"/>
    <dgm:cxn modelId="{9A96FD8E-D078-4DA5-AFBD-ED6E9C9DB4FB}" type="presParOf" srcId="{A4FC335C-069E-4BD0-91A0-69A76CD89B71}" destId="{59EEC2BC-5336-494E-BFE3-A7E06FECA382}" srcOrd="2" destOrd="0" presId="urn:microsoft.com/office/officeart/2018/2/layout/IconLabelDescriptionList"/>
    <dgm:cxn modelId="{A5EF67DF-C250-496C-A998-C3B34B0670C5}" type="presParOf" srcId="{A4FC335C-069E-4BD0-91A0-69A76CD89B71}" destId="{DB5DB94B-A9CF-4365-9849-4AA62D6D9912}" srcOrd="3" destOrd="0" presId="urn:microsoft.com/office/officeart/2018/2/layout/IconLabelDescriptionList"/>
    <dgm:cxn modelId="{54F017CF-B632-4CBE-8C44-6979D64B2A0C}" type="presParOf" srcId="{A4FC335C-069E-4BD0-91A0-69A76CD89B71}" destId="{261F9065-AD33-45EB-AB60-AE39F3050735}" srcOrd="4" destOrd="0" presId="urn:microsoft.com/office/officeart/2018/2/layout/IconLabelDescriptionList"/>
  </dgm:cxnLst>
  <dgm:bg/>
  <dgm:whole/>
  <dgm:extLst>
    <a:ext uri="http://schemas.microsoft.com/office/drawing/2008/diagram">
      <dsp:dataModelExt xmlns:dsp="http://schemas.microsoft.com/office/drawing/2008/diagram" relId="rId6" minVer="http://schemas.openxmlformats.org/drawingml/2006/diagram"/>
    </a:ext>
  </dgm:extLst>
</dgm:dataModel>
</file>

<file path=ppt/diagrams/data29.xml><?xml version="1.0" encoding="utf-8"?>
<dgm:dataModel xmlns:dgm="http://schemas.openxmlformats.org/drawingml/2006/diagram" xmlns:a="http://schemas.openxmlformats.org/drawingml/2006/main">
  <dgm:ptLst>
    <dgm:pt modelId="{170A6547-ED08-4128-A207-7F52C2545487}" type="doc">
      <dgm:prSet loTypeId="urn:microsoft.com/office/officeart/2018/5/layout/CenteredIconLabelDescriptionList" loCatId="icon" qsTypeId="urn:microsoft.com/office/officeart/2005/8/quickstyle/simple1" qsCatId="simple" csTypeId="urn:microsoft.com/office/officeart/2018/5/colors/Iconchunking_neutralbg_accent1_2" csCatId="accent1" phldr="1"/>
      <dgm:spPr/>
      <dgm:t>
        <a:bodyPr/>
        <a:lstStyle/>
        <a:p>
          <a:endParaRPr lang="en-US"/>
        </a:p>
      </dgm:t>
    </dgm:pt>
    <dgm:pt modelId="{7DB41FA3-6A59-4D9D-A4F3-F626F42AD830}">
      <dgm:prSet/>
      <dgm:spPr/>
      <dgm:t>
        <a:bodyPr/>
        <a:lstStyle/>
        <a:p>
          <a:pPr>
            <a:lnSpc>
              <a:spcPct val="100000"/>
            </a:lnSpc>
            <a:defRPr b="1"/>
          </a:pPr>
          <a:r>
            <a:rPr lang="tr-TR"/>
            <a:t>Not preferred</a:t>
          </a:r>
          <a:endParaRPr lang="en-US"/>
        </a:p>
      </dgm:t>
    </dgm:pt>
    <dgm:pt modelId="{701157A2-5A42-41BC-80C2-0AE9FF9A11B6}" type="parTrans" cxnId="{286D8879-8A49-4C8E-A6F9-6E04BC6EEAF9}">
      <dgm:prSet/>
      <dgm:spPr/>
      <dgm:t>
        <a:bodyPr/>
        <a:lstStyle/>
        <a:p>
          <a:endParaRPr lang="en-US"/>
        </a:p>
      </dgm:t>
    </dgm:pt>
    <dgm:pt modelId="{BE8B7379-A619-4153-8889-4E88F9F4D116}" type="sibTrans" cxnId="{286D8879-8A49-4C8E-A6F9-6E04BC6EEAF9}">
      <dgm:prSet/>
      <dgm:spPr/>
      <dgm:t>
        <a:bodyPr/>
        <a:lstStyle/>
        <a:p>
          <a:endParaRPr lang="en-US"/>
        </a:p>
      </dgm:t>
    </dgm:pt>
    <dgm:pt modelId="{E61C1354-0F8E-46F9-AF2C-0E14F888A031}">
      <dgm:prSet/>
      <dgm:spPr/>
      <dgm:t>
        <a:bodyPr/>
        <a:lstStyle/>
        <a:p>
          <a:pPr>
            <a:lnSpc>
              <a:spcPct val="100000"/>
            </a:lnSpc>
          </a:pPr>
          <a:r>
            <a:rPr lang="en-US" dirty="0"/>
            <a:t>require complex parsing </a:t>
          </a:r>
        </a:p>
      </dgm:t>
    </dgm:pt>
    <dgm:pt modelId="{E82BD344-21EC-4EAC-865E-24F25F98AA25}" type="parTrans" cxnId="{52C52586-28BB-4A75-8975-AF4FE799DE06}">
      <dgm:prSet/>
      <dgm:spPr/>
      <dgm:t>
        <a:bodyPr/>
        <a:lstStyle/>
        <a:p>
          <a:endParaRPr lang="en-US"/>
        </a:p>
      </dgm:t>
    </dgm:pt>
    <dgm:pt modelId="{90CAC22B-1831-4348-9A80-89D3F4298349}" type="sibTrans" cxnId="{52C52586-28BB-4A75-8975-AF4FE799DE06}">
      <dgm:prSet/>
      <dgm:spPr/>
      <dgm:t>
        <a:bodyPr/>
        <a:lstStyle/>
        <a:p>
          <a:endParaRPr lang="en-US"/>
        </a:p>
      </dgm:t>
    </dgm:pt>
    <dgm:pt modelId="{03453453-240D-4833-B04C-2DA03530192F}">
      <dgm:prSet/>
      <dgm:spPr/>
      <dgm:t>
        <a:bodyPr/>
        <a:lstStyle/>
        <a:p>
          <a:pPr>
            <a:lnSpc>
              <a:spcPct val="100000"/>
            </a:lnSpc>
          </a:pPr>
          <a:r>
            <a:rPr lang="en-US" dirty="0"/>
            <a:t>to access a single</a:t>
          </a:r>
          <a:r>
            <a:rPr lang="tr-TR" dirty="0"/>
            <a:t> </a:t>
          </a:r>
          <a:r>
            <a:rPr lang="en-US" dirty="0"/>
            <a:t>field </a:t>
          </a:r>
        </a:p>
      </dgm:t>
    </dgm:pt>
    <dgm:pt modelId="{1C572E8D-3054-4ADD-BD58-55D0BA1BF7AC}" type="parTrans" cxnId="{18A2910C-979E-47F3-83BD-D9CAADB8B28B}">
      <dgm:prSet/>
      <dgm:spPr/>
      <dgm:t>
        <a:bodyPr/>
        <a:lstStyle/>
        <a:p>
          <a:endParaRPr lang="en-US"/>
        </a:p>
      </dgm:t>
    </dgm:pt>
    <dgm:pt modelId="{48B6897C-CF73-4AA9-AD63-67866E3F93FA}" type="sibTrans" cxnId="{18A2910C-979E-47F3-83BD-D9CAADB8B28B}">
      <dgm:prSet/>
      <dgm:spPr/>
      <dgm:t>
        <a:bodyPr/>
        <a:lstStyle/>
        <a:p>
          <a:endParaRPr lang="en-US"/>
        </a:p>
      </dgm:t>
    </dgm:pt>
    <dgm:pt modelId="{81A0E3CC-DD34-465F-8A26-0C2B8CA66C80}">
      <dgm:prSet/>
      <dgm:spPr/>
      <dgm:t>
        <a:bodyPr/>
        <a:lstStyle/>
        <a:p>
          <a:pPr>
            <a:lnSpc>
              <a:spcPct val="100000"/>
            </a:lnSpc>
          </a:pPr>
          <a:r>
            <a:rPr lang="en-US" dirty="0"/>
            <a:t>internally as </a:t>
          </a:r>
          <a:r>
            <a:rPr lang="en-US" dirty="0" err="1"/>
            <a:t>bytestreams</a:t>
          </a:r>
          <a:r>
            <a:rPr lang="tr-TR" dirty="0"/>
            <a:t> </a:t>
          </a:r>
          <a:endParaRPr lang="en-US" dirty="0"/>
        </a:p>
      </dgm:t>
    </dgm:pt>
    <dgm:pt modelId="{A2834DE2-F03C-4D79-8282-E169C7A9E619}" type="parTrans" cxnId="{426BE9C3-16DB-4D0C-BA3A-2F88502012B7}">
      <dgm:prSet/>
      <dgm:spPr/>
      <dgm:t>
        <a:bodyPr/>
        <a:lstStyle/>
        <a:p>
          <a:endParaRPr lang="tr-TR"/>
        </a:p>
      </dgm:t>
    </dgm:pt>
    <dgm:pt modelId="{D6FF6A1A-DE03-4DF7-ABA2-06A7DB00065F}" type="sibTrans" cxnId="{426BE9C3-16DB-4D0C-BA3A-2F88502012B7}">
      <dgm:prSet/>
      <dgm:spPr/>
    </dgm:pt>
    <dgm:pt modelId="{5A631247-08B0-45ED-A1D0-005EB70ADDE0}">
      <dgm:prSet/>
      <dgm:spPr/>
      <dgm:t>
        <a:bodyPr/>
        <a:lstStyle/>
        <a:p>
          <a:pPr>
            <a:lnSpc>
              <a:spcPct val="100000"/>
            </a:lnSpc>
            <a:defRPr b="1"/>
          </a:pPr>
          <a:r>
            <a:rPr lang="tr-TR"/>
            <a:t>Reason</a:t>
          </a:r>
          <a:endParaRPr lang="en-US"/>
        </a:p>
      </dgm:t>
    </dgm:pt>
    <dgm:pt modelId="{F3579336-BC5E-433C-B0E2-C319A4CC619D}" type="parTrans" cxnId="{F0E92B05-269B-4F17-B4B4-CAA2558EEBB6}">
      <dgm:prSet/>
      <dgm:spPr/>
      <dgm:t>
        <a:bodyPr/>
        <a:lstStyle/>
        <a:p>
          <a:endParaRPr lang="tr-TR"/>
        </a:p>
      </dgm:t>
    </dgm:pt>
    <dgm:pt modelId="{48973A94-923B-411A-8D88-DF0D64525DB4}" type="sibTrans" cxnId="{F0E92B05-269B-4F17-B4B4-CAA2558EEBB6}">
      <dgm:prSet/>
      <dgm:spPr/>
    </dgm:pt>
    <dgm:pt modelId="{162EEBFB-779E-4709-8DDD-C9BB512E3DE4}">
      <dgm:prSet/>
      <dgm:spPr/>
      <dgm:t>
        <a:bodyPr/>
        <a:lstStyle/>
        <a:p>
          <a:pPr>
            <a:lnSpc>
              <a:spcPct val="100000"/>
            </a:lnSpc>
          </a:pPr>
          <a:r>
            <a:rPr lang="tr-TR"/>
            <a:t>Storing </a:t>
          </a:r>
          <a:r>
            <a:rPr lang="tr-TR" dirty="0"/>
            <a:t>transactions</a:t>
          </a:r>
          <a:endParaRPr lang="en-US" dirty="0"/>
        </a:p>
      </dgm:t>
    </dgm:pt>
    <dgm:pt modelId="{DC0676B4-1CC2-416F-97D1-131CEB013030}" type="parTrans" cxnId="{236B2AE8-E45D-4BC8-B693-B75B86A242BB}">
      <dgm:prSet/>
      <dgm:spPr/>
      <dgm:t>
        <a:bodyPr/>
        <a:lstStyle/>
        <a:p>
          <a:endParaRPr lang="tr-TR"/>
        </a:p>
      </dgm:t>
    </dgm:pt>
    <dgm:pt modelId="{D5803EFC-CAFF-4D40-823E-C4B4D5173963}" type="sibTrans" cxnId="{236B2AE8-E45D-4BC8-B693-B75B86A242BB}">
      <dgm:prSet/>
      <dgm:spPr/>
    </dgm:pt>
    <dgm:pt modelId="{A9F90CAB-43FA-4DD1-95F4-3380C82CE298}" type="pres">
      <dgm:prSet presAssocID="{170A6547-ED08-4128-A207-7F52C2545487}" presName="root" presStyleCnt="0">
        <dgm:presLayoutVars>
          <dgm:dir/>
          <dgm:resizeHandles val="exact"/>
        </dgm:presLayoutVars>
      </dgm:prSet>
      <dgm:spPr/>
    </dgm:pt>
    <dgm:pt modelId="{5E445FCC-C61A-4F91-BE34-5EE292BEFA1F}" type="pres">
      <dgm:prSet presAssocID="{7DB41FA3-6A59-4D9D-A4F3-F626F42AD830}" presName="compNode" presStyleCnt="0"/>
      <dgm:spPr/>
    </dgm:pt>
    <dgm:pt modelId="{5AD61A6B-AFCA-4BDF-8C07-4163B85C5D96}" type="pres">
      <dgm:prSet presAssocID="{7DB41FA3-6A59-4D9D-A4F3-F626F42AD830}" presName="iconRect" presStyleLbl="node1" presStyleIdx="0" presStyleCnt="2"/>
      <dgm:spPr>
        <a:blipFill rotWithShape="1">
          <a:blip xmlns:r="http://schemas.openxmlformats.org/officeDocument/2006/relationships" r:embed="rId1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2"/>
              </a:ext>
            </a:extLst>
          </a:blip>
          <a:srcRect/>
          <a:stretch>
            <a:fillRect/>
          </a:stretch>
        </a:blipFill>
        <a:ln>
          <a:noFill/>
        </a:ln>
      </dgm:spPr>
    </dgm:pt>
    <dgm:pt modelId="{5E9DED0A-FF5A-439D-A0D0-41E21FBECF8C}" type="pres">
      <dgm:prSet presAssocID="{7DB41FA3-6A59-4D9D-A4F3-F626F42AD830}" presName="iconSpace" presStyleCnt="0"/>
      <dgm:spPr/>
    </dgm:pt>
    <dgm:pt modelId="{B35FADF0-3C28-4856-8EC5-6C5E56FE8955}" type="pres">
      <dgm:prSet presAssocID="{7DB41FA3-6A59-4D9D-A4F3-F626F42AD830}" presName="parTx" presStyleLbl="revTx" presStyleIdx="0" presStyleCnt="4">
        <dgm:presLayoutVars>
          <dgm:chMax val="0"/>
          <dgm:chPref val="0"/>
        </dgm:presLayoutVars>
      </dgm:prSet>
      <dgm:spPr/>
    </dgm:pt>
    <dgm:pt modelId="{0582023F-6561-4003-BB5D-670F3A8E2E34}" type="pres">
      <dgm:prSet presAssocID="{7DB41FA3-6A59-4D9D-A4F3-F626F42AD830}" presName="txSpace" presStyleCnt="0"/>
      <dgm:spPr/>
    </dgm:pt>
    <dgm:pt modelId="{DE6766C9-85FC-435E-8058-37ED857172A3}" type="pres">
      <dgm:prSet presAssocID="{7DB41FA3-6A59-4D9D-A4F3-F626F42AD830}" presName="desTx" presStyleLbl="revTx" presStyleIdx="1" presStyleCnt="4">
        <dgm:presLayoutVars/>
      </dgm:prSet>
      <dgm:spPr/>
    </dgm:pt>
    <dgm:pt modelId="{4682150A-29BE-47AF-B771-C60C64A8CB5C}" type="pres">
      <dgm:prSet presAssocID="{BE8B7379-A619-4153-8889-4E88F9F4D116}" presName="sibTrans" presStyleCnt="0"/>
      <dgm:spPr/>
    </dgm:pt>
    <dgm:pt modelId="{203954DC-9E8F-49B7-92D4-71A192536E6F}" type="pres">
      <dgm:prSet presAssocID="{5A631247-08B0-45ED-A1D0-005EB70ADDE0}" presName="compNode" presStyleCnt="0"/>
      <dgm:spPr/>
    </dgm:pt>
    <dgm:pt modelId="{59C50AB8-0D38-4713-BABF-054B47AA85B8}" type="pres">
      <dgm:prSet presAssocID="{5A631247-08B0-45ED-A1D0-005EB70ADDE0}" presName="iconRect" presStyleLbl="node1" presStyleIdx="1" presStyleCnt="2"/>
      <dgm:spPr>
        <a:blipFill rotWithShape="1">
          <a:blip xmlns:r="http://schemas.openxmlformats.org/officeDocument/2006/relationships" r:embed="rId3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4"/>
              </a:ext>
            </a:extLst>
          </a:blip>
          <a:srcRect/>
          <a:stretch>
            <a:fillRect/>
          </a:stretch>
        </a:blipFill>
        <a:ln>
          <a:noFill/>
        </a:ln>
      </dgm:spPr>
    </dgm:pt>
    <dgm:pt modelId="{45008DFA-27EA-4DE9-BAFD-C8593122AD2A}" type="pres">
      <dgm:prSet presAssocID="{5A631247-08B0-45ED-A1D0-005EB70ADDE0}" presName="iconSpace" presStyleCnt="0"/>
      <dgm:spPr/>
    </dgm:pt>
    <dgm:pt modelId="{40EFEBB3-F9F0-4109-BA12-42E6DB656F06}" type="pres">
      <dgm:prSet presAssocID="{5A631247-08B0-45ED-A1D0-005EB70ADDE0}" presName="parTx" presStyleLbl="revTx" presStyleIdx="2" presStyleCnt="4">
        <dgm:presLayoutVars>
          <dgm:chMax val="0"/>
          <dgm:chPref val="0"/>
        </dgm:presLayoutVars>
      </dgm:prSet>
      <dgm:spPr/>
    </dgm:pt>
    <dgm:pt modelId="{2052D60B-2B1E-48C8-A0D0-7C2EC24F44D8}" type="pres">
      <dgm:prSet presAssocID="{5A631247-08B0-45ED-A1D0-005EB70ADDE0}" presName="txSpace" presStyleCnt="0"/>
      <dgm:spPr/>
    </dgm:pt>
    <dgm:pt modelId="{C16A725F-12C4-47B0-ABCD-BAF500974970}" type="pres">
      <dgm:prSet presAssocID="{5A631247-08B0-45ED-A1D0-005EB70ADDE0}" presName="desTx" presStyleLbl="revTx" presStyleIdx="3" presStyleCnt="4">
        <dgm:presLayoutVars/>
      </dgm:prSet>
      <dgm:spPr/>
    </dgm:pt>
  </dgm:ptLst>
  <dgm:cxnLst>
    <dgm:cxn modelId="{F0E92B05-269B-4F17-B4B4-CAA2558EEBB6}" srcId="{170A6547-ED08-4128-A207-7F52C2545487}" destId="{5A631247-08B0-45ED-A1D0-005EB70ADDE0}" srcOrd="1" destOrd="0" parTransId="{F3579336-BC5E-433C-B0E2-C319A4CC619D}" sibTransId="{48973A94-923B-411A-8D88-DF0D64525DB4}"/>
    <dgm:cxn modelId="{18A2910C-979E-47F3-83BD-D9CAADB8B28B}" srcId="{5A631247-08B0-45ED-A1D0-005EB70ADDE0}" destId="{03453453-240D-4833-B04C-2DA03530192F}" srcOrd="1" destOrd="0" parTransId="{1C572E8D-3054-4ADD-BD58-55D0BA1BF7AC}" sibTransId="{48B6897C-CF73-4AA9-AD63-67866E3F93FA}"/>
    <dgm:cxn modelId="{7CC5C830-2227-4044-B2C2-5BEED2818F7D}" type="presOf" srcId="{170A6547-ED08-4128-A207-7F52C2545487}" destId="{A9F90CAB-43FA-4DD1-95F4-3380C82CE298}" srcOrd="0" destOrd="0" presId="urn:microsoft.com/office/officeart/2018/5/layout/CenteredIconLabelDescriptionList"/>
    <dgm:cxn modelId="{30C59436-3442-4F3A-B5F1-FF8E50DE785B}" type="presOf" srcId="{7DB41FA3-6A59-4D9D-A4F3-F626F42AD830}" destId="{B35FADF0-3C28-4856-8EC5-6C5E56FE8955}" srcOrd="0" destOrd="0" presId="urn:microsoft.com/office/officeart/2018/5/layout/CenteredIconLabelDescriptionList"/>
    <dgm:cxn modelId="{7B67683C-6341-472F-8EC9-C16F0C85FEF5}" type="presOf" srcId="{5A631247-08B0-45ED-A1D0-005EB70ADDE0}" destId="{40EFEBB3-F9F0-4109-BA12-42E6DB656F06}" srcOrd="0" destOrd="0" presId="urn:microsoft.com/office/officeart/2018/5/layout/CenteredIconLabelDescriptionList"/>
    <dgm:cxn modelId="{14DCF14C-1C8E-459B-BDC8-A14D6BBE441E}" type="presOf" srcId="{81A0E3CC-DD34-465F-8A26-0C2B8CA66C80}" destId="{DE6766C9-85FC-435E-8058-37ED857172A3}" srcOrd="0" destOrd="1" presId="urn:microsoft.com/office/officeart/2018/5/layout/CenteredIconLabelDescriptionList"/>
    <dgm:cxn modelId="{286D8879-8A49-4C8E-A6F9-6E04BC6EEAF9}" srcId="{170A6547-ED08-4128-A207-7F52C2545487}" destId="{7DB41FA3-6A59-4D9D-A4F3-F626F42AD830}" srcOrd="0" destOrd="0" parTransId="{701157A2-5A42-41BC-80C2-0AE9FF9A11B6}" sibTransId="{BE8B7379-A619-4153-8889-4E88F9F4D116}"/>
    <dgm:cxn modelId="{52C52586-28BB-4A75-8975-AF4FE799DE06}" srcId="{5A631247-08B0-45ED-A1D0-005EB70ADDE0}" destId="{E61C1354-0F8E-46F9-AF2C-0E14F888A031}" srcOrd="0" destOrd="0" parTransId="{E82BD344-21EC-4EAC-865E-24F25F98AA25}" sibTransId="{90CAC22B-1831-4348-9A80-89D3F4298349}"/>
    <dgm:cxn modelId="{26E043B4-7E7B-4494-B46A-FAD83292D8C9}" type="presOf" srcId="{E61C1354-0F8E-46F9-AF2C-0E14F888A031}" destId="{C16A725F-12C4-47B0-ABCD-BAF500974970}" srcOrd="0" destOrd="0" presId="urn:microsoft.com/office/officeart/2018/5/layout/CenteredIconLabelDescriptionList"/>
    <dgm:cxn modelId="{C13315BD-022C-42F5-9108-02FB01857D9A}" type="presOf" srcId="{162EEBFB-779E-4709-8DDD-C9BB512E3DE4}" destId="{DE6766C9-85FC-435E-8058-37ED857172A3}" srcOrd="0" destOrd="0" presId="urn:microsoft.com/office/officeart/2018/5/layout/CenteredIconLabelDescriptionList"/>
    <dgm:cxn modelId="{426BE9C3-16DB-4D0C-BA3A-2F88502012B7}" srcId="{7DB41FA3-6A59-4D9D-A4F3-F626F42AD830}" destId="{81A0E3CC-DD34-465F-8A26-0C2B8CA66C80}" srcOrd="1" destOrd="0" parTransId="{A2834DE2-F03C-4D79-8282-E169C7A9E619}" sibTransId="{D6FF6A1A-DE03-4DF7-ABA2-06A7DB00065F}"/>
    <dgm:cxn modelId="{B076BDDA-A0E8-456C-9C9A-2DF2F6230351}" type="presOf" srcId="{03453453-240D-4833-B04C-2DA03530192F}" destId="{C16A725F-12C4-47B0-ABCD-BAF500974970}" srcOrd="0" destOrd="1" presId="urn:microsoft.com/office/officeart/2018/5/layout/CenteredIconLabelDescriptionList"/>
    <dgm:cxn modelId="{236B2AE8-E45D-4BC8-B693-B75B86A242BB}" srcId="{7DB41FA3-6A59-4D9D-A4F3-F626F42AD830}" destId="{162EEBFB-779E-4709-8DDD-C9BB512E3DE4}" srcOrd="0" destOrd="0" parTransId="{DC0676B4-1CC2-416F-97D1-131CEB013030}" sibTransId="{D5803EFC-CAFF-4D40-823E-C4B4D5173963}"/>
    <dgm:cxn modelId="{581E46E5-A035-4026-9A2D-25940070A03E}" type="presParOf" srcId="{A9F90CAB-43FA-4DD1-95F4-3380C82CE298}" destId="{5E445FCC-C61A-4F91-BE34-5EE292BEFA1F}" srcOrd="0" destOrd="0" presId="urn:microsoft.com/office/officeart/2018/5/layout/CenteredIconLabelDescriptionList"/>
    <dgm:cxn modelId="{B11C4F0A-3596-4BA0-929D-3B7EF4D26E4C}" type="presParOf" srcId="{5E445FCC-C61A-4F91-BE34-5EE292BEFA1F}" destId="{5AD61A6B-AFCA-4BDF-8C07-4163B85C5D96}" srcOrd="0" destOrd="0" presId="urn:microsoft.com/office/officeart/2018/5/layout/CenteredIconLabelDescriptionList"/>
    <dgm:cxn modelId="{6BFC9484-3AB1-4B60-9163-33841D11E153}" type="presParOf" srcId="{5E445FCC-C61A-4F91-BE34-5EE292BEFA1F}" destId="{5E9DED0A-FF5A-439D-A0D0-41E21FBECF8C}" srcOrd="1" destOrd="0" presId="urn:microsoft.com/office/officeart/2018/5/layout/CenteredIconLabelDescriptionList"/>
    <dgm:cxn modelId="{CD93009B-58B2-4AC6-B8A0-CFBD2FCE3C95}" type="presParOf" srcId="{5E445FCC-C61A-4F91-BE34-5EE292BEFA1F}" destId="{B35FADF0-3C28-4856-8EC5-6C5E56FE8955}" srcOrd="2" destOrd="0" presId="urn:microsoft.com/office/officeart/2018/5/layout/CenteredIconLabelDescriptionList"/>
    <dgm:cxn modelId="{5DA1A95D-FDB0-40BB-A87E-6F36340811AA}" type="presParOf" srcId="{5E445FCC-C61A-4F91-BE34-5EE292BEFA1F}" destId="{0582023F-6561-4003-BB5D-670F3A8E2E34}" srcOrd="3" destOrd="0" presId="urn:microsoft.com/office/officeart/2018/5/layout/CenteredIconLabelDescriptionList"/>
    <dgm:cxn modelId="{7F0D0FC2-6594-4012-98C0-A8CDDB28E585}" type="presParOf" srcId="{5E445FCC-C61A-4F91-BE34-5EE292BEFA1F}" destId="{DE6766C9-85FC-435E-8058-37ED857172A3}" srcOrd="4" destOrd="0" presId="urn:microsoft.com/office/officeart/2018/5/layout/CenteredIconLabelDescriptionList"/>
    <dgm:cxn modelId="{9D77A11D-AE0A-4647-8BB6-0C88F4E82DF9}" type="presParOf" srcId="{A9F90CAB-43FA-4DD1-95F4-3380C82CE298}" destId="{4682150A-29BE-47AF-B771-C60C64A8CB5C}" srcOrd="1" destOrd="0" presId="urn:microsoft.com/office/officeart/2018/5/layout/CenteredIconLabelDescriptionList"/>
    <dgm:cxn modelId="{4F9F86CC-099A-4BD5-85B9-1B69A3E0C752}" type="presParOf" srcId="{A9F90CAB-43FA-4DD1-95F4-3380C82CE298}" destId="{203954DC-9E8F-49B7-92D4-71A192536E6F}" srcOrd="2" destOrd="0" presId="urn:microsoft.com/office/officeart/2018/5/layout/CenteredIconLabelDescriptionList"/>
    <dgm:cxn modelId="{BDDA616D-4593-492B-A754-A9EAAE762FBC}" type="presParOf" srcId="{203954DC-9E8F-49B7-92D4-71A192536E6F}" destId="{59C50AB8-0D38-4713-BABF-054B47AA85B8}" srcOrd="0" destOrd="0" presId="urn:microsoft.com/office/officeart/2018/5/layout/CenteredIconLabelDescriptionList"/>
    <dgm:cxn modelId="{B0D6B17D-7137-4BE9-9662-AA0C77EDD07F}" type="presParOf" srcId="{203954DC-9E8F-49B7-92D4-71A192536E6F}" destId="{45008DFA-27EA-4DE9-BAFD-C8593122AD2A}" srcOrd="1" destOrd="0" presId="urn:microsoft.com/office/officeart/2018/5/layout/CenteredIconLabelDescriptionList"/>
    <dgm:cxn modelId="{A76ADEDC-3B58-47BB-8550-866A95290C2A}" type="presParOf" srcId="{203954DC-9E8F-49B7-92D4-71A192536E6F}" destId="{40EFEBB3-F9F0-4109-BA12-42E6DB656F06}" srcOrd="2" destOrd="0" presId="urn:microsoft.com/office/officeart/2018/5/layout/CenteredIconLabelDescriptionList"/>
    <dgm:cxn modelId="{60838ADE-D2A4-4659-BA7B-B34C4089DFB2}" type="presParOf" srcId="{203954DC-9E8F-49B7-92D4-71A192536E6F}" destId="{2052D60B-2B1E-48C8-A0D0-7C2EC24F44D8}" srcOrd="3" destOrd="0" presId="urn:microsoft.com/office/officeart/2018/5/layout/CenteredIconLabelDescriptionList"/>
    <dgm:cxn modelId="{668C71A8-7E23-48F2-8CAF-77512541FC76}" type="presParOf" srcId="{203954DC-9E8F-49B7-92D4-71A192536E6F}" destId="{C16A725F-12C4-47B0-ABCD-BAF500974970}" srcOrd="4" destOrd="0" presId="urn:microsoft.com/office/officeart/2018/5/layout/CenteredIconLabelDescriptionList"/>
  </dgm:cxnLst>
  <dgm:bg/>
  <dgm:whole/>
  <dgm:extLst>
    <a:ext uri="http://schemas.microsoft.com/office/drawing/2008/diagram">
      <dsp:dataModelExt xmlns:dsp="http://schemas.microsoft.com/office/drawing/2008/diagram" relId="rId6" minVer="http://schemas.openxmlformats.org/drawingml/2006/diagram"/>
    </a:ext>
  </dgm:extLst>
</dgm:dataModel>
</file>

<file path=ppt/diagrams/data30.xml><?xml version="1.0" encoding="utf-8"?>
<dgm:dataModel xmlns:dgm="http://schemas.openxmlformats.org/drawingml/2006/diagram" xmlns:a="http://schemas.openxmlformats.org/drawingml/2006/main">
  <dgm:ptLst>
    <dgm:pt modelId="{170A6547-ED08-4128-A207-7F52C2545487}" type="doc">
      <dgm:prSet loTypeId="urn:microsoft.com/office/officeart/2005/8/layout/vList5" loCatId="list" qsTypeId="urn:microsoft.com/office/officeart/2005/8/quickstyle/simple1" qsCatId="simple" csTypeId="urn:microsoft.com/office/officeart/2005/8/colors/colorful2" csCatId="colorful" phldr="1"/>
      <dgm:spPr/>
      <dgm:t>
        <a:bodyPr/>
        <a:lstStyle/>
        <a:p>
          <a:endParaRPr lang="en-US"/>
        </a:p>
      </dgm:t>
    </dgm:pt>
    <dgm:pt modelId="{B91C269F-F976-4F60-BB3B-D216ED8397F3}">
      <dgm:prSet/>
      <dgm:spPr/>
      <dgm:t>
        <a:bodyPr/>
        <a:lstStyle/>
        <a:p>
          <a:r>
            <a:rPr lang="tr-TR" dirty="0"/>
            <a:t>Preferred storage</a:t>
          </a:r>
          <a:endParaRPr lang="en-US" dirty="0"/>
        </a:p>
      </dgm:t>
    </dgm:pt>
    <dgm:pt modelId="{8B1860DA-8B03-45D7-868D-C441E0112C46}" type="parTrans" cxnId="{54DEC836-D401-43E5-9B48-7B1EA67BE5F0}">
      <dgm:prSet/>
      <dgm:spPr/>
      <dgm:t>
        <a:bodyPr/>
        <a:lstStyle/>
        <a:p>
          <a:endParaRPr lang="en-US"/>
        </a:p>
      </dgm:t>
    </dgm:pt>
    <dgm:pt modelId="{EB71E320-326A-4AF3-9DC7-0C6874596B3C}" type="sibTrans" cxnId="{54DEC836-D401-43E5-9B48-7B1EA67BE5F0}">
      <dgm:prSet/>
      <dgm:spPr/>
      <dgm:t>
        <a:bodyPr/>
        <a:lstStyle/>
        <a:p>
          <a:endParaRPr lang="en-US"/>
        </a:p>
      </dgm:t>
    </dgm:pt>
    <dgm:pt modelId="{3E7F4173-EB1B-43F7-8EDA-D6265EE32413}">
      <dgm:prSet/>
      <dgm:spPr/>
      <dgm:t>
        <a:bodyPr/>
        <a:lstStyle/>
        <a:p>
          <a:r>
            <a:rPr lang="en-US" dirty="0"/>
            <a:t>store transactions</a:t>
          </a:r>
          <a:r>
            <a:rPr lang="tr-TR" dirty="0"/>
            <a:t> </a:t>
          </a:r>
          <a:r>
            <a:rPr lang="en-US" dirty="0"/>
            <a:t>internally </a:t>
          </a:r>
        </a:p>
      </dgm:t>
    </dgm:pt>
    <dgm:pt modelId="{5AB3FB9F-BD82-48D9-B98A-E1B5BF6C2A62}" type="parTrans" cxnId="{77E4467C-3B46-4F68-AB18-EFFF9BDE0EEE}">
      <dgm:prSet/>
      <dgm:spPr/>
      <dgm:t>
        <a:bodyPr/>
        <a:lstStyle/>
        <a:p>
          <a:endParaRPr lang="en-US"/>
        </a:p>
      </dgm:t>
    </dgm:pt>
    <dgm:pt modelId="{7C856351-4155-4E01-8AFA-2EA97449DED4}" type="sibTrans" cxnId="{77E4467C-3B46-4F68-AB18-EFFF9BDE0EEE}">
      <dgm:prSet/>
      <dgm:spPr/>
      <dgm:t>
        <a:bodyPr/>
        <a:lstStyle/>
        <a:p>
          <a:endParaRPr lang="en-US"/>
        </a:p>
      </dgm:t>
    </dgm:pt>
    <dgm:pt modelId="{2B415DB6-99ED-448A-9B07-93893010C46C}">
      <dgm:prSet/>
      <dgm:spPr/>
      <dgm:t>
        <a:bodyPr/>
        <a:lstStyle/>
        <a:p>
          <a:r>
            <a:rPr lang="en-US" dirty="0"/>
            <a:t>in data structures</a:t>
          </a:r>
        </a:p>
      </dgm:t>
    </dgm:pt>
    <dgm:pt modelId="{D8455E32-5A38-4015-AA9E-A64298BEF5E8}" type="parTrans" cxnId="{5067FF73-9356-44A1-B427-16FC4C28A3A1}">
      <dgm:prSet/>
      <dgm:spPr/>
      <dgm:t>
        <a:bodyPr/>
        <a:lstStyle/>
        <a:p>
          <a:endParaRPr lang="en-US"/>
        </a:p>
      </dgm:t>
    </dgm:pt>
    <dgm:pt modelId="{A54A124A-421A-4F23-BE0E-89B8E663BC26}" type="sibTrans" cxnId="{5067FF73-9356-44A1-B427-16FC4C28A3A1}">
      <dgm:prSet/>
      <dgm:spPr/>
      <dgm:t>
        <a:bodyPr/>
        <a:lstStyle/>
        <a:p>
          <a:endParaRPr lang="en-US"/>
        </a:p>
      </dgm:t>
    </dgm:pt>
    <dgm:pt modelId="{F098041F-4EAC-4EE6-BA18-C14C82175E89}">
      <dgm:prSet/>
      <dgm:spPr/>
      <dgm:t>
        <a:bodyPr/>
        <a:lstStyle/>
        <a:p>
          <a:r>
            <a:rPr lang="en-US" dirty="0"/>
            <a:t>usually object-oriented structures</a:t>
          </a:r>
        </a:p>
      </dgm:t>
    </dgm:pt>
    <dgm:pt modelId="{2A42297A-1DBD-442B-A73F-E2579F7CBA32}" type="parTrans" cxnId="{578A9D96-5E33-4E2B-B511-B28F957A79EF}">
      <dgm:prSet/>
      <dgm:spPr/>
    </dgm:pt>
    <dgm:pt modelId="{34FFE88C-D651-4D50-9636-CE064C42A441}" type="sibTrans" cxnId="{578A9D96-5E33-4E2B-B511-B28F957A79EF}">
      <dgm:prSet/>
      <dgm:spPr/>
      <dgm:t>
        <a:bodyPr/>
        <a:lstStyle/>
        <a:p>
          <a:endParaRPr lang="en-US"/>
        </a:p>
      </dgm:t>
    </dgm:pt>
    <dgm:pt modelId="{797B08D7-B4F5-487C-BB9E-DA8E99F47526}">
      <dgm:prSet/>
      <dgm:spPr/>
      <dgm:t>
        <a:bodyPr/>
        <a:lstStyle/>
        <a:p>
          <a:r>
            <a:rPr lang="tr-TR" dirty="0"/>
            <a:t>Reason</a:t>
          </a:r>
          <a:endParaRPr lang="en-US" dirty="0"/>
        </a:p>
      </dgm:t>
    </dgm:pt>
    <dgm:pt modelId="{C0BF0FF0-74DA-4D36-B524-831347DEDA0C}" type="parTrans" cxnId="{A5666B30-1D11-4D94-BF0A-7F2C3924E697}">
      <dgm:prSet/>
      <dgm:spPr/>
    </dgm:pt>
    <dgm:pt modelId="{E2983253-C9BF-4CA4-8968-9A77F102EE90}" type="sibTrans" cxnId="{A5666B30-1D11-4D94-BF0A-7F2C3924E697}">
      <dgm:prSet/>
      <dgm:spPr/>
      <dgm:t>
        <a:bodyPr/>
        <a:lstStyle/>
        <a:p>
          <a:endParaRPr lang="en-US"/>
        </a:p>
      </dgm:t>
    </dgm:pt>
    <dgm:pt modelId="{2DDA96F3-107E-4C56-AF43-9C01158B39FC}">
      <dgm:prSet/>
      <dgm:spPr/>
      <dgm:t>
        <a:bodyPr/>
        <a:lstStyle/>
        <a:p>
          <a:r>
            <a:rPr lang="en-US" dirty="0"/>
            <a:t>For convenience</a:t>
          </a:r>
        </a:p>
      </dgm:t>
    </dgm:pt>
    <dgm:pt modelId="{D1134820-65C7-4A89-81DC-942A01427ADB}" type="parTrans" cxnId="{60D6BD52-880C-436C-8695-18DB69AF654F}">
      <dgm:prSet/>
      <dgm:spPr/>
    </dgm:pt>
    <dgm:pt modelId="{221C3A67-F1D5-4571-A994-42B2FD8989E4}" type="sibTrans" cxnId="{60D6BD52-880C-436C-8695-18DB69AF654F}">
      <dgm:prSet/>
      <dgm:spPr/>
      <dgm:t>
        <a:bodyPr/>
        <a:lstStyle/>
        <a:p>
          <a:endParaRPr lang="en-US"/>
        </a:p>
      </dgm:t>
    </dgm:pt>
    <dgm:pt modelId="{95BB050B-8BFF-4D76-A0C2-9AB0EA864E76}">
      <dgm:prSet/>
      <dgm:spPr/>
      <dgm:t>
        <a:bodyPr/>
        <a:lstStyle/>
        <a:p>
          <a:r>
            <a:rPr lang="en-US"/>
            <a:t>and </a:t>
          </a:r>
          <a:r>
            <a:rPr lang="en-US" dirty="0"/>
            <a:t>readability</a:t>
          </a:r>
        </a:p>
      </dgm:t>
    </dgm:pt>
    <dgm:pt modelId="{C39FAA6C-3736-4D85-8707-2B5B0255E8F0}" type="parTrans" cxnId="{7DE0D83D-D686-4378-B7D1-29F3A2B02B78}">
      <dgm:prSet/>
      <dgm:spPr/>
    </dgm:pt>
    <dgm:pt modelId="{64539D74-E528-41B9-8A7E-10BF5D840582}" type="sibTrans" cxnId="{7DE0D83D-D686-4378-B7D1-29F3A2B02B78}">
      <dgm:prSet/>
      <dgm:spPr/>
      <dgm:t>
        <a:bodyPr/>
        <a:lstStyle/>
        <a:p>
          <a:endParaRPr lang="en-US"/>
        </a:p>
      </dgm:t>
    </dgm:pt>
    <dgm:pt modelId="{B17E82FB-EF75-4561-A44B-0118C6CFE246}">
      <dgm:prSet/>
      <dgm:spPr/>
      <dgm:t>
        <a:bodyPr/>
        <a:lstStyle/>
        <a:p>
          <a:r>
            <a:rPr lang="tr-TR" dirty="0"/>
            <a:t>Data structures</a:t>
          </a:r>
          <a:endParaRPr lang="en-US" dirty="0"/>
        </a:p>
      </dgm:t>
    </dgm:pt>
    <dgm:pt modelId="{CC7126E5-DE67-45BA-B419-F8126BB682B4}" type="parTrans" cxnId="{FC934D2B-F9F9-4AB7-A02C-6FC191A848C5}">
      <dgm:prSet/>
      <dgm:spPr/>
    </dgm:pt>
    <dgm:pt modelId="{9CCF027A-EF51-45E7-BB29-40E174EA726A}" type="sibTrans" cxnId="{FC934D2B-F9F9-4AB7-A02C-6FC191A848C5}">
      <dgm:prSet/>
      <dgm:spPr/>
      <dgm:t>
        <a:bodyPr/>
        <a:lstStyle/>
        <a:p>
          <a:endParaRPr lang="en-US"/>
        </a:p>
      </dgm:t>
    </dgm:pt>
    <dgm:pt modelId="{34F46364-6DD3-4D5C-A342-310BA487CBD5}" type="pres">
      <dgm:prSet presAssocID="{170A6547-ED08-4128-A207-7F52C2545487}" presName="Name0" presStyleCnt="0">
        <dgm:presLayoutVars>
          <dgm:dir/>
          <dgm:animLvl val="lvl"/>
          <dgm:resizeHandles val="exact"/>
        </dgm:presLayoutVars>
      </dgm:prSet>
      <dgm:spPr/>
    </dgm:pt>
    <dgm:pt modelId="{66F6B067-85B0-49B5-9F18-175745A3B15B}" type="pres">
      <dgm:prSet presAssocID="{B91C269F-F976-4F60-BB3B-D216ED8397F3}" presName="linNode" presStyleCnt="0"/>
      <dgm:spPr/>
    </dgm:pt>
    <dgm:pt modelId="{97D69A61-23BF-4252-B1FC-E499257EF12A}" type="pres">
      <dgm:prSet presAssocID="{B91C269F-F976-4F60-BB3B-D216ED8397F3}" presName="parentText" presStyleLbl="node1" presStyleIdx="0" presStyleCnt="3">
        <dgm:presLayoutVars>
          <dgm:chMax val="1"/>
          <dgm:bulletEnabled val="1"/>
        </dgm:presLayoutVars>
      </dgm:prSet>
      <dgm:spPr/>
    </dgm:pt>
    <dgm:pt modelId="{8C48B816-2204-42E3-9AE9-2964AEF666B2}" type="pres">
      <dgm:prSet presAssocID="{B91C269F-F976-4F60-BB3B-D216ED8397F3}" presName="descendantText" presStyleLbl="alignAccFollowNode1" presStyleIdx="0" presStyleCnt="3">
        <dgm:presLayoutVars>
          <dgm:bulletEnabled val="1"/>
        </dgm:presLayoutVars>
      </dgm:prSet>
      <dgm:spPr/>
    </dgm:pt>
    <dgm:pt modelId="{49F61628-42D8-420D-B6A3-5A4098F5C7F9}" type="pres">
      <dgm:prSet presAssocID="{EB71E320-326A-4AF3-9DC7-0C6874596B3C}" presName="sp" presStyleCnt="0"/>
      <dgm:spPr/>
    </dgm:pt>
    <dgm:pt modelId="{273EA849-2F22-497F-8567-E868C3C1DE8E}" type="pres">
      <dgm:prSet presAssocID="{B17E82FB-EF75-4561-A44B-0118C6CFE246}" presName="linNode" presStyleCnt="0"/>
      <dgm:spPr/>
    </dgm:pt>
    <dgm:pt modelId="{0CBCC67C-67B0-495C-8149-1E7ECB48B2FE}" type="pres">
      <dgm:prSet presAssocID="{B17E82FB-EF75-4561-A44B-0118C6CFE246}" presName="parentText" presStyleLbl="node1" presStyleIdx="1" presStyleCnt="3">
        <dgm:presLayoutVars>
          <dgm:chMax val="1"/>
          <dgm:bulletEnabled val="1"/>
        </dgm:presLayoutVars>
      </dgm:prSet>
      <dgm:spPr/>
    </dgm:pt>
    <dgm:pt modelId="{D0A048AC-2C2A-49D2-8FBC-61752AB5385F}" type="pres">
      <dgm:prSet presAssocID="{B17E82FB-EF75-4561-A44B-0118C6CFE246}" presName="descendantText" presStyleLbl="alignAccFollowNode1" presStyleIdx="1" presStyleCnt="3">
        <dgm:presLayoutVars>
          <dgm:bulletEnabled val="1"/>
        </dgm:presLayoutVars>
      </dgm:prSet>
      <dgm:spPr/>
    </dgm:pt>
    <dgm:pt modelId="{5411117E-C54E-45E6-A347-C26CB1335D83}" type="pres">
      <dgm:prSet presAssocID="{9CCF027A-EF51-45E7-BB29-40E174EA726A}" presName="sp" presStyleCnt="0"/>
      <dgm:spPr/>
    </dgm:pt>
    <dgm:pt modelId="{3E9AAA45-CC27-473D-97C7-7E41CD703B1B}" type="pres">
      <dgm:prSet presAssocID="{797B08D7-B4F5-487C-BB9E-DA8E99F47526}" presName="linNode" presStyleCnt="0"/>
      <dgm:spPr/>
    </dgm:pt>
    <dgm:pt modelId="{98807683-BDE1-4211-987D-BA24294564C0}" type="pres">
      <dgm:prSet presAssocID="{797B08D7-B4F5-487C-BB9E-DA8E99F47526}" presName="parentText" presStyleLbl="node1" presStyleIdx="2" presStyleCnt="3">
        <dgm:presLayoutVars>
          <dgm:chMax val="1"/>
          <dgm:bulletEnabled val="1"/>
        </dgm:presLayoutVars>
      </dgm:prSet>
      <dgm:spPr/>
    </dgm:pt>
    <dgm:pt modelId="{F5B33C40-4F1C-415C-A0B1-E750B6389DC5}" type="pres">
      <dgm:prSet presAssocID="{797B08D7-B4F5-487C-BB9E-DA8E99F47526}" presName="descendantText" presStyleLbl="alignAccFollowNode1" presStyleIdx="2" presStyleCnt="3">
        <dgm:presLayoutVars>
          <dgm:bulletEnabled val="1"/>
        </dgm:presLayoutVars>
      </dgm:prSet>
      <dgm:spPr/>
    </dgm:pt>
  </dgm:ptLst>
  <dgm:cxnLst>
    <dgm:cxn modelId="{4FC65914-276F-44AF-B70C-70FBBDB0378C}" type="presOf" srcId="{B91C269F-F976-4F60-BB3B-D216ED8397F3}" destId="{97D69A61-23BF-4252-B1FC-E499257EF12A}" srcOrd="0" destOrd="0" presId="urn:microsoft.com/office/officeart/2005/8/layout/vList5"/>
    <dgm:cxn modelId="{B33AAE23-FB66-4792-B8AC-EB726E7AF81C}" type="presOf" srcId="{B17E82FB-EF75-4561-A44B-0118C6CFE246}" destId="{0CBCC67C-67B0-495C-8149-1E7ECB48B2FE}" srcOrd="0" destOrd="0" presId="urn:microsoft.com/office/officeart/2005/8/layout/vList5"/>
    <dgm:cxn modelId="{FC934D2B-F9F9-4AB7-A02C-6FC191A848C5}" srcId="{170A6547-ED08-4128-A207-7F52C2545487}" destId="{B17E82FB-EF75-4561-A44B-0118C6CFE246}" srcOrd="1" destOrd="0" parTransId="{CC7126E5-DE67-45BA-B419-F8126BB682B4}" sibTransId="{9CCF027A-EF51-45E7-BB29-40E174EA726A}"/>
    <dgm:cxn modelId="{211DCB2B-8140-4C49-9B12-9CB0D6081896}" type="presOf" srcId="{2B415DB6-99ED-448A-9B07-93893010C46C}" destId="{8C48B816-2204-42E3-9AE9-2964AEF666B2}" srcOrd="0" destOrd="1" presId="urn:microsoft.com/office/officeart/2005/8/layout/vList5"/>
    <dgm:cxn modelId="{A5666B30-1D11-4D94-BF0A-7F2C3924E697}" srcId="{170A6547-ED08-4128-A207-7F52C2545487}" destId="{797B08D7-B4F5-487C-BB9E-DA8E99F47526}" srcOrd="2" destOrd="0" parTransId="{C0BF0FF0-74DA-4D36-B524-831347DEDA0C}" sibTransId="{E2983253-C9BF-4CA4-8968-9A77F102EE90}"/>
    <dgm:cxn modelId="{54DEC836-D401-43E5-9B48-7B1EA67BE5F0}" srcId="{170A6547-ED08-4128-A207-7F52C2545487}" destId="{B91C269F-F976-4F60-BB3B-D216ED8397F3}" srcOrd="0" destOrd="0" parTransId="{8B1860DA-8B03-45D7-868D-C441E0112C46}" sibTransId="{EB71E320-326A-4AF3-9DC7-0C6874596B3C}"/>
    <dgm:cxn modelId="{7DE0D83D-D686-4378-B7D1-29F3A2B02B78}" srcId="{797B08D7-B4F5-487C-BB9E-DA8E99F47526}" destId="{95BB050B-8BFF-4D76-A0C2-9AB0EA864E76}" srcOrd="1" destOrd="0" parTransId="{C39FAA6C-3736-4D85-8707-2B5B0255E8F0}" sibTransId="{64539D74-E528-41B9-8A7E-10BF5D840582}"/>
    <dgm:cxn modelId="{E9BC2B5E-12DB-4B9C-9FE0-4B75C200A5F8}" type="presOf" srcId="{797B08D7-B4F5-487C-BB9E-DA8E99F47526}" destId="{98807683-BDE1-4211-987D-BA24294564C0}" srcOrd="0" destOrd="0" presId="urn:microsoft.com/office/officeart/2005/8/layout/vList5"/>
    <dgm:cxn modelId="{60D6BD52-880C-436C-8695-18DB69AF654F}" srcId="{797B08D7-B4F5-487C-BB9E-DA8E99F47526}" destId="{2DDA96F3-107E-4C56-AF43-9C01158B39FC}" srcOrd="0" destOrd="0" parTransId="{D1134820-65C7-4A89-81DC-942A01427ADB}" sibTransId="{221C3A67-F1D5-4571-A994-42B2FD8989E4}"/>
    <dgm:cxn modelId="{5067FF73-9356-44A1-B427-16FC4C28A3A1}" srcId="{B91C269F-F976-4F60-BB3B-D216ED8397F3}" destId="{2B415DB6-99ED-448A-9B07-93893010C46C}" srcOrd="1" destOrd="0" parTransId="{D8455E32-5A38-4015-AA9E-A64298BEF5E8}" sibTransId="{A54A124A-421A-4F23-BE0E-89B8E663BC26}"/>
    <dgm:cxn modelId="{77E4467C-3B46-4F68-AB18-EFFF9BDE0EEE}" srcId="{B91C269F-F976-4F60-BB3B-D216ED8397F3}" destId="{3E7F4173-EB1B-43F7-8EDA-D6265EE32413}" srcOrd="0" destOrd="0" parTransId="{5AB3FB9F-BD82-48D9-B98A-E1B5BF6C2A62}" sibTransId="{7C856351-4155-4E01-8AFA-2EA97449DED4}"/>
    <dgm:cxn modelId="{FA86118F-7251-4885-BD4A-C9449B1C6F16}" type="presOf" srcId="{170A6547-ED08-4128-A207-7F52C2545487}" destId="{34F46364-6DD3-4D5C-A342-310BA487CBD5}" srcOrd="0" destOrd="0" presId="urn:microsoft.com/office/officeart/2005/8/layout/vList5"/>
    <dgm:cxn modelId="{578A9D96-5E33-4E2B-B511-B28F957A79EF}" srcId="{B17E82FB-EF75-4561-A44B-0118C6CFE246}" destId="{F098041F-4EAC-4EE6-BA18-C14C82175E89}" srcOrd="0" destOrd="0" parTransId="{2A42297A-1DBD-442B-A73F-E2579F7CBA32}" sibTransId="{34FFE88C-D651-4D50-9636-CE064C42A441}"/>
    <dgm:cxn modelId="{F9CD0599-9863-420F-9A2F-E268D916600E}" type="presOf" srcId="{95BB050B-8BFF-4D76-A0C2-9AB0EA864E76}" destId="{F5B33C40-4F1C-415C-A0B1-E750B6389DC5}" srcOrd="0" destOrd="1" presId="urn:microsoft.com/office/officeart/2005/8/layout/vList5"/>
    <dgm:cxn modelId="{826719A3-DA62-4806-8F74-83151179C9BE}" type="presOf" srcId="{F098041F-4EAC-4EE6-BA18-C14C82175E89}" destId="{D0A048AC-2C2A-49D2-8FBC-61752AB5385F}" srcOrd="0" destOrd="0" presId="urn:microsoft.com/office/officeart/2005/8/layout/vList5"/>
    <dgm:cxn modelId="{70CD6DCC-8B73-4E92-ADCD-9B4A0BA8CF8E}" type="presOf" srcId="{2DDA96F3-107E-4C56-AF43-9C01158B39FC}" destId="{F5B33C40-4F1C-415C-A0B1-E750B6389DC5}" srcOrd="0" destOrd="0" presId="urn:microsoft.com/office/officeart/2005/8/layout/vList5"/>
    <dgm:cxn modelId="{5BA685D2-907C-46A5-9332-7E5FD8C9E022}" type="presOf" srcId="{3E7F4173-EB1B-43F7-8EDA-D6265EE32413}" destId="{8C48B816-2204-42E3-9AE9-2964AEF666B2}" srcOrd="0" destOrd="0" presId="urn:microsoft.com/office/officeart/2005/8/layout/vList5"/>
    <dgm:cxn modelId="{33E7B7E4-AB59-4B4D-9769-78FC1B0B3349}" type="presParOf" srcId="{34F46364-6DD3-4D5C-A342-310BA487CBD5}" destId="{66F6B067-85B0-49B5-9F18-175745A3B15B}" srcOrd="0" destOrd="0" presId="urn:microsoft.com/office/officeart/2005/8/layout/vList5"/>
    <dgm:cxn modelId="{2AC2F7B8-5CA2-483C-9522-9D15AFB725DA}" type="presParOf" srcId="{66F6B067-85B0-49B5-9F18-175745A3B15B}" destId="{97D69A61-23BF-4252-B1FC-E499257EF12A}" srcOrd="0" destOrd="0" presId="urn:microsoft.com/office/officeart/2005/8/layout/vList5"/>
    <dgm:cxn modelId="{50873EFB-959D-410D-86E6-923D16837503}" type="presParOf" srcId="{66F6B067-85B0-49B5-9F18-175745A3B15B}" destId="{8C48B816-2204-42E3-9AE9-2964AEF666B2}" srcOrd="1" destOrd="0" presId="urn:microsoft.com/office/officeart/2005/8/layout/vList5"/>
    <dgm:cxn modelId="{DFD254A1-6153-40F8-8E47-232DF1171902}" type="presParOf" srcId="{34F46364-6DD3-4D5C-A342-310BA487CBD5}" destId="{49F61628-42D8-420D-B6A3-5A4098F5C7F9}" srcOrd="1" destOrd="0" presId="urn:microsoft.com/office/officeart/2005/8/layout/vList5"/>
    <dgm:cxn modelId="{CA97ED59-096A-4E79-B8F7-665C01AFC0A7}" type="presParOf" srcId="{34F46364-6DD3-4D5C-A342-310BA487CBD5}" destId="{273EA849-2F22-497F-8567-E868C3C1DE8E}" srcOrd="2" destOrd="0" presId="urn:microsoft.com/office/officeart/2005/8/layout/vList5"/>
    <dgm:cxn modelId="{7EA22E7C-93BC-4CD0-9547-254D24B29D38}" type="presParOf" srcId="{273EA849-2F22-497F-8567-E868C3C1DE8E}" destId="{0CBCC67C-67B0-495C-8149-1E7ECB48B2FE}" srcOrd="0" destOrd="0" presId="urn:microsoft.com/office/officeart/2005/8/layout/vList5"/>
    <dgm:cxn modelId="{FCE4D824-80A7-42D3-8C07-CB5D2650CCB6}" type="presParOf" srcId="{273EA849-2F22-497F-8567-E868C3C1DE8E}" destId="{D0A048AC-2C2A-49D2-8FBC-61752AB5385F}" srcOrd="1" destOrd="0" presId="urn:microsoft.com/office/officeart/2005/8/layout/vList5"/>
    <dgm:cxn modelId="{6A928F6E-170B-4987-8571-BE5609D0352D}" type="presParOf" srcId="{34F46364-6DD3-4D5C-A342-310BA487CBD5}" destId="{5411117E-C54E-45E6-A347-C26CB1335D83}" srcOrd="3" destOrd="0" presId="urn:microsoft.com/office/officeart/2005/8/layout/vList5"/>
    <dgm:cxn modelId="{82AAD77D-D28C-43D4-8A67-EFCE963080ED}" type="presParOf" srcId="{34F46364-6DD3-4D5C-A342-310BA487CBD5}" destId="{3E9AAA45-CC27-473D-97C7-7E41CD703B1B}" srcOrd="4" destOrd="0" presId="urn:microsoft.com/office/officeart/2005/8/layout/vList5"/>
    <dgm:cxn modelId="{C059255E-7E98-443F-BE14-0633C02C3874}" type="presParOf" srcId="{3E9AAA45-CC27-473D-97C7-7E41CD703B1B}" destId="{98807683-BDE1-4211-987D-BA24294564C0}" srcOrd="0" destOrd="0" presId="urn:microsoft.com/office/officeart/2005/8/layout/vList5"/>
    <dgm:cxn modelId="{ABCD6DA0-4704-435A-9FCA-933A317EE19B}" type="presParOf" srcId="{3E9AAA45-CC27-473D-97C7-7E41CD703B1B}" destId="{F5B33C40-4F1C-415C-A0B1-E750B6389DC5}" srcOrd="1" destOrd="0" presId="urn:microsoft.com/office/officeart/2005/8/layout/vList5"/>
  </dgm:cxnLst>
  <dgm:bg/>
  <dgm:whole/>
  <dgm:extLst>
    <a:ext uri="http://schemas.microsoft.com/office/drawing/2008/diagram">
      <dsp:dataModelExt xmlns:dsp="http://schemas.microsoft.com/office/drawing/2008/diagram" relId="rId6" minVer="http://schemas.openxmlformats.org/drawingml/2006/diagram"/>
    </a:ext>
  </dgm:extLst>
</dgm:dataModel>
</file>

<file path=ppt/diagrams/data31.xml><?xml version="1.0" encoding="utf-8"?>
<dgm:dataModel xmlns:dgm="http://schemas.openxmlformats.org/drawingml/2006/diagram" xmlns:a="http://schemas.openxmlformats.org/drawingml/2006/main">
  <dgm:ptLst>
    <dgm:pt modelId="{4C219F0B-9FC5-4E7E-A20C-59DE808C29E7}" type="doc">
      <dgm:prSet loTypeId="urn:microsoft.com/office/officeart/2018/5/layout/CenteredIconLabelDescriptionList" loCatId="icon" qsTypeId="urn:microsoft.com/office/officeart/2005/8/quickstyle/simple1" qsCatId="simple" csTypeId="urn:microsoft.com/office/officeart/2018/5/colors/Iconchunking_neutralbg_accent1_2" csCatId="accent1" phldr="1"/>
      <dgm:spPr/>
      <dgm:t>
        <a:bodyPr/>
        <a:lstStyle/>
        <a:p>
          <a:endParaRPr lang="en-US"/>
        </a:p>
      </dgm:t>
    </dgm:pt>
    <dgm:pt modelId="{3DD772E2-D3D9-4673-93DF-B7EA478E3678}">
      <dgm:prSet/>
      <dgm:spPr/>
      <dgm:t>
        <a:bodyPr/>
        <a:lstStyle/>
        <a:p>
          <a:pPr>
            <a:lnSpc>
              <a:spcPct val="100000"/>
            </a:lnSpc>
            <a:defRPr b="1"/>
          </a:pPr>
          <a:r>
            <a:rPr lang="tr-TR" dirty="0"/>
            <a:t>Deserialization</a:t>
          </a:r>
          <a:endParaRPr lang="en-US" dirty="0"/>
        </a:p>
      </dgm:t>
    </dgm:pt>
    <dgm:pt modelId="{175A2E01-0AF7-4B7B-A533-237995C39DD2}" type="parTrans" cxnId="{951F126D-DD93-4152-9952-53E67773A444}">
      <dgm:prSet/>
      <dgm:spPr/>
      <dgm:t>
        <a:bodyPr/>
        <a:lstStyle/>
        <a:p>
          <a:endParaRPr lang="en-US"/>
        </a:p>
      </dgm:t>
    </dgm:pt>
    <dgm:pt modelId="{140BE401-6E2F-4941-9964-BECA15DFA6F9}" type="sibTrans" cxnId="{951F126D-DD93-4152-9952-53E67773A444}">
      <dgm:prSet/>
      <dgm:spPr/>
      <dgm:t>
        <a:bodyPr/>
        <a:lstStyle/>
        <a:p>
          <a:endParaRPr lang="en-US"/>
        </a:p>
      </dgm:t>
    </dgm:pt>
    <dgm:pt modelId="{69EE097B-B23E-4A60-8739-E92435F3CAF0}">
      <dgm:prSet/>
      <dgm:spPr/>
      <dgm:t>
        <a:bodyPr/>
        <a:lstStyle/>
        <a:p>
          <a:pPr>
            <a:lnSpc>
              <a:spcPct val="100000"/>
            </a:lnSpc>
          </a:pPr>
          <a:r>
            <a:rPr lang="tr-TR" dirty="0"/>
            <a:t>Parsing </a:t>
          </a:r>
          <a:r>
            <a:rPr lang="en-US" dirty="0"/>
            <a:t>from</a:t>
          </a:r>
        </a:p>
      </dgm:t>
    </dgm:pt>
    <dgm:pt modelId="{8E7766EE-0D32-464B-80C0-1285A0D970DA}" type="parTrans" cxnId="{E3491946-610B-4D0A-89AD-57510E6733F0}">
      <dgm:prSet/>
      <dgm:spPr/>
      <dgm:t>
        <a:bodyPr/>
        <a:lstStyle/>
        <a:p>
          <a:endParaRPr lang="en-US"/>
        </a:p>
      </dgm:t>
    </dgm:pt>
    <dgm:pt modelId="{8F625BFE-B09B-4CB7-A946-5A5BA4836BBE}" type="sibTrans" cxnId="{E3491946-610B-4D0A-89AD-57510E6733F0}">
      <dgm:prSet/>
      <dgm:spPr/>
      <dgm:t>
        <a:bodyPr/>
        <a:lstStyle/>
        <a:p>
          <a:endParaRPr lang="en-US"/>
        </a:p>
      </dgm:t>
    </dgm:pt>
    <dgm:pt modelId="{B3F4FCA2-69CD-4084-A25B-5EF06D7D43F1}">
      <dgm:prSet/>
      <dgm:spPr/>
      <dgm:t>
        <a:bodyPr/>
        <a:lstStyle/>
        <a:p>
          <a:pPr>
            <a:lnSpc>
              <a:spcPct val="100000"/>
            </a:lnSpc>
          </a:pPr>
          <a:r>
            <a:rPr lang="tr-TR" dirty="0"/>
            <a:t>to internal</a:t>
          </a:r>
          <a:r>
            <a:rPr lang="en-US" dirty="0"/>
            <a:t> data structure</a:t>
          </a:r>
        </a:p>
      </dgm:t>
    </dgm:pt>
    <dgm:pt modelId="{3FDB6FCD-A5D6-4EF3-A5A4-56CFB7512595}" type="parTrans" cxnId="{9FAFAC88-54D0-4A6F-AF5D-901CA28FFF4A}">
      <dgm:prSet/>
      <dgm:spPr/>
      <dgm:t>
        <a:bodyPr/>
        <a:lstStyle/>
        <a:p>
          <a:endParaRPr lang="en-US"/>
        </a:p>
      </dgm:t>
    </dgm:pt>
    <dgm:pt modelId="{73924F9C-15F7-40DB-87DB-FA9CBA03F3A7}" type="sibTrans" cxnId="{9FAFAC88-54D0-4A6F-AF5D-901CA28FFF4A}">
      <dgm:prSet/>
      <dgm:spPr/>
      <dgm:t>
        <a:bodyPr/>
        <a:lstStyle/>
        <a:p>
          <a:endParaRPr lang="en-US"/>
        </a:p>
      </dgm:t>
    </dgm:pt>
    <dgm:pt modelId="{B6E9ED79-5265-4389-B3A0-D0331DB5F893}">
      <dgm:prSet/>
      <dgm:spPr/>
      <dgm:t>
        <a:bodyPr/>
        <a:lstStyle/>
        <a:p>
          <a:pPr>
            <a:lnSpc>
              <a:spcPct val="100000"/>
            </a:lnSpc>
            <a:defRPr b="1"/>
          </a:pPr>
          <a:r>
            <a:rPr lang="tr-TR" dirty="0"/>
            <a:t>Serialization</a:t>
          </a:r>
          <a:r>
            <a:rPr lang="en-US" dirty="0"/>
            <a:t> </a:t>
          </a:r>
        </a:p>
      </dgm:t>
    </dgm:pt>
    <dgm:pt modelId="{9804D853-B52F-4111-ACCF-347569A018FF}" type="parTrans" cxnId="{7166613A-61E3-4CF8-9108-C884BA34E87E}">
      <dgm:prSet/>
      <dgm:spPr/>
      <dgm:t>
        <a:bodyPr/>
        <a:lstStyle/>
        <a:p>
          <a:endParaRPr lang="en-US"/>
        </a:p>
      </dgm:t>
    </dgm:pt>
    <dgm:pt modelId="{56D81879-211F-45EB-A039-E06C93C022E7}" type="sibTrans" cxnId="{7166613A-61E3-4CF8-9108-C884BA34E87E}">
      <dgm:prSet/>
      <dgm:spPr/>
      <dgm:t>
        <a:bodyPr/>
        <a:lstStyle/>
        <a:p>
          <a:endParaRPr lang="en-US"/>
        </a:p>
      </dgm:t>
    </dgm:pt>
    <dgm:pt modelId="{5DBB7C60-3BEA-457A-A147-CB70EB4A0DAE}">
      <dgm:prSet/>
      <dgm:spPr/>
      <dgm:t>
        <a:bodyPr/>
        <a:lstStyle/>
        <a:p>
          <a:pPr>
            <a:lnSpc>
              <a:spcPct val="100000"/>
            </a:lnSpc>
            <a:defRPr b="1"/>
          </a:pPr>
          <a:r>
            <a:rPr lang="en-US" dirty="0"/>
            <a:t>for</a:t>
          </a:r>
        </a:p>
      </dgm:t>
    </dgm:pt>
    <dgm:pt modelId="{D6AC2198-6DD3-40D3-9B4E-E2A2321E3E91}" type="parTrans" cxnId="{8DA1DC6B-7C33-402F-95C0-F9B11DE2FD17}">
      <dgm:prSet/>
      <dgm:spPr/>
      <dgm:t>
        <a:bodyPr/>
        <a:lstStyle/>
        <a:p>
          <a:endParaRPr lang="en-US"/>
        </a:p>
      </dgm:t>
    </dgm:pt>
    <dgm:pt modelId="{C05AFF3F-DD48-4E89-A34E-9E657E6A32F5}" type="sibTrans" cxnId="{8DA1DC6B-7C33-402F-95C0-F9B11DE2FD17}">
      <dgm:prSet/>
      <dgm:spPr/>
      <dgm:t>
        <a:bodyPr/>
        <a:lstStyle/>
        <a:p>
          <a:endParaRPr lang="en-US"/>
        </a:p>
      </dgm:t>
    </dgm:pt>
    <dgm:pt modelId="{2AB97F73-7B74-4F37-BC99-36D41F70F552}">
      <dgm:prSet/>
      <dgm:spPr/>
      <dgm:t>
        <a:bodyPr/>
        <a:lstStyle/>
        <a:p>
          <a:pPr>
            <a:lnSpc>
              <a:spcPct val="100000"/>
            </a:lnSpc>
            <a:defRPr b="1"/>
          </a:pPr>
          <a:r>
            <a:rPr lang="en-US" dirty="0"/>
            <a:t>bitcoin libraries</a:t>
          </a:r>
        </a:p>
      </dgm:t>
    </dgm:pt>
    <dgm:pt modelId="{4847BA09-2F58-43F8-ABD4-D9FDD8F5383A}" type="parTrans" cxnId="{AE25EB66-0535-4BDD-9E99-D10736147154}">
      <dgm:prSet/>
      <dgm:spPr/>
      <dgm:t>
        <a:bodyPr/>
        <a:lstStyle/>
        <a:p>
          <a:endParaRPr lang="en-US"/>
        </a:p>
      </dgm:t>
    </dgm:pt>
    <dgm:pt modelId="{A4A65588-9BB7-4098-A70D-C5EE37BC7860}" type="sibTrans" cxnId="{AE25EB66-0535-4BDD-9E99-D10736147154}">
      <dgm:prSet/>
      <dgm:spPr/>
      <dgm:t>
        <a:bodyPr/>
        <a:lstStyle/>
        <a:p>
          <a:endParaRPr lang="en-US"/>
        </a:p>
      </dgm:t>
    </dgm:pt>
    <dgm:pt modelId="{D33D2666-2A73-4985-A951-E17A871AD5C8}">
      <dgm:prSet/>
      <dgm:spPr/>
      <dgm:t>
        <a:bodyPr/>
        <a:lstStyle/>
        <a:p>
          <a:pPr>
            <a:lnSpc>
              <a:spcPct val="100000"/>
            </a:lnSpc>
          </a:pPr>
          <a:r>
            <a:rPr lang="en-US" dirty="0"/>
            <a:t>for serialization and deserialization.</a:t>
          </a:r>
        </a:p>
      </dgm:t>
    </dgm:pt>
    <dgm:pt modelId="{8786879E-4C02-49FB-BEE2-DF8E4A7D483A}" type="parTrans" cxnId="{7A6603BA-F8DD-47EF-9936-0F0DEAAB5303}">
      <dgm:prSet/>
      <dgm:spPr/>
      <dgm:t>
        <a:bodyPr/>
        <a:lstStyle/>
        <a:p>
          <a:endParaRPr lang="en-US"/>
        </a:p>
      </dgm:t>
    </dgm:pt>
    <dgm:pt modelId="{452B5613-8A5C-40DC-867C-3D02E9BE5F61}" type="sibTrans" cxnId="{7A6603BA-F8DD-47EF-9936-0F0DEAAB5303}">
      <dgm:prSet/>
      <dgm:spPr/>
      <dgm:t>
        <a:bodyPr/>
        <a:lstStyle/>
        <a:p>
          <a:endParaRPr lang="en-US"/>
        </a:p>
      </dgm:t>
    </dgm:pt>
    <dgm:pt modelId="{22FBC379-80A9-45EE-AFB4-ED66C6955ADC}">
      <dgm:prSet/>
      <dgm:spPr/>
      <dgm:t>
        <a:bodyPr/>
        <a:lstStyle/>
        <a:p>
          <a:pPr>
            <a:lnSpc>
              <a:spcPct val="100000"/>
            </a:lnSpc>
          </a:pPr>
          <a:r>
            <a:rPr lang="en-US" b="1" dirty="0"/>
            <a:t>the byte-stream </a:t>
          </a:r>
          <a:r>
            <a:rPr lang="en-US" dirty="0"/>
            <a:t>representation</a:t>
          </a:r>
        </a:p>
      </dgm:t>
    </dgm:pt>
    <dgm:pt modelId="{873B9735-7988-4F7C-87DA-B60E6C91B624}" type="parTrans" cxnId="{9C0AB30F-1193-4866-8F1F-F457E2A3D600}">
      <dgm:prSet/>
      <dgm:spPr/>
      <dgm:t>
        <a:bodyPr/>
        <a:lstStyle/>
        <a:p>
          <a:endParaRPr lang="tr-TR"/>
        </a:p>
      </dgm:t>
    </dgm:pt>
    <dgm:pt modelId="{8A18AA6B-91D4-4C4F-A9A8-CDA967C68FD2}" type="sibTrans" cxnId="{9C0AB30F-1193-4866-8F1F-F457E2A3D600}">
      <dgm:prSet/>
      <dgm:spPr/>
      <dgm:t>
        <a:bodyPr/>
        <a:lstStyle/>
        <a:p>
          <a:endParaRPr lang="tr-TR"/>
        </a:p>
      </dgm:t>
    </dgm:pt>
    <dgm:pt modelId="{3F296439-61BB-4DDB-8B4A-5DF9CE749E93}">
      <dgm:prSet/>
      <dgm:spPr/>
      <dgm:t>
        <a:bodyPr/>
        <a:lstStyle/>
        <a:p>
          <a:pPr>
            <a:lnSpc>
              <a:spcPct val="100000"/>
            </a:lnSpc>
          </a:pPr>
          <a:r>
            <a:rPr lang="tr-TR" dirty="0"/>
            <a:t>Converting data structure</a:t>
          </a:r>
          <a:endParaRPr lang="en-US" dirty="0"/>
        </a:p>
      </dgm:t>
    </dgm:pt>
    <dgm:pt modelId="{A1E7F72A-0487-40DB-AD29-6666E271BC93}" type="parTrans" cxnId="{A3D0AE44-7303-4087-A64A-38277719C8D5}">
      <dgm:prSet/>
      <dgm:spPr/>
      <dgm:t>
        <a:bodyPr/>
        <a:lstStyle/>
        <a:p>
          <a:endParaRPr lang="tr-TR"/>
        </a:p>
      </dgm:t>
    </dgm:pt>
    <dgm:pt modelId="{820BBA02-6537-4CC4-9F48-F7EECD7B3567}" type="sibTrans" cxnId="{A3D0AE44-7303-4087-A64A-38277719C8D5}">
      <dgm:prSet/>
      <dgm:spPr/>
      <dgm:t>
        <a:bodyPr/>
        <a:lstStyle/>
        <a:p>
          <a:endParaRPr lang="tr-TR"/>
        </a:p>
      </dgm:t>
    </dgm:pt>
    <dgm:pt modelId="{06658289-E822-437E-ADC9-6549A7078CFA}">
      <dgm:prSet/>
      <dgm:spPr/>
      <dgm:t>
        <a:bodyPr/>
        <a:lstStyle/>
        <a:p>
          <a:pPr>
            <a:lnSpc>
              <a:spcPct val="100000"/>
            </a:lnSpc>
          </a:pPr>
          <a:r>
            <a:rPr lang="tr-TR" dirty="0"/>
            <a:t>to Byte-stream</a:t>
          </a:r>
          <a:endParaRPr lang="en-US" dirty="0"/>
        </a:p>
      </dgm:t>
    </dgm:pt>
    <dgm:pt modelId="{FC4870C0-07E1-4349-A8EC-E3204BCE41B2}" type="parTrans" cxnId="{EC925705-8C15-4FA7-B130-203626DEA35B}">
      <dgm:prSet/>
      <dgm:spPr/>
      <dgm:t>
        <a:bodyPr/>
        <a:lstStyle/>
        <a:p>
          <a:endParaRPr lang="tr-TR"/>
        </a:p>
      </dgm:t>
    </dgm:pt>
    <dgm:pt modelId="{90B0A184-62DC-44C8-A8CD-C7B368104DAC}" type="sibTrans" cxnId="{EC925705-8C15-4FA7-B130-203626DEA35B}">
      <dgm:prSet/>
      <dgm:spPr/>
      <dgm:t>
        <a:bodyPr/>
        <a:lstStyle/>
        <a:p>
          <a:endParaRPr lang="tr-TR"/>
        </a:p>
      </dgm:t>
    </dgm:pt>
    <dgm:pt modelId="{F88EEF5A-2E68-4018-BB9D-011BE1A97BBF}">
      <dgm:prSet/>
      <dgm:spPr/>
      <dgm:t>
        <a:bodyPr/>
        <a:lstStyle/>
        <a:p>
          <a:pPr>
            <a:lnSpc>
              <a:spcPct val="100000"/>
            </a:lnSpc>
          </a:pPr>
          <a:r>
            <a:rPr lang="en-US" dirty="0"/>
            <a:t>transmission over </a:t>
          </a:r>
          <a:r>
            <a:rPr lang="en-US"/>
            <a:t>the</a:t>
          </a:r>
          <a:r>
            <a:rPr lang="tr-TR"/>
            <a:t> </a:t>
          </a:r>
          <a:r>
            <a:rPr lang="en-US"/>
            <a:t>network </a:t>
          </a:r>
          <a:endParaRPr lang="en-US" dirty="0"/>
        </a:p>
      </dgm:t>
    </dgm:pt>
    <dgm:pt modelId="{C4EB0251-C77E-47C4-99B6-A7CF7991C132}" type="parTrans" cxnId="{F909FA20-9BC3-4225-9090-15C91B4C47E6}">
      <dgm:prSet/>
      <dgm:spPr/>
      <dgm:t>
        <a:bodyPr/>
        <a:lstStyle/>
        <a:p>
          <a:endParaRPr lang="tr-TR"/>
        </a:p>
      </dgm:t>
    </dgm:pt>
    <dgm:pt modelId="{F04273D2-69DD-40DE-ADBF-19B13ED0C377}" type="sibTrans" cxnId="{F909FA20-9BC3-4225-9090-15C91B4C47E6}">
      <dgm:prSet/>
      <dgm:spPr/>
      <dgm:t>
        <a:bodyPr/>
        <a:lstStyle/>
        <a:p>
          <a:endParaRPr lang="tr-TR"/>
        </a:p>
      </dgm:t>
    </dgm:pt>
    <dgm:pt modelId="{64912998-FF7F-4511-BABC-929AB294F0C6}">
      <dgm:prSet/>
      <dgm:spPr/>
      <dgm:t>
        <a:bodyPr/>
        <a:lstStyle/>
        <a:p>
          <a:pPr>
            <a:lnSpc>
              <a:spcPct val="100000"/>
            </a:lnSpc>
          </a:pPr>
          <a:r>
            <a:rPr lang="en-US" dirty="0"/>
            <a:t>have built-in functions </a:t>
          </a:r>
        </a:p>
      </dgm:t>
    </dgm:pt>
    <dgm:pt modelId="{03AA38A4-BD85-444A-9399-5C34837A0B61}" type="parTrans" cxnId="{1E061943-8E12-40F2-8F66-4D272F8579B1}">
      <dgm:prSet/>
      <dgm:spPr/>
      <dgm:t>
        <a:bodyPr/>
        <a:lstStyle/>
        <a:p>
          <a:endParaRPr lang="tr-TR"/>
        </a:p>
      </dgm:t>
    </dgm:pt>
    <dgm:pt modelId="{24232CC3-2412-4AA5-861C-9AA18F3A2C34}" type="sibTrans" cxnId="{1E061943-8E12-40F2-8F66-4D272F8579B1}">
      <dgm:prSet/>
      <dgm:spPr/>
      <dgm:t>
        <a:bodyPr/>
        <a:lstStyle/>
        <a:p>
          <a:endParaRPr lang="tr-TR"/>
        </a:p>
      </dgm:t>
    </dgm:pt>
    <dgm:pt modelId="{FA2BC329-99AA-4243-8C3E-7B68875A988E}" type="pres">
      <dgm:prSet presAssocID="{4C219F0B-9FC5-4E7E-A20C-59DE808C29E7}" presName="root" presStyleCnt="0">
        <dgm:presLayoutVars>
          <dgm:dir/>
          <dgm:resizeHandles val="exact"/>
        </dgm:presLayoutVars>
      </dgm:prSet>
      <dgm:spPr/>
    </dgm:pt>
    <dgm:pt modelId="{D958B961-C2C2-4994-87CD-3E370B2BF905}" type="pres">
      <dgm:prSet presAssocID="{3DD772E2-D3D9-4673-93DF-B7EA478E3678}" presName="compNode" presStyleCnt="0"/>
      <dgm:spPr/>
    </dgm:pt>
    <dgm:pt modelId="{EB1F1989-E9F1-4108-8857-8C5C4A55CFAC}" type="pres">
      <dgm:prSet presAssocID="{3DD772E2-D3D9-4673-93DF-B7EA478E3678}" presName="iconRect" presStyleLbl="node1" presStyleIdx="0" presStyleCnt="4"/>
      <dgm:spPr>
        <a:blipFill>
          <a:blip xmlns:r="http://schemas.openxmlformats.org/officeDocument/2006/relationships" r:embed="rId1" cstate="email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2"/>
              </a:ext>
            </a:extLst>
          </a:blip>
          <a:stretch>
            <a:fillRect/>
          </a:stretch>
        </a:blipFill>
        <a:ln>
          <a:noFill/>
        </a:ln>
      </dgm:spPr>
      <dgm:extLst>
        <a:ext uri="{E40237B7-FDA0-4F09-8148-C483321AD2D9}">
          <dgm14:cNvPr xmlns:dgm14="http://schemas.microsoft.com/office/drawing/2010/diagram" id="0" name="" descr="Database"/>
        </a:ext>
      </dgm:extLst>
    </dgm:pt>
    <dgm:pt modelId="{86FCDDC2-2345-4962-93CA-30DB2FA37EAB}" type="pres">
      <dgm:prSet presAssocID="{3DD772E2-D3D9-4673-93DF-B7EA478E3678}" presName="iconSpace" presStyleCnt="0"/>
      <dgm:spPr/>
    </dgm:pt>
    <dgm:pt modelId="{6CE1D601-7EDF-4A5F-9627-14462BEC809A}" type="pres">
      <dgm:prSet presAssocID="{3DD772E2-D3D9-4673-93DF-B7EA478E3678}" presName="parTx" presStyleLbl="revTx" presStyleIdx="0" presStyleCnt="8">
        <dgm:presLayoutVars>
          <dgm:chMax val="0"/>
          <dgm:chPref val="0"/>
        </dgm:presLayoutVars>
      </dgm:prSet>
      <dgm:spPr/>
    </dgm:pt>
    <dgm:pt modelId="{5A0D93E3-69D0-4F2F-9314-210741FE7FC3}" type="pres">
      <dgm:prSet presAssocID="{3DD772E2-D3D9-4673-93DF-B7EA478E3678}" presName="txSpace" presStyleCnt="0"/>
      <dgm:spPr/>
    </dgm:pt>
    <dgm:pt modelId="{56D6B185-3357-43C3-8A5A-CFF135DED988}" type="pres">
      <dgm:prSet presAssocID="{3DD772E2-D3D9-4673-93DF-B7EA478E3678}" presName="desTx" presStyleLbl="revTx" presStyleIdx="1" presStyleCnt="8">
        <dgm:presLayoutVars/>
      </dgm:prSet>
      <dgm:spPr/>
    </dgm:pt>
    <dgm:pt modelId="{BFF93C7C-8986-41B4-AA6B-DD0FF968BF88}" type="pres">
      <dgm:prSet presAssocID="{140BE401-6E2F-4941-9964-BECA15DFA6F9}" presName="sibTrans" presStyleCnt="0"/>
      <dgm:spPr/>
    </dgm:pt>
    <dgm:pt modelId="{28A8D5A8-B51F-4638-9CCD-BD6641AB7573}" type="pres">
      <dgm:prSet presAssocID="{B6E9ED79-5265-4389-B3A0-D0331DB5F893}" presName="compNode" presStyleCnt="0"/>
      <dgm:spPr/>
    </dgm:pt>
    <dgm:pt modelId="{2794BBB2-F34B-410B-A5A8-C34265EE75A0}" type="pres">
      <dgm:prSet presAssocID="{B6E9ED79-5265-4389-B3A0-D0331DB5F893}" presName="iconRect" presStyleLbl="node1" presStyleIdx="1" presStyleCnt="4"/>
      <dgm:spPr>
        <a:blipFill>
          <a:blip xmlns:r="http://schemas.openxmlformats.org/officeDocument/2006/relationships" r:embed="rId3" cstate="email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4"/>
              </a:ext>
            </a:extLst>
          </a:blip>
          <a:stretch>
            <a:fillRect/>
          </a:stretch>
        </a:blipFill>
        <a:ln>
          <a:noFill/>
        </a:ln>
      </dgm:spPr>
      <dgm:extLst>
        <a:ext uri="{E40237B7-FDA0-4F09-8148-C483321AD2D9}">
          <dgm14:cNvPr xmlns:dgm14="http://schemas.microsoft.com/office/drawing/2010/diagram" id="0" name="" descr="Processor"/>
        </a:ext>
      </dgm:extLst>
    </dgm:pt>
    <dgm:pt modelId="{7C2462C4-A4E7-441D-8C0E-30FFBF5C3B1F}" type="pres">
      <dgm:prSet presAssocID="{B6E9ED79-5265-4389-B3A0-D0331DB5F893}" presName="iconSpace" presStyleCnt="0"/>
      <dgm:spPr/>
    </dgm:pt>
    <dgm:pt modelId="{7FBA698C-50EE-48F0-AB4C-0706FC455D1B}" type="pres">
      <dgm:prSet presAssocID="{B6E9ED79-5265-4389-B3A0-D0331DB5F893}" presName="parTx" presStyleLbl="revTx" presStyleIdx="2" presStyleCnt="8">
        <dgm:presLayoutVars>
          <dgm:chMax val="0"/>
          <dgm:chPref val="0"/>
        </dgm:presLayoutVars>
      </dgm:prSet>
      <dgm:spPr/>
    </dgm:pt>
    <dgm:pt modelId="{BA051683-A018-47AD-AB79-E7D5E92E5C8C}" type="pres">
      <dgm:prSet presAssocID="{B6E9ED79-5265-4389-B3A0-D0331DB5F893}" presName="txSpace" presStyleCnt="0"/>
      <dgm:spPr/>
    </dgm:pt>
    <dgm:pt modelId="{DE6C56DF-D94C-4397-A9E6-1A8E981B98DD}" type="pres">
      <dgm:prSet presAssocID="{B6E9ED79-5265-4389-B3A0-D0331DB5F893}" presName="desTx" presStyleLbl="revTx" presStyleIdx="3" presStyleCnt="8">
        <dgm:presLayoutVars/>
      </dgm:prSet>
      <dgm:spPr/>
    </dgm:pt>
    <dgm:pt modelId="{39D3678F-9C16-408F-92AB-B2A9FEF1A4CF}" type="pres">
      <dgm:prSet presAssocID="{56D81879-211F-45EB-A039-E06C93C022E7}" presName="sibTrans" presStyleCnt="0"/>
      <dgm:spPr/>
    </dgm:pt>
    <dgm:pt modelId="{F1BF6961-C397-45D9-8506-43018595571B}" type="pres">
      <dgm:prSet presAssocID="{5DBB7C60-3BEA-457A-A147-CB70EB4A0DAE}" presName="compNode" presStyleCnt="0"/>
      <dgm:spPr/>
    </dgm:pt>
    <dgm:pt modelId="{DF6897F6-BEC9-448B-867A-B49047D9EF39}" type="pres">
      <dgm:prSet presAssocID="{5DBB7C60-3BEA-457A-A147-CB70EB4A0DAE}" presName="iconRect" presStyleLbl="node1" presStyleIdx="2" presStyleCnt="4"/>
      <dgm:spPr>
        <a:blipFill rotWithShape="1">
          <a:blip xmlns:r="http://schemas.openxmlformats.org/officeDocument/2006/relationships" r:embed="rId5" cstate="email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6"/>
              </a:ext>
            </a:extLst>
          </a:blip>
          <a:srcRect/>
          <a:stretch>
            <a:fillRect/>
          </a:stretch>
        </a:blipFill>
      </dgm:spPr>
    </dgm:pt>
    <dgm:pt modelId="{129C2D60-04BC-4765-B901-18213141B3AA}" type="pres">
      <dgm:prSet presAssocID="{5DBB7C60-3BEA-457A-A147-CB70EB4A0DAE}" presName="iconSpace" presStyleCnt="0"/>
      <dgm:spPr/>
    </dgm:pt>
    <dgm:pt modelId="{BAFB96ED-BC3C-4343-AD4B-EAE6C97C11B9}" type="pres">
      <dgm:prSet presAssocID="{5DBB7C60-3BEA-457A-A147-CB70EB4A0DAE}" presName="parTx" presStyleLbl="revTx" presStyleIdx="4" presStyleCnt="8">
        <dgm:presLayoutVars>
          <dgm:chMax val="0"/>
          <dgm:chPref val="0"/>
        </dgm:presLayoutVars>
      </dgm:prSet>
      <dgm:spPr/>
    </dgm:pt>
    <dgm:pt modelId="{482BBA2C-AE19-4EA6-9080-8082E6B7A1AD}" type="pres">
      <dgm:prSet presAssocID="{5DBB7C60-3BEA-457A-A147-CB70EB4A0DAE}" presName="txSpace" presStyleCnt="0"/>
      <dgm:spPr/>
    </dgm:pt>
    <dgm:pt modelId="{95C7022C-30B1-42F3-978F-885F398B2C37}" type="pres">
      <dgm:prSet presAssocID="{5DBB7C60-3BEA-457A-A147-CB70EB4A0DAE}" presName="desTx" presStyleLbl="revTx" presStyleIdx="5" presStyleCnt="8">
        <dgm:presLayoutVars/>
      </dgm:prSet>
      <dgm:spPr/>
    </dgm:pt>
    <dgm:pt modelId="{02B2F4C8-7776-4762-8778-5357DAE5A522}" type="pres">
      <dgm:prSet presAssocID="{C05AFF3F-DD48-4E89-A34E-9E657E6A32F5}" presName="sibTrans" presStyleCnt="0"/>
      <dgm:spPr/>
    </dgm:pt>
    <dgm:pt modelId="{9205316E-DA2F-414F-83B6-DF6B30A15470}" type="pres">
      <dgm:prSet presAssocID="{2AB97F73-7B74-4F37-BC99-36D41F70F552}" presName="compNode" presStyleCnt="0"/>
      <dgm:spPr/>
    </dgm:pt>
    <dgm:pt modelId="{F6CDBF7C-FDB6-4411-B29E-1AA6E0FDF466}" type="pres">
      <dgm:prSet presAssocID="{2AB97F73-7B74-4F37-BC99-36D41F70F552}" presName="iconRect" presStyleLbl="node1" presStyleIdx="3" presStyleCnt="4"/>
      <dgm:spPr>
        <a:blipFill>
          <a:blip xmlns:r="http://schemas.openxmlformats.org/officeDocument/2006/relationships" r:embed="rId7" cstate="email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8"/>
              </a:ext>
            </a:extLst>
          </a:blip>
          <a:stretch>
            <a:fillRect/>
          </a:stretch>
        </a:blipFill>
        <a:ln>
          <a:noFill/>
        </a:ln>
      </dgm:spPr>
      <dgm:extLst>
        <a:ext uri="{E40237B7-FDA0-4F09-8148-C483321AD2D9}">
          <dgm14:cNvPr xmlns:dgm14="http://schemas.microsoft.com/office/drawing/2010/diagram" id="0" name="" descr="Bitcoin"/>
        </a:ext>
      </dgm:extLst>
    </dgm:pt>
    <dgm:pt modelId="{6BF0D3C1-9C92-451D-8418-61F3031F2064}" type="pres">
      <dgm:prSet presAssocID="{2AB97F73-7B74-4F37-BC99-36D41F70F552}" presName="iconSpace" presStyleCnt="0"/>
      <dgm:spPr/>
    </dgm:pt>
    <dgm:pt modelId="{B110DF9E-5A30-4B52-9839-695A29D9833C}" type="pres">
      <dgm:prSet presAssocID="{2AB97F73-7B74-4F37-BC99-36D41F70F552}" presName="parTx" presStyleLbl="revTx" presStyleIdx="6" presStyleCnt="8">
        <dgm:presLayoutVars>
          <dgm:chMax val="0"/>
          <dgm:chPref val="0"/>
        </dgm:presLayoutVars>
      </dgm:prSet>
      <dgm:spPr/>
    </dgm:pt>
    <dgm:pt modelId="{A6F1897C-669B-4971-879C-B5D70357B56F}" type="pres">
      <dgm:prSet presAssocID="{2AB97F73-7B74-4F37-BC99-36D41F70F552}" presName="txSpace" presStyleCnt="0"/>
      <dgm:spPr/>
    </dgm:pt>
    <dgm:pt modelId="{C0537BD2-6766-4DA3-9AAF-96AEE1103E8E}" type="pres">
      <dgm:prSet presAssocID="{2AB97F73-7B74-4F37-BC99-36D41F70F552}" presName="desTx" presStyleLbl="revTx" presStyleIdx="7" presStyleCnt="8">
        <dgm:presLayoutVars/>
      </dgm:prSet>
      <dgm:spPr/>
    </dgm:pt>
  </dgm:ptLst>
  <dgm:cxnLst>
    <dgm:cxn modelId="{EC925705-8C15-4FA7-B130-203626DEA35B}" srcId="{B6E9ED79-5265-4389-B3A0-D0331DB5F893}" destId="{06658289-E822-437E-ADC9-6549A7078CFA}" srcOrd="1" destOrd="0" parTransId="{FC4870C0-07E1-4349-A8EC-E3204BCE41B2}" sibTransId="{90B0A184-62DC-44C8-A8CD-C7B368104DAC}"/>
    <dgm:cxn modelId="{9C0AB30F-1193-4866-8F1F-F457E2A3D600}" srcId="{3DD772E2-D3D9-4673-93DF-B7EA478E3678}" destId="{22FBC379-80A9-45EE-AFB4-ED66C6955ADC}" srcOrd="1" destOrd="0" parTransId="{873B9735-7988-4F7C-87DA-B60E6C91B624}" sibTransId="{8A18AA6B-91D4-4C4F-A9A8-CDA967C68FD2}"/>
    <dgm:cxn modelId="{F909FA20-9BC3-4225-9090-15C91B4C47E6}" srcId="{5DBB7C60-3BEA-457A-A147-CB70EB4A0DAE}" destId="{F88EEF5A-2E68-4018-BB9D-011BE1A97BBF}" srcOrd="0" destOrd="0" parTransId="{C4EB0251-C77E-47C4-99B6-A7CF7991C132}" sibTransId="{F04273D2-69DD-40DE-ADBF-19B13ED0C377}"/>
    <dgm:cxn modelId="{BCF50935-FFD7-4FB0-8A8C-416547506877}" type="presOf" srcId="{64912998-FF7F-4511-BABC-929AB294F0C6}" destId="{C0537BD2-6766-4DA3-9AAF-96AEE1103E8E}" srcOrd="0" destOrd="0" presId="urn:microsoft.com/office/officeart/2018/5/layout/CenteredIconLabelDescriptionList"/>
    <dgm:cxn modelId="{7166613A-61E3-4CF8-9108-C884BA34E87E}" srcId="{4C219F0B-9FC5-4E7E-A20C-59DE808C29E7}" destId="{B6E9ED79-5265-4389-B3A0-D0331DB5F893}" srcOrd="1" destOrd="0" parTransId="{9804D853-B52F-4111-ACCF-347569A018FF}" sibTransId="{56D81879-211F-45EB-A039-E06C93C022E7}"/>
    <dgm:cxn modelId="{7A3D2A3F-C6D7-4D09-8DC8-55CF3AE3B479}" type="presOf" srcId="{4C219F0B-9FC5-4E7E-A20C-59DE808C29E7}" destId="{FA2BC329-99AA-4243-8C3E-7B68875A988E}" srcOrd="0" destOrd="0" presId="urn:microsoft.com/office/officeart/2018/5/layout/CenteredIconLabelDescriptionList"/>
    <dgm:cxn modelId="{1E061943-8E12-40F2-8F66-4D272F8579B1}" srcId="{2AB97F73-7B74-4F37-BC99-36D41F70F552}" destId="{64912998-FF7F-4511-BABC-929AB294F0C6}" srcOrd="0" destOrd="0" parTransId="{03AA38A4-BD85-444A-9399-5C34837A0B61}" sibTransId="{24232CC3-2412-4AA5-861C-9AA18F3A2C34}"/>
    <dgm:cxn modelId="{A3D0AE44-7303-4087-A64A-38277719C8D5}" srcId="{B6E9ED79-5265-4389-B3A0-D0331DB5F893}" destId="{3F296439-61BB-4DDB-8B4A-5DF9CE749E93}" srcOrd="0" destOrd="0" parTransId="{A1E7F72A-0487-40DB-AD29-6666E271BC93}" sibTransId="{820BBA02-6537-4CC4-9F48-F7EECD7B3567}"/>
    <dgm:cxn modelId="{E3491946-610B-4D0A-89AD-57510E6733F0}" srcId="{3DD772E2-D3D9-4673-93DF-B7EA478E3678}" destId="{69EE097B-B23E-4A60-8739-E92435F3CAF0}" srcOrd="0" destOrd="0" parTransId="{8E7766EE-0D32-464B-80C0-1285A0D970DA}" sibTransId="{8F625BFE-B09B-4CB7-A946-5A5BA4836BBE}"/>
    <dgm:cxn modelId="{AE25EB66-0535-4BDD-9E99-D10736147154}" srcId="{4C219F0B-9FC5-4E7E-A20C-59DE808C29E7}" destId="{2AB97F73-7B74-4F37-BC99-36D41F70F552}" srcOrd="3" destOrd="0" parTransId="{4847BA09-2F58-43F8-ABD4-D9FDD8F5383A}" sibTransId="{A4A65588-9BB7-4098-A70D-C5EE37BC7860}"/>
    <dgm:cxn modelId="{8DA1DC6B-7C33-402F-95C0-F9B11DE2FD17}" srcId="{4C219F0B-9FC5-4E7E-A20C-59DE808C29E7}" destId="{5DBB7C60-3BEA-457A-A147-CB70EB4A0DAE}" srcOrd="2" destOrd="0" parTransId="{D6AC2198-6DD3-40D3-9B4E-E2A2321E3E91}" sibTransId="{C05AFF3F-DD48-4E89-A34E-9E657E6A32F5}"/>
    <dgm:cxn modelId="{172DAB4C-8185-452A-96F8-40CAA039DCB8}" type="presOf" srcId="{D33D2666-2A73-4985-A951-E17A871AD5C8}" destId="{C0537BD2-6766-4DA3-9AAF-96AEE1103E8E}" srcOrd="0" destOrd="1" presId="urn:microsoft.com/office/officeart/2018/5/layout/CenteredIconLabelDescriptionList"/>
    <dgm:cxn modelId="{951F126D-DD93-4152-9952-53E67773A444}" srcId="{4C219F0B-9FC5-4E7E-A20C-59DE808C29E7}" destId="{3DD772E2-D3D9-4673-93DF-B7EA478E3678}" srcOrd="0" destOrd="0" parTransId="{175A2E01-0AF7-4B7B-A533-237995C39DD2}" sibTransId="{140BE401-6E2F-4941-9964-BECA15DFA6F9}"/>
    <dgm:cxn modelId="{CBE1756D-1285-4877-ADCA-0B660D7E3BFB}" type="presOf" srcId="{B3F4FCA2-69CD-4084-A25B-5EF06D7D43F1}" destId="{56D6B185-3357-43C3-8A5A-CFF135DED988}" srcOrd="0" destOrd="2" presId="urn:microsoft.com/office/officeart/2018/5/layout/CenteredIconLabelDescriptionList"/>
    <dgm:cxn modelId="{9FAFAC88-54D0-4A6F-AF5D-901CA28FFF4A}" srcId="{3DD772E2-D3D9-4673-93DF-B7EA478E3678}" destId="{B3F4FCA2-69CD-4084-A25B-5EF06D7D43F1}" srcOrd="2" destOrd="0" parTransId="{3FDB6FCD-A5D6-4EF3-A5A4-56CFB7512595}" sibTransId="{73924F9C-15F7-40DB-87DB-FA9CBA03F3A7}"/>
    <dgm:cxn modelId="{37F6BA8A-B576-474C-9912-C7A0299BBA4A}" type="presOf" srcId="{69EE097B-B23E-4A60-8739-E92435F3CAF0}" destId="{56D6B185-3357-43C3-8A5A-CFF135DED988}" srcOrd="0" destOrd="0" presId="urn:microsoft.com/office/officeart/2018/5/layout/CenteredIconLabelDescriptionList"/>
    <dgm:cxn modelId="{E2888998-BFE4-46D9-8151-B695B94B1320}" type="presOf" srcId="{06658289-E822-437E-ADC9-6549A7078CFA}" destId="{DE6C56DF-D94C-4397-A9E6-1A8E981B98DD}" srcOrd="0" destOrd="1" presId="urn:microsoft.com/office/officeart/2018/5/layout/CenteredIconLabelDescriptionList"/>
    <dgm:cxn modelId="{8C92D4B1-29B8-4A1A-BAFD-438018391DB6}" type="presOf" srcId="{B6E9ED79-5265-4389-B3A0-D0331DB5F893}" destId="{7FBA698C-50EE-48F0-AB4C-0706FC455D1B}" srcOrd="0" destOrd="0" presId="urn:microsoft.com/office/officeart/2018/5/layout/CenteredIconLabelDescriptionList"/>
    <dgm:cxn modelId="{50425DB7-B2B5-47BF-95D6-E76B26675D58}" type="presOf" srcId="{5DBB7C60-3BEA-457A-A147-CB70EB4A0DAE}" destId="{BAFB96ED-BC3C-4343-AD4B-EAE6C97C11B9}" srcOrd="0" destOrd="0" presId="urn:microsoft.com/office/officeart/2018/5/layout/CenteredIconLabelDescriptionList"/>
    <dgm:cxn modelId="{7A6603BA-F8DD-47EF-9936-0F0DEAAB5303}" srcId="{2AB97F73-7B74-4F37-BC99-36D41F70F552}" destId="{D33D2666-2A73-4985-A951-E17A871AD5C8}" srcOrd="1" destOrd="0" parTransId="{8786879E-4C02-49FB-BEE2-DF8E4A7D483A}" sibTransId="{452B5613-8A5C-40DC-867C-3D02E9BE5F61}"/>
    <dgm:cxn modelId="{8510D5C4-A374-4084-AD19-CE4FEBCF19B9}" type="presOf" srcId="{3F296439-61BB-4DDB-8B4A-5DF9CE749E93}" destId="{DE6C56DF-D94C-4397-A9E6-1A8E981B98DD}" srcOrd="0" destOrd="0" presId="urn:microsoft.com/office/officeart/2018/5/layout/CenteredIconLabelDescriptionList"/>
    <dgm:cxn modelId="{A427FEC8-5DAB-454E-B1F8-CB291D50E632}" type="presOf" srcId="{F88EEF5A-2E68-4018-BB9D-011BE1A97BBF}" destId="{95C7022C-30B1-42F3-978F-885F398B2C37}" srcOrd="0" destOrd="0" presId="urn:microsoft.com/office/officeart/2018/5/layout/CenteredIconLabelDescriptionList"/>
    <dgm:cxn modelId="{019BADD7-6314-4421-9EE2-FB2D6BEF60CF}" type="presOf" srcId="{3DD772E2-D3D9-4673-93DF-B7EA478E3678}" destId="{6CE1D601-7EDF-4A5F-9627-14462BEC809A}" srcOrd="0" destOrd="0" presId="urn:microsoft.com/office/officeart/2018/5/layout/CenteredIconLabelDescriptionList"/>
    <dgm:cxn modelId="{83379BDE-A8DD-4EF2-B4D1-8DF3DB6EBADA}" type="presOf" srcId="{22FBC379-80A9-45EE-AFB4-ED66C6955ADC}" destId="{56D6B185-3357-43C3-8A5A-CFF135DED988}" srcOrd="0" destOrd="1" presId="urn:microsoft.com/office/officeart/2018/5/layout/CenteredIconLabelDescriptionList"/>
    <dgm:cxn modelId="{D2E410DF-1A82-45D8-AAA1-FC6CCC4E55D7}" type="presOf" srcId="{2AB97F73-7B74-4F37-BC99-36D41F70F552}" destId="{B110DF9E-5A30-4B52-9839-695A29D9833C}" srcOrd="0" destOrd="0" presId="urn:microsoft.com/office/officeart/2018/5/layout/CenteredIconLabelDescriptionList"/>
    <dgm:cxn modelId="{BBF579B9-8E1F-4658-B812-F8F0B1B2142F}" type="presParOf" srcId="{FA2BC329-99AA-4243-8C3E-7B68875A988E}" destId="{D958B961-C2C2-4994-87CD-3E370B2BF905}" srcOrd="0" destOrd="0" presId="urn:microsoft.com/office/officeart/2018/5/layout/CenteredIconLabelDescriptionList"/>
    <dgm:cxn modelId="{343FF3B4-832F-46F9-8177-EF16AD9C253B}" type="presParOf" srcId="{D958B961-C2C2-4994-87CD-3E370B2BF905}" destId="{EB1F1989-E9F1-4108-8857-8C5C4A55CFAC}" srcOrd="0" destOrd="0" presId="urn:microsoft.com/office/officeart/2018/5/layout/CenteredIconLabelDescriptionList"/>
    <dgm:cxn modelId="{4C3A1369-B359-4BDE-8057-D35E07584087}" type="presParOf" srcId="{D958B961-C2C2-4994-87CD-3E370B2BF905}" destId="{86FCDDC2-2345-4962-93CA-30DB2FA37EAB}" srcOrd="1" destOrd="0" presId="urn:microsoft.com/office/officeart/2018/5/layout/CenteredIconLabelDescriptionList"/>
    <dgm:cxn modelId="{198B285E-4DCE-4B71-89F2-E9B564AE1C6B}" type="presParOf" srcId="{D958B961-C2C2-4994-87CD-3E370B2BF905}" destId="{6CE1D601-7EDF-4A5F-9627-14462BEC809A}" srcOrd="2" destOrd="0" presId="urn:microsoft.com/office/officeart/2018/5/layout/CenteredIconLabelDescriptionList"/>
    <dgm:cxn modelId="{B6D6B65B-9AB9-4F3A-AD94-25BF4316B538}" type="presParOf" srcId="{D958B961-C2C2-4994-87CD-3E370B2BF905}" destId="{5A0D93E3-69D0-4F2F-9314-210741FE7FC3}" srcOrd="3" destOrd="0" presId="urn:microsoft.com/office/officeart/2018/5/layout/CenteredIconLabelDescriptionList"/>
    <dgm:cxn modelId="{1C1F412F-BF3D-4EA1-A640-A6953A7222BF}" type="presParOf" srcId="{D958B961-C2C2-4994-87CD-3E370B2BF905}" destId="{56D6B185-3357-43C3-8A5A-CFF135DED988}" srcOrd="4" destOrd="0" presId="urn:microsoft.com/office/officeart/2018/5/layout/CenteredIconLabelDescriptionList"/>
    <dgm:cxn modelId="{25AC560A-8CF0-4B6D-A203-DBCFD53BB4E7}" type="presParOf" srcId="{FA2BC329-99AA-4243-8C3E-7B68875A988E}" destId="{BFF93C7C-8986-41B4-AA6B-DD0FF968BF88}" srcOrd="1" destOrd="0" presId="urn:microsoft.com/office/officeart/2018/5/layout/CenteredIconLabelDescriptionList"/>
    <dgm:cxn modelId="{A63C0B96-3AD4-419D-9379-80E4F0F91732}" type="presParOf" srcId="{FA2BC329-99AA-4243-8C3E-7B68875A988E}" destId="{28A8D5A8-B51F-4638-9CCD-BD6641AB7573}" srcOrd="2" destOrd="0" presId="urn:microsoft.com/office/officeart/2018/5/layout/CenteredIconLabelDescriptionList"/>
    <dgm:cxn modelId="{CFE40E18-8119-4988-B65B-363FA6155BE4}" type="presParOf" srcId="{28A8D5A8-B51F-4638-9CCD-BD6641AB7573}" destId="{2794BBB2-F34B-410B-A5A8-C34265EE75A0}" srcOrd="0" destOrd="0" presId="urn:microsoft.com/office/officeart/2018/5/layout/CenteredIconLabelDescriptionList"/>
    <dgm:cxn modelId="{13F85CEC-085B-4A73-9B33-BF067C098B84}" type="presParOf" srcId="{28A8D5A8-B51F-4638-9CCD-BD6641AB7573}" destId="{7C2462C4-A4E7-441D-8C0E-30FFBF5C3B1F}" srcOrd="1" destOrd="0" presId="urn:microsoft.com/office/officeart/2018/5/layout/CenteredIconLabelDescriptionList"/>
    <dgm:cxn modelId="{53765DFF-EA34-45DF-AE25-32FD9FC19896}" type="presParOf" srcId="{28A8D5A8-B51F-4638-9CCD-BD6641AB7573}" destId="{7FBA698C-50EE-48F0-AB4C-0706FC455D1B}" srcOrd="2" destOrd="0" presId="urn:microsoft.com/office/officeart/2018/5/layout/CenteredIconLabelDescriptionList"/>
    <dgm:cxn modelId="{FA269551-E250-47F1-BB28-09593F3DBA0D}" type="presParOf" srcId="{28A8D5A8-B51F-4638-9CCD-BD6641AB7573}" destId="{BA051683-A018-47AD-AB79-E7D5E92E5C8C}" srcOrd="3" destOrd="0" presId="urn:microsoft.com/office/officeart/2018/5/layout/CenteredIconLabelDescriptionList"/>
    <dgm:cxn modelId="{F5D50BD7-0BF1-4AAF-9E1B-3C97E52BA515}" type="presParOf" srcId="{28A8D5A8-B51F-4638-9CCD-BD6641AB7573}" destId="{DE6C56DF-D94C-4397-A9E6-1A8E981B98DD}" srcOrd="4" destOrd="0" presId="urn:microsoft.com/office/officeart/2018/5/layout/CenteredIconLabelDescriptionList"/>
    <dgm:cxn modelId="{0ED0E00E-0828-4446-A78A-BBEFF05BD0D1}" type="presParOf" srcId="{FA2BC329-99AA-4243-8C3E-7B68875A988E}" destId="{39D3678F-9C16-408F-92AB-B2A9FEF1A4CF}" srcOrd="3" destOrd="0" presId="urn:microsoft.com/office/officeart/2018/5/layout/CenteredIconLabelDescriptionList"/>
    <dgm:cxn modelId="{2250098D-7057-4826-AF8F-073D74C11788}" type="presParOf" srcId="{FA2BC329-99AA-4243-8C3E-7B68875A988E}" destId="{F1BF6961-C397-45D9-8506-43018595571B}" srcOrd="4" destOrd="0" presId="urn:microsoft.com/office/officeart/2018/5/layout/CenteredIconLabelDescriptionList"/>
    <dgm:cxn modelId="{05478F80-4C58-4839-BE29-4CE4034E80E5}" type="presParOf" srcId="{F1BF6961-C397-45D9-8506-43018595571B}" destId="{DF6897F6-BEC9-448B-867A-B49047D9EF39}" srcOrd="0" destOrd="0" presId="urn:microsoft.com/office/officeart/2018/5/layout/CenteredIconLabelDescriptionList"/>
    <dgm:cxn modelId="{56A38575-92BC-420F-9744-95A761AA61A9}" type="presParOf" srcId="{F1BF6961-C397-45D9-8506-43018595571B}" destId="{129C2D60-04BC-4765-B901-18213141B3AA}" srcOrd="1" destOrd="0" presId="urn:microsoft.com/office/officeart/2018/5/layout/CenteredIconLabelDescriptionList"/>
    <dgm:cxn modelId="{1677FCE4-4D02-485C-A7EB-F31F0C980FD5}" type="presParOf" srcId="{F1BF6961-C397-45D9-8506-43018595571B}" destId="{BAFB96ED-BC3C-4343-AD4B-EAE6C97C11B9}" srcOrd="2" destOrd="0" presId="urn:microsoft.com/office/officeart/2018/5/layout/CenteredIconLabelDescriptionList"/>
    <dgm:cxn modelId="{961AC020-507C-4ED6-AA4F-0904A5118B74}" type="presParOf" srcId="{F1BF6961-C397-45D9-8506-43018595571B}" destId="{482BBA2C-AE19-4EA6-9080-8082E6B7A1AD}" srcOrd="3" destOrd="0" presId="urn:microsoft.com/office/officeart/2018/5/layout/CenteredIconLabelDescriptionList"/>
    <dgm:cxn modelId="{5EDF009F-F32A-489B-AFBB-674104B3FE6A}" type="presParOf" srcId="{F1BF6961-C397-45D9-8506-43018595571B}" destId="{95C7022C-30B1-42F3-978F-885F398B2C37}" srcOrd="4" destOrd="0" presId="urn:microsoft.com/office/officeart/2018/5/layout/CenteredIconLabelDescriptionList"/>
    <dgm:cxn modelId="{1DAABDAA-F593-42B5-A0C6-43295546B824}" type="presParOf" srcId="{FA2BC329-99AA-4243-8C3E-7B68875A988E}" destId="{02B2F4C8-7776-4762-8778-5357DAE5A522}" srcOrd="5" destOrd="0" presId="urn:microsoft.com/office/officeart/2018/5/layout/CenteredIconLabelDescriptionList"/>
    <dgm:cxn modelId="{EC8EF183-00C1-4661-8CD7-5C806A8F6C67}" type="presParOf" srcId="{FA2BC329-99AA-4243-8C3E-7B68875A988E}" destId="{9205316E-DA2F-414F-83B6-DF6B30A15470}" srcOrd="6" destOrd="0" presId="urn:microsoft.com/office/officeart/2018/5/layout/CenteredIconLabelDescriptionList"/>
    <dgm:cxn modelId="{7297847F-D283-40CF-AD44-C4322F2967CE}" type="presParOf" srcId="{9205316E-DA2F-414F-83B6-DF6B30A15470}" destId="{F6CDBF7C-FDB6-4411-B29E-1AA6E0FDF466}" srcOrd="0" destOrd="0" presId="urn:microsoft.com/office/officeart/2018/5/layout/CenteredIconLabelDescriptionList"/>
    <dgm:cxn modelId="{538225D0-9B31-4594-982D-B5450BC7FA5D}" type="presParOf" srcId="{9205316E-DA2F-414F-83B6-DF6B30A15470}" destId="{6BF0D3C1-9C92-451D-8418-61F3031F2064}" srcOrd="1" destOrd="0" presId="urn:microsoft.com/office/officeart/2018/5/layout/CenteredIconLabelDescriptionList"/>
    <dgm:cxn modelId="{3BBD30EC-18F6-4D20-819D-1E60D93741D0}" type="presParOf" srcId="{9205316E-DA2F-414F-83B6-DF6B30A15470}" destId="{B110DF9E-5A30-4B52-9839-695A29D9833C}" srcOrd="2" destOrd="0" presId="urn:microsoft.com/office/officeart/2018/5/layout/CenteredIconLabelDescriptionList"/>
    <dgm:cxn modelId="{0F89E2A2-4808-42E1-AB80-C21DDF4501A0}" type="presParOf" srcId="{9205316E-DA2F-414F-83B6-DF6B30A15470}" destId="{A6F1897C-669B-4971-879C-B5D70357B56F}" srcOrd="3" destOrd="0" presId="urn:microsoft.com/office/officeart/2018/5/layout/CenteredIconLabelDescriptionList"/>
    <dgm:cxn modelId="{6095DD59-86D7-4B99-90A5-8B21B433B9A7}" type="presParOf" srcId="{9205316E-DA2F-414F-83B6-DF6B30A15470}" destId="{C0537BD2-6766-4DA3-9AAF-96AEE1103E8E}" srcOrd="4" destOrd="0" presId="urn:microsoft.com/office/officeart/2018/5/layout/CenteredIconLabelDescriptionList"/>
  </dgm:cxnLst>
  <dgm:bg/>
  <dgm:whole/>
  <dgm:extLst>
    <a:ext uri="http://schemas.microsoft.com/office/drawing/2008/diagram">
      <dsp:dataModelExt xmlns:dsp="http://schemas.microsoft.com/office/drawing/2008/diagram" relId="rId6" minVer="http://schemas.openxmlformats.org/drawingml/2006/diagram"/>
    </a:ext>
  </dgm:extLst>
</dgm:dataModel>
</file>

<file path=ppt/diagrams/data32.xml><?xml version="1.0" encoding="utf-8"?>
<dgm:dataModel xmlns:dgm="http://schemas.openxmlformats.org/drawingml/2006/diagram" xmlns:a="http://schemas.openxmlformats.org/drawingml/2006/main">
  <dgm:ptLst>
    <dgm:pt modelId="{1145AFE3-7701-4D7F-9373-0EC65FF6CD42}" type="doc">
      <dgm:prSet loTypeId="urn:microsoft.com/office/officeart/2005/8/layout/hList1" loCatId="list" qsTypeId="urn:microsoft.com/office/officeart/2005/8/quickstyle/simple1" qsCatId="simple" csTypeId="urn:microsoft.com/office/officeart/2005/8/colors/accent1_2" csCatId="accent1"/>
      <dgm:spPr/>
      <dgm:t>
        <a:bodyPr/>
        <a:lstStyle/>
        <a:p>
          <a:endParaRPr lang="en-US"/>
        </a:p>
      </dgm:t>
    </dgm:pt>
    <dgm:pt modelId="{A45E88C7-BCAB-4BA7-A889-85D7B2BA48A2}">
      <dgm:prSet/>
      <dgm:spPr/>
      <dgm:t>
        <a:bodyPr/>
        <a:lstStyle/>
        <a:p>
          <a:r>
            <a:rPr lang="en-US" dirty="0"/>
            <a:t>There are two outputs in the highlighted section, each serialized</a:t>
          </a:r>
        </a:p>
      </dgm:t>
    </dgm:pt>
    <dgm:pt modelId="{6AE6D1A3-7BB6-4AE3-BA53-D3C48E320F2F}" type="parTrans" cxnId="{3456160A-800F-4521-AF57-045637C9FA12}">
      <dgm:prSet/>
      <dgm:spPr/>
      <dgm:t>
        <a:bodyPr/>
        <a:lstStyle/>
        <a:p>
          <a:endParaRPr lang="en-US"/>
        </a:p>
      </dgm:t>
    </dgm:pt>
    <dgm:pt modelId="{13971577-7D96-4A66-BCB7-664E0ADE1574}" type="sibTrans" cxnId="{3456160A-800F-4521-AF57-045637C9FA12}">
      <dgm:prSet/>
      <dgm:spPr/>
      <dgm:t>
        <a:bodyPr/>
        <a:lstStyle/>
        <a:p>
          <a:endParaRPr lang="en-US"/>
        </a:p>
      </dgm:t>
    </dgm:pt>
    <dgm:pt modelId="{58C13931-C848-41D7-9C93-9ADA85420EF1}">
      <dgm:prSet/>
      <dgm:spPr/>
      <dgm:t>
        <a:bodyPr/>
        <a:lstStyle/>
        <a:p>
          <a:r>
            <a:rPr lang="en-US" dirty="0"/>
            <a:t>The value of 0.015 bitcoin is </a:t>
          </a:r>
          <a:r>
            <a:rPr lang="en-US" b="1" dirty="0"/>
            <a:t>1,500,000</a:t>
          </a:r>
          <a:r>
            <a:rPr lang="en-US" dirty="0"/>
            <a:t> </a:t>
          </a:r>
          <a:r>
            <a:rPr lang="en-US" dirty="0" err="1"/>
            <a:t>satoshis</a:t>
          </a:r>
          <a:r>
            <a:rPr lang="en-US" dirty="0"/>
            <a:t>. </a:t>
          </a:r>
        </a:p>
      </dgm:t>
    </dgm:pt>
    <dgm:pt modelId="{29C14266-C722-4BCD-AC01-A41F03652FF9}" type="parTrans" cxnId="{FD70B751-E4C0-4407-B7CA-A738E2B658D7}">
      <dgm:prSet/>
      <dgm:spPr/>
      <dgm:t>
        <a:bodyPr/>
        <a:lstStyle/>
        <a:p>
          <a:endParaRPr lang="en-US"/>
        </a:p>
      </dgm:t>
    </dgm:pt>
    <dgm:pt modelId="{6A0AECF1-0A15-437D-896F-4683CCFAEC1A}" type="sibTrans" cxnId="{FD70B751-E4C0-4407-B7CA-A738E2B658D7}">
      <dgm:prSet/>
      <dgm:spPr/>
      <dgm:t>
        <a:bodyPr/>
        <a:lstStyle/>
        <a:p>
          <a:endParaRPr lang="en-US"/>
        </a:p>
      </dgm:t>
    </dgm:pt>
    <dgm:pt modelId="{BAA5F8CA-2E2A-418B-8A19-B1111C3ADC6D}">
      <dgm:prSet/>
      <dgm:spPr/>
      <dgm:t>
        <a:bodyPr/>
        <a:lstStyle/>
        <a:p>
          <a:r>
            <a:rPr lang="en-US" dirty="0"/>
            <a:t>That’s </a:t>
          </a:r>
          <a:r>
            <a:rPr lang="en-US" b="1" dirty="0"/>
            <a:t>16 e3 60 </a:t>
          </a:r>
          <a:r>
            <a:rPr lang="en-US" dirty="0"/>
            <a:t>in hexadecimal.</a:t>
          </a:r>
        </a:p>
      </dgm:t>
    </dgm:pt>
    <dgm:pt modelId="{EBFAF27A-C7B6-459F-90BC-2A2FC20ACBC3}" type="parTrans" cxnId="{F5AB3AEF-4DFA-4F9A-B4E6-1BBE12E88A2F}">
      <dgm:prSet/>
      <dgm:spPr/>
      <dgm:t>
        <a:bodyPr/>
        <a:lstStyle/>
        <a:p>
          <a:endParaRPr lang="en-US"/>
        </a:p>
      </dgm:t>
    </dgm:pt>
    <dgm:pt modelId="{59887E59-2B11-4BF2-9D91-6FBDEDADF29D}" type="sibTrans" cxnId="{F5AB3AEF-4DFA-4F9A-B4E6-1BBE12E88A2F}">
      <dgm:prSet/>
      <dgm:spPr/>
      <dgm:t>
        <a:bodyPr/>
        <a:lstStyle/>
        <a:p>
          <a:endParaRPr lang="en-US"/>
        </a:p>
      </dgm:t>
    </dgm:pt>
    <dgm:pt modelId="{DCBB02D0-7EE7-49D5-A03A-EC7F197492DA}">
      <dgm:prSet/>
      <dgm:spPr/>
      <dgm:t>
        <a:bodyPr/>
        <a:lstStyle/>
        <a:p>
          <a:r>
            <a:rPr lang="en-US"/>
            <a:t>In the serialized transaction, the value </a:t>
          </a:r>
          <a:r>
            <a:rPr lang="en-US" b="1"/>
            <a:t>16</a:t>
          </a:r>
          <a:r>
            <a:rPr lang="en-US"/>
            <a:t> </a:t>
          </a:r>
          <a:r>
            <a:rPr lang="en-US" b="1"/>
            <a:t>e3</a:t>
          </a:r>
          <a:r>
            <a:rPr lang="en-US"/>
            <a:t> </a:t>
          </a:r>
          <a:r>
            <a:rPr lang="en-US" b="1"/>
            <a:t>60</a:t>
          </a:r>
          <a:r>
            <a:rPr lang="en-US"/>
            <a:t> is encoded in little-endian</a:t>
          </a:r>
        </a:p>
      </dgm:t>
    </dgm:pt>
    <dgm:pt modelId="{519F9C1E-F165-410B-8A38-FEFBB5F1CBAE}" type="parTrans" cxnId="{E07A6FE9-9AD5-4496-85EF-55ACD65263F3}">
      <dgm:prSet/>
      <dgm:spPr/>
      <dgm:t>
        <a:bodyPr/>
        <a:lstStyle/>
        <a:p>
          <a:endParaRPr lang="en-US"/>
        </a:p>
      </dgm:t>
    </dgm:pt>
    <dgm:pt modelId="{698834A5-A9CA-4400-93DD-0F402BF0562C}" type="sibTrans" cxnId="{E07A6FE9-9AD5-4496-85EF-55ACD65263F3}">
      <dgm:prSet/>
      <dgm:spPr/>
      <dgm:t>
        <a:bodyPr/>
        <a:lstStyle/>
        <a:p>
          <a:endParaRPr lang="en-US"/>
        </a:p>
      </dgm:t>
    </dgm:pt>
    <dgm:pt modelId="{751F85EA-D0AD-4A63-A4E4-C2D4A9A51243}">
      <dgm:prSet/>
      <dgm:spPr/>
      <dgm:t>
        <a:bodyPr/>
        <a:lstStyle/>
        <a:p>
          <a:r>
            <a:rPr lang="en-US"/>
            <a:t>least-significant-byte-first</a:t>
          </a:r>
          <a:r>
            <a:rPr lang="tr-TR"/>
            <a:t> </a:t>
          </a:r>
          <a:r>
            <a:rPr lang="en-US"/>
            <a:t>byte order</a:t>
          </a:r>
        </a:p>
      </dgm:t>
    </dgm:pt>
    <dgm:pt modelId="{C2ACE4A0-5ECF-4389-BEDA-23DCC0D5B466}" type="parTrans" cxnId="{064FB429-B3B3-4837-A568-CAEB3CD5BC3F}">
      <dgm:prSet/>
      <dgm:spPr/>
      <dgm:t>
        <a:bodyPr/>
        <a:lstStyle/>
        <a:p>
          <a:endParaRPr lang="en-US"/>
        </a:p>
      </dgm:t>
    </dgm:pt>
    <dgm:pt modelId="{B0F25344-F1B6-45B6-835E-EFDBBE464EA1}" type="sibTrans" cxnId="{064FB429-B3B3-4837-A568-CAEB3CD5BC3F}">
      <dgm:prSet/>
      <dgm:spPr/>
      <dgm:t>
        <a:bodyPr/>
        <a:lstStyle/>
        <a:p>
          <a:endParaRPr lang="en-US"/>
        </a:p>
      </dgm:t>
    </dgm:pt>
    <dgm:pt modelId="{971504B0-F1EA-4695-84DE-D0AFF0CF93B1}">
      <dgm:prSet/>
      <dgm:spPr/>
      <dgm:t>
        <a:bodyPr/>
        <a:lstStyle/>
        <a:p>
          <a:r>
            <a:rPr lang="en-US"/>
            <a:t>so it looks like </a:t>
          </a:r>
          <a:r>
            <a:rPr lang="en-US" b="1"/>
            <a:t>60</a:t>
          </a:r>
          <a:r>
            <a:rPr lang="en-US"/>
            <a:t> </a:t>
          </a:r>
          <a:r>
            <a:rPr lang="en-US" b="1"/>
            <a:t>e3</a:t>
          </a:r>
          <a:r>
            <a:rPr lang="en-US"/>
            <a:t> </a:t>
          </a:r>
          <a:r>
            <a:rPr lang="en-US" b="1"/>
            <a:t>16</a:t>
          </a:r>
          <a:endParaRPr lang="en-US"/>
        </a:p>
      </dgm:t>
    </dgm:pt>
    <dgm:pt modelId="{5CE79F25-6180-4872-950A-BC39854D2026}" type="parTrans" cxnId="{BB69E85F-58D1-4EE3-8BC6-ECCFDE749246}">
      <dgm:prSet/>
      <dgm:spPr/>
      <dgm:t>
        <a:bodyPr/>
        <a:lstStyle/>
        <a:p>
          <a:endParaRPr lang="en-US"/>
        </a:p>
      </dgm:t>
    </dgm:pt>
    <dgm:pt modelId="{24E7BE95-FB4D-4372-946F-F1C7F38C07A3}" type="sibTrans" cxnId="{BB69E85F-58D1-4EE3-8BC6-ECCFDE749246}">
      <dgm:prSet/>
      <dgm:spPr/>
      <dgm:t>
        <a:bodyPr/>
        <a:lstStyle/>
        <a:p>
          <a:endParaRPr lang="en-US"/>
        </a:p>
      </dgm:t>
    </dgm:pt>
    <dgm:pt modelId="{03EE1769-66FD-4AEB-A2D1-A6F3C1B3E932}">
      <dgm:prSet/>
      <dgm:spPr/>
      <dgm:t>
        <a:bodyPr/>
        <a:lstStyle/>
        <a:p>
          <a:r>
            <a:rPr lang="en-US" dirty="0"/>
            <a:t>The </a:t>
          </a:r>
          <a:r>
            <a:rPr lang="en-US" i="1" dirty="0" err="1"/>
            <a:t>scriptPubKey</a:t>
          </a:r>
          <a:r>
            <a:rPr lang="en-US" dirty="0"/>
            <a:t> length is </a:t>
          </a:r>
          <a:r>
            <a:rPr lang="en-US" b="1" dirty="0"/>
            <a:t>25</a:t>
          </a:r>
          <a:r>
            <a:rPr lang="en-US" dirty="0"/>
            <a:t> bytes, which is </a:t>
          </a:r>
          <a:r>
            <a:rPr lang="en-US" b="1" dirty="0"/>
            <a:t>19</a:t>
          </a:r>
          <a:r>
            <a:rPr lang="en-US" dirty="0"/>
            <a:t> in hexadecimal.</a:t>
          </a:r>
        </a:p>
      </dgm:t>
    </dgm:pt>
    <dgm:pt modelId="{2C7DC495-0E04-4517-AF4E-3CA8AFF1FA3D}" type="parTrans" cxnId="{E3B40A03-59EF-4FBC-B9B7-806D08241C87}">
      <dgm:prSet/>
      <dgm:spPr/>
      <dgm:t>
        <a:bodyPr/>
        <a:lstStyle/>
        <a:p>
          <a:endParaRPr lang="en-US"/>
        </a:p>
      </dgm:t>
    </dgm:pt>
    <dgm:pt modelId="{D9E9F52F-248D-48E1-B086-157022B982EE}" type="sibTrans" cxnId="{E3B40A03-59EF-4FBC-B9B7-806D08241C87}">
      <dgm:prSet/>
      <dgm:spPr/>
      <dgm:t>
        <a:bodyPr/>
        <a:lstStyle/>
        <a:p>
          <a:endParaRPr lang="en-US"/>
        </a:p>
      </dgm:t>
    </dgm:pt>
    <dgm:pt modelId="{AF2C5F6E-9BBD-4BB6-BD59-E3325F704CEF}" type="pres">
      <dgm:prSet presAssocID="{1145AFE3-7701-4D7F-9373-0EC65FF6CD42}" presName="Name0" presStyleCnt="0">
        <dgm:presLayoutVars>
          <dgm:dir/>
          <dgm:animLvl val="lvl"/>
          <dgm:resizeHandles val="exact"/>
        </dgm:presLayoutVars>
      </dgm:prSet>
      <dgm:spPr/>
    </dgm:pt>
    <dgm:pt modelId="{5F9CE6EE-4E09-41AA-A9F6-B44B12592A26}" type="pres">
      <dgm:prSet presAssocID="{A45E88C7-BCAB-4BA7-A889-85D7B2BA48A2}" presName="composite" presStyleCnt="0"/>
      <dgm:spPr/>
    </dgm:pt>
    <dgm:pt modelId="{D9CFA0FD-BFC9-418F-847E-EE7C4ABC733B}" type="pres">
      <dgm:prSet presAssocID="{A45E88C7-BCAB-4BA7-A889-85D7B2BA48A2}" presName="parTx" presStyleLbl="alignNode1" presStyleIdx="0" presStyleCnt="1">
        <dgm:presLayoutVars>
          <dgm:chMax val="0"/>
          <dgm:chPref val="0"/>
          <dgm:bulletEnabled val="1"/>
        </dgm:presLayoutVars>
      </dgm:prSet>
      <dgm:spPr/>
    </dgm:pt>
    <dgm:pt modelId="{4A06373C-C100-444B-8F4A-E30859AF9954}" type="pres">
      <dgm:prSet presAssocID="{A45E88C7-BCAB-4BA7-A889-85D7B2BA48A2}" presName="desTx" presStyleLbl="alignAccFollowNode1" presStyleIdx="0" presStyleCnt="1">
        <dgm:presLayoutVars>
          <dgm:bulletEnabled val="1"/>
        </dgm:presLayoutVars>
      </dgm:prSet>
      <dgm:spPr/>
    </dgm:pt>
  </dgm:ptLst>
  <dgm:cxnLst>
    <dgm:cxn modelId="{E3B40A03-59EF-4FBC-B9B7-806D08241C87}" srcId="{A45E88C7-BCAB-4BA7-A889-85D7B2BA48A2}" destId="{03EE1769-66FD-4AEB-A2D1-A6F3C1B3E932}" srcOrd="5" destOrd="0" parTransId="{2C7DC495-0E04-4517-AF4E-3CA8AFF1FA3D}" sibTransId="{D9E9F52F-248D-48E1-B086-157022B982EE}"/>
    <dgm:cxn modelId="{680BB904-7243-428C-8333-8993C84140EA}" type="presOf" srcId="{BAA5F8CA-2E2A-418B-8A19-B1111C3ADC6D}" destId="{4A06373C-C100-444B-8F4A-E30859AF9954}" srcOrd="0" destOrd="1" presId="urn:microsoft.com/office/officeart/2005/8/layout/hList1"/>
    <dgm:cxn modelId="{3456160A-800F-4521-AF57-045637C9FA12}" srcId="{1145AFE3-7701-4D7F-9373-0EC65FF6CD42}" destId="{A45E88C7-BCAB-4BA7-A889-85D7B2BA48A2}" srcOrd="0" destOrd="0" parTransId="{6AE6D1A3-7BB6-4AE3-BA53-D3C48E320F2F}" sibTransId="{13971577-7D96-4A66-BCB7-664E0ADE1574}"/>
    <dgm:cxn modelId="{3E6BC814-5B99-4242-97ED-2102DC1E456C}" type="presOf" srcId="{971504B0-F1EA-4695-84DE-D0AFF0CF93B1}" destId="{4A06373C-C100-444B-8F4A-E30859AF9954}" srcOrd="0" destOrd="4" presId="urn:microsoft.com/office/officeart/2005/8/layout/hList1"/>
    <dgm:cxn modelId="{064FB429-B3B3-4837-A568-CAEB3CD5BC3F}" srcId="{A45E88C7-BCAB-4BA7-A889-85D7B2BA48A2}" destId="{751F85EA-D0AD-4A63-A4E4-C2D4A9A51243}" srcOrd="3" destOrd="0" parTransId="{C2ACE4A0-5ECF-4389-BEDA-23DCC0D5B466}" sibTransId="{B0F25344-F1B6-45B6-835E-EFDBBE464EA1}"/>
    <dgm:cxn modelId="{BB69E85F-58D1-4EE3-8BC6-ECCFDE749246}" srcId="{A45E88C7-BCAB-4BA7-A889-85D7B2BA48A2}" destId="{971504B0-F1EA-4695-84DE-D0AFF0CF93B1}" srcOrd="4" destOrd="0" parTransId="{5CE79F25-6180-4872-950A-BC39854D2026}" sibTransId="{24E7BE95-FB4D-4372-946F-F1C7F38C07A3}"/>
    <dgm:cxn modelId="{FD70B751-E4C0-4407-B7CA-A738E2B658D7}" srcId="{A45E88C7-BCAB-4BA7-A889-85D7B2BA48A2}" destId="{58C13931-C848-41D7-9C93-9ADA85420EF1}" srcOrd="0" destOrd="0" parTransId="{29C14266-C722-4BCD-AC01-A41F03652FF9}" sibTransId="{6A0AECF1-0A15-437D-896F-4683CCFAEC1A}"/>
    <dgm:cxn modelId="{E1201085-5122-4839-9C9A-FC086C5F7538}" type="presOf" srcId="{1145AFE3-7701-4D7F-9373-0EC65FF6CD42}" destId="{AF2C5F6E-9BBD-4BB6-BD59-E3325F704CEF}" srcOrd="0" destOrd="0" presId="urn:microsoft.com/office/officeart/2005/8/layout/hList1"/>
    <dgm:cxn modelId="{E1B5DB93-E736-45D6-90A0-8FFF2BC26345}" type="presOf" srcId="{58C13931-C848-41D7-9C93-9ADA85420EF1}" destId="{4A06373C-C100-444B-8F4A-E30859AF9954}" srcOrd="0" destOrd="0" presId="urn:microsoft.com/office/officeart/2005/8/layout/hList1"/>
    <dgm:cxn modelId="{0340D09E-02F0-47E0-BF5B-D8483C7BE78E}" type="presOf" srcId="{03EE1769-66FD-4AEB-A2D1-A6F3C1B3E932}" destId="{4A06373C-C100-444B-8F4A-E30859AF9954}" srcOrd="0" destOrd="5" presId="urn:microsoft.com/office/officeart/2005/8/layout/hList1"/>
    <dgm:cxn modelId="{EA7C71AA-F036-4AE7-9E1F-AC08E4551B29}" type="presOf" srcId="{DCBB02D0-7EE7-49D5-A03A-EC7F197492DA}" destId="{4A06373C-C100-444B-8F4A-E30859AF9954}" srcOrd="0" destOrd="2" presId="urn:microsoft.com/office/officeart/2005/8/layout/hList1"/>
    <dgm:cxn modelId="{4924F3CA-D5B0-4E83-B261-70BBFFAC5631}" type="presOf" srcId="{751F85EA-D0AD-4A63-A4E4-C2D4A9A51243}" destId="{4A06373C-C100-444B-8F4A-E30859AF9954}" srcOrd="0" destOrd="3" presId="urn:microsoft.com/office/officeart/2005/8/layout/hList1"/>
    <dgm:cxn modelId="{E07A6FE9-9AD5-4496-85EF-55ACD65263F3}" srcId="{A45E88C7-BCAB-4BA7-A889-85D7B2BA48A2}" destId="{DCBB02D0-7EE7-49D5-A03A-EC7F197492DA}" srcOrd="2" destOrd="0" parTransId="{519F9C1E-F165-410B-8A38-FEFBB5F1CBAE}" sibTransId="{698834A5-A9CA-4400-93DD-0F402BF0562C}"/>
    <dgm:cxn modelId="{DC467DEC-1B2E-4C3F-8318-B9723135830B}" type="presOf" srcId="{A45E88C7-BCAB-4BA7-A889-85D7B2BA48A2}" destId="{D9CFA0FD-BFC9-418F-847E-EE7C4ABC733B}" srcOrd="0" destOrd="0" presId="urn:microsoft.com/office/officeart/2005/8/layout/hList1"/>
    <dgm:cxn modelId="{F5AB3AEF-4DFA-4F9A-B4E6-1BBE12E88A2F}" srcId="{A45E88C7-BCAB-4BA7-A889-85D7B2BA48A2}" destId="{BAA5F8CA-2E2A-418B-8A19-B1111C3ADC6D}" srcOrd="1" destOrd="0" parTransId="{EBFAF27A-C7B6-459F-90BC-2A2FC20ACBC3}" sibTransId="{59887E59-2B11-4BF2-9D91-6FBDEDADF29D}"/>
    <dgm:cxn modelId="{08AA957C-62C9-4035-86F5-3462A7543A3D}" type="presParOf" srcId="{AF2C5F6E-9BBD-4BB6-BD59-E3325F704CEF}" destId="{5F9CE6EE-4E09-41AA-A9F6-B44B12592A26}" srcOrd="0" destOrd="0" presId="urn:microsoft.com/office/officeart/2005/8/layout/hList1"/>
    <dgm:cxn modelId="{1EAD12E5-4DB6-443B-95D6-F0A981EC1FB9}" type="presParOf" srcId="{5F9CE6EE-4E09-41AA-A9F6-B44B12592A26}" destId="{D9CFA0FD-BFC9-418F-847E-EE7C4ABC733B}" srcOrd="0" destOrd="0" presId="urn:microsoft.com/office/officeart/2005/8/layout/hList1"/>
    <dgm:cxn modelId="{0C99AF41-2707-4BA3-A0F7-32CCA9E255E3}" type="presParOf" srcId="{5F9CE6EE-4E09-41AA-A9F6-B44B12592A26}" destId="{4A06373C-C100-444B-8F4A-E30859AF9954}" srcOrd="1" destOrd="0" presId="urn:microsoft.com/office/officeart/2005/8/layout/hList1"/>
  </dgm:cxnLst>
  <dgm:bg/>
  <dgm:whole/>
  <dgm:extLst>
    <a:ext uri="http://schemas.microsoft.com/office/drawing/2008/diagram">
      <dsp:dataModelExt xmlns:dsp="http://schemas.microsoft.com/office/drawing/2008/diagram" relId="rId6" minVer="http://schemas.openxmlformats.org/drawingml/2006/diagram"/>
    </a:ext>
  </dgm:extLst>
</dgm:dataModel>
</file>

<file path=ppt/diagrams/data33.xml><?xml version="1.0" encoding="utf-8"?>
<dgm:dataModel xmlns:dgm="http://schemas.openxmlformats.org/drawingml/2006/diagram" xmlns:a="http://schemas.openxmlformats.org/drawingml/2006/main">
  <dgm:ptLst>
    <dgm:pt modelId="{7C8DCF38-3DEA-4BCF-BBA0-46FB41A04C36}" type="doc">
      <dgm:prSet loTypeId="urn:microsoft.com/office/officeart/2005/8/layout/lProcess2" loCatId="list" qsTypeId="urn:microsoft.com/office/officeart/2005/8/quickstyle/simple1" qsCatId="simple" csTypeId="urn:microsoft.com/office/officeart/2005/8/colors/accent1_2" csCatId="accent1" phldr="1"/>
      <dgm:spPr/>
      <dgm:t>
        <a:bodyPr/>
        <a:lstStyle/>
        <a:p>
          <a:endParaRPr lang="en-US"/>
        </a:p>
      </dgm:t>
    </dgm:pt>
    <dgm:pt modelId="{2707578D-A004-4270-BEAA-CBCEF1E4FAD9}">
      <dgm:prSet/>
      <dgm:spPr/>
      <dgm:t>
        <a:bodyPr/>
        <a:lstStyle/>
        <a:p>
          <a:r>
            <a:rPr lang="en-US" dirty="0"/>
            <a:t>Transaction inputs</a:t>
          </a:r>
        </a:p>
      </dgm:t>
    </dgm:pt>
    <dgm:pt modelId="{17C53D4A-9571-494C-93B1-F0CC493F3924}" type="parTrans" cxnId="{3826BC35-82CA-4939-910F-E037CD4FFD43}">
      <dgm:prSet/>
      <dgm:spPr/>
      <dgm:t>
        <a:bodyPr/>
        <a:lstStyle/>
        <a:p>
          <a:endParaRPr lang="en-US"/>
        </a:p>
      </dgm:t>
    </dgm:pt>
    <dgm:pt modelId="{22B14B22-31A6-4E1B-BF7E-505DE8E027FC}" type="sibTrans" cxnId="{3826BC35-82CA-4939-910F-E037CD4FFD43}">
      <dgm:prSet/>
      <dgm:spPr/>
      <dgm:t>
        <a:bodyPr/>
        <a:lstStyle/>
        <a:p>
          <a:endParaRPr lang="en-US"/>
        </a:p>
      </dgm:t>
    </dgm:pt>
    <dgm:pt modelId="{3D6E6050-4BCF-4FD0-BBB1-AABBDD700133}">
      <dgm:prSet/>
      <dgm:spPr/>
      <dgm:t>
        <a:bodyPr/>
        <a:lstStyle/>
        <a:p>
          <a:r>
            <a:rPr lang="tr-TR" dirty="0"/>
            <a:t>Identify </a:t>
          </a:r>
          <a:r>
            <a:rPr lang="en-US" dirty="0"/>
            <a:t>UTXO</a:t>
          </a:r>
        </a:p>
      </dgm:t>
    </dgm:pt>
    <dgm:pt modelId="{55055AE7-02C6-4489-ABD7-05FA528E69B6}" type="parTrans" cxnId="{4038A02C-6CF3-42AF-AB90-5FD3409D5409}">
      <dgm:prSet/>
      <dgm:spPr/>
      <dgm:t>
        <a:bodyPr/>
        <a:lstStyle/>
        <a:p>
          <a:endParaRPr lang="en-US"/>
        </a:p>
      </dgm:t>
    </dgm:pt>
    <dgm:pt modelId="{1E4600AE-5388-4B65-9122-07D118F169C1}" type="sibTrans" cxnId="{4038A02C-6CF3-42AF-AB90-5FD3409D5409}">
      <dgm:prSet/>
      <dgm:spPr/>
      <dgm:t>
        <a:bodyPr/>
        <a:lstStyle/>
        <a:p>
          <a:endParaRPr lang="en-US"/>
        </a:p>
      </dgm:t>
    </dgm:pt>
    <dgm:pt modelId="{B7C35DB5-728C-4B54-9E8D-35EA15111099}">
      <dgm:prSet/>
      <dgm:spPr/>
      <dgm:t>
        <a:bodyPr/>
        <a:lstStyle/>
        <a:p>
          <a:r>
            <a:rPr lang="en-US" dirty="0"/>
            <a:t>provide</a:t>
          </a:r>
          <a:r>
            <a:rPr lang="tr-TR" dirty="0"/>
            <a:t> </a:t>
          </a:r>
          <a:r>
            <a:rPr lang="en-US" dirty="0"/>
            <a:t>proof of ownership </a:t>
          </a:r>
        </a:p>
      </dgm:t>
    </dgm:pt>
    <dgm:pt modelId="{92889033-F590-4B84-84A9-A9C569E40472}" type="parTrans" cxnId="{63264B32-F555-4537-BC05-616F5659CA2D}">
      <dgm:prSet/>
      <dgm:spPr/>
      <dgm:t>
        <a:bodyPr/>
        <a:lstStyle/>
        <a:p>
          <a:endParaRPr lang="en-US"/>
        </a:p>
      </dgm:t>
    </dgm:pt>
    <dgm:pt modelId="{1957F4AC-867D-407D-9DEB-B6736E520A30}" type="sibTrans" cxnId="{63264B32-F555-4537-BC05-616F5659CA2D}">
      <dgm:prSet/>
      <dgm:spPr/>
      <dgm:t>
        <a:bodyPr/>
        <a:lstStyle/>
        <a:p>
          <a:endParaRPr lang="en-US"/>
        </a:p>
      </dgm:t>
    </dgm:pt>
    <dgm:pt modelId="{65C7B9A7-7CDF-49E2-9C82-29B2A540845A}">
      <dgm:prSet/>
      <dgm:spPr/>
      <dgm:t>
        <a:bodyPr/>
        <a:lstStyle/>
        <a:p>
          <a:r>
            <a:rPr lang="en-US" dirty="0"/>
            <a:t>through an unlocking script</a:t>
          </a:r>
        </a:p>
      </dgm:t>
    </dgm:pt>
    <dgm:pt modelId="{439FBFEB-2122-412E-A4CD-DAEDF2CB37A0}" type="parTrans" cxnId="{9C3B2F31-2A03-44D9-8991-C2CB963937FC}">
      <dgm:prSet/>
      <dgm:spPr/>
      <dgm:t>
        <a:bodyPr/>
        <a:lstStyle/>
        <a:p>
          <a:endParaRPr lang="en-US"/>
        </a:p>
      </dgm:t>
    </dgm:pt>
    <dgm:pt modelId="{26F40505-7ADC-4353-9D67-0C7FFB90F3DB}" type="sibTrans" cxnId="{9C3B2F31-2A03-44D9-8991-C2CB963937FC}">
      <dgm:prSet/>
      <dgm:spPr/>
      <dgm:t>
        <a:bodyPr/>
        <a:lstStyle/>
        <a:p>
          <a:endParaRPr lang="en-US"/>
        </a:p>
      </dgm:t>
    </dgm:pt>
    <dgm:pt modelId="{8525D7AF-B2FE-4BB7-913D-50450C06554A}">
      <dgm:prSet/>
      <dgm:spPr/>
      <dgm:t>
        <a:bodyPr/>
        <a:lstStyle/>
        <a:p>
          <a:r>
            <a:rPr lang="tr-TR" dirty="0" err="1"/>
            <a:t>Proof</a:t>
          </a:r>
          <a:r>
            <a:rPr lang="tr-TR" dirty="0"/>
            <a:t> of </a:t>
          </a:r>
          <a:r>
            <a:rPr lang="tr-TR" dirty="0" err="1"/>
            <a:t>Ownership</a:t>
          </a:r>
          <a:endParaRPr lang="en-US" dirty="0"/>
        </a:p>
      </dgm:t>
    </dgm:pt>
    <dgm:pt modelId="{6DB03448-A4BE-4513-ABF1-780EEE498A02}" type="parTrans" cxnId="{67BBE2F2-6018-4FEA-846C-F019FEB46400}">
      <dgm:prSet/>
      <dgm:spPr/>
      <dgm:t>
        <a:bodyPr/>
        <a:lstStyle/>
        <a:p>
          <a:endParaRPr lang="en-US"/>
        </a:p>
      </dgm:t>
    </dgm:pt>
    <dgm:pt modelId="{C1E7D15B-B1AF-4280-9919-91CF4D57B5E5}" type="sibTrans" cxnId="{67BBE2F2-6018-4FEA-846C-F019FEB46400}">
      <dgm:prSet/>
      <dgm:spPr/>
      <dgm:t>
        <a:bodyPr/>
        <a:lstStyle/>
        <a:p>
          <a:endParaRPr lang="en-US"/>
        </a:p>
      </dgm:t>
    </dgm:pt>
    <dgm:pt modelId="{624A9E76-A38B-4B2E-A421-466A40D6F496}">
      <dgm:prSet/>
      <dgm:spPr/>
      <dgm:t>
        <a:bodyPr/>
        <a:lstStyle/>
        <a:p>
          <a:r>
            <a:rPr lang="tr-TR" dirty="0"/>
            <a:t>to </a:t>
          </a:r>
          <a:r>
            <a:rPr lang="en-US" dirty="0"/>
            <a:t>be consumed </a:t>
          </a:r>
        </a:p>
      </dgm:t>
    </dgm:pt>
    <dgm:pt modelId="{29E5FC8A-F96F-4781-9548-A5FAAFD4DE36}" type="parTrans" cxnId="{4E5CC10A-734D-4E1B-A765-DC053DB9AC09}">
      <dgm:prSet/>
      <dgm:spPr/>
      <dgm:t>
        <a:bodyPr/>
        <a:lstStyle/>
        <a:p>
          <a:endParaRPr lang="tr-TR"/>
        </a:p>
      </dgm:t>
    </dgm:pt>
    <dgm:pt modelId="{8C33052B-E951-4CB1-BC1A-54CA35E92A14}" type="sibTrans" cxnId="{4E5CC10A-734D-4E1B-A765-DC053DB9AC09}">
      <dgm:prSet/>
      <dgm:spPr/>
      <dgm:t>
        <a:bodyPr/>
        <a:lstStyle/>
        <a:p>
          <a:endParaRPr lang="tr-TR"/>
        </a:p>
      </dgm:t>
    </dgm:pt>
    <dgm:pt modelId="{868F8569-6416-4C13-BD46-EE1A2C98A797}" type="pres">
      <dgm:prSet presAssocID="{7C8DCF38-3DEA-4BCF-BBA0-46FB41A04C36}" presName="theList" presStyleCnt="0">
        <dgm:presLayoutVars>
          <dgm:dir/>
          <dgm:animLvl val="lvl"/>
          <dgm:resizeHandles val="exact"/>
        </dgm:presLayoutVars>
      </dgm:prSet>
      <dgm:spPr/>
    </dgm:pt>
    <dgm:pt modelId="{A323FD52-087D-4B8C-8059-5F9FDA7AF559}" type="pres">
      <dgm:prSet presAssocID="{2707578D-A004-4270-BEAA-CBCEF1E4FAD9}" presName="compNode" presStyleCnt="0"/>
      <dgm:spPr/>
    </dgm:pt>
    <dgm:pt modelId="{3B0874D1-B7AF-43F0-9489-E0555D79CECA}" type="pres">
      <dgm:prSet presAssocID="{2707578D-A004-4270-BEAA-CBCEF1E4FAD9}" presName="aNode" presStyleLbl="bgShp" presStyleIdx="0" presStyleCnt="2"/>
      <dgm:spPr/>
    </dgm:pt>
    <dgm:pt modelId="{BA799C59-E5C9-4DBF-B1DF-8DD119E68AE8}" type="pres">
      <dgm:prSet presAssocID="{2707578D-A004-4270-BEAA-CBCEF1E4FAD9}" presName="textNode" presStyleLbl="bgShp" presStyleIdx="0" presStyleCnt="2"/>
      <dgm:spPr/>
    </dgm:pt>
    <dgm:pt modelId="{DD24D792-E893-4796-BBDC-C859972F588E}" type="pres">
      <dgm:prSet presAssocID="{2707578D-A004-4270-BEAA-CBCEF1E4FAD9}" presName="compChildNode" presStyleCnt="0"/>
      <dgm:spPr/>
    </dgm:pt>
    <dgm:pt modelId="{886FD24F-4F56-4E8F-BB13-74364280C837}" type="pres">
      <dgm:prSet presAssocID="{2707578D-A004-4270-BEAA-CBCEF1E4FAD9}" presName="theInnerList" presStyleCnt="0"/>
      <dgm:spPr/>
    </dgm:pt>
    <dgm:pt modelId="{789E96F8-D7EA-4548-B449-E3EA484A308E}" type="pres">
      <dgm:prSet presAssocID="{3D6E6050-4BCF-4FD0-BBB1-AABBDD700133}" presName="childNode" presStyleLbl="node1" presStyleIdx="0" presStyleCnt="4">
        <dgm:presLayoutVars>
          <dgm:bulletEnabled val="1"/>
        </dgm:presLayoutVars>
      </dgm:prSet>
      <dgm:spPr/>
    </dgm:pt>
    <dgm:pt modelId="{AAB0FF61-83D5-44AA-9351-316084B8BCE7}" type="pres">
      <dgm:prSet presAssocID="{3D6E6050-4BCF-4FD0-BBB1-AABBDD700133}" presName="aSpace2" presStyleCnt="0"/>
      <dgm:spPr/>
    </dgm:pt>
    <dgm:pt modelId="{213E08CD-EEB3-4C7C-AABC-3161CA886F67}" type="pres">
      <dgm:prSet presAssocID="{624A9E76-A38B-4B2E-A421-466A40D6F496}" presName="childNode" presStyleLbl="node1" presStyleIdx="1" presStyleCnt="4">
        <dgm:presLayoutVars>
          <dgm:bulletEnabled val="1"/>
        </dgm:presLayoutVars>
      </dgm:prSet>
      <dgm:spPr/>
    </dgm:pt>
    <dgm:pt modelId="{93079582-517C-49DE-A31E-9E4BD485A7FB}" type="pres">
      <dgm:prSet presAssocID="{2707578D-A004-4270-BEAA-CBCEF1E4FAD9}" presName="aSpace" presStyleCnt="0"/>
      <dgm:spPr/>
    </dgm:pt>
    <dgm:pt modelId="{4B1A35DD-FCF3-4B95-BC8E-42CD04214ADF}" type="pres">
      <dgm:prSet presAssocID="{8525D7AF-B2FE-4BB7-913D-50450C06554A}" presName="compNode" presStyleCnt="0"/>
      <dgm:spPr/>
    </dgm:pt>
    <dgm:pt modelId="{48739AAE-242A-4B09-8FB9-246038DDF090}" type="pres">
      <dgm:prSet presAssocID="{8525D7AF-B2FE-4BB7-913D-50450C06554A}" presName="aNode" presStyleLbl="bgShp" presStyleIdx="1" presStyleCnt="2"/>
      <dgm:spPr/>
    </dgm:pt>
    <dgm:pt modelId="{86AAE41D-3849-420A-89AD-5B3144D99322}" type="pres">
      <dgm:prSet presAssocID="{8525D7AF-B2FE-4BB7-913D-50450C06554A}" presName="textNode" presStyleLbl="bgShp" presStyleIdx="1" presStyleCnt="2"/>
      <dgm:spPr/>
    </dgm:pt>
    <dgm:pt modelId="{FD80D564-A94A-45AC-8CDB-22B841C336C5}" type="pres">
      <dgm:prSet presAssocID="{8525D7AF-B2FE-4BB7-913D-50450C06554A}" presName="compChildNode" presStyleCnt="0"/>
      <dgm:spPr/>
    </dgm:pt>
    <dgm:pt modelId="{0F3833F6-3449-4A97-9EDC-4BF00D8145C7}" type="pres">
      <dgm:prSet presAssocID="{8525D7AF-B2FE-4BB7-913D-50450C06554A}" presName="theInnerList" presStyleCnt="0"/>
      <dgm:spPr/>
    </dgm:pt>
    <dgm:pt modelId="{6D0325E9-53FC-4917-BA29-0BDEB94AC2E1}" type="pres">
      <dgm:prSet presAssocID="{B7C35DB5-728C-4B54-9E8D-35EA15111099}" presName="childNode" presStyleLbl="node1" presStyleIdx="2" presStyleCnt="4">
        <dgm:presLayoutVars>
          <dgm:bulletEnabled val="1"/>
        </dgm:presLayoutVars>
      </dgm:prSet>
      <dgm:spPr/>
    </dgm:pt>
    <dgm:pt modelId="{9CC43735-34A6-4D4C-A078-0A74943A97C5}" type="pres">
      <dgm:prSet presAssocID="{B7C35DB5-728C-4B54-9E8D-35EA15111099}" presName="aSpace2" presStyleCnt="0"/>
      <dgm:spPr/>
    </dgm:pt>
    <dgm:pt modelId="{C05E951C-853A-4280-B595-E34611F35704}" type="pres">
      <dgm:prSet presAssocID="{65C7B9A7-7CDF-49E2-9C82-29B2A540845A}" presName="childNode" presStyleLbl="node1" presStyleIdx="3" presStyleCnt="4">
        <dgm:presLayoutVars>
          <dgm:bulletEnabled val="1"/>
        </dgm:presLayoutVars>
      </dgm:prSet>
      <dgm:spPr/>
    </dgm:pt>
  </dgm:ptLst>
  <dgm:cxnLst>
    <dgm:cxn modelId="{4E5CC10A-734D-4E1B-A765-DC053DB9AC09}" srcId="{2707578D-A004-4270-BEAA-CBCEF1E4FAD9}" destId="{624A9E76-A38B-4B2E-A421-466A40D6F496}" srcOrd="1" destOrd="0" parTransId="{29E5FC8A-F96F-4781-9548-A5FAAFD4DE36}" sibTransId="{8C33052B-E951-4CB1-BC1A-54CA35E92A14}"/>
    <dgm:cxn modelId="{4038A02C-6CF3-42AF-AB90-5FD3409D5409}" srcId="{2707578D-A004-4270-BEAA-CBCEF1E4FAD9}" destId="{3D6E6050-4BCF-4FD0-BBB1-AABBDD700133}" srcOrd="0" destOrd="0" parTransId="{55055AE7-02C6-4489-ABD7-05FA528E69B6}" sibTransId="{1E4600AE-5388-4B65-9122-07D118F169C1}"/>
    <dgm:cxn modelId="{9C3B2F31-2A03-44D9-8991-C2CB963937FC}" srcId="{8525D7AF-B2FE-4BB7-913D-50450C06554A}" destId="{65C7B9A7-7CDF-49E2-9C82-29B2A540845A}" srcOrd="1" destOrd="0" parTransId="{439FBFEB-2122-412E-A4CD-DAEDF2CB37A0}" sibTransId="{26F40505-7ADC-4353-9D67-0C7FFB90F3DB}"/>
    <dgm:cxn modelId="{63264B32-F555-4537-BC05-616F5659CA2D}" srcId="{8525D7AF-B2FE-4BB7-913D-50450C06554A}" destId="{B7C35DB5-728C-4B54-9E8D-35EA15111099}" srcOrd="0" destOrd="0" parTransId="{92889033-F590-4B84-84A9-A9C569E40472}" sibTransId="{1957F4AC-867D-407D-9DEB-B6736E520A30}"/>
    <dgm:cxn modelId="{3826BC35-82CA-4939-910F-E037CD4FFD43}" srcId="{7C8DCF38-3DEA-4BCF-BBA0-46FB41A04C36}" destId="{2707578D-A004-4270-BEAA-CBCEF1E4FAD9}" srcOrd="0" destOrd="0" parTransId="{17C53D4A-9571-494C-93B1-F0CC493F3924}" sibTransId="{22B14B22-31A6-4E1B-BF7E-505DE8E027FC}"/>
    <dgm:cxn modelId="{8847F440-7EFE-45C9-86FF-34C0D4B4A3FB}" type="presOf" srcId="{8525D7AF-B2FE-4BB7-913D-50450C06554A}" destId="{48739AAE-242A-4B09-8FB9-246038DDF090}" srcOrd="0" destOrd="0" presId="urn:microsoft.com/office/officeart/2005/8/layout/lProcess2"/>
    <dgm:cxn modelId="{95CE1167-FF11-41B0-9872-CA7E93D26FC9}" type="presOf" srcId="{2707578D-A004-4270-BEAA-CBCEF1E4FAD9}" destId="{3B0874D1-B7AF-43F0-9489-E0555D79CECA}" srcOrd="0" destOrd="0" presId="urn:microsoft.com/office/officeart/2005/8/layout/lProcess2"/>
    <dgm:cxn modelId="{E89AAD6A-E165-40B3-9C87-AF6263FEEA08}" type="presOf" srcId="{2707578D-A004-4270-BEAA-CBCEF1E4FAD9}" destId="{BA799C59-E5C9-4DBF-B1DF-8DD119E68AE8}" srcOrd="1" destOrd="0" presId="urn:microsoft.com/office/officeart/2005/8/layout/lProcess2"/>
    <dgm:cxn modelId="{A608AA95-9CC3-4547-983F-77ACC42BBF87}" type="presOf" srcId="{3D6E6050-4BCF-4FD0-BBB1-AABBDD700133}" destId="{789E96F8-D7EA-4548-B449-E3EA484A308E}" srcOrd="0" destOrd="0" presId="urn:microsoft.com/office/officeart/2005/8/layout/lProcess2"/>
    <dgm:cxn modelId="{FAC13996-DA78-4EB6-B5A2-190E7028DC2F}" type="presOf" srcId="{B7C35DB5-728C-4B54-9E8D-35EA15111099}" destId="{6D0325E9-53FC-4917-BA29-0BDEB94AC2E1}" srcOrd="0" destOrd="0" presId="urn:microsoft.com/office/officeart/2005/8/layout/lProcess2"/>
    <dgm:cxn modelId="{0DBCC4A8-5875-4202-99F2-BF7193E88750}" type="presOf" srcId="{8525D7AF-B2FE-4BB7-913D-50450C06554A}" destId="{86AAE41D-3849-420A-89AD-5B3144D99322}" srcOrd="1" destOrd="0" presId="urn:microsoft.com/office/officeart/2005/8/layout/lProcess2"/>
    <dgm:cxn modelId="{EDDDF5A8-D5BE-4796-83B2-FFDD31A3190C}" type="presOf" srcId="{7C8DCF38-3DEA-4BCF-BBA0-46FB41A04C36}" destId="{868F8569-6416-4C13-BD46-EE1A2C98A797}" srcOrd="0" destOrd="0" presId="urn:microsoft.com/office/officeart/2005/8/layout/lProcess2"/>
    <dgm:cxn modelId="{8BCC9DAB-FE0F-4E6E-B6D2-9EEDF09D8AF1}" type="presOf" srcId="{624A9E76-A38B-4B2E-A421-466A40D6F496}" destId="{213E08CD-EEB3-4C7C-AABC-3161CA886F67}" srcOrd="0" destOrd="0" presId="urn:microsoft.com/office/officeart/2005/8/layout/lProcess2"/>
    <dgm:cxn modelId="{67BBE2F2-6018-4FEA-846C-F019FEB46400}" srcId="{7C8DCF38-3DEA-4BCF-BBA0-46FB41A04C36}" destId="{8525D7AF-B2FE-4BB7-913D-50450C06554A}" srcOrd="1" destOrd="0" parTransId="{6DB03448-A4BE-4513-ABF1-780EEE498A02}" sibTransId="{C1E7D15B-B1AF-4280-9919-91CF4D57B5E5}"/>
    <dgm:cxn modelId="{08D856FD-53A1-41FF-A624-0117B814B1D3}" type="presOf" srcId="{65C7B9A7-7CDF-49E2-9C82-29B2A540845A}" destId="{C05E951C-853A-4280-B595-E34611F35704}" srcOrd="0" destOrd="0" presId="urn:microsoft.com/office/officeart/2005/8/layout/lProcess2"/>
    <dgm:cxn modelId="{432EC51E-D2BA-4066-B752-1A3DF5499251}" type="presParOf" srcId="{868F8569-6416-4C13-BD46-EE1A2C98A797}" destId="{A323FD52-087D-4B8C-8059-5F9FDA7AF559}" srcOrd="0" destOrd="0" presId="urn:microsoft.com/office/officeart/2005/8/layout/lProcess2"/>
    <dgm:cxn modelId="{BB014495-FA69-423A-8B40-373EC6EC1EC6}" type="presParOf" srcId="{A323FD52-087D-4B8C-8059-5F9FDA7AF559}" destId="{3B0874D1-B7AF-43F0-9489-E0555D79CECA}" srcOrd="0" destOrd="0" presId="urn:microsoft.com/office/officeart/2005/8/layout/lProcess2"/>
    <dgm:cxn modelId="{A5D5E8ED-4216-4E1D-B45E-A00670C87952}" type="presParOf" srcId="{A323FD52-087D-4B8C-8059-5F9FDA7AF559}" destId="{BA799C59-E5C9-4DBF-B1DF-8DD119E68AE8}" srcOrd="1" destOrd="0" presId="urn:microsoft.com/office/officeart/2005/8/layout/lProcess2"/>
    <dgm:cxn modelId="{F137E74F-12DC-4289-9BB2-3C30C2E49934}" type="presParOf" srcId="{A323FD52-087D-4B8C-8059-5F9FDA7AF559}" destId="{DD24D792-E893-4796-BBDC-C859972F588E}" srcOrd="2" destOrd="0" presId="urn:microsoft.com/office/officeart/2005/8/layout/lProcess2"/>
    <dgm:cxn modelId="{579E198B-141F-4282-9A32-CD14EE0F50CF}" type="presParOf" srcId="{DD24D792-E893-4796-BBDC-C859972F588E}" destId="{886FD24F-4F56-4E8F-BB13-74364280C837}" srcOrd="0" destOrd="0" presId="urn:microsoft.com/office/officeart/2005/8/layout/lProcess2"/>
    <dgm:cxn modelId="{1F92333B-AC2D-48DB-8FA0-A8A9F0D24CFD}" type="presParOf" srcId="{886FD24F-4F56-4E8F-BB13-74364280C837}" destId="{789E96F8-D7EA-4548-B449-E3EA484A308E}" srcOrd="0" destOrd="0" presId="urn:microsoft.com/office/officeart/2005/8/layout/lProcess2"/>
    <dgm:cxn modelId="{66AE6085-01E1-40B3-97ED-9FC484F3C8EF}" type="presParOf" srcId="{886FD24F-4F56-4E8F-BB13-74364280C837}" destId="{AAB0FF61-83D5-44AA-9351-316084B8BCE7}" srcOrd="1" destOrd="0" presId="urn:microsoft.com/office/officeart/2005/8/layout/lProcess2"/>
    <dgm:cxn modelId="{6EB181CA-2535-46ED-AFD2-711F29A2C4F4}" type="presParOf" srcId="{886FD24F-4F56-4E8F-BB13-74364280C837}" destId="{213E08CD-EEB3-4C7C-AABC-3161CA886F67}" srcOrd="2" destOrd="0" presId="urn:microsoft.com/office/officeart/2005/8/layout/lProcess2"/>
    <dgm:cxn modelId="{D61F8745-ACB4-4B4B-A1AC-CCF84EA6A212}" type="presParOf" srcId="{868F8569-6416-4C13-BD46-EE1A2C98A797}" destId="{93079582-517C-49DE-A31E-9E4BD485A7FB}" srcOrd="1" destOrd="0" presId="urn:microsoft.com/office/officeart/2005/8/layout/lProcess2"/>
    <dgm:cxn modelId="{B203BE9C-B9B3-4A1F-BE22-E0CD48D2EB95}" type="presParOf" srcId="{868F8569-6416-4C13-BD46-EE1A2C98A797}" destId="{4B1A35DD-FCF3-4B95-BC8E-42CD04214ADF}" srcOrd="2" destOrd="0" presId="urn:microsoft.com/office/officeart/2005/8/layout/lProcess2"/>
    <dgm:cxn modelId="{56DEB130-AB7D-4BBC-A174-D81EE30A5268}" type="presParOf" srcId="{4B1A35DD-FCF3-4B95-BC8E-42CD04214ADF}" destId="{48739AAE-242A-4B09-8FB9-246038DDF090}" srcOrd="0" destOrd="0" presId="urn:microsoft.com/office/officeart/2005/8/layout/lProcess2"/>
    <dgm:cxn modelId="{5ECF85A8-48FF-4C25-B0B5-275470B8FA0A}" type="presParOf" srcId="{4B1A35DD-FCF3-4B95-BC8E-42CD04214ADF}" destId="{86AAE41D-3849-420A-89AD-5B3144D99322}" srcOrd="1" destOrd="0" presId="urn:microsoft.com/office/officeart/2005/8/layout/lProcess2"/>
    <dgm:cxn modelId="{47EFA41A-F25E-482C-AA1D-D452C9BFDDBC}" type="presParOf" srcId="{4B1A35DD-FCF3-4B95-BC8E-42CD04214ADF}" destId="{FD80D564-A94A-45AC-8CDB-22B841C336C5}" srcOrd="2" destOrd="0" presId="urn:microsoft.com/office/officeart/2005/8/layout/lProcess2"/>
    <dgm:cxn modelId="{1B16E345-9F98-4770-9956-A357802C03EF}" type="presParOf" srcId="{FD80D564-A94A-45AC-8CDB-22B841C336C5}" destId="{0F3833F6-3449-4A97-9EDC-4BF00D8145C7}" srcOrd="0" destOrd="0" presId="urn:microsoft.com/office/officeart/2005/8/layout/lProcess2"/>
    <dgm:cxn modelId="{EDB82A81-8964-46F7-9833-B42A0BA37FDB}" type="presParOf" srcId="{0F3833F6-3449-4A97-9EDC-4BF00D8145C7}" destId="{6D0325E9-53FC-4917-BA29-0BDEB94AC2E1}" srcOrd="0" destOrd="0" presId="urn:microsoft.com/office/officeart/2005/8/layout/lProcess2"/>
    <dgm:cxn modelId="{88626D40-1179-4E7E-8D7E-CB3FF1673BB3}" type="presParOf" srcId="{0F3833F6-3449-4A97-9EDC-4BF00D8145C7}" destId="{9CC43735-34A6-4D4C-A078-0A74943A97C5}" srcOrd="1" destOrd="0" presId="urn:microsoft.com/office/officeart/2005/8/layout/lProcess2"/>
    <dgm:cxn modelId="{4C6E906A-43F3-4AFA-AEFD-CDE233697B63}" type="presParOf" srcId="{0F3833F6-3449-4A97-9EDC-4BF00D8145C7}" destId="{C05E951C-853A-4280-B595-E34611F35704}" srcOrd="2" destOrd="0" presId="urn:microsoft.com/office/officeart/2005/8/layout/lProcess2"/>
  </dgm:cxnLst>
  <dgm:bg/>
  <dgm:whole/>
  <dgm:extLst>
    <a:ext uri="http://schemas.microsoft.com/office/drawing/2008/diagram">
      <dsp:dataModelExt xmlns:dsp="http://schemas.microsoft.com/office/drawing/2008/diagram" relId="rId7" minVer="http://schemas.openxmlformats.org/drawingml/2006/diagram"/>
    </a:ext>
  </dgm:extLst>
</dgm:dataModel>
</file>

<file path=ppt/diagrams/data34.xml><?xml version="1.0" encoding="utf-8"?>
<dgm:dataModel xmlns:dgm="http://schemas.openxmlformats.org/drawingml/2006/diagram" xmlns:a="http://schemas.openxmlformats.org/drawingml/2006/main">
  <dgm:ptLst>
    <dgm:pt modelId="{6A4F3F14-8DC6-4E1C-9714-10C02843B0B5}" type="doc">
      <dgm:prSet loTypeId="urn:microsoft.com/office/officeart/2018/5/layout/CenteredIconLabelDescriptionList" loCatId="icon" qsTypeId="urn:microsoft.com/office/officeart/2005/8/quickstyle/simple1" qsCatId="simple" csTypeId="urn:microsoft.com/office/officeart/2018/5/colors/Iconchunking_neutralbg_colorful1" csCatId="colorful" phldr="1"/>
      <dgm:spPr/>
      <dgm:t>
        <a:bodyPr/>
        <a:lstStyle/>
        <a:p>
          <a:endParaRPr lang="en-US"/>
        </a:p>
      </dgm:t>
    </dgm:pt>
    <dgm:pt modelId="{3371DB5E-E3C4-4106-9204-2219DA0DDB66}">
      <dgm:prSet/>
      <dgm:spPr/>
      <dgm:t>
        <a:bodyPr/>
        <a:lstStyle/>
        <a:p>
          <a:pPr>
            <a:lnSpc>
              <a:spcPct val="100000"/>
            </a:lnSpc>
            <a:defRPr b="1"/>
          </a:pPr>
          <a:r>
            <a:rPr lang="en-US"/>
            <a:t>To build a transaction, </a:t>
          </a:r>
        </a:p>
      </dgm:t>
    </dgm:pt>
    <dgm:pt modelId="{1AAC14A3-F1EB-45C5-BE0D-274060C86B0A}" type="parTrans" cxnId="{BC713C63-C6DC-4215-8238-73EB476CC9EC}">
      <dgm:prSet/>
      <dgm:spPr/>
      <dgm:t>
        <a:bodyPr/>
        <a:lstStyle/>
        <a:p>
          <a:endParaRPr lang="en-US"/>
        </a:p>
      </dgm:t>
    </dgm:pt>
    <dgm:pt modelId="{95954DFA-5682-4DAA-9D08-71BBAF52451B}" type="sibTrans" cxnId="{BC713C63-C6DC-4215-8238-73EB476CC9EC}">
      <dgm:prSet/>
      <dgm:spPr/>
      <dgm:t>
        <a:bodyPr/>
        <a:lstStyle/>
        <a:p>
          <a:endParaRPr lang="en-US"/>
        </a:p>
      </dgm:t>
    </dgm:pt>
    <dgm:pt modelId="{C0C3CBCD-2DC9-4DF1-A6CD-A8D5394BA67F}">
      <dgm:prSet/>
      <dgm:spPr/>
      <dgm:t>
        <a:bodyPr/>
        <a:lstStyle/>
        <a:p>
          <a:pPr>
            <a:lnSpc>
              <a:spcPct val="100000"/>
            </a:lnSpc>
          </a:pPr>
          <a:r>
            <a:rPr lang="en-US" dirty="0"/>
            <a:t>a wallet selects from the UTXO it controls</a:t>
          </a:r>
        </a:p>
      </dgm:t>
    </dgm:pt>
    <dgm:pt modelId="{A1EE97D2-B86D-4DF3-978E-1E81FA821A26}" type="parTrans" cxnId="{96451D4C-7C08-46BB-8AE3-09FD6B712292}">
      <dgm:prSet/>
      <dgm:spPr/>
      <dgm:t>
        <a:bodyPr/>
        <a:lstStyle/>
        <a:p>
          <a:endParaRPr lang="en-US"/>
        </a:p>
      </dgm:t>
    </dgm:pt>
    <dgm:pt modelId="{2A65BD5E-3411-4422-9B5A-23678D0C5DF1}" type="sibTrans" cxnId="{96451D4C-7C08-46BB-8AE3-09FD6B712292}">
      <dgm:prSet/>
      <dgm:spPr/>
      <dgm:t>
        <a:bodyPr/>
        <a:lstStyle/>
        <a:p>
          <a:endParaRPr lang="en-US"/>
        </a:p>
      </dgm:t>
    </dgm:pt>
    <dgm:pt modelId="{86F8B789-44F9-4DAA-9DB1-07352F6D1441}">
      <dgm:prSet/>
      <dgm:spPr/>
      <dgm:t>
        <a:bodyPr/>
        <a:lstStyle/>
        <a:p>
          <a:pPr>
            <a:lnSpc>
              <a:spcPct val="100000"/>
            </a:lnSpc>
          </a:pPr>
          <a:r>
            <a:rPr lang="en-US" dirty="0"/>
            <a:t>UTXO</a:t>
          </a:r>
          <a:r>
            <a:rPr lang="tr-TR" dirty="0"/>
            <a:t> </a:t>
          </a:r>
          <a:r>
            <a:rPr lang="tr-TR" dirty="0" err="1"/>
            <a:t>must</a:t>
          </a:r>
          <a:r>
            <a:rPr lang="tr-TR" dirty="0"/>
            <a:t> be </a:t>
          </a:r>
          <a:r>
            <a:rPr lang="en-US" dirty="0"/>
            <a:t>with</a:t>
          </a:r>
          <a:r>
            <a:rPr lang="tr-TR" dirty="0"/>
            <a:t> </a:t>
          </a:r>
          <a:r>
            <a:rPr lang="en-US" dirty="0"/>
            <a:t>enough value</a:t>
          </a:r>
        </a:p>
      </dgm:t>
    </dgm:pt>
    <dgm:pt modelId="{04E61DD8-F2F9-43AC-946D-F77C334FFE8A}" type="parTrans" cxnId="{4EDA3A16-CA6E-43FC-95AD-9C49DCF0E6ED}">
      <dgm:prSet/>
      <dgm:spPr/>
      <dgm:t>
        <a:bodyPr/>
        <a:lstStyle/>
        <a:p>
          <a:endParaRPr lang="en-US"/>
        </a:p>
      </dgm:t>
    </dgm:pt>
    <dgm:pt modelId="{5E240F26-94F5-45AE-A049-18E142813A85}" type="sibTrans" cxnId="{4EDA3A16-CA6E-43FC-95AD-9C49DCF0E6ED}">
      <dgm:prSet/>
      <dgm:spPr/>
      <dgm:t>
        <a:bodyPr/>
        <a:lstStyle/>
        <a:p>
          <a:endParaRPr lang="en-US"/>
        </a:p>
      </dgm:t>
    </dgm:pt>
    <dgm:pt modelId="{385C4BD4-5137-4AD8-BD81-C379252F7E30}">
      <dgm:prSet/>
      <dgm:spPr/>
      <dgm:t>
        <a:bodyPr/>
        <a:lstStyle/>
        <a:p>
          <a:pPr>
            <a:lnSpc>
              <a:spcPct val="100000"/>
            </a:lnSpc>
            <a:defRPr b="1"/>
          </a:pPr>
          <a:r>
            <a:rPr lang="tr-TR" dirty="0"/>
            <a:t>Wallet creates</a:t>
          </a:r>
          <a:endParaRPr lang="en-US" dirty="0"/>
        </a:p>
      </dgm:t>
    </dgm:pt>
    <dgm:pt modelId="{680C3088-367A-4F63-A1DF-CCD499FCE6CA}" type="parTrans" cxnId="{73360967-E669-463A-8B85-B69D76B08FAB}">
      <dgm:prSet/>
      <dgm:spPr/>
      <dgm:t>
        <a:bodyPr/>
        <a:lstStyle/>
        <a:p>
          <a:endParaRPr lang="en-US"/>
        </a:p>
      </dgm:t>
    </dgm:pt>
    <dgm:pt modelId="{4FFE0B76-7859-4533-AF64-08FBDC369FC5}" type="sibTrans" cxnId="{73360967-E669-463A-8B85-B69D76B08FAB}">
      <dgm:prSet/>
      <dgm:spPr/>
      <dgm:t>
        <a:bodyPr/>
        <a:lstStyle/>
        <a:p>
          <a:endParaRPr lang="en-US"/>
        </a:p>
      </dgm:t>
    </dgm:pt>
    <dgm:pt modelId="{61556D08-2E60-4813-81B8-665DD17CBB72}">
      <dgm:prSet/>
      <dgm:spPr/>
      <dgm:t>
        <a:bodyPr/>
        <a:lstStyle/>
        <a:p>
          <a:pPr>
            <a:lnSpc>
              <a:spcPct val="100000"/>
            </a:lnSpc>
          </a:pPr>
          <a:r>
            <a:rPr lang="en-US" dirty="0"/>
            <a:t>an unlocking script</a:t>
          </a:r>
        </a:p>
      </dgm:t>
    </dgm:pt>
    <dgm:pt modelId="{B747BD27-D04B-4CEB-A190-11195C1C49B6}" type="parTrans" cxnId="{0EC412BD-18D9-4BE3-BD44-CBBA446C5B2C}">
      <dgm:prSet/>
      <dgm:spPr/>
      <dgm:t>
        <a:bodyPr/>
        <a:lstStyle/>
        <a:p>
          <a:endParaRPr lang="en-US"/>
        </a:p>
      </dgm:t>
    </dgm:pt>
    <dgm:pt modelId="{219C9F47-9C81-43FE-BE43-12A5F88A1D57}" type="sibTrans" cxnId="{0EC412BD-18D9-4BE3-BD44-CBBA446C5B2C}">
      <dgm:prSet/>
      <dgm:spPr/>
      <dgm:t>
        <a:bodyPr/>
        <a:lstStyle/>
        <a:p>
          <a:endParaRPr lang="en-US"/>
        </a:p>
      </dgm:t>
    </dgm:pt>
    <dgm:pt modelId="{2C5702B3-A1D0-4486-A3A4-288B0D804E79}">
      <dgm:prSet/>
      <dgm:spPr/>
      <dgm:t>
        <a:bodyPr/>
        <a:lstStyle/>
        <a:p>
          <a:pPr>
            <a:lnSpc>
              <a:spcPct val="100000"/>
            </a:lnSpc>
          </a:pPr>
          <a:r>
            <a:rPr lang="en-US" dirty="0"/>
            <a:t>to make the requested payment. </a:t>
          </a:r>
        </a:p>
      </dgm:t>
    </dgm:pt>
    <dgm:pt modelId="{FC5BA24A-2477-45F0-B2A8-3BF670290FBB}" type="parTrans" cxnId="{09DD6159-25F4-4811-9028-1491CFD104D6}">
      <dgm:prSet/>
      <dgm:spPr/>
      <dgm:t>
        <a:bodyPr/>
        <a:lstStyle/>
        <a:p>
          <a:endParaRPr lang="tr-TR"/>
        </a:p>
      </dgm:t>
    </dgm:pt>
    <dgm:pt modelId="{B6ED6200-03F0-4E7A-B82A-8B1B4FA18E13}" type="sibTrans" cxnId="{09DD6159-25F4-4811-9028-1491CFD104D6}">
      <dgm:prSet/>
      <dgm:spPr/>
      <dgm:t>
        <a:bodyPr/>
        <a:lstStyle/>
        <a:p>
          <a:endParaRPr lang="tr-TR"/>
        </a:p>
      </dgm:t>
    </dgm:pt>
    <dgm:pt modelId="{E07F9C62-C27F-4CB9-B83A-F3431BEEAB6C}">
      <dgm:prSet/>
      <dgm:spPr/>
      <dgm:t>
        <a:bodyPr/>
        <a:lstStyle/>
        <a:p>
          <a:pPr>
            <a:lnSpc>
              <a:spcPct val="100000"/>
            </a:lnSpc>
            <a:defRPr b="1"/>
          </a:pPr>
          <a:r>
            <a:rPr lang="tr-TR"/>
            <a:t>Enough Value</a:t>
          </a:r>
          <a:endParaRPr lang="en-US"/>
        </a:p>
      </dgm:t>
    </dgm:pt>
    <dgm:pt modelId="{45DB0AC0-D8B0-42FC-BF19-66CF867204C7}" type="sibTrans" cxnId="{5F4B9915-DDB6-469C-A40F-09ED187E2142}">
      <dgm:prSet/>
      <dgm:spPr/>
      <dgm:t>
        <a:bodyPr/>
        <a:lstStyle/>
        <a:p>
          <a:endParaRPr lang="tr-TR"/>
        </a:p>
      </dgm:t>
    </dgm:pt>
    <dgm:pt modelId="{A0391854-4BCB-4485-B7F1-B4E7C4C844FB}" type="parTrans" cxnId="{5F4B9915-DDB6-469C-A40F-09ED187E2142}">
      <dgm:prSet/>
      <dgm:spPr/>
      <dgm:t>
        <a:bodyPr/>
        <a:lstStyle/>
        <a:p>
          <a:endParaRPr lang="tr-TR"/>
        </a:p>
      </dgm:t>
    </dgm:pt>
    <dgm:pt modelId="{12ABAACA-350B-4725-8A61-11021A1896C9}">
      <dgm:prSet/>
      <dgm:spPr/>
      <dgm:t>
        <a:bodyPr/>
        <a:lstStyle/>
        <a:p>
          <a:pPr>
            <a:lnSpc>
              <a:spcPct val="100000"/>
            </a:lnSpc>
          </a:pPr>
          <a:r>
            <a:rPr lang="tr-TR" dirty="0"/>
            <a:t>UTXO </a:t>
          </a:r>
          <a:r>
            <a:rPr lang="en-US" dirty="0"/>
            <a:t>that will be consumed </a:t>
          </a:r>
        </a:p>
      </dgm:t>
    </dgm:pt>
    <dgm:pt modelId="{88BBE565-6F2A-4BC5-8F18-5266539DFCC6}" type="parTrans" cxnId="{55839CF2-0565-46C2-AC1D-55139F84D870}">
      <dgm:prSet/>
      <dgm:spPr/>
      <dgm:t>
        <a:bodyPr/>
        <a:lstStyle/>
        <a:p>
          <a:endParaRPr lang="tr-TR"/>
        </a:p>
      </dgm:t>
    </dgm:pt>
    <dgm:pt modelId="{556C85CC-86D5-4006-8F49-87CC32910F8C}" type="sibTrans" cxnId="{55839CF2-0565-46C2-AC1D-55139F84D870}">
      <dgm:prSet/>
      <dgm:spPr/>
      <dgm:t>
        <a:bodyPr/>
        <a:lstStyle/>
        <a:p>
          <a:endParaRPr lang="tr-TR"/>
        </a:p>
      </dgm:t>
    </dgm:pt>
    <dgm:pt modelId="{16F948C3-0286-4FDC-968C-E2B161DA2CC2}">
      <dgm:prSet/>
      <dgm:spPr/>
      <dgm:t>
        <a:bodyPr/>
        <a:lstStyle/>
        <a:p>
          <a:pPr>
            <a:lnSpc>
              <a:spcPct val="100000"/>
            </a:lnSpc>
          </a:pPr>
          <a:r>
            <a:rPr lang="tr-TR" dirty="0"/>
            <a:t>One input for each spending</a:t>
          </a:r>
          <a:endParaRPr lang="en-US" dirty="0"/>
        </a:p>
      </dgm:t>
    </dgm:pt>
    <dgm:pt modelId="{EE275570-6EFF-4469-87AE-86CC59B1A59E}" type="parTrans" cxnId="{722976E2-B9D6-41BB-8707-6BD11A4C5BD2}">
      <dgm:prSet/>
      <dgm:spPr/>
      <dgm:t>
        <a:bodyPr/>
        <a:lstStyle/>
        <a:p>
          <a:endParaRPr lang="tr-TR"/>
        </a:p>
      </dgm:t>
    </dgm:pt>
    <dgm:pt modelId="{2677B62E-38B0-4DA8-8BB9-18E6E4EE6CF7}" type="sibTrans" cxnId="{722976E2-B9D6-41BB-8707-6BD11A4C5BD2}">
      <dgm:prSet/>
      <dgm:spPr/>
      <dgm:t>
        <a:bodyPr/>
        <a:lstStyle/>
        <a:p>
          <a:endParaRPr lang="tr-TR"/>
        </a:p>
      </dgm:t>
    </dgm:pt>
    <dgm:pt modelId="{3A8C4F40-1752-4543-96E4-FAD27BBABF90}">
      <dgm:prSet/>
      <dgm:spPr/>
      <dgm:t>
        <a:bodyPr/>
        <a:lstStyle/>
        <a:p>
          <a:pPr>
            <a:lnSpc>
              <a:spcPct val="100000"/>
            </a:lnSpc>
            <a:defRPr b="1"/>
          </a:pPr>
          <a:r>
            <a:rPr lang="tr-TR" dirty="0"/>
            <a:t>Content</a:t>
          </a:r>
          <a:endParaRPr lang="en-US" dirty="0"/>
        </a:p>
      </dgm:t>
    </dgm:pt>
    <dgm:pt modelId="{121EF41E-948D-4933-BD30-EDAC027950D6}" type="parTrans" cxnId="{C8C0D493-EAE4-4F6B-A021-D1448895F953}">
      <dgm:prSet/>
      <dgm:spPr/>
      <dgm:t>
        <a:bodyPr/>
        <a:lstStyle/>
        <a:p>
          <a:endParaRPr lang="tr-TR"/>
        </a:p>
      </dgm:t>
    </dgm:pt>
    <dgm:pt modelId="{382B3D39-663D-406B-92FE-4C326C3ED2F5}" type="sibTrans" cxnId="{C8C0D493-EAE4-4F6B-A021-D1448895F953}">
      <dgm:prSet/>
      <dgm:spPr/>
      <dgm:t>
        <a:bodyPr/>
        <a:lstStyle/>
        <a:p>
          <a:endParaRPr lang="tr-TR"/>
        </a:p>
      </dgm:t>
    </dgm:pt>
    <dgm:pt modelId="{3E769E60-C50B-4D74-BC96-61CEF6BEA6B2}" type="pres">
      <dgm:prSet presAssocID="{6A4F3F14-8DC6-4E1C-9714-10C02843B0B5}" presName="root" presStyleCnt="0">
        <dgm:presLayoutVars>
          <dgm:dir/>
          <dgm:resizeHandles val="exact"/>
        </dgm:presLayoutVars>
      </dgm:prSet>
      <dgm:spPr/>
    </dgm:pt>
    <dgm:pt modelId="{5DB82144-CB28-404F-8C59-3034F8C73A2C}" type="pres">
      <dgm:prSet presAssocID="{3371DB5E-E3C4-4106-9204-2219DA0DDB66}" presName="compNode" presStyleCnt="0"/>
      <dgm:spPr/>
    </dgm:pt>
    <dgm:pt modelId="{13B1A3FB-E520-4F4A-979C-89304D2695E6}" type="pres">
      <dgm:prSet presAssocID="{3371DB5E-E3C4-4106-9204-2219DA0DDB66}" presName="iconRect" presStyleLbl="node1" presStyleIdx="0" presStyleCnt="4"/>
      <dgm:spPr>
        <a:blipFill>
          <a:blip xmlns:r="http://schemas.openxmlformats.org/officeDocument/2006/relationships" r:embed="rId1" cstate="email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2"/>
              </a:ext>
            </a:extLst>
          </a:blip>
          <a:stretch>
            <a:fillRect/>
          </a:stretch>
        </a:blipFill>
        <a:ln>
          <a:noFill/>
        </a:ln>
      </dgm:spPr>
      <dgm:extLst>
        <a:ext uri="{E40237B7-FDA0-4F09-8148-C483321AD2D9}">
          <dgm14:cNvPr xmlns:dgm14="http://schemas.microsoft.com/office/drawing/2010/diagram" id="0" name="" descr="Bitcoin"/>
        </a:ext>
      </dgm:extLst>
    </dgm:pt>
    <dgm:pt modelId="{85CB47FC-5FEC-47CD-B154-2242A6067293}" type="pres">
      <dgm:prSet presAssocID="{3371DB5E-E3C4-4106-9204-2219DA0DDB66}" presName="iconSpace" presStyleCnt="0"/>
      <dgm:spPr/>
    </dgm:pt>
    <dgm:pt modelId="{1FD0AC18-C71A-4543-99DE-383B18BD86C7}" type="pres">
      <dgm:prSet presAssocID="{3371DB5E-E3C4-4106-9204-2219DA0DDB66}" presName="parTx" presStyleLbl="revTx" presStyleIdx="0" presStyleCnt="8">
        <dgm:presLayoutVars>
          <dgm:chMax val="0"/>
          <dgm:chPref val="0"/>
        </dgm:presLayoutVars>
      </dgm:prSet>
      <dgm:spPr/>
    </dgm:pt>
    <dgm:pt modelId="{29F2EE41-6774-4244-A5EC-2FC36B71690D}" type="pres">
      <dgm:prSet presAssocID="{3371DB5E-E3C4-4106-9204-2219DA0DDB66}" presName="txSpace" presStyleCnt="0"/>
      <dgm:spPr/>
    </dgm:pt>
    <dgm:pt modelId="{B8548D2A-9BE1-4B5E-A8BD-EDAEA39BB9DC}" type="pres">
      <dgm:prSet presAssocID="{3371DB5E-E3C4-4106-9204-2219DA0DDB66}" presName="desTx" presStyleLbl="revTx" presStyleIdx="1" presStyleCnt="8">
        <dgm:presLayoutVars/>
      </dgm:prSet>
      <dgm:spPr/>
    </dgm:pt>
    <dgm:pt modelId="{61BCA094-344E-4FF1-BE96-22F6A01D7DFD}" type="pres">
      <dgm:prSet presAssocID="{95954DFA-5682-4DAA-9D08-71BBAF52451B}" presName="sibTrans" presStyleCnt="0"/>
      <dgm:spPr/>
    </dgm:pt>
    <dgm:pt modelId="{134FCE20-B7A6-49EE-B1BC-28DEA64689BC}" type="pres">
      <dgm:prSet presAssocID="{E07F9C62-C27F-4CB9-B83A-F3431BEEAB6C}" presName="compNode" presStyleCnt="0"/>
      <dgm:spPr/>
    </dgm:pt>
    <dgm:pt modelId="{D9BFD6C5-B7C5-4D06-8D9E-83EEC0D53763}" type="pres">
      <dgm:prSet presAssocID="{E07F9C62-C27F-4CB9-B83A-F3431BEEAB6C}" presName="iconRect" presStyleLbl="node1" presStyleIdx="1" presStyleCnt="4"/>
      <dgm:spPr>
        <a:blipFill>
          <a:blip xmlns:r="http://schemas.openxmlformats.org/officeDocument/2006/relationships" r:embed="rId3" cstate="email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4"/>
              </a:ext>
            </a:extLst>
          </a:blip>
          <a:stretch>
            <a:fillRect/>
          </a:stretch>
        </a:blipFill>
        <a:ln>
          <a:noFill/>
        </a:ln>
      </dgm:spPr>
      <dgm:extLst>
        <a:ext uri="{E40237B7-FDA0-4F09-8148-C483321AD2D9}">
          <dgm14:cNvPr xmlns:dgm14="http://schemas.microsoft.com/office/drawing/2010/diagram" id="0" name="" descr="Maximize"/>
        </a:ext>
      </dgm:extLst>
    </dgm:pt>
    <dgm:pt modelId="{6BFE79F8-8E12-4072-8BBA-F846410A6ABB}" type="pres">
      <dgm:prSet presAssocID="{E07F9C62-C27F-4CB9-B83A-F3431BEEAB6C}" presName="iconSpace" presStyleCnt="0"/>
      <dgm:spPr/>
    </dgm:pt>
    <dgm:pt modelId="{3CCEB318-2604-46A2-A6B2-CBC127FBF344}" type="pres">
      <dgm:prSet presAssocID="{E07F9C62-C27F-4CB9-B83A-F3431BEEAB6C}" presName="parTx" presStyleLbl="revTx" presStyleIdx="2" presStyleCnt="8">
        <dgm:presLayoutVars>
          <dgm:chMax val="0"/>
          <dgm:chPref val="0"/>
        </dgm:presLayoutVars>
      </dgm:prSet>
      <dgm:spPr/>
    </dgm:pt>
    <dgm:pt modelId="{0846E068-54C5-4A4A-B90E-94E1B9C91245}" type="pres">
      <dgm:prSet presAssocID="{E07F9C62-C27F-4CB9-B83A-F3431BEEAB6C}" presName="txSpace" presStyleCnt="0"/>
      <dgm:spPr/>
    </dgm:pt>
    <dgm:pt modelId="{58CE3573-8548-472E-8C76-61B74A245BF7}" type="pres">
      <dgm:prSet presAssocID="{E07F9C62-C27F-4CB9-B83A-F3431BEEAB6C}" presName="desTx" presStyleLbl="revTx" presStyleIdx="3" presStyleCnt="8">
        <dgm:presLayoutVars/>
      </dgm:prSet>
      <dgm:spPr/>
    </dgm:pt>
    <dgm:pt modelId="{EE7350D7-7B32-4F8E-AA0B-0B603E343A3E}" type="pres">
      <dgm:prSet presAssocID="{45DB0AC0-D8B0-42FC-BF19-66CF867204C7}" presName="sibTrans" presStyleCnt="0"/>
      <dgm:spPr/>
    </dgm:pt>
    <dgm:pt modelId="{751C30EA-4856-4B05-90C4-6E46E49937AD}" type="pres">
      <dgm:prSet presAssocID="{385C4BD4-5137-4AD8-BD81-C379252F7E30}" presName="compNode" presStyleCnt="0"/>
      <dgm:spPr/>
    </dgm:pt>
    <dgm:pt modelId="{A6FD6CD9-876D-4FF0-A3B8-4B47704E25C0}" type="pres">
      <dgm:prSet presAssocID="{385C4BD4-5137-4AD8-BD81-C379252F7E30}" presName="iconRect" presStyleLbl="node1" presStyleIdx="2" presStyleCnt="4"/>
      <dgm:spPr>
        <a:blipFill>
          <a:blip xmlns:r="http://schemas.openxmlformats.org/officeDocument/2006/relationships" r:embed="rId5" cstate="email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6"/>
              </a:ext>
            </a:extLst>
          </a:blip>
          <a:stretch>
            <a:fillRect/>
          </a:stretch>
        </a:blipFill>
        <a:ln>
          <a:noFill/>
        </a:ln>
      </dgm:spPr>
      <dgm:extLst>
        <a:ext uri="{E40237B7-FDA0-4F09-8148-C483321AD2D9}">
          <dgm14:cNvPr xmlns:dgm14="http://schemas.microsoft.com/office/drawing/2010/diagram" id="0" name="" descr="Dollar"/>
        </a:ext>
      </dgm:extLst>
    </dgm:pt>
    <dgm:pt modelId="{960E2390-7D04-4B3C-B0F4-5CF05ED24A07}" type="pres">
      <dgm:prSet presAssocID="{385C4BD4-5137-4AD8-BD81-C379252F7E30}" presName="iconSpace" presStyleCnt="0"/>
      <dgm:spPr/>
    </dgm:pt>
    <dgm:pt modelId="{5889C171-6225-46A2-B55F-63790314E499}" type="pres">
      <dgm:prSet presAssocID="{385C4BD4-5137-4AD8-BD81-C379252F7E30}" presName="parTx" presStyleLbl="revTx" presStyleIdx="4" presStyleCnt="8">
        <dgm:presLayoutVars>
          <dgm:chMax val="0"/>
          <dgm:chPref val="0"/>
        </dgm:presLayoutVars>
      </dgm:prSet>
      <dgm:spPr/>
    </dgm:pt>
    <dgm:pt modelId="{C8298FCE-B43C-44AE-ADC8-09EF6CFDCA9C}" type="pres">
      <dgm:prSet presAssocID="{385C4BD4-5137-4AD8-BD81-C379252F7E30}" presName="txSpace" presStyleCnt="0"/>
      <dgm:spPr/>
    </dgm:pt>
    <dgm:pt modelId="{27D67446-7980-445F-B5CB-3B2922D09B2A}" type="pres">
      <dgm:prSet presAssocID="{385C4BD4-5137-4AD8-BD81-C379252F7E30}" presName="desTx" presStyleLbl="revTx" presStyleIdx="5" presStyleCnt="8">
        <dgm:presLayoutVars/>
      </dgm:prSet>
      <dgm:spPr/>
    </dgm:pt>
    <dgm:pt modelId="{5F648D99-3A6E-4C72-8FA9-68AF2C530FF0}" type="pres">
      <dgm:prSet presAssocID="{4FFE0B76-7859-4533-AF64-08FBDC369FC5}" presName="sibTrans" presStyleCnt="0"/>
      <dgm:spPr/>
    </dgm:pt>
    <dgm:pt modelId="{14860C4C-073A-4C17-8004-F5463F435FD2}" type="pres">
      <dgm:prSet presAssocID="{3A8C4F40-1752-4543-96E4-FAD27BBABF90}" presName="compNode" presStyleCnt="0"/>
      <dgm:spPr/>
    </dgm:pt>
    <dgm:pt modelId="{F6689CA5-986C-4718-B1BE-E873BCB2DBD1}" type="pres">
      <dgm:prSet presAssocID="{3A8C4F40-1752-4543-96E4-FAD27BBABF90}" presName="iconRect" presStyleLbl="node1" presStyleIdx="3" presStyleCnt="4"/>
      <dgm:spPr>
        <a:blipFill rotWithShape="1">
          <a:blip xmlns:r="http://schemas.openxmlformats.org/officeDocument/2006/relationships" r:embed="rId7" cstate="email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8"/>
              </a:ext>
            </a:extLst>
          </a:blip>
          <a:srcRect/>
          <a:stretch>
            <a:fillRect/>
          </a:stretch>
        </a:blipFill>
      </dgm:spPr>
    </dgm:pt>
    <dgm:pt modelId="{0FBDB8AF-F3CA-416D-B35F-5960F377735D}" type="pres">
      <dgm:prSet presAssocID="{3A8C4F40-1752-4543-96E4-FAD27BBABF90}" presName="iconSpace" presStyleCnt="0"/>
      <dgm:spPr/>
    </dgm:pt>
    <dgm:pt modelId="{292D0B99-3908-4417-A80A-E39D57842BFE}" type="pres">
      <dgm:prSet presAssocID="{3A8C4F40-1752-4543-96E4-FAD27BBABF90}" presName="parTx" presStyleLbl="revTx" presStyleIdx="6" presStyleCnt="8">
        <dgm:presLayoutVars>
          <dgm:chMax val="0"/>
          <dgm:chPref val="0"/>
        </dgm:presLayoutVars>
      </dgm:prSet>
      <dgm:spPr/>
    </dgm:pt>
    <dgm:pt modelId="{4A782C3C-3CD2-46DE-A1D4-9278CCBFB3E2}" type="pres">
      <dgm:prSet presAssocID="{3A8C4F40-1752-4543-96E4-FAD27BBABF90}" presName="txSpace" presStyleCnt="0"/>
      <dgm:spPr/>
    </dgm:pt>
    <dgm:pt modelId="{4E923F45-6191-43DE-A3DE-653D971AE75F}" type="pres">
      <dgm:prSet presAssocID="{3A8C4F40-1752-4543-96E4-FAD27BBABF90}" presName="desTx" presStyleLbl="revTx" presStyleIdx="7" presStyleCnt="8">
        <dgm:presLayoutVars/>
      </dgm:prSet>
      <dgm:spPr/>
    </dgm:pt>
  </dgm:ptLst>
  <dgm:cxnLst>
    <dgm:cxn modelId="{D035EA00-EFD6-4751-B460-BEC1D2D6EB82}" type="presOf" srcId="{C0C3CBCD-2DC9-4DF1-A6CD-A8D5394BA67F}" destId="{B8548D2A-9BE1-4B5E-A8BD-EDAEA39BB9DC}" srcOrd="0" destOrd="0" presId="urn:microsoft.com/office/officeart/2018/5/layout/CenteredIconLabelDescriptionList"/>
    <dgm:cxn modelId="{5F4B9915-DDB6-469C-A40F-09ED187E2142}" srcId="{6A4F3F14-8DC6-4E1C-9714-10C02843B0B5}" destId="{E07F9C62-C27F-4CB9-B83A-F3431BEEAB6C}" srcOrd="1" destOrd="0" parTransId="{A0391854-4BCB-4485-B7F1-B4E7C4C844FB}" sibTransId="{45DB0AC0-D8B0-42FC-BF19-66CF867204C7}"/>
    <dgm:cxn modelId="{4EDA3A16-CA6E-43FC-95AD-9C49DCF0E6ED}" srcId="{E07F9C62-C27F-4CB9-B83A-F3431BEEAB6C}" destId="{86F8B789-44F9-4DAA-9DB1-07352F6D1441}" srcOrd="0" destOrd="0" parTransId="{04E61DD8-F2F9-43AC-946D-F77C334FFE8A}" sibTransId="{5E240F26-94F5-45AE-A049-18E142813A85}"/>
    <dgm:cxn modelId="{17DD932B-3676-4370-806A-057DF3993A6C}" type="presOf" srcId="{61556D08-2E60-4813-81B8-665DD17CBB72}" destId="{4E923F45-6191-43DE-A3DE-653D971AE75F}" srcOrd="0" destOrd="1" presId="urn:microsoft.com/office/officeart/2018/5/layout/CenteredIconLabelDescriptionList"/>
    <dgm:cxn modelId="{4B03742E-13C3-47E2-B3ED-B4C8A577FB02}" type="presOf" srcId="{3371DB5E-E3C4-4106-9204-2219DA0DDB66}" destId="{1FD0AC18-C71A-4543-99DE-383B18BD86C7}" srcOrd="0" destOrd="0" presId="urn:microsoft.com/office/officeart/2018/5/layout/CenteredIconLabelDescriptionList"/>
    <dgm:cxn modelId="{BC713C63-C6DC-4215-8238-73EB476CC9EC}" srcId="{6A4F3F14-8DC6-4E1C-9714-10C02843B0B5}" destId="{3371DB5E-E3C4-4106-9204-2219DA0DDB66}" srcOrd="0" destOrd="0" parTransId="{1AAC14A3-F1EB-45C5-BE0D-274060C86B0A}" sibTransId="{95954DFA-5682-4DAA-9D08-71BBAF52451B}"/>
    <dgm:cxn modelId="{73360967-E669-463A-8B85-B69D76B08FAB}" srcId="{6A4F3F14-8DC6-4E1C-9714-10C02843B0B5}" destId="{385C4BD4-5137-4AD8-BD81-C379252F7E30}" srcOrd="2" destOrd="0" parTransId="{680C3088-367A-4F63-A1DF-CCD499FCE6CA}" sibTransId="{4FFE0B76-7859-4533-AF64-08FBDC369FC5}"/>
    <dgm:cxn modelId="{96451D4C-7C08-46BB-8AE3-09FD6B712292}" srcId="{3371DB5E-E3C4-4106-9204-2219DA0DDB66}" destId="{C0C3CBCD-2DC9-4DF1-A6CD-A8D5394BA67F}" srcOrd="0" destOrd="0" parTransId="{A1EE97D2-B86D-4DF3-978E-1E81FA821A26}" sibTransId="{2A65BD5E-3411-4422-9B5A-23678D0C5DF1}"/>
    <dgm:cxn modelId="{7ED74F4E-971F-4C4F-87FA-074FE87DD0CD}" type="presOf" srcId="{385C4BD4-5137-4AD8-BD81-C379252F7E30}" destId="{5889C171-6225-46A2-B55F-63790314E499}" srcOrd="0" destOrd="0" presId="urn:microsoft.com/office/officeart/2018/5/layout/CenteredIconLabelDescriptionList"/>
    <dgm:cxn modelId="{ABFCA950-E8EB-439F-94FF-30EA8FF5D3E3}" type="presOf" srcId="{6A4F3F14-8DC6-4E1C-9714-10C02843B0B5}" destId="{3E769E60-C50B-4D74-BC96-61CEF6BEA6B2}" srcOrd="0" destOrd="0" presId="urn:microsoft.com/office/officeart/2018/5/layout/CenteredIconLabelDescriptionList"/>
    <dgm:cxn modelId="{24F4DE53-5593-4A11-9811-1A5DA7FBC2DC}" type="presOf" srcId="{3A8C4F40-1752-4543-96E4-FAD27BBABF90}" destId="{292D0B99-3908-4417-A80A-E39D57842BFE}" srcOrd="0" destOrd="0" presId="urn:microsoft.com/office/officeart/2018/5/layout/CenteredIconLabelDescriptionList"/>
    <dgm:cxn modelId="{09DD6159-25F4-4811-9028-1491CFD104D6}" srcId="{E07F9C62-C27F-4CB9-B83A-F3431BEEAB6C}" destId="{2C5702B3-A1D0-4486-A3A4-288B0D804E79}" srcOrd="1" destOrd="0" parTransId="{FC5BA24A-2477-45F0-B2A8-3BF670290FBB}" sibTransId="{B6ED6200-03F0-4E7A-B82A-8B1B4FA18E13}"/>
    <dgm:cxn modelId="{09B9107B-3136-4A8D-B967-2E6AC3318099}" type="presOf" srcId="{12ABAACA-350B-4725-8A61-11021A1896C9}" destId="{4E923F45-6191-43DE-A3DE-653D971AE75F}" srcOrd="0" destOrd="0" presId="urn:microsoft.com/office/officeart/2018/5/layout/CenteredIconLabelDescriptionList"/>
    <dgm:cxn modelId="{C8C0D493-EAE4-4F6B-A021-D1448895F953}" srcId="{6A4F3F14-8DC6-4E1C-9714-10C02843B0B5}" destId="{3A8C4F40-1752-4543-96E4-FAD27BBABF90}" srcOrd="3" destOrd="0" parTransId="{121EF41E-948D-4933-BD30-EDAC027950D6}" sibTransId="{382B3D39-663D-406B-92FE-4C326C3ED2F5}"/>
    <dgm:cxn modelId="{0EC412BD-18D9-4BE3-BD44-CBBA446C5B2C}" srcId="{3A8C4F40-1752-4543-96E4-FAD27BBABF90}" destId="{61556D08-2E60-4813-81B8-665DD17CBB72}" srcOrd="1" destOrd="0" parTransId="{B747BD27-D04B-4CEB-A190-11195C1C49B6}" sibTransId="{219C9F47-9C81-43FE-BE43-12A5F88A1D57}"/>
    <dgm:cxn modelId="{B65BBBCA-6076-45B7-BFEB-321D4BD08532}" type="presOf" srcId="{E07F9C62-C27F-4CB9-B83A-F3431BEEAB6C}" destId="{3CCEB318-2604-46A2-A6B2-CBC127FBF344}" srcOrd="0" destOrd="0" presId="urn:microsoft.com/office/officeart/2018/5/layout/CenteredIconLabelDescriptionList"/>
    <dgm:cxn modelId="{213733CD-7B0E-4B96-8E43-62E8D4CB58B4}" type="presOf" srcId="{86F8B789-44F9-4DAA-9DB1-07352F6D1441}" destId="{58CE3573-8548-472E-8C76-61B74A245BF7}" srcOrd="0" destOrd="0" presId="urn:microsoft.com/office/officeart/2018/5/layout/CenteredIconLabelDescriptionList"/>
    <dgm:cxn modelId="{AF6BEADC-F63F-401E-841E-616543C637BC}" type="presOf" srcId="{16F948C3-0286-4FDC-968C-E2B161DA2CC2}" destId="{27D67446-7980-445F-B5CB-3B2922D09B2A}" srcOrd="0" destOrd="0" presId="urn:microsoft.com/office/officeart/2018/5/layout/CenteredIconLabelDescriptionList"/>
    <dgm:cxn modelId="{722976E2-B9D6-41BB-8707-6BD11A4C5BD2}" srcId="{385C4BD4-5137-4AD8-BD81-C379252F7E30}" destId="{16F948C3-0286-4FDC-968C-E2B161DA2CC2}" srcOrd="0" destOrd="0" parTransId="{EE275570-6EFF-4469-87AE-86CC59B1A59E}" sibTransId="{2677B62E-38B0-4DA8-8BB9-18E6E4EE6CF7}"/>
    <dgm:cxn modelId="{55839CF2-0565-46C2-AC1D-55139F84D870}" srcId="{3A8C4F40-1752-4543-96E4-FAD27BBABF90}" destId="{12ABAACA-350B-4725-8A61-11021A1896C9}" srcOrd="0" destOrd="0" parTransId="{88BBE565-6F2A-4BC5-8F18-5266539DFCC6}" sibTransId="{556C85CC-86D5-4006-8F49-87CC32910F8C}"/>
    <dgm:cxn modelId="{C2A2F8F8-D266-4AD7-AB77-176D22338EC3}" type="presOf" srcId="{2C5702B3-A1D0-4486-A3A4-288B0D804E79}" destId="{58CE3573-8548-472E-8C76-61B74A245BF7}" srcOrd="0" destOrd="1" presId="urn:microsoft.com/office/officeart/2018/5/layout/CenteredIconLabelDescriptionList"/>
    <dgm:cxn modelId="{04CC2044-C060-49E9-A24C-67686DFA3F22}" type="presParOf" srcId="{3E769E60-C50B-4D74-BC96-61CEF6BEA6B2}" destId="{5DB82144-CB28-404F-8C59-3034F8C73A2C}" srcOrd="0" destOrd="0" presId="urn:microsoft.com/office/officeart/2018/5/layout/CenteredIconLabelDescriptionList"/>
    <dgm:cxn modelId="{94103E34-E477-4210-BCBA-CAD990F5AEBE}" type="presParOf" srcId="{5DB82144-CB28-404F-8C59-3034F8C73A2C}" destId="{13B1A3FB-E520-4F4A-979C-89304D2695E6}" srcOrd="0" destOrd="0" presId="urn:microsoft.com/office/officeart/2018/5/layout/CenteredIconLabelDescriptionList"/>
    <dgm:cxn modelId="{BD330710-6919-4451-9FCF-2862F1621B59}" type="presParOf" srcId="{5DB82144-CB28-404F-8C59-3034F8C73A2C}" destId="{85CB47FC-5FEC-47CD-B154-2242A6067293}" srcOrd="1" destOrd="0" presId="urn:microsoft.com/office/officeart/2018/5/layout/CenteredIconLabelDescriptionList"/>
    <dgm:cxn modelId="{AF028372-744E-4C2D-A3CC-2BA0927ADA47}" type="presParOf" srcId="{5DB82144-CB28-404F-8C59-3034F8C73A2C}" destId="{1FD0AC18-C71A-4543-99DE-383B18BD86C7}" srcOrd="2" destOrd="0" presId="urn:microsoft.com/office/officeart/2018/5/layout/CenteredIconLabelDescriptionList"/>
    <dgm:cxn modelId="{4D778F63-2A92-4E32-8EA9-261D98B796E3}" type="presParOf" srcId="{5DB82144-CB28-404F-8C59-3034F8C73A2C}" destId="{29F2EE41-6774-4244-A5EC-2FC36B71690D}" srcOrd="3" destOrd="0" presId="urn:microsoft.com/office/officeart/2018/5/layout/CenteredIconLabelDescriptionList"/>
    <dgm:cxn modelId="{A6806E59-225A-458B-B5A6-7AA20241A483}" type="presParOf" srcId="{5DB82144-CB28-404F-8C59-3034F8C73A2C}" destId="{B8548D2A-9BE1-4B5E-A8BD-EDAEA39BB9DC}" srcOrd="4" destOrd="0" presId="urn:microsoft.com/office/officeart/2018/5/layout/CenteredIconLabelDescriptionList"/>
    <dgm:cxn modelId="{B55E3184-4FDE-4EE1-BDF5-6DB9F07E784F}" type="presParOf" srcId="{3E769E60-C50B-4D74-BC96-61CEF6BEA6B2}" destId="{61BCA094-344E-4FF1-BE96-22F6A01D7DFD}" srcOrd="1" destOrd="0" presId="urn:microsoft.com/office/officeart/2018/5/layout/CenteredIconLabelDescriptionList"/>
    <dgm:cxn modelId="{6175856C-C82E-4FD7-831D-152C6330EF8D}" type="presParOf" srcId="{3E769E60-C50B-4D74-BC96-61CEF6BEA6B2}" destId="{134FCE20-B7A6-49EE-B1BC-28DEA64689BC}" srcOrd="2" destOrd="0" presId="urn:microsoft.com/office/officeart/2018/5/layout/CenteredIconLabelDescriptionList"/>
    <dgm:cxn modelId="{83FEF1F1-744E-480D-97FD-B585C2AD8AD5}" type="presParOf" srcId="{134FCE20-B7A6-49EE-B1BC-28DEA64689BC}" destId="{D9BFD6C5-B7C5-4D06-8D9E-83EEC0D53763}" srcOrd="0" destOrd="0" presId="urn:microsoft.com/office/officeart/2018/5/layout/CenteredIconLabelDescriptionList"/>
    <dgm:cxn modelId="{01454D05-8057-4AEA-97CE-5989CE2B95CA}" type="presParOf" srcId="{134FCE20-B7A6-49EE-B1BC-28DEA64689BC}" destId="{6BFE79F8-8E12-4072-8BBA-F846410A6ABB}" srcOrd="1" destOrd="0" presId="urn:microsoft.com/office/officeart/2018/5/layout/CenteredIconLabelDescriptionList"/>
    <dgm:cxn modelId="{D6959ADB-02C0-4CEC-8795-680A67E148EF}" type="presParOf" srcId="{134FCE20-B7A6-49EE-B1BC-28DEA64689BC}" destId="{3CCEB318-2604-46A2-A6B2-CBC127FBF344}" srcOrd="2" destOrd="0" presId="urn:microsoft.com/office/officeart/2018/5/layout/CenteredIconLabelDescriptionList"/>
    <dgm:cxn modelId="{169CB02F-CAF1-475F-958E-575B9786F9F4}" type="presParOf" srcId="{134FCE20-B7A6-49EE-B1BC-28DEA64689BC}" destId="{0846E068-54C5-4A4A-B90E-94E1B9C91245}" srcOrd="3" destOrd="0" presId="urn:microsoft.com/office/officeart/2018/5/layout/CenteredIconLabelDescriptionList"/>
    <dgm:cxn modelId="{3E1CA4A3-015D-40B3-A22E-A2F460CFAEA8}" type="presParOf" srcId="{134FCE20-B7A6-49EE-B1BC-28DEA64689BC}" destId="{58CE3573-8548-472E-8C76-61B74A245BF7}" srcOrd="4" destOrd="0" presId="urn:microsoft.com/office/officeart/2018/5/layout/CenteredIconLabelDescriptionList"/>
    <dgm:cxn modelId="{0ACDCA09-6712-4E83-9238-990410D937B4}" type="presParOf" srcId="{3E769E60-C50B-4D74-BC96-61CEF6BEA6B2}" destId="{EE7350D7-7B32-4F8E-AA0B-0B603E343A3E}" srcOrd="3" destOrd="0" presId="urn:microsoft.com/office/officeart/2018/5/layout/CenteredIconLabelDescriptionList"/>
    <dgm:cxn modelId="{A5D8ECEE-65B6-4A84-BEB7-3AA080082759}" type="presParOf" srcId="{3E769E60-C50B-4D74-BC96-61CEF6BEA6B2}" destId="{751C30EA-4856-4B05-90C4-6E46E49937AD}" srcOrd="4" destOrd="0" presId="urn:microsoft.com/office/officeart/2018/5/layout/CenteredIconLabelDescriptionList"/>
    <dgm:cxn modelId="{B90E1D99-D87A-4F91-87DE-4105C5D108DC}" type="presParOf" srcId="{751C30EA-4856-4B05-90C4-6E46E49937AD}" destId="{A6FD6CD9-876D-4FF0-A3B8-4B47704E25C0}" srcOrd="0" destOrd="0" presId="urn:microsoft.com/office/officeart/2018/5/layout/CenteredIconLabelDescriptionList"/>
    <dgm:cxn modelId="{EBFC16B6-7792-4D32-AC68-04FE7250A698}" type="presParOf" srcId="{751C30EA-4856-4B05-90C4-6E46E49937AD}" destId="{960E2390-7D04-4B3C-B0F4-5CF05ED24A07}" srcOrd="1" destOrd="0" presId="urn:microsoft.com/office/officeart/2018/5/layout/CenteredIconLabelDescriptionList"/>
    <dgm:cxn modelId="{25566B33-4B27-48B9-A9E4-D3AC08E0E965}" type="presParOf" srcId="{751C30EA-4856-4B05-90C4-6E46E49937AD}" destId="{5889C171-6225-46A2-B55F-63790314E499}" srcOrd="2" destOrd="0" presId="urn:microsoft.com/office/officeart/2018/5/layout/CenteredIconLabelDescriptionList"/>
    <dgm:cxn modelId="{EC142220-B1BD-4A2C-BE9B-972650FA9305}" type="presParOf" srcId="{751C30EA-4856-4B05-90C4-6E46E49937AD}" destId="{C8298FCE-B43C-44AE-ADC8-09EF6CFDCA9C}" srcOrd="3" destOrd="0" presId="urn:microsoft.com/office/officeart/2018/5/layout/CenteredIconLabelDescriptionList"/>
    <dgm:cxn modelId="{124AB86B-F7D9-44F5-9329-DD7B66BB4B93}" type="presParOf" srcId="{751C30EA-4856-4B05-90C4-6E46E49937AD}" destId="{27D67446-7980-445F-B5CB-3B2922D09B2A}" srcOrd="4" destOrd="0" presId="urn:microsoft.com/office/officeart/2018/5/layout/CenteredIconLabelDescriptionList"/>
    <dgm:cxn modelId="{D802585D-EE14-42DA-971E-0C12F9C210A2}" type="presParOf" srcId="{3E769E60-C50B-4D74-BC96-61CEF6BEA6B2}" destId="{5F648D99-3A6E-4C72-8FA9-68AF2C530FF0}" srcOrd="5" destOrd="0" presId="urn:microsoft.com/office/officeart/2018/5/layout/CenteredIconLabelDescriptionList"/>
    <dgm:cxn modelId="{463F43F4-1983-4338-A51D-37027CA6B7B5}" type="presParOf" srcId="{3E769E60-C50B-4D74-BC96-61CEF6BEA6B2}" destId="{14860C4C-073A-4C17-8004-F5463F435FD2}" srcOrd="6" destOrd="0" presId="urn:microsoft.com/office/officeart/2018/5/layout/CenteredIconLabelDescriptionList"/>
    <dgm:cxn modelId="{2B086405-3CA2-4EB2-B673-EE8469E864F5}" type="presParOf" srcId="{14860C4C-073A-4C17-8004-F5463F435FD2}" destId="{F6689CA5-986C-4718-B1BE-E873BCB2DBD1}" srcOrd="0" destOrd="0" presId="urn:microsoft.com/office/officeart/2018/5/layout/CenteredIconLabelDescriptionList"/>
    <dgm:cxn modelId="{356B33CB-DA8A-4B76-98D0-A82A1CE626C7}" type="presParOf" srcId="{14860C4C-073A-4C17-8004-F5463F435FD2}" destId="{0FBDB8AF-F3CA-416D-B35F-5960F377735D}" srcOrd="1" destOrd="0" presId="urn:microsoft.com/office/officeart/2018/5/layout/CenteredIconLabelDescriptionList"/>
    <dgm:cxn modelId="{0AC20D9F-9003-49CC-8EAE-FEA8F8773F1E}" type="presParOf" srcId="{14860C4C-073A-4C17-8004-F5463F435FD2}" destId="{292D0B99-3908-4417-A80A-E39D57842BFE}" srcOrd="2" destOrd="0" presId="urn:microsoft.com/office/officeart/2018/5/layout/CenteredIconLabelDescriptionList"/>
    <dgm:cxn modelId="{4621DCB2-3810-46F4-9BE7-AA604B575105}" type="presParOf" srcId="{14860C4C-073A-4C17-8004-F5463F435FD2}" destId="{4A782C3C-3CD2-46DE-A1D4-9278CCBFB3E2}" srcOrd="3" destOrd="0" presId="urn:microsoft.com/office/officeart/2018/5/layout/CenteredIconLabelDescriptionList"/>
    <dgm:cxn modelId="{CB8AE4E2-C6F2-4803-BA6A-F607A6BA9204}" type="presParOf" srcId="{14860C4C-073A-4C17-8004-F5463F435FD2}" destId="{4E923F45-6191-43DE-A3DE-653D971AE75F}" srcOrd="4" destOrd="0" presId="urn:microsoft.com/office/officeart/2018/5/layout/CenteredIconLabelDescriptionList"/>
  </dgm:cxnLst>
  <dgm:bg/>
  <dgm:whole/>
  <dgm:extLst>
    <a:ext uri="http://schemas.microsoft.com/office/drawing/2008/diagram">
      <dsp:dataModelExt xmlns:dsp="http://schemas.microsoft.com/office/drawing/2008/diagram" relId="rId6" minVer="http://schemas.openxmlformats.org/drawingml/2006/diagram"/>
    </a:ext>
  </dgm:extLst>
</dgm:dataModel>
</file>

<file path=ppt/diagrams/data35.xml><?xml version="1.0" encoding="utf-8"?>
<dgm:dataModel xmlns:dgm="http://schemas.openxmlformats.org/drawingml/2006/diagram" xmlns:a="http://schemas.openxmlformats.org/drawingml/2006/main">
  <dgm:ptLst>
    <dgm:pt modelId="{66BD5A17-35DB-498A-ADE9-6EADB35AD96D}" type="doc">
      <dgm:prSet loTypeId="urn:microsoft.com/office/officeart/2018/2/layout/IconLabelDescriptionList" loCatId="icon" qsTypeId="urn:microsoft.com/office/officeart/2005/8/quickstyle/simple1" qsCatId="simple" csTypeId="urn:microsoft.com/office/officeart/2018/5/colors/Iconchunking_neutralbg_colorful1" csCatId="colorful" phldr="1"/>
      <dgm:spPr/>
      <dgm:t>
        <a:bodyPr/>
        <a:lstStyle/>
        <a:p>
          <a:endParaRPr lang="en-US"/>
        </a:p>
      </dgm:t>
    </dgm:pt>
    <dgm:pt modelId="{A14449D0-FD07-4CA9-8F89-5AE02F2423E9}">
      <dgm:prSet/>
      <dgm:spPr/>
      <dgm:t>
        <a:bodyPr/>
        <a:lstStyle/>
        <a:p>
          <a:pPr>
            <a:lnSpc>
              <a:spcPct val="100000"/>
            </a:lnSpc>
            <a:defRPr b="1"/>
          </a:pPr>
          <a:r>
            <a:rPr lang="tr-TR" dirty="0"/>
            <a:t>Input content</a:t>
          </a:r>
          <a:endParaRPr lang="en-US" dirty="0"/>
        </a:p>
      </dgm:t>
    </dgm:pt>
    <dgm:pt modelId="{9A5BDC84-F21A-40FE-88AF-270DD83E9A5A}" type="parTrans" cxnId="{1C3A223A-4BD1-4A79-BDB7-CA93DF8CCA9F}">
      <dgm:prSet/>
      <dgm:spPr/>
      <dgm:t>
        <a:bodyPr/>
        <a:lstStyle/>
        <a:p>
          <a:endParaRPr lang="en-US"/>
        </a:p>
      </dgm:t>
    </dgm:pt>
    <dgm:pt modelId="{62373CB9-AC1B-4A03-BD02-8DD252A5C58F}" type="sibTrans" cxnId="{1C3A223A-4BD1-4A79-BDB7-CA93DF8CCA9F}">
      <dgm:prSet/>
      <dgm:spPr/>
      <dgm:t>
        <a:bodyPr/>
        <a:lstStyle/>
        <a:p>
          <a:endParaRPr lang="en-US"/>
        </a:p>
      </dgm:t>
    </dgm:pt>
    <dgm:pt modelId="{4B0536B3-E90F-44A5-8A50-571D11DD4E7B}">
      <dgm:prSet/>
      <dgm:spPr/>
      <dgm:t>
        <a:bodyPr/>
        <a:lstStyle/>
        <a:p>
          <a:pPr>
            <a:lnSpc>
              <a:spcPct val="100000"/>
            </a:lnSpc>
          </a:pPr>
          <a:r>
            <a:rPr lang="en-US" dirty="0"/>
            <a:t>and sequence number</a:t>
          </a:r>
          <a:r>
            <a:rPr lang="tr-TR" dirty="0"/>
            <a:t> </a:t>
          </a:r>
          <a:r>
            <a:rPr lang="en-US" dirty="0"/>
            <a:t> </a:t>
          </a:r>
        </a:p>
      </dgm:t>
    </dgm:pt>
    <dgm:pt modelId="{1D515F40-B6A9-4016-A1F0-FF563AF775FE}" type="parTrans" cxnId="{8953D64B-2083-4976-8B45-4E1203732AC8}">
      <dgm:prSet/>
      <dgm:spPr/>
      <dgm:t>
        <a:bodyPr/>
        <a:lstStyle/>
        <a:p>
          <a:endParaRPr lang="en-US"/>
        </a:p>
      </dgm:t>
    </dgm:pt>
    <dgm:pt modelId="{B3938E3F-0AAB-4255-B16E-6D480DEE6B7C}" type="sibTrans" cxnId="{8953D64B-2083-4976-8B45-4E1203732AC8}">
      <dgm:prSet/>
      <dgm:spPr/>
      <dgm:t>
        <a:bodyPr/>
        <a:lstStyle/>
        <a:p>
          <a:endParaRPr lang="en-US"/>
        </a:p>
      </dgm:t>
    </dgm:pt>
    <dgm:pt modelId="{1B292AA6-CB24-4DC0-A038-1EF46923D0E9}">
      <dgm:prSet/>
      <dgm:spPr/>
      <dgm:t>
        <a:bodyPr/>
        <a:lstStyle/>
        <a:p>
          <a:pPr>
            <a:lnSpc>
              <a:spcPct val="100000"/>
            </a:lnSpc>
            <a:defRPr b="1"/>
          </a:pPr>
          <a:r>
            <a:rPr lang="tr-TR" dirty="0"/>
            <a:t>Unlocking script</a:t>
          </a:r>
          <a:endParaRPr lang="en-US" dirty="0"/>
        </a:p>
      </dgm:t>
    </dgm:pt>
    <dgm:pt modelId="{57A5CCB5-2A08-4ADB-99BB-258074452FF8}" type="parTrans" cxnId="{93FEC4F2-56C5-446D-9EC0-95B815B11B52}">
      <dgm:prSet/>
      <dgm:spPr/>
      <dgm:t>
        <a:bodyPr/>
        <a:lstStyle/>
        <a:p>
          <a:endParaRPr lang="en-US"/>
        </a:p>
      </dgm:t>
    </dgm:pt>
    <dgm:pt modelId="{E1D89663-28F7-4B45-91D3-16919385B164}" type="sibTrans" cxnId="{93FEC4F2-56C5-446D-9EC0-95B815B11B52}">
      <dgm:prSet/>
      <dgm:spPr/>
      <dgm:t>
        <a:bodyPr/>
        <a:lstStyle/>
        <a:p>
          <a:endParaRPr lang="en-US"/>
        </a:p>
      </dgm:t>
    </dgm:pt>
    <dgm:pt modelId="{2D16CCFE-B21A-4606-9A12-A06069D62300}">
      <dgm:prSet/>
      <dgm:spPr/>
      <dgm:t>
        <a:bodyPr/>
        <a:lstStyle/>
        <a:p>
          <a:pPr>
            <a:lnSpc>
              <a:spcPct val="100000"/>
            </a:lnSpc>
          </a:pPr>
          <a:r>
            <a:rPr lang="tr-TR" dirty="0"/>
            <a:t>constructed byt </a:t>
          </a:r>
          <a:r>
            <a:rPr lang="en-US" dirty="0"/>
            <a:t>the wallet</a:t>
          </a:r>
        </a:p>
      </dgm:t>
    </dgm:pt>
    <dgm:pt modelId="{A2DBBE2E-FB08-4528-83A5-94A10388760D}" type="parTrans" cxnId="{FBD95422-8554-4B2D-A640-AAD6CB974299}">
      <dgm:prSet/>
      <dgm:spPr/>
      <dgm:t>
        <a:bodyPr/>
        <a:lstStyle/>
        <a:p>
          <a:endParaRPr lang="en-US"/>
        </a:p>
      </dgm:t>
    </dgm:pt>
    <dgm:pt modelId="{6F445751-3789-44F1-81E6-B0209708EE6B}" type="sibTrans" cxnId="{FBD95422-8554-4B2D-A640-AAD6CB974299}">
      <dgm:prSet/>
      <dgm:spPr/>
      <dgm:t>
        <a:bodyPr/>
        <a:lstStyle/>
        <a:p>
          <a:endParaRPr lang="en-US"/>
        </a:p>
      </dgm:t>
    </dgm:pt>
    <dgm:pt modelId="{8700EE6B-9D51-46D2-95C1-32B8484E4284}">
      <dgm:prSet/>
      <dgm:spPr/>
      <dgm:t>
        <a:bodyPr/>
        <a:lstStyle/>
        <a:p>
          <a:pPr>
            <a:lnSpc>
              <a:spcPct val="100000"/>
            </a:lnSpc>
          </a:pPr>
          <a:r>
            <a:rPr lang="en-US" dirty="0"/>
            <a:t>satisfy the spending conditions</a:t>
          </a:r>
        </a:p>
      </dgm:t>
    </dgm:pt>
    <dgm:pt modelId="{AA0FF4BB-5CCF-4C28-8A50-60E7F8C63586}" type="parTrans" cxnId="{69AF59E4-D402-421A-B1E4-F0CB3C75CF40}">
      <dgm:prSet/>
      <dgm:spPr/>
      <dgm:t>
        <a:bodyPr/>
        <a:lstStyle/>
        <a:p>
          <a:endParaRPr lang="en-US"/>
        </a:p>
      </dgm:t>
    </dgm:pt>
    <dgm:pt modelId="{433C2705-34C3-46D6-BEB3-5DD6210B2F8C}" type="sibTrans" cxnId="{69AF59E4-D402-421A-B1E4-F0CB3C75CF40}">
      <dgm:prSet/>
      <dgm:spPr/>
      <dgm:t>
        <a:bodyPr/>
        <a:lstStyle/>
        <a:p>
          <a:endParaRPr lang="en-US"/>
        </a:p>
      </dgm:t>
    </dgm:pt>
    <dgm:pt modelId="{65F8F0C6-DBE1-4761-90E4-46229CC65DCD}">
      <dgm:prSet/>
      <dgm:spPr/>
      <dgm:t>
        <a:bodyPr/>
        <a:lstStyle/>
        <a:p>
          <a:pPr>
            <a:lnSpc>
              <a:spcPct val="100000"/>
            </a:lnSpc>
          </a:pPr>
          <a:r>
            <a:rPr lang="en-US" dirty="0"/>
            <a:t>The </a:t>
          </a:r>
          <a:r>
            <a:rPr lang="tr-TR" dirty="0"/>
            <a:t>1st</a:t>
          </a:r>
          <a:r>
            <a:rPr lang="en-US" dirty="0"/>
            <a:t> part</a:t>
          </a:r>
        </a:p>
      </dgm:t>
    </dgm:pt>
    <dgm:pt modelId="{A67A4F03-57E4-4505-83AD-AEC0878BA7AC}" type="parTrans" cxnId="{BD81BE36-088B-436C-8436-C82FC53FD428}">
      <dgm:prSet/>
      <dgm:spPr/>
    </dgm:pt>
    <dgm:pt modelId="{9D198AB0-ABF5-4F23-917C-77A17B595099}" type="sibTrans" cxnId="{BD81BE36-088B-436C-8436-C82FC53FD428}">
      <dgm:prSet/>
      <dgm:spPr/>
    </dgm:pt>
    <dgm:pt modelId="{9F0E2B5E-A328-4E69-A29A-FD403CC8E0F9}">
      <dgm:prSet/>
      <dgm:spPr/>
      <dgm:t>
        <a:bodyPr/>
        <a:lstStyle/>
        <a:p>
          <a:pPr>
            <a:lnSpc>
              <a:spcPct val="100000"/>
            </a:lnSpc>
          </a:pPr>
          <a:r>
            <a:rPr lang="en-US" dirty="0"/>
            <a:t>a pointer</a:t>
          </a:r>
          <a:r>
            <a:rPr lang="tr-TR" dirty="0"/>
            <a:t> </a:t>
          </a:r>
          <a:r>
            <a:rPr lang="en-US" dirty="0"/>
            <a:t>to an UTXO </a:t>
          </a:r>
          <a:r>
            <a:rPr lang="tr-TR" dirty="0"/>
            <a:t>in Blockchain transction</a:t>
          </a:r>
          <a:endParaRPr lang="en-US" dirty="0"/>
        </a:p>
      </dgm:t>
    </dgm:pt>
    <dgm:pt modelId="{9CB7E07E-1EEA-425E-A514-04F989B4075A}" type="parTrans" cxnId="{FD130F42-B696-467A-B944-29E736FFF78B}">
      <dgm:prSet/>
      <dgm:spPr/>
    </dgm:pt>
    <dgm:pt modelId="{37EA1E95-3C61-4D0E-AFE5-822B0E948C1F}" type="sibTrans" cxnId="{FD130F42-B696-467A-B944-29E736FFF78B}">
      <dgm:prSet/>
      <dgm:spPr/>
    </dgm:pt>
    <dgm:pt modelId="{52C23FFE-8DE6-4B3E-86D1-5E21514FFCB0}">
      <dgm:prSet/>
      <dgm:spPr/>
      <dgm:t>
        <a:bodyPr/>
        <a:lstStyle/>
        <a:p>
          <a:pPr>
            <a:lnSpc>
              <a:spcPct val="100000"/>
            </a:lnSpc>
          </a:pPr>
          <a:r>
            <a:rPr lang="en-US" dirty="0"/>
            <a:t>set in</a:t>
          </a:r>
          <a:r>
            <a:rPr lang="tr-TR" dirty="0"/>
            <a:t> </a:t>
          </a:r>
          <a:r>
            <a:rPr lang="en-US" dirty="0"/>
            <a:t>the UTXO</a:t>
          </a:r>
        </a:p>
      </dgm:t>
    </dgm:pt>
    <dgm:pt modelId="{81517140-8792-4CB6-9D21-A3689900B04A}" type="parTrans" cxnId="{31F46269-F320-47CB-AC4D-F7780CD497D9}">
      <dgm:prSet/>
      <dgm:spPr/>
    </dgm:pt>
    <dgm:pt modelId="{B6A4ECFD-7C82-4C8D-B652-DE84208262CF}" type="sibTrans" cxnId="{31F46269-F320-47CB-AC4D-F7780CD497D9}">
      <dgm:prSet/>
      <dgm:spPr/>
    </dgm:pt>
    <dgm:pt modelId="{5A9A0102-3E2B-49C2-B00B-78FE9796EDAD}">
      <dgm:prSet/>
      <dgm:spPr/>
      <dgm:t>
        <a:bodyPr/>
        <a:lstStyle/>
        <a:p>
          <a:pPr>
            <a:lnSpc>
              <a:spcPct val="100000"/>
            </a:lnSpc>
            <a:defRPr b="1"/>
          </a:pPr>
          <a:r>
            <a:rPr lang="tr-TR" dirty="0"/>
            <a:t>To</a:t>
          </a:r>
          <a:endParaRPr lang="en-US" dirty="0"/>
        </a:p>
      </dgm:t>
    </dgm:pt>
    <dgm:pt modelId="{404F7343-D6BB-4E98-9863-814F800346FD}" type="parTrans" cxnId="{6C6290D6-C053-4C8A-AB6A-F00D90D845E4}">
      <dgm:prSet/>
      <dgm:spPr/>
    </dgm:pt>
    <dgm:pt modelId="{3D86ABE2-8A83-456C-92F0-F746ED1A8C25}" type="sibTrans" cxnId="{6C6290D6-C053-4C8A-AB6A-F00D90D845E4}">
      <dgm:prSet/>
      <dgm:spPr/>
    </dgm:pt>
    <dgm:pt modelId="{9DB796AB-5CC3-4D6E-BFE4-B00228096ADD}">
      <dgm:prSet/>
      <dgm:spPr/>
      <dgm:t>
        <a:bodyPr/>
        <a:lstStyle/>
        <a:p>
          <a:pPr>
            <a:lnSpc>
              <a:spcPct val="100000"/>
            </a:lnSpc>
          </a:pPr>
          <a:r>
            <a:rPr lang="tr-TR"/>
            <a:t>2nd</a:t>
          </a:r>
          <a:r>
            <a:rPr lang="en-US"/>
            <a:t> </a:t>
          </a:r>
          <a:r>
            <a:rPr lang="en-US" dirty="0"/>
            <a:t>part</a:t>
          </a:r>
        </a:p>
      </dgm:t>
    </dgm:pt>
    <dgm:pt modelId="{8CED3399-7E17-4719-BA8C-BC685C4C91DC}" type="parTrans" cxnId="{8795A680-74EB-4A78-9CD1-08DE90F138F3}">
      <dgm:prSet/>
      <dgm:spPr/>
    </dgm:pt>
    <dgm:pt modelId="{C0B1AAE0-9CBE-4231-9F83-05DD13DE316B}" type="sibTrans" cxnId="{8795A680-74EB-4A78-9CD1-08DE90F138F3}">
      <dgm:prSet/>
      <dgm:spPr/>
    </dgm:pt>
    <dgm:pt modelId="{D4959256-95A5-436F-B5F7-2C8FD4B530C1}">
      <dgm:prSet/>
      <dgm:spPr/>
      <dgm:t>
        <a:bodyPr/>
        <a:lstStyle/>
        <a:p>
          <a:pPr>
            <a:lnSpc>
              <a:spcPct val="100000"/>
            </a:lnSpc>
            <a:defRPr b="1"/>
          </a:pPr>
          <a:r>
            <a:rPr lang="tr-TR" dirty="0"/>
            <a:t>UTXO reference</a:t>
          </a:r>
          <a:endParaRPr lang="en-US" dirty="0"/>
        </a:p>
      </dgm:t>
    </dgm:pt>
    <dgm:pt modelId="{5C688811-5358-47AC-923D-7B7C523E08E7}" type="parTrans" cxnId="{F5998E05-2BDB-43D8-9F4A-3D06968A7AFF}">
      <dgm:prSet/>
      <dgm:spPr/>
    </dgm:pt>
    <dgm:pt modelId="{541DEE8D-D709-46CA-B747-B78F0BDF4EB1}" type="sibTrans" cxnId="{F5998E05-2BDB-43D8-9F4A-3D06968A7AFF}">
      <dgm:prSet/>
      <dgm:spPr/>
    </dgm:pt>
    <dgm:pt modelId="{5F0257FA-3FBE-4EDC-A73B-89479A0013B5}" type="pres">
      <dgm:prSet presAssocID="{66BD5A17-35DB-498A-ADE9-6EADB35AD96D}" presName="root" presStyleCnt="0">
        <dgm:presLayoutVars>
          <dgm:dir/>
          <dgm:resizeHandles val="exact"/>
        </dgm:presLayoutVars>
      </dgm:prSet>
      <dgm:spPr/>
    </dgm:pt>
    <dgm:pt modelId="{3D652131-0F35-4290-A647-2390CF510429}" type="pres">
      <dgm:prSet presAssocID="{A14449D0-FD07-4CA9-8F89-5AE02F2423E9}" presName="compNode" presStyleCnt="0"/>
      <dgm:spPr/>
    </dgm:pt>
    <dgm:pt modelId="{898378E2-B442-4550-B9BB-B0A9C63E92A6}" type="pres">
      <dgm:prSet presAssocID="{A14449D0-FD07-4CA9-8F89-5AE02F2423E9}" presName="iconRect" presStyleLbl="node1" presStyleIdx="0" presStyleCnt="4"/>
      <dgm:spPr>
        <a:blipFill>
          <a:blip xmlns:r="http://schemas.openxmlformats.org/officeDocument/2006/relationships" r:embed="rId1" cstate="email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2"/>
              </a:ext>
            </a:extLst>
          </a:blip>
          <a:stretch>
            <a:fillRect/>
          </a:stretch>
        </a:blipFill>
        <a:ln>
          <a:noFill/>
        </a:ln>
      </dgm:spPr>
      <dgm:extLst>
        <a:ext uri="{E40237B7-FDA0-4F09-8148-C483321AD2D9}">
          <dgm14:cNvPr xmlns:dgm14="http://schemas.microsoft.com/office/drawing/2010/diagram" id="0" name="" descr="Quotes"/>
        </a:ext>
      </dgm:extLst>
    </dgm:pt>
    <dgm:pt modelId="{8266A67A-2035-45B1-9DD8-1D1044DC619F}" type="pres">
      <dgm:prSet presAssocID="{A14449D0-FD07-4CA9-8F89-5AE02F2423E9}" presName="iconSpace" presStyleCnt="0"/>
      <dgm:spPr/>
    </dgm:pt>
    <dgm:pt modelId="{814F29E8-756E-4FE4-ABBA-3482ADFB08B2}" type="pres">
      <dgm:prSet presAssocID="{A14449D0-FD07-4CA9-8F89-5AE02F2423E9}" presName="parTx" presStyleLbl="revTx" presStyleIdx="0" presStyleCnt="8">
        <dgm:presLayoutVars>
          <dgm:chMax val="0"/>
          <dgm:chPref val="0"/>
        </dgm:presLayoutVars>
      </dgm:prSet>
      <dgm:spPr/>
    </dgm:pt>
    <dgm:pt modelId="{D6408233-0B78-4E1D-92D6-C41DF8AE7673}" type="pres">
      <dgm:prSet presAssocID="{A14449D0-FD07-4CA9-8F89-5AE02F2423E9}" presName="txSpace" presStyleCnt="0"/>
      <dgm:spPr/>
    </dgm:pt>
    <dgm:pt modelId="{A030ED20-8A2C-4CE8-B75E-F4512F42213F}" type="pres">
      <dgm:prSet presAssocID="{A14449D0-FD07-4CA9-8F89-5AE02F2423E9}" presName="desTx" presStyleLbl="revTx" presStyleIdx="1" presStyleCnt="8">
        <dgm:presLayoutVars/>
      </dgm:prSet>
      <dgm:spPr/>
    </dgm:pt>
    <dgm:pt modelId="{81634212-C6BF-49CA-AA8A-DB498E0691D8}" type="pres">
      <dgm:prSet presAssocID="{62373CB9-AC1B-4A03-BD02-8DD252A5C58F}" presName="sibTrans" presStyleCnt="0"/>
      <dgm:spPr/>
    </dgm:pt>
    <dgm:pt modelId="{095DCABA-116B-46D9-B4C9-24B334C87364}" type="pres">
      <dgm:prSet presAssocID="{D4959256-95A5-436F-B5F7-2C8FD4B530C1}" presName="compNode" presStyleCnt="0"/>
      <dgm:spPr/>
    </dgm:pt>
    <dgm:pt modelId="{1C9AC27E-AFD9-46DA-8F4A-08A410687F28}" type="pres">
      <dgm:prSet presAssocID="{D4959256-95A5-436F-B5F7-2C8FD4B530C1}" presName="iconRect" presStyleLbl="node1" presStyleIdx="1" presStyleCnt="4"/>
      <dgm:spPr>
        <a:blipFill rotWithShape="1">
          <a:blip xmlns:r="http://schemas.openxmlformats.org/officeDocument/2006/relationships" r:embed="rId3" cstate="email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4"/>
              </a:ext>
            </a:extLst>
          </a:blip>
          <a:srcRect/>
          <a:stretch>
            <a:fillRect/>
          </a:stretch>
        </a:blipFill>
      </dgm:spPr>
    </dgm:pt>
    <dgm:pt modelId="{6C3363C9-61D4-43D3-B602-BDC003722D29}" type="pres">
      <dgm:prSet presAssocID="{D4959256-95A5-436F-B5F7-2C8FD4B530C1}" presName="iconSpace" presStyleCnt="0"/>
      <dgm:spPr/>
    </dgm:pt>
    <dgm:pt modelId="{51CA3F5A-F620-4D96-BBEE-F1957610028E}" type="pres">
      <dgm:prSet presAssocID="{D4959256-95A5-436F-B5F7-2C8FD4B530C1}" presName="parTx" presStyleLbl="revTx" presStyleIdx="2" presStyleCnt="8">
        <dgm:presLayoutVars>
          <dgm:chMax val="0"/>
          <dgm:chPref val="0"/>
        </dgm:presLayoutVars>
      </dgm:prSet>
      <dgm:spPr/>
    </dgm:pt>
    <dgm:pt modelId="{96096C30-46D7-4887-ABFF-2413B773DC83}" type="pres">
      <dgm:prSet presAssocID="{D4959256-95A5-436F-B5F7-2C8FD4B530C1}" presName="txSpace" presStyleCnt="0"/>
      <dgm:spPr/>
    </dgm:pt>
    <dgm:pt modelId="{F490A19C-126E-444B-B853-387E963FD67D}" type="pres">
      <dgm:prSet presAssocID="{D4959256-95A5-436F-B5F7-2C8FD4B530C1}" presName="desTx" presStyleLbl="revTx" presStyleIdx="3" presStyleCnt="8">
        <dgm:presLayoutVars/>
      </dgm:prSet>
      <dgm:spPr/>
    </dgm:pt>
    <dgm:pt modelId="{34B7C040-6CC0-45BB-844E-1BA2C53BA331}" type="pres">
      <dgm:prSet presAssocID="{541DEE8D-D709-46CA-B747-B78F0BDF4EB1}" presName="sibTrans" presStyleCnt="0"/>
      <dgm:spPr/>
    </dgm:pt>
    <dgm:pt modelId="{94D9AA96-B505-4674-B7A1-A6A9FD54AEB0}" type="pres">
      <dgm:prSet presAssocID="{1B292AA6-CB24-4DC0-A038-1EF46923D0E9}" presName="compNode" presStyleCnt="0"/>
      <dgm:spPr/>
    </dgm:pt>
    <dgm:pt modelId="{9D837908-ACBB-402F-B0D1-D0FFE98BFC8C}" type="pres">
      <dgm:prSet presAssocID="{1B292AA6-CB24-4DC0-A038-1EF46923D0E9}" presName="iconRect" presStyleLbl="node1" presStyleIdx="2" presStyleCnt="4"/>
      <dgm:spPr>
        <a:blipFill>
          <a:blip xmlns:r="http://schemas.openxmlformats.org/officeDocument/2006/relationships" r:embed="rId5" cstate="email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6"/>
              </a:ext>
            </a:extLst>
          </a:blip>
          <a:stretch>
            <a:fillRect/>
          </a:stretch>
        </a:blipFill>
        <a:ln>
          <a:noFill/>
        </a:ln>
      </dgm:spPr>
      <dgm:extLst>
        <a:ext uri="{E40237B7-FDA0-4F09-8148-C483321AD2D9}">
          <dgm14:cNvPr xmlns:dgm14="http://schemas.microsoft.com/office/drawing/2010/diagram" id="0" name="" descr="Bitcoin"/>
        </a:ext>
      </dgm:extLst>
    </dgm:pt>
    <dgm:pt modelId="{1D5CEAD7-C373-4C82-BF59-C58BD65E4511}" type="pres">
      <dgm:prSet presAssocID="{1B292AA6-CB24-4DC0-A038-1EF46923D0E9}" presName="iconSpace" presStyleCnt="0"/>
      <dgm:spPr/>
    </dgm:pt>
    <dgm:pt modelId="{9FBFA155-1242-4D51-B0A4-1A730674290B}" type="pres">
      <dgm:prSet presAssocID="{1B292AA6-CB24-4DC0-A038-1EF46923D0E9}" presName="parTx" presStyleLbl="revTx" presStyleIdx="4" presStyleCnt="8">
        <dgm:presLayoutVars>
          <dgm:chMax val="0"/>
          <dgm:chPref val="0"/>
        </dgm:presLayoutVars>
      </dgm:prSet>
      <dgm:spPr/>
    </dgm:pt>
    <dgm:pt modelId="{0156ED2E-A291-4A00-A281-A45A961CD79D}" type="pres">
      <dgm:prSet presAssocID="{1B292AA6-CB24-4DC0-A038-1EF46923D0E9}" presName="txSpace" presStyleCnt="0"/>
      <dgm:spPr/>
    </dgm:pt>
    <dgm:pt modelId="{C67FEEAC-9E3C-47D1-AB65-DD7B87037DAD}" type="pres">
      <dgm:prSet presAssocID="{1B292AA6-CB24-4DC0-A038-1EF46923D0E9}" presName="desTx" presStyleLbl="revTx" presStyleIdx="5" presStyleCnt="8">
        <dgm:presLayoutVars/>
      </dgm:prSet>
      <dgm:spPr/>
    </dgm:pt>
    <dgm:pt modelId="{636AE0CC-9747-45EF-8302-E88C054AF753}" type="pres">
      <dgm:prSet presAssocID="{E1D89663-28F7-4B45-91D3-16919385B164}" presName="sibTrans" presStyleCnt="0"/>
      <dgm:spPr/>
    </dgm:pt>
    <dgm:pt modelId="{B7A56863-6FB4-4E7F-B3EF-13C85E2399E0}" type="pres">
      <dgm:prSet presAssocID="{5A9A0102-3E2B-49C2-B00B-78FE9796EDAD}" presName="compNode" presStyleCnt="0"/>
      <dgm:spPr/>
    </dgm:pt>
    <dgm:pt modelId="{880711A3-8EE0-4154-B672-A4288635B1FF}" type="pres">
      <dgm:prSet presAssocID="{5A9A0102-3E2B-49C2-B00B-78FE9796EDAD}" presName="iconRect" presStyleLbl="node1" presStyleIdx="3" presStyleCnt="4"/>
      <dgm:spPr>
        <a:blipFill rotWithShape="1">
          <a:blip xmlns:r="http://schemas.openxmlformats.org/officeDocument/2006/relationships" r:embed="rId7" cstate="email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8"/>
              </a:ext>
            </a:extLst>
          </a:blip>
          <a:srcRect/>
          <a:stretch>
            <a:fillRect/>
          </a:stretch>
        </a:blipFill>
      </dgm:spPr>
    </dgm:pt>
    <dgm:pt modelId="{B3DDB3D0-168B-4601-B12E-B1DDF59403A2}" type="pres">
      <dgm:prSet presAssocID="{5A9A0102-3E2B-49C2-B00B-78FE9796EDAD}" presName="iconSpace" presStyleCnt="0"/>
      <dgm:spPr/>
    </dgm:pt>
    <dgm:pt modelId="{EFA14A7B-E164-459C-B6E0-5F3AB0A89A63}" type="pres">
      <dgm:prSet presAssocID="{5A9A0102-3E2B-49C2-B00B-78FE9796EDAD}" presName="parTx" presStyleLbl="revTx" presStyleIdx="6" presStyleCnt="8">
        <dgm:presLayoutVars>
          <dgm:chMax val="0"/>
          <dgm:chPref val="0"/>
        </dgm:presLayoutVars>
      </dgm:prSet>
      <dgm:spPr/>
    </dgm:pt>
    <dgm:pt modelId="{0584E3BA-D1A1-49A3-A2B3-B120DB31B93E}" type="pres">
      <dgm:prSet presAssocID="{5A9A0102-3E2B-49C2-B00B-78FE9796EDAD}" presName="txSpace" presStyleCnt="0"/>
      <dgm:spPr/>
    </dgm:pt>
    <dgm:pt modelId="{820E5BE0-0A85-47AE-9B26-2D46CB29E119}" type="pres">
      <dgm:prSet presAssocID="{5A9A0102-3E2B-49C2-B00B-78FE9796EDAD}" presName="desTx" presStyleLbl="revTx" presStyleIdx="7" presStyleCnt="8">
        <dgm:presLayoutVars/>
      </dgm:prSet>
      <dgm:spPr/>
    </dgm:pt>
  </dgm:ptLst>
  <dgm:cxnLst>
    <dgm:cxn modelId="{F5998E05-2BDB-43D8-9F4A-3D06968A7AFF}" srcId="{66BD5A17-35DB-498A-ADE9-6EADB35AD96D}" destId="{D4959256-95A5-436F-B5F7-2C8FD4B530C1}" srcOrd="1" destOrd="0" parTransId="{5C688811-5358-47AC-923D-7B7C523E08E7}" sibTransId="{541DEE8D-D709-46CA-B747-B78F0BDF4EB1}"/>
    <dgm:cxn modelId="{240FCD06-1BBC-4482-804F-C7FB1B0C8003}" type="presOf" srcId="{1B292AA6-CB24-4DC0-A038-1EF46923D0E9}" destId="{9FBFA155-1242-4D51-B0A4-1A730674290B}" srcOrd="0" destOrd="0" presId="urn:microsoft.com/office/officeart/2018/2/layout/IconLabelDescriptionList"/>
    <dgm:cxn modelId="{1235B011-E67A-4534-9642-0EA28775AD46}" type="presOf" srcId="{9DB796AB-5CC3-4D6E-BFE4-B00228096ADD}" destId="{C67FEEAC-9E3C-47D1-AB65-DD7B87037DAD}" srcOrd="0" destOrd="0" presId="urn:microsoft.com/office/officeart/2018/2/layout/IconLabelDescriptionList"/>
    <dgm:cxn modelId="{24B48D17-4CFA-40FF-B764-F082E2FC315D}" type="presOf" srcId="{66BD5A17-35DB-498A-ADE9-6EADB35AD96D}" destId="{5F0257FA-3FBE-4EDC-A73B-89479A0013B5}" srcOrd="0" destOrd="0" presId="urn:microsoft.com/office/officeart/2018/2/layout/IconLabelDescriptionList"/>
    <dgm:cxn modelId="{FBD95422-8554-4B2D-A640-AAD6CB974299}" srcId="{1B292AA6-CB24-4DC0-A038-1EF46923D0E9}" destId="{2D16CCFE-B21A-4606-9A12-A06069D62300}" srcOrd="1" destOrd="0" parTransId="{A2DBBE2E-FB08-4528-83A5-94A10388760D}" sibTransId="{6F445751-3789-44F1-81E6-B0209708EE6B}"/>
    <dgm:cxn modelId="{224D8127-F131-4227-AB8F-139159D51F21}" type="presOf" srcId="{A14449D0-FD07-4CA9-8F89-5AE02F2423E9}" destId="{814F29E8-756E-4FE4-ABBA-3482ADFB08B2}" srcOrd="0" destOrd="0" presId="urn:microsoft.com/office/officeart/2018/2/layout/IconLabelDescriptionList"/>
    <dgm:cxn modelId="{BD81BE36-088B-436C-8436-C82FC53FD428}" srcId="{D4959256-95A5-436F-B5F7-2C8FD4B530C1}" destId="{65F8F0C6-DBE1-4761-90E4-46229CC65DCD}" srcOrd="0" destOrd="0" parTransId="{A67A4F03-57E4-4505-83AD-AEC0878BA7AC}" sibTransId="{9D198AB0-ABF5-4F23-917C-77A17B595099}"/>
    <dgm:cxn modelId="{1C3A223A-4BD1-4A79-BDB7-CA93DF8CCA9F}" srcId="{66BD5A17-35DB-498A-ADE9-6EADB35AD96D}" destId="{A14449D0-FD07-4CA9-8F89-5AE02F2423E9}" srcOrd="0" destOrd="0" parTransId="{9A5BDC84-F21A-40FE-88AF-270DD83E9A5A}" sibTransId="{62373CB9-AC1B-4A03-BD02-8DD252A5C58F}"/>
    <dgm:cxn modelId="{FD130F42-B696-467A-B944-29E736FFF78B}" srcId="{D4959256-95A5-436F-B5F7-2C8FD4B530C1}" destId="{9F0E2B5E-A328-4E69-A29A-FD403CC8E0F9}" srcOrd="1" destOrd="0" parTransId="{9CB7E07E-1EEA-425E-A514-04F989B4075A}" sibTransId="{37EA1E95-3C61-4D0E-AFE5-822B0E948C1F}"/>
    <dgm:cxn modelId="{B494B948-78B6-4EFB-8446-3F09D6187CE4}" type="presOf" srcId="{D4959256-95A5-436F-B5F7-2C8FD4B530C1}" destId="{51CA3F5A-F620-4D96-BBEE-F1957610028E}" srcOrd="0" destOrd="0" presId="urn:microsoft.com/office/officeart/2018/2/layout/IconLabelDescriptionList"/>
    <dgm:cxn modelId="{31F46269-F320-47CB-AC4D-F7780CD497D9}" srcId="{5A9A0102-3E2B-49C2-B00B-78FE9796EDAD}" destId="{52C23FFE-8DE6-4B3E-86D1-5E21514FFCB0}" srcOrd="1" destOrd="0" parTransId="{81517140-8792-4CB6-9D21-A3689900B04A}" sibTransId="{B6A4ECFD-7C82-4C8D-B652-DE84208262CF}"/>
    <dgm:cxn modelId="{8953D64B-2083-4976-8B45-4E1203732AC8}" srcId="{D4959256-95A5-436F-B5F7-2C8FD4B530C1}" destId="{4B0536B3-E90F-44A5-8A50-571D11DD4E7B}" srcOrd="2" destOrd="0" parTransId="{1D515F40-B6A9-4016-A1F0-FF563AF775FE}" sibTransId="{B3938E3F-0AAB-4255-B16E-6D480DEE6B7C}"/>
    <dgm:cxn modelId="{5BF2974F-15EC-4AAA-A271-FA68267BBFC2}" type="presOf" srcId="{65F8F0C6-DBE1-4761-90E4-46229CC65DCD}" destId="{F490A19C-126E-444B-B853-387E963FD67D}" srcOrd="0" destOrd="0" presId="urn:microsoft.com/office/officeart/2018/2/layout/IconLabelDescriptionList"/>
    <dgm:cxn modelId="{9709A972-515B-4E99-9D04-C7F92ED3ED31}" type="presOf" srcId="{8700EE6B-9D51-46D2-95C1-32B8484E4284}" destId="{820E5BE0-0A85-47AE-9B26-2D46CB29E119}" srcOrd="0" destOrd="0" presId="urn:microsoft.com/office/officeart/2018/2/layout/IconLabelDescriptionList"/>
    <dgm:cxn modelId="{8795A680-74EB-4A78-9CD1-08DE90F138F3}" srcId="{1B292AA6-CB24-4DC0-A038-1EF46923D0E9}" destId="{9DB796AB-5CC3-4D6E-BFE4-B00228096ADD}" srcOrd="0" destOrd="0" parTransId="{8CED3399-7E17-4719-BA8C-BC685C4C91DC}" sibTransId="{C0B1AAE0-9CBE-4231-9F83-05DD13DE316B}"/>
    <dgm:cxn modelId="{13A3E689-8691-4653-B6EC-2279C69D5E27}" type="presOf" srcId="{9F0E2B5E-A328-4E69-A29A-FD403CC8E0F9}" destId="{F490A19C-126E-444B-B853-387E963FD67D}" srcOrd="0" destOrd="1" presId="urn:microsoft.com/office/officeart/2018/2/layout/IconLabelDescriptionList"/>
    <dgm:cxn modelId="{865DD38C-174C-4E28-8E31-19EF8323D1CD}" type="presOf" srcId="{52C23FFE-8DE6-4B3E-86D1-5E21514FFCB0}" destId="{820E5BE0-0A85-47AE-9B26-2D46CB29E119}" srcOrd="0" destOrd="1" presId="urn:microsoft.com/office/officeart/2018/2/layout/IconLabelDescriptionList"/>
    <dgm:cxn modelId="{53AE2CB8-4D57-4CBC-BB61-966CD8CCAADD}" type="presOf" srcId="{4B0536B3-E90F-44A5-8A50-571D11DD4E7B}" destId="{F490A19C-126E-444B-B853-387E963FD67D}" srcOrd="0" destOrd="2" presId="urn:microsoft.com/office/officeart/2018/2/layout/IconLabelDescriptionList"/>
    <dgm:cxn modelId="{DC390ECC-006F-4727-9F99-5497F4735FA5}" type="presOf" srcId="{2D16CCFE-B21A-4606-9A12-A06069D62300}" destId="{C67FEEAC-9E3C-47D1-AB65-DD7B87037DAD}" srcOrd="0" destOrd="1" presId="urn:microsoft.com/office/officeart/2018/2/layout/IconLabelDescriptionList"/>
    <dgm:cxn modelId="{6C6290D6-C053-4C8A-AB6A-F00D90D845E4}" srcId="{66BD5A17-35DB-498A-ADE9-6EADB35AD96D}" destId="{5A9A0102-3E2B-49C2-B00B-78FE9796EDAD}" srcOrd="3" destOrd="0" parTransId="{404F7343-D6BB-4E98-9863-814F800346FD}" sibTransId="{3D86ABE2-8A83-456C-92F0-F746ED1A8C25}"/>
    <dgm:cxn modelId="{69AF59E4-D402-421A-B1E4-F0CB3C75CF40}" srcId="{5A9A0102-3E2B-49C2-B00B-78FE9796EDAD}" destId="{8700EE6B-9D51-46D2-95C1-32B8484E4284}" srcOrd="0" destOrd="0" parTransId="{AA0FF4BB-5CCF-4C28-8A50-60E7F8C63586}" sibTransId="{433C2705-34C3-46D6-BEB3-5DD6210B2F8C}"/>
    <dgm:cxn modelId="{93FEC4F2-56C5-446D-9EC0-95B815B11B52}" srcId="{66BD5A17-35DB-498A-ADE9-6EADB35AD96D}" destId="{1B292AA6-CB24-4DC0-A038-1EF46923D0E9}" srcOrd="2" destOrd="0" parTransId="{57A5CCB5-2A08-4ADB-99BB-258074452FF8}" sibTransId="{E1D89663-28F7-4B45-91D3-16919385B164}"/>
    <dgm:cxn modelId="{53DE6FF3-2D64-4011-A877-4EFD1F2A7B37}" type="presOf" srcId="{5A9A0102-3E2B-49C2-B00B-78FE9796EDAD}" destId="{EFA14A7B-E164-459C-B6E0-5F3AB0A89A63}" srcOrd="0" destOrd="0" presId="urn:microsoft.com/office/officeart/2018/2/layout/IconLabelDescriptionList"/>
    <dgm:cxn modelId="{9CD1269E-62F2-4CAD-BA65-585A05111669}" type="presParOf" srcId="{5F0257FA-3FBE-4EDC-A73B-89479A0013B5}" destId="{3D652131-0F35-4290-A647-2390CF510429}" srcOrd="0" destOrd="0" presId="urn:microsoft.com/office/officeart/2018/2/layout/IconLabelDescriptionList"/>
    <dgm:cxn modelId="{CC73D93E-C5C6-421A-BF1B-FFB9A9C48D73}" type="presParOf" srcId="{3D652131-0F35-4290-A647-2390CF510429}" destId="{898378E2-B442-4550-B9BB-B0A9C63E92A6}" srcOrd="0" destOrd="0" presId="urn:microsoft.com/office/officeart/2018/2/layout/IconLabelDescriptionList"/>
    <dgm:cxn modelId="{3EC1FB73-611C-428C-9E1D-C43686F1929C}" type="presParOf" srcId="{3D652131-0F35-4290-A647-2390CF510429}" destId="{8266A67A-2035-45B1-9DD8-1D1044DC619F}" srcOrd="1" destOrd="0" presId="urn:microsoft.com/office/officeart/2018/2/layout/IconLabelDescriptionList"/>
    <dgm:cxn modelId="{BFE56A13-5781-4085-83C0-B5AC01EFD447}" type="presParOf" srcId="{3D652131-0F35-4290-A647-2390CF510429}" destId="{814F29E8-756E-4FE4-ABBA-3482ADFB08B2}" srcOrd="2" destOrd="0" presId="urn:microsoft.com/office/officeart/2018/2/layout/IconLabelDescriptionList"/>
    <dgm:cxn modelId="{89BFF3C4-9D5B-44D8-9124-530976F47D25}" type="presParOf" srcId="{3D652131-0F35-4290-A647-2390CF510429}" destId="{D6408233-0B78-4E1D-92D6-C41DF8AE7673}" srcOrd="3" destOrd="0" presId="urn:microsoft.com/office/officeart/2018/2/layout/IconLabelDescriptionList"/>
    <dgm:cxn modelId="{DD610E42-1272-4D4B-ACE1-FC7BB846616D}" type="presParOf" srcId="{3D652131-0F35-4290-A647-2390CF510429}" destId="{A030ED20-8A2C-4CE8-B75E-F4512F42213F}" srcOrd="4" destOrd="0" presId="urn:microsoft.com/office/officeart/2018/2/layout/IconLabelDescriptionList"/>
    <dgm:cxn modelId="{01EC1B28-1A29-4027-9035-0893D0C488A0}" type="presParOf" srcId="{5F0257FA-3FBE-4EDC-A73B-89479A0013B5}" destId="{81634212-C6BF-49CA-AA8A-DB498E0691D8}" srcOrd="1" destOrd="0" presId="urn:microsoft.com/office/officeart/2018/2/layout/IconLabelDescriptionList"/>
    <dgm:cxn modelId="{A3A35B55-7DF1-4B4D-A44A-18830A4123EA}" type="presParOf" srcId="{5F0257FA-3FBE-4EDC-A73B-89479A0013B5}" destId="{095DCABA-116B-46D9-B4C9-24B334C87364}" srcOrd="2" destOrd="0" presId="urn:microsoft.com/office/officeart/2018/2/layout/IconLabelDescriptionList"/>
    <dgm:cxn modelId="{CF4A5118-3E36-456A-A1B5-0D393BAEA26F}" type="presParOf" srcId="{095DCABA-116B-46D9-B4C9-24B334C87364}" destId="{1C9AC27E-AFD9-46DA-8F4A-08A410687F28}" srcOrd="0" destOrd="0" presId="urn:microsoft.com/office/officeart/2018/2/layout/IconLabelDescriptionList"/>
    <dgm:cxn modelId="{E4CE4042-F866-4CC5-94AF-F119E3B8F313}" type="presParOf" srcId="{095DCABA-116B-46D9-B4C9-24B334C87364}" destId="{6C3363C9-61D4-43D3-B602-BDC003722D29}" srcOrd="1" destOrd="0" presId="urn:microsoft.com/office/officeart/2018/2/layout/IconLabelDescriptionList"/>
    <dgm:cxn modelId="{524E8656-C499-480B-9674-12B1289BA3C7}" type="presParOf" srcId="{095DCABA-116B-46D9-B4C9-24B334C87364}" destId="{51CA3F5A-F620-4D96-BBEE-F1957610028E}" srcOrd="2" destOrd="0" presId="urn:microsoft.com/office/officeart/2018/2/layout/IconLabelDescriptionList"/>
    <dgm:cxn modelId="{2DB6524F-C63E-42EF-813C-C0792B22450B}" type="presParOf" srcId="{095DCABA-116B-46D9-B4C9-24B334C87364}" destId="{96096C30-46D7-4887-ABFF-2413B773DC83}" srcOrd="3" destOrd="0" presId="urn:microsoft.com/office/officeart/2018/2/layout/IconLabelDescriptionList"/>
    <dgm:cxn modelId="{8D668254-CF66-4482-A729-43E265D49D8F}" type="presParOf" srcId="{095DCABA-116B-46D9-B4C9-24B334C87364}" destId="{F490A19C-126E-444B-B853-387E963FD67D}" srcOrd="4" destOrd="0" presId="urn:microsoft.com/office/officeart/2018/2/layout/IconLabelDescriptionList"/>
    <dgm:cxn modelId="{B48D8392-F341-43EA-8DF1-E62EEB2BE68E}" type="presParOf" srcId="{5F0257FA-3FBE-4EDC-A73B-89479A0013B5}" destId="{34B7C040-6CC0-45BB-844E-1BA2C53BA331}" srcOrd="3" destOrd="0" presId="urn:microsoft.com/office/officeart/2018/2/layout/IconLabelDescriptionList"/>
    <dgm:cxn modelId="{6F792916-AF35-4CD3-AB99-87E0075E0866}" type="presParOf" srcId="{5F0257FA-3FBE-4EDC-A73B-89479A0013B5}" destId="{94D9AA96-B505-4674-B7A1-A6A9FD54AEB0}" srcOrd="4" destOrd="0" presId="urn:microsoft.com/office/officeart/2018/2/layout/IconLabelDescriptionList"/>
    <dgm:cxn modelId="{978C0A4F-4A68-455B-847F-99A3C849EBD7}" type="presParOf" srcId="{94D9AA96-B505-4674-B7A1-A6A9FD54AEB0}" destId="{9D837908-ACBB-402F-B0D1-D0FFE98BFC8C}" srcOrd="0" destOrd="0" presId="urn:microsoft.com/office/officeart/2018/2/layout/IconLabelDescriptionList"/>
    <dgm:cxn modelId="{9593F199-01CF-4762-A7D2-D1F3051EFBDA}" type="presParOf" srcId="{94D9AA96-B505-4674-B7A1-A6A9FD54AEB0}" destId="{1D5CEAD7-C373-4C82-BF59-C58BD65E4511}" srcOrd="1" destOrd="0" presId="urn:microsoft.com/office/officeart/2018/2/layout/IconLabelDescriptionList"/>
    <dgm:cxn modelId="{34592C37-CB6E-40D5-9193-01B235E88A25}" type="presParOf" srcId="{94D9AA96-B505-4674-B7A1-A6A9FD54AEB0}" destId="{9FBFA155-1242-4D51-B0A4-1A730674290B}" srcOrd="2" destOrd="0" presId="urn:microsoft.com/office/officeart/2018/2/layout/IconLabelDescriptionList"/>
    <dgm:cxn modelId="{18834D82-313A-45FF-A981-BC00884868AB}" type="presParOf" srcId="{94D9AA96-B505-4674-B7A1-A6A9FD54AEB0}" destId="{0156ED2E-A291-4A00-A281-A45A961CD79D}" srcOrd="3" destOrd="0" presId="urn:microsoft.com/office/officeart/2018/2/layout/IconLabelDescriptionList"/>
    <dgm:cxn modelId="{9828A486-E1F3-4940-BB70-F3D041902623}" type="presParOf" srcId="{94D9AA96-B505-4674-B7A1-A6A9FD54AEB0}" destId="{C67FEEAC-9E3C-47D1-AB65-DD7B87037DAD}" srcOrd="4" destOrd="0" presId="urn:microsoft.com/office/officeart/2018/2/layout/IconLabelDescriptionList"/>
    <dgm:cxn modelId="{D1C6F638-98CF-4BA5-9FE5-2FE3589D1CE3}" type="presParOf" srcId="{5F0257FA-3FBE-4EDC-A73B-89479A0013B5}" destId="{636AE0CC-9747-45EF-8302-E88C054AF753}" srcOrd="5" destOrd="0" presId="urn:microsoft.com/office/officeart/2018/2/layout/IconLabelDescriptionList"/>
    <dgm:cxn modelId="{27F5F173-B80B-4823-A266-680C21C52F8C}" type="presParOf" srcId="{5F0257FA-3FBE-4EDC-A73B-89479A0013B5}" destId="{B7A56863-6FB4-4E7F-B3EF-13C85E2399E0}" srcOrd="6" destOrd="0" presId="urn:microsoft.com/office/officeart/2018/2/layout/IconLabelDescriptionList"/>
    <dgm:cxn modelId="{C1A5C297-D0BA-497D-B92A-1E71D7BE6020}" type="presParOf" srcId="{B7A56863-6FB4-4E7F-B3EF-13C85E2399E0}" destId="{880711A3-8EE0-4154-B672-A4288635B1FF}" srcOrd="0" destOrd="0" presId="urn:microsoft.com/office/officeart/2018/2/layout/IconLabelDescriptionList"/>
    <dgm:cxn modelId="{0EB4AF9D-D277-4366-9235-DDBFD18BA1A3}" type="presParOf" srcId="{B7A56863-6FB4-4E7F-B3EF-13C85E2399E0}" destId="{B3DDB3D0-168B-4601-B12E-B1DDF59403A2}" srcOrd="1" destOrd="0" presId="urn:microsoft.com/office/officeart/2018/2/layout/IconLabelDescriptionList"/>
    <dgm:cxn modelId="{8DAD3834-5A87-4489-80D0-BC4A6D775CB9}" type="presParOf" srcId="{B7A56863-6FB4-4E7F-B3EF-13C85E2399E0}" destId="{EFA14A7B-E164-459C-B6E0-5F3AB0A89A63}" srcOrd="2" destOrd="0" presId="urn:microsoft.com/office/officeart/2018/2/layout/IconLabelDescriptionList"/>
    <dgm:cxn modelId="{98796575-D9D7-4C90-AC78-79CF12BEB9E8}" type="presParOf" srcId="{B7A56863-6FB4-4E7F-B3EF-13C85E2399E0}" destId="{0584E3BA-D1A1-49A3-A2B3-B120DB31B93E}" srcOrd="3" destOrd="0" presId="urn:microsoft.com/office/officeart/2018/2/layout/IconLabelDescriptionList"/>
    <dgm:cxn modelId="{DE38D2B7-5BBB-470C-A05F-D6DFFF8CAC9F}" type="presParOf" srcId="{B7A56863-6FB4-4E7F-B3EF-13C85E2399E0}" destId="{820E5BE0-0A85-47AE-9B26-2D46CB29E119}" srcOrd="4" destOrd="0" presId="urn:microsoft.com/office/officeart/2018/2/layout/IconLabelDescriptionList"/>
  </dgm:cxnLst>
  <dgm:bg/>
  <dgm:whole/>
  <dgm:extLst>
    <a:ext uri="http://schemas.microsoft.com/office/drawing/2008/diagram">
      <dsp:dataModelExt xmlns:dsp="http://schemas.microsoft.com/office/drawing/2008/diagram" relId="rId6" minVer="http://schemas.openxmlformats.org/drawingml/2006/diagram"/>
    </a:ext>
  </dgm:extLst>
</dgm:dataModel>
</file>

<file path=ppt/diagrams/data36.xml><?xml version="1.0" encoding="utf-8"?>
<dgm:dataModel xmlns:dgm="http://schemas.openxmlformats.org/drawingml/2006/diagram" xmlns:a="http://schemas.openxmlformats.org/drawingml/2006/main">
  <dgm:ptLst>
    <dgm:pt modelId="{66BD5A17-35DB-498A-ADE9-6EADB35AD96D}" type="doc">
      <dgm:prSet loTypeId="urn:microsoft.com/office/officeart/2018/5/layout/CenteredIconLabelDescriptionList" loCatId="icon" qsTypeId="urn:microsoft.com/office/officeart/2005/8/quickstyle/simple1" qsCatId="simple" csTypeId="urn:microsoft.com/office/officeart/2018/5/colors/Iconchunking_neutralbg_colorful2" csCatId="colorful" phldr="1"/>
      <dgm:spPr/>
      <dgm:t>
        <a:bodyPr/>
        <a:lstStyle/>
        <a:p>
          <a:endParaRPr lang="en-US"/>
        </a:p>
      </dgm:t>
    </dgm:pt>
    <dgm:pt modelId="{97B55448-48B6-4EC0-A81E-7E783F54F8D8}">
      <dgm:prSet/>
      <dgm:spPr/>
      <dgm:t>
        <a:bodyPr/>
        <a:lstStyle/>
        <a:p>
          <a:pPr>
            <a:lnSpc>
              <a:spcPct val="100000"/>
            </a:lnSpc>
            <a:defRPr b="1"/>
          </a:pPr>
          <a:r>
            <a:rPr lang="en-US" dirty="0"/>
            <a:t>unlocking script</a:t>
          </a:r>
        </a:p>
      </dgm:t>
    </dgm:pt>
    <dgm:pt modelId="{CA8B1224-569E-4841-B7F4-C2CC68FB57D0}" type="parTrans" cxnId="{90F90738-0BE8-4703-A028-49CF2FC083F4}">
      <dgm:prSet/>
      <dgm:spPr/>
      <dgm:t>
        <a:bodyPr/>
        <a:lstStyle/>
        <a:p>
          <a:endParaRPr lang="en-US"/>
        </a:p>
      </dgm:t>
    </dgm:pt>
    <dgm:pt modelId="{1ECEF774-42F3-4309-A6AA-8A9FC52B3DC4}" type="sibTrans" cxnId="{90F90738-0BE8-4703-A028-49CF2FC083F4}">
      <dgm:prSet/>
      <dgm:spPr/>
      <dgm:t>
        <a:bodyPr/>
        <a:lstStyle/>
        <a:p>
          <a:endParaRPr lang="en-US"/>
        </a:p>
      </dgm:t>
    </dgm:pt>
    <dgm:pt modelId="{D1C47A03-CE75-4820-95F0-0D29742CFF16}">
      <dgm:prSet/>
      <dgm:spPr/>
      <dgm:t>
        <a:bodyPr/>
        <a:lstStyle/>
        <a:p>
          <a:pPr>
            <a:lnSpc>
              <a:spcPct val="100000"/>
            </a:lnSpc>
          </a:pPr>
          <a:r>
            <a:rPr lang="en-US" dirty="0"/>
            <a:t>and public key. </a:t>
          </a:r>
        </a:p>
      </dgm:t>
    </dgm:pt>
    <dgm:pt modelId="{823CC6C9-D4DB-426B-8008-CA73C2C0D79F}" type="parTrans" cxnId="{97EF7904-0ECA-4DB2-858C-0E25B0801786}">
      <dgm:prSet/>
      <dgm:spPr/>
      <dgm:t>
        <a:bodyPr/>
        <a:lstStyle/>
        <a:p>
          <a:endParaRPr lang="en-US"/>
        </a:p>
      </dgm:t>
    </dgm:pt>
    <dgm:pt modelId="{98817EBC-E356-4F51-B859-C407BE5C2EE7}" type="sibTrans" cxnId="{97EF7904-0ECA-4DB2-858C-0E25B0801786}">
      <dgm:prSet/>
      <dgm:spPr/>
      <dgm:t>
        <a:bodyPr/>
        <a:lstStyle/>
        <a:p>
          <a:endParaRPr lang="en-US"/>
        </a:p>
      </dgm:t>
    </dgm:pt>
    <dgm:pt modelId="{B0BBF958-F790-48EE-87F7-387224A14A86}">
      <dgm:prSet/>
      <dgm:spPr/>
      <dgm:t>
        <a:bodyPr/>
        <a:lstStyle/>
        <a:p>
          <a:pPr>
            <a:lnSpc>
              <a:spcPct val="100000"/>
            </a:lnSpc>
            <a:defRPr b="1"/>
          </a:pPr>
          <a:r>
            <a:rPr lang="tr-TR"/>
            <a:t>Exceptions</a:t>
          </a:r>
          <a:endParaRPr lang="en-US"/>
        </a:p>
      </dgm:t>
    </dgm:pt>
    <dgm:pt modelId="{9F27DC7A-A88E-429A-A4A4-93E36223AF35}" type="parTrans" cxnId="{E950C802-C6D5-430C-B385-EF4B09E2D248}">
      <dgm:prSet/>
      <dgm:spPr/>
      <dgm:t>
        <a:bodyPr/>
        <a:lstStyle/>
        <a:p>
          <a:endParaRPr lang="en-US"/>
        </a:p>
      </dgm:t>
    </dgm:pt>
    <dgm:pt modelId="{6F4FB2C4-8888-471E-9D25-D7C97775E0CA}" type="sibTrans" cxnId="{E950C802-C6D5-430C-B385-EF4B09E2D248}">
      <dgm:prSet/>
      <dgm:spPr/>
      <dgm:t>
        <a:bodyPr/>
        <a:lstStyle/>
        <a:p>
          <a:endParaRPr lang="en-US"/>
        </a:p>
      </dgm:t>
    </dgm:pt>
    <dgm:pt modelId="{AE4D151D-3462-4C4E-BA9B-723D329F43A8}">
      <dgm:prSet/>
      <dgm:spPr/>
      <dgm:t>
        <a:bodyPr/>
        <a:lstStyle/>
        <a:p>
          <a:pPr>
            <a:lnSpc>
              <a:spcPct val="100000"/>
            </a:lnSpc>
          </a:pPr>
          <a:r>
            <a:rPr lang="tr-TR" dirty="0"/>
            <a:t>Usually </a:t>
          </a:r>
          <a:r>
            <a:rPr lang="en-US" dirty="0"/>
            <a:t>is a </a:t>
          </a:r>
          <a:r>
            <a:rPr lang="en-US" b="1" dirty="0"/>
            <a:t>digital signature </a:t>
          </a:r>
        </a:p>
      </dgm:t>
    </dgm:pt>
    <dgm:pt modelId="{E319FEEC-3034-4B3D-BFA3-22C0C8A5371A}" type="parTrans" cxnId="{BBA7BCDF-F957-46AB-A484-8251D8C6EBD3}">
      <dgm:prSet/>
      <dgm:spPr/>
      <dgm:t>
        <a:bodyPr/>
        <a:lstStyle/>
        <a:p>
          <a:endParaRPr lang="tr-TR"/>
        </a:p>
      </dgm:t>
    </dgm:pt>
    <dgm:pt modelId="{3AF3170D-6855-4428-910A-BE6B2BE8057D}" type="sibTrans" cxnId="{BBA7BCDF-F957-46AB-A484-8251D8C6EBD3}">
      <dgm:prSet/>
      <dgm:spPr/>
      <dgm:t>
        <a:bodyPr/>
        <a:lstStyle/>
        <a:p>
          <a:endParaRPr lang="tr-TR"/>
        </a:p>
      </dgm:t>
    </dgm:pt>
    <dgm:pt modelId="{FAB3281C-5EB2-4F05-B9CC-4B023382CC85}">
      <dgm:prSet/>
      <dgm:spPr/>
      <dgm:t>
        <a:bodyPr/>
        <a:lstStyle/>
        <a:p>
          <a:pPr>
            <a:lnSpc>
              <a:spcPct val="100000"/>
            </a:lnSpc>
          </a:pPr>
          <a:r>
            <a:rPr lang="en-US" dirty="0"/>
            <a:t>not all unlocking scripts</a:t>
          </a:r>
        </a:p>
      </dgm:t>
    </dgm:pt>
    <dgm:pt modelId="{414C2311-A6B3-4FE9-8CE4-BBE5C69AB678}" type="parTrans" cxnId="{6877864F-011F-478E-938E-3ED81D91AD52}">
      <dgm:prSet/>
      <dgm:spPr/>
      <dgm:t>
        <a:bodyPr/>
        <a:lstStyle/>
        <a:p>
          <a:endParaRPr lang="tr-TR"/>
        </a:p>
      </dgm:t>
    </dgm:pt>
    <dgm:pt modelId="{B82D12DD-D99A-43EB-9DED-4F5820D23E8D}" type="sibTrans" cxnId="{6877864F-011F-478E-938E-3ED81D91AD52}">
      <dgm:prSet/>
      <dgm:spPr/>
      <dgm:t>
        <a:bodyPr/>
        <a:lstStyle/>
        <a:p>
          <a:endParaRPr lang="tr-TR"/>
        </a:p>
      </dgm:t>
    </dgm:pt>
    <dgm:pt modelId="{AA54FA4F-41AE-4765-9539-8F91F28DB84A}">
      <dgm:prSet/>
      <dgm:spPr/>
      <dgm:t>
        <a:bodyPr/>
        <a:lstStyle/>
        <a:p>
          <a:pPr>
            <a:lnSpc>
              <a:spcPct val="100000"/>
            </a:lnSpc>
          </a:pPr>
          <a:r>
            <a:rPr lang="en-US" dirty="0"/>
            <a:t>contain signatures</a:t>
          </a:r>
        </a:p>
      </dgm:t>
    </dgm:pt>
    <dgm:pt modelId="{12635D28-A075-4990-897E-9D470CF5E5DA}" type="parTrans" cxnId="{F2A5A717-0472-4149-9801-E3751A8A2C8D}">
      <dgm:prSet/>
      <dgm:spPr/>
      <dgm:t>
        <a:bodyPr/>
        <a:lstStyle/>
        <a:p>
          <a:endParaRPr lang="tr-TR"/>
        </a:p>
      </dgm:t>
    </dgm:pt>
    <dgm:pt modelId="{0A9F2243-6E8C-49C8-BF65-301F30AEC57F}" type="sibTrans" cxnId="{F2A5A717-0472-4149-9801-E3751A8A2C8D}">
      <dgm:prSet/>
      <dgm:spPr/>
      <dgm:t>
        <a:bodyPr/>
        <a:lstStyle/>
        <a:p>
          <a:endParaRPr lang="tr-TR"/>
        </a:p>
      </dgm:t>
    </dgm:pt>
    <dgm:pt modelId="{F302D6DD-DD42-4AD0-BF23-331506AD78EC}">
      <dgm:prSet/>
      <dgm:spPr/>
      <dgm:t>
        <a:bodyPr/>
        <a:lstStyle/>
        <a:p>
          <a:pPr>
            <a:lnSpc>
              <a:spcPct val="100000"/>
            </a:lnSpc>
          </a:pPr>
          <a:r>
            <a:rPr lang="en-US" dirty="0"/>
            <a:t>proving</a:t>
          </a:r>
          <a:r>
            <a:rPr lang="tr-TR" dirty="0"/>
            <a:t> </a:t>
          </a:r>
          <a:r>
            <a:rPr lang="en-US" dirty="0"/>
            <a:t>ownership of the bitcoin</a:t>
          </a:r>
          <a:endParaRPr lang="en-US" b="1" dirty="0"/>
        </a:p>
      </dgm:t>
    </dgm:pt>
    <dgm:pt modelId="{36E7E06F-8ABB-46A5-8A4A-1A6537C40AFA}" type="parTrans" cxnId="{309E211C-6D75-41EA-87FA-F68BFB286CB7}">
      <dgm:prSet/>
      <dgm:spPr/>
      <dgm:t>
        <a:bodyPr/>
        <a:lstStyle/>
        <a:p>
          <a:endParaRPr lang="tr-TR"/>
        </a:p>
      </dgm:t>
    </dgm:pt>
    <dgm:pt modelId="{2120F615-D9F0-4D5F-AAD3-3DFBD8D9C1CB}" type="sibTrans" cxnId="{309E211C-6D75-41EA-87FA-F68BFB286CB7}">
      <dgm:prSet/>
      <dgm:spPr/>
      <dgm:t>
        <a:bodyPr/>
        <a:lstStyle/>
        <a:p>
          <a:endParaRPr lang="tr-TR"/>
        </a:p>
      </dgm:t>
    </dgm:pt>
    <dgm:pt modelId="{BB2A19EB-1D58-4E56-B3D6-AB0565D8ACAE}">
      <dgm:prSet/>
      <dgm:spPr/>
      <dgm:t>
        <a:bodyPr/>
        <a:lstStyle/>
        <a:p>
          <a:pPr>
            <a:lnSpc>
              <a:spcPct val="100000"/>
            </a:lnSpc>
            <a:defRPr b="1"/>
          </a:pPr>
          <a:r>
            <a:rPr lang="tr-TR" b="1" dirty="0"/>
            <a:t>Content</a:t>
          </a:r>
          <a:endParaRPr lang="en-US" b="1" dirty="0"/>
        </a:p>
      </dgm:t>
    </dgm:pt>
    <dgm:pt modelId="{A6A2A858-4C45-430D-9F4B-50E20D58D21F}" type="parTrans" cxnId="{DBF07E36-0C6C-4D31-B81E-76A784F8D993}">
      <dgm:prSet/>
      <dgm:spPr/>
      <dgm:t>
        <a:bodyPr/>
        <a:lstStyle/>
        <a:p>
          <a:endParaRPr lang="tr-TR"/>
        </a:p>
      </dgm:t>
    </dgm:pt>
    <dgm:pt modelId="{4C4D7837-90E2-47E6-ADDA-971CEC83BF73}" type="sibTrans" cxnId="{DBF07E36-0C6C-4D31-B81E-76A784F8D993}">
      <dgm:prSet/>
      <dgm:spPr/>
      <dgm:t>
        <a:bodyPr/>
        <a:lstStyle/>
        <a:p>
          <a:endParaRPr lang="tr-TR"/>
        </a:p>
      </dgm:t>
    </dgm:pt>
    <dgm:pt modelId="{A7ADB13A-045B-4907-9AD5-10455501B54A}" type="pres">
      <dgm:prSet presAssocID="{66BD5A17-35DB-498A-ADE9-6EADB35AD96D}" presName="root" presStyleCnt="0">
        <dgm:presLayoutVars>
          <dgm:dir/>
          <dgm:resizeHandles val="exact"/>
        </dgm:presLayoutVars>
      </dgm:prSet>
      <dgm:spPr/>
    </dgm:pt>
    <dgm:pt modelId="{DD73E17B-3871-4962-B246-595F829D2CA5}" type="pres">
      <dgm:prSet presAssocID="{97B55448-48B6-4EC0-A81E-7E783F54F8D8}" presName="compNode" presStyleCnt="0"/>
      <dgm:spPr/>
    </dgm:pt>
    <dgm:pt modelId="{717A60CA-561A-404A-BC9F-29FAEB76F7B9}" type="pres">
      <dgm:prSet presAssocID="{97B55448-48B6-4EC0-A81E-7E783F54F8D8}" presName="iconRect" presStyleLbl="node1" presStyleIdx="0" presStyleCnt="3"/>
      <dgm:spPr>
        <a:blipFill>
          <a:blip xmlns:r="http://schemas.openxmlformats.org/officeDocument/2006/relationships" r:embed="rId1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2"/>
              </a:ext>
            </a:extLst>
          </a:blip>
          <a:stretch>
            <a:fillRect/>
          </a:stretch>
        </a:blipFill>
        <a:ln>
          <a:noFill/>
        </a:ln>
      </dgm:spPr>
      <dgm:extLst>
        <a:ext uri="{E40237B7-FDA0-4F09-8148-C483321AD2D9}">
          <dgm14:cNvPr xmlns:dgm14="http://schemas.microsoft.com/office/drawing/2010/diagram" id="0" name="" descr="Key"/>
        </a:ext>
      </dgm:extLst>
    </dgm:pt>
    <dgm:pt modelId="{FD041469-2F0A-4CBA-A055-CAEFE9A21A07}" type="pres">
      <dgm:prSet presAssocID="{97B55448-48B6-4EC0-A81E-7E783F54F8D8}" presName="iconSpace" presStyleCnt="0"/>
      <dgm:spPr/>
    </dgm:pt>
    <dgm:pt modelId="{E26396E7-1A72-45E1-AB66-AADBC07BE226}" type="pres">
      <dgm:prSet presAssocID="{97B55448-48B6-4EC0-A81E-7E783F54F8D8}" presName="parTx" presStyleLbl="revTx" presStyleIdx="0" presStyleCnt="6">
        <dgm:presLayoutVars>
          <dgm:chMax val="0"/>
          <dgm:chPref val="0"/>
        </dgm:presLayoutVars>
      </dgm:prSet>
      <dgm:spPr/>
    </dgm:pt>
    <dgm:pt modelId="{33446886-2AE5-4537-A762-A92F46F63AE6}" type="pres">
      <dgm:prSet presAssocID="{97B55448-48B6-4EC0-A81E-7E783F54F8D8}" presName="txSpace" presStyleCnt="0"/>
      <dgm:spPr/>
    </dgm:pt>
    <dgm:pt modelId="{16CE1368-B62D-48CB-8809-065F210D76AB}" type="pres">
      <dgm:prSet presAssocID="{97B55448-48B6-4EC0-A81E-7E783F54F8D8}" presName="desTx" presStyleLbl="revTx" presStyleIdx="1" presStyleCnt="6">
        <dgm:presLayoutVars/>
      </dgm:prSet>
      <dgm:spPr/>
    </dgm:pt>
    <dgm:pt modelId="{81255461-F753-442B-A873-AC3BE618B283}" type="pres">
      <dgm:prSet presAssocID="{1ECEF774-42F3-4309-A6AA-8A9FC52B3DC4}" presName="sibTrans" presStyleCnt="0"/>
      <dgm:spPr/>
    </dgm:pt>
    <dgm:pt modelId="{8CD2A030-5A83-46A5-BF15-B4C489F9CE10}" type="pres">
      <dgm:prSet presAssocID="{BB2A19EB-1D58-4E56-B3D6-AB0565D8ACAE}" presName="compNode" presStyleCnt="0"/>
      <dgm:spPr/>
    </dgm:pt>
    <dgm:pt modelId="{4749F76C-963C-407D-8C6E-37EC155C83E1}" type="pres">
      <dgm:prSet presAssocID="{BB2A19EB-1D58-4E56-B3D6-AB0565D8ACAE}" presName="iconRect" presStyleLbl="node1" presStyleIdx="1" presStyleCnt="3"/>
      <dgm:spPr>
        <a:blipFill rotWithShape="1">
          <a:blip xmlns:r="http://schemas.openxmlformats.org/officeDocument/2006/relationships" r:embed="rId3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4"/>
              </a:ext>
            </a:extLst>
          </a:blip>
          <a:srcRect/>
          <a:stretch>
            <a:fillRect/>
          </a:stretch>
        </a:blipFill>
      </dgm:spPr>
    </dgm:pt>
    <dgm:pt modelId="{C0460B3E-3337-4054-813E-F63ECE539161}" type="pres">
      <dgm:prSet presAssocID="{BB2A19EB-1D58-4E56-B3D6-AB0565D8ACAE}" presName="iconSpace" presStyleCnt="0"/>
      <dgm:spPr/>
    </dgm:pt>
    <dgm:pt modelId="{E59445EB-90B8-400B-8492-56C4986C14C6}" type="pres">
      <dgm:prSet presAssocID="{BB2A19EB-1D58-4E56-B3D6-AB0565D8ACAE}" presName="parTx" presStyleLbl="revTx" presStyleIdx="2" presStyleCnt="6">
        <dgm:presLayoutVars>
          <dgm:chMax val="0"/>
          <dgm:chPref val="0"/>
        </dgm:presLayoutVars>
      </dgm:prSet>
      <dgm:spPr/>
    </dgm:pt>
    <dgm:pt modelId="{D6972075-3AE3-4838-8E2C-71DDDE619765}" type="pres">
      <dgm:prSet presAssocID="{BB2A19EB-1D58-4E56-B3D6-AB0565D8ACAE}" presName="txSpace" presStyleCnt="0"/>
      <dgm:spPr/>
    </dgm:pt>
    <dgm:pt modelId="{E1F75254-CAB8-4733-9D1D-DFC2F6D98D04}" type="pres">
      <dgm:prSet presAssocID="{BB2A19EB-1D58-4E56-B3D6-AB0565D8ACAE}" presName="desTx" presStyleLbl="revTx" presStyleIdx="3" presStyleCnt="6">
        <dgm:presLayoutVars/>
      </dgm:prSet>
      <dgm:spPr/>
    </dgm:pt>
    <dgm:pt modelId="{35A87060-6A6D-46BB-98C9-84F6FA0B66D4}" type="pres">
      <dgm:prSet presAssocID="{4C4D7837-90E2-47E6-ADDA-971CEC83BF73}" presName="sibTrans" presStyleCnt="0"/>
      <dgm:spPr/>
    </dgm:pt>
    <dgm:pt modelId="{7FEA218D-58E7-4995-A010-21268347215B}" type="pres">
      <dgm:prSet presAssocID="{B0BBF958-F790-48EE-87F7-387224A14A86}" presName="compNode" presStyleCnt="0"/>
      <dgm:spPr/>
    </dgm:pt>
    <dgm:pt modelId="{D348B67B-CE7C-4A3C-A338-9CEF1198BB84}" type="pres">
      <dgm:prSet presAssocID="{B0BBF958-F790-48EE-87F7-387224A14A86}" presName="iconRect" presStyleLbl="node1" presStyleIdx="2" presStyleCnt="3"/>
      <dgm:spPr>
        <a:blipFill>
          <a:blip xmlns:r="http://schemas.openxmlformats.org/officeDocument/2006/relationships" r:embed="rId5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6"/>
              </a:ext>
            </a:extLst>
          </a:blip>
          <a:stretch>
            <a:fillRect/>
          </a:stretch>
        </a:blipFill>
        <a:ln>
          <a:noFill/>
        </a:ln>
      </dgm:spPr>
      <dgm:extLst>
        <a:ext uri="{E40237B7-FDA0-4F09-8148-C483321AD2D9}">
          <dgm14:cNvPr xmlns:dgm14="http://schemas.microsoft.com/office/drawing/2010/diagram" id="0" name="" descr="Unlock"/>
        </a:ext>
      </dgm:extLst>
    </dgm:pt>
    <dgm:pt modelId="{F97DD5ED-0741-438E-B294-5030C17E7080}" type="pres">
      <dgm:prSet presAssocID="{B0BBF958-F790-48EE-87F7-387224A14A86}" presName="iconSpace" presStyleCnt="0"/>
      <dgm:spPr/>
    </dgm:pt>
    <dgm:pt modelId="{0DC21F2B-71DF-449B-90F7-20F652D78E07}" type="pres">
      <dgm:prSet presAssocID="{B0BBF958-F790-48EE-87F7-387224A14A86}" presName="parTx" presStyleLbl="revTx" presStyleIdx="4" presStyleCnt="6">
        <dgm:presLayoutVars>
          <dgm:chMax val="0"/>
          <dgm:chPref val="0"/>
        </dgm:presLayoutVars>
      </dgm:prSet>
      <dgm:spPr/>
    </dgm:pt>
    <dgm:pt modelId="{DE1AEE6F-BBC3-43D8-B4B8-2356C5507D8C}" type="pres">
      <dgm:prSet presAssocID="{B0BBF958-F790-48EE-87F7-387224A14A86}" presName="txSpace" presStyleCnt="0"/>
      <dgm:spPr/>
    </dgm:pt>
    <dgm:pt modelId="{09D768CD-DEEB-4EE5-811D-E13666447554}" type="pres">
      <dgm:prSet presAssocID="{B0BBF958-F790-48EE-87F7-387224A14A86}" presName="desTx" presStyleLbl="revTx" presStyleIdx="5" presStyleCnt="6">
        <dgm:presLayoutVars/>
      </dgm:prSet>
      <dgm:spPr/>
    </dgm:pt>
  </dgm:ptLst>
  <dgm:cxnLst>
    <dgm:cxn modelId="{65BCE800-975F-4E35-B26B-40650B33CC7D}" type="presOf" srcId="{B0BBF958-F790-48EE-87F7-387224A14A86}" destId="{0DC21F2B-71DF-449B-90F7-20F652D78E07}" srcOrd="0" destOrd="0" presId="urn:microsoft.com/office/officeart/2018/5/layout/CenteredIconLabelDescriptionList"/>
    <dgm:cxn modelId="{E950C802-C6D5-430C-B385-EF4B09E2D248}" srcId="{66BD5A17-35DB-498A-ADE9-6EADB35AD96D}" destId="{B0BBF958-F790-48EE-87F7-387224A14A86}" srcOrd="2" destOrd="0" parTransId="{9F27DC7A-A88E-429A-A4A4-93E36223AF35}" sibTransId="{6F4FB2C4-8888-471E-9D25-D7C97775E0CA}"/>
    <dgm:cxn modelId="{97EF7904-0ECA-4DB2-858C-0E25B0801786}" srcId="{BB2A19EB-1D58-4E56-B3D6-AB0565D8ACAE}" destId="{D1C47A03-CE75-4820-95F0-0D29742CFF16}" srcOrd="1" destOrd="0" parTransId="{823CC6C9-D4DB-426B-8008-CA73C2C0D79F}" sibTransId="{98817EBC-E356-4F51-B859-C407BE5C2EE7}"/>
    <dgm:cxn modelId="{8A7E8210-0516-46BA-8EDF-AFC7F4941493}" type="presOf" srcId="{FAB3281C-5EB2-4F05-B9CC-4B023382CC85}" destId="{09D768CD-DEEB-4EE5-811D-E13666447554}" srcOrd="0" destOrd="0" presId="urn:microsoft.com/office/officeart/2018/5/layout/CenteredIconLabelDescriptionList"/>
    <dgm:cxn modelId="{F2A5A717-0472-4149-9801-E3751A8A2C8D}" srcId="{B0BBF958-F790-48EE-87F7-387224A14A86}" destId="{AA54FA4F-41AE-4765-9539-8F91F28DB84A}" srcOrd="1" destOrd="0" parTransId="{12635D28-A075-4990-897E-9D470CF5E5DA}" sibTransId="{0A9F2243-6E8C-49C8-BF65-301F30AEC57F}"/>
    <dgm:cxn modelId="{309E211C-6D75-41EA-87FA-F68BFB286CB7}" srcId="{97B55448-48B6-4EC0-A81E-7E783F54F8D8}" destId="{F302D6DD-DD42-4AD0-BF23-331506AD78EC}" srcOrd="0" destOrd="0" parTransId="{36E7E06F-8ABB-46A5-8A4A-1A6537C40AFA}" sibTransId="{2120F615-D9F0-4D5F-AAD3-3DFBD8D9C1CB}"/>
    <dgm:cxn modelId="{75A38A26-FB30-4AAA-BD8B-02AD6A528680}" type="presOf" srcId="{D1C47A03-CE75-4820-95F0-0D29742CFF16}" destId="{E1F75254-CAB8-4733-9D1D-DFC2F6D98D04}" srcOrd="0" destOrd="1" presId="urn:microsoft.com/office/officeart/2018/5/layout/CenteredIconLabelDescriptionList"/>
    <dgm:cxn modelId="{374BED31-11DF-4E7F-B0F1-7060EFBBF52D}" type="presOf" srcId="{66BD5A17-35DB-498A-ADE9-6EADB35AD96D}" destId="{A7ADB13A-045B-4907-9AD5-10455501B54A}" srcOrd="0" destOrd="0" presId="urn:microsoft.com/office/officeart/2018/5/layout/CenteredIconLabelDescriptionList"/>
    <dgm:cxn modelId="{DBF07E36-0C6C-4D31-B81E-76A784F8D993}" srcId="{66BD5A17-35DB-498A-ADE9-6EADB35AD96D}" destId="{BB2A19EB-1D58-4E56-B3D6-AB0565D8ACAE}" srcOrd="1" destOrd="0" parTransId="{A6A2A858-4C45-430D-9F4B-50E20D58D21F}" sibTransId="{4C4D7837-90E2-47E6-ADDA-971CEC83BF73}"/>
    <dgm:cxn modelId="{90F90738-0BE8-4703-A028-49CF2FC083F4}" srcId="{66BD5A17-35DB-498A-ADE9-6EADB35AD96D}" destId="{97B55448-48B6-4EC0-A81E-7E783F54F8D8}" srcOrd="0" destOrd="0" parTransId="{CA8B1224-569E-4841-B7F4-C2CC68FB57D0}" sibTransId="{1ECEF774-42F3-4309-A6AA-8A9FC52B3DC4}"/>
    <dgm:cxn modelId="{18D79A38-5F56-4E24-BD9E-E25138DBEBCB}" type="presOf" srcId="{97B55448-48B6-4EC0-A81E-7E783F54F8D8}" destId="{E26396E7-1A72-45E1-AB66-AADBC07BE226}" srcOrd="0" destOrd="0" presId="urn:microsoft.com/office/officeart/2018/5/layout/CenteredIconLabelDescriptionList"/>
    <dgm:cxn modelId="{6877864F-011F-478E-938E-3ED81D91AD52}" srcId="{B0BBF958-F790-48EE-87F7-387224A14A86}" destId="{FAB3281C-5EB2-4F05-B9CC-4B023382CC85}" srcOrd="0" destOrd="0" parTransId="{414C2311-A6B3-4FE9-8CE4-BBE5C69AB678}" sibTransId="{B82D12DD-D99A-43EB-9DED-4F5820D23E8D}"/>
    <dgm:cxn modelId="{BADA5051-97CB-4133-9F2D-0B8D40D9F111}" type="presOf" srcId="{AA54FA4F-41AE-4765-9539-8F91F28DB84A}" destId="{09D768CD-DEEB-4EE5-811D-E13666447554}" srcOrd="0" destOrd="1" presId="urn:microsoft.com/office/officeart/2018/5/layout/CenteredIconLabelDescriptionList"/>
    <dgm:cxn modelId="{8B9CC6A8-5B4A-4508-8661-28FFB73C5932}" type="presOf" srcId="{F302D6DD-DD42-4AD0-BF23-331506AD78EC}" destId="{16CE1368-B62D-48CB-8809-065F210D76AB}" srcOrd="0" destOrd="0" presId="urn:microsoft.com/office/officeart/2018/5/layout/CenteredIconLabelDescriptionList"/>
    <dgm:cxn modelId="{A9EF9ABC-6B77-40F7-907D-C8E0B6D0F9A0}" type="presOf" srcId="{AE4D151D-3462-4C4E-BA9B-723D329F43A8}" destId="{E1F75254-CAB8-4733-9D1D-DFC2F6D98D04}" srcOrd="0" destOrd="0" presId="urn:microsoft.com/office/officeart/2018/5/layout/CenteredIconLabelDescriptionList"/>
    <dgm:cxn modelId="{BBA7BCDF-F957-46AB-A484-8251D8C6EBD3}" srcId="{BB2A19EB-1D58-4E56-B3D6-AB0565D8ACAE}" destId="{AE4D151D-3462-4C4E-BA9B-723D329F43A8}" srcOrd="0" destOrd="0" parTransId="{E319FEEC-3034-4B3D-BFA3-22C0C8A5371A}" sibTransId="{3AF3170D-6855-4428-910A-BE6B2BE8057D}"/>
    <dgm:cxn modelId="{00B3C7E4-A404-4DB6-A6ED-4F25774E33D7}" type="presOf" srcId="{BB2A19EB-1D58-4E56-B3D6-AB0565D8ACAE}" destId="{E59445EB-90B8-400B-8492-56C4986C14C6}" srcOrd="0" destOrd="0" presId="urn:microsoft.com/office/officeart/2018/5/layout/CenteredIconLabelDescriptionList"/>
    <dgm:cxn modelId="{D3C3C243-F677-4D2A-85F9-728522457CB4}" type="presParOf" srcId="{A7ADB13A-045B-4907-9AD5-10455501B54A}" destId="{DD73E17B-3871-4962-B246-595F829D2CA5}" srcOrd="0" destOrd="0" presId="urn:microsoft.com/office/officeart/2018/5/layout/CenteredIconLabelDescriptionList"/>
    <dgm:cxn modelId="{F35A83CC-8426-45FA-997D-98A4B4694152}" type="presParOf" srcId="{DD73E17B-3871-4962-B246-595F829D2CA5}" destId="{717A60CA-561A-404A-BC9F-29FAEB76F7B9}" srcOrd="0" destOrd="0" presId="urn:microsoft.com/office/officeart/2018/5/layout/CenteredIconLabelDescriptionList"/>
    <dgm:cxn modelId="{EF5314C8-0F73-4E5E-925B-0B6203FF7023}" type="presParOf" srcId="{DD73E17B-3871-4962-B246-595F829D2CA5}" destId="{FD041469-2F0A-4CBA-A055-CAEFE9A21A07}" srcOrd="1" destOrd="0" presId="urn:microsoft.com/office/officeart/2018/5/layout/CenteredIconLabelDescriptionList"/>
    <dgm:cxn modelId="{6FF640E0-53DD-4400-9644-FEDAA55104F4}" type="presParOf" srcId="{DD73E17B-3871-4962-B246-595F829D2CA5}" destId="{E26396E7-1A72-45E1-AB66-AADBC07BE226}" srcOrd="2" destOrd="0" presId="urn:microsoft.com/office/officeart/2018/5/layout/CenteredIconLabelDescriptionList"/>
    <dgm:cxn modelId="{EE3151C1-82A9-49C1-B420-6E2DCADB8707}" type="presParOf" srcId="{DD73E17B-3871-4962-B246-595F829D2CA5}" destId="{33446886-2AE5-4537-A762-A92F46F63AE6}" srcOrd="3" destOrd="0" presId="urn:microsoft.com/office/officeart/2018/5/layout/CenteredIconLabelDescriptionList"/>
    <dgm:cxn modelId="{9A34581C-9744-4BE6-95F4-4EA52CC203B9}" type="presParOf" srcId="{DD73E17B-3871-4962-B246-595F829D2CA5}" destId="{16CE1368-B62D-48CB-8809-065F210D76AB}" srcOrd="4" destOrd="0" presId="urn:microsoft.com/office/officeart/2018/5/layout/CenteredIconLabelDescriptionList"/>
    <dgm:cxn modelId="{64C65FDF-62C6-414B-AEE3-8FAC92D69E06}" type="presParOf" srcId="{A7ADB13A-045B-4907-9AD5-10455501B54A}" destId="{81255461-F753-442B-A873-AC3BE618B283}" srcOrd="1" destOrd="0" presId="urn:microsoft.com/office/officeart/2018/5/layout/CenteredIconLabelDescriptionList"/>
    <dgm:cxn modelId="{2BD418C0-9798-4D35-97E0-B2E229821D3D}" type="presParOf" srcId="{A7ADB13A-045B-4907-9AD5-10455501B54A}" destId="{8CD2A030-5A83-46A5-BF15-B4C489F9CE10}" srcOrd="2" destOrd="0" presId="urn:microsoft.com/office/officeart/2018/5/layout/CenteredIconLabelDescriptionList"/>
    <dgm:cxn modelId="{4DBD4F98-F3EB-4665-AABF-5B3B8F963C1B}" type="presParOf" srcId="{8CD2A030-5A83-46A5-BF15-B4C489F9CE10}" destId="{4749F76C-963C-407D-8C6E-37EC155C83E1}" srcOrd="0" destOrd="0" presId="urn:microsoft.com/office/officeart/2018/5/layout/CenteredIconLabelDescriptionList"/>
    <dgm:cxn modelId="{17A13CD8-B4EC-421F-B36D-27C991F0866A}" type="presParOf" srcId="{8CD2A030-5A83-46A5-BF15-B4C489F9CE10}" destId="{C0460B3E-3337-4054-813E-F63ECE539161}" srcOrd="1" destOrd="0" presId="urn:microsoft.com/office/officeart/2018/5/layout/CenteredIconLabelDescriptionList"/>
    <dgm:cxn modelId="{4E8A621E-03D5-401F-9B3E-7E58A3AE7E1D}" type="presParOf" srcId="{8CD2A030-5A83-46A5-BF15-B4C489F9CE10}" destId="{E59445EB-90B8-400B-8492-56C4986C14C6}" srcOrd="2" destOrd="0" presId="urn:microsoft.com/office/officeart/2018/5/layout/CenteredIconLabelDescriptionList"/>
    <dgm:cxn modelId="{6322D3EF-418D-4FC7-8DDB-82B910A7F52F}" type="presParOf" srcId="{8CD2A030-5A83-46A5-BF15-B4C489F9CE10}" destId="{D6972075-3AE3-4838-8E2C-71DDDE619765}" srcOrd="3" destOrd="0" presId="urn:microsoft.com/office/officeart/2018/5/layout/CenteredIconLabelDescriptionList"/>
    <dgm:cxn modelId="{91A76BFC-E617-47D1-8E94-69FF6B872A9A}" type="presParOf" srcId="{8CD2A030-5A83-46A5-BF15-B4C489F9CE10}" destId="{E1F75254-CAB8-4733-9D1D-DFC2F6D98D04}" srcOrd="4" destOrd="0" presId="urn:microsoft.com/office/officeart/2018/5/layout/CenteredIconLabelDescriptionList"/>
    <dgm:cxn modelId="{8FCAC9E7-14EB-41C7-9482-FCDB4D98CCE1}" type="presParOf" srcId="{A7ADB13A-045B-4907-9AD5-10455501B54A}" destId="{35A87060-6A6D-46BB-98C9-84F6FA0B66D4}" srcOrd="3" destOrd="0" presId="urn:microsoft.com/office/officeart/2018/5/layout/CenteredIconLabelDescriptionList"/>
    <dgm:cxn modelId="{256A2E7A-88FD-4A23-88A0-661B69928A73}" type="presParOf" srcId="{A7ADB13A-045B-4907-9AD5-10455501B54A}" destId="{7FEA218D-58E7-4995-A010-21268347215B}" srcOrd="4" destOrd="0" presId="urn:microsoft.com/office/officeart/2018/5/layout/CenteredIconLabelDescriptionList"/>
    <dgm:cxn modelId="{76295BF7-C39D-47DF-BE12-0FEC3F9AC0BB}" type="presParOf" srcId="{7FEA218D-58E7-4995-A010-21268347215B}" destId="{D348B67B-CE7C-4A3C-A338-9CEF1198BB84}" srcOrd="0" destOrd="0" presId="urn:microsoft.com/office/officeart/2018/5/layout/CenteredIconLabelDescriptionList"/>
    <dgm:cxn modelId="{21217B20-7324-4B9C-ADA8-E9F2A5D57777}" type="presParOf" srcId="{7FEA218D-58E7-4995-A010-21268347215B}" destId="{F97DD5ED-0741-438E-B294-5030C17E7080}" srcOrd="1" destOrd="0" presId="urn:microsoft.com/office/officeart/2018/5/layout/CenteredIconLabelDescriptionList"/>
    <dgm:cxn modelId="{32FF1132-8320-4ECC-8030-546EE9CA14AB}" type="presParOf" srcId="{7FEA218D-58E7-4995-A010-21268347215B}" destId="{0DC21F2B-71DF-449B-90F7-20F652D78E07}" srcOrd="2" destOrd="0" presId="urn:microsoft.com/office/officeart/2018/5/layout/CenteredIconLabelDescriptionList"/>
    <dgm:cxn modelId="{2665C852-94FB-4F21-B62C-BBF64132B9CC}" type="presParOf" srcId="{7FEA218D-58E7-4995-A010-21268347215B}" destId="{DE1AEE6F-BBC3-43D8-B4B8-2356C5507D8C}" srcOrd="3" destOrd="0" presId="urn:microsoft.com/office/officeart/2018/5/layout/CenteredIconLabelDescriptionList"/>
    <dgm:cxn modelId="{68F81769-583F-4EDC-B6C4-DD76505248CA}" type="presParOf" srcId="{7FEA218D-58E7-4995-A010-21268347215B}" destId="{09D768CD-DEEB-4EE5-811D-E13666447554}" srcOrd="4" destOrd="0" presId="urn:microsoft.com/office/officeart/2018/5/layout/CenteredIconLabelDescriptionList"/>
  </dgm:cxnLst>
  <dgm:bg/>
  <dgm:whole/>
  <dgm:extLst>
    <a:ext uri="http://schemas.microsoft.com/office/drawing/2008/diagram">
      <dsp:dataModelExt xmlns:dsp="http://schemas.microsoft.com/office/drawing/2008/diagram" relId="rId6" minVer="http://schemas.openxmlformats.org/drawingml/2006/diagram"/>
    </a:ext>
  </dgm:extLst>
</dgm:dataModel>
</file>

<file path=ppt/diagrams/data37.xml><?xml version="1.0" encoding="utf-8"?>
<dgm:dataModel xmlns:dgm="http://schemas.openxmlformats.org/drawingml/2006/diagram" xmlns:a="http://schemas.openxmlformats.org/drawingml/2006/main">
  <dgm:ptLst>
    <dgm:pt modelId="{553C81B1-6E77-4115-9289-905D591D1AC9}" type="doc">
      <dgm:prSet loTypeId="urn:microsoft.com/office/officeart/2018/5/layout/CenteredIconLabelDescriptionList" loCatId="icon" qsTypeId="urn:microsoft.com/office/officeart/2005/8/quickstyle/simple1" qsCatId="simple" csTypeId="urn:microsoft.com/office/officeart/2018/5/colors/Iconchunking_neutralbg_colorful1" csCatId="colorful" phldr="1"/>
      <dgm:spPr/>
      <dgm:t>
        <a:bodyPr/>
        <a:lstStyle/>
        <a:p>
          <a:endParaRPr lang="en-US"/>
        </a:p>
      </dgm:t>
    </dgm:pt>
    <dgm:pt modelId="{508B5FFF-9F6A-4E75-BE52-477AE04DDD9F}">
      <dgm:prSet/>
      <dgm:spPr/>
      <dgm:t>
        <a:bodyPr/>
        <a:lstStyle/>
        <a:p>
          <a:pPr>
            <a:lnSpc>
              <a:spcPct val="100000"/>
            </a:lnSpc>
            <a:defRPr b="1"/>
          </a:pPr>
          <a:r>
            <a:rPr lang="tr-TR"/>
            <a:t>The unlocking </a:t>
          </a:r>
          <a:r>
            <a:rPr lang="en-US"/>
            <a:t>script</a:t>
          </a:r>
        </a:p>
      </dgm:t>
    </dgm:pt>
    <dgm:pt modelId="{3760CA46-A897-4FA5-8FA8-9F17CF5C455B}" type="parTrans" cxnId="{C578DC0A-97B4-4D34-B428-A98517BBC341}">
      <dgm:prSet/>
      <dgm:spPr/>
      <dgm:t>
        <a:bodyPr/>
        <a:lstStyle/>
        <a:p>
          <a:endParaRPr lang="en-US"/>
        </a:p>
      </dgm:t>
    </dgm:pt>
    <dgm:pt modelId="{927D5B7F-B1CA-4FA8-8BC5-B88969EE4493}" type="sibTrans" cxnId="{C578DC0A-97B4-4D34-B428-A98517BBC341}">
      <dgm:prSet/>
      <dgm:spPr/>
      <dgm:t>
        <a:bodyPr/>
        <a:lstStyle/>
        <a:p>
          <a:endParaRPr lang="en-US"/>
        </a:p>
      </dgm:t>
    </dgm:pt>
    <dgm:pt modelId="{8DA1526F-BD2F-4A4A-8236-2B372B6A0DF0}">
      <dgm:prSet/>
      <dgm:spPr/>
      <dgm:t>
        <a:bodyPr/>
        <a:lstStyle/>
        <a:p>
          <a:pPr>
            <a:lnSpc>
              <a:spcPct val="100000"/>
            </a:lnSpc>
          </a:pPr>
          <a:r>
            <a:rPr lang="en-US" dirty="0"/>
            <a:t>is constructed</a:t>
          </a:r>
        </a:p>
      </dgm:t>
    </dgm:pt>
    <dgm:pt modelId="{AC67397E-5D70-445A-B522-9560D58E85CE}" type="parTrans" cxnId="{DAB5DE0D-28F6-479A-8D51-CCF353B111FA}">
      <dgm:prSet/>
      <dgm:spPr/>
      <dgm:t>
        <a:bodyPr/>
        <a:lstStyle/>
        <a:p>
          <a:endParaRPr lang="tr-TR"/>
        </a:p>
      </dgm:t>
    </dgm:pt>
    <dgm:pt modelId="{B6452454-0889-4FFA-B3F9-A5320B536772}" type="sibTrans" cxnId="{DAB5DE0D-28F6-479A-8D51-CCF353B111FA}">
      <dgm:prSet/>
      <dgm:spPr/>
      <dgm:t>
        <a:bodyPr/>
        <a:lstStyle/>
        <a:p>
          <a:endParaRPr lang="tr-TR"/>
        </a:p>
      </dgm:t>
    </dgm:pt>
    <dgm:pt modelId="{2975A6F7-82FA-4F0C-8836-86E433B4E61E}">
      <dgm:prSet/>
      <dgm:spPr/>
      <dgm:t>
        <a:bodyPr/>
        <a:lstStyle/>
        <a:p>
          <a:pPr>
            <a:lnSpc>
              <a:spcPct val="100000"/>
            </a:lnSpc>
          </a:pPr>
          <a:r>
            <a:rPr lang="en-US" dirty="0"/>
            <a:t>by </a:t>
          </a:r>
          <a:r>
            <a:rPr lang="tr-TR" dirty="0" err="1"/>
            <a:t>sender</a:t>
          </a:r>
          <a:r>
            <a:rPr lang="en-US" dirty="0"/>
            <a:t>’s wallet</a:t>
          </a:r>
        </a:p>
      </dgm:t>
    </dgm:pt>
    <dgm:pt modelId="{51CE8AC6-7455-4900-B7C5-75BD4DC714D5}" type="parTrans" cxnId="{F26932F2-04B3-4485-A0C5-0F6FABC4824C}">
      <dgm:prSet/>
      <dgm:spPr/>
      <dgm:t>
        <a:bodyPr/>
        <a:lstStyle/>
        <a:p>
          <a:endParaRPr lang="tr-TR"/>
        </a:p>
      </dgm:t>
    </dgm:pt>
    <dgm:pt modelId="{4CC2B487-EF82-4677-8155-FF300B409275}" type="sibTrans" cxnId="{F26932F2-04B3-4485-A0C5-0F6FABC4824C}">
      <dgm:prSet/>
      <dgm:spPr/>
      <dgm:t>
        <a:bodyPr/>
        <a:lstStyle/>
        <a:p>
          <a:endParaRPr lang="tr-TR"/>
        </a:p>
      </dgm:t>
    </dgm:pt>
    <dgm:pt modelId="{39C1EEB9-61D2-4AEB-A369-66B2E5AEBEB3}" type="pres">
      <dgm:prSet presAssocID="{553C81B1-6E77-4115-9289-905D591D1AC9}" presName="root" presStyleCnt="0">
        <dgm:presLayoutVars>
          <dgm:dir/>
          <dgm:resizeHandles val="exact"/>
        </dgm:presLayoutVars>
      </dgm:prSet>
      <dgm:spPr/>
    </dgm:pt>
    <dgm:pt modelId="{590A15D8-3D67-4D64-83AA-0532F985632D}" type="pres">
      <dgm:prSet presAssocID="{508B5FFF-9F6A-4E75-BE52-477AE04DDD9F}" presName="compNode" presStyleCnt="0"/>
      <dgm:spPr/>
    </dgm:pt>
    <dgm:pt modelId="{3CB29960-92C8-46A7-8B70-4FA89A588BE6}" type="pres">
      <dgm:prSet presAssocID="{508B5FFF-9F6A-4E75-BE52-477AE04DDD9F}" presName="iconRect" presStyleLbl="node1" presStyleIdx="0" presStyleCnt="1"/>
      <dgm:spPr>
        <a:blipFill rotWithShape="1">
          <a:blip xmlns:r="http://schemas.openxmlformats.org/officeDocument/2006/relationships" r:embed="rId1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2"/>
              </a:ext>
            </a:extLst>
          </a:blip>
          <a:srcRect/>
          <a:stretch>
            <a:fillRect/>
          </a:stretch>
        </a:blipFill>
        <a:ln>
          <a:noFill/>
        </a:ln>
      </dgm:spPr>
    </dgm:pt>
    <dgm:pt modelId="{44FFC475-3563-419A-AC72-34A62FECD293}" type="pres">
      <dgm:prSet presAssocID="{508B5FFF-9F6A-4E75-BE52-477AE04DDD9F}" presName="iconSpace" presStyleCnt="0"/>
      <dgm:spPr/>
    </dgm:pt>
    <dgm:pt modelId="{ADA8B683-31B9-4587-838D-5A16A8BABDB1}" type="pres">
      <dgm:prSet presAssocID="{508B5FFF-9F6A-4E75-BE52-477AE04DDD9F}" presName="parTx" presStyleLbl="revTx" presStyleIdx="0" presStyleCnt="2">
        <dgm:presLayoutVars>
          <dgm:chMax val="0"/>
          <dgm:chPref val="0"/>
        </dgm:presLayoutVars>
      </dgm:prSet>
      <dgm:spPr/>
    </dgm:pt>
    <dgm:pt modelId="{B077B84D-1CD2-4601-BA5A-E76B233EDDB2}" type="pres">
      <dgm:prSet presAssocID="{508B5FFF-9F6A-4E75-BE52-477AE04DDD9F}" presName="txSpace" presStyleCnt="0"/>
      <dgm:spPr/>
    </dgm:pt>
    <dgm:pt modelId="{EF6A1519-A72D-4574-8219-7D73F892D3E9}" type="pres">
      <dgm:prSet presAssocID="{508B5FFF-9F6A-4E75-BE52-477AE04DDD9F}" presName="desTx" presStyleLbl="revTx" presStyleIdx="1" presStyleCnt="2">
        <dgm:presLayoutVars/>
      </dgm:prSet>
      <dgm:spPr/>
    </dgm:pt>
  </dgm:ptLst>
  <dgm:cxnLst>
    <dgm:cxn modelId="{C578DC0A-97B4-4D34-B428-A98517BBC341}" srcId="{553C81B1-6E77-4115-9289-905D591D1AC9}" destId="{508B5FFF-9F6A-4E75-BE52-477AE04DDD9F}" srcOrd="0" destOrd="0" parTransId="{3760CA46-A897-4FA5-8FA8-9F17CF5C455B}" sibTransId="{927D5B7F-B1CA-4FA8-8BC5-B88969EE4493}"/>
    <dgm:cxn modelId="{DAB5DE0D-28F6-479A-8D51-CCF353B111FA}" srcId="{508B5FFF-9F6A-4E75-BE52-477AE04DDD9F}" destId="{8DA1526F-BD2F-4A4A-8236-2B372B6A0DF0}" srcOrd="0" destOrd="0" parTransId="{AC67397E-5D70-445A-B522-9560D58E85CE}" sibTransId="{B6452454-0889-4FFA-B3F9-A5320B536772}"/>
    <dgm:cxn modelId="{C9086C6B-00E7-4DB5-B3ED-F4435164D33D}" type="presOf" srcId="{8DA1526F-BD2F-4A4A-8236-2B372B6A0DF0}" destId="{EF6A1519-A72D-4574-8219-7D73F892D3E9}" srcOrd="0" destOrd="0" presId="urn:microsoft.com/office/officeart/2018/5/layout/CenteredIconLabelDescriptionList"/>
    <dgm:cxn modelId="{190B86A6-3138-4C5F-A912-7CC0FDB3883E}" type="presOf" srcId="{508B5FFF-9F6A-4E75-BE52-477AE04DDD9F}" destId="{ADA8B683-31B9-4587-838D-5A16A8BABDB1}" srcOrd="0" destOrd="0" presId="urn:microsoft.com/office/officeart/2018/5/layout/CenteredIconLabelDescriptionList"/>
    <dgm:cxn modelId="{DE7134DE-6EE9-4E7F-9963-B1048915A679}" type="presOf" srcId="{553C81B1-6E77-4115-9289-905D591D1AC9}" destId="{39C1EEB9-61D2-4AEB-A369-66B2E5AEBEB3}" srcOrd="0" destOrd="0" presId="urn:microsoft.com/office/officeart/2018/5/layout/CenteredIconLabelDescriptionList"/>
    <dgm:cxn modelId="{F26932F2-04B3-4485-A0C5-0F6FABC4824C}" srcId="{508B5FFF-9F6A-4E75-BE52-477AE04DDD9F}" destId="{2975A6F7-82FA-4F0C-8836-86E433B4E61E}" srcOrd="1" destOrd="0" parTransId="{51CE8AC6-7455-4900-B7C5-75BD4DC714D5}" sibTransId="{4CC2B487-EF82-4677-8155-FF300B409275}"/>
    <dgm:cxn modelId="{578185F9-CD17-4E77-BEA3-077F5BF7C381}" type="presOf" srcId="{2975A6F7-82FA-4F0C-8836-86E433B4E61E}" destId="{EF6A1519-A72D-4574-8219-7D73F892D3E9}" srcOrd="0" destOrd="1" presId="urn:microsoft.com/office/officeart/2018/5/layout/CenteredIconLabelDescriptionList"/>
    <dgm:cxn modelId="{3AF5B0AD-9564-4507-8728-F8699815BE0E}" type="presParOf" srcId="{39C1EEB9-61D2-4AEB-A369-66B2E5AEBEB3}" destId="{590A15D8-3D67-4D64-83AA-0532F985632D}" srcOrd="0" destOrd="0" presId="urn:microsoft.com/office/officeart/2018/5/layout/CenteredIconLabelDescriptionList"/>
    <dgm:cxn modelId="{83C54761-EF29-43D2-AF01-D37653D4020F}" type="presParOf" srcId="{590A15D8-3D67-4D64-83AA-0532F985632D}" destId="{3CB29960-92C8-46A7-8B70-4FA89A588BE6}" srcOrd="0" destOrd="0" presId="urn:microsoft.com/office/officeart/2018/5/layout/CenteredIconLabelDescriptionList"/>
    <dgm:cxn modelId="{F88C7D86-F773-49C4-9062-5A7F4F90E423}" type="presParOf" srcId="{590A15D8-3D67-4D64-83AA-0532F985632D}" destId="{44FFC475-3563-419A-AC72-34A62FECD293}" srcOrd="1" destOrd="0" presId="urn:microsoft.com/office/officeart/2018/5/layout/CenteredIconLabelDescriptionList"/>
    <dgm:cxn modelId="{60F92026-AB31-44C7-B265-BCD7352FA7AB}" type="presParOf" srcId="{590A15D8-3D67-4D64-83AA-0532F985632D}" destId="{ADA8B683-31B9-4587-838D-5A16A8BABDB1}" srcOrd="2" destOrd="0" presId="urn:microsoft.com/office/officeart/2018/5/layout/CenteredIconLabelDescriptionList"/>
    <dgm:cxn modelId="{81616FE8-5A6A-42C3-B67F-6BD737EB8E46}" type="presParOf" srcId="{590A15D8-3D67-4D64-83AA-0532F985632D}" destId="{B077B84D-1CD2-4601-BA5A-E76B233EDDB2}" srcOrd="3" destOrd="0" presId="urn:microsoft.com/office/officeart/2018/5/layout/CenteredIconLabelDescriptionList"/>
    <dgm:cxn modelId="{54644EEF-01B2-4ED0-B731-7D0979708BC5}" type="presParOf" srcId="{590A15D8-3D67-4D64-83AA-0532F985632D}" destId="{EF6A1519-A72D-4574-8219-7D73F892D3E9}" srcOrd="4" destOrd="0" presId="urn:microsoft.com/office/officeart/2018/5/layout/CenteredIconLabelDescriptionList"/>
  </dgm:cxnLst>
  <dgm:bg/>
  <dgm:whole/>
  <dgm:extLst>
    <a:ext uri="http://schemas.microsoft.com/office/drawing/2008/diagram">
      <dsp:dataModelExt xmlns:dsp="http://schemas.microsoft.com/office/drawing/2008/diagram" relId="rId6" minVer="http://schemas.openxmlformats.org/drawingml/2006/diagram"/>
    </a:ext>
  </dgm:extLst>
</dgm:dataModel>
</file>

<file path=ppt/diagrams/data38.xml><?xml version="1.0" encoding="utf-8"?>
<dgm:dataModel xmlns:dgm="http://schemas.openxmlformats.org/drawingml/2006/diagram" xmlns:a="http://schemas.openxmlformats.org/drawingml/2006/main">
  <dgm:ptLst>
    <dgm:pt modelId="{553C81B1-6E77-4115-9289-905D591D1AC9}" type="doc">
      <dgm:prSet loTypeId="urn:microsoft.com/office/officeart/2018/5/layout/CenteredIconLabelDescriptionList" loCatId="icon" qsTypeId="urn:microsoft.com/office/officeart/2005/8/quickstyle/simple1" qsCatId="simple" csTypeId="urn:microsoft.com/office/officeart/2018/5/colors/Iconchunking_neutralbg_colorful1" csCatId="colorful" phldr="1"/>
      <dgm:spPr/>
      <dgm:t>
        <a:bodyPr/>
        <a:lstStyle/>
        <a:p>
          <a:endParaRPr lang="en-US"/>
        </a:p>
      </dgm:t>
    </dgm:pt>
    <dgm:pt modelId="{508B5FFF-9F6A-4E75-BE52-477AE04DDD9F}">
      <dgm:prSet/>
      <dgm:spPr/>
      <dgm:t>
        <a:bodyPr/>
        <a:lstStyle/>
        <a:p>
          <a:pPr>
            <a:lnSpc>
              <a:spcPct val="100000"/>
            </a:lnSpc>
            <a:defRPr b="1"/>
          </a:pPr>
          <a:r>
            <a:rPr lang="tr-TR"/>
            <a:t>The unlocking script</a:t>
          </a:r>
          <a:endParaRPr lang="en-US"/>
        </a:p>
      </dgm:t>
    </dgm:pt>
    <dgm:pt modelId="{3760CA46-A897-4FA5-8FA8-9F17CF5C455B}" type="parTrans" cxnId="{C578DC0A-97B4-4D34-B428-A98517BBC341}">
      <dgm:prSet/>
      <dgm:spPr/>
      <dgm:t>
        <a:bodyPr/>
        <a:lstStyle/>
        <a:p>
          <a:endParaRPr lang="en-US"/>
        </a:p>
      </dgm:t>
    </dgm:pt>
    <dgm:pt modelId="{927D5B7F-B1CA-4FA8-8BC5-B88969EE4493}" type="sibTrans" cxnId="{C578DC0A-97B4-4D34-B428-A98517BBC341}">
      <dgm:prSet/>
      <dgm:spPr/>
      <dgm:t>
        <a:bodyPr/>
        <a:lstStyle/>
        <a:p>
          <a:endParaRPr lang="en-US"/>
        </a:p>
      </dgm:t>
    </dgm:pt>
    <dgm:pt modelId="{3422F952-AEEC-493F-BA55-BDD36063AEB9}">
      <dgm:prSet/>
      <dgm:spPr/>
      <dgm:t>
        <a:bodyPr/>
        <a:lstStyle/>
        <a:p>
          <a:pPr>
            <a:lnSpc>
              <a:spcPct val="100000"/>
            </a:lnSpc>
          </a:pPr>
          <a:r>
            <a:rPr lang="tr-TR"/>
            <a:t>retrieve</a:t>
          </a:r>
          <a:r>
            <a:rPr lang="en-US"/>
            <a:t> the referenced UTXO </a:t>
          </a:r>
        </a:p>
      </dgm:t>
    </dgm:pt>
    <dgm:pt modelId="{06D0343C-3D38-481B-99C3-D50C1DDB651E}" type="parTrans" cxnId="{E805D43E-C216-4221-A8DE-072F1A969EE8}">
      <dgm:prSet/>
      <dgm:spPr/>
      <dgm:t>
        <a:bodyPr/>
        <a:lstStyle/>
        <a:p>
          <a:endParaRPr lang="en-US"/>
        </a:p>
      </dgm:t>
    </dgm:pt>
    <dgm:pt modelId="{CED9F21E-412A-4A0F-B419-7695F3CD585B}" type="sibTrans" cxnId="{E805D43E-C216-4221-A8DE-072F1A969EE8}">
      <dgm:prSet/>
      <dgm:spPr/>
      <dgm:t>
        <a:bodyPr/>
        <a:lstStyle/>
        <a:p>
          <a:endParaRPr lang="en-US"/>
        </a:p>
      </dgm:t>
    </dgm:pt>
    <dgm:pt modelId="{E55F2DD4-3C05-46A7-B500-4E32273F0AFB}">
      <dgm:prSet/>
      <dgm:spPr/>
      <dgm:t>
        <a:bodyPr/>
        <a:lstStyle/>
        <a:p>
          <a:pPr>
            <a:lnSpc>
              <a:spcPct val="100000"/>
            </a:lnSpc>
          </a:pPr>
          <a:r>
            <a:rPr lang="tr-TR"/>
            <a:t>examine </a:t>
          </a:r>
          <a:r>
            <a:rPr lang="en-US"/>
            <a:t>its locking script </a:t>
          </a:r>
        </a:p>
      </dgm:t>
    </dgm:pt>
    <dgm:pt modelId="{F6E7CF22-C344-4D5C-81FB-006632F98DE6}" type="parTrans" cxnId="{31CC7438-454F-411F-95FB-6394237C6C77}">
      <dgm:prSet/>
      <dgm:spPr/>
      <dgm:t>
        <a:bodyPr/>
        <a:lstStyle/>
        <a:p>
          <a:endParaRPr lang="en-US"/>
        </a:p>
      </dgm:t>
    </dgm:pt>
    <dgm:pt modelId="{57EBD63F-86B6-4FC8-B8AD-34042E90182D}" type="sibTrans" cxnId="{31CC7438-454F-411F-95FB-6394237C6C77}">
      <dgm:prSet/>
      <dgm:spPr/>
      <dgm:t>
        <a:bodyPr/>
        <a:lstStyle/>
        <a:p>
          <a:endParaRPr lang="en-US"/>
        </a:p>
      </dgm:t>
    </dgm:pt>
    <dgm:pt modelId="{5697947C-3FFA-4D74-A946-8A88E658E728}">
      <dgm:prSet/>
      <dgm:spPr/>
      <dgm:t>
        <a:bodyPr/>
        <a:lstStyle/>
        <a:p>
          <a:pPr>
            <a:lnSpc>
              <a:spcPct val="100000"/>
            </a:lnSpc>
          </a:pPr>
          <a:r>
            <a:rPr lang="en-US"/>
            <a:t>build the unlocking script</a:t>
          </a:r>
        </a:p>
      </dgm:t>
    </dgm:pt>
    <dgm:pt modelId="{78338367-76B1-491E-90B9-A0D7C5B9EF91}" type="parTrans" cxnId="{87E745CC-62C6-4CA3-97FB-4F37304D1F63}">
      <dgm:prSet/>
      <dgm:spPr/>
      <dgm:t>
        <a:bodyPr/>
        <a:lstStyle/>
        <a:p>
          <a:endParaRPr lang="en-US"/>
        </a:p>
      </dgm:t>
    </dgm:pt>
    <dgm:pt modelId="{6074D103-A9C5-407F-ADFA-D1AB516FFE39}" type="sibTrans" cxnId="{87E745CC-62C6-4CA3-97FB-4F37304D1F63}">
      <dgm:prSet/>
      <dgm:spPr/>
      <dgm:t>
        <a:bodyPr/>
        <a:lstStyle/>
        <a:p>
          <a:endParaRPr lang="en-US"/>
        </a:p>
      </dgm:t>
    </dgm:pt>
    <dgm:pt modelId="{2C21162A-A542-4459-9ACD-2C11EF66F2E4}">
      <dgm:prSet/>
      <dgm:spPr/>
      <dgm:t>
        <a:bodyPr/>
        <a:lstStyle/>
        <a:p>
          <a:pPr>
            <a:lnSpc>
              <a:spcPct val="100000"/>
            </a:lnSpc>
            <a:defRPr b="1"/>
          </a:pPr>
          <a:r>
            <a:rPr lang="tr-TR"/>
            <a:t>1</a:t>
          </a:r>
          <a:endParaRPr lang="en-US"/>
        </a:p>
      </dgm:t>
    </dgm:pt>
    <dgm:pt modelId="{ADCC19E5-E5DD-40FB-AD71-AF87C4E2CEA0}" type="parTrans" cxnId="{37F6A493-FC9C-4256-B469-E6EEB1B06571}">
      <dgm:prSet/>
      <dgm:spPr/>
      <dgm:t>
        <a:bodyPr/>
        <a:lstStyle/>
        <a:p>
          <a:endParaRPr lang="tr-TR"/>
        </a:p>
      </dgm:t>
    </dgm:pt>
    <dgm:pt modelId="{5EC2EC23-EA8A-4FB3-BC2C-87F8006F22A4}" type="sibTrans" cxnId="{37F6A493-FC9C-4256-B469-E6EEB1B06571}">
      <dgm:prSet/>
      <dgm:spPr/>
      <dgm:t>
        <a:bodyPr/>
        <a:lstStyle/>
        <a:p>
          <a:endParaRPr lang="tr-TR"/>
        </a:p>
      </dgm:t>
    </dgm:pt>
    <dgm:pt modelId="{13349AFE-C74F-40A5-B014-07C4021EAF44}">
      <dgm:prSet/>
      <dgm:spPr/>
      <dgm:t>
        <a:bodyPr/>
        <a:lstStyle/>
        <a:p>
          <a:pPr>
            <a:lnSpc>
              <a:spcPct val="100000"/>
            </a:lnSpc>
          </a:pPr>
          <a:r>
            <a:rPr lang="en-US"/>
            <a:t>to</a:t>
          </a:r>
          <a:r>
            <a:rPr lang="tr-TR"/>
            <a:t> satisfy it</a:t>
          </a:r>
          <a:endParaRPr lang="en-US"/>
        </a:p>
      </dgm:t>
    </dgm:pt>
    <dgm:pt modelId="{3888E187-4E22-47A0-8F05-558D537064F3}" type="parTrans" cxnId="{A435B9E0-6654-4FFA-8EC2-0BC10F73CDAA}">
      <dgm:prSet/>
      <dgm:spPr/>
      <dgm:t>
        <a:bodyPr/>
        <a:lstStyle/>
        <a:p>
          <a:endParaRPr lang="tr-TR"/>
        </a:p>
      </dgm:t>
    </dgm:pt>
    <dgm:pt modelId="{055A40FE-DC94-4F31-8F9B-AC37A4A44483}" type="sibTrans" cxnId="{A435B9E0-6654-4FFA-8EC2-0BC10F73CDAA}">
      <dgm:prSet/>
      <dgm:spPr/>
      <dgm:t>
        <a:bodyPr/>
        <a:lstStyle/>
        <a:p>
          <a:endParaRPr lang="tr-TR"/>
        </a:p>
      </dgm:t>
    </dgm:pt>
    <dgm:pt modelId="{AE44D771-C538-483E-8716-CBBC51EE9B1C}">
      <dgm:prSet/>
      <dgm:spPr/>
      <dgm:t>
        <a:bodyPr/>
        <a:lstStyle/>
        <a:p>
          <a:pPr>
            <a:lnSpc>
              <a:spcPct val="100000"/>
            </a:lnSpc>
          </a:pPr>
          <a:r>
            <a:rPr lang="tr-TR"/>
            <a:t>Construction steps</a:t>
          </a:r>
          <a:endParaRPr lang="en-US"/>
        </a:p>
      </dgm:t>
    </dgm:pt>
    <dgm:pt modelId="{62B52723-0EBC-475E-BAC5-9B63EE349091}" type="parTrans" cxnId="{3F6015EC-2559-4A84-9E12-FD5C31D29071}">
      <dgm:prSet/>
      <dgm:spPr/>
      <dgm:t>
        <a:bodyPr/>
        <a:lstStyle/>
        <a:p>
          <a:endParaRPr lang="tr-TR"/>
        </a:p>
      </dgm:t>
    </dgm:pt>
    <dgm:pt modelId="{B79D0EB9-022C-46F5-80F5-D0B7A3937F5B}" type="sibTrans" cxnId="{3F6015EC-2559-4A84-9E12-FD5C31D29071}">
      <dgm:prSet/>
      <dgm:spPr/>
      <dgm:t>
        <a:bodyPr/>
        <a:lstStyle/>
        <a:p>
          <a:endParaRPr lang="tr-TR"/>
        </a:p>
      </dgm:t>
    </dgm:pt>
    <dgm:pt modelId="{E4F1E63E-7B99-4748-B8CD-6FD5199BB83B}">
      <dgm:prSet/>
      <dgm:spPr/>
      <dgm:t>
        <a:bodyPr/>
        <a:lstStyle/>
        <a:p>
          <a:pPr>
            <a:lnSpc>
              <a:spcPct val="100000"/>
            </a:lnSpc>
            <a:defRPr b="1"/>
          </a:pPr>
          <a:r>
            <a:rPr lang="tr-TR"/>
            <a:t>2</a:t>
          </a:r>
          <a:endParaRPr lang="en-US"/>
        </a:p>
      </dgm:t>
    </dgm:pt>
    <dgm:pt modelId="{0CF96415-EE08-4ED9-B99F-96BF0FC38298}" type="parTrans" cxnId="{58912C02-20B5-4E6F-B209-457396262006}">
      <dgm:prSet/>
      <dgm:spPr/>
      <dgm:t>
        <a:bodyPr/>
        <a:lstStyle/>
        <a:p>
          <a:endParaRPr lang="tr-TR"/>
        </a:p>
      </dgm:t>
    </dgm:pt>
    <dgm:pt modelId="{52948AAD-CBC1-4B74-A66B-FE1C9EFD29F7}" type="sibTrans" cxnId="{58912C02-20B5-4E6F-B209-457396262006}">
      <dgm:prSet/>
      <dgm:spPr/>
      <dgm:t>
        <a:bodyPr/>
        <a:lstStyle/>
        <a:p>
          <a:endParaRPr lang="tr-TR"/>
        </a:p>
      </dgm:t>
    </dgm:pt>
    <dgm:pt modelId="{DB27543E-0FC9-4213-9D28-784F9A8578CC}">
      <dgm:prSet/>
      <dgm:spPr/>
      <dgm:t>
        <a:bodyPr/>
        <a:lstStyle/>
        <a:p>
          <a:pPr>
            <a:lnSpc>
              <a:spcPct val="100000"/>
            </a:lnSpc>
            <a:defRPr b="1"/>
          </a:pPr>
          <a:r>
            <a:rPr lang="tr-TR"/>
            <a:t>3</a:t>
          </a:r>
          <a:endParaRPr lang="en-US"/>
        </a:p>
      </dgm:t>
    </dgm:pt>
    <dgm:pt modelId="{51509CC6-3C9A-472C-A8A8-A1E254F2BFAC}" type="parTrans" cxnId="{6C4E9482-5F17-42B8-A7B3-9F929759E44E}">
      <dgm:prSet/>
      <dgm:spPr/>
      <dgm:t>
        <a:bodyPr/>
        <a:lstStyle/>
        <a:p>
          <a:endParaRPr lang="tr-TR"/>
        </a:p>
      </dgm:t>
    </dgm:pt>
    <dgm:pt modelId="{320714F2-9B04-42E2-9646-94EF1EC4CD97}" type="sibTrans" cxnId="{6C4E9482-5F17-42B8-A7B3-9F929759E44E}">
      <dgm:prSet/>
      <dgm:spPr/>
      <dgm:t>
        <a:bodyPr/>
        <a:lstStyle/>
        <a:p>
          <a:endParaRPr lang="tr-TR"/>
        </a:p>
      </dgm:t>
    </dgm:pt>
    <dgm:pt modelId="{C961924F-2BBD-4F67-BDF7-470999F1B86A}" type="pres">
      <dgm:prSet presAssocID="{553C81B1-6E77-4115-9289-905D591D1AC9}" presName="root" presStyleCnt="0">
        <dgm:presLayoutVars>
          <dgm:dir/>
          <dgm:resizeHandles val="exact"/>
        </dgm:presLayoutVars>
      </dgm:prSet>
      <dgm:spPr/>
    </dgm:pt>
    <dgm:pt modelId="{97508D22-4EFF-4F25-A08A-144FA275F9EA}" type="pres">
      <dgm:prSet presAssocID="{508B5FFF-9F6A-4E75-BE52-477AE04DDD9F}" presName="compNode" presStyleCnt="0"/>
      <dgm:spPr/>
    </dgm:pt>
    <dgm:pt modelId="{88EF19AE-E429-4277-99BB-CD68A7E5B2B0}" type="pres">
      <dgm:prSet presAssocID="{508B5FFF-9F6A-4E75-BE52-477AE04DDD9F}" presName="iconRect" presStyleLbl="node1" presStyleIdx="0" presStyleCnt="4"/>
      <dgm:spPr>
        <a:blipFill>
          <a:blip xmlns:r="http://schemas.openxmlformats.org/officeDocument/2006/relationships" r:embed="rId1" cstate="email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2"/>
              </a:ext>
            </a:extLst>
          </a:blip>
          <a:stretch>
            <a:fillRect/>
          </a:stretch>
        </a:blipFill>
        <a:ln>
          <a:noFill/>
        </a:ln>
      </dgm:spPr>
      <dgm:extLst>
        <a:ext uri="{E40237B7-FDA0-4F09-8148-C483321AD2D9}">
          <dgm14:cNvPr xmlns:dgm14="http://schemas.microsoft.com/office/drawing/2010/diagram" id="0" name="" descr="Tools"/>
        </a:ext>
      </dgm:extLst>
    </dgm:pt>
    <dgm:pt modelId="{92DCFAFD-E4CD-4DFB-8292-0D4725E1DA9C}" type="pres">
      <dgm:prSet presAssocID="{508B5FFF-9F6A-4E75-BE52-477AE04DDD9F}" presName="iconSpace" presStyleCnt="0"/>
      <dgm:spPr/>
    </dgm:pt>
    <dgm:pt modelId="{8404F58D-CEA7-4241-A042-F6373FB8446A}" type="pres">
      <dgm:prSet presAssocID="{508B5FFF-9F6A-4E75-BE52-477AE04DDD9F}" presName="parTx" presStyleLbl="revTx" presStyleIdx="0" presStyleCnt="8">
        <dgm:presLayoutVars>
          <dgm:chMax val="0"/>
          <dgm:chPref val="0"/>
        </dgm:presLayoutVars>
      </dgm:prSet>
      <dgm:spPr/>
    </dgm:pt>
    <dgm:pt modelId="{337B8801-DBAD-457B-82B5-FFD0C95281EF}" type="pres">
      <dgm:prSet presAssocID="{508B5FFF-9F6A-4E75-BE52-477AE04DDD9F}" presName="txSpace" presStyleCnt="0"/>
      <dgm:spPr/>
    </dgm:pt>
    <dgm:pt modelId="{EFC37F09-8FA7-4DB1-8638-11503DB38BDF}" type="pres">
      <dgm:prSet presAssocID="{508B5FFF-9F6A-4E75-BE52-477AE04DDD9F}" presName="desTx" presStyleLbl="revTx" presStyleIdx="1" presStyleCnt="8">
        <dgm:presLayoutVars/>
      </dgm:prSet>
      <dgm:spPr/>
    </dgm:pt>
    <dgm:pt modelId="{A47FAEC1-2434-44A0-92A8-AABD8776EC4D}" type="pres">
      <dgm:prSet presAssocID="{927D5B7F-B1CA-4FA8-8BC5-B88969EE4493}" presName="sibTrans" presStyleCnt="0"/>
      <dgm:spPr/>
    </dgm:pt>
    <dgm:pt modelId="{369D9E0B-FCEF-4A9B-981E-1FADAC515115}" type="pres">
      <dgm:prSet presAssocID="{2C21162A-A542-4459-9ACD-2C11EF66F2E4}" presName="compNode" presStyleCnt="0"/>
      <dgm:spPr/>
    </dgm:pt>
    <dgm:pt modelId="{5AF69A1F-365F-4960-B51A-76D6E99BB768}" type="pres">
      <dgm:prSet presAssocID="{2C21162A-A542-4459-9ACD-2C11EF66F2E4}" presName="iconRect" presStyleLbl="node1" presStyleIdx="1" presStyleCnt="4"/>
      <dgm:spPr>
        <a:blipFill>
          <a:blip xmlns:r="http://schemas.openxmlformats.org/officeDocument/2006/relationships" r:embed="rId3" cstate="email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4"/>
              </a:ext>
            </a:extLst>
          </a:blip>
          <a:stretch>
            <a:fillRect/>
          </a:stretch>
        </a:blipFill>
        <a:ln>
          <a:noFill/>
        </a:ln>
      </dgm:spPr>
      <dgm:extLst>
        <a:ext uri="{E40237B7-FDA0-4F09-8148-C483321AD2D9}">
          <dgm14:cNvPr xmlns:dgm14="http://schemas.microsoft.com/office/drawing/2010/diagram" id="0" name="" descr="Shredder"/>
        </a:ext>
      </dgm:extLst>
    </dgm:pt>
    <dgm:pt modelId="{93DB20C6-1AE6-48E1-B19F-98EB168EC76F}" type="pres">
      <dgm:prSet presAssocID="{2C21162A-A542-4459-9ACD-2C11EF66F2E4}" presName="iconSpace" presStyleCnt="0"/>
      <dgm:spPr/>
    </dgm:pt>
    <dgm:pt modelId="{B8F7C7F8-8CE2-4C9A-ABFD-6614DB57DAA2}" type="pres">
      <dgm:prSet presAssocID="{2C21162A-A542-4459-9ACD-2C11EF66F2E4}" presName="parTx" presStyleLbl="revTx" presStyleIdx="2" presStyleCnt="8">
        <dgm:presLayoutVars>
          <dgm:chMax val="0"/>
          <dgm:chPref val="0"/>
        </dgm:presLayoutVars>
      </dgm:prSet>
      <dgm:spPr/>
    </dgm:pt>
    <dgm:pt modelId="{B67B47A1-C468-4E37-9353-C6B70E3520F0}" type="pres">
      <dgm:prSet presAssocID="{2C21162A-A542-4459-9ACD-2C11EF66F2E4}" presName="txSpace" presStyleCnt="0"/>
      <dgm:spPr/>
    </dgm:pt>
    <dgm:pt modelId="{4DC8A78C-7173-4FBF-BF20-856833EB7C02}" type="pres">
      <dgm:prSet presAssocID="{2C21162A-A542-4459-9ACD-2C11EF66F2E4}" presName="desTx" presStyleLbl="revTx" presStyleIdx="3" presStyleCnt="8">
        <dgm:presLayoutVars/>
      </dgm:prSet>
      <dgm:spPr/>
    </dgm:pt>
    <dgm:pt modelId="{3EFE7CEF-4794-4556-B99F-17BFA8A54239}" type="pres">
      <dgm:prSet presAssocID="{5EC2EC23-EA8A-4FB3-BC2C-87F8006F22A4}" presName="sibTrans" presStyleCnt="0"/>
      <dgm:spPr/>
    </dgm:pt>
    <dgm:pt modelId="{9CDF1A90-320B-4BE7-8C34-C7E61B41FA2C}" type="pres">
      <dgm:prSet presAssocID="{E4F1E63E-7B99-4748-B8CD-6FD5199BB83B}" presName="compNode" presStyleCnt="0"/>
      <dgm:spPr/>
    </dgm:pt>
    <dgm:pt modelId="{EB034AC7-605D-418B-8CDB-747247E24B2C}" type="pres">
      <dgm:prSet presAssocID="{E4F1E63E-7B99-4748-B8CD-6FD5199BB83B}" presName="iconRect" presStyleLbl="node1" presStyleIdx="2" presStyleCnt="4"/>
      <dgm:spPr>
        <a:blipFill>
          <a:blip xmlns:r="http://schemas.openxmlformats.org/officeDocument/2006/relationships" r:embed="rId5" cstate="email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6"/>
              </a:ext>
            </a:extLst>
          </a:blip>
          <a:stretch>
            <a:fillRect/>
          </a:stretch>
        </a:blipFill>
        <a:ln>
          <a:noFill/>
        </a:ln>
      </dgm:spPr>
      <dgm:extLst>
        <a:ext uri="{E40237B7-FDA0-4F09-8148-C483321AD2D9}">
          <dgm14:cNvPr xmlns:dgm14="http://schemas.microsoft.com/office/drawing/2010/diagram" id="0" name="" descr="Magnifying glass"/>
        </a:ext>
      </dgm:extLst>
    </dgm:pt>
    <dgm:pt modelId="{A304A0F0-EF55-49BA-B54D-14DE31040401}" type="pres">
      <dgm:prSet presAssocID="{E4F1E63E-7B99-4748-B8CD-6FD5199BB83B}" presName="iconSpace" presStyleCnt="0"/>
      <dgm:spPr/>
    </dgm:pt>
    <dgm:pt modelId="{78649013-0012-48CA-A6D0-2E07DE45FAB3}" type="pres">
      <dgm:prSet presAssocID="{E4F1E63E-7B99-4748-B8CD-6FD5199BB83B}" presName="parTx" presStyleLbl="revTx" presStyleIdx="4" presStyleCnt="8">
        <dgm:presLayoutVars>
          <dgm:chMax val="0"/>
          <dgm:chPref val="0"/>
        </dgm:presLayoutVars>
      </dgm:prSet>
      <dgm:spPr/>
    </dgm:pt>
    <dgm:pt modelId="{E784AAFF-2FD0-4D5A-961A-76A1E9907CAC}" type="pres">
      <dgm:prSet presAssocID="{E4F1E63E-7B99-4748-B8CD-6FD5199BB83B}" presName="txSpace" presStyleCnt="0"/>
      <dgm:spPr/>
    </dgm:pt>
    <dgm:pt modelId="{2ADCF681-5A75-4BB5-B2E1-7DA4917467F5}" type="pres">
      <dgm:prSet presAssocID="{E4F1E63E-7B99-4748-B8CD-6FD5199BB83B}" presName="desTx" presStyleLbl="revTx" presStyleIdx="5" presStyleCnt="8">
        <dgm:presLayoutVars/>
      </dgm:prSet>
      <dgm:spPr/>
    </dgm:pt>
    <dgm:pt modelId="{933F6719-58A7-47AF-8A35-C434A2DE3E64}" type="pres">
      <dgm:prSet presAssocID="{52948AAD-CBC1-4B74-A66B-FE1C9EFD29F7}" presName="sibTrans" presStyleCnt="0"/>
      <dgm:spPr/>
    </dgm:pt>
    <dgm:pt modelId="{D6EA4BE8-2910-4024-9EF1-B6D5DCF5D650}" type="pres">
      <dgm:prSet presAssocID="{DB27543E-0FC9-4213-9D28-784F9A8578CC}" presName="compNode" presStyleCnt="0"/>
      <dgm:spPr/>
    </dgm:pt>
    <dgm:pt modelId="{8006D986-9FCD-419B-8B45-25D99C7D7E59}" type="pres">
      <dgm:prSet presAssocID="{DB27543E-0FC9-4213-9D28-784F9A8578CC}" presName="iconRect" presStyleLbl="node1" presStyleIdx="3" presStyleCnt="4"/>
      <dgm:spPr>
        <a:blipFill>
          <a:blip xmlns:r="http://schemas.openxmlformats.org/officeDocument/2006/relationships" r:embed="rId7" cstate="email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8"/>
              </a:ext>
            </a:extLst>
          </a:blip>
          <a:stretch>
            <a:fillRect/>
          </a:stretch>
        </a:blipFill>
        <a:ln>
          <a:noFill/>
        </a:ln>
      </dgm:spPr>
      <dgm:extLst>
        <a:ext uri="{E40237B7-FDA0-4F09-8148-C483321AD2D9}">
          <dgm14:cNvPr xmlns:dgm14="http://schemas.microsoft.com/office/drawing/2010/diagram" id="0" name="" descr="Unlock"/>
        </a:ext>
      </dgm:extLst>
    </dgm:pt>
    <dgm:pt modelId="{FB486543-E6A7-4C08-9A9E-2F9694A81DFE}" type="pres">
      <dgm:prSet presAssocID="{DB27543E-0FC9-4213-9D28-784F9A8578CC}" presName="iconSpace" presStyleCnt="0"/>
      <dgm:spPr/>
    </dgm:pt>
    <dgm:pt modelId="{52478294-01D9-4C2E-95B7-6E3AEC8248C3}" type="pres">
      <dgm:prSet presAssocID="{DB27543E-0FC9-4213-9D28-784F9A8578CC}" presName="parTx" presStyleLbl="revTx" presStyleIdx="6" presStyleCnt="8">
        <dgm:presLayoutVars>
          <dgm:chMax val="0"/>
          <dgm:chPref val="0"/>
        </dgm:presLayoutVars>
      </dgm:prSet>
      <dgm:spPr/>
    </dgm:pt>
    <dgm:pt modelId="{DF71338E-39A9-4FAD-A49C-97ECB6A07359}" type="pres">
      <dgm:prSet presAssocID="{DB27543E-0FC9-4213-9D28-784F9A8578CC}" presName="txSpace" presStyleCnt="0"/>
      <dgm:spPr/>
    </dgm:pt>
    <dgm:pt modelId="{F7ABF7A2-97EB-4AD6-B651-F66A69E7D8C2}" type="pres">
      <dgm:prSet presAssocID="{DB27543E-0FC9-4213-9D28-784F9A8578CC}" presName="desTx" presStyleLbl="revTx" presStyleIdx="7" presStyleCnt="8">
        <dgm:presLayoutVars/>
      </dgm:prSet>
      <dgm:spPr/>
    </dgm:pt>
  </dgm:ptLst>
  <dgm:cxnLst>
    <dgm:cxn modelId="{58912C02-20B5-4E6F-B209-457396262006}" srcId="{553C81B1-6E77-4115-9289-905D591D1AC9}" destId="{E4F1E63E-7B99-4748-B8CD-6FD5199BB83B}" srcOrd="2" destOrd="0" parTransId="{0CF96415-EE08-4ED9-B99F-96BF0FC38298}" sibTransId="{52948AAD-CBC1-4B74-A66B-FE1C9EFD29F7}"/>
    <dgm:cxn modelId="{C578DC0A-97B4-4D34-B428-A98517BBC341}" srcId="{553C81B1-6E77-4115-9289-905D591D1AC9}" destId="{508B5FFF-9F6A-4E75-BE52-477AE04DDD9F}" srcOrd="0" destOrd="0" parTransId="{3760CA46-A897-4FA5-8FA8-9F17CF5C455B}" sibTransId="{927D5B7F-B1CA-4FA8-8BC5-B88969EE4493}"/>
    <dgm:cxn modelId="{3FE11010-D0AA-47E8-A045-040760BC866F}" type="presOf" srcId="{553C81B1-6E77-4115-9289-905D591D1AC9}" destId="{C961924F-2BBD-4F67-BDF7-470999F1B86A}" srcOrd="0" destOrd="0" presId="urn:microsoft.com/office/officeart/2018/5/layout/CenteredIconLabelDescriptionList"/>
    <dgm:cxn modelId="{31CC7438-454F-411F-95FB-6394237C6C77}" srcId="{E4F1E63E-7B99-4748-B8CD-6FD5199BB83B}" destId="{E55F2DD4-3C05-46A7-B500-4E32273F0AFB}" srcOrd="0" destOrd="0" parTransId="{F6E7CF22-C344-4D5C-81FB-006632F98DE6}" sibTransId="{57EBD63F-86B6-4FC8-B8AD-34042E90182D}"/>
    <dgm:cxn modelId="{E805D43E-C216-4221-A8DE-072F1A969EE8}" srcId="{2C21162A-A542-4459-9ACD-2C11EF66F2E4}" destId="{3422F952-AEEC-493F-BA55-BDD36063AEB9}" srcOrd="0" destOrd="0" parTransId="{06D0343C-3D38-481B-99C3-D50C1DDB651E}" sibTransId="{CED9F21E-412A-4A0F-B419-7695F3CD585B}"/>
    <dgm:cxn modelId="{9EF6E93F-0735-48D3-8CD4-04A3607EFA74}" type="presOf" srcId="{5697947C-3FFA-4D74-A946-8A88E658E728}" destId="{F7ABF7A2-97EB-4AD6-B651-F66A69E7D8C2}" srcOrd="0" destOrd="0" presId="urn:microsoft.com/office/officeart/2018/5/layout/CenteredIconLabelDescriptionList"/>
    <dgm:cxn modelId="{4968BC53-C258-40D8-A62C-4F512F8C7DC9}" type="presOf" srcId="{2C21162A-A542-4459-9ACD-2C11EF66F2E4}" destId="{B8F7C7F8-8CE2-4C9A-ABFD-6614DB57DAA2}" srcOrd="0" destOrd="0" presId="urn:microsoft.com/office/officeart/2018/5/layout/CenteredIconLabelDescriptionList"/>
    <dgm:cxn modelId="{6C4E9482-5F17-42B8-A7B3-9F929759E44E}" srcId="{553C81B1-6E77-4115-9289-905D591D1AC9}" destId="{DB27543E-0FC9-4213-9D28-784F9A8578CC}" srcOrd="3" destOrd="0" parTransId="{51509CC6-3C9A-472C-A8A8-A1E254F2BFAC}" sibTransId="{320714F2-9B04-42E2-9646-94EF1EC4CD97}"/>
    <dgm:cxn modelId="{00C0B18D-0247-4EB7-B262-7C0B9A9D63F9}" type="presOf" srcId="{508B5FFF-9F6A-4E75-BE52-477AE04DDD9F}" destId="{8404F58D-CEA7-4241-A042-F6373FB8446A}" srcOrd="0" destOrd="0" presId="urn:microsoft.com/office/officeart/2018/5/layout/CenteredIconLabelDescriptionList"/>
    <dgm:cxn modelId="{A7CF1F8F-58E9-4669-B88B-A3169F77844F}" type="presOf" srcId="{13349AFE-C74F-40A5-B014-07C4021EAF44}" destId="{F7ABF7A2-97EB-4AD6-B651-F66A69E7D8C2}" srcOrd="0" destOrd="1" presId="urn:microsoft.com/office/officeart/2018/5/layout/CenteredIconLabelDescriptionList"/>
    <dgm:cxn modelId="{37F6A493-FC9C-4256-B469-E6EEB1B06571}" srcId="{553C81B1-6E77-4115-9289-905D591D1AC9}" destId="{2C21162A-A542-4459-9ACD-2C11EF66F2E4}" srcOrd="1" destOrd="0" parTransId="{ADCC19E5-E5DD-40FB-AD71-AF87C4E2CEA0}" sibTransId="{5EC2EC23-EA8A-4FB3-BC2C-87F8006F22A4}"/>
    <dgm:cxn modelId="{58356FB7-A057-43FD-B66F-B767F8BE8944}" type="presOf" srcId="{AE44D771-C538-483E-8716-CBBC51EE9B1C}" destId="{EFC37F09-8FA7-4DB1-8638-11503DB38BDF}" srcOrd="0" destOrd="0" presId="urn:microsoft.com/office/officeart/2018/5/layout/CenteredIconLabelDescriptionList"/>
    <dgm:cxn modelId="{0DD1CDBB-7D63-49C2-B2DB-E00B167B5335}" type="presOf" srcId="{E55F2DD4-3C05-46A7-B500-4E32273F0AFB}" destId="{2ADCF681-5A75-4BB5-B2E1-7DA4917467F5}" srcOrd="0" destOrd="0" presId="urn:microsoft.com/office/officeart/2018/5/layout/CenteredIconLabelDescriptionList"/>
    <dgm:cxn modelId="{87E745CC-62C6-4CA3-97FB-4F37304D1F63}" srcId="{DB27543E-0FC9-4213-9D28-784F9A8578CC}" destId="{5697947C-3FFA-4D74-A946-8A88E658E728}" srcOrd="0" destOrd="0" parTransId="{78338367-76B1-491E-90B9-A0D7C5B9EF91}" sibTransId="{6074D103-A9C5-407F-ADFA-D1AB516FFE39}"/>
    <dgm:cxn modelId="{9413C5DC-0EA0-40FF-9759-F0B56976C7B5}" type="presOf" srcId="{3422F952-AEEC-493F-BA55-BDD36063AEB9}" destId="{4DC8A78C-7173-4FBF-BF20-856833EB7C02}" srcOrd="0" destOrd="0" presId="urn:microsoft.com/office/officeart/2018/5/layout/CenteredIconLabelDescriptionList"/>
    <dgm:cxn modelId="{A435B9E0-6654-4FFA-8EC2-0BC10F73CDAA}" srcId="{DB27543E-0FC9-4213-9D28-784F9A8578CC}" destId="{13349AFE-C74F-40A5-B014-07C4021EAF44}" srcOrd="1" destOrd="0" parTransId="{3888E187-4E22-47A0-8F05-558D537064F3}" sibTransId="{055A40FE-DC94-4F31-8F9B-AC37A4A44483}"/>
    <dgm:cxn modelId="{DD32C3E8-33AF-479F-B881-CA9B25B2591E}" type="presOf" srcId="{E4F1E63E-7B99-4748-B8CD-6FD5199BB83B}" destId="{78649013-0012-48CA-A6D0-2E07DE45FAB3}" srcOrd="0" destOrd="0" presId="urn:microsoft.com/office/officeart/2018/5/layout/CenteredIconLabelDescriptionList"/>
    <dgm:cxn modelId="{3F6015EC-2559-4A84-9E12-FD5C31D29071}" srcId="{508B5FFF-9F6A-4E75-BE52-477AE04DDD9F}" destId="{AE44D771-C538-483E-8716-CBBC51EE9B1C}" srcOrd="0" destOrd="0" parTransId="{62B52723-0EBC-475E-BAC5-9B63EE349091}" sibTransId="{B79D0EB9-022C-46F5-80F5-D0B7A3937F5B}"/>
    <dgm:cxn modelId="{79B73EFB-150D-4A59-9E96-7A640EDA73C1}" type="presOf" srcId="{DB27543E-0FC9-4213-9D28-784F9A8578CC}" destId="{52478294-01D9-4C2E-95B7-6E3AEC8248C3}" srcOrd="0" destOrd="0" presId="urn:microsoft.com/office/officeart/2018/5/layout/CenteredIconLabelDescriptionList"/>
    <dgm:cxn modelId="{24BEDE0D-FDE6-4935-BB80-872CA27FD6A2}" type="presParOf" srcId="{C961924F-2BBD-4F67-BDF7-470999F1B86A}" destId="{97508D22-4EFF-4F25-A08A-144FA275F9EA}" srcOrd="0" destOrd="0" presId="urn:microsoft.com/office/officeart/2018/5/layout/CenteredIconLabelDescriptionList"/>
    <dgm:cxn modelId="{9D5CF27F-589E-4081-9E68-0AD6EBB0E815}" type="presParOf" srcId="{97508D22-4EFF-4F25-A08A-144FA275F9EA}" destId="{88EF19AE-E429-4277-99BB-CD68A7E5B2B0}" srcOrd="0" destOrd="0" presId="urn:microsoft.com/office/officeart/2018/5/layout/CenteredIconLabelDescriptionList"/>
    <dgm:cxn modelId="{F6A32E04-7277-423A-8850-C6DF428E9B56}" type="presParOf" srcId="{97508D22-4EFF-4F25-A08A-144FA275F9EA}" destId="{92DCFAFD-E4CD-4DFB-8292-0D4725E1DA9C}" srcOrd="1" destOrd="0" presId="urn:microsoft.com/office/officeart/2018/5/layout/CenteredIconLabelDescriptionList"/>
    <dgm:cxn modelId="{7AA77211-CD3B-47F9-8257-66797F32EB4D}" type="presParOf" srcId="{97508D22-4EFF-4F25-A08A-144FA275F9EA}" destId="{8404F58D-CEA7-4241-A042-F6373FB8446A}" srcOrd="2" destOrd="0" presId="urn:microsoft.com/office/officeart/2018/5/layout/CenteredIconLabelDescriptionList"/>
    <dgm:cxn modelId="{56837CE9-F5FC-47D0-82C4-969082242549}" type="presParOf" srcId="{97508D22-4EFF-4F25-A08A-144FA275F9EA}" destId="{337B8801-DBAD-457B-82B5-FFD0C95281EF}" srcOrd="3" destOrd="0" presId="urn:microsoft.com/office/officeart/2018/5/layout/CenteredIconLabelDescriptionList"/>
    <dgm:cxn modelId="{A87D0743-FBB2-4B7E-A6DB-2755C7393E81}" type="presParOf" srcId="{97508D22-4EFF-4F25-A08A-144FA275F9EA}" destId="{EFC37F09-8FA7-4DB1-8638-11503DB38BDF}" srcOrd="4" destOrd="0" presId="urn:microsoft.com/office/officeart/2018/5/layout/CenteredIconLabelDescriptionList"/>
    <dgm:cxn modelId="{FD60E060-8883-4D19-963F-F7633CEBE685}" type="presParOf" srcId="{C961924F-2BBD-4F67-BDF7-470999F1B86A}" destId="{A47FAEC1-2434-44A0-92A8-AABD8776EC4D}" srcOrd="1" destOrd="0" presId="urn:microsoft.com/office/officeart/2018/5/layout/CenteredIconLabelDescriptionList"/>
    <dgm:cxn modelId="{FD575BC7-D2AB-471D-9DF3-A87C2CFC7AB6}" type="presParOf" srcId="{C961924F-2BBD-4F67-BDF7-470999F1B86A}" destId="{369D9E0B-FCEF-4A9B-981E-1FADAC515115}" srcOrd="2" destOrd="0" presId="urn:microsoft.com/office/officeart/2018/5/layout/CenteredIconLabelDescriptionList"/>
    <dgm:cxn modelId="{B766614B-8167-4B0A-B625-1F5D78385316}" type="presParOf" srcId="{369D9E0B-FCEF-4A9B-981E-1FADAC515115}" destId="{5AF69A1F-365F-4960-B51A-76D6E99BB768}" srcOrd="0" destOrd="0" presId="urn:microsoft.com/office/officeart/2018/5/layout/CenteredIconLabelDescriptionList"/>
    <dgm:cxn modelId="{F6289403-9771-40AB-A4CF-8A8604CCBFFA}" type="presParOf" srcId="{369D9E0B-FCEF-4A9B-981E-1FADAC515115}" destId="{93DB20C6-1AE6-48E1-B19F-98EB168EC76F}" srcOrd="1" destOrd="0" presId="urn:microsoft.com/office/officeart/2018/5/layout/CenteredIconLabelDescriptionList"/>
    <dgm:cxn modelId="{E25B598E-BE5D-4920-B9E0-A847A6C8FB81}" type="presParOf" srcId="{369D9E0B-FCEF-4A9B-981E-1FADAC515115}" destId="{B8F7C7F8-8CE2-4C9A-ABFD-6614DB57DAA2}" srcOrd="2" destOrd="0" presId="urn:microsoft.com/office/officeart/2018/5/layout/CenteredIconLabelDescriptionList"/>
    <dgm:cxn modelId="{9C462705-23FF-49D5-8D46-4FA30B884FB1}" type="presParOf" srcId="{369D9E0B-FCEF-4A9B-981E-1FADAC515115}" destId="{B67B47A1-C468-4E37-9353-C6B70E3520F0}" srcOrd="3" destOrd="0" presId="urn:microsoft.com/office/officeart/2018/5/layout/CenteredIconLabelDescriptionList"/>
    <dgm:cxn modelId="{8176683C-731C-40C5-96EA-82BDA4161986}" type="presParOf" srcId="{369D9E0B-FCEF-4A9B-981E-1FADAC515115}" destId="{4DC8A78C-7173-4FBF-BF20-856833EB7C02}" srcOrd="4" destOrd="0" presId="urn:microsoft.com/office/officeart/2018/5/layout/CenteredIconLabelDescriptionList"/>
    <dgm:cxn modelId="{E86D2478-6FB2-48EE-9D4E-49D3DD5BC6F5}" type="presParOf" srcId="{C961924F-2BBD-4F67-BDF7-470999F1B86A}" destId="{3EFE7CEF-4794-4556-B99F-17BFA8A54239}" srcOrd="3" destOrd="0" presId="urn:microsoft.com/office/officeart/2018/5/layout/CenteredIconLabelDescriptionList"/>
    <dgm:cxn modelId="{56377027-1458-42E6-BB6F-51182BF69348}" type="presParOf" srcId="{C961924F-2BBD-4F67-BDF7-470999F1B86A}" destId="{9CDF1A90-320B-4BE7-8C34-C7E61B41FA2C}" srcOrd="4" destOrd="0" presId="urn:microsoft.com/office/officeart/2018/5/layout/CenteredIconLabelDescriptionList"/>
    <dgm:cxn modelId="{F54A9BA0-E144-4639-A41B-68F193122BDC}" type="presParOf" srcId="{9CDF1A90-320B-4BE7-8C34-C7E61B41FA2C}" destId="{EB034AC7-605D-418B-8CDB-747247E24B2C}" srcOrd="0" destOrd="0" presId="urn:microsoft.com/office/officeart/2018/5/layout/CenteredIconLabelDescriptionList"/>
    <dgm:cxn modelId="{D6F57E93-8F3D-4A75-820A-420EFFD56C91}" type="presParOf" srcId="{9CDF1A90-320B-4BE7-8C34-C7E61B41FA2C}" destId="{A304A0F0-EF55-49BA-B54D-14DE31040401}" srcOrd="1" destOrd="0" presId="urn:microsoft.com/office/officeart/2018/5/layout/CenteredIconLabelDescriptionList"/>
    <dgm:cxn modelId="{81949E5D-B7C2-43EA-B0EE-8150CADF8B33}" type="presParOf" srcId="{9CDF1A90-320B-4BE7-8C34-C7E61B41FA2C}" destId="{78649013-0012-48CA-A6D0-2E07DE45FAB3}" srcOrd="2" destOrd="0" presId="urn:microsoft.com/office/officeart/2018/5/layout/CenteredIconLabelDescriptionList"/>
    <dgm:cxn modelId="{2F5367E6-F717-4CE5-ABA0-9E913093E46A}" type="presParOf" srcId="{9CDF1A90-320B-4BE7-8C34-C7E61B41FA2C}" destId="{E784AAFF-2FD0-4D5A-961A-76A1E9907CAC}" srcOrd="3" destOrd="0" presId="urn:microsoft.com/office/officeart/2018/5/layout/CenteredIconLabelDescriptionList"/>
    <dgm:cxn modelId="{B4BFA60C-D539-4ED9-9AEF-DAFCD3474919}" type="presParOf" srcId="{9CDF1A90-320B-4BE7-8C34-C7E61B41FA2C}" destId="{2ADCF681-5A75-4BB5-B2E1-7DA4917467F5}" srcOrd="4" destOrd="0" presId="urn:microsoft.com/office/officeart/2018/5/layout/CenteredIconLabelDescriptionList"/>
    <dgm:cxn modelId="{BA9EF1DC-E867-413C-9DEF-CD69E53C36BE}" type="presParOf" srcId="{C961924F-2BBD-4F67-BDF7-470999F1B86A}" destId="{933F6719-58A7-47AF-8A35-C434A2DE3E64}" srcOrd="5" destOrd="0" presId="urn:microsoft.com/office/officeart/2018/5/layout/CenteredIconLabelDescriptionList"/>
    <dgm:cxn modelId="{F4F1B4D4-9DC7-48C1-B050-D6F23DDAD889}" type="presParOf" srcId="{C961924F-2BBD-4F67-BDF7-470999F1B86A}" destId="{D6EA4BE8-2910-4024-9EF1-B6D5DCF5D650}" srcOrd="6" destOrd="0" presId="urn:microsoft.com/office/officeart/2018/5/layout/CenteredIconLabelDescriptionList"/>
    <dgm:cxn modelId="{A41770B5-5672-4797-B6B2-BDE73DBA6346}" type="presParOf" srcId="{D6EA4BE8-2910-4024-9EF1-B6D5DCF5D650}" destId="{8006D986-9FCD-419B-8B45-25D99C7D7E59}" srcOrd="0" destOrd="0" presId="urn:microsoft.com/office/officeart/2018/5/layout/CenteredIconLabelDescriptionList"/>
    <dgm:cxn modelId="{896CAAE4-4FB8-40C9-B0C5-1299B0CB967A}" type="presParOf" srcId="{D6EA4BE8-2910-4024-9EF1-B6D5DCF5D650}" destId="{FB486543-E6A7-4C08-9A9E-2F9694A81DFE}" srcOrd="1" destOrd="0" presId="urn:microsoft.com/office/officeart/2018/5/layout/CenteredIconLabelDescriptionList"/>
    <dgm:cxn modelId="{A1EBDB01-A87D-421E-ACC2-35FB70567C50}" type="presParOf" srcId="{D6EA4BE8-2910-4024-9EF1-B6D5DCF5D650}" destId="{52478294-01D9-4C2E-95B7-6E3AEC8248C3}" srcOrd="2" destOrd="0" presId="urn:microsoft.com/office/officeart/2018/5/layout/CenteredIconLabelDescriptionList"/>
    <dgm:cxn modelId="{2EC32E57-CFC5-4261-B2AC-D81AB0EBE6DF}" type="presParOf" srcId="{D6EA4BE8-2910-4024-9EF1-B6D5DCF5D650}" destId="{DF71338E-39A9-4FAD-A49C-97ECB6A07359}" srcOrd="3" destOrd="0" presId="urn:microsoft.com/office/officeart/2018/5/layout/CenteredIconLabelDescriptionList"/>
    <dgm:cxn modelId="{7D13B88F-665C-4F23-92D6-48954AAB5D13}" type="presParOf" srcId="{D6EA4BE8-2910-4024-9EF1-B6D5DCF5D650}" destId="{F7ABF7A2-97EB-4AD6-B651-F66A69E7D8C2}" srcOrd="4" destOrd="0" presId="urn:microsoft.com/office/officeart/2018/5/layout/CenteredIconLabelDescriptionList"/>
  </dgm:cxnLst>
  <dgm:bg/>
  <dgm:whole/>
  <dgm:extLst>
    <a:ext uri="http://schemas.microsoft.com/office/drawing/2008/diagram">
      <dsp:dataModelExt xmlns:dsp="http://schemas.microsoft.com/office/drawing/2008/diagram" relId="rId6" minVer="http://schemas.openxmlformats.org/drawingml/2006/diagram"/>
    </a:ext>
  </dgm:extLst>
</dgm:dataModel>
</file>

<file path=ppt/diagrams/data39.xml><?xml version="1.0" encoding="utf-8"?>
<dgm:dataModel xmlns:dgm="http://schemas.openxmlformats.org/drawingml/2006/diagram" xmlns:a="http://schemas.openxmlformats.org/drawingml/2006/main">
  <dgm:ptLst>
    <dgm:pt modelId="{ABC00136-04E6-4841-839E-547E81EDB37A}" type="doc">
      <dgm:prSet loTypeId="urn:microsoft.com/office/officeart/2018/5/layout/CenteredIconLabelDescriptionList" loCatId="icon" qsTypeId="urn:microsoft.com/office/officeart/2005/8/quickstyle/simple1" qsCatId="simple" csTypeId="urn:microsoft.com/office/officeart/2018/5/colors/Iconchunking_neutralbg_accent1_2" csCatId="accent1" phldr="1"/>
      <dgm:spPr/>
      <dgm:t>
        <a:bodyPr/>
        <a:lstStyle/>
        <a:p>
          <a:endParaRPr lang="en-US"/>
        </a:p>
      </dgm:t>
    </dgm:pt>
    <dgm:pt modelId="{86A9CE12-D46A-4F90-87A3-D3C087F0D0C3}">
      <dgm:prSet/>
      <dgm:spPr/>
      <dgm:t>
        <a:bodyPr/>
        <a:lstStyle/>
        <a:p>
          <a:pPr>
            <a:lnSpc>
              <a:spcPct val="100000"/>
            </a:lnSpc>
            <a:defRPr b="1"/>
          </a:pPr>
          <a:r>
            <a:rPr lang="tr-TR" dirty="0"/>
            <a:t>Transaction </a:t>
          </a:r>
          <a:r>
            <a:rPr lang="en-US" dirty="0"/>
            <a:t>input </a:t>
          </a:r>
        </a:p>
      </dgm:t>
    </dgm:pt>
    <dgm:pt modelId="{290F2C2E-78D9-4B19-842E-FD8D3C05CDE9}" type="parTrans" cxnId="{D7E385E9-2396-41CB-955F-25DD6C945DB7}">
      <dgm:prSet/>
      <dgm:spPr/>
      <dgm:t>
        <a:bodyPr/>
        <a:lstStyle/>
        <a:p>
          <a:endParaRPr lang="en-US"/>
        </a:p>
      </dgm:t>
    </dgm:pt>
    <dgm:pt modelId="{A4A24E05-72A5-4EC4-A6B1-6EEDFF67F155}" type="sibTrans" cxnId="{D7E385E9-2396-41CB-955F-25DD6C945DB7}">
      <dgm:prSet/>
      <dgm:spPr/>
      <dgm:t>
        <a:bodyPr/>
        <a:lstStyle/>
        <a:p>
          <a:endParaRPr lang="en-US"/>
        </a:p>
      </dgm:t>
    </dgm:pt>
    <dgm:pt modelId="{88F2A3FE-8D3D-4641-AD78-AF539676591E}">
      <dgm:prSet/>
      <dgm:spPr/>
      <dgm:t>
        <a:bodyPr/>
        <a:lstStyle/>
        <a:p>
          <a:pPr>
            <a:lnSpc>
              <a:spcPct val="100000"/>
            </a:lnSpc>
          </a:pPr>
          <a:r>
            <a:rPr lang="tr-TR" dirty="0"/>
            <a:t>is just </a:t>
          </a:r>
          <a:r>
            <a:rPr lang="en-US" dirty="0"/>
            <a:t>a reference to the transaction</a:t>
          </a:r>
        </a:p>
      </dgm:t>
    </dgm:pt>
    <dgm:pt modelId="{A7371DCB-54CA-4940-BF27-9207EF81FDD3}" type="parTrans" cxnId="{1F395E44-C09A-4463-9B0F-25827E18D333}">
      <dgm:prSet/>
      <dgm:spPr/>
      <dgm:t>
        <a:bodyPr/>
        <a:lstStyle/>
        <a:p>
          <a:endParaRPr lang="en-US"/>
        </a:p>
      </dgm:t>
    </dgm:pt>
    <dgm:pt modelId="{675DBC9A-C4C6-41E9-8C49-65DC373C88DD}" type="sibTrans" cxnId="{1F395E44-C09A-4463-9B0F-25827E18D333}">
      <dgm:prSet/>
      <dgm:spPr/>
      <dgm:t>
        <a:bodyPr/>
        <a:lstStyle/>
        <a:p>
          <a:endParaRPr lang="en-US"/>
        </a:p>
      </dgm:t>
    </dgm:pt>
    <dgm:pt modelId="{9A3E93E2-75F1-47F5-92A4-34B32380C5FE}">
      <dgm:prSet/>
      <dgm:spPr/>
      <dgm:t>
        <a:bodyPr/>
        <a:lstStyle/>
        <a:p>
          <a:pPr>
            <a:lnSpc>
              <a:spcPct val="100000"/>
            </a:lnSpc>
            <a:defRPr b="1"/>
          </a:pPr>
          <a:r>
            <a:rPr lang="tr-TR" dirty="0"/>
            <a:t>Details</a:t>
          </a:r>
          <a:endParaRPr lang="en-US" dirty="0"/>
        </a:p>
      </dgm:t>
    </dgm:pt>
    <dgm:pt modelId="{06C144F6-131D-437B-B198-0156EB2C2288}" type="parTrans" cxnId="{FA247B37-397E-4CFF-8E52-AA48C00C3A58}">
      <dgm:prSet/>
      <dgm:spPr/>
      <dgm:t>
        <a:bodyPr/>
        <a:lstStyle/>
        <a:p>
          <a:endParaRPr lang="en-US"/>
        </a:p>
      </dgm:t>
    </dgm:pt>
    <dgm:pt modelId="{453A9C38-8CDC-46DC-9B45-C4F0179A12C2}" type="sibTrans" cxnId="{FA247B37-397E-4CFF-8E52-AA48C00C3A58}">
      <dgm:prSet/>
      <dgm:spPr/>
      <dgm:t>
        <a:bodyPr/>
        <a:lstStyle/>
        <a:p>
          <a:endParaRPr lang="en-US"/>
        </a:p>
      </dgm:t>
    </dgm:pt>
    <dgm:pt modelId="{DCD39B5D-A3FE-4C6E-A143-5EFA0C09B36A}">
      <dgm:prSet/>
      <dgm:spPr/>
      <dgm:t>
        <a:bodyPr/>
        <a:lstStyle/>
        <a:p>
          <a:pPr>
            <a:lnSpc>
              <a:spcPct val="100000"/>
            </a:lnSpc>
          </a:pPr>
          <a:r>
            <a:rPr lang="tr-TR" dirty="0"/>
            <a:t>the </a:t>
          </a:r>
          <a:r>
            <a:rPr lang="en-US" dirty="0"/>
            <a:t>amount in </a:t>
          </a:r>
          <a:r>
            <a:rPr lang="tr-TR" dirty="0"/>
            <a:t>Satoshies</a:t>
          </a:r>
          <a:endParaRPr lang="en-US" dirty="0"/>
        </a:p>
      </dgm:t>
    </dgm:pt>
    <dgm:pt modelId="{CE22DA63-67F0-4618-B11C-E19A562DEEC8}" type="parTrans" cxnId="{86C22E7E-3CCC-41B7-A766-E0B6BEE50FB3}">
      <dgm:prSet/>
      <dgm:spPr/>
      <dgm:t>
        <a:bodyPr/>
        <a:lstStyle/>
        <a:p>
          <a:endParaRPr lang="en-US"/>
        </a:p>
      </dgm:t>
    </dgm:pt>
    <dgm:pt modelId="{2310C411-6A89-4572-9991-2E25CF8C4577}" type="sibTrans" cxnId="{86C22E7E-3CCC-41B7-A766-E0B6BEE50FB3}">
      <dgm:prSet/>
      <dgm:spPr/>
      <dgm:t>
        <a:bodyPr/>
        <a:lstStyle/>
        <a:p>
          <a:endParaRPr lang="en-US"/>
        </a:p>
      </dgm:t>
    </dgm:pt>
    <dgm:pt modelId="{F1723632-5E1E-4042-9A51-EE7BC4EBBF28}">
      <dgm:prSet/>
      <dgm:spPr/>
      <dgm:t>
        <a:bodyPr/>
        <a:lstStyle/>
        <a:p>
          <a:pPr>
            <a:lnSpc>
              <a:spcPct val="100000"/>
            </a:lnSpc>
          </a:pPr>
          <a:r>
            <a:rPr lang="en-US" dirty="0"/>
            <a:t>the locking script</a:t>
          </a:r>
        </a:p>
      </dgm:t>
    </dgm:pt>
    <dgm:pt modelId="{AFDEE512-AF31-4E8E-AFBD-BE44983A23C3}" type="parTrans" cxnId="{67F31DD8-33BA-43FE-ABB2-3020AC7DE45E}">
      <dgm:prSet/>
      <dgm:spPr/>
      <dgm:t>
        <a:bodyPr/>
        <a:lstStyle/>
        <a:p>
          <a:endParaRPr lang="en-US"/>
        </a:p>
      </dgm:t>
    </dgm:pt>
    <dgm:pt modelId="{8EDCDB31-0DAE-476E-A7B1-92D01E7AD25A}" type="sibTrans" cxnId="{67F31DD8-33BA-43FE-ABB2-3020AC7DE45E}">
      <dgm:prSet/>
      <dgm:spPr/>
      <dgm:t>
        <a:bodyPr/>
        <a:lstStyle/>
        <a:p>
          <a:endParaRPr lang="en-US"/>
        </a:p>
      </dgm:t>
    </dgm:pt>
    <dgm:pt modelId="{18F2B434-E317-46B5-9BBA-FFCEAC179BFC}">
      <dgm:prSet/>
      <dgm:spPr/>
      <dgm:t>
        <a:bodyPr/>
        <a:lstStyle/>
        <a:p>
          <a:pPr>
            <a:lnSpc>
              <a:spcPct val="100000"/>
            </a:lnSpc>
            <a:defRPr b="1"/>
          </a:pPr>
          <a:r>
            <a:rPr lang="tr-TR" dirty="0"/>
            <a:t>Retrieve</a:t>
          </a:r>
          <a:endParaRPr lang="en-US" dirty="0"/>
        </a:p>
      </dgm:t>
    </dgm:pt>
    <dgm:pt modelId="{B55FE8BC-F783-4B77-9FCF-83308FDA7E1D}" type="parTrans" cxnId="{819C804D-84DB-4EED-968E-82ACA6C4DF71}">
      <dgm:prSet/>
      <dgm:spPr/>
      <dgm:t>
        <a:bodyPr/>
        <a:lstStyle/>
        <a:p>
          <a:endParaRPr lang="tr-TR"/>
        </a:p>
      </dgm:t>
    </dgm:pt>
    <dgm:pt modelId="{D5E8DA09-EE5E-4CFB-9599-1EFAC2B6E557}" type="sibTrans" cxnId="{819C804D-84DB-4EED-968E-82ACA6C4DF71}">
      <dgm:prSet/>
      <dgm:spPr/>
      <dgm:t>
        <a:bodyPr/>
        <a:lstStyle/>
        <a:p>
          <a:endParaRPr lang="tr-TR"/>
        </a:p>
      </dgm:t>
    </dgm:pt>
    <dgm:pt modelId="{B606B6E4-96A7-4C87-A608-2ED02A140403}">
      <dgm:prSet/>
      <dgm:spPr/>
      <dgm:t>
        <a:bodyPr/>
        <a:lstStyle/>
        <a:p>
          <a:pPr>
            <a:lnSpc>
              <a:spcPct val="100000"/>
            </a:lnSpc>
          </a:pPr>
          <a:r>
            <a:rPr lang="tr-TR" dirty="0"/>
            <a:t>Transaction of UTXO</a:t>
          </a:r>
          <a:endParaRPr lang="en-US" dirty="0"/>
        </a:p>
      </dgm:t>
    </dgm:pt>
    <dgm:pt modelId="{F9D156D6-A752-41C9-B7BE-42F3062EE7C6}" type="parTrans" cxnId="{8B8C5A90-329F-4CDD-BC1E-B7D5E2A5205A}">
      <dgm:prSet/>
      <dgm:spPr/>
      <dgm:t>
        <a:bodyPr/>
        <a:lstStyle/>
        <a:p>
          <a:endParaRPr lang="tr-TR"/>
        </a:p>
      </dgm:t>
    </dgm:pt>
    <dgm:pt modelId="{4BF6429C-6744-4C75-AAEC-528549613ACF}" type="sibTrans" cxnId="{8B8C5A90-329F-4CDD-BC1E-B7D5E2A5205A}">
      <dgm:prSet/>
      <dgm:spPr/>
      <dgm:t>
        <a:bodyPr/>
        <a:lstStyle/>
        <a:p>
          <a:endParaRPr lang="tr-TR"/>
        </a:p>
      </dgm:t>
    </dgm:pt>
    <dgm:pt modelId="{845F4C60-9EE0-439F-8505-F9E079420D9C}">
      <dgm:prSet/>
      <dgm:spPr/>
      <dgm:t>
        <a:bodyPr/>
        <a:lstStyle/>
        <a:p>
          <a:pPr>
            <a:lnSpc>
              <a:spcPct val="100000"/>
            </a:lnSpc>
          </a:pPr>
          <a:r>
            <a:rPr lang="en-US" dirty="0"/>
            <a:t>containing</a:t>
          </a:r>
          <a:r>
            <a:rPr lang="tr-TR" dirty="0"/>
            <a:t> UTXO</a:t>
          </a:r>
          <a:r>
            <a:rPr lang="en-US" dirty="0"/>
            <a:t> </a:t>
          </a:r>
        </a:p>
      </dgm:t>
    </dgm:pt>
    <dgm:pt modelId="{27CD839E-869B-430E-8223-0CCA7B64535C}" type="parTrans" cxnId="{0C3BE372-F1FC-4EA3-BCA7-982A17402B9B}">
      <dgm:prSet/>
      <dgm:spPr/>
      <dgm:t>
        <a:bodyPr/>
        <a:lstStyle/>
        <a:p>
          <a:endParaRPr lang="tr-TR"/>
        </a:p>
      </dgm:t>
    </dgm:pt>
    <dgm:pt modelId="{9B297738-2888-4909-B920-D4229A20BF80}" type="sibTrans" cxnId="{0C3BE372-F1FC-4EA3-BCA7-982A17402B9B}">
      <dgm:prSet/>
      <dgm:spPr/>
      <dgm:t>
        <a:bodyPr/>
        <a:lstStyle/>
        <a:p>
          <a:endParaRPr lang="tr-TR"/>
        </a:p>
      </dgm:t>
    </dgm:pt>
    <dgm:pt modelId="{CD559594-948A-4A97-9549-2E5F83F55E42}" type="pres">
      <dgm:prSet presAssocID="{ABC00136-04E6-4841-839E-547E81EDB37A}" presName="root" presStyleCnt="0">
        <dgm:presLayoutVars>
          <dgm:dir/>
          <dgm:resizeHandles val="exact"/>
        </dgm:presLayoutVars>
      </dgm:prSet>
      <dgm:spPr/>
    </dgm:pt>
    <dgm:pt modelId="{3EACF937-A624-4DE5-BD56-BDD4161D7C5C}" type="pres">
      <dgm:prSet presAssocID="{86A9CE12-D46A-4F90-87A3-D3C087F0D0C3}" presName="compNode" presStyleCnt="0"/>
      <dgm:spPr/>
    </dgm:pt>
    <dgm:pt modelId="{A4B488D4-5887-448D-A677-FD4C0DF32773}" type="pres">
      <dgm:prSet presAssocID="{86A9CE12-D46A-4F90-87A3-D3C087F0D0C3}" presName="iconRect" presStyleLbl="node1" presStyleIdx="0" presStyleCnt="3"/>
      <dgm:spPr>
        <a:blipFill>
          <a:blip xmlns:r="http://schemas.openxmlformats.org/officeDocument/2006/relationships" r:embed="rId1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2"/>
              </a:ext>
            </a:extLst>
          </a:blip>
          <a:stretch>
            <a:fillRect/>
          </a:stretch>
        </a:blipFill>
        <a:ln>
          <a:noFill/>
        </a:ln>
      </dgm:spPr>
      <dgm:extLst>
        <a:ext uri="{E40237B7-FDA0-4F09-8148-C483321AD2D9}">
          <dgm14:cNvPr xmlns:dgm14="http://schemas.microsoft.com/office/drawing/2010/diagram" id="0" name="" descr="Quotes"/>
        </a:ext>
      </dgm:extLst>
    </dgm:pt>
    <dgm:pt modelId="{8D966E61-FFE6-47FC-8D6E-C7B5B258279A}" type="pres">
      <dgm:prSet presAssocID="{86A9CE12-D46A-4F90-87A3-D3C087F0D0C3}" presName="iconSpace" presStyleCnt="0"/>
      <dgm:spPr/>
    </dgm:pt>
    <dgm:pt modelId="{DC564BCD-AFEE-4154-BC99-76EB939F9435}" type="pres">
      <dgm:prSet presAssocID="{86A9CE12-D46A-4F90-87A3-D3C087F0D0C3}" presName="parTx" presStyleLbl="revTx" presStyleIdx="0" presStyleCnt="6">
        <dgm:presLayoutVars>
          <dgm:chMax val="0"/>
          <dgm:chPref val="0"/>
        </dgm:presLayoutVars>
      </dgm:prSet>
      <dgm:spPr/>
    </dgm:pt>
    <dgm:pt modelId="{F1590DEA-8D92-47BA-881C-0658D07F3823}" type="pres">
      <dgm:prSet presAssocID="{86A9CE12-D46A-4F90-87A3-D3C087F0D0C3}" presName="txSpace" presStyleCnt="0"/>
      <dgm:spPr/>
    </dgm:pt>
    <dgm:pt modelId="{CC700629-6590-4F3C-A88A-721A681EBBF0}" type="pres">
      <dgm:prSet presAssocID="{86A9CE12-D46A-4F90-87A3-D3C087F0D0C3}" presName="desTx" presStyleLbl="revTx" presStyleIdx="1" presStyleCnt="6">
        <dgm:presLayoutVars/>
      </dgm:prSet>
      <dgm:spPr/>
    </dgm:pt>
    <dgm:pt modelId="{9FC22A13-BC6B-4F79-BF81-3D9D9DB1483C}" type="pres">
      <dgm:prSet presAssocID="{A4A24E05-72A5-4EC4-A6B1-6EEDFF67F155}" presName="sibTrans" presStyleCnt="0"/>
      <dgm:spPr/>
    </dgm:pt>
    <dgm:pt modelId="{18917832-434E-493E-B6A8-99A99D532119}" type="pres">
      <dgm:prSet presAssocID="{18F2B434-E317-46B5-9BBA-FFCEAC179BFC}" presName="compNode" presStyleCnt="0"/>
      <dgm:spPr/>
    </dgm:pt>
    <dgm:pt modelId="{B19E3897-3D53-400B-A32B-A5043B4DF0A0}" type="pres">
      <dgm:prSet presAssocID="{18F2B434-E317-46B5-9BBA-FFCEAC179BFC}" presName="iconRect" presStyleLbl="node1" presStyleIdx="1" presStyleCnt="3"/>
      <dgm:spPr>
        <a:blipFill rotWithShape="1">
          <a:blip xmlns:r="http://schemas.openxmlformats.org/officeDocument/2006/relationships" r:embed="rId3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4"/>
              </a:ext>
            </a:extLst>
          </a:blip>
          <a:srcRect/>
          <a:stretch>
            <a:fillRect/>
          </a:stretch>
        </a:blipFill>
      </dgm:spPr>
    </dgm:pt>
    <dgm:pt modelId="{B8DD8684-1402-40AC-B0CA-1994F8036401}" type="pres">
      <dgm:prSet presAssocID="{18F2B434-E317-46B5-9BBA-FFCEAC179BFC}" presName="iconSpace" presStyleCnt="0"/>
      <dgm:spPr/>
    </dgm:pt>
    <dgm:pt modelId="{C61AE18B-9C74-4C55-A419-9CACD727D105}" type="pres">
      <dgm:prSet presAssocID="{18F2B434-E317-46B5-9BBA-FFCEAC179BFC}" presName="parTx" presStyleLbl="revTx" presStyleIdx="2" presStyleCnt="6">
        <dgm:presLayoutVars>
          <dgm:chMax val="0"/>
          <dgm:chPref val="0"/>
        </dgm:presLayoutVars>
      </dgm:prSet>
      <dgm:spPr/>
    </dgm:pt>
    <dgm:pt modelId="{A75A410D-259C-4FA9-BAD0-5793F8B9450D}" type="pres">
      <dgm:prSet presAssocID="{18F2B434-E317-46B5-9BBA-FFCEAC179BFC}" presName="txSpace" presStyleCnt="0"/>
      <dgm:spPr/>
    </dgm:pt>
    <dgm:pt modelId="{783E3EAA-96D5-49FC-B482-CC724D311FBD}" type="pres">
      <dgm:prSet presAssocID="{18F2B434-E317-46B5-9BBA-FFCEAC179BFC}" presName="desTx" presStyleLbl="revTx" presStyleIdx="3" presStyleCnt="6">
        <dgm:presLayoutVars/>
      </dgm:prSet>
      <dgm:spPr/>
    </dgm:pt>
    <dgm:pt modelId="{722D9E4A-5F87-4A22-B7C4-060EE4CC1C05}" type="pres">
      <dgm:prSet presAssocID="{D5E8DA09-EE5E-4CFB-9599-1EFAC2B6E557}" presName="sibTrans" presStyleCnt="0"/>
      <dgm:spPr/>
    </dgm:pt>
    <dgm:pt modelId="{6795618E-EAE4-42C7-9983-74642635E8FB}" type="pres">
      <dgm:prSet presAssocID="{9A3E93E2-75F1-47F5-92A4-34B32380C5FE}" presName="compNode" presStyleCnt="0"/>
      <dgm:spPr/>
    </dgm:pt>
    <dgm:pt modelId="{CFDA4D2E-721B-4F6C-ACD6-15FC0466C44C}" type="pres">
      <dgm:prSet presAssocID="{9A3E93E2-75F1-47F5-92A4-34B32380C5FE}" presName="iconRect" presStyleLbl="node1" presStyleIdx="2" presStyleCnt="3"/>
      <dgm:spPr>
        <a:blipFill>
          <a:blip xmlns:r="http://schemas.openxmlformats.org/officeDocument/2006/relationships" r:embed="rId5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6"/>
              </a:ext>
            </a:extLst>
          </a:blip>
          <a:stretch>
            <a:fillRect/>
          </a:stretch>
        </a:blipFill>
        <a:ln>
          <a:noFill/>
        </a:ln>
      </dgm:spPr>
      <dgm:extLst>
        <a:ext uri="{E40237B7-FDA0-4F09-8148-C483321AD2D9}">
          <dgm14:cNvPr xmlns:dgm14="http://schemas.microsoft.com/office/drawing/2010/diagram" id="0" name="" descr="Bitcoin"/>
        </a:ext>
      </dgm:extLst>
    </dgm:pt>
    <dgm:pt modelId="{FFA120C0-E669-48F8-B87C-41D41FA601F0}" type="pres">
      <dgm:prSet presAssocID="{9A3E93E2-75F1-47F5-92A4-34B32380C5FE}" presName="iconSpace" presStyleCnt="0"/>
      <dgm:spPr/>
    </dgm:pt>
    <dgm:pt modelId="{1A10DE15-4B1D-4326-81EA-C66B53C2F39A}" type="pres">
      <dgm:prSet presAssocID="{9A3E93E2-75F1-47F5-92A4-34B32380C5FE}" presName="parTx" presStyleLbl="revTx" presStyleIdx="4" presStyleCnt="6">
        <dgm:presLayoutVars>
          <dgm:chMax val="0"/>
          <dgm:chPref val="0"/>
        </dgm:presLayoutVars>
      </dgm:prSet>
      <dgm:spPr/>
    </dgm:pt>
    <dgm:pt modelId="{A7738354-C342-4762-BB70-D83E33ACEF95}" type="pres">
      <dgm:prSet presAssocID="{9A3E93E2-75F1-47F5-92A4-34B32380C5FE}" presName="txSpace" presStyleCnt="0"/>
      <dgm:spPr/>
    </dgm:pt>
    <dgm:pt modelId="{7F28BDE5-22C8-4271-AF52-7D1606B52C2D}" type="pres">
      <dgm:prSet presAssocID="{9A3E93E2-75F1-47F5-92A4-34B32380C5FE}" presName="desTx" presStyleLbl="revTx" presStyleIdx="5" presStyleCnt="6">
        <dgm:presLayoutVars/>
      </dgm:prSet>
      <dgm:spPr/>
    </dgm:pt>
  </dgm:ptLst>
  <dgm:cxnLst>
    <dgm:cxn modelId="{4E2C5A03-E55D-4050-A50F-D1035F899590}" type="presOf" srcId="{88F2A3FE-8D3D-4641-AD78-AF539676591E}" destId="{CC700629-6590-4F3C-A88A-721A681EBBF0}" srcOrd="0" destOrd="0" presId="urn:microsoft.com/office/officeart/2018/5/layout/CenteredIconLabelDescriptionList"/>
    <dgm:cxn modelId="{FA247B37-397E-4CFF-8E52-AA48C00C3A58}" srcId="{ABC00136-04E6-4841-839E-547E81EDB37A}" destId="{9A3E93E2-75F1-47F5-92A4-34B32380C5FE}" srcOrd="2" destOrd="0" parTransId="{06C144F6-131D-437B-B198-0156EB2C2288}" sibTransId="{453A9C38-8CDC-46DC-9B45-C4F0179A12C2}"/>
    <dgm:cxn modelId="{E78D3260-8CBB-4533-AFB9-95C383BCF103}" type="presOf" srcId="{B606B6E4-96A7-4C87-A608-2ED02A140403}" destId="{783E3EAA-96D5-49FC-B482-CC724D311FBD}" srcOrd="0" destOrd="0" presId="urn:microsoft.com/office/officeart/2018/5/layout/CenteredIconLabelDescriptionList"/>
    <dgm:cxn modelId="{366DD961-68B7-4A0E-9F99-F93BCCB2BA28}" type="presOf" srcId="{845F4C60-9EE0-439F-8505-F9E079420D9C}" destId="{CC700629-6590-4F3C-A88A-721A681EBBF0}" srcOrd="0" destOrd="1" presId="urn:microsoft.com/office/officeart/2018/5/layout/CenteredIconLabelDescriptionList"/>
    <dgm:cxn modelId="{1F395E44-C09A-4463-9B0F-25827E18D333}" srcId="{86A9CE12-D46A-4F90-87A3-D3C087F0D0C3}" destId="{88F2A3FE-8D3D-4641-AD78-AF539676591E}" srcOrd="0" destOrd="0" parTransId="{A7371DCB-54CA-4940-BF27-9207EF81FDD3}" sibTransId="{675DBC9A-C4C6-41E9-8C49-65DC373C88DD}"/>
    <dgm:cxn modelId="{819C804D-84DB-4EED-968E-82ACA6C4DF71}" srcId="{ABC00136-04E6-4841-839E-547E81EDB37A}" destId="{18F2B434-E317-46B5-9BBA-FFCEAC179BFC}" srcOrd="1" destOrd="0" parTransId="{B55FE8BC-F783-4B77-9FCF-83308FDA7E1D}" sibTransId="{D5E8DA09-EE5E-4CFB-9599-1EFAC2B6E557}"/>
    <dgm:cxn modelId="{0C3BE372-F1FC-4EA3-BCA7-982A17402B9B}" srcId="{86A9CE12-D46A-4F90-87A3-D3C087F0D0C3}" destId="{845F4C60-9EE0-439F-8505-F9E079420D9C}" srcOrd="1" destOrd="0" parTransId="{27CD839E-869B-430E-8223-0CCA7B64535C}" sibTransId="{9B297738-2888-4909-B920-D4229A20BF80}"/>
    <dgm:cxn modelId="{86C22E7E-3CCC-41B7-A766-E0B6BEE50FB3}" srcId="{9A3E93E2-75F1-47F5-92A4-34B32380C5FE}" destId="{DCD39B5D-A3FE-4C6E-A143-5EFA0C09B36A}" srcOrd="0" destOrd="0" parTransId="{CE22DA63-67F0-4618-B11C-E19A562DEEC8}" sibTransId="{2310C411-6A89-4572-9991-2E25CF8C4577}"/>
    <dgm:cxn modelId="{8B8C5A90-329F-4CDD-BC1E-B7D5E2A5205A}" srcId="{18F2B434-E317-46B5-9BBA-FFCEAC179BFC}" destId="{B606B6E4-96A7-4C87-A608-2ED02A140403}" srcOrd="0" destOrd="0" parTransId="{F9D156D6-A752-41C9-B7BE-42F3062EE7C6}" sibTransId="{4BF6429C-6744-4C75-AAEC-528549613ACF}"/>
    <dgm:cxn modelId="{FB4F8995-6A1A-4154-A6F0-0B1668B52B99}" type="presOf" srcId="{86A9CE12-D46A-4F90-87A3-D3C087F0D0C3}" destId="{DC564BCD-AFEE-4154-BC99-76EB939F9435}" srcOrd="0" destOrd="0" presId="urn:microsoft.com/office/officeart/2018/5/layout/CenteredIconLabelDescriptionList"/>
    <dgm:cxn modelId="{D1168C9B-BA4A-4D49-9A08-A4B8DA4B2488}" type="presOf" srcId="{DCD39B5D-A3FE-4C6E-A143-5EFA0C09B36A}" destId="{7F28BDE5-22C8-4271-AF52-7D1606B52C2D}" srcOrd="0" destOrd="0" presId="urn:microsoft.com/office/officeart/2018/5/layout/CenteredIconLabelDescriptionList"/>
    <dgm:cxn modelId="{E5CB5DA2-218A-4067-ADD0-C11FBDCBDDDD}" type="presOf" srcId="{F1723632-5E1E-4042-9A51-EE7BC4EBBF28}" destId="{7F28BDE5-22C8-4271-AF52-7D1606B52C2D}" srcOrd="0" destOrd="1" presId="urn:microsoft.com/office/officeart/2018/5/layout/CenteredIconLabelDescriptionList"/>
    <dgm:cxn modelId="{9CE332A3-E3D3-4DFF-AEA1-0285610C248E}" type="presOf" srcId="{ABC00136-04E6-4841-839E-547E81EDB37A}" destId="{CD559594-948A-4A97-9549-2E5F83F55E42}" srcOrd="0" destOrd="0" presId="urn:microsoft.com/office/officeart/2018/5/layout/CenteredIconLabelDescriptionList"/>
    <dgm:cxn modelId="{B3CF78D2-45DF-4B8D-A2CF-A78EAE5D2055}" type="presOf" srcId="{9A3E93E2-75F1-47F5-92A4-34B32380C5FE}" destId="{1A10DE15-4B1D-4326-81EA-C66B53C2F39A}" srcOrd="0" destOrd="0" presId="urn:microsoft.com/office/officeart/2018/5/layout/CenteredIconLabelDescriptionList"/>
    <dgm:cxn modelId="{67F31DD8-33BA-43FE-ABB2-3020AC7DE45E}" srcId="{9A3E93E2-75F1-47F5-92A4-34B32380C5FE}" destId="{F1723632-5E1E-4042-9A51-EE7BC4EBBF28}" srcOrd="1" destOrd="0" parTransId="{AFDEE512-AF31-4E8E-AFBD-BE44983A23C3}" sibTransId="{8EDCDB31-0DAE-476E-A7B1-92D01E7AD25A}"/>
    <dgm:cxn modelId="{D7E385E9-2396-41CB-955F-25DD6C945DB7}" srcId="{ABC00136-04E6-4841-839E-547E81EDB37A}" destId="{86A9CE12-D46A-4F90-87A3-D3C087F0D0C3}" srcOrd="0" destOrd="0" parTransId="{290F2C2E-78D9-4B19-842E-FD8D3C05CDE9}" sibTransId="{A4A24E05-72A5-4EC4-A6B1-6EEDFF67F155}"/>
    <dgm:cxn modelId="{C81029F8-D357-4C87-B6A2-C7E1B177CC89}" type="presOf" srcId="{18F2B434-E317-46B5-9BBA-FFCEAC179BFC}" destId="{C61AE18B-9C74-4C55-A419-9CACD727D105}" srcOrd="0" destOrd="0" presId="urn:microsoft.com/office/officeart/2018/5/layout/CenteredIconLabelDescriptionList"/>
    <dgm:cxn modelId="{96BD095E-F640-4A27-B6D3-D1882D729E3F}" type="presParOf" srcId="{CD559594-948A-4A97-9549-2E5F83F55E42}" destId="{3EACF937-A624-4DE5-BD56-BDD4161D7C5C}" srcOrd="0" destOrd="0" presId="urn:microsoft.com/office/officeart/2018/5/layout/CenteredIconLabelDescriptionList"/>
    <dgm:cxn modelId="{AFB98A61-9E2A-412F-BC54-29010B3CB8BC}" type="presParOf" srcId="{3EACF937-A624-4DE5-BD56-BDD4161D7C5C}" destId="{A4B488D4-5887-448D-A677-FD4C0DF32773}" srcOrd="0" destOrd="0" presId="urn:microsoft.com/office/officeart/2018/5/layout/CenteredIconLabelDescriptionList"/>
    <dgm:cxn modelId="{858D8DA3-684B-4238-A55B-166C1FAF1BDE}" type="presParOf" srcId="{3EACF937-A624-4DE5-BD56-BDD4161D7C5C}" destId="{8D966E61-FFE6-47FC-8D6E-C7B5B258279A}" srcOrd="1" destOrd="0" presId="urn:microsoft.com/office/officeart/2018/5/layout/CenteredIconLabelDescriptionList"/>
    <dgm:cxn modelId="{52E6F927-1F90-4748-8C73-3BE3E73F2E09}" type="presParOf" srcId="{3EACF937-A624-4DE5-BD56-BDD4161D7C5C}" destId="{DC564BCD-AFEE-4154-BC99-76EB939F9435}" srcOrd="2" destOrd="0" presId="urn:microsoft.com/office/officeart/2018/5/layout/CenteredIconLabelDescriptionList"/>
    <dgm:cxn modelId="{5662BAFA-70A7-4AD9-8C12-7B65CE5F8FD7}" type="presParOf" srcId="{3EACF937-A624-4DE5-BD56-BDD4161D7C5C}" destId="{F1590DEA-8D92-47BA-881C-0658D07F3823}" srcOrd="3" destOrd="0" presId="urn:microsoft.com/office/officeart/2018/5/layout/CenteredIconLabelDescriptionList"/>
    <dgm:cxn modelId="{DBD63739-B323-42CD-BDB5-9003DF05F6F1}" type="presParOf" srcId="{3EACF937-A624-4DE5-BD56-BDD4161D7C5C}" destId="{CC700629-6590-4F3C-A88A-721A681EBBF0}" srcOrd="4" destOrd="0" presId="urn:microsoft.com/office/officeart/2018/5/layout/CenteredIconLabelDescriptionList"/>
    <dgm:cxn modelId="{19E30BDA-5EBA-4EAB-997D-32DA31274925}" type="presParOf" srcId="{CD559594-948A-4A97-9549-2E5F83F55E42}" destId="{9FC22A13-BC6B-4F79-BF81-3D9D9DB1483C}" srcOrd="1" destOrd="0" presId="urn:microsoft.com/office/officeart/2018/5/layout/CenteredIconLabelDescriptionList"/>
    <dgm:cxn modelId="{5CF7C55F-B08D-4284-B09C-AF8FC3D74741}" type="presParOf" srcId="{CD559594-948A-4A97-9549-2E5F83F55E42}" destId="{18917832-434E-493E-B6A8-99A99D532119}" srcOrd="2" destOrd="0" presId="urn:microsoft.com/office/officeart/2018/5/layout/CenteredIconLabelDescriptionList"/>
    <dgm:cxn modelId="{E6A504F9-B95B-4E66-A15A-EB6E50A72C20}" type="presParOf" srcId="{18917832-434E-493E-B6A8-99A99D532119}" destId="{B19E3897-3D53-400B-A32B-A5043B4DF0A0}" srcOrd="0" destOrd="0" presId="urn:microsoft.com/office/officeart/2018/5/layout/CenteredIconLabelDescriptionList"/>
    <dgm:cxn modelId="{44E011DF-C502-4108-839E-D8634A897C40}" type="presParOf" srcId="{18917832-434E-493E-B6A8-99A99D532119}" destId="{B8DD8684-1402-40AC-B0CA-1994F8036401}" srcOrd="1" destOrd="0" presId="urn:microsoft.com/office/officeart/2018/5/layout/CenteredIconLabelDescriptionList"/>
    <dgm:cxn modelId="{9C897464-BF1F-4B60-9113-EDAFDF42AE91}" type="presParOf" srcId="{18917832-434E-493E-B6A8-99A99D532119}" destId="{C61AE18B-9C74-4C55-A419-9CACD727D105}" srcOrd="2" destOrd="0" presId="urn:microsoft.com/office/officeart/2018/5/layout/CenteredIconLabelDescriptionList"/>
    <dgm:cxn modelId="{244D8F7D-A812-41E1-81CE-E9D8BF5BF0E9}" type="presParOf" srcId="{18917832-434E-493E-B6A8-99A99D532119}" destId="{A75A410D-259C-4FA9-BAD0-5793F8B9450D}" srcOrd="3" destOrd="0" presId="urn:microsoft.com/office/officeart/2018/5/layout/CenteredIconLabelDescriptionList"/>
    <dgm:cxn modelId="{C01B0F59-F95E-4043-B04A-688336446636}" type="presParOf" srcId="{18917832-434E-493E-B6A8-99A99D532119}" destId="{783E3EAA-96D5-49FC-B482-CC724D311FBD}" srcOrd="4" destOrd="0" presId="urn:microsoft.com/office/officeart/2018/5/layout/CenteredIconLabelDescriptionList"/>
    <dgm:cxn modelId="{AC44E396-789C-4FE3-A8BF-C1674327FA6C}" type="presParOf" srcId="{CD559594-948A-4A97-9549-2E5F83F55E42}" destId="{722D9E4A-5F87-4A22-B7C4-060EE4CC1C05}" srcOrd="3" destOrd="0" presId="urn:microsoft.com/office/officeart/2018/5/layout/CenteredIconLabelDescriptionList"/>
    <dgm:cxn modelId="{666D60F4-2838-4F9C-80AC-C65DB460491E}" type="presParOf" srcId="{CD559594-948A-4A97-9549-2E5F83F55E42}" destId="{6795618E-EAE4-42C7-9983-74642635E8FB}" srcOrd="4" destOrd="0" presId="urn:microsoft.com/office/officeart/2018/5/layout/CenteredIconLabelDescriptionList"/>
    <dgm:cxn modelId="{33BDD677-A23D-4F5D-A7C7-5BD6F295B661}" type="presParOf" srcId="{6795618E-EAE4-42C7-9983-74642635E8FB}" destId="{CFDA4D2E-721B-4F6C-ACD6-15FC0466C44C}" srcOrd="0" destOrd="0" presId="urn:microsoft.com/office/officeart/2018/5/layout/CenteredIconLabelDescriptionList"/>
    <dgm:cxn modelId="{5939928D-AA39-47E2-B6C9-9EEB8D3638A2}" type="presParOf" srcId="{6795618E-EAE4-42C7-9983-74642635E8FB}" destId="{FFA120C0-E669-48F8-B87C-41D41FA601F0}" srcOrd="1" destOrd="0" presId="urn:microsoft.com/office/officeart/2018/5/layout/CenteredIconLabelDescriptionList"/>
    <dgm:cxn modelId="{AB2D4759-085D-4B38-982C-A5474094095B}" type="presParOf" srcId="{6795618E-EAE4-42C7-9983-74642635E8FB}" destId="{1A10DE15-4B1D-4326-81EA-C66B53C2F39A}" srcOrd="2" destOrd="0" presId="urn:microsoft.com/office/officeart/2018/5/layout/CenteredIconLabelDescriptionList"/>
    <dgm:cxn modelId="{9D1A25DC-C04B-492C-984B-5240D48630D6}" type="presParOf" srcId="{6795618E-EAE4-42C7-9983-74642635E8FB}" destId="{A7738354-C342-4762-BB70-D83E33ACEF95}" srcOrd="3" destOrd="0" presId="urn:microsoft.com/office/officeart/2018/5/layout/CenteredIconLabelDescriptionList"/>
    <dgm:cxn modelId="{51C0DBFC-1C3F-47E3-B5FF-32AECC977B8F}" type="presParOf" srcId="{6795618E-EAE4-42C7-9983-74642635E8FB}" destId="{7F28BDE5-22C8-4271-AF52-7D1606B52C2D}" srcOrd="4" destOrd="0" presId="urn:microsoft.com/office/officeart/2018/5/layout/CenteredIconLabelDescriptionList"/>
  </dgm:cxnLst>
  <dgm:bg/>
  <dgm:whole/>
  <dgm:extLst>
    <a:ext uri="http://schemas.microsoft.com/office/drawing/2008/diagram">
      <dsp:dataModelExt xmlns:dsp="http://schemas.microsoft.com/office/drawing/2008/diagram" relId="rId6" minVer="http://schemas.openxmlformats.org/drawingml/2006/diagram"/>
    </a:ext>
  </dgm:extLst>
</dgm:dataModel>
</file>

<file path=ppt/diagrams/data40.xml><?xml version="1.0" encoding="utf-8"?>
<dgm:dataModel xmlns:dgm="http://schemas.openxmlformats.org/drawingml/2006/diagram" xmlns:a="http://schemas.openxmlformats.org/drawingml/2006/main">
  <dgm:ptLst>
    <dgm:pt modelId="{7C865815-4DEC-47AA-9149-5BFC60D6A025}" type="doc">
      <dgm:prSet loTypeId="urn:microsoft.com/office/officeart/2018/2/layout/IconLabelDescriptionList" loCatId="icon" qsTypeId="urn:microsoft.com/office/officeart/2005/8/quickstyle/simple1" qsCatId="simple" csTypeId="urn:microsoft.com/office/officeart/2018/5/colors/Iconchunking_neutralbg_accent4_2" csCatId="accent4" phldr="1"/>
      <dgm:spPr/>
      <dgm:t>
        <a:bodyPr/>
        <a:lstStyle/>
        <a:p>
          <a:endParaRPr lang="en-US"/>
        </a:p>
      </dgm:t>
    </dgm:pt>
    <dgm:pt modelId="{979D9CB3-D3FF-4511-9500-1CCF68AFB5E8}">
      <dgm:prSet/>
      <dgm:spPr/>
      <dgm:t>
        <a:bodyPr/>
        <a:lstStyle/>
        <a:p>
          <a:pPr>
            <a:lnSpc>
              <a:spcPct val="100000"/>
            </a:lnSpc>
            <a:defRPr b="1"/>
          </a:pPr>
          <a:r>
            <a:rPr lang="tr-TR" dirty="0"/>
            <a:t>Finding the fee</a:t>
          </a:r>
          <a:r>
            <a:rPr lang="en-US" dirty="0"/>
            <a:t> </a:t>
          </a:r>
        </a:p>
      </dgm:t>
    </dgm:pt>
    <dgm:pt modelId="{2E8DDA4D-8095-4351-BC71-4D095A4D737F}" type="parTrans" cxnId="{66488105-3C42-4A64-A48D-740D97F1B8C1}">
      <dgm:prSet/>
      <dgm:spPr/>
      <dgm:t>
        <a:bodyPr/>
        <a:lstStyle/>
        <a:p>
          <a:endParaRPr lang="en-US"/>
        </a:p>
      </dgm:t>
    </dgm:pt>
    <dgm:pt modelId="{1A25F29F-EB45-40C9-B808-2EF9EB4C27BF}" type="sibTrans" cxnId="{66488105-3C42-4A64-A48D-740D97F1B8C1}">
      <dgm:prSet/>
      <dgm:spPr/>
      <dgm:t>
        <a:bodyPr/>
        <a:lstStyle/>
        <a:p>
          <a:endParaRPr lang="en-US"/>
        </a:p>
      </dgm:t>
    </dgm:pt>
    <dgm:pt modelId="{D817BF6A-C26C-475B-9E17-D881B827B2DD}">
      <dgm:prSet/>
      <dgm:spPr/>
      <dgm:t>
        <a:bodyPr/>
        <a:lstStyle/>
        <a:p>
          <a:pPr>
            <a:lnSpc>
              <a:spcPct val="100000"/>
            </a:lnSpc>
          </a:pPr>
          <a:r>
            <a:rPr lang="en-US" dirty="0"/>
            <a:t>the value of the input</a:t>
          </a:r>
        </a:p>
      </dgm:t>
    </dgm:pt>
    <dgm:pt modelId="{16FC4A0C-7B47-4B9E-BDC3-BF5F56D37AD1}" type="parTrans" cxnId="{DF05D638-B92C-43A6-8FB1-5B4608924E36}">
      <dgm:prSet/>
      <dgm:spPr/>
      <dgm:t>
        <a:bodyPr/>
        <a:lstStyle/>
        <a:p>
          <a:endParaRPr lang="en-US"/>
        </a:p>
      </dgm:t>
    </dgm:pt>
    <dgm:pt modelId="{A289D7A0-FC40-4AD6-AD58-FB25C9725928}" type="sibTrans" cxnId="{DF05D638-B92C-43A6-8FB1-5B4608924E36}">
      <dgm:prSet/>
      <dgm:spPr/>
      <dgm:t>
        <a:bodyPr/>
        <a:lstStyle/>
        <a:p>
          <a:endParaRPr lang="en-US"/>
        </a:p>
      </dgm:t>
    </dgm:pt>
    <dgm:pt modelId="{5A73305D-F118-41C1-9F48-9E51BF232966}">
      <dgm:prSet/>
      <dgm:spPr/>
      <dgm:t>
        <a:bodyPr/>
        <a:lstStyle/>
        <a:p>
          <a:pPr>
            <a:lnSpc>
              <a:spcPct val="100000"/>
            </a:lnSpc>
          </a:pPr>
          <a:r>
            <a:rPr lang="en-US" dirty="0"/>
            <a:t>every validating node</a:t>
          </a:r>
        </a:p>
      </dgm:t>
    </dgm:pt>
    <dgm:pt modelId="{71AAB31C-7073-4249-AB7B-19E223B3F417}" type="parTrans" cxnId="{9B3BF8F6-CEFD-4FE0-9DF9-AB1646A8346A}">
      <dgm:prSet/>
      <dgm:spPr/>
      <dgm:t>
        <a:bodyPr/>
        <a:lstStyle/>
        <a:p>
          <a:endParaRPr lang="en-US"/>
        </a:p>
      </dgm:t>
    </dgm:pt>
    <dgm:pt modelId="{1E14B92F-CD0E-4AAC-A7FA-45BF02E02BCE}" type="sibTrans" cxnId="{9B3BF8F6-CEFD-4FE0-9DF9-AB1646A8346A}">
      <dgm:prSet/>
      <dgm:spPr/>
      <dgm:t>
        <a:bodyPr/>
        <a:lstStyle/>
        <a:p>
          <a:endParaRPr lang="en-US"/>
        </a:p>
      </dgm:t>
    </dgm:pt>
    <dgm:pt modelId="{C4E745D8-2F46-44AE-8634-7C768FE1FAF6}">
      <dgm:prSet/>
      <dgm:spPr/>
      <dgm:t>
        <a:bodyPr/>
        <a:lstStyle/>
        <a:p>
          <a:pPr>
            <a:lnSpc>
              <a:spcPct val="100000"/>
            </a:lnSpc>
          </a:pPr>
          <a:r>
            <a:rPr lang="en-US" dirty="0"/>
            <a:t>to validate </a:t>
          </a:r>
          <a:r>
            <a:rPr lang="en-US"/>
            <a:t>the transaction</a:t>
          </a:r>
          <a:endParaRPr lang="en-US" dirty="0"/>
        </a:p>
      </dgm:t>
    </dgm:pt>
    <dgm:pt modelId="{B0E131D1-C562-40FF-8794-F6CCBB56B5F3}" type="parTrans" cxnId="{91695E7B-822B-4D07-A4A9-487B8BF0E7F3}">
      <dgm:prSet/>
      <dgm:spPr/>
      <dgm:t>
        <a:bodyPr/>
        <a:lstStyle/>
        <a:p>
          <a:endParaRPr lang="en-US"/>
        </a:p>
      </dgm:t>
    </dgm:pt>
    <dgm:pt modelId="{3612C670-7E0B-45A7-BEA0-A774FC657E52}" type="sibTrans" cxnId="{91695E7B-822B-4D07-A4A9-487B8BF0E7F3}">
      <dgm:prSet/>
      <dgm:spPr/>
      <dgm:t>
        <a:bodyPr/>
        <a:lstStyle/>
        <a:p>
          <a:endParaRPr lang="en-US"/>
        </a:p>
      </dgm:t>
    </dgm:pt>
    <dgm:pt modelId="{D8C1AC9C-319B-46F2-9958-A7F5E6EE5B07}">
      <dgm:prSet/>
      <dgm:spPr/>
      <dgm:t>
        <a:bodyPr/>
        <a:lstStyle/>
        <a:p>
          <a:pPr>
            <a:lnSpc>
              <a:spcPct val="100000"/>
            </a:lnSpc>
          </a:pPr>
          <a:r>
            <a:rPr lang="en-US" dirty="0"/>
            <a:t> is</a:t>
          </a:r>
          <a:r>
            <a:rPr lang="tr-TR" dirty="0"/>
            <a:t> </a:t>
          </a:r>
          <a:r>
            <a:rPr lang="en-US" dirty="0"/>
            <a:t>not explicitly stated</a:t>
          </a:r>
        </a:p>
      </dgm:t>
    </dgm:pt>
    <dgm:pt modelId="{92FFCD33-629A-4731-A1AE-21765F40A29E}" type="parTrans" cxnId="{6A3FEB9F-442F-4E9D-983C-3FDA982B4B94}">
      <dgm:prSet/>
      <dgm:spPr/>
      <dgm:t>
        <a:bodyPr/>
        <a:lstStyle/>
        <a:p>
          <a:endParaRPr lang="tr-TR"/>
        </a:p>
      </dgm:t>
    </dgm:pt>
    <dgm:pt modelId="{02573CD8-5212-47F6-9EE3-3EF83B66B9C4}" type="sibTrans" cxnId="{6A3FEB9F-442F-4E9D-983C-3FDA982B4B94}">
      <dgm:prSet/>
      <dgm:spPr/>
      <dgm:t>
        <a:bodyPr/>
        <a:lstStyle/>
        <a:p>
          <a:endParaRPr lang="tr-TR"/>
        </a:p>
      </dgm:t>
    </dgm:pt>
    <dgm:pt modelId="{6F370C95-B198-47F0-A16C-0A4EDD5BEAB9}">
      <dgm:prSet/>
      <dgm:spPr/>
      <dgm:t>
        <a:bodyPr/>
        <a:lstStyle/>
        <a:p>
          <a:pPr>
            <a:lnSpc>
              <a:spcPct val="100000"/>
            </a:lnSpc>
          </a:pPr>
          <a:r>
            <a:rPr lang="en-US" dirty="0"/>
            <a:t>use the referenced UTXO </a:t>
          </a:r>
        </a:p>
      </dgm:t>
    </dgm:pt>
    <dgm:pt modelId="{8EBF0F78-8C91-4726-A1D3-87806CBBA176}" type="parTrans" cxnId="{79AD516A-F1AC-4EF6-B327-CEA4BCA043A3}">
      <dgm:prSet/>
      <dgm:spPr/>
      <dgm:t>
        <a:bodyPr/>
        <a:lstStyle/>
        <a:p>
          <a:endParaRPr lang="tr-TR"/>
        </a:p>
      </dgm:t>
    </dgm:pt>
    <dgm:pt modelId="{71C458E6-86A8-4952-9BA0-0219BC17FCC6}" type="sibTrans" cxnId="{79AD516A-F1AC-4EF6-B327-CEA4BCA043A3}">
      <dgm:prSet/>
      <dgm:spPr/>
      <dgm:t>
        <a:bodyPr/>
        <a:lstStyle/>
        <a:p>
          <a:endParaRPr lang="tr-TR"/>
        </a:p>
      </dgm:t>
    </dgm:pt>
    <dgm:pt modelId="{B3D529FC-19E0-4D7A-8AD9-A32741381841}">
      <dgm:prSet/>
      <dgm:spPr/>
      <dgm:t>
        <a:bodyPr/>
        <a:lstStyle/>
        <a:p>
          <a:pPr>
            <a:lnSpc>
              <a:spcPct val="100000"/>
            </a:lnSpc>
          </a:pPr>
          <a:r>
            <a:rPr lang="en-US" dirty="0"/>
            <a:t>to calculate the</a:t>
          </a:r>
          <a:r>
            <a:rPr lang="tr-TR" dirty="0"/>
            <a:t> </a:t>
          </a:r>
          <a:r>
            <a:rPr lang="en-US" dirty="0"/>
            <a:t>fees</a:t>
          </a:r>
        </a:p>
      </dgm:t>
    </dgm:pt>
    <dgm:pt modelId="{8A3736A7-DA4D-4657-8668-BBDC626C6B7C}" type="parTrans" cxnId="{E2EBEB71-B988-4A3D-A388-FB866112C998}">
      <dgm:prSet/>
      <dgm:spPr/>
      <dgm:t>
        <a:bodyPr/>
        <a:lstStyle/>
        <a:p>
          <a:endParaRPr lang="tr-TR"/>
        </a:p>
      </dgm:t>
    </dgm:pt>
    <dgm:pt modelId="{2D60631B-6762-498F-B31A-488EF8687C6C}" type="sibTrans" cxnId="{E2EBEB71-B988-4A3D-A388-FB866112C998}">
      <dgm:prSet/>
      <dgm:spPr/>
      <dgm:t>
        <a:bodyPr/>
        <a:lstStyle/>
        <a:p>
          <a:endParaRPr lang="tr-TR"/>
        </a:p>
      </dgm:t>
    </dgm:pt>
    <dgm:pt modelId="{8D605BC1-3896-45A6-93BC-02ABDD38FAFF}">
      <dgm:prSet/>
      <dgm:spPr/>
      <dgm:t>
        <a:bodyPr/>
        <a:lstStyle/>
        <a:p>
          <a:pPr>
            <a:lnSpc>
              <a:spcPct val="100000"/>
            </a:lnSpc>
          </a:pPr>
          <a:r>
            <a:rPr lang="en-US" dirty="0"/>
            <a:t> </a:t>
          </a:r>
          <a:r>
            <a:rPr lang="tr-TR" dirty="0"/>
            <a:t>to </a:t>
          </a:r>
          <a:r>
            <a:rPr lang="en-US" dirty="0"/>
            <a:t>be paid in </a:t>
          </a:r>
          <a:r>
            <a:rPr lang="tr-TR" dirty="0"/>
            <a:t>the</a:t>
          </a:r>
          <a:r>
            <a:rPr lang="en-US" dirty="0"/>
            <a:t> transaction</a:t>
          </a:r>
          <a:endParaRPr lang="tr-TR"/>
        </a:p>
      </dgm:t>
    </dgm:pt>
    <dgm:pt modelId="{913F47CA-CCD9-4891-9361-AADD99F7A264}" type="parTrans" cxnId="{2727B2F0-E791-4CB8-9B79-A29EBC45EBB0}">
      <dgm:prSet/>
      <dgm:spPr/>
      <dgm:t>
        <a:bodyPr/>
        <a:lstStyle/>
        <a:p>
          <a:endParaRPr lang="tr-TR"/>
        </a:p>
      </dgm:t>
    </dgm:pt>
    <dgm:pt modelId="{BEF23F32-3941-419B-B507-D483F2B6A145}" type="sibTrans" cxnId="{2727B2F0-E791-4CB8-9B79-A29EBC45EBB0}">
      <dgm:prSet/>
      <dgm:spPr/>
      <dgm:t>
        <a:bodyPr/>
        <a:lstStyle/>
        <a:p>
          <a:endParaRPr lang="tr-TR"/>
        </a:p>
      </dgm:t>
    </dgm:pt>
    <dgm:pt modelId="{12CC31DD-7E45-4B47-93DF-6CC171A08470}">
      <dgm:prSet/>
      <dgm:spPr/>
      <dgm:t>
        <a:bodyPr/>
        <a:lstStyle/>
        <a:p>
          <a:pPr>
            <a:lnSpc>
              <a:spcPct val="100000"/>
            </a:lnSpc>
            <a:defRPr b="1"/>
          </a:pPr>
          <a:r>
            <a:rPr lang="tr-TR" dirty="0"/>
            <a:t>Reason</a:t>
          </a:r>
        </a:p>
      </dgm:t>
    </dgm:pt>
    <dgm:pt modelId="{A5A6DD6C-122E-4CC3-ACD1-EB7077F84089}" type="parTrans" cxnId="{855CD933-4319-4234-AFCF-78029880952E}">
      <dgm:prSet/>
      <dgm:spPr/>
      <dgm:t>
        <a:bodyPr/>
        <a:lstStyle/>
        <a:p>
          <a:endParaRPr lang="tr-TR"/>
        </a:p>
      </dgm:t>
    </dgm:pt>
    <dgm:pt modelId="{660166D9-A6F0-4B3D-BD52-C042F0AEEB3E}" type="sibTrans" cxnId="{855CD933-4319-4234-AFCF-78029880952E}">
      <dgm:prSet/>
      <dgm:spPr/>
      <dgm:t>
        <a:bodyPr/>
        <a:lstStyle/>
        <a:p>
          <a:endParaRPr lang="tr-TR"/>
        </a:p>
      </dgm:t>
    </dgm:pt>
    <dgm:pt modelId="{6670E8F7-E426-46B9-B79F-AC179DE2DA5C}">
      <dgm:prSet/>
      <dgm:spPr/>
      <dgm:t>
        <a:bodyPr/>
        <a:lstStyle/>
        <a:p>
          <a:pPr>
            <a:lnSpc>
              <a:spcPct val="100000"/>
            </a:lnSpc>
            <a:defRPr b="1"/>
          </a:pPr>
          <a:r>
            <a:rPr lang="tr-TR" dirty="0"/>
            <a:t>Validation process</a:t>
          </a:r>
          <a:endParaRPr lang="en-US" dirty="0"/>
        </a:p>
      </dgm:t>
    </dgm:pt>
    <dgm:pt modelId="{D5A6CBE7-A46D-4F49-B542-61B13CD1763B}" type="sibTrans" cxnId="{1794DE4F-0FFF-44D4-96CE-F50A8583D5F9}">
      <dgm:prSet/>
      <dgm:spPr/>
      <dgm:t>
        <a:bodyPr/>
        <a:lstStyle/>
        <a:p>
          <a:endParaRPr lang="en-US"/>
        </a:p>
      </dgm:t>
    </dgm:pt>
    <dgm:pt modelId="{1F53B0DA-1114-4A89-B63C-7B2B5FFA335B}" type="parTrans" cxnId="{1794DE4F-0FFF-44D4-96CE-F50A8583D5F9}">
      <dgm:prSet/>
      <dgm:spPr/>
      <dgm:t>
        <a:bodyPr/>
        <a:lstStyle/>
        <a:p>
          <a:endParaRPr lang="en-US"/>
        </a:p>
      </dgm:t>
    </dgm:pt>
    <dgm:pt modelId="{4B7BE7E0-C957-4BC2-9BA6-50A7739815EC}">
      <dgm:prSet/>
      <dgm:spPr/>
      <dgm:t>
        <a:bodyPr/>
        <a:lstStyle/>
        <a:p>
          <a:pPr>
            <a:lnSpc>
              <a:spcPct val="100000"/>
            </a:lnSpc>
          </a:pPr>
          <a:r>
            <a:rPr lang="en-US" dirty="0"/>
            <a:t>will also to</a:t>
          </a:r>
          <a:r>
            <a:rPr lang="tr-TR" dirty="0"/>
            <a:t> </a:t>
          </a:r>
          <a:r>
            <a:rPr lang="en-US" dirty="0"/>
            <a:t>retrieve the UTXO </a:t>
          </a:r>
        </a:p>
      </dgm:t>
    </dgm:pt>
    <dgm:pt modelId="{4CA3C05F-A36F-4A22-ABF7-C8375B65A3E7}" type="parTrans" cxnId="{FFB9FA7E-FD36-4E93-8CFA-1DE8C5453052}">
      <dgm:prSet/>
      <dgm:spPr/>
      <dgm:t>
        <a:bodyPr/>
        <a:lstStyle/>
        <a:p>
          <a:endParaRPr lang="tr-TR"/>
        </a:p>
      </dgm:t>
    </dgm:pt>
    <dgm:pt modelId="{F8022CEF-CE5B-4C14-A7DE-5E33CBE31948}" type="sibTrans" cxnId="{FFB9FA7E-FD36-4E93-8CFA-1DE8C5453052}">
      <dgm:prSet/>
      <dgm:spPr/>
      <dgm:t>
        <a:bodyPr/>
        <a:lstStyle/>
        <a:p>
          <a:endParaRPr lang="tr-TR"/>
        </a:p>
      </dgm:t>
    </dgm:pt>
    <dgm:pt modelId="{3A024ACC-7FE4-46CE-955F-3E30BDD39F2B}" type="pres">
      <dgm:prSet presAssocID="{7C865815-4DEC-47AA-9149-5BFC60D6A025}" presName="root" presStyleCnt="0">
        <dgm:presLayoutVars>
          <dgm:dir/>
          <dgm:resizeHandles val="exact"/>
        </dgm:presLayoutVars>
      </dgm:prSet>
      <dgm:spPr/>
    </dgm:pt>
    <dgm:pt modelId="{763EF7C3-FC01-4AE9-9721-AC0CEF5E1709}" type="pres">
      <dgm:prSet presAssocID="{979D9CB3-D3FF-4511-9500-1CCF68AFB5E8}" presName="compNode" presStyleCnt="0"/>
      <dgm:spPr/>
    </dgm:pt>
    <dgm:pt modelId="{6E49C9EA-5B14-44C2-BAA7-CC12A4512878}" type="pres">
      <dgm:prSet presAssocID="{979D9CB3-D3FF-4511-9500-1CCF68AFB5E8}" presName="iconRect" presStyleLbl="node1" presStyleIdx="0" presStyleCnt="3"/>
      <dgm:spPr>
        <a:blipFill>
          <a:blip xmlns:r="http://schemas.openxmlformats.org/officeDocument/2006/relationships" r:embed="rId1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2"/>
              </a:ext>
            </a:extLst>
          </a:blip>
          <a:stretch>
            <a:fillRect/>
          </a:stretch>
        </a:blipFill>
        <a:ln>
          <a:noFill/>
        </a:ln>
      </dgm:spPr>
      <dgm:extLst>
        <a:ext uri="{E40237B7-FDA0-4F09-8148-C483321AD2D9}">
          <dgm14:cNvPr xmlns:dgm14="http://schemas.microsoft.com/office/drawing/2010/diagram" id="0" name="" descr="Bitcoin"/>
        </a:ext>
      </dgm:extLst>
    </dgm:pt>
    <dgm:pt modelId="{83DEE9B9-904F-4CF9-9787-6749337B10C8}" type="pres">
      <dgm:prSet presAssocID="{979D9CB3-D3FF-4511-9500-1CCF68AFB5E8}" presName="iconSpace" presStyleCnt="0"/>
      <dgm:spPr/>
    </dgm:pt>
    <dgm:pt modelId="{F224DA4C-5AC6-451E-B9A2-A231838FE0BF}" type="pres">
      <dgm:prSet presAssocID="{979D9CB3-D3FF-4511-9500-1CCF68AFB5E8}" presName="parTx" presStyleLbl="revTx" presStyleIdx="0" presStyleCnt="6">
        <dgm:presLayoutVars>
          <dgm:chMax val="0"/>
          <dgm:chPref val="0"/>
        </dgm:presLayoutVars>
      </dgm:prSet>
      <dgm:spPr/>
    </dgm:pt>
    <dgm:pt modelId="{D12A3967-C600-4026-AB55-8A35D6B075DC}" type="pres">
      <dgm:prSet presAssocID="{979D9CB3-D3FF-4511-9500-1CCF68AFB5E8}" presName="txSpace" presStyleCnt="0"/>
      <dgm:spPr/>
    </dgm:pt>
    <dgm:pt modelId="{2B0702EB-34E6-4FCD-BF05-2E15E1AC3282}" type="pres">
      <dgm:prSet presAssocID="{979D9CB3-D3FF-4511-9500-1CCF68AFB5E8}" presName="desTx" presStyleLbl="revTx" presStyleIdx="1" presStyleCnt="6">
        <dgm:presLayoutVars/>
      </dgm:prSet>
      <dgm:spPr/>
    </dgm:pt>
    <dgm:pt modelId="{113A71B5-1E56-4A2F-A707-F422D84B92B7}" type="pres">
      <dgm:prSet presAssocID="{1A25F29F-EB45-40C9-B808-2EF9EB4C27BF}" presName="sibTrans" presStyleCnt="0"/>
      <dgm:spPr/>
    </dgm:pt>
    <dgm:pt modelId="{5B77948C-1CA3-410D-9794-20391639306F}" type="pres">
      <dgm:prSet presAssocID="{12CC31DD-7E45-4B47-93DF-6CC171A08470}" presName="compNode" presStyleCnt="0"/>
      <dgm:spPr/>
    </dgm:pt>
    <dgm:pt modelId="{54C2BBA8-BAC8-4B92-9637-108A1789A9BA}" type="pres">
      <dgm:prSet presAssocID="{12CC31DD-7E45-4B47-93DF-6CC171A08470}" presName="iconRect" presStyleLbl="node1" presStyleIdx="1" presStyleCnt="3"/>
      <dgm:spPr>
        <a:blipFill rotWithShape="1">
          <a:blip xmlns:r="http://schemas.openxmlformats.org/officeDocument/2006/relationships" r:embed="rId3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4"/>
              </a:ext>
            </a:extLst>
          </a:blip>
          <a:srcRect/>
          <a:stretch>
            <a:fillRect/>
          </a:stretch>
        </a:blipFill>
      </dgm:spPr>
    </dgm:pt>
    <dgm:pt modelId="{F47C9008-F64E-4FF0-9BCD-7009B0AD1BBA}" type="pres">
      <dgm:prSet presAssocID="{12CC31DD-7E45-4B47-93DF-6CC171A08470}" presName="iconSpace" presStyleCnt="0"/>
      <dgm:spPr/>
    </dgm:pt>
    <dgm:pt modelId="{F5A6CC4A-B178-4410-A639-05ED43FF08D8}" type="pres">
      <dgm:prSet presAssocID="{12CC31DD-7E45-4B47-93DF-6CC171A08470}" presName="parTx" presStyleLbl="revTx" presStyleIdx="2" presStyleCnt="6">
        <dgm:presLayoutVars>
          <dgm:chMax val="0"/>
          <dgm:chPref val="0"/>
        </dgm:presLayoutVars>
      </dgm:prSet>
      <dgm:spPr/>
    </dgm:pt>
    <dgm:pt modelId="{F22C8B29-D096-4311-9796-D1EEAC69E1BF}" type="pres">
      <dgm:prSet presAssocID="{12CC31DD-7E45-4B47-93DF-6CC171A08470}" presName="txSpace" presStyleCnt="0"/>
      <dgm:spPr/>
    </dgm:pt>
    <dgm:pt modelId="{65E15406-552C-4F8C-AFBC-6FCE91823F75}" type="pres">
      <dgm:prSet presAssocID="{12CC31DD-7E45-4B47-93DF-6CC171A08470}" presName="desTx" presStyleLbl="revTx" presStyleIdx="3" presStyleCnt="6">
        <dgm:presLayoutVars/>
      </dgm:prSet>
      <dgm:spPr/>
    </dgm:pt>
    <dgm:pt modelId="{70ACBB0A-1A03-42F3-AFBE-95600239C44E}" type="pres">
      <dgm:prSet presAssocID="{660166D9-A6F0-4B3D-BD52-C042F0AEEB3E}" presName="sibTrans" presStyleCnt="0"/>
      <dgm:spPr/>
    </dgm:pt>
    <dgm:pt modelId="{2B4324EF-6CEF-42B7-A11F-10762E051322}" type="pres">
      <dgm:prSet presAssocID="{6670E8F7-E426-46B9-B79F-AC179DE2DA5C}" presName="compNode" presStyleCnt="0"/>
      <dgm:spPr/>
    </dgm:pt>
    <dgm:pt modelId="{72BC8B45-C1A2-40AD-9757-657EB97BF46A}" type="pres">
      <dgm:prSet presAssocID="{6670E8F7-E426-46B9-B79F-AC179DE2DA5C}" presName="iconRect" presStyleLbl="node1" presStyleIdx="2" presStyleCnt="3"/>
      <dgm:spPr>
        <a:blipFill>
          <a:blip xmlns:r="http://schemas.openxmlformats.org/officeDocument/2006/relationships" r:embed="rId5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6"/>
              </a:ext>
            </a:extLst>
          </a:blip>
          <a:stretch>
            <a:fillRect/>
          </a:stretch>
        </a:blipFill>
        <a:ln>
          <a:noFill/>
        </a:ln>
      </dgm:spPr>
      <dgm:extLst>
        <a:ext uri="{E40237B7-FDA0-4F09-8148-C483321AD2D9}">
          <dgm14:cNvPr xmlns:dgm14="http://schemas.microsoft.com/office/drawing/2010/diagram" id="0" name="" descr="Processor"/>
        </a:ext>
      </dgm:extLst>
    </dgm:pt>
    <dgm:pt modelId="{ABD24A9F-22A5-4D52-B488-69AFA15C2367}" type="pres">
      <dgm:prSet presAssocID="{6670E8F7-E426-46B9-B79F-AC179DE2DA5C}" presName="iconSpace" presStyleCnt="0"/>
      <dgm:spPr/>
    </dgm:pt>
    <dgm:pt modelId="{CB45061A-A1A4-43FF-AF93-8E232D0D2642}" type="pres">
      <dgm:prSet presAssocID="{6670E8F7-E426-46B9-B79F-AC179DE2DA5C}" presName="parTx" presStyleLbl="revTx" presStyleIdx="4" presStyleCnt="6">
        <dgm:presLayoutVars>
          <dgm:chMax val="0"/>
          <dgm:chPref val="0"/>
        </dgm:presLayoutVars>
      </dgm:prSet>
      <dgm:spPr/>
    </dgm:pt>
    <dgm:pt modelId="{552F8A36-3E08-47ED-8DA8-D59B2D62858D}" type="pres">
      <dgm:prSet presAssocID="{6670E8F7-E426-46B9-B79F-AC179DE2DA5C}" presName="txSpace" presStyleCnt="0"/>
      <dgm:spPr/>
    </dgm:pt>
    <dgm:pt modelId="{52ACE7BC-324C-4998-BC8F-828F569B8FBC}" type="pres">
      <dgm:prSet presAssocID="{6670E8F7-E426-46B9-B79F-AC179DE2DA5C}" presName="desTx" presStyleLbl="revTx" presStyleIdx="5" presStyleCnt="6">
        <dgm:presLayoutVars/>
      </dgm:prSet>
      <dgm:spPr/>
    </dgm:pt>
  </dgm:ptLst>
  <dgm:cxnLst>
    <dgm:cxn modelId="{20545300-2584-4384-9A1E-A7AC1A8E7CA7}" type="presOf" srcId="{6F370C95-B198-47F0-A16C-0A4EDD5BEAB9}" destId="{2B0702EB-34E6-4FCD-BF05-2E15E1AC3282}" srcOrd="0" destOrd="0" presId="urn:microsoft.com/office/officeart/2018/2/layout/IconLabelDescriptionList"/>
    <dgm:cxn modelId="{66488105-3C42-4A64-A48D-740D97F1B8C1}" srcId="{7C865815-4DEC-47AA-9149-5BFC60D6A025}" destId="{979D9CB3-D3FF-4511-9500-1CCF68AFB5E8}" srcOrd="0" destOrd="0" parTransId="{2E8DDA4D-8095-4351-BC71-4D095A4D737F}" sibTransId="{1A25F29F-EB45-40C9-B808-2EF9EB4C27BF}"/>
    <dgm:cxn modelId="{855CD933-4319-4234-AFCF-78029880952E}" srcId="{7C865815-4DEC-47AA-9149-5BFC60D6A025}" destId="{12CC31DD-7E45-4B47-93DF-6CC171A08470}" srcOrd="1" destOrd="0" parTransId="{A5A6DD6C-122E-4CC3-ACD1-EB7077F84089}" sibTransId="{660166D9-A6F0-4B3D-BD52-C042F0AEEB3E}"/>
    <dgm:cxn modelId="{DF05D638-B92C-43A6-8FB1-5B4608924E36}" srcId="{12CC31DD-7E45-4B47-93DF-6CC171A08470}" destId="{D817BF6A-C26C-475B-9E17-D881B827B2DD}" srcOrd="0" destOrd="0" parTransId="{16FC4A0C-7B47-4B9E-BDC3-BF5F56D37AD1}" sibTransId="{A289D7A0-FC40-4AD6-AD58-FB25C9725928}"/>
    <dgm:cxn modelId="{C0E05A3A-8719-4C18-98DB-57B2C6673582}" type="presOf" srcId="{6670E8F7-E426-46B9-B79F-AC179DE2DA5C}" destId="{CB45061A-A1A4-43FF-AF93-8E232D0D2642}" srcOrd="0" destOrd="0" presId="urn:microsoft.com/office/officeart/2018/2/layout/IconLabelDescriptionList"/>
    <dgm:cxn modelId="{7218BD3A-6142-486A-894D-2C158F683FFC}" type="presOf" srcId="{7C865815-4DEC-47AA-9149-5BFC60D6A025}" destId="{3A024ACC-7FE4-46CE-955F-3E30BDD39F2B}" srcOrd="0" destOrd="0" presId="urn:microsoft.com/office/officeart/2018/2/layout/IconLabelDescriptionList"/>
    <dgm:cxn modelId="{15DAEB45-6F21-491C-886E-30271BF757BE}" type="presOf" srcId="{5A73305D-F118-41C1-9F48-9E51BF232966}" destId="{52ACE7BC-324C-4998-BC8F-828F569B8FBC}" srcOrd="0" destOrd="0" presId="urn:microsoft.com/office/officeart/2018/2/layout/IconLabelDescriptionList"/>
    <dgm:cxn modelId="{79AD516A-F1AC-4EF6-B327-CEA4BCA043A3}" srcId="{979D9CB3-D3FF-4511-9500-1CCF68AFB5E8}" destId="{6F370C95-B198-47F0-A16C-0A4EDD5BEAB9}" srcOrd="0" destOrd="0" parTransId="{8EBF0F78-8C91-4726-A1D3-87806CBBA176}" sibTransId="{71C458E6-86A8-4952-9BA0-0219BC17FCC6}"/>
    <dgm:cxn modelId="{1794DE4F-0FFF-44D4-96CE-F50A8583D5F9}" srcId="{7C865815-4DEC-47AA-9149-5BFC60D6A025}" destId="{6670E8F7-E426-46B9-B79F-AC179DE2DA5C}" srcOrd="2" destOrd="0" parTransId="{1F53B0DA-1114-4A89-B63C-7B2B5FFA335B}" sibTransId="{D5A6CBE7-A46D-4F49-B542-61B13CD1763B}"/>
    <dgm:cxn modelId="{E2EBEB71-B988-4A3D-A388-FB866112C998}" srcId="{979D9CB3-D3FF-4511-9500-1CCF68AFB5E8}" destId="{B3D529FC-19E0-4D7A-8AD9-A32741381841}" srcOrd="1" destOrd="0" parTransId="{8A3736A7-DA4D-4657-8668-BBDC626C6B7C}" sibTransId="{2D60631B-6762-498F-B31A-488EF8687C6C}"/>
    <dgm:cxn modelId="{5BDDA274-3FB2-47FA-B98F-5B3BAC7BB949}" type="presOf" srcId="{B3D529FC-19E0-4D7A-8AD9-A32741381841}" destId="{2B0702EB-34E6-4FCD-BF05-2E15E1AC3282}" srcOrd="0" destOrd="1" presId="urn:microsoft.com/office/officeart/2018/2/layout/IconLabelDescriptionList"/>
    <dgm:cxn modelId="{665FFC74-5536-4891-A3D2-26C14873F7FF}" type="presOf" srcId="{D8C1AC9C-319B-46F2-9958-A7F5E6EE5B07}" destId="{65E15406-552C-4F8C-AFBC-6FCE91823F75}" srcOrd="0" destOrd="1" presId="urn:microsoft.com/office/officeart/2018/2/layout/IconLabelDescriptionList"/>
    <dgm:cxn modelId="{C47DAD76-4A8B-4868-A0CF-D9DAB6F98EC7}" type="presOf" srcId="{D817BF6A-C26C-475B-9E17-D881B827B2DD}" destId="{65E15406-552C-4F8C-AFBC-6FCE91823F75}" srcOrd="0" destOrd="0" presId="urn:microsoft.com/office/officeart/2018/2/layout/IconLabelDescriptionList"/>
    <dgm:cxn modelId="{91695E7B-822B-4D07-A4A9-487B8BF0E7F3}" srcId="{6670E8F7-E426-46B9-B79F-AC179DE2DA5C}" destId="{C4E745D8-2F46-44AE-8634-7C768FE1FAF6}" srcOrd="2" destOrd="0" parTransId="{B0E131D1-C562-40FF-8794-F6CCBB56B5F3}" sibTransId="{3612C670-7E0B-45A7-BEA0-A774FC657E52}"/>
    <dgm:cxn modelId="{1D12797D-B3C1-4401-B894-0DADD86CB57E}" type="presOf" srcId="{C4E745D8-2F46-44AE-8634-7C768FE1FAF6}" destId="{52ACE7BC-324C-4998-BC8F-828F569B8FBC}" srcOrd="0" destOrd="2" presId="urn:microsoft.com/office/officeart/2018/2/layout/IconLabelDescriptionList"/>
    <dgm:cxn modelId="{FFB9FA7E-FD36-4E93-8CFA-1DE8C5453052}" srcId="{6670E8F7-E426-46B9-B79F-AC179DE2DA5C}" destId="{4B7BE7E0-C957-4BC2-9BA6-50A7739815EC}" srcOrd="1" destOrd="0" parTransId="{4CA3C05F-A36F-4A22-ABF7-C8375B65A3E7}" sibTransId="{F8022CEF-CE5B-4C14-A7DE-5E33CBE31948}"/>
    <dgm:cxn modelId="{A7605497-821C-496D-B616-C358896F2DA7}" type="presOf" srcId="{8D605BC1-3896-45A6-93BC-02ABDD38FAFF}" destId="{2B0702EB-34E6-4FCD-BF05-2E15E1AC3282}" srcOrd="0" destOrd="2" presId="urn:microsoft.com/office/officeart/2018/2/layout/IconLabelDescriptionList"/>
    <dgm:cxn modelId="{6A3FEB9F-442F-4E9D-983C-3FDA982B4B94}" srcId="{12CC31DD-7E45-4B47-93DF-6CC171A08470}" destId="{D8C1AC9C-319B-46F2-9958-A7F5E6EE5B07}" srcOrd="1" destOrd="0" parTransId="{92FFCD33-629A-4731-A1AE-21765F40A29E}" sibTransId="{02573CD8-5212-47F6-9EE3-3EF83B66B9C4}"/>
    <dgm:cxn modelId="{4DDBEAD2-BCD6-4F4B-B514-50403820F21D}" type="presOf" srcId="{4B7BE7E0-C957-4BC2-9BA6-50A7739815EC}" destId="{52ACE7BC-324C-4998-BC8F-828F569B8FBC}" srcOrd="0" destOrd="1" presId="urn:microsoft.com/office/officeart/2018/2/layout/IconLabelDescriptionList"/>
    <dgm:cxn modelId="{0ADDC5D5-59E3-4ED3-82A4-F2EE186E9477}" type="presOf" srcId="{12CC31DD-7E45-4B47-93DF-6CC171A08470}" destId="{F5A6CC4A-B178-4410-A639-05ED43FF08D8}" srcOrd="0" destOrd="0" presId="urn:microsoft.com/office/officeart/2018/2/layout/IconLabelDescriptionList"/>
    <dgm:cxn modelId="{440CABE7-26D5-4F94-AFBA-99D3889DB78A}" type="presOf" srcId="{979D9CB3-D3FF-4511-9500-1CCF68AFB5E8}" destId="{F224DA4C-5AC6-451E-B9A2-A231838FE0BF}" srcOrd="0" destOrd="0" presId="urn:microsoft.com/office/officeart/2018/2/layout/IconLabelDescriptionList"/>
    <dgm:cxn modelId="{2727B2F0-E791-4CB8-9B79-A29EBC45EBB0}" srcId="{979D9CB3-D3FF-4511-9500-1CCF68AFB5E8}" destId="{8D605BC1-3896-45A6-93BC-02ABDD38FAFF}" srcOrd="2" destOrd="0" parTransId="{913F47CA-CCD9-4891-9361-AADD99F7A264}" sibTransId="{BEF23F32-3941-419B-B507-D483F2B6A145}"/>
    <dgm:cxn modelId="{9B3BF8F6-CEFD-4FE0-9DF9-AB1646A8346A}" srcId="{6670E8F7-E426-46B9-B79F-AC179DE2DA5C}" destId="{5A73305D-F118-41C1-9F48-9E51BF232966}" srcOrd="0" destOrd="0" parTransId="{71AAB31C-7073-4249-AB7B-19E223B3F417}" sibTransId="{1E14B92F-CD0E-4AAC-A7FA-45BF02E02BCE}"/>
    <dgm:cxn modelId="{43BD7138-15FA-4BBF-862B-AAE13E5CFC71}" type="presParOf" srcId="{3A024ACC-7FE4-46CE-955F-3E30BDD39F2B}" destId="{763EF7C3-FC01-4AE9-9721-AC0CEF5E1709}" srcOrd="0" destOrd="0" presId="urn:microsoft.com/office/officeart/2018/2/layout/IconLabelDescriptionList"/>
    <dgm:cxn modelId="{731970AF-792D-4EFD-AF41-E8910CE0E6FF}" type="presParOf" srcId="{763EF7C3-FC01-4AE9-9721-AC0CEF5E1709}" destId="{6E49C9EA-5B14-44C2-BAA7-CC12A4512878}" srcOrd="0" destOrd="0" presId="urn:microsoft.com/office/officeart/2018/2/layout/IconLabelDescriptionList"/>
    <dgm:cxn modelId="{6EE5E9D3-BA79-46F8-9D0D-FD3AA5E8CEE1}" type="presParOf" srcId="{763EF7C3-FC01-4AE9-9721-AC0CEF5E1709}" destId="{83DEE9B9-904F-4CF9-9787-6749337B10C8}" srcOrd="1" destOrd="0" presId="urn:microsoft.com/office/officeart/2018/2/layout/IconLabelDescriptionList"/>
    <dgm:cxn modelId="{65D1EE7C-009A-4F08-8A93-DC5C18B50060}" type="presParOf" srcId="{763EF7C3-FC01-4AE9-9721-AC0CEF5E1709}" destId="{F224DA4C-5AC6-451E-B9A2-A231838FE0BF}" srcOrd="2" destOrd="0" presId="urn:microsoft.com/office/officeart/2018/2/layout/IconLabelDescriptionList"/>
    <dgm:cxn modelId="{20D401C8-EDCA-405C-A49D-1A420A6D7EC8}" type="presParOf" srcId="{763EF7C3-FC01-4AE9-9721-AC0CEF5E1709}" destId="{D12A3967-C600-4026-AB55-8A35D6B075DC}" srcOrd="3" destOrd="0" presId="urn:microsoft.com/office/officeart/2018/2/layout/IconLabelDescriptionList"/>
    <dgm:cxn modelId="{D7EB3B41-6CE7-45E3-AF09-0A8770935679}" type="presParOf" srcId="{763EF7C3-FC01-4AE9-9721-AC0CEF5E1709}" destId="{2B0702EB-34E6-4FCD-BF05-2E15E1AC3282}" srcOrd="4" destOrd="0" presId="urn:microsoft.com/office/officeart/2018/2/layout/IconLabelDescriptionList"/>
    <dgm:cxn modelId="{DBDBA5EC-1849-4B46-99C9-9899EC8E4301}" type="presParOf" srcId="{3A024ACC-7FE4-46CE-955F-3E30BDD39F2B}" destId="{113A71B5-1E56-4A2F-A707-F422D84B92B7}" srcOrd="1" destOrd="0" presId="urn:microsoft.com/office/officeart/2018/2/layout/IconLabelDescriptionList"/>
    <dgm:cxn modelId="{DE37A6A9-10EE-4D4C-9E36-09C705F415C3}" type="presParOf" srcId="{3A024ACC-7FE4-46CE-955F-3E30BDD39F2B}" destId="{5B77948C-1CA3-410D-9794-20391639306F}" srcOrd="2" destOrd="0" presId="urn:microsoft.com/office/officeart/2018/2/layout/IconLabelDescriptionList"/>
    <dgm:cxn modelId="{12F99749-37F0-412D-885C-5F90545B5371}" type="presParOf" srcId="{5B77948C-1CA3-410D-9794-20391639306F}" destId="{54C2BBA8-BAC8-4B92-9637-108A1789A9BA}" srcOrd="0" destOrd="0" presId="urn:microsoft.com/office/officeart/2018/2/layout/IconLabelDescriptionList"/>
    <dgm:cxn modelId="{29D2B2BE-B250-48E2-B1FB-D663286E9B76}" type="presParOf" srcId="{5B77948C-1CA3-410D-9794-20391639306F}" destId="{F47C9008-F64E-4FF0-9BCD-7009B0AD1BBA}" srcOrd="1" destOrd="0" presId="urn:microsoft.com/office/officeart/2018/2/layout/IconLabelDescriptionList"/>
    <dgm:cxn modelId="{EEC2AEFB-C4AE-4B83-BB27-EC8D5E54FEA9}" type="presParOf" srcId="{5B77948C-1CA3-410D-9794-20391639306F}" destId="{F5A6CC4A-B178-4410-A639-05ED43FF08D8}" srcOrd="2" destOrd="0" presId="urn:microsoft.com/office/officeart/2018/2/layout/IconLabelDescriptionList"/>
    <dgm:cxn modelId="{4F868582-0CC2-4B53-BBD6-87F6DAEDFAB3}" type="presParOf" srcId="{5B77948C-1CA3-410D-9794-20391639306F}" destId="{F22C8B29-D096-4311-9796-D1EEAC69E1BF}" srcOrd="3" destOrd="0" presId="urn:microsoft.com/office/officeart/2018/2/layout/IconLabelDescriptionList"/>
    <dgm:cxn modelId="{AEA2F380-A77C-40D7-AEE4-624DEFE45E6C}" type="presParOf" srcId="{5B77948C-1CA3-410D-9794-20391639306F}" destId="{65E15406-552C-4F8C-AFBC-6FCE91823F75}" srcOrd="4" destOrd="0" presId="urn:microsoft.com/office/officeart/2018/2/layout/IconLabelDescriptionList"/>
    <dgm:cxn modelId="{9C0C0B11-0841-4561-92AF-C97BEFBA8B9C}" type="presParOf" srcId="{3A024ACC-7FE4-46CE-955F-3E30BDD39F2B}" destId="{70ACBB0A-1A03-42F3-AFBE-95600239C44E}" srcOrd="3" destOrd="0" presId="urn:microsoft.com/office/officeart/2018/2/layout/IconLabelDescriptionList"/>
    <dgm:cxn modelId="{E6E6DAEA-7202-408D-AEEA-F50362F81CA7}" type="presParOf" srcId="{3A024ACC-7FE4-46CE-955F-3E30BDD39F2B}" destId="{2B4324EF-6CEF-42B7-A11F-10762E051322}" srcOrd="4" destOrd="0" presId="urn:microsoft.com/office/officeart/2018/2/layout/IconLabelDescriptionList"/>
    <dgm:cxn modelId="{F035B8EA-64B5-4510-8E8E-BAA211D29ABD}" type="presParOf" srcId="{2B4324EF-6CEF-42B7-A11F-10762E051322}" destId="{72BC8B45-C1A2-40AD-9757-657EB97BF46A}" srcOrd="0" destOrd="0" presId="urn:microsoft.com/office/officeart/2018/2/layout/IconLabelDescriptionList"/>
    <dgm:cxn modelId="{562502F1-373C-4FE7-8850-843C608D6493}" type="presParOf" srcId="{2B4324EF-6CEF-42B7-A11F-10762E051322}" destId="{ABD24A9F-22A5-4D52-B488-69AFA15C2367}" srcOrd="1" destOrd="0" presId="urn:microsoft.com/office/officeart/2018/2/layout/IconLabelDescriptionList"/>
    <dgm:cxn modelId="{A5B472AF-61F8-4119-BA7B-16311F4ADCBF}" type="presParOf" srcId="{2B4324EF-6CEF-42B7-A11F-10762E051322}" destId="{CB45061A-A1A4-43FF-AF93-8E232D0D2642}" srcOrd="2" destOrd="0" presId="urn:microsoft.com/office/officeart/2018/2/layout/IconLabelDescriptionList"/>
    <dgm:cxn modelId="{EEC5FEC2-C8AA-4B86-93EC-4F3228826B5E}" type="presParOf" srcId="{2B4324EF-6CEF-42B7-A11F-10762E051322}" destId="{552F8A36-3E08-47ED-8DA8-D59B2D62858D}" srcOrd="3" destOrd="0" presId="urn:microsoft.com/office/officeart/2018/2/layout/IconLabelDescriptionList"/>
    <dgm:cxn modelId="{A95C094B-3491-4743-8154-8380669B6CCE}" type="presParOf" srcId="{2B4324EF-6CEF-42B7-A11F-10762E051322}" destId="{52ACE7BC-324C-4998-BC8F-828F569B8FBC}" srcOrd="4" destOrd="0" presId="urn:microsoft.com/office/officeart/2018/2/layout/IconLabelDescriptionList"/>
  </dgm:cxnLst>
  <dgm:bg/>
  <dgm:whole/>
  <dgm:extLst>
    <a:ext uri="http://schemas.microsoft.com/office/drawing/2008/diagram">
      <dsp:dataModelExt xmlns:dsp="http://schemas.microsoft.com/office/drawing/2008/diagram" relId="rId6" minVer="http://schemas.openxmlformats.org/drawingml/2006/diagram"/>
    </a:ext>
  </dgm:extLst>
</dgm:dataModel>
</file>

<file path=ppt/diagrams/data41.xml><?xml version="1.0" encoding="utf-8"?>
<dgm:dataModel xmlns:dgm="http://schemas.openxmlformats.org/drawingml/2006/diagram" xmlns:a="http://schemas.openxmlformats.org/drawingml/2006/main">
  <dgm:ptLst>
    <dgm:pt modelId="{A4603BB8-CF25-4481-B7C3-79466761E5E6}" type="doc">
      <dgm:prSet loTypeId="urn:microsoft.com/office/officeart/2018/2/layout/IconLabelDescriptionList" loCatId="icon" qsTypeId="urn:microsoft.com/office/officeart/2005/8/quickstyle/simple1" qsCatId="simple" csTypeId="urn:microsoft.com/office/officeart/2018/5/colors/Iconchunking_neutralbg_colorful2" csCatId="colorful" phldr="1"/>
      <dgm:spPr/>
      <dgm:t>
        <a:bodyPr/>
        <a:lstStyle/>
        <a:p>
          <a:endParaRPr lang="en-US"/>
        </a:p>
      </dgm:t>
    </dgm:pt>
    <dgm:pt modelId="{B2C78689-76D2-44CA-80B1-6ED7484234A0}">
      <dgm:prSet/>
      <dgm:spPr/>
      <dgm:t>
        <a:bodyPr/>
        <a:lstStyle/>
        <a:p>
          <a:pPr>
            <a:lnSpc>
              <a:spcPct val="100000"/>
            </a:lnSpc>
            <a:defRPr b="1"/>
          </a:pPr>
          <a:r>
            <a:rPr lang="en-US"/>
            <a:t>Transactions on their own seem incomplete </a:t>
          </a:r>
        </a:p>
      </dgm:t>
    </dgm:pt>
    <dgm:pt modelId="{0EA9FDA9-8491-49D5-A8A0-E127C35E3632}" type="parTrans" cxnId="{4CE85CF6-E68E-4E91-BA28-C3A7D8F4469A}">
      <dgm:prSet/>
      <dgm:spPr/>
      <dgm:t>
        <a:bodyPr/>
        <a:lstStyle/>
        <a:p>
          <a:endParaRPr lang="en-US"/>
        </a:p>
      </dgm:t>
    </dgm:pt>
    <dgm:pt modelId="{0D58F077-8636-4B6A-AA8B-D08767779ABA}" type="sibTrans" cxnId="{4CE85CF6-E68E-4E91-BA28-C3A7D8F4469A}">
      <dgm:prSet/>
      <dgm:spPr/>
      <dgm:t>
        <a:bodyPr/>
        <a:lstStyle/>
        <a:p>
          <a:endParaRPr lang="en-US"/>
        </a:p>
      </dgm:t>
    </dgm:pt>
    <dgm:pt modelId="{F664F85B-4A51-4FCA-BDA6-70AFA138535A}">
      <dgm:prSet/>
      <dgm:spPr/>
      <dgm:t>
        <a:bodyPr/>
        <a:lstStyle/>
        <a:p>
          <a:pPr>
            <a:lnSpc>
              <a:spcPct val="100000"/>
            </a:lnSpc>
          </a:pPr>
          <a:r>
            <a:rPr lang="en-US"/>
            <a:t>because they lack context. </a:t>
          </a:r>
        </a:p>
      </dgm:t>
    </dgm:pt>
    <dgm:pt modelId="{577286FC-96CD-4837-924B-8A1D5052AFCA}" type="parTrans" cxnId="{E49F2982-FB8C-4D3D-896A-4806AFEE067D}">
      <dgm:prSet/>
      <dgm:spPr/>
      <dgm:t>
        <a:bodyPr/>
        <a:lstStyle/>
        <a:p>
          <a:endParaRPr lang="en-US"/>
        </a:p>
      </dgm:t>
    </dgm:pt>
    <dgm:pt modelId="{BBC89B3B-E7A4-4BB1-96FC-B30B9F09C670}" type="sibTrans" cxnId="{E49F2982-FB8C-4D3D-896A-4806AFEE067D}">
      <dgm:prSet/>
      <dgm:spPr/>
      <dgm:t>
        <a:bodyPr/>
        <a:lstStyle/>
        <a:p>
          <a:endParaRPr lang="en-US"/>
        </a:p>
      </dgm:t>
    </dgm:pt>
    <dgm:pt modelId="{F807C317-9A91-44EC-8446-D03C8C01E3BA}">
      <dgm:prSet/>
      <dgm:spPr/>
      <dgm:t>
        <a:bodyPr/>
        <a:lstStyle/>
        <a:p>
          <a:pPr>
            <a:lnSpc>
              <a:spcPct val="100000"/>
            </a:lnSpc>
            <a:defRPr b="1"/>
          </a:pPr>
          <a:r>
            <a:rPr lang="en-US"/>
            <a:t>They reference</a:t>
          </a:r>
          <a:r>
            <a:rPr lang="tr-TR"/>
            <a:t> </a:t>
          </a:r>
          <a:r>
            <a:rPr lang="en-US"/>
            <a:t>UTXO in their inputs </a:t>
          </a:r>
        </a:p>
      </dgm:t>
    </dgm:pt>
    <dgm:pt modelId="{313DA7A1-3B06-4461-8BFB-89D76B5079B8}" type="parTrans" cxnId="{B36FBBDD-1597-47D0-9AE3-4293846E9E6F}">
      <dgm:prSet/>
      <dgm:spPr/>
      <dgm:t>
        <a:bodyPr/>
        <a:lstStyle/>
        <a:p>
          <a:endParaRPr lang="en-US"/>
        </a:p>
      </dgm:t>
    </dgm:pt>
    <dgm:pt modelId="{43B752F4-B416-4E22-A348-3742FEF97207}" type="sibTrans" cxnId="{B36FBBDD-1597-47D0-9AE3-4293846E9E6F}">
      <dgm:prSet/>
      <dgm:spPr/>
      <dgm:t>
        <a:bodyPr/>
        <a:lstStyle/>
        <a:p>
          <a:endParaRPr lang="en-US"/>
        </a:p>
      </dgm:t>
    </dgm:pt>
    <dgm:pt modelId="{D2D47CD6-DE3F-48DE-9EFC-0803E68A06EF}">
      <dgm:prSet/>
      <dgm:spPr/>
      <dgm:t>
        <a:bodyPr/>
        <a:lstStyle/>
        <a:p>
          <a:pPr>
            <a:lnSpc>
              <a:spcPct val="100000"/>
            </a:lnSpc>
          </a:pPr>
          <a:r>
            <a:rPr lang="en-US"/>
            <a:t>but without retrieving that UTXO </a:t>
          </a:r>
        </a:p>
      </dgm:t>
    </dgm:pt>
    <dgm:pt modelId="{A61DB441-2BBF-4279-98FC-E578F5AF9B0C}" type="parTrans" cxnId="{D33E35AA-52E7-47B9-8920-254C8D2C732F}">
      <dgm:prSet/>
      <dgm:spPr/>
      <dgm:t>
        <a:bodyPr/>
        <a:lstStyle/>
        <a:p>
          <a:endParaRPr lang="en-US"/>
        </a:p>
      </dgm:t>
    </dgm:pt>
    <dgm:pt modelId="{73F38CC3-6933-44D9-BD7C-10A614042EB3}" type="sibTrans" cxnId="{D33E35AA-52E7-47B9-8920-254C8D2C732F}">
      <dgm:prSet/>
      <dgm:spPr/>
      <dgm:t>
        <a:bodyPr/>
        <a:lstStyle/>
        <a:p>
          <a:endParaRPr lang="en-US"/>
        </a:p>
      </dgm:t>
    </dgm:pt>
    <dgm:pt modelId="{A26921A7-2049-4969-BDD2-97F167E98DAD}">
      <dgm:prSet/>
      <dgm:spPr/>
      <dgm:t>
        <a:bodyPr/>
        <a:lstStyle/>
        <a:p>
          <a:pPr>
            <a:lnSpc>
              <a:spcPct val="100000"/>
            </a:lnSpc>
          </a:pPr>
          <a:r>
            <a:rPr lang="en-US"/>
            <a:t>we cannot know the value of</a:t>
          </a:r>
          <a:r>
            <a:rPr lang="tr-TR"/>
            <a:t> </a:t>
          </a:r>
          <a:r>
            <a:rPr lang="en-US"/>
            <a:t>the inputs </a:t>
          </a:r>
        </a:p>
      </dgm:t>
    </dgm:pt>
    <dgm:pt modelId="{138DB8ED-57BC-4894-8EA2-F01612BBC97B}" type="parTrans" cxnId="{586A68A8-6830-4E31-8714-85C01E2A2036}">
      <dgm:prSet/>
      <dgm:spPr/>
      <dgm:t>
        <a:bodyPr/>
        <a:lstStyle/>
        <a:p>
          <a:endParaRPr lang="en-US"/>
        </a:p>
      </dgm:t>
    </dgm:pt>
    <dgm:pt modelId="{925172B9-927C-4880-96AB-05491F2138AF}" type="sibTrans" cxnId="{586A68A8-6830-4E31-8714-85C01E2A2036}">
      <dgm:prSet/>
      <dgm:spPr/>
      <dgm:t>
        <a:bodyPr/>
        <a:lstStyle/>
        <a:p>
          <a:endParaRPr lang="en-US"/>
        </a:p>
      </dgm:t>
    </dgm:pt>
    <dgm:pt modelId="{BEDCE166-6E9D-4C9A-9877-1CB20B7AA5C8}">
      <dgm:prSet/>
      <dgm:spPr/>
      <dgm:t>
        <a:bodyPr/>
        <a:lstStyle/>
        <a:p>
          <a:pPr>
            <a:lnSpc>
              <a:spcPct val="100000"/>
            </a:lnSpc>
          </a:pPr>
          <a:r>
            <a:rPr lang="en-US"/>
            <a:t>or their locking conditions.</a:t>
          </a:r>
        </a:p>
      </dgm:t>
    </dgm:pt>
    <dgm:pt modelId="{1B288553-2AAA-4CED-A1E8-B582823C94B6}" type="parTrans" cxnId="{03D252CF-5835-4AB1-97A6-32A4900EDCF2}">
      <dgm:prSet/>
      <dgm:spPr/>
      <dgm:t>
        <a:bodyPr/>
        <a:lstStyle/>
        <a:p>
          <a:endParaRPr lang="en-US"/>
        </a:p>
      </dgm:t>
    </dgm:pt>
    <dgm:pt modelId="{C65D1E91-4F12-42D4-9573-3653F594174B}" type="sibTrans" cxnId="{03D252CF-5835-4AB1-97A6-32A4900EDCF2}">
      <dgm:prSet/>
      <dgm:spPr/>
      <dgm:t>
        <a:bodyPr/>
        <a:lstStyle/>
        <a:p>
          <a:endParaRPr lang="en-US"/>
        </a:p>
      </dgm:t>
    </dgm:pt>
    <dgm:pt modelId="{6312457E-01F9-4C9D-89F4-EA579A84D1C6}" type="pres">
      <dgm:prSet presAssocID="{A4603BB8-CF25-4481-B7C3-79466761E5E6}" presName="root" presStyleCnt="0">
        <dgm:presLayoutVars>
          <dgm:dir/>
          <dgm:resizeHandles val="exact"/>
        </dgm:presLayoutVars>
      </dgm:prSet>
      <dgm:spPr/>
    </dgm:pt>
    <dgm:pt modelId="{60EEF95C-D41B-4AC5-9980-3ADC9EF4298D}" type="pres">
      <dgm:prSet presAssocID="{B2C78689-76D2-44CA-80B1-6ED7484234A0}" presName="compNode" presStyleCnt="0"/>
      <dgm:spPr/>
    </dgm:pt>
    <dgm:pt modelId="{6474F91E-FA7A-4517-B863-E50D0463F34F}" type="pres">
      <dgm:prSet presAssocID="{B2C78689-76D2-44CA-80B1-6ED7484234A0}" presName="iconRect" presStyleLbl="node1" presStyleIdx="0" presStyleCnt="2"/>
      <dgm:spPr>
        <a:blipFill>
          <a:blip xmlns:r="http://schemas.openxmlformats.org/officeDocument/2006/relationships" r:embed="rId1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2"/>
              </a:ext>
            </a:extLst>
          </a:blip>
          <a:srcRect/>
          <a:stretch>
            <a:fillRect/>
          </a:stretch>
        </a:blipFill>
        <a:ln>
          <a:noFill/>
        </a:ln>
      </dgm:spPr>
      <dgm:extLst>
        <a:ext uri="{E40237B7-FDA0-4F09-8148-C483321AD2D9}">
          <dgm14:cNvPr xmlns:dgm14="http://schemas.microsoft.com/office/drawing/2010/diagram" id="0" name="" descr="Pasta grafik"/>
        </a:ext>
      </dgm:extLst>
    </dgm:pt>
    <dgm:pt modelId="{1E67F231-C08B-4FD9-BE7F-21DA0AACF286}" type="pres">
      <dgm:prSet presAssocID="{B2C78689-76D2-44CA-80B1-6ED7484234A0}" presName="iconSpace" presStyleCnt="0"/>
      <dgm:spPr/>
    </dgm:pt>
    <dgm:pt modelId="{B479952A-8F61-4DA0-A2C1-477620587EF4}" type="pres">
      <dgm:prSet presAssocID="{B2C78689-76D2-44CA-80B1-6ED7484234A0}" presName="parTx" presStyleLbl="revTx" presStyleIdx="0" presStyleCnt="4">
        <dgm:presLayoutVars>
          <dgm:chMax val="0"/>
          <dgm:chPref val="0"/>
        </dgm:presLayoutVars>
      </dgm:prSet>
      <dgm:spPr/>
    </dgm:pt>
    <dgm:pt modelId="{CE09E1C8-000A-48A2-991E-4DC3EC1E01B3}" type="pres">
      <dgm:prSet presAssocID="{B2C78689-76D2-44CA-80B1-6ED7484234A0}" presName="txSpace" presStyleCnt="0"/>
      <dgm:spPr/>
    </dgm:pt>
    <dgm:pt modelId="{6BA94A8E-F5B9-43D5-B615-A7B06370D8E5}" type="pres">
      <dgm:prSet presAssocID="{B2C78689-76D2-44CA-80B1-6ED7484234A0}" presName="desTx" presStyleLbl="revTx" presStyleIdx="1" presStyleCnt="4">
        <dgm:presLayoutVars/>
      </dgm:prSet>
      <dgm:spPr/>
    </dgm:pt>
    <dgm:pt modelId="{FF2DFAC9-A572-4050-8038-95C4BD5B3B85}" type="pres">
      <dgm:prSet presAssocID="{0D58F077-8636-4B6A-AA8B-D08767779ABA}" presName="sibTrans" presStyleCnt="0"/>
      <dgm:spPr/>
    </dgm:pt>
    <dgm:pt modelId="{5C7BB5E6-763F-4E36-B208-1270C5D550B4}" type="pres">
      <dgm:prSet presAssocID="{F807C317-9A91-44EC-8446-D03C8C01E3BA}" presName="compNode" presStyleCnt="0"/>
      <dgm:spPr/>
    </dgm:pt>
    <dgm:pt modelId="{B10DEFE8-1A83-41E0-9909-70629F6ED9A3}" type="pres">
      <dgm:prSet presAssocID="{F807C317-9A91-44EC-8446-D03C8C01E3BA}" presName="iconRect" presStyleLbl="node1" presStyleIdx="1" presStyleCnt="2"/>
      <dgm:spPr>
        <a:blipFill>
          <a:blip xmlns:r="http://schemas.openxmlformats.org/officeDocument/2006/relationships" r:embed="rId3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4"/>
              </a:ext>
            </a:extLst>
          </a:blip>
          <a:stretch>
            <a:fillRect/>
          </a:stretch>
        </a:blipFill>
        <a:ln>
          <a:noFill/>
        </a:ln>
      </dgm:spPr>
      <dgm:extLst>
        <a:ext uri="{E40237B7-FDA0-4F09-8148-C483321AD2D9}">
          <dgm14:cNvPr xmlns:dgm14="http://schemas.microsoft.com/office/drawing/2010/diagram" id="0" name="" descr="Transfer"/>
        </a:ext>
      </dgm:extLst>
    </dgm:pt>
    <dgm:pt modelId="{DDC98809-8503-4194-9FED-750098DD32D0}" type="pres">
      <dgm:prSet presAssocID="{F807C317-9A91-44EC-8446-D03C8C01E3BA}" presName="iconSpace" presStyleCnt="0"/>
      <dgm:spPr/>
    </dgm:pt>
    <dgm:pt modelId="{B15FB84F-78A8-4AF1-887E-F3AA86FA740B}" type="pres">
      <dgm:prSet presAssocID="{F807C317-9A91-44EC-8446-D03C8C01E3BA}" presName="parTx" presStyleLbl="revTx" presStyleIdx="2" presStyleCnt="4">
        <dgm:presLayoutVars>
          <dgm:chMax val="0"/>
          <dgm:chPref val="0"/>
        </dgm:presLayoutVars>
      </dgm:prSet>
      <dgm:spPr/>
    </dgm:pt>
    <dgm:pt modelId="{DFE09AD8-8CC6-40FA-96A3-78A832E9A3B4}" type="pres">
      <dgm:prSet presAssocID="{F807C317-9A91-44EC-8446-D03C8C01E3BA}" presName="txSpace" presStyleCnt="0"/>
      <dgm:spPr/>
    </dgm:pt>
    <dgm:pt modelId="{B514FBAF-494C-40AC-B022-FE5D780A6CDD}" type="pres">
      <dgm:prSet presAssocID="{F807C317-9A91-44EC-8446-D03C8C01E3BA}" presName="desTx" presStyleLbl="revTx" presStyleIdx="3" presStyleCnt="4">
        <dgm:presLayoutVars/>
      </dgm:prSet>
      <dgm:spPr/>
    </dgm:pt>
  </dgm:ptLst>
  <dgm:cxnLst>
    <dgm:cxn modelId="{93B9CC3F-45C0-4508-AAD3-14076F07206B}" type="presOf" srcId="{B2C78689-76D2-44CA-80B1-6ED7484234A0}" destId="{B479952A-8F61-4DA0-A2C1-477620587EF4}" srcOrd="0" destOrd="0" presId="urn:microsoft.com/office/officeart/2018/2/layout/IconLabelDescriptionList"/>
    <dgm:cxn modelId="{A74D0668-98CF-4D92-BCC0-A7FFD9692F94}" type="presOf" srcId="{A26921A7-2049-4969-BDD2-97F167E98DAD}" destId="{B514FBAF-494C-40AC-B022-FE5D780A6CDD}" srcOrd="0" destOrd="1" presId="urn:microsoft.com/office/officeart/2018/2/layout/IconLabelDescriptionList"/>
    <dgm:cxn modelId="{359C677C-620B-4B92-94E3-9C35AE8D205B}" type="presOf" srcId="{BEDCE166-6E9D-4C9A-9877-1CB20B7AA5C8}" destId="{B514FBAF-494C-40AC-B022-FE5D780A6CDD}" srcOrd="0" destOrd="2" presId="urn:microsoft.com/office/officeart/2018/2/layout/IconLabelDescriptionList"/>
    <dgm:cxn modelId="{E49F2982-FB8C-4D3D-896A-4806AFEE067D}" srcId="{B2C78689-76D2-44CA-80B1-6ED7484234A0}" destId="{F664F85B-4A51-4FCA-BDA6-70AFA138535A}" srcOrd="0" destOrd="0" parTransId="{577286FC-96CD-4837-924B-8A1D5052AFCA}" sibTransId="{BBC89B3B-E7A4-4BB1-96FC-B30B9F09C670}"/>
    <dgm:cxn modelId="{A328499B-3429-4E39-8563-781F810301AF}" type="presOf" srcId="{D2D47CD6-DE3F-48DE-9EFC-0803E68A06EF}" destId="{B514FBAF-494C-40AC-B022-FE5D780A6CDD}" srcOrd="0" destOrd="0" presId="urn:microsoft.com/office/officeart/2018/2/layout/IconLabelDescriptionList"/>
    <dgm:cxn modelId="{F47EFDA2-5EEC-4D86-8CE5-2C9AFB2510CC}" type="presOf" srcId="{F664F85B-4A51-4FCA-BDA6-70AFA138535A}" destId="{6BA94A8E-F5B9-43D5-B615-A7B06370D8E5}" srcOrd="0" destOrd="0" presId="urn:microsoft.com/office/officeart/2018/2/layout/IconLabelDescriptionList"/>
    <dgm:cxn modelId="{586A68A8-6830-4E31-8714-85C01E2A2036}" srcId="{F807C317-9A91-44EC-8446-D03C8C01E3BA}" destId="{A26921A7-2049-4969-BDD2-97F167E98DAD}" srcOrd="1" destOrd="0" parTransId="{138DB8ED-57BC-4894-8EA2-F01612BBC97B}" sibTransId="{925172B9-927C-4880-96AB-05491F2138AF}"/>
    <dgm:cxn modelId="{D33E35AA-52E7-47B9-8920-254C8D2C732F}" srcId="{F807C317-9A91-44EC-8446-D03C8C01E3BA}" destId="{D2D47CD6-DE3F-48DE-9EFC-0803E68A06EF}" srcOrd="0" destOrd="0" parTransId="{A61DB441-2BBF-4279-98FC-E578F5AF9B0C}" sibTransId="{73F38CC3-6933-44D9-BD7C-10A614042EB3}"/>
    <dgm:cxn modelId="{28D2FDAB-3767-438C-9937-57DFCC0CBBD1}" type="presOf" srcId="{A4603BB8-CF25-4481-B7C3-79466761E5E6}" destId="{6312457E-01F9-4C9D-89F4-EA579A84D1C6}" srcOrd="0" destOrd="0" presId="urn:microsoft.com/office/officeart/2018/2/layout/IconLabelDescriptionList"/>
    <dgm:cxn modelId="{03D252CF-5835-4AB1-97A6-32A4900EDCF2}" srcId="{F807C317-9A91-44EC-8446-D03C8C01E3BA}" destId="{BEDCE166-6E9D-4C9A-9877-1CB20B7AA5C8}" srcOrd="2" destOrd="0" parTransId="{1B288553-2AAA-4CED-A1E8-B582823C94B6}" sibTransId="{C65D1E91-4F12-42D4-9573-3653F594174B}"/>
    <dgm:cxn modelId="{B36FBBDD-1597-47D0-9AE3-4293846E9E6F}" srcId="{A4603BB8-CF25-4481-B7C3-79466761E5E6}" destId="{F807C317-9A91-44EC-8446-D03C8C01E3BA}" srcOrd="1" destOrd="0" parTransId="{313DA7A1-3B06-4461-8BFB-89D76B5079B8}" sibTransId="{43B752F4-B416-4E22-A348-3742FEF97207}"/>
    <dgm:cxn modelId="{4CE85CF6-E68E-4E91-BA28-C3A7D8F4469A}" srcId="{A4603BB8-CF25-4481-B7C3-79466761E5E6}" destId="{B2C78689-76D2-44CA-80B1-6ED7484234A0}" srcOrd="0" destOrd="0" parTransId="{0EA9FDA9-8491-49D5-A8A0-E127C35E3632}" sibTransId="{0D58F077-8636-4B6A-AA8B-D08767779ABA}"/>
    <dgm:cxn modelId="{F1BD3EF8-F0BC-47BF-9FAD-9E7179B13DA8}" type="presOf" srcId="{F807C317-9A91-44EC-8446-D03C8C01E3BA}" destId="{B15FB84F-78A8-4AF1-887E-F3AA86FA740B}" srcOrd="0" destOrd="0" presId="urn:microsoft.com/office/officeart/2018/2/layout/IconLabelDescriptionList"/>
    <dgm:cxn modelId="{EF1344C7-2FF2-4CE7-A829-547CCBD0B408}" type="presParOf" srcId="{6312457E-01F9-4C9D-89F4-EA579A84D1C6}" destId="{60EEF95C-D41B-4AC5-9980-3ADC9EF4298D}" srcOrd="0" destOrd="0" presId="urn:microsoft.com/office/officeart/2018/2/layout/IconLabelDescriptionList"/>
    <dgm:cxn modelId="{5DC55C88-639C-4896-9AD3-7171F4AFE466}" type="presParOf" srcId="{60EEF95C-D41B-4AC5-9980-3ADC9EF4298D}" destId="{6474F91E-FA7A-4517-B863-E50D0463F34F}" srcOrd="0" destOrd="0" presId="urn:microsoft.com/office/officeart/2018/2/layout/IconLabelDescriptionList"/>
    <dgm:cxn modelId="{726278BD-2A35-473C-9E40-B448DCE85896}" type="presParOf" srcId="{60EEF95C-D41B-4AC5-9980-3ADC9EF4298D}" destId="{1E67F231-C08B-4FD9-BE7F-21DA0AACF286}" srcOrd="1" destOrd="0" presId="urn:microsoft.com/office/officeart/2018/2/layout/IconLabelDescriptionList"/>
    <dgm:cxn modelId="{C4CF0E0B-1087-4D34-8E68-475E2D15F539}" type="presParOf" srcId="{60EEF95C-D41B-4AC5-9980-3ADC9EF4298D}" destId="{B479952A-8F61-4DA0-A2C1-477620587EF4}" srcOrd="2" destOrd="0" presId="urn:microsoft.com/office/officeart/2018/2/layout/IconLabelDescriptionList"/>
    <dgm:cxn modelId="{6416215B-214C-4351-BFD4-66A8098EB849}" type="presParOf" srcId="{60EEF95C-D41B-4AC5-9980-3ADC9EF4298D}" destId="{CE09E1C8-000A-48A2-991E-4DC3EC1E01B3}" srcOrd="3" destOrd="0" presId="urn:microsoft.com/office/officeart/2018/2/layout/IconLabelDescriptionList"/>
    <dgm:cxn modelId="{0CCC5B6C-0203-4E77-B48C-145592E51704}" type="presParOf" srcId="{60EEF95C-D41B-4AC5-9980-3ADC9EF4298D}" destId="{6BA94A8E-F5B9-43D5-B615-A7B06370D8E5}" srcOrd="4" destOrd="0" presId="urn:microsoft.com/office/officeart/2018/2/layout/IconLabelDescriptionList"/>
    <dgm:cxn modelId="{B002B177-A8A6-4EE3-9478-9830A5223BED}" type="presParOf" srcId="{6312457E-01F9-4C9D-89F4-EA579A84D1C6}" destId="{FF2DFAC9-A572-4050-8038-95C4BD5B3B85}" srcOrd="1" destOrd="0" presId="urn:microsoft.com/office/officeart/2018/2/layout/IconLabelDescriptionList"/>
    <dgm:cxn modelId="{3C721F68-B947-4431-B1EE-85417FCA6B78}" type="presParOf" srcId="{6312457E-01F9-4C9D-89F4-EA579A84D1C6}" destId="{5C7BB5E6-763F-4E36-B208-1270C5D550B4}" srcOrd="2" destOrd="0" presId="urn:microsoft.com/office/officeart/2018/2/layout/IconLabelDescriptionList"/>
    <dgm:cxn modelId="{453E8F15-9A3D-44D7-9CC9-8E27A4D7BB5E}" type="presParOf" srcId="{5C7BB5E6-763F-4E36-B208-1270C5D550B4}" destId="{B10DEFE8-1A83-41E0-9909-70629F6ED9A3}" srcOrd="0" destOrd="0" presId="urn:microsoft.com/office/officeart/2018/2/layout/IconLabelDescriptionList"/>
    <dgm:cxn modelId="{CA93DC59-4561-49C2-A975-016784187BD3}" type="presParOf" srcId="{5C7BB5E6-763F-4E36-B208-1270C5D550B4}" destId="{DDC98809-8503-4194-9FED-750098DD32D0}" srcOrd="1" destOrd="0" presId="urn:microsoft.com/office/officeart/2018/2/layout/IconLabelDescriptionList"/>
    <dgm:cxn modelId="{FD537E79-49D9-4090-B1FF-99C68AE28834}" type="presParOf" srcId="{5C7BB5E6-763F-4E36-B208-1270C5D550B4}" destId="{B15FB84F-78A8-4AF1-887E-F3AA86FA740B}" srcOrd="2" destOrd="0" presId="urn:microsoft.com/office/officeart/2018/2/layout/IconLabelDescriptionList"/>
    <dgm:cxn modelId="{578DE035-6637-4C11-B831-8BDCB41C06A0}" type="presParOf" srcId="{5C7BB5E6-763F-4E36-B208-1270C5D550B4}" destId="{DFE09AD8-8CC6-40FA-96A3-78A832E9A3B4}" srcOrd="3" destOrd="0" presId="urn:microsoft.com/office/officeart/2018/2/layout/IconLabelDescriptionList"/>
    <dgm:cxn modelId="{9B85391F-2ADB-4AB3-88E3-5DBB1824FAE9}" type="presParOf" srcId="{5C7BB5E6-763F-4E36-B208-1270C5D550B4}" destId="{B514FBAF-494C-40AC-B022-FE5D780A6CDD}" srcOrd="4" destOrd="0" presId="urn:microsoft.com/office/officeart/2018/2/layout/IconLabelDescriptionList"/>
  </dgm:cxnLst>
  <dgm:bg/>
  <dgm:whole/>
  <dgm:extLst>
    <a:ext uri="http://schemas.microsoft.com/office/drawing/2008/diagram">
      <dsp:dataModelExt xmlns:dsp="http://schemas.microsoft.com/office/drawing/2008/diagram" relId="rId6" minVer="http://schemas.openxmlformats.org/drawingml/2006/diagram"/>
    </a:ext>
  </dgm:extLst>
</dgm:dataModel>
</file>

<file path=ppt/diagrams/data42.xml><?xml version="1.0" encoding="utf-8"?>
<dgm:dataModel xmlns:dgm="http://schemas.openxmlformats.org/drawingml/2006/diagram" xmlns:a="http://schemas.openxmlformats.org/drawingml/2006/main">
  <dgm:ptLst>
    <dgm:pt modelId="{413FB7F8-3405-4073-9105-12E0A6C509A3}" type="doc">
      <dgm:prSet loTypeId="urn:microsoft.com/office/officeart/2018/5/layout/CenteredIconLabelDescriptionList" loCatId="icon" qsTypeId="urn:microsoft.com/office/officeart/2005/8/quickstyle/simple1" qsCatId="simple" csTypeId="urn:microsoft.com/office/officeart/2018/5/colors/Iconchunking_neutralbg_colorful1" csCatId="colorful" phldr="1"/>
      <dgm:spPr/>
      <dgm:t>
        <a:bodyPr/>
        <a:lstStyle/>
        <a:p>
          <a:endParaRPr lang="en-US"/>
        </a:p>
      </dgm:t>
    </dgm:pt>
    <dgm:pt modelId="{15D2AF5D-D7EF-42FA-B3BA-EF7F79553DA8}">
      <dgm:prSet/>
      <dgm:spPr/>
      <dgm:t>
        <a:bodyPr/>
        <a:lstStyle/>
        <a:p>
          <a:pPr>
            <a:lnSpc>
              <a:spcPct val="100000"/>
            </a:lnSpc>
            <a:defRPr b="1"/>
          </a:pPr>
          <a:r>
            <a:rPr lang="en-US"/>
            <a:t>For example, </a:t>
          </a:r>
        </a:p>
      </dgm:t>
    </dgm:pt>
    <dgm:pt modelId="{5C73DDD1-125C-44FC-B5CD-FB6895EC9393}" type="parTrans" cxnId="{828EF64A-1FFA-4375-8EEC-17120A06F000}">
      <dgm:prSet/>
      <dgm:spPr/>
      <dgm:t>
        <a:bodyPr/>
        <a:lstStyle/>
        <a:p>
          <a:endParaRPr lang="en-US"/>
        </a:p>
      </dgm:t>
    </dgm:pt>
    <dgm:pt modelId="{33FD0406-7B4B-4556-A522-0886278696D2}" type="sibTrans" cxnId="{828EF64A-1FFA-4375-8EEC-17120A06F000}">
      <dgm:prSet/>
      <dgm:spPr/>
      <dgm:t>
        <a:bodyPr/>
        <a:lstStyle/>
        <a:p>
          <a:endParaRPr lang="en-US"/>
        </a:p>
      </dgm:t>
    </dgm:pt>
    <dgm:pt modelId="{697E0F1B-E160-4ACE-8DF3-8AB931C07886}">
      <dgm:prSet/>
      <dgm:spPr/>
      <dgm:t>
        <a:bodyPr/>
        <a:lstStyle/>
        <a:p>
          <a:pPr>
            <a:lnSpc>
              <a:spcPct val="100000"/>
            </a:lnSpc>
          </a:pPr>
          <a:r>
            <a:rPr lang="en-US"/>
            <a:t>to calculate the amount paid in fees, </a:t>
          </a:r>
        </a:p>
      </dgm:t>
    </dgm:pt>
    <dgm:pt modelId="{C042D99B-C8DB-44D8-82F2-8FABA0537848}" type="parTrans" cxnId="{9B637A8C-EFFC-4638-ABD6-3AA78D51EB28}">
      <dgm:prSet/>
      <dgm:spPr/>
      <dgm:t>
        <a:bodyPr/>
        <a:lstStyle/>
        <a:p>
          <a:endParaRPr lang="en-US"/>
        </a:p>
      </dgm:t>
    </dgm:pt>
    <dgm:pt modelId="{A3548AC6-B8A8-4BF1-BD91-D426BB8F7E7C}" type="sibTrans" cxnId="{9B637A8C-EFFC-4638-ABD6-3AA78D51EB28}">
      <dgm:prSet/>
      <dgm:spPr/>
      <dgm:t>
        <a:bodyPr/>
        <a:lstStyle/>
        <a:p>
          <a:endParaRPr lang="en-US"/>
        </a:p>
      </dgm:t>
    </dgm:pt>
    <dgm:pt modelId="{3D47FEA4-5F95-4B2A-9269-DBB500AEBC57}">
      <dgm:prSet/>
      <dgm:spPr/>
      <dgm:t>
        <a:bodyPr/>
        <a:lstStyle/>
        <a:p>
          <a:pPr>
            <a:lnSpc>
              <a:spcPct val="100000"/>
            </a:lnSpc>
          </a:pPr>
          <a:r>
            <a:rPr lang="en-US"/>
            <a:t>you must</a:t>
          </a:r>
          <a:r>
            <a:rPr lang="tr-TR"/>
            <a:t> </a:t>
          </a:r>
          <a:r>
            <a:rPr lang="en-US"/>
            <a:t>know the sum of the values of inputs and outputs. </a:t>
          </a:r>
        </a:p>
      </dgm:t>
    </dgm:pt>
    <dgm:pt modelId="{6B5E1D35-6C9F-4F33-A420-F991C3E87DA8}" type="parTrans" cxnId="{9AA4B4C9-A74B-4BE7-8453-0BEB0A8ACD55}">
      <dgm:prSet/>
      <dgm:spPr/>
      <dgm:t>
        <a:bodyPr/>
        <a:lstStyle/>
        <a:p>
          <a:endParaRPr lang="en-US"/>
        </a:p>
      </dgm:t>
    </dgm:pt>
    <dgm:pt modelId="{A9D9B034-8672-4483-9F2C-C74C1F36482D}" type="sibTrans" cxnId="{9AA4B4C9-A74B-4BE7-8453-0BEB0A8ACD55}">
      <dgm:prSet/>
      <dgm:spPr/>
      <dgm:t>
        <a:bodyPr/>
        <a:lstStyle/>
        <a:p>
          <a:endParaRPr lang="en-US"/>
        </a:p>
      </dgm:t>
    </dgm:pt>
    <dgm:pt modelId="{72AEBCF1-D76C-480D-B5E2-F38F82F77E59}">
      <dgm:prSet/>
      <dgm:spPr/>
      <dgm:t>
        <a:bodyPr/>
        <a:lstStyle/>
        <a:p>
          <a:pPr>
            <a:lnSpc>
              <a:spcPct val="100000"/>
            </a:lnSpc>
            <a:defRPr b="1"/>
          </a:pPr>
          <a:r>
            <a:rPr lang="en-US"/>
            <a:t>But without retrieving the UTXO</a:t>
          </a:r>
          <a:r>
            <a:rPr lang="tr-TR"/>
            <a:t> </a:t>
          </a:r>
          <a:r>
            <a:rPr lang="en-US"/>
            <a:t>referenced in the inputs, </a:t>
          </a:r>
        </a:p>
      </dgm:t>
    </dgm:pt>
    <dgm:pt modelId="{6807B0C2-1FFA-41D4-A428-101263B6DEE4}" type="parTrans" cxnId="{2B88CE5A-BECB-4ECA-9A82-E200B432A769}">
      <dgm:prSet/>
      <dgm:spPr/>
      <dgm:t>
        <a:bodyPr/>
        <a:lstStyle/>
        <a:p>
          <a:endParaRPr lang="en-US"/>
        </a:p>
      </dgm:t>
    </dgm:pt>
    <dgm:pt modelId="{5A42BF51-9CB7-4040-A599-9675A44F7135}" type="sibTrans" cxnId="{2B88CE5A-BECB-4ECA-9A82-E200B432A769}">
      <dgm:prSet/>
      <dgm:spPr/>
      <dgm:t>
        <a:bodyPr/>
        <a:lstStyle/>
        <a:p>
          <a:endParaRPr lang="en-US"/>
        </a:p>
      </dgm:t>
    </dgm:pt>
    <dgm:pt modelId="{02F2C6E9-49E3-4A29-8DDB-FC4A4A2A3FAE}">
      <dgm:prSet/>
      <dgm:spPr/>
      <dgm:t>
        <a:bodyPr/>
        <a:lstStyle/>
        <a:p>
          <a:pPr>
            <a:lnSpc>
              <a:spcPct val="100000"/>
            </a:lnSpc>
          </a:pPr>
          <a:r>
            <a:rPr lang="en-US"/>
            <a:t>you do not know their value. </a:t>
          </a:r>
        </a:p>
      </dgm:t>
    </dgm:pt>
    <dgm:pt modelId="{4A87E473-F007-42DD-93B9-8F207D0DE7D2}" type="parTrans" cxnId="{07B995EA-DF7F-46C3-9929-FD72FA6C83F9}">
      <dgm:prSet/>
      <dgm:spPr/>
      <dgm:t>
        <a:bodyPr/>
        <a:lstStyle/>
        <a:p>
          <a:endParaRPr lang="en-US"/>
        </a:p>
      </dgm:t>
    </dgm:pt>
    <dgm:pt modelId="{49CCA513-72A8-4996-B63A-7AC9FF8EF17F}" type="sibTrans" cxnId="{07B995EA-DF7F-46C3-9929-FD72FA6C83F9}">
      <dgm:prSet/>
      <dgm:spPr/>
      <dgm:t>
        <a:bodyPr/>
        <a:lstStyle/>
        <a:p>
          <a:endParaRPr lang="en-US"/>
        </a:p>
      </dgm:t>
    </dgm:pt>
    <dgm:pt modelId="{F57C9E34-9062-4998-92E6-22E6D8386267}">
      <dgm:prSet/>
      <dgm:spPr/>
      <dgm:t>
        <a:bodyPr/>
        <a:lstStyle/>
        <a:p>
          <a:pPr>
            <a:lnSpc>
              <a:spcPct val="100000"/>
            </a:lnSpc>
            <a:defRPr b="1"/>
          </a:pPr>
          <a:r>
            <a:rPr lang="en-US"/>
            <a:t>So a seemingly simple operation</a:t>
          </a:r>
        </a:p>
      </dgm:t>
    </dgm:pt>
    <dgm:pt modelId="{C95F5F60-EDAF-441D-983B-F1298286B9C8}" type="parTrans" cxnId="{0FF7E0DF-E864-4CCA-8924-8CDC08449DBD}">
      <dgm:prSet/>
      <dgm:spPr/>
      <dgm:t>
        <a:bodyPr/>
        <a:lstStyle/>
        <a:p>
          <a:endParaRPr lang="en-US"/>
        </a:p>
      </dgm:t>
    </dgm:pt>
    <dgm:pt modelId="{C2FF3251-FBB8-42A3-9A2F-19E08B7DE721}" type="sibTrans" cxnId="{0FF7E0DF-E864-4CCA-8924-8CDC08449DBD}">
      <dgm:prSet/>
      <dgm:spPr/>
      <dgm:t>
        <a:bodyPr/>
        <a:lstStyle/>
        <a:p>
          <a:endParaRPr lang="en-US"/>
        </a:p>
      </dgm:t>
    </dgm:pt>
    <dgm:pt modelId="{1EE8425C-5A49-471D-9E87-E00B4597E752}">
      <dgm:prSet/>
      <dgm:spPr/>
      <dgm:t>
        <a:bodyPr/>
        <a:lstStyle/>
        <a:p>
          <a:pPr>
            <a:lnSpc>
              <a:spcPct val="100000"/>
            </a:lnSpc>
          </a:pPr>
          <a:r>
            <a:rPr lang="en-US" dirty="0"/>
            <a:t>like counting fees in a single transaction</a:t>
          </a:r>
        </a:p>
      </dgm:t>
    </dgm:pt>
    <dgm:pt modelId="{75E170BB-8D74-4D55-93CD-46AC91AC94BC}" type="parTrans" cxnId="{DEA1F8F0-A081-4993-BD3C-5759B4B35081}">
      <dgm:prSet/>
      <dgm:spPr/>
      <dgm:t>
        <a:bodyPr/>
        <a:lstStyle/>
        <a:p>
          <a:endParaRPr lang="en-US"/>
        </a:p>
      </dgm:t>
    </dgm:pt>
    <dgm:pt modelId="{5F6CBDAA-32C2-41E4-BA7C-781B0D9478B7}" type="sibTrans" cxnId="{DEA1F8F0-A081-4993-BD3C-5759B4B35081}">
      <dgm:prSet/>
      <dgm:spPr/>
      <dgm:t>
        <a:bodyPr/>
        <a:lstStyle/>
        <a:p>
          <a:endParaRPr lang="en-US"/>
        </a:p>
      </dgm:t>
    </dgm:pt>
    <dgm:pt modelId="{66196047-D230-41B6-9765-158DA36F5688}">
      <dgm:prSet/>
      <dgm:spPr/>
      <dgm:t>
        <a:bodyPr/>
        <a:lstStyle/>
        <a:p>
          <a:pPr>
            <a:lnSpc>
              <a:spcPct val="100000"/>
            </a:lnSpc>
          </a:pPr>
          <a:r>
            <a:rPr lang="en-US" dirty="0"/>
            <a:t>in fact involves multiple steps </a:t>
          </a:r>
        </a:p>
      </dgm:t>
    </dgm:pt>
    <dgm:pt modelId="{034768F2-E4E3-4223-AEFD-FED972E6B580}" type="parTrans" cxnId="{EB24355D-9330-4957-8306-5BD0AA0440AD}">
      <dgm:prSet/>
      <dgm:spPr/>
      <dgm:t>
        <a:bodyPr/>
        <a:lstStyle/>
        <a:p>
          <a:endParaRPr lang="en-US"/>
        </a:p>
      </dgm:t>
    </dgm:pt>
    <dgm:pt modelId="{422D5E10-9BC8-42C5-BB88-9C8C4FE4F60E}" type="sibTrans" cxnId="{EB24355D-9330-4957-8306-5BD0AA0440AD}">
      <dgm:prSet/>
      <dgm:spPr/>
      <dgm:t>
        <a:bodyPr/>
        <a:lstStyle/>
        <a:p>
          <a:endParaRPr lang="en-US"/>
        </a:p>
      </dgm:t>
    </dgm:pt>
    <dgm:pt modelId="{8B30E201-F7E7-422F-A2B8-47129C939F99}">
      <dgm:prSet/>
      <dgm:spPr/>
      <dgm:t>
        <a:bodyPr/>
        <a:lstStyle/>
        <a:p>
          <a:pPr>
            <a:lnSpc>
              <a:spcPct val="100000"/>
            </a:lnSpc>
          </a:pPr>
          <a:r>
            <a:rPr lang="en-US" dirty="0"/>
            <a:t>and data</a:t>
          </a:r>
          <a:r>
            <a:rPr lang="tr-TR" dirty="0"/>
            <a:t> </a:t>
          </a:r>
          <a:r>
            <a:rPr lang="tr-TR" dirty="0" err="1"/>
            <a:t>from</a:t>
          </a:r>
          <a:r>
            <a:rPr lang="tr-TR" dirty="0"/>
            <a:t> </a:t>
          </a:r>
          <a:r>
            <a:rPr lang="tr-TR" dirty="0" err="1"/>
            <a:t>multiple</a:t>
          </a:r>
          <a:r>
            <a:rPr lang="tr-TR" dirty="0"/>
            <a:t> </a:t>
          </a:r>
          <a:r>
            <a:rPr lang="tr-TR" dirty="0" err="1"/>
            <a:t>transactions</a:t>
          </a:r>
          <a:r>
            <a:rPr lang="tr-TR" dirty="0"/>
            <a:t>.</a:t>
          </a:r>
          <a:endParaRPr lang="en-US" dirty="0"/>
        </a:p>
      </dgm:t>
    </dgm:pt>
    <dgm:pt modelId="{26831C64-71A8-4B5F-A968-F9ABCC098AC9}" type="parTrans" cxnId="{D8005CE2-D760-4706-A595-BA8073E65BFE}">
      <dgm:prSet/>
      <dgm:spPr/>
      <dgm:t>
        <a:bodyPr/>
        <a:lstStyle/>
        <a:p>
          <a:endParaRPr lang="en-US"/>
        </a:p>
      </dgm:t>
    </dgm:pt>
    <dgm:pt modelId="{4FC4EF64-8BD6-4D6D-BB30-D3A803A4B86B}" type="sibTrans" cxnId="{D8005CE2-D760-4706-A595-BA8073E65BFE}">
      <dgm:prSet/>
      <dgm:spPr/>
      <dgm:t>
        <a:bodyPr/>
        <a:lstStyle/>
        <a:p>
          <a:endParaRPr lang="en-US"/>
        </a:p>
      </dgm:t>
    </dgm:pt>
    <dgm:pt modelId="{F664072A-FF38-4784-A09B-42756E9A516F}" type="pres">
      <dgm:prSet presAssocID="{413FB7F8-3405-4073-9105-12E0A6C509A3}" presName="root" presStyleCnt="0">
        <dgm:presLayoutVars>
          <dgm:dir/>
          <dgm:resizeHandles val="exact"/>
        </dgm:presLayoutVars>
      </dgm:prSet>
      <dgm:spPr/>
    </dgm:pt>
    <dgm:pt modelId="{107E33AE-C57B-4620-ADBC-C947ADCB8107}" type="pres">
      <dgm:prSet presAssocID="{15D2AF5D-D7EF-42FA-B3BA-EF7F79553DA8}" presName="compNode" presStyleCnt="0"/>
      <dgm:spPr/>
    </dgm:pt>
    <dgm:pt modelId="{C2A4C316-24C2-4303-BA55-588EF27442D8}" type="pres">
      <dgm:prSet presAssocID="{15D2AF5D-D7EF-42FA-B3BA-EF7F79553DA8}" presName="iconRect" presStyleLbl="node1" presStyleIdx="0" presStyleCnt="3"/>
      <dgm:spPr>
        <a:blipFill>
          <a:blip xmlns:r="http://schemas.openxmlformats.org/officeDocument/2006/relationships" r:embed="rId1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2"/>
              </a:ext>
            </a:extLst>
          </a:blip>
          <a:stretch>
            <a:fillRect/>
          </a:stretch>
        </a:blipFill>
        <a:ln>
          <a:noFill/>
        </a:ln>
      </dgm:spPr>
      <dgm:extLst>
        <a:ext uri="{E40237B7-FDA0-4F09-8148-C483321AD2D9}">
          <dgm14:cNvPr xmlns:dgm14="http://schemas.microsoft.com/office/drawing/2010/diagram" id="0" name="" descr="Circle Addition"/>
        </a:ext>
      </dgm:extLst>
    </dgm:pt>
    <dgm:pt modelId="{3FF19C4B-AA74-486F-9E57-2C4B42032037}" type="pres">
      <dgm:prSet presAssocID="{15D2AF5D-D7EF-42FA-B3BA-EF7F79553DA8}" presName="iconSpace" presStyleCnt="0"/>
      <dgm:spPr/>
    </dgm:pt>
    <dgm:pt modelId="{F8BF3A24-51D0-4A29-9F2B-7C919B4B76AA}" type="pres">
      <dgm:prSet presAssocID="{15D2AF5D-D7EF-42FA-B3BA-EF7F79553DA8}" presName="parTx" presStyleLbl="revTx" presStyleIdx="0" presStyleCnt="6">
        <dgm:presLayoutVars>
          <dgm:chMax val="0"/>
          <dgm:chPref val="0"/>
        </dgm:presLayoutVars>
      </dgm:prSet>
      <dgm:spPr/>
    </dgm:pt>
    <dgm:pt modelId="{FC3DD2EC-D221-404F-BE37-EE3E8496334A}" type="pres">
      <dgm:prSet presAssocID="{15D2AF5D-D7EF-42FA-B3BA-EF7F79553DA8}" presName="txSpace" presStyleCnt="0"/>
      <dgm:spPr/>
    </dgm:pt>
    <dgm:pt modelId="{6E8DE4DA-13F4-4676-9D40-715059FB4AB3}" type="pres">
      <dgm:prSet presAssocID="{15D2AF5D-D7EF-42FA-B3BA-EF7F79553DA8}" presName="desTx" presStyleLbl="revTx" presStyleIdx="1" presStyleCnt="6">
        <dgm:presLayoutVars/>
      </dgm:prSet>
      <dgm:spPr/>
    </dgm:pt>
    <dgm:pt modelId="{D40D18C3-083C-443C-8F91-78B5E335B35C}" type="pres">
      <dgm:prSet presAssocID="{33FD0406-7B4B-4556-A522-0886278696D2}" presName="sibTrans" presStyleCnt="0"/>
      <dgm:spPr/>
    </dgm:pt>
    <dgm:pt modelId="{59A03EED-5F6D-4806-94FA-0B1FDCDCAE8D}" type="pres">
      <dgm:prSet presAssocID="{72AEBCF1-D76C-480D-B5E2-F38F82F77E59}" presName="compNode" presStyleCnt="0"/>
      <dgm:spPr/>
    </dgm:pt>
    <dgm:pt modelId="{AFC5B96A-1BC4-4FF2-95CE-8DAEA34BB816}" type="pres">
      <dgm:prSet presAssocID="{72AEBCF1-D76C-480D-B5E2-F38F82F77E59}" presName="iconRect" presStyleLbl="node1" presStyleIdx="1" presStyleCnt="3"/>
      <dgm:spPr>
        <a:blipFill>
          <a:blip xmlns:r="http://schemas.openxmlformats.org/officeDocument/2006/relationships" r:embed="rId3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4"/>
              </a:ext>
            </a:extLst>
          </a:blip>
          <a:stretch>
            <a:fillRect/>
          </a:stretch>
        </a:blipFill>
        <a:ln>
          <a:noFill/>
        </a:ln>
      </dgm:spPr>
      <dgm:extLst>
        <a:ext uri="{E40237B7-FDA0-4F09-8148-C483321AD2D9}">
          <dgm14:cNvPr xmlns:dgm14="http://schemas.microsoft.com/office/drawing/2010/diagram" id="0" name="" descr="Error"/>
        </a:ext>
      </dgm:extLst>
    </dgm:pt>
    <dgm:pt modelId="{AB63583D-BD21-426C-9475-F8DDDDAA69B9}" type="pres">
      <dgm:prSet presAssocID="{72AEBCF1-D76C-480D-B5E2-F38F82F77E59}" presName="iconSpace" presStyleCnt="0"/>
      <dgm:spPr/>
    </dgm:pt>
    <dgm:pt modelId="{A0856E4A-0AAC-4685-8DF0-A5C26D49299C}" type="pres">
      <dgm:prSet presAssocID="{72AEBCF1-D76C-480D-B5E2-F38F82F77E59}" presName="parTx" presStyleLbl="revTx" presStyleIdx="2" presStyleCnt="6">
        <dgm:presLayoutVars>
          <dgm:chMax val="0"/>
          <dgm:chPref val="0"/>
        </dgm:presLayoutVars>
      </dgm:prSet>
      <dgm:spPr/>
    </dgm:pt>
    <dgm:pt modelId="{AC63243E-4559-4AE6-8BB3-247627A3D5F3}" type="pres">
      <dgm:prSet presAssocID="{72AEBCF1-D76C-480D-B5E2-F38F82F77E59}" presName="txSpace" presStyleCnt="0"/>
      <dgm:spPr/>
    </dgm:pt>
    <dgm:pt modelId="{2CB61EB8-1DCA-4A1D-8963-C5C3AC16446A}" type="pres">
      <dgm:prSet presAssocID="{72AEBCF1-D76C-480D-B5E2-F38F82F77E59}" presName="desTx" presStyleLbl="revTx" presStyleIdx="3" presStyleCnt="6">
        <dgm:presLayoutVars/>
      </dgm:prSet>
      <dgm:spPr/>
    </dgm:pt>
    <dgm:pt modelId="{A09944B4-F268-4CE3-842C-962C95516C63}" type="pres">
      <dgm:prSet presAssocID="{5A42BF51-9CB7-4040-A599-9675A44F7135}" presName="sibTrans" presStyleCnt="0"/>
      <dgm:spPr/>
    </dgm:pt>
    <dgm:pt modelId="{01CE9A85-1643-44D7-A3DB-CEBDD007C36D}" type="pres">
      <dgm:prSet presAssocID="{F57C9E34-9062-4998-92E6-22E6D8386267}" presName="compNode" presStyleCnt="0"/>
      <dgm:spPr/>
    </dgm:pt>
    <dgm:pt modelId="{8BD461B0-1FCE-4A10-94DF-C4529B324077}" type="pres">
      <dgm:prSet presAssocID="{F57C9E34-9062-4998-92E6-22E6D8386267}" presName="iconRect" presStyleLbl="node1" presStyleIdx="2" presStyleCnt="3"/>
      <dgm:spPr>
        <a:blipFill>
          <a:blip xmlns:r="http://schemas.openxmlformats.org/officeDocument/2006/relationships" r:embed="rId5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6"/>
              </a:ext>
            </a:extLst>
          </a:blip>
          <a:stretch>
            <a:fillRect/>
          </a:stretch>
        </a:blipFill>
        <a:ln>
          <a:noFill/>
        </a:ln>
      </dgm:spPr>
      <dgm:extLst>
        <a:ext uri="{E40237B7-FDA0-4F09-8148-C483321AD2D9}">
          <dgm14:cNvPr xmlns:dgm14="http://schemas.microsoft.com/office/drawing/2010/diagram" id="0" name="" descr="Database"/>
        </a:ext>
      </dgm:extLst>
    </dgm:pt>
    <dgm:pt modelId="{12AC11FF-2376-42DB-BF82-CB3724F9EB64}" type="pres">
      <dgm:prSet presAssocID="{F57C9E34-9062-4998-92E6-22E6D8386267}" presName="iconSpace" presStyleCnt="0"/>
      <dgm:spPr/>
    </dgm:pt>
    <dgm:pt modelId="{EABF1B46-ACF9-4622-A109-0CEC5767CD00}" type="pres">
      <dgm:prSet presAssocID="{F57C9E34-9062-4998-92E6-22E6D8386267}" presName="parTx" presStyleLbl="revTx" presStyleIdx="4" presStyleCnt="6">
        <dgm:presLayoutVars>
          <dgm:chMax val="0"/>
          <dgm:chPref val="0"/>
        </dgm:presLayoutVars>
      </dgm:prSet>
      <dgm:spPr/>
    </dgm:pt>
    <dgm:pt modelId="{D44D982F-C96E-4384-B463-0756041FC051}" type="pres">
      <dgm:prSet presAssocID="{F57C9E34-9062-4998-92E6-22E6D8386267}" presName="txSpace" presStyleCnt="0"/>
      <dgm:spPr/>
    </dgm:pt>
    <dgm:pt modelId="{220211A7-3237-4F8D-971C-B7567390C3E2}" type="pres">
      <dgm:prSet presAssocID="{F57C9E34-9062-4998-92E6-22E6D8386267}" presName="desTx" presStyleLbl="revTx" presStyleIdx="5" presStyleCnt="6">
        <dgm:presLayoutVars/>
      </dgm:prSet>
      <dgm:spPr/>
    </dgm:pt>
  </dgm:ptLst>
  <dgm:cxnLst>
    <dgm:cxn modelId="{901C3C22-2636-4671-95EC-F90C977528CA}" type="presOf" srcId="{8B30E201-F7E7-422F-A2B8-47129C939F99}" destId="{220211A7-3237-4F8D-971C-B7567390C3E2}" srcOrd="0" destOrd="2" presId="urn:microsoft.com/office/officeart/2018/5/layout/CenteredIconLabelDescriptionList"/>
    <dgm:cxn modelId="{02F1A22A-A015-43E3-832C-68A06A648E49}" type="presOf" srcId="{3D47FEA4-5F95-4B2A-9269-DBB500AEBC57}" destId="{6E8DE4DA-13F4-4676-9D40-715059FB4AB3}" srcOrd="0" destOrd="1" presId="urn:microsoft.com/office/officeart/2018/5/layout/CenteredIconLabelDescriptionList"/>
    <dgm:cxn modelId="{EB24355D-9330-4957-8306-5BD0AA0440AD}" srcId="{F57C9E34-9062-4998-92E6-22E6D8386267}" destId="{66196047-D230-41B6-9765-158DA36F5688}" srcOrd="1" destOrd="0" parTransId="{034768F2-E4E3-4223-AEFD-FED972E6B580}" sibTransId="{422D5E10-9BC8-42C5-BB88-9C8C4FE4F60E}"/>
    <dgm:cxn modelId="{C4D44A65-1682-45AE-82E3-0DEC0C9C650B}" type="presOf" srcId="{02F2C6E9-49E3-4A29-8DDB-FC4A4A2A3FAE}" destId="{2CB61EB8-1DCA-4A1D-8963-C5C3AC16446A}" srcOrd="0" destOrd="0" presId="urn:microsoft.com/office/officeart/2018/5/layout/CenteredIconLabelDescriptionList"/>
    <dgm:cxn modelId="{828EF64A-1FFA-4375-8EEC-17120A06F000}" srcId="{413FB7F8-3405-4073-9105-12E0A6C509A3}" destId="{15D2AF5D-D7EF-42FA-B3BA-EF7F79553DA8}" srcOrd="0" destOrd="0" parTransId="{5C73DDD1-125C-44FC-B5CD-FB6895EC9393}" sibTransId="{33FD0406-7B4B-4556-A522-0886278696D2}"/>
    <dgm:cxn modelId="{EB72D350-E1E0-4AA5-94DA-9BE4AD7BE31B}" type="presOf" srcId="{15D2AF5D-D7EF-42FA-B3BA-EF7F79553DA8}" destId="{F8BF3A24-51D0-4A29-9F2B-7C919B4B76AA}" srcOrd="0" destOrd="0" presId="urn:microsoft.com/office/officeart/2018/5/layout/CenteredIconLabelDescriptionList"/>
    <dgm:cxn modelId="{2B88CE5A-BECB-4ECA-9A82-E200B432A769}" srcId="{413FB7F8-3405-4073-9105-12E0A6C509A3}" destId="{72AEBCF1-D76C-480D-B5E2-F38F82F77E59}" srcOrd="1" destOrd="0" parTransId="{6807B0C2-1FFA-41D4-A428-101263B6DEE4}" sibTransId="{5A42BF51-9CB7-4040-A599-9675A44F7135}"/>
    <dgm:cxn modelId="{9B637A8C-EFFC-4638-ABD6-3AA78D51EB28}" srcId="{15D2AF5D-D7EF-42FA-B3BA-EF7F79553DA8}" destId="{697E0F1B-E160-4ACE-8DF3-8AB931C07886}" srcOrd="0" destOrd="0" parTransId="{C042D99B-C8DB-44D8-82F2-8FABA0537848}" sibTransId="{A3548AC6-B8A8-4BF1-BD91-D426BB8F7E7C}"/>
    <dgm:cxn modelId="{D222729F-7480-4573-B71C-BE5821DDA2DD}" type="presOf" srcId="{F57C9E34-9062-4998-92E6-22E6D8386267}" destId="{EABF1B46-ACF9-4622-A109-0CEC5767CD00}" srcOrd="0" destOrd="0" presId="urn:microsoft.com/office/officeart/2018/5/layout/CenteredIconLabelDescriptionList"/>
    <dgm:cxn modelId="{3DA30BC0-ACF8-43C9-AA52-CB78922153A0}" type="presOf" srcId="{72AEBCF1-D76C-480D-B5E2-F38F82F77E59}" destId="{A0856E4A-0AAC-4685-8DF0-A5C26D49299C}" srcOrd="0" destOrd="0" presId="urn:microsoft.com/office/officeart/2018/5/layout/CenteredIconLabelDescriptionList"/>
    <dgm:cxn modelId="{E53BC4C6-E856-4AC7-A127-5231329B140F}" type="presOf" srcId="{66196047-D230-41B6-9765-158DA36F5688}" destId="{220211A7-3237-4F8D-971C-B7567390C3E2}" srcOrd="0" destOrd="1" presId="urn:microsoft.com/office/officeart/2018/5/layout/CenteredIconLabelDescriptionList"/>
    <dgm:cxn modelId="{9AA4B4C9-A74B-4BE7-8453-0BEB0A8ACD55}" srcId="{15D2AF5D-D7EF-42FA-B3BA-EF7F79553DA8}" destId="{3D47FEA4-5F95-4B2A-9269-DBB500AEBC57}" srcOrd="1" destOrd="0" parTransId="{6B5E1D35-6C9F-4F33-A420-F991C3E87DA8}" sibTransId="{A9D9B034-8672-4483-9F2C-C74C1F36482D}"/>
    <dgm:cxn modelId="{732F72D2-31B8-4BD9-AE1F-928A5C61270F}" type="presOf" srcId="{697E0F1B-E160-4ACE-8DF3-8AB931C07886}" destId="{6E8DE4DA-13F4-4676-9D40-715059FB4AB3}" srcOrd="0" destOrd="0" presId="urn:microsoft.com/office/officeart/2018/5/layout/CenteredIconLabelDescriptionList"/>
    <dgm:cxn modelId="{9AC4D7D4-9457-43B6-812D-C5659F40BE94}" type="presOf" srcId="{1EE8425C-5A49-471D-9E87-E00B4597E752}" destId="{220211A7-3237-4F8D-971C-B7567390C3E2}" srcOrd="0" destOrd="0" presId="urn:microsoft.com/office/officeart/2018/5/layout/CenteredIconLabelDescriptionList"/>
    <dgm:cxn modelId="{0FF7E0DF-E864-4CCA-8924-8CDC08449DBD}" srcId="{413FB7F8-3405-4073-9105-12E0A6C509A3}" destId="{F57C9E34-9062-4998-92E6-22E6D8386267}" srcOrd="2" destOrd="0" parTransId="{C95F5F60-EDAF-441D-983B-F1298286B9C8}" sibTransId="{C2FF3251-FBB8-42A3-9A2F-19E08B7DE721}"/>
    <dgm:cxn modelId="{D8005CE2-D760-4706-A595-BA8073E65BFE}" srcId="{F57C9E34-9062-4998-92E6-22E6D8386267}" destId="{8B30E201-F7E7-422F-A2B8-47129C939F99}" srcOrd="2" destOrd="0" parTransId="{26831C64-71A8-4B5F-A968-F9ABCC098AC9}" sibTransId="{4FC4EF64-8BD6-4D6D-BB30-D3A803A4B86B}"/>
    <dgm:cxn modelId="{2A983FE5-0AFC-4DA2-92FE-AF7F83ABB59B}" type="presOf" srcId="{413FB7F8-3405-4073-9105-12E0A6C509A3}" destId="{F664072A-FF38-4784-A09B-42756E9A516F}" srcOrd="0" destOrd="0" presId="urn:microsoft.com/office/officeart/2018/5/layout/CenteredIconLabelDescriptionList"/>
    <dgm:cxn modelId="{07B995EA-DF7F-46C3-9929-FD72FA6C83F9}" srcId="{72AEBCF1-D76C-480D-B5E2-F38F82F77E59}" destId="{02F2C6E9-49E3-4A29-8DDB-FC4A4A2A3FAE}" srcOrd="0" destOrd="0" parTransId="{4A87E473-F007-42DD-93B9-8F207D0DE7D2}" sibTransId="{49CCA513-72A8-4996-B63A-7AC9FF8EF17F}"/>
    <dgm:cxn modelId="{DEA1F8F0-A081-4993-BD3C-5759B4B35081}" srcId="{F57C9E34-9062-4998-92E6-22E6D8386267}" destId="{1EE8425C-5A49-471D-9E87-E00B4597E752}" srcOrd="0" destOrd="0" parTransId="{75E170BB-8D74-4D55-93CD-46AC91AC94BC}" sibTransId="{5F6CBDAA-32C2-41E4-BA7C-781B0D9478B7}"/>
    <dgm:cxn modelId="{9A22F810-2913-4423-A32E-3F5A01B43343}" type="presParOf" srcId="{F664072A-FF38-4784-A09B-42756E9A516F}" destId="{107E33AE-C57B-4620-ADBC-C947ADCB8107}" srcOrd="0" destOrd="0" presId="urn:microsoft.com/office/officeart/2018/5/layout/CenteredIconLabelDescriptionList"/>
    <dgm:cxn modelId="{C9A71340-2B54-4566-B64A-5995C5EFE2A1}" type="presParOf" srcId="{107E33AE-C57B-4620-ADBC-C947ADCB8107}" destId="{C2A4C316-24C2-4303-BA55-588EF27442D8}" srcOrd="0" destOrd="0" presId="urn:microsoft.com/office/officeart/2018/5/layout/CenteredIconLabelDescriptionList"/>
    <dgm:cxn modelId="{06042668-A166-466F-B23C-CFF807E0054C}" type="presParOf" srcId="{107E33AE-C57B-4620-ADBC-C947ADCB8107}" destId="{3FF19C4B-AA74-486F-9E57-2C4B42032037}" srcOrd="1" destOrd="0" presId="urn:microsoft.com/office/officeart/2018/5/layout/CenteredIconLabelDescriptionList"/>
    <dgm:cxn modelId="{4DD91933-DC15-40D8-B9B9-9D078DDCA9C2}" type="presParOf" srcId="{107E33AE-C57B-4620-ADBC-C947ADCB8107}" destId="{F8BF3A24-51D0-4A29-9F2B-7C919B4B76AA}" srcOrd="2" destOrd="0" presId="urn:microsoft.com/office/officeart/2018/5/layout/CenteredIconLabelDescriptionList"/>
    <dgm:cxn modelId="{C10CBD38-0B40-41D2-BFE0-414B8821CAB6}" type="presParOf" srcId="{107E33AE-C57B-4620-ADBC-C947ADCB8107}" destId="{FC3DD2EC-D221-404F-BE37-EE3E8496334A}" srcOrd="3" destOrd="0" presId="urn:microsoft.com/office/officeart/2018/5/layout/CenteredIconLabelDescriptionList"/>
    <dgm:cxn modelId="{E53A300E-412D-43D8-A70C-54EC67FA8D45}" type="presParOf" srcId="{107E33AE-C57B-4620-ADBC-C947ADCB8107}" destId="{6E8DE4DA-13F4-4676-9D40-715059FB4AB3}" srcOrd="4" destOrd="0" presId="urn:microsoft.com/office/officeart/2018/5/layout/CenteredIconLabelDescriptionList"/>
    <dgm:cxn modelId="{79BE0B46-2DC5-442C-9587-29AF4D11FE30}" type="presParOf" srcId="{F664072A-FF38-4784-A09B-42756E9A516F}" destId="{D40D18C3-083C-443C-8F91-78B5E335B35C}" srcOrd="1" destOrd="0" presId="urn:microsoft.com/office/officeart/2018/5/layout/CenteredIconLabelDescriptionList"/>
    <dgm:cxn modelId="{00CDE957-FE63-40C6-9036-BE94D2876430}" type="presParOf" srcId="{F664072A-FF38-4784-A09B-42756E9A516F}" destId="{59A03EED-5F6D-4806-94FA-0B1FDCDCAE8D}" srcOrd="2" destOrd="0" presId="urn:microsoft.com/office/officeart/2018/5/layout/CenteredIconLabelDescriptionList"/>
    <dgm:cxn modelId="{938BB5F0-386E-43C1-B3A4-5A611EB4327D}" type="presParOf" srcId="{59A03EED-5F6D-4806-94FA-0B1FDCDCAE8D}" destId="{AFC5B96A-1BC4-4FF2-95CE-8DAEA34BB816}" srcOrd="0" destOrd="0" presId="urn:microsoft.com/office/officeart/2018/5/layout/CenteredIconLabelDescriptionList"/>
    <dgm:cxn modelId="{0A623894-145D-44C4-A4B8-4D763CE62707}" type="presParOf" srcId="{59A03EED-5F6D-4806-94FA-0B1FDCDCAE8D}" destId="{AB63583D-BD21-426C-9475-F8DDDDAA69B9}" srcOrd="1" destOrd="0" presId="urn:microsoft.com/office/officeart/2018/5/layout/CenteredIconLabelDescriptionList"/>
    <dgm:cxn modelId="{1D978B22-4F79-4823-A722-7B69ED0ED627}" type="presParOf" srcId="{59A03EED-5F6D-4806-94FA-0B1FDCDCAE8D}" destId="{A0856E4A-0AAC-4685-8DF0-A5C26D49299C}" srcOrd="2" destOrd="0" presId="urn:microsoft.com/office/officeart/2018/5/layout/CenteredIconLabelDescriptionList"/>
    <dgm:cxn modelId="{3BFE4F9F-C35F-4C69-AD47-88BB2C4572DC}" type="presParOf" srcId="{59A03EED-5F6D-4806-94FA-0B1FDCDCAE8D}" destId="{AC63243E-4559-4AE6-8BB3-247627A3D5F3}" srcOrd="3" destOrd="0" presId="urn:microsoft.com/office/officeart/2018/5/layout/CenteredIconLabelDescriptionList"/>
    <dgm:cxn modelId="{0D7FC6B8-92BF-4183-BA0D-1671BE4F8003}" type="presParOf" srcId="{59A03EED-5F6D-4806-94FA-0B1FDCDCAE8D}" destId="{2CB61EB8-1DCA-4A1D-8963-C5C3AC16446A}" srcOrd="4" destOrd="0" presId="urn:microsoft.com/office/officeart/2018/5/layout/CenteredIconLabelDescriptionList"/>
    <dgm:cxn modelId="{2ABAAF65-EA3E-4AE8-9CE1-5F5596ACB581}" type="presParOf" srcId="{F664072A-FF38-4784-A09B-42756E9A516F}" destId="{A09944B4-F268-4CE3-842C-962C95516C63}" srcOrd="3" destOrd="0" presId="urn:microsoft.com/office/officeart/2018/5/layout/CenteredIconLabelDescriptionList"/>
    <dgm:cxn modelId="{3EB71162-1F4F-4DE4-9ADF-2A33199B2649}" type="presParOf" srcId="{F664072A-FF38-4784-A09B-42756E9A516F}" destId="{01CE9A85-1643-44D7-A3DB-CEBDD007C36D}" srcOrd="4" destOrd="0" presId="urn:microsoft.com/office/officeart/2018/5/layout/CenteredIconLabelDescriptionList"/>
    <dgm:cxn modelId="{0DFA1467-0B5A-45EF-B296-560ACDBFD90E}" type="presParOf" srcId="{01CE9A85-1643-44D7-A3DB-CEBDD007C36D}" destId="{8BD461B0-1FCE-4A10-94DF-C4529B324077}" srcOrd="0" destOrd="0" presId="urn:microsoft.com/office/officeart/2018/5/layout/CenteredIconLabelDescriptionList"/>
    <dgm:cxn modelId="{40DD4B4A-C22D-4AFA-AB4F-79FBD4024C69}" type="presParOf" srcId="{01CE9A85-1643-44D7-A3DB-CEBDD007C36D}" destId="{12AC11FF-2376-42DB-BF82-CB3724F9EB64}" srcOrd="1" destOrd="0" presId="urn:microsoft.com/office/officeart/2018/5/layout/CenteredIconLabelDescriptionList"/>
    <dgm:cxn modelId="{4A5AD1F0-9294-4112-B3A7-A8CEA394ED91}" type="presParOf" srcId="{01CE9A85-1643-44D7-A3DB-CEBDD007C36D}" destId="{EABF1B46-ACF9-4622-A109-0CEC5767CD00}" srcOrd="2" destOrd="0" presId="urn:microsoft.com/office/officeart/2018/5/layout/CenteredIconLabelDescriptionList"/>
    <dgm:cxn modelId="{3534A8DF-AE5E-4D08-A4DB-388FBA0AD280}" type="presParOf" srcId="{01CE9A85-1643-44D7-A3DB-CEBDD007C36D}" destId="{D44D982F-C96E-4384-B463-0756041FC051}" srcOrd="3" destOrd="0" presId="urn:microsoft.com/office/officeart/2018/5/layout/CenteredIconLabelDescriptionList"/>
    <dgm:cxn modelId="{16B3A2CC-45C8-42B9-B1AB-1E0134174691}" type="presParOf" srcId="{01CE9A85-1643-44D7-A3DB-CEBDD007C36D}" destId="{220211A7-3237-4F8D-971C-B7567390C3E2}" srcOrd="4" destOrd="0" presId="urn:microsoft.com/office/officeart/2018/5/layout/CenteredIconLabelDescriptionList"/>
  </dgm:cxnLst>
  <dgm:bg/>
  <dgm:whole/>
  <dgm:extLst>
    <a:ext uri="http://schemas.microsoft.com/office/drawing/2008/diagram">
      <dsp:dataModelExt xmlns:dsp="http://schemas.microsoft.com/office/drawing/2008/diagram" relId="rId6" minVer="http://schemas.openxmlformats.org/drawingml/2006/diagram"/>
    </a:ext>
  </dgm:extLst>
</dgm:dataModel>
</file>

<file path=ppt/diagrams/data43.xml><?xml version="1.0" encoding="utf-8"?>
<dgm:dataModel xmlns:dgm="http://schemas.openxmlformats.org/drawingml/2006/diagram" xmlns:a="http://schemas.openxmlformats.org/drawingml/2006/main">
  <dgm:ptLst>
    <dgm:pt modelId="{9722A7DF-A49E-4A72-A92A-08C8B618604C}" type="doc">
      <dgm:prSet loTypeId="urn:microsoft.com/office/officeart/2005/8/layout/hierarchy4" loCatId="list" qsTypeId="urn:microsoft.com/office/officeart/2005/8/quickstyle/simple1" qsCatId="simple" csTypeId="urn:microsoft.com/office/officeart/2005/8/colors/accent1_2" csCatId="accent1" phldr="1"/>
      <dgm:spPr/>
      <dgm:t>
        <a:bodyPr/>
        <a:lstStyle/>
        <a:p>
          <a:endParaRPr lang="tr-TR"/>
        </a:p>
      </dgm:t>
    </dgm:pt>
    <dgm:pt modelId="{3866C6A8-3115-45D7-B324-19B48D4CF110}">
      <dgm:prSet/>
      <dgm:spPr/>
      <dgm:t>
        <a:bodyPr/>
        <a:lstStyle/>
        <a:p>
          <a:r>
            <a:rPr lang="tr-TR" dirty="0" err="1"/>
            <a:t>Retrieve</a:t>
          </a:r>
          <a:r>
            <a:rPr lang="tr-TR" dirty="0"/>
            <a:t> </a:t>
          </a:r>
          <a:r>
            <a:rPr lang="tr-TR" dirty="0" err="1"/>
            <a:t>referenced</a:t>
          </a:r>
          <a:r>
            <a:rPr lang="tr-TR" dirty="0"/>
            <a:t> UTXO</a:t>
          </a:r>
        </a:p>
      </dgm:t>
    </dgm:pt>
    <dgm:pt modelId="{D4EE24EC-2A60-41D4-B28C-0457EF0A7E2F}" type="parTrans" cxnId="{2413ECC2-1FCB-4F84-897A-8E444AD52237}">
      <dgm:prSet/>
      <dgm:spPr/>
      <dgm:t>
        <a:bodyPr/>
        <a:lstStyle/>
        <a:p>
          <a:endParaRPr lang="tr-TR"/>
        </a:p>
      </dgm:t>
    </dgm:pt>
    <dgm:pt modelId="{8C02B24F-38A7-4D20-9CD4-EAA285A96E46}" type="sibTrans" cxnId="{2413ECC2-1FCB-4F84-897A-8E444AD52237}">
      <dgm:prSet/>
      <dgm:spPr/>
      <dgm:t>
        <a:bodyPr/>
        <a:lstStyle/>
        <a:p>
          <a:endParaRPr lang="tr-TR"/>
        </a:p>
      </dgm:t>
    </dgm:pt>
    <dgm:pt modelId="{762916F5-8F42-4889-935B-7125390D674C}">
      <dgm:prSet/>
      <dgm:spPr/>
      <dgm:t>
        <a:bodyPr/>
        <a:lstStyle/>
        <a:p>
          <a:r>
            <a:rPr lang="en-US" dirty="0"/>
            <a:t>use the same sequence of commands with Bitcoin Core</a:t>
          </a:r>
          <a:endParaRPr lang="tr-TR" dirty="0"/>
        </a:p>
      </dgm:t>
    </dgm:pt>
    <dgm:pt modelId="{448CBC74-DBCD-43DF-A894-2A806160CA16}" type="parTrans" cxnId="{20F698DC-B038-40B0-BCD3-202D2CD91E20}">
      <dgm:prSet/>
      <dgm:spPr/>
      <dgm:t>
        <a:bodyPr/>
        <a:lstStyle/>
        <a:p>
          <a:endParaRPr lang="tr-TR"/>
        </a:p>
      </dgm:t>
    </dgm:pt>
    <dgm:pt modelId="{1AFF568F-5CC2-498A-949F-F2152652A9AA}" type="sibTrans" cxnId="{20F698DC-B038-40B0-BCD3-202D2CD91E20}">
      <dgm:prSet/>
      <dgm:spPr/>
      <dgm:t>
        <a:bodyPr/>
        <a:lstStyle/>
        <a:p>
          <a:endParaRPr lang="tr-TR"/>
        </a:p>
      </dgm:t>
    </dgm:pt>
    <dgm:pt modelId="{84596746-8BE4-4A3C-97D5-0D201994CF19}">
      <dgm:prSet/>
      <dgm:spPr/>
      <dgm:t>
        <a:bodyPr/>
        <a:lstStyle/>
        <a:p>
          <a:r>
            <a:rPr lang="tr-TR" dirty="0" err="1"/>
            <a:t>to</a:t>
          </a:r>
          <a:r>
            <a:rPr lang="en-US" dirty="0"/>
            <a:t> get the UTXO referenced </a:t>
          </a:r>
          <a:endParaRPr lang="tr-TR" dirty="0"/>
        </a:p>
      </dgm:t>
    </dgm:pt>
    <dgm:pt modelId="{D970B133-A78C-4E9B-B7DD-BA453E81131D}" type="parTrans" cxnId="{C86E9790-5368-4A18-81C3-E30667802A24}">
      <dgm:prSet/>
      <dgm:spPr/>
      <dgm:t>
        <a:bodyPr/>
        <a:lstStyle/>
        <a:p>
          <a:endParaRPr lang="tr-TR"/>
        </a:p>
      </dgm:t>
    </dgm:pt>
    <dgm:pt modelId="{485262A2-EB79-4836-9AE1-929FB63F2226}" type="sibTrans" cxnId="{C86E9790-5368-4A18-81C3-E30667802A24}">
      <dgm:prSet/>
      <dgm:spPr/>
      <dgm:t>
        <a:bodyPr/>
        <a:lstStyle/>
        <a:p>
          <a:endParaRPr lang="tr-TR"/>
        </a:p>
      </dgm:t>
    </dgm:pt>
    <dgm:pt modelId="{BBDBC0F7-C857-45B3-9658-7E95B1DC1A63}">
      <dgm:prSet/>
      <dgm:spPr/>
      <dgm:t>
        <a:bodyPr/>
        <a:lstStyle/>
        <a:p>
          <a:r>
            <a:rPr lang="en-US" dirty="0"/>
            <a:t>in the preceding input</a:t>
          </a:r>
          <a:endParaRPr lang="tr-TR" dirty="0"/>
        </a:p>
      </dgm:t>
    </dgm:pt>
    <dgm:pt modelId="{EA7CE5D5-B4D3-4182-AC6B-002E2C9C1F3F}" type="parTrans" cxnId="{06C6981F-827E-4E60-8E3A-023F3D2F7C06}">
      <dgm:prSet/>
      <dgm:spPr/>
      <dgm:t>
        <a:bodyPr/>
        <a:lstStyle/>
        <a:p>
          <a:endParaRPr lang="tr-TR"/>
        </a:p>
      </dgm:t>
    </dgm:pt>
    <dgm:pt modelId="{E9B3A17F-F133-4098-9881-FC11F8122D9F}" type="sibTrans" cxnId="{06C6981F-827E-4E60-8E3A-023F3D2F7C06}">
      <dgm:prSet/>
      <dgm:spPr/>
      <dgm:t>
        <a:bodyPr/>
        <a:lstStyle/>
        <a:p>
          <a:endParaRPr lang="tr-TR"/>
        </a:p>
      </dgm:t>
    </dgm:pt>
    <dgm:pt modelId="{9C698B91-C155-40A1-B9EB-B560AA1218A7}" type="pres">
      <dgm:prSet presAssocID="{9722A7DF-A49E-4A72-A92A-08C8B618604C}" presName="Name0" presStyleCnt="0">
        <dgm:presLayoutVars>
          <dgm:chPref val="1"/>
          <dgm:dir/>
          <dgm:animOne val="branch"/>
          <dgm:animLvl val="lvl"/>
          <dgm:resizeHandles/>
        </dgm:presLayoutVars>
      </dgm:prSet>
      <dgm:spPr/>
    </dgm:pt>
    <dgm:pt modelId="{EE900935-A6E2-4B6B-97C6-76F38498446D}" type="pres">
      <dgm:prSet presAssocID="{3866C6A8-3115-45D7-B324-19B48D4CF110}" presName="vertOne" presStyleCnt="0"/>
      <dgm:spPr/>
    </dgm:pt>
    <dgm:pt modelId="{641D61DE-DA2E-4F76-B0FA-1B6C53FA3094}" type="pres">
      <dgm:prSet presAssocID="{3866C6A8-3115-45D7-B324-19B48D4CF110}" presName="txOne" presStyleLbl="node0" presStyleIdx="0" presStyleCnt="1">
        <dgm:presLayoutVars>
          <dgm:chPref val="3"/>
        </dgm:presLayoutVars>
      </dgm:prSet>
      <dgm:spPr/>
    </dgm:pt>
    <dgm:pt modelId="{6FC7F8FC-6A70-4D94-8DDC-90006112D1C7}" type="pres">
      <dgm:prSet presAssocID="{3866C6A8-3115-45D7-B324-19B48D4CF110}" presName="parTransOne" presStyleCnt="0"/>
      <dgm:spPr/>
    </dgm:pt>
    <dgm:pt modelId="{CDE5B83E-557E-43E2-B901-1A7792DB01EE}" type="pres">
      <dgm:prSet presAssocID="{3866C6A8-3115-45D7-B324-19B48D4CF110}" presName="horzOne" presStyleCnt="0"/>
      <dgm:spPr/>
    </dgm:pt>
    <dgm:pt modelId="{90305C92-A22F-45A5-AD13-B28B76E435A0}" type="pres">
      <dgm:prSet presAssocID="{762916F5-8F42-4889-935B-7125390D674C}" presName="vertTwo" presStyleCnt="0"/>
      <dgm:spPr/>
    </dgm:pt>
    <dgm:pt modelId="{43EEAAA6-7ABA-4924-AA00-ADFCE6F0451B}" type="pres">
      <dgm:prSet presAssocID="{762916F5-8F42-4889-935B-7125390D674C}" presName="txTwo" presStyleLbl="node2" presStyleIdx="0" presStyleCnt="3">
        <dgm:presLayoutVars>
          <dgm:chPref val="3"/>
        </dgm:presLayoutVars>
      </dgm:prSet>
      <dgm:spPr/>
    </dgm:pt>
    <dgm:pt modelId="{F23194AB-1357-4650-AFE9-FB74018689DA}" type="pres">
      <dgm:prSet presAssocID="{762916F5-8F42-4889-935B-7125390D674C}" presName="horzTwo" presStyleCnt="0"/>
      <dgm:spPr/>
    </dgm:pt>
    <dgm:pt modelId="{7DE0A5CF-DFDA-442F-A6D9-3D01B106D429}" type="pres">
      <dgm:prSet presAssocID="{1AFF568F-5CC2-498A-949F-F2152652A9AA}" presName="sibSpaceTwo" presStyleCnt="0"/>
      <dgm:spPr/>
    </dgm:pt>
    <dgm:pt modelId="{78F6F9DB-5349-4B4D-BB87-E9F0D34B5FAD}" type="pres">
      <dgm:prSet presAssocID="{84596746-8BE4-4A3C-97D5-0D201994CF19}" presName="vertTwo" presStyleCnt="0"/>
      <dgm:spPr/>
    </dgm:pt>
    <dgm:pt modelId="{042D3223-5E18-4CE5-8A70-3C99FD896A41}" type="pres">
      <dgm:prSet presAssocID="{84596746-8BE4-4A3C-97D5-0D201994CF19}" presName="txTwo" presStyleLbl="node2" presStyleIdx="1" presStyleCnt="3">
        <dgm:presLayoutVars>
          <dgm:chPref val="3"/>
        </dgm:presLayoutVars>
      </dgm:prSet>
      <dgm:spPr/>
    </dgm:pt>
    <dgm:pt modelId="{6EBDE28F-B369-4C62-93BE-F56F483EAA63}" type="pres">
      <dgm:prSet presAssocID="{84596746-8BE4-4A3C-97D5-0D201994CF19}" presName="horzTwo" presStyleCnt="0"/>
      <dgm:spPr/>
    </dgm:pt>
    <dgm:pt modelId="{3E6C5ED7-11C7-4A44-9611-DADC1FED8730}" type="pres">
      <dgm:prSet presAssocID="{485262A2-EB79-4836-9AE1-929FB63F2226}" presName="sibSpaceTwo" presStyleCnt="0"/>
      <dgm:spPr/>
    </dgm:pt>
    <dgm:pt modelId="{178A254D-DF94-4FFB-8F80-592E910EAB70}" type="pres">
      <dgm:prSet presAssocID="{BBDBC0F7-C857-45B3-9658-7E95B1DC1A63}" presName="vertTwo" presStyleCnt="0"/>
      <dgm:spPr/>
    </dgm:pt>
    <dgm:pt modelId="{4ED16BDB-52C4-4E59-9409-0179D59441EB}" type="pres">
      <dgm:prSet presAssocID="{BBDBC0F7-C857-45B3-9658-7E95B1DC1A63}" presName="txTwo" presStyleLbl="node2" presStyleIdx="2" presStyleCnt="3">
        <dgm:presLayoutVars>
          <dgm:chPref val="3"/>
        </dgm:presLayoutVars>
      </dgm:prSet>
      <dgm:spPr/>
    </dgm:pt>
    <dgm:pt modelId="{269E5FEE-22E6-49AE-B9C2-95214366F326}" type="pres">
      <dgm:prSet presAssocID="{BBDBC0F7-C857-45B3-9658-7E95B1DC1A63}" presName="horzTwo" presStyleCnt="0"/>
      <dgm:spPr/>
    </dgm:pt>
  </dgm:ptLst>
  <dgm:cxnLst>
    <dgm:cxn modelId="{F8152712-7FCA-490F-932C-93FF4A50C446}" type="presOf" srcId="{BBDBC0F7-C857-45B3-9658-7E95B1DC1A63}" destId="{4ED16BDB-52C4-4E59-9409-0179D59441EB}" srcOrd="0" destOrd="0" presId="urn:microsoft.com/office/officeart/2005/8/layout/hierarchy4"/>
    <dgm:cxn modelId="{06C6981F-827E-4E60-8E3A-023F3D2F7C06}" srcId="{3866C6A8-3115-45D7-B324-19B48D4CF110}" destId="{BBDBC0F7-C857-45B3-9658-7E95B1DC1A63}" srcOrd="2" destOrd="0" parTransId="{EA7CE5D5-B4D3-4182-AC6B-002E2C9C1F3F}" sibTransId="{E9B3A17F-F133-4098-9881-FC11F8122D9F}"/>
    <dgm:cxn modelId="{C86E9790-5368-4A18-81C3-E30667802A24}" srcId="{3866C6A8-3115-45D7-B324-19B48D4CF110}" destId="{84596746-8BE4-4A3C-97D5-0D201994CF19}" srcOrd="1" destOrd="0" parTransId="{D970B133-A78C-4E9B-B7DD-BA453E81131D}" sibTransId="{485262A2-EB79-4836-9AE1-929FB63F2226}"/>
    <dgm:cxn modelId="{E1579990-2AE6-4E4A-BAA4-E817F70ECE42}" type="presOf" srcId="{762916F5-8F42-4889-935B-7125390D674C}" destId="{43EEAAA6-7ABA-4924-AA00-ADFCE6F0451B}" srcOrd="0" destOrd="0" presId="urn:microsoft.com/office/officeart/2005/8/layout/hierarchy4"/>
    <dgm:cxn modelId="{1D5488B5-A759-4CBB-86BF-B5E47B9B31B2}" type="presOf" srcId="{84596746-8BE4-4A3C-97D5-0D201994CF19}" destId="{042D3223-5E18-4CE5-8A70-3C99FD896A41}" srcOrd="0" destOrd="0" presId="urn:microsoft.com/office/officeart/2005/8/layout/hierarchy4"/>
    <dgm:cxn modelId="{BCD621B8-0355-443E-9AA0-1632C6FC0091}" type="presOf" srcId="{9722A7DF-A49E-4A72-A92A-08C8B618604C}" destId="{9C698B91-C155-40A1-B9EB-B560AA1218A7}" srcOrd="0" destOrd="0" presId="urn:microsoft.com/office/officeart/2005/8/layout/hierarchy4"/>
    <dgm:cxn modelId="{2413ECC2-1FCB-4F84-897A-8E444AD52237}" srcId="{9722A7DF-A49E-4A72-A92A-08C8B618604C}" destId="{3866C6A8-3115-45D7-B324-19B48D4CF110}" srcOrd="0" destOrd="0" parTransId="{D4EE24EC-2A60-41D4-B28C-0457EF0A7E2F}" sibTransId="{8C02B24F-38A7-4D20-9CD4-EAA285A96E46}"/>
    <dgm:cxn modelId="{9C392CDA-C25D-4618-9390-DAC1E0C13299}" type="presOf" srcId="{3866C6A8-3115-45D7-B324-19B48D4CF110}" destId="{641D61DE-DA2E-4F76-B0FA-1B6C53FA3094}" srcOrd="0" destOrd="0" presId="urn:microsoft.com/office/officeart/2005/8/layout/hierarchy4"/>
    <dgm:cxn modelId="{20F698DC-B038-40B0-BCD3-202D2CD91E20}" srcId="{3866C6A8-3115-45D7-B324-19B48D4CF110}" destId="{762916F5-8F42-4889-935B-7125390D674C}" srcOrd="0" destOrd="0" parTransId="{448CBC74-DBCD-43DF-A894-2A806160CA16}" sibTransId="{1AFF568F-5CC2-498A-949F-F2152652A9AA}"/>
    <dgm:cxn modelId="{9B1BD3EF-7D04-41A0-BD98-ECC10B1251E7}" type="presParOf" srcId="{9C698B91-C155-40A1-B9EB-B560AA1218A7}" destId="{EE900935-A6E2-4B6B-97C6-76F38498446D}" srcOrd="0" destOrd="0" presId="urn:microsoft.com/office/officeart/2005/8/layout/hierarchy4"/>
    <dgm:cxn modelId="{E22EFB4D-C437-4134-A0AE-1E6D01D30015}" type="presParOf" srcId="{EE900935-A6E2-4B6B-97C6-76F38498446D}" destId="{641D61DE-DA2E-4F76-B0FA-1B6C53FA3094}" srcOrd="0" destOrd="0" presId="urn:microsoft.com/office/officeart/2005/8/layout/hierarchy4"/>
    <dgm:cxn modelId="{745E87D3-0DAE-4B0C-801F-63AA00851981}" type="presParOf" srcId="{EE900935-A6E2-4B6B-97C6-76F38498446D}" destId="{6FC7F8FC-6A70-4D94-8DDC-90006112D1C7}" srcOrd="1" destOrd="0" presId="urn:microsoft.com/office/officeart/2005/8/layout/hierarchy4"/>
    <dgm:cxn modelId="{10A43BCF-6ED1-48D1-A611-FD200DEFDA94}" type="presParOf" srcId="{EE900935-A6E2-4B6B-97C6-76F38498446D}" destId="{CDE5B83E-557E-43E2-B901-1A7792DB01EE}" srcOrd="2" destOrd="0" presId="urn:microsoft.com/office/officeart/2005/8/layout/hierarchy4"/>
    <dgm:cxn modelId="{C3116EDC-5C4B-46BF-82D8-9AD69392FFC4}" type="presParOf" srcId="{CDE5B83E-557E-43E2-B901-1A7792DB01EE}" destId="{90305C92-A22F-45A5-AD13-B28B76E435A0}" srcOrd="0" destOrd="0" presId="urn:microsoft.com/office/officeart/2005/8/layout/hierarchy4"/>
    <dgm:cxn modelId="{C8BDB91D-25B2-4F74-84BC-235E5F7DDBA5}" type="presParOf" srcId="{90305C92-A22F-45A5-AD13-B28B76E435A0}" destId="{43EEAAA6-7ABA-4924-AA00-ADFCE6F0451B}" srcOrd="0" destOrd="0" presId="urn:microsoft.com/office/officeart/2005/8/layout/hierarchy4"/>
    <dgm:cxn modelId="{766FA5AF-63A1-463F-B78A-251A5A79448E}" type="presParOf" srcId="{90305C92-A22F-45A5-AD13-B28B76E435A0}" destId="{F23194AB-1357-4650-AFE9-FB74018689DA}" srcOrd="1" destOrd="0" presId="urn:microsoft.com/office/officeart/2005/8/layout/hierarchy4"/>
    <dgm:cxn modelId="{90CB0A78-FE2E-48DA-B4C6-ED79B5734150}" type="presParOf" srcId="{CDE5B83E-557E-43E2-B901-1A7792DB01EE}" destId="{7DE0A5CF-DFDA-442F-A6D9-3D01B106D429}" srcOrd="1" destOrd="0" presId="urn:microsoft.com/office/officeart/2005/8/layout/hierarchy4"/>
    <dgm:cxn modelId="{E535215D-FF07-4809-A332-3BF4647D2421}" type="presParOf" srcId="{CDE5B83E-557E-43E2-B901-1A7792DB01EE}" destId="{78F6F9DB-5349-4B4D-BB87-E9F0D34B5FAD}" srcOrd="2" destOrd="0" presId="urn:microsoft.com/office/officeart/2005/8/layout/hierarchy4"/>
    <dgm:cxn modelId="{DFC70E8A-2514-495C-9BDD-57CC035B3052}" type="presParOf" srcId="{78F6F9DB-5349-4B4D-BB87-E9F0D34B5FAD}" destId="{042D3223-5E18-4CE5-8A70-3C99FD896A41}" srcOrd="0" destOrd="0" presId="urn:microsoft.com/office/officeart/2005/8/layout/hierarchy4"/>
    <dgm:cxn modelId="{E99185AD-D4D3-4B1B-A8DB-2448243A3ED9}" type="presParOf" srcId="{78F6F9DB-5349-4B4D-BB87-E9F0D34B5FAD}" destId="{6EBDE28F-B369-4C62-93BE-F56F483EAA63}" srcOrd="1" destOrd="0" presId="urn:microsoft.com/office/officeart/2005/8/layout/hierarchy4"/>
    <dgm:cxn modelId="{DCA1EB9F-4048-4DE7-BFA4-2A81831B1BC0}" type="presParOf" srcId="{CDE5B83E-557E-43E2-B901-1A7792DB01EE}" destId="{3E6C5ED7-11C7-4A44-9611-DADC1FED8730}" srcOrd="3" destOrd="0" presId="urn:microsoft.com/office/officeart/2005/8/layout/hierarchy4"/>
    <dgm:cxn modelId="{4BAD8DCE-BCF1-4F31-A7D0-6317E42BD7BA}" type="presParOf" srcId="{CDE5B83E-557E-43E2-B901-1A7792DB01EE}" destId="{178A254D-DF94-4FFB-8F80-592E910EAB70}" srcOrd="4" destOrd="0" presId="urn:microsoft.com/office/officeart/2005/8/layout/hierarchy4"/>
    <dgm:cxn modelId="{0B11D980-B774-4E2C-9C1B-75FAA4EE3F2E}" type="presParOf" srcId="{178A254D-DF94-4FFB-8F80-592E910EAB70}" destId="{4ED16BDB-52C4-4E59-9409-0179D59441EB}" srcOrd="0" destOrd="0" presId="urn:microsoft.com/office/officeart/2005/8/layout/hierarchy4"/>
    <dgm:cxn modelId="{8689A25E-3C1F-4B4E-95B8-AE8BD33C96E1}" type="presParOf" srcId="{178A254D-DF94-4FFB-8F80-592E910EAB70}" destId="{269E5FEE-22E6-49AE-B9C2-95214366F326}" srcOrd="1" destOrd="0" presId="urn:microsoft.com/office/officeart/2005/8/layout/hierarchy4"/>
  </dgm:cxnLst>
  <dgm:bg/>
  <dgm:whole/>
  <dgm:extLst>
    <a:ext uri="http://schemas.microsoft.com/office/drawing/2008/diagram">
      <dsp:dataModelExt xmlns:dsp="http://schemas.microsoft.com/office/drawing/2008/diagram" relId="rId6" minVer="http://schemas.openxmlformats.org/drawingml/2006/diagram"/>
    </a:ext>
  </dgm:extLst>
</dgm:dataModel>
</file>

<file path=ppt/diagrams/data44.xml><?xml version="1.0" encoding="utf-8"?>
<dgm:dataModel xmlns:dgm="http://schemas.openxmlformats.org/drawingml/2006/diagram" xmlns:a="http://schemas.openxmlformats.org/drawingml/2006/main">
  <dgm:ptLst>
    <dgm:pt modelId="{404181D2-96D4-4B0B-9F52-BD7222BFDB62}" type="doc">
      <dgm:prSet loTypeId="urn:microsoft.com/office/officeart/2005/8/layout/lProcess2" loCatId="list" qsTypeId="urn:microsoft.com/office/officeart/2005/8/quickstyle/simple1" qsCatId="simple" csTypeId="urn:microsoft.com/office/officeart/2005/8/colors/accent1_2" csCatId="accent1" phldr="1"/>
      <dgm:spPr/>
      <dgm:t>
        <a:bodyPr/>
        <a:lstStyle/>
        <a:p>
          <a:endParaRPr lang="tr-TR"/>
        </a:p>
      </dgm:t>
    </dgm:pt>
    <dgm:pt modelId="{0EBE6247-6610-4974-9170-39F4D1125D7B}">
      <dgm:prSet/>
      <dgm:spPr/>
      <dgm:t>
        <a:bodyPr/>
        <a:lstStyle/>
        <a:p>
          <a:r>
            <a:rPr lang="tr-TR" dirty="0" err="1"/>
            <a:t>This</a:t>
          </a:r>
          <a:r>
            <a:rPr lang="tr-TR" dirty="0"/>
            <a:t> UTXO</a:t>
          </a:r>
          <a:r>
            <a:rPr lang="en-US" dirty="0"/>
            <a:t> </a:t>
          </a:r>
          <a:endParaRPr lang="tr-TR" dirty="0"/>
        </a:p>
      </dgm:t>
    </dgm:pt>
    <dgm:pt modelId="{916DBF9E-8032-478F-B46C-CD2C06DFB956}" type="parTrans" cxnId="{1164BB79-9004-4600-A262-82513D64EE64}">
      <dgm:prSet/>
      <dgm:spPr/>
      <dgm:t>
        <a:bodyPr/>
        <a:lstStyle/>
        <a:p>
          <a:endParaRPr lang="tr-TR"/>
        </a:p>
      </dgm:t>
    </dgm:pt>
    <dgm:pt modelId="{CB814DBA-1CCE-4A67-8B07-3E1BD61938EF}" type="sibTrans" cxnId="{1164BB79-9004-4600-A262-82513D64EE64}">
      <dgm:prSet/>
      <dgm:spPr/>
      <dgm:t>
        <a:bodyPr/>
        <a:lstStyle/>
        <a:p>
          <a:endParaRPr lang="tr-TR"/>
        </a:p>
      </dgm:t>
    </dgm:pt>
    <dgm:pt modelId="{8A3C3112-1994-40AF-8661-FCA673DCCA6E}">
      <dgm:prSet/>
      <dgm:spPr/>
      <dgm:t>
        <a:bodyPr/>
        <a:lstStyle/>
        <a:p>
          <a:r>
            <a:rPr lang="en-US" dirty="0"/>
            <a:t>has a value of 0.1 BTC</a:t>
          </a:r>
          <a:endParaRPr lang="tr-TR" dirty="0"/>
        </a:p>
      </dgm:t>
    </dgm:pt>
    <dgm:pt modelId="{64C53E7F-1701-4D2C-957B-D3663D2310BE}" type="parTrans" cxnId="{DEE65BBF-F5CF-4384-BD08-67A3EDA9979C}">
      <dgm:prSet/>
      <dgm:spPr/>
      <dgm:t>
        <a:bodyPr/>
        <a:lstStyle/>
        <a:p>
          <a:endParaRPr lang="tr-TR"/>
        </a:p>
      </dgm:t>
    </dgm:pt>
    <dgm:pt modelId="{8FD06DA7-B4E9-459B-A066-5A58E1A4F461}" type="sibTrans" cxnId="{DEE65BBF-F5CF-4384-BD08-67A3EDA9979C}">
      <dgm:prSet/>
      <dgm:spPr/>
      <dgm:t>
        <a:bodyPr/>
        <a:lstStyle/>
        <a:p>
          <a:endParaRPr lang="tr-TR"/>
        </a:p>
      </dgm:t>
    </dgm:pt>
    <dgm:pt modelId="{71EA1BEA-237E-4AFE-9A51-B0CB608A0699}">
      <dgm:prSet/>
      <dgm:spPr/>
      <dgm:t>
        <a:bodyPr/>
        <a:lstStyle/>
        <a:p>
          <a:r>
            <a:rPr lang="en-US" dirty="0"/>
            <a:t>has a locking script</a:t>
          </a:r>
          <a:endParaRPr lang="tr-TR" dirty="0"/>
        </a:p>
      </dgm:t>
    </dgm:pt>
    <dgm:pt modelId="{57E7050A-B553-4376-A99C-24035BC24E7D}" type="parTrans" cxnId="{39FB18FE-7F1D-47D1-8BE0-E436F838C795}">
      <dgm:prSet/>
      <dgm:spPr/>
      <dgm:t>
        <a:bodyPr/>
        <a:lstStyle/>
        <a:p>
          <a:endParaRPr lang="tr-TR"/>
        </a:p>
      </dgm:t>
    </dgm:pt>
    <dgm:pt modelId="{71FCF503-9CD7-428A-8491-6AF87AF9FD03}" type="sibTrans" cxnId="{39FB18FE-7F1D-47D1-8BE0-E436F838C795}">
      <dgm:prSet/>
      <dgm:spPr/>
      <dgm:t>
        <a:bodyPr/>
        <a:lstStyle/>
        <a:p>
          <a:endParaRPr lang="tr-TR"/>
        </a:p>
      </dgm:t>
    </dgm:pt>
    <dgm:pt modelId="{A4D67385-BC8A-4D7F-891E-AA41B88E371D}">
      <dgm:prSet/>
      <dgm:spPr/>
      <dgm:t>
        <a:bodyPr/>
        <a:lstStyle/>
        <a:p>
          <a:r>
            <a:rPr lang="en-US" dirty="0"/>
            <a:t>script</a:t>
          </a:r>
          <a:r>
            <a:rPr lang="tr-TR" dirty="0"/>
            <a:t> </a:t>
          </a:r>
          <a:r>
            <a:rPr lang="en-US" dirty="0" err="1"/>
            <a:t>PubKey</a:t>
          </a:r>
          <a:endParaRPr lang="tr-TR" dirty="0"/>
        </a:p>
      </dgm:t>
    </dgm:pt>
    <dgm:pt modelId="{F569C68F-E399-4819-937A-1240A70B578E}" type="parTrans" cxnId="{18BFF40C-8227-4C02-9B96-DC8A567584CC}">
      <dgm:prSet/>
      <dgm:spPr/>
      <dgm:t>
        <a:bodyPr/>
        <a:lstStyle/>
        <a:p>
          <a:endParaRPr lang="tr-TR"/>
        </a:p>
      </dgm:t>
    </dgm:pt>
    <dgm:pt modelId="{6DC31028-A2E9-4A2B-AD27-5A707E839ECD}" type="sibTrans" cxnId="{18BFF40C-8227-4C02-9B96-DC8A567584CC}">
      <dgm:prSet/>
      <dgm:spPr/>
      <dgm:t>
        <a:bodyPr/>
        <a:lstStyle/>
        <a:p>
          <a:endParaRPr lang="tr-TR"/>
        </a:p>
      </dgm:t>
    </dgm:pt>
    <dgm:pt modelId="{BAAE7FB0-92B6-4E53-AEFF-93CE4945606C}">
      <dgm:prSet custT="1"/>
      <dgm:spPr/>
      <dgm:t>
        <a:bodyPr/>
        <a:lstStyle/>
        <a:p>
          <a:r>
            <a:rPr lang="en-US" sz="1600" kern="1200" dirty="0"/>
            <a:t>contains “OP_DUP OP_HASH160</a:t>
          </a:r>
          <a:r>
            <a:rPr lang="tr-TR" sz="1600" kern="1200" dirty="0"/>
            <a:t> </a:t>
          </a:r>
          <a:r>
            <a:rPr lang="tr-TR" sz="1600" kern="1200" dirty="0">
              <a:solidFill>
                <a:srgbClr val="CD3300"/>
              </a:solidFill>
              <a:latin typeface="UbuntuMono-Regular"/>
            </a:rPr>
            <a:t>7f9b1a7fb68d60c536c2fd8aeaa53a8f3cc025a8 </a:t>
          </a:r>
          <a:r>
            <a:rPr lang="tr-TR" sz="1600" kern="1200" dirty="0">
              <a:solidFill>
                <a:prstClr val="white"/>
              </a:solidFill>
              <a:latin typeface="Calibri" panose="020F0502020204030204"/>
              <a:ea typeface="+mn-ea"/>
              <a:cs typeface="+mn-cs"/>
            </a:rPr>
            <a:t>OP_EQUALVERIFY OP_CHECKSIG</a:t>
          </a:r>
          <a:r>
            <a:rPr lang="en-US" sz="1600" kern="1200" dirty="0"/>
            <a:t>”.</a:t>
          </a:r>
          <a:endParaRPr lang="tr-TR" sz="1600" kern="1200" dirty="0"/>
        </a:p>
      </dgm:t>
    </dgm:pt>
    <dgm:pt modelId="{587FE04F-D097-4507-9348-5483ED013579}" type="parTrans" cxnId="{B0DADBEE-59D5-4399-9434-AF179E7A7280}">
      <dgm:prSet/>
      <dgm:spPr/>
      <dgm:t>
        <a:bodyPr/>
        <a:lstStyle/>
        <a:p>
          <a:endParaRPr lang="tr-TR"/>
        </a:p>
      </dgm:t>
    </dgm:pt>
    <dgm:pt modelId="{73C81012-646B-4398-A3AF-A3A1CC15FC53}" type="sibTrans" cxnId="{B0DADBEE-59D5-4399-9434-AF179E7A7280}">
      <dgm:prSet/>
      <dgm:spPr/>
      <dgm:t>
        <a:bodyPr/>
        <a:lstStyle/>
        <a:p>
          <a:endParaRPr lang="tr-TR"/>
        </a:p>
      </dgm:t>
    </dgm:pt>
    <dgm:pt modelId="{4846B306-EF3C-4830-AD59-46AB6B91CC25}" type="pres">
      <dgm:prSet presAssocID="{404181D2-96D4-4B0B-9F52-BD7222BFDB62}" presName="theList" presStyleCnt="0">
        <dgm:presLayoutVars>
          <dgm:dir/>
          <dgm:animLvl val="lvl"/>
          <dgm:resizeHandles val="exact"/>
        </dgm:presLayoutVars>
      </dgm:prSet>
      <dgm:spPr/>
    </dgm:pt>
    <dgm:pt modelId="{201871E7-E8D6-403B-B122-A173BE317002}" type="pres">
      <dgm:prSet presAssocID="{0EBE6247-6610-4974-9170-39F4D1125D7B}" presName="compNode" presStyleCnt="0"/>
      <dgm:spPr/>
    </dgm:pt>
    <dgm:pt modelId="{AA7B33FA-5095-4393-913F-D7FDEFA648E6}" type="pres">
      <dgm:prSet presAssocID="{0EBE6247-6610-4974-9170-39F4D1125D7B}" presName="aNode" presStyleLbl="bgShp" presStyleIdx="0" presStyleCnt="2"/>
      <dgm:spPr/>
    </dgm:pt>
    <dgm:pt modelId="{EDC7C0C2-ABF5-48DA-A162-559399C47994}" type="pres">
      <dgm:prSet presAssocID="{0EBE6247-6610-4974-9170-39F4D1125D7B}" presName="textNode" presStyleLbl="bgShp" presStyleIdx="0" presStyleCnt="2"/>
      <dgm:spPr/>
    </dgm:pt>
    <dgm:pt modelId="{E833ED21-C336-4A9B-B7B8-FF3F4B880FDE}" type="pres">
      <dgm:prSet presAssocID="{0EBE6247-6610-4974-9170-39F4D1125D7B}" presName="compChildNode" presStyleCnt="0"/>
      <dgm:spPr/>
    </dgm:pt>
    <dgm:pt modelId="{12EB43FF-3E2A-4B74-B07E-757B0A894B9C}" type="pres">
      <dgm:prSet presAssocID="{0EBE6247-6610-4974-9170-39F4D1125D7B}" presName="theInnerList" presStyleCnt="0"/>
      <dgm:spPr/>
    </dgm:pt>
    <dgm:pt modelId="{29A93C2D-FCB1-4392-B153-0B260130576D}" type="pres">
      <dgm:prSet presAssocID="{8A3C3112-1994-40AF-8661-FCA673DCCA6E}" presName="childNode" presStyleLbl="node1" presStyleIdx="0" presStyleCnt="3">
        <dgm:presLayoutVars>
          <dgm:bulletEnabled val="1"/>
        </dgm:presLayoutVars>
      </dgm:prSet>
      <dgm:spPr/>
    </dgm:pt>
    <dgm:pt modelId="{B1BB0EEC-179B-48E4-A4F0-EF031ACFA09C}" type="pres">
      <dgm:prSet presAssocID="{8A3C3112-1994-40AF-8661-FCA673DCCA6E}" presName="aSpace2" presStyleCnt="0"/>
      <dgm:spPr/>
    </dgm:pt>
    <dgm:pt modelId="{F4714B07-153D-431E-83BA-073BF51A5E5F}" type="pres">
      <dgm:prSet presAssocID="{71EA1BEA-237E-4AFE-9A51-B0CB608A0699}" presName="childNode" presStyleLbl="node1" presStyleIdx="1" presStyleCnt="3">
        <dgm:presLayoutVars>
          <dgm:bulletEnabled val="1"/>
        </dgm:presLayoutVars>
      </dgm:prSet>
      <dgm:spPr/>
    </dgm:pt>
    <dgm:pt modelId="{0CF5BF8B-F88C-4E63-9876-51A236CBDF02}" type="pres">
      <dgm:prSet presAssocID="{0EBE6247-6610-4974-9170-39F4D1125D7B}" presName="aSpace" presStyleCnt="0"/>
      <dgm:spPr/>
    </dgm:pt>
    <dgm:pt modelId="{7B2852C9-2563-4C84-85BF-0E3125892BF9}" type="pres">
      <dgm:prSet presAssocID="{A4D67385-BC8A-4D7F-891E-AA41B88E371D}" presName="compNode" presStyleCnt="0"/>
      <dgm:spPr/>
    </dgm:pt>
    <dgm:pt modelId="{3FCC96F0-0A25-4E63-8B65-8DFE7653B217}" type="pres">
      <dgm:prSet presAssocID="{A4D67385-BC8A-4D7F-891E-AA41B88E371D}" presName="aNode" presStyleLbl="bgShp" presStyleIdx="1" presStyleCnt="2"/>
      <dgm:spPr/>
    </dgm:pt>
    <dgm:pt modelId="{EB95C207-06A0-409B-B4E6-C4A1E5D43D1D}" type="pres">
      <dgm:prSet presAssocID="{A4D67385-BC8A-4D7F-891E-AA41B88E371D}" presName="textNode" presStyleLbl="bgShp" presStyleIdx="1" presStyleCnt="2"/>
      <dgm:spPr/>
    </dgm:pt>
    <dgm:pt modelId="{92DFCB56-E4D7-4D97-9F39-D48D590C657F}" type="pres">
      <dgm:prSet presAssocID="{A4D67385-BC8A-4D7F-891E-AA41B88E371D}" presName="compChildNode" presStyleCnt="0"/>
      <dgm:spPr/>
    </dgm:pt>
    <dgm:pt modelId="{41DD1FD8-7D9A-4231-8451-F9146F3D465C}" type="pres">
      <dgm:prSet presAssocID="{A4D67385-BC8A-4D7F-891E-AA41B88E371D}" presName="theInnerList" presStyleCnt="0"/>
      <dgm:spPr/>
    </dgm:pt>
    <dgm:pt modelId="{477AB247-5619-4B02-B031-4CCB52DCBCCF}" type="pres">
      <dgm:prSet presAssocID="{BAAE7FB0-92B6-4E53-AEFF-93CE4945606C}" presName="childNode" presStyleLbl="node1" presStyleIdx="2" presStyleCnt="3">
        <dgm:presLayoutVars>
          <dgm:bulletEnabled val="1"/>
        </dgm:presLayoutVars>
      </dgm:prSet>
      <dgm:spPr/>
    </dgm:pt>
  </dgm:ptLst>
  <dgm:cxnLst>
    <dgm:cxn modelId="{E6075706-3B8D-419D-95EB-2121B25F2290}" type="presOf" srcId="{0EBE6247-6610-4974-9170-39F4D1125D7B}" destId="{AA7B33FA-5095-4393-913F-D7FDEFA648E6}" srcOrd="0" destOrd="0" presId="urn:microsoft.com/office/officeart/2005/8/layout/lProcess2"/>
    <dgm:cxn modelId="{18BFF40C-8227-4C02-9B96-DC8A567584CC}" srcId="{404181D2-96D4-4B0B-9F52-BD7222BFDB62}" destId="{A4D67385-BC8A-4D7F-891E-AA41B88E371D}" srcOrd="1" destOrd="0" parTransId="{F569C68F-E399-4819-937A-1240A70B578E}" sibTransId="{6DC31028-A2E9-4A2B-AD27-5A707E839ECD}"/>
    <dgm:cxn modelId="{20210A19-7CDE-41D7-9780-5C42BEC1F462}" type="presOf" srcId="{BAAE7FB0-92B6-4E53-AEFF-93CE4945606C}" destId="{477AB247-5619-4B02-B031-4CCB52DCBCCF}" srcOrd="0" destOrd="0" presId="urn:microsoft.com/office/officeart/2005/8/layout/lProcess2"/>
    <dgm:cxn modelId="{05124823-402C-42B3-8B79-306B6444F900}" type="presOf" srcId="{A4D67385-BC8A-4D7F-891E-AA41B88E371D}" destId="{EB95C207-06A0-409B-B4E6-C4A1E5D43D1D}" srcOrd="1" destOrd="0" presId="urn:microsoft.com/office/officeart/2005/8/layout/lProcess2"/>
    <dgm:cxn modelId="{130A8527-8D06-45B9-8381-46363BC30586}" type="presOf" srcId="{A4D67385-BC8A-4D7F-891E-AA41B88E371D}" destId="{3FCC96F0-0A25-4E63-8B65-8DFE7653B217}" srcOrd="0" destOrd="0" presId="urn:microsoft.com/office/officeart/2005/8/layout/lProcess2"/>
    <dgm:cxn modelId="{1164BB79-9004-4600-A262-82513D64EE64}" srcId="{404181D2-96D4-4B0B-9F52-BD7222BFDB62}" destId="{0EBE6247-6610-4974-9170-39F4D1125D7B}" srcOrd="0" destOrd="0" parTransId="{916DBF9E-8032-478F-B46C-CD2C06DFB956}" sibTransId="{CB814DBA-1CCE-4A67-8B07-3E1BD61938EF}"/>
    <dgm:cxn modelId="{BE2D2595-4C5B-48BB-BBD3-03903B82A8F0}" type="presOf" srcId="{0EBE6247-6610-4974-9170-39F4D1125D7B}" destId="{EDC7C0C2-ABF5-48DA-A162-559399C47994}" srcOrd="1" destOrd="0" presId="urn:microsoft.com/office/officeart/2005/8/layout/lProcess2"/>
    <dgm:cxn modelId="{A3EBE3AD-DDBC-41F3-9F82-59F2F6C742D5}" type="presOf" srcId="{8A3C3112-1994-40AF-8661-FCA673DCCA6E}" destId="{29A93C2D-FCB1-4392-B153-0B260130576D}" srcOrd="0" destOrd="0" presId="urn:microsoft.com/office/officeart/2005/8/layout/lProcess2"/>
    <dgm:cxn modelId="{303805BC-3576-413E-AC08-7B783589368D}" type="presOf" srcId="{404181D2-96D4-4B0B-9F52-BD7222BFDB62}" destId="{4846B306-EF3C-4830-AD59-46AB6B91CC25}" srcOrd="0" destOrd="0" presId="urn:microsoft.com/office/officeart/2005/8/layout/lProcess2"/>
    <dgm:cxn modelId="{DEE65BBF-F5CF-4384-BD08-67A3EDA9979C}" srcId="{0EBE6247-6610-4974-9170-39F4D1125D7B}" destId="{8A3C3112-1994-40AF-8661-FCA673DCCA6E}" srcOrd="0" destOrd="0" parTransId="{64C53E7F-1701-4D2C-957B-D3663D2310BE}" sibTransId="{8FD06DA7-B4E9-459B-A066-5A58E1A4F461}"/>
    <dgm:cxn modelId="{B0DADBEE-59D5-4399-9434-AF179E7A7280}" srcId="{A4D67385-BC8A-4D7F-891E-AA41B88E371D}" destId="{BAAE7FB0-92B6-4E53-AEFF-93CE4945606C}" srcOrd="0" destOrd="0" parTransId="{587FE04F-D097-4507-9348-5483ED013579}" sibTransId="{73C81012-646B-4398-A3AF-A3A1CC15FC53}"/>
    <dgm:cxn modelId="{CD20BCF6-8949-40EE-A581-520E2B145D20}" type="presOf" srcId="{71EA1BEA-237E-4AFE-9A51-B0CB608A0699}" destId="{F4714B07-153D-431E-83BA-073BF51A5E5F}" srcOrd="0" destOrd="0" presId="urn:microsoft.com/office/officeart/2005/8/layout/lProcess2"/>
    <dgm:cxn modelId="{39FB18FE-7F1D-47D1-8BE0-E436F838C795}" srcId="{0EBE6247-6610-4974-9170-39F4D1125D7B}" destId="{71EA1BEA-237E-4AFE-9A51-B0CB608A0699}" srcOrd="1" destOrd="0" parTransId="{57E7050A-B553-4376-A99C-24035BC24E7D}" sibTransId="{71FCF503-9CD7-428A-8491-6AF87AF9FD03}"/>
    <dgm:cxn modelId="{B58B1E35-44F7-4B5F-B6F7-3957EFCAD25E}" type="presParOf" srcId="{4846B306-EF3C-4830-AD59-46AB6B91CC25}" destId="{201871E7-E8D6-403B-B122-A173BE317002}" srcOrd="0" destOrd="0" presId="urn:microsoft.com/office/officeart/2005/8/layout/lProcess2"/>
    <dgm:cxn modelId="{A4AC5F05-95E1-4F23-922F-8726E251977B}" type="presParOf" srcId="{201871E7-E8D6-403B-B122-A173BE317002}" destId="{AA7B33FA-5095-4393-913F-D7FDEFA648E6}" srcOrd="0" destOrd="0" presId="urn:microsoft.com/office/officeart/2005/8/layout/lProcess2"/>
    <dgm:cxn modelId="{AECDEC0A-28BD-45F7-AA91-DA8356606F45}" type="presParOf" srcId="{201871E7-E8D6-403B-B122-A173BE317002}" destId="{EDC7C0C2-ABF5-48DA-A162-559399C47994}" srcOrd="1" destOrd="0" presId="urn:microsoft.com/office/officeart/2005/8/layout/lProcess2"/>
    <dgm:cxn modelId="{00EAF9DE-D7EC-456E-AF9D-715175D8DAD6}" type="presParOf" srcId="{201871E7-E8D6-403B-B122-A173BE317002}" destId="{E833ED21-C336-4A9B-B7B8-FF3F4B880FDE}" srcOrd="2" destOrd="0" presId="urn:microsoft.com/office/officeart/2005/8/layout/lProcess2"/>
    <dgm:cxn modelId="{3CD2A3BB-CCA8-4634-A600-1FEB60CDED84}" type="presParOf" srcId="{E833ED21-C336-4A9B-B7B8-FF3F4B880FDE}" destId="{12EB43FF-3E2A-4B74-B07E-757B0A894B9C}" srcOrd="0" destOrd="0" presId="urn:microsoft.com/office/officeart/2005/8/layout/lProcess2"/>
    <dgm:cxn modelId="{E57FAB16-5E99-4E5E-9776-B816A48E5CEF}" type="presParOf" srcId="{12EB43FF-3E2A-4B74-B07E-757B0A894B9C}" destId="{29A93C2D-FCB1-4392-B153-0B260130576D}" srcOrd="0" destOrd="0" presId="urn:microsoft.com/office/officeart/2005/8/layout/lProcess2"/>
    <dgm:cxn modelId="{FD967395-D34B-4E55-970C-639DB766E472}" type="presParOf" srcId="{12EB43FF-3E2A-4B74-B07E-757B0A894B9C}" destId="{B1BB0EEC-179B-48E4-A4F0-EF031ACFA09C}" srcOrd="1" destOrd="0" presId="urn:microsoft.com/office/officeart/2005/8/layout/lProcess2"/>
    <dgm:cxn modelId="{0BA20208-03DE-4277-962E-82F80987CADC}" type="presParOf" srcId="{12EB43FF-3E2A-4B74-B07E-757B0A894B9C}" destId="{F4714B07-153D-431E-83BA-073BF51A5E5F}" srcOrd="2" destOrd="0" presId="urn:microsoft.com/office/officeart/2005/8/layout/lProcess2"/>
    <dgm:cxn modelId="{ADBEA739-A3F8-4855-A0AD-A23DF5C7BDAF}" type="presParOf" srcId="{4846B306-EF3C-4830-AD59-46AB6B91CC25}" destId="{0CF5BF8B-F88C-4E63-9876-51A236CBDF02}" srcOrd="1" destOrd="0" presId="urn:microsoft.com/office/officeart/2005/8/layout/lProcess2"/>
    <dgm:cxn modelId="{76297AE3-85C2-40D9-B878-E332D145C871}" type="presParOf" srcId="{4846B306-EF3C-4830-AD59-46AB6B91CC25}" destId="{7B2852C9-2563-4C84-85BF-0E3125892BF9}" srcOrd="2" destOrd="0" presId="urn:microsoft.com/office/officeart/2005/8/layout/lProcess2"/>
    <dgm:cxn modelId="{0DB3ED48-03AE-4A09-995D-AECAB77BC4CB}" type="presParOf" srcId="{7B2852C9-2563-4C84-85BF-0E3125892BF9}" destId="{3FCC96F0-0A25-4E63-8B65-8DFE7653B217}" srcOrd="0" destOrd="0" presId="urn:microsoft.com/office/officeart/2005/8/layout/lProcess2"/>
    <dgm:cxn modelId="{564E1ABA-A3EB-4B88-9350-6EA31A8F1680}" type="presParOf" srcId="{7B2852C9-2563-4C84-85BF-0E3125892BF9}" destId="{EB95C207-06A0-409B-B4E6-C4A1E5D43D1D}" srcOrd="1" destOrd="0" presId="urn:microsoft.com/office/officeart/2005/8/layout/lProcess2"/>
    <dgm:cxn modelId="{F3FD55AD-02B4-4D7A-906F-4069C5C0EF45}" type="presParOf" srcId="{7B2852C9-2563-4C84-85BF-0E3125892BF9}" destId="{92DFCB56-E4D7-4D97-9F39-D48D590C657F}" srcOrd="2" destOrd="0" presId="urn:microsoft.com/office/officeart/2005/8/layout/lProcess2"/>
    <dgm:cxn modelId="{701C7B42-3F1D-4200-8431-E863420FBD53}" type="presParOf" srcId="{92DFCB56-E4D7-4D97-9F39-D48D590C657F}" destId="{41DD1FD8-7D9A-4231-8451-F9146F3D465C}" srcOrd="0" destOrd="0" presId="urn:microsoft.com/office/officeart/2005/8/layout/lProcess2"/>
    <dgm:cxn modelId="{A35C1CEC-6853-482D-9AD5-A8CFB8197B9A}" type="presParOf" srcId="{41DD1FD8-7D9A-4231-8451-F9146F3D465C}" destId="{477AB247-5619-4B02-B031-4CCB52DCBCCF}" srcOrd="0" destOrd="0" presId="urn:microsoft.com/office/officeart/2005/8/layout/lProcess2"/>
  </dgm:cxnLst>
  <dgm:bg/>
  <dgm:whole/>
  <dgm:extLst>
    <a:ext uri="http://schemas.microsoft.com/office/drawing/2008/diagram">
      <dsp:dataModelExt xmlns:dsp="http://schemas.microsoft.com/office/drawing/2008/diagram" relId="rId11" minVer="http://schemas.openxmlformats.org/drawingml/2006/diagram"/>
    </a:ext>
  </dgm:extLst>
</dgm:dataModel>
</file>

<file path=ppt/diagrams/data45.xml><?xml version="1.0" encoding="utf-8"?>
<dgm:dataModel xmlns:dgm="http://schemas.openxmlformats.org/drawingml/2006/diagram" xmlns:a="http://schemas.openxmlformats.org/drawingml/2006/main">
  <dgm:ptLst>
    <dgm:pt modelId="{5423D1E3-F1F6-447C-8026-13EC43FEC0EE}" type="doc">
      <dgm:prSet loTypeId="urn:microsoft.com/office/officeart/2005/8/layout/hList1" loCatId="list" qsTypeId="urn:microsoft.com/office/officeart/2005/8/quickstyle/simple1" qsCatId="simple" csTypeId="urn:microsoft.com/office/officeart/2005/8/colors/accent1_2" csCatId="accent1" phldr="1"/>
      <dgm:spPr/>
      <dgm:t>
        <a:bodyPr/>
        <a:lstStyle/>
        <a:p>
          <a:endParaRPr lang="en-US"/>
        </a:p>
      </dgm:t>
    </dgm:pt>
    <dgm:pt modelId="{BCD67605-E8A2-4CE9-80D2-0DFF803A2549}">
      <dgm:prSet/>
      <dgm:spPr/>
      <dgm:t>
        <a:bodyPr/>
        <a:lstStyle/>
        <a:p>
          <a:r>
            <a:rPr lang="en-US"/>
            <a:t>When transactions are serialized for transmission on the network, </a:t>
          </a:r>
        </a:p>
      </dgm:t>
    </dgm:pt>
    <dgm:pt modelId="{1F278091-614B-4BA1-A8C5-0CC30EDF042D}" type="parTrans" cxnId="{CCB5A5E3-EE5B-4DE8-B304-1C18F702794B}">
      <dgm:prSet/>
      <dgm:spPr/>
      <dgm:t>
        <a:bodyPr/>
        <a:lstStyle/>
        <a:p>
          <a:endParaRPr lang="en-US"/>
        </a:p>
      </dgm:t>
    </dgm:pt>
    <dgm:pt modelId="{680455CF-590E-451B-8BFC-14A86BC2B495}" type="sibTrans" cxnId="{CCB5A5E3-EE5B-4DE8-B304-1C18F702794B}">
      <dgm:prSet/>
      <dgm:spPr/>
      <dgm:t>
        <a:bodyPr/>
        <a:lstStyle/>
        <a:p>
          <a:endParaRPr lang="en-US"/>
        </a:p>
      </dgm:t>
    </dgm:pt>
    <dgm:pt modelId="{72DED4D1-DA49-4DC6-82B1-DAC3EC912F04}">
      <dgm:prSet/>
      <dgm:spPr/>
      <dgm:t>
        <a:bodyPr/>
        <a:lstStyle/>
        <a:p>
          <a:r>
            <a:rPr lang="en-US" dirty="0"/>
            <a:t>their inputs are</a:t>
          </a:r>
          <a:r>
            <a:rPr lang="tr-TR" dirty="0"/>
            <a:t> </a:t>
          </a:r>
          <a:r>
            <a:rPr lang="en-US" dirty="0"/>
            <a:t>encoded </a:t>
          </a:r>
        </a:p>
      </dgm:t>
    </dgm:pt>
    <dgm:pt modelId="{4A798279-D012-428B-921B-D35BDAF1B354}" type="parTrans" cxnId="{C8A113FE-ADB4-41E3-95FC-0B00DC5B1C45}">
      <dgm:prSet/>
      <dgm:spPr/>
      <dgm:t>
        <a:bodyPr/>
        <a:lstStyle/>
        <a:p>
          <a:endParaRPr lang="en-US"/>
        </a:p>
      </dgm:t>
    </dgm:pt>
    <dgm:pt modelId="{C7ED3211-27CB-41D9-930E-0EB15FE64AEB}" type="sibTrans" cxnId="{C8A113FE-ADB4-41E3-95FC-0B00DC5B1C45}">
      <dgm:prSet/>
      <dgm:spPr/>
      <dgm:t>
        <a:bodyPr/>
        <a:lstStyle/>
        <a:p>
          <a:endParaRPr lang="en-US"/>
        </a:p>
      </dgm:t>
    </dgm:pt>
    <dgm:pt modelId="{2D8FDD94-3D79-4F58-8C3C-E8B06DE68890}">
      <dgm:prSet/>
      <dgm:spPr/>
      <dgm:t>
        <a:bodyPr/>
        <a:lstStyle/>
        <a:p>
          <a:r>
            <a:rPr lang="en-US" dirty="0"/>
            <a:t>into a byte stream</a:t>
          </a:r>
        </a:p>
      </dgm:t>
    </dgm:pt>
    <dgm:pt modelId="{7FCD45B1-0A0D-46AA-A4A1-4AE811094298}" type="parTrans" cxnId="{12B19258-1B3A-44CC-B074-6C4176A0156B}">
      <dgm:prSet/>
      <dgm:spPr/>
      <dgm:t>
        <a:bodyPr/>
        <a:lstStyle/>
        <a:p>
          <a:endParaRPr lang="en-US"/>
        </a:p>
      </dgm:t>
    </dgm:pt>
    <dgm:pt modelId="{E847EE24-3F3E-43C9-A636-B6769BBACC9B}" type="sibTrans" cxnId="{12B19258-1B3A-44CC-B074-6C4176A0156B}">
      <dgm:prSet/>
      <dgm:spPr/>
      <dgm:t>
        <a:bodyPr/>
        <a:lstStyle/>
        <a:p>
          <a:endParaRPr lang="en-US"/>
        </a:p>
      </dgm:t>
    </dgm:pt>
    <dgm:pt modelId="{0355447A-72C2-40D4-A9C6-8550609C0FB3}" type="pres">
      <dgm:prSet presAssocID="{5423D1E3-F1F6-447C-8026-13EC43FEC0EE}" presName="Name0" presStyleCnt="0">
        <dgm:presLayoutVars>
          <dgm:dir/>
          <dgm:animLvl val="lvl"/>
          <dgm:resizeHandles val="exact"/>
        </dgm:presLayoutVars>
      </dgm:prSet>
      <dgm:spPr/>
    </dgm:pt>
    <dgm:pt modelId="{A164A38A-E627-40B9-AD65-B73A43C40966}" type="pres">
      <dgm:prSet presAssocID="{BCD67605-E8A2-4CE9-80D2-0DFF803A2549}" presName="composite" presStyleCnt="0"/>
      <dgm:spPr/>
    </dgm:pt>
    <dgm:pt modelId="{63A05262-6739-4E64-9F46-3E9262E4E615}" type="pres">
      <dgm:prSet presAssocID="{BCD67605-E8A2-4CE9-80D2-0DFF803A2549}" presName="parTx" presStyleLbl="alignNode1" presStyleIdx="0" presStyleCnt="1">
        <dgm:presLayoutVars>
          <dgm:chMax val="0"/>
          <dgm:chPref val="0"/>
          <dgm:bulletEnabled val="1"/>
        </dgm:presLayoutVars>
      </dgm:prSet>
      <dgm:spPr/>
    </dgm:pt>
    <dgm:pt modelId="{121E86D7-2A60-40C4-9A69-70330B704A6A}" type="pres">
      <dgm:prSet presAssocID="{BCD67605-E8A2-4CE9-80D2-0DFF803A2549}" presName="desTx" presStyleLbl="alignAccFollowNode1" presStyleIdx="0" presStyleCnt="1">
        <dgm:presLayoutVars>
          <dgm:bulletEnabled val="1"/>
        </dgm:presLayoutVars>
      </dgm:prSet>
      <dgm:spPr/>
    </dgm:pt>
  </dgm:ptLst>
  <dgm:cxnLst>
    <dgm:cxn modelId="{658F3D09-F5D6-45C2-A24D-189441B283AD}" type="presOf" srcId="{72DED4D1-DA49-4DC6-82B1-DAC3EC912F04}" destId="{121E86D7-2A60-40C4-9A69-70330B704A6A}" srcOrd="0" destOrd="0" presId="urn:microsoft.com/office/officeart/2005/8/layout/hList1"/>
    <dgm:cxn modelId="{12B19258-1B3A-44CC-B074-6C4176A0156B}" srcId="{BCD67605-E8A2-4CE9-80D2-0DFF803A2549}" destId="{2D8FDD94-3D79-4F58-8C3C-E8B06DE68890}" srcOrd="1" destOrd="0" parTransId="{7FCD45B1-0A0D-46AA-A4A1-4AE811094298}" sibTransId="{E847EE24-3F3E-43C9-A636-B6769BBACC9B}"/>
    <dgm:cxn modelId="{ED41E2C0-F013-40BE-A673-CD1052C80DD6}" type="presOf" srcId="{BCD67605-E8A2-4CE9-80D2-0DFF803A2549}" destId="{63A05262-6739-4E64-9F46-3E9262E4E615}" srcOrd="0" destOrd="0" presId="urn:microsoft.com/office/officeart/2005/8/layout/hList1"/>
    <dgm:cxn modelId="{B60FD1CA-E152-456E-8CFD-53E7133BE4D7}" type="presOf" srcId="{5423D1E3-F1F6-447C-8026-13EC43FEC0EE}" destId="{0355447A-72C2-40D4-A9C6-8550609C0FB3}" srcOrd="0" destOrd="0" presId="urn:microsoft.com/office/officeart/2005/8/layout/hList1"/>
    <dgm:cxn modelId="{BBFD4DDB-46AC-4FA9-93AE-6BEC225B573A}" type="presOf" srcId="{2D8FDD94-3D79-4F58-8C3C-E8B06DE68890}" destId="{121E86D7-2A60-40C4-9A69-70330B704A6A}" srcOrd="0" destOrd="1" presId="urn:microsoft.com/office/officeart/2005/8/layout/hList1"/>
    <dgm:cxn modelId="{CCB5A5E3-EE5B-4DE8-B304-1C18F702794B}" srcId="{5423D1E3-F1F6-447C-8026-13EC43FEC0EE}" destId="{BCD67605-E8A2-4CE9-80D2-0DFF803A2549}" srcOrd="0" destOrd="0" parTransId="{1F278091-614B-4BA1-A8C5-0CC30EDF042D}" sibTransId="{680455CF-590E-451B-8BFC-14A86BC2B495}"/>
    <dgm:cxn modelId="{C8A113FE-ADB4-41E3-95FC-0B00DC5B1C45}" srcId="{BCD67605-E8A2-4CE9-80D2-0DFF803A2549}" destId="{72DED4D1-DA49-4DC6-82B1-DAC3EC912F04}" srcOrd="0" destOrd="0" parTransId="{4A798279-D012-428B-921B-D35BDAF1B354}" sibTransId="{C7ED3211-27CB-41D9-930E-0EB15FE64AEB}"/>
    <dgm:cxn modelId="{C50C7BFF-D997-4EAB-A2DE-EA7D2F3DE850}" type="presParOf" srcId="{0355447A-72C2-40D4-A9C6-8550609C0FB3}" destId="{A164A38A-E627-40B9-AD65-B73A43C40966}" srcOrd="0" destOrd="0" presId="urn:microsoft.com/office/officeart/2005/8/layout/hList1"/>
    <dgm:cxn modelId="{44BF4BE9-2D12-4A6D-9301-5503DBD03094}" type="presParOf" srcId="{A164A38A-E627-40B9-AD65-B73A43C40966}" destId="{63A05262-6739-4E64-9F46-3E9262E4E615}" srcOrd="0" destOrd="0" presId="urn:microsoft.com/office/officeart/2005/8/layout/hList1"/>
    <dgm:cxn modelId="{3A40B96F-7290-4F2A-BCAC-8B15D10A1955}" type="presParOf" srcId="{A164A38A-E627-40B9-AD65-B73A43C40966}" destId="{121E86D7-2A60-40C4-9A69-70330B704A6A}" srcOrd="1" destOrd="0" presId="urn:microsoft.com/office/officeart/2005/8/layout/hList1"/>
  </dgm:cxnLst>
  <dgm:bg/>
  <dgm:whole/>
  <dgm:extLst>
    <a:ext uri="http://schemas.microsoft.com/office/drawing/2008/diagram">
      <dsp:dataModelExt xmlns:dsp="http://schemas.microsoft.com/office/drawing/2008/diagram" relId="rId6" minVer="http://schemas.openxmlformats.org/drawingml/2006/diagram"/>
    </a:ext>
  </dgm:extLst>
</dgm:dataModel>
</file>

<file path=ppt/diagrams/data46.xml><?xml version="1.0" encoding="utf-8"?>
<dgm:dataModel xmlns:dgm="http://schemas.openxmlformats.org/drawingml/2006/diagram" xmlns:a="http://schemas.openxmlformats.org/drawingml/2006/main">
  <dgm:ptLst>
    <dgm:pt modelId="{3C362B9E-C216-44EF-8425-6810A860CB7F}" type="doc">
      <dgm:prSet loTypeId="urn:microsoft.com/office/officeart/2018/2/layout/IconLabelDescriptionList" loCatId="icon" qsTypeId="urn:microsoft.com/office/officeart/2005/8/quickstyle/simple1" qsCatId="simple" csTypeId="urn:microsoft.com/office/officeart/2018/5/colors/Iconchunking_neutralbg_colorful2" csCatId="colorful" phldr="1"/>
      <dgm:spPr/>
      <dgm:t>
        <a:bodyPr/>
        <a:lstStyle/>
        <a:p>
          <a:endParaRPr lang="en-US"/>
        </a:p>
      </dgm:t>
    </dgm:pt>
    <dgm:pt modelId="{6BCE8B1C-5C03-41B4-8636-2CA7F36E1012}">
      <dgm:prSet/>
      <dgm:spPr/>
      <dgm:t>
        <a:bodyPr/>
        <a:lstStyle/>
        <a:p>
          <a:pPr>
            <a:lnSpc>
              <a:spcPct val="100000"/>
            </a:lnSpc>
            <a:defRPr b="1"/>
          </a:pPr>
          <a:r>
            <a:rPr lang="en-US"/>
            <a:t>transaction fees</a:t>
          </a:r>
        </a:p>
      </dgm:t>
    </dgm:pt>
    <dgm:pt modelId="{A0738E7C-8498-4591-9359-C2C4C4771733}" type="parTrans" cxnId="{ED396027-F4F1-4260-A898-D0EB98604394}">
      <dgm:prSet/>
      <dgm:spPr/>
      <dgm:t>
        <a:bodyPr/>
        <a:lstStyle/>
        <a:p>
          <a:endParaRPr lang="en-US"/>
        </a:p>
      </dgm:t>
    </dgm:pt>
    <dgm:pt modelId="{7DE8B2E9-9640-4610-B617-1F6FDB6FE17E}" type="sibTrans" cxnId="{ED396027-F4F1-4260-A898-D0EB98604394}">
      <dgm:prSet/>
      <dgm:spPr/>
      <dgm:t>
        <a:bodyPr/>
        <a:lstStyle/>
        <a:p>
          <a:endParaRPr lang="en-US"/>
        </a:p>
      </dgm:t>
    </dgm:pt>
    <dgm:pt modelId="{6A69E6C9-20AC-4EFF-8798-BAB955A18F26}">
      <dgm:prSet/>
      <dgm:spPr/>
      <dgm:t>
        <a:bodyPr/>
        <a:lstStyle/>
        <a:p>
          <a:pPr>
            <a:lnSpc>
              <a:spcPct val="100000"/>
            </a:lnSpc>
          </a:pPr>
          <a:r>
            <a:rPr lang="tr-TR" err="1"/>
            <a:t>Optional</a:t>
          </a:r>
          <a:endParaRPr lang="en-US"/>
        </a:p>
      </dgm:t>
    </dgm:pt>
    <dgm:pt modelId="{5CD57231-76F9-4942-B4A4-28216862F16C}" type="parTrans" cxnId="{56965E26-AE89-4F36-8AF2-CF41437CCA15}">
      <dgm:prSet/>
      <dgm:spPr/>
      <dgm:t>
        <a:bodyPr/>
        <a:lstStyle/>
        <a:p>
          <a:endParaRPr lang="en-US"/>
        </a:p>
      </dgm:t>
    </dgm:pt>
    <dgm:pt modelId="{09253EE3-5EAB-4C66-9AF7-6EFC05DAE829}" type="sibTrans" cxnId="{56965E26-AE89-4F36-8AF2-CF41437CCA15}">
      <dgm:prSet/>
      <dgm:spPr/>
      <dgm:t>
        <a:bodyPr/>
        <a:lstStyle/>
        <a:p>
          <a:endParaRPr lang="en-US"/>
        </a:p>
      </dgm:t>
    </dgm:pt>
    <dgm:pt modelId="{669D40B1-DD27-43AA-9393-F7A4ABAFAC7A}">
      <dgm:prSet/>
      <dgm:spPr/>
      <dgm:t>
        <a:bodyPr/>
        <a:lstStyle/>
        <a:p>
          <a:pPr>
            <a:lnSpc>
              <a:spcPct val="100000"/>
            </a:lnSpc>
          </a:pPr>
          <a:r>
            <a:rPr lang="en-US"/>
            <a:t>for</a:t>
          </a:r>
          <a:r>
            <a:rPr lang="tr-TR"/>
            <a:t> </a:t>
          </a:r>
          <a:r>
            <a:rPr lang="en-US"/>
            <a:t>securing the network</a:t>
          </a:r>
        </a:p>
      </dgm:t>
    </dgm:pt>
    <dgm:pt modelId="{89AE2F0E-5383-4002-8BD8-12123B5D376C}" type="parTrans" cxnId="{D8E3FA0E-9589-481C-A188-02E9D669BDAB}">
      <dgm:prSet/>
      <dgm:spPr/>
      <dgm:t>
        <a:bodyPr/>
        <a:lstStyle/>
        <a:p>
          <a:endParaRPr lang="en-US"/>
        </a:p>
      </dgm:t>
    </dgm:pt>
    <dgm:pt modelId="{FDCAA6D7-021F-4AE2-A0C3-C5EFC643EFE8}" type="sibTrans" cxnId="{D8E3FA0E-9589-481C-A188-02E9D669BDAB}">
      <dgm:prSet/>
      <dgm:spPr/>
      <dgm:t>
        <a:bodyPr/>
        <a:lstStyle/>
        <a:p>
          <a:endParaRPr lang="en-US"/>
        </a:p>
      </dgm:t>
    </dgm:pt>
    <dgm:pt modelId="{8C3F690E-D7E6-4EF4-9DFB-E590AF4590D8}">
      <dgm:prSet/>
      <dgm:spPr/>
      <dgm:t>
        <a:bodyPr/>
        <a:lstStyle/>
        <a:p>
          <a:pPr>
            <a:lnSpc>
              <a:spcPct val="100000"/>
            </a:lnSpc>
            <a:defRPr b="1"/>
          </a:pPr>
          <a:r>
            <a:rPr lang="tr-TR" dirty="0" err="1"/>
            <a:t>Additional</a:t>
          </a:r>
          <a:r>
            <a:rPr lang="tr-TR" dirty="0"/>
            <a:t> </a:t>
          </a:r>
          <a:r>
            <a:rPr lang="tr-TR" dirty="0" err="1"/>
            <a:t>security</a:t>
          </a:r>
          <a:endParaRPr lang="en-US" dirty="0"/>
        </a:p>
      </dgm:t>
    </dgm:pt>
    <dgm:pt modelId="{A3BE3646-DB11-49C9-A792-15C7BF985931}" type="parTrans" cxnId="{F5C70D7A-C94A-47D7-AA69-3FAC179CAC9F}">
      <dgm:prSet/>
      <dgm:spPr/>
      <dgm:t>
        <a:bodyPr/>
        <a:lstStyle/>
        <a:p>
          <a:endParaRPr lang="en-US"/>
        </a:p>
      </dgm:t>
    </dgm:pt>
    <dgm:pt modelId="{F13D0A0C-4833-42A6-ADE1-CC68CA0C4147}" type="sibTrans" cxnId="{F5C70D7A-C94A-47D7-AA69-3FAC179CAC9F}">
      <dgm:prSet/>
      <dgm:spPr/>
      <dgm:t>
        <a:bodyPr/>
        <a:lstStyle/>
        <a:p>
          <a:endParaRPr lang="en-US"/>
        </a:p>
      </dgm:t>
    </dgm:pt>
    <dgm:pt modelId="{7B612183-3812-4D5A-8013-1D36CD8116F2}">
      <dgm:prSet/>
      <dgm:spPr/>
      <dgm:t>
        <a:bodyPr/>
        <a:lstStyle/>
        <a:p>
          <a:pPr>
            <a:lnSpc>
              <a:spcPct val="100000"/>
            </a:lnSpc>
          </a:pPr>
          <a:r>
            <a:rPr lang="en-US"/>
            <a:t>to flood the network with transactions</a:t>
          </a:r>
        </a:p>
      </dgm:t>
    </dgm:pt>
    <dgm:pt modelId="{67F54CA7-F6FA-4985-BA5C-E8F7F8EAE2F3}" type="parTrans" cxnId="{45482EEA-5034-4E03-BA3E-0DA33912FC60}">
      <dgm:prSet/>
      <dgm:spPr/>
      <dgm:t>
        <a:bodyPr/>
        <a:lstStyle/>
        <a:p>
          <a:endParaRPr lang="en-US"/>
        </a:p>
      </dgm:t>
    </dgm:pt>
    <dgm:pt modelId="{8D33F79B-54D5-4681-9F25-00B1E1975679}" type="sibTrans" cxnId="{45482EEA-5034-4E03-BA3E-0DA33912FC60}">
      <dgm:prSet/>
      <dgm:spPr/>
      <dgm:t>
        <a:bodyPr/>
        <a:lstStyle/>
        <a:p>
          <a:endParaRPr lang="en-US"/>
        </a:p>
      </dgm:t>
    </dgm:pt>
    <dgm:pt modelId="{F53B6A41-455A-49B2-BF3E-A45153235D6C}">
      <dgm:prSet/>
      <dgm:spPr/>
      <dgm:t>
        <a:bodyPr/>
        <a:lstStyle/>
        <a:p>
          <a:pPr>
            <a:lnSpc>
              <a:spcPct val="100000"/>
            </a:lnSpc>
            <a:defRPr b="1"/>
          </a:pPr>
          <a:r>
            <a:rPr lang="tr-TR"/>
            <a:t>Fee </a:t>
          </a:r>
          <a:r>
            <a:rPr lang="tr-TR" dirty="0" err="1"/>
            <a:t>inclusion</a:t>
          </a:r>
          <a:endParaRPr lang="en-US" dirty="0"/>
        </a:p>
      </dgm:t>
    </dgm:pt>
    <dgm:pt modelId="{E08E5DD3-107D-4529-A552-003F381CE9AD}" type="parTrans" cxnId="{DD4ECBCB-8C29-4C27-99E9-D1A478962F39}">
      <dgm:prSet/>
      <dgm:spPr/>
      <dgm:t>
        <a:bodyPr/>
        <a:lstStyle/>
        <a:p>
          <a:endParaRPr lang="en-US"/>
        </a:p>
      </dgm:t>
    </dgm:pt>
    <dgm:pt modelId="{8A498597-E6FF-437B-9243-048A8E9C281B}" type="sibTrans" cxnId="{DD4ECBCB-8C29-4C27-99E9-D1A478962F39}">
      <dgm:prSet/>
      <dgm:spPr/>
      <dgm:t>
        <a:bodyPr/>
        <a:lstStyle/>
        <a:p>
          <a:endParaRPr lang="en-US"/>
        </a:p>
      </dgm:t>
    </dgm:pt>
    <dgm:pt modelId="{1F0D1148-C73F-405B-A3E6-5F1F655776BB}">
      <dgm:prSet/>
      <dgm:spPr/>
      <dgm:t>
        <a:bodyPr/>
        <a:lstStyle/>
        <a:p>
          <a:pPr>
            <a:lnSpc>
              <a:spcPct val="100000"/>
            </a:lnSpc>
          </a:pPr>
          <a:r>
            <a:rPr lang="en-US" dirty="0"/>
            <a:t>and include transaction fees automatically.</a:t>
          </a:r>
        </a:p>
      </dgm:t>
    </dgm:pt>
    <dgm:pt modelId="{4EE5F255-39C0-4D31-8AEF-B1C6A85FB0D3}" type="parTrans" cxnId="{0277C948-590E-4CE7-B958-9174205EF12F}">
      <dgm:prSet/>
      <dgm:spPr/>
      <dgm:t>
        <a:bodyPr/>
        <a:lstStyle/>
        <a:p>
          <a:endParaRPr lang="en-US"/>
        </a:p>
      </dgm:t>
    </dgm:pt>
    <dgm:pt modelId="{0F8AFB9A-0323-4FEA-9D78-37C7A135A8B1}" type="sibTrans" cxnId="{0277C948-590E-4CE7-B958-9174205EF12F}">
      <dgm:prSet/>
      <dgm:spPr/>
      <dgm:t>
        <a:bodyPr/>
        <a:lstStyle/>
        <a:p>
          <a:endParaRPr lang="en-US"/>
        </a:p>
      </dgm:t>
    </dgm:pt>
    <dgm:pt modelId="{25FD6775-C97D-4EDE-A1C0-F53CDFD47B8C}">
      <dgm:prSet/>
      <dgm:spPr/>
      <dgm:t>
        <a:bodyPr/>
        <a:lstStyle/>
        <a:p>
          <a:pPr>
            <a:lnSpc>
              <a:spcPct val="100000"/>
            </a:lnSpc>
            <a:defRPr b="1"/>
          </a:pPr>
          <a:r>
            <a:rPr lang="tr-TR" dirty="0" err="1"/>
            <a:t>Programmatic</a:t>
          </a:r>
          <a:r>
            <a:rPr lang="tr-TR" dirty="0"/>
            <a:t> &amp; </a:t>
          </a:r>
          <a:r>
            <a:rPr lang="tr-TR" dirty="0" err="1"/>
            <a:t>Command</a:t>
          </a:r>
          <a:r>
            <a:rPr lang="tr-TR" dirty="0"/>
            <a:t> </a:t>
          </a:r>
          <a:r>
            <a:rPr lang="tr-TR" dirty="0" err="1"/>
            <a:t>line</a:t>
          </a:r>
          <a:endParaRPr lang="en-US" dirty="0"/>
        </a:p>
      </dgm:t>
    </dgm:pt>
    <dgm:pt modelId="{F1018DF9-127C-4D28-A5A5-6396E15C40D4}" type="parTrans" cxnId="{7C12031C-B30E-4FDE-B3BC-A97ABE7A8953}">
      <dgm:prSet/>
      <dgm:spPr/>
      <dgm:t>
        <a:bodyPr/>
        <a:lstStyle/>
        <a:p>
          <a:endParaRPr lang="en-US"/>
        </a:p>
      </dgm:t>
    </dgm:pt>
    <dgm:pt modelId="{7B97682C-1D15-4BB0-AD46-664BA174B747}" type="sibTrans" cxnId="{7C12031C-B30E-4FDE-B3BC-A97ABE7A8953}">
      <dgm:prSet/>
      <dgm:spPr/>
      <dgm:t>
        <a:bodyPr/>
        <a:lstStyle/>
        <a:p>
          <a:endParaRPr lang="en-US"/>
        </a:p>
      </dgm:t>
    </dgm:pt>
    <dgm:pt modelId="{8B904082-B2E5-47E2-8D96-8AF3C991B2D4}">
      <dgm:prSet/>
      <dgm:spPr/>
      <dgm:t>
        <a:bodyPr/>
        <a:lstStyle/>
        <a:p>
          <a:pPr>
            <a:lnSpc>
              <a:spcPct val="100000"/>
            </a:lnSpc>
          </a:pPr>
          <a:r>
            <a:rPr lang="en-US" dirty="0"/>
            <a:t>must manually </a:t>
          </a:r>
          <a:r>
            <a:rPr lang="tr-TR" dirty="0"/>
            <a:t>be </a:t>
          </a:r>
          <a:r>
            <a:rPr lang="en-US" dirty="0"/>
            <a:t>account</a:t>
          </a:r>
          <a:r>
            <a:rPr lang="tr-TR" dirty="0" err="1"/>
            <a:t>ed</a:t>
          </a:r>
          <a:r>
            <a:rPr lang="en-US" dirty="0"/>
            <a:t> for</a:t>
          </a:r>
        </a:p>
      </dgm:t>
    </dgm:pt>
    <dgm:pt modelId="{360D9D69-DD94-473A-AD0A-0AB69DF3DCD7}" type="parTrans" cxnId="{F46593E5-C7F6-4723-BE3C-163E40B73844}">
      <dgm:prSet/>
      <dgm:spPr/>
      <dgm:t>
        <a:bodyPr/>
        <a:lstStyle/>
        <a:p>
          <a:endParaRPr lang="en-US"/>
        </a:p>
      </dgm:t>
    </dgm:pt>
    <dgm:pt modelId="{9F5D4C65-4AD0-418C-A0CB-119F96594F55}" type="sibTrans" cxnId="{F46593E5-C7F6-4723-BE3C-163E40B73844}">
      <dgm:prSet/>
      <dgm:spPr/>
      <dgm:t>
        <a:bodyPr/>
        <a:lstStyle/>
        <a:p>
          <a:endParaRPr lang="en-US"/>
        </a:p>
      </dgm:t>
    </dgm:pt>
    <dgm:pt modelId="{71281274-1FEE-47EC-915D-7F87935C2E90}">
      <dgm:prSet/>
      <dgm:spPr/>
      <dgm:t>
        <a:bodyPr/>
        <a:lstStyle/>
        <a:p>
          <a:pPr>
            <a:lnSpc>
              <a:spcPct val="100000"/>
            </a:lnSpc>
          </a:pPr>
          <a:r>
            <a:rPr lang="en-US" dirty="0"/>
            <a:t>compensate the bitcoin miners </a:t>
          </a:r>
        </a:p>
      </dgm:t>
    </dgm:pt>
    <dgm:pt modelId="{EB3980F9-9996-4A29-BD58-0C1CFA004774}" type="parTrans" cxnId="{EB5B4AD8-195B-42A5-BF59-9139B0006697}">
      <dgm:prSet/>
      <dgm:spPr/>
      <dgm:t>
        <a:bodyPr/>
        <a:lstStyle/>
        <a:p>
          <a:endParaRPr lang="tr-TR"/>
        </a:p>
      </dgm:t>
    </dgm:pt>
    <dgm:pt modelId="{FAC17986-DFCF-4042-AEE1-CD452C0D9589}" type="sibTrans" cxnId="{EB5B4AD8-195B-42A5-BF59-9139B0006697}">
      <dgm:prSet/>
      <dgm:spPr/>
      <dgm:t>
        <a:bodyPr/>
        <a:lstStyle/>
        <a:p>
          <a:endParaRPr lang="tr-TR"/>
        </a:p>
      </dgm:t>
    </dgm:pt>
    <dgm:pt modelId="{404F0C87-95FE-449F-BDA0-35B3C09AFD35}">
      <dgm:prSet/>
      <dgm:spPr/>
      <dgm:t>
        <a:bodyPr/>
        <a:lstStyle/>
        <a:p>
          <a:pPr>
            <a:lnSpc>
              <a:spcPct val="100000"/>
            </a:lnSpc>
            <a:defRPr b="1"/>
          </a:pPr>
          <a:r>
            <a:rPr lang="tr-TR"/>
            <a:t>Rationale</a:t>
          </a:r>
          <a:endParaRPr lang="en-US"/>
        </a:p>
      </dgm:t>
    </dgm:pt>
    <dgm:pt modelId="{7694D440-57CF-4DDF-A524-8A0875F5D5C4}" type="parTrans" cxnId="{19576C04-C235-4E22-9C74-03AEC54A9674}">
      <dgm:prSet/>
      <dgm:spPr/>
      <dgm:t>
        <a:bodyPr/>
        <a:lstStyle/>
        <a:p>
          <a:endParaRPr lang="tr-TR"/>
        </a:p>
      </dgm:t>
    </dgm:pt>
    <dgm:pt modelId="{A9D1F771-621B-43E7-8E71-0EE8BCEAA99D}" type="sibTrans" cxnId="{19576C04-C235-4E22-9C74-03AEC54A9674}">
      <dgm:prSet/>
      <dgm:spPr/>
      <dgm:t>
        <a:bodyPr/>
        <a:lstStyle/>
        <a:p>
          <a:endParaRPr lang="tr-TR"/>
        </a:p>
      </dgm:t>
    </dgm:pt>
    <dgm:pt modelId="{C93F5011-E23B-4592-82D5-C2F703F39027}">
      <dgm:prSet/>
      <dgm:spPr/>
      <dgm:t>
        <a:bodyPr/>
        <a:lstStyle/>
        <a:p>
          <a:pPr>
            <a:lnSpc>
              <a:spcPct val="100000"/>
            </a:lnSpc>
          </a:pPr>
          <a:r>
            <a:rPr lang="en-US"/>
            <a:t>Most </a:t>
          </a:r>
          <a:r>
            <a:rPr lang="en-US" dirty="0"/>
            <a:t>wallets calculate </a:t>
          </a:r>
        </a:p>
      </dgm:t>
    </dgm:pt>
    <dgm:pt modelId="{AF815B15-BA3C-4B3B-AE28-739D8630A90A}" type="parTrans" cxnId="{13C79811-92E5-4E99-BC7F-E0987C6385B0}">
      <dgm:prSet/>
      <dgm:spPr/>
      <dgm:t>
        <a:bodyPr/>
        <a:lstStyle/>
        <a:p>
          <a:endParaRPr lang="tr-TR"/>
        </a:p>
      </dgm:t>
    </dgm:pt>
    <dgm:pt modelId="{7032E2AB-A62C-4A8F-A383-7E69EEFD5485}" type="sibTrans" cxnId="{13C79811-92E5-4E99-BC7F-E0987C6385B0}">
      <dgm:prSet/>
      <dgm:spPr/>
      <dgm:t>
        <a:bodyPr/>
        <a:lstStyle/>
        <a:p>
          <a:endParaRPr lang="tr-TR"/>
        </a:p>
      </dgm:t>
    </dgm:pt>
    <dgm:pt modelId="{24556229-E59E-40BF-BAFB-41B4F3AA1132}">
      <dgm:prSet/>
      <dgm:spPr/>
      <dgm:t>
        <a:bodyPr/>
        <a:lstStyle/>
        <a:p>
          <a:pPr>
            <a:lnSpc>
              <a:spcPct val="100000"/>
            </a:lnSpc>
          </a:pPr>
          <a:r>
            <a:rPr lang="en-US" dirty="0"/>
            <a:t>and include </a:t>
          </a:r>
          <a:r>
            <a:rPr lang="tr-TR" dirty="0" err="1"/>
            <a:t>transactions</a:t>
          </a:r>
          <a:endParaRPr lang="en-US" dirty="0"/>
        </a:p>
      </dgm:t>
    </dgm:pt>
    <dgm:pt modelId="{5A166B0E-897A-47E6-89D8-F5F25F21BD4C}" type="parTrans" cxnId="{36B9B46D-728A-4FD0-87E4-3EA7FBAA866E}">
      <dgm:prSet/>
      <dgm:spPr/>
      <dgm:t>
        <a:bodyPr/>
        <a:lstStyle/>
        <a:p>
          <a:endParaRPr lang="tr-TR"/>
        </a:p>
      </dgm:t>
    </dgm:pt>
    <dgm:pt modelId="{4B0D83A1-A89B-4829-9628-5CB8BE60F7A0}" type="sibTrans" cxnId="{36B9B46D-728A-4FD0-87E4-3EA7FBAA866E}">
      <dgm:prSet/>
      <dgm:spPr/>
      <dgm:t>
        <a:bodyPr/>
        <a:lstStyle/>
        <a:p>
          <a:endParaRPr lang="tr-TR"/>
        </a:p>
      </dgm:t>
    </dgm:pt>
    <dgm:pt modelId="{4081BA19-176A-4E07-9F4F-54F0AA4DEB05}">
      <dgm:prSet/>
      <dgm:spPr/>
      <dgm:t>
        <a:bodyPr/>
        <a:lstStyle/>
        <a:p>
          <a:pPr>
            <a:lnSpc>
              <a:spcPct val="100000"/>
            </a:lnSpc>
          </a:pPr>
          <a:r>
            <a:rPr lang="en-US" dirty="0" err="1"/>
            <a:t>mak</a:t>
          </a:r>
          <a:r>
            <a:rPr lang="tr-TR" dirty="0"/>
            <a:t>es </a:t>
          </a:r>
          <a:r>
            <a:rPr lang="en-US" dirty="0"/>
            <a:t>it economically infeasible for attackers </a:t>
          </a:r>
        </a:p>
      </dgm:t>
    </dgm:pt>
    <dgm:pt modelId="{C42BC428-E86B-4486-9BC8-E671F9FFECB9}" type="parTrans" cxnId="{D4CC27ED-C54B-4D47-94EB-FD2D7F26BCC5}">
      <dgm:prSet/>
      <dgm:spPr/>
      <dgm:t>
        <a:bodyPr/>
        <a:lstStyle/>
        <a:p>
          <a:endParaRPr lang="tr-TR"/>
        </a:p>
      </dgm:t>
    </dgm:pt>
    <dgm:pt modelId="{3CE17F5D-B502-45A6-AE19-B744038FE418}" type="sibTrans" cxnId="{D4CC27ED-C54B-4D47-94EB-FD2D7F26BCC5}">
      <dgm:prSet/>
      <dgm:spPr/>
      <dgm:t>
        <a:bodyPr/>
        <a:lstStyle/>
        <a:p>
          <a:endParaRPr lang="tr-TR"/>
        </a:p>
      </dgm:t>
    </dgm:pt>
    <dgm:pt modelId="{16976035-2AA8-4EB8-A52E-78E7E1A2F9A5}" type="pres">
      <dgm:prSet presAssocID="{3C362B9E-C216-44EF-8425-6810A860CB7F}" presName="root" presStyleCnt="0">
        <dgm:presLayoutVars>
          <dgm:dir/>
          <dgm:resizeHandles val="exact"/>
        </dgm:presLayoutVars>
      </dgm:prSet>
      <dgm:spPr/>
    </dgm:pt>
    <dgm:pt modelId="{5EB36F86-701D-4B7A-9EBA-FF575C2FB285}" type="pres">
      <dgm:prSet presAssocID="{6BCE8B1C-5C03-41B4-8636-2CA7F36E1012}" presName="compNode" presStyleCnt="0"/>
      <dgm:spPr/>
    </dgm:pt>
    <dgm:pt modelId="{234A5F83-B30A-4A08-A6E1-9D319080DDA3}" type="pres">
      <dgm:prSet presAssocID="{6BCE8B1C-5C03-41B4-8636-2CA7F36E1012}" presName="iconRect" presStyleLbl="node1" presStyleIdx="0" presStyleCnt="5"/>
      <dgm:spPr>
        <a:blipFill>
          <a:blip xmlns:r="http://schemas.openxmlformats.org/officeDocument/2006/relationships" r:embed="rId1" cstate="email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2"/>
              </a:ext>
            </a:extLst>
          </a:blip>
          <a:stretch>
            <a:fillRect/>
          </a:stretch>
        </a:blipFill>
        <a:ln>
          <a:noFill/>
        </a:ln>
      </dgm:spPr>
      <dgm:extLst>
        <a:ext uri="{E40237B7-FDA0-4F09-8148-C483321AD2D9}">
          <dgm14:cNvPr xmlns:dgm14="http://schemas.microsoft.com/office/drawing/2010/diagram" id="0" name="" descr="Bitcoin"/>
        </a:ext>
      </dgm:extLst>
    </dgm:pt>
    <dgm:pt modelId="{D972BAE6-9F37-4ACC-B9AE-5B9382AC88C9}" type="pres">
      <dgm:prSet presAssocID="{6BCE8B1C-5C03-41B4-8636-2CA7F36E1012}" presName="iconSpace" presStyleCnt="0"/>
      <dgm:spPr/>
    </dgm:pt>
    <dgm:pt modelId="{B6903534-EF21-4C73-A405-FB84B3D6E637}" type="pres">
      <dgm:prSet presAssocID="{6BCE8B1C-5C03-41B4-8636-2CA7F36E1012}" presName="parTx" presStyleLbl="revTx" presStyleIdx="0" presStyleCnt="10">
        <dgm:presLayoutVars>
          <dgm:chMax val="0"/>
          <dgm:chPref val="0"/>
        </dgm:presLayoutVars>
      </dgm:prSet>
      <dgm:spPr/>
    </dgm:pt>
    <dgm:pt modelId="{790BECD9-2C00-4D85-B1DD-1DDAF3DBF5A6}" type="pres">
      <dgm:prSet presAssocID="{6BCE8B1C-5C03-41B4-8636-2CA7F36E1012}" presName="txSpace" presStyleCnt="0"/>
      <dgm:spPr/>
    </dgm:pt>
    <dgm:pt modelId="{E3068FBC-4A1F-43B8-A527-0BAE520CF177}" type="pres">
      <dgm:prSet presAssocID="{6BCE8B1C-5C03-41B4-8636-2CA7F36E1012}" presName="desTx" presStyleLbl="revTx" presStyleIdx="1" presStyleCnt="10">
        <dgm:presLayoutVars/>
      </dgm:prSet>
      <dgm:spPr/>
    </dgm:pt>
    <dgm:pt modelId="{AD985C2E-B535-48A7-9083-44D71B290232}" type="pres">
      <dgm:prSet presAssocID="{7DE8B2E9-9640-4610-B617-1F6FDB6FE17E}" presName="sibTrans" presStyleCnt="0"/>
      <dgm:spPr/>
    </dgm:pt>
    <dgm:pt modelId="{88B8F313-BCFA-495C-8D4D-2AFE5214080A}" type="pres">
      <dgm:prSet presAssocID="{404F0C87-95FE-449F-BDA0-35B3C09AFD35}" presName="compNode" presStyleCnt="0"/>
      <dgm:spPr/>
    </dgm:pt>
    <dgm:pt modelId="{F8176C88-19C2-49F5-82BA-2932A9A623D9}" type="pres">
      <dgm:prSet presAssocID="{404F0C87-95FE-449F-BDA0-35B3C09AFD35}" presName="iconRect" presStyleLbl="node1" presStyleIdx="1" presStyleCnt="5"/>
      <dgm:spPr>
        <a:blipFill>
          <a:blip xmlns:r="http://schemas.openxmlformats.org/officeDocument/2006/relationships" r:embed="rId3" cstate="email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4"/>
              </a:ext>
            </a:extLst>
          </a:blip>
          <a:stretch>
            <a:fillRect/>
          </a:stretch>
        </a:blipFill>
      </dgm:spPr>
      <dgm:extLst>
        <a:ext uri="{E40237B7-FDA0-4F09-8148-C483321AD2D9}">
          <dgm14:cNvPr xmlns:dgm14="http://schemas.microsoft.com/office/drawing/2010/diagram" id="0" name="" descr="Handshake"/>
        </a:ext>
      </dgm:extLst>
    </dgm:pt>
    <dgm:pt modelId="{546F3BBA-D336-4881-933A-7CD6E7FB50FF}" type="pres">
      <dgm:prSet presAssocID="{404F0C87-95FE-449F-BDA0-35B3C09AFD35}" presName="iconSpace" presStyleCnt="0"/>
      <dgm:spPr/>
    </dgm:pt>
    <dgm:pt modelId="{68173E7F-32B8-497F-8D4E-EC5235C8342B}" type="pres">
      <dgm:prSet presAssocID="{404F0C87-95FE-449F-BDA0-35B3C09AFD35}" presName="parTx" presStyleLbl="revTx" presStyleIdx="2" presStyleCnt="10">
        <dgm:presLayoutVars>
          <dgm:chMax val="0"/>
          <dgm:chPref val="0"/>
        </dgm:presLayoutVars>
      </dgm:prSet>
      <dgm:spPr/>
    </dgm:pt>
    <dgm:pt modelId="{F42E6A94-3911-4161-8C7F-C6473A963AC3}" type="pres">
      <dgm:prSet presAssocID="{404F0C87-95FE-449F-BDA0-35B3C09AFD35}" presName="txSpace" presStyleCnt="0"/>
      <dgm:spPr/>
    </dgm:pt>
    <dgm:pt modelId="{5732CD1C-CED7-43C4-B532-CB3B34381EC4}" type="pres">
      <dgm:prSet presAssocID="{404F0C87-95FE-449F-BDA0-35B3C09AFD35}" presName="desTx" presStyleLbl="revTx" presStyleIdx="3" presStyleCnt="10">
        <dgm:presLayoutVars/>
      </dgm:prSet>
      <dgm:spPr/>
    </dgm:pt>
    <dgm:pt modelId="{B54FBD2A-565D-498F-AF4C-77978E69FBFE}" type="pres">
      <dgm:prSet presAssocID="{A9D1F771-621B-43E7-8E71-0EE8BCEAA99D}" presName="sibTrans" presStyleCnt="0"/>
      <dgm:spPr/>
    </dgm:pt>
    <dgm:pt modelId="{D05DFCCA-F26C-4A18-A6F4-B3A87859098E}" type="pres">
      <dgm:prSet presAssocID="{8C3F690E-D7E6-4EF4-9DFB-E590AF4590D8}" presName="compNode" presStyleCnt="0"/>
      <dgm:spPr/>
    </dgm:pt>
    <dgm:pt modelId="{B7AB1697-1E94-40C7-8A51-B3E13E9D987A}" type="pres">
      <dgm:prSet presAssocID="{8C3F690E-D7E6-4EF4-9DFB-E590AF4590D8}" presName="iconRect" presStyleLbl="node1" presStyleIdx="2" presStyleCnt="5"/>
      <dgm:spPr>
        <a:blipFill>
          <a:blip xmlns:r="http://schemas.openxmlformats.org/officeDocument/2006/relationships" r:embed="rId5" cstate="email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6"/>
              </a:ext>
            </a:extLst>
          </a:blip>
          <a:srcRect/>
          <a:stretch>
            <a:fillRect/>
          </a:stretch>
        </a:blipFill>
      </dgm:spPr>
      <dgm:extLst>
        <a:ext uri="{E40237B7-FDA0-4F09-8148-C483321AD2D9}">
          <dgm14:cNvPr xmlns:dgm14="http://schemas.microsoft.com/office/drawing/2010/diagram" id="0" name="" descr="Hedef"/>
        </a:ext>
      </dgm:extLst>
    </dgm:pt>
    <dgm:pt modelId="{3F652450-9CC3-460E-8B6D-F0996AD05997}" type="pres">
      <dgm:prSet presAssocID="{8C3F690E-D7E6-4EF4-9DFB-E590AF4590D8}" presName="iconSpace" presStyleCnt="0"/>
      <dgm:spPr/>
    </dgm:pt>
    <dgm:pt modelId="{5DEE41BB-68C9-43EA-8728-42312BF33E95}" type="pres">
      <dgm:prSet presAssocID="{8C3F690E-D7E6-4EF4-9DFB-E590AF4590D8}" presName="parTx" presStyleLbl="revTx" presStyleIdx="4" presStyleCnt="10">
        <dgm:presLayoutVars>
          <dgm:chMax val="0"/>
          <dgm:chPref val="0"/>
        </dgm:presLayoutVars>
      </dgm:prSet>
      <dgm:spPr/>
    </dgm:pt>
    <dgm:pt modelId="{C2A44B01-7472-49CC-BF76-10C3C5B7FEFC}" type="pres">
      <dgm:prSet presAssocID="{8C3F690E-D7E6-4EF4-9DFB-E590AF4590D8}" presName="txSpace" presStyleCnt="0"/>
      <dgm:spPr/>
    </dgm:pt>
    <dgm:pt modelId="{223CDC3A-81AC-4D8D-8203-4683563149CE}" type="pres">
      <dgm:prSet presAssocID="{8C3F690E-D7E6-4EF4-9DFB-E590AF4590D8}" presName="desTx" presStyleLbl="revTx" presStyleIdx="5" presStyleCnt="10">
        <dgm:presLayoutVars/>
      </dgm:prSet>
      <dgm:spPr/>
    </dgm:pt>
    <dgm:pt modelId="{71604667-BD5F-4D73-8A44-0C28AD262F2F}" type="pres">
      <dgm:prSet presAssocID="{F13D0A0C-4833-42A6-ADE1-CC68CA0C4147}" presName="sibTrans" presStyleCnt="0"/>
      <dgm:spPr/>
    </dgm:pt>
    <dgm:pt modelId="{068EDE22-3868-40FC-AF96-8CD4719931BF}" type="pres">
      <dgm:prSet presAssocID="{F53B6A41-455A-49B2-BF3E-A45153235D6C}" presName="compNode" presStyleCnt="0"/>
      <dgm:spPr/>
    </dgm:pt>
    <dgm:pt modelId="{A3F5C5DC-2F08-4AB8-923C-7A4DADCB3092}" type="pres">
      <dgm:prSet presAssocID="{F53B6A41-455A-49B2-BF3E-A45153235D6C}" presName="iconRect" presStyleLbl="node1" presStyleIdx="3" presStyleCnt="5"/>
      <dgm:spPr>
        <a:blipFill>
          <a:blip xmlns:r="http://schemas.openxmlformats.org/officeDocument/2006/relationships" r:embed="rId7" cstate="email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8"/>
              </a:ext>
            </a:extLst>
          </a:blip>
          <a:stretch>
            <a:fillRect/>
          </a:stretch>
        </a:blipFill>
        <a:ln>
          <a:noFill/>
        </a:ln>
      </dgm:spPr>
      <dgm:extLst>
        <a:ext uri="{E40237B7-FDA0-4F09-8148-C483321AD2D9}">
          <dgm14:cNvPr xmlns:dgm14="http://schemas.microsoft.com/office/drawing/2010/diagram" id="0" name="" descr="Dollar"/>
        </a:ext>
      </dgm:extLst>
    </dgm:pt>
    <dgm:pt modelId="{F1BFD1AF-DF0E-43B4-AD2F-D31F40EBE131}" type="pres">
      <dgm:prSet presAssocID="{F53B6A41-455A-49B2-BF3E-A45153235D6C}" presName="iconSpace" presStyleCnt="0"/>
      <dgm:spPr/>
    </dgm:pt>
    <dgm:pt modelId="{79D099A9-DC32-4697-944A-DABF49F69AA3}" type="pres">
      <dgm:prSet presAssocID="{F53B6A41-455A-49B2-BF3E-A45153235D6C}" presName="parTx" presStyleLbl="revTx" presStyleIdx="6" presStyleCnt="10">
        <dgm:presLayoutVars>
          <dgm:chMax val="0"/>
          <dgm:chPref val="0"/>
        </dgm:presLayoutVars>
      </dgm:prSet>
      <dgm:spPr/>
    </dgm:pt>
    <dgm:pt modelId="{2F7D0D73-A69F-4C89-85C5-1FE851453ADB}" type="pres">
      <dgm:prSet presAssocID="{F53B6A41-455A-49B2-BF3E-A45153235D6C}" presName="txSpace" presStyleCnt="0"/>
      <dgm:spPr/>
    </dgm:pt>
    <dgm:pt modelId="{CAD241CD-7912-4134-9361-0E1CBE3ACEAD}" type="pres">
      <dgm:prSet presAssocID="{F53B6A41-455A-49B2-BF3E-A45153235D6C}" presName="desTx" presStyleLbl="revTx" presStyleIdx="7" presStyleCnt="10">
        <dgm:presLayoutVars/>
      </dgm:prSet>
      <dgm:spPr/>
    </dgm:pt>
    <dgm:pt modelId="{D6293306-79E8-4C07-BDA4-C5593685DCCD}" type="pres">
      <dgm:prSet presAssocID="{8A498597-E6FF-437B-9243-048A8E9C281B}" presName="sibTrans" presStyleCnt="0"/>
      <dgm:spPr/>
    </dgm:pt>
    <dgm:pt modelId="{EF4A102B-5C88-4AD1-B965-2FE96A460587}" type="pres">
      <dgm:prSet presAssocID="{25FD6775-C97D-4EDE-A1C0-F53CDFD47B8C}" presName="compNode" presStyleCnt="0"/>
      <dgm:spPr/>
    </dgm:pt>
    <dgm:pt modelId="{FCF64485-B078-4656-8639-D2EBCF9922F7}" type="pres">
      <dgm:prSet presAssocID="{25FD6775-C97D-4EDE-A1C0-F53CDFD47B8C}" presName="iconRect" presStyleLbl="node1" presStyleIdx="4" presStyleCnt="5"/>
      <dgm:spPr>
        <a:blipFill>
          <a:blip xmlns:r="http://schemas.openxmlformats.org/officeDocument/2006/relationships" r:embed="rId9" cstate="email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10"/>
              </a:ext>
            </a:extLst>
          </a:blip>
          <a:stretch>
            <a:fillRect/>
          </a:stretch>
        </a:blipFill>
        <a:ln>
          <a:noFill/>
        </a:ln>
      </dgm:spPr>
      <dgm:extLst>
        <a:ext uri="{E40237B7-FDA0-4F09-8148-C483321AD2D9}">
          <dgm14:cNvPr xmlns:dgm14="http://schemas.microsoft.com/office/drawing/2010/diagram" id="0" name="" descr="Flowchart"/>
        </a:ext>
      </dgm:extLst>
    </dgm:pt>
    <dgm:pt modelId="{7E8D5072-97FD-440B-BE04-952CC90F7441}" type="pres">
      <dgm:prSet presAssocID="{25FD6775-C97D-4EDE-A1C0-F53CDFD47B8C}" presName="iconSpace" presStyleCnt="0"/>
      <dgm:spPr/>
    </dgm:pt>
    <dgm:pt modelId="{A6765034-1D8A-4172-AB67-0E3F7E47910F}" type="pres">
      <dgm:prSet presAssocID="{25FD6775-C97D-4EDE-A1C0-F53CDFD47B8C}" presName="parTx" presStyleLbl="revTx" presStyleIdx="8" presStyleCnt="10">
        <dgm:presLayoutVars>
          <dgm:chMax val="0"/>
          <dgm:chPref val="0"/>
        </dgm:presLayoutVars>
      </dgm:prSet>
      <dgm:spPr/>
    </dgm:pt>
    <dgm:pt modelId="{AA173112-E0BC-40E0-BF55-553C03EFED92}" type="pres">
      <dgm:prSet presAssocID="{25FD6775-C97D-4EDE-A1C0-F53CDFD47B8C}" presName="txSpace" presStyleCnt="0"/>
      <dgm:spPr/>
    </dgm:pt>
    <dgm:pt modelId="{41A05177-428C-402A-A15F-E59EC37ECDB2}" type="pres">
      <dgm:prSet presAssocID="{25FD6775-C97D-4EDE-A1C0-F53CDFD47B8C}" presName="desTx" presStyleLbl="revTx" presStyleIdx="9" presStyleCnt="10">
        <dgm:presLayoutVars/>
      </dgm:prSet>
      <dgm:spPr/>
    </dgm:pt>
  </dgm:ptLst>
  <dgm:cxnLst>
    <dgm:cxn modelId="{19576C04-C235-4E22-9C74-03AEC54A9674}" srcId="{3C362B9E-C216-44EF-8425-6810A860CB7F}" destId="{404F0C87-95FE-449F-BDA0-35B3C09AFD35}" srcOrd="1" destOrd="0" parTransId="{7694D440-57CF-4DDF-A524-8A0875F5D5C4}" sibTransId="{A9D1F771-621B-43E7-8E71-0EE8BCEAA99D}"/>
    <dgm:cxn modelId="{D8E3FA0E-9589-481C-A188-02E9D669BDAB}" srcId="{404F0C87-95FE-449F-BDA0-35B3C09AFD35}" destId="{669D40B1-DD27-43AA-9393-F7A4ABAFAC7A}" srcOrd="1" destOrd="0" parTransId="{89AE2F0E-5383-4002-8BD8-12123B5D376C}" sibTransId="{FDCAA6D7-021F-4AE2-A0C3-C5EFC643EFE8}"/>
    <dgm:cxn modelId="{F1EECD0F-A72B-4724-861F-B9B2698947EC}" type="presOf" srcId="{6A69E6C9-20AC-4EFF-8798-BAB955A18F26}" destId="{E3068FBC-4A1F-43B8-A527-0BAE520CF177}" srcOrd="0" destOrd="0" presId="urn:microsoft.com/office/officeart/2018/2/layout/IconLabelDescriptionList"/>
    <dgm:cxn modelId="{13C79811-92E5-4E99-BC7F-E0987C6385B0}" srcId="{F53B6A41-455A-49B2-BF3E-A45153235D6C}" destId="{C93F5011-E23B-4592-82D5-C2F703F39027}" srcOrd="0" destOrd="0" parTransId="{AF815B15-BA3C-4B3B-AE28-739D8630A90A}" sibTransId="{7032E2AB-A62C-4A8F-A383-7E69EEFD5485}"/>
    <dgm:cxn modelId="{7C12031C-B30E-4FDE-B3BC-A97ABE7A8953}" srcId="{3C362B9E-C216-44EF-8425-6810A860CB7F}" destId="{25FD6775-C97D-4EDE-A1C0-F53CDFD47B8C}" srcOrd="4" destOrd="0" parTransId="{F1018DF9-127C-4D28-A5A5-6396E15C40D4}" sibTransId="{7B97682C-1D15-4BB0-AD46-664BA174B747}"/>
    <dgm:cxn modelId="{56965E26-AE89-4F36-8AF2-CF41437CCA15}" srcId="{6BCE8B1C-5C03-41B4-8636-2CA7F36E1012}" destId="{6A69E6C9-20AC-4EFF-8798-BAB955A18F26}" srcOrd="0" destOrd="0" parTransId="{5CD57231-76F9-4942-B4A4-28216862F16C}" sibTransId="{09253EE3-5EAB-4C66-9AF7-6EFC05DAE829}"/>
    <dgm:cxn modelId="{ED396027-F4F1-4260-A898-D0EB98604394}" srcId="{3C362B9E-C216-44EF-8425-6810A860CB7F}" destId="{6BCE8B1C-5C03-41B4-8636-2CA7F36E1012}" srcOrd="0" destOrd="0" parTransId="{A0738E7C-8498-4591-9359-C2C4C4771733}" sibTransId="{7DE8B2E9-9640-4610-B617-1F6FDB6FE17E}"/>
    <dgm:cxn modelId="{4E6B6D2D-DA1B-4F56-8A1B-5574F41DB1CB}" type="presOf" srcId="{1F0D1148-C73F-405B-A3E6-5F1F655776BB}" destId="{CAD241CD-7912-4134-9361-0E1CBE3ACEAD}" srcOrd="0" destOrd="1" presId="urn:microsoft.com/office/officeart/2018/2/layout/IconLabelDescriptionList"/>
    <dgm:cxn modelId="{BF19FC2D-F4ED-420A-B7FF-BB464ED24BC6}" type="presOf" srcId="{3C362B9E-C216-44EF-8425-6810A860CB7F}" destId="{16976035-2AA8-4EB8-A52E-78E7E1A2F9A5}" srcOrd="0" destOrd="0" presId="urn:microsoft.com/office/officeart/2018/2/layout/IconLabelDescriptionList"/>
    <dgm:cxn modelId="{90860334-CC6C-427F-9CD8-0C21DDD50AEF}" type="presOf" srcId="{404F0C87-95FE-449F-BDA0-35B3C09AFD35}" destId="{68173E7F-32B8-497F-8D4E-EC5235C8342B}" srcOrd="0" destOrd="0" presId="urn:microsoft.com/office/officeart/2018/2/layout/IconLabelDescriptionList"/>
    <dgm:cxn modelId="{24A65A3C-6AC2-4947-AE06-987BA299DF53}" type="presOf" srcId="{71281274-1FEE-47EC-915D-7F87935C2E90}" destId="{5732CD1C-CED7-43C4-B532-CB3B34381EC4}" srcOrd="0" destOrd="0" presId="urn:microsoft.com/office/officeart/2018/2/layout/IconLabelDescriptionList"/>
    <dgm:cxn modelId="{0277C948-590E-4CE7-B958-9174205EF12F}" srcId="{F53B6A41-455A-49B2-BF3E-A45153235D6C}" destId="{1F0D1148-C73F-405B-A3E6-5F1F655776BB}" srcOrd="1" destOrd="0" parTransId="{4EE5F255-39C0-4D31-8AEF-B1C6A85FB0D3}" sibTransId="{0F8AFB9A-0323-4FEA-9D78-37C7A135A8B1}"/>
    <dgm:cxn modelId="{3928FE49-0C01-434D-9836-92A5028D554C}" type="presOf" srcId="{C93F5011-E23B-4592-82D5-C2F703F39027}" destId="{CAD241CD-7912-4134-9361-0E1CBE3ACEAD}" srcOrd="0" destOrd="0" presId="urn:microsoft.com/office/officeart/2018/2/layout/IconLabelDescriptionList"/>
    <dgm:cxn modelId="{36B9B46D-728A-4FD0-87E4-3EA7FBAA866E}" srcId="{25FD6775-C97D-4EDE-A1C0-F53CDFD47B8C}" destId="{24556229-E59E-40BF-BAFB-41B4F3AA1132}" srcOrd="1" destOrd="0" parTransId="{5A166B0E-897A-47E6-89D8-F5F25F21BD4C}" sibTransId="{4B0D83A1-A89B-4829-9628-5CB8BE60F7A0}"/>
    <dgm:cxn modelId="{F5C70D7A-C94A-47D7-AA69-3FAC179CAC9F}" srcId="{3C362B9E-C216-44EF-8425-6810A860CB7F}" destId="{8C3F690E-D7E6-4EF4-9DFB-E590AF4590D8}" srcOrd="2" destOrd="0" parTransId="{A3BE3646-DB11-49C9-A792-15C7BF985931}" sibTransId="{F13D0A0C-4833-42A6-ADE1-CC68CA0C4147}"/>
    <dgm:cxn modelId="{ED882582-2477-45F4-83A9-80966A4777F5}" type="presOf" srcId="{6BCE8B1C-5C03-41B4-8636-2CA7F36E1012}" destId="{B6903534-EF21-4C73-A405-FB84B3D6E637}" srcOrd="0" destOrd="0" presId="urn:microsoft.com/office/officeart/2018/2/layout/IconLabelDescriptionList"/>
    <dgm:cxn modelId="{4CDDE688-2FA6-4546-A293-F9732E36F7B3}" type="presOf" srcId="{8C3F690E-D7E6-4EF4-9DFB-E590AF4590D8}" destId="{5DEE41BB-68C9-43EA-8728-42312BF33E95}" srcOrd="0" destOrd="0" presId="urn:microsoft.com/office/officeart/2018/2/layout/IconLabelDescriptionList"/>
    <dgm:cxn modelId="{9EBE11A1-C07B-4AC3-A0A6-D300C943E389}" type="presOf" srcId="{8B904082-B2E5-47E2-8D96-8AF3C991B2D4}" destId="{41A05177-428C-402A-A15F-E59EC37ECDB2}" srcOrd="0" destOrd="0" presId="urn:microsoft.com/office/officeart/2018/2/layout/IconLabelDescriptionList"/>
    <dgm:cxn modelId="{994F74B6-207D-475D-95A5-26B9CA62ED34}" type="presOf" srcId="{4081BA19-176A-4E07-9F4F-54F0AA4DEB05}" destId="{223CDC3A-81AC-4D8D-8203-4683563149CE}" srcOrd="0" destOrd="0" presId="urn:microsoft.com/office/officeart/2018/2/layout/IconLabelDescriptionList"/>
    <dgm:cxn modelId="{AECE9ABB-D1BF-4A9A-8219-CD57C027093D}" type="presOf" srcId="{7B612183-3812-4D5A-8013-1D36CD8116F2}" destId="{223CDC3A-81AC-4D8D-8203-4683563149CE}" srcOrd="0" destOrd="1" presId="urn:microsoft.com/office/officeart/2018/2/layout/IconLabelDescriptionList"/>
    <dgm:cxn modelId="{DD4ECBCB-8C29-4C27-99E9-D1A478962F39}" srcId="{3C362B9E-C216-44EF-8425-6810A860CB7F}" destId="{F53B6A41-455A-49B2-BF3E-A45153235D6C}" srcOrd="3" destOrd="0" parTransId="{E08E5DD3-107D-4529-A552-003F381CE9AD}" sibTransId="{8A498597-E6FF-437B-9243-048A8E9C281B}"/>
    <dgm:cxn modelId="{5222B7D3-706B-4A16-9A46-33E5D3FFF542}" type="presOf" srcId="{669D40B1-DD27-43AA-9393-F7A4ABAFAC7A}" destId="{5732CD1C-CED7-43C4-B532-CB3B34381EC4}" srcOrd="0" destOrd="1" presId="urn:microsoft.com/office/officeart/2018/2/layout/IconLabelDescriptionList"/>
    <dgm:cxn modelId="{EB5B4AD8-195B-42A5-BF59-9139B0006697}" srcId="{404F0C87-95FE-449F-BDA0-35B3C09AFD35}" destId="{71281274-1FEE-47EC-915D-7F87935C2E90}" srcOrd="0" destOrd="0" parTransId="{EB3980F9-9996-4A29-BD58-0C1CFA004774}" sibTransId="{FAC17986-DFCF-4042-AEE1-CD452C0D9589}"/>
    <dgm:cxn modelId="{F46593E5-C7F6-4723-BE3C-163E40B73844}" srcId="{25FD6775-C97D-4EDE-A1C0-F53CDFD47B8C}" destId="{8B904082-B2E5-47E2-8D96-8AF3C991B2D4}" srcOrd="0" destOrd="0" parTransId="{360D9D69-DD94-473A-AD0A-0AB69DF3DCD7}" sibTransId="{9F5D4C65-4AD0-418C-A0CB-119F96594F55}"/>
    <dgm:cxn modelId="{45482EEA-5034-4E03-BA3E-0DA33912FC60}" srcId="{8C3F690E-D7E6-4EF4-9DFB-E590AF4590D8}" destId="{7B612183-3812-4D5A-8013-1D36CD8116F2}" srcOrd="1" destOrd="0" parTransId="{67F54CA7-F6FA-4985-BA5C-E8F7F8EAE2F3}" sibTransId="{8D33F79B-54D5-4681-9F25-00B1E1975679}"/>
    <dgm:cxn modelId="{D4CC27ED-C54B-4D47-94EB-FD2D7F26BCC5}" srcId="{8C3F690E-D7E6-4EF4-9DFB-E590AF4590D8}" destId="{4081BA19-176A-4E07-9F4F-54F0AA4DEB05}" srcOrd="0" destOrd="0" parTransId="{C42BC428-E86B-4486-9BC8-E671F9FFECB9}" sibTransId="{3CE17F5D-B502-45A6-AE19-B744038FE418}"/>
    <dgm:cxn modelId="{D5AADBEE-8DBC-416B-B1B0-91FA4E0E0723}" type="presOf" srcId="{25FD6775-C97D-4EDE-A1C0-F53CDFD47B8C}" destId="{A6765034-1D8A-4172-AB67-0E3F7E47910F}" srcOrd="0" destOrd="0" presId="urn:microsoft.com/office/officeart/2018/2/layout/IconLabelDescriptionList"/>
    <dgm:cxn modelId="{939EF3F7-2242-4991-9D50-1AF5A3AE9CB9}" type="presOf" srcId="{F53B6A41-455A-49B2-BF3E-A45153235D6C}" destId="{79D099A9-DC32-4697-944A-DABF49F69AA3}" srcOrd="0" destOrd="0" presId="urn:microsoft.com/office/officeart/2018/2/layout/IconLabelDescriptionList"/>
    <dgm:cxn modelId="{86B961FD-8219-42FE-8450-B7C5DED7787C}" type="presOf" srcId="{24556229-E59E-40BF-BAFB-41B4F3AA1132}" destId="{41A05177-428C-402A-A15F-E59EC37ECDB2}" srcOrd="0" destOrd="1" presId="urn:microsoft.com/office/officeart/2018/2/layout/IconLabelDescriptionList"/>
    <dgm:cxn modelId="{5FFE3BEE-0C7D-4741-931F-90BEC488785C}" type="presParOf" srcId="{16976035-2AA8-4EB8-A52E-78E7E1A2F9A5}" destId="{5EB36F86-701D-4B7A-9EBA-FF575C2FB285}" srcOrd="0" destOrd="0" presId="urn:microsoft.com/office/officeart/2018/2/layout/IconLabelDescriptionList"/>
    <dgm:cxn modelId="{CE6F60B7-3282-4B86-A39B-4FC1AFA150B1}" type="presParOf" srcId="{5EB36F86-701D-4B7A-9EBA-FF575C2FB285}" destId="{234A5F83-B30A-4A08-A6E1-9D319080DDA3}" srcOrd="0" destOrd="0" presId="urn:microsoft.com/office/officeart/2018/2/layout/IconLabelDescriptionList"/>
    <dgm:cxn modelId="{7C22502F-A903-4E1F-BCC4-E17AB3748D5D}" type="presParOf" srcId="{5EB36F86-701D-4B7A-9EBA-FF575C2FB285}" destId="{D972BAE6-9F37-4ACC-B9AE-5B9382AC88C9}" srcOrd="1" destOrd="0" presId="urn:microsoft.com/office/officeart/2018/2/layout/IconLabelDescriptionList"/>
    <dgm:cxn modelId="{BC6D25AF-ADB1-4476-A1B4-EFC1AA002F2D}" type="presParOf" srcId="{5EB36F86-701D-4B7A-9EBA-FF575C2FB285}" destId="{B6903534-EF21-4C73-A405-FB84B3D6E637}" srcOrd="2" destOrd="0" presId="urn:microsoft.com/office/officeart/2018/2/layout/IconLabelDescriptionList"/>
    <dgm:cxn modelId="{00ABDE2F-7494-400A-80BB-75C90E0461B4}" type="presParOf" srcId="{5EB36F86-701D-4B7A-9EBA-FF575C2FB285}" destId="{790BECD9-2C00-4D85-B1DD-1DDAF3DBF5A6}" srcOrd="3" destOrd="0" presId="urn:microsoft.com/office/officeart/2018/2/layout/IconLabelDescriptionList"/>
    <dgm:cxn modelId="{F3FCDB0D-9BEC-421F-86F3-A6E82B0CC088}" type="presParOf" srcId="{5EB36F86-701D-4B7A-9EBA-FF575C2FB285}" destId="{E3068FBC-4A1F-43B8-A527-0BAE520CF177}" srcOrd="4" destOrd="0" presId="urn:microsoft.com/office/officeart/2018/2/layout/IconLabelDescriptionList"/>
    <dgm:cxn modelId="{F331785A-1415-494F-8263-27817AF56173}" type="presParOf" srcId="{16976035-2AA8-4EB8-A52E-78E7E1A2F9A5}" destId="{AD985C2E-B535-48A7-9083-44D71B290232}" srcOrd="1" destOrd="0" presId="urn:microsoft.com/office/officeart/2018/2/layout/IconLabelDescriptionList"/>
    <dgm:cxn modelId="{A884C9AA-FDA6-4B79-AC4B-1C39F650E7F5}" type="presParOf" srcId="{16976035-2AA8-4EB8-A52E-78E7E1A2F9A5}" destId="{88B8F313-BCFA-495C-8D4D-2AFE5214080A}" srcOrd="2" destOrd="0" presId="urn:microsoft.com/office/officeart/2018/2/layout/IconLabelDescriptionList"/>
    <dgm:cxn modelId="{E835BC27-03E2-44C3-BD11-EFD1F8DB69A5}" type="presParOf" srcId="{88B8F313-BCFA-495C-8D4D-2AFE5214080A}" destId="{F8176C88-19C2-49F5-82BA-2932A9A623D9}" srcOrd="0" destOrd="0" presId="urn:microsoft.com/office/officeart/2018/2/layout/IconLabelDescriptionList"/>
    <dgm:cxn modelId="{F5D8A455-22DA-4A9D-B56C-585513E43314}" type="presParOf" srcId="{88B8F313-BCFA-495C-8D4D-2AFE5214080A}" destId="{546F3BBA-D336-4881-933A-7CD6E7FB50FF}" srcOrd="1" destOrd="0" presId="urn:microsoft.com/office/officeart/2018/2/layout/IconLabelDescriptionList"/>
    <dgm:cxn modelId="{209712A2-7403-4826-B9E8-71DC4D3DA8B2}" type="presParOf" srcId="{88B8F313-BCFA-495C-8D4D-2AFE5214080A}" destId="{68173E7F-32B8-497F-8D4E-EC5235C8342B}" srcOrd="2" destOrd="0" presId="urn:microsoft.com/office/officeart/2018/2/layout/IconLabelDescriptionList"/>
    <dgm:cxn modelId="{307D6495-7910-4B0F-970D-04C589722C5B}" type="presParOf" srcId="{88B8F313-BCFA-495C-8D4D-2AFE5214080A}" destId="{F42E6A94-3911-4161-8C7F-C6473A963AC3}" srcOrd="3" destOrd="0" presId="urn:microsoft.com/office/officeart/2018/2/layout/IconLabelDescriptionList"/>
    <dgm:cxn modelId="{F5158535-E20E-4B36-9457-63D2F4292802}" type="presParOf" srcId="{88B8F313-BCFA-495C-8D4D-2AFE5214080A}" destId="{5732CD1C-CED7-43C4-B532-CB3B34381EC4}" srcOrd="4" destOrd="0" presId="urn:microsoft.com/office/officeart/2018/2/layout/IconLabelDescriptionList"/>
    <dgm:cxn modelId="{A9E772CA-C9E4-4A48-9056-0887EE55B0EB}" type="presParOf" srcId="{16976035-2AA8-4EB8-A52E-78E7E1A2F9A5}" destId="{B54FBD2A-565D-498F-AF4C-77978E69FBFE}" srcOrd="3" destOrd="0" presId="urn:microsoft.com/office/officeart/2018/2/layout/IconLabelDescriptionList"/>
    <dgm:cxn modelId="{AA690625-881F-487A-A83C-3F5BAA4B2F14}" type="presParOf" srcId="{16976035-2AA8-4EB8-A52E-78E7E1A2F9A5}" destId="{D05DFCCA-F26C-4A18-A6F4-B3A87859098E}" srcOrd="4" destOrd="0" presId="urn:microsoft.com/office/officeart/2018/2/layout/IconLabelDescriptionList"/>
    <dgm:cxn modelId="{1CA031E7-1FB7-47D7-9B96-321FF5A4DFB2}" type="presParOf" srcId="{D05DFCCA-F26C-4A18-A6F4-B3A87859098E}" destId="{B7AB1697-1E94-40C7-8A51-B3E13E9D987A}" srcOrd="0" destOrd="0" presId="urn:microsoft.com/office/officeart/2018/2/layout/IconLabelDescriptionList"/>
    <dgm:cxn modelId="{F8889ACC-C11F-4AAA-A2FD-9D305E879FFB}" type="presParOf" srcId="{D05DFCCA-F26C-4A18-A6F4-B3A87859098E}" destId="{3F652450-9CC3-460E-8B6D-F0996AD05997}" srcOrd="1" destOrd="0" presId="urn:microsoft.com/office/officeart/2018/2/layout/IconLabelDescriptionList"/>
    <dgm:cxn modelId="{B6672DEC-3F8C-451E-9CF3-9AF009E39256}" type="presParOf" srcId="{D05DFCCA-F26C-4A18-A6F4-B3A87859098E}" destId="{5DEE41BB-68C9-43EA-8728-42312BF33E95}" srcOrd="2" destOrd="0" presId="urn:microsoft.com/office/officeart/2018/2/layout/IconLabelDescriptionList"/>
    <dgm:cxn modelId="{A6ABE624-EE44-4A41-80B8-E2E825CCF6C0}" type="presParOf" srcId="{D05DFCCA-F26C-4A18-A6F4-B3A87859098E}" destId="{C2A44B01-7472-49CC-BF76-10C3C5B7FEFC}" srcOrd="3" destOrd="0" presId="urn:microsoft.com/office/officeart/2018/2/layout/IconLabelDescriptionList"/>
    <dgm:cxn modelId="{C7A8FABD-DD26-4A31-9E73-5D1D0D072203}" type="presParOf" srcId="{D05DFCCA-F26C-4A18-A6F4-B3A87859098E}" destId="{223CDC3A-81AC-4D8D-8203-4683563149CE}" srcOrd="4" destOrd="0" presId="urn:microsoft.com/office/officeart/2018/2/layout/IconLabelDescriptionList"/>
    <dgm:cxn modelId="{E4C62CA9-8088-4C8F-BCC5-D4F503325859}" type="presParOf" srcId="{16976035-2AA8-4EB8-A52E-78E7E1A2F9A5}" destId="{71604667-BD5F-4D73-8A44-0C28AD262F2F}" srcOrd="5" destOrd="0" presId="urn:microsoft.com/office/officeart/2018/2/layout/IconLabelDescriptionList"/>
    <dgm:cxn modelId="{323F6E6E-A160-4045-A731-13E83064A8F1}" type="presParOf" srcId="{16976035-2AA8-4EB8-A52E-78E7E1A2F9A5}" destId="{068EDE22-3868-40FC-AF96-8CD4719931BF}" srcOrd="6" destOrd="0" presId="urn:microsoft.com/office/officeart/2018/2/layout/IconLabelDescriptionList"/>
    <dgm:cxn modelId="{9EDF0A40-510A-4708-9737-0812FF5B3ACB}" type="presParOf" srcId="{068EDE22-3868-40FC-AF96-8CD4719931BF}" destId="{A3F5C5DC-2F08-4AB8-923C-7A4DADCB3092}" srcOrd="0" destOrd="0" presId="urn:microsoft.com/office/officeart/2018/2/layout/IconLabelDescriptionList"/>
    <dgm:cxn modelId="{6DF681DC-537B-414D-80A4-C8586AC85D80}" type="presParOf" srcId="{068EDE22-3868-40FC-AF96-8CD4719931BF}" destId="{F1BFD1AF-DF0E-43B4-AD2F-D31F40EBE131}" srcOrd="1" destOrd="0" presId="urn:microsoft.com/office/officeart/2018/2/layout/IconLabelDescriptionList"/>
    <dgm:cxn modelId="{742554FC-6B6F-41DF-B686-0C563C392212}" type="presParOf" srcId="{068EDE22-3868-40FC-AF96-8CD4719931BF}" destId="{79D099A9-DC32-4697-944A-DABF49F69AA3}" srcOrd="2" destOrd="0" presId="urn:microsoft.com/office/officeart/2018/2/layout/IconLabelDescriptionList"/>
    <dgm:cxn modelId="{BFB91123-BCEF-495F-A938-F5BC3B02FE89}" type="presParOf" srcId="{068EDE22-3868-40FC-AF96-8CD4719931BF}" destId="{2F7D0D73-A69F-4C89-85C5-1FE851453ADB}" srcOrd="3" destOrd="0" presId="urn:microsoft.com/office/officeart/2018/2/layout/IconLabelDescriptionList"/>
    <dgm:cxn modelId="{204FCBF1-B748-4736-BD25-041E6CE45F3D}" type="presParOf" srcId="{068EDE22-3868-40FC-AF96-8CD4719931BF}" destId="{CAD241CD-7912-4134-9361-0E1CBE3ACEAD}" srcOrd="4" destOrd="0" presId="urn:microsoft.com/office/officeart/2018/2/layout/IconLabelDescriptionList"/>
    <dgm:cxn modelId="{688830B3-C1E2-4612-AE4F-25F0DD45B6E3}" type="presParOf" srcId="{16976035-2AA8-4EB8-A52E-78E7E1A2F9A5}" destId="{D6293306-79E8-4C07-BDA4-C5593685DCCD}" srcOrd="7" destOrd="0" presId="urn:microsoft.com/office/officeart/2018/2/layout/IconLabelDescriptionList"/>
    <dgm:cxn modelId="{A9EFD1BA-200F-4BDB-B4FB-7BA23FC8C599}" type="presParOf" srcId="{16976035-2AA8-4EB8-A52E-78E7E1A2F9A5}" destId="{EF4A102B-5C88-4AD1-B965-2FE96A460587}" srcOrd="8" destOrd="0" presId="urn:microsoft.com/office/officeart/2018/2/layout/IconLabelDescriptionList"/>
    <dgm:cxn modelId="{5F4C304E-ABE7-4273-88E3-17DFE35B1A72}" type="presParOf" srcId="{EF4A102B-5C88-4AD1-B965-2FE96A460587}" destId="{FCF64485-B078-4656-8639-D2EBCF9922F7}" srcOrd="0" destOrd="0" presId="urn:microsoft.com/office/officeart/2018/2/layout/IconLabelDescriptionList"/>
    <dgm:cxn modelId="{894AE6F6-4136-4624-A8EE-D4013D3DDDE5}" type="presParOf" srcId="{EF4A102B-5C88-4AD1-B965-2FE96A460587}" destId="{7E8D5072-97FD-440B-BE04-952CC90F7441}" srcOrd="1" destOrd="0" presId="urn:microsoft.com/office/officeart/2018/2/layout/IconLabelDescriptionList"/>
    <dgm:cxn modelId="{7E688AF9-121A-4FD2-A027-F10AC29D9A3D}" type="presParOf" srcId="{EF4A102B-5C88-4AD1-B965-2FE96A460587}" destId="{A6765034-1D8A-4172-AB67-0E3F7E47910F}" srcOrd="2" destOrd="0" presId="urn:microsoft.com/office/officeart/2018/2/layout/IconLabelDescriptionList"/>
    <dgm:cxn modelId="{222235C1-01EE-47A5-A3FE-A55ADD25DB87}" type="presParOf" srcId="{EF4A102B-5C88-4AD1-B965-2FE96A460587}" destId="{AA173112-E0BC-40E0-BF55-553C03EFED92}" srcOrd="3" destOrd="0" presId="urn:microsoft.com/office/officeart/2018/2/layout/IconLabelDescriptionList"/>
    <dgm:cxn modelId="{1CE67F7D-BE44-477D-913F-0A785142B05C}" type="presParOf" srcId="{EF4A102B-5C88-4AD1-B965-2FE96A460587}" destId="{41A05177-428C-402A-A15F-E59EC37ECDB2}" srcOrd="4" destOrd="0" presId="urn:microsoft.com/office/officeart/2018/2/layout/IconLabelDescriptionList"/>
  </dgm:cxnLst>
  <dgm:bg/>
  <dgm:whole/>
  <dgm:extLst>
    <a:ext uri="http://schemas.microsoft.com/office/drawing/2008/diagram">
      <dsp:dataModelExt xmlns:dsp="http://schemas.microsoft.com/office/drawing/2008/diagram" relId="rId7" minVer="http://schemas.openxmlformats.org/drawingml/2006/diagram"/>
    </a:ext>
  </dgm:extLst>
</dgm:dataModel>
</file>

<file path=ppt/diagrams/data47.xml><?xml version="1.0" encoding="utf-8"?>
<dgm:dataModel xmlns:dgm="http://schemas.openxmlformats.org/drawingml/2006/diagram" xmlns:a="http://schemas.openxmlformats.org/drawingml/2006/main">
  <dgm:ptLst>
    <dgm:pt modelId="{06EA2A4D-1DF0-4047-8993-F38DCF7DA52A}" type="doc">
      <dgm:prSet loTypeId="urn:microsoft.com/office/officeart/2018/2/layout/IconLabelDescriptionList" loCatId="icon" qsTypeId="urn:microsoft.com/office/officeart/2005/8/quickstyle/simple1" qsCatId="simple" csTypeId="urn:microsoft.com/office/officeart/2018/5/colors/Iconchunking_neutralbg_colorful1" csCatId="colorful" phldr="1"/>
      <dgm:spPr/>
      <dgm:t>
        <a:bodyPr/>
        <a:lstStyle/>
        <a:p>
          <a:endParaRPr lang="en-US"/>
        </a:p>
      </dgm:t>
    </dgm:pt>
    <dgm:pt modelId="{806B57EB-569B-47B8-83E3-A05CC73BF8BF}">
      <dgm:prSet/>
      <dgm:spPr/>
      <dgm:t>
        <a:bodyPr/>
        <a:lstStyle/>
        <a:p>
          <a:pPr>
            <a:lnSpc>
              <a:spcPct val="100000"/>
            </a:lnSpc>
            <a:defRPr b="1"/>
          </a:pPr>
          <a:r>
            <a:rPr lang="tr-TR" dirty="0" err="1"/>
            <a:t>Prevents</a:t>
          </a:r>
          <a:r>
            <a:rPr lang="tr-TR" dirty="0"/>
            <a:t> </a:t>
          </a:r>
          <a:r>
            <a:rPr lang="tr-TR" dirty="0" err="1"/>
            <a:t>abuse</a:t>
          </a:r>
          <a:endParaRPr lang="en-US" dirty="0"/>
        </a:p>
      </dgm:t>
    </dgm:pt>
    <dgm:pt modelId="{037E3CCC-0014-4A21-B294-C25300E9FA4A}" type="parTrans" cxnId="{F697EA38-15C0-4682-BD9B-D0344E54E392}">
      <dgm:prSet/>
      <dgm:spPr/>
      <dgm:t>
        <a:bodyPr/>
        <a:lstStyle/>
        <a:p>
          <a:endParaRPr lang="en-US"/>
        </a:p>
      </dgm:t>
    </dgm:pt>
    <dgm:pt modelId="{662EC80D-6027-4AA0-A1B5-5FB1482E6659}" type="sibTrans" cxnId="{F697EA38-15C0-4682-BD9B-D0344E54E392}">
      <dgm:prSet/>
      <dgm:spPr/>
      <dgm:t>
        <a:bodyPr/>
        <a:lstStyle/>
        <a:p>
          <a:endParaRPr lang="en-US"/>
        </a:p>
      </dgm:t>
    </dgm:pt>
    <dgm:pt modelId="{29F5DECB-D89B-4C5D-BF2E-6D2EE9E8971A}">
      <dgm:prSet/>
      <dgm:spPr/>
      <dgm:t>
        <a:bodyPr/>
        <a:lstStyle/>
        <a:p>
          <a:pPr>
            <a:lnSpc>
              <a:spcPct val="100000"/>
            </a:lnSpc>
          </a:pPr>
          <a:r>
            <a:rPr lang="en-US" dirty="0"/>
            <a:t>by imposing a small cost</a:t>
          </a:r>
          <a:r>
            <a:rPr lang="tr-TR" dirty="0"/>
            <a:t> </a:t>
          </a:r>
          <a:r>
            <a:rPr lang="en-US" dirty="0"/>
            <a:t>on every transaction</a:t>
          </a:r>
        </a:p>
      </dgm:t>
    </dgm:pt>
    <dgm:pt modelId="{49746635-5CAB-4961-A529-382AB5859FE9}" type="parTrans" cxnId="{24C00A91-D39C-4E9D-83E5-61FA8C9CBB6A}">
      <dgm:prSet/>
      <dgm:spPr/>
      <dgm:t>
        <a:bodyPr/>
        <a:lstStyle/>
        <a:p>
          <a:endParaRPr lang="en-US"/>
        </a:p>
      </dgm:t>
    </dgm:pt>
    <dgm:pt modelId="{B14C5873-19DB-4AF5-9E94-C38AFCEE0F8F}" type="sibTrans" cxnId="{24C00A91-D39C-4E9D-83E5-61FA8C9CBB6A}">
      <dgm:prSet/>
      <dgm:spPr/>
      <dgm:t>
        <a:bodyPr/>
        <a:lstStyle/>
        <a:p>
          <a:endParaRPr lang="en-US"/>
        </a:p>
      </dgm:t>
    </dgm:pt>
    <dgm:pt modelId="{CF2844BF-DC10-4CEB-852B-8F9AF5BAC6C0}">
      <dgm:prSet/>
      <dgm:spPr/>
      <dgm:t>
        <a:bodyPr/>
        <a:lstStyle/>
        <a:p>
          <a:pPr>
            <a:lnSpc>
              <a:spcPct val="100000"/>
            </a:lnSpc>
            <a:defRPr b="1"/>
          </a:pPr>
          <a:r>
            <a:rPr lang="tr-TR" dirty="0" err="1"/>
            <a:t>Miner</a:t>
          </a:r>
          <a:r>
            <a:rPr lang="tr-TR" dirty="0"/>
            <a:t> </a:t>
          </a:r>
          <a:r>
            <a:rPr lang="tr-TR" dirty="0" err="1"/>
            <a:t>collects</a:t>
          </a:r>
          <a:endParaRPr lang="en-US" dirty="0"/>
        </a:p>
      </dgm:t>
    </dgm:pt>
    <dgm:pt modelId="{12040044-6350-4B16-A854-BEB3DBB7DFE8}" type="parTrans" cxnId="{61053E50-7FF0-42BC-9189-3908A94C6A7E}">
      <dgm:prSet/>
      <dgm:spPr/>
      <dgm:t>
        <a:bodyPr/>
        <a:lstStyle/>
        <a:p>
          <a:endParaRPr lang="en-US"/>
        </a:p>
      </dgm:t>
    </dgm:pt>
    <dgm:pt modelId="{242C3D82-CED6-4533-B215-A664C4BCAEC5}" type="sibTrans" cxnId="{61053E50-7FF0-42BC-9189-3908A94C6A7E}">
      <dgm:prSet/>
      <dgm:spPr/>
      <dgm:t>
        <a:bodyPr/>
        <a:lstStyle/>
        <a:p>
          <a:endParaRPr lang="en-US"/>
        </a:p>
      </dgm:t>
    </dgm:pt>
    <dgm:pt modelId="{C872A2AD-56BE-45F1-A727-2A566EF02205}">
      <dgm:prSet/>
      <dgm:spPr/>
      <dgm:t>
        <a:bodyPr/>
        <a:lstStyle/>
        <a:p>
          <a:pPr>
            <a:lnSpc>
              <a:spcPct val="100000"/>
            </a:lnSpc>
            <a:defRPr b="1"/>
          </a:pPr>
          <a:r>
            <a:rPr lang="tr-TR" dirty="0" err="1"/>
            <a:t>Fees</a:t>
          </a:r>
          <a:r>
            <a:rPr lang="tr-TR" dirty="0"/>
            <a:t> on </a:t>
          </a:r>
          <a:r>
            <a:rPr lang="tr-TR" dirty="0" err="1"/>
            <a:t>Kilobytes</a:t>
          </a:r>
          <a:r>
            <a:rPr lang="tr-TR" dirty="0"/>
            <a:t> </a:t>
          </a:r>
          <a:endParaRPr lang="en-US" dirty="0"/>
        </a:p>
      </dgm:t>
    </dgm:pt>
    <dgm:pt modelId="{65C771C9-21C4-4816-A9C5-E075373E61D1}" type="parTrans" cxnId="{61314E82-0B32-409F-9A37-DF6D53A8D073}">
      <dgm:prSet/>
      <dgm:spPr/>
      <dgm:t>
        <a:bodyPr/>
        <a:lstStyle/>
        <a:p>
          <a:endParaRPr lang="en-US"/>
        </a:p>
      </dgm:t>
    </dgm:pt>
    <dgm:pt modelId="{1139D9FF-2BF6-435B-8018-8EDE7D5CFF6D}" type="sibTrans" cxnId="{61314E82-0B32-409F-9A37-DF6D53A8D073}">
      <dgm:prSet/>
      <dgm:spPr/>
      <dgm:t>
        <a:bodyPr/>
        <a:lstStyle/>
        <a:p>
          <a:endParaRPr lang="en-US"/>
        </a:p>
      </dgm:t>
    </dgm:pt>
    <dgm:pt modelId="{0315C090-A3F1-4EB4-B965-E73D5788151E}">
      <dgm:prSet/>
      <dgm:spPr/>
      <dgm:t>
        <a:bodyPr/>
        <a:lstStyle/>
        <a:p>
          <a:pPr>
            <a:lnSpc>
              <a:spcPct val="100000"/>
            </a:lnSpc>
          </a:pPr>
          <a:r>
            <a:rPr lang="tr-TR" dirty="0" err="1"/>
            <a:t>Fees</a:t>
          </a:r>
          <a:r>
            <a:rPr lang="tr-TR" dirty="0"/>
            <a:t> </a:t>
          </a:r>
          <a:r>
            <a:rPr lang="tr-TR" dirty="0" err="1"/>
            <a:t>are</a:t>
          </a:r>
          <a:r>
            <a:rPr lang="tr-TR" dirty="0"/>
            <a:t> </a:t>
          </a:r>
          <a:r>
            <a:rPr lang="en-US" dirty="0"/>
            <a:t>based on the </a:t>
          </a:r>
          <a:r>
            <a:rPr lang="en-US" b="1" dirty="0"/>
            <a:t>size</a:t>
          </a:r>
          <a:r>
            <a:rPr lang="en-US" dirty="0"/>
            <a:t> of the transaction in kilobytes </a:t>
          </a:r>
        </a:p>
      </dgm:t>
    </dgm:pt>
    <dgm:pt modelId="{EC0FBCD9-56AF-4611-9E56-362660DF23C1}" type="parTrans" cxnId="{178968B3-FAFB-4A6D-8934-B1363BE9A248}">
      <dgm:prSet/>
      <dgm:spPr/>
      <dgm:t>
        <a:bodyPr/>
        <a:lstStyle/>
        <a:p>
          <a:endParaRPr lang="en-US"/>
        </a:p>
      </dgm:t>
    </dgm:pt>
    <dgm:pt modelId="{E28F745B-912E-48CB-97FE-BEF95CAAB859}" type="sibTrans" cxnId="{178968B3-FAFB-4A6D-8934-B1363BE9A248}">
      <dgm:prSet/>
      <dgm:spPr/>
      <dgm:t>
        <a:bodyPr/>
        <a:lstStyle/>
        <a:p>
          <a:endParaRPr lang="en-US"/>
        </a:p>
      </dgm:t>
    </dgm:pt>
    <dgm:pt modelId="{759BB04F-37B0-41FE-A01E-691AD6886A72}">
      <dgm:prSet/>
      <dgm:spPr/>
      <dgm:t>
        <a:bodyPr/>
        <a:lstStyle/>
        <a:p>
          <a:pPr>
            <a:lnSpc>
              <a:spcPct val="100000"/>
            </a:lnSpc>
          </a:pPr>
          <a:r>
            <a:rPr lang="en-US" b="1"/>
            <a:t>not</a:t>
          </a:r>
          <a:r>
            <a:rPr lang="tr-TR" b="1"/>
            <a:t> </a:t>
          </a:r>
          <a:r>
            <a:rPr lang="en-US" b="1"/>
            <a:t>the value </a:t>
          </a:r>
          <a:r>
            <a:rPr lang="en-US"/>
            <a:t>of the transaction in bitcoin. </a:t>
          </a:r>
        </a:p>
      </dgm:t>
    </dgm:pt>
    <dgm:pt modelId="{BAC6E4CF-214A-49AB-A602-95449B4ABC07}" type="parTrans" cxnId="{E1710251-6686-4BF9-9642-265FED647574}">
      <dgm:prSet/>
      <dgm:spPr/>
      <dgm:t>
        <a:bodyPr/>
        <a:lstStyle/>
        <a:p>
          <a:endParaRPr lang="en-US"/>
        </a:p>
      </dgm:t>
    </dgm:pt>
    <dgm:pt modelId="{6F68282E-0B6E-42FE-8546-A13E63E726A3}" type="sibTrans" cxnId="{E1710251-6686-4BF9-9642-265FED647574}">
      <dgm:prSet/>
      <dgm:spPr/>
      <dgm:t>
        <a:bodyPr/>
        <a:lstStyle/>
        <a:p>
          <a:endParaRPr lang="en-US"/>
        </a:p>
      </dgm:t>
    </dgm:pt>
    <dgm:pt modelId="{05A59568-AE07-4492-8B9E-BA606DB1BC9A}">
      <dgm:prSet/>
      <dgm:spPr/>
      <dgm:t>
        <a:bodyPr/>
        <a:lstStyle/>
        <a:p>
          <a:pPr>
            <a:lnSpc>
              <a:spcPct val="100000"/>
            </a:lnSpc>
            <a:defRPr b="1"/>
          </a:pPr>
          <a:r>
            <a:rPr lang="tr-TR" dirty="0"/>
            <a:t>Market </a:t>
          </a:r>
          <a:r>
            <a:rPr lang="tr-TR" dirty="0" err="1"/>
            <a:t>influenced</a:t>
          </a:r>
          <a:endParaRPr lang="en-US" dirty="0"/>
        </a:p>
      </dgm:t>
    </dgm:pt>
    <dgm:pt modelId="{BF427A32-519F-4305-83D1-BB0B74AA45CE}" type="parTrans" cxnId="{04BF7E89-BFBF-4FD0-8523-AF7D6A15BFAC}">
      <dgm:prSet/>
      <dgm:spPr/>
      <dgm:t>
        <a:bodyPr/>
        <a:lstStyle/>
        <a:p>
          <a:endParaRPr lang="en-US"/>
        </a:p>
      </dgm:t>
    </dgm:pt>
    <dgm:pt modelId="{F9D02ED7-0100-407F-A4A7-32E6CEB27EAF}" type="sibTrans" cxnId="{04BF7E89-BFBF-4FD0-8523-AF7D6A15BFAC}">
      <dgm:prSet/>
      <dgm:spPr/>
      <dgm:t>
        <a:bodyPr/>
        <a:lstStyle/>
        <a:p>
          <a:endParaRPr lang="en-US"/>
        </a:p>
      </dgm:t>
    </dgm:pt>
    <dgm:pt modelId="{DC83D9F0-C03C-4849-A26E-E5E44CF4EA72}">
      <dgm:prSet/>
      <dgm:spPr/>
      <dgm:t>
        <a:bodyPr/>
        <a:lstStyle/>
        <a:p>
          <a:pPr>
            <a:lnSpc>
              <a:spcPct val="100000"/>
            </a:lnSpc>
          </a:pPr>
          <a:r>
            <a:rPr lang="en-US" dirty="0"/>
            <a:t>based on market</a:t>
          </a:r>
          <a:r>
            <a:rPr lang="tr-TR" dirty="0"/>
            <a:t> </a:t>
          </a:r>
          <a:r>
            <a:rPr lang="en-US" dirty="0"/>
            <a:t>forces within the bitcoin network.</a:t>
          </a:r>
        </a:p>
      </dgm:t>
    </dgm:pt>
    <dgm:pt modelId="{55600F6D-6F57-48C3-92F4-10746135D71F}" type="parTrans" cxnId="{80D015F5-8E1A-4981-8FEA-CF3C97702E5E}">
      <dgm:prSet/>
      <dgm:spPr/>
      <dgm:t>
        <a:bodyPr/>
        <a:lstStyle/>
        <a:p>
          <a:endParaRPr lang="en-US"/>
        </a:p>
      </dgm:t>
    </dgm:pt>
    <dgm:pt modelId="{22896040-4E90-4770-8C80-33EBC1F56F50}" type="sibTrans" cxnId="{80D015F5-8E1A-4981-8FEA-CF3C97702E5E}">
      <dgm:prSet/>
      <dgm:spPr/>
      <dgm:t>
        <a:bodyPr/>
        <a:lstStyle/>
        <a:p>
          <a:endParaRPr lang="en-US"/>
        </a:p>
      </dgm:t>
    </dgm:pt>
    <dgm:pt modelId="{B0ACC83B-B39F-481A-B933-C72EA25DC049}">
      <dgm:prSet/>
      <dgm:spPr/>
      <dgm:t>
        <a:bodyPr/>
        <a:lstStyle/>
        <a:p>
          <a:pPr>
            <a:lnSpc>
              <a:spcPct val="100000"/>
            </a:lnSpc>
          </a:pPr>
          <a:r>
            <a:rPr lang="en-US" dirty="0"/>
            <a:t>serve as an incentive </a:t>
          </a:r>
        </a:p>
      </dgm:t>
    </dgm:pt>
    <dgm:pt modelId="{45F72B67-752F-47AA-8C6F-F7D47B0CD72F}" type="parTrans" cxnId="{D3B331BD-98D9-4692-A6E1-5D54201CD771}">
      <dgm:prSet/>
      <dgm:spPr/>
    </dgm:pt>
    <dgm:pt modelId="{F90EC015-FA17-46A0-984D-4C2DF5141BB6}" type="sibTrans" cxnId="{D3B331BD-98D9-4692-A6E1-5D54201CD771}">
      <dgm:prSet/>
      <dgm:spPr/>
    </dgm:pt>
    <dgm:pt modelId="{E56B5565-89E7-48D5-BA64-D571BC2167F5}">
      <dgm:prSet/>
      <dgm:spPr/>
      <dgm:t>
        <a:bodyPr/>
        <a:lstStyle/>
        <a:p>
          <a:pPr>
            <a:lnSpc>
              <a:spcPct val="100000"/>
            </a:lnSpc>
          </a:pPr>
          <a:r>
            <a:rPr lang="en-US" dirty="0"/>
            <a:t>fees are collected by the miner </a:t>
          </a:r>
        </a:p>
      </dgm:t>
    </dgm:pt>
    <dgm:pt modelId="{69234A23-9193-4C51-9126-73883C4D9938}" type="parTrans" cxnId="{3FEE6AE0-C074-4303-9B96-3414CC0335B6}">
      <dgm:prSet/>
      <dgm:spPr/>
    </dgm:pt>
    <dgm:pt modelId="{248024FA-B099-4CDF-98F5-F81A881D97FA}" type="sibTrans" cxnId="{3FEE6AE0-C074-4303-9B96-3414CC0335B6}">
      <dgm:prSet/>
      <dgm:spPr/>
    </dgm:pt>
    <dgm:pt modelId="{478D992E-751B-4A5B-90F3-E8E984C11D59}">
      <dgm:prSet/>
      <dgm:spPr/>
      <dgm:t>
        <a:bodyPr/>
        <a:lstStyle/>
        <a:p>
          <a:pPr>
            <a:lnSpc>
              <a:spcPct val="100000"/>
            </a:lnSpc>
          </a:pPr>
          <a:r>
            <a:rPr lang="en-US" dirty="0"/>
            <a:t>Overall, transaction fees</a:t>
          </a:r>
        </a:p>
      </dgm:t>
    </dgm:pt>
    <dgm:pt modelId="{71D57AB5-6AA9-4B9D-B5CA-24380C913876}" type="parTrans" cxnId="{54B8D9CD-3E7D-4D24-92E8-10D276EB0734}">
      <dgm:prSet/>
      <dgm:spPr/>
    </dgm:pt>
    <dgm:pt modelId="{1709C58C-4FC8-4EE6-AFCC-302A2E14C8A9}" type="sibTrans" cxnId="{54B8D9CD-3E7D-4D24-92E8-10D276EB0734}">
      <dgm:prSet/>
      <dgm:spPr/>
    </dgm:pt>
    <dgm:pt modelId="{A5EC6822-4772-49BE-B294-8E823CAAEE7F}" type="pres">
      <dgm:prSet presAssocID="{06EA2A4D-1DF0-4047-8993-F38DCF7DA52A}" presName="root" presStyleCnt="0">
        <dgm:presLayoutVars>
          <dgm:dir/>
          <dgm:resizeHandles val="exact"/>
        </dgm:presLayoutVars>
      </dgm:prSet>
      <dgm:spPr/>
    </dgm:pt>
    <dgm:pt modelId="{A620C41E-100E-48AB-B3C7-9658EE173A77}" type="pres">
      <dgm:prSet presAssocID="{806B57EB-569B-47B8-83E3-A05CC73BF8BF}" presName="compNode" presStyleCnt="0"/>
      <dgm:spPr/>
    </dgm:pt>
    <dgm:pt modelId="{F923012A-6DF1-4840-8F83-04F4CD0C0620}" type="pres">
      <dgm:prSet presAssocID="{806B57EB-569B-47B8-83E3-A05CC73BF8BF}" presName="iconRect" presStyleLbl="node1" presStyleIdx="0" presStyleCnt="4"/>
      <dgm:spPr>
        <a:blipFill>
          <a:blip xmlns:r="http://schemas.openxmlformats.org/officeDocument/2006/relationships" r:embed="rId1" cstate="email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2"/>
              </a:ext>
            </a:extLst>
          </a:blip>
          <a:stretch>
            <a:fillRect/>
          </a:stretch>
        </a:blipFill>
        <a:ln>
          <a:noFill/>
        </a:ln>
      </dgm:spPr>
      <dgm:extLst>
        <a:ext uri="{E40237B7-FDA0-4F09-8148-C483321AD2D9}">
          <dgm14:cNvPr xmlns:dgm14="http://schemas.microsoft.com/office/drawing/2010/diagram" id="0" name="" descr="Laptop Secure"/>
        </a:ext>
      </dgm:extLst>
    </dgm:pt>
    <dgm:pt modelId="{58F7954C-D747-43D9-989E-27CD96E2AC5F}" type="pres">
      <dgm:prSet presAssocID="{806B57EB-569B-47B8-83E3-A05CC73BF8BF}" presName="iconSpace" presStyleCnt="0"/>
      <dgm:spPr/>
    </dgm:pt>
    <dgm:pt modelId="{4B393F09-803B-40FA-8926-0D01EF069222}" type="pres">
      <dgm:prSet presAssocID="{806B57EB-569B-47B8-83E3-A05CC73BF8BF}" presName="parTx" presStyleLbl="revTx" presStyleIdx="0" presStyleCnt="8">
        <dgm:presLayoutVars>
          <dgm:chMax val="0"/>
          <dgm:chPref val="0"/>
        </dgm:presLayoutVars>
      </dgm:prSet>
      <dgm:spPr/>
    </dgm:pt>
    <dgm:pt modelId="{8EDC3374-7D81-4182-B7A3-F58E95BE3966}" type="pres">
      <dgm:prSet presAssocID="{806B57EB-569B-47B8-83E3-A05CC73BF8BF}" presName="txSpace" presStyleCnt="0"/>
      <dgm:spPr/>
    </dgm:pt>
    <dgm:pt modelId="{0A8CB1BE-8953-43C3-9B78-969655F5F84F}" type="pres">
      <dgm:prSet presAssocID="{806B57EB-569B-47B8-83E3-A05CC73BF8BF}" presName="desTx" presStyleLbl="revTx" presStyleIdx="1" presStyleCnt="8">
        <dgm:presLayoutVars/>
      </dgm:prSet>
      <dgm:spPr/>
    </dgm:pt>
    <dgm:pt modelId="{C13F3589-6C8B-4E57-B5D0-0BCC313DF794}" type="pres">
      <dgm:prSet presAssocID="{662EC80D-6027-4AA0-A1B5-5FB1482E6659}" presName="sibTrans" presStyleCnt="0"/>
      <dgm:spPr/>
    </dgm:pt>
    <dgm:pt modelId="{36E89BCB-D395-418A-B0D1-FE06662C31E2}" type="pres">
      <dgm:prSet presAssocID="{CF2844BF-DC10-4CEB-852B-8F9AF5BAC6C0}" presName="compNode" presStyleCnt="0"/>
      <dgm:spPr/>
    </dgm:pt>
    <dgm:pt modelId="{994D4CA9-39F1-47F4-99DD-475A6B2FDCF8}" type="pres">
      <dgm:prSet presAssocID="{CF2844BF-DC10-4CEB-852B-8F9AF5BAC6C0}" presName="iconRect" presStyleLbl="node1" presStyleIdx="1" presStyleCnt="4"/>
      <dgm:spPr>
        <a:blipFill>
          <a:blip xmlns:r="http://schemas.openxmlformats.org/officeDocument/2006/relationships" r:embed="rId3" cstate="email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4"/>
              </a:ext>
            </a:extLst>
          </a:blip>
          <a:stretch>
            <a:fillRect/>
          </a:stretch>
        </a:blipFill>
        <a:ln>
          <a:noFill/>
        </a:ln>
      </dgm:spPr>
      <dgm:extLst>
        <a:ext uri="{E40237B7-FDA0-4F09-8148-C483321AD2D9}">
          <dgm14:cNvPr xmlns:dgm14="http://schemas.microsoft.com/office/drawing/2010/diagram" id="0" name="" descr="Database"/>
        </a:ext>
      </dgm:extLst>
    </dgm:pt>
    <dgm:pt modelId="{788E5E31-A8BA-40A3-BC91-FD284A6C6701}" type="pres">
      <dgm:prSet presAssocID="{CF2844BF-DC10-4CEB-852B-8F9AF5BAC6C0}" presName="iconSpace" presStyleCnt="0"/>
      <dgm:spPr/>
    </dgm:pt>
    <dgm:pt modelId="{8BA93B50-D1BF-481E-B8DF-127D1C7221D1}" type="pres">
      <dgm:prSet presAssocID="{CF2844BF-DC10-4CEB-852B-8F9AF5BAC6C0}" presName="parTx" presStyleLbl="revTx" presStyleIdx="2" presStyleCnt="8">
        <dgm:presLayoutVars>
          <dgm:chMax val="0"/>
          <dgm:chPref val="0"/>
        </dgm:presLayoutVars>
      </dgm:prSet>
      <dgm:spPr/>
    </dgm:pt>
    <dgm:pt modelId="{B3E799AD-BF81-4A04-A04D-369421AFE596}" type="pres">
      <dgm:prSet presAssocID="{CF2844BF-DC10-4CEB-852B-8F9AF5BAC6C0}" presName="txSpace" presStyleCnt="0"/>
      <dgm:spPr/>
    </dgm:pt>
    <dgm:pt modelId="{4DD7FED1-49CA-4497-8698-595E4A70857D}" type="pres">
      <dgm:prSet presAssocID="{CF2844BF-DC10-4CEB-852B-8F9AF5BAC6C0}" presName="desTx" presStyleLbl="revTx" presStyleIdx="3" presStyleCnt="8">
        <dgm:presLayoutVars/>
      </dgm:prSet>
      <dgm:spPr/>
    </dgm:pt>
    <dgm:pt modelId="{EBCF898B-A4DB-4B08-AC53-A4E5D6176A7A}" type="pres">
      <dgm:prSet presAssocID="{242C3D82-CED6-4533-B215-A664C4BCAEC5}" presName="sibTrans" presStyleCnt="0"/>
      <dgm:spPr/>
    </dgm:pt>
    <dgm:pt modelId="{F84ED1A2-1C50-4229-97DA-2B4166FCC7DA}" type="pres">
      <dgm:prSet presAssocID="{C872A2AD-56BE-45F1-A727-2A566EF02205}" presName="compNode" presStyleCnt="0"/>
      <dgm:spPr/>
    </dgm:pt>
    <dgm:pt modelId="{54841E79-02F0-423A-805F-1ADD940C8808}" type="pres">
      <dgm:prSet presAssocID="{C872A2AD-56BE-45F1-A727-2A566EF02205}" presName="iconRect" presStyleLbl="node1" presStyleIdx="2" presStyleCnt="4"/>
      <dgm:spPr>
        <a:blipFill>
          <a:blip xmlns:r="http://schemas.openxmlformats.org/officeDocument/2006/relationships" r:embed="rId5" cstate="email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6"/>
              </a:ext>
            </a:extLst>
          </a:blip>
          <a:stretch>
            <a:fillRect/>
          </a:stretch>
        </a:blipFill>
        <a:ln>
          <a:noFill/>
        </a:ln>
      </dgm:spPr>
      <dgm:extLst>
        <a:ext uri="{E40237B7-FDA0-4F09-8148-C483321AD2D9}">
          <dgm14:cNvPr xmlns:dgm14="http://schemas.microsoft.com/office/drawing/2010/diagram" id="0" name="" descr="USB"/>
        </a:ext>
      </dgm:extLst>
    </dgm:pt>
    <dgm:pt modelId="{EAC036EB-A59A-486E-8070-096B2A4B2671}" type="pres">
      <dgm:prSet presAssocID="{C872A2AD-56BE-45F1-A727-2A566EF02205}" presName="iconSpace" presStyleCnt="0"/>
      <dgm:spPr/>
    </dgm:pt>
    <dgm:pt modelId="{930DC2D0-95BE-4463-8EE4-99413CAFEEA2}" type="pres">
      <dgm:prSet presAssocID="{C872A2AD-56BE-45F1-A727-2A566EF02205}" presName="parTx" presStyleLbl="revTx" presStyleIdx="4" presStyleCnt="8">
        <dgm:presLayoutVars>
          <dgm:chMax val="0"/>
          <dgm:chPref val="0"/>
        </dgm:presLayoutVars>
      </dgm:prSet>
      <dgm:spPr/>
    </dgm:pt>
    <dgm:pt modelId="{3C39E871-DB99-4511-88BB-DB26D8949C02}" type="pres">
      <dgm:prSet presAssocID="{C872A2AD-56BE-45F1-A727-2A566EF02205}" presName="txSpace" presStyleCnt="0"/>
      <dgm:spPr/>
    </dgm:pt>
    <dgm:pt modelId="{D2FB6E68-883F-4208-9361-AE99F21865D2}" type="pres">
      <dgm:prSet presAssocID="{C872A2AD-56BE-45F1-A727-2A566EF02205}" presName="desTx" presStyleLbl="revTx" presStyleIdx="5" presStyleCnt="8">
        <dgm:presLayoutVars/>
      </dgm:prSet>
      <dgm:spPr/>
    </dgm:pt>
    <dgm:pt modelId="{4F1E633D-9C9C-4BDC-B316-BB8C41F940CF}" type="pres">
      <dgm:prSet presAssocID="{1139D9FF-2BF6-435B-8018-8EDE7D5CFF6D}" presName="sibTrans" presStyleCnt="0"/>
      <dgm:spPr/>
    </dgm:pt>
    <dgm:pt modelId="{3E51A193-0A80-4CFB-B176-EE36FE710991}" type="pres">
      <dgm:prSet presAssocID="{05A59568-AE07-4492-8B9E-BA606DB1BC9A}" presName="compNode" presStyleCnt="0"/>
      <dgm:spPr/>
    </dgm:pt>
    <dgm:pt modelId="{ED5A75EC-6BED-4507-B2F3-AB7D23B4020C}" type="pres">
      <dgm:prSet presAssocID="{05A59568-AE07-4492-8B9E-BA606DB1BC9A}" presName="iconRect" presStyleLbl="node1" presStyleIdx="3" presStyleCnt="4"/>
      <dgm:spPr>
        <a:blipFill>
          <a:blip xmlns:r="http://schemas.openxmlformats.org/officeDocument/2006/relationships" r:embed="rId7" cstate="email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8"/>
              </a:ext>
            </a:extLst>
          </a:blip>
          <a:stretch>
            <a:fillRect/>
          </a:stretch>
        </a:blipFill>
        <a:ln>
          <a:noFill/>
        </a:ln>
      </dgm:spPr>
      <dgm:extLst>
        <a:ext uri="{E40237B7-FDA0-4F09-8148-C483321AD2D9}">
          <dgm14:cNvPr xmlns:dgm14="http://schemas.microsoft.com/office/drawing/2010/diagram" id="0" name="" descr="Gift Card"/>
        </a:ext>
      </dgm:extLst>
    </dgm:pt>
    <dgm:pt modelId="{341E61AE-F656-468F-9D04-A573C6F647F7}" type="pres">
      <dgm:prSet presAssocID="{05A59568-AE07-4492-8B9E-BA606DB1BC9A}" presName="iconSpace" presStyleCnt="0"/>
      <dgm:spPr/>
    </dgm:pt>
    <dgm:pt modelId="{881574FD-E6E9-4822-B2EF-05821C50118F}" type="pres">
      <dgm:prSet presAssocID="{05A59568-AE07-4492-8B9E-BA606DB1BC9A}" presName="parTx" presStyleLbl="revTx" presStyleIdx="6" presStyleCnt="8">
        <dgm:presLayoutVars>
          <dgm:chMax val="0"/>
          <dgm:chPref val="0"/>
        </dgm:presLayoutVars>
      </dgm:prSet>
      <dgm:spPr/>
    </dgm:pt>
    <dgm:pt modelId="{DE97CF00-558C-48E9-B009-2DDFBB813755}" type="pres">
      <dgm:prSet presAssocID="{05A59568-AE07-4492-8B9E-BA606DB1BC9A}" presName="txSpace" presStyleCnt="0"/>
      <dgm:spPr/>
    </dgm:pt>
    <dgm:pt modelId="{BA77DAF5-D0A2-4ACA-B0E8-20AEC6E6C0AE}" type="pres">
      <dgm:prSet presAssocID="{05A59568-AE07-4492-8B9E-BA606DB1BC9A}" presName="desTx" presStyleLbl="revTx" presStyleIdx="7" presStyleCnt="8">
        <dgm:presLayoutVars/>
      </dgm:prSet>
      <dgm:spPr/>
    </dgm:pt>
  </dgm:ptLst>
  <dgm:cxnLst>
    <dgm:cxn modelId="{1D323714-878C-43E4-86E1-B2D909E58E2F}" type="presOf" srcId="{E56B5565-89E7-48D5-BA64-D571BC2167F5}" destId="{4DD7FED1-49CA-4497-8698-595E4A70857D}" srcOrd="0" destOrd="0" presId="urn:microsoft.com/office/officeart/2018/2/layout/IconLabelDescriptionList"/>
    <dgm:cxn modelId="{8C35311D-F83A-440C-BBE1-B8C6D84E0262}" type="presOf" srcId="{DC83D9F0-C03C-4849-A26E-E5E44CF4EA72}" destId="{BA77DAF5-D0A2-4ACA-B0E8-20AEC6E6C0AE}" srcOrd="0" destOrd="1" presId="urn:microsoft.com/office/officeart/2018/2/layout/IconLabelDescriptionList"/>
    <dgm:cxn modelId="{F697EA38-15C0-4682-BD9B-D0344E54E392}" srcId="{06EA2A4D-1DF0-4047-8993-F38DCF7DA52A}" destId="{806B57EB-569B-47B8-83E3-A05CC73BF8BF}" srcOrd="0" destOrd="0" parTransId="{037E3CCC-0014-4A21-B294-C25300E9FA4A}" sibTransId="{662EC80D-6027-4AA0-A1B5-5FB1482E6659}"/>
    <dgm:cxn modelId="{66552E3E-68BD-4192-B2F0-C3E397371DC3}" type="presOf" srcId="{CF2844BF-DC10-4CEB-852B-8F9AF5BAC6C0}" destId="{8BA93B50-D1BF-481E-B8DF-127D1C7221D1}" srcOrd="0" destOrd="0" presId="urn:microsoft.com/office/officeart/2018/2/layout/IconLabelDescriptionList"/>
    <dgm:cxn modelId="{11691646-15F8-4CA6-92F1-80CD561EDCD5}" type="presOf" srcId="{759BB04F-37B0-41FE-A01E-691AD6886A72}" destId="{D2FB6E68-883F-4208-9361-AE99F21865D2}" srcOrd="0" destOrd="1" presId="urn:microsoft.com/office/officeart/2018/2/layout/IconLabelDescriptionList"/>
    <dgm:cxn modelId="{3CFEC86D-B4C5-4350-85FB-1B063B537CFB}" type="presOf" srcId="{06EA2A4D-1DF0-4047-8993-F38DCF7DA52A}" destId="{A5EC6822-4772-49BE-B294-8E823CAAEE7F}" srcOrd="0" destOrd="0" presId="urn:microsoft.com/office/officeart/2018/2/layout/IconLabelDescriptionList"/>
    <dgm:cxn modelId="{61053E50-7FF0-42BC-9189-3908A94C6A7E}" srcId="{06EA2A4D-1DF0-4047-8993-F38DCF7DA52A}" destId="{CF2844BF-DC10-4CEB-852B-8F9AF5BAC6C0}" srcOrd="1" destOrd="0" parTransId="{12040044-6350-4B16-A854-BEB3DBB7DFE8}" sibTransId="{242C3D82-CED6-4533-B215-A664C4BCAEC5}"/>
    <dgm:cxn modelId="{E1710251-6686-4BF9-9642-265FED647574}" srcId="{C872A2AD-56BE-45F1-A727-2A566EF02205}" destId="{759BB04F-37B0-41FE-A01E-691AD6886A72}" srcOrd="1" destOrd="0" parTransId="{BAC6E4CF-214A-49AB-A602-95449B4ABC07}" sibTransId="{6F68282E-0B6E-42FE-8546-A13E63E726A3}"/>
    <dgm:cxn modelId="{F83A6752-FD90-44A0-B0F6-0781A29F2462}" type="presOf" srcId="{478D992E-751B-4A5B-90F3-E8E984C11D59}" destId="{BA77DAF5-D0A2-4ACA-B0E8-20AEC6E6C0AE}" srcOrd="0" destOrd="0" presId="urn:microsoft.com/office/officeart/2018/2/layout/IconLabelDescriptionList"/>
    <dgm:cxn modelId="{74AEAD7D-CC4B-46C6-A4AF-ED426D64B28C}" type="presOf" srcId="{806B57EB-569B-47B8-83E3-A05CC73BF8BF}" destId="{4B393F09-803B-40FA-8926-0D01EF069222}" srcOrd="0" destOrd="0" presId="urn:microsoft.com/office/officeart/2018/2/layout/IconLabelDescriptionList"/>
    <dgm:cxn modelId="{2E41B57D-6EEA-4F11-B6DC-F5F769FCBF9C}" type="presOf" srcId="{0315C090-A3F1-4EB4-B965-E73D5788151E}" destId="{D2FB6E68-883F-4208-9361-AE99F21865D2}" srcOrd="0" destOrd="0" presId="urn:microsoft.com/office/officeart/2018/2/layout/IconLabelDescriptionList"/>
    <dgm:cxn modelId="{61314E82-0B32-409F-9A37-DF6D53A8D073}" srcId="{06EA2A4D-1DF0-4047-8993-F38DCF7DA52A}" destId="{C872A2AD-56BE-45F1-A727-2A566EF02205}" srcOrd="2" destOrd="0" parTransId="{65C771C9-21C4-4816-A9C5-E075373E61D1}" sibTransId="{1139D9FF-2BF6-435B-8018-8EDE7D5CFF6D}"/>
    <dgm:cxn modelId="{04BF7E89-BFBF-4FD0-8523-AF7D6A15BFAC}" srcId="{06EA2A4D-1DF0-4047-8993-F38DCF7DA52A}" destId="{05A59568-AE07-4492-8B9E-BA606DB1BC9A}" srcOrd="3" destOrd="0" parTransId="{BF427A32-519F-4305-83D1-BB0B74AA45CE}" sibTransId="{F9D02ED7-0100-407F-A4A7-32E6CEB27EAF}"/>
    <dgm:cxn modelId="{24C00A91-D39C-4E9D-83E5-61FA8C9CBB6A}" srcId="{806B57EB-569B-47B8-83E3-A05CC73BF8BF}" destId="{29F5DECB-D89B-4C5D-BF2E-6D2EE9E8971A}" srcOrd="1" destOrd="0" parTransId="{49746635-5CAB-4961-A529-382AB5859FE9}" sibTransId="{B14C5873-19DB-4AF5-9E94-C38AFCEE0F8F}"/>
    <dgm:cxn modelId="{668D519C-32A3-4DCF-82F6-3CDE5EB55E75}" type="presOf" srcId="{29F5DECB-D89B-4C5D-BF2E-6D2EE9E8971A}" destId="{0A8CB1BE-8953-43C3-9B78-969655F5F84F}" srcOrd="0" destOrd="1" presId="urn:microsoft.com/office/officeart/2018/2/layout/IconLabelDescriptionList"/>
    <dgm:cxn modelId="{1CDA88AD-36AB-47A6-A94F-A00EE7B4C5ED}" type="presOf" srcId="{C872A2AD-56BE-45F1-A727-2A566EF02205}" destId="{930DC2D0-95BE-4463-8EE4-99413CAFEEA2}" srcOrd="0" destOrd="0" presId="urn:microsoft.com/office/officeart/2018/2/layout/IconLabelDescriptionList"/>
    <dgm:cxn modelId="{178968B3-FAFB-4A6D-8934-B1363BE9A248}" srcId="{C872A2AD-56BE-45F1-A727-2A566EF02205}" destId="{0315C090-A3F1-4EB4-B965-E73D5788151E}" srcOrd="0" destOrd="0" parTransId="{EC0FBCD9-56AF-4611-9E56-362660DF23C1}" sibTransId="{E28F745B-912E-48CB-97FE-BEF95CAAB859}"/>
    <dgm:cxn modelId="{04E08BB4-D832-4E86-816E-DA8D29A5449D}" type="presOf" srcId="{05A59568-AE07-4492-8B9E-BA606DB1BC9A}" destId="{881574FD-E6E9-4822-B2EF-05821C50118F}" srcOrd="0" destOrd="0" presId="urn:microsoft.com/office/officeart/2018/2/layout/IconLabelDescriptionList"/>
    <dgm:cxn modelId="{D3B331BD-98D9-4692-A6E1-5D54201CD771}" srcId="{806B57EB-569B-47B8-83E3-A05CC73BF8BF}" destId="{B0ACC83B-B39F-481A-B933-C72EA25DC049}" srcOrd="0" destOrd="0" parTransId="{45F72B67-752F-47AA-8C6F-F7D47B0CD72F}" sibTransId="{F90EC015-FA17-46A0-984D-4C2DF5141BB6}"/>
    <dgm:cxn modelId="{865AECC9-E7AA-4588-AA15-2D267C868702}" type="presOf" srcId="{B0ACC83B-B39F-481A-B933-C72EA25DC049}" destId="{0A8CB1BE-8953-43C3-9B78-969655F5F84F}" srcOrd="0" destOrd="0" presId="urn:microsoft.com/office/officeart/2018/2/layout/IconLabelDescriptionList"/>
    <dgm:cxn modelId="{54B8D9CD-3E7D-4D24-92E8-10D276EB0734}" srcId="{05A59568-AE07-4492-8B9E-BA606DB1BC9A}" destId="{478D992E-751B-4A5B-90F3-E8E984C11D59}" srcOrd="0" destOrd="0" parTransId="{71D57AB5-6AA9-4B9D-B5CA-24380C913876}" sibTransId="{1709C58C-4FC8-4EE6-AFCC-302A2E14C8A9}"/>
    <dgm:cxn modelId="{3FEE6AE0-C074-4303-9B96-3414CC0335B6}" srcId="{CF2844BF-DC10-4CEB-852B-8F9AF5BAC6C0}" destId="{E56B5565-89E7-48D5-BA64-D571BC2167F5}" srcOrd="0" destOrd="0" parTransId="{69234A23-9193-4C51-9126-73883C4D9938}" sibTransId="{248024FA-B099-4CDF-98F5-F81A881D97FA}"/>
    <dgm:cxn modelId="{80D015F5-8E1A-4981-8FEA-CF3C97702E5E}" srcId="{05A59568-AE07-4492-8B9E-BA606DB1BC9A}" destId="{DC83D9F0-C03C-4849-A26E-E5E44CF4EA72}" srcOrd="1" destOrd="0" parTransId="{55600F6D-6F57-48C3-92F4-10746135D71F}" sibTransId="{22896040-4E90-4770-8C80-33EBC1F56F50}"/>
    <dgm:cxn modelId="{A9EFF5C0-B4C9-459C-88EA-6418E5851B9F}" type="presParOf" srcId="{A5EC6822-4772-49BE-B294-8E823CAAEE7F}" destId="{A620C41E-100E-48AB-B3C7-9658EE173A77}" srcOrd="0" destOrd="0" presId="urn:microsoft.com/office/officeart/2018/2/layout/IconLabelDescriptionList"/>
    <dgm:cxn modelId="{47D3A82F-66EB-4B29-85D3-98B6ECE453E5}" type="presParOf" srcId="{A620C41E-100E-48AB-B3C7-9658EE173A77}" destId="{F923012A-6DF1-4840-8F83-04F4CD0C0620}" srcOrd="0" destOrd="0" presId="urn:microsoft.com/office/officeart/2018/2/layout/IconLabelDescriptionList"/>
    <dgm:cxn modelId="{F417E236-654F-4321-A977-62EE46E61363}" type="presParOf" srcId="{A620C41E-100E-48AB-B3C7-9658EE173A77}" destId="{58F7954C-D747-43D9-989E-27CD96E2AC5F}" srcOrd="1" destOrd="0" presId="urn:microsoft.com/office/officeart/2018/2/layout/IconLabelDescriptionList"/>
    <dgm:cxn modelId="{BF2C544C-28C3-4939-9487-8F14BC35C95A}" type="presParOf" srcId="{A620C41E-100E-48AB-B3C7-9658EE173A77}" destId="{4B393F09-803B-40FA-8926-0D01EF069222}" srcOrd="2" destOrd="0" presId="urn:microsoft.com/office/officeart/2018/2/layout/IconLabelDescriptionList"/>
    <dgm:cxn modelId="{1B9A5193-44B0-4138-94EA-32E80530189F}" type="presParOf" srcId="{A620C41E-100E-48AB-B3C7-9658EE173A77}" destId="{8EDC3374-7D81-4182-B7A3-F58E95BE3966}" srcOrd="3" destOrd="0" presId="urn:microsoft.com/office/officeart/2018/2/layout/IconLabelDescriptionList"/>
    <dgm:cxn modelId="{7A17E847-4C9B-4D5B-B020-EC175C7E3B78}" type="presParOf" srcId="{A620C41E-100E-48AB-B3C7-9658EE173A77}" destId="{0A8CB1BE-8953-43C3-9B78-969655F5F84F}" srcOrd="4" destOrd="0" presId="urn:microsoft.com/office/officeart/2018/2/layout/IconLabelDescriptionList"/>
    <dgm:cxn modelId="{4FB6C448-79D9-4781-A4D8-A9B7E4A18C5C}" type="presParOf" srcId="{A5EC6822-4772-49BE-B294-8E823CAAEE7F}" destId="{C13F3589-6C8B-4E57-B5D0-0BCC313DF794}" srcOrd="1" destOrd="0" presId="urn:microsoft.com/office/officeart/2018/2/layout/IconLabelDescriptionList"/>
    <dgm:cxn modelId="{3F269630-A6A1-4F09-B34D-6B3D2B4F88D6}" type="presParOf" srcId="{A5EC6822-4772-49BE-B294-8E823CAAEE7F}" destId="{36E89BCB-D395-418A-B0D1-FE06662C31E2}" srcOrd="2" destOrd="0" presId="urn:microsoft.com/office/officeart/2018/2/layout/IconLabelDescriptionList"/>
    <dgm:cxn modelId="{A5E767F7-E6FB-4CDF-B39B-B7B3AB415BF6}" type="presParOf" srcId="{36E89BCB-D395-418A-B0D1-FE06662C31E2}" destId="{994D4CA9-39F1-47F4-99DD-475A6B2FDCF8}" srcOrd="0" destOrd="0" presId="urn:microsoft.com/office/officeart/2018/2/layout/IconLabelDescriptionList"/>
    <dgm:cxn modelId="{0EC7CE24-4F5A-4165-90F6-0FB896A526C9}" type="presParOf" srcId="{36E89BCB-D395-418A-B0D1-FE06662C31E2}" destId="{788E5E31-A8BA-40A3-BC91-FD284A6C6701}" srcOrd="1" destOrd="0" presId="urn:microsoft.com/office/officeart/2018/2/layout/IconLabelDescriptionList"/>
    <dgm:cxn modelId="{16229C83-7A65-4487-B1F3-967AB324FA58}" type="presParOf" srcId="{36E89BCB-D395-418A-B0D1-FE06662C31E2}" destId="{8BA93B50-D1BF-481E-B8DF-127D1C7221D1}" srcOrd="2" destOrd="0" presId="urn:microsoft.com/office/officeart/2018/2/layout/IconLabelDescriptionList"/>
    <dgm:cxn modelId="{B2142137-D6B7-4D63-87AC-3B3C6D619516}" type="presParOf" srcId="{36E89BCB-D395-418A-B0D1-FE06662C31E2}" destId="{B3E799AD-BF81-4A04-A04D-369421AFE596}" srcOrd="3" destOrd="0" presId="urn:microsoft.com/office/officeart/2018/2/layout/IconLabelDescriptionList"/>
    <dgm:cxn modelId="{3B8F6A57-2FB0-4683-8349-5C2DAF370EA1}" type="presParOf" srcId="{36E89BCB-D395-418A-B0D1-FE06662C31E2}" destId="{4DD7FED1-49CA-4497-8698-595E4A70857D}" srcOrd="4" destOrd="0" presId="urn:microsoft.com/office/officeart/2018/2/layout/IconLabelDescriptionList"/>
    <dgm:cxn modelId="{5CAB1921-C389-4573-8A21-F5441B13088D}" type="presParOf" srcId="{A5EC6822-4772-49BE-B294-8E823CAAEE7F}" destId="{EBCF898B-A4DB-4B08-AC53-A4E5D6176A7A}" srcOrd="3" destOrd="0" presId="urn:microsoft.com/office/officeart/2018/2/layout/IconLabelDescriptionList"/>
    <dgm:cxn modelId="{6A5832CC-81AB-46C2-9FCD-94F8390F660A}" type="presParOf" srcId="{A5EC6822-4772-49BE-B294-8E823CAAEE7F}" destId="{F84ED1A2-1C50-4229-97DA-2B4166FCC7DA}" srcOrd="4" destOrd="0" presId="urn:microsoft.com/office/officeart/2018/2/layout/IconLabelDescriptionList"/>
    <dgm:cxn modelId="{ACB26669-54CB-416B-B46F-162E32C0503F}" type="presParOf" srcId="{F84ED1A2-1C50-4229-97DA-2B4166FCC7DA}" destId="{54841E79-02F0-423A-805F-1ADD940C8808}" srcOrd="0" destOrd="0" presId="urn:microsoft.com/office/officeart/2018/2/layout/IconLabelDescriptionList"/>
    <dgm:cxn modelId="{A9459D37-7E6F-417F-8CDA-43B066900E4C}" type="presParOf" srcId="{F84ED1A2-1C50-4229-97DA-2B4166FCC7DA}" destId="{EAC036EB-A59A-486E-8070-096B2A4B2671}" srcOrd="1" destOrd="0" presId="urn:microsoft.com/office/officeart/2018/2/layout/IconLabelDescriptionList"/>
    <dgm:cxn modelId="{44A08219-BCEF-4476-9949-77DF914E0673}" type="presParOf" srcId="{F84ED1A2-1C50-4229-97DA-2B4166FCC7DA}" destId="{930DC2D0-95BE-4463-8EE4-99413CAFEEA2}" srcOrd="2" destOrd="0" presId="urn:microsoft.com/office/officeart/2018/2/layout/IconLabelDescriptionList"/>
    <dgm:cxn modelId="{120BE441-1ECF-4602-89A3-E8998AD5CBC8}" type="presParOf" srcId="{F84ED1A2-1C50-4229-97DA-2B4166FCC7DA}" destId="{3C39E871-DB99-4511-88BB-DB26D8949C02}" srcOrd="3" destOrd="0" presId="urn:microsoft.com/office/officeart/2018/2/layout/IconLabelDescriptionList"/>
    <dgm:cxn modelId="{B910B65E-21B7-45BF-BB34-189595DFF58E}" type="presParOf" srcId="{F84ED1A2-1C50-4229-97DA-2B4166FCC7DA}" destId="{D2FB6E68-883F-4208-9361-AE99F21865D2}" srcOrd="4" destOrd="0" presId="urn:microsoft.com/office/officeart/2018/2/layout/IconLabelDescriptionList"/>
    <dgm:cxn modelId="{DEF5E9BE-C6A9-4B8D-8E6C-C9ABEFFC7758}" type="presParOf" srcId="{A5EC6822-4772-49BE-B294-8E823CAAEE7F}" destId="{4F1E633D-9C9C-4BDC-B316-BB8C41F940CF}" srcOrd="5" destOrd="0" presId="urn:microsoft.com/office/officeart/2018/2/layout/IconLabelDescriptionList"/>
    <dgm:cxn modelId="{D341A4A9-0E80-4A04-9180-85F4B39A0BC2}" type="presParOf" srcId="{A5EC6822-4772-49BE-B294-8E823CAAEE7F}" destId="{3E51A193-0A80-4CFB-B176-EE36FE710991}" srcOrd="6" destOrd="0" presId="urn:microsoft.com/office/officeart/2018/2/layout/IconLabelDescriptionList"/>
    <dgm:cxn modelId="{64141207-534A-4C5C-8361-3DC59B3A440F}" type="presParOf" srcId="{3E51A193-0A80-4CFB-B176-EE36FE710991}" destId="{ED5A75EC-6BED-4507-B2F3-AB7D23B4020C}" srcOrd="0" destOrd="0" presId="urn:microsoft.com/office/officeart/2018/2/layout/IconLabelDescriptionList"/>
    <dgm:cxn modelId="{3DE549C1-FFCB-4CAC-8FE9-25B36B056FFE}" type="presParOf" srcId="{3E51A193-0A80-4CFB-B176-EE36FE710991}" destId="{341E61AE-F656-468F-9D04-A573C6F647F7}" srcOrd="1" destOrd="0" presId="urn:microsoft.com/office/officeart/2018/2/layout/IconLabelDescriptionList"/>
    <dgm:cxn modelId="{33CA6D9C-5411-4406-8D2F-0910D3A80CB5}" type="presParOf" srcId="{3E51A193-0A80-4CFB-B176-EE36FE710991}" destId="{881574FD-E6E9-4822-B2EF-05821C50118F}" srcOrd="2" destOrd="0" presId="urn:microsoft.com/office/officeart/2018/2/layout/IconLabelDescriptionList"/>
    <dgm:cxn modelId="{6DD69700-67D0-40B2-BA91-37F1654DDA6C}" type="presParOf" srcId="{3E51A193-0A80-4CFB-B176-EE36FE710991}" destId="{DE97CF00-558C-48E9-B009-2DDFBB813755}" srcOrd="3" destOrd="0" presId="urn:microsoft.com/office/officeart/2018/2/layout/IconLabelDescriptionList"/>
    <dgm:cxn modelId="{E1FA56FB-C558-47B2-BF27-D327E0EE9F46}" type="presParOf" srcId="{3E51A193-0A80-4CFB-B176-EE36FE710991}" destId="{BA77DAF5-D0A2-4ACA-B0E8-20AEC6E6C0AE}" srcOrd="4" destOrd="0" presId="urn:microsoft.com/office/officeart/2018/2/layout/IconLabelDescriptionList"/>
  </dgm:cxnLst>
  <dgm:bg/>
  <dgm:whole/>
  <dgm:extLst>
    <a:ext uri="http://schemas.microsoft.com/office/drawing/2008/diagram">
      <dsp:dataModelExt xmlns:dsp="http://schemas.microsoft.com/office/drawing/2008/diagram" relId="rId6" minVer="http://schemas.openxmlformats.org/drawingml/2006/diagram"/>
    </a:ext>
  </dgm:extLst>
</dgm:dataModel>
</file>

<file path=ppt/diagrams/data48.xml><?xml version="1.0" encoding="utf-8"?>
<dgm:dataModel xmlns:dgm="http://schemas.openxmlformats.org/drawingml/2006/diagram" xmlns:a="http://schemas.openxmlformats.org/drawingml/2006/main">
  <dgm:ptLst>
    <dgm:pt modelId="{693F3FA7-99E3-4969-B156-2C3CC235EA7D}" type="doc">
      <dgm:prSet loTypeId="urn:microsoft.com/office/officeart/2018/2/layout/IconLabelDescriptionList" loCatId="icon" qsTypeId="urn:microsoft.com/office/officeart/2005/8/quickstyle/simple1" qsCatId="simple" csTypeId="urn:microsoft.com/office/officeart/2018/5/colors/Iconchunking_neutralbg_colorful1" csCatId="colorful" phldr="1"/>
      <dgm:spPr/>
      <dgm:t>
        <a:bodyPr/>
        <a:lstStyle/>
        <a:p>
          <a:endParaRPr lang="en-US"/>
        </a:p>
      </dgm:t>
    </dgm:pt>
    <dgm:pt modelId="{D2AB539A-7605-40C6-90B8-1C8FAD99773B}">
      <dgm:prSet/>
      <dgm:spPr/>
      <dgm:t>
        <a:bodyPr/>
        <a:lstStyle/>
        <a:p>
          <a:pPr>
            <a:lnSpc>
              <a:spcPct val="100000"/>
            </a:lnSpc>
            <a:defRPr b="1"/>
          </a:pPr>
          <a:r>
            <a:rPr lang="en-US"/>
            <a:t>Miners prioritize transactions </a:t>
          </a:r>
        </a:p>
      </dgm:t>
    </dgm:pt>
    <dgm:pt modelId="{C5708D8B-ABCB-4910-9E3B-583FBB005F5A}" type="parTrans" cxnId="{F9BDE3D5-173F-4DD4-8C82-11B2F54673E6}">
      <dgm:prSet/>
      <dgm:spPr/>
      <dgm:t>
        <a:bodyPr/>
        <a:lstStyle/>
        <a:p>
          <a:endParaRPr lang="en-US"/>
        </a:p>
      </dgm:t>
    </dgm:pt>
    <dgm:pt modelId="{BA996E75-B329-4BA5-8DED-457A7B2159D2}" type="sibTrans" cxnId="{F9BDE3D5-173F-4DD4-8C82-11B2F54673E6}">
      <dgm:prSet/>
      <dgm:spPr/>
      <dgm:t>
        <a:bodyPr/>
        <a:lstStyle/>
        <a:p>
          <a:endParaRPr lang="en-US"/>
        </a:p>
      </dgm:t>
    </dgm:pt>
    <dgm:pt modelId="{3996680F-D3C1-4ACA-9BD5-44194688B250}">
      <dgm:prSet/>
      <dgm:spPr/>
      <dgm:t>
        <a:bodyPr/>
        <a:lstStyle/>
        <a:p>
          <a:pPr>
            <a:lnSpc>
              <a:spcPct val="100000"/>
            </a:lnSpc>
          </a:pPr>
          <a:r>
            <a:rPr lang="en-US" dirty="0"/>
            <a:t>based on many</a:t>
          </a:r>
          <a:r>
            <a:rPr lang="tr-TR" dirty="0"/>
            <a:t> </a:t>
          </a:r>
          <a:r>
            <a:rPr lang="en-US" dirty="0"/>
            <a:t>different criteria</a:t>
          </a:r>
        </a:p>
      </dgm:t>
    </dgm:pt>
    <dgm:pt modelId="{BDD8C653-BDBF-4B20-B641-66F22052158A}" type="parTrans" cxnId="{F8A71ED7-4D06-4F02-9401-DFB3ABF4030C}">
      <dgm:prSet/>
      <dgm:spPr/>
      <dgm:t>
        <a:bodyPr/>
        <a:lstStyle/>
        <a:p>
          <a:endParaRPr lang="en-US"/>
        </a:p>
      </dgm:t>
    </dgm:pt>
    <dgm:pt modelId="{E46D2990-8DF2-4AB8-8893-7D01BFFD1644}" type="sibTrans" cxnId="{F8A71ED7-4D06-4F02-9401-DFB3ABF4030C}">
      <dgm:prSet/>
      <dgm:spPr/>
      <dgm:t>
        <a:bodyPr/>
        <a:lstStyle/>
        <a:p>
          <a:endParaRPr lang="en-US"/>
        </a:p>
      </dgm:t>
    </dgm:pt>
    <dgm:pt modelId="{7A1E2190-F3F2-4946-9775-9EFD13219723}">
      <dgm:prSet/>
      <dgm:spPr/>
      <dgm:t>
        <a:bodyPr/>
        <a:lstStyle/>
        <a:p>
          <a:pPr>
            <a:lnSpc>
              <a:spcPct val="100000"/>
            </a:lnSpc>
          </a:pPr>
          <a:r>
            <a:rPr lang="tr-TR" dirty="0" err="1"/>
            <a:t>including</a:t>
          </a:r>
          <a:r>
            <a:rPr lang="tr-TR" dirty="0"/>
            <a:t> </a:t>
          </a:r>
          <a:r>
            <a:rPr lang="en-US" dirty="0"/>
            <a:t>fees, </a:t>
          </a:r>
        </a:p>
      </dgm:t>
    </dgm:pt>
    <dgm:pt modelId="{E1BDB9ED-3549-40D4-8AF3-38FFAB5CE5B3}" type="parTrans" cxnId="{A05764E6-7F96-4166-996B-E9E7F54E4FC4}">
      <dgm:prSet/>
      <dgm:spPr/>
      <dgm:t>
        <a:bodyPr/>
        <a:lstStyle/>
        <a:p>
          <a:endParaRPr lang="en-US"/>
        </a:p>
      </dgm:t>
    </dgm:pt>
    <dgm:pt modelId="{7B066E54-AF3F-4738-A32C-B071D9C98A42}" type="sibTrans" cxnId="{A05764E6-7F96-4166-996B-E9E7F54E4FC4}">
      <dgm:prSet/>
      <dgm:spPr/>
      <dgm:t>
        <a:bodyPr/>
        <a:lstStyle/>
        <a:p>
          <a:endParaRPr lang="en-US"/>
        </a:p>
      </dgm:t>
    </dgm:pt>
    <dgm:pt modelId="{6C239CB6-1AE6-40C6-8D77-918BB151D5AB}">
      <dgm:prSet/>
      <dgm:spPr/>
      <dgm:t>
        <a:bodyPr/>
        <a:lstStyle/>
        <a:p>
          <a:pPr>
            <a:lnSpc>
              <a:spcPct val="100000"/>
            </a:lnSpc>
          </a:pPr>
          <a:r>
            <a:rPr lang="en-US" dirty="0"/>
            <a:t>and might even process transactions for free </a:t>
          </a:r>
        </a:p>
      </dgm:t>
    </dgm:pt>
    <dgm:pt modelId="{6075514A-64E3-4F74-82FF-EFBD3B5BC598}" type="parTrans" cxnId="{BF535F86-9CD6-467B-8785-FB8B2BBFFA12}">
      <dgm:prSet/>
      <dgm:spPr/>
      <dgm:t>
        <a:bodyPr/>
        <a:lstStyle/>
        <a:p>
          <a:endParaRPr lang="en-US"/>
        </a:p>
      </dgm:t>
    </dgm:pt>
    <dgm:pt modelId="{B77DC4E9-0AFB-4AA2-B048-C28146BBE458}" type="sibTrans" cxnId="{BF535F86-9CD6-467B-8785-FB8B2BBFFA12}">
      <dgm:prSet/>
      <dgm:spPr/>
      <dgm:t>
        <a:bodyPr/>
        <a:lstStyle/>
        <a:p>
          <a:endParaRPr lang="en-US"/>
        </a:p>
      </dgm:t>
    </dgm:pt>
    <dgm:pt modelId="{BCF4DB7F-25D4-4359-9A43-3D83533E05CE}">
      <dgm:prSet/>
      <dgm:spPr/>
      <dgm:t>
        <a:bodyPr/>
        <a:lstStyle/>
        <a:p>
          <a:pPr>
            <a:lnSpc>
              <a:spcPct val="100000"/>
            </a:lnSpc>
          </a:pPr>
          <a:r>
            <a:rPr lang="en-US"/>
            <a:t>under</a:t>
          </a:r>
          <a:r>
            <a:rPr lang="tr-TR"/>
            <a:t> </a:t>
          </a:r>
          <a:r>
            <a:rPr lang="en-US"/>
            <a:t>certain circumstances. </a:t>
          </a:r>
        </a:p>
      </dgm:t>
    </dgm:pt>
    <dgm:pt modelId="{84839BD4-8872-42F8-A0C2-E443B08EAD3C}" type="parTrans" cxnId="{62447024-819E-4D0E-A0D4-47864C40EC22}">
      <dgm:prSet/>
      <dgm:spPr/>
      <dgm:t>
        <a:bodyPr/>
        <a:lstStyle/>
        <a:p>
          <a:endParaRPr lang="en-US"/>
        </a:p>
      </dgm:t>
    </dgm:pt>
    <dgm:pt modelId="{49A8FBF7-BA15-4774-AEE8-5937B27A0DAA}" type="sibTrans" cxnId="{62447024-819E-4D0E-A0D4-47864C40EC22}">
      <dgm:prSet/>
      <dgm:spPr/>
      <dgm:t>
        <a:bodyPr/>
        <a:lstStyle/>
        <a:p>
          <a:endParaRPr lang="en-US"/>
        </a:p>
      </dgm:t>
    </dgm:pt>
    <dgm:pt modelId="{08BA3FF3-C608-4822-BD8D-99C3F6AA7C2D}">
      <dgm:prSet/>
      <dgm:spPr/>
      <dgm:t>
        <a:bodyPr/>
        <a:lstStyle/>
        <a:p>
          <a:pPr>
            <a:lnSpc>
              <a:spcPct val="100000"/>
            </a:lnSpc>
            <a:defRPr b="1"/>
          </a:pPr>
          <a:r>
            <a:rPr lang="tr-TR" dirty="0" err="1"/>
            <a:t>Priority</a:t>
          </a:r>
          <a:r>
            <a:rPr lang="tr-TR" dirty="0"/>
            <a:t> of </a:t>
          </a:r>
          <a:r>
            <a:rPr lang="en-US" dirty="0"/>
            <a:t>Transaction</a:t>
          </a:r>
        </a:p>
      </dgm:t>
    </dgm:pt>
    <dgm:pt modelId="{18C8018D-6E66-44EE-8030-AD37ECF01450}" type="parTrans" cxnId="{8138BF88-B0DB-4F2D-AC94-691FC0AA15C8}">
      <dgm:prSet/>
      <dgm:spPr/>
      <dgm:t>
        <a:bodyPr/>
        <a:lstStyle/>
        <a:p>
          <a:endParaRPr lang="en-US"/>
        </a:p>
      </dgm:t>
    </dgm:pt>
    <dgm:pt modelId="{41AF18A5-167A-417B-9412-861A0BE5C081}" type="sibTrans" cxnId="{8138BF88-B0DB-4F2D-AC94-691FC0AA15C8}">
      <dgm:prSet/>
      <dgm:spPr/>
      <dgm:t>
        <a:bodyPr/>
        <a:lstStyle/>
        <a:p>
          <a:endParaRPr lang="en-US"/>
        </a:p>
      </dgm:t>
    </dgm:pt>
    <dgm:pt modelId="{DF3B33B4-20FC-4903-8E1C-ADBCF0A6AFD1}">
      <dgm:prSet/>
      <dgm:spPr/>
      <dgm:t>
        <a:bodyPr/>
        <a:lstStyle/>
        <a:p>
          <a:pPr>
            <a:lnSpc>
              <a:spcPct val="100000"/>
            </a:lnSpc>
          </a:pPr>
          <a:r>
            <a:rPr lang="en-US" dirty="0"/>
            <a:t>Fees</a:t>
          </a:r>
          <a:r>
            <a:rPr lang="tr-TR" dirty="0"/>
            <a:t> </a:t>
          </a:r>
          <a:r>
            <a:rPr lang="en-US" dirty="0"/>
            <a:t>affect the processing priority</a:t>
          </a:r>
        </a:p>
      </dgm:t>
    </dgm:pt>
    <dgm:pt modelId="{D0F0EF2A-D1E5-4528-B952-C95179C993B4}" type="parTrans" cxnId="{38DB62BD-6241-46A5-ACE1-FA422429BFF3}">
      <dgm:prSet/>
      <dgm:spPr/>
      <dgm:t>
        <a:bodyPr/>
        <a:lstStyle/>
        <a:p>
          <a:endParaRPr lang="en-US"/>
        </a:p>
      </dgm:t>
    </dgm:pt>
    <dgm:pt modelId="{E595BCD2-1B55-4FA9-A8FE-E7739B6D611B}" type="sibTrans" cxnId="{38DB62BD-6241-46A5-ACE1-FA422429BFF3}">
      <dgm:prSet/>
      <dgm:spPr/>
      <dgm:t>
        <a:bodyPr/>
        <a:lstStyle/>
        <a:p>
          <a:endParaRPr lang="en-US"/>
        </a:p>
      </dgm:t>
    </dgm:pt>
    <dgm:pt modelId="{4190C9EA-51FF-4E79-AAC1-3647BA7935FC}">
      <dgm:prSet/>
      <dgm:spPr/>
      <dgm:t>
        <a:bodyPr/>
        <a:lstStyle/>
        <a:p>
          <a:pPr>
            <a:lnSpc>
              <a:spcPct val="100000"/>
            </a:lnSpc>
            <a:defRPr b="1"/>
          </a:pPr>
          <a:r>
            <a:rPr lang="tr-TR" dirty="0" err="1"/>
            <a:t>Fast</a:t>
          </a:r>
          <a:r>
            <a:rPr lang="tr-TR" dirty="0"/>
            <a:t> </a:t>
          </a:r>
          <a:r>
            <a:rPr lang="tr-TR" dirty="0" err="1"/>
            <a:t>process</a:t>
          </a:r>
          <a:endParaRPr lang="en-US" dirty="0"/>
        </a:p>
      </dgm:t>
    </dgm:pt>
    <dgm:pt modelId="{4C15611E-27A8-4E74-865E-ABB6AAB8F5D5}" type="parTrans" cxnId="{CB5597F6-FE08-4F83-B3ED-832D46EF0477}">
      <dgm:prSet/>
      <dgm:spPr/>
      <dgm:t>
        <a:bodyPr/>
        <a:lstStyle/>
        <a:p>
          <a:endParaRPr lang="en-US"/>
        </a:p>
      </dgm:t>
    </dgm:pt>
    <dgm:pt modelId="{C232C8DD-A8A1-4E98-AFD1-123B998CE32F}" type="sibTrans" cxnId="{CB5597F6-FE08-4F83-B3ED-832D46EF0477}">
      <dgm:prSet/>
      <dgm:spPr/>
      <dgm:t>
        <a:bodyPr/>
        <a:lstStyle/>
        <a:p>
          <a:endParaRPr lang="en-US"/>
        </a:p>
      </dgm:t>
    </dgm:pt>
    <dgm:pt modelId="{465D7D5A-D83D-41FE-BA02-3D1DB40D2AC6}">
      <dgm:prSet/>
      <dgm:spPr/>
      <dgm:t>
        <a:bodyPr/>
        <a:lstStyle/>
        <a:p>
          <a:pPr>
            <a:lnSpc>
              <a:spcPct val="100000"/>
            </a:lnSpc>
          </a:pPr>
          <a:r>
            <a:rPr lang="en-US"/>
            <a:t>is likely to be included in the next block mined,</a:t>
          </a:r>
          <a:r>
            <a:rPr lang="tr-TR"/>
            <a:t> </a:t>
          </a:r>
          <a:endParaRPr lang="en-US"/>
        </a:p>
      </dgm:t>
    </dgm:pt>
    <dgm:pt modelId="{15CA7285-9813-4B0E-B495-8BE510127E43}" type="parTrans" cxnId="{0E5DA6A7-07F5-4660-AEA6-AEEC18987AED}">
      <dgm:prSet/>
      <dgm:spPr/>
      <dgm:t>
        <a:bodyPr/>
        <a:lstStyle/>
        <a:p>
          <a:endParaRPr lang="en-US"/>
        </a:p>
      </dgm:t>
    </dgm:pt>
    <dgm:pt modelId="{88BA4401-8A10-44FE-83A7-99BF06BCB08F}" type="sibTrans" cxnId="{0E5DA6A7-07F5-4660-AEA6-AEEC18987AED}">
      <dgm:prSet/>
      <dgm:spPr/>
      <dgm:t>
        <a:bodyPr/>
        <a:lstStyle/>
        <a:p>
          <a:endParaRPr lang="en-US"/>
        </a:p>
      </dgm:t>
    </dgm:pt>
    <dgm:pt modelId="{32EB69FC-0CA0-4D47-BAB9-3D3977176D1F}">
      <dgm:prSet/>
      <dgm:spPr/>
      <dgm:t>
        <a:bodyPr/>
        <a:lstStyle/>
        <a:p>
          <a:pPr>
            <a:lnSpc>
              <a:spcPct val="100000"/>
            </a:lnSpc>
            <a:defRPr b="1"/>
          </a:pPr>
          <a:r>
            <a:rPr lang="tr-TR" dirty="0" err="1"/>
            <a:t>Delayed</a:t>
          </a:r>
          <a:r>
            <a:rPr lang="tr-TR" dirty="0"/>
            <a:t> </a:t>
          </a:r>
          <a:r>
            <a:rPr lang="tr-TR" dirty="0" err="1"/>
            <a:t>process</a:t>
          </a:r>
          <a:endParaRPr lang="en-US" dirty="0"/>
        </a:p>
      </dgm:t>
    </dgm:pt>
    <dgm:pt modelId="{C7FB056F-8804-46D9-8CF2-4A840CCD4303}" type="parTrans" cxnId="{71E04BD7-D70B-4272-B60C-A7E004C14D02}">
      <dgm:prSet/>
      <dgm:spPr/>
      <dgm:t>
        <a:bodyPr/>
        <a:lstStyle/>
        <a:p>
          <a:endParaRPr lang="en-US"/>
        </a:p>
      </dgm:t>
    </dgm:pt>
    <dgm:pt modelId="{33C0754F-E8DC-42E5-A96B-314BDA6F56A6}" type="sibTrans" cxnId="{71E04BD7-D70B-4272-B60C-A7E004C14D02}">
      <dgm:prSet/>
      <dgm:spPr/>
      <dgm:t>
        <a:bodyPr/>
        <a:lstStyle/>
        <a:p>
          <a:endParaRPr lang="en-US"/>
        </a:p>
      </dgm:t>
    </dgm:pt>
    <dgm:pt modelId="{BFFFAE06-039C-4063-9CB5-9B8E6F3E382F}">
      <dgm:prSet/>
      <dgm:spPr/>
      <dgm:t>
        <a:bodyPr/>
        <a:lstStyle/>
        <a:p>
          <a:pPr>
            <a:lnSpc>
              <a:spcPct val="100000"/>
            </a:lnSpc>
          </a:pPr>
          <a:r>
            <a:rPr lang="en-US" dirty="0"/>
            <a:t>might be delayed</a:t>
          </a:r>
        </a:p>
      </dgm:t>
    </dgm:pt>
    <dgm:pt modelId="{3BFFAE7F-7344-4905-887D-2EF81E200D3A}" type="parTrans" cxnId="{4684F383-2C19-4D17-A8EB-240B9F8A41BA}">
      <dgm:prSet/>
      <dgm:spPr/>
      <dgm:t>
        <a:bodyPr/>
        <a:lstStyle/>
        <a:p>
          <a:endParaRPr lang="en-US"/>
        </a:p>
      </dgm:t>
    </dgm:pt>
    <dgm:pt modelId="{EB981C8D-A012-415A-90BE-4B8BFAC680C6}" type="sibTrans" cxnId="{4684F383-2C19-4D17-A8EB-240B9F8A41BA}">
      <dgm:prSet/>
      <dgm:spPr/>
      <dgm:t>
        <a:bodyPr/>
        <a:lstStyle/>
        <a:p>
          <a:endParaRPr lang="en-US"/>
        </a:p>
      </dgm:t>
    </dgm:pt>
    <dgm:pt modelId="{18F9EF1F-AB0D-4A7B-B608-C35C3C44D4DD}">
      <dgm:prSet/>
      <dgm:spPr/>
      <dgm:t>
        <a:bodyPr/>
        <a:lstStyle/>
        <a:p>
          <a:pPr>
            <a:lnSpc>
              <a:spcPct val="100000"/>
            </a:lnSpc>
          </a:pPr>
          <a:r>
            <a:rPr lang="en-US" dirty="0"/>
            <a:t>or not processed at all</a:t>
          </a:r>
        </a:p>
      </dgm:t>
    </dgm:pt>
    <dgm:pt modelId="{88A3DE8C-3CB8-4229-891C-A591EA667AF2}" type="parTrans" cxnId="{9AB5665D-1FC9-4710-BBDC-9E236A7746D7}">
      <dgm:prSet/>
      <dgm:spPr/>
      <dgm:t>
        <a:bodyPr/>
        <a:lstStyle/>
        <a:p>
          <a:endParaRPr lang="en-US"/>
        </a:p>
      </dgm:t>
    </dgm:pt>
    <dgm:pt modelId="{CB6AB19F-6754-4143-AB24-3B2B59753AD4}" type="sibTrans" cxnId="{9AB5665D-1FC9-4710-BBDC-9E236A7746D7}">
      <dgm:prSet/>
      <dgm:spPr/>
      <dgm:t>
        <a:bodyPr/>
        <a:lstStyle/>
        <a:p>
          <a:endParaRPr lang="en-US"/>
        </a:p>
      </dgm:t>
    </dgm:pt>
    <dgm:pt modelId="{C387BA4B-B8A9-44AC-860B-92640902C8F6}">
      <dgm:prSet/>
      <dgm:spPr/>
      <dgm:t>
        <a:bodyPr/>
        <a:lstStyle/>
        <a:p>
          <a:pPr>
            <a:lnSpc>
              <a:spcPct val="100000"/>
            </a:lnSpc>
          </a:pPr>
          <a:r>
            <a:rPr lang="en-US"/>
            <a:t>a</a:t>
          </a:r>
          <a:r>
            <a:rPr lang="tr-TR"/>
            <a:t> </a:t>
          </a:r>
          <a:r>
            <a:rPr lang="en-US" dirty="0"/>
            <a:t>transaction with sufficient fees </a:t>
          </a:r>
        </a:p>
      </dgm:t>
    </dgm:pt>
    <dgm:pt modelId="{232EDA50-E8E1-47A5-A069-B5DE2DB33563}" type="parTrans" cxnId="{7A3228D9-F336-4BC4-AF58-C0B9FC9A5F59}">
      <dgm:prSet/>
      <dgm:spPr/>
      <dgm:t>
        <a:bodyPr/>
        <a:lstStyle/>
        <a:p>
          <a:endParaRPr lang="tr-TR"/>
        </a:p>
      </dgm:t>
    </dgm:pt>
    <dgm:pt modelId="{1364E988-21F7-4631-9B90-48A94A1717DA}" type="sibTrans" cxnId="{7A3228D9-F336-4BC4-AF58-C0B9FC9A5F59}">
      <dgm:prSet/>
      <dgm:spPr/>
      <dgm:t>
        <a:bodyPr/>
        <a:lstStyle/>
        <a:p>
          <a:endParaRPr lang="tr-TR"/>
        </a:p>
      </dgm:t>
    </dgm:pt>
    <dgm:pt modelId="{6CFCC0E7-D0D3-4BD2-9691-EB1B3696ED7A}">
      <dgm:prSet/>
      <dgm:spPr/>
      <dgm:t>
        <a:bodyPr/>
        <a:lstStyle/>
        <a:p>
          <a:pPr>
            <a:lnSpc>
              <a:spcPct val="100000"/>
            </a:lnSpc>
          </a:pPr>
          <a:r>
            <a:rPr lang="en-US"/>
            <a:t>a </a:t>
          </a:r>
          <a:r>
            <a:rPr lang="en-US" dirty="0"/>
            <a:t>transaction with insufficient or no fees</a:t>
          </a:r>
        </a:p>
      </dgm:t>
    </dgm:pt>
    <dgm:pt modelId="{CE0FB96C-A5A7-47AF-BA9B-EB8913070F30}" type="parTrans" cxnId="{BFDAA219-234C-4A95-9303-CC6FFDD43978}">
      <dgm:prSet/>
      <dgm:spPr/>
      <dgm:t>
        <a:bodyPr/>
        <a:lstStyle/>
        <a:p>
          <a:endParaRPr lang="tr-TR"/>
        </a:p>
      </dgm:t>
    </dgm:pt>
    <dgm:pt modelId="{A9AB1EDF-B252-4100-9C65-C5A24CDFFFFB}" type="sibTrans" cxnId="{BFDAA219-234C-4A95-9303-CC6FFDD43978}">
      <dgm:prSet/>
      <dgm:spPr/>
      <dgm:t>
        <a:bodyPr/>
        <a:lstStyle/>
        <a:p>
          <a:endParaRPr lang="tr-TR"/>
        </a:p>
      </dgm:t>
    </dgm:pt>
    <dgm:pt modelId="{745C0D8F-0814-4B41-9336-FFAE9C14AF8C}" type="pres">
      <dgm:prSet presAssocID="{693F3FA7-99E3-4969-B156-2C3CC235EA7D}" presName="root" presStyleCnt="0">
        <dgm:presLayoutVars>
          <dgm:dir/>
          <dgm:resizeHandles val="exact"/>
        </dgm:presLayoutVars>
      </dgm:prSet>
      <dgm:spPr/>
    </dgm:pt>
    <dgm:pt modelId="{A8A677DF-307D-4226-8BAA-AE7DF1C8C8E0}" type="pres">
      <dgm:prSet presAssocID="{D2AB539A-7605-40C6-90B8-1C8FAD99773B}" presName="compNode" presStyleCnt="0"/>
      <dgm:spPr/>
    </dgm:pt>
    <dgm:pt modelId="{55F6CD1A-1FD6-4428-AC58-0DA7BF2DE58C}" type="pres">
      <dgm:prSet presAssocID="{D2AB539A-7605-40C6-90B8-1C8FAD99773B}" presName="iconRect" presStyleLbl="node1" presStyleIdx="0" presStyleCnt="4"/>
      <dgm:spPr>
        <a:blipFill>
          <a:blip xmlns:r="http://schemas.openxmlformats.org/officeDocument/2006/relationships" r:embed="rId1" cstate="email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2"/>
              </a:ext>
            </a:extLst>
          </a:blip>
          <a:stretch>
            <a:fillRect/>
          </a:stretch>
        </a:blipFill>
        <a:ln>
          <a:noFill/>
        </a:ln>
      </dgm:spPr>
      <dgm:extLst>
        <a:ext uri="{E40237B7-FDA0-4F09-8148-C483321AD2D9}">
          <dgm14:cNvPr xmlns:dgm14="http://schemas.microsoft.com/office/drawing/2010/diagram" id="0" name="" descr="Bitcoin"/>
        </a:ext>
      </dgm:extLst>
    </dgm:pt>
    <dgm:pt modelId="{D325EA94-9208-49A7-A376-9F230E4694F0}" type="pres">
      <dgm:prSet presAssocID="{D2AB539A-7605-40C6-90B8-1C8FAD99773B}" presName="iconSpace" presStyleCnt="0"/>
      <dgm:spPr/>
    </dgm:pt>
    <dgm:pt modelId="{62BC95A1-1B72-4155-83A0-1D558AA5225F}" type="pres">
      <dgm:prSet presAssocID="{D2AB539A-7605-40C6-90B8-1C8FAD99773B}" presName="parTx" presStyleLbl="revTx" presStyleIdx="0" presStyleCnt="8">
        <dgm:presLayoutVars>
          <dgm:chMax val="0"/>
          <dgm:chPref val="0"/>
        </dgm:presLayoutVars>
      </dgm:prSet>
      <dgm:spPr/>
    </dgm:pt>
    <dgm:pt modelId="{62FDBAD8-FA43-4312-BFBE-0A39234C50C5}" type="pres">
      <dgm:prSet presAssocID="{D2AB539A-7605-40C6-90B8-1C8FAD99773B}" presName="txSpace" presStyleCnt="0"/>
      <dgm:spPr/>
    </dgm:pt>
    <dgm:pt modelId="{17B871F9-B945-4DFB-8245-236EFA69E149}" type="pres">
      <dgm:prSet presAssocID="{D2AB539A-7605-40C6-90B8-1C8FAD99773B}" presName="desTx" presStyleLbl="revTx" presStyleIdx="1" presStyleCnt="8">
        <dgm:presLayoutVars/>
      </dgm:prSet>
      <dgm:spPr/>
    </dgm:pt>
    <dgm:pt modelId="{621CE098-8A3B-4077-8634-6E0EB60E3E0F}" type="pres">
      <dgm:prSet presAssocID="{BA996E75-B329-4BA5-8DED-457A7B2159D2}" presName="sibTrans" presStyleCnt="0"/>
      <dgm:spPr/>
    </dgm:pt>
    <dgm:pt modelId="{FAD06F9D-2E17-416D-B3A6-83C282A98412}" type="pres">
      <dgm:prSet presAssocID="{08BA3FF3-C608-4822-BD8D-99C3F6AA7C2D}" presName="compNode" presStyleCnt="0"/>
      <dgm:spPr/>
    </dgm:pt>
    <dgm:pt modelId="{8BEE6437-8CE2-4565-8C33-80262CDD2014}" type="pres">
      <dgm:prSet presAssocID="{08BA3FF3-C608-4822-BD8D-99C3F6AA7C2D}" presName="iconRect" presStyleLbl="node1" presStyleIdx="1" presStyleCnt="4"/>
      <dgm:spPr>
        <a:blipFill>
          <a:blip xmlns:r="http://schemas.openxmlformats.org/officeDocument/2006/relationships" r:embed="rId3" cstate="email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4"/>
              </a:ext>
            </a:extLst>
          </a:blip>
          <a:stretch>
            <a:fillRect/>
          </a:stretch>
        </a:blipFill>
        <a:ln>
          <a:noFill/>
        </a:ln>
      </dgm:spPr>
      <dgm:extLst>
        <a:ext uri="{E40237B7-FDA0-4F09-8148-C483321AD2D9}">
          <dgm14:cNvPr xmlns:dgm14="http://schemas.microsoft.com/office/drawing/2010/diagram" id="0" name="" descr="Money"/>
        </a:ext>
      </dgm:extLst>
    </dgm:pt>
    <dgm:pt modelId="{12BDB4AF-979D-47C3-861A-02B1793D2166}" type="pres">
      <dgm:prSet presAssocID="{08BA3FF3-C608-4822-BD8D-99C3F6AA7C2D}" presName="iconSpace" presStyleCnt="0"/>
      <dgm:spPr/>
    </dgm:pt>
    <dgm:pt modelId="{BCCFA630-6E2C-48A7-8CCE-DBC4517B4CEC}" type="pres">
      <dgm:prSet presAssocID="{08BA3FF3-C608-4822-BD8D-99C3F6AA7C2D}" presName="parTx" presStyleLbl="revTx" presStyleIdx="2" presStyleCnt="8">
        <dgm:presLayoutVars>
          <dgm:chMax val="0"/>
          <dgm:chPref val="0"/>
        </dgm:presLayoutVars>
      </dgm:prSet>
      <dgm:spPr/>
    </dgm:pt>
    <dgm:pt modelId="{B49B43C8-D4E5-48DE-8ED0-B98ECEF6838F}" type="pres">
      <dgm:prSet presAssocID="{08BA3FF3-C608-4822-BD8D-99C3F6AA7C2D}" presName="txSpace" presStyleCnt="0"/>
      <dgm:spPr/>
    </dgm:pt>
    <dgm:pt modelId="{6ED57E6F-87BA-4083-A04C-526E478829EF}" type="pres">
      <dgm:prSet presAssocID="{08BA3FF3-C608-4822-BD8D-99C3F6AA7C2D}" presName="desTx" presStyleLbl="revTx" presStyleIdx="3" presStyleCnt="8">
        <dgm:presLayoutVars/>
      </dgm:prSet>
      <dgm:spPr/>
    </dgm:pt>
    <dgm:pt modelId="{26DA318A-1256-4098-96DD-440E557B92F7}" type="pres">
      <dgm:prSet presAssocID="{41AF18A5-167A-417B-9412-861A0BE5C081}" presName="sibTrans" presStyleCnt="0"/>
      <dgm:spPr/>
    </dgm:pt>
    <dgm:pt modelId="{74A7DB0F-5EB6-47CA-8E64-BCEBBB16DF47}" type="pres">
      <dgm:prSet presAssocID="{4190C9EA-51FF-4E79-AAC1-3647BA7935FC}" presName="compNode" presStyleCnt="0"/>
      <dgm:spPr/>
    </dgm:pt>
    <dgm:pt modelId="{7D20A6CB-85DE-47AF-BACB-4D4D8254F681}" type="pres">
      <dgm:prSet presAssocID="{4190C9EA-51FF-4E79-AAC1-3647BA7935FC}" presName="iconRect" presStyleLbl="node1" presStyleIdx="2" presStyleCnt="4"/>
      <dgm:spPr>
        <a:blipFill>
          <a:blip xmlns:r="http://schemas.openxmlformats.org/officeDocument/2006/relationships" r:embed="rId5" cstate="email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6"/>
              </a:ext>
            </a:extLst>
          </a:blip>
          <a:stretch>
            <a:fillRect/>
          </a:stretch>
        </a:blipFill>
        <a:ln>
          <a:noFill/>
        </a:ln>
      </dgm:spPr>
      <dgm:extLst>
        <a:ext uri="{E40237B7-FDA0-4F09-8148-C483321AD2D9}">
          <dgm14:cNvPr xmlns:dgm14="http://schemas.microsoft.com/office/drawing/2010/diagram" id="0" name="" descr="Dollar"/>
        </a:ext>
      </dgm:extLst>
    </dgm:pt>
    <dgm:pt modelId="{FE814147-451B-480E-ABB8-CC92C1891E0C}" type="pres">
      <dgm:prSet presAssocID="{4190C9EA-51FF-4E79-AAC1-3647BA7935FC}" presName="iconSpace" presStyleCnt="0"/>
      <dgm:spPr/>
    </dgm:pt>
    <dgm:pt modelId="{2CFA43D9-D938-4A85-952E-8E41327C49CF}" type="pres">
      <dgm:prSet presAssocID="{4190C9EA-51FF-4E79-AAC1-3647BA7935FC}" presName="parTx" presStyleLbl="revTx" presStyleIdx="4" presStyleCnt="8">
        <dgm:presLayoutVars>
          <dgm:chMax val="0"/>
          <dgm:chPref val="0"/>
        </dgm:presLayoutVars>
      </dgm:prSet>
      <dgm:spPr/>
    </dgm:pt>
    <dgm:pt modelId="{F46A50A6-D006-4E56-AF63-771CE7A2E00D}" type="pres">
      <dgm:prSet presAssocID="{4190C9EA-51FF-4E79-AAC1-3647BA7935FC}" presName="txSpace" presStyleCnt="0"/>
      <dgm:spPr/>
    </dgm:pt>
    <dgm:pt modelId="{8F55CD74-BE9D-498C-8919-9FBEE6EB487E}" type="pres">
      <dgm:prSet presAssocID="{4190C9EA-51FF-4E79-AAC1-3647BA7935FC}" presName="desTx" presStyleLbl="revTx" presStyleIdx="5" presStyleCnt="8">
        <dgm:presLayoutVars/>
      </dgm:prSet>
      <dgm:spPr/>
    </dgm:pt>
    <dgm:pt modelId="{6A8E9E15-8C84-49C6-B40F-4AAA38488795}" type="pres">
      <dgm:prSet presAssocID="{C232C8DD-A8A1-4E98-AFD1-123B998CE32F}" presName="sibTrans" presStyleCnt="0"/>
      <dgm:spPr/>
    </dgm:pt>
    <dgm:pt modelId="{24C3EA58-0ADC-4A28-9C22-CA7B76361E10}" type="pres">
      <dgm:prSet presAssocID="{32EB69FC-0CA0-4D47-BAB9-3D3977176D1F}" presName="compNode" presStyleCnt="0"/>
      <dgm:spPr/>
    </dgm:pt>
    <dgm:pt modelId="{7E04DA7C-FD7D-4C9C-9948-FB6401D8BBF9}" type="pres">
      <dgm:prSet presAssocID="{32EB69FC-0CA0-4D47-BAB9-3D3977176D1F}" presName="iconRect" presStyleLbl="node1" presStyleIdx="3" presStyleCnt="4"/>
      <dgm:spPr>
        <a:blipFill>
          <a:blip xmlns:r="http://schemas.openxmlformats.org/officeDocument/2006/relationships" r:embed="rId7" cstate="email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8"/>
              </a:ext>
            </a:extLst>
          </a:blip>
          <a:stretch>
            <a:fillRect/>
          </a:stretch>
        </a:blipFill>
        <a:ln>
          <a:noFill/>
        </a:ln>
      </dgm:spPr>
      <dgm:extLst>
        <a:ext uri="{E40237B7-FDA0-4F09-8148-C483321AD2D9}">
          <dgm14:cNvPr xmlns:dgm14="http://schemas.microsoft.com/office/drawing/2010/diagram" id="0" name="" descr="Database"/>
        </a:ext>
      </dgm:extLst>
    </dgm:pt>
    <dgm:pt modelId="{B6D7447D-15F3-440F-A082-BE7096F8A904}" type="pres">
      <dgm:prSet presAssocID="{32EB69FC-0CA0-4D47-BAB9-3D3977176D1F}" presName="iconSpace" presStyleCnt="0"/>
      <dgm:spPr/>
    </dgm:pt>
    <dgm:pt modelId="{7476F5D9-72F7-4210-9305-FAD5F7EB59D0}" type="pres">
      <dgm:prSet presAssocID="{32EB69FC-0CA0-4D47-BAB9-3D3977176D1F}" presName="parTx" presStyleLbl="revTx" presStyleIdx="6" presStyleCnt="8">
        <dgm:presLayoutVars>
          <dgm:chMax val="0"/>
          <dgm:chPref val="0"/>
        </dgm:presLayoutVars>
      </dgm:prSet>
      <dgm:spPr/>
    </dgm:pt>
    <dgm:pt modelId="{B6A53231-06AE-404E-9B60-A2271A00430B}" type="pres">
      <dgm:prSet presAssocID="{32EB69FC-0CA0-4D47-BAB9-3D3977176D1F}" presName="txSpace" presStyleCnt="0"/>
      <dgm:spPr/>
    </dgm:pt>
    <dgm:pt modelId="{8272CDA7-1399-4FE7-AF85-3D11EDD879DF}" type="pres">
      <dgm:prSet presAssocID="{32EB69FC-0CA0-4D47-BAB9-3D3977176D1F}" presName="desTx" presStyleLbl="revTx" presStyleIdx="7" presStyleCnt="8">
        <dgm:presLayoutVars/>
      </dgm:prSet>
      <dgm:spPr/>
    </dgm:pt>
  </dgm:ptLst>
  <dgm:cxnLst>
    <dgm:cxn modelId="{7E50FC0F-BF5D-491C-99FF-433321943969}" type="presOf" srcId="{DF3B33B4-20FC-4903-8E1C-ADBCF0A6AFD1}" destId="{6ED57E6F-87BA-4083-A04C-526E478829EF}" srcOrd="0" destOrd="0" presId="urn:microsoft.com/office/officeart/2018/2/layout/IconLabelDescriptionList"/>
    <dgm:cxn modelId="{BFDAA219-234C-4A95-9303-CC6FFDD43978}" srcId="{32EB69FC-0CA0-4D47-BAB9-3D3977176D1F}" destId="{6CFCC0E7-D0D3-4BD2-9691-EB1B3696ED7A}" srcOrd="0" destOrd="0" parTransId="{CE0FB96C-A5A7-47AF-BA9B-EB8913070F30}" sibTransId="{A9AB1EDF-B252-4100-9C65-C5A24CDFFFFB}"/>
    <dgm:cxn modelId="{5AA5441D-79D5-474E-BE3A-6D7E7C4346A2}" type="presOf" srcId="{C387BA4B-B8A9-44AC-860B-92640902C8F6}" destId="{8F55CD74-BE9D-498C-8919-9FBEE6EB487E}" srcOrd="0" destOrd="0" presId="urn:microsoft.com/office/officeart/2018/2/layout/IconLabelDescriptionList"/>
    <dgm:cxn modelId="{62447024-819E-4D0E-A0D4-47864C40EC22}" srcId="{D2AB539A-7605-40C6-90B8-1C8FAD99773B}" destId="{BCF4DB7F-25D4-4359-9A43-3D83533E05CE}" srcOrd="3" destOrd="0" parTransId="{84839BD4-8872-42F8-A0C2-E443B08EAD3C}" sibTransId="{49A8FBF7-BA15-4774-AEE8-5937B27A0DAA}"/>
    <dgm:cxn modelId="{75E65629-06C2-4D33-AEDC-527CF3CC2F2E}" type="presOf" srcId="{7A1E2190-F3F2-4946-9775-9EFD13219723}" destId="{17B871F9-B945-4DFB-8245-236EFA69E149}" srcOrd="0" destOrd="1" presId="urn:microsoft.com/office/officeart/2018/2/layout/IconLabelDescriptionList"/>
    <dgm:cxn modelId="{9AB5665D-1FC9-4710-BBDC-9E236A7746D7}" srcId="{32EB69FC-0CA0-4D47-BAB9-3D3977176D1F}" destId="{18F9EF1F-AB0D-4A7B-B608-C35C3C44D4DD}" srcOrd="2" destOrd="0" parTransId="{88A3DE8C-3CB8-4229-891C-A591EA667AF2}" sibTransId="{CB6AB19F-6754-4143-AB24-3B2B59753AD4}"/>
    <dgm:cxn modelId="{35225447-556D-400A-B151-1581C963302D}" type="presOf" srcId="{465D7D5A-D83D-41FE-BA02-3D1DB40D2AC6}" destId="{8F55CD74-BE9D-498C-8919-9FBEE6EB487E}" srcOrd="0" destOrd="1" presId="urn:microsoft.com/office/officeart/2018/2/layout/IconLabelDescriptionList"/>
    <dgm:cxn modelId="{EDB14370-1DEE-488C-8BCD-149898F2EC9E}" type="presOf" srcId="{693F3FA7-99E3-4969-B156-2C3CC235EA7D}" destId="{745C0D8F-0814-4B41-9336-FFAE9C14AF8C}" srcOrd="0" destOrd="0" presId="urn:microsoft.com/office/officeart/2018/2/layout/IconLabelDescriptionList"/>
    <dgm:cxn modelId="{8690F151-8C99-4685-BB67-4F2E00EAE709}" type="presOf" srcId="{32EB69FC-0CA0-4D47-BAB9-3D3977176D1F}" destId="{7476F5D9-72F7-4210-9305-FAD5F7EB59D0}" srcOrd="0" destOrd="0" presId="urn:microsoft.com/office/officeart/2018/2/layout/IconLabelDescriptionList"/>
    <dgm:cxn modelId="{6856FB82-D351-4279-971C-D7793A6C80CB}" type="presOf" srcId="{3996680F-D3C1-4ACA-9BD5-44194688B250}" destId="{17B871F9-B945-4DFB-8245-236EFA69E149}" srcOrd="0" destOrd="0" presId="urn:microsoft.com/office/officeart/2018/2/layout/IconLabelDescriptionList"/>
    <dgm:cxn modelId="{4684F383-2C19-4D17-A8EB-240B9F8A41BA}" srcId="{32EB69FC-0CA0-4D47-BAB9-3D3977176D1F}" destId="{BFFFAE06-039C-4063-9CB5-9B8E6F3E382F}" srcOrd="1" destOrd="0" parTransId="{3BFFAE7F-7344-4905-887D-2EF81E200D3A}" sibTransId="{EB981C8D-A012-415A-90BE-4B8BFAC680C6}"/>
    <dgm:cxn modelId="{BF535F86-9CD6-467B-8785-FB8B2BBFFA12}" srcId="{D2AB539A-7605-40C6-90B8-1C8FAD99773B}" destId="{6C239CB6-1AE6-40C6-8D77-918BB151D5AB}" srcOrd="2" destOrd="0" parTransId="{6075514A-64E3-4F74-82FF-EFBD3B5BC598}" sibTransId="{B77DC4E9-0AFB-4AA2-B048-C28146BBE458}"/>
    <dgm:cxn modelId="{8138BF88-B0DB-4F2D-AC94-691FC0AA15C8}" srcId="{693F3FA7-99E3-4969-B156-2C3CC235EA7D}" destId="{08BA3FF3-C608-4822-BD8D-99C3F6AA7C2D}" srcOrd="1" destOrd="0" parTransId="{18C8018D-6E66-44EE-8030-AD37ECF01450}" sibTransId="{41AF18A5-167A-417B-9412-861A0BE5C081}"/>
    <dgm:cxn modelId="{07F3B193-6890-49CA-AF29-99E196DA06E4}" type="presOf" srcId="{BCF4DB7F-25D4-4359-9A43-3D83533E05CE}" destId="{17B871F9-B945-4DFB-8245-236EFA69E149}" srcOrd="0" destOrd="3" presId="urn:microsoft.com/office/officeart/2018/2/layout/IconLabelDescriptionList"/>
    <dgm:cxn modelId="{0E5DA6A7-07F5-4660-AEA6-AEEC18987AED}" srcId="{4190C9EA-51FF-4E79-AAC1-3647BA7935FC}" destId="{465D7D5A-D83D-41FE-BA02-3D1DB40D2AC6}" srcOrd="1" destOrd="0" parTransId="{15CA7285-9813-4B0E-B495-8BE510127E43}" sibTransId="{88BA4401-8A10-44FE-83A7-99BF06BCB08F}"/>
    <dgm:cxn modelId="{039AA5AF-A5B2-4048-8EC7-8B45A82DF364}" type="presOf" srcId="{6CFCC0E7-D0D3-4BD2-9691-EB1B3696ED7A}" destId="{8272CDA7-1399-4FE7-AF85-3D11EDD879DF}" srcOrd="0" destOrd="0" presId="urn:microsoft.com/office/officeart/2018/2/layout/IconLabelDescriptionList"/>
    <dgm:cxn modelId="{31BCF4BA-37CD-49B5-B0F1-9A91C8684766}" type="presOf" srcId="{BFFFAE06-039C-4063-9CB5-9B8E6F3E382F}" destId="{8272CDA7-1399-4FE7-AF85-3D11EDD879DF}" srcOrd="0" destOrd="1" presId="urn:microsoft.com/office/officeart/2018/2/layout/IconLabelDescriptionList"/>
    <dgm:cxn modelId="{38DB62BD-6241-46A5-ACE1-FA422429BFF3}" srcId="{08BA3FF3-C608-4822-BD8D-99C3F6AA7C2D}" destId="{DF3B33B4-20FC-4903-8E1C-ADBCF0A6AFD1}" srcOrd="0" destOrd="0" parTransId="{D0F0EF2A-D1E5-4528-B952-C95179C993B4}" sibTransId="{E595BCD2-1B55-4FA9-A8FE-E7739B6D611B}"/>
    <dgm:cxn modelId="{F9BDE3D5-173F-4DD4-8C82-11B2F54673E6}" srcId="{693F3FA7-99E3-4969-B156-2C3CC235EA7D}" destId="{D2AB539A-7605-40C6-90B8-1C8FAD99773B}" srcOrd="0" destOrd="0" parTransId="{C5708D8B-ABCB-4910-9E3B-583FBB005F5A}" sibTransId="{BA996E75-B329-4BA5-8DED-457A7B2159D2}"/>
    <dgm:cxn modelId="{F8A71ED7-4D06-4F02-9401-DFB3ABF4030C}" srcId="{D2AB539A-7605-40C6-90B8-1C8FAD99773B}" destId="{3996680F-D3C1-4ACA-9BD5-44194688B250}" srcOrd="0" destOrd="0" parTransId="{BDD8C653-BDBF-4B20-B641-66F22052158A}" sibTransId="{E46D2990-8DF2-4AB8-8893-7D01BFFD1644}"/>
    <dgm:cxn modelId="{71E04BD7-D70B-4272-B60C-A7E004C14D02}" srcId="{693F3FA7-99E3-4969-B156-2C3CC235EA7D}" destId="{32EB69FC-0CA0-4D47-BAB9-3D3977176D1F}" srcOrd="3" destOrd="0" parTransId="{C7FB056F-8804-46D9-8CF2-4A840CCD4303}" sibTransId="{33C0754F-E8DC-42E5-A96B-314BDA6F56A6}"/>
    <dgm:cxn modelId="{78E337D8-A788-4C31-B796-030C0A8C87C3}" type="presOf" srcId="{4190C9EA-51FF-4E79-AAC1-3647BA7935FC}" destId="{2CFA43D9-D938-4A85-952E-8E41327C49CF}" srcOrd="0" destOrd="0" presId="urn:microsoft.com/office/officeart/2018/2/layout/IconLabelDescriptionList"/>
    <dgm:cxn modelId="{7A3228D9-F336-4BC4-AF58-C0B9FC9A5F59}" srcId="{4190C9EA-51FF-4E79-AAC1-3647BA7935FC}" destId="{C387BA4B-B8A9-44AC-860B-92640902C8F6}" srcOrd="0" destOrd="0" parTransId="{232EDA50-E8E1-47A5-A069-B5DE2DB33563}" sibTransId="{1364E988-21F7-4631-9B90-48A94A1717DA}"/>
    <dgm:cxn modelId="{A05764E6-7F96-4166-996B-E9E7F54E4FC4}" srcId="{D2AB539A-7605-40C6-90B8-1C8FAD99773B}" destId="{7A1E2190-F3F2-4946-9775-9EFD13219723}" srcOrd="1" destOrd="0" parTransId="{E1BDB9ED-3549-40D4-8AF3-38FFAB5CE5B3}" sibTransId="{7B066E54-AF3F-4738-A32C-B071D9C98A42}"/>
    <dgm:cxn modelId="{AA2353E8-0758-4F6E-BD1E-B7647FC36CE9}" type="presOf" srcId="{18F9EF1F-AB0D-4A7B-B608-C35C3C44D4DD}" destId="{8272CDA7-1399-4FE7-AF85-3D11EDD879DF}" srcOrd="0" destOrd="2" presId="urn:microsoft.com/office/officeart/2018/2/layout/IconLabelDescriptionList"/>
    <dgm:cxn modelId="{13693FE9-B55F-4BC6-AD6A-A511FAB2FEF5}" type="presOf" srcId="{08BA3FF3-C608-4822-BD8D-99C3F6AA7C2D}" destId="{BCCFA630-6E2C-48A7-8CCE-DBC4517B4CEC}" srcOrd="0" destOrd="0" presId="urn:microsoft.com/office/officeart/2018/2/layout/IconLabelDescriptionList"/>
    <dgm:cxn modelId="{86674CEC-AD05-4D82-B07B-39479DE129E1}" type="presOf" srcId="{D2AB539A-7605-40C6-90B8-1C8FAD99773B}" destId="{62BC95A1-1B72-4155-83A0-1D558AA5225F}" srcOrd="0" destOrd="0" presId="urn:microsoft.com/office/officeart/2018/2/layout/IconLabelDescriptionList"/>
    <dgm:cxn modelId="{CB5597F6-FE08-4F83-B3ED-832D46EF0477}" srcId="{693F3FA7-99E3-4969-B156-2C3CC235EA7D}" destId="{4190C9EA-51FF-4E79-AAC1-3647BA7935FC}" srcOrd="2" destOrd="0" parTransId="{4C15611E-27A8-4E74-865E-ABB6AAB8F5D5}" sibTransId="{C232C8DD-A8A1-4E98-AFD1-123B998CE32F}"/>
    <dgm:cxn modelId="{7F1007F9-30F3-4A83-8834-589F7792993D}" type="presOf" srcId="{6C239CB6-1AE6-40C6-8D77-918BB151D5AB}" destId="{17B871F9-B945-4DFB-8245-236EFA69E149}" srcOrd="0" destOrd="2" presId="urn:microsoft.com/office/officeart/2018/2/layout/IconLabelDescriptionList"/>
    <dgm:cxn modelId="{EF6518A2-61D2-4A1B-8E85-0DB91109BFEF}" type="presParOf" srcId="{745C0D8F-0814-4B41-9336-FFAE9C14AF8C}" destId="{A8A677DF-307D-4226-8BAA-AE7DF1C8C8E0}" srcOrd="0" destOrd="0" presId="urn:microsoft.com/office/officeart/2018/2/layout/IconLabelDescriptionList"/>
    <dgm:cxn modelId="{FFFA3C80-8B9E-4E05-8B7C-CD3C57FC6C86}" type="presParOf" srcId="{A8A677DF-307D-4226-8BAA-AE7DF1C8C8E0}" destId="{55F6CD1A-1FD6-4428-AC58-0DA7BF2DE58C}" srcOrd="0" destOrd="0" presId="urn:microsoft.com/office/officeart/2018/2/layout/IconLabelDescriptionList"/>
    <dgm:cxn modelId="{6DD7B645-6EE1-456A-BD25-01FE14AEA81E}" type="presParOf" srcId="{A8A677DF-307D-4226-8BAA-AE7DF1C8C8E0}" destId="{D325EA94-9208-49A7-A376-9F230E4694F0}" srcOrd="1" destOrd="0" presId="urn:microsoft.com/office/officeart/2018/2/layout/IconLabelDescriptionList"/>
    <dgm:cxn modelId="{B98A9C6D-08F8-40B7-94CA-45FD7DE074B2}" type="presParOf" srcId="{A8A677DF-307D-4226-8BAA-AE7DF1C8C8E0}" destId="{62BC95A1-1B72-4155-83A0-1D558AA5225F}" srcOrd="2" destOrd="0" presId="urn:microsoft.com/office/officeart/2018/2/layout/IconLabelDescriptionList"/>
    <dgm:cxn modelId="{73786608-3DEC-4A06-AE13-C8A9BAE2C776}" type="presParOf" srcId="{A8A677DF-307D-4226-8BAA-AE7DF1C8C8E0}" destId="{62FDBAD8-FA43-4312-BFBE-0A39234C50C5}" srcOrd="3" destOrd="0" presId="urn:microsoft.com/office/officeart/2018/2/layout/IconLabelDescriptionList"/>
    <dgm:cxn modelId="{8BF7B543-188A-4146-A787-FCEF89164E8F}" type="presParOf" srcId="{A8A677DF-307D-4226-8BAA-AE7DF1C8C8E0}" destId="{17B871F9-B945-4DFB-8245-236EFA69E149}" srcOrd="4" destOrd="0" presId="urn:microsoft.com/office/officeart/2018/2/layout/IconLabelDescriptionList"/>
    <dgm:cxn modelId="{CA116A36-1F8B-4545-8334-689C9328EC4F}" type="presParOf" srcId="{745C0D8F-0814-4B41-9336-FFAE9C14AF8C}" destId="{621CE098-8A3B-4077-8634-6E0EB60E3E0F}" srcOrd="1" destOrd="0" presId="urn:microsoft.com/office/officeart/2018/2/layout/IconLabelDescriptionList"/>
    <dgm:cxn modelId="{EC894E06-6637-4694-84E5-011C905454D1}" type="presParOf" srcId="{745C0D8F-0814-4B41-9336-FFAE9C14AF8C}" destId="{FAD06F9D-2E17-416D-B3A6-83C282A98412}" srcOrd="2" destOrd="0" presId="urn:microsoft.com/office/officeart/2018/2/layout/IconLabelDescriptionList"/>
    <dgm:cxn modelId="{79454F72-266F-44D5-833B-3460AE5C462A}" type="presParOf" srcId="{FAD06F9D-2E17-416D-B3A6-83C282A98412}" destId="{8BEE6437-8CE2-4565-8C33-80262CDD2014}" srcOrd="0" destOrd="0" presId="urn:microsoft.com/office/officeart/2018/2/layout/IconLabelDescriptionList"/>
    <dgm:cxn modelId="{78D46DD6-15C8-43DC-9220-6ED9393EC8FA}" type="presParOf" srcId="{FAD06F9D-2E17-416D-B3A6-83C282A98412}" destId="{12BDB4AF-979D-47C3-861A-02B1793D2166}" srcOrd="1" destOrd="0" presId="urn:microsoft.com/office/officeart/2018/2/layout/IconLabelDescriptionList"/>
    <dgm:cxn modelId="{034887D3-F3CD-4CF0-8306-1D88432F4979}" type="presParOf" srcId="{FAD06F9D-2E17-416D-B3A6-83C282A98412}" destId="{BCCFA630-6E2C-48A7-8CCE-DBC4517B4CEC}" srcOrd="2" destOrd="0" presId="urn:microsoft.com/office/officeart/2018/2/layout/IconLabelDescriptionList"/>
    <dgm:cxn modelId="{1445A0A7-7242-4D50-A9EC-8D9BFAFF4AFB}" type="presParOf" srcId="{FAD06F9D-2E17-416D-B3A6-83C282A98412}" destId="{B49B43C8-D4E5-48DE-8ED0-B98ECEF6838F}" srcOrd="3" destOrd="0" presId="urn:microsoft.com/office/officeart/2018/2/layout/IconLabelDescriptionList"/>
    <dgm:cxn modelId="{871FD379-1EB4-4D46-97EC-171671ACCF95}" type="presParOf" srcId="{FAD06F9D-2E17-416D-B3A6-83C282A98412}" destId="{6ED57E6F-87BA-4083-A04C-526E478829EF}" srcOrd="4" destOrd="0" presId="urn:microsoft.com/office/officeart/2018/2/layout/IconLabelDescriptionList"/>
    <dgm:cxn modelId="{E0578880-2229-4BC6-B315-6FC35BEE34A4}" type="presParOf" srcId="{745C0D8F-0814-4B41-9336-FFAE9C14AF8C}" destId="{26DA318A-1256-4098-96DD-440E557B92F7}" srcOrd="3" destOrd="0" presId="urn:microsoft.com/office/officeart/2018/2/layout/IconLabelDescriptionList"/>
    <dgm:cxn modelId="{AC983AE3-BDDC-43F0-82FE-8EDE315F8C5E}" type="presParOf" srcId="{745C0D8F-0814-4B41-9336-FFAE9C14AF8C}" destId="{74A7DB0F-5EB6-47CA-8E64-BCEBBB16DF47}" srcOrd="4" destOrd="0" presId="urn:microsoft.com/office/officeart/2018/2/layout/IconLabelDescriptionList"/>
    <dgm:cxn modelId="{50658DFF-8658-49C4-9F4F-80E7111854EC}" type="presParOf" srcId="{74A7DB0F-5EB6-47CA-8E64-BCEBBB16DF47}" destId="{7D20A6CB-85DE-47AF-BACB-4D4D8254F681}" srcOrd="0" destOrd="0" presId="urn:microsoft.com/office/officeart/2018/2/layout/IconLabelDescriptionList"/>
    <dgm:cxn modelId="{8221E755-71FB-4AE2-B105-C979EE9B49C0}" type="presParOf" srcId="{74A7DB0F-5EB6-47CA-8E64-BCEBBB16DF47}" destId="{FE814147-451B-480E-ABB8-CC92C1891E0C}" srcOrd="1" destOrd="0" presId="urn:microsoft.com/office/officeart/2018/2/layout/IconLabelDescriptionList"/>
    <dgm:cxn modelId="{31E48A35-6325-4966-A089-48A8C1709549}" type="presParOf" srcId="{74A7DB0F-5EB6-47CA-8E64-BCEBBB16DF47}" destId="{2CFA43D9-D938-4A85-952E-8E41327C49CF}" srcOrd="2" destOrd="0" presId="urn:microsoft.com/office/officeart/2018/2/layout/IconLabelDescriptionList"/>
    <dgm:cxn modelId="{559B1C46-749E-4208-8A6F-F4C102364829}" type="presParOf" srcId="{74A7DB0F-5EB6-47CA-8E64-BCEBBB16DF47}" destId="{F46A50A6-D006-4E56-AF63-771CE7A2E00D}" srcOrd="3" destOrd="0" presId="urn:microsoft.com/office/officeart/2018/2/layout/IconLabelDescriptionList"/>
    <dgm:cxn modelId="{4BBF2FB3-30EE-454C-9E76-C04F6E6FCE90}" type="presParOf" srcId="{74A7DB0F-5EB6-47CA-8E64-BCEBBB16DF47}" destId="{8F55CD74-BE9D-498C-8919-9FBEE6EB487E}" srcOrd="4" destOrd="0" presId="urn:microsoft.com/office/officeart/2018/2/layout/IconLabelDescriptionList"/>
    <dgm:cxn modelId="{308CE3E5-420B-452A-BDAC-64CF42F7C116}" type="presParOf" srcId="{745C0D8F-0814-4B41-9336-FFAE9C14AF8C}" destId="{6A8E9E15-8C84-49C6-B40F-4AAA38488795}" srcOrd="5" destOrd="0" presId="urn:microsoft.com/office/officeart/2018/2/layout/IconLabelDescriptionList"/>
    <dgm:cxn modelId="{E5129BAA-7920-4013-97D7-CE7B169BF3A3}" type="presParOf" srcId="{745C0D8F-0814-4B41-9336-FFAE9C14AF8C}" destId="{24C3EA58-0ADC-4A28-9C22-CA7B76361E10}" srcOrd="6" destOrd="0" presId="urn:microsoft.com/office/officeart/2018/2/layout/IconLabelDescriptionList"/>
    <dgm:cxn modelId="{1DF19805-5FE3-4D8D-B6C4-3311D502121B}" type="presParOf" srcId="{24C3EA58-0ADC-4A28-9C22-CA7B76361E10}" destId="{7E04DA7C-FD7D-4C9C-9948-FB6401D8BBF9}" srcOrd="0" destOrd="0" presId="urn:microsoft.com/office/officeart/2018/2/layout/IconLabelDescriptionList"/>
    <dgm:cxn modelId="{CCC65ACF-D772-478D-8BF7-C45CB8D7826A}" type="presParOf" srcId="{24C3EA58-0ADC-4A28-9C22-CA7B76361E10}" destId="{B6D7447D-15F3-440F-A082-BE7096F8A904}" srcOrd="1" destOrd="0" presId="urn:microsoft.com/office/officeart/2018/2/layout/IconLabelDescriptionList"/>
    <dgm:cxn modelId="{05212691-36E4-4107-B5D7-E516FBED432A}" type="presParOf" srcId="{24C3EA58-0ADC-4A28-9C22-CA7B76361E10}" destId="{7476F5D9-72F7-4210-9305-FAD5F7EB59D0}" srcOrd="2" destOrd="0" presId="urn:microsoft.com/office/officeart/2018/2/layout/IconLabelDescriptionList"/>
    <dgm:cxn modelId="{2AD58C5F-A20A-42CB-89D2-911791398408}" type="presParOf" srcId="{24C3EA58-0ADC-4A28-9C22-CA7B76361E10}" destId="{B6A53231-06AE-404E-9B60-A2271A00430B}" srcOrd="3" destOrd="0" presId="urn:microsoft.com/office/officeart/2018/2/layout/IconLabelDescriptionList"/>
    <dgm:cxn modelId="{AD332B68-6CD5-4750-9096-1E496FF34F7B}" type="presParOf" srcId="{24C3EA58-0ADC-4A28-9C22-CA7B76361E10}" destId="{8272CDA7-1399-4FE7-AF85-3D11EDD879DF}" srcOrd="4" destOrd="0" presId="urn:microsoft.com/office/officeart/2018/2/layout/IconLabelDescriptionList"/>
  </dgm:cxnLst>
  <dgm:bg/>
  <dgm:whole/>
  <dgm:extLst>
    <a:ext uri="http://schemas.microsoft.com/office/drawing/2008/diagram">
      <dsp:dataModelExt xmlns:dsp="http://schemas.microsoft.com/office/drawing/2008/diagram" relId="rId6" minVer="http://schemas.openxmlformats.org/drawingml/2006/diagram"/>
    </a:ext>
  </dgm:extLst>
</dgm:dataModel>
</file>

<file path=ppt/diagrams/data49.xml><?xml version="1.0" encoding="utf-8"?>
<dgm:dataModel xmlns:dgm="http://schemas.openxmlformats.org/drawingml/2006/diagram" xmlns:a="http://schemas.openxmlformats.org/drawingml/2006/main">
  <dgm:ptLst>
    <dgm:pt modelId="{47C294B3-3B96-4118-A381-55ED9C5F3806}" type="doc">
      <dgm:prSet loTypeId="urn:microsoft.com/office/officeart/2018/5/layout/CenteredIconLabelDescriptionList" loCatId="icon" qsTypeId="urn:microsoft.com/office/officeart/2005/8/quickstyle/simple1" qsCatId="simple" csTypeId="urn:microsoft.com/office/officeart/2018/5/colors/Iconchunking_neutralbg_colorful1" csCatId="colorful" phldr="1"/>
      <dgm:spPr/>
      <dgm:t>
        <a:bodyPr/>
        <a:lstStyle/>
        <a:p>
          <a:endParaRPr lang="en-US"/>
        </a:p>
      </dgm:t>
    </dgm:pt>
    <dgm:pt modelId="{916F5B83-6689-4CC5-B538-D0894A3F91D2}">
      <dgm:prSet/>
      <dgm:spPr/>
      <dgm:t>
        <a:bodyPr/>
        <a:lstStyle/>
        <a:p>
          <a:pPr>
            <a:lnSpc>
              <a:spcPct val="100000"/>
            </a:lnSpc>
            <a:defRPr b="1"/>
          </a:pPr>
          <a:r>
            <a:rPr lang="tr-TR"/>
            <a:t>First </a:t>
          </a:r>
          <a:r>
            <a:rPr lang="tr-TR" err="1"/>
            <a:t>approach</a:t>
          </a:r>
          <a:r>
            <a:rPr lang="tr-TR"/>
            <a:t>: </a:t>
          </a:r>
          <a:r>
            <a:rPr lang="tr-TR" err="1"/>
            <a:t>Fixed</a:t>
          </a:r>
          <a:r>
            <a:rPr lang="tr-TR"/>
            <a:t> </a:t>
          </a:r>
          <a:r>
            <a:rPr lang="tr-TR" err="1"/>
            <a:t>fees</a:t>
          </a:r>
          <a:endParaRPr lang="en-US"/>
        </a:p>
      </dgm:t>
    </dgm:pt>
    <dgm:pt modelId="{6911E0D3-0971-46D7-A0AA-EA35969939E5}" type="parTrans" cxnId="{4CFE38E8-82AB-4DDB-AC4E-FCD83D3DCF0B}">
      <dgm:prSet/>
      <dgm:spPr/>
      <dgm:t>
        <a:bodyPr/>
        <a:lstStyle/>
        <a:p>
          <a:endParaRPr lang="en-US"/>
        </a:p>
      </dgm:t>
    </dgm:pt>
    <dgm:pt modelId="{FDC9B104-7033-4043-B0B8-1976C548A524}" type="sibTrans" cxnId="{4CFE38E8-82AB-4DDB-AC4E-FCD83D3DCF0B}">
      <dgm:prSet/>
      <dgm:spPr/>
      <dgm:t>
        <a:bodyPr/>
        <a:lstStyle/>
        <a:p>
          <a:endParaRPr lang="en-US"/>
        </a:p>
      </dgm:t>
    </dgm:pt>
    <dgm:pt modelId="{B2F1D2D7-FA9C-424F-8994-8EF56D3BCEC9}">
      <dgm:prSet/>
      <dgm:spPr/>
      <dgm:t>
        <a:bodyPr/>
        <a:lstStyle/>
        <a:p>
          <a:pPr>
            <a:lnSpc>
              <a:spcPct val="100000"/>
            </a:lnSpc>
            <a:defRPr b="1"/>
          </a:pPr>
          <a:r>
            <a:rPr lang="en-US"/>
            <a:t>Gradually</a:t>
          </a:r>
          <a:r>
            <a:rPr lang="tr-TR"/>
            <a:t> </a:t>
          </a:r>
          <a:r>
            <a:rPr lang="en-US"/>
            <a:t>relaxed</a:t>
          </a:r>
        </a:p>
      </dgm:t>
    </dgm:pt>
    <dgm:pt modelId="{8E35FF33-8CD2-4B02-8A91-5952CC643D94}" type="parTrans" cxnId="{43E28810-7968-410E-B110-16D945DC854E}">
      <dgm:prSet/>
      <dgm:spPr/>
      <dgm:t>
        <a:bodyPr/>
        <a:lstStyle/>
        <a:p>
          <a:endParaRPr lang="en-US"/>
        </a:p>
      </dgm:t>
    </dgm:pt>
    <dgm:pt modelId="{4208DB9C-EC2E-4B7C-A71A-CF5FEF2395EF}" type="sibTrans" cxnId="{43E28810-7968-410E-B110-16D945DC854E}">
      <dgm:prSet/>
      <dgm:spPr/>
      <dgm:t>
        <a:bodyPr/>
        <a:lstStyle/>
        <a:p>
          <a:endParaRPr lang="en-US"/>
        </a:p>
      </dgm:t>
    </dgm:pt>
    <dgm:pt modelId="{BC364F13-1302-4D32-A984-0F857FDA8794}">
      <dgm:prSet/>
      <dgm:spPr/>
      <dgm:t>
        <a:bodyPr/>
        <a:lstStyle/>
        <a:p>
          <a:pPr>
            <a:lnSpc>
              <a:spcPct val="100000"/>
            </a:lnSpc>
            <a:defRPr b="1"/>
          </a:pPr>
          <a:r>
            <a:rPr lang="tr-TR" err="1"/>
            <a:t>Radical</a:t>
          </a:r>
          <a:r>
            <a:rPr lang="tr-TR"/>
            <a:t> </a:t>
          </a:r>
          <a:r>
            <a:rPr lang="tr-TR" err="1"/>
            <a:t>change</a:t>
          </a:r>
          <a:r>
            <a:rPr lang="tr-TR"/>
            <a:t> </a:t>
          </a:r>
          <a:r>
            <a:rPr lang="tr-TR" err="1"/>
            <a:t>from</a:t>
          </a:r>
          <a:r>
            <a:rPr lang="en-US"/>
            <a:t> 2016 </a:t>
          </a:r>
        </a:p>
      </dgm:t>
    </dgm:pt>
    <dgm:pt modelId="{18AAF898-7BEA-43AC-B368-80AD1BF61C60}" type="parTrans" cxnId="{013B401E-A522-413C-8B9C-93F74125654E}">
      <dgm:prSet/>
      <dgm:spPr/>
      <dgm:t>
        <a:bodyPr/>
        <a:lstStyle/>
        <a:p>
          <a:endParaRPr lang="en-US"/>
        </a:p>
      </dgm:t>
    </dgm:pt>
    <dgm:pt modelId="{2B28C030-D842-4589-828F-84320BBBE05B}" type="sibTrans" cxnId="{013B401E-A522-413C-8B9C-93F74125654E}">
      <dgm:prSet/>
      <dgm:spPr/>
      <dgm:t>
        <a:bodyPr/>
        <a:lstStyle/>
        <a:p>
          <a:endParaRPr lang="en-US"/>
        </a:p>
      </dgm:t>
    </dgm:pt>
    <dgm:pt modelId="{079CFC47-43BB-4906-BB9D-2ACB00A48EC2}">
      <dgm:prSet/>
      <dgm:spPr/>
      <dgm:t>
        <a:bodyPr/>
        <a:lstStyle/>
        <a:p>
          <a:pPr>
            <a:lnSpc>
              <a:spcPct val="100000"/>
            </a:lnSpc>
          </a:pPr>
          <a:r>
            <a:rPr lang="en-US"/>
            <a:t>capacity limits created competition between transactions</a:t>
          </a:r>
        </a:p>
      </dgm:t>
    </dgm:pt>
    <dgm:pt modelId="{59A37177-B2AD-4E74-8B5F-C13D032A71F9}" type="parTrans" cxnId="{88C9CD93-FD26-49E4-8484-19FF6CA69259}">
      <dgm:prSet/>
      <dgm:spPr/>
      <dgm:t>
        <a:bodyPr/>
        <a:lstStyle/>
        <a:p>
          <a:endParaRPr lang="en-US"/>
        </a:p>
      </dgm:t>
    </dgm:pt>
    <dgm:pt modelId="{F6C235A8-650C-4F0C-B87B-FFB82BE02864}" type="sibTrans" cxnId="{88C9CD93-FD26-49E4-8484-19FF6CA69259}">
      <dgm:prSet/>
      <dgm:spPr/>
      <dgm:t>
        <a:bodyPr/>
        <a:lstStyle/>
        <a:p>
          <a:endParaRPr lang="en-US"/>
        </a:p>
      </dgm:t>
    </dgm:pt>
    <dgm:pt modelId="{F93C79C0-C313-4086-8042-7AC32828F945}">
      <dgm:prSet/>
      <dgm:spPr/>
      <dgm:t>
        <a:bodyPr/>
        <a:lstStyle/>
        <a:p>
          <a:pPr>
            <a:lnSpc>
              <a:spcPct val="100000"/>
            </a:lnSpc>
          </a:pPr>
          <a:r>
            <a:rPr lang="en-US"/>
            <a:t>resulting in higher fees</a:t>
          </a:r>
        </a:p>
      </dgm:t>
    </dgm:pt>
    <dgm:pt modelId="{4B42E8AD-BB55-474B-9A34-8083722FD451}" type="parTrans" cxnId="{EC5E4A26-B250-48A5-A303-6F5DBCF5A275}">
      <dgm:prSet/>
      <dgm:spPr/>
      <dgm:t>
        <a:bodyPr/>
        <a:lstStyle/>
        <a:p>
          <a:endParaRPr lang="en-US"/>
        </a:p>
      </dgm:t>
    </dgm:pt>
    <dgm:pt modelId="{A833C9A0-26EC-42C8-A47A-C730416A3BDA}" type="sibTrans" cxnId="{EC5E4A26-B250-48A5-A303-6F5DBCF5A275}">
      <dgm:prSet/>
      <dgm:spPr/>
      <dgm:t>
        <a:bodyPr/>
        <a:lstStyle/>
        <a:p>
          <a:endParaRPr lang="en-US"/>
        </a:p>
      </dgm:t>
    </dgm:pt>
    <dgm:pt modelId="{4DC8E060-B285-4240-A90F-D5AE2FF1A21D}">
      <dgm:prSet/>
      <dgm:spPr/>
      <dgm:t>
        <a:bodyPr/>
        <a:lstStyle/>
        <a:p>
          <a:pPr>
            <a:lnSpc>
              <a:spcPct val="100000"/>
            </a:lnSpc>
          </a:pPr>
          <a:r>
            <a:rPr lang="en-US"/>
            <a:t>making free transactions a thing of the</a:t>
          </a:r>
          <a:r>
            <a:rPr lang="tr-TR"/>
            <a:t> </a:t>
          </a:r>
          <a:r>
            <a:rPr lang="en-US"/>
            <a:t>past</a:t>
          </a:r>
        </a:p>
      </dgm:t>
    </dgm:pt>
    <dgm:pt modelId="{1299BD66-A66D-40EF-8EBD-720B6C395C92}" type="parTrans" cxnId="{164C0BBB-B330-4881-8C9C-175FB64891CE}">
      <dgm:prSet/>
      <dgm:spPr/>
      <dgm:t>
        <a:bodyPr/>
        <a:lstStyle/>
        <a:p>
          <a:endParaRPr lang="en-US"/>
        </a:p>
      </dgm:t>
    </dgm:pt>
    <dgm:pt modelId="{5AAB7351-B3B4-4BAB-8831-96B249949AC9}" type="sibTrans" cxnId="{164C0BBB-B330-4881-8C9C-175FB64891CE}">
      <dgm:prSet/>
      <dgm:spPr/>
      <dgm:t>
        <a:bodyPr/>
        <a:lstStyle/>
        <a:p>
          <a:endParaRPr lang="en-US"/>
        </a:p>
      </dgm:t>
    </dgm:pt>
    <dgm:pt modelId="{B187A6DE-A994-40D7-99A0-8EF57B961A95}">
      <dgm:prSet/>
      <dgm:spPr/>
      <dgm:t>
        <a:bodyPr/>
        <a:lstStyle/>
        <a:p>
          <a:pPr>
            <a:lnSpc>
              <a:spcPct val="100000"/>
            </a:lnSpc>
            <a:defRPr b="1"/>
          </a:pPr>
          <a:r>
            <a:rPr lang="tr-TR"/>
            <a:t>Not </a:t>
          </a:r>
          <a:r>
            <a:rPr lang="tr-TR" err="1"/>
            <a:t>minded</a:t>
          </a:r>
          <a:r>
            <a:rPr lang="tr-TR"/>
            <a:t> </a:t>
          </a:r>
          <a:r>
            <a:rPr lang="tr-TR" err="1"/>
            <a:t>transactions</a:t>
          </a:r>
          <a:endParaRPr lang="en-US"/>
        </a:p>
      </dgm:t>
    </dgm:pt>
    <dgm:pt modelId="{1818CE4C-36ED-4C41-AD2E-A07887BFFEFF}" type="parTrans" cxnId="{06345509-4510-4F68-86A5-C9718B79BF46}">
      <dgm:prSet/>
      <dgm:spPr/>
      <dgm:t>
        <a:bodyPr/>
        <a:lstStyle/>
        <a:p>
          <a:endParaRPr lang="en-US"/>
        </a:p>
      </dgm:t>
    </dgm:pt>
    <dgm:pt modelId="{FC75AA3B-9642-4A85-AFC5-3D6130D97241}" type="sibTrans" cxnId="{06345509-4510-4F68-86A5-C9718B79BF46}">
      <dgm:prSet/>
      <dgm:spPr/>
      <dgm:t>
        <a:bodyPr/>
        <a:lstStyle/>
        <a:p>
          <a:endParaRPr lang="en-US"/>
        </a:p>
      </dgm:t>
    </dgm:pt>
    <dgm:pt modelId="{33737BC1-688C-48F0-8853-7C60E22B7889}">
      <dgm:prSet/>
      <dgm:spPr/>
      <dgm:t>
        <a:bodyPr/>
        <a:lstStyle/>
        <a:p>
          <a:pPr>
            <a:lnSpc>
              <a:spcPct val="100000"/>
            </a:lnSpc>
          </a:pPr>
          <a:r>
            <a:rPr lang="en-US"/>
            <a:t>rarely get mined</a:t>
          </a:r>
        </a:p>
      </dgm:t>
    </dgm:pt>
    <dgm:pt modelId="{57DA6C62-19F3-476A-A6A1-41E341591475}" type="parTrans" cxnId="{76CC8046-064F-418E-86A2-EDEC16A4B6DB}">
      <dgm:prSet/>
      <dgm:spPr/>
      <dgm:t>
        <a:bodyPr/>
        <a:lstStyle/>
        <a:p>
          <a:endParaRPr lang="en-US"/>
        </a:p>
      </dgm:t>
    </dgm:pt>
    <dgm:pt modelId="{0B16CB55-8737-44FF-B410-E2D24B7FB7EA}" type="sibTrans" cxnId="{76CC8046-064F-418E-86A2-EDEC16A4B6DB}">
      <dgm:prSet/>
      <dgm:spPr/>
      <dgm:t>
        <a:bodyPr/>
        <a:lstStyle/>
        <a:p>
          <a:endParaRPr lang="en-US"/>
        </a:p>
      </dgm:t>
    </dgm:pt>
    <dgm:pt modelId="{B9DF0644-DE39-4F2B-A3BC-FB224A7EA397}">
      <dgm:prSet/>
      <dgm:spPr/>
      <dgm:t>
        <a:bodyPr/>
        <a:lstStyle/>
        <a:p>
          <a:pPr>
            <a:lnSpc>
              <a:spcPct val="100000"/>
            </a:lnSpc>
          </a:pPr>
          <a:r>
            <a:rPr lang="en-US"/>
            <a:t>even be propagated across the network.</a:t>
          </a:r>
        </a:p>
      </dgm:t>
    </dgm:pt>
    <dgm:pt modelId="{32DECA68-716F-4CB6-9ED6-0BBC9DD97123}" type="parTrans" cxnId="{1F05B10B-3E93-4CD4-AD2F-8ED187A990CE}">
      <dgm:prSet/>
      <dgm:spPr/>
      <dgm:t>
        <a:bodyPr/>
        <a:lstStyle/>
        <a:p>
          <a:endParaRPr lang="en-US"/>
        </a:p>
      </dgm:t>
    </dgm:pt>
    <dgm:pt modelId="{AF48D900-6363-4B16-AD06-9DBCB8A2BD4E}" type="sibTrans" cxnId="{1F05B10B-3E93-4CD4-AD2F-8ED187A990CE}">
      <dgm:prSet/>
      <dgm:spPr/>
      <dgm:t>
        <a:bodyPr/>
        <a:lstStyle/>
        <a:p>
          <a:endParaRPr lang="en-US"/>
        </a:p>
      </dgm:t>
    </dgm:pt>
    <dgm:pt modelId="{3AB61BCE-D5BB-4F88-87D3-E50EABC1368C}">
      <dgm:prSet/>
      <dgm:spPr/>
      <dgm:t>
        <a:bodyPr/>
        <a:lstStyle/>
        <a:p>
          <a:pPr>
            <a:lnSpc>
              <a:spcPct val="100000"/>
            </a:lnSpc>
          </a:pPr>
          <a:r>
            <a:rPr lang="en-US"/>
            <a:t>network capacity</a:t>
          </a:r>
        </a:p>
      </dgm:t>
    </dgm:pt>
    <dgm:pt modelId="{7DE8BA7B-308D-414E-B27C-51EF6A5BA5FD}" type="parTrans" cxnId="{198D8FF4-72FF-4416-B12B-ABA1E4AA1FE5}">
      <dgm:prSet/>
      <dgm:spPr/>
      <dgm:t>
        <a:bodyPr/>
        <a:lstStyle/>
        <a:p>
          <a:endParaRPr lang="en-US"/>
        </a:p>
      </dgm:t>
    </dgm:pt>
    <dgm:pt modelId="{5AB8C921-5EB5-472D-8955-45787D405A1E}" type="sibTrans" cxnId="{198D8FF4-72FF-4416-B12B-ABA1E4AA1FE5}">
      <dgm:prSet/>
      <dgm:spPr/>
      <dgm:t>
        <a:bodyPr/>
        <a:lstStyle/>
        <a:p>
          <a:endParaRPr lang="en-US"/>
        </a:p>
      </dgm:t>
    </dgm:pt>
    <dgm:pt modelId="{2835F08C-D18B-4E43-B70A-65035655A36E}">
      <dgm:prSet/>
      <dgm:spPr/>
      <dgm:t>
        <a:bodyPr/>
        <a:lstStyle/>
        <a:p>
          <a:pPr>
            <a:lnSpc>
              <a:spcPct val="100000"/>
            </a:lnSpc>
          </a:pPr>
          <a:r>
            <a:rPr lang="en-US"/>
            <a:t>, transaction fees were fixed</a:t>
          </a:r>
        </a:p>
      </dgm:t>
    </dgm:pt>
    <dgm:pt modelId="{6D777A20-31BD-4F06-8B11-81AACDEE03D3}" type="parTrans" cxnId="{0F7972BD-E73E-4135-856E-FE0DD90A63AB}">
      <dgm:prSet/>
      <dgm:spPr/>
      <dgm:t>
        <a:bodyPr/>
        <a:lstStyle/>
        <a:p>
          <a:endParaRPr lang="en-US"/>
        </a:p>
      </dgm:t>
    </dgm:pt>
    <dgm:pt modelId="{C6A2EE7C-80EF-4EB4-8121-F1573D524DA4}" type="sibTrans" cxnId="{0F7972BD-E73E-4135-856E-FE0DD90A63AB}">
      <dgm:prSet/>
      <dgm:spPr/>
      <dgm:t>
        <a:bodyPr/>
        <a:lstStyle/>
        <a:p>
          <a:endParaRPr lang="en-US"/>
        </a:p>
      </dgm:t>
    </dgm:pt>
    <dgm:pt modelId="{2FFD5835-5ED0-456B-9774-22C083FDDAD5}">
      <dgm:prSet/>
      <dgm:spPr/>
      <dgm:t>
        <a:bodyPr/>
        <a:lstStyle/>
        <a:p>
          <a:pPr>
            <a:lnSpc>
              <a:spcPct val="100000"/>
            </a:lnSpc>
          </a:pPr>
          <a:r>
            <a:rPr lang="en-US"/>
            <a:t>influenced by</a:t>
          </a:r>
          <a:r>
            <a:rPr lang="tr-TR"/>
            <a:t> </a:t>
          </a:r>
          <a:r>
            <a:rPr lang="en-US"/>
            <a:t>market forces </a:t>
          </a:r>
        </a:p>
      </dgm:t>
    </dgm:pt>
    <dgm:pt modelId="{7CE8C87E-158A-4F9F-9C35-F1BA7929A3C1}" type="parTrans" cxnId="{6F4C0A92-5205-475B-8753-FAFE6907C06F}">
      <dgm:prSet/>
      <dgm:spPr/>
      <dgm:t>
        <a:bodyPr/>
        <a:lstStyle/>
        <a:p>
          <a:endParaRPr lang="en-US"/>
        </a:p>
      </dgm:t>
    </dgm:pt>
    <dgm:pt modelId="{AC688363-60BF-48E7-8B37-9E4EF4619AFC}" type="sibTrans" cxnId="{6F4C0A92-5205-475B-8753-FAFE6907C06F}">
      <dgm:prSet/>
      <dgm:spPr/>
      <dgm:t>
        <a:bodyPr/>
        <a:lstStyle/>
        <a:p>
          <a:endParaRPr lang="en-US"/>
        </a:p>
      </dgm:t>
    </dgm:pt>
    <dgm:pt modelId="{5496D335-8788-440A-8CD1-987AEA848913}">
      <dgm:prSet/>
      <dgm:spPr/>
      <dgm:t>
        <a:bodyPr/>
        <a:lstStyle/>
        <a:p>
          <a:pPr>
            <a:lnSpc>
              <a:spcPct val="100000"/>
            </a:lnSpc>
          </a:pPr>
          <a:r>
            <a:rPr lang="en-US"/>
            <a:t>constant</a:t>
          </a:r>
          <a:r>
            <a:rPr lang="tr-TR"/>
            <a:t> </a:t>
          </a:r>
          <a:r>
            <a:rPr lang="en-US"/>
            <a:t>across the network. </a:t>
          </a:r>
        </a:p>
      </dgm:t>
    </dgm:pt>
    <dgm:pt modelId="{C133B9AC-3ED8-4CCC-A344-50694BE61FB7}" type="parTrans" cxnId="{D1CBE638-C98B-46EA-B959-CA30472C2F92}">
      <dgm:prSet/>
      <dgm:spPr/>
      <dgm:t>
        <a:bodyPr/>
        <a:lstStyle/>
        <a:p>
          <a:endParaRPr lang="tr-TR"/>
        </a:p>
      </dgm:t>
    </dgm:pt>
    <dgm:pt modelId="{2E05ED76-546D-45B3-81CD-8724E20FAA1A}" type="sibTrans" cxnId="{D1CBE638-C98B-46EA-B959-CA30472C2F92}">
      <dgm:prSet/>
      <dgm:spPr/>
      <dgm:t>
        <a:bodyPr/>
        <a:lstStyle/>
        <a:p>
          <a:endParaRPr lang="tr-TR"/>
        </a:p>
      </dgm:t>
    </dgm:pt>
    <dgm:pt modelId="{245CE594-A151-4D4F-B32F-AD9AFF197250}">
      <dgm:prSet/>
      <dgm:spPr/>
      <dgm:t>
        <a:bodyPr/>
        <a:lstStyle/>
        <a:p>
          <a:pPr>
            <a:lnSpc>
              <a:spcPct val="100000"/>
            </a:lnSpc>
          </a:pPr>
          <a:r>
            <a:rPr lang="en-US"/>
            <a:t>transaction volume</a:t>
          </a:r>
        </a:p>
      </dgm:t>
    </dgm:pt>
    <dgm:pt modelId="{293D0F9A-B9EE-4550-95E5-BD7689BED2CB}" type="parTrans" cxnId="{C435C8B5-423A-43B0-84CE-F7A995F43C34}">
      <dgm:prSet/>
      <dgm:spPr/>
      <dgm:t>
        <a:bodyPr/>
        <a:lstStyle/>
        <a:p>
          <a:endParaRPr lang="tr-TR"/>
        </a:p>
      </dgm:t>
    </dgm:pt>
    <dgm:pt modelId="{294DF0BB-3963-49A3-B264-83E5F91CB6A1}" type="sibTrans" cxnId="{C435C8B5-423A-43B0-84CE-F7A995F43C34}">
      <dgm:prSet/>
      <dgm:spPr/>
      <dgm:t>
        <a:bodyPr/>
        <a:lstStyle/>
        <a:p>
          <a:endParaRPr lang="tr-TR"/>
        </a:p>
      </dgm:t>
    </dgm:pt>
    <dgm:pt modelId="{994AF3CC-A72D-421A-8963-8924F7AF9D8A}">
      <dgm:prSet/>
      <dgm:spPr/>
      <dgm:t>
        <a:bodyPr/>
        <a:lstStyle/>
        <a:p>
          <a:pPr>
            <a:lnSpc>
              <a:spcPct val="100000"/>
            </a:lnSpc>
          </a:pPr>
          <a:r>
            <a:rPr lang="en-US"/>
            <a:t>Zero fee or very low fee transactions</a:t>
          </a:r>
        </a:p>
      </dgm:t>
    </dgm:pt>
    <dgm:pt modelId="{088D8DDE-B256-4724-9B6A-F9AF96CCDA36}" type="parTrans" cxnId="{C99294A0-052A-489F-A6A0-0CBFE7527AD2}">
      <dgm:prSet/>
      <dgm:spPr/>
      <dgm:t>
        <a:bodyPr/>
        <a:lstStyle/>
        <a:p>
          <a:endParaRPr lang="tr-TR"/>
        </a:p>
      </dgm:t>
    </dgm:pt>
    <dgm:pt modelId="{47B88F1E-A243-499F-966E-34C8BECB0833}" type="sibTrans" cxnId="{C99294A0-052A-489F-A6A0-0CBFE7527AD2}">
      <dgm:prSet/>
      <dgm:spPr/>
      <dgm:t>
        <a:bodyPr/>
        <a:lstStyle/>
        <a:p>
          <a:endParaRPr lang="tr-TR"/>
        </a:p>
      </dgm:t>
    </dgm:pt>
    <dgm:pt modelId="{D2DD4397-56A5-43A3-8341-37BBFD8DA468}" type="pres">
      <dgm:prSet presAssocID="{47C294B3-3B96-4118-A381-55ED9C5F3806}" presName="root" presStyleCnt="0">
        <dgm:presLayoutVars>
          <dgm:dir/>
          <dgm:resizeHandles val="exact"/>
        </dgm:presLayoutVars>
      </dgm:prSet>
      <dgm:spPr/>
    </dgm:pt>
    <dgm:pt modelId="{DFEA5ED1-877D-4692-AFBB-693DFED922AB}" type="pres">
      <dgm:prSet presAssocID="{916F5B83-6689-4CC5-B538-D0894A3F91D2}" presName="compNode" presStyleCnt="0"/>
      <dgm:spPr/>
    </dgm:pt>
    <dgm:pt modelId="{04D38989-0E2F-4A8B-AC7F-BD2A125B4414}" type="pres">
      <dgm:prSet presAssocID="{916F5B83-6689-4CC5-B538-D0894A3F91D2}" presName="iconRect" presStyleLbl="node1" presStyleIdx="0" presStyleCnt="4"/>
      <dgm:spPr>
        <a:blipFill>
          <a:blip xmlns:r="http://schemas.openxmlformats.org/officeDocument/2006/relationships" r:embed="rId1" cstate="email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2"/>
              </a:ext>
            </a:extLst>
          </a:blip>
          <a:stretch>
            <a:fillRect/>
          </a:stretch>
        </a:blipFill>
        <a:ln>
          <a:noFill/>
        </a:ln>
      </dgm:spPr>
      <dgm:extLst>
        <a:ext uri="{E40237B7-FDA0-4F09-8148-C483321AD2D9}">
          <dgm14:cNvPr xmlns:dgm14="http://schemas.microsoft.com/office/drawing/2010/diagram" id="0" name="" descr="Bitcoin"/>
        </a:ext>
      </dgm:extLst>
    </dgm:pt>
    <dgm:pt modelId="{1A1DC3B6-5307-4E76-A9A4-173B63874A99}" type="pres">
      <dgm:prSet presAssocID="{916F5B83-6689-4CC5-B538-D0894A3F91D2}" presName="iconSpace" presStyleCnt="0"/>
      <dgm:spPr/>
    </dgm:pt>
    <dgm:pt modelId="{4660023B-D0C5-4934-B25A-2C5AA499A7AE}" type="pres">
      <dgm:prSet presAssocID="{916F5B83-6689-4CC5-B538-D0894A3F91D2}" presName="parTx" presStyleLbl="revTx" presStyleIdx="0" presStyleCnt="8">
        <dgm:presLayoutVars>
          <dgm:chMax val="0"/>
          <dgm:chPref val="0"/>
        </dgm:presLayoutVars>
      </dgm:prSet>
      <dgm:spPr/>
    </dgm:pt>
    <dgm:pt modelId="{5F8CB7D8-6B72-4F60-B838-736A7BAB53FB}" type="pres">
      <dgm:prSet presAssocID="{916F5B83-6689-4CC5-B538-D0894A3F91D2}" presName="txSpace" presStyleCnt="0"/>
      <dgm:spPr/>
    </dgm:pt>
    <dgm:pt modelId="{74B08B75-C82D-49F0-A1AC-6A3140A50BB4}" type="pres">
      <dgm:prSet presAssocID="{916F5B83-6689-4CC5-B538-D0894A3F91D2}" presName="desTx" presStyleLbl="revTx" presStyleIdx="1" presStyleCnt="8">
        <dgm:presLayoutVars/>
      </dgm:prSet>
      <dgm:spPr/>
    </dgm:pt>
    <dgm:pt modelId="{01F38DD1-7083-4E8C-97D7-C2D00D92DABE}" type="pres">
      <dgm:prSet presAssocID="{FDC9B104-7033-4043-B0B8-1976C548A524}" presName="sibTrans" presStyleCnt="0"/>
      <dgm:spPr/>
    </dgm:pt>
    <dgm:pt modelId="{76053F8D-3234-4612-9743-6EE215E2728F}" type="pres">
      <dgm:prSet presAssocID="{B2F1D2D7-FA9C-424F-8994-8EF56D3BCEC9}" presName="compNode" presStyleCnt="0"/>
      <dgm:spPr/>
    </dgm:pt>
    <dgm:pt modelId="{83982031-6D75-414B-ABC5-2C4256AB473A}" type="pres">
      <dgm:prSet presAssocID="{B2F1D2D7-FA9C-424F-8994-8EF56D3BCEC9}" presName="iconRect" presStyleLbl="node1" presStyleIdx="1" presStyleCnt="4"/>
      <dgm:spPr>
        <a:blipFill>
          <a:blip xmlns:r="http://schemas.openxmlformats.org/officeDocument/2006/relationships" r:embed="rId3" cstate="email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4"/>
              </a:ext>
            </a:extLst>
          </a:blip>
          <a:stretch>
            <a:fillRect/>
          </a:stretch>
        </a:blipFill>
        <a:ln>
          <a:noFill/>
        </a:ln>
      </dgm:spPr>
      <dgm:extLst>
        <a:ext uri="{E40237B7-FDA0-4F09-8148-C483321AD2D9}">
          <dgm14:cNvPr xmlns:dgm14="http://schemas.microsoft.com/office/drawing/2010/diagram" id="0" name="" descr="Upward trend"/>
        </a:ext>
      </dgm:extLst>
    </dgm:pt>
    <dgm:pt modelId="{1A89DE68-F074-4D95-8712-CB4010311279}" type="pres">
      <dgm:prSet presAssocID="{B2F1D2D7-FA9C-424F-8994-8EF56D3BCEC9}" presName="iconSpace" presStyleCnt="0"/>
      <dgm:spPr/>
    </dgm:pt>
    <dgm:pt modelId="{441EC925-89F6-43E9-BFDF-2E065F549F11}" type="pres">
      <dgm:prSet presAssocID="{B2F1D2D7-FA9C-424F-8994-8EF56D3BCEC9}" presName="parTx" presStyleLbl="revTx" presStyleIdx="2" presStyleCnt="8">
        <dgm:presLayoutVars>
          <dgm:chMax val="0"/>
          <dgm:chPref val="0"/>
        </dgm:presLayoutVars>
      </dgm:prSet>
      <dgm:spPr/>
    </dgm:pt>
    <dgm:pt modelId="{1D3BFE8F-DFAC-4969-A5F5-39239C895F62}" type="pres">
      <dgm:prSet presAssocID="{B2F1D2D7-FA9C-424F-8994-8EF56D3BCEC9}" presName="txSpace" presStyleCnt="0"/>
      <dgm:spPr/>
    </dgm:pt>
    <dgm:pt modelId="{E7BAF01A-B961-49D2-BA9F-09F458B3434C}" type="pres">
      <dgm:prSet presAssocID="{B2F1D2D7-FA9C-424F-8994-8EF56D3BCEC9}" presName="desTx" presStyleLbl="revTx" presStyleIdx="3" presStyleCnt="8">
        <dgm:presLayoutVars/>
      </dgm:prSet>
      <dgm:spPr/>
    </dgm:pt>
    <dgm:pt modelId="{A8ACF5A9-AC26-460C-A9D0-232F752FBF81}" type="pres">
      <dgm:prSet presAssocID="{4208DB9C-EC2E-4B7C-A71A-CF5FEF2395EF}" presName="sibTrans" presStyleCnt="0"/>
      <dgm:spPr/>
    </dgm:pt>
    <dgm:pt modelId="{BA683CE4-90C0-46A8-959D-D7D505DB8024}" type="pres">
      <dgm:prSet presAssocID="{BC364F13-1302-4D32-A984-0F857FDA8794}" presName="compNode" presStyleCnt="0"/>
      <dgm:spPr/>
    </dgm:pt>
    <dgm:pt modelId="{52595DB7-2B67-4502-8782-6C46CC1A5FD3}" type="pres">
      <dgm:prSet presAssocID="{BC364F13-1302-4D32-A984-0F857FDA8794}" presName="iconRect" presStyleLbl="node1" presStyleIdx="2" presStyleCnt="4"/>
      <dgm:spPr>
        <a:blipFill>
          <a:blip xmlns:r="http://schemas.openxmlformats.org/officeDocument/2006/relationships" r:embed="rId5" cstate="email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6"/>
              </a:ext>
            </a:extLst>
          </a:blip>
          <a:stretch>
            <a:fillRect/>
          </a:stretch>
        </a:blipFill>
        <a:ln>
          <a:noFill/>
        </a:ln>
      </dgm:spPr>
      <dgm:extLst>
        <a:ext uri="{E40237B7-FDA0-4F09-8148-C483321AD2D9}">
          <dgm14:cNvPr xmlns:dgm14="http://schemas.microsoft.com/office/drawing/2010/diagram" id="0" name="" descr="Business Growth"/>
        </a:ext>
      </dgm:extLst>
    </dgm:pt>
    <dgm:pt modelId="{ED9BD92F-3738-4682-AFE2-92AE9C984EAF}" type="pres">
      <dgm:prSet presAssocID="{BC364F13-1302-4D32-A984-0F857FDA8794}" presName="iconSpace" presStyleCnt="0"/>
      <dgm:spPr/>
    </dgm:pt>
    <dgm:pt modelId="{929E568E-7A60-48D2-89C0-0F9ED9CCD3BB}" type="pres">
      <dgm:prSet presAssocID="{BC364F13-1302-4D32-A984-0F857FDA8794}" presName="parTx" presStyleLbl="revTx" presStyleIdx="4" presStyleCnt="8">
        <dgm:presLayoutVars>
          <dgm:chMax val="0"/>
          <dgm:chPref val="0"/>
        </dgm:presLayoutVars>
      </dgm:prSet>
      <dgm:spPr/>
    </dgm:pt>
    <dgm:pt modelId="{BD77EE1E-51AC-4C33-AB81-E405A4E14A41}" type="pres">
      <dgm:prSet presAssocID="{BC364F13-1302-4D32-A984-0F857FDA8794}" presName="txSpace" presStyleCnt="0"/>
      <dgm:spPr/>
    </dgm:pt>
    <dgm:pt modelId="{92781CE3-ABB8-4D0C-8D62-58C70071DF12}" type="pres">
      <dgm:prSet presAssocID="{BC364F13-1302-4D32-A984-0F857FDA8794}" presName="desTx" presStyleLbl="revTx" presStyleIdx="5" presStyleCnt="8">
        <dgm:presLayoutVars/>
      </dgm:prSet>
      <dgm:spPr/>
    </dgm:pt>
    <dgm:pt modelId="{2BB76CA1-C709-442A-8911-1CD536424683}" type="pres">
      <dgm:prSet presAssocID="{2B28C030-D842-4589-828F-84320BBBE05B}" presName="sibTrans" presStyleCnt="0"/>
      <dgm:spPr/>
    </dgm:pt>
    <dgm:pt modelId="{601EAD3C-CBAA-4DB8-A35F-7FCB6BBFC4A7}" type="pres">
      <dgm:prSet presAssocID="{B187A6DE-A994-40D7-99A0-8EF57B961A95}" presName="compNode" presStyleCnt="0"/>
      <dgm:spPr/>
    </dgm:pt>
    <dgm:pt modelId="{CFA2B9BC-A2DE-47DF-981E-C238C5E746C9}" type="pres">
      <dgm:prSet presAssocID="{B187A6DE-A994-40D7-99A0-8EF57B961A95}" presName="iconRect" presStyleLbl="node1" presStyleIdx="3" presStyleCnt="4"/>
      <dgm:spPr>
        <a:blipFill>
          <a:blip xmlns:r="http://schemas.openxmlformats.org/officeDocument/2006/relationships" r:embed="rId7" cstate="email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8"/>
              </a:ext>
            </a:extLst>
          </a:blip>
          <a:srcRect/>
          <a:stretch>
            <a:fillRect/>
          </a:stretch>
        </a:blipFill>
        <a:ln>
          <a:noFill/>
        </a:ln>
      </dgm:spPr>
      <dgm:extLst>
        <a:ext uri="{E40237B7-FDA0-4F09-8148-C483321AD2D9}">
          <dgm14:cNvPr xmlns:dgm14="http://schemas.microsoft.com/office/drawing/2010/diagram" id="0" name="" descr="Madencilik araçları"/>
        </a:ext>
      </dgm:extLst>
    </dgm:pt>
    <dgm:pt modelId="{28FDAEE0-B973-4A28-B473-F638F13419B6}" type="pres">
      <dgm:prSet presAssocID="{B187A6DE-A994-40D7-99A0-8EF57B961A95}" presName="iconSpace" presStyleCnt="0"/>
      <dgm:spPr/>
    </dgm:pt>
    <dgm:pt modelId="{7472DA41-E0E0-488B-B65C-423D3B337D07}" type="pres">
      <dgm:prSet presAssocID="{B187A6DE-A994-40D7-99A0-8EF57B961A95}" presName="parTx" presStyleLbl="revTx" presStyleIdx="6" presStyleCnt="8">
        <dgm:presLayoutVars>
          <dgm:chMax val="0"/>
          <dgm:chPref val="0"/>
        </dgm:presLayoutVars>
      </dgm:prSet>
      <dgm:spPr/>
    </dgm:pt>
    <dgm:pt modelId="{E3F4CCF9-C5C6-43A7-B050-1613A1551EF0}" type="pres">
      <dgm:prSet presAssocID="{B187A6DE-A994-40D7-99A0-8EF57B961A95}" presName="txSpace" presStyleCnt="0"/>
      <dgm:spPr/>
    </dgm:pt>
    <dgm:pt modelId="{A8FE9EEC-9284-43A1-945F-08E19E51DCA0}" type="pres">
      <dgm:prSet presAssocID="{B187A6DE-A994-40D7-99A0-8EF57B961A95}" presName="desTx" presStyleLbl="revTx" presStyleIdx="7" presStyleCnt="8">
        <dgm:presLayoutVars/>
      </dgm:prSet>
      <dgm:spPr/>
    </dgm:pt>
  </dgm:ptLst>
  <dgm:cxnLst>
    <dgm:cxn modelId="{06345509-4510-4F68-86A5-C9718B79BF46}" srcId="{47C294B3-3B96-4118-A381-55ED9C5F3806}" destId="{B187A6DE-A994-40D7-99A0-8EF57B961A95}" srcOrd="3" destOrd="0" parTransId="{1818CE4C-36ED-4C41-AD2E-A07887BFFEFF}" sibTransId="{FC75AA3B-9642-4A85-AFC5-3D6130D97241}"/>
    <dgm:cxn modelId="{1F05B10B-3E93-4CD4-AD2F-8ED187A990CE}" srcId="{B187A6DE-A994-40D7-99A0-8EF57B961A95}" destId="{B9DF0644-DE39-4F2B-A3BC-FB224A7EA397}" srcOrd="2" destOrd="0" parTransId="{32DECA68-716F-4CB6-9ED6-0BBC9DD97123}" sibTransId="{AF48D900-6363-4B16-AD06-9DBCB8A2BD4E}"/>
    <dgm:cxn modelId="{43E28810-7968-410E-B110-16D945DC854E}" srcId="{47C294B3-3B96-4118-A381-55ED9C5F3806}" destId="{B2F1D2D7-FA9C-424F-8994-8EF56D3BCEC9}" srcOrd="1" destOrd="0" parTransId="{8E35FF33-8CD2-4B02-8A91-5952CC643D94}" sibTransId="{4208DB9C-EC2E-4B7C-A71A-CF5FEF2395EF}"/>
    <dgm:cxn modelId="{62F3CE16-72F7-4249-8844-1A0ABCB12B05}" type="presOf" srcId="{F93C79C0-C313-4086-8042-7AC32828F945}" destId="{92781CE3-ABB8-4D0C-8D62-58C70071DF12}" srcOrd="0" destOrd="1" presId="urn:microsoft.com/office/officeart/2018/5/layout/CenteredIconLabelDescriptionList"/>
    <dgm:cxn modelId="{013B401E-A522-413C-8B9C-93F74125654E}" srcId="{47C294B3-3B96-4118-A381-55ED9C5F3806}" destId="{BC364F13-1302-4D32-A984-0F857FDA8794}" srcOrd="2" destOrd="0" parTransId="{18AAF898-7BEA-43AC-B368-80AD1BF61C60}" sibTransId="{2B28C030-D842-4589-828F-84320BBBE05B}"/>
    <dgm:cxn modelId="{430AF721-ED88-4716-9C3B-837D7800D012}" type="presOf" srcId="{2FFD5835-5ED0-456B-9774-22C083FDDAD5}" destId="{E7BAF01A-B961-49D2-BA9F-09F458B3434C}" srcOrd="0" destOrd="0" presId="urn:microsoft.com/office/officeart/2018/5/layout/CenteredIconLabelDescriptionList"/>
    <dgm:cxn modelId="{EC5E4A26-B250-48A5-A303-6F5DBCF5A275}" srcId="{BC364F13-1302-4D32-A984-0F857FDA8794}" destId="{F93C79C0-C313-4086-8042-7AC32828F945}" srcOrd="1" destOrd="0" parTransId="{4B42E8AD-BB55-474B-9A34-8083722FD451}" sibTransId="{A833C9A0-26EC-42C8-A47A-C730416A3BDA}"/>
    <dgm:cxn modelId="{FF5EB829-2704-4769-AA9D-4E252D4FB925}" type="presOf" srcId="{BC364F13-1302-4D32-A984-0F857FDA8794}" destId="{929E568E-7A60-48D2-89C0-0F9ED9CCD3BB}" srcOrd="0" destOrd="0" presId="urn:microsoft.com/office/officeart/2018/5/layout/CenteredIconLabelDescriptionList"/>
    <dgm:cxn modelId="{D1CBE638-C98B-46EA-B959-CA30472C2F92}" srcId="{916F5B83-6689-4CC5-B538-D0894A3F91D2}" destId="{5496D335-8788-440A-8CD1-987AEA848913}" srcOrd="1" destOrd="0" parTransId="{C133B9AC-3ED8-4CCC-A344-50694BE61FB7}" sibTransId="{2E05ED76-546D-45B3-81CD-8724E20FAA1A}"/>
    <dgm:cxn modelId="{556D1F3B-93F0-4ABE-B1CE-5D394979527B}" type="presOf" srcId="{4DC8E060-B285-4240-A90F-D5AE2FF1A21D}" destId="{92781CE3-ABB8-4D0C-8D62-58C70071DF12}" srcOrd="0" destOrd="2" presId="urn:microsoft.com/office/officeart/2018/5/layout/CenteredIconLabelDescriptionList"/>
    <dgm:cxn modelId="{A3B77B45-EBDB-4F8E-8A82-892268735F12}" type="presOf" srcId="{3AB61BCE-D5BB-4F88-87D3-E50EABC1368C}" destId="{E7BAF01A-B961-49D2-BA9F-09F458B3434C}" srcOrd="0" destOrd="1" presId="urn:microsoft.com/office/officeart/2018/5/layout/CenteredIconLabelDescriptionList"/>
    <dgm:cxn modelId="{D3CA3746-40D4-4B35-B789-DA23517C5B29}" type="presOf" srcId="{B9DF0644-DE39-4F2B-A3BC-FB224A7EA397}" destId="{A8FE9EEC-9284-43A1-945F-08E19E51DCA0}" srcOrd="0" destOrd="2" presId="urn:microsoft.com/office/officeart/2018/5/layout/CenteredIconLabelDescriptionList"/>
    <dgm:cxn modelId="{76CC8046-064F-418E-86A2-EDEC16A4B6DB}" srcId="{B187A6DE-A994-40D7-99A0-8EF57B961A95}" destId="{33737BC1-688C-48F0-8853-7C60E22B7889}" srcOrd="1" destOrd="0" parTransId="{57DA6C62-19F3-476A-A6A1-41E341591475}" sibTransId="{0B16CB55-8737-44FF-B410-E2D24B7FB7EA}"/>
    <dgm:cxn modelId="{8E72F54A-29F1-4426-B4E5-3A72D5CB0E0B}" type="presOf" srcId="{245CE594-A151-4D4F-B32F-AD9AFF197250}" destId="{E7BAF01A-B961-49D2-BA9F-09F458B3434C}" srcOrd="0" destOrd="2" presId="urn:microsoft.com/office/officeart/2018/5/layout/CenteredIconLabelDescriptionList"/>
    <dgm:cxn modelId="{11859B75-2306-4DC8-A6BC-82606461D236}" type="presOf" srcId="{079CFC47-43BB-4906-BB9D-2ACB00A48EC2}" destId="{92781CE3-ABB8-4D0C-8D62-58C70071DF12}" srcOrd="0" destOrd="0" presId="urn:microsoft.com/office/officeart/2018/5/layout/CenteredIconLabelDescriptionList"/>
    <dgm:cxn modelId="{12DE5A59-6393-447F-B414-F69DA79B16E2}" type="presOf" srcId="{B2F1D2D7-FA9C-424F-8994-8EF56D3BCEC9}" destId="{441EC925-89F6-43E9-BFDF-2E065F549F11}" srcOrd="0" destOrd="0" presId="urn:microsoft.com/office/officeart/2018/5/layout/CenteredIconLabelDescriptionList"/>
    <dgm:cxn modelId="{F57B8F82-4813-4B9E-82B6-0BE1E699FFDE}" type="presOf" srcId="{B187A6DE-A994-40D7-99A0-8EF57B961A95}" destId="{7472DA41-E0E0-488B-B65C-423D3B337D07}" srcOrd="0" destOrd="0" presId="urn:microsoft.com/office/officeart/2018/5/layout/CenteredIconLabelDescriptionList"/>
    <dgm:cxn modelId="{6F4C0A92-5205-475B-8753-FAFE6907C06F}" srcId="{B2F1D2D7-FA9C-424F-8994-8EF56D3BCEC9}" destId="{2FFD5835-5ED0-456B-9774-22C083FDDAD5}" srcOrd="0" destOrd="0" parTransId="{7CE8C87E-158A-4F9F-9C35-F1BA7929A3C1}" sibTransId="{AC688363-60BF-48E7-8B37-9E4EF4619AFC}"/>
    <dgm:cxn modelId="{88C9CD93-FD26-49E4-8484-19FF6CA69259}" srcId="{BC364F13-1302-4D32-A984-0F857FDA8794}" destId="{079CFC47-43BB-4906-BB9D-2ACB00A48EC2}" srcOrd="0" destOrd="0" parTransId="{59A37177-B2AD-4E74-8B5F-C13D032A71F9}" sibTransId="{F6C235A8-650C-4F0C-B87B-FFB82BE02864}"/>
    <dgm:cxn modelId="{3759B19F-BBA6-4007-8D4C-462421636A72}" type="presOf" srcId="{2835F08C-D18B-4E43-B70A-65035655A36E}" destId="{74B08B75-C82D-49F0-A1AC-6A3140A50BB4}" srcOrd="0" destOrd="0" presId="urn:microsoft.com/office/officeart/2018/5/layout/CenteredIconLabelDescriptionList"/>
    <dgm:cxn modelId="{C99294A0-052A-489F-A6A0-0CBFE7527AD2}" srcId="{B187A6DE-A994-40D7-99A0-8EF57B961A95}" destId="{994AF3CC-A72D-421A-8963-8924F7AF9D8A}" srcOrd="0" destOrd="0" parTransId="{088D8DDE-B256-4724-9B6A-F9AF96CCDA36}" sibTransId="{47B88F1E-A243-499F-966E-34C8BECB0833}"/>
    <dgm:cxn modelId="{75B905A6-FE81-48F7-992F-40F6F6B4F516}" type="presOf" srcId="{916F5B83-6689-4CC5-B538-D0894A3F91D2}" destId="{4660023B-D0C5-4934-B25A-2C5AA499A7AE}" srcOrd="0" destOrd="0" presId="urn:microsoft.com/office/officeart/2018/5/layout/CenteredIconLabelDescriptionList"/>
    <dgm:cxn modelId="{F244E8B3-AF9B-41AA-8CEB-1F927C0A3D9F}" type="presOf" srcId="{47C294B3-3B96-4118-A381-55ED9C5F3806}" destId="{D2DD4397-56A5-43A3-8341-37BBFD8DA468}" srcOrd="0" destOrd="0" presId="urn:microsoft.com/office/officeart/2018/5/layout/CenteredIconLabelDescriptionList"/>
    <dgm:cxn modelId="{C435C8B5-423A-43B0-84CE-F7A995F43C34}" srcId="{B2F1D2D7-FA9C-424F-8994-8EF56D3BCEC9}" destId="{245CE594-A151-4D4F-B32F-AD9AFF197250}" srcOrd="2" destOrd="0" parTransId="{293D0F9A-B9EE-4550-95E5-BD7689BED2CB}" sibTransId="{294DF0BB-3963-49A3-B264-83E5F91CB6A1}"/>
    <dgm:cxn modelId="{164C0BBB-B330-4881-8C9C-175FB64891CE}" srcId="{BC364F13-1302-4D32-A984-0F857FDA8794}" destId="{4DC8E060-B285-4240-A90F-D5AE2FF1A21D}" srcOrd="2" destOrd="0" parTransId="{1299BD66-A66D-40EF-8EBD-720B6C395C92}" sibTransId="{5AAB7351-B3B4-4BAB-8831-96B249949AC9}"/>
    <dgm:cxn modelId="{0F7972BD-E73E-4135-856E-FE0DD90A63AB}" srcId="{916F5B83-6689-4CC5-B538-D0894A3F91D2}" destId="{2835F08C-D18B-4E43-B70A-65035655A36E}" srcOrd="0" destOrd="0" parTransId="{6D777A20-31BD-4F06-8B11-81AACDEE03D3}" sibTransId="{C6A2EE7C-80EF-4EB4-8121-F1573D524DA4}"/>
    <dgm:cxn modelId="{846FCCD0-1513-4B4E-AC9D-308C8CEF9471}" type="presOf" srcId="{33737BC1-688C-48F0-8853-7C60E22B7889}" destId="{A8FE9EEC-9284-43A1-945F-08E19E51DCA0}" srcOrd="0" destOrd="1" presId="urn:microsoft.com/office/officeart/2018/5/layout/CenteredIconLabelDescriptionList"/>
    <dgm:cxn modelId="{04F421D5-8CBC-4340-9062-A7EE626A5D33}" type="presOf" srcId="{994AF3CC-A72D-421A-8963-8924F7AF9D8A}" destId="{A8FE9EEC-9284-43A1-945F-08E19E51DCA0}" srcOrd="0" destOrd="0" presId="urn:microsoft.com/office/officeart/2018/5/layout/CenteredIconLabelDescriptionList"/>
    <dgm:cxn modelId="{2C4E23E4-0C48-45C7-99E1-029F016E006F}" type="presOf" srcId="{5496D335-8788-440A-8CD1-987AEA848913}" destId="{74B08B75-C82D-49F0-A1AC-6A3140A50BB4}" srcOrd="0" destOrd="1" presId="urn:microsoft.com/office/officeart/2018/5/layout/CenteredIconLabelDescriptionList"/>
    <dgm:cxn modelId="{4CFE38E8-82AB-4DDB-AC4E-FCD83D3DCF0B}" srcId="{47C294B3-3B96-4118-A381-55ED9C5F3806}" destId="{916F5B83-6689-4CC5-B538-D0894A3F91D2}" srcOrd="0" destOrd="0" parTransId="{6911E0D3-0971-46D7-A0AA-EA35969939E5}" sibTransId="{FDC9B104-7033-4043-B0B8-1976C548A524}"/>
    <dgm:cxn modelId="{198D8FF4-72FF-4416-B12B-ABA1E4AA1FE5}" srcId="{B2F1D2D7-FA9C-424F-8994-8EF56D3BCEC9}" destId="{3AB61BCE-D5BB-4F88-87D3-E50EABC1368C}" srcOrd="1" destOrd="0" parTransId="{7DE8BA7B-308D-414E-B27C-51EF6A5BA5FD}" sibTransId="{5AB8C921-5EB5-472D-8955-45787D405A1E}"/>
    <dgm:cxn modelId="{FCBB0D04-DF1B-4B0E-BD07-7BC607D3C1B7}" type="presParOf" srcId="{D2DD4397-56A5-43A3-8341-37BBFD8DA468}" destId="{DFEA5ED1-877D-4692-AFBB-693DFED922AB}" srcOrd="0" destOrd="0" presId="urn:microsoft.com/office/officeart/2018/5/layout/CenteredIconLabelDescriptionList"/>
    <dgm:cxn modelId="{065E0631-E024-4F1C-940A-9BB8A65817F2}" type="presParOf" srcId="{DFEA5ED1-877D-4692-AFBB-693DFED922AB}" destId="{04D38989-0E2F-4A8B-AC7F-BD2A125B4414}" srcOrd="0" destOrd="0" presId="urn:microsoft.com/office/officeart/2018/5/layout/CenteredIconLabelDescriptionList"/>
    <dgm:cxn modelId="{FCB1DAD4-4AC2-4FE8-BB25-EAFB1D43FD67}" type="presParOf" srcId="{DFEA5ED1-877D-4692-AFBB-693DFED922AB}" destId="{1A1DC3B6-5307-4E76-A9A4-173B63874A99}" srcOrd="1" destOrd="0" presId="urn:microsoft.com/office/officeart/2018/5/layout/CenteredIconLabelDescriptionList"/>
    <dgm:cxn modelId="{E5D108DF-D490-47F4-831E-BD72C6709DE2}" type="presParOf" srcId="{DFEA5ED1-877D-4692-AFBB-693DFED922AB}" destId="{4660023B-D0C5-4934-B25A-2C5AA499A7AE}" srcOrd="2" destOrd="0" presId="urn:microsoft.com/office/officeart/2018/5/layout/CenteredIconLabelDescriptionList"/>
    <dgm:cxn modelId="{C5738BC2-4401-4B89-8E0B-ECAD77E67F90}" type="presParOf" srcId="{DFEA5ED1-877D-4692-AFBB-693DFED922AB}" destId="{5F8CB7D8-6B72-4F60-B838-736A7BAB53FB}" srcOrd="3" destOrd="0" presId="urn:microsoft.com/office/officeart/2018/5/layout/CenteredIconLabelDescriptionList"/>
    <dgm:cxn modelId="{3611EA9B-D07C-4E36-983E-75D98C693C83}" type="presParOf" srcId="{DFEA5ED1-877D-4692-AFBB-693DFED922AB}" destId="{74B08B75-C82D-49F0-A1AC-6A3140A50BB4}" srcOrd="4" destOrd="0" presId="urn:microsoft.com/office/officeart/2018/5/layout/CenteredIconLabelDescriptionList"/>
    <dgm:cxn modelId="{3D2D1691-FC07-40D7-8CF8-FEDB37B4A22C}" type="presParOf" srcId="{D2DD4397-56A5-43A3-8341-37BBFD8DA468}" destId="{01F38DD1-7083-4E8C-97D7-C2D00D92DABE}" srcOrd="1" destOrd="0" presId="urn:microsoft.com/office/officeart/2018/5/layout/CenteredIconLabelDescriptionList"/>
    <dgm:cxn modelId="{E964AF4A-22A0-4B72-B94C-76C708F8B6BC}" type="presParOf" srcId="{D2DD4397-56A5-43A3-8341-37BBFD8DA468}" destId="{76053F8D-3234-4612-9743-6EE215E2728F}" srcOrd="2" destOrd="0" presId="urn:microsoft.com/office/officeart/2018/5/layout/CenteredIconLabelDescriptionList"/>
    <dgm:cxn modelId="{FE28353F-CB3D-4A7B-AF5B-35C8F855194F}" type="presParOf" srcId="{76053F8D-3234-4612-9743-6EE215E2728F}" destId="{83982031-6D75-414B-ABC5-2C4256AB473A}" srcOrd="0" destOrd="0" presId="urn:microsoft.com/office/officeart/2018/5/layout/CenteredIconLabelDescriptionList"/>
    <dgm:cxn modelId="{9FEE9473-9C33-4159-94E0-BA86FE516E08}" type="presParOf" srcId="{76053F8D-3234-4612-9743-6EE215E2728F}" destId="{1A89DE68-F074-4D95-8712-CB4010311279}" srcOrd="1" destOrd="0" presId="urn:microsoft.com/office/officeart/2018/5/layout/CenteredIconLabelDescriptionList"/>
    <dgm:cxn modelId="{E645F483-E820-4F34-BD1E-03EC30AE773B}" type="presParOf" srcId="{76053F8D-3234-4612-9743-6EE215E2728F}" destId="{441EC925-89F6-43E9-BFDF-2E065F549F11}" srcOrd="2" destOrd="0" presId="urn:microsoft.com/office/officeart/2018/5/layout/CenteredIconLabelDescriptionList"/>
    <dgm:cxn modelId="{FE31AB42-DC53-4135-9A15-B1151906F302}" type="presParOf" srcId="{76053F8D-3234-4612-9743-6EE215E2728F}" destId="{1D3BFE8F-DFAC-4969-A5F5-39239C895F62}" srcOrd="3" destOrd="0" presId="urn:microsoft.com/office/officeart/2018/5/layout/CenteredIconLabelDescriptionList"/>
    <dgm:cxn modelId="{E362DBAC-8A45-4B7A-9A6F-191A4E836A98}" type="presParOf" srcId="{76053F8D-3234-4612-9743-6EE215E2728F}" destId="{E7BAF01A-B961-49D2-BA9F-09F458B3434C}" srcOrd="4" destOrd="0" presId="urn:microsoft.com/office/officeart/2018/5/layout/CenteredIconLabelDescriptionList"/>
    <dgm:cxn modelId="{80ECD94A-B53D-4D78-A872-62E10B292B72}" type="presParOf" srcId="{D2DD4397-56A5-43A3-8341-37BBFD8DA468}" destId="{A8ACF5A9-AC26-460C-A9D0-232F752FBF81}" srcOrd="3" destOrd="0" presId="urn:microsoft.com/office/officeart/2018/5/layout/CenteredIconLabelDescriptionList"/>
    <dgm:cxn modelId="{46893942-CD74-41EE-8B60-AF100B8BACD8}" type="presParOf" srcId="{D2DD4397-56A5-43A3-8341-37BBFD8DA468}" destId="{BA683CE4-90C0-46A8-959D-D7D505DB8024}" srcOrd="4" destOrd="0" presId="urn:microsoft.com/office/officeart/2018/5/layout/CenteredIconLabelDescriptionList"/>
    <dgm:cxn modelId="{051EFEE6-898A-4639-94FE-0DD1A147AE9B}" type="presParOf" srcId="{BA683CE4-90C0-46A8-959D-D7D505DB8024}" destId="{52595DB7-2B67-4502-8782-6C46CC1A5FD3}" srcOrd="0" destOrd="0" presId="urn:microsoft.com/office/officeart/2018/5/layout/CenteredIconLabelDescriptionList"/>
    <dgm:cxn modelId="{18F9B42E-7391-463E-9511-49792EC60285}" type="presParOf" srcId="{BA683CE4-90C0-46A8-959D-D7D505DB8024}" destId="{ED9BD92F-3738-4682-AFE2-92AE9C984EAF}" srcOrd="1" destOrd="0" presId="urn:microsoft.com/office/officeart/2018/5/layout/CenteredIconLabelDescriptionList"/>
    <dgm:cxn modelId="{822AB043-0D4C-4895-8A7C-3C3E9576A581}" type="presParOf" srcId="{BA683CE4-90C0-46A8-959D-D7D505DB8024}" destId="{929E568E-7A60-48D2-89C0-0F9ED9CCD3BB}" srcOrd="2" destOrd="0" presId="urn:microsoft.com/office/officeart/2018/5/layout/CenteredIconLabelDescriptionList"/>
    <dgm:cxn modelId="{9CFC8040-4422-4D75-8670-B231480C52B9}" type="presParOf" srcId="{BA683CE4-90C0-46A8-959D-D7D505DB8024}" destId="{BD77EE1E-51AC-4C33-AB81-E405A4E14A41}" srcOrd="3" destOrd="0" presId="urn:microsoft.com/office/officeart/2018/5/layout/CenteredIconLabelDescriptionList"/>
    <dgm:cxn modelId="{A5653C04-03B7-4101-935F-F80E33058E28}" type="presParOf" srcId="{BA683CE4-90C0-46A8-959D-D7D505DB8024}" destId="{92781CE3-ABB8-4D0C-8D62-58C70071DF12}" srcOrd="4" destOrd="0" presId="urn:microsoft.com/office/officeart/2018/5/layout/CenteredIconLabelDescriptionList"/>
    <dgm:cxn modelId="{1E442C2D-0ABB-4E63-8475-9DF38E6E0B52}" type="presParOf" srcId="{D2DD4397-56A5-43A3-8341-37BBFD8DA468}" destId="{2BB76CA1-C709-442A-8911-1CD536424683}" srcOrd="5" destOrd="0" presId="urn:microsoft.com/office/officeart/2018/5/layout/CenteredIconLabelDescriptionList"/>
    <dgm:cxn modelId="{90B0EF66-6C41-4740-8798-CB6CDEC8FF30}" type="presParOf" srcId="{D2DD4397-56A5-43A3-8341-37BBFD8DA468}" destId="{601EAD3C-CBAA-4DB8-A35F-7FCB6BBFC4A7}" srcOrd="6" destOrd="0" presId="urn:microsoft.com/office/officeart/2018/5/layout/CenteredIconLabelDescriptionList"/>
    <dgm:cxn modelId="{3807C0DF-81DB-4241-B978-C584819F778A}" type="presParOf" srcId="{601EAD3C-CBAA-4DB8-A35F-7FCB6BBFC4A7}" destId="{CFA2B9BC-A2DE-47DF-981E-C238C5E746C9}" srcOrd="0" destOrd="0" presId="urn:microsoft.com/office/officeart/2018/5/layout/CenteredIconLabelDescriptionList"/>
    <dgm:cxn modelId="{04F24048-61A8-4D63-9414-A0E075AA55D7}" type="presParOf" srcId="{601EAD3C-CBAA-4DB8-A35F-7FCB6BBFC4A7}" destId="{28FDAEE0-B973-4A28-B473-F638F13419B6}" srcOrd="1" destOrd="0" presId="urn:microsoft.com/office/officeart/2018/5/layout/CenteredIconLabelDescriptionList"/>
    <dgm:cxn modelId="{03FE0FEC-16FC-42E1-8CC9-491BB47CBF0A}" type="presParOf" srcId="{601EAD3C-CBAA-4DB8-A35F-7FCB6BBFC4A7}" destId="{7472DA41-E0E0-488B-B65C-423D3B337D07}" srcOrd="2" destOrd="0" presId="urn:microsoft.com/office/officeart/2018/5/layout/CenteredIconLabelDescriptionList"/>
    <dgm:cxn modelId="{F6A21593-51D8-44F4-AAA6-60E51275996C}" type="presParOf" srcId="{601EAD3C-CBAA-4DB8-A35F-7FCB6BBFC4A7}" destId="{E3F4CCF9-C5C6-43A7-B050-1613A1551EF0}" srcOrd="3" destOrd="0" presId="urn:microsoft.com/office/officeart/2018/5/layout/CenteredIconLabelDescriptionList"/>
    <dgm:cxn modelId="{7775EB6B-9C16-4181-91A0-5712EC804CF6}" type="presParOf" srcId="{601EAD3C-CBAA-4DB8-A35F-7FCB6BBFC4A7}" destId="{A8FE9EEC-9284-43A1-945F-08E19E51DCA0}" srcOrd="4" destOrd="0" presId="urn:microsoft.com/office/officeart/2018/5/layout/CenteredIconLabelDescriptionList"/>
  </dgm:cxnLst>
  <dgm:bg/>
  <dgm:whole/>
  <dgm:extLst>
    <a:ext uri="http://schemas.microsoft.com/office/drawing/2008/diagram">
      <dsp:dataModelExt xmlns:dsp="http://schemas.microsoft.com/office/drawing/2008/diagram" relId="rId6" minVer="http://schemas.openxmlformats.org/drawingml/2006/diagram"/>
    </a:ext>
  </dgm:extLst>
</dgm:dataModel>
</file>

<file path=ppt/diagrams/data50.xml><?xml version="1.0" encoding="utf-8"?>
<dgm:dataModel xmlns:dgm="http://schemas.openxmlformats.org/drawingml/2006/diagram" xmlns:a="http://schemas.openxmlformats.org/drawingml/2006/main">
  <dgm:ptLst>
    <dgm:pt modelId="{9864C2C1-E629-4BE6-8921-B97779B31AB3}" type="doc">
      <dgm:prSet loTypeId="urn:microsoft.com/office/officeart/2018/2/layout/IconLabelDescriptionList" loCatId="icon" qsTypeId="urn:microsoft.com/office/officeart/2005/8/quickstyle/simple1" qsCatId="simple" csTypeId="urn:microsoft.com/office/officeart/2018/5/colors/Iconchunking_neutralbg_colorful2" csCatId="colorful" phldr="1"/>
      <dgm:spPr/>
      <dgm:t>
        <a:bodyPr/>
        <a:lstStyle/>
        <a:p>
          <a:endParaRPr lang="en-US"/>
        </a:p>
      </dgm:t>
    </dgm:pt>
    <dgm:pt modelId="{9F330147-E8D2-4B05-90AF-FD61AF9CE14C}">
      <dgm:prSet/>
      <dgm:spPr/>
      <dgm:t>
        <a:bodyPr/>
        <a:lstStyle/>
        <a:p>
          <a:pPr>
            <a:lnSpc>
              <a:spcPct val="100000"/>
            </a:lnSpc>
            <a:defRPr b="1"/>
          </a:pPr>
          <a:r>
            <a:rPr lang="en-US" i="1" dirty="0" err="1"/>
            <a:t>minrelaytxfee</a:t>
          </a:r>
          <a:endParaRPr lang="en-US" dirty="0"/>
        </a:p>
      </dgm:t>
    </dgm:pt>
    <dgm:pt modelId="{6EDFD101-2970-4134-94E2-DB914148EB5C}" type="parTrans" cxnId="{4B6F91EF-4EC1-43A8-98DD-786AED0C4132}">
      <dgm:prSet/>
      <dgm:spPr/>
      <dgm:t>
        <a:bodyPr/>
        <a:lstStyle/>
        <a:p>
          <a:endParaRPr lang="en-US"/>
        </a:p>
      </dgm:t>
    </dgm:pt>
    <dgm:pt modelId="{C1987D1F-9A01-448F-8EEF-C354F1C19685}" type="sibTrans" cxnId="{4B6F91EF-4EC1-43A8-98DD-786AED0C4132}">
      <dgm:prSet/>
      <dgm:spPr/>
      <dgm:t>
        <a:bodyPr/>
        <a:lstStyle/>
        <a:p>
          <a:endParaRPr lang="en-US"/>
        </a:p>
      </dgm:t>
    </dgm:pt>
    <dgm:pt modelId="{9889DB03-CF16-440D-BD1D-4E073B4437DD}">
      <dgm:prSet/>
      <dgm:spPr/>
      <dgm:t>
        <a:bodyPr/>
        <a:lstStyle/>
        <a:p>
          <a:pPr>
            <a:lnSpc>
              <a:spcPct val="100000"/>
            </a:lnSpc>
          </a:pPr>
          <a:r>
            <a:rPr lang="en-US" dirty="0"/>
            <a:t>are set by the </a:t>
          </a:r>
          <a:r>
            <a:rPr lang="en-US" i="1" dirty="0" err="1"/>
            <a:t>minrelaytxfee</a:t>
          </a:r>
          <a:r>
            <a:rPr lang="en-US" dirty="0"/>
            <a:t> option.</a:t>
          </a:r>
        </a:p>
      </dgm:t>
    </dgm:pt>
    <dgm:pt modelId="{DF7D3E07-3743-402A-B78E-47C17CC5E018}" type="parTrans" cxnId="{129F545E-7FC0-47CF-993E-BFDC597D1EF6}">
      <dgm:prSet/>
      <dgm:spPr/>
      <dgm:t>
        <a:bodyPr/>
        <a:lstStyle/>
        <a:p>
          <a:endParaRPr lang="en-US"/>
        </a:p>
      </dgm:t>
    </dgm:pt>
    <dgm:pt modelId="{924F6EDD-D1A7-4BBF-BD1E-EFC102323E0A}" type="sibTrans" cxnId="{129F545E-7FC0-47CF-993E-BFDC597D1EF6}">
      <dgm:prSet/>
      <dgm:spPr/>
      <dgm:t>
        <a:bodyPr/>
        <a:lstStyle/>
        <a:p>
          <a:endParaRPr lang="en-US"/>
        </a:p>
      </dgm:t>
    </dgm:pt>
    <dgm:pt modelId="{B132CB96-4A68-42B4-916D-47FE6AC50002}">
      <dgm:prSet/>
      <dgm:spPr/>
      <dgm:t>
        <a:bodyPr/>
        <a:lstStyle/>
        <a:p>
          <a:pPr>
            <a:lnSpc>
              <a:spcPct val="100000"/>
            </a:lnSpc>
            <a:defRPr b="1"/>
          </a:pPr>
          <a:r>
            <a:rPr lang="en-US" dirty="0"/>
            <a:t>current</a:t>
          </a:r>
          <a:r>
            <a:rPr lang="tr-TR" dirty="0"/>
            <a:t> </a:t>
          </a:r>
          <a:r>
            <a:rPr lang="en-US" dirty="0"/>
            <a:t>default</a:t>
          </a:r>
        </a:p>
      </dgm:t>
    </dgm:pt>
    <dgm:pt modelId="{D8F9839A-387D-4725-A424-DF1AE605230A}" type="parTrans" cxnId="{985A458C-B086-44E6-9044-445B9B398EFA}">
      <dgm:prSet/>
      <dgm:spPr/>
      <dgm:t>
        <a:bodyPr/>
        <a:lstStyle/>
        <a:p>
          <a:endParaRPr lang="en-US"/>
        </a:p>
      </dgm:t>
    </dgm:pt>
    <dgm:pt modelId="{9D6797C0-A9BF-4E56-ACE2-6FAFA38C347F}" type="sibTrans" cxnId="{985A458C-B086-44E6-9044-445B9B398EFA}">
      <dgm:prSet/>
      <dgm:spPr/>
      <dgm:t>
        <a:bodyPr/>
        <a:lstStyle/>
        <a:p>
          <a:endParaRPr lang="en-US"/>
        </a:p>
      </dgm:t>
    </dgm:pt>
    <dgm:pt modelId="{4D8C7100-F6F6-4B8E-9E3F-980B3F9FAAD0}">
      <dgm:prSet/>
      <dgm:spPr/>
      <dgm:t>
        <a:bodyPr/>
        <a:lstStyle/>
        <a:p>
          <a:pPr>
            <a:lnSpc>
              <a:spcPct val="100000"/>
            </a:lnSpc>
          </a:pPr>
          <a:r>
            <a:rPr lang="en-US" dirty="0"/>
            <a:t>0.00001 bitcoin</a:t>
          </a:r>
          <a:r>
            <a:rPr lang="tr-TR" dirty="0"/>
            <a:t>/KB</a:t>
          </a:r>
          <a:endParaRPr lang="en-US" dirty="0"/>
        </a:p>
      </dgm:t>
    </dgm:pt>
    <dgm:pt modelId="{D10EE056-F319-4055-9432-67BEDF19588E}" type="parTrans" cxnId="{B5CEAA0F-1A86-471E-9540-4D6D314A0A14}">
      <dgm:prSet/>
      <dgm:spPr/>
      <dgm:t>
        <a:bodyPr/>
        <a:lstStyle/>
        <a:p>
          <a:endParaRPr lang="en-US"/>
        </a:p>
      </dgm:t>
    </dgm:pt>
    <dgm:pt modelId="{07BD4305-DB58-47DB-B1DD-B49CB4610296}" type="sibTrans" cxnId="{B5CEAA0F-1A86-471E-9540-4D6D314A0A14}">
      <dgm:prSet/>
      <dgm:spPr/>
      <dgm:t>
        <a:bodyPr/>
        <a:lstStyle/>
        <a:p>
          <a:endParaRPr lang="en-US"/>
        </a:p>
      </dgm:t>
    </dgm:pt>
    <dgm:pt modelId="{80125FAD-D316-426D-A58B-7026B957AE4F}">
      <dgm:prSet/>
      <dgm:spPr/>
      <dgm:t>
        <a:bodyPr/>
        <a:lstStyle/>
        <a:p>
          <a:pPr>
            <a:lnSpc>
              <a:spcPct val="100000"/>
            </a:lnSpc>
          </a:pPr>
          <a:r>
            <a:rPr lang="en-US" dirty="0"/>
            <a:t>a hundredth of a </a:t>
          </a:r>
          <a:r>
            <a:rPr lang="en-US" dirty="0" err="1"/>
            <a:t>millibitcoin</a:t>
          </a:r>
          <a:r>
            <a:rPr lang="en-US" dirty="0"/>
            <a:t> per kilobyte.</a:t>
          </a:r>
        </a:p>
      </dgm:t>
    </dgm:pt>
    <dgm:pt modelId="{5C6D4958-BA84-4E5E-8884-163EA03DF137}" type="parTrans" cxnId="{75787165-E74B-4AB8-A45D-676E0A83EC23}">
      <dgm:prSet/>
      <dgm:spPr/>
      <dgm:t>
        <a:bodyPr/>
        <a:lstStyle/>
        <a:p>
          <a:endParaRPr lang="en-US"/>
        </a:p>
      </dgm:t>
    </dgm:pt>
    <dgm:pt modelId="{C1036300-DFD2-48CC-83AC-A385B9C1E1A7}" type="sibTrans" cxnId="{75787165-E74B-4AB8-A45D-676E0A83EC23}">
      <dgm:prSet/>
      <dgm:spPr/>
      <dgm:t>
        <a:bodyPr/>
        <a:lstStyle/>
        <a:p>
          <a:endParaRPr lang="en-US"/>
        </a:p>
      </dgm:t>
    </dgm:pt>
    <dgm:pt modelId="{99F80A84-4283-480A-AF4B-450910B30A83}">
      <dgm:prSet/>
      <dgm:spPr/>
      <dgm:t>
        <a:bodyPr/>
        <a:lstStyle/>
        <a:p>
          <a:pPr>
            <a:lnSpc>
              <a:spcPct val="100000"/>
            </a:lnSpc>
            <a:defRPr b="1"/>
          </a:pPr>
          <a:r>
            <a:rPr lang="tr-TR" dirty="0" err="1"/>
            <a:t>Free</a:t>
          </a:r>
          <a:endParaRPr lang="en-US" dirty="0"/>
        </a:p>
      </dgm:t>
    </dgm:pt>
    <dgm:pt modelId="{1A2DDD12-DF83-42AE-83EC-E9BD271A4B94}" type="parTrans" cxnId="{13177D39-EB15-4204-9CDF-24291AF924AA}">
      <dgm:prSet/>
      <dgm:spPr/>
      <dgm:t>
        <a:bodyPr/>
        <a:lstStyle/>
        <a:p>
          <a:endParaRPr lang="en-US"/>
        </a:p>
      </dgm:t>
    </dgm:pt>
    <dgm:pt modelId="{A4DF2587-28D0-466D-941C-1F89D8D2DE9D}" type="sibTrans" cxnId="{13177D39-EB15-4204-9CDF-24291AF924AA}">
      <dgm:prSet/>
      <dgm:spPr/>
      <dgm:t>
        <a:bodyPr/>
        <a:lstStyle/>
        <a:p>
          <a:endParaRPr lang="en-US"/>
        </a:p>
      </dgm:t>
    </dgm:pt>
    <dgm:pt modelId="{BDAD9781-130B-4903-A500-86E7CF94EB57}">
      <dgm:prSet/>
      <dgm:spPr/>
      <dgm:t>
        <a:bodyPr/>
        <a:lstStyle/>
        <a:p>
          <a:pPr>
            <a:lnSpc>
              <a:spcPct val="100000"/>
            </a:lnSpc>
          </a:pPr>
          <a:r>
            <a:rPr lang="en-US"/>
            <a:t>are treated</a:t>
          </a:r>
          <a:r>
            <a:rPr lang="tr-TR"/>
            <a:t> </a:t>
          </a:r>
          <a:r>
            <a:rPr lang="en-US"/>
            <a:t>as free </a:t>
          </a:r>
        </a:p>
      </dgm:t>
    </dgm:pt>
    <dgm:pt modelId="{BA1D265F-19D4-4AC6-B7D5-9BB7591CD4CF}" type="parTrans" cxnId="{320F1358-6082-408A-BF77-2F6525D16294}">
      <dgm:prSet/>
      <dgm:spPr/>
      <dgm:t>
        <a:bodyPr/>
        <a:lstStyle/>
        <a:p>
          <a:endParaRPr lang="en-US"/>
        </a:p>
      </dgm:t>
    </dgm:pt>
    <dgm:pt modelId="{EF0AF640-93BB-4A0B-97D1-23E41F933CC1}" type="sibTrans" cxnId="{320F1358-6082-408A-BF77-2F6525D16294}">
      <dgm:prSet/>
      <dgm:spPr/>
      <dgm:t>
        <a:bodyPr/>
        <a:lstStyle/>
        <a:p>
          <a:endParaRPr lang="en-US"/>
        </a:p>
      </dgm:t>
    </dgm:pt>
    <dgm:pt modelId="{67A75948-E40C-43EB-9A66-3CD424AF8C60}">
      <dgm:prSet/>
      <dgm:spPr/>
      <dgm:t>
        <a:bodyPr/>
        <a:lstStyle/>
        <a:p>
          <a:pPr>
            <a:lnSpc>
              <a:spcPct val="100000"/>
            </a:lnSpc>
          </a:pPr>
          <a:r>
            <a:rPr lang="tr-TR" dirty="0" err="1"/>
            <a:t>are</a:t>
          </a:r>
          <a:r>
            <a:rPr lang="tr-TR" dirty="0"/>
            <a:t> </a:t>
          </a:r>
          <a:r>
            <a:rPr lang="en-US" dirty="0"/>
            <a:t>only relayed if there is space in the </a:t>
          </a:r>
          <a:r>
            <a:rPr lang="en-US" dirty="0" err="1"/>
            <a:t>mempool</a:t>
          </a:r>
          <a:endParaRPr lang="en-US" dirty="0"/>
        </a:p>
      </dgm:t>
    </dgm:pt>
    <dgm:pt modelId="{498A708A-B485-44D1-9C20-BCD4F839E6D8}" type="parTrans" cxnId="{8CF4BF49-2FE9-4639-B8F3-1F1FC5CF537F}">
      <dgm:prSet/>
      <dgm:spPr/>
      <dgm:t>
        <a:bodyPr/>
        <a:lstStyle/>
        <a:p>
          <a:endParaRPr lang="en-US"/>
        </a:p>
      </dgm:t>
    </dgm:pt>
    <dgm:pt modelId="{3B1C9AFB-4FCC-41C3-9304-B043779DD5BF}" type="sibTrans" cxnId="{8CF4BF49-2FE9-4639-B8F3-1F1FC5CF537F}">
      <dgm:prSet/>
      <dgm:spPr/>
      <dgm:t>
        <a:bodyPr/>
        <a:lstStyle/>
        <a:p>
          <a:endParaRPr lang="en-US"/>
        </a:p>
      </dgm:t>
    </dgm:pt>
    <dgm:pt modelId="{F8E2BAB7-E137-4507-B3D7-27106FB8A7FB}">
      <dgm:prSet/>
      <dgm:spPr/>
      <dgm:t>
        <a:bodyPr/>
        <a:lstStyle/>
        <a:p>
          <a:pPr>
            <a:lnSpc>
              <a:spcPct val="100000"/>
            </a:lnSpc>
          </a:pPr>
          <a:r>
            <a:rPr lang="en-US"/>
            <a:t>otherwise, they are</a:t>
          </a:r>
          <a:r>
            <a:rPr lang="tr-TR"/>
            <a:t> </a:t>
          </a:r>
          <a:r>
            <a:rPr lang="en-US"/>
            <a:t>dropped. </a:t>
          </a:r>
        </a:p>
      </dgm:t>
    </dgm:pt>
    <dgm:pt modelId="{D8E073FF-4E8F-4B7E-A4AB-5EAF7DD0580B}" type="parTrans" cxnId="{3675D954-0A33-47FC-8DD2-EE8944837594}">
      <dgm:prSet/>
      <dgm:spPr/>
      <dgm:t>
        <a:bodyPr/>
        <a:lstStyle/>
        <a:p>
          <a:endParaRPr lang="en-US"/>
        </a:p>
      </dgm:t>
    </dgm:pt>
    <dgm:pt modelId="{DEF55F79-706F-4AFA-A7FA-DAE3E4955AEC}" type="sibTrans" cxnId="{3675D954-0A33-47FC-8DD2-EE8944837594}">
      <dgm:prSet/>
      <dgm:spPr/>
      <dgm:t>
        <a:bodyPr/>
        <a:lstStyle/>
        <a:p>
          <a:endParaRPr lang="en-US"/>
        </a:p>
      </dgm:t>
    </dgm:pt>
    <dgm:pt modelId="{A853D9D0-72AA-49CF-9DF1-DAD7ED8FE3CE}">
      <dgm:prSet/>
      <dgm:spPr/>
      <dgm:t>
        <a:bodyPr/>
        <a:lstStyle/>
        <a:p>
          <a:pPr>
            <a:lnSpc>
              <a:spcPct val="100000"/>
            </a:lnSpc>
            <a:defRPr b="1"/>
          </a:pPr>
          <a:r>
            <a:rPr lang="tr-TR" dirty="0" err="1"/>
            <a:t>Override</a:t>
          </a:r>
          <a:r>
            <a:rPr lang="tr-TR" dirty="0"/>
            <a:t> </a:t>
          </a:r>
          <a:r>
            <a:rPr lang="tr-TR" dirty="0" err="1"/>
            <a:t>default</a:t>
          </a:r>
          <a:endParaRPr lang="en-US" dirty="0"/>
        </a:p>
      </dgm:t>
    </dgm:pt>
    <dgm:pt modelId="{6E0F36BF-18A0-48FE-9D73-9020675453A5}" type="parTrans" cxnId="{1016FFB4-1AE3-485D-910A-923BE21469A5}">
      <dgm:prSet/>
      <dgm:spPr/>
      <dgm:t>
        <a:bodyPr/>
        <a:lstStyle/>
        <a:p>
          <a:endParaRPr lang="en-US"/>
        </a:p>
      </dgm:t>
    </dgm:pt>
    <dgm:pt modelId="{7C898343-9F50-48E3-B981-2BB8E303016F}" type="sibTrans" cxnId="{1016FFB4-1AE3-485D-910A-923BE21469A5}">
      <dgm:prSet/>
      <dgm:spPr/>
      <dgm:t>
        <a:bodyPr/>
        <a:lstStyle/>
        <a:p>
          <a:endParaRPr lang="en-US"/>
        </a:p>
      </dgm:t>
    </dgm:pt>
    <dgm:pt modelId="{D0BCD266-A148-47FA-B10A-2FE9C5C4CCC8}">
      <dgm:prSet/>
      <dgm:spPr/>
      <dgm:t>
        <a:bodyPr/>
        <a:lstStyle/>
        <a:p>
          <a:pPr>
            <a:lnSpc>
              <a:spcPct val="100000"/>
            </a:lnSpc>
          </a:pPr>
          <a:r>
            <a:rPr lang="en-US" dirty="0"/>
            <a:t>by adjusting the value</a:t>
          </a:r>
          <a:r>
            <a:rPr lang="tr-TR" dirty="0"/>
            <a:t> of </a:t>
          </a:r>
          <a:r>
            <a:rPr lang="tr-TR" i="1" dirty="0" err="1"/>
            <a:t>minrelaytxfee</a:t>
          </a:r>
          <a:endParaRPr lang="en-US" dirty="0"/>
        </a:p>
      </dgm:t>
    </dgm:pt>
    <dgm:pt modelId="{A5426141-8F30-45A0-96A4-A827F3DA4AF3}" type="parTrans" cxnId="{A97E524C-4A15-48FA-8EB1-0EEABD36A25A}">
      <dgm:prSet/>
      <dgm:spPr/>
      <dgm:t>
        <a:bodyPr/>
        <a:lstStyle/>
        <a:p>
          <a:endParaRPr lang="en-US"/>
        </a:p>
      </dgm:t>
    </dgm:pt>
    <dgm:pt modelId="{E6124997-5477-41EC-ACC0-91FD010F1E60}" type="sibTrans" cxnId="{A97E524C-4A15-48FA-8EB1-0EEABD36A25A}">
      <dgm:prSet/>
      <dgm:spPr/>
      <dgm:t>
        <a:bodyPr/>
        <a:lstStyle/>
        <a:p>
          <a:endParaRPr lang="en-US"/>
        </a:p>
      </dgm:t>
    </dgm:pt>
    <dgm:pt modelId="{815931B3-E26D-4224-9216-47258DAB4BA2}">
      <dgm:prSet/>
      <dgm:spPr/>
      <dgm:t>
        <a:bodyPr/>
        <a:lstStyle/>
        <a:p>
          <a:pPr>
            <a:lnSpc>
              <a:spcPct val="100000"/>
            </a:lnSpc>
          </a:pPr>
          <a:r>
            <a:rPr lang="en-US"/>
            <a:t>In Bitcoin Core, fee relay policies </a:t>
          </a:r>
        </a:p>
      </dgm:t>
    </dgm:pt>
    <dgm:pt modelId="{4B7CB647-74D2-427C-9FEA-C8E4E8C97AB1}" type="parTrans" cxnId="{AC9B0743-48EC-4B60-BE4D-B2B3B0B7E224}">
      <dgm:prSet/>
      <dgm:spPr/>
    </dgm:pt>
    <dgm:pt modelId="{CE1636EA-E996-42FC-BA77-49C264A1B39E}" type="sibTrans" cxnId="{AC9B0743-48EC-4B60-BE4D-B2B3B0B7E224}">
      <dgm:prSet/>
      <dgm:spPr/>
    </dgm:pt>
    <dgm:pt modelId="{82BDED70-BC4B-41D9-A766-D2760D3660B5}">
      <dgm:prSet/>
      <dgm:spPr/>
      <dgm:t>
        <a:bodyPr/>
        <a:lstStyle/>
        <a:p>
          <a:pPr>
            <a:lnSpc>
              <a:spcPct val="100000"/>
            </a:lnSpc>
          </a:pPr>
          <a:r>
            <a:rPr lang="en-US" i="1"/>
            <a:t>minrelaytxfee</a:t>
          </a:r>
          <a:r>
            <a:rPr lang="en-US"/>
            <a:t> </a:t>
          </a:r>
          <a:r>
            <a:rPr lang="en-US" dirty="0"/>
            <a:t>is </a:t>
          </a:r>
        </a:p>
      </dgm:t>
    </dgm:pt>
    <dgm:pt modelId="{17EC37C0-C737-4EDE-A31C-62E19898681D}" type="parTrans" cxnId="{58A08E76-AE47-4820-97C5-62F78FD3DE51}">
      <dgm:prSet/>
      <dgm:spPr/>
    </dgm:pt>
    <dgm:pt modelId="{B73175BA-9DC6-419A-8E53-D0A31390FF10}" type="sibTrans" cxnId="{58A08E76-AE47-4820-97C5-62F78FD3DE51}">
      <dgm:prSet/>
      <dgm:spPr/>
    </dgm:pt>
    <dgm:pt modelId="{5EDDCB60-4483-4B8C-96E2-279FE1DE37B1}">
      <dgm:prSet/>
      <dgm:spPr/>
      <dgm:t>
        <a:bodyPr/>
        <a:lstStyle/>
        <a:p>
          <a:pPr>
            <a:lnSpc>
              <a:spcPct val="100000"/>
            </a:lnSpc>
          </a:pPr>
          <a:r>
            <a:rPr lang="en-US"/>
            <a:t>transactions </a:t>
          </a:r>
          <a:r>
            <a:rPr lang="en-US" dirty="0"/>
            <a:t>with a fee less than 0.0001 bitcoin</a:t>
          </a:r>
        </a:p>
      </dgm:t>
    </dgm:pt>
    <dgm:pt modelId="{F455DF2A-3831-45EC-91A4-120BB6DD2DFB}" type="parTrans" cxnId="{06037248-E8E9-4A39-A525-5DE4455252A3}">
      <dgm:prSet/>
      <dgm:spPr/>
    </dgm:pt>
    <dgm:pt modelId="{971F4641-79D0-45B8-9A48-7EA322F435DB}" type="sibTrans" cxnId="{06037248-E8E9-4A39-A525-5DE4455252A3}">
      <dgm:prSet/>
      <dgm:spPr/>
    </dgm:pt>
    <dgm:pt modelId="{B8E7DBFB-CC41-40B7-99E5-9244513F4FE7}">
      <dgm:prSet/>
      <dgm:spPr/>
      <dgm:t>
        <a:bodyPr/>
        <a:lstStyle/>
        <a:p>
          <a:pPr>
            <a:lnSpc>
              <a:spcPct val="100000"/>
            </a:lnSpc>
          </a:pPr>
          <a:r>
            <a:rPr lang="en-US"/>
            <a:t>Bitcoin </a:t>
          </a:r>
          <a:r>
            <a:rPr lang="en-US" dirty="0"/>
            <a:t>nodes can override the default fee relay policy </a:t>
          </a:r>
        </a:p>
      </dgm:t>
    </dgm:pt>
    <dgm:pt modelId="{260AD3BD-E22F-4DAF-A85B-65FD06EF4214}" type="parTrans" cxnId="{8BE118F4-C644-4A3D-9C80-29A7424E1B4B}">
      <dgm:prSet/>
      <dgm:spPr/>
    </dgm:pt>
    <dgm:pt modelId="{FB402BD8-EBF1-408B-836B-005B0222C738}" type="sibTrans" cxnId="{8BE118F4-C644-4A3D-9C80-29A7424E1B4B}">
      <dgm:prSet/>
      <dgm:spPr/>
    </dgm:pt>
    <dgm:pt modelId="{E10DD76A-CFF0-48FA-85F3-D42AB4DF550F}" type="pres">
      <dgm:prSet presAssocID="{9864C2C1-E629-4BE6-8921-B97779B31AB3}" presName="root" presStyleCnt="0">
        <dgm:presLayoutVars>
          <dgm:dir/>
          <dgm:resizeHandles val="exact"/>
        </dgm:presLayoutVars>
      </dgm:prSet>
      <dgm:spPr/>
    </dgm:pt>
    <dgm:pt modelId="{7E994D48-A9E2-4C01-9BBA-E5300F7C1F31}" type="pres">
      <dgm:prSet presAssocID="{9F330147-E8D2-4B05-90AF-FD61AF9CE14C}" presName="compNode" presStyleCnt="0"/>
      <dgm:spPr/>
    </dgm:pt>
    <dgm:pt modelId="{E474D163-5894-4059-9366-960F3D317340}" type="pres">
      <dgm:prSet presAssocID="{9F330147-E8D2-4B05-90AF-FD61AF9CE14C}" presName="iconRect" presStyleLbl="node1" presStyleIdx="0" presStyleCnt="4"/>
      <dgm:spPr>
        <a:blipFill>
          <a:blip xmlns:r="http://schemas.openxmlformats.org/officeDocument/2006/relationships" r:embed="rId1" cstate="email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2"/>
              </a:ext>
            </a:extLst>
          </a:blip>
          <a:stretch>
            <a:fillRect/>
          </a:stretch>
        </a:blipFill>
        <a:ln>
          <a:noFill/>
        </a:ln>
      </dgm:spPr>
      <dgm:extLst>
        <a:ext uri="{E40237B7-FDA0-4F09-8148-C483321AD2D9}">
          <dgm14:cNvPr xmlns:dgm14="http://schemas.microsoft.com/office/drawing/2010/diagram" id="0" name="" descr="Bitcoin"/>
        </a:ext>
      </dgm:extLst>
    </dgm:pt>
    <dgm:pt modelId="{048531E8-6679-45F2-B6DB-9397693E63E8}" type="pres">
      <dgm:prSet presAssocID="{9F330147-E8D2-4B05-90AF-FD61AF9CE14C}" presName="iconSpace" presStyleCnt="0"/>
      <dgm:spPr/>
    </dgm:pt>
    <dgm:pt modelId="{FC32E7FE-58EC-4E33-949D-E7EEF69B3227}" type="pres">
      <dgm:prSet presAssocID="{9F330147-E8D2-4B05-90AF-FD61AF9CE14C}" presName="parTx" presStyleLbl="revTx" presStyleIdx="0" presStyleCnt="8">
        <dgm:presLayoutVars>
          <dgm:chMax val="0"/>
          <dgm:chPref val="0"/>
        </dgm:presLayoutVars>
      </dgm:prSet>
      <dgm:spPr/>
    </dgm:pt>
    <dgm:pt modelId="{E055663D-274B-4A82-A45B-E24D5B537B26}" type="pres">
      <dgm:prSet presAssocID="{9F330147-E8D2-4B05-90AF-FD61AF9CE14C}" presName="txSpace" presStyleCnt="0"/>
      <dgm:spPr/>
    </dgm:pt>
    <dgm:pt modelId="{21DD8313-9FE1-4F05-A1CB-BC4ECCF65592}" type="pres">
      <dgm:prSet presAssocID="{9F330147-E8D2-4B05-90AF-FD61AF9CE14C}" presName="desTx" presStyleLbl="revTx" presStyleIdx="1" presStyleCnt="8">
        <dgm:presLayoutVars/>
      </dgm:prSet>
      <dgm:spPr/>
    </dgm:pt>
    <dgm:pt modelId="{0F6210EB-3301-4CBE-BB9F-FFBE1D9AB97E}" type="pres">
      <dgm:prSet presAssocID="{C1987D1F-9A01-448F-8EEF-C354F1C19685}" presName="sibTrans" presStyleCnt="0"/>
      <dgm:spPr/>
    </dgm:pt>
    <dgm:pt modelId="{ACD539B5-3F1A-491F-B110-23F0C2149C72}" type="pres">
      <dgm:prSet presAssocID="{B132CB96-4A68-42B4-916D-47FE6AC50002}" presName="compNode" presStyleCnt="0"/>
      <dgm:spPr/>
    </dgm:pt>
    <dgm:pt modelId="{01068F45-7CCE-49F8-8A9F-119A3CE53177}" type="pres">
      <dgm:prSet presAssocID="{B132CB96-4A68-42B4-916D-47FE6AC50002}" presName="iconRect" presStyleLbl="node1" presStyleIdx="1" presStyleCnt="4"/>
      <dgm:spPr>
        <a:blipFill>
          <a:blip xmlns:r="http://schemas.openxmlformats.org/officeDocument/2006/relationships" r:embed="rId3" cstate="email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4"/>
              </a:ext>
            </a:extLst>
          </a:blip>
          <a:stretch>
            <a:fillRect/>
          </a:stretch>
        </a:blipFill>
        <a:ln>
          <a:noFill/>
        </a:ln>
      </dgm:spPr>
      <dgm:extLst>
        <a:ext uri="{E40237B7-FDA0-4F09-8148-C483321AD2D9}">
          <dgm14:cNvPr xmlns:dgm14="http://schemas.microsoft.com/office/drawing/2010/diagram" id="0" name="" descr="Skeleton"/>
        </a:ext>
      </dgm:extLst>
    </dgm:pt>
    <dgm:pt modelId="{1B52CE4B-4061-499D-AC40-F201ACD3AB9D}" type="pres">
      <dgm:prSet presAssocID="{B132CB96-4A68-42B4-916D-47FE6AC50002}" presName="iconSpace" presStyleCnt="0"/>
      <dgm:spPr/>
    </dgm:pt>
    <dgm:pt modelId="{930CF601-104E-4551-9680-E22B5008F504}" type="pres">
      <dgm:prSet presAssocID="{B132CB96-4A68-42B4-916D-47FE6AC50002}" presName="parTx" presStyleLbl="revTx" presStyleIdx="2" presStyleCnt="8">
        <dgm:presLayoutVars>
          <dgm:chMax val="0"/>
          <dgm:chPref val="0"/>
        </dgm:presLayoutVars>
      </dgm:prSet>
      <dgm:spPr/>
    </dgm:pt>
    <dgm:pt modelId="{C70FB878-56C2-47B0-9C11-284ED2CEE48F}" type="pres">
      <dgm:prSet presAssocID="{B132CB96-4A68-42B4-916D-47FE6AC50002}" presName="txSpace" presStyleCnt="0"/>
      <dgm:spPr/>
    </dgm:pt>
    <dgm:pt modelId="{C7E82562-ED05-4F13-8262-E3310487D7AF}" type="pres">
      <dgm:prSet presAssocID="{B132CB96-4A68-42B4-916D-47FE6AC50002}" presName="desTx" presStyleLbl="revTx" presStyleIdx="3" presStyleCnt="8">
        <dgm:presLayoutVars/>
      </dgm:prSet>
      <dgm:spPr/>
    </dgm:pt>
    <dgm:pt modelId="{B16E0026-DE88-452D-A191-0ED6ABC298B3}" type="pres">
      <dgm:prSet presAssocID="{9D6797C0-A9BF-4E56-ACE2-6FAFA38C347F}" presName="sibTrans" presStyleCnt="0"/>
      <dgm:spPr/>
    </dgm:pt>
    <dgm:pt modelId="{54694861-2B7C-4ED5-8469-EDEC94084119}" type="pres">
      <dgm:prSet presAssocID="{99F80A84-4283-480A-AF4B-450910B30A83}" presName="compNode" presStyleCnt="0"/>
      <dgm:spPr/>
    </dgm:pt>
    <dgm:pt modelId="{6E93FF15-E18B-454E-BAC9-3D413EF048EE}" type="pres">
      <dgm:prSet presAssocID="{99F80A84-4283-480A-AF4B-450910B30A83}" presName="iconRect" presStyleLbl="node1" presStyleIdx="2" presStyleCnt="4"/>
      <dgm:spPr>
        <a:blipFill>
          <a:blip xmlns:r="http://schemas.openxmlformats.org/officeDocument/2006/relationships" r:embed="rId5" cstate="email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6"/>
              </a:ext>
            </a:extLst>
          </a:blip>
          <a:stretch>
            <a:fillRect/>
          </a:stretch>
        </a:blipFill>
        <a:ln>
          <a:noFill/>
        </a:ln>
      </dgm:spPr>
      <dgm:extLst>
        <a:ext uri="{E40237B7-FDA0-4F09-8148-C483321AD2D9}">
          <dgm14:cNvPr xmlns:dgm14="http://schemas.microsoft.com/office/drawing/2010/diagram" id="0" name="" descr="Dollar"/>
        </a:ext>
      </dgm:extLst>
    </dgm:pt>
    <dgm:pt modelId="{53ABCE54-B836-491D-B33E-201BC57FFD39}" type="pres">
      <dgm:prSet presAssocID="{99F80A84-4283-480A-AF4B-450910B30A83}" presName="iconSpace" presStyleCnt="0"/>
      <dgm:spPr/>
    </dgm:pt>
    <dgm:pt modelId="{85279B31-82B1-4C56-B3B8-0EA7EAD88C1F}" type="pres">
      <dgm:prSet presAssocID="{99F80A84-4283-480A-AF4B-450910B30A83}" presName="parTx" presStyleLbl="revTx" presStyleIdx="4" presStyleCnt="8">
        <dgm:presLayoutVars>
          <dgm:chMax val="0"/>
          <dgm:chPref val="0"/>
        </dgm:presLayoutVars>
      </dgm:prSet>
      <dgm:spPr/>
    </dgm:pt>
    <dgm:pt modelId="{CF49A29C-FAAE-4B3A-B59D-94D6B8CE9EA9}" type="pres">
      <dgm:prSet presAssocID="{99F80A84-4283-480A-AF4B-450910B30A83}" presName="txSpace" presStyleCnt="0"/>
      <dgm:spPr/>
    </dgm:pt>
    <dgm:pt modelId="{C23A87DC-9D5D-472A-9439-307C9F6BB364}" type="pres">
      <dgm:prSet presAssocID="{99F80A84-4283-480A-AF4B-450910B30A83}" presName="desTx" presStyleLbl="revTx" presStyleIdx="5" presStyleCnt="8">
        <dgm:presLayoutVars/>
      </dgm:prSet>
      <dgm:spPr/>
    </dgm:pt>
    <dgm:pt modelId="{11CC60EF-8987-4E36-A3E3-7B35CB227F9A}" type="pres">
      <dgm:prSet presAssocID="{A4DF2587-28D0-466D-941C-1F89D8D2DE9D}" presName="sibTrans" presStyleCnt="0"/>
      <dgm:spPr/>
    </dgm:pt>
    <dgm:pt modelId="{D82628CC-D27F-4773-A2E2-BE58AE81A53D}" type="pres">
      <dgm:prSet presAssocID="{A853D9D0-72AA-49CF-9DF1-DAD7ED8FE3CE}" presName="compNode" presStyleCnt="0"/>
      <dgm:spPr/>
    </dgm:pt>
    <dgm:pt modelId="{4A85381A-B7A8-41A1-9F84-2D9EEBDD095C}" type="pres">
      <dgm:prSet presAssocID="{A853D9D0-72AA-49CF-9DF1-DAD7ED8FE3CE}" presName="iconRect" presStyleLbl="node1" presStyleIdx="3" presStyleCnt="4"/>
      <dgm:spPr>
        <a:blipFill>
          <a:blip xmlns:r="http://schemas.openxmlformats.org/officeDocument/2006/relationships" r:embed="rId7" cstate="email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8"/>
              </a:ext>
            </a:extLst>
          </a:blip>
          <a:stretch>
            <a:fillRect/>
          </a:stretch>
        </a:blipFill>
        <a:ln>
          <a:noFill/>
        </a:ln>
      </dgm:spPr>
      <dgm:extLst>
        <a:ext uri="{E40237B7-FDA0-4F09-8148-C483321AD2D9}">
          <dgm14:cNvPr xmlns:dgm14="http://schemas.microsoft.com/office/drawing/2010/diagram" id="0" name="" descr="Disconnected"/>
        </a:ext>
      </dgm:extLst>
    </dgm:pt>
    <dgm:pt modelId="{1B093D90-5B6B-40F8-8469-B97BBEB1062A}" type="pres">
      <dgm:prSet presAssocID="{A853D9D0-72AA-49CF-9DF1-DAD7ED8FE3CE}" presName="iconSpace" presStyleCnt="0"/>
      <dgm:spPr/>
    </dgm:pt>
    <dgm:pt modelId="{6E7AD1F3-47A9-4BC3-B615-02A94CFBB325}" type="pres">
      <dgm:prSet presAssocID="{A853D9D0-72AA-49CF-9DF1-DAD7ED8FE3CE}" presName="parTx" presStyleLbl="revTx" presStyleIdx="6" presStyleCnt="8">
        <dgm:presLayoutVars>
          <dgm:chMax val="0"/>
          <dgm:chPref val="0"/>
        </dgm:presLayoutVars>
      </dgm:prSet>
      <dgm:spPr/>
    </dgm:pt>
    <dgm:pt modelId="{C86586B4-6958-4ED4-84EA-25EF2F4EC83E}" type="pres">
      <dgm:prSet presAssocID="{A853D9D0-72AA-49CF-9DF1-DAD7ED8FE3CE}" presName="txSpace" presStyleCnt="0"/>
      <dgm:spPr/>
    </dgm:pt>
    <dgm:pt modelId="{64513761-8D4E-4727-86B9-000868DC03E6}" type="pres">
      <dgm:prSet presAssocID="{A853D9D0-72AA-49CF-9DF1-DAD7ED8FE3CE}" presName="desTx" presStyleLbl="revTx" presStyleIdx="7" presStyleCnt="8">
        <dgm:presLayoutVars/>
      </dgm:prSet>
      <dgm:spPr/>
    </dgm:pt>
  </dgm:ptLst>
  <dgm:cxnLst>
    <dgm:cxn modelId="{BE513C0F-2F0E-4744-9BAF-82833A2E1D1D}" type="presOf" srcId="{9F330147-E8D2-4B05-90AF-FD61AF9CE14C}" destId="{FC32E7FE-58EC-4E33-949D-E7EEF69B3227}" srcOrd="0" destOrd="0" presId="urn:microsoft.com/office/officeart/2018/2/layout/IconLabelDescriptionList"/>
    <dgm:cxn modelId="{B5CEAA0F-1A86-471E-9540-4D6D314A0A14}" srcId="{B132CB96-4A68-42B4-916D-47FE6AC50002}" destId="{4D8C7100-F6F6-4B8E-9E3F-980B3F9FAAD0}" srcOrd="1" destOrd="0" parTransId="{D10EE056-F319-4055-9432-67BEDF19588E}" sibTransId="{07BD4305-DB58-47DB-B1DD-B49CB4610296}"/>
    <dgm:cxn modelId="{51897516-6BCA-45A6-A0F6-AFE75926F0B3}" type="presOf" srcId="{B8E7DBFB-CC41-40B7-99E5-9244513F4FE7}" destId="{64513761-8D4E-4727-86B9-000868DC03E6}" srcOrd="0" destOrd="0" presId="urn:microsoft.com/office/officeart/2018/2/layout/IconLabelDescriptionList"/>
    <dgm:cxn modelId="{1C126817-4991-429C-B269-3B4E0CBE1774}" type="presOf" srcId="{5EDDCB60-4483-4B8C-96E2-279FE1DE37B1}" destId="{C23A87DC-9D5D-472A-9439-307C9F6BB364}" srcOrd="0" destOrd="0" presId="urn:microsoft.com/office/officeart/2018/2/layout/IconLabelDescriptionList"/>
    <dgm:cxn modelId="{624D4039-5D1A-4DD6-A9DC-DCA32B813EF3}" type="presOf" srcId="{67A75948-E40C-43EB-9A66-3CD424AF8C60}" destId="{C23A87DC-9D5D-472A-9439-307C9F6BB364}" srcOrd="0" destOrd="2" presId="urn:microsoft.com/office/officeart/2018/2/layout/IconLabelDescriptionList"/>
    <dgm:cxn modelId="{13177D39-EB15-4204-9CDF-24291AF924AA}" srcId="{9864C2C1-E629-4BE6-8921-B97779B31AB3}" destId="{99F80A84-4283-480A-AF4B-450910B30A83}" srcOrd="2" destOrd="0" parTransId="{1A2DDD12-DF83-42AE-83EC-E9BD271A4B94}" sibTransId="{A4DF2587-28D0-466D-941C-1F89D8D2DE9D}"/>
    <dgm:cxn modelId="{129F545E-7FC0-47CF-993E-BFDC597D1EF6}" srcId="{9F330147-E8D2-4B05-90AF-FD61AF9CE14C}" destId="{9889DB03-CF16-440D-BD1D-4E073B4437DD}" srcOrd="1" destOrd="0" parTransId="{DF7D3E07-3743-402A-B78E-47C17CC5E018}" sibTransId="{924F6EDD-D1A7-4BBF-BD1E-EFC102323E0A}"/>
    <dgm:cxn modelId="{4E40FE60-3348-4306-8F2D-0872988DBA13}" type="presOf" srcId="{4D8C7100-F6F6-4B8E-9E3F-980B3F9FAAD0}" destId="{C7E82562-ED05-4F13-8262-E3310487D7AF}" srcOrd="0" destOrd="1" presId="urn:microsoft.com/office/officeart/2018/2/layout/IconLabelDescriptionList"/>
    <dgm:cxn modelId="{AC9B0743-48EC-4B60-BE4D-B2B3B0B7E224}" srcId="{9F330147-E8D2-4B05-90AF-FD61AF9CE14C}" destId="{815931B3-E26D-4224-9216-47258DAB4BA2}" srcOrd="0" destOrd="0" parTransId="{4B7CB647-74D2-427C-9FEA-C8E4E8C97AB1}" sibTransId="{CE1636EA-E996-42FC-BA77-49C264A1B39E}"/>
    <dgm:cxn modelId="{75787165-E74B-4AB8-A45D-676E0A83EC23}" srcId="{B132CB96-4A68-42B4-916D-47FE6AC50002}" destId="{80125FAD-D316-426D-A58B-7026B957AE4F}" srcOrd="2" destOrd="0" parTransId="{5C6D4958-BA84-4E5E-8884-163EA03DF137}" sibTransId="{C1036300-DFD2-48CC-83AC-A385B9C1E1A7}"/>
    <dgm:cxn modelId="{06037248-E8E9-4A39-A525-5DE4455252A3}" srcId="{99F80A84-4283-480A-AF4B-450910B30A83}" destId="{5EDDCB60-4483-4B8C-96E2-279FE1DE37B1}" srcOrd="0" destOrd="0" parTransId="{F455DF2A-3831-45EC-91A4-120BB6DD2DFB}" sibTransId="{971F4641-79D0-45B8-9A48-7EA322F435DB}"/>
    <dgm:cxn modelId="{8CF4BF49-2FE9-4639-B8F3-1F1FC5CF537F}" srcId="{99F80A84-4283-480A-AF4B-450910B30A83}" destId="{67A75948-E40C-43EB-9A66-3CD424AF8C60}" srcOrd="2" destOrd="0" parTransId="{498A708A-B485-44D1-9C20-BCD4F839E6D8}" sibTransId="{3B1C9AFB-4FCC-41C3-9304-B043779DD5BF}"/>
    <dgm:cxn modelId="{A373F94A-6728-44BD-AE1C-E336E59CC7B9}" type="presOf" srcId="{A853D9D0-72AA-49CF-9DF1-DAD7ED8FE3CE}" destId="{6E7AD1F3-47A9-4BC3-B615-02A94CFBB325}" srcOrd="0" destOrd="0" presId="urn:microsoft.com/office/officeart/2018/2/layout/IconLabelDescriptionList"/>
    <dgm:cxn modelId="{A97E524C-4A15-48FA-8EB1-0EEABD36A25A}" srcId="{A853D9D0-72AA-49CF-9DF1-DAD7ED8FE3CE}" destId="{D0BCD266-A148-47FA-B10A-2FE9C5C4CCC8}" srcOrd="1" destOrd="0" parTransId="{A5426141-8F30-45A0-96A4-A827F3DA4AF3}" sibTransId="{E6124997-5477-41EC-ACC0-91FD010F1E60}"/>
    <dgm:cxn modelId="{AD6E8F54-289A-4223-964D-936AD68F5551}" type="presOf" srcId="{F8E2BAB7-E137-4507-B3D7-27106FB8A7FB}" destId="{C23A87DC-9D5D-472A-9439-307C9F6BB364}" srcOrd="0" destOrd="3" presId="urn:microsoft.com/office/officeart/2018/2/layout/IconLabelDescriptionList"/>
    <dgm:cxn modelId="{3675D954-0A33-47FC-8DD2-EE8944837594}" srcId="{99F80A84-4283-480A-AF4B-450910B30A83}" destId="{F8E2BAB7-E137-4507-B3D7-27106FB8A7FB}" srcOrd="3" destOrd="0" parTransId="{D8E073FF-4E8F-4B7E-A4AB-5EAF7DD0580B}" sibTransId="{DEF55F79-706F-4AFA-A7FA-DAE3E4955AEC}"/>
    <dgm:cxn modelId="{7F946B55-C166-4B16-B5AB-8445089412D0}" type="presOf" srcId="{9864C2C1-E629-4BE6-8921-B97779B31AB3}" destId="{E10DD76A-CFF0-48FA-85F3-D42AB4DF550F}" srcOrd="0" destOrd="0" presId="urn:microsoft.com/office/officeart/2018/2/layout/IconLabelDescriptionList"/>
    <dgm:cxn modelId="{58A08E76-AE47-4820-97C5-62F78FD3DE51}" srcId="{B132CB96-4A68-42B4-916D-47FE6AC50002}" destId="{82BDED70-BC4B-41D9-A766-D2760D3660B5}" srcOrd="0" destOrd="0" parTransId="{17EC37C0-C737-4EDE-A31C-62E19898681D}" sibTransId="{B73175BA-9DC6-419A-8E53-D0A31390FF10}"/>
    <dgm:cxn modelId="{320F1358-6082-408A-BF77-2F6525D16294}" srcId="{99F80A84-4283-480A-AF4B-450910B30A83}" destId="{BDAD9781-130B-4903-A500-86E7CF94EB57}" srcOrd="1" destOrd="0" parTransId="{BA1D265F-19D4-4AC6-B7D5-9BB7591CD4CF}" sibTransId="{EF0AF640-93BB-4A0B-97D1-23E41F933CC1}"/>
    <dgm:cxn modelId="{8A3ED482-39A9-4028-A7CA-964EB28E5844}" type="presOf" srcId="{99F80A84-4283-480A-AF4B-450910B30A83}" destId="{85279B31-82B1-4C56-B3B8-0EA7EAD88C1F}" srcOrd="0" destOrd="0" presId="urn:microsoft.com/office/officeart/2018/2/layout/IconLabelDescriptionList"/>
    <dgm:cxn modelId="{985A458C-B086-44E6-9044-445B9B398EFA}" srcId="{9864C2C1-E629-4BE6-8921-B97779B31AB3}" destId="{B132CB96-4A68-42B4-916D-47FE6AC50002}" srcOrd="1" destOrd="0" parTransId="{D8F9839A-387D-4725-A424-DF1AE605230A}" sibTransId="{9D6797C0-A9BF-4E56-ACE2-6FAFA38C347F}"/>
    <dgm:cxn modelId="{47369CA3-A3FE-4E4C-B999-65A0F9744BE0}" type="presOf" srcId="{B132CB96-4A68-42B4-916D-47FE6AC50002}" destId="{930CF601-104E-4551-9680-E22B5008F504}" srcOrd="0" destOrd="0" presId="urn:microsoft.com/office/officeart/2018/2/layout/IconLabelDescriptionList"/>
    <dgm:cxn modelId="{67395BAE-1507-4DF4-9901-ED075D263D42}" type="presOf" srcId="{9889DB03-CF16-440D-BD1D-4E073B4437DD}" destId="{21DD8313-9FE1-4F05-A1CB-BC4ECCF65592}" srcOrd="0" destOrd="1" presId="urn:microsoft.com/office/officeart/2018/2/layout/IconLabelDescriptionList"/>
    <dgm:cxn modelId="{1016FFB4-1AE3-485D-910A-923BE21469A5}" srcId="{9864C2C1-E629-4BE6-8921-B97779B31AB3}" destId="{A853D9D0-72AA-49CF-9DF1-DAD7ED8FE3CE}" srcOrd="3" destOrd="0" parTransId="{6E0F36BF-18A0-48FE-9D73-9020675453A5}" sibTransId="{7C898343-9F50-48E3-B981-2BB8E303016F}"/>
    <dgm:cxn modelId="{5105D1B8-5361-4EE3-A5FE-125F7D324C48}" type="presOf" srcId="{82BDED70-BC4B-41D9-A766-D2760D3660B5}" destId="{C7E82562-ED05-4F13-8262-E3310487D7AF}" srcOrd="0" destOrd="0" presId="urn:microsoft.com/office/officeart/2018/2/layout/IconLabelDescriptionList"/>
    <dgm:cxn modelId="{0866C0DA-906F-49C1-AE6D-11C56F6999E2}" type="presOf" srcId="{80125FAD-D316-426D-A58B-7026B957AE4F}" destId="{C7E82562-ED05-4F13-8262-E3310487D7AF}" srcOrd="0" destOrd="2" presId="urn:microsoft.com/office/officeart/2018/2/layout/IconLabelDescriptionList"/>
    <dgm:cxn modelId="{BA7D4CDC-F448-4A8A-A829-055C3CEA2A2D}" type="presOf" srcId="{BDAD9781-130B-4903-A500-86E7CF94EB57}" destId="{C23A87DC-9D5D-472A-9439-307C9F6BB364}" srcOrd="0" destOrd="1" presId="urn:microsoft.com/office/officeart/2018/2/layout/IconLabelDescriptionList"/>
    <dgm:cxn modelId="{AA1B2ADE-14AB-4C8F-A8F8-8D3E5DD21A12}" type="presOf" srcId="{815931B3-E26D-4224-9216-47258DAB4BA2}" destId="{21DD8313-9FE1-4F05-A1CB-BC4ECCF65592}" srcOrd="0" destOrd="0" presId="urn:microsoft.com/office/officeart/2018/2/layout/IconLabelDescriptionList"/>
    <dgm:cxn modelId="{195E4AED-B096-44C9-ABD0-0B692F2179CF}" type="presOf" srcId="{D0BCD266-A148-47FA-B10A-2FE9C5C4CCC8}" destId="{64513761-8D4E-4727-86B9-000868DC03E6}" srcOrd="0" destOrd="1" presId="urn:microsoft.com/office/officeart/2018/2/layout/IconLabelDescriptionList"/>
    <dgm:cxn modelId="{4B6F91EF-4EC1-43A8-98DD-786AED0C4132}" srcId="{9864C2C1-E629-4BE6-8921-B97779B31AB3}" destId="{9F330147-E8D2-4B05-90AF-FD61AF9CE14C}" srcOrd="0" destOrd="0" parTransId="{6EDFD101-2970-4134-94E2-DB914148EB5C}" sibTransId="{C1987D1F-9A01-448F-8EEF-C354F1C19685}"/>
    <dgm:cxn modelId="{8BE118F4-C644-4A3D-9C80-29A7424E1B4B}" srcId="{A853D9D0-72AA-49CF-9DF1-DAD7ED8FE3CE}" destId="{B8E7DBFB-CC41-40B7-99E5-9244513F4FE7}" srcOrd="0" destOrd="0" parTransId="{260AD3BD-E22F-4DAF-A85B-65FD06EF4214}" sibTransId="{FB402BD8-EBF1-408B-836B-005B0222C738}"/>
    <dgm:cxn modelId="{B4B1732F-C039-4DF2-A089-8235B85E2A86}" type="presParOf" srcId="{E10DD76A-CFF0-48FA-85F3-D42AB4DF550F}" destId="{7E994D48-A9E2-4C01-9BBA-E5300F7C1F31}" srcOrd="0" destOrd="0" presId="urn:microsoft.com/office/officeart/2018/2/layout/IconLabelDescriptionList"/>
    <dgm:cxn modelId="{EAB1D012-22BC-43DA-A0BB-6F88268D05C4}" type="presParOf" srcId="{7E994D48-A9E2-4C01-9BBA-E5300F7C1F31}" destId="{E474D163-5894-4059-9366-960F3D317340}" srcOrd="0" destOrd="0" presId="urn:microsoft.com/office/officeart/2018/2/layout/IconLabelDescriptionList"/>
    <dgm:cxn modelId="{367984D9-7241-4375-8CBE-3F69B13B9EE7}" type="presParOf" srcId="{7E994D48-A9E2-4C01-9BBA-E5300F7C1F31}" destId="{048531E8-6679-45F2-B6DB-9397693E63E8}" srcOrd="1" destOrd="0" presId="urn:microsoft.com/office/officeart/2018/2/layout/IconLabelDescriptionList"/>
    <dgm:cxn modelId="{593BABF8-D40C-4F20-BFFF-472D1DFD39EF}" type="presParOf" srcId="{7E994D48-A9E2-4C01-9BBA-E5300F7C1F31}" destId="{FC32E7FE-58EC-4E33-949D-E7EEF69B3227}" srcOrd="2" destOrd="0" presId="urn:microsoft.com/office/officeart/2018/2/layout/IconLabelDescriptionList"/>
    <dgm:cxn modelId="{A1067788-7F74-4436-8F96-FAB0E0E4A6DB}" type="presParOf" srcId="{7E994D48-A9E2-4C01-9BBA-E5300F7C1F31}" destId="{E055663D-274B-4A82-A45B-E24D5B537B26}" srcOrd="3" destOrd="0" presId="urn:microsoft.com/office/officeart/2018/2/layout/IconLabelDescriptionList"/>
    <dgm:cxn modelId="{0ECE30EA-7E5A-4D36-B86B-ECA84495E926}" type="presParOf" srcId="{7E994D48-A9E2-4C01-9BBA-E5300F7C1F31}" destId="{21DD8313-9FE1-4F05-A1CB-BC4ECCF65592}" srcOrd="4" destOrd="0" presId="urn:microsoft.com/office/officeart/2018/2/layout/IconLabelDescriptionList"/>
    <dgm:cxn modelId="{8EF60DE5-8307-43AC-A72F-C7369DCACB9F}" type="presParOf" srcId="{E10DD76A-CFF0-48FA-85F3-D42AB4DF550F}" destId="{0F6210EB-3301-4CBE-BB9F-FFBE1D9AB97E}" srcOrd="1" destOrd="0" presId="urn:microsoft.com/office/officeart/2018/2/layout/IconLabelDescriptionList"/>
    <dgm:cxn modelId="{465B18B5-1902-468E-9402-7497056ACF4E}" type="presParOf" srcId="{E10DD76A-CFF0-48FA-85F3-D42AB4DF550F}" destId="{ACD539B5-3F1A-491F-B110-23F0C2149C72}" srcOrd="2" destOrd="0" presId="urn:microsoft.com/office/officeart/2018/2/layout/IconLabelDescriptionList"/>
    <dgm:cxn modelId="{F3EC93B9-E23E-4B09-A33F-54E6C28009CC}" type="presParOf" srcId="{ACD539B5-3F1A-491F-B110-23F0C2149C72}" destId="{01068F45-7CCE-49F8-8A9F-119A3CE53177}" srcOrd="0" destOrd="0" presId="urn:microsoft.com/office/officeart/2018/2/layout/IconLabelDescriptionList"/>
    <dgm:cxn modelId="{F69706F3-F1CA-4AE5-9070-8146DE80A02E}" type="presParOf" srcId="{ACD539B5-3F1A-491F-B110-23F0C2149C72}" destId="{1B52CE4B-4061-499D-AC40-F201ACD3AB9D}" srcOrd="1" destOrd="0" presId="urn:microsoft.com/office/officeart/2018/2/layout/IconLabelDescriptionList"/>
    <dgm:cxn modelId="{15B96142-022D-4B18-81A9-4B4E77B7D912}" type="presParOf" srcId="{ACD539B5-3F1A-491F-B110-23F0C2149C72}" destId="{930CF601-104E-4551-9680-E22B5008F504}" srcOrd="2" destOrd="0" presId="urn:microsoft.com/office/officeart/2018/2/layout/IconLabelDescriptionList"/>
    <dgm:cxn modelId="{185178AD-2C2C-4BFB-BEDD-525D451740F3}" type="presParOf" srcId="{ACD539B5-3F1A-491F-B110-23F0C2149C72}" destId="{C70FB878-56C2-47B0-9C11-284ED2CEE48F}" srcOrd="3" destOrd="0" presId="urn:microsoft.com/office/officeart/2018/2/layout/IconLabelDescriptionList"/>
    <dgm:cxn modelId="{F7614363-92D9-4D09-BBDA-1183F6A7069E}" type="presParOf" srcId="{ACD539B5-3F1A-491F-B110-23F0C2149C72}" destId="{C7E82562-ED05-4F13-8262-E3310487D7AF}" srcOrd="4" destOrd="0" presId="urn:microsoft.com/office/officeart/2018/2/layout/IconLabelDescriptionList"/>
    <dgm:cxn modelId="{AF60A7B1-6237-4E3A-8D17-965332099994}" type="presParOf" srcId="{E10DD76A-CFF0-48FA-85F3-D42AB4DF550F}" destId="{B16E0026-DE88-452D-A191-0ED6ABC298B3}" srcOrd="3" destOrd="0" presId="urn:microsoft.com/office/officeart/2018/2/layout/IconLabelDescriptionList"/>
    <dgm:cxn modelId="{3BD4D0BA-DE67-4AD9-9D66-41439EA5A8EC}" type="presParOf" srcId="{E10DD76A-CFF0-48FA-85F3-D42AB4DF550F}" destId="{54694861-2B7C-4ED5-8469-EDEC94084119}" srcOrd="4" destOrd="0" presId="urn:microsoft.com/office/officeart/2018/2/layout/IconLabelDescriptionList"/>
    <dgm:cxn modelId="{753AEADA-1D1D-4DF9-910F-44003EB94C36}" type="presParOf" srcId="{54694861-2B7C-4ED5-8469-EDEC94084119}" destId="{6E93FF15-E18B-454E-BAC9-3D413EF048EE}" srcOrd="0" destOrd="0" presId="urn:microsoft.com/office/officeart/2018/2/layout/IconLabelDescriptionList"/>
    <dgm:cxn modelId="{67FA635E-3BFF-46F0-97CF-4A4C298BFBD0}" type="presParOf" srcId="{54694861-2B7C-4ED5-8469-EDEC94084119}" destId="{53ABCE54-B836-491D-B33E-201BC57FFD39}" srcOrd="1" destOrd="0" presId="urn:microsoft.com/office/officeart/2018/2/layout/IconLabelDescriptionList"/>
    <dgm:cxn modelId="{09E7C60A-97A3-4005-A968-559A2C1F181D}" type="presParOf" srcId="{54694861-2B7C-4ED5-8469-EDEC94084119}" destId="{85279B31-82B1-4C56-B3B8-0EA7EAD88C1F}" srcOrd="2" destOrd="0" presId="urn:microsoft.com/office/officeart/2018/2/layout/IconLabelDescriptionList"/>
    <dgm:cxn modelId="{507E83A9-5154-4EA2-8DAD-F2E99A24416E}" type="presParOf" srcId="{54694861-2B7C-4ED5-8469-EDEC94084119}" destId="{CF49A29C-FAAE-4B3A-B59D-94D6B8CE9EA9}" srcOrd="3" destOrd="0" presId="urn:microsoft.com/office/officeart/2018/2/layout/IconLabelDescriptionList"/>
    <dgm:cxn modelId="{2EFB383B-2DBC-45CD-90FB-D64BFF72EF8D}" type="presParOf" srcId="{54694861-2B7C-4ED5-8469-EDEC94084119}" destId="{C23A87DC-9D5D-472A-9439-307C9F6BB364}" srcOrd="4" destOrd="0" presId="urn:microsoft.com/office/officeart/2018/2/layout/IconLabelDescriptionList"/>
    <dgm:cxn modelId="{B72F937B-B787-4882-8507-77E78DAC0F64}" type="presParOf" srcId="{E10DD76A-CFF0-48FA-85F3-D42AB4DF550F}" destId="{11CC60EF-8987-4E36-A3E3-7B35CB227F9A}" srcOrd="5" destOrd="0" presId="urn:microsoft.com/office/officeart/2018/2/layout/IconLabelDescriptionList"/>
    <dgm:cxn modelId="{CE53894C-4329-442B-8DD1-E198BD41C017}" type="presParOf" srcId="{E10DD76A-CFF0-48FA-85F3-D42AB4DF550F}" destId="{D82628CC-D27F-4773-A2E2-BE58AE81A53D}" srcOrd="6" destOrd="0" presId="urn:microsoft.com/office/officeart/2018/2/layout/IconLabelDescriptionList"/>
    <dgm:cxn modelId="{93313325-7F18-411C-A2E0-FE87C1FA02BC}" type="presParOf" srcId="{D82628CC-D27F-4773-A2E2-BE58AE81A53D}" destId="{4A85381A-B7A8-41A1-9F84-2D9EEBDD095C}" srcOrd="0" destOrd="0" presId="urn:microsoft.com/office/officeart/2018/2/layout/IconLabelDescriptionList"/>
    <dgm:cxn modelId="{3E700F52-1418-44E4-8340-92BFBEC5521E}" type="presParOf" srcId="{D82628CC-D27F-4773-A2E2-BE58AE81A53D}" destId="{1B093D90-5B6B-40F8-8469-B97BBEB1062A}" srcOrd="1" destOrd="0" presId="urn:microsoft.com/office/officeart/2018/2/layout/IconLabelDescriptionList"/>
    <dgm:cxn modelId="{C90094B5-26FD-4213-B3D6-189F6DE23C1C}" type="presParOf" srcId="{D82628CC-D27F-4773-A2E2-BE58AE81A53D}" destId="{6E7AD1F3-47A9-4BC3-B615-02A94CFBB325}" srcOrd="2" destOrd="0" presId="urn:microsoft.com/office/officeart/2018/2/layout/IconLabelDescriptionList"/>
    <dgm:cxn modelId="{B3C520FD-2253-48F7-87F3-7052FD6B1203}" type="presParOf" srcId="{D82628CC-D27F-4773-A2E2-BE58AE81A53D}" destId="{C86586B4-6958-4ED4-84EA-25EF2F4EC83E}" srcOrd="3" destOrd="0" presId="urn:microsoft.com/office/officeart/2018/2/layout/IconLabelDescriptionList"/>
    <dgm:cxn modelId="{1C3F88F9-57D6-402D-A6E1-5F69C75BF529}" type="presParOf" srcId="{D82628CC-D27F-4773-A2E2-BE58AE81A53D}" destId="{64513761-8D4E-4727-86B9-000868DC03E6}" srcOrd="4" destOrd="0" presId="urn:microsoft.com/office/officeart/2018/2/layout/IconLabelDescriptionList"/>
  </dgm:cxnLst>
  <dgm:bg/>
  <dgm:whole/>
  <dgm:extLst>
    <a:ext uri="http://schemas.microsoft.com/office/drawing/2008/diagram">
      <dsp:dataModelExt xmlns:dsp="http://schemas.microsoft.com/office/drawing/2008/diagram" relId="rId6" minVer="http://schemas.openxmlformats.org/drawingml/2006/diagram"/>
    </a:ext>
  </dgm:extLst>
</dgm:dataModel>
</file>

<file path=ppt/diagrams/data51.xml><?xml version="1.0" encoding="utf-8"?>
<dgm:dataModel xmlns:dgm="http://schemas.openxmlformats.org/drawingml/2006/diagram" xmlns:a="http://schemas.openxmlformats.org/drawingml/2006/main">
  <dgm:ptLst>
    <dgm:pt modelId="{7E289A91-BA6D-4C70-8919-CBAEC1CF0B50}" type="doc">
      <dgm:prSet loTypeId="urn:microsoft.com/office/officeart/2018/5/layout/CenteredIconLabelDescriptionList" loCatId="icon" qsTypeId="urn:microsoft.com/office/officeart/2005/8/quickstyle/simple1" qsCatId="simple" csTypeId="urn:microsoft.com/office/officeart/2018/5/colors/Iconchunking_neutralbg_colorful2" csCatId="colorful" phldr="1"/>
      <dgm:spPr/>
      <dgm:t>
        <a:bodyPr/>
        <a:lstStyle/>
        <a:p>
          <a:endParaRPr lang="en-US"/>
        </a:p>
      </dgm:t>
    </dgm:pt>
    <dgm:pt modelId="{610820C8-217F-46A2-BCEE-A31F7247940C}">
      <dgm:prSet/>
      <dgm:spPr/>
      <dgm:t>
        <a:bodyPr/>
        <a:lstStyle/>
        <a:p>
          <a:pPr>
            <a:lnSpc>
              <a:spcPct val="100000"/>
            </a:lnSpc>
            <a:defRPr b="1"/>
          </a:pPr>
          <a:r>
            <a:rPr lang="en-US"/>
            <a:t>Any bitcoin service that creates transactions, </a:t>
          </a:r>
        </a:p>
      </dgm:t>
    </dgm:pt>
    <dgm:pt modelId="{7C4FB581-6A32-4507-91E6-21935689DB29}" type="parTrans" cxnId="{945468EA-973B-4A55-A4CB-78B0E675104D}">
      <dgm:prSet/>
      <dgm:spPr/>
      <dgm:t>
        <a:bodyPr/>
        <a:lstStyle/>
        <a:p>
          <a:endParaRPr lang="en-US"/>
        </a:p>
      </dgm:t>
    </dgm:pt>
    <dgm:pt modelId="{AD950D15-C64F-4B4C-9A24-76507C123980}" type="sibTrans" cxnId="{945468EA-973B-4A55-A4CB-78B0E675104D}">
      <dgm:prSet/>
      <dgm:spPr/>
      <dgm:t>
        <a:bodyPr/>
        <a:lstStyle/>
        <a:p>
          <a:endParaRPr lang="en-US"/>
        </a:p>
      </dgm:t>
    </dgm:pt>
    <dgm:pt modelId="{73B73E3F-8715-4291-BC78-FF6250661F7F}">
      <dgm:prSet/>
      <dgm:spPr/>
      <dgm:t>
        <a:bodyPr/>
        <a:lstStyle/>
        <a:p>
          <a:pPr>
            <a:lnSpc>
              <a:spcPct val="100000"/>
            </a:lnSpc>
          </a:pPr>
          <a:r>
            <a:rPr lang="en-US"/>
            <a:t>including wallets, exchanges, retail</a:t>
          </a:r>
          <a:r>
            <a:rPr lang="tr-TR"/>
            <a:t> </a:t>
          </a:r>
          <a:r>
            <a:rPr lang="en-US"/>
            <a:t>applications, etc., </a:t>
          </a:r>
        </a:p>
      </dgm:t>
    </dgm:pt>
    <dgm:pt modelId="{488F8850-9549-4641-BDB2-6E28D94D2626}" type="parTrans" cxnId="{89F082A2-89D1-4A0C-9AE8-0D5008BD9C3D}">
      <dgm:prSet/>
      <dgm:spPr/>
      <dgm:t>
        <a:bodyPr/>
        <a:lstStyle/>
        <a:p>
          <a:endParaRPr lang="en-US"/>
        </a:p>
      </dgm:t>
    </dgm:pt>
    <dgm:pt modelId="{BD0DC581-A19B-448A-9DB0-7156D2DCA232}" type="sibTrans" cxnId="{89F082A2-89D1-4A0C-9AE8-0D5008BD9C3D}">
      <dgm:prSet/>
      <dgm:spPr/>
      <dgm:t>
        <a:bodyPr/>
        <a:lstStyle/>
        <a:p>
          <a:endParaRPr lang="en-US"/>
        </a:p>
      </dgm:t>
    </dgm:pt>
    <dgm:pt modelId="{05EB5EDD-622D-4306-AEF7-7C5E947020A2}">
      <dgm:prSet/>
      <dgm:spPr/>
      <dgm:t>
        <a:bodyPr/>
        <a:lstStyle/>
        <a:p>
          <a:pPr>
            <a:lnSpc>
              <a:spcPct val="100000"/>
            </a:lnSpc>
          </a:pPr>
          <a:r>
            <a:rPr lang="en-US" i="1" dirty="0"/>
            <a:t>must </a:t>
          </a:r>
          <a:r>
            <a:rPr lang="en-US" dirty="0"/>
            <a:t>implement dynamic fees</a:t>
          </a:r>
        </a:p>
      </dgm:t>
    </dgm:pt>
    <dgm:pt modelId="{4A2B99C4-F07B-42E7-BF1C-59AE1FDBF59F}" type="parTrans" cxnId="{DF47A31C-0122-4F1F-9463-D8198FC149AE}">
      <dgm:prSet/>
      <dgm:spPr/>
      <dgm:t>
        <a:bodyPr/>
        <a:lstStyle/>
        <a:p>
          <a:endParaRPr lang="en-US"/>
        </a:p>
      </dgm:t>
    </dgm:pt>
    <dgm:pt modelId="{5AB6EBBA-135E-4498-8EF7-748F31EF4BD7}" type="sibTrans" cxnId="{DF47A31C-0122-4F1F-9463-D8198FC149AE}">
      <dgm:prSet/>
      <dgm:spPr/>
      <dgm:t>
        <a:bodyPr/>
        <a:lstStyle/>
        <a:p>
          <a:endParaRPr lang="en-US"/>
        </a:p>
      </dgm:t>
    </dgm:pt>
    <dgm:pt modelId="{7357507F-BACB-418A-88EF-65D22F07C810}">
      <dgm:prSet/>
      <dgm:spPr/>
      <dgm:t>
        <a:bodyPr/>
        <a:lstStyle/>
        <a:p>
          <a:pPr>
            <a:lnSpc>
              <a:spcPct val="100000"/>
            </a:lnSpc>
            <a:defRPr b="1"/>
          </a:pPr>
          <a:r>
            <a:rPr lang="en-US"/>
            <a:t>Dynamic fees can be implemented</a:t>
          </a:r>
        </a:p>
      </dgm:t>
    </dgm:pt>
    <dgm:pt modelId="{FA89358D-1631-4F75-889F-E5CFFDE7EDE3}" type="parTrans" cxnId="{55B32869-8B6C-4B44-96A1-D18922589A6A}">
      <dgm:prSet/>
      <dgm:spPr/>
      <dgm:t>
        <a:bodyPr/>
        <a:lstStyle/>
        <a:p>
          <a:endParaRPr lang="en-US"/>
        </a:p>
      </dgm:t>
    </dgm:pt>
    <dgm:pt modelId="{A9C799CC-C3BE-4106-AB87-873FFC89C852}" type="sibTrans" cxnId="{55B32869-8B6C-4B44-96A1-D18922589A6A}">
      <dgm:prSet/>
      <dgm:spPr/>
      <dgm:t>
        <a:bodyPr/>
        <a:lstStyle/>
        <a:p>
          <a:endParaRPr lang="en-US"/>
        </a:p>
      </dgm:t>
    </dgm:pt>
    <dgm:pt modelId="{445F6C70-A82F-4147-8416-040D32B05902}">
      <dgm:prSet/>
      <dgm:spPr/>
      <dgm:t>
        <a:bodyPr/>
        <a:lstStyle/>
        <a:p>
          <a:pPr>
            <a:lnSpc>
              <a:spcPct val="100000"/>
            </a:lnSpc>
          </a:pPr>
          <a:r>
            <a:rPr lang="en-US"/>
            <a:t>through a third-party fee estimation service </a:t>
          </a:r>
        </a:p>
      </dgm:t>
    </dgm:pt>
    <dgm:pt modelId="{3F4B51D0-0736-4F88-B9CF-8B5D15682623}" type="parTrans" cxnId="{98E43126-794F-4397-AD44-6F1F1383DF30}">
      <dgm:prSet/>
      <dgm:spPr/>
      <dgm:t>
        <a:bodyPr/>
        <a:lstStyle/>
        <a:p>
          <a:endParaRPr lang="en-US"/>
        </a:p>
      </dgm:t>
    </dgm:pt>
    <dgm:pt modelId="{B67E65F8-77B7-4565-BB5A-297859BF635C}" type="sibTrans" cxnId="{98E43126-794F-4397-AD44-6F1F1383DF30}">
      <dgm:prSet/>
      <dgm:spPr/>
      <dgm:t>
        <a:bodyPr/>
        <a:lstStyle/>
        <a:p>
          <a:endParaRPr lang="en-US"/>
        </a:p>
      </dgm:t>
    </dgm:pt>
    <dgm:pt modelId="{6CC00B1F-A27E-4882-B3D2-15C0EA3BE432}">
      <dgm:prSet/>
      <dgm:spPr/>
      <dgm:t>
        <a:bodyPr/>
        <a:lstStyle/>
        <a:p>
          <a:pPr>
            <a:lnSpc>
              <a:spcPct val="100000"/>
            </a:lnSpc>
          </a:pPr>
          <a:r>
            <a:rPr lang="en-US"/>
            <a:t>or with a built-in fee estimation algorithm.</a:t>
          </a:r>
        </a:p>
      </dgm:t>
    </dgm:pt>
    <dgm:pt modelId="{7930FFCB-A2EB-43AF-A6F6-6D056B50DA0F}" type="parTrans" cxnId="{AA3267B2-203D-4DD7-B943-757EC137487B}">
      <dgm:prSet/>
      <dgm:spPr/>
      <dgm:t>
        <a:bodyPr/>
        <a:lstStyle/>
        <a:p>
          <a:endParaRPr lang="en-US"/>
        </a:p>
      </dgm:t>
    </dgm:pt>
    <dgm:pt modelId="{FD91D584-E786-492F-B46B-646217D307E5}" type="sibTrans" cxnId="{AA3267B2-203D-4DD7-B943-757EC137487B}">
      <dgm:prSet/>
      <dgm:spPr/>
      <dgm:t>
        <a:bodyPr/>
        <a:lstStyle/>
        <a:p>
          <a:endParaRPr lang="en-US"/>
        </a:p>
      </dgm:t>
    </dgm:pt>
    <dgm:pt modelId="{67F64FAD-3592-4D26-A7A1-E4D9AC89BE8E}">
      <dgm:prSet/>
      <dgm:spPr/>
      <dgm:t>
        <a:bodyPr/>
        <a:lstStyle/>
        <a:p>
          <a:pPr>
            <a:lnSpc>
              <a:spcPct val="100000"/>
            </a:lnSpc>
            <a:defRPr b="1"/>
          </a:pPr>
          <a:r>
            <a:rPr lang="en-US" dirty="0"/>
            <a:t>If you’re unsure</a:t>
          </a:r>
        </a:p>
      </dgm:t>
    </dgm:pt>
    <dgm:pt modelId="{B2DFDFF1-F4CD-4E2C-B69E-A82246644495}" type="parTrans" cxnId="{2ABA11FB-4186-4C5B-BAAD-48426D8FF54F}">
      <dgm:prSet/>
      <dgm:spPr/>
      <dgm:t>
        <a:bodyPr/>
        <a:lstStyle/>
        <a:p>
          <a:endParaRPr lang="en-US"/>
        </a:p>
      </dgm:t>
    </dgm:pt>
    <dgm:pt modelId="{002E100C-D7AD-478C-A943-4258E17D748C}" type="sibTrans" cxnId="{2ABA11FB-4186-4C5B-BAAD-48426D8FF54F}">
      <dgm:prSet/>
      <dgm:spPr/>
      <dgm:t>
        <a:bodyPr/>
        <a:lstStyle/>
        <a:p>
          <a:endParaRPr lang="en-US"/>
        </a:p>
      </dgm:t>
    </dgm:pt>
    <dgm:pt modelId="{72B9E3E9-E7A6-48CF-8D57-1407CF0CE5EB}">
      <dgm:prSet/>
      <dgm:spPr/>
      <dgm:t>
        <a:bodyPr/>
        <a:lstStyle/>
        <a:p>
          <a:pPr>
            <a:lnSpc>
              <a:spcPct val="100000"/>
            </a:lnSpc>
          </a:pPr>
          <a:r>
            <a:rPr lang="en-US"/>
            <a:t>begin with a third-party service </a:t>
          </a:r>
        </a:p>
      </dgm:t>
    </dgm:pt>
    <dgm:pt modelId="{2BD153F6-DAB7-4B9D-8A74-22FE14C9529E}" type="parTrans" cxnId="{5BD1A457-877E-4F2C-BF44-859FC7845D1E}">
      <dgm:prSet/>
      <dgm:spPr/>
      <dgm:t>
        <a:bodyPr/>
        <a:lstStyle/>
        <a:p>
          <a:endParaRPr lang="en-US"/>
        </a:p>
      </dgm:t>
    </dgm:pt>
    <dgm:pt modelId="{BAF02AF3-17E4-4422-8798-B59F2FE80532}" type="sibTrans" cxnId="{5BD1A457-877E-4F2C-BF44-859FC7845D1E}">
      <dgm:prSet/>
      <dgm:spPr/>
      <dgm:t>
        <a:bodyPr/>
        <a:lstStyle/>
        <a:p>
          <a:endParaRPr lang="en-US"/>
        </a:p>
      </dgm:t>
    </dgm:pt>
    <dgm:pt modelId="{E71D3301-CE3C-4E2C-AFF0-72AAEEFCDED3}">
      <dgm:prSet/>
      <dgm:spPr/>
      <dgm:t>
        <a:bodyPr/>
        <a:lstStyle/>
        <a:p>
          <a:pPr>
            <a:lnSpc>
              <a:spcPct val="100000"/>
            </a:lnSpc>
            <a:defRPr b="1"/>
          </a:pPr>
          <a:r>
            <a:rPr lang="en-US"/>
            <a:t>as you gain experience</a:t>
          </a:r>
          <a:r>
            <a:rPr lang="tr-TR"/>
            <a:t> </a:t>
          </a:r>
          <a:endParaRPr lang="en-US"/>
        </a:p>
      </dgm:t>
    </dgm:pt>
    <dgm:pt modelId="{89E887C0-5FD5-448B-999D-37C84E5A6177}" type="parTrans" cxnId="{FAAF8F4C-6D31-4F1C-84E0-ADF5EAC9E541}">
      <dgm:prSet/>
      <dgm:spPr/>
      <dgm:t>
        <a:bodyPr/>
        <a:lstStyle/>
        <a:p>
          <a:endParaRPr lang="en-US"/>
        </a:p>
      </dgm:t>
    </dgm:pt>
    <dgm:pt modelId="{1EE550A0-C2AF-481B-8100-91A83F9A22EE}" type="sibTrans" cxnId="{FAAF8F4C-6D31-4F1C-84E0-ADF5EAC9E541}">
      <dgm:prSet/>
      <dgm:spPr/>
      <dgm:t>
        <a:bodyPr/>
        <a:lstStyle/>
        <a:p>
          <a:endParaRPr lang="en-US"/>
        </a:p>
      </dgm:t>
    </dgm:pt>
    <dgm:pt modelId="{B10E7953-60CB-4A09-A3AE-2EF1EEEC06DE}">
      <dgm:prSet/>
      <dgm:spPr/>
      <dgm:t>
        <a:bodyPr/>
        <a:lstStyle/>
        <a:p>
          <a:pPr>
            <a:lnSpc>
              <a:spcPct val="100000"/>
            </a:lnSpc>
          </a:pPr>
          <a:r>
            <a:rPr lang="en-US"/>
            <a:t>design and implement your own algorithm </a:t>
          </a:r>
        </a:p>
      </dgm:t>
    </dgm:pt>
    <dgm:pt modelId="{47F8E5CF-E181-4E8E-9137-CE3D615C8A92}" type="parTrans" cxnId="{82D3FB8E-AEE1-45E5-A977-4DEEA116032F}">
      <dgm:prSet/>
      <dgm:spPr/>
      <dgm:t>
        <a:bodyPr/>
        <a:lstStyle/>
        <a:p>
          <a:endParaRPr lang="en-US"/>
        </a:p>
      </dgm:t>
    </dgm:pt>
    <dgm:pt modelId="{8B11698F-F5CB-40B2-A64B-8CD8998B0491}" type="sibTrans" cxnId="{82D3FB8E-AEE1-45E5-A977-4DEEA116032F}">
      <dgm:prSet/>
      <dgm:spPr/>
      <dgm:t>
        <a:bodyPr/>
        <a:lstStyle/>
        <a:p>
          <a:endParaRPr lang="en-US"/>
        </a:p>
      </dgm:t>
    </dgm:pt>
    <dgm:pt modelId="{45C30F78-B558-4B8D-A866-70C0E277C5F2}">
      <dgm:prSet/>
      <dgm:spPr/>
      <dgm:t>
        <a:bodyPr/>
        <a:lstStyle/>
        <a:p>
          <a:pPr>
            <a:lnSpc>
              <a:spcPct val="100000"/>
            </a:lnSpc>
          </a:pPr>
          <a:r>
            <a:rPr lang="en-US"/>
            <a:t>to remove the third-party</a:t>
          </a:r>
          <a:r>
            <a:rPr lang="tr-TR"/>
            <a:t> </a:t>
          </a:r>
          <a:r>
            <a:rPr lang="en-US"/>
            <a:t>dependency.</a:t>
          </a:r>
        </a:p>
      </dgm:t>
    </dgm:pt>
    <dgm:pt modelId="{B488F72F-1537-4EDE-83B6-B1D75B1C0462}" type="parTrans" cxnId="{1A451294-389C-4935-853B-2C1CE1C2261E}">
      <dgm:prSet/>
      <dgm:spPr/>
      <dgm:t>
        <a:bodyPr/>
        <a:lstStyle/>
        <a:p>
          <a:endParaRPr lang="en-US"/>
        </a:p>
      </dgm:t>
    </dgm:pt>
    <dgm:pt modelId="{FC24C612-3503-4CF6-8AC4-5551A0C0E8F3}" type="sibTrans" cxnId="{1A451294-389C-4935-853B-2C1CE1C2261E}">
      <dgm:prSet/>
      <dgm:spPr/>
      <dgm:t>
        <a:bodyPr/>
        <a:lstStyle/>
        <a:p>
          <a:endParaRPr lang="en-US"/>
        </a:p>
      </dgm:t>
    </dgm:pt>
    <dgm:pt modelId="{CDC3967F-430C-414D-9F4E-7092C881FD58}" type="pres">
      <dgm:prSet presAssocID="{7E289A91-BA6D-4C70-8919-CBAEC1CF0B50}" presName="root" presStyleCnt="0">
        <dgm:presLayoutVars>
          <dgm:dir/>
          <dgm:resizeHandles val="exact"/>
        </dgm:presLayoutVars>
      </dgm:prSet>
      <dgm:spPr/>
    </dgm:pt>
    <dgm:pt modelId="{794F552E-125F-4EF0-99DE-AA20CCF4B154}" type="pres">
      <dgm:prSet presAssocID="{610820C8-217F-46A2-BCEE-A31F7247940C}" presName="compNode" presStyleCnt="0"/>
      <dgm:spPr/>
    </dgm:pt>
    <dgm:pt modelId="{E7696E4D-EF10-4458-B785-0BAACA38A604}" type="pres">
      <dgm:prSet presAssocID="{610820C8-217F-46A2-BCEE-A31F7247940C}" presName="iconRect" presStyleLbl="node1" presStyleIdx="0" presStyleCnt="4"/>
      <dgm:spPr>
        <a:blipFill>
          <a:blip xmlns:r="http://schemas.openxmlformats.org/officeDocument/2006/relationships" r:embed="rId1" cstate="email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2"/>
              </a:ext>
            </a:extLst>
          </a:blip>
          <a:stretch>
            <a:fillRect/>
          </a:stretch>
        </a:blipFill>
        <a:ln>
          <a:noFill/>
        </a:ln>
      </dgm:spPr>
      <dgm:extLst>
        <a:ext uri="{E40237B7-FDA0-4F09-8148-C483321AD2D9}">
          <dgm14:cNvPr xmlns:dgm14="http://schemas.microsoft.com/office/drawing/2010/diagram" id="0" name="" descr="Bitcoin"/>
        </a:ext>
      </dgm:extLst>
    </dgm:pt>
    <dgm:pt modelId="{A99BFA62-E5C8-47B5-91CD-6199BF38199D}" type="pres">
      <dgm:prSet presAssocID="{610820C8-217F-46A2-BCEE-A31F7247940C}" presName="iconSpace" presStyleCnt="0"/>
      <dgm:spPr/>
    </dgm:pt>
    <dgm:pt modelId="{B7E4A198-C416-478D-8C21-5D6B063335AE}" type="pres">
      <dgm:prSet presAssocID="{610820C8-217F-46A2-BCEE-A31F7247940C}" presName="parTx" presStyleLbl="revTx" presStyleIdx="0" presStyleCnt="8">
        <dgm:presLayoutVars>
          <dgm:chMax val="0"/>
          <dgm:chPref val="0"/>
        </dgm:presLayoutVars>
      </dgm:prSet>
      <dgm:spPr/>
    </dgm:pt>
    <dgm:pt modelId="{216CCAC0-55E6-4756-876A-AD1397245A02}" type="pres">
      <dgm:prSet presAssocID="{610820C8-217F-46A2-BCEE-A31F7247940C}" presName="txSpace" presStyleCnt="0"/>
      <dgm:spPr/>
    </dgm:pt>
    <dgm:pt modelId="{FDA25D4D-49C5-46E8-AE18-D1366C5B8ECA}" type="pres">
      <dgm:prSet presAssocID="{610820C8-217F-46A2-BCEE-A31F7247940C}" presName="desTx" presStyleLbl="revTx" presStyleIdx="1" presStyleCnt="8">
        <dgm:presLayoutVars/>
      </dgm:prSet>
      <dgm:spPr/>
    </dgm:pt>
    <dgm:pt modelId="{D04AD420-C6A7-43E8-9AC7-5715A74FE82F}" type="pres">
      <dgm:prSet presAssocID="{AD950D15-C64F-4B4C-9A24-76507C123980}" presName="sibTrans" presStyleCnt="0"/>
      <dgm:spPr/>
    </dgm:pt>
    <dgm:pt modelId="{8CA7BEB9-9B3B-45FE-B43B-C055114482D6}" type="pres">
      <dgm:prSet presAssocID="{7357507F-BACB-418A-88EF-65D22F07C810}" presName="compNode" presStyleCnt="0"/>
      <dgm:spPr/>
    </dgm:pt>
    <dgm:pt modelId="{FCD3D836-C01E-446A-A99E-DA23C85C224A}" type="pres">
      <dgm:prSet presAssocID="{7357507F-BACB-418A-88EF-65D22F07C810}" presName="iconRect" presStyleLbl="node1" presStyleIdx="1" presStyleCnt="4"/>
      <dgm:spPr>
        <a:blipFill>
          <a:blip xmlns:r="http://schemas.openxmlformats.org/officeDocument/2006/relationships" r:embed="rId3" cstate="email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4"/>
              </a:ext>
            </a:extLst>
          </a:blip>
          <a:stretch>
            <a:fillRect/>
          </a:stretch>
        </a:blipFill>
        <a:ln>
          <a:noFill/>
        </a:ln>
      </dgm:spPr>
      <dgm:extLst>
        <a:ext uri="{E40237B7-FDA0-4F09-8148-C483321AD2D9}">
          <dgm14:cNvPr xmlns:dgm14="http://schemas.microsoft.com/office/drawing/2010/diagram" id="0" name="" descr="Euro"/>
        </a:ext>
      </dgm:extLst>
    </dgm:pt>
    <dgm:pt modelId="{0F551057-918A-4A86-99CB-72281F27CFFF}" type="pres">
      <dgm:prSet presAssocID="{7357507F-BACB-418A-88EF-65D22F07C810}" presName="iconSpace" presStyleCnt="0"/>
      <dgm:spPr/>
    </dgm:pt>
    <dgm:pt modelId="{76E7F13D-1B02-4175-9836-2B556F65A27B}" type="pres">
      <dgm:prSet presAssocID="{7357507F-BACB-418A-88EF-65D22F07C810}" presName="parTx" presStyleLbl="revTx" presStyleIdx="2" presStyleCnt="8">
        <dgm:presLayoutVars>
          <dgm:chMax val="0"/>
          <dgm:chPref val="0"/>
        </dgm:presLayoutVars>
      </dgm:prSet>
      <dgm:spPr/>
    </dgm:pt>
    <dgm:pt modelId="{B3E7D96C-592D-4C3A-ABA5-195C65A9516D}" type="pres">
      <dgm:prSet presAssocID="{7357507F-BACB-418A-88EF-65D22F07C810}" presName="txSpace" presStyleCnt="0"/>
      <dgm:spPr/>
    </dgm:pt>
    <dgm:pt modelId="{98E87F1C-BA7A-4685-8557-5083AFC8DAE8}" type="pres">
      <dgm:prSet presAssocID="{7357507F-BACB-418A-88EF-65D22F07C810}" presName="desTx" presStyleLbl="revTx" presStyleIdx="3" presStyleCnt="8">
        <dgm:presLayoutVars/>
      </dgm:prSet>
      <dgm:spPr/>
    </dgm:pt>
    <dgm:pt modelId="{A3110BD8-4CEA-499B-AB67-84FDC1235CA5}" type="pres">
      <dgm:prSet presAssocID="{A9C799CC-C3BE-4106-AB87-873FFC89C852}" presName="sibTrans" presStyleCnt="0"/>
      <dgm:spPr/>
    </dgm:pt>
    <dgm:pt modelId="{86107240-1ED4-4043-BDA6-D736D7B6A8B7}" type="pres">
      <dgm:prSet presAssocID="{67F64FAD-3592-4D26-A7A1-E4D9AC89BE8E}" presName="compNode" presStyleCnt="0"/>
      <dgm:spPr/>
    </dgm:pt>
    <dgm:pt modelId="{8E2BA724-F481-4B03-A4A4-79D63DC89EB8}" type="pres">
      <dgm:prSet presAssocID="{67F64FAD-3592-4D26-A7A1-E4D9AC89BE8E}" presName="iconRect" presStyleLbl="node1" presStyleIdx="2" presStyleCnt="4"/>
      <dgm:spPr>
        <a:blipFill>
          <a:blip xmlns:r="http://schemas.openxmlformats.org/officeDocument/2006/relationships" r:embed="rId5" cstate="email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6"/>
              </a:ext>
            </a:extLst>
          </a:blip>
          <a:stretch>
            <a:fillRect/>
          </a:stretch>
        </a:blipFill>
        <a:ln>
          <a:noFill/>
        </a:ln>
      </dgm:spPr>
      <dgm:extLst>
        <a:ext uri="{E40237B7-FDA0-4F09-8148-C483321AD2D9}">
          <dgm14:cNvPr xmlns:dgm14="http://schemas.microsoft.com/office/drawing/2010/diagram" id="0" name="" descr="Leprechaun Hat"/>
        </a:ext>
      </dgm:extLst>
    </dgm:pt>
    <dgm:pt modelId="{38DCB5F7-3561-486D-8479-B297D502F1EA}" type="pres">
      <dgm:prSet presAssocID="{67F64FAD-3592-4D26-A7A1-E4D9AC89BE8E}" presName="iconSpace" presStyleCnt="0"/>
      <dgm:spPr/>
    </dgm:pt>
    <dgm:pt modelId="{9DABD9E3-C14C-403E-A690-A3279206E9EC}" type="pres">
      <dgm:prSet presAssocID="{67F64FAD-3592-4D26-A7A1-E4D9AC89BE8E}" presName="parTx" presStyleLbl="revTx" presStyleIdx="4" presStyleCnt="8">
        <dgm:presLayoutVars>
          <dgm:chMax val="0"/>
          <dgm:chPref val="0"/>
        </dgm:presLayoutVars>
      </dgm:prSet>
      <dgm:spPr/>
    </dgm:pt>
    <dgm:pt modelId="{85C9DC12-50A0-4F54-90DC-5476D6D3827F}" type="pres">
      <dgm:prSet presAssocID="{67F64FAD-3592-4D26-A7A1-E4D9AC89BE8E}" presName="txSpace" presStyleCnt="0"/>
      <dgm:spPr/>
    </dgm:pt>
    <dgm:pt modelId="{BA37BE67-2C01-4643-BD81-31AA031333D4}" type="pres">
      <dgm:prSet presAssocID="{67F64FAD-3592-4D26-A7A1-E4D9AC89BE8E}" presName="desTx" presStyleLbl="revTx" presStyleIdx="5" presStyleCnt="8">
        <dgm:presLayoutVars/>
      </dgm:prSet>
      <dgm:spPr/>
    </dgm:pt>
    <dgm:pt modelId="{A968F8D3-3DD8-4386-9A82-143E3A5C8F98}" type="pres">
      <dgm:prSet presAssocID="{002E100C-D7AD-478C-A943-4258E17D748C}" presName="sibTrans" presStyleCnt="0"/>
      <dgm:spPr/>
    </dgm:pt>
    <dgm:pt modelId="{00BFD2EC-8536-4110-BC10-2282E6F038E2}" type="pres">
      <dgm:prSet presAssocID="{E71D3301-CE3C-4E2C-AFF0-72AAEEFCDED3}" presName="compNode" presStyleCnt="0"/>
      <dgm:spPr/>
    </dgm:pt>
    <dgm:pt modelId="{35751EA4-14E2-4DEB-8445-B128C7A9F94A}" type="pres">
      <dgm:prSet presAssocID="{E71D3301-CE3C-4E2C-AFF0-72AAEEFCDED3}" presName="iconRect" presStyleLbl="node1" presStyleIdx="3" presStyleCnt="4"/>
      <dgm:spPr>
        <a:blipFill>
          <a:blip xmlns:r="http://schemas.openxmlformats.org/officeDocument/2006/relationships" r:embed="rId7" cstate="email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8"/>
              </a:ext>
            </a:extLst>
          </a:blip>
          <a:stretch>
            <a:fillRect/>
          </a:stretch>
        </a:blipFill>
        <a:ln>
          <a:noFill/>
        </a:ln>
      </dgm:spPr>
      <dgm:extLst>
        <a:ext uri="{E40237B7-FDA0-4F09-8148-C483321AD2D9}">
          <dgm14:cNvPr xmlns:dgm14="http://schemas.microsoft.com/office/drawing/2010/diagram" id="0" name="" descr="CarrotUp"/>
        </a:ext>
      </dgm:extLst>
    </dgm:pt>
    <dgm:pt modelId="{638E849F-4757-470D-B8E2-2288C58F4878}" type="pres">
      <dgm:prSet presAssocID="{E71D3301-CE3C-4E2C-AFF0-72AAEEFCDED3}" presName="iconSpace" presStyleCnt="0"/>
      <dgm:spPr/>
    </dgm:pt>
    <dgm:pt modelId="{0306BCF2-B0A0-475E-8606-3825CDF4AE5F}" type="pres">
      <dgm:prSet presAssocID="{E71D3301-CE3C-4E2C-AFF0-72AAEEFCDED3}" presName="parTx" presStyleLbl="revTx" presStyleIdx="6" presStyleCnt="8">
        <dgm:presLayoutVars>
          <dgm:chMax val="0"/>
          <dgm:chPref val="0"/>
        </dgm:presLayoutVars>
      </dgm:prSet>
      <dgm:spPr/>
    </dgm:pt>
    <dgm:pt modelId="{7746E425-6760-406E-B98E-4E74DC31DA9F}" type="pres">
      <dgm:prSet presAssocID="{E71D3301-CE3C-4E2C-AFF0-72AAEEFCDED3}" presName="txSpace" presStyleCnt="0"/>
      <dgm:spPr/>
    </dgm:pt>
    <dgm:pt modelId="{C5EF32E0-A975-4AAD-A189-E2C0F0A9FCE3}" type="pres">
      <dgm:prSet presAssocID="{E71D3301-CE3C-4E2C-AFF0-72AAEEFCDED3}" presName="desTx" presStyleLbl="revTx" presStyleIdx="7" presStyleCnt="8">
        <dgm:presLayoutVars/>
      </dgm:prSet>
      <dgm:spPr/>
    </dgm:pt>
  </dgm:ptLst>
  <dgm:cxnLst>
    <dgm:cxn modelId="{DBA2AE0B-A033-40C7-B7A8-261BBA8B942A}" type="presOf" srcId="{B10E7953-60CB-4A09-A3AE-2EF1EEEC06DE}" destId="{C5EF32E0-A975-4AAD-A189-E2C0F0A9FCE3}" srcOrd="0" destOrd="0" presId="urn:microsoft.com/office/officeart/2018/5/layout/CenteredIconLabelDescriptionList"/>
    <dgm:cxn modelId="{D46BDA1A-936A-43A5-9BFB-8A6F83656A34}" type="presOf" srcId="{610820C8-217F-46A2-BCEE-A31F7247940C}" destId="{B7E4A198-C416-478D-8C21-5D6B063335AE}" srcOrd="0" destOrd="0" presId="urn:microsoft.com/office/officeart/2018/5/layout/CenteredIconLabelDescriptionList"/>
    <dgm:cxn modelId="{DF47A31C-0122-4F1F-9463-D8198FC149AE}" srcId="{610820C8-217F-46A2-BCEE-A31F7247940C}" destId="{05EB5EDD-622D-4306-AEF7-7C5E947020A2}" srcOrd="1" destOrd="0" parTransId="{4A2B99C4-F07B-42E7-BF1C-59AE1FDBF59F}" sibTransId="{5AB6EBBA-135E-4498-8EF7-748F31EF4BD7}"/>
    <dgm:cxn modelId="{98E43126-794F-4397-AD44-6F1F1383DF30}" srcId="{7357507F-BACB-418A-88EF-65D22F07C810}" destId="{445F6C70-A82F-4147-8416-040D32B05902}" srcOrd="0" destOrd="0" parTransId="{3F4B51D0-0736-4F88-B9CF-8B5D15682623}" sibTransId="{B67E65F8-77B7-4565-BB5A-297859BF635C}"/>
    <dgm:cxn modelId="{B097762B-DE26-45CA-BB6C-E9C812948646}" type="presOf" srcId="{72B9E3E9-E7A6-48CF-8D57-1407CF0CE5EB}" destId="{BA37BE67-2C01-4643-BD81-31AA031333D4}" srcOrd="0" destOrd="0" presId="urn:microsoft.com/office/officeart/2018/5/layout/CenteredIconLabelDescriptionList"/>
    <dgm:cxn modelId="{F78AC35F-0131-4B14-9F96-D35C59339D58}" type="presOf" srcId="{67F64FAD-3592-4D26-A7A1-E4D9AC89BE8E}" destId="{9DABD9E3-C14C-403E-A690-A3279206E9EC}" srcOrd="0" destOrd="0" presId="urn:microsoft.com/office/officeart/2018/5/layout/CenteredIconLabelDescriptionList"/>
    <dgm:cxn modelId="{EECDAD65-DAB8-4339-822D-50CD325863F9}" type="presOf" srcId="{05EB5EDD-622D-4306-AEF7-7C5E947020A2}" destId="{FDA25D4D-49C5-46E8-AE18-D1366C5B8ECA}" srcOrd="0" destOrd="1" presId="urn:microsoft.com/office/officeart/2018/5/layout/CenteredIconLabelDescriptionList"/>
    <dgm:cxn modelId="{55B32869-8B6C-4B44-96A1-D18922589A6A}" srcId="{7E289A91-BA6D-4C70-8919-CBAEC1CF0B50}" destId="{7357507F-BACB-418A-88EF-65D22F07C810}" srcOrd="1" destOrd="0" parTransId="{FA89358D-1631-4F75-889F-E5CFFDE7EDE3}" sibTransId="{A9C799CC-C3BE-4106-AB87-873FFC89C852}"/>
    <dgm:cxn modelId="{FAAF8F4C-6D31-4F1C-84E0-ADF5EAC9E541}" srcId="{7E289A91-BA6D-4C70-8919-CBAEC1CF0B50}" destId="{E71D3301-CE3C-4E2C-AFF0-72AAEEFCDED3}" srcOrd="3" destOrd="0" parTransId="{89E887C0-5FD5-448B-999D-37C84E5A6177}" sibTransId="{1EE550A0-C2AF-481B-8100-91A83F9A22EE}"/>
    <dgm:cxn modelId="{05AFD04F-F529-436A-B770-A3A9DA946000}" type="presOf" srcId="{73B73E3F-8715-4291-BC78-FF6250661F7F}" destId="{FDA25D4D-49C5-46E8-AE18-D1366C5B8ECA}" srcOrd="0" destOrd="0" presId="urn:microsoft.com/office/officeart/2018/5/layout/CenteredIconLabelDescriptionList"/>
    <dgm:cxn modelId="{F86A5D55-04E9-4C01-8DA5-3A372860131C}" type="presOf" srcId="{45C30F78-B558-4B8D-A866-70C0E277C5F2}" destId="{C5EF32E0-A975-4AAD-A189-E2C0F0A9FCE3}" srcOrd="0" destOrd="1" presId="urn:microsoft.com/office/officeart/2018/5/layout/CenteredIconLabelDescriptionList"/>
    <dgm:cxn modelId="{5BD1A457-877E-4F2C-BF44-859FC7845D1E}" srcId="{67F64FAD-3592-4D26-A7A1-E4D9AC89BE8E}" destId="{72B9E3E9-E7A6-48CF-8D57-1407CF0CE5EB}" srcOrd="0" destOrd="0" parTransId="{2BD153F6-DAB7-4B9D-8A74-22FE14C9529E}" sibTransId="{BAF02AF3-17E4-4422-8798-B59F2FE80532}"/>
    <dgm:cxn modelId="{B350B678-4382-4F42-A02C-82D5BF43B2B1}" type="presOf" srcId="{7357507F-BACB-418A-88EF-65D22F07C810}" destId="{76E7F13D-1B02-4175-9836-2B556F65A27B}" srcOrd="0" destOrd="0" presId="urn:microsoft.com/office/officeart/2018/5/layout/CenteredIconLabelDescriptionList"/>
    <dgm:cxn modelId="{82D3FB8E-AEE1-45E5-A977-4DEEA116032F}" srcId="{E71D3301-CE3C-4E2C-AFF0-72AAEEFCDED3}" destId="{B10E7953-60CB-4A09-A3AE-2EF1EEEC06DE}" srcOrd="0" destOrd="0" parTransId="{47F8E5CF-E181-4E8E-9137-CE3D615C8A92}" sibTransId="{8B11698F-F5CB-40B2-A64B-8CD8998B0491}"/>
    <dgm:cxn modelId="{1A451294-389C-4935-853B-2C1CE1C2261E}" srcId="{E71D3301-CE3C-4E2C-AFF0-72AAEEFCDED3}" destId="{45C30F78-B558-4B8D-A866-70C0E277C5F2}" srcOrd="1" destOrd="0" parTransId="{B488F72F-1537-4EDE-83B6-B1D75B1C0462}" sibTransId="{FC24C612-3503-4CF6-8AC4-5551A0C0E8F3}"/>
    <dgm:cxn modelId="{89F082A2-89D1-4A0C-9AE8-0D5008BD9C3D}" srcId="{610820C8-217F-46A2-BCEE-A31F7247940C}" destId="{73B73E3F-8715-4291-BC78-FF6250661F7F}" srcOrd="0" destOrd="0" parTransId="{488F8850-9549-4641-BDB2-6E28D94D2626}" sibTransId="{BD0DC581-A19B-448A-9DB0-7156D2DCA232}"/>
    <dgm:cxn modelId="{4DBC2FAC-54FB-4398-A884-EC6C29A49FC5}" type="presOf" srcId="{6CC00B1F-A27E-4882-B3D2-15C0EA3BE432}" destId="{98E87F1C-BA7A-4685-8557-5083AFC8DAE8}" srcOrd="0" destOrd="1" presId="urn:microsoft.com/office/officeart/2018/5/layout/CenteredIconLabelDescriptionList"/>
    <dgm:cxn modelId="{8C948FAE-BABC-44F1-8049-7D59139A4E6A}" type="presOf" srcId="{7E289A91-BA6D-4C70-8919-CBAEC1CF0B50}" destId="{CDC3967F-430C-414D-9F4E-7092C881FD58}" srcOrd="0" destOrd="0" presId="urn:microsoft.com/office/officeart/2018/5/layout/CenteredIconLabelDescriptionList"/>
    <dgm:cxn modelId="{AA3267B2-203D-4DD7-B943-757EC137487B}" srcId="{7357507F-BACB-418A-88EF-65D22F07C810}" destId="{6CC00B1F-A27E-4882-B3D2-15C0EA3BE432}" srcOrd="1" destOrd="0" parTransId="{7930FFCB-A2EB-43AF-A6F6-6D056B50DA0F}" sibTransId="{FD91D584-E786-492F-B46B-646217D307E5}"/>
    <dgm:cxn modelId="{82FF66DA-C34B-4883-AFB9-C34CC11BADC8}" type="presOf" srcId="{E71D3301-CE3C-4E2C-AFF0-72AAEEFCDED3}" destId="{0306BCF2-B0A0-475E-8606-3825CDF4AE5F}" srcOrd="0" destOrd="0" presId="urn:microsoft.com/office/officeart/2018/5/layout/CenteredIconLabelDescriptionList"/>
    <dgm:cxn modelId="{747B72E4-FABA-4F7C-A2F5-797A07DCD7EE}" type="presOf" srcId="{445F6C70-A82F-4147-8416-040D32B05902}" destId="{98E87F1C-BA7A-4685-8557-5083AFC8DAE8}" srcOrd="0" destOrd="0" presId="urn:microsoft.com/office/officeart/2018/5/layout/CenteredIconLabelDescriptionList"/>
    <dgm:cxn modelId="{945468EA-973B-4A55-A4CB-78B0E675104D}" srcId="{7E289A91-BA6D-4C70-8919-CBAEC1CF0B50}" destId="{610820C8-217F-46A2-BCEE-A31F7247940C}" srcOrd="0" destOrd="0" parTransId="{7C4FB581-6A32-4507-91E6-21935689DB29}" sibTransId="{AD950D15-C64F-4B4C-9A24-76507C123980}"/>
    <dgm:cxn modelId="{2ABA11FB-4186-4C5B-BAAD-48426D8FF54F}" srcId="{7E289A91-BA6D-4C70-8919-CBAEC1CF0B50}" destId="{67F64FAD-3592-4D26-A7A1-E4D9AC89BE8E}" srcOrd="2" destOrd="0" parTransId="{B2DFDFF1-F4CD-4E2C-B69E-A82246644495}" sibTransId="{002E100C-D7AD-478C-A943-4258E17D748C}"/>
    <dgm:cxn modelId="{23C448B8-77C8-4477-8E96-52270034BC9C}" type="presParOf" srcId="{CDC3967F-430C-414D-9F4E-7092C881FD58}" destId="{794F552E-125F-4EF0-99DE-AA20CCF4B154}" srcOrd="0" destOrd="0" presId="urn:microsoft.com/office/officeart/2018/5/layout/CenteredIconLabelDescriptionList"/>
    <dgm:cxn modelId="{42DD95C8-EAB7-4B0D-96A7-3D6B2E69A838}" type="presParOf" srcId="{794F552E-125F-4EF0-99DE-AA20CCF4B154}" destId="{E7696E4D-EF10-4458-B785-0BAACA38A604}" srcOrd="0" destOrd="0" presId="urn:microsoft.com/office/officeart/2018/5/layout/CenteredIconLabelDescriptionList"/>
    <dgm:cxn modelId="{EBED5E9C-0A73-4796-9672-F34EA751D7A2}" type="presParOf" srcId="{794F552E-125F-4EF0-99DE-AA20CCF4B154}" destId="{A99BFA62-E5C8-47B5-91CD-6199BF38199D}" srcOrd="1" destOrd="0" presId="urn:microsoft.com/office/officeart/2018/5/layout/CenteredIconLabelDescriptionList"/>
    <dgm:cxn modelId="{A4030106-04B3-4D74-9705-D29431A5EC46}" type="presParOf" srcId="{794F552E-125F-4EF0-99DE-AA20CCF4B154}" destId="{B7E4A198-C416-478D-8C21-5D6B063335AE}" srcOrd="2" destOrd="0" presId="urn:microsoft.com/office/officeart/2018/5/layout/CenteredIconLabelDescriptionList"/>
    <dgm:cxn modelId="{29A1CB13-D238-469C-BF1B-2640C4086CB7}" type="presParOf" srcId="{794F552E-125F-4EF0-99DE-AA20CCF4B154}" destId="{216CCAC0-55E6-4756-876A-AD1397245A02}" srcOrd="3" destOrd="0" presId="urn:microsoft.com/office/officeart/2018/5/layout/CenteredIconLabelDescriptionList"/>
    <dgm:cxn modelId="{F5A3E90A-3BE5-47F8-A0B7-17177294B824}" type="presParOf" srcId="{794F552E-125F-4EF0-99DE-AA20CCF4B154}" destId="{FDA25D4D-49C5-46E8-AE18-D1366C5B8ECA}" srcOrd="4" destOrd="0" presId="urn:microsoft.com/office/officeart/2018/5/layout/CenteredIconLabelDescriptionList"/>
    <dgm:cxn modelId="{7FF55A01-AFD3-46C8-876C-31373C208454}" type="presParOf" srcId="{CDC3967F-430C-414D-9F4E-7092C881FD58}" destId="{D04AD420-C6A7-43E8-9AC7-5715A74FE82F}" srcOrd="1" destOrd="0" presId="urn:microsoft.com/office/officeart/2018/5/layout/CenteredIconLabelDescriptionList"/>
    <dgm:cxn modelId="{6666EA5B-D035-4FCD-A1DA-7D53F717FAF8}" type="presParOf" srcId="{CDC3967F-430C-414D-9F4E-7092C881FD58}" destId="{8CA7BEB9-9B3B-45FE-B43B-C055114482D6}" srcOrd="2" destOrd="0" presId="urn:microsoft.com/office/officeart/2018/5/layout/CenteredIconLabelDescriptionList"/>
    <dgm:cxn modelId="{51E3B0E5-81DD-4C3A-86DF-D578758D1E93}" type="presParOf" srcId="{8CA7BEB9-9B3B-45FE-B43B-C055114482D6}" destId="{FCD3D836-C01E-446A-A99E-DA23C85C224A}" srcOrd="0" destOrd="0" presId="urn:microsoft.com/office/officeart/2018/5/layout/CenteredIconLabelDescriptionList"/>
    <dgm:cxn modelId="{E66D7F7B-8BA5-4422-8B69-6FDAC6C84CAB}" type="presParOf" srcId="{8CA7BEB9-9B3B-45FE-B43B-C055114482D6}" destId="{0F551057-918A-4A86-99CB-72281F27CFFF}" srcOrd="1" destOrd="0" presId="urn:microsoft.com/office/officeart/2018/5/layout/CenteredIconLabelDescriptionList"/>
    <dgm:cxn modelId="{84809B1A-1174-49D6-9C79-4C3689CB179B}" type="presParOf" srcId="{8CA7BEB9-9B3B-45FE-B43B-C055114482D6}" destId="{76E7F13D-1B02-4175-9836-2B556F65A27B}" srcOrd="2" destOrd="0" presId="urn:microsoft.com/office/officeart/2018/5/layout/CenteredIconLabelDescriptionList"/>
    <dgm:cxn modelId="{4080E761-FEB0-4008-8BDE-AE59FC5D975F}" type="presParOf" srcId="{8CA7BEB9-9B3B-45FE-B43B-C055114482D6}" destId="{B3E7D96C-592D-4C3A-ABA5-195C65A9516D}" srcOrd="3" destOrd="0" presId="urn:microsoft.com/office/officeart/2018/5/layout/CenteredIconLabelDescriptionList"/>
    <dgm:cxn modelId="{3BE8C7B0-7693-47F3-8B19-32F597D44BAD}" type="presParOf" srcId="{8CA7BEB9-9B3B-45FE-B43B-C055114482D6}" destId="{98E87F1C-BA7A-4685-8557-5083AFC8DAE8}" srcOrd="4" destOrd="0" presId="urn:microsoft.com/office/officeart/2018/5/layout/CenteredIconLabelDescriptionList"/>
    <dgm:cxn modelId="{A75BBAFB-BE3C-413F-91E3-048B1788B892}" type="presParOf" srcId="{CDC3967F-430C-414D-9F4E-7092C881FD58}" destId="{A3110BD8-4CEA-499B-AB67-84FDC1235CA5}" srcOrd="3" destOrd="0" presId="urn:microsoft.com/office/officeart/2018/5/layout/CenteredIconLabelDescriptionList"/>
    <dgm:cxn modelId="{E8F89130-EAA9-4C3F-9F47-9A59A51DC00B}" type="presParOf" srcId="{CDC3967F-430C-414D-9F4E-7092C881FD58}" destId="{86107240-1ED4-4043-BDA6-D736D7B6A8B7}" srcOrd="4" destOrd="0" presId="urn:microsoft.com/office/officeart/2018/5/layout/CenteredIconLabelDescriptionList"/>
    <dgm:cxn modelId="{DE2CFBEA-7BDD-45EE-A366-8B9C1075CB17}" type="presParOf" srcId="{86107240-1ED4-4043-BDA6-D736D7B6A8B7}" destId="{8E2BA724-F481-4B03-A4A4-79D63DC89EB8}" srcOrd="0" destOrd="0" presId="urn:microsoft.com/office/officeart/2018/5/layout/CenteredIconLabelDescriptionList"/>
    <dgm:cxn modelId="{6D91260F-8F25-42E1-B75E-6E59FE58C9C0}" type="presParOf" srcId="{86107240-1ED4-4043-BDA6-D736D7B6A8B7}" destId="{38DCB5F7-3561-486D-8479-B297D502F1EA}" srcOrd="1" destOrd="0" presId="urn:microsoft.com/office/officeart/2018/5/layout/CenteredIconLabelDescriptionList"/>
    <dgm:cxn modelId="{3ACCB2E2-9EB2-43A7-A5B6-C860CBFB470F}" type="presParOf" srcId="{86107240-1ED4-4043-BDA6-D736D7B6A8B7}" destId="{9DABD9E3-C14C-403E-A690-A3279206E9EC}" srcOrd="2" destOrd="0" presId="urn:microsoft.com/office/officeart/2018/5/layout/CenteredIconLabelDescriptionList"/>
    <dgm:cxn modelId="{AD47A173-085F-45D9-9433-9C5A48165C32}" type="presParOf" srcId="{86107240-1ED4-4043-BDA6-D736D7B6A8B7}" destId="{85C9DC12-50A0-4F54-90DC-5476D6D3827F}" srcOrd="3" destOrd="0" presId="urn:microsoft.com/office/officeart/2018/5/layout/CenteredIconLabelDescriptionList"/>
    <dgm:cxn modelId="{C681D573-B500-4277-AAB8-36BCCBA0FB15}" type="presParOf" srcId="{86107240-1ED4-4043-BDA6-D736D7B6A8B7}" destId="{BA37BE67-2C01-4643-BD81-31AA031333D4}" srcOrd="4" destOrd="0" presId="urn:microsoft.com/office/officeart/2018/5/layout/CenteredIconLabelDescriptionList"/>
    <dgm:cxn modelId="{113EA9F4-942D-4321-B98A-033030FD998C}" type="presParOf" srcId="{CDC3967F-430C-414D-9F4E-7092C881FD58}" destId="{A968F8D3-3DD8-4386-9A82-143E3A5C8F98}" srcOrd="5" destOrd="0" presId="urn:microsoft.com/office/officeart/2018/5/layout/CenteredIconLabelDescriptionList"/>
    <dgm:cxn modelId="{4D2A37B4-F298-4343-9532-088766F1DAD6}" type="presParOf" srcId="{CDC3967F-430C-414D-9F4E-7092C881FD58}" destId="{00BFD2EC-8536-4110-BC10-2282E6F038E2}" srcOrd="6" destOrd="0" presId="urn:microsoft.com/office/officeart/2018/5/layout/CenteredIconLabelDescriptionList"/>
    <dgm:cxn modelId="{50C048D1-C9F0-4548-8736-4FBB56F0D6C5}" type="presParOf" srcId="{00BFD2EC-8536-4110-BC10-2282E6F038E2}" destId="{35751EA4-14E2-4DEB-8445-B128C7A9F94A}" srcOrd="0" destOrd="0" presId="urn:microsoft.com/office/officeart/2018/5/layout/CenteredIconLabelDescriptionList"/>
    <dgm:cxn modelId="{AED2FDC6-221F-43B1-81E6-D9D851152DBD}" type="presParOf" srcId="{00BFD2EC-8536-4110-BC10-2282E6F038E2}" destId="{638E849F-4757-470D-B8E2-2288C58F4878}" srcOrd="1" destOrd="0" presId="urn:microsoft.com/office/officeart/2018/5/layout/CenteredIconLabelDescriptionList"/>
    <dgm:cxn modelId="{86109C15-1DF3-4B2A-820A-8ED21DB44EF5}" type="presParOf" srcId="{00BFD2EC-8536-4110-BC10-2282E6F038E2}" destId="{0306BCF2-B0A0-475E-8606-3825CDF4AE5F}" srcOrd="2" destOrd="0" presId="urn:microsoft.com/office/officeart/2018/5/layout/CenteredIconLabelDescriptionList"/>
    <dgm:cxn modelId="{F2B3E063-322A-4585-999B-99F210AF1400}" type="presParOf" srcId="{00BFD2EC-8536-4110-BC10-2282E6F038E2}" destId="{7746E425-6760-406E-B98E-4E74DC31DA9F}" srcOrd="3" destOrd="0" presId="urn:microsoft.com/office/officeart/2018/5/layout/CenteredIconLabelDescriptionList"/>
    <dgm:cxn modelId="{ACF120CA-8FDD-40D0-8523-438C7CCBAFAA}" type="presParOf" srcId="{00BFD2EC-8536-4110-BC10-2282E6F038E2}" destId="{C5EF32E0-A975-4AAD-A189-E2C0F0A9FCE3}" srcOrd="4" destOrd="0" presId="urn:microsoft.com/office/officeart/2018/5/layout/CenteredIconLabelDescriptionList"/>
  </dgm:cxnLst>
  <dgm:bg/>
  <dgm:whole/>
  <dgm:extLst>
    <a:ext uri="http://schemas.microsoft.com/office/drawing/2008/diagram">
      <dsp:dataModelExt xmlns:dsp="http://schemas.microsoft.com/office/drawing/2008/diagram" relId="rId6" minVer="http://schemas.openxmlformats.org/drawingml/2006/diagram"/>
    </a:ext>
  </dgm:extLst>
</dgm:dataModel>
</file>

<file path=ppt/diagrams/data52.xml><?xml version="1.0" encoding="utf-8"?>
<dgm:dataModel xmlns:dgm="http://schemas.openxmlformats.org/drawingml/2006/diagram" xmlns:a="http://schemas.openxmlformats.org/drawingml/2006/main">
  <dgm:ptLst>
    <dgm:pt modelId="{453E1114-788D-484A-9BA6-D37759E675F2}" type="doc">
      <dgm:prSet loTypeId="urn:microsoft.com/office/officeart/2018/2/layout/IconLabelDescriptionList" loCatId="icon" qsTypeId="urn:microsoft.com/office/officeart/2005/8/quickstyle/simple1" qsCatId="simple" csTypeId="urn:microsoft.com/office/officeart/2018/5/colors/Iconchunking_neutralbg_accent1_2" csCatId="accent1" phldr="1"/>
      <dgm:spPr/>
      <dgm:t>
        <a:bodyPr/>
        <a:lstStyle/>
        <a:p>
          <a:endParaRPr lang="en-US"/>
        </a:p>
      </dgm:t>
    </dgm:pt>
    <dgm:pt modelId="{06726519-6023-4A67-8180-EC7E6D85A1F9}">
      <dgm:prSet/>
      <dgm:spPr/>
      <dgm:t>
        <a:bodyPr/>
        <a:lstStyle/>
        <a:p>
          <a:pPr>
            <a:lnSpc>
              <a:spcPct val="100000"/>
            </a:lnSpc>
            <a:defRPr b="1"/>
          </a:pPr>
          <a:r>
            <a:rPr lang="en-US" dirty="0"/>
            <a:t>calculate the appropriate fee </a:t>
          </a:r>
        </a:p>
      </dgm:t>
    </dgm:pt>
    <dgm:pt modelId="{DB6869F2-7FA6-4D54-B111-19A368C2DF91}" type="parTrans" cxnId="{636DD0AE-5B11-4D71-B8DE-02BDA33BFC40}">
      <dgm:prSet/>
      <dgm:spPr/>
      <dgm:t>
        <a:bodyPr/>
        <a:lstStyle/>
        <a:p>
          <a:endParaRPr lang="en-US"/>
        </a:p>
      </dgm:t>
    </dgm:pt>
    <dgm:pt modelId="{C1C936D1-7CDB-4C6B-B872-91B62139A8B9}" type="sibTrans" cxnId="{636DD0AE-5B11-4D71-B8DE-02BDA33BFC40}">
      <dgm:prSet/>
      <dgm:spPr/>
      <dgm:t>
        <a:bodyPr/>
        <a:lstStyle/>
        <a:p>
          <a:endParaRPr lang="en-US"/>
        </a:p>
      </dgm:t>
    </dgm:pt>
    <dgm:pt modelId="{83599D1A-E87F-4990-918A-204D016ADDBC}">
      <dgm:prSet/>
      <dgm:spPr/>
      <dgm:t>
        <a:bodyPr/>
        <a:lstStyle/>
        <a:p>
          <a:pPr>
            <a:lnSpc>
              <a:spcPct val="100000"/>
            </a:lnSpc>
          </a:pPr>
          <a:r>
            <a:rPr lang="en-US"/>
            <a:t>based on capacity and the</a:t>
          </a:r>
          <a:r>
            <a:rPr lang="tr-TR"/>
            <a:t> </a:t>
          </a:r>
          <a:r>
            <a:rPr lang="en-US"/>
            <a:t>fees </a:t>
          </a:r>
        </a:p>
      </dgm:t>
    </dgm:pt>
    <dgm:pt modelId="{AD18DE2D-21A6-49C4-BDEF-1D31BD2ED0C1}" type="parTrans" cxnId="{2F0975F4-339C-4512-9A31-9C2D29385562}">
      <dgm:prSet/>
      <dgm:spPr/>
      <dgm:t>
        <a:bodyPr/>
        <a:lstStyle/>
        <a:p>
          <a:endParaRPr lang="en-US"/>
        </a:p>
      </dgm:t>
    </dgm:pt>
    <dgm:pt modelId="{9E4BC452-D744-4234-B926-9C3B8F81A7AE}" type="sibTrans" cxnId="{2F0975F4-339C-4512-9A31-9C2D29385562}">
      <dgm:prSet/>
      <dgm:spPr/>
      <dgm:t>
        <a:bodyPr/>
        <a:lstStyle/>
        <a:p>
          <a:endParaRPr lang="en-US"/>
        </a:p>
      </dgm:t>
    </dgm:pt>
    <dgm:pt modelId="{75FB6D17-AB8C-44A3-BC4C-B3973C6C6FB5}">
      <dgm:prSet/>
      <dgm:spPr/>
      <dgm:t>
        <a:bodyPr/>
        <a:lstStyle/>
        <a:p>
          <a:pPr>
            <a:lnSpc>
              <a:spcPct val="100000"/>
            </a:lnSpc>
          </a:pPr>
          <a:r>
            <a:rPr lang="en-US"/>
            <a:t>offered by “competing” transactions</a:t>
          </a:r>
        </a:p>
      </dgm:t>
    </dgm:pt>
    <dgm:pt modelId="{B4342660-0521-485B-A609-A66153A6AEB3}" type="parTrans" cxnId="{8C44B86D-AB16-43D7-8A44-A40985C7559B}">
      <dgm:prSet/>
      <dgm:spPr/>
      <dgm:t>
        <a:bodyPr/>
        <a:lstStyle/>
        <a:p>
          <a:endParaRPr lang="en-US"/>
        </a:p>
      </dgm:t>
    </dgm:pt>
    <dgm:pt modelId="{FB6BADF2-3A01-4985-837B-0318FB4909E5}" type="sibTrans" cxnId="{8C44B86D-AB16-43D7-8A44-A40985C7559B}">
      <dgm:prSet/>
      <dgm:spPr/>
      <dgm:t>
        <a:bodyPr/>
        <a:lstStyle/>
        <a:p>
          <a:endParaRPr lang="en-US"/>
        </a:p>
      </dgm:t>
    </dgm:pt>
    <dgm:pt modelId="{AF8C0C7A-8A3F-4D42-BC9B-1C5DC1BBE80C}">
      <dgm:prSet/>
      <dgm:spPr/>
      <dgm:t>
        <a:bodyPr/>
        <a:lstStyle/>
        <a:p>
          <a:pPr>
            <a:lnSpc>
              <a:spcPct val="100000"/>
            </a:lnSpc>
            <a:defRPr b="1"/>
          </a:pPr>
          <a:r>
            <a:rPr lang="en-US"/>
            <a:t>These algorithms range </a:t>
          </a:r>
        </a:p>
      </dgm:t>
    </dgm:pt>
    <dgm:pt modelId="{5DC4C6A8-0AA3-4BFC-B12A-8CE1BD9DA21F}" type="parTrans" cxnId="{766E9243-A757-4FE9-94BB-D6FF114875A5}">
      <dgm:prSet/>
      <dgm:spPr/>
      <dgm:t>
        <a:bodyPr/>
        <a:lstStyle/>
        <a:p>
          <a:endParaRPr lang="en-US"/>
        </a:p>
      </dgm:t>
    </dgm:pt>
    <dgm:pt modelId="{A6A48E19-01EF-41EA-B8BF-3729835932DD}" type="sibTrans" cxnId="{766E9243-A757-4FE9-94BB-D6FF114875A5}">
      <dgm:prSet/>
      <dgm:spPr/>
      <dgm:t>
        <a:bodyPr/>
        <a:lstStyle/>
        <a:p>
          <a:endParaRPr lang="en-US"/>
        </a:p>
      </dgm:t>
    </dgm:pt>
    <dgm:pt modelId="{046B6435-0100-4E6B-A0C7-3072F16CDD25}">
      <dgm:prSet/>
      <dgm:spPr/>
      <dgm:t>
        <a:bodyPr/>
        <a:lstStyle/>
        <a:p>
          <a:pPr>
            <a:lnSpc>
              <a:spcPct val="100000"/>
            </a:lnSpc>
          </a:pPr>
          <a:r>
            <a:rPr lang="en-US" dirty="0"/>
            <a:t>from simplistic</a:t>
          </a:r>
        </a:p>
      </dgm:t>
    </dgm:pt>
    <dgm:pt modelId="{BA9D50BD-2EBB-4712-A9F1-6AE178AA566B}" type="parTrans" cxnId="{D4D9B6E8-283E-4722-AB5B-B0F07FCAEF9F}">
      <dgm:prSet/>
      <dgm:spPr/>
      <dgm:t>
        <a:bodyPr/>
        <a:lstStyle/>
        <a:p>
          <a:endParaRPr lang="en-US"/>
        </a:p>
      </dgm:t>
    </dgm:pt>
    <dgm:pt modelId="{867BC395-DF13-43BE-91EC-071FAA0486B2}" type="sibTrans" cxnId="{D4D9B6E8-283E-4722-AB5B-B0F07FCAEF9F}">
      <dgm:prSet/>
      <dgm:spPr/>
      <dgm:t>
        <a:bodyPr/>
        <a:lstStyle/>
        <a:p>
          <a:endParaRPr lang="en-US"/>
        </a:p>
      </dgm:t>
    </dgm:pt>
    <dgm:pt modelId="{19D367D5-C3EF-4E6F-80BB-EF01952F350E}">
      <dgm:prSet/>
      <dgm:spPr/>
      <dgm:t>
        <a:bodyPr/>
        <a:lstStyle/>
        <a:p>
          <a:pPr>
            <a:lnSpc>
              <a:spcPct val="100000"/>
            </a:lnSpc>
          </a:pPr>
          <a:r>
            <a:rPr lang="en-US" dirty="0"/>
            <a:t>to sophisticated</a:t>
          </a:r>
        </a:p>
      </dgm:t>
    </dgm:pt>
    <dgm:pt modelId="{89E554F9-CBC8-4ABB-901E-15A49F5146C6}" type="parTrans" cxnId="{4E17F147-1862-4E68-933F-1BA854DA423F}">
      <dgm:prSet/>
      <dgm:spPr/>
      <dgm:t>
        <a:bodyPr/>
        <a:lstStyle/>
        <a:p>
          <a:endParaRPr lang="en-US"/>
        </a:p>
      </dgm:t>
    </dgm:pt>
    <dgm:pt modelId="{3201306A-77B3-4C50-817D-132341E9DD28}" type="sibTrans" cxnId="{4E17F147-1862-4E68-933F-1BA854DA423F}">
      <dgm:prSet/>
      <dgm:spPr/>
      <dgm:t>
        <a:bodyPr/>
        <a:lstStyle/>
        <a:p>
          <a:endParaRPr lang="en-US"/>
        </a:p>
      </dgm:t>
    </dgm:pt>
    <dgm:pt modelId="{368F0C06-888C-42DB-B62F-15C25621AD88}">
      <dgm:prSet/>
      <dgm:spPr/>
      <dgm:t>
        <a:bodyPr/>
        <a:lstStyle/>
        <a:p>
          <a:pPr>
            <a:lnSpc>
              <a:spcPct val="100000"/>
            </a:lnSpc>
            <a:defRPr b="1"/>
          </a:pPr>
          <a:r>
            <a:rPr lang="en-US"/>
            <a:t>They</a:t>
          </a:r>
          <a:r>
            <a:rPr lang="tr-TR"/>
            <a:t> </a:t>
          </a:r>
          <a:r>
            <a:rPr lang="en-US"/>
            <a:t>estimate </a:t>
          </a:r>
        </a:p>
      </dgm:t>
    </dgm:pt>
    <dgm:pt modelId="{AAACA099-8A73-4A70-97CA-EEE41918EE6B}" type="parTrans" cxnId="{AAE66D3C-C97C-469A-B985-DAEF9EE18339}">
      <dgm:prSet/>
      <dgm:spPr/>
      <dgm:t>
        <a:bodyPr/>
        <a:lstStyle/>
        <a:p>
          <a:endParaRPr lang="en-US"/>
        </a:p>
      </dgm:t>
    </dgm:pt>
    <dgm:pt modelId="{93955215-D7B2-42F5-9741-6DF681361121}" type="sibTrans" cxnId="{AAE66D3C-C97C-469A-B985-DAEF9EE18339}">
      <dgm:prSet/>
      <dgm:spPr/>
      <dgm:t>
        <a:bodyPr/>
        <a:lstStyle/>
        <a:p>
          <a:endParaRPr lang="en-US"/>
        </a:p>
      </dgm:t>
    </dgm:pt>
    <dgm:pt modelId="{36E00DC9-A2D8-44EE-938F-CA97DAC4E0A5}">
      <dgm:prSet/>
      <dgm:spPr/>
      <dgm:t>
        <a:bodyPr/>
        <a:lstStyle/>
        <a:p>
          <a:pPr>
            <a:lnSpc>
              <a:spcPct val="100000"/>
            </a:lnSpc>
          </a:pPr>
          <a:r>
            <a:rPr lang="en-US"/>
            <a:t>the necessary fee (in satoshis per byte) </a:t>
          </a:r>
        </a:p>
      </dgm:t>
    </dgm:pt>
    <dgm:pt modelId="{F7274F3C-BCA6-492D-A856-A04B28EE9C66}" type="parTrans" cxnId="{8BA095D3-0AB9-4B03-92FD-BF35CC37E272}">
      <dgm:prSet/>
      <dgm:spPr/>
      <dgm:t>
        <a:bodyPr/>
        <a:lstStyle/>
        <a:p>
          <a:endParaRPr lang="en-US"/>
        </a:p>
      </dgm:t>
    </dgm:pt>
    <dgm:pt modelId="{0D328F17-AF45-4746-BA13-E4465279F52C}" type="sibTrans" cxnId="{8BA095D3-0AB9-4B03-92FD-BF35CC37E272}">
      <dgm:prSet/>
      <dgm:spPr/>
      <dgm:t>
        <a:bodyPr/>
        <a:lstStyle/>
        <a:p>
          <a:endParaRPr lang="en-US"/>
        </a:p>
      </dgm:t>
    </dgm:pt>
    <dgm:pt modelId="{BC4D1BAE-6D3F-40DC-9D7E-96CE6F6DF205}">
      <dgm:prSet/>
      <dgm:spPr/>
      <dgm:t>
        <a:bodyPr/>
        <a:lstStyle/>
        <a:p>
          <a:pPr>
            <a:lnSpc>
              <a:spcPct val="100000"/>
            </a:lnSpc>
          </a:pPr>
          <a:r>
            <a:rPr lang="en-US"/>
            <a:t>that will give a transaction a high</a:t>
          </a:r>
          <a:r>
            <a:rPr lang="tr-TR"/>
            <a:t> </a:t>
          </a:r>
          <a:r>
            <a:rPr lang="en-US"/>
            <a:t>probability of being selected </a:t>
          </a:r>
        </a:p>
      </dgm:t>
    </dgm:pt>
    <dgm:pt modelId="{2DBA99EC-EE53-4C98-837D-E1353D5C02AE}" type="parTrans" cxnId="{639FF7D7-5944-419D-89DF-DFD0DA9E9A4C}">
      <dgm:prSet/>
      <dgm:spPr/>
      <dgm:t>
        <a:bodyPr/>
        <a:lstStyle/>
        <a:p>
          <a:endParaRPr lang="en-US"/>
        </a:p>
      </dgm:t>
    </dgm:pt>
    <dgm:pt modelId="{861AEE21-0CC8-4BE5-AEE2-42DAC27FEAC0}" type="sibTrans" cxnId="{639FF7D7-5944-419D-89DF-DFD0DA9E9A4C}">
      <dgm:prSet/>
      <dgm:spPr/>
      <dgm:t>
        <a:bodyPr/>
        <a:lstStyle/>
        <a:p>
          <a:endParaRPr lang="en-US"/>
        </a:p>
      </dgm:t>
    </dgm:pt>
    <dgm:pt modelId="{9B260DCC-4C47-40D7-9229-74CFD6C358C1}">
      <dgm:prSet/>
      <dgm:spPr/>
      <dgm:t>
        <a:bodyPr/>
        <a:lstStyle/>
        <a:p>
          <a:pPr>
            <a:lnSpc>
              <a:spcPct val="100000"/>
            </a:lnSpc>
          </a:pPr>
          <a:r>
            <a:rPr lang="en-US"/>
            <a:t>and included within a certain number of blocks.</a:t>
          </a:r>
        </a:p>
      </dgm:t>
    </dgm:pt>
    <dgm:pt modelId="{262BCAA5-55BC-4483-86EB-0EF4B9EF9AC8}" type="parTrans" cxnId="{7439B3BE-A783-4CDB-ACD4-3FEE5631A6D0}">
      <dgm:prSet/>
      <dgm:spPr/>
      <dgm:t>
        <a:bodyPr/>
        <a:lstStyle/>
        <a:p>
          <a:endParaRPr lang="en-US"/>
        </a:p>
      </dgm:t>
    </dgm:pt>
    <dgm:pt modelId="{FC44A16E-233E-4825-95B7-3DC5208873CC}" type="sibTrans" cxnId="{7439B3BE-A783-4CDB-ACD4-3FEE5631A6D0}">
      <dgm:prSet/>
      <dgm:spPr/>
      <dgm:t>
        <a:bodyPr/>
        <a:lstStyle/>
        <a:p>
          <a:endParaRPr lang="en-US"/>
        </a:p>
      </dgm:t>
    </dgm:pt>
    <dgm:pt modelId="{034692E6-17C0-402A-AD75-93A17E12862D}">
      <dgm:prSet/>
      <dgm:spPr/>
      <dgm:t>
        <a:bodyPr/>
        <a:lstStyle/>
        <a:p>
          <a:r>
            <a:rPr lang="en-US" dirty="0"/>
            <a:t>average</a:t>
          </a:r>
        </a:p>
      </dgm:t>
    </dgm:pt>
    <dgm:pt modelId="{9C66BE9D-33B9-496F-860F-1FB69B2C1179}" type="parTrans" cxnId="{3C956463-AFF1-41EB-BB2D-15FC65E9919F}">
      <dgm:prSet/>
      <dgm:spPr/>
      <dgm:t>
        <a:bodyPr/>
        <a:lstStyle/>
        <a:p>
          <a:endParaRPr lang="tr-TR"/>
        </a:p>
      </dgm:t>
    </dgm:pt>
    <dgm:pt modelId="{7FA3755D-72E8-4E33-91EA-16AA02184F1E}" type="sibTrans" cxnId="{3C956463-AFF1-41EB-BB2D-15FC65E9919F}">
      <dgm:prSet/>
      <dgm:spPr/>
      <dgm:t>
        <a:bodyPr/>
        <a:lstStyle/>
        <a:p>
          <a:endParaRPr lang="tr-TR"/>
        </a:p>
      </dgm:t>
    </dgm:pt>
    <dgm:pt modelId="{9D47F532-8B4B-4B02-B57D-54ADEF85DC1D}">
      <dgm:prSet/>
      <dgm:spPr/>
      <dgm:t>
        <a:bodyPr/>
        <a:lstStyle/>
        <a:p>
          <a:r>
            <a:rPr lang="en-US" dirty="0"/>
            <a:t>median fee in the last block</a:t>
          </a:r>
        </a:p>
      </dgm:t>
    </dgm:pt>
    <dgm:pt modelId="{6071AFF7-7119-4FE2-A034-0A0DC625EFB3}" type="parTrans" cxnId="{AE06DA15-F026-4550-A9D5-783617C37BEB}">
      <dgm:prSet/>
      <dgm:spPr/>
      <dgm:t>
        <a:bodyPr/>
        <a:lstStyle/>
        <a:p>
          <a:endParaRPr lang="tr-TR"/>
        </a:p>
      </dgm:t>
    </dgm:pt>
    <dgm:pt modelId="{BE489F3D-1D61-41D0-91DA-7DA3F97D3B33}" type="sibTrans" cxnId="{AE06DA15-F026-4550-A9D5-783617C37BEB}">
      <dgm:prSet/>
      <dgm:spPr/>
      <dgm:t>
        <a:bodyPr/>
        <a:lstStyle/>
        <a:p>
          <a:endParaRPr lang="tr-TR"/>
        </a:p>
      </dgm:t>
    </dgm:pt>
    <dgm:pt modelId="{E55AE82C-352F-4AF4-880C-7B06DE605777}">
      <dgm:prSet/>
      <dgm:spPr/>
      <dgm:t>
        <a:bodyPr/>
        <a:lstStyle/>
        <a:p>
          <a:r>
            <a:rPr lang="en-US" dirty="0"/>
            <a:t>statistical analysis)</a:t>
          </a:r>
        </a:p>
      </dgm:t>
    </dgm:pt>
    <dgm:pt modelId="{CA9D7BB8-AB85-4F8B-9B4E-326AAA1A1B6C}" type="parTrans" cxnId="{F7C28EB3-E1FC-49A4-827A-D5CC466C6777}">
      <dgm:prSet/>
      <dgm:spPr/>
      <dgm:t>
        <a:bodyPr/>
        <a:lstStyle/>
        <a:p>
          <a:endParaRPr lang="tr-TR"/>
        </a:p>
      </dgm:t>
    </dgm:pt>
    <dgm:pt modelId="{767E8B4D-22C9-4309-8260-8157C59032C4}" type="sibTrans" cxnId="{F7C28EB3-E1FC-49A4-827A-D5CC466C6777}">
      <dgm:prSet/>
      <dgm:spPr/>
      <dgm:t>
        <a:bodyPr/>
        <a:lstStyle/>
        <a:p>
          <a:endParaRPr lang="tr-TR"/>
        </a:p>
      </dgm:t>
    </dgm:pt>
    <dgm:pt modelId="{BF1A4F3C-A14B-4FCD-8A0A-8CE6B61A6E68}" type="pres">
      <dgm:prSet presAssocID="{453E1114-788D-484A-9BA6-D37759E675F2}" presName="root" presStyleCnt="0">
        <dgm:presLayoutVars>
          <dgm:dir/>
          <dgm:resizeHandles val="exact"/>
        </dgm:presLayoutVars>
      </dgm:prSet>
      <dgm:spPr/>
    </dgm:pt>
    <dgm:pt modelId="{F1AEA7B8-1022-4218-B757-4E4103A7859F}" type="pres">
      <dgm:prSet presAssocID="{06726519-6023-4A67-8180-EC7E6D85A1F9}" presName="compNode" presStyleCnt="0"/>
      <dgm:spPr/>
    </dgm:pt>
    <dgm:pt modelId="{DB5CD813-875F-41FA-AF91-B2462AE050B9}" type="pres">
      <dgm:prSet presAssocID="{06726519-6023-4A67-8180-EC7E6D85A1F9}" presName="iconRect" presStyleLbl="node1" presStyleIdx="0" presStyleCnt="3"/>
      <dgm:spPr>
        <a:blipFill>
          <a:blip xmlns:r="http://schemas.openxmlformats.org/officeDocument/2006/relationships" r:embed="rId1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2"/>
              </a:ext>
            </a:extLst>
          </a:blip>
          <a:stretch>
            <a:fillRect/>
          </a:stretch>
        </a:blipFill>
        <a:ln>
          <a:noFill/>
        </a:ln>
      </dgm:spPr>
      <dgm:extLst>
        <a:ext uri="{E40237B7-FDA0-4F09-8148-C483321AD2D9}">
          <dgm14:cNvPr xmlns:dgm14="http://schemas.microsoft.com/office/drawing/2010/diagram" id="0" name="" descr="Bitcoin"/>
        </a:ext>
      </dgm:extLst>
    </dgm:pt>
    <dgm:pt modelId="{141A1DBB-2617-4A83-B1AC-AB60A8761AD4}" type="pres">
      <dgm:prSet presAssocID="{06726519-6023-4A67-8180-EC7E6D85A1F9}" presName="iconSpace" presStyleCnt="0"/>
      <dgm:spPr/>
    </dgm:pt>
    <dgm:pt modelId="{CFC2BCB5-76C6-4AD6-8D1A-DE809325D887}" type="pres">
      <dgm:prSet presAssocID="{06726519-6023-4A67-8180-EC7E6D85A1F9}" presName="parTx" presStyleLbl="revTx" presStyleIdx="0" presStyleCnt="6">
        <dgm:presLayoutVars>
          <dgm:chMax val="0"/>
          <dgm:chPref val="0"/>
        </dgm:presLayoutVars>
      </dgm:prSet>
      <dgm:spPr/>
    </dgm:pt>
    <dgm:pt modelId="{984F2047-E8D4-4C4E-A8A8-D35151FFB1EA}" type="pres">
      <dgm:prSet presAssocID="{06726519-6023-4A67-8180-EC7E6D85A1F9}" presName="txSpace" presStyleCnt="0"/>
      <dgm:spPr/>
    </dgm:pt>
    <dgm:pt modelId="{8EC05F6D-0884-47A1-BF16-68F97AB675AF}" type="pres">
      <dgm:prSet presAssocID="{06726519-6023-4A67-8180-EC7E6D85A1F9}" presName="desTx" presStyleLbl="revTx" presStyleIdx="1" presStyleCnt="6">
        <dgm:presLayoutVars/>
      </dgm:prSet>
      <dgm:spPr/>
    </dgm:pt>
    <dgm:pt modelId="{16A9EFD5-D8A2-43AD-A2DB-49F929F40FCD}" type="pres">
      <dgm:prSet presAssocID="{C1C936D1-7CDB-4C6B-B872-91B62139A8B9}" presName="sibTrans" presStyleCnt="0"/>
      <dgm:spPr/>
    </dgm:pt>
    <dgm:pt modelId="{D0B08E02-7048-4F51-BE69-06E0F5CD1855}" type="pres">
      <dgm:prSet presAssocID="{AF8C0C7A-8A3F-4D42-BC9B-1C5DC1BBE80C}" presName="compNode" presStyleCnt="0"/>
      <dgm:spPr/>
    </dgm:pt>
    <dgm:pt modelId="{333F8DEF-6B88-4CCA-A994-782AC6A9C1EC}" type="pres">
      <dgm:prSet presAssocID="{AF8C0C7A-8A3F-4D42-BC9B-1C5DC1BBE80C}" presName="iconRect" presStyleLbl="node1" presStyleIdx="1" presStyleCnt="3"/>
      <dgm:spPr>
        <a:blipFill>
          <a:blip xmlns:r="http://schemas.openxmlformats.org/officeDocument/2006/relationships" r:embed="rId3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4"/>
              </a:ext>
            </a:extLst>
          </a:blip>
          <a:stretch>
            <a:fillRect/>
          </a:stretch>
        </a:blipFill>
        <a:ln>
          <a:noFill/>
        </a:ln>
      </dgm:spPr>
      <dgm:extLst>
        <a:ext uri="{E40237B7-FDA0-4F09-8148-C483321AD2D9}">
          <dgm14:cNvPr xmlns:dgm14="http://schemas.microsoft.com/office/drawing/2010/diagram" id="0" name="" descr="Statistics"/>
        </a:ext>
      </dgm:extLst>
    </dgm:pt>
    <dgm:pt modelId="{D2A7A208-A2BA-4B35-8710-9F86A5AB1E1A}" type="pres">
      <dgm:prSet presAssocID="{AF8C0C7A-8A3F-4D42-BC9B-1C5DC1BBE80C}" presName="iconSpace" presStyleCnt="0"/>
      <dgm:spPr/>
    </dgm:pt>
    <dgm:pt modelId="{9162472A-0EE7-4EF8-8879-4D238FDB7465}" type="pres">
      <dgm:prSet presAssocID="{AF8C0C7A-8A3F-4D42-BC9B-1C5DC1BBE80C}" presName="parTx" presStyleLbl="revTx" presStyleIdx="2" presStyleCnt="6">
        <dgm:presLayoutVars>
          <dgm:chMax val="0"/>
          <dgm:chPref val="0"/>
        </dgm:presLayoutVars>
      </dgm:prSet>
      <dgm:spPr/>
    </dgm:pt>
    <dgm:pt modelId="{C42372AA-B046-4091-AE7A-084E82108B5D}" type="pres">
      <dgm:prSet presAssocID="{AF8C0C7A-8A3F-4D42-BC9B-1C5DC1BBE80C}" presName="txSpace" presStyleCnt="0"/>
      <dgm:spPr/>
    </dgm:pt>
    <dgm:pt modelId="{57E63858-B446-497E-B522-471CCFCC77BE}" type="pres">
      <dgm:prSet presAssocID="{AF8C0C7A-8A3F-4D42-BC9B-1C5DC1BBE80C}" presName="desTx" presStyleLbl="revTx" presStyleIdx="3" presStyleCnt="6">
        <dgm:presLayoutVars/>
      </dgm:prSet>
      <dgm:spPr/>
    </dgm:pt>
    <dgm:pt modelId="{3D96AE07-06E4-4E8C-9A8C-F8FA06EBBD5F}" type="pres">
      <dgm:prSet presAssocID="{A6A48E19-01EF-41EA-B8BF-3729835932DD}" presName="sibTrans" presStyleCnt="0"/>
      <dgm:spPr/>
    </dgm:pt>
    <dgm:pt modelId="{699A2280-A340-4761-B74D-30583198B30A}" type="pres">
      <dgm:prSet presAssocID="{368F0C06-888C-42DB-B62F-15C25621AD88}" presName="compNode" presStyleCnt="0"/>
      <dgm:spPr/>
    </dgm:pt>
    <dgm:pt modelId="{8D9EF45B-703E-498A-869C-D4382D949984}" type="pres">
      <dgm:prSet presAssocID="{368F0C06-888C-42DB-B62F-15C25621AD88}" presName="iconRect" presStyleLbl="node1" presStyleIdx="2" presStyleCnt="3"/>
      <dgm:spPr>
        <a:blipFill>
          <a:blip xmlns:r="http://schemas.openxmlformats.org/officeDocument/2006/relationships" r:embed="rId5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6"/>
              </a:ext>
            </a:extLst>
          </a:blip>
          <a:stretch>
            <a:fillRect/>
          </a:stretch>
        </a:blipFill>
        <a:ln>
          <a:noFill/>
        </a:ln>
      </dgm:spPr>
      <dgm:extLst>
        <a:ext uri="{E40237B7-FDA0-4F09-8148-C483321AD2D9}">
          <dgm14:cNvPr xmlns:dgm14="http://schemas.microsoft.com/office/drawing/2010/diagram" id="0" name="" descr="Dollar"/>
        </a:ext>
      </dgm:extLst>
    </dgm:pt>
    <dgm:pt modelId="{B5941BA2-6153-4980-8052-BCA2EBFE96BB}" type="pres">
      <dgm:prSet presAssocID="{368F0C06-888C-42DB-B62F-15C25621AD88}" presName="iconSpace" presStyleCnt="0"/>
      <dgm:spPr/>
    </dgm:pt>
    <dgm:pt modelId="{6C7AB4AC-8A58-4533-8F13-6A681D8BCF61}" type="pres">
      <dgm:prSet presAssocID="{368F0C06-888C-42DB-B62F-15C25621AD88}" presName="parTx" presStyleLbl="revTx" presStyleIdx="4" presStyleCnt="6">
        <dgm:presLayoutVars>
          <dgm:chMax val="0"/>
          <dgm:chPref val="0"/>
        </dgm:presLayoutVars>
      </dgm:prSet>
      <dgm:spPr/>
    </dgm:pt>
    <dgm:pt modelId="{768F4FEF-E3B2-44ED-953F-C7B21B564AC5}" type="pres">
      <dgm:prSet presAssocID="{368F0C06-888C-42DB-B62F-15C25621AD88}" presName="txSpace" presStyleCnt="0"/>
      <dgm:spPr/>
    </dgm:pt>
    <dgm:pt modelId="{47378F8C-508B-4A54-8039-98F3ABFD6CE9}" type="pres">
      <dgm:prSet presAssocID="{368F0C06-888C-42DB-B62F-15C25621AD88}" presName="desTx" presStyleLbl="revTx" presStyleIdx="5" presStyleCnt="6">
        <dgm:presLayoutVars/>
      </dgm:prSet>
      <dgm:spPr/>
    </dgm:pt>
  </dgm:ptLst>
  <dgm:cxnLst>
    <dgm:cxn modelId="{0507080E-C512-4C6E-877A-4EDB2CB4E2FD}" type="presOf" srcId="{046B6435-0100-4E6B-A0C7-3072F16CDD25}" destId="{57E63858-B446-497E-B522-471CCFCC77BE}" srcOrd="0" destOrd="0" presId="urn:microsoft.com/office/officeart/2018/2/layout/IconLabelDescriptionList"/>
    <dgm:cxn modelId="{A896B414-B110-4967-967F-BC1DE216DC85}" type="presOf" srcId="{75FB6D17-AB8C-44A3-BC4C-B3973C6C6FB5}" destId="{8EC05F6D-0884-47A1-BF16-68F97AB675AF}" srcOrd="0" destOrd="1" presId="urn:microsoft.com/office/officeart/2018/2/layout/IconLabelDescriptionList"/>
    <dgm:cxn modelId="{AE06DA15-F026-4550-A9D5-783617C37BEB}" srcId="{046B6435-0100-4E6B-A0C7-3072F16CDD25}" destId="{9D47F532-8B4B-4B02-B57D-54ADEF85DC1D}" srcOrd="1" destOrd="0" parTransId="{6071AFF7-7119-4FE2-A034-0A0DC625EFB3}" sibTransId="{BE489F3D-1D61-41D0-91DA-7DA3F97D3B33}"/>
    <dgm:cxn modelId="{0BA6C329-B210-4E49-B165-62A6D63F49C0}" type="presOf" srcId="{368F0C06-888C-42DB-B62F-15C25621AD88}" destId="{6C7AB4AC-8A58-4533-8F13-6A681D8BCF61}" srcOrd="0" destOrd="0" presId="urn:microsoft.com/office/officeart/2018/2/layout/IconLabelDescriptionList"/>
    <dgm:cxn modelId="{AAE66D3C-C97C-469A-B985-DAEF9EE18339}" srcId="{453E1114-788D-484A-9BA6-D37759E675F2}" destId="{368F0C06-888C-42DB-B62F-15C25621AD88}" srcOrd="2" destOrd="0" parTransId="{AAACA099-8A73-4A70-97CA-EEE41918EE6B}" sibTransId="{93955215-D7B2-42F5-9741-6DF681361121}"/>
    <dgm:cxn modelId="{E9C9D93D-47CF-40FD-ADA2-49C62916ECD4}" type="presOf" srcId="{9B260DCC-4C47-40D7-9229-74CFD6C358C1}" destId="{47378F8C-508B-4A54-8039-98F3ABFD6CE9}" srcOrd="0" destOrd="2" presId="urn:microsoft.com/office/officeart/2018/2/layout/IconLabelDescriptionList"/>
    <dgm:cxn modelId="{3C956463-AFF1-41EB-BB2D-15FC65E9919F}" srcId="{046B6435-0100-4E6B-A0C7-3072F16CDD25}" destId="{034692E6-17C0-402A-AD75-93A17E12862D}" srcOrd="0" destOrd="0" parTransId="{9C66BE9D-33B9-496F-860F-1FB69B2C1179}" sibTransId="{7FA3755D-72E8-4E33-91EA-16AA02184F1E}"/>
    <dgm:cxn modelId="{766E9243-A757-4FE9-94BB-D6FF114875A5}" srcId="{453E1114-788D-484A-9BA6-D37759E675F2}" destId="{AF8C0C7A-8A3F-4D42-BC9B-1C5DC1BBE80C}" srcOrd="1" destOrd="0" parTransId="{5DC4C6A8-0AA3-4BFC-B12A-8CE1BD9DA21F}" sibTransId="{A6A48E19-01EF-41EA-B8BF-3729835932DD}"/>
    <dgm:cxn modelId="{4E17F147-1862-4E68-933F-1BA854DA423F}" srcId="{AF8C0C7A-8A3F-4D42-BC9B-1C5DC1BBE80C}" destId="{19D367D5-C3EF-4E6F-80BB-EF01952F350E}" srcOrd="1" destOrd="0" parTransId="{89E554F9-CBC8-4ABB-901E-15A49F5146C6}" sibTransId="{3201306A-77B3-4C50-817D-132341E9DD28}"/>
    <dgm:cxn modelId="{6F55C649-5D0A-4BFC-8C0E-677D9558C355}" type="presOf" srcId="{36E00DC9-A2D8-44EE-938F-CA97DAC4E0A5}" destId="{47378F8C-508B-4A54-8039-98F3ABFD6CE9}" srcOrd="0" destOrd="0" presId="urn:microsoft.com/office/officeart/2018/2/layout/IconLabelDescriptionList"/>
    <dgm:cxn modelId="{8C44B86D-AB16-43D7-8A44-A40985C7559B}" srcId="{06726519-6023-4A67-8180-EC7E6D85A1F9}" destId="{75FB6D17-AB8C-44A3-BC4C-B3973C6C6FB5}" srcOrd="1" destOrd="0" parTransId="{B4342660-0521-485B-A609-A66153A6AEB3}" sibTransId="{FB6BADF2-3A01-4985-837B-0318FB4909E5}"/>
    <dgm:cxn modelId="{B139B56E-B8D0-4B5A-8933-825211E5EBF8}" type="presOf" srcId="{034692E6-17C0-402A-AD75-93A17E12862D}" destId="{57E63858-B446-497E-B522-471CCFCC77BE}" srcOrd="0" destOrd="1" presId="urn:microsoft.com/office/officeart/2018/2/layout/IconLabelDescriptionList"/>
    <dgm:cxn modelId="{7A72DF88-A77A-4B87-978B-08C651617D32}" type="presOf" srcId="{AF8C0C7A-8A3F-4D42-BC9B-1C5DC1BBE80C}" destId="{9162472A-0EE7-4EF8-8879-4D238FDB7465}" srcOrd="0" destOrd="0" presId="urn:microsoft.com/office/officeart/2018/2/layout/IconLabelDescriptionList"/>
    <dgm:cxn modelId="{8341DD96-1A93-4908-B433-422D0C1D0BE7}" type="presOf" srcId="{83599D1A-E87F-4990-918A-204D016ADDBC}" destId="{8EC05F6D-0884-47A1-BF16-68F97AB675AF}" srcOrd="0" destOrd="0" presId="urn:microsoft.com/office/officeart/2018/2/layout/IconLabelDescriptionList"/>
    <dgm:cxn modelId="{5F0FBA9E-2018-4A83-81B5-67ADD2EF75B9}" type="presOf" srcId="{9D47F532-8B4B-4B02-B57D-54ADEF85DC1D}" destId="{57E63858-B446-497E-B522-471CCFCC77BE}" srcOrd="0" destOrd="2" presId="urn:microsoft.com/office/officeart/2018/2/layout/IconLabelDescriptionList"/>
    <dgm:cxn modelId="{90082DA8-75B9-471F-BC4F-712DFEFC5EDE}" type="presOf" srcId="{06726519-6023-4A67-8180-EC7E6D85A1F9}" destId="{CFC2BCB5-76C6-4AD6-8D1A-DE809325D887}" srcOrd="0" destOrd="0" presId="urn:microsoft.com/office/officeart/2018/2/layout/IconLabelDescriptionList"/>
    <dgm:cxn modelId="{636DD0AE-5B11-4D71-B8DE-02BDA33BFC40}" srcId="{453E1114-788D-484A-9BA6-D37759E675F2}" destId="{06726519-6023-4A67-8180-EC7E6D85A1F9}" srcOrd="0" destOrd="0" parTransId="{DB6869F2-7FA6-4D54-B111-19A368C2DF91}" sibTransId="{C1C936D1-7CDB-4C6B-B872-91B62139A8B9}"/>
    <dgm:cxn modelId="{F7C28EB3-E1FC-49A4-827A-D5CC466C6777}" srcId="{19D367D5-C3EF-4E6F-80BB-EF01952F350E}" destId="{E55AE82C-352F-4AF4-880C-7B06DE605777}" srcOrd="0" destOrd="0" parTransId="{CA9D7BB8-AB85-4F8B-9B4E-326AAA1A1B6C}" sibTransId="{767E8B4D-22C9-4309-8260-8157C59032C4}"/>
    <dgm:cxn modelId="{45D387BD-B2FA-4637-944A-B939315C7CE4}" type="presOf" srcId="{E55AE82C-352F-4AF4-880C-7B06DE605777}" destId="{57E63858-B446-497E-B522-471CCFCC77BE}" srcOrd="0" destOrd="4" presId="urn:microsoft.com/office/officeart/2018/2/layout/IconLabelDescriptionList"/>
    <dgm:cxn modelId="{7439B3BE-A783-4CDB-ACD4-3FEE5631A6D0}" srcId="{368F0C06-888C-42DB-B62F-15C25621AD88}" destId="{9B260DCC-4C47-40D7-9229-74CFD6C358C1}" srcOrd="2" destOrd="0" parTransId="{262BCAA5-55BC-4483-86EB-0EF4B9EF9AC8}" sibTransId="{FC44A16E-233E-4825-95B7-3DC5208873CC}"/>
    <dgm:cxn modelId="{8BA095D3-0AB9-4B03-92FD-BF35CC37E272}" srcId="{368F0C06-888C-42DB-B62F-15C25621AD88}" destId="{36E00DC9-A2D8-44EE-938F-CA97DAC4E0A5}" srcOrd="0" destOrd="0" parTransId="{F7274F3C-BCA6-492D-A856-A04B28EE9C66}" sibTransId="{0D328F17-AF45-4746-BA13-E4465279F52C}"/>
    <dgm:cxn modelId="{639FF7D7-5944-419D-89DF-DFD0DA9E9A4C}" srcId="{368F0C06-888C-42DB-B62F-15C25621AD88}" destId="{BC4D1BAE-6D3F-40DC-9D7E-96CE6F6DF205}" srcOrd="1" destOrd="0" parTransId="{2DBA99EC-EE53-4C98-837D-E1353D5C02AE}" sibTransId="{861AEE21-0CC8-4BE5-AEE2-42DAC27FEAC0}"/>
    <dgm:cxn modelId="{CAE7C8E0-6B4E-452B-A943-AA0F7AEBCD5A}" type="presOf" srcId="{453E1114-788D-484A-9BA6-D37759E675F2}" destId="{BF1A4F3C-A14B-4FCD-8A0A-8CE6B61A6E68}" srcOrd="0" destOrd="0" presId="urn:microsoft.com/office/officeart/2018/2/layout/IconLabelDescriptionList"/>
    <dgm:cxn modelId="{D4D9B6E8-283E-4722-AB5B-B0F07FCAEF9F}" srcId="{AF8C0C7A-8A3F-4D42-BC9B-1C5DC1BBE80C}" destId="{046B6435-0100-4E6B-A0C7-3072F16CDD25}" srcOrd="0" destOrd="0" parTransId="{BA9D50BD-2EBB-4712-A9F1-6AE178AA566B}" sibTransId="{867BC395-DF13-43BE-91EC-071FAA0486B2}"/>
    <dgm:cxn modelId="{2F0975F4-339C-4512-9A31-9C2D29385562}" srcId="{06726519-6023-4A67-8180-EC7E6D85A1F9}" destId="{83599D1A-E87F-4990-918A-204D016ADDBC}" srcOrd="0" destOrd="0" parTransId="{AD18DE2D-21A6-49C4-BDEF-1D31BD2ED0C1}" sibTransId="{9E4BC452-D744-4234-B926-9C3B8F81A7AE}"/>
    <dgm:cxn modelId="{A396C5FB-8F4E-427A-AB54-6D2F14ADFA4D}" type="presOf" srcId="{19D367D5-C3EF-4E6F-80BB-EF01952F350E}" destId="{57E63858-B446-497E-B522-471CCFCC77BE}" srcOrd="0" destOrd="3" presId="urn:microsoft.com/office/officeart/2018/2/layout/IconLabelDescriptionList"/>
    <dgm:cxn modelId="{0B4B77FD-1550-4296-8538-FBCF08914AEC}" type="presOf" srcId="{BC4D1BAE-6D3F-40DC-9D7E-96CE6F6DF205}" destId="{47378F8C-508B-4A54-8039-98F3ABFD6CE9}" srcOrd="0" destOrd="1" presId="urn:microsoft.com/office/officeart/2018/2/layout/IconLabelDescriptionList"/>
    <dgm:cxn modelId="{C0D54CC1-C94B-43BF-9ED6-697A53716187}" type="presParOf" srcId="{BF1A4F3C-A14B-4FCD-8A0A-8CE6B61A6E68}" destId="{F1AEA7B8-1022-4218-B757-4E4103A7859F}" srcOrd="0" destOrd="0" presId="urn:microsoft.com/office/officeart/2018/2/layout/IconLabelDescriptionList"/>
    <dgm:cxn modelId="{1E0AF282-71F8-4741-91E8-7A01A0A25E49}" type="presParOf" srcId="{F1AEA7B8-1022-4218-B757-4E4103A7859F}" destId="{DB5CD813-875F-41FA-AF91-B2462AE050B9}" srcOrd="0" destOrd="0" presId="urn:microsoft.com/office/officeart/2018/2/layout/IconLabelDescriptionList"/>
    <dgm:cxn modelId="{9A613FDC-119F-4FE7-B5DC-8BC087A8321E}" type="presParOf" srcId="{F1AEA7B8-1022-4218-B757-4E4103A7859F}" destId="{141A1DBB-2617-4A83-B1AC-AB60A8761AD4}" srcOrd="1" destOrd="0" presId="urn:microsoft.com/office/officeart/2018/2/layout/IconLabelDescriptionList"/>
    <dgm:cxn modelId="{368C9CFF-C9B4-4A7C-B585-6D0E651E9BDB}" type="presParOf" srcId="{F1AEA7B8-1022-4218-B757-4E4103A7859F}" destId="{CFC2BCB5-76C6-4AD6-8D1A-DE809325D887}" srcOrd="2" destOrd="0" presId="urn:microsoft.com/office/officeart/2018/2/layout/IconLabelDescriptionList"/>
    <dgm:cxn modelId="{3FF98D7E-A46B-40CA-BCB7-9214244A9661}" type="presParOf" srcId="{F1AEA7B8-1022-4218-B757-4E4103A7859F}" destId="{984F2047-E8D4-4C4E-A8A8-D35151FFB1EA}" srcOrd="3" destOrd="0" presId="urn:microsoft.com/office/officeart/2018/2/layout/IconLabelDescriptionList"/>
    <dgm:cxn modelId="{2EFE5440-BACD-425E-B934-9FAE29935E63}" type="presParOf" srcId="{F1AEA7B8-1022-4218-B757-4E4103A7859F}" destId="{8EC05F6D-0884-47A1-BF16-68F97AB675AF}" srcOrd="4" destOrd="0" presId="urn:microsoft.com/office/officeart/2018/2/layout/IconLabelDescriptionList"/>
    <dgm:cxn modelId="{10874288-3830-4300-8874-1DCB5EDD74C8}" type="presParOf" srcId="{BF1A4F3C-A14B-4FCD-8A0A-8CE6B61A6E68}" destId="{16A9EFD5-D8A2-43AD-A2DB-49F929F40FCD}" srcOrd="1" destOrd="0" presId="urn:microsoft.com/office/officeart/2018/2/layout/IconLabelDescriptionList"/>
    <dgm:cxn modelId="{2BCF10D7-6DE9-4EFC-BC38-BEE1B2A0E379}" type="presParOf" srcId="{BF1A4F3C-A14B-4FCD-8A0A-8CE6B61A6E68}" destId="{D0B08E02-7048-4F51-BE69-06E0F5CD1855}" srcOrd="2" destOrd="0" presId="urn:microsoft.com/office/officeart/2018/2/layout/IconLabelDescriptionList"/>
    <dgm:cxn modelId="{9536AC1A-C199-4DD5-8520-DA887CA85DC6}" type="presParOf" srcId="{D0B08E02-7048-4F51-BE69-06E0F5CD1855}" destId="{333F8DEF-6B88-4CCA-A994-782AC6A9C1EC}" srcOrd="0" destOrd="0" presId="urn:microsoft.com/office/officeart/2018/2/layout/IconLabelDescriptionList"/>
    <dgm:cxn modelId="{0275AB80-6D5E-4D10-91D2-1DE05B4D78D0}" type="presParOf" srcId="{D0B08E02-7048-4F51-BE69-06E0F5CD1855}" destId="{D2A7A208-A2BA-4B35-8710-9F86A5AB1E1A}" srcOrd="1" destOrd="0" presId="urn:microsoft.com/office/officeart/2018/2/layout/IconLabelDescriptionList"/>
    <dgm:cxn modelId="{E1923F99-27AC-46F8-AF97-99730AC414DB}" type="presParOf" srcId="{D0B08E02-7048-4F51-BE69-06E0F5CD1855}" destId="{9162472A-0EE7-4EF8-8879-4D238FDB7465}" srcOrd="2" destOrd="0" presId="urn:microsoft.com/office/officeart/2018/2/layout/IconLabelDescriptionList"/>
    <dgm:cxn modelId="{48D28568-745E-4ADF-BCDF-54807E58A804}" type="presParOf" srcId="{D0B08E02-7048-4F51-BE69-06E0F5CD1855}" destId="{C42372AA-B046-4091-AE7A-084E82108B5D}" srcOrd="3" destOrd="0" presId="urn:microsoft.com/office/officeart/2018/2/layout/IconLabelDescriptionList"/>
    <dgm:cxn modelId="{9CFE7EF1-C0AA-4E2B-9A8D-A1D35F4312BA}" type="presParOf" srcId="{D0B08E02-7048-4F51-BE69-06E0F5CD1855}" destId="{57E63858-B446-497E-B522-471CCFCC77BE}" srcOrd="4" destOrd="0" presId="urn:microsoft.com/office/officeart/2018/2/layout/IconLabelDescriptionList"/>
    <dgm:cxn modelId="{52B64073-EF7A-4ADF-BCBF-E1EB05BC9021}" type="presParOf" srcId="{BF1A4F3C-A14B-4FCD-8A0A-8CE6B61A6E68}" destId="{3D96AE07-06E4-4E8C-9A8C-F8FA06EBBD5F}" srcOrd="3" destOrd="0" presId="urn:microsoft.com/office/officeart/2018/2/layout/IconLabelDescriptionList"/>
    <dgm:cxn modelId="{0BCD10E4-EBD8-4234-836C-AF65D351D503}" type="presParOf" srcId="{BF1A4F3C-A14B-4FCD-8A0A-8CE6B61A6E68}" destId="{699A2280-A340-4761-B74D-30583198B30A}" srcOrd="4" destOrd="0" presId="urn:microsoft.com/office/officeart/2018/2/layout/IconLabelDescriptionList"/>
    <dgm:cxn modelId="{5214E9B4-7428-4F3F-867E-04AB1AE48D19}" type="presParOf" srcId="{699A2280-A340-4761-B74D-30583198B30A}" destId="{8D9EF45B-703E-498A-869C-D4382D949984}" srcOrd="0" destOrd="0" presId="urn:microsoft.com/office/officeart/2018/2/layout/IconLabelDescriptionList"/>
    <dgm:cxn modelId="{AF0DE90F-DC30-418C-A642-A378CEEE4D09}" type="presParOf" srcId="{699A2280-A340-4761-B74D-30583198B30A}" destId="{B5941BA2-6153-4980-8052-BCA2EBFE96BB}" srcOrd="1" destOrd="0" presId="urn:microsoft.com/office/officeart/2018/2/layout/IconLabelDescriptionList"/>
    <dgm:cxn modelId="{4DEC318B-04FA-452D-ADDB-00AFBE7E4988}" type="presParOf" srcId="{699A2280-A340-4761-B74D-30583198B30A}" destId="{6C7AB4AC-8A58-4533-8F13-6A681D8BCF61}" srcOrd="2" destOrd="0" presId="urn:microsoft.com/office/officeart/2018/2/layout/IconLabelDescriptionList"/>
    <dgm:cxn modelId="{6629B044-C774-4C3A-9B55-934F975F15AD}" type="presParOf" srcId="{699A2280-A340-4761-B74D-30583198B30A}" destId="{768F4FEF-E3B2-44ED-953F-C7B21B564AC5}" srcOrd="3" destOrd="0" presId="urn:microsoft.com/office/officeart/2018/2/layout/IconLabelDescriptionList"/>
    <dgm:cxn modelId="{7886D8BD-48EB-4FAC-B9D0-C14BB92579DA}" type="presParOf" srcId="{699A2280-A340-4761-B74D-30583198B30A}" destId="{47378F8C-508B-4A54-8039-98F3ABFD6CE9}" srcOrd="4" destOrd="0" presId="urn:microsoft.com/office/officeart/2018/2/layout/IconLabelDescriptionList"/>
  </dgm:cxnLst>
  <dgm:bg/>
  <dgm:whole/>
  <dgm:extLst>
    <a:ext uri="http://schemas.microsoft.com/office/drawing/2008/diagram">
      <dsp:dataModelExt xmlns:dsp="http://schemas.microsoft.com/office/drawing/2008/diagram" relId="rId6" minVer="http://schemas.openxmlformats.org/drawingml/2006/diagram"/>
    </a:ext>
  </dgm:extLst>
</dgm:dataModel>
</file>

<file path=ppt/diagrams/data53.xml><?xml version="1.0" encoding="utf-8"?>
<dgm:dataModel xmlns:dgm="http://schemas.openxmlformats.org/drawingml/2006/diagram" xmlns:a="http://schemas.openxmlformats.org/drawingml/2006/main">
  <dgm:ptLst>
    <dgm:pt modelId="{6A8917B1-CA2E-48F2-A519-DF63902A73EB}" type="doc">
      <dgm:prSet loTypeId="urn:microsoft.com/office/officeart/2018/5/layout/CenteredIconLabelDescriptionList" loCatId="icon" qsTypeId="urn:microsoft.com/office/officeart/2005/8/quickstyle/simple1" qsCatId="simple" csTypeId="urn:microsoft.com/office/officeart/2018/5/colors/Iconchunking_neutralbg_colorful2" csCatId="colorful" phldr="1"/>
      <dgm:spPr/>
      <dgm:t>
        <a:bodyPr/>
        <a:lstStyle/>
        <a:p>
          <a:endParaRPr lang="en-US"/>
        </a:p>
      </dgm:t>
    </dgm:pt>
    <dgm:pt modelId="{CD1F9725-7E31-4A11-9A73-F385C27F288E}">
      <dgm:prSet/>
      <dgm:spPr/>
      <dgm:t>
        <a:bodyPr/>
        <a:lstStyle/>
        <a:p>
          <a:pPr>
            <a:lnSpc>
              <a:spcPct val="100000"/>
            </a:lnSpc>
            <a:defRPr b="1"/>
          </a:pPr>
          <a:r>
            <a:rPr lang="tr-TR"/>
            <a:t>Most </a:t>
          </a:r>
          <a:r>
            <a:rPr lang="en-US"/>
            <a:t>services offer users </a:t>
          </a:r>
        </a:p>
      </dgm:t>
    </dgm:pt>
    <dgm:pt modelId="{54E703D8-3851-4F0F-8FE6-E84AEAE6C5FB}" type="parTrans" cxnId="{5BCCEFDD-7B42-4FED-9420-2CF0F2545B93}">
      <dgm:prSet/>
      <dgm:spPr/>
      <dgm:t>
        <a:bodyPr/>
        <a:lstStyle/>
        <a:p>
          <a:endParaRPr lang="en-US"/>
        </a:p>
      </dgm:t>
    </dgm:pt>
    <dgm:pt modelId="{B66C56C9-EF98-497F-B1B7-5E5B01672E8C}" type="sibTrans" cxnId="{5BCCEFDD-7B42-4FED-9420-2CF0F2545B93}">
      <dgm:prSet/>
      <dgm:spPr/>
      <dgm:t>
        <a:bodyPr/>
        <a:lstStyle/>
        <a:p>
          <a:endParaRPr lang="en-US"/>
        </a:p>
      </dgm:t>
    </dgm:pt>
    <dgm:pt modelId="{7139B7FC-E85A-4F72-82A1-9C7B82A9404F}">
      <dgm:prSet/>
      <dgm:spPr/>
      <dgm:t>
        <a:bodyPr/>
        <a:lstStyle/>
        <a:p>
          <a:pPr>
            <a:lnSpc>
              <a:spcPct val="100000"/>
            </a:lnSpc>
          </a:pPr>
          <a:r>
            <a:rPr lang="en-US"/>
            <a:t>the option of choosing </a:t>
          </a:r>
        </a:p>
      </dgm:t>
    </dgm:pt>
    <dgm:pt modelId="{56815550-3D72-413E-AB82-0571262F77C9}" type="parTrans" cxnId="{33394BC6-52F4-4C03-A3B1-88BDC785846C}">
      <dgm:prSet/>
      <dgm:spPr/>
      <dgm:t>
        <a:bodyPr/>
        <a:lstStyle/>
        <a:p>
          <a:endParaRPr lang="en-US"/>
        </a:p>
      </dgm:t>
    </dgm:pt>
    <dgm:pt modelId="{F2E8E17D-DE1E-41E7-B68A-2142DFC20BBA}" type="sibTrans" cxnId="{33394BC6-52F4-4C03-A3B1-88BDC785846C}">
      <dgm:prSet/>
      <dgm:spPr/>
      <dgm:t>
        <a:bodyPr/>
        <a:lstStyle/>
        <a:p>
          <a:endParaRPr lang="en-US"/>
        </a:p>
      </dgm:t>
    </dgm:pt>
    <dgm:pt modelId="{CEC94932-FF8F-45A1-A5AB-708AA64891A5}">
      <dgm:prSet/>
      <dgm:spPr/>
      <dgm:t>
        <a:bodyPr/>
        <a:lstStyle/>
        <a:p>
          <a:pPr>
            <a:lnSpc>
              <a:spcPct val="100000"/>
            </a:lnSpc>
          </a:pPr>
          <a:r>
            <a:rPr lang="en-US"/>
            <a:t>high, medium, or low priority fees. </a:t>
          </a:r>
        </a:p>
      </dgm:t>
    </dgm:pt>
    <dgm:pt modelId="{D2BE92E6-96B6-4D9F-8722-2502C1D61FED}" type="parTrans" cxnId="{B8CA85C5-8A5C-4FF3-A790-6227A726FD69}">
      <dgm:prSet/>
      <dgm:spPr/>
      <dgm:t>
        <a:bodyPr/>
        <a:lstStyle/>
        <a:p>
          <a:endParaRPr lang="en-US"/>
        </a:p>
      </dgm:t>
    </dgm:pt>
    <dgm:pt modelId="{66B870D6-8059-4BD9-9FEF-BE4F4AACC756}" type="sibTrans" cxnId="{B8CA85C5-8A5C-4FF3-A790-6227A726FD69}">
      <dgm:prSet/>
      <dgm:spPr/>
      <dgm:t>
        <a:bodyPr/>
        <a:lstStyle/>
        <a:p>
          <a:endParaRPr lang="en-US"/>
        </a:p>
      </dgm:t>
    </dgm:pt>
    <dgm:pt modelId="{B692FC33-3594-4CE9-91A1-2D1FDF9F7F3E}">
      <dgm:prSet/>
      <dgm:spPr/>
      <dgm:t>
        <a:bodyPr/>
        <a:lstStyle/>
        <a:p>
          <a:pPr>
            <a:lnSpc>
              <a:spcPct val="100000"/>
            </a:lnSpc>
            <a:defRPr b="1"/>
          </a:pPr>
          <a:r>
            <a:rPr lang="en-US"/>
            <a:t>High</a:t>
          </a:r>
          <a:r>
            <a:rPr lang="tr-TR"/>
            <a:t> </a:t>
          </a:r>
          <a:r>
            <a:rPr lang="en-US"/>
            <a:t>priority means </a:t>
          </a:r>
        </a:p>
      </dgm:t>
    </dgm:pt>
    <dgm:pt modelId="{DC61AD8C-4672-407B-B14F-140616D94924}" type="parTrans" cxnId="{7E0D0021-B37C-4916-AEEE-811508FB533F}">
      <dgm:prSet/>
      <dgm:spPr/>
      <dgm:t>
        <a:bodyPr/>
        <a:lstStyle/>
        <a:p>
          <a:endParaRPr lang="en-US"/>
        </a:p>
      </dgm:t>
    </dgm:pt>
    <dgm:pt modelId="{61DA4B98-D19E-433B-9294-70319111C27F}" type="sibTrans" cxnId="{7E0D0021-B37C-4916-AEEE-811508FB533F}">
      <dgm:prSet/>
      <dgm:spPr/>
      <dgm:t>
        <a:bodyPr/>
        <a:lstStyle/>
        <a:p>
          <a:endParaRPr lang="en-US"/>
        </a:p>
      </dgm:t>
    </dgm:pt>
    <dgm:pt modelId="{DF4417B3-8C22-426D-883D-68086AE0A573}">
      <dgm:prSet/>
      <dgm:spPr/>
      <dgm:t>
        <a:bodyPr/>
        <a:lstStyle/>
        <a:p>
          <a:pPr>
            <a:lnSpc>
              <a:spcPct val="100000"/>
            </a:lnSpc>
          </a:pPr>
          <a:r>
            <a:rPr lang="en-US"/>
            <a:t>users pay higher fees but the transaction is likely </a:t>
          </a:r>
        </a:p>
      </dgm:t>
    </dgm:pt>
    <dgm:pt modelId="{3A50F9A2-610C-4D75-B85F-BEC921DFEE13}" type="parTrans" cxnId="{3F62A058-5358-4D8A-979B-DC62A2E396E7}">
      <dgm:prSet/>
      <dgm:spPr/>
      <dgm:t>
        <a:bodyPr/>
        <a:lstStyle/>
        <a:p>
          <a:endParaRPr lang="en-US"/>
        </a:p>
      </dgm:t>
    </dgm:pt>
    <dgm:pt modelId="{BBC92FBB-4AB2-49DA-9F00-4081E92B7A12}" type="sibTrans" cxnId="{3F62A058-5358-4D8A-979B-DC62A2E396E7}">
      <dgm:prSet/>
      <dgm:spPr/>
      <dgm:t>
        <a:bodyPr/>
        <a:lstStyle/>
        <a:p>
          <a:endParaRPr lang="en-US"/>
        </a:p>
      </dgm:t>
    </dgm:pt>
    <dgm:pt modelId="{6CA25E1C-EC13-4A5A-8EE3-0E8279E85AAE}">
      <dgm:prSet/>
      <dgm:spPr/>
      <dgm:t>
        <a:bodyPr/>
        <a:lstStyle/>
        <a:p>
          <a:pPr>
            <a:lnSpc>
              <a:spcPct val="100000"/>
            </a:lnSpc>
          </a:pPr>
          <a:r>
            <a:rPr lang="en-US"/>
            <a:t>to be included in the</a:t>
          </a:r>
          <a:r>
            <a:rPr lang="tr-TR"/>
            <a:t> </a:t>
          </a:r>
          <a:r>
            <a:rPr lang="en-US"/>
            <a:t>next block. </a:t>
          </a:r>
        </a:p>
      </dgm:t>
    </dgm:pt>
    <dgm:pt modelId="{3F011CB3-4CC5-4CCF-AD59-863FE6B08717}" type="parTrans" cxnId="{CC56D861-E15B-467C-9ACD-575EA81C8434}">
      <dgm:prSet/>
      <dgm:spPr/>
      <dgm:t>
        <a:bodyPr/>
        <a:lstStyle/>
        <a:p>
          <a:endParaRPr lang="en-US"/>
        </a:p>
      </dgm:t>
    </dgm:pt>
    <dgm:pt modelId="{4A64D2BF-CC9C-4850-8CC4-A92646F6EC1A}" type="sibTrans" cxnId="{CC56D861-E15B-467C-9ACD-575EA81C8434}">
      <dgm:prSet/>
      <dgm:spPr/>
      <dgm:t>
        <a:bodyPr/>
        <a:lstStyle/>
        <a:p>
          <a:endParaRPr lang="en-US"/>
        </a:p>
      </dgm:t>
    </dgm:pt>
    <dgm:pt modelId="{3081B3EF-CEB1-44F4-B021-78A631E03E01}">
      <dgm:prSet/>
      <dgm:spPr/>
      <dgm:t>
        <a:bodyPr/>
        <a:lstStyle/>
        <a:p>
          <a:pPr>
            <a:lnSpc>
              <a:spcPct val="100000"/>
            </a:lnSpc>
            <a:defRPr b="1"/>
          </a:pPr>
          <a:r>
            <a:rPr lang="en-US"/>
            <a:t>Medium and low priority means </a:t>
          </a:r>
        </a:p>
      </dgm:t>
    </dgm:pt>
    <dgm:pt modelId="{31A80807-0F87-4268-BE57-41D3A6020C80}" type="parTrans" cxnId="{BBDD980B-DE9C-4CF3-B8AC-02FF2B46514B}">
      <dgm:prSet/>
      <dgm:spPr/>
      <dgm:t>
        <a:bodyPr/>
        <a:lstStyle/>
        <a:p>
          <a:endParaRPr lang="en-US"/>
        </a:p>
      </dgm:t>
    </dgm:pt>
    <dgm:pt modelId="{03E08E13-7374-4165-978F-97EF6EAB425C}" type="sibTrans" cxnId="{BBDD980B-DE9C-4CF3-B8AC-02FF2B46514B}">
      <dgm:prSet/>
      <dgm:spPr/>
      <dgm:t>
        <a:bodyPr/>
        <a:lstStyle/>
        <a:p>
          <a:endParaRPr lang="en-US"/>
        </a:p>
      </dgm:t>
    </dgm:pt>
    <dgm:pt modelId="{9C963BB3-62B4-4046-81CB-D739292CD835}">
      <dgm:prSet/>
      <dgm:spPr/>
      <dgm:t>
        <a:bodyPr/>
        <a:lstStyle/>
        <a:p>
          <a:pPr>
            <a:lnSpc>
              <a:spcPct val="100000"/>
            </a:lnSpc>
          </a:pPr>
          <a:r>
            <a:rPr lang="en-US"/>
            <a:t>users pay lower transaction fees </a:t>
          </a:r>
        </a:p>
      </dgm:t>
    </dgm:pt>
    <dgm:pt modelId="{475DF474-4E58-4218-BED9-16678C95A3AD}" type="parTrans" cxnId="{59B81C58-842C-4793-AD1D-90A0E280B414}">
      <dgm:prSet/>
      <dgm:spPr/>
      <dgm:t>
        <a:bodyPr/>
        <a:lstStyle/>
        <a:p>
          <a:endParaRPr lang="en-US"/>
        </a:p>
      </dgm:t>
    </dgm:pt>
    <dgm:pt modelId="{E5283722-7DA2-453B-ADEC-7A245440498F}" type="sibTrans" cxnId="{59B81C58-842C-4793-AD1D-90A0E280B414}">
      <dgm:prSet/>
      <dgm:spPr/>
      <dgm:t>
        <a:bodyPr/>
        <a:lstStyle/>
        <a:p>
          <a:endParaRPr lang="en-US"/>
        </a:p>
      </dgm:t>
    </dgm:pt>
    <dgm:pt modelId="{A3A9F5EE-5614-4C34-8E66-F6E1FC2E3482}">
      <dgm:prSet/>
      <dgm:spPr/>
      <dgm:t>
        <a:bodyPr/>
        <a:lstStyle/>
        <a:p>
          <a:pPr>
            <a:lnSpc>
              <a:spcPct val="100000"/>
            </a:lnSpc>
          </a:pPr>
          <a:r>
            <a:rPr lang="en-US"/>
            <a:t>but the</a:t>
          </a:r>
          <a:r>
            <a:rPr lang="tr-TR"/>
            <a:t> </a:t>
          </a:r>
          <a:r>
            <a:rPr lang="en-US"/>
            <a:t>transactions may take much longer to confirm.</a:t>
          </a:r>
        </a:p>
      </dgm:t>
    </dgm:pt>
    <dgm:pt modelId="{F697C24E-38C3-44D7-A3D5-62F5C0C1384E}" type="parTrans" cxnId="{97266ADA-D410-478E-A749-62C655A8826E}">
      <dgm:prSet/>
      <dgm:spPr/>
      <dgm:t>
        <a:bodyPr/>
        <a:lstStyle/>
        <a:p>
          <a:endParaRPr lang="en-US"/>
        </a:p>
      </dgm:t>
    </dgm:pt>
    <dgm:pt modelId="{3ECA05F9-08A7-4318-9778-3AA2CB64D8FD}" type="sibTrans" cxnId="{97266ADA-D410-478E-A749-62C655A8826E}">
      <dgm:prSet/>
      <dgm:spPr/>
      <dgm:t>
        <a:bodyPr/>
        <a:lstStyle/>
        <a:p>
          <a:endParaRPr lang="en-US"/>
        </a:p>
      </dgm:t>
    </dgm:pt>
    <dgm:pt modelId="{11C3E3ED-F5D0-4BF6-B8AF-6D9F6AC63155}" type="pres">
      <dgm:prSet presAssocID="{6A8917B1-CA2E-48F2-A519-DF63902A73EB}" presName="root" presStyleCnt="0">
        <dgm:presLayoutVars>
          <dgm:dir/>
          <dgm:resizeHandles val="exact"/>
        </dgm:presLayoutVars>
      </dgm:prSet>
      <dgm:spPr/>
    </dgm:pt>
    <dgm:pt modelId="{ED3CC7FF-19D4-4D5A-A8B6-A259D420AB0E}" type="pres">
      <dgm:prSet presAssocID="{CD1F9725-7E31-4A11-9A73-F385C27F288E}" presName="compNode" presStyleCnt="0"/>
      <dgm:spPr/>
    </dgm:pt>
    <dgm:pt modelId="{7EA02DBE-F11F-4481-9465-99AB84F46094}" type="pres">
      <dgm:prSet presAssocID="{CD1F9725-7E31-4A11-9A73-F385C27F288E}" presName="iconRect" presStyleLbl="node1" presStyleIdx="0" presStyleCnt="3"/>
      <dgm:spPr>
        <a:blipFill>
          <a:blip xmlns:r="http://schemas.openxmlformats.org/officeDocument/2006/relationships" r:embed="rId1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2"/>
              </a:ext>
            </a:extLst>
          </a:blip>
          <a:stretch>
            <a:fillRect/>
          </a:stretch>
        </a:blipFill>
        <a:ln>
          <a:noFill/>
        </a:ln>
      </dgm:spPr>
      <dgm:extLst>
        <a:ext uri="{E40237B7-FDA0-4F09-8148-C483321AD2D9}">
          <dgm14:cNvPr xmlns:dgm14="http://schemas.microsoft.com/office/drawing/2010/diagram" id="0" name="" descr="Bitcoin"/>
        </a:ext>
      </dgm:extLst>
    </dgm:pt>
    <dgm:pt modelId="{D4BA4352-EF22-42E7-8ED9-11568206C541}" type="pres">
      <dgm:prSet presAssocID="{CD1F9725-7E31-4A11-9A73-F385C27F288E}" presName="iconSpace" presStyleCnt="0"/>
      <dgm:spPr/>
    </dgm:pt>
    <dgm:pt modelId="{5104C154-2830-4DE7-91FC-5A20516D041C}" type="pres">
      <dgm:prSet presAssocID="{CD1F9725-7E31-4A11-9A73-F385C27F288E}" presName="parTx" presStyleLbl="revTx" presStyleIdx="0" presStyleCnt="6">
        <dgm:presLayoutVars>
          <dgm:chMax val="0"/>
          <dgm:chPref val="0"/>
        </dgm:presLayoutVars>
      </dgm:prSet>
      <dgm:spPr/>
    </dgm:pt>
    <dgm:pt modelId="{4AA7E2FC-4ED3-435D-8595-EF53314E1A28}" type="pres">
      <dgm:prSet presAssocID="{CD1F9725-7E31-4A11-9A73-F385C27F288E}" presName="txSpace" presStyleCnt="0"/>
      <dgm:spPr/>
    </dgm:pt>
    <dgm:pt modelId="{FE810472-2F9B-4578-8CC6-4188C428ECAF}" type="pres">
      <dgm:prSet presAssocID="{CD1F9725-7E31-4A11-9A73-F385C27F288E}" presName="desTx" presStyleLbl="revTx" presStyleIdx="1" presStyleCnt="6">
        <dgm:presLayoutVars/>
      </dgm:prSet>
      <dgm:spPr/>
    </dgm:pt>
    <dgm:pt modelId="{2143498D-47B6-4128-8EFC-13D8986BC9C9}" type="pres">
      <dgm:prSet presAssocID="{B66C56C9-EF98-497F-B1B7-5E5B01672E8C}" presName="sibTrans" presStyleCnt="0"/>
      <dgm:spPr/>
    </dgm:pt>
    <dgm:pt modelId="{62EA9384-3922-4211-A4DB-A7E252525911}" type="pres">
      <dgm:prSet presAssocID="{B692FC33-3594-4CE9-91A1-2D1FDF9F7F3E}" presName="compNode" presStyleCnt="0"/>
      <dgm:spPr/>
    </dgm:pt>
    <dgm:pt modelId="{FB0E8B65-E5E8-4F99-8E89-3C9016AF67F8}" type="pres">
      <dgm:prSet presAssocID="{B692FC33-3594-4CE9-91A1-2D1FDF9F7F3E}" presName="iconRect" presStyleLbl="node1" presStyleIdx="1" presStyleCnt="3"/>
      <dgm:spPr>
        <a:blipFill>
          <a:blip xmlns:r="http://schemas.openxmlformats.org/officeDocument/2006/relationships" r:embed="rId3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4"/>
              </a:ext>
            </a:extLst>
          </a:blip>
          <a:stretch>
            <a:fillRect/>
          </a:stretch>
        </a:blipFill>
        <a:ln>
          <a:noFill/>
        </a:ln>
      </dgm:spPr>
      <dgm:extLst>
        <a:ext uri="{E40237B7-FDA0-4F09-8148-C483321AD2D9}">
          <dgm14:cNvPr xmlns:dgm14="http://schemas.microsoft.com/office/drawing/2010/diagram" id="0" name="" descr="Dollar"/>
        </a:ext>
      </dgm:extLst>
    </dgm:pt>
    <dgm:pt modelId="{DF0A81C6-918E-423C-8967-C0111EA6444A}" type="pres">
      <dgm:prSet presAssocID="{B692FC33-3594-4CE9-91A1-2D1FDF9F7F3E}" presName="iconSpace" presStyleCnt="0"/>
      <dgm:spPr/>
    </dgm:pt>
    <dgm:pt modelId="{C186FBC1-7084-4565-811F-FA5F2652E3DD}" type="pres">
      <dgm:prSet presAssocID="{B692FC33-3594-4CE9-91A1-2D1FDF9F7F3E}" presName="parTx" presStyleLbl="revTx" presStyleIdx="2" presStyleCnt="6">
        <dgm:presLayoutVars>
          <dgm:chMax val="0"/>
          <dgm:chPref val="0"/>
        </dgm:presLayoutVars>
      </dgm:prSet>
      <dgm:spPr/>
    </dgm:pt>
    <dgm:pt modelId="{CE555FFF-DEBD-48FF-A970-C18F19FBFADC}" type="pres">
      <dgm:prSet presAssocID="{B692FC33-3594-4CE9-91A1-2D1FDF9F7F3E}" presName="txSpace" presStyleCnt="0"/>
      <dgm:spPr/>
    </dgm:pt>
    <dgm:pt modelId="{893D797C-B578-4C88-8807-99C571DA4CBD}" type="pres">
      <dgm:prSet presAssocID="{B692FC33-3594-4CE9-91A1-2D1FDF9F7F3E}" presName="desTx" presStyleLbl="revTx" presStyleIdx="3" presStyleCnt="6">
        <dgm:presLayoutVars/>
      </dgm:prSet>
      <dgm:spPr/>
    </dgm:pt>
    <dgm:pt modelId="{3ABF29CB-95CD-4B94-A371-13D5DC061F7F}" type="pres">
      <dgm:prSet presAssocID="{61DA4B98-D19E-433B-9294-70319111C27F}" presName="sibTrans" presStyleCnt="0"/>
      <dgm:spPr/>
    </dgm:pt>
    <dgm:pt modelId="{90670E4C-F713-4253-BD9B-B0F2CC7105D2}" type="pres">
      <dgm:prSet presAssocID="{3081B3EF-CEB1-44F4-B021-78A631E03E01}" presName="compNode" presStyleCnt="0"/>
      <dgm:spPr/>
    </dgm:pt>
    <dgm:pt modelId="{22ECF860-E0D9-419F-9CE6-610C42D90145}" type="pres">
      <dgm:prSet presAssocID="{3081B3EF-CEB1-44F4-B021-78A631E03E01}" presName="iconRect" presStyleLbl="node1" presStyleIdx="2" presStyleCnt="3"/>
      <dgm:spPr>
        <a:blipFill>
          <a:blip xmlns:r="http://schemas.openxmlformats.org/officeDocument/2006/relationships" r:embed="rId5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6"/>
              </a:ext>
            </a:extLst>
          </a:blip>
          <a:stretch>
            <a:fillRect/>
          </a:stretch>
        </a:blipFill>
        <a:ln>
          <a:noFill/>
        </a:ln>
      </dgm:spPr>
      <dgm:extLst>
        <a:ext uri="{E40237B7-FDA0-4F09-8148-C483321AD2D9}">
          <dgm14:cNvPr xmlns:dgm14="http://schemas.microsoft.com/office/drawing/2010/diagram" id="0" name="" descr="Money"/>
        </a:ext>
      </dgm:extLst>
    </dgm:pt>
    <dgm:pt modelId="{C474D547-EA64-4A39-9C9E-3ABE0ACC1089}" type="pres">
      <dgm:prSet presAssocID="{3081B3EF-CEB1-44F4-B021-78A631E03E01}" presName="iconSpace" presStyleCnt="0"/>
      <dgm:spPr/>
    </dgm:pt>
    <dgm:pt modelId="{63DD4361-F03C-440F-AC83-51115AEDD4C5}" type="pres">
      <dgm:prSet presAssocID="{3081B3EF-CEB1-44F4-B021-78A631E03E01}" presName="parTx" presStyleLbl="revTx" presStyleIdx="4" presStyleCnt="6">
        <dgm:presLayoutVars>
          <dgm:chMax val="0"/>
          <dgm:chPref val="0"/>
        </dgm:presLayoutVars>
      </dgm:prSet>
      <dgm:spPr/>
    </dgm:pt>
    <dgm:pt modelId="{0E78CE2F-0EC0-41A0-82A2-8811B86EBEC8}" type="pres">
      <dgm:prSet presAssocID="{3081B3EF-CEB1-44F4-B021-78A631E03E01}" presName="txSpace" presStyleCnt="0"/>
      <dgm:spPr/>
    </dgm:pt>
    <dgm:pt modelId="{BE70C1B0-167C-4E70-9384-1DE7719B4C46}" type="pres">
      <dgm:prSet presAssocID="{3081B3EF-CEB1-44F4-B021-78A631E03E01}" presName="desTx" presStyleLbl="revTx" presStyleIdx="5" presStyleCnt="6">
        <dgm:presLayoutVars/>
      </dgm:prSet>
      <dgm:spPr/>
    </dgm:pt>
  </dgm:ptLst>
  <dgm:cxnLst>
    <dgm:cxn modelId="{5A3A0604-0C5B-46F2-87B7-0E9E5A2EFD78}" type="presOf" srcId="{7139B7FC-E85A-4F72-82A1-9C7B82A9404F}" destId="{FE810472-2F9B-4578-8CC6-4188C428ECAF}" srcOrd="0" destOrd="0" presId="urn:microsoft.com/office/officeart/2018/5/layout/CenteredIconLabelDescriptionList"/>
    <dgm:cxn modelId="{BBDD980B-DE9C-4CF3-B8AC-02FF2B46514B}" srcId="{6A8917B1-CA2E-48F2-A519-DF63902A73EB}" destId="{3081B3EF-CEB1-44F4-B021-78A631E03E01}" srcOrd="2" destOrd="0" parTransId="{31A80807-0F87-4268-BE57-41D3A6020C80}" sibTransId="{03E08E13-7374-4165-978F-97EF6EAB425C}"/>
    <dgm:cxn modelId="{7E0D0021-B37C-4916-AEEE-811508FB533F}" srcId="{6A8917B1-CA2E-48F2-A519-DF63902A73EB}" destId="{B692FC33-3594-4CE9-91A1-2D1FDF9F7F3E}" srcOrd="1" destOrd="0" parTransId="{DC61AD8C-4672-407B-B14F-140616D94924}" sibTransId="{61DA4B98-D19E-433B-9294-70319111C27F}"/>
    <dgm:cxn modelId="{5319592B-4D28-41E6-B566-0718933DBDFF}" type="presOf" srcId="{CD1F9725-7E31-4A11-9A73-F385C27F288E}" destId="{5104C154-2830-4DE7-91FC-5A20516D041C}" srcOrd="0" destOrd="0" presId="urn:microsoft.com/office/officeart/2018/5/layout/CenteredIconLabelDescriptionList"/>
    <dgm:cxn modelId="{B3B54030-6D89-4723-B84E-8C464EEA2C72}" type="presOf" srcId="{B692FC33-3594-4CE9-91A1-2D1FDF9F7F3E}" destId="{C186FBC1-7084-4565-811F-FA5F2652E3DD}" srcOrd="0" destOrd="0" presId="urn:microsoft.com/office/officeart/2018/5/layout/CenteredIconLabelDescriptionList"/>
    <dgm:cxn modelId="{CC56D861-E15B-467C-9ACD-575EA81C8434}" srcId="{B692FC33-3594-4CE9-91A1-2D1FDF9F7F3E}" destId="{6CA25E1C-EC13-4A5A-8EE3-0E8279E85AAE}" srcOrd="1" destOrd="0" parTransId="{3F011CB3-4CC5-4CCF-AD59-863FE6B08717}" sibTransId="{4A64D2BF-CC9C-4850-8CC4-A92646F6EC1A}"/>
    <dgm:cxn modelId="{8D860C53-C141-4897-B782-E604E967ABFB}" type="presOf" srcId="{9C963BB3-62B4-4046-81CB-D739292CD835}" destId="{BE70C1B0-167C-4E70-9384-1DE7719B4C46}" srcOrd="0" destOrd="0" presId="urn:microsoft.com/office/officeart/2018/5/layout/CenteredIconLabelDescriptionList"/>
    <dgm:cxn modelId="{59B81C58-842C-4793-AD1D-90A0E280B414}" srcId="{3081B3EF-CEB1-44F4-B021-78A631E03E01}" destId="{9C963BB3-62B4-4046-81CB-D739292CD835}" srcOrd="0" destOrd="0" parTransId="{475DF474-4E58-4218-BED9-16678C95A3AD}" sibTransId="{E5283722-7DA2-453B-ADEC-7A245440498F}"/>
    <dgm:cxn modelId="{3F62A058-5358-4D8A-979B-DC62A2E396E7}" srcId="{B692FC33-3594-4CE9-91A1-2D1FDF9F7F3E}" destId="{DF4417B3-8C22-426D-883D-68086AE0A573}" srcOrd="0" destOrd="0" parTransId="{3A50F9A2-610C-4D75-B85F-BEC921DFEE13}" sibTransId="{BBC92FBB-4AB2-49DA-9F00-4081E92B7A12}"/>
    <dgm:cxn modelId="{6B602196-2C0D-4262-A670-8F04C831CF9C}" type="presOf" srcId="{A3A9F5EE-5614-4C34-8E66-F6E1FC2E3482}" destId="{BE70C1B0-167C-4E70-9384-1DE7719B4C46}" srcOrd="0" destOrd="1" presId="urn:microsoft.com/office/officeart/2018/5/layout/CenteredIconLabelDescriptionList"/>
    <dgm:cxn modelId="{029398BA-0806-485B-9114-469D6603C2BE}" type="presOf" srcId="{CEC94932-FF8F-45A1-A5AB-708AA64891A5}" destId="{FE810472-2F9B-4578-8CC6-4188C428ECAF}" srcOrd="0" destOrd="1" presId="urn:microsoft.com/office/officeart/2018/5/layout/CenteredIconLabelDescriptionList"/>
    <dgm:cxn modelId="{7BCC42C0-102E-4304-B7E2-80B2024B648F}" type="presOf" srcId="{DF4417B3-8C22-426D-883D-68086AE0A573}" destId="{893D797C-B578-4C88-8807-99C571DA4CBD}" srcOrd="0" destOrd="0" presId="urn:microsoft.com/office/officeart/2018/5/layout/CenteredIconLabelDescriptionList"/>
    <dgm:cxn modelId="{B8CA85C5-8A5C-4FF3-A790-6227A726FD69}" srcId="{CD1F9725-7E31-4A11-9A73-F385C27F288E}" destId="{CEC94932-FF8F-45A1-A5AB-708AA64891A5}" srcOrd="1" destOrd="0" parTransId="{D2BE92E6-96B6-4D9F-8722-2502C1D61FED}" sibTransId="{66B870D6-8059-4BD9-9FEF-BE4F4AACC756}"/>
    <dgm:cxn modelId="{33394BC6-52F4-4C03-A3B1-88BDC785846C}" srcId="{CD1F9725-7E31-4A11-9A73-F385C27F288E}" destId="{7139B7FC-E85A-4F72-82A1-9C7B82A9404F}" srcOrd="0" destOrd="0" parTransId="{56815550-3D72-413E-AB82-0571262F77C9}" sibTransId="{F2E8E17D-DE1E-41E7-B68A-2142DFC20BBA}"/>
    <dgm:cxn modelId="{EF16C3CE-CCBB-4922-BF65-166491D12950}" type="presOf" srcId="{3081B3EF-CEB1-44F4-B021-78A631E03E01}" destId="{63DD4361-F03C-440F-AC83-51115AEDD4C5}" srcOrd="0" destOrd="0" presId="urn:microsoft.com/office/officeart/2018/5/layout/CenteredIconLabelDescriptionList"/>
    <dgm:cxn modelId="{38BCD3D4-09AB-4B40-9152-FE84B968020C}" type="presOf" srcId="{6A8917B1-CA2E-48F2-A519-DF63902A73EB}" destId="{11C3E3ED-F5D0-4BF6-B8AF-6D9F6AC63155}" srcOrd="0" destOrd="0" presId="urn:microsoft.com/office/officeart/2018/5/layout/CenteredIconLabelDescriptionList"/>
    <dgm:cxn modelId="{97266ADA-D410-478E-A749-62C655A8826E}" srcId="{3081B3EF-CEB1-44F4-B021-78A631E03E01}" destId="{A3A9F5EE-5614-4C34-8E66-F6E1FC2E3482}" srcOrd="1" destOrd="0" parTransId="{F697C24E-38C3-44D7-A3D5-62F5C0C1384E}" sibTransId="{3ECA05F9-08A7-4318-9778-3AA2CB64D8FD}"/>
    <dgm:cxn modelId="{5BCCEFDD-7B42-4FED-9420-2CF0F2545B93}" srcId="{6A8917B1-CA2E-48F2-A519-DF63902A73EB}" destId="{CD1F9725-7E31-4A11-9A73-F385C27F288E}" srcOrd="0" destOrd="0" parTransId="{54E703D8-3851-4F0F-8FE6-E84AEAE6C5FB}" sibTransId="{B66C56C9-EF98-497F-B1B7-5E5B01672E8C}"/>
    <dgm:cxn modelId="{873AC4F5-942D-401B-B323-768BCF87FC36}" type="presOf" srcId="{6CA25E1C-EC13-4A5A-8EE3-0E8279E85AAE}" destId="{893D797C-B578-4C88-8807-99C571DA4CBD}" srcOrd="0" destOrd="1" presId="urn:microsoft.com/office/officeart/2018/5/layout/CenteredIconLabelDescriptionList"/>
    <dgm:cxn modelId="{F11ED9FA-C83E-482C-9B1E-B3163E04DF5F}" type="presParOf" srcId="{11C3E3ED-F5D0-4BF6-B8AF-6D9F6AC63155}" destId="{ED3CC7FF-19D4-4D5A-A8B6-A259D420AB0E}" srcOrd="0" destOrd="0" presId="urn:microsoft.com/office/officeart/2018/5/layout/CenteredIconLabelDescriptionList"/>
    <dgm:cxn modelId="{E7D459DD-D747-49D4-83FE-19DC7BA50662}" type="presParOf" srcId="{ED3CC7FF-19D4-4D5A-A8B6-A259D420AB0E}" destId="{7EA02DBE-F11F-4481-9465-99AB84F46094}" srcOrd="0" destOrd="0" presId="urn:microsoft.com/office/officeart/2018/5/layout/CenteredIconLabelDescriptionList"/>
    <dgm:cxn modelId="{2CA5A0CC-ACAA-4DE8-B8E8-CE6033FE660F}" type="presParOf" srcId="{ED3CC7FF-19D4-4D5A-A8B6-A259D420AB0E}" destId="{D4BA4352-EF22-42E7-8ED9-11568206C541}" srcOrd="1" destOrd="0" presId="urn:microsoft.com/office/officeart/2018/5/layout/CenteredIconLabelDescriptionList"/>
    <dgm:cxn modelId="{4FEA4F97-962D-491C-9F59-771F83806B1F}" type="presParOf" srcId="{ED3CC7FF-19D4-4D5A-A8B6-A259D420AB0E}" destId="{5104C154-2830-4DE7-91FC-5A20516D041C}" srcOrd="2" destOrd="0" presId="urn:microsoft.com/office/officeart/2018/5/layout/CenteredIconLabelDescriptionList"/>
    <dgm:cxn modelId="{8F388421-60C6-479B-911D-A24BB38FA129}" type="presParOf" srcId="{ED3CC7FF-19D4-4D5A-A8B6-A259D420AB0E}" destId="{4AA7E2FC-4ED3-435D-8595-EF53314E1A28}" srcOrd="3" destOrd="0" presId="urn:microsoft.com/office/officeart/2018/5/layout/CenteredIconLabelDescriptionList"/>
    <dgm:cxn modelId="{B4A21DCD-B47B-4058-8F1D-C48D543DEAA5}" type="presParOf" srcId="{ED3CC7FF-19D4-4D5A-A8B6-A259D420AB0E}" destId="{FE810472-2F9B-4578-8CC6-4188C428ECAF}" srcOrd="4" destOrd="0" presId="urn:microsoft.com/office/officeart/2018/5/layout/CenteredIconLabelDescriptionList"/>
    <dgm:cxn modelId="{01649174-1CD7-46B3-B8EF-2A8CECB64EE8}" type="presParOf" srcId="{11C3E3ED-F5D0-4BF6-B8AF-6D9F6AC63155}" destId="{2143498D-47B6-4128-8EFC-13D8986BC9C9}" srcOrd="1" destOrd="0" presId="urn:microsoft.com/office/officeart/2018/5/layout/CenteredIconLabelDescriptionList"/>
    <dgm:cxn modelId="{998810D0-344A-4EA0-A37F-0C145A98DBA6}" type="presParOf" srcId="{11C3E3ED-F5D0-4BF6-B8AF-6D9F6AC63155}" destId="{62EA9384-3922-4211-A4DB-A7E252525911}" srcOrd="2" destOrd="0" presId="urn:microsoft.com/office/officeart/2018/5/layout/CenteredIconLabelDescriptionList"/>
    <dgm:cxn modelId="{597AF25B-24BA-44F1-87AB-76D8F05CF137}" type="presParOf" srcId="{62EA9384-3922-4211-A4DB-A7E252525911}" destId="{FB0E8B65-E5E8-4F99-8E89-3C9016AF67F8}" srcOrd="0" destOrd="0" presId="urn:microsoft.com/office/officeart/2018/5/layout/CenteredIconLabelDescriptionList"/>
    <dgm:cxn modelId="{3C07FD3F-05A8-4DE1-95A4-18057DAB4D58}" type="presParOf" srcId="{62EA9384-3922-4211-A4DB-A7E252525911}" destId="{DF0A81C6-918E-423C-8967-C0111EA6444A}" srcOrd="1" destOrd="0" presId="urn:microsoft.com/office/officeart/2018/5/layout/CenteredIconLabelDescriptionList"/>
    <dgm:cxn modelId="{2899C78A-A2CE-4113-81FA-BA907ECBD4B7}" type="presParOf" srcId="{62EA9384-3922-4211-A4DB-A7E252525911}" destId="{C186FBC1-7084-4565-811F-FA5F2652E3DD}" srcOrd="2" destOrd="0" presId="urn:microsoft.com/office/officeart/2018/5/layout/CenteredIconLabelDescriptionList"/>
    <dgm:cxn modelId="{76343A09-1DE1-46F3-9E96-ACF045BD8B5E}" type="presParOf" srcId="{62EA9384-3922-4211-A4DB-A7E252525911}" destId="{CE555FFF-DEBD-48FF-A970-C18F19FBFADC}" srcOrd="3" destOrd="0" presId="urn:microsoft.com/office/officeart/2018/5/layout/CenteredIconLabelDescriptionList"/>
    <dgm:cxn modelId="{8A6BDA44-32AB-4567-8B23-874840668695}" type="presParOf" srcId="{62EA9384-3922-4211-A4DB-A7E252525911}" destId="{893D797C-B578-4C88-8807-99C571DA4CBD}" srcOrd="4" destOrd="0" presId="urn:microsoft.com/office/officeart/2018/5/layout/CenteredIconLabelDescriptionList"/>
    <dgm:cxn modelId="{FEBAEC6D-9697-4B12-9CF2-7EAB71FD61D2}" type="presParOf" srcId="{11C3E3ED-F5D0-4BF6-B8AF-6D9F6AC63155}" destId="{3ABF29CB-95CD-4B94-A371-13D5DC061F7F}" srcOrd="3" destOrd="0" presId="urn:microsoft.com/office/officeart/2018/5/layout/CenteredIconLabelDescriptionList"/>
    <dgm:cxn modelId="{2AD60D30-EDB6-451A-8543-6FC64BEE2604}" type="presParOf" srcId="{11C3E3ED-F5D0-4BF6-B8AF-6D9F6AC63155}" destId="{90670E4C-F713-4253-BD9B-B0F2CC7105D2}" srcOrd="4" destOrd="0" presId="urn:microsoft.com/office/officeart/2018/5/layout/CenteredIconLabelDescriptionList"/>
    <dgm:cxn modelId="{53B40418-9C71-4A76-BA85-57E82DBB70E4}" type="presParOf" srcId="{90670E4C-F713-4253-BD9B-B0F2CC7105D2}" destId="{22ECF860-E0D9-419F-9CE6-610C42D90145}" srcOrd="0" destOrd="0" presId="urn:microsoft.com/office/officeart/2018/5/layout/CenteredIconLabelDescriptionList"/>
    <dgm:cxn modelId="{15C384F9-695A-4E45-8837-5E633876A951}" type="presParOf" srcId="{90670E4C-F713-4253-BD9B-B0F2CC7105D2}" destId="{C474D547-EA64-4A39-9C9E-3ABE0ACC1089}" srcOrd="1" destOrd="0" presId="urn:microsoft.com/office/officeart/2018/5/layout/CenteredIconLabelDescriptionList"/>
    <dgm:cxn modelId="{6D55468B-61A9-427A-89FF-1A635D0AA453}" type="presParOf" srcId="{90670E4C-F713-4253-BD9B-B0F2CC7105D2}" destId="{63DD4361-F03C-440F-AC83-51115AEDD4C5}" srcOrd="2" destOrd="0" presId="urn:microsoft.com/office/officeart/2018/5/layout/CenteredIconLabelDescriptionList"/>
    <dgm:cxn modelId="{63D85A96-DD17-4AA2-B936-108596B10AC3}" type="presParOf" srcId="{90670E4C-F713-4253-BD9B-B0F2CC7105D2}" destId="{0E78CE2F-0EC0-41A0-82A2-8811B86EBEC8}" srcOrd="3" destOrd="0" presId="urn:microsoft.com/office/officeart/2018/5/layout/CenteredIconLabelDescriptionList"/>
    <dgm:cxn modelId="{6BE1FBE1-96F0-49DA-99D8-26022539F3AE}" type="presParOf" srcId="{90670E4C-F713-4253-BD9B-B0F2CC7105D2}" destId="{BE70C1B0-167C-4E70-9384-1DE7719B4C46}" srcOrd="4" destOrd="0" presId="urn:microsoft.com/office/officeart/2018/5/layout/CenteredIconLabelDescriptionList"/>
  </dgm:cxnLst>
  <dgm:bg/>
  <dgm:whole/>
  <dgm:extLst>
    <a:ext uri="http://schemas.microsoft.com/office/drawing/2008/diagram">
      <dsp:dataModelExt xmlns:dsp="http://schemas.microsoft.com/office/drawing/2008/diagram" relId="rId6" minVer="http://schemas.openxmlformats.org/drawingml/2006/diagram"/>
    </a:ext>
  </dgm:extLst>
</dgm:dataModel>
</file>

<file path=ppt/diagrams/data54.xml><?xml version="1.0" encoding="utf-8"?>
<dgm:dataModel xmlns:dgm="http://schemas.openxmlformats.org/drawingml/2006/diagram" xmlns:a="http://schemas.openxmlformats.org/drawingml/2006/main">
  <dgm:ptLst>
    <dgm:pt modelId="{F71C633D-748E-45CC-8DA8-27EA67B3CA4D}" type="doc">
      <dgm:prSet loTypeId="urn:microsoft.com/office/officeart/2018/5/layout/CenteredIconLabelDescriptionList" loCatId="icon" qsTypeId="urn:microsoft.com/office/officeart/2005/8/quickstyle/simple1" qsCatId="simple" csTypeId="urn:microsoft.com/office/officeart/2018/5/colors/Iconchunking_neutralbg_colorful2" csCatId="colorful" phldr="1"/>
      <dgm:spPr/>
      <dgm:t>
        <a:bodyPr/>
        <a:lstStyle/>
        <a:p>
          <a:endParaRPr lang="en-US"/>
        </a:p>
      </dgm:t>
    </dgm:pt>
    <dgm:pt modelId="{0A97BD81-E08E-45EA-B28B-E2FE5EE95CD4}">
      <dgm:prSet/>
      <dgm:spPr/>
      <dgm:t>
        <a:bodyPr/>
        <a:lstStyle/>
        <a:p>
          <a:pPr>
            <a:lnSpc>
              <a:spcPct val="100000"/>
            </a:lnSpc>
            <a:defRPr b="1"/>
          </a:pPr>
          <a:r>
            <a:rPr lang="en-US"/>
            <a:t>The data structure of transactions </a:t>
          </a:r>
        </a:p>
      </dgm:t>
    </dgm:pt>
    <dgm:pt modelId="{017C4B7C-F588-452D-9F72-87A248757664}" type="parTrans" cxnId="{FC1891D8-0571-4CAE-ACDC-A1A2D9725334}">
      <dgm:prSet/>
      <dgm:spPr/>
      <dgm:t>
        <a:bodyPr/>
        <a:lstStyle/>
        <a:p>
          <a:endParaRPr lang="en-US"/>
        </a:p>
      </dgm:t>
    </dgm:pt>
    <dgm:pt modelId="{443E7BC1-9869-4FE5-9516-BC7F265D489E}" type="sibTrans" cxnId="{FC1891D8-0571-4CAE-ACDC-A1A2D9725334}">
      <dgm:prSet/>
      <dgm:spPr/>
      <dgm:t>
        <a:bodyPr/>
        <a:lstStyle/>
        <a:p>
          <a:endParaRPr lang="en-US"/>
        </a:p>
      </dgm:t>
    </dgm:pt>
    <dgm:pt modelId="{257A3262-7F97-4C3C-ADBE-8DA7A0C113B6}">
      <dgm:prSet/>
      <dgm:spPr/>
      <dgm:t>
        <a:bodyPr/>
        <a:lstStyle/>
        <a:p>
          <a:pPr>
            <a:lnSpc>
              <a:spcPct val="100000"/>
            </a:lnSpc>
          </a:pPr>
          <a:r>
            <a:rPr lang="en-US"/>
            <a:t>does not have a field for fees. </a:t>
          </a:r>
        </a:p>
      </dgm:t>
    </dgm:pt>
    <dgm:pt modelId="{C649F187-F04C-4280-ACDB-F617D3F748D9}" type="parTrans" cxnId="{F2F03C57-7056-409E-9AAA-7292F5C40525}">
      <dgm:prSet/>
      <dgm:spPr/>
      <dgm:t>
        <a:bodyPr/>
        <a:lstStyle/>
        <a:p>
          <a:endParaRPr lang="en-US"/>
        </a:p>
      </dgm:t>
    </dgm:pt>
    <dgm:pt modelId="{D6A419D5-D774-44C2-8643-47C5E99EE086}" type="sibTrans" cxnId="{F2F03C57-7056-409E-9AAA-7292F5C40525}">
      <dgm:prSet/>
      <dgm:spPr/>
      <dgm:t>
        <a:bodyPr/>
        <a:lstStyle/>
        <a:p>
          <a:endParaRPr lang="en-US"/>
        </a:p>
      </dgm:t>
    </dgm:pt>
    <dgm:pt modelId="{6359DE33-64C2-4D95-97F8-D496CB34D8BC}">
      <dgm:prSet/>
      <dgm:spPr/>
      <dgm:t>
        <a:bodyPr/>
        <a:lstStyle/>
        <a:p>
          <a:pPr>
            <a:lnSpc>
              <a:spcPct val="100000"/>
            </a:lnSpc>
            <a:defRPr b="1"/>
          </a:pPr>
          <a:r>
            <a:rPr lang="en-US"/>
            <a:t>fees are</a:t>
          </a:r>
          <a:r>
            <a:rPr lang="tr-TR"/>
            <a:t> </a:t>
          </a:r>
          <a:r>
            <a:rPr lang="en-US"/>
            <a:t>implied </a:t>
          </a:r>
        </a:p>
      </dgm:t>
    </dgm:pt>
    <dgm:pt modelId="{C286C15B-AD18-4A09-8339-9E718448D6BC}" type="parTrans" cxnId="{CF27400B-5BBD-49DC-9DB3-4E82DC0C71C7}">
      <dgm:prSet/>
      <dgm:spPr/>
      <dgm:t>
        <a:bodyPr/>
        <a:lstStyle/>
        <a:p>
          <a:endParaRPr lang="en-US"/>
        </a:p>
      </dgm:t>
    </dgm:pt>
    <dgm:pt modelId="{BD37FF94-CE0E-4309-9CFC-6AD2D5CF978D}" type="sibTrans" cxnId="{CF27400B-5BBD-49DC-9DB3-4E82DC0C71C7}">
      <dgm:prSet/>
      <dgm:spPr/>
      <dgm:t>
        <a:bodyPr/>
        <a:lstStyle/>
        <a:p>
          <a:endParaRPr lang="en-US"/>
        </a:p>
      </dgm:t>
    </dgm:pt>
    <dgm:pt modelId="{438D667C-93AD-45B8-9D62-49A99B4D9F6D}">
      <dgm:prSet/>
      <dgm:spPr/>
      <dgm:t>
        <a:bodyPr/>
        <a:lstStyle/>
        <a:p>
          <a:pPr>
            <a:lnSpc>
              <a:spcPct val="100000"/>
            </a:lnSpc>
          </a:pPr>
          <a:r>
            <a:rPr lang="en-US"/>
            <a:t>as the difference between the sum of inputs </a:t>
          </a:r>
        </a:p>
      </dgm:t>
    </dgm:pt>
    <dgm:pt modelId="{3ACD69CE-CAEE-4ADB-9F87-9AE2D8B00640}" type="parTrans" cxnId="{F1E6E1C6-2996-4AB4-9972-0631551AB351}">
      <dgm:prSet/>
      <dgm:spPr/>
      <dgm:t>
        <a:bodyPr/>
        <a:lstStyle/>
        <a:p>
          <a:endParaRPr lang="en-US"/>
        </a:p>
      </dgm:t>
    </dgm:pt>
    <dgm:pt modelId="{DBF7D93E-AC63-43D3-BB14-6A78BFF90B18}" type="sibTrans" cxnId="{F1E6E1C6-2996-4AB4-9972-0631551AB351}">
      <dgm:prSet/>
      <dgm:spPr/>
      <dgm:t>
        <a:bodyPr/>
        <a:lstStyle/>
        <a:p>
          <a:endParaRPr lang="en-US"/>
        </a:p>
      </dgm:t>
    </dgm:pt>
    <dgm:pt modelId="{16DA0C63-0446-4D2E-954F-2B2ED0C4AFA3}">
      <dgm:prSet/>
      <dgm:spPr/>
      <dgm:t>
        <a:bodyPr/>
        <a:lstStyle/>
        <a:p>
          <a:pPr>
            <a:lnSpc>
              <a:spcPct val="100000"/>
            </a:lnSpc>
          </a:pPr>
          <a:r>
            <a:rPr lang="en-US"/>
            <a:t>and the sum of outputs.</a:t>
          </a:r>
        </a:p>
      </dgm:t>
    </dgm:pt>
    <dgm:pt modelId="{27157645-3253-4B92-9211-45066051DD49}" type="parTrans" cxnId="{CB846B46-128B-43A4-A9C2-DC97DA3E07FB}">
      <dgm:prSet/>
      <dgm:spPr/>
      <dgm:t>
        <a:bodyPr/>
        <a:lstStyle/>
        <a:p>
          <a:endParaRPr lang="en-US"/>
        </a:p>
      </dgm:t>
    </dgm:pt>
    <dgm:pt modelId="{2ED4E75A-C934-45DF-B295-3B1A271FF166}" type="sibTrans" cxnId="{CB846B46-128B-43A4-A9C2-DC97DA3E07FB}">
      <dgm:prSet/>
      <dgm:spPr/>
      <dgm:t>
        <a:bodyPr/>
        <a:lstStyle/>
        <a:p>
          <a:endParaRPr lang="en-US"/>
        </a:p>
      </dgm:t>
    </dgm:pt>
    <dgm:pt modelId="{42C795BE-B6FB-42AF-95BD-895F31C47099}">
      <dgm:prSet/>
      <dgm:spPr/>
      <dgm:t>
        <a:bodyPr/>
        <a:lstStyle/>
        <a:p>
          <a:pPr>
            <a:lnSpc>
              <a:spcPct val="100000"/>
            </a:lnSpc>
            <a:defRPr b="1"/>
          </a:pPr>
          <a:r>
            <a:rPr lang="en-US"/>
            <a:t>Any</a:t>
          </a:r>
          <a:r>
            <a:rPr lang="tr-TR"/>
            <a:t> </a:t>
          </a:r>
          <a:r>
            <a:rPr lang="en-US"/>
            <a:t>excess amount </a:t>
          </a:r>
        </a:p>
      </dgm:t>
    </dgm:pt>
    <dgm:pt modelId="{94C7DECE-DA9A-4CA6-ABCC-B39558B31584}" type="parTrans" cxnId="{BE70F4BF-6F29-43FF-A597-64689B086093}">
      <dgm:prSet/>
      <dgm:spPr/>
      <dgm:t>
        <a:bodyPr/>
        <a:lstStyle/>
        <a:p>
          <a:endParaRPr lang="en-US"/>
        </a:p>
      </dgm:t>
    </dgm:pt>
    <dgm:pt modelId="{1694747F-E964-42B8-8CDC-F82603F4FB11}" type="sibTrans" cxnId="{BE70F4BF-6F29-43FF-A597-64689B086093}">
      <dgm:prSet/>
      <dgm:spPr/>
      <dgm:t>
        <a:bodyPr/>
        <a:lstStyle/>
        <a:p>
          <a:endParaRPr lang="en-US"/>
        </a:p>
      </dgm:t>
    </dgm:pt>
    <dgm:pt modelId="{CDE83E24-ED89-46E2-84EF-1705BD6B2992}">
      <dgm:prSet/>
      <dgm:spPr/>
      <dgm:t>
        <a:bodyPr/>
        <a:lstStyle/>
        <a:p>
          <a:pPr>
            <a:lnSpc>
              <a:spcPct val="100000"/>
            </a:lnSpc>
          </a:pPr>
          <a:r>
            <a:rPr lang="en-US"/>
            <a:t>that remains after all outputs</a:t>
          </a:r>
        </a:p>
      </dgm:t>
    </dgm:pt>
    <dgm:pt modelId="{8D8F01E4-7A00-41E6-923A-F2984095B27B}" type="parTrans" cxnId="{09AC34D2-D59F-418B-A192-AD948E0B9CF4}">
      <dgm:prSet/>
      <dgm:spPr/>
      <dgm:t>
        <a:bodyPr/>
        <a:lstStyle/>
        <a:p>
          <a:endParaRPr lang="en-US"/>
        </a:p>
      </dgm:t>
    </dgm:pt>
    <dgm:pt modelId="{8FB4CE9D-2EA0-4136-AE99-86B00C72A12A}" type="sibTrans" cxnId="{09AC34D2-D59F-418B-A192-AD948E0B9CF4}">
      <dgm:prSet/>
      <dgm:spPr/>
      <dgm:t>
        <a:bodyPr/>
        <a:lstStyle/>
        <a:p>
          <a:endParaRPr lang="en-US"/>
        </a:p>
      </dgm:t>
    </dgm:pt>
    <dgm:pt modelId="{67659C45-9886-43B5-9A9E-BD3B7FAEEBD9}">
      <dgm:prSet/>
      <dgm:spPr/>
      <dgm:t>
        <a:bodyPr/>
        <a:lstStyle/>
        <a:p>
          <a:pPr>
            <a:lnSpc>
              <a:spcPct val="100000"/>
            </a:lnSpc>
          </a:pPr>
          <a:r>
            <a:rPr lang="en-US"/>
            <a:t>have been deducted </a:t>
          </a:r>
        </a:p>
      </dgm:t>
    </dgm:pt>
    <dgm:pt modelId="{6F5F3D53-C45A-4893-BFDF-F5012A69E74E}" type="parTrans" cxnId="{79EE0B22-E297-4D19-AE2B-513B646F8CD2}">
      <dgm:prSet/>
      <dgm:spPr/>
      <dgm:t>
        <a:bodyPr/>
        <a:lstStyle/>
        <a:p>
          <a:endParaRPr lang="en-US"/>
        </a:p>
      </dgm:t>
    </dgm:pt>
    <dgm:pt modelId="{7747C5A0-2CD9-42BD-B287-49C4799FB6EE}" type="sibTrans" cxnId="{79EE0B22-E297-4D19-AE2B-513B646F8CD2}">
      <dgm:prSet/>
      <dgm:spPr/>
      <dgm:t>
        <a:bodyPr/>
        <a:lstStyle/>
        <a:p>
          <a:endParaRPr lang="en-US"/>
        </a:p>
      </dgm:t>
    </dgm:pt>
    <dgm:pt modelId="{CAA66716-4850-49C3-94E7-43AC6E0356E5}">
      <dgm:prSet/>
      <dgm:spPr/>
      <dgm:t>
        <a:bodyPr/>
        <a:lstStyle/>
        <a:p>
          <a:pPr>
            <a:lnSpc>
              <a:spcPct val="100000"/>
            </a:lnSpc>
            <a:defRPr b="1"/>
          </a:pPr>
          <a:r>
            <a:rPr lang="en-US"/>
            <a:t>from all inputs is the</a:t>
          </a:r>
          <a:r>
            <a:rPr lang="tr-TR"/>
            <a:t> </a:t>
          </a:r>
          <a:r>
            <a:rPr lang="en-US"/>
            <a:t>fee </a:t>
          </a:r>
        </a:p>
      </dgm:t>
    </dgm:pt>
    <dgm:pt modelId="{177B212B-2785-427D-8FF7-0307A0EAEB12}" type="parTrans" cxnId="{DEAFDB20-20C4-46CA-BF2A-7FE1BAC93A2F}">
      <dgm:prSet/>
      <dgm:spPr/>
      <dgm:t>
        <a:bodyPr/>
        <a:lstStyle/>
        <a:p>
          <a:endParaRPr lang="en-US"/>
        </a:p>
      </dgm:t>
    </dgm:pt>
    <dgm:pt modelId="{B95F63B8-DFD8-481A-A527-4B43C3280BF5}" type="sibTrans" cxnId="{DEAFDB20-20C4-46CA-BF2A-7FE1BAC93A2F}">
      <dgm:prSet/>
      <dgm:spPr/>
      <dgm:t>
        <a:bodyPr/>
        <a:lstStyle/>
        <a:p>
          <a:endParaRPr lang="en-US"/>
        </a:p>
      </dgm:t>
    </dgm:pt>
    <dgm:pt modelId="{0ABAF988-233A-47E4-8080-E9B3D9E08969}">
      <dgm:prSet/>
      <dgm:spPr/>
      <dgm:t>
        <a:bodyPr/>
        <a:lstStyle/>
        <a:p>
          <a:pPr>
            <a:lnSpc>
              <a:spcPct val="100000"/>
            </a:lnSpc>
          </a:pPr>
          <a:r>
            <a:rPr lang="en-US"/>
            <a:t>that is collected by the miners:</a:t>
          </a:r>
        </a:p>
      </dgm:t>
    </dgm:pt>
    <dgm:pt modelId="{DADA5589-F4E0-4788-8C48-518D5CE92E81}" type="parTrans" cxnId="{8335DD51-5853-4272-B618-C187A098E72D}">
      <dgm:prSet/>
      <dgm:spPr/>
      <dgm:t>
        <a:bodyPr/>
        <a:lstStyle/>
        <a:p>
          <a:endParaRPr lang="en-US"/>
        </a:p>
      </dgm:t>
    </dgm:pt>
    <dgm:pt modelId="{E1257964-E5CB-4F1C-A45C-638A42048D1D}" type="sibTrans" cxnId="{8335DD51-5853-4272-B618-C187A098E72D}">
      <dgm:prSet/>
      <dgm:spPr/>
      <dgm:t>
        <a:bodyPr/>
        <a:lstStyle/>
        <a:p>
          <a:endParaRPr lang="en-US"/>
        </a:p>
      </dgm:t>
    </dgm:pt>
    <dgm:pt modelId="{B268AB3A-FFC2-470E-B9B4-238F13BD1F88}">
      <dgm:prSet/>
      <dgm:spPr/>
      <dgm:t>
        <a:bodyPr/>
        <a:lstStyle/>
        <a:p>
          <a:pPr>
            <a:lnSpc>
              <a:spcPct val="100000"/>
            </a:lnSpc>
          </a:pPr>
          <a:r>
            <a:rPr lang="en-US"/>
            <a:t>Fees = Sum(Inputs) – Sum(Outputs)</a:t>
          </a:r>
        </a:p>
      </dgm:t>
    </dgm:pt>
    <dgm:pt modelId="{DC57ECF6-B90C-4AE7-9522-5AAAB4B19917}" type="parTrans" cxnId="{8AC3EDFF-4DED-429E-91C0-B24CD66052C0}">
      <dgm:prSet/>
      <dgm:spPr/>
      <dgm:t>
        <a:bodyPr/>
        <a:lstStyle/>
        <a:p>
          <a:endParaRPr lang="en-US"/>
        </a:p>
      </dgm:t>
    </dgm:pt>
    <dgm:pt modelId="{21C55EB9-7BEC-4CF9-80D8-6E9DEAB5B426}" type="sibTrans" cxnId="{8AC3EDFF-4DED-429E-91C0-B24CD66052C0}">
      <dgm:prSet/>
      <dgm:spPr/>
      <dgm:t>
        <a:bodyPr/>
        <a:lstStyle/>
        <a:p>
          <a:endParaRPr lang="en-US"/>
        </a:p>
      </dgm:t>
    </dgm:pt>
    <dgm:pt modelId="{64E60220-A888-40EB-99B6-21001EE02642}" type="pres">
      <dgm:prSet presAssocID="{F71C633D-748E-45CC-8DA8-27EA67B3CA4D}" presName="root" presStyleCnt="0">
        <dgm:presLayoutVars>
          <dgm:dir/>
          <dgm:resizeHandles val="exact"/>
        </dgm:presLayoutVars>
      </dgm:prSet>
      <dgm:spPr/>
    </dgm:pt>
    <dgm:pt modelId="{DF32F90E-5036-426E-95BD-E6DAB00EE3A8}" type="pres">
      <dgm:prSet presAssocID="{0A97BD81-E08E-45EA-B28B-E2FE5EE95CD4}" presName="compNode" presStyleCnt="0"/>
      <dgm:spPr/>
    </dgm:pt>
    <dgm:pt modelId="{186B4ECA-EEFF-4470-B2B5-159E4FBFDE51}" type="pres">
      <dgm:prSet presAssocID="{0A97BD81-E08E-45EA-B28B-E2FE5EE95CD4}" presName="iconRect" presStyleLbl="node1" presStyleIdx="0" presStyleCnt="4"/>
      <dgm:spPr>
        <a:blipFill>
          <a:blip xmlns:r="http://schemas.openxmlformats.org/officeDocument/2006/relationships" r:embed="rId1" cstate="email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2"/>
              </a:ext>
            </a:extLst>
          </a:blip>
          <a:stretch>
            <a:fillRect/>
          </a:stretch>
        </a:blipFill>
        <a:ln>
          <a:noFill/>
        </a:ln>
      </dgm:spPr>
      <dgm:extLst>
        <a:ext uri="{E40237B7-FDA0-4F09-8148-C483321AD2D9}">
          <dgm14:cNvPr xmlns:dgm14="http://schemas.microsoft.com/office/drawing/2010/diagram" id="0" name="" descr="Bitcoin"/>
        </a:ext>
      </dgm:extLst>
    </dgm:pt>
    <dgm:pt modelId="{37AF3FDB-8BB9-4945-BD50-6CA913CB346B}" type="pres">
      <dgm:prSet presAssocID="{0A97BD81-E08E-45EA-B28B-E2FE5EE95CD4}" presName="iconSpace" presStyleCnt="0"/>
      <dgm:spPr/>
    </dgm:pt>
    <dgm:pt modelId="{6078E070-075C-4026-8A7D-ED40CB801871}" type="pres">
      <dgm:prSet presAssocID="{0A97BD81-E08E-45EA-B28B-E2FE5EE95CD4}" presName="parTx" presStyleLbl="revTx" presStyleIdx="0" presStyleCnt="8">
        <dgm:presLayoutVars>
          <dgm:chMax val="0"/>
          <dgm:chPref val="0"/>
        </dgm:presLayoutVars>
      </dgm:prSet>
      <dgm:spPr/>
    </dgm:pt>
    <dgm:pt modelId="{BF22CF9B-787A-4B37-BED6-2A17F0FD3A92}" type="pres">
      <dgm:prSet presAssocID="{0A97BD81-E08E-45EA-B28B-E2FE5EE95CD4}" presName="txSpace" presStyleCnt="0"/>
      <dgm:spPr/>
    </dgm:pt>
    <dgm:pt modelId="{404C7440-2EE1-457C-ABE6-AEC20907E668}" type="pres">
      <dgm:prSet presAssocID="{0A97BD81-E08E-45EA-B28B-E2FE5EE95CD4}" presName="desTx" presStyleLbl="revTx" presStyleIdx="1" presStyleCnt="8">
        <dgm:presLayoutVars/>
      </dgm:prSet>
      <dgm:spPr/>
    </dgm:pt>
    <dgm:pt modelId="{50962945-918E-4F7B-917E-57342708C071}" type="pres">
      <dgm:prSet presAssocID="{443E7BC1-9869-4FE5-9516-BC7F265D489E}" presName="sibTrans" presStyleCnt="0"/>
      <dgm:spPr/>
    </dgm:pt>
    <dgm:pt modelId="{CFD604EF-1395-4D9B-94E4-200FCB45E82C}" type="pres">
      <dgm:prSet presAssocID="{6359DE33-64C2-4D95-97F8-D496CB34D8BC}" presName="compNode" presStyleCnt="0"/>
      <dgm:spPr/>
    </dgm:pt>
    <dgm:pt modelId="{4DD17C13-418E-4278-A712-596C73FE610E}" type="pres">
      <dgm:prSet presAssocID="{6359DE33-64C2-4D95-97F8-D496CB34D8BC}" presName="iconRect" presStyleLbl="node1" presStyleIdx="1" presStyleCnt="4"/>
      <dgm:spPr>
        <a:blipFill>
          <a:blip xmlns:r="http://schemas.openxmlformats.org/officeDocument/2006/relationships" r:embed="rId3" cstate="email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4"/>
              </a:ext>
            </a:extLst>
          </a:blip>
          <a:stretch>
            <a:fillRect/>
          </a:stretch>
        </a:blipFill>
        <a:ln>
          <a:noFill/>
        </a:ln>
      </dgm:spPr>
      <dgm:extLst>
        <a:ext uri="{E40237B7-FDA0-4F09-8148-C483321AD2D9}">
          <dgm14:cNvPr xmlns:dgm14="http://schemas.microsoft.com/office/drawing/2010/diagram" id="0" name="" descr="Rupee"/>
        </a:ext>
      </dgm:extLst>
    </dgm:pt>
    <dgm:pt modelId="{6A7729BD-4426-4F7D-A369-5EDB5BCDF6B5}" type="pres">
      <dgm:prSet presAssocID="{6359DE33-64C2-4D95-97F8-D496CB34D8BC}" presName="iconSpace" presStyleCnt="0"/>
      <dgm:spPr/>
    </dgm:pt>
    <dgm:pt modelId="{5A3BBAF2-61C2-4754-8ACB-291F15249C72}" type="pres">
      <dgm:prSet presAssocID="{6359DE33-64C2-4D95-97F8-D496CB34D8BC}" presName="parTx" presStyleLbl="revTx" presStyleIdx="2" presStyleCnt="8">
        <dgm:presLayoutVars>
          <dgm:chMax val="0"/>
          <dgm:chPref val="0"/>
        </dgm:presLayoutVars>
      </dgm:prSet>
      <dgm:spPr/>
    </dgm:pt>
    <dgm:pt modelId="{C9CBFDE2-3A8B-4F6D-A781-CCAAAD5CDE4D}" type="pres">
      <dgm:prSet presAssocID="{6359DE33-64C2-4D95-97F8-D496CB34D8BC}" presName="txSpace" presStyleCnt="0"/>
      <dgm:spPr/>
    </dgm:pt>
    <dgm:pt modelId="{A31D2662-890F-4DAD-9800-4336C72E980D}" type="pres">
      <dgm:prSet presAssocID="{6359DE33-64C2-4D95-97F8-D496CB34D8BC}" presName="desTx" presStyleLbl="revTx" presStyleIdx="3" presStyleCnt="8">
        <dgm:presLayoutVars/>
      </dgm:prSet>
      <dgm:spPr/>
    </dgm:pt>
    <dgm:pt modelId="{90D44B9C-8909-4156-8802-2930A2EE3C11}" type="pres">
      <dgm:prSet presAssocID="{BD37FF94-CE0E-4309-9CFC-6AD2D5CF978D}" presName="sibTrans" presStyleCnt="0"/>
      <dgm:spPr/>
    </dgm:pt>
    <dgm:pt modelId="{0A367813-F119-4DA0-A21B-565973C07657}" type="pres">
      <dgm:prSet presAssocID="{42C795BE-B6FB-42AF-95BD-895F31C47099}" presName="compNode" presStyleCnt="0"/>
      <dgm:spPr/>
    </dgm:pt>
    <dgm:pt modelId="{C81757C6-6024-42FA-923E-742EC30CD53D}" type="pres">
      <dgm:prSet presAssocID="{42C795BE-B6FB-42AF-95BD-895F31C47099}" presName="iconRect" presStyleLbl="node1" presStyleIdx="2" presStyleCnt="4"/>
      <dgm:spPr>
        <a:blipFill>
          <a:blip xmlns:r="http://schemas.openxmlformats.org/officeDocument/2006/relationships" r:embed="rId5" cstate="email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6"/>
              </a:ext>
            </a:extLst>
          </a:blip>
          <a:stretch>
            <a:fillRect/>
          </a:stretch>
        </a:blipFill>
        <a:ln>
          <a:noFill/>
        </a:ln>
      </dgm:spPr>
      <dgm:extLst>
        <a:ext uri="{E40237B7-FDA0-4F09-8148-C483321AD2D9}">
          <dgm14:cNvPr xmlns:dgm14="http://schemas.microsoft.com/office/drawing/2010/diagram" id="0" name="" descr="Irritant"/>
        </a:ext>
      </dgm:extLst>
    </dgm:pt>
    <dgm:pt modelId="{A1260FEE-F431-43CD-A970-BACCEBB9A422}" type="pres">
      <dgm:prSet presAssocID="{42C795BE-B6FB-42AF-95BD-895F31C47099}" presName="iconSpace" presStyleCnt="0"/>
      <dgm:spPr/>
    </dgm:pt>
    <dgm:pt modelId="{7FA8380B-1DDC-44EE-B1B5-D5048B6114E6}" type="pres">
      <dgm:prSet presAssocID="{42C795BE-B6FB-42AF-95BD-895F31C47099}" presName="parTx" presStyleLbl="revTx" presStyleIdx="4" presStyleCnt="8">
        <dgm:presLayoutVars>
          <dgm:chMax val="0"/>
          <dgm:chPref val="0"/>
        </dgm:presLayoutVars>
      </dgm:prSet>
      <dgm:spPr/>
    </dgm:pt>
    <dgm:pt modelId="{93CFAE35-B01F-4339-8D89-05002C0B0985}" type="pres">
      <dgm:prSet presAssocID="{42C795BE-B6FB-42AF-95BD-895F31C47099}" presName="txSpace" presStyleCnt="0"/>
      <dgm:spPr/>
    </dgm:pt>
    <dgm:pt modelId="{3BA98E8B-5282-4823-AF90-F09A91C6FD76}" type="pres">
      <dgm:prSet presAssocID="{42C795BE-B6FB-42AF-95BD-895F31C47099}" presName="desTx" presStyleLbl="revTx" presStyleIdx="5" presStyleCnt="8">
        <dgm:presLayoutVars/>
      </dgm:prSet>
      <dgm:spPr/>
    </dgm:pt>
    <dgm:pt modelId="{6BAC847E-E77D-43F7-9725-9E208B6AC982}" type="pres">
      <dgm:prSet presAssocID="{1694747F-E964-42B8-8CDC-F82603F4FB11}" presName="sibTrans" presStyleCnt="0"/>
      <dgm:spPr/>
    </dgm:pt>
    <dgm:pt modelId="{C77379C2-8808-428C-A48E-7D39C6519198}" type="pres">
      <dgm:prSet presAssocID="{CAA66716-4850-49C3-94E7-43AC6E0356E5}" presName="compNode" presStyleCnt="0"/>
      <dgm:spPr/>
    </dgm:pt>
    <dgm:pt modelId="{3F7776F3-5826-4C1D-8233-2F30BF5EBD9D}" type="pres">
      <dgm:prSet presAssocID="{CAA66716-4850-49C3-94E7-43AC6E0356E5}" presName="iconRect" presStyleLbl="node1" presStyleIdx="3" presStyleCnt="4"/>
      <dgm:spPr>
        <a:blipFill>
          <a:blip xmlns:r="http://schemas.openxmlformats.org/officeDocument/2006/relationships" r:embed="rId7" cstate="email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8"/>
              </a:ext>
            </a:extLst>
          </a:blip>
          <a:stretch>
            <a:fillRect/>
          </a:stretch>
        </a:blipFill>
        <a:ln>
          <a:noFill/>
        </a:ln>
      </dgm:spPr>
      <dgm:extLst>
        <a:ext uri="{E40237B7-FDA0-4F09-8148-C483321AD2D9}">
          <dgm14:cNvPr xmlns:dgm14="http://schemas.microsoft.com/office/drawing/2010/diagram" id="0" name="" descr="Dollar"/>
        </a:ext>
      </dgm:extLst>
    </dgm:pt>
    <dgm:pt modelId="{4E907A49-3495-4E80-B742-8BA44B903C4F}" type="pres">
      <dgm:prSet presAssocID="{CAA66716-4850-49C3-94E7-43AC6E0356E5}" presName="iconSpace" presStyleCnt="0"/>
      <dgm:spPr/>
    </dgm:pt>
    <dgm:pt modelId="{3721B393-378A-4916-A2EF-EE7E328AE983}" type="pres">
      <dgm:prSet presAssocID="{CAA66716-4850-49C3-94E7-43AC6E0356E5}" presName="parTx" presStyleLbl="revTx" presStyleIdx="6" presStyleCnt="8">
        <dgm:presLayoutVars>
          <dgm:chMax val="0"/>
          <dgm:chPref val="0"/>
        </dgm:presLayoutVars>
      </dgm:prSet>
      <dgm:spPr/>
    </dgm:pt>
    <dgm:pt modelId="{F041701E-30F0-41B6-9289-E60514A0F01F}" type="pres">
      <dgm:prSet presAssocID="{CAA66716-4850-49C3-94E7-43AC6E0356E5}" presName="txSpace" presStyleCnt="0"/>
      <dgm:spPr/>
    </dgm:pt>
    <dgm:pt modelId="{2F1CD0E0-BF29-41E3-8FEF-F17DE2DC8A09}" type="pres">
      <dgm:prSet presAssocID="{CAA66716-4850-49C3-94E7-43AC6E0356E5}" presName="desTx" presStyleLbl="revTx" presStyleIdx="7" presStyleCnt="8">
        <dgm:presLayoutVars/>
      </dgm:prSet>
      <dgm:spPr/>
    </dgm:pt>
  </dgm:ptLst>
  <dgm:cxnLst>
    <dgm:cxn modelId="{CF27400B-5BBD-49DC-9DB3-4E82DC0C71C7}" srcId="{F71C633D-748E-45CC-8DA8-27EA67B3CA4D}" destId="{6359DE33-64C2-4D95-97F8-D496CB34D8BC}" srcOrd="1" destOrd="0" parTransId="{C286C15B-AD18-4A09-8339-9E718448D6BC}" sibTransId="{BD37FF94-CE0E-4309-9CFC-6AD2D5CF978D}"/>
    <dgm:cxn modelId="{3CB1AD0C-0D3C-40E6-BC42-04FA65903F1F}" type="presOf" srcId="{42C795BE-B6FB-42AF-95BD-895F31C47099}" destId="{7FA8380B-1DDC-44EE-B1B5-D5048B6114E6}" srcOrd="0" destOrd="0" presId="urn:microsoft.com/office/officeart/2018/5/layout/CenteredIconLabelDescriptionList"/>
    <dgm:cxn modelId="{97D0671C-5600-4C0B-AA88-27C12B858661}" type="presOf" srcId="{6359DE33-64C2-4D95-97F8-D496CB34D8BC}" destId="{5A3BBAF2-61C2-4754-8ACB-291F15249C72}" srcOrd="0" destOrd="0" presId="urn:microsoft.com/office/officeart/2018/5/layout/CenteredIconLabelDescriptionList"/>
    <dgm:cxn modelId="{DEAFDB20-20C4-46CA-BF2A-7FE1BAC93A2F}" srcId="{F71C633D-748E-45CC-8DA8-27EA67B3CA4D}" destId="{CAA66716-4850-49C3-94E7-43AC6E0356E5}" srcOrd="3" destOrd="0" parTransId="{177B212B-2785-427D-8FF7-0307A0EAEB12}" sibTransId="{B95F63B8-DFD8-481A-A527-4B43C3280BF5}"/>
    <dgm:cxn modelId="{79EE0B22-E297-4D19-AE2B-513B646F8CD2}" srcId="{42C795BE-B6FB-42AF-95BD-895F31C47099}" destId="{67659C45-9886-43B5-9A9E-BD3B7FAEEBD9}" srcOrd="1" destOrd="0" parTransId="{6F5F3D53-C45A-4893-BFDF-F5012A69E74E}" sibTransId="{7747C5A0-2CD9-42BD-B287-49C4799FB6EE}"/>
    <dgm:cxn modelId="{37CC6834-D099-49B4-981A-A3E35CE14661}" type="presOf" srcId="{16DA0C63-0446-4D2E-954F-2B2ED0C4AFA3}" destId="{A31D2662-890F-4DAD-9800-4336C72E980D}" srcOrd="0" destOrd="1" presId="urn:microsoft.com/office/officeart/2018/5/layout/CenteredIconLabelDescriptionList"/>
    <dgm:cxn modelId="{13B0313B-35DC-4658-8303-4A191C3C0AE5}" type="presOf" srcId="{B268AB3A-FFC2-470E-B9B4-238F13BD1F88}" destId="{2F1CD0E0-BF29-41E3-8FEF-F17DE2DC8A09}" srcOrd="0" destOrd="1" presId="urn:microsoft.com/office/officeart/2018/5/layout/CenteredIconLabelDescriptionList"/>
    <dgm:cxn modelId="{CB846B46-128B-43A4-A9C2-DC97DA3E07FB}" srcId="{6359DE33-64C2-4D95-97F8-D496CB34D8BC}" destId="{16DA0C63-0446-4D2E-954F-2B2ED0C4AFA3}" srcOrd="1" destOrd="0" parTransId="{27157645-3253-4B92-9211-45066051DD49}" sibTransId="{2ED4E75A-C934-45DF-B295-3B1A271FF166}"/>
    <dgm:cxn modelId="{5A3AC34A-F6E7-4736-B672-5ED7FAD9B3DD}" type="presOf" srcId="{CAA66716-4850-49C3-94E7-43AC6E0356E5}" destId="{3721B393-378A-4916-A2EF-EE7E328AE983}" srcOrd="0" destOrd="0" presId="urn:microsoft.com/office/officeart/2018/5/layout/CenteredIconLabelDescriptionList"/>
    <dgm:cxn modelId="{8335DD51-5853-4272-B618-C187A098E72D}" srcId="{CAA66716-4850-49C3-94E7-43AC6E0356E5}" destId="{0ABAF988-233A-47E4-8080-E9B3D9E08969}" srcOrd="0" destOrd="0" parTransId="{DADA5589-F4E0-4788-8C48-518D5CE92E81}" sibTransId="{E1257964-E5CB-4F1C-A45C-638A42048D1D}"/>
    <dgm:cxn modelId="{1F146773-593F-4847-8EF3-FDF0E1C82B9D}" type="presOf" srcId="{0ABAF988-233A-47E4-8080-E9B3D9E08969}" destId="{2F1CD0E0-BF29-41E3-8FEF-F17DE2DC8A09}" srcOrd="0" destOrd="0" presId="urn:microsoft.com/office/officeart/2018/5/layout/CenteredIconLabelDescriptionList"/>
    <dgm:cxn modelId="{27986E76-7556-4AFA-918D-944ED8E7E0A7}" type="presOf" srcId="{67659C45-9886-43B5-9A9E-BD3B7FAEEBD9}" destId="{3BA98E8B-5282-4823-AF90-F09A91C6FD76}" srcOrd="0" destOrd="1" presId="urn:microsoft.com/office/officeart/2018/5/layout/CenteredIconLabelDescriptionList"/>
    <dgm:cxn modelId="{F2F03C57-7056-409E-9AAA-7292F5C40525}" srcId="{0A97BD81-E08E-45EA-B28B-E2FE5EE95CD4}" destId="{257A3262-7F97-4C3C-ADBE-8DA7A0C113B6}" srcOrd="0" destOrd="0" parTransId="{C649F187-F04C-4280-ACDB-F617D3F748D9}" sibTransId="{D6A419D5-D774-44C2-8643-47C5E99EE086}"/>
    <dgm:cxn modelId="{C7944496-5EF8-49D1-9EB5-EB893B72CE93}" type="presOf" srcId="{257A3262-7F97-4C3C-ADBE-8DA7A0C113B6}" destId="{404C7440-2EE1-457C-ABE6-AEC20907E668}" srcOrd="0" destOrd="0" presId="urn:microsoft.com/office/officeart/2018/5/layout/CenteredIconLabelDescriptionList"/>
    <dgm:cxn modelId="{5BAD909B-C2A5-4C63-A917-FEEE91C63829}" type="presOf" srcId="{F71C633D-748E-45CC-8DA8-27EA67B3CA4D}" destId="{64E60220-A888-40EB-99B6-21001EE02642}" srcOrd="0" destOrd="0" presId="urn:microsoft.com/office/officeart/2018/5/layout/CenteredIconLabelDescriptionList"/>
    <dgm:cxn modelId="{BE70F4BF-6F29-43FF-A597-64689B086093}" srcId="{F71C633D-748E-45CC-8DA8-27EA67B3CA4D}" destId="{42C795BE-B6FB-42AF-95BD-895F31C47099}" srcOrd="2" destOrd="0" parTransId="{94C7DECE-DA9A-4CA6-ABCC-B39558B31584}" sibTransId="{1694747F-E964-42B8-8CDC-F82603F4FB11}"/>
    <dgm:cxn modelId="{8F1C7BC4-6A47-4F18-B769-BBB8A9425675}" type="presOf" srcId="{438D667C-93AD-45B8-9D62-49A99B4D9F6D}" destId="{A31D2662-890F-4DAD-9800-4336C72E980D}" srcOrd="0" destOrd="0" presId="urn:microsoft.com/office/officeart/2018/5/layout/CenteredIconLabelDescriptionList"/>
    <dgm:cxn modelId="{F1E6E1C6-2996-4AB4-9972-0631551AB351}" srcId="{6359DE33-64C2-4D95-97F8-D496CB34D8BC}" destId="{438D667C-93AD-45B8-9D62-49A99B4D9F6D}" srcOrd="0" destOrd="0" parTransId="{3ACD69CE-CAEE-4ADB-9F87-9AE2D8B00640}" sibTransId="{DBF7D93E-AC63-43D3-BB14-6A78BFF90B18}"/>
    <dgm:cxn modelId="{09AC34D2-D59F-418B-A192-AD948E0B9CF4}" srcId="{42C795BE-B6FB-42AF-95BD-895F31C47099}" destId="{CDE83E24-ED89-46E2-84EF-1705BD6B2992}" srcOrd="0" destOrd="0" parTransId="{8D8F01E4-7A00-41E6-923A-F2984095B27B}" sibTransId="{8FB4CE9D-2EA0-4136-AE99-86B00C72A12A}"/>
    <dgm:cxn modelId="{B0C4C5D4-E786-49D4-9E96-4CFF5339A04B}" type="presOf" srcId="{0A97BD81-E08E-45EA-B28B-E2FE5EE95CD4}" destId="{6078E070-075C-4026-8A7D-ED40CB801871}" srcOrd="0" destOrd="0" presId="urn:microsoft.com/office/officeart/2018/5/layout/CenteredIconLabelDescriptionList"/>
    <dgm:cxn modelId="{FC1891D8-0571-4CAE-ACDC-A1A2D9725334}" srcId="{F71C633D-748E-45CC-8DA8-27EA67B3CA4D}" destId="{0A97BD81-E08E-45EA-B28B-E2FE5EE95CD4}" srcOrd="0" destOrd="0" parTransId="{017C4B7C-F588-452D-9F72-87A248757664}" sibTransId="{443E7BC1-9869-4FE5-9516-BC7F265D489E}"/>
    <dgm:cxn modelId="{896BFEEF-C005-444F-A6A9-6C342E8E53E5}" type="presOf" srcId="{CDE83E24-ED89-46E2-84EF-1705BD6B2992}" destId="{3BA98E8B-5282-4823-AF90-F09A91C6FD76}" srcOrd="0" destOrd="0" presId="urn:microsoft.com/office/officeart/2018/5/layout/CenteredIconLabelDescriptionList"/>
    <dgm:cxn modelId="{8AC3EDFF-4DED-429E-91C0-B24CD66052C0}" srcId="{CAA66716-4850-49C3-94E7-43AC6E0356E5}" destId="{B268AB3A-FFC2-470E-B9B4-238F13BD1F88}" srcOrd="1" destOrd="0" parTransId="{DC57ECF6-B90C-4AE7-9522-5AAAB4B19917}" sibTransId="{21C55EB9-7BEC-4CF9-80D8-6E9DEAB5B426}"/>
    <dgm:cxn modelId="{D228B586-0713-441A-BF14-5F8667B23009}" type="presParOf" srcId="{64E60220-A888-40EB-99B6-21001EE02642}" destId="{DF32F90E-5036-426E-95BD-E6DAB00EE3A8}" srcOrd="0" destOrd="0" presId="urn:microsoft.com/office/officeart/2018/5/layout/CenteredIconLabelDescriptionList"/>
    <dgm:cxn modelId="{9E667B5F-6096-4A06-9E62-F597D281E52B}" type="presParOf" srcId="{DF32F90E-5036-426E-95BD-E6DAB00EE3A8}" destId="{186B4ECA-EEFF-4470-B2B5-159E4FBFDE51}" srcOrd="0" destOrd="0" presId="urn:microsoft.com/office/officeart/2018/5/layout/CenteredIconLabelDescriptionList"/>
    <dgm:cxn modelId="{D589E45A-2D15-4A87-A859-0ED3AA06BCAB}" type="presParOf" srcId="{DF32F90E-5036-426E-95BD-E6DAB00EE3A8}" destId="{37AF3FDB-8BB9-4945-BD50-6CA913CB346B}" srcOrd="1" destOrd="0" presId="urn:microsoft.com/office/officeart/2018/5/layout/CenteredIconLabelDescriptionList"/>
    <dgm:cxn modelId="{0A35E1B3-D286-4635-AB13-BF63D209C7E1}" type="presParOf" srcId="{DF32F90E-5036-426E-95BD-E6DAB00EE3A8}" destId="{6078E070-075C-4026-8A7D-ED40CB801871}" srcOrd="2" destOrd="0" presId="urn:microsoft.com/office/officeart/2018/5/layout/CenteredIconLabelDescriptionList"/>
    <dgm:cxn modelId="{97B9D6DA-FC78-42AB-9C80-041253426FAF}" type="presParOf" srcId="{DF32F90E-5036-426E-95BD-E6DAB00EE3A8}" destId="{BF22CF9B-787A-4B37-BED6-2A17F0FD3A92}" srcOrd="3" destOrd="0" presId="urn:microsoft.com/office/officeart/2018/5/layout/CenteredIconLabelDescriptionList"/>
    <dgm:cxn modelId="{17E8FD27-986E-45D2-8D60-D2F5798E904F}" type="presParOf" srcId="{DF32F90E-5036-426E-95BD-E6DAB00EE3A8}" destId="{404C7440-2EE1-457C-ABE6-AEC20907E668}" srcOrd="4" destOrd="0" presId="urn:microsoft.com/office/officeart/2018/5/layout/CenteredIconLabelDescriptionList"/>
    <dgm:cxn modelId="{FE4847BC-ED3E-4160-A1D8-DD0F0A76CA1F}" type="presParOf" srcId="{64E60220-A888-40EB-99B6-21001EE02642}" destId="{50962945-918E-4F7B-917E-57342708C071}" srcOrd="1" destOrd="0" presId="urn:microsoft.com/office/officeart/2018/5/layout/CenteredIconLabelDescriptionList"/>
    <dgm:cxn modelId="{C029DD7F-1EDA-44E8-B879-5EF305134A1D}" type="presParOf" srcId="{64E60220-A888-40EB-99B6-21001EE02642}" destId="{CFD604EF-1395-4D9B-94E4-200FCB45E82C}" srcOrd="2" destOrd="0" presId="urn:microsoft.com/office/officeart/2018/5/layout/CenteredIconLabelDescriptionList"/>
    <dgm:cxn modelId="{3CFA7CD6-ED27-4CDB-A88F-FA9C23D4AF43}" type="presParOf" srcId="{CFD604EF-1395-4D9B-94E4-200FCB45E82C}" destId="{4DD17C13-418E-4278-A712-596C73FE610E}" srcOrd="0" destOrd="0" presId="urn:microsoft.com/office/officeart/2018/5/layout/CenteredIconLabelDescriptionList"/>
    <dgm:cxn modelId="{3B744C56-765F-46ED-9DCA-2B407F203737}" type="presParOf" srcId="{CFD604EF-1395-4D9B-94E4-200FCB45E82C}" destId="{6A7729BD-4426-4F7D-A369-5EDB5BCDF6B5}" srcOrd="1" destOrd="0" presId="urn:microsoft.com/office/officeart/2018/5/layout/CenteredIconLabelDescriptionList"/>
    <dgm:cxn modelId="{79BF0D7D-4444-422E-ACDB-452B0E330280}" type="presParOf" srcId="{CFD604EF-1395-4D9B-94E4-200FCB45E82C}" destId="{5A3BBAF2-61C2-4754-8ACB-291F15249C72}" srcOrd="2" destOrd="0" presId="urn:microsoft.com/office/officeart/2018/5/layout/CenteredIconLabelDescriptionList"/>
    <dgm:cxn modelId="{7B9FE01C-BAF3-4912-89DA-A540945028EC}" type="presParOf" srcId="{CFD604EF-1395-4D9B-94E4-200FCB45E82C}" destId="{C9CBFDE2-3A8B-4F6D-A781-CCAAAD5CDE4D}" srcOrd="3" destOrd="0" presId="urn:microsoft.com/office/officeart/2018/5/layout/CenteredIconLabelDescriptionList"/>
    <dgm:cxn modelId="{1C3EC9A4-10B4-408C-B122-D3B38DA40E73}" type="presParOf" srcId="{CFD604EF-1395-4D9B-94E4-200FCB45E82C}" destId="{A31D2662-890F-4DAD-9800-4336C72E980D}" srcOrd="4" destOrd="0" presId="urn:microsoft.com/office/officeart/2018/5/layout/CenteredIconLabelDescriptionList"/>
    <dgm:cxn modelId="{1831CF4F-DB61-4AB0-972C-61874D4572C2}" type="presParOf" srcId="{64E60220-A888-40EB-99B6-21001EE02642}" destId="{90D44B9C-8909-4156-8802-2930A2EE3C11}" srcOrd="3" destOrd="0" presId="urn:microsoft.com/office/officeart/2018/5/layout/CenteredIconLabelDescriptionList"/>
    <dgm:cxn modelId="{835097B7-A1D6-40A1-B483-72DE05E40B0B}" type="presParOf" srcId="{64E60220-A888-40EB-99B6-21001EE02642}" destId="{0A367813-F119-4DA0-A21B-565973C07657}" srcOrd="4" destOrd="0" presId="urn:microsoft.com/office/officeart/2018/5/layout/CenteredIconLabelDescriptionList"/>
    <dgm:cxn modelId="{F902EF2B-2151-49AC-8E55-937BFF15ED22}" type="presParOf" srcId="{0A367813-F119-4DA0-A21B-565973C07657}" destId="{C81757C6-6024-42FA-923E-742EC30CD53D}" srcOrd="0" destOrd="0" presId="urn:microsoft.com/office/officeart/2018/5/layout/CenteredIconLabelDescriptionList"/>
    <dgm:cxn modelId="{B7034DFB-8C9A-40BA-8F67-C5B1FEC58897}" type="presParOf" srcId="{0A367813-F119-4DA0-A21B-565973C07657}" destId="{A1260FEE-F431-43CD-A970-BACCEBB9A422}" srcOrd="1" destOrd="0" presId="urn:microsoft.com/office/officeart/2018/5/layout/CenteredIconLabelDescriptionList"/>
    <dgm:cxn modelId="{681350BF-3A71-46E7-9A5F-9E0854C2D82C}" type="presParOf" srcId="{0A367813-F119-4DA0-A21B-565973C07657}" destId="{7FA8380B-1DDC-44EE-B1B5-D5048B6114E6}" srcOrd="2" destOrd="0" presId="urn:microsoft.com/office/officeart/2018/5/layout/CenteredIconLabelDescriptionList"/>
    <dgm:cxn modelId="{13715B7F-0110-49D0-A9CE-700032BAB3C9}" type="presParOf" srcId="{0A367813-F119-4DA0-A21B-565973C07657}" destId="{93CFAE35-B01F-4339-8D89-05002C0B0985}" srcOrd="3" destOrd="0" presId="urn:microsoft.com/office/officeart/2018/5/layout/CenteredIconLabelDescriptionList"/>
    <dgm:cxn modelId="{A08EA4B4-D6A9-4560-B5CD-4B8F356D7F9E}" type="presParOf" srcId="{0A367813-F119-4DA0-A21B-565973C07657}" destId="{3BA98E8B-5282-4823-AF90-F09A91C6FD76}" srcOrd="4" destOrd="0" presId="urn:microsoft.com/office/officeart/2018/5/layout/CenteredIconLabelDescriptionList"/>
    <dgm:cxn modelId="{3FD48A8B-2C0B-4556-A36E-48166DFC8F91}" type="presParOf" srcId="{64E60220-A888-40EB-99B6-21001EE02642}" destId="{6BAC847E-E77D-43F7-9725-9E208B6AC982}" srcOrd="5" destOrd="0" presId="urn:microsoft.com/office/officeart/2018/5/layout/CenteredIconLabelDescriptionList"/>
    <dgm:cxn modelId="{343DE3AD-347F-4B80-8169-17C817202CE4}" type="presParOf" srcId="{64E60220-A888-40EB-99B6-21001EE02642}" destId="{C77379C2-8808-428C-A48E-7D39C6519198}" srcOrd="6" destOrd="0" presId="urn:microsoft.com/office/officeart/2018/5/layout/CenteredIconLabelDescriptionList"/>
    <dgm:cxn modelId="{74A0B330-E773-4A56-8D96-FFD97B79957F}" type="presParOf" srcId="{C77379C2-8808-428C-A48E-7D39C6519198}" destId="{3F7776F3-5826-4C1D-8233-2F30BF5EBD9D}" srcOrd="0" destOrd="0" presId="urn:microsoft.com/office/officeart/2018/5/layout/CenteredIconLabelDescriptionList"/>
    <dgm:cxn modelId="{8CF2DF8A-4124-467A-9AE7-D6207A153B25}" type="presParOf" srcId="{C77379C2-8808-428C-A48E-7D39C6519198}" destId="{4E907A49-3495-4E80-B742-8BA44B903C4F}" srcOrd="1" destOrd="0" presId="urn:microsoft.com/office/officeart/2018/5/layout/CenteredIconLabelDescriptionList"/>
    <dgm:cxn modelId="{330D84CF-311B-4131-A197-2C3A7A6D6205}" type="presParOf" srcId="{C77379C2-8808-428C-A48E-7D39C6519198}" destId="{3721B393-378A-4916-A2EF-EE7E328AE983}" srcOrd="2" destOrd="0" presId="urn:microsoft.com/office/officeart/2018/5/layout/CenteredIconLabelDescriptionList"/>
    <dgm:cxn modelId="{AE42763A-7EF9-45BB-A7CE-77F5C382C55A}" type="presParOf" srcId="{C77379C2-8808-428C-A48E-7D39C6519198}" destId="{F041701E-30F0-41B6-9289-E60514A0F01F}" srcOrd="3" destOrd="0" presId="urn:microsoft.com/office/officeart/2018/5/layout/CenteredIconLabelDescriptionList"/>
    <dgm:cxn modelId="{6BCB4AC6-1A8A-427D-A3FB-2F133FF68973}" type="presParOf" srcId="{C77379C2-8808-428C-A48E-7D39C6519198}" destId="{2F1CD0E0-BF29-41E3-8FEF-F17DE2DC8A09}" srcOrd="4" destOrd="0" presId="urn:microsoft.com/office/officeart/2018/5/layout/CenteredIconLabelDescriptionList"/>
  </dgm:cxnLst>
  <dgm:bg/>
  <dgm:whole/>
  <dgm:extLst>
    <a:ext uri="http://schemas.microsoft.com/office/drawing/2008/diagram">
      <dsp:dataModelExt xmlns:dsp="http://schemas.microsoft.com/office/drawing/2008/diagram" relId="rId6" minVer="http://schemas.openxmlformats.org/drawingml/2006/diagram"/>
    </a:ext>
  </dgm:extLst>
</dgm:dataModel>
</file>

<file path=ppt/diagrams/data55.xml><?xml version="1.0" encoding="utf-8"?>
<dgm:dataModel xmlns:dgm="http://schemas.openxmlformats.org/drawingml/2006/diagram" xmlns:a="http://schemas.openxmlformats.org/drawingml/2006/main">
  <dgm:ptLst>
    <dgm:pt modelId="{72090343-FA53-42FE-AEA4-A066421B974D}" type="doc">
      <dgm:prSet loTypeId="urn:microsoft.com/office/officeart/2018/2/layout/IconLabelDescriptionList" loCatId="icon" qsTypeId="urn:microsoft.com/office/officeart/2005/8/quickstyle/simple1" qsCatId="simple" csTypeId="urn:microsoft.com/office/officeart/2018/5/colors/Iconchunking_neutralbg_accent2_2" csCatId="accent2" phldr="1"/>
      <dgm:spPr/>
      <dgm:t>
        <a:bodyPr/>
        <a:lstStyle/>
        <a:p>
          <a:endParaRPr lang="en-US"/>
        </a:p>
      </dgm:t>
    </dgm:pt>
    <dgm:pt modelId="{C0E5E47F-943B-40C1-86D7-B302E4041779}">
      <dgm:prSet/>
      <dgm:spPr/>
      <dgm:t>
        <a:bodyPr/>
        <a:lstStyle/>
        <a:p>
          <a:pPr>
            <a:lnSpc>
              <a:spcPct val="100000"/>
            </a:lnSpc>
            <a:defRPr b="1"/>
          </a:pPr>
          <a:r>
            <a:rPr lang="en-US"/>
            <a:t>if you consume a 20-bitcoin UTXO </a:t>
          </a:r>
        </a:p>
      </dgm:t>
    </dgm:pt>
    <dgm:pt modelId="{3BC0099C-BF36-4693-B472-BB40F8E93A14}" type="parTrans" cxnId="{ADB73AB3-A929-49BD-BC5F-95D5FC3ED401}">
      <dgm:prSet/>
      <dgm:spPr/>
      <dgm:t>
        <a:bodyPr/>
        <a:lstStyle/>
        <a:p>
          <a:endParaRPr lang="en-US"/>
        </a:p>
      </dgm:t>
    </dgm:pt>
    <dgm:pt modelId="{F73ABC35-81E8-49B0-8713-DDB9EB1E4049}" type="sibTrans" cxnId="{ADB73AB3-A929-49BD-BC5F-95D5FC3ED401}">
      <dgm:prSet/>
      <dgm:spPr/>
      <dgm:t>
        <a:bodyPr/>
        <a:lstStyle/>
        <a:p>
          <a:endParaRPr lang="en-US"/>
        </a:p>
      </dgm:t>
    </dgm:pt>
    <dgm:pt modelId="{F33765BD-FC55-4C93-96A4-829906FC06B2}">
      <dgm:prSet/>
      <dgm:spPr/>
      <dgm:t>
        <a:bodyPr/>
        <a:lstStyle/>
        <a:p>
          <a:pPr>
            <a:lnSpc>
              <a:spcPct val="100000"/>
            </a:lnSpc>
          </a:pPr>
          <a:r>
            <a:rPr lang="en-US"/>
            <a:t>to make a 1-bitcoin payment, </a:t>
          </a:r>
        </a:p>
      </dgm:t>
    </dgm:pt>
    <dgm:pt modelId="{18C01A76-E304-4325-9E75-188116987330}" type="parTrans" cxnId="{7CD2CE3A-8EDF-40E7-8A1E-00105C6B82EC}">
      <dgm:prSet/>
      <dgm:spPr/>
      <dgm:t>
        <a:bodyPr/>
        <a:lstStyle/>
        <a:p>
          <a:endParaRPr lang="en-US"/>
        </a:p>
      </dgm:t>
    </dgm:pt>
    <dgm:pt modelId="{5CCEA359-8FB7-4709-A4A2-61A08519FDCC}" type="sibTrans" cxnId="{7CD2CE3A-8EDF-40E7-8A1E-00105C6B82EC}">
      <dgm:prSet/>
      <dgm:spPr/>
      <dgm:t>
        <a:bodyPr/>
        <a:lstStyle/>
        <a:p>
          <a:endParaRPr lang="en-US"/>
        </a:p>
      </dgm:t>
    </dgm:pt>
    <dgm:pt modelId="{29D9F1AD-4C58-4FF9-9002-6B48FB84EF65}">
      <dgm:prSet/>
      <dgm:spPr/>
      <dgm:t>
        <a:bodyPr/>
        <a:lstStyle/>
        <a:p>
          <a:pPr>
            <a:lnSpc>
              <a:spcPct val="100000"/>
            </a:lnSpc>
            <a:defRPr b="1"/>
          </a:pPr>
          <a:r>
            <a:rPr lang="en-US"/>
            <a:t>You</a:t>
          </a:r>
          <a:r>
            <a:rPr lang="tr-TR"/>
            <a:t> </a:t>
          </a:r>
          <a:r>
            <a:rPr lang="en-US"/>
            <a:t>must include a 19-bitcoin change output </a:t>
          </a:r>
        </a:p>
      </dgm:t>
    </dgm:pt>
    <dgm:pt modelId="{43D40D2E-96A0-4DCA-A109-2B593EC834E9}" type="parTrans" cxnId="{0A388A32-4A5D-45CE-8866-5825DEABF218}">
      <dgm:prSet/>
      <dgm:spPr/>
      <dgm:t>
        <a:bodyPr/>
        <a:lstStyle/>
        <a:p>
          <a:endParaRPr lang="en-US"/>
        </a:p>
      </dgm:t>
    </dgm:pt>
    <dgm:pt modelId="{B1D914AB-6113-45DA-9FCD-EAC8D814FDD4}" type="sibTrans" cxnId="{0A388A32-4A5D-45CE-8866-5825DEABF218}">
      <dgm:prSet/>
      <dgm:spPr/>
      <dgm:t>
        <a:bodyPr/>
        <a:lstStyle/>
        <a:p>
          <a:endParaRPr lang="en-US"/>
        </a:p>
      </dgm:t>
    </dgm:pt>
    <dgm:pt modelId="{626DAA86-400B-4770-B282-76235222743B}">
      <dgm:prSet/>
      <dgm:spPr/>
      <dgm:t>
        <a:bodyPr/>
        <a:lstStyle/>
        <a:p>
          <a:pPr>
            <a:lnSpc>
              <a:spcPct val="100000"/>
            </a:lnSpc>
          </a:pPr>
          <a:r>
            <a:rPr lang="en-US"/>
            <a:t>back to your wallet. </a:t>
          </a:r>
        </a:p>
      </dgm:t>
    </dgm:pt>
    <dgm:pt modelId="{BE1E9AEC-C3B1-45F1-B543-1535E2B03600}" type="parTrans" cxnId="{A7876475-54B7-4D26-AEB3-E17143DF0B49}">
      <dgm:prSet/>
      <dgm:spPr/>
      <dgm:t>
        <a:bodyPr/>
        <a:lstStyle/>
        <a:p>
          <a:endParaRPr lang="en-US"/>
        </a:p>
      </dgm:t>
    </dgm:pt>
    <dgm:pt modelId="{FCA79937-6240-4638-BA06-DDA288463C31}" type="sibTrans" cxnId="{A7876475-54B7-4D26-AEB3-E17143DF0B49}">
      <dgm:prSet/>
      <dgm:spPr/>
      <dgm:t>
        <a:bodyPr/>
        <a:lstStyle/>
        <a:p>
          <a:endParaRPr lang="en-US"/>
        </a:p>
      </dgm:t>
    </dgm:pt>
    <dgm:pt modelId="{2738CC25-111F-42CF-A8FE-D0B908CFBA61}">
      <dgm:prSet/>
      <dgm:spPr/>
      <dgm:t>
        <a:bodyPr/>
        <a:lstStyle/>
        <a:p>
          <a:pPr>
            <a:lnSpc>
              <a:spcPct val="100000"/>
            </a:lnSpc>
            <a:defRPr b="1"/>
          </a:pPr>
          <a:r>
            <a:rPr lang="en-US"/>
            <a:t>Otherwise, the 19-bitcoin “leftover” </a:t>
          </a:r>
        </a:p>
      </dgm:t>
    </dgm:pt>
    <dgm:pt modelId="{33C72510-1FD5-443E-A70A-CDA0F76C81D0}" type="parTrans" cxnId="{896B8D4B-A965-4B92-8C24-BA01800C303C}">
      <dgm:prSet/>
      <dgm:spPr/>
      <dgm:t>
        <a:bodyPr/>
        <a:lstStyle/>
        <a:p>
          <a:endParaRPr lang="en-US"/>
        </a:p>
      </dgm:t>
    </dgm:pt>
    <dgm:pt modelId="{EC1461A6-0EC2-4184-8C81-3594BB786BA6}" type="sibTrans" cxnId="{896B8D4B-A965-4B92-8C24-BA01800C303C}">
      <dgm:prSet/>
      <dgm:spPr/>
      <dgm:t>
        <a:bodyPr/>
        <a:lstStyle/>
        <a:p>
          <a:endParaRPr lang="en-US"/>
        </a:p>
      </dgm:t>
    </dgm:pt>
    <dgm:pt modelId="{D4E26F18-FE9B-4804-961F-D7F05753BB17}">
      <dgm:prSet/>
      <dgm:spPr/>
      <dgm:t>
        <a:bodyPr/>
        <a:lstStyle/>
        <a:p>
          <a:pPr>
            <a:lnSpc>
              <a:spcPct val="100000"/>
            </a:lnSpc>
          </a:pPr>
          <a:r>
            <a:rPr lang="en-US"/>
            <a:t>will be counted as a transaction fee </a:t>
          </a:r>
        </a:p>
      </dgm:t>
    </dgm:pt>
    <dgm:pt modelId="{1F997530-68D6-4905-A607-9B4D0A0CF0AD}" type="parTrans" cxnId="{4D3454B0-8215-4081-AEC3-1F3E4B6BD4F5}">
      <dgm:prSet/>
      <dgm:spPr/>
      <dgm:t>
        <a:bodyPr/>
        <a:lstStyle/>
        <a:p>
          <a:endParaRPr lang="en-US"/>
        </a:p>
      </dgm:t>
    </dgm:pt>
    <dgm:pt modelId="{B41A6EE0-6AF9-4692-A1E5-174E42D64B8F}" type="sibTrans" cxnId="{4D3454B0-8215-4081-AEC3-1F3E4B6BD4F5}">
      <dgm:prSet/>
      <dgm:spPr/>
      <dgm:t>
        <a:bodyPr/>
        <a:lstStyle/>
        <a:p>
          <a:endParaRPr lang="en-US"/>
        </a:p>
      </dgm:t>
    </dgm:pt>
    <dgm:pt modelId="{EBC61860-6BC8-4C7A-A325-EEA9FE67FA0A}">
      <dgm:prSet/>
      <dgm:spPr/>
      <dgm:t>
        <a:bodyPr/>
        <a:lstStyle/>
        <a:p>
          <a:pPr>
            <a:lnSpc>
              <a:spcPct val="100000"/>
            </a:lnSpc>
          </a:pPr>
          <a:r>
            <a:rPr lang="en-US"/>
            <a:t>and will be collected by the</a:t>
          </a:r>
          <a:r>
            <a:rPr lang="tr-TR"/>
            <a:t> miner</a:t>
          </a:r>
          <a:endParaRPr lang="en-US"/>
        </a:p>
      </dgm:t>
    </dgm:pt>
    <dgm:pt modelId="{7006931A-417F-416A-A81A-CFC8B6040467}" type="parTrans" cxnId="{DCB2D020-8392-45C5-869B-19F12480BF84}">
      <dgm:prSet/>
      <dgm:spPr/>
      <dgm:t>
        <a:bodyPr/>
        <a:lstStyle/>
        <a:p>
          <a:endParaRPr lang="en-US"/>
        </a:p>
      </dgm:t>
    </dgm:pt>
    <dgm:pt modelId="{45F4B05D-A678-41EB-9F72-8A7D19DEFD5A}" type="sibTrans" cxnId="{DCB2D020-8392-45C5-869B-19F12480BF84}">
      <dgm:prSet/>
      <dgm:spPr/>
      <dgm:t>
        <a:bodyPr/>
        <a:lstStyle/>
        <a:p>
          <a:endParaRPr lang="en-US"/>
        </a:p>
      </dgm:t>
    </dgm:pt>
    <dgm:pt modelId="{959B4792-038C-44BF-B5E1-40F9CBCDAC11}" type="pres">
      <dgm:prSet presAssocID="{72090343-FA53-42FE-AEA4-A066421B974D}" presName="root" presStyleCnt="0">
        <dgm:presLayoutVars>
          <dgm:dir/>
          <dgm:resizeHandles val="exact"/>
        </dgm:presLayoutVars>
      </dgm:prSet>
      <dgm:spPr/>
    </dgm:pt>
    <dgm:pt modelId="{F98C8C34-496F-4F01-8E35-8CCB6373F7F6}" type="pres">
      <dgm:prSet presAssocID="{C0E5E47F-943B-40C1-86D7-B302E4041779}" presName="compNode" presStyleCnt="0"/>
      <dgm:spPr/>
    </dgm:pt>
    <dgm:pt modelId="{DA3258D4-423D-4634-9692-C42061586CF4}" type="pres">
      <dgm:prSet presAssocID="{C0E5E47F-943B-40C1-86D7-B302E4041779}" presName="iconRect" presStyleLbl="node1" presStyleIdx="0" presStyleCnt="3"/>
      <dgm:spPr>
        <a:blipFill>
          <a:blip xmlns:r="http://schemas.openxmlformats.org/officeDocument/2006/relationships" r:embed="rId1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2"/>
              </a:ext>
            </a:extLst>
          </a:blip>
          <a:stretch>
            <a:fillRect/>
          </a:stretch>
        </a:blipFill>
        <a:ln>
          <a:noFill/>
        </a:ln>
      </dgm:spPr>
      <dgm:extLst>
        <a:ext uri="{E40237B7-FDA0-4F09-8148-C483321AD2D9}">
          <dgm14:cNvPr xmlns:dgm14="http://schemas.microsoft.com/office/drawing/2010/diagram" id="0" name="" descr="Phishing"/>
        </a:ext>
      </dgm:extLst>
    </dgm:pt>
    <dgm:pt modelId="{FA8D4105-79CC-4083-B2A9-85CAA1DC4D48}" type="pres">
      <dgm:prSet presAssocID="{C0E5E47F-943B-40C1-86D7-B302E4041779}" presName="iconSpace" presStyleCnt="0"/>
      <dgm:spPr/>
    </dgm:pt>
    <dgm:pt modelId="{3D42B134-7F11-4495-A527-CE11CE12BB62}" type="pres">
      <dgm:prSet presAssocID="{C0E5E47F-943B-40C1-86D7-B302E4041779}" presName="parTx" presStyleLbl="revTx" presStyleIdx="0" presStyleCnt="6">
        <dgm:presLayoutVars>
          <dgm:chMax val="0"/>
          <dgm:chPref val="0"/>
        </dgm:presLayoutVars>
      </dgm:prSet>
      <dgm:spPr/>
    </dgm:pt>
    <dgm:pt modelId="{12BB3791-1825-43BA-A5A9-4C9B134FA9BE}" type="pres">
      <dgm:prSet presAssocID="{C0E5E47F-943B-40C1-86D7-B302E4041779}" presName="txSpace" presStyleCnt="0"/>
      <dgm:spPr/>
    </dgm:pt>
    <dgm:pt modelId="{F998E9E1-E396-4AC1-8FBF-2D2C8D626A86}" type="pres">
      <dgm:prSet presAssocID="{C0E5E47F-943B-40C1-86D7-B302E4041779}" presName="desTx" presStyleLbl="revTx" presStyleIdx="1" presStyleCnt="6">
        <dgm:presLayoutVars/>
      </dgm:prSet>
      <dgm:spPr/>
    </dgm:pt>
    <dgm:pt modelId="{4F582F36-40CC-4B44-B6E9-010B620A6168}" type="pres">
      <dgm:prSet presAssocID="{F73ABC35-81E8-49B0-8713-DDB9EB1E4049}" presName="sibTrans" presStyleCnt="0"/>
      <dgm:spPr/>
    </dgm:pt>
    <dgm:pt modelId="{D0D2FD7D-4E37-4013-9961-4396BFB9C71A}" type="pres">
      <dgm:prSet presAssocID="{29D9F1AD-4C58-4FF9-9002-6B48FB84EF65}" presName="compNode" presStyleCnt="0"/>
      <dgm:spPr/>
    </dgm:pt>
    <dgm:pt modelId="{EF9C339F-D13B-4222-9BED-4D1D9280EFF1}" type="pres">
      <dgm:prSet presAssocID="{29D9F1AD-4C58-4FF9-9002-6B48FB84EF65}" presName="iconRect" presStyleLbl="node1" presStyleIdx="1" presStyleCnt="3"/>
      <dgm:spPr>
        <a:blipFill>
          <a:blip xmlns:r="http://schemas.openxmlformats.org/officeDocument/2006/relationships" r:embed="rId3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4"/>
              </a:ext>
            </a:extLst>
          </a:blip>
          <a:stretch>
            <a:fillRect/>
          </a:stretch>
        </a:blipFill>
        <a:ln>
          <a:noFill/>
        </a:ln>
      </dgm:spPr>
      <dgm:extLst>
        <a:ext uri="{E40237B7-FDA0-4F09-8148-C483321AD2D9}">
          <dgm14:cNvPr xmlns:dgm14="http://schemas.microsoft.com/office/drawing/2010/diagram" id="0" name="" descr="Password Field"/>
        </a:ext>
      </dgm:extLst>
    </dgm:pt>
    <dgm:pt modelId="{A9507BB4-ED27-4096-AA87-3AF39C2F6CD9}" type="pres">
      <dgm:prSet presAssocID="{29D9F1AD-4C58-4FF9-9002-6B48FB84EF65}" presName="iconSpace" presStyleCnt="0"/>
      <dgm:spPr/>
    </dgm:pt>
    <dgm:pt modelId="{746C4901-823E-407E-B9D0-9DFEF882158F}" type="pres">
      <dgm:prSet presAssocID="{29D9F1AD-4C58-4FF9-9002-6B48FB84EF65}" presName="parTx" presStyleLbl="revTx" presStyleIdx="2" presStyleCnt="6">
        <dgm:presLayoutVars>
          <dgm:chMax val="0"/>
          <dgm:chPref val="0"/>
        </dgm:presLayoutVars>
      </dgm:prSet>
      <dgm:spPr/>
    </dgm:pt>
    <dgm:pt modelId="{4B52C54F-1F3F-40BE-9C81-602337887FF3}" type="pres">
      <dgm:prSet presAssocID="{29D9F1AD-4C58-4FF9-9002-6B48FB84EF65}" presName="txSpace" presStyleCnt="0"/>
      <dgm:spPr/>
    </dgm:pt>
    <dgm:pt modelId="{4F86A541-6B24-489A-9966-A10E076F5571}" type="pres">
      <dgm:prSet presAssocID="{29D9F1AD-4C58-4FF9-9002-6B48FB84EF65}" presName="desTx" presStyleLbl="revTx" presStyleIdx="3" presStyleCnt="6">
        <dgm:presLayoutVars/>
      </dgm:prSet>
      <dgm:spPr/>
    </dgm:pt>
    <dgm:pt modelId="{3575610F-6A38-4D8F-87F0-0F2384A132BD}" type="pres">
      <dgm:prSet presAssocID="{B1D914AB-6113-45DA-9FCD-EAC8D814FDD4}" presName="sibTrans" presStyleCnt="0"/>
      <dgm:spPr/>
    </dgm:pt>
    <dgm:pt modelId="{E9D2AD0F-114B-421A-A64D-6F0DF903E805}" type="pres">
      <dgm:prSet presAssocID="{2738CC25-111F-42CF-A8FE-D0B908CFBA61}" presName="compNode" presStyleCnt="0"/>
      <dgm:spPr/>
    </dgm:pt>
    <dgm:pt modelId="{623D49B2-DB91-43CD-9690-D1FECF5C160B}" type="pres">
      <dgm:prSet presAssocID="{2738CC25-111F-42CF-A8FE-D0B908CFBA61}" presName="iconRect" presStyleLbl="node1" presStyleIdx="2" presStyleCnt="3"/>
      <dgm:spPr>
        <a:blipFill>
          <a:blip xmlns:r="http://schemas.openxmlformats.org/officeDocument/2006/relationships" r:embed="rId5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6"/>
              </a:ext>
            </a:extLst>
          </a:blip>
          <a:stretch>
            <a:fillRect/>
          </a:stretch>
        </a:blipFill>
        <a:ln>
          <a:noFill/>
        </a:ln>
      </dgm:spPr>
      <dgm:extLst>
        <a:ext uri="{E40237B7-FDA0-4F09-8148-C483321AD2D9}">
          <dgm14:cNvPr xmlns:dgm14="http://schemas.microsoft.com/office/drawing/2010/diagram" id="0" name="" descr="Lock"/>
        </a:ext>
      </dgm:extLst>
    </dgm:pt>
    <dgm:pt modelId="{F23625B2-4687-497D-8F6C-F8F5F31902EE}" type="pres">
      <dgm:prSet presAssocID="{2738CC25-111F-42CF-A8FE-D0B908CFBA61}" presName="iconSpace" presStyleCnt="0"/>
      <dgm:spPr/>
    </dgm:pt>
    <dgm:pt modelId="{BC911EA4-723E-4673-9ECA-F91B20FDB081}" type="pres">
      <dgm:prSet presAssocID="{2738CC25-111F-42CF-A8FE-D0B908CFBA61}" presName="parTx" presStyleLbl="revTx" presStyleIdx="4" presStyleCnt="6">
        <dgm:presLayoutVars>
          <dgm:chMax val="0"/>
          <dgm:chPref val="0"/>
        </dgm:presLayoutVars>
      </dgm:prSet>
      <dgm:spPr/>
    </dgm:pt>
    <dgm:pt modelId="{EB0FAF48-F7D6-4EC2-A7D0-750461F2AD42}" type="pres">
      <dgm:prSet presAssocID="{2738CC25-111F-42CF-A8FE-D0B908CFBA61}" presName="txSpace" presStyleCnt="0"/>
      <dgm:spPr/>
    </dgm:pt>
    <dgm:pt modelId="{56337D91-BE30-47D8-AEC3-B030E923AD4A}" type="pres">
      <dgm:prSet presAssocID="{2738CC25-111F-42CF-A8FE-D0B908CFBA61}" presName="desTx" presStyleLbl="revTx" presStyleIdx="5" presStyleCnt="6">
        <dgm:presLayoutVars/>
      </dgm:prSet>
      <dgm:spPr/>
    </dgm:pt>
  </dgm:ptLst>
  <dgm:cxnLst>
    <dgm:cxn modelId="{DF42D902-F744-4C1D-A585-F889E1112CF2}" type="presOf" srcId="{2738CC25-111F-42CF-A8FE-D0B908CFBA61}" destId="{BC911EA4-723E-4673-9ECA-F91B20FDB081}" srcOrd="0" destOrd="0" presId="urn:microsoft.com/office/officeart/2018/2/layout/IconLabelDescriptionList"/>
    <dgm:cxn modelId="{AC16B503-27F6-4EFA-A867-F908D1AA86C1}" type="presOf" srcId="{C0E5E47F-943B-40C1-86D7-B302E4041779}" destId="{3D42B134-7F11-4495-A527-CE11CE12BB62}" srcOrd="0" destOrd="0" presId="urn:microsoft.com/office/officeart/2018/2/layout/IconLabelDescriptionList"/>
    <dgm:cxn modelId="{7E087814-6235-4861-B824-3464FA6BED67}" type="presOf" srcId="{626DAA86-400B-4770-B282-76235222743B}" destId="{4F86A541-6B24-489A-9966-A10E076F5571}" srcOrd="0" destOrd="0" presId="urn:microsoft.com/office/officeart/2018/2/layout/IconLabelDescriptionList"/>
    <dgm:cxn modelId="{DCB2D020-8392-45C5-869B-19F12480BF84}" srcId="{2738CC25-111F-42CF-A8FE-D0B908CFBA61}" destId="{EBC61860-6BC8-4C7A-A325-EEA9FE67FA0A}" srcOrd="1" destOrd="0" parTransId="{7006931A-417F-416A-A81A-CFC8B6040467}" sibTransId="{45F4B05D-A678-41EB-9F72-8A7D19DEFD5A}"/>
    <dgm:cxn modelId="{00AEF926-A9BD-42C1-B4CB-201BEF0D646C}" type="presOf" srcId="{D4E26F18-FE9B-4804-961F-D7F05753BB17}" destId="{56337D91-BE30-47D8-AEC3-B030E923AD4A}" srcOrd="0" destOrd="0" presId="urn:microsoft.com/office/officeart/2018/2/layout/IconLabelDescriptionList"/>
    <dgm:cxn modelId="{0A388A32-4A5D-45CE-8866-5825DEABF218}" srcId="{72090343-FA53-42FE-AEA4-A066421B974D}" destId="{29D9F1AD-4C58-4FF9-9002-6B48FB84EF65}" srcOrd="1" destOrd="0" parTransId="{43D40D2E-96A0-4DCA-A109-2B593EC834E9}" sibTransId="{B1D914AB-6113-45DA-9FCD-EAC8D814FDD4}"/>
    <dgm:cxn modelId="{7CD2CE3A-8EDF-40E7-8A1E-00105C6B82EC}" srcId="{C0E5E47F-943B-40C1-86D7-B302E4041779}" destId="{F33765BD-FC55-4C93-96A4-829906FC06B2}" srcOrd="0" destOrd="0" parTransId="{18C01A76-E304-4325-9E75-188116987330}" sibTransId="{5CCEA359-8FB7-4709-A4A2-61A08519FDCC}"/>
    <dgm:cxn modelId="{896B8D4B-A965-4B92-8C24-BA01800C303C}" srcId="{72090343-FA53-42FE-AEA4-A066421B974D}" destId="{2738CC25-111F-42CF-A8FE-D0B908CFBA61}" srcOrd="2" destOrd="0" parTransId="{33C72510-1FD5-443E-A70A-CDA0F76C81D0}" sibTransId="{EC1461A6-0EC2-4184-8C81-3594BB786BA6}"/>
    <dgm:cxn modelId="{A7876475-54B7-4D26-AEB3-E17143DF0B49}" srcId="{29D9F1AD-4C58-4FF9-9002-6B48FB84EF65}" destId="{626DAA86-400B-4770-B282-76235222743B}" srcOrd="0" destOrd="0" parTransId="{BE1E9AEC-C3B1-45F1-B543-1535E2B03600}" sibTransId="{FCA79937-6240-4638-BA06-DDA288463C31}"/>
    <dgm:cxn modelId="{8B9D5F57-D753-4B85-9599-6BCA2A542C2D}" type="presOf" srcId="{EBC61860-6BC8-4C7A-A325-EEA9FE67FA0A}" destId="{56337D91-BE30-47D8-AEC3-B030E923AD4A}" srcOrd="0" destOrd="1" presId="urn:microsoft.com/office/officeart/2018/2/layout/IconLabelDescriptionList"/>
    <dgm:cxn modelId="{558A4178-9436-4886-86EA-2EF2737BB6A4}" type="presOf" srcId="{29D9F1AD-4C58-4FF9-9002-6B48FB84EF65}" destId="{746C4901-823E-407E-B9D0-9DFEF882158F}" srcOrd="0" destOrd="0" presId="urn:microsoft.com/office/officeart/2018/2/layout/IconLabelDescriptionList"/>
    <dgm:cxn modelId="{4D3454B0-8215-4081-AEC3-1F3E4B6BD4F5}" srcId="{2738CC25-111F-42CF-A8FE-D0B908CFBA61}" destId="{D4E26F18-FE9B-4804-961F-D7F05753BB17}" srcOrd="0" destOrd="0" parTransId="{1F997530-68D6-4905-A607-9B4D0A0CF0AD}" sibTransId="{B41A6EE0-6AF9-4692-A1E5-174E42D64B8F}"/>
    <dgm:cxn modelId="{ADB73AB3-A929-49BD-BC5F-95D5FC3ED401}" srcId="{72090343-FA53-42FE-AEA4-A066421B974D}" destId="{C0E5E47F-943B-40C1-86D7-B302E4041779}" srcOrd="0" destOrd="0" parTransId="{3BC0099C-BF36-4693-B472-BB40F8E93A14}" sibTransId="{F73ABC35-81E8-49B0-8713-DDB9EB1E4049}"/>
    <dgm:cxn modelId="{5B7897B6-BCE4-423A-95F0-AA212AB9D6C5}" type="presOf" srcId="{F33765BD-FC55-4C93-96A4-829906FC06B2}" destId="{F998E9E1-E396-4AC1-8FBF-2D2C8D626A86}" srcOrd="0" destOrd="0" presId="urn:microsoft.com/office/officeart/2018/2/layout/IconLabelDescriptionList"/>
    <dgm:cxn modelId="{B91E4FD5-DE1A-4C17-BAFE-BEA01BA667E2}" type="presOf" srcId="{72090343-FA53-42FE-AEA4-A066421B974D}" destId="{959B4792-038C-44BF-B5E1-40F9CBCDAC11}" srcOrd="0" destOrd="0" presId="urn:microsoft.com/office/officeart/2018/2/layout/IconLabelDescriptionList"/>
    <dgm:cxn modelId="{7C1AE657-E155-44A6-A77C-859533778EC7}" type="presParOf" srcId="{959B4792-038C-44BF-B5E1-40F9CBCDAC11}" destId="{F98C8C34-496F-4F01-8E35-8CCB6373F7F6}" srcOrd="0" destOrd="0" presId="urn:microsoft.com/office/officeart/2018/2/layout/IconLabelDescriptionList"/>
    <dgm:cxn modelId="{6A260D71-891B-49F2-BA4E-0E62E07D37AE}" type="presParOf" srcId="{F98C8C34-496F-4F01-8E35-8CCB6373F7F6}" destId="{DA3258D4-423D-4634-9692-C42061586CF4}" srcOrd="0" destOrd="0" presId="urn:microsoft.com/office/officeart/2018/2/layout/IconLabelDescriptionList"/>
    <dgm:cxn modelId="{FDCB7C3D-ED45-4FC6-BAAD-FD3AF58943F5}" type="presParOf" srcId="{F98C8C34-496F-4F01-8E35-8CCB6373F7F6}" destId="{FA8D4105-79CC-4083-B2A9-85CAA1DC4D48}" srcOrd="1" destOrd="0" presId="urn:microsoft.com/office/officeart/2018/2/layout/IconLabelDescriptionList"/>
    <dgm:cxn modelId="{1954D24D-9534-420F-8265-2797EF8DEA35}" type="presParOf" srcId="{F98C8C34-496F-4F01-8E35-8CCB6373F7F6}" destId="{3D42B134-7F11-4495-A527-CE11CE12BB62}" srcOrd="2" destOrd="0" presId="urn:microsoft.com/office/officeart/2018/2/layout/IconLabelDescriptionList"/>
    <dgm:cxn modelId="{264A0914-F3F6-4CCD-839C-5FBEE3C4652D}" type="presParOf" srcId="{F98C8C34-496F-4F01-8E35-8CCB6373F7F6}" destId="{12BB3791-1825-43BA-A5A9-4C9B134FA9BE}" srcOrd="3" destOrd="0" presId="urn:microsoft.com/office/officeart/2018/2/layout/IconLabelDescriptionList"/>
    <dgm:cxn modelId="{282E7695-A3BC-4955-8D78-30C3028302C4}" type="presParOf" srcId="{F98C8C34-496F-4F01-8E35-8CCB6373F7F6}" destId="{F998E9E1-E396-4AC1-8FBF-2D2C8D626A86}" srcOrd="4" destOrd="0" presId="urn:microsoft.com/office/officeart/2018/2/layout/IconLabelDescriptionList"/>
    <dgm:cxn modelId="{B7E5A1C7-7FBE-49FF-88A6-347DAD9B7711}" type="presParOf" srcId="{959B4792-038C-44BF-B5E1-40F9CBCDAC11}" destId="{4F582F36-40CC-4B44-B6E9-010B620A6168}" srcOrd="1" destOrd="0" presId="urn:microsoft.com/office/officeart/2018/2/layout/IconLabelDescriptionList"/>
    <dgm:cxn modelId="{850E6D4E-A937-4BCC-9C3D-318B89F7470F}" type="presParOf" srcId="{959B4792-038C-44BF-B5E1-40F9CBCDAC11}" destId="{D0D2FD7D-4E37-4013-9961-4396BFB9C71A}" srcOrd="2" destOrd="0" presId="urn:microsoft.com/office/officeart/2018/2/layout/IconLabelDescriptionList"/>
    <dgm:cxn modelId="{057141BD-B81C-4875-8DB4-E35F5600EBFA}" type="presParOf" srcId="{D0D2FD7D-4E37-4013-9961-4396BFB9C71A}" destId="{EF9C339F-D13B-4222-9BED-4D1D9280EFF1}" srcOrd="0" destOrd="0" presId="urn:microsoft.com/office/officeart/2018/2/layout/IconLabelDescriptionList"/>
    <dgm:cxn modelId="{9D4ED363-66C9-4755-82BD-FBAE32F33C01}" type="presParOf" srcId="{D0D2FD7D-4E37-4013-9961-4396BFB9C71A}" destId="{A9507BB4-ED27-4096-AA87-3AF39C2F6CD9}" srcOrd="1" destOrd="0" presId="urn:microsoft.com/office/officeart/2018/2/layout/IconLabelDescriptionList"/>
    <dgm:cxn modelId="{22EEF2A9-DDBE-42D6-8383-4E92DABF8B82}" type="presParOf" srcId="{D0D2FD7D-4E37-4013-9961-4396BFB9C71A}" destId="{746C4901-823E-407E-B9D0-9DFEF882158F}" srcOrd="2" destOrd="0" presId="urn:microsoft.com/office/officeart/2018/2/layout/IconLabelDescriptionList"/>
    <dgm:cxn modelId="{07A2BB31-DB75-4377-8DAD-9AF89A9B4156}" type="presParOf" srcId="{D0D2FD7D-4E37-4013-9961-4396BFB9C71A}" destId="{4B52C54F-1F3F-40BE-9C81-602337887FF3}" srcOrd="3" destOrd="0" presId="urn:microsoft.com/office/officeart/2018/2/layout/IconLabelDescriptionList"/>
    <dgm:cxn modelId="{17E53688-3CD8-42D5-B5E6-C84FB2D7711D}" type="presParOf" srcId="{D0D2FD7D-4E37-4013-9961-4396BFB9C71A}" destId="{4F86A541-6B24-489A-9966-A10E076F5571}" srcOrd="4" destOrd="0" presId="urn:microsoft.com/office/officeart/2018/2/layout/IconLabelDescriptionList"/>
    <dgm:cxn modelId="{994D2F7B-2AE5-4E15-9981-05587CB2D33E}" type="presParOf" srcId="{959B4792-038C-44BF-B5E1-40F9CBCDAC11}" destId="{3575610F-6A38-4D8F-87F0-0F2384A132BD}" srcOrd="3" destOrd="0" presId="urn:microsoft.com/office/officeart/2018/2/layout/IconLabelDescriptionList"/>
    <dgm:cxn modelId="{3A3DCB13-B28D-44E7-AF85-FCB0F3516F21}" type="presParOf" srcId="{959B4792-038C-44BF-B5E1-40F9CBCDAC11}" destId="{E9D2AD0F-114B-421A-A64D-6F0DF903E805}" srcOrd="4" destOrd="0" presId="urn:microsoft.com/office/officeart/2018/2/layout/IconLabelDescriptionList"/>
    <dgm:cxn modelId="{01C7B9BA-5DE0-45E4-BFD6-FE5CD7330136}" type="presParOf" srcId="{E9D2AD0F-114B-421A-A64D-6F0DF903E805}" destId="{623D49B2-DB91-43CD-9690-D1FECF5C160B}" srcOrd="0" destOrd="0" presId="urn:microsoft.com/office/officeart/2018/2/layout/IconLabelDescriptionList"/>
    <dgm:cxn modelId="{5332CE7E-32AF-496C-8A44-F4440799B352}" type="presParOf" srcId="{E9D2AD0F-114B-421A-A64D-6F0DF903E805}" destId="{F23625B2-4687-497D-8F6C-F8F5F31902EE}" srcOrd="1" destOrd="0" presId="urn:microsoft.com/office/officeart/2018/2/layout/IconLabelDescriptionList"/>
    <dgm:cxn modelId="{AA237994-45BD-4317-AFEE-697F4EAF17EF}" type="presParOf" srcId="{E9D2AD0F-114B-421A-A64D-6F0DF903E805}" destId="{BC911EA4-723E-4673-9ECA-F91B20FDB081}" srcOrd="2" destOrd="0" presId="urn:microsoft.com/office/officeart/2018/2/layout/IconLabelDescriptionList"/>
    <dgm:cxn modelId="{D50DBC4F-D14D-427E-A8A8-5EEB1AEC306A}" type="presParOf" srcId="{E9D2AD0F-114B-421A-A64D-6F0DF903E805}" destId="{EB0FAF48-F7D6-4EC2-A7D0-750461F2AD42}" srcOrd="3" destOrd="0" presId="urn:microsoft.com/office/officeart/2018/2/layout/IconLabelDescriptionList"/>
    <dgm:cxn modelId="{781AAED9-4FBE-4C7C-B221-B9490707669E}" type="presParOf" srcId="{E9D2AD0F-114B-421A-A64D-6F0DF903E805}" destId="{56337D91-BE30-47D8-AEC3-B030E923AD4A}" srcOrd="4" destOrd="0" presId="urn:microsoft.com/office/officeart/2018/2/layout/IconLabelDescriptionList"/>
  </dgm:cxnLst>
  <dgm:bg/>
  <dgm:whole/>
  <dgm:extLst>
    <a:ext uri="http://schemas.microsoft.com/office/drawing/2008/diagram">
      <dsp:dataModelExt xmlns:dsp="http://schemas.microsoft.com/office/drawing/2008/diagram" relId="rId6" minVer="http://schemas.openxmlformats.org/drawingml/2006/diagram"/>
    </a:ext>
  </dgm:extLst>
</dgm:dataModel>
</file>

<file path=ppt/diagrams/data56.xml><?xml version="1.0" encoding="utf-8"?>
<dgm:dataModel xmlns:dgm="http://schemas.openxmlformats.org/drawingml/2006/diagram" xmlns:a="http://schemas.openxmlformats.org/drawingml/2006/main">
  <dgm:ptLst>
    <dgm:pt modelId="{CC08A536-EBE6-469C-87A7-21A4678B3A8F}" type="doc">
      <dgm:prSet loTypeId="urn:microsoft.com/office/officeart/2005/8/layout/vList2" loCatId="list" qsTypeId="urn:microsoft.com/office/officeart/2005/8/quickstyle/simple1" qsCatId="simple" csTypeId="urn:microsoft.com/office/officeart/2005/8/colors/accent1_2" csCatId="accent1"/>
      <dgm:spPr/>
      <dgm:t>
        <a:bodyPr/>
        <a:lstStyle/>
        <a:p>
          <a:endParaRPr lang="en-US"/>
        </a:p>
      </dgm:t>
    </dgm:pt>
    <dgm:pt modelId="{5FE64CBE-AE80-448B-B76F-3A99CFF7A2A8}">
      <dgm:prSet/>
      <dgm:spPr/>
      <dgm:t>
        <a:bodyPr/>
        <a:lstStyle/>
        <a:p>
          <a:r>
            <a:rPr lang="tr-TR"/>
            <a:t>Turing Incompleteness</a:t>
          </a:r>
          <a:endParaRPr lang="en-US"/>
        </a:p>
      </dgm:t>
    </dgm:pt>
    <dgm:pt modelId="{568CE3C6-CB63-4B6B-BF18-BCF8F9D0A554}" type="parTrans" cxnId="{AAB39FE4-E636-42A1-A8BF-9992C673274C}">
      <dgm:prSet/>
      <dgm:spPr/>
      <dgm:t>
        <a:bodyPr/>
        <a:lstStyle/>
        <a:p>
          <a:endParaRPr lang="en-US"/>
        </a:p>
      </dgm:t>
    </dgm:pt>
    <dgm:pt modelId="{677D8142-BF12-400D-998F-51AED1A2A66C}" type="sibTrans" cxnId="{AAB39FE4-E636-42A1-A8BF-9992C673274C}">
      <dgm:prSet/>
      <dgm:spPr/>
      <dgm:t>
        <a:bodyPr/>
        <a:lstStyle/>
        <a:p>
          <a:endParaRPr lang="en-US"/>
        </a:p>
      </dgm:t>
    </dgm:pt>
    <dgm:pt modelId="{B18BD422-385D-4646-8A17-7BA07FA2232E}">
      <dgm:prSet/>
      <dgm:spPr/>
      <dgm:t>
        <a:bodyPr/>
        <a:lstStyle/>
        <a:p>
          <a:r>
            <a:rPr lang="tr-TR"/>
            <a:t>Stateless Verification</a:t>
          </a:r>
          <a:endParaRPr lang="en-US"/>
        </a:p>
      </dgm:t>
    </dgm:pt>
    <dgm:pt modelId="{F81763EA-F93B-4807-BA14-12FC8995E7DB}" type="parTrans" cxnId="{E7D4776B-C8F7-4018-AE4F-669C69D48A64}">
      <dgm:prSet/>
      <dgm:spPr/>
      <dgm:t>
        <a:bodyPr/>
        <a:lstStyle/>
        <a:p>
          <a:endParaRPr lang="en-US"/>
        </a:p>
      </dgm:t>
    </dgm:pt>
    <dgm:pt modelId="{30C48110-F66B-4B0E-92A6-01530E3F2C0B}" type="sibTrans" cxnId="{E7D4776B-C8F7-4018-AE4F-669C69D48A64}">
      <dgm:prSet/>
      <dgm:spPr/>
      <dgm:t>
        <a:bodyPr/>
        <a:lstStyle/>
        <a:p>
          <a:endParaRPr lang="en-US"/>
        </a:p>
      </dgm:t>
    </dgm:pt>
    <dgm:pt modelId="{B450BB0E-BD42-412F-948D-ECE9F49EEA15}">
      <dgm:prSet/>
      <dgm:spPr/>
      <dgm:t>
        <a:bodyPr/>
        <a:lstStyle/>
        <a:p>
          <a:r>
            <a:rPr lang="tr-TR"/>
            <a:t>Script Construction</a:t>
          </a:r>
          <a:endParaRPr lang="en-US"/>
        </a:p>
      </dgm:t>
    </dgm:pt>
    <dgm:pt modelId="{3B1950CB-D79A-440D-B908-485B3CB8CE41}" type="parTrans" cxnId="{C432A367-415C-4F25-9517-004F028251B6}">
      <dgm:prSet/>
      <dgm:spPr/>
      <dgm:t>
        <a:bodyPr/>
        <a:lstStyle/>
        <a:p>
          <a:endParaRPr lang="en-US"/>
        </a:p>
      </dgm:t>
    </dgm:pt>
    <dgm:pt modelId="{75111BD8-CAF4-4568-88A7-4E98C3B58A3C}" type="sibTrans" cxnId="{C432A367-415C-4F25-9517-004F028251B6}">
      <dgm:prSet/>
      <dgm:spPr/>
      <dgm:t>
        <a:bodyPr/>
        <a:lstStyle/>
        <a:p>
          <a:endParaRPr lang="en-US"/>
        </a:p>
      </dgm:t>
    </dgm:pt>
    <dgm:pt modelId="{29023B81-4CD1-4B10-8ED0-799433D74975}">
      <dgm:prSet/>
      <dgm:spPr/>
      <dgm:t>
        <a:bodyPr/>
        <a:lstStyle/>
        <a:p>
          <a:r>
            <a:rPr lang="tr-TR"/>
            <a:t>Pay-to-Public-Key-Hash</a:t>
          </a:r>
          <a:endParaRPr lang="en-US"/>
        </a:p>
      </dgm:t>
    </dgm:pt>
    <dgm:pt modelId="{B4ECC997-B0CA-4F6F-8A08-CDDA8E79018D}" type="parTrans" cxnId="{C0DF34CF-A069-46A3-85BF-DA482826F461}">
      <dgm:prSet/>
      <dgm:spPr/>
      <dgm:t>
        <a:bodyPr/>
        <a:lstStyle/>
        <a:p>
          <a:endParaRPr lang="en-US"/>
        </a:p>
      </dgm:t>
    </dgm:pt>
    <dgm:pt modelId="{BA5D6007-DAA3-4AF0-9683-438EEA3DFEEF}" type="sibTrans" cxnId="{C0DF34CF-A069-46A3-85BF-DA482826F461}">
      <dgm:prSet/>
      <dgm:spPr/>
      <dgm:t>
        <a:bodyPr/>
        <a:lstStyle/>
        <a:p>
          <a:endParaRPr lang="en-US"/>
        </a:p>
      </dgm:t>
    </dgm:pt>
    <dgm:pt modelId="{0F48A275-BC11-4517-AF4C-5E5786965154}" type="pres">
      <dgm:prSet presAssocID="{CC08A536-EBE6-469C-87A7-21A4678B3A8F}" presName="linear" presStyleCnt="0">
        <dgm:presLayoutVars>
          <dgm:animLvl val="lvl"/>
          <dgm:resizeHandles val="exact"/>
        </dgm:presLayoutVars>
      </dgm:prSet>
      <dgm:spPr/>
    </dgm:pt>
    <dgm:pt modelId="{EF625A96-3FA0-40B9-86E2-ABC9777F1FEC}" type="pres">
      <dgm:prSet presAssocID="{5FE64CBE-AE80-448B-B76F-3A99CFF7A2A8}" presName="parentText" presStyleLbl="node1" presStyleIdx="0" presStyleCnt="4">
        <dgm:presLayoutVars>
          <dgm:chMax val="0"/>
          <dgm:bulletEnabled val="1"/>
        </dgm:presLayoutVars>
      </dgm:prSet>
      <dgm:spPr/>
    </dgm:pt>
    <dgm:pt modelId="{DEFA7041-0855-4481-AA12-F40A5142CC2B}" type="pres">
      <dgm:prSet presAssocID="{677D8142-BF12-400D-998F-51AED1A2A66C}" presName="spacer" presStyleCnt="0"/>
      <dgm:spPr/>
    </dgm:pt>
    <dgm:pt modelId="{2DD0E88D-B6A5-4763-8920-351635D8FB09}" type="pres">
      <dgm:prSet presAssocID="{B18BD422-385D-4646-8A17-7BA07FA2232E}" presName="parentText" presStyleLbl="node1" presStyleIdx="1" presStyleCnt="4">
        <dgm:presLayoutVars>
          <dgm:chMax val="0"/>
          <dgm:bulletEnabled val="1"/>
        </dgm:presLayoutVars>
      </dgm:prSet>
      <dgm:spPr/>
    </dgm:pt>
    <dgm:pt modelId="{943B439A-E6C1-4E6D-B1D2-E0CB2DAF6315}" type="pres">
      <dgm:prSet presAssocID="{30C48110-F66B-4B0E-92A6-01530E3F2C0B}" presName="spacer" presStyleCnt="0"/>
      <dgm:spPr/>
    </dgm:pt>
    <dgm:pt modelId="{215295F8-44E4-4871-89C1-C3B5BB6DBE02}" type="pres">
      <dgm:prSet presAssocID="{B450BB0E-BD42-412F-948D-ECE9F49EEA15}" presName="parentText" presStyleLbl="node1" presStyleIdx="2" presStyleCnt="4">
        <dgm:presLayoutVars>
          <dgm:chMax val="0"/>
          <dgm:bulletEnabled val="1"/>
        </dgm:presLayoutVars>
      </dgm:prSet>
      <dgm:spPr/>
    </dgm:pt>
    <dgm:pt modelId="{69B804C0-CC0E-44A8-B769-EB1DF3EA43A3}" type="pres">
      <dgm:prSet presAssocID="{75111BD8-CAF4-4568-88A7-4E98C3B58A3C}" presName="spacer" presStyleCnt="0"/>
      <dgm:spPr/>
    </dgm:pt>
    <dgm:pt modelId="{02245F6F-97AE-4291-A50B-04D9A79F9D57}" type="pres">
      <dgm:prSet presAssocID="{29023B81-4CD1-4B10-8ED0-799433D74975}" presName="parentText" presStyleLbl="node1" presStyleIdx="3" presStyleCnt="4">
        <dgm:presLayoutVars>
          <dgm:chMax val="0"/>
          <dgm:bulletEnabled val="1"/>
        </dgm:presLayoutVars>
      </dgm:prSet>
      <dgm:spPr/>
    </dgm:pt>
  </dgm:ptLst>
  <dgm:cxnLst>
    <dgm:cxn modelId="{265C7121-D17A-4FCE-966A-85B61086BD4A}" type="presOf" srcId="{29023B81-4CD1-4B10-8ED0-799433D74975}" destId="{02245F6F-97AE-4291-A50B-04D9A79F9D57}" srcOrd="0" destOrd="0" presId="urn:microsoft.com/office/officeart/2005/8/layout/vList2"/>
    <dgm:cxn modelId="{C432A367-415C-4F25-9517-004F028251B6}" srcId="{CC08A536-EBE6-469C-87A7-21A4678B3A8F}" destId="{B450BB0E-BD42-412F-948D-ECE9F49EEA15}" srcOrd="2" destOrd="0" parTransId="{3B1950CB-D79A-440D-B908-485B3CB8CE41}" sibTransId="{75111BD8-CAF4-4568-88A7-4E98C3B58A3C}"/>
    <dgm:cxn modelId="{E7D4776B-C8F7-4018-AE4F-669C69D48A64}" srcId="{CC08A536-EBE6-469C-87A7-21A4678B3A8F}" destId="{B18BD422-385D-4646-8A17-7BA07FA2232E}" srcOrd="1" destOrd="0" parTransId="{F81763EA-F93B-4807-BA14-12FC8995E7DB}" sibTransId="{30C48110-F66B-4B0E-92A6-01530E3F2C0B}"/>
    <dgm:cxn modelId="{42DDCD54-5288-4ADD-B035-8912470C5757}" type="presOf" srcId="{B450BB0E-BD42-412F-948D-ECE9F49EEA15}" destId="{215295F8-44E4-4871-89C1-C3B5BB6DBE02}" srcOrd="0" destOrd="0" presId="urn:microsoft.com/office/officeart/2005/8/layout/vList2"/>
    <dgm:cxn modelId="{F384E984-2F47-4B3E-B04F-3FA7312F37A2}" type="presOf" srcId="{CC08A536-EBE6-469C-87A7-21A4678B3A8F}" destId="{0F48A275-BC11-4517-AF4C-5E5786965154}" srcOrd="0" destOrd="0" presId="urn:microsoft.com/office/officeart/2005/8/layout/vList2"/>
    <dgm:cxn modelId="{EFC7448D-E711-463F-85A2-B3713B7EDA23}" type="presOf" srcId="{5FE64CBE-AE80-448B-B76F-3A99CFF7A2A8}" destId="{EF625A96-3FA0-40B9-86E2-ABC9777F1FEC}" srcOrd="0" destOrd="0" presId="urn:microsoft.com/office/officeart/2005/8/layout/vList2"/>
    <dgm:cxn modelId="{C5400299-AC26-406E-9308-57E4B9F90001}" type="presOf" srcId="{B18BD422-385D-4646-8A17-7BA07FA2232E}" destId="{2DD0E88D-B6A5-4763-8920-351635D8FB09}" srcOrd="0" destOrd="0" presId="urn:microsoft.com/office/officeart/2005/8/layout/vList2"/>
    <dgm:cxn modelId="{C0DF34CF-A069-46A3-85BF-DA482826F461}" srcId="{CC08A536-EBE6-469C-87A7-21A4678B3A8F}" destId="{29023B81-4CD1-4B10-8ED0-799433D74975}" srcOrd="3" destOrd="0" parTransId="{B4ECC997-B0CA-4F6F-8A08-CDDA8E79018D}" sibTransId="{BA5D6007-DAA3-4AF0-9683-438EEA3DFEEF}"/>
    <dgm:cxn modelId="{AAB39FE4-E636-42A1-A8BF-9992C673274C}" srcId="{CC08A536-EBE6-469C-87A7-21A4678B3A8F}" destId="{5FE64CBE-AE80-448B-B76F-3A99CFF7A2A8}" srcOrd="0" destOrd="0" parTransId="{568CE3C6-CB63-4B6B-BF18-BCF8F9D0A554}" sibTransId="{677D8142-BF12-400D-998F-51AED1A2A66C}"/>
    <dgm:cxn modelId="{12932FB0-A5C0-421E-A55D-5B31FEC807C6}" type="presParOf" srcId="{0F48A275-BC11-4517-AF4C-5E5786965154}" destId="{EF625A96-3FA0-40B9-86E2-ABC9777F1FEC}" srcOrd="0" destOrd="0" presId="urn:microsoft.com/office/officeart/2005/8/layout/vList2"/>
    <dgm:cxn modelId="{CA5139DF-A00D-48CA-859B-8B411D90E7DA}" type="presParOf" srcId="{0F48A275-BC11-4517-AF4C-5E5786965154}" destId="{DEFA7041-0855-4481-AA12-F40A5142CC2B}" srcOrd="1" destOrd="0" presId="urn:microsoft.com/office/officeart/2005/8/layout/vList2"/>
    <dgm:cxn modelId="{E51B0455-B8FF-4CC4-8A09-2900D4E0F887}" type="presParOf" srcId="{0F48A275-BC11-4517-AF4C-5E5786965154}" destId="{2DD0E88D-B6A5-4763-8920-351635D8FB09}" srcOrd="2" destOrd="0" presId="urn:microsoft.com/office/officeart/2005/8/layout/vList2"/>
    <dgm:cxn modelId="{830125E3-E885-4775-A804-797E6D4E3F39}" type="presParOf" srcId="{0F48A275-BC11-4517-AF4C-5E5786965154}" destId="{943B439A-E6C1-4E6D-B1D2-E0CB2DAF6315}" srcOrd="3" destOrd="0" presId="urn:microsoft.com/office/officeart/2005/8/layout/vList2"/>
    <dgm:cxn modelId="{E9395387-4F63-41DF-B22E-4DD4D9129A63}" type="presParOf" srcId="{0F48A275-BC11-4517-AF4C-5E5786965154}" destId="{215295F8-44E4-4871-89C1-C3B5BB6DBE02}" srcOrd="4" destOrd="0" presId="urn:microsoft.com/office/officeart/2005/8/layout/vList2"/>
    <dgm:cxn modelId="{B5392981-0B46-4E0A-9C09-C16658C2B6E4}" type="presParOf" srcId="{0F48A275-BC11-4517-AF4C-5E5786965154}" destId="{69B804C0-CC0E-44A8-B769-EB1DF3EA43A3}" srcOrd="5" destOrd="0" presId="urn:microsoft.com/office/officeart/2005/8/layout/vList2"/>
    <dgm:cxn modelId="{C0F26CBE-B250-4250-8B81-7FBA4FDBAA5B}" type="presParOf" srcId="{0F48A275-BC11-4517-AF4C-5E5786965154}" destId="{02245F6F-97AE-4291-A50B-04D9A79F9D57}" srcOrd="6" destOrd="0" presId="urn:microsoft.com/office/officeart/2005/8/layout/vList2"/>
  </dgm:cxnLst>
  <dgm:bg/>
  <dgm:whole/>
  <dgm:extLst>
    <a:ext uri="http://schemas.microsoft.com/office/drawing/2008/diagram">
      <dsp:dataModelExt xmlns:dsp="http://schemas.microsoft.com/office/drawing/2008/diagram" relId="rId6" minVer="http://schemas.openxmlformats.org/drawingml/2006/diagram"/>
    </a:ext>
  </dgm:extLst>
</dgm:dataModel>
</file>

<file path=ppt/diagrams/data57.xml><?xml version="1.0" encoding="utf-8"?>
<dgm:dataModel xmlns:dgm="http://schemas.openxmlformats.org/drawingml/2006/diagram" xmlns:a="http://schemas.openxmlformats.org/drawingml/2006/main">
  <dgm:ptLst>
    <dgm:pt modelId="{A2E6A4F1-C2D7-4C04-A26E-D0A502AC1A18}" type="doc">
      <dgm:prSet loTypeId="urn:microsoft.com/office/officeart/2018/5/layout/CenteredIconLabelDescriptionList" loCatId="icon" qsTypeId="urn:microsoft.com/office/officeart/2005/8/quickstyle/simple1" qsCatId="simple" csTypeId="urn:microsoft.com/office/officeart/2018/5/colors/Iconchunking_neutralbg_colorful2" csCatId="colorful" phldr="1"/>
      <dgm:spPr/>
      <dgm:t>
        <a:bodyPr/>
        <a:lstStyle/>
        <a:p>
          <a:endParaRPr lang="en-US"/>
        </a:p>
      </dgm:t>
    </dgm:pt>
    <dgm:pt modelId="{D43C7AAD-A62A-488C-A288-562EAEAE0A26}">
      <dgm:prSet/>
      <dgm:spPr/>
      <dgm:t>
        <a:bodyPr/>
        <a:lstStyle/>
        <a:p>
          <a:pPr>
            <a:lnSpc>
              <a:spcPct val="100000"/>
            </a:lnSpc>
            <a:defRPr b="1"/>
          </a:pPr>
          <a:r>
            <a:rPr lang="en-US" i="1"/>
            <a:t>Script </a:t>
          </a:r>
          <a:endParaRPr lang="en-US"/>
        </a:p>
      </dgm:t>
    </dgm:pt>
    <dgm:pt modelId="{C3F1995B-7864-485C-9C98-9FABA8A2AFD4}" type="parTrans" cxnId="{5CB7986C-575F-41C6-8E44-7BDD0140FF08}">
      <dgm:prSet/>
      <dgm:spPr/>
      <dgm:t>
        <a:bodyPr/>
        <a:lstStyle/>
        <a:p>
          <a:endParaRPr lang="en-US"/>
        </a:p>
      </dgm:t>
    </dgm:pt>
    <dgm:pt modelId="{D2D39188-C2CE-4668-BF4D-D2026A638CBD}" type="sibTrans" cxnId="{5CB7986C-575F-41C6-8E44-7BDD0140FF08}">
      <dgm:prSet/>
      <dgm:spPr/>
      <dgm:t>
        <a:bodyPr/>
        <a:lstStyle/>
        <a:p>
          <a:endParaRPr lang="en-US"/>
        </a:p>
      </dgm:t>
    </dgm:pt>
    <dgm:pt modelId="{83AE49AF-7136-41CB-8660-74D6C4AD7360}">
      <dgm:prSet/>
      <dgm:spPr/>
      <dgm:t>
        <a:bodyPr/>
        <a:lstStyle/>
        <a:p>
          <a:pPr>
            <a:lnSpc>
              <a:spcPct val="100000"/>
            </a:lnSpc>
          </a:pPr>
          <a:r>
            <a:rPr lang="en-US"/>
            <a:t>The bitcoin transaction script language, </a:t>
          </a:r>
        </a:p>
      </dgm:t>
    </dgm:pt>
    <dgm:pt modelId="{28B49B9C-5852-4942-BA40-4A3F71F219C8}" type="parTrans" cxnId="{5B153B60-807F-40E8-B680-E7FEEDA0F10E}">
      <dgm:prSet/>
      <dgm:spPr/>
      <dgm:t>
        <a:bodyPr/>
        <a:lstStyle/>
        <a:p>
          <a:endParaRPr lang="en-US"/>
        </a:p>
      </dgm:t>
    </dgm:pt>
    <dgm:pt modelId="{DD0CD397-9E6D-44C5-8854-8AAFE6BE28DD}" type="sibTrans" cxnId="{5B153B60-807F-40E8-B680-E7FEEDA0F10E}">
      <dgm:prSet/>
      <dgm:spPr/>
      <dgm:t>
        <a:bodyPr/>
        <a:lstStyle/>
        <a:p>
          <a:endParaRPr lang="en-US"/>
        </a:p>
      </dgm:t>
    </dgm:pt>
    <dgm:pt modelId="{FCA102F8-A91F-4E88-9D28-4931C7C49DE3}">
      <dgm:prSet/>
      <dgm:spPr/>
      <dgm:t>
        <a:bodyPr/>
        <a:lstStyle/>
        <a:p>
          <a:pPr>
            <a:lnSpc>
              <a:spcPct val="100000"/>
            </a:lnSpc>
          </a:pPr>
          <a:r>
            <a:rPr lang="en-US"/>
            <a:t>a Forth-like reverse-polish</a:t>
          </a:r>
          <a:r>
            <a:rPr lang="tr-TR"/>
            <a:t> </a:t>
          </a:r>
          <a:r>
            <a:rPr lang="en-US"/>
            <a:t>notation stack-based execution language.</a:t>
          </a:r>
        </a:p>
      </dgm:t>
    </dgm:pt>
    <dgm:pt modelId="{B5555E7E-5FBD-43BF-A9CA-E0F6F8330BEC}" type="parTrans" cxnId="{E147EE81-FA73-4C39-8919-FF7381CD6A93}">
      <dgm:prSet/>
      <dgm:spPr/>
      <dgm:t>
        <a:bodyPr/>
        <a:lstStyle/>
        <a:p>
          <a:endParaRPr lang="en-US"/>
        </a:p>
      </dgm:t>
    </dgm:pt>
    <dgm:pt modelId="{6C253908-302F-4CA0-B10A-6B3E42150C72}" type="sibTrans" cxnId="{E147EE81-FA73-4C39-8919-FF7381CD6A93}">
      <dgm:prSet/>
      <dgm:spPr/>
      <dgm:t>
        <a:bodyPr/>
        <a:lstStyle/>
        <a:p>
          <a:endParaRPr lang="en-US"/>
        </a:p>
      </dgm:t>
    </dgm:pt>
    <dgm:pt modelId="{1F299AA2-D483-4062-97B5-DF92D07CFCE8}">
      <dgm:prSet/>
      <dgm:spPr/>
      <dgm:t>
        <a:bodyPr/>
        <a:lstStyle/>
        <a:p>
          <a:pPr>
            <a:lnSpc>
              <a:spcPct val="100000"/>
            </a:lnSpc>
            <a:defRPr b="1"/>
          </a:pPr>
          <a:r>
            <a:rPr lang="en-US"/>
            <a:t>very simple language</a:t>
          </a:r>
        </a:p>
      </dgm:t>
    </dgm:pt>
    <dgm:pt modelId="{E2EDCBE0-1B84-4B5E-BE86-9DAF8B057D72}" type="parTrans" cxnId="{E4F5E62E-382A-466A-BC4B-3D4611079BB3}">
      <dgm:prSet/>
      <dgm:spPr/>
      <dgm:t>
        <a:bodyPr/>
        <a:lstStyle/>
        <a:p>
          <a:endParaRPr lang="en-US"/>
        </a:p>
      </dgm:t>
    </dgm:pt>
    <dgm:pt modelId="{58FF4EF7-4B22-4B9A-9783-92BDA2E32BD8}" type="sibTrans" cxnId="{E4F5E62E-382A-466A-BC4B-3D4611079BB3}">
      <dgm:prSet/>
      <dgm:spPr/>
      <dgm:t>
        <a:bodyPr/>
        <a:lstStyle/>
        <a:p>
          <a:endParaRPr lang="en-US"/>
        </a:p>
      </dgm:t>
    </dgm:pt>
    <dgm:pt modelId="{B7445F79-091A-4F49-AC9E-303216273088}">
      <dgm:prSet/>
      <dgm:spPr/>
      <dgm:t>
        <a:bodyPr/>
        <a:lstStyle/>
        <a:p>
          <a:pPr>
            <a:lnSpc>
              <a:spcPct val="100000"/>
            </a:lnSpc>
          </a:pPr>
          <a:r>
            <a:rPr lang="en-US"/>
            <a:t>designed to be limited in scope</a:t>
          </a:r>
        </a:p>
      </dgm:t>
    </dgm:pt>
    <dgm:pt modelId="{140B6309-F8E2-4A63-9C31-8A5627DB5D07}" type="parTrans" cxnId="{A3C0165C-CD64-463A-9EE1-F7E0189E6678}">
      <dgm:prSet/>
      <dgm:spPr/>
      <dgm:t>
        <a:bodyPr/>
        <a:lstStyle/>
        <a:p>
          <a:endParaRPr lang="en-US"/>
        </a:p>
      </dgm:t>
    </dgm:pt>
    <dgm:pt modelId="{8D66CC63-8883-4D7B-BAA9-ECB41E4CC499}" type="sibTrans" cxnId="{A3C0165C-CD64-463A-9EE1-F7E0189E6678}">
      <dgm:prSet/>
      <dgm:spPr/>
      <dgm:t>
        <a:bodyPr/>
        <a:lstStyle/>
        <a:p>
          <a:endParaRPr lang="en-US"/>
        </a:p>
      </dgm:t>
    </dgm:pt>
    <dgm:pt modelId="{D5D1D9C8-251A-46D1-AFF8-D4408E3265B1}">
      <dgm:prSet/>
      <dgm:spPr/>
      <dgm:t>
        <a:bodyPr/>
        <a:lstStyle/>
        <a:p>
          <a:pPr>
            <a:lnSpc>
              <a:spcPct val="100000"/>
            </a:lnSpc>
            <a:defRPr b="1"/>
          </a:pPr>
          <a:r>
            <a:rPr lang="tr-TR"/>
            <a:t>Wide range of Hardware</a:t>
          </a:r>
          <a:endParaRPr lang="en-US"/>
        </a:p>
      </dgm:t>
    </dgm:pt>
    <dgm:pt modelId="{7214D11C-FF43-438B-BFE9-C6D9C6A7F389}" type="parTrans" cxnId="{5314CF73-E7C6-4BB5-9A8F-3C08EE6ECBBD}">
      <dgm:prSet/>
      <dgm:spPr/>
      <dgm:t>
        <a:bodyPr/>
        <a:lstStyle/>
        <a:p>
          <a:endParaRPr lang="en-US"/>
        </a:p>
      </dgm:t>
    </dgm:pt>
    <dgm:pt modelId="{FAC4C8CD-27D7-495F-84A8-5D1DBBF56973}" type="sibTrans" cxnId="{5314CF73-E7C6-4BB5-9A8F-3C08EE6ECBBD}">
      <dgm:prSet/>
      <dgm:spPr/>
      <dgm:t>
        <a:bodyPr/>
        <a:lstStyle/>
        <a:p>
          <a:endParaRPr lang="en-US"/>
        </a:p>
      </dgm:t>
    </dgm:pt>
    <dgm:pt modelId="{799920C1-D439-4E5B-A4FE-9EB34F7962B2}">
      <dgm:prSet/>
      <dgm:spPr/>
      <dgm:t>
        <a:bodyPr/>
        <a:lstStyle/>
        <a:p>
          <a:pPr>
            <a:lnSpc>
              <a:spcPct val="100000"/>
            </a:lnSpc>
          </a:pPr>
          <a:r>
            <a:rPr lang="en-US"/>
            <a:t>executable</a:t>
          </a:r>
          <a:r>
            <a:rPr lang="tr-TR"/>
            <a:t> </a:t>
          </a:r>
          <a:r>
            <a:rPr lang="en-US"/>
            <a:t>on a range of hardware, </a:t>
          </a:r>
        </a:p>
      </dgm:t>
    </dgm:pt>
    <dgm:pt modelId="{37D6171A-F364-4467-8203-589EFFF06DA3}" type="parTrans" cxnId="{3E4DB7E1-F942-4F96-A208-0F890E59700F}">
      <dgm:prSet/>
      <dgm:spPr/>
      <dgm:t>
        <a:bodyPr/>
        <a:lstStyle/>
        <a:p>
          <a:endParaRPr lang="en-US"/>
        </a:p>
      </dgm:t>
    </dgm:pt>
    <dgm:pt modelId="{9DC2633D-AC49-4E3A-9CF3-BC77459F069D}" type="sibTrans" cxnId="{3E4DB7E1-F942-4F96-A208-0F890E59700F}">
      <dgm:prSet/>
      <dgm:spPr/>
      <dgm:t>
        <a:bodyPr/>
        <a:lstStyle/>
        <a:p>
          <a:endParaRPr lang="en-US"/>
        </a:p>
      </dgm:t>
    </dgm:pt>
    <dgm:pt modelId="{E15FFEC3-6450-4E2F-B4C0-0218E4326CCA}">
      <dgm:prSet/>
      <dgm:spPr/>
      <dgm:t>
        <a:bodyPr/>
        <a:lstStyle/>
        <a:p>
          <a:pPr>
            <a:lnSpc>
              <a:spcPct val="100000"/>
            </a:lnSpc>
          </a:pPr>
          <a:r>
            <a:rPr lang="en-US"/>
            <a:t>perhaps as simple as an embedded device. </a:t>
          </a:r>
        </a:p>
      </dgm:t>
    </dgm:pt>
    <dgm:pt modelId="{C49B0047-4C25-4A14-9E99-4C1163D859DE}" type="parTrans" cxnId="{5194CA1E-5CA0-4A1E-9858-12CF670B3208}">
      <dgm:prSet/>
      <dgm:spPr/>
      <dgm:t>
        <a:bodyPr/>
        <a:lstStyle/>
        <a:p>
          <a:endParaRPr lang="en-US"/>
        </a:p>
      </dgm:t>
    </dgm:pt>
    <dgm:pt modelId="{BA7EFF63-3820-401F-9E88-183293DB11C6}" type="sibTrans" cxnId="{5194CA1E-5CA0-4A1E-9858-12CF670B3208}">
      <dgm:prSet/>
      <dgm:spPr/>
      <dgm:t>
        <a:bodyPr/>
        <a:lstStyle/>
        <a:p>
          <a:endParaRPr lang="en-US"/>
        </a:p>
      </dgm:t>
    </dgm:pt>
    <dgm:pt modelId="{9B391857-8724-4488-A740-46EF98FC3DEA}">
      <dgm:prSet/>
      <dgm:spPr/>
      <dgm:t>
        <a:bodyPr/>
        <a:lstStyle/>
        <a:p>
          <a:pPr>
            <a:lnSpc>
              <a:spcPct val="100000"/>
            </a:lnSpc>
          </a:pPr>
          <a:r>
            <a:rPr lang="en-US"/>
            <a:t>requires</a:t>
          </a:r>
          <a:r>
            <a:rPr lang="tr-TR"/>
            <a:t> </a:t>
          </a:r>
          <a:r>
            <a:rPr lang="en-US"/>
            <a:t>minimal processing </a:t>
          </a:r>
        </a:p>
      </dgm:t>
    </dgm:pt>
    <dgm:pt modelId="{3461C379-EB97-4A26-8839-1D4AC54B635C}" type="parTrans" cxnId="{F7DD9ACB-D9B0-498B-8ED1-FB0168737A6B}">
      <dgm:prSet/>
      <dgm:spPr/>
      <dgm:t>
        <a:bodyPr/>
        <a:lstStyle/>
        <a:p>
          <a:endParaRPr lang="en-US"/>
        </a:p>
      </dgm:t>
    </dgm:pt>
    <dgm:pt modelId="{40D0D6A8-67CC-4C29-BE5E-309FB18F47BF}" type="sibTrans" cxnId="{F7DD9ACB-D9B0-498B-8ED1-FB0168737A6B}">
      <dgm:prSet/>
      <dgm:spPr/>
      <dgm:t>
        <a:bodyPr/>
        <a:lstStyle/>
        <a:p>
          <a:endParaRPr lang="en-US"/>
        </a:p>
      </dgm:t>
    </dgm:pt>
    <dgm:pt modelId="{8FCFDDC2-7EAB-44F4-9A79-FC6864472A0B}">
      <dgm:prSet/>
      <dgm:spPr/>
      <dgm:t>
        <a:bodyPr/>
        <a:lstStyle/>
        <a:p>
          <a:pPr>
            <a:lnSpc>
              <a:spcPct val="100000"/>
            </a:lnSpc>
            <a:defRPr b="1"/>
          </a:pPr>
          <a:r>
            <a:rPr lang="tr-TR"/>
            <a:t>security feature</a:t>
          </a:r>
          <a:endParaRPr lang="en-US"/>
        </a:p>
      </dgm:t>
    </dgm:pt>
    <dgm:pt modelId="{23F3E07D-F6F4-4AEE-A4ED-802E7DB4EA8E}" type="parTrans" cxnId="{FF287CD1-AC26-4E59-B280-DE6A7C992810}">
      <dgm:prSet/>
      <dgm:spPr/>
      <dgm:t>
        <a:bodyPr/>
        <a:lstStyle/>
        <a:p>
          <a:endParaRPr lang="en-US"/>
        </a:p>
      </dgm:t>
    </dgm:pt>
    <dgm:pt modelId="{B8C3733F-C11C-46EF-8622-F2695EB94256}" type="sibTrans" cxnId="{FF287CD1-AC26-4E59-B280-DE6A7C992810}">
      <dgm:prSet/>
      <dgm:spPr/>
      <dgm:t>
        <a:bodyPr/>
        <a:lstStyle/>
        <a:p>
          <a:endParaRPr lang="en-US"/>
        </a:p>
      </dgm:t>
    </dgm:pt>
    <dgm:pt modelId="{DE5806A1-06B2-45A2-95DF-D6E1553112BA}">
      <dgm:prSet/>
      <dgm:spPr/>
      <dgm:t>
        <a:bodyPr/>
        <a:lstStyle/>
        <a:p>
          <a:pPr>
            <a:lnSpc>
              <a:spcPct val="100000"/>
            </a:lnSpc>
          </a:pPr>
          <a:r>
            <a:rPr lang="en-US" dirty="0"/>
            <a:t>cannot do many of the fancy things </a:t>
          </a:r>
        </a:p>
      </dgm:t>
    </dgm:pt>
    <dgm:pt modelId="{EBF7652A-F09B-4C13-A82E-E19FC292D6DA}" type="parTrans" cxnId="{B3DC5709-59AD-4779-A331-F3D57D6ED3D4}">
      <dgm:prSet/>
      <dgm:spPr/>
      <dgm:t>
        <a:bodyPr/>
        <a:lstStyle/>
        <a:p>
          <a:endParaRPr lang="en-US"/>
        </a:p>
      </dgm:t>
    </dgm:pt>
    <dgm:pt modelId="{EB8E437B-B49B-40A6-854C-929039A94487}" type="sibTrans" cxnId="{B3DC5709-59AD-4779-A331-F3D57D6ED3D4}">
      <dgm:prSet/>
      <dgm:spPr/>
      <dgm:t>
        <a:bodyPr/>
        <a:lstStyle/>
        <a:p>
          <a:endParaRPr lang="en-US"/>
        </a:p>
      </dgm:t>
    </dgm:pt>
    <dgm:pt modelId="{418BB38D-4D8E-408E-BFCA-090CD083D5D6}">
      <dgm:prSet/>
      <dgm:spPr/>
      <dgm:t>
        <a:bodyPr/>
        <a:lstStyle/>
        <a:p>
          <a:pPr>
            <a:lnSpc>
              <a:spcPct val="100000"/>
            </a:lnSpc>
          </a:pPr>
          <a:r>
            <a:rPr lang="en-US"/>
            <a:t>modern programming</a:t>
          </a:r>
          <a:r>
            <a:rPr lang="tr-TR"/>
            <a:t> languages can do.</a:t>
          </a:r>
          <a:endParaRPr lang="en-US"/>
        </a:p>
      </dgm:t>
    </dgm:pt>
    <dgm:pt modelId="{E35D4617-26AE-4687-A20D-A1B7F20F8116}" type="parTrans" cxnId="{0511CCAE-23AF-4C69-8C58-9507C0720AD5}">
      <dgm:prSet/>
      <dgm:spPr/>
      <dgm:t>
        <a:bodyPr/>
        <a:lstStyle/>
        <a:p>
          <a:endParaRPr lang="en-US"/>
        </a:p>
      </dgm:t>
    </dgm:pt>
    <dgm:pt modelId="{0FF9511F-7CBF-4E4E-A60E-0910A3DB2B2B}" type="sibTrans" cxnId="{0511CCAE-23AF-4C69-8C58-9507C0720AD5}">
      <dgm:prSet/>
      <dgm:spPr/>
      <dgm:t>
        <a:bodyPr/>
        <a:lstStyle/>
        <a:p>
          <a:endParaRPr lang="en-US"/>
        </a:p>
      </dgm:t>
    </dgm:pt>
    <dgm:pt modelId="{71401410-9EF3-45B3-8619-68B580EE1661}" type="pres">
      <dgm:prSet presAssocID="{A2E6A4F1-C2D7-4C04-A26E-D0A502AC1A18}" presName="root" presStyleCnt="0">
        <dgm:presLayoutVars>
          <dgm:dir/>
          <dgm:resizeHandles val="exact"/>
        </dgm:presLayoutVars>
      </dgm:prSet>
      <dgm:spPr/>
    </dgm:pt>
    <dgm:pt modelId="{5B6C7122-66BF-496E-B407-C1C508FA3CCC}" type="pres">
      <dgm:prSet presAssocID="{D43C7AAD-A62A-488C-A288-562EAEAE0A26}" presName="compNode" presStyleCnt="0"/>
      <dgm:spPr/>
    </dgm:pt>
    <dgm:pt modelId="{95C70451-9A36-4317-A0C0-1C0CFFF85D7A}" type="pres">
      <dgm:prSet presAssocID="{D43C7AAD-A62A-488C-A288-562EAEAE0A26}" presName="iconRect" presStyleLbl="node1" presStyleIdx="0" presStyleCnt="4"/>
      <dgm:spPr>
        <a:blipFill>
          <a:blip xmlns:r="http://schemas.openxmlformats.org/officeDocument/2006/relationships" r:embed="rId1" cstate="email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2"/>
              </a:ext>
            </a:extLst>
          </a:blip>
          <a:stretch>
            <a:fillRect/>
          </a:stretch>
        </a:blipFill>
        <a:ln>
          <a:noFill/>
        </a:ln>
      </dgm:spPr>
      <dgm:extLst>
        <a:ext uri="{E40237B7-FDA0-4F09-8148-C483321AD2D9}">
          <dgm14:cNvPr xmlns:dgm14="http://schemas.microsoft.com/office/drawing/2010/diagram" id="0" name="" descr="Script"/>
        </a:ext>
      </dgm:extLst>
    </dgm:pt>
    <dgm:pt modelId="{4E00C498-27DF-4C5B-9A04-184CEC851402}" type="pres">
      <dgm:prSet presAssocID="{D43C7AAD-A62A-488C-A288-562EAEAE0A26}" presName="iconSpace" presStyleCnt="0"/>
      <dgm:spPr/>
    </dgm:pt>
    <dgm:pt modelId="{069A56EA-F587-4A09-873A-AA0E3CA9D432}" type="pres">
      <dgm:prSet presAssocID="{D43C7AAD-A62A-488C-A288-562EAEAE0A26}" presName="parTx" presStyleLbl="revTx" presStyleIdx="0" presStyleCnt="8">
        <dgm:presLayoutVars>
          <dgm:chMax val="0"/>
          <dgm:chPref val="0"/>
        </dgm:presLayoutVars>
      </dgm:prSet>
      <dgm:spPr/>
    </dgm:pt>
    <dgm:pt modelId="{35CC7B3D-0076-4146-8BDE-5389F2D70DF4}" type="pres">
      <dgm:prSet presAssocID="{D43C7AAD-A62A-488C-A288-562EAEAE0A26}" presName="txSpace" presStyleCnt="0"/>
      <dgm:spPr/>
    </dgm:pt>
    <dgm:pt modelId="{708700FB-2CAE-4BA5-BC6E-3768246DCE49}" type="pres">
      <dgm:prSet presAssocID="{D43C7AAD-A62A-488C-A288-562EAEAE0A26}" presName="desTx" presStyleLbl="revTx" presStyleIdx="1" presStyleCnt="8">
        <dgm:presLayoutVars/>
      </dgm:prSet>
      <dgm:spPr/>
    </dgm:pt>
    <dgm:pt modelId="{2FBF2A3F-43E2-4377-A31A-2DD65A651A34}" type="pres">
      <dgm:prSet presAssocID="{D2D39188-C2CE-4668-BF4D-D2026A638CBD}" presName="sibTrans" presStyleCnt="0"/>
      <dgm:spPr/>
    </dgm:pt>
    <dgm:pt modelId="{A2ED51B5-51C3-4610-B89E-82700BF2158A}" type="pres">
      <dgm:prSet presAssocID="{1F299AA2-D483-4062-97B5-DF92D07CFCE8}" presName="compNode" presStyleCnt="0"/>
      <dgm:spPr/>
    </dgm:pt>
    <dgm:pt modelId="{087DBDEC-8AF8-44D8-8E84-FCA4B62D7DCB}" type="pres">
      <dgm:prSet presAssocID="{1F299AA2-D483-4062-97B5-DF92D07CFCE8}" presName="iconRect" presStyleLbl="node1" presStyleIdx="1" presStyleCnt="4"/>
      <dgm:spPr>
        <a:blipFill>
          <a:blip xmlns:r="http://schemas.openxmlformats.org/officeDocument/2006/relationships" r:embed="rId3" cstate="email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4"/>
              </a:ext>
            </a:extLst>
          </a:blip>
          <a:stretch>
            <a:fillRect/>
          </a:stretch>
        </a:blipFill>
        <a:ln>
          <a:noFill/>
        </a:ln>
      </dgm:spPr>
      <dgm:extLst>
        <a:ext uri="{E40237B7-FDA0-4F09-8148-C483321AD2D9}">
          <dgm14:cNvPr xmlns:dgm14="http://schemas.microsoft.com/office/drawing/2010/diagram" id="0" name="" descr="Border Dash"/>
        </a:ext>
      </dgm:extLst>
    </dgm:pt>
    <dgm:pt modelId="{B253AE8A-6920-4C7B-92B1-39CE7AC4A3CA}" type="pres">
      <dgm:prSet presAssocID="{1F299AA2-D483-4062-97B5-DF92D07CFCE8}" presName="iconSpace" presStyleCnt="0"/>
      <dgm:spPr/>
    </dgm:pt>
    <dgm:pt modelId="{F5103DB1-7617-40D3-92A8-EA9288C35BE7}" type="pres">
      <dgm:prSet presAssocID="{1F299AA2-D483-4062-97B5-DF92D07CFCE8}" presName="parTx" presStyleLbl="revTx" presStyleIdx="2" presStyleCnt="8">
        <dgm:presLayoutVars>
          <dgm:chMax val="0"/>
          <dgm:chPref val="0"/>
        </dgm:presLayoutVars>
      </dgm:prSet>
      <dgm:spPr/>
    </dgm:pt>
    <dgm:pt modelId="{F5730D3B-9F20-4533-A793-206F04272394}" type="pres">
      <dgm:prSet presAssocID="{1F299AA2-D483-4062-97B5-DF92D07CFCE8}" presName="txSpace" presStyleCnt="0"/>
      <dgm:spPr/>
    </dgm:pt>
    <dgm:pt modelId="{CA3BAF6E-ADA9-409E-9BEC-D734FBE2516D}" type="pres">
      <dgm:prSet presAssocID="{1F299AA2-D483-4062-97B5-DF92D07CFCE8}" presName="desTx" presStyleLbl="revTx" presStyleIdx="3" presStyleCnt="8">
        <dgm:presLayoutVars/>
      </dgm:prSet>
      <dgm:spPr/>
    </dgm:pt>
    <dgm:pt modelId="{2BCF172F-13EA-47D7-9C1F-82322CB685C6}" type="pres">
      <dgm:prSet presAssocID="{58FF4EF7-4B22-4B9A-9783-92BDA2E32BD8}" presName="sibTrans" presStyleCnt="0"/>
      <dgm:spPr/>
    </dgm:pt>
    <dgm:pt modelId="{FBF6DA2D-CFEA-4840-BB0F-E9DBFAB15793}" type="pres">
      <dgm:prSet presAssocID="{D5D1D9C8-251A-46D1-AFF8-D4408E3265B1}" presName="compNode" presStyleCnt="0"/>
      <dgm:spPr/>
    </dgm:pt>
    <dgm:pt modelId="{DA3AFDC5-D5A3-486A-B636-4F04CE15A493}" type="pres">
      <dgm:prSet presAssocID="{D5D1D9C8-251A-46D1-AFF8-D4408E3265B1}" presName="iconRect" presStyleLbl="node1" presStyleIdx="2" presStyleCnt="4"/>
      <dgm:spPr>
        <a:blipFill>
          <a:blip xmlns:r="http://schemas.openxmlformats.org/officeDocument/2006/relationships" r:embed="rId5" cstate="email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6"/>
              </a:ext>
            </a:extLst>
          </a:blip>
          <a:stretch>
            <a:fillRect/>
          </a:stretch>
        </a:blipFill>
        <a:ln>
          <a:noFill/>
        </a:ln>
      </dgm:spPr>
      <dgm:extLst>
        <a:ext uri="{E40237B7-FDA0-4F09-8148-C483321AD2D9}">
          <dgm14:cNvPr xmlns:dgm14="http://schemas.microsoft.com/office/drawing/2010/diagram" id="0" name="" descr="Laptop Secure"/>
        </a:ext>
      </dgm:extLst>
    </dgm:pt>
    <dgm:pt modelId="{33AA5391-1534-481B-9110-762A29E2EE60}" type="pres">
      <dgm:prSet presAssocID="{D5D1D9C8-251A-46D1-AFF8-D4408E3265B1}" presName="iconSpace" presStyleCnt="0"/>
      <dgm:spPr/>
    </dgm:pt>
    <dgm:pt modelId="{008CF1E4-4C8A-4536-9DB8-81B3A9FE97CB}" type="pres">
      <dgm:prSet presAssocID="{D5D1D9C8-251A-46D1-AFF8-D4408E3265B1}" presName="parTx" presStyleLbl="revTx" presStyleIdx="4" presStyleCnt="8">
        <dgm:presLayoutVars>
          <dgm:chMax val="0"/>
          <dgm:chPref val="0"/>
        </dgm:presLayoutVars>
      </dgm:prSet>
      <dgm:spPr/>
    </dgm:pt>
    <dgm:pt modelId="{AB75D08B-91CA-4AB5-A1D5-B598694726AD}" type="pres">
      <dgm:prSet presAssocID="{D5D1D9C8-251A-46D1-AFF8-D4408E3265B1}" presName="txSpace" presStyleCnt="0"/>
      <dgm:spPr/>
    </dgm:pt>
    <dgm:pt modelId="{76AC2149-1DDA-416D-8B8A-6F3E3A24E9E1}" type="pres">
      <dgm:prSet presAssocID="{D5D1D9C8-251A-46D1-AFF8-D4408E3265B1}" presName="desTx" presStyleLbl="revTx" presStyleIdx="5" presStyleCnt="8">
        <dgm:presLayoutVars/>
      </dgm:prSet>
      <dgm:spPr/>
    </dgm:pt>
    <dgm:pt modelId="{029CDCAA-F49C-442D-B5AD-0BE9245B1F86}" type="pres">
      <dgm:prSet presAssocID="{FAC4C8CD-27D7-495F-84A8-5D1DBBF56973}" presName="sibTrans" presStyleCnt="0"/>
      <dgm:spPr/>
    </dgm:pt>
    <dgm:pt modelId="{57AD8BFB-882D-43BB-BD51-39BE6B27531D}" type="pres">
      <dgm:prSet presAssocID="{8FCFDDC2-7EAB-44F4-9A79-FC6864472A0B}" presName="compNode" presStyleCnt="0"/>
      <dgm:spPr/>
    </dgm:pt>
    <dgm:pt modelId="{D0EB9361-4AF6-45CF-A571-D645DA031E3A}" type="pres">
      <dgm:prSet presAssocID="{8FCFDDC2-7EAB-44F4-9A79-FC6864472A0B}" presName="iconRect" presStyleLbl="node1" presStyleIdx="3" presStyleCnt="4"/>
      <dgm:spPr>
        <a:blipFill>
          <a:blip xmlns:r="http://schemas.openxmlformats.org/officeDocument/2006/relationships" r:embed="rId7" cstate="email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8"/>
              </a:ext>
            </a:extLst>
          </a:blip>
          <a:stretch>
            <a:fillRect/>
          </a:stretch>
        </a:blipFill>
        <a:ln>
          <a:noFill/>
        </a:ln>
      </dgm:spPr>
      <dgm:extLst>
        <a:ext uri="{E40237B7-FDA0-4F09-8148-C483321AD2D9}">
          <dgm14:cNvPr xmlns:dgm14="http://schemas.microsoft.com/office/drawing/2010/diagram" id="0" name="" descr="Error"/>
        </a:ext>
      </dgm:extLst>
    </dgm:pt>
    <dgm:pt modelId="{35CBF3B9-0D06-4F13-836F-0838ACC5D258}" type="pres">
      <dgm:prSet presAssocID="{8FCFDDC2-7EAB-44F4-9A79-FC6864472A0B}" presName="iconSpace" presStyleCnt="0"/>
      <dgm:spPr/>
    </dgm:pt>
    <dgm:pt modelId="{18A6E57A-9EC2-49F0-B29F-3EC834A40CD9}" type="pres">
      <dgm:prSet presAssocID="{8FCFDDC2-7EAB-44F4-9A79-FC6864472A0B}" presName="parTx" presStyleLbl="revTx" presStyleIdx="6" presStyleCnt="8">
        <dgm:presLayoutVars>
          <dgm:chMax val="0"/>
          <dgm:chPref val="0"/>
        </dgm:presLayoutVars>
      </dgm:prSet>
      <dgm:spPr/>
    </dgm:pt>
    <dgm:pt modelId="{8C848098-6668-4521-9F86-3356731F94FE}" type="pres">
      <dgm:prSet presAssocID="{8FCFDDC2-7EAB-44F4-9A79-FC6864472A0B}" presName="txSpace" presStyleCnt="0"/>
      <dgm:spPr/>
    </dgm:pt>
    <dgm:pt modelId="{17A26CB4-DF6E-446B-A339-CB504C6154DB}" type="pres">
      <dgm:prSet presAssocID="{8FCFDDC2-7EAB-44F4-9A79-FC6864472A0B}" presName="desTx" presStyleLbl="revTx" presStyleIdx="7" presStyleCnt="8">
        <dgm:presLayoutVars/>
      </dgm:prSet>
      <dgm:spPr/>
    </dgm:pt>
  </dgm:ptLst>
  <dgm:cxnLst>
    <dgm:cxn modelId="{6ED12100-32E8-4CAC-9F6F-1876D9E2724E}" type="presOf" srcId="{1F299AA2-D483-4062-97B5-DF92D07CFCE8}" destId="{F5103DB1-7617-40D3-92A8-EA9288C35BE7}" srcOrd="0" destOrd="0" presId="urn:microsoft.com/office/officeart/2018/5/layout/CenteredIconLabelDescriptionList"/>
    <dgm:cxn modelId="{B3DC5709-59AD-4779-A331-F3D57D6ED3D4}" srcId="{8FCFDDC2-7EAB-44F4-9A79-FC6864472A0B}" destId="{DE5806A1-06B2-45A2-95DF-D6E1553112BA}" srcOrd="0" destOrd="0" parTransId="{EBF7652A-F09B-4C13-A82E-E19FC292D6DA}" sibTransId="{EB8E437B-B49B-40A6-854C-929039A94487}"/>
    <dgm:cxn modelId="{E001D01C-A18A-45F2-807B-3573FC7C983E}" type="presOf" srcId="{8FCFDDC2-7EAB-44F4-9A79-FC6864472A0B}" destId="{18A6E57A-9EC2-49F0-B29F-3EC834A40CD9}" srcOrd="0" destOrd="0" presId="urn:microsoft.com/office/officeart/2018/5/layout/CenteredIconLabelDescriptionList"/>
    <dgm:cxn modelId="{5194CA1E-5CA0-4A1E-9858-12CF670B3208}" srcId="{D5D1D9C8-251A-46D1-AFF8-D4408E3265B1}" destId="{E15FFEC3-6450-4E2F-B4C0-0218E4326CCA}" srcOrd="1" destOrd="0" parTransId="{C49B0047-4C25-4A14-9E99-4C1163D859DE}" sibTransId="{BA7EFF63-3820-401F-9E88-183293DB11C6}"/>
    <dgm:cxn modelId="{6123D31E-05CD-4FCD-BA08-91BBA73C9541}" type="presOf" srcId="{B7445F79-091A-4F49-AC9E-303216273088}" destId="{CA3BAF6E-ADA9-409E-9BEC-D734FBE2516D}" srcOrd="0" destOrd="0" presId="urn:microsoft.com/office/officeart/2018/5/layout/CenteredIconLabelDescriptionList"/>
    <dgm:cxn modelId="{D0100E27-723E-4406-8D8A-6EC447CA4A5F}" type="presOf" srcId="{83AE49AF-7136-41CB-8660-74D6C4AD7360}" destId="{708700FB-2CAE-4BA5-BC6E-3768246DCE49}" srcOrd="0" destOrd="0" presId="urn:microsoft.com/office/officeart/2018/5/layout/CenteredIconLabelDescriptionList"/>
    <dgm:cxn modelId="{2A83652C-6FF7-4B68-A9B5-18804E771491}" type="presOf" srcId="{799920C1-D439-4E5B-A4FE-9EB34F7962B2}" destId="{76AC2149-1DDA-416D-8B8A-6F3E3A24E9E1}" srcOrd="0" destOrd="0" presId="urn:microsoft.com/office/officeart/2018/5/layout/CenteredIconLabelDescriptionList"/>
    <dgm:cxn modelId="{E4F5E62E-382A-466A-BC4B-3D4611079BB3}" srcId="{A2E6A4F1-C2D7-4C04-A26E-D0A502AC1A18}" destId="{1F299AA2-D483-4062-97B5-DF92D07CFCE8}" srcOrd="1" destOrd="0" parTransId="{E2EDCBE0-1B84-4B5E-BE86-9DAF8B057D72}" sibTransId="{58FF4EF7-4B22-4B9A-9783-92BDA2E32BD8}"/>
    <dgm:cxn modelId="{A3C0165C-CD64-463A-9EE1-F7E0189E6678}" srcId="{1F299AA2-D483-4062-97B5-DF92D07CFCE8}" destId="{B7445F79-091A-4F49-AC9E-303216273088}" srcOrd="0" destOrd="0" parTransId="{140B6309-F8E2-4A63-9C31-8A5627DB5D07}" sibTransId="{8D66CC63-8883-4D7B-BAA9-ECB41E4CC499}"/>
    <dgm:cxn modelId="{FECD835C-6311-4D1A-8D54-F5E3E743730A}" type="presOf" srcId="{DE5806A1-06B2-45A2-95DF-D6E1553112BA}" destId="{17A26CB4-DF6E-446B-A339-CB504C6154DB}" srcOrd="0" destOrd="0" presId="urn:microsoft.com/office/officeart/2018/5/layout/CenteredIconLabelDescriptionList"/>
    <dgm:cxn modelId="{5B153B60-807F-40E8-B680-E7FEEDA0F10E}" srcId="{D43C7AAD-A62A-488C-A288-562EAEAE0A26}" destId="{83AE49AF-7136-41CB-8660-74D6C4AD7360}" srcOrd="0" destOrd="0" parTransId="{28B49B9C-5852-4942-BA40-4A3F71F219C8}" sibTransId="{DD0CD397-9E6D-44C5-8854-8AAFE6BE28DD}"/>
    <dgm:cxn modelId="{5CB7986C-575F-41C6-8E44-7BDD0140FF08}" srcId="{A2E6A4F1-C2D7-4C04-A26E-D0A502AC1A18}" destId="{D43C7AAD-A62A-488C-A288-562EAEAE0A26}" srcOrd="0" destOrd="0" parTransId="{C3F1995B-7864-485C-9C98-9FABA8A2AFD4}" sibTransId="{D2D39188-C2CE-4668-BF4D-D2026A638CBD}"/>
    <dgm:cxn modelId="{5314CF73-E7C6-4BB5-9A8F-3C08EE6ECBBD}" srcId="{A2E6A4F1-C2D7-4C04-A26E-D0A502AC1A18}" destId="{D5D1D9C8-251A-46D1-AFF8-D4408E3265B1}" srcOrd="2" destOrd="0" parTransId="{7214D11C-FF43-438B-BFE9-C6D9C6A7F389}" sibTransId="{FAC4C8CD-27D7-495F-84A8-5D1DBBF56973}"/>
    <dgm:cxn modelId="{E147EE81-FA73-4C39-8919-FF7381CD6A93}" srcId="{D43C7AAD-A62A-488C-A288-562EAEAE0A26}" destId="{FCA102F8-A91F-4E88-9D28-4931C7C49DE3}" srcOrd="1" destOrd="0" parTransId="{B5555E7E-5FBD-43BF-A9CA-E0F6F8330BEC}" sibTransId="{6C253908-302F-4CA0-B10A-6B3E42150C72}"/>
    <dgm:cxn modelId="{287ADA99-6A9F-4282-9EE1-9C7465885052}" type="presOf" srcId="{D5D1D9C8-251A-46D1-AFF8-D4408E3265B1}" destId="{008CF1E4-4C8A-4536-9DB8-81B3A9FE97CB}" srcOrd="0" destOrd="0" presId="urn:microsoft.com/office/officeart/2018/5/layout/CenteredIconLabelDescriptionList"/>
    <dgm:cxn modelId="{A32A15A1-61AB-47B5-BD44-0D9FDE43B018}" type="presOf" srcId="{E15FFEC3-6450-4E2F-B4C0-0218E4326CCA}" destId="{76AC2149-1DDA-416D-8B8A-6F3E3A24E9E1}" srcOrd="0" destOrd="1" presId="urn:microsoft.com/office/officeart/2018/5/layout/CenteredIconLabelDescriptionList"/>
    <dgm:cxn modelId="{4571A2A1-8D73-435C-A6B6-2F49152D12CE}" type="presOf" srcId="{9B391857-8724-4488-A740-46EF98FC3DEA}" destId="{76AC2149-1DDA-416D-8B8A-6F3E3A24E9E1}" srcOrd="0" destOrd="2" presId="urn:microsoft.com/office/officeart/2018/5/layout/CenteredIconLabelDescriptionList"/>
    <dgm:cxn modelId="{6970E3A6-45DF-470E-AC0B-B6156E12C13F}" type="presOf" srcId="{FCA102F8-A91F-4E88-9D28-4931C7C49DE3}" destId="{708700FB-2CAE-4BA5-BC6E-3768246DCE49}" srcOrd="0" destOrd="1" presId="urn:microsoft.com/office/officeart/2018/5/layout/CenteredIconLabelDescriptionList"/>
    <dgm:cxn modelId="{0511CCAE-23AF-4C69-8C58-9507C0720AD5}" srcId="{8FCFDDC2-7EAB-44F4-9A79-FC6864472A0B}" destId="{418BB38D-4D8E-408E-BFCA-090CD083D5D6}" srcOrd="1" destOrd="0" parTransId="{E35D4617-26AE-4687-A20D-A1B7F20F8116}" sibTransId="{0FF9511F-7CBF-4E4E-A60E-0910A3DB2B2B}"/>
    <dgm:cxn modelId="{CAF4B3C6-1B15-4A05-B169-8C96EEC16959}" type="presOf" srcId="{418BB38D-4D8E-408E-BFCA-090CD083D5D6}" destId="{17A26CB4-DF6E-446B-A339-CB504C6154DB}" srcOrd="0" destOrd="1" presId="urn:microsoft.com/office/officeart/2018/5/layout/CenteredIconLabelDescriptionList"/>
    <dgm:cxn modelId="{F7DD9ACB-D9B0-498B-8ED1-FB0168737A6B}" srcId="{D5D1D9C8-251A-46D1-AFF8-D4408E3265B1}" destId="{9B391857-8724-4488-A740-46EF98FC3DEA}" srcOrd="2" destOrd="0" parTransId="{3461C379-EB97-4A26-8839-1D4AC54B635C}" sibTransId="{40D0D6A8-67CC-4C29-BE5E-309FB18F47BF}"/>
    <dgm:cxn modelId="{DF9FA2CE-5870-4CAC-A6DD-CAA4E9883D7F}" type="presOf" srcId="{D43C7AAD-A62A-488C-A288-562EAEAE0A26}" destId="{069A56EA-F587-4A09-873A-AA0E3CA9D432}" srcOrd="0" destOrd="0" presId="urn:microsoft.com/office/officeart/2018/5/layout/CenteredIconLabelDescriptionList"/>
    <dgm:cxn modelId="{FF287CD1-AC26-4E59-B280-DE6A7C992810}" srcId="{A2E6A4F1-C2D7-4C04-A26E-D0A502AC1A18}" destId="{8FCFDDC2-7EAB-44F4-9A79-FC6864472A0B}" srcOrd="3" destOrd="0" parTransId="{23F3E07D-F6F4-4AEE-A4ED-802E7DB4EA8E}" sibTransId="{B8C3733F-C11C-46EF-8622-F2695EB94256}"/>
    <dgm:cxn modelId="{3E4DB7E1-F942-4F96-A208-0F890E59700F}" srcId="{D5D1D9C8-251A-46D1-AFF8-D4408E3265B1}" destId="{799920C1-D439-4E5B-A4FE-9EB34F7962B2}" srcOrd="0" destOrd="0" parTransId="{37D6171A-F364-4467-8203-589EFFF06DA3}" sibTransId="{9DC2633D-AC49-4E3A-9CF3-BC77459F069D}"/>
    <dgm:cxn modelId="{1CCB6EF4-7A26-4309-859F-6F1B55080FF7}" type="presOf" srcId="{A2E6A4F1-C2D7-4C04-A26E-D0A502AC1A18}" destId="{71401410-9EF3-45B3-8619-68B580EE1661}" srcOrd="0" destOrd="0" presId="urn:microsoft.com/office/officeart/2018/5/layout/CenteredIconLabelDescriptionList"/>
    <dgm:cxn modelId="{705DFE62-8CD8-46D7-80CA-05DE3B198F01}" type="presParOf" srcId="{71401410-9EF3-45B3-8619-68B580EE1661}" destId="{5B6C7122-66BF-496E-B407-C1C508FA3CCC}" srcOrd="0" destOrd="0" presId="urn:microsoft.com/office/officeart/2018/5/layout/CenteredIconLabelDescriptionList"/>
    <dgm:cxn modelId="{3F116053-790A-4528-B752-F1AF835A06E7}" type="presParOf" srcId="{5B6C7122-66BF-496E-B407-C1C508FA3CCC}" destId="{95C70451-9A36-4317-A0C0-1C0CFFF85D7A}" srcOrd="0" destOrd="0" presId="urn:microsoft.com/office/officeart/2018/5/layout/CenteredIconLabelDescriptionList"/>
    <dgm:cxn modelId="{9BB7572B-2572-41AD-B488-1D615446DF9C}" type="presParOf" srcId="{5B6C7122-66BF-496E-B407-C1C508FA3CCC}" destId="{4E00C498-27DF-4C5B-9A04-184CEC851402}" srcOrd="1" destOrd="0" presId="urn:microsoft.com/office/officeart/2018/5/layout/CenteredIconLabelDescriptionList"/>
    <dgm:cxn modelId="{B218E714-B7F2-4F50-BA9F-00EEC1391B4B}" type="presParOf" srcId="{5B6C7122-66BF-496E-B407-C1C508FA3CCC}" destId="{069A56EA-F587-4A09-873A-AA0E3CA9D432}" srcOrd="2" destOrd="0" presId="urn:microsoft.com/office/officeart/2018/5/layout/CenteredIconLabelDescriptionList"/>
    <dgm:cxn modelId="{D93230E8-93EC-4853-A7C5-6A51783DD369}" type="presParOf" srcId="{5B6C7122-66BF-496E-B407-C1C508FA3CCC}" destId="{35CC7B3D-0076-4146-8BDE-5389F2D70DF4}" srcOrd="3" destOrd="0" presId="urn:microsoft.com/office/officeart/2018/5/layout/CenteredIconLabelDescriptionList"/>
    <dgm:cxn modelId="{E4FB6893-C9A4-4B19-88E8-0FFB21597260}" type="presParOf" srcId="{5B6C7122-66BF-496E-B407-C1C508FA3CCC}" destId="{708700FB-2CAE-4BA5-BC6E-3768246DCE49}" srcOrd="4" destOrd="0" presId="urn:microsoft.com/office/officeart/2018/5/layout/CenteredIconLabelDescriptionList"/>
    <dgm:cxn modelId="{3DBBBF04-2A1F-4360-9228-4F60F12B497C}" type="presParOf" srcId="{71401410-9EF3-45B3-8619-68B580EE1661}" destId="{2FBF2A3F-43E2-4377-A31A-2DD65A651A34}" srcOrd="1" destOrd="0" presId="urn:microsoft.com/office/officeart/2018/5/layout/CenteredIconLabelDescriptionList"/>
    <dgm:cxn modelId="{CB832637-B1B7-4441-AC1B-0DBFA531AFB5}" type="presParOf" srcId="{71401410-9EF3-45B3-8619-68B580EE1661}" destId="{A2ED51B5-51C3-4610-B89E-82700BF2158A}" srcOrd="2" destOrd="0" presId="urn:microsoft.com/office/officeart/2018/5/layout/CenteredIconLabelDescriptionList"/>
    <dgm:cxn modelId="{25C86B47-4A47-4484-B411-12DF003054A2}" type="presParOf" srcId="{A2ED51B5-51C3-4610-B89E-82700BF2158A}" destId="{087DBDEC-8AF8-44D8-8E84-FCA4B62D7DCB}" srcOrd="0" destOrd="0" presId="urn:microsoft.com/office/officeart/2018/5/layout/CenteredIconLabelDescriptionList"/>
    <dgm:cxn modelId="{C4CB72F5-FD60-4550-8380-49DE5AAA6AAA}" type="presParOf" srcId="{A2ED51B5-51C3-4610-B89E-82700BF2158A}" destId="{B253AE8A-6920-4C7B-92B1-39CE7AC4A3CA}" srcOrd="1" destOrd="0" presId="urn:microsoft.com/office/officeart/2018/5/layout/CenteredIconLabelDescriptionList"/>
    <dgm:cxn modelId="{B3A00F41-E87B-4452-9177-2D747EE39276}" type="presParOf" srcId="{A2ED51B5-51C3-4610-B89E-82700BF2158A}" destId="{F5103DB1-7617-40D3-92A8-EA9288C35BE7}" srcOrd="2" destOrd="0" presId="urn:microsoft.com/office/officeart/2018/5/layout/CenteredIconLabelDescriptionList"/>
    <dgm:cxn modelId="{0E386873-7577-419F-AF85-1B966154EC79}" type="presParOf" srcId="{A2ED51B5-51C3-4610-B89E-82700BF2158A}" destId="{F5730D3B-9F20-4533-A793-206F04272394}" srcOrd="3" destOrd="0" presId="urn:microsoft.com/office/officeart/2018/5/layout/CenteredIconLabelDescriptionList"/>
    <dgm:cxn modelId="{3B70C5D7-EFB0-4C7F-8936-875A5772B98A}" type="presParOf" srcId="{A2ED51B5-51C3-4610-B89E-82700BF2158A}" destId="{CA3BAF6E-ADA9-409E-9BEC-D734FBE2516D}" srcOrd="4" destOrd="0" presId="urn:microsoft.com/office/officeart/2018/5/layout/CenteredIconLabelDescriptionList"/>
    <dgm:cxn modelId="{0F76080B-E928-4A45-88CB-344EFFA2C87C}" type="presParOf" srcId="{71401410-9EF3-45B3-8619-68B580EE1661}" destId="{2BCF172F-13EA-47D7-9C1F-82322CB685C6}" srcOrd="3" destOrd="0" presId="urn:microsoft.com/office/officeart/2018/5/layout/CenteredIconLabelDescriptionList"/>
    <dgm:cxn modelId="{A070FDF9-BEB0-4178-9822-C3A446CA8FC8}" type="presParOf" srcId="{71401410-9EF3-45B3-8619-68B580EE1661}" destId="{FBF6DA2D-CFEA-4840-BB0F-E9DBFAB15793}" srcOrd="4" destOrd="0" presId="urn:microsoft.com/office/officeart/2018/5/layout/CenteredIconLabelDescriptionList"/>
    <dgm:cxn modelId="{6D27B043-71E7-4616-803F-84C55CE35D68}" type="presParOf" srcId="{FBF6DA2D-CFEA-4840-BB0F-E9DBFAB15793}" destId="{DA3AFDC5-D5A3-486A-B636-4F04CE15A493}" srcOrd="0" destOrd="0" presId="urn:microsoft.com/office/officeart/2018/5/layout/CenteredIconLabelDescriptionList"/>
    <dgm:cxn modelId="{342F93CF-A525-4018-A5BE-C239287ED575}" type="presParOf" srcId="{FBF6DA2D-CFEA-4840-BB0F-E9DBFAB15793}" destId="{33AA5391-1534-481B-9110-762A29E2EE60}" srcOrd="1" destOrd="0" presId="urn:microsoft.com/office/officeart/2018/5/layout/CenteredIconLabelDescriptionList"/>
    <dgm:cxn modelId="{0CC1E18D-9870-4AFB-AA59-C3A2720DC54E}" type="presParOf" srcId="{FBF6DA2D-CFEA-4840-BB0F-E9DBFAB15793}" destId="{008CF1E4-4C8A-4536-9DB8-81B3A9FE97CB}" srcOrd="2" destOrd="0" presId="urn:microsoft.com/office/officeart/2018/5/layout/CenteredIconLabelDescriptionList"/>
    <dgm:cxn modelId="{76EEEB6C-7EB5-43B4-8C10-5CB25095197F}" type="presParOf" srcId="{FBF6DA2D-CFEA-4840-BB0F-E9DBFAB15793}" destId="{AB75D08B-91CA-4AB5-A1D5-B598694726AD}" srcOrd="3" destOrd="0" presId="urn:microsoft.com/office/officeart/2018/5/layout/CenteredIconLabelDescriptionList"/>
    <dgm:cxn modelId="{F837096E-AA96-40A2-A289-A162BE5D8A46}" type="presParOf" srcId="{FBF6DA2D-CFEA-4840-BB0F-E9DBFAB15793}" destId="{76AC2149-1DDA-416D-8B8A-6F3E3A24E9E1}" srcOrd="4" destOrd="0" presId="urn:microsoft.com/office/officeart/2018/5/layout/CenteredIconLabelDescriptionList"/>
    <dgm:cxn modelId="{3FE5CFFA-F594-4CFB-951E-C3A195B4EB01}" type="presParOf" srcId="{71401410-9EF3-45B3-8619-68B580EE1661}" destId="{029CDCAA-F49C-442D-B5AD-0BE9245B1F86}" srcOrd="5" destOrd="0" presId="urn:microsoft.com/office/officeart/2018/5/layout/CenteredIconLabelDescriptionList"/>
    <dgm:cxn modelId="{9B54F989-C9A2-4ACC-92A4-903BE3C9323A}" type="presParOf" srcId="{71401410-9EF3-45B3-8619-68B580EE1661}" destId="{57AD8BFB-882D-43BB-BD51-39BE6B27531D}" srcOrd="6" destOrd="0" presId="urn:microsoft.com/office/officeart/2018/5/layout/CenteredIconLabelDescriptionList"/>
    <dgm:cxn modelId="{E202796E-7177-4EE2-9B89-7F04DECA32E4}" type="presParOf" srcId="{57AD8BFB-882D-43BB-BD51-39BE6B27531D}" destId="{D0EB9361-4AF6-45CF-A571-D645DA031E3A}" srcOrd="0" destOrd="0" presId="urn:microsoft.com/office/officeart/2018/5/layout/CenteredIconLabelDescriptionList"/>
    <dgm:cxn modelId="{442754F3-3021-4D53-BA2C-0FC1E3701DA9}" type="presParOf" srcId="{57AD8BFB-882D-43BB-BD51-39BE6B27531D}" destId="{35CBF3B9-0D06-4F13-836F-0838ACC5D258}" srcOrd="1" destOrd="0" presId="urn:microsoft.com/office/officeart/2018/5/layout/CenteredIconLabelDescriptionList"/>
    <dgm:cxn modelId="{03CC316B-1C05-465C-86F7-D0A294EB8AAC}" type="presParOf" srcId="{57AD8BFB-882D-43BB-BD51-39BE6B27531D}" destId="{18A6E57A-9EC2-49F0-B29F-3EC834A40CD9}" srcOrd="2" destOrd="0" presId="urn:microsoft.com/office/officeart/2018/5/layout/CenteredIconLabelDescriptionList"/>
    <dgm:cxn modelId="{A798BACB-B6F5-4B3D-947A-01AE397001D4}" type="presParOf" srcId="{57AD8BFB-882D-43BB-BD51-39BE6B27531D}" destId="{8C848098-6668-4521-9F86-3356731F94FE}" srcOrd="3" destOrd="0" presId="urn:microsoft.com/office/officeart/2018/5/layout/CenteredIconLabelDescriptionList"/>
    <dgm:cxn modelId="{613A3A05-2115-430C-8D0B-E0EA499B55AF}" type="presParOf" srcId="{57AD8BFB-882D-43BB-BD51-39BE6B27531D}" destId="{17A26CB4-DF6E-446B-A339-CB504C6154DB}" srcOrd="4" destOrd="0" presId="urn:microsoft.com/office/officeart/2018/5/layout/CenteredIconLabelDescriptionList"/>
  </dgm:cxnLst>
  <dgm:bg/>
  <dgm:whole/>
  <dgm:extLst>
    <a:ext uri="http://schemas.microsoft.com/office/drawing/2008/diagram">
      <dsp:dataModelExt xmlns:dsp="http://schemas.microsoft.com/office/drawing/2008/diagram" relId="rId6" minVer="http://schemas.openxmlformats.org/drawingml/2006/diagram"/>
    </a:ext>
  </dgm:extLst>
</dgm:dataModel>
</file>

<file path=ppt/diagrams/data58.xml><?xml version="1.0" encoding="utf-8"?>
<dgm:dataModel xmlns:dgm="http://schemas.openxmlformats.org/drawingml/2006/diagram" xmlns:a="http://schemas.openxmlformats.org/drawingml/2006/main">
  <dgm:ptLst>
    <dgm:pt modelId="{29076CE8-B54F-42A0-AE05-7467E2F34C81}" type="doc">
      <dgm:prSet loTypeId="urn:microsoft.com/office/officeart/2018/5/layout/CenteredIconLabelDescriptionList" loCatId="icon" qsTypeId="urn:microsoft.com/office/officeart/2005/8/quickstyle/simple1" qsCatId="simple" csTypeId="urn:microsoft.com/office/officeart/2018/5/colors/Iconchunking_neutralbg_colorful1" csCatId="colorful" phldr="1"/>
      <dgm:spPr/>
      <dgm:t>
        <a:bodyPr/>
        <a:lstStyle/>
        <a:p>
          <a:endParaRPr lang="en-US"/>
        </a:p>
      </dgm:t>
    </dgm:pt>
    <dgm:pt modelId="{52BB5040-2914-4FD5-86EF-9D5387387530}">
      <dgm:prSet/>
      <dgm:spPr/>
      <dgm:t>
        <a:bodyPr/>
        <a:lstStyle/>
        <a:p>
          <a:pPr>
            <a:lnSpc>
              <a:spcPct val="100000"/>
            </a:lnSpc>
            <a:defRPr b="1"/>
          </a:pPr>
          <a:r>
            <a:rPr lang="en-US"/>
            <a:t>Today, most transactions </a:t>
          </a:r>
          <a:r>
            <a:rPr lang="tr-TR"/>
            <a:t>on Bitcoin</a:t>
          </a:r>
          <a:r>
            <a:rPr lang="en-US"/>
            <a:t> </a:t>
          </a:r>
        </a:p>
      </dgm:t>
    </dgm:pt>
    <dgm:pt modelId="{C3A328B1-6B02-4048-B9E4-C3DF1BE5C392}" type="parTrans" cxnId="{C76FDA79-00D3-4AF5-90AC-8D9B61523A42}">
      <dgm:prSet/>
      <dgm:spPr/>
      <dgm:t>
        <a:bodyPr/>
        <a:lstStyle/>
        <a:p>
          <a:endParaRPr lang="en-US"/>
        </a:p>
      </dgm:t>
    </dgm:pt>
    <dgm:pt modelId="{AA4E11E4-65C4-4B75-B76F-0D3AFEA94DF2}" type="sibTrans" cxnId="{C76FDA79-00D3-4AF5-90AC-8D9B61523A42}">
      <dgm:prSet/>
      <dgm:spPr/>
      <dgm:t>
        <a:bodyPr/>
        <a:lstStyle/>
        <a:p>
          <a:endParaRPr lang="en-US"/>
        </a:p>
      </dgm:t>
    </dgm:pt>
    <dgm:pt modelId="{FFD75020-70E3-4178-92D0-6140387FA84B}">
      <dgm:prSet/>
      <dgm:spPr/>
      <dgm:t>
        <a:bodyPr/>
        <a:lstStyle/>
        <a:p>
          <a:pPr>
            <a:lnSpc>
              <a:spcPct val="100000"/>
            </a:lnSpc>
          </a:pPr>
          <a:r>
            <a:rPr lang="en-US"/>
            <a:t>have the form “Payment</a:t>
          </a:r>
          <a:r>
            <a:rPr lang="tr-TR"/>
            <a:t> </a:t>
          </a:r>
          <a:r>
            <a:rPr lang="en-US"/>
            <a:t>to Bob’s bitcoin address” </a:t>
          </a:r>
        </a:p>
      </dgm:t>
    </dgm:pt>
    <dgm:pt modelId="{0917FA5E-E407-4B2F-B526-39244C4A01EA}" type="parTrans" cxnId="{F451BBEA-F5A3-432A-861B-5369644E5801}">
      <dgm:prSet/>
      <dgm:spPr/>
      <dgm:t>
        <a:bodyPr/>
        <a:lstStyle/>
        <a:p>
          <a:endParaRPr lang="en-US"/>
        </a:p>
      </dgm:t>
    </dgm:pt>
    <dgm:pt modelId="{D8323A31-9729-4992-8BB9-761F7BCE2621}" type="sibTrans" cxnId="{F451BBEA-F5A3-432A-861B-5369644E5801}">
      <dgm:prSet/>
      <dgm:spPr/>
      <dgm:t>
        <a:bodyPr/>
        <a:lstStyle/>
        <a:p>
          <a:endParaRPr lang="en-US"/>
        </a:p>
      </dgm:t>
    </dgm:pt>
    <dgm:pt modelId="{8B943776-CAD2-4E2B-9ACF-319009DD8CD4}">
      <dgm:prSet/>
      <dgm:spPr/>
      <dgm:t>
        <a:bodyPr/>
        <a:lstStyle/>
        <a:p>
          <a:pPr>
            <a:lnSpc>
              <a:spcPct val="100000"/>
            </a:lnSpc>
          </a:pPr>
          <a:r>
            <a:rPr lang="en-US"/>
            <a:t>are based on a script called a Pay-to-Public-Key-Hash script. </a:t>
          </a:r>
        </a:p>
      </dgm:t>
    </dgm:pt>
    <dgm:pt modelId="{A61AA490-6A1A-43E0-A37C-1AD8DE1C61F2}" type="parTrans" cxnId="{C1670E02-731E-4058-B5C5-AF8DB6C5EAFA}">
      <dgm:prSet/>
      <dgm:spPr/>
      <dgm:t>
        <a:bodyPr/>
        <a:lstStyle/>
        <a:p>
          <a:endParaRPr lang="en-US"/>
        </a:p>
      </dgm:t>
    </dgm:pt>
    <dgm:pt modelId="{A35CF02A-5A7F-422B-9DF8-029E0B88E41E}" type="sibTrans" cxnId="{C1670E02-731E-4058-B5C5-AF8DB6C5EAFA}">
      <dgm:prSet/>
      <dgm:spPr/>
      <dgm:t>
        <a:bodyPr/>
        <a:lstStyle/>
        <a:p>
          <a:endParaRPr lang="en-US"/>
        </a:p>
      </dgm:t>
    </dgm:pt>
    <dgm:pt modelId="{636D4D75-910C-466C-92AC-D14E1F363499}">
      <dgm:prSet/>
      <dgm:spPr/>
      <dgm:t>
        <a:bodyPr/>
        <a:lstStyle/>
        <a:p>
          <a:pPr>
            <a:lnSpc>
              <a:spcPct val="100000"/>
            </a:lnSpc>
            <a:defRPr b="1"/>
          </a:pPr>
          <a:r>
            <a:rPr lang="en-US"/>
            <a:t>However, bitcoin transactions </a:t>
          </a:r>
        </a:p>
      </dgm:t>
    </dgm:pt>
    <dgm:pt modelId="{BFA6F947-8B4C-4FC8-9DD5-B470524E69F3}" type="parTrans" cxnId="{E8EDEC42-64F0-477D-816C-4D42FC12A2F7}">
      <dgm:prSet/>
      <dgm:spPr/>
      <dgm:t>
        <a:bodyPr/>
        <a:lstStyle/>
        <a:p>
          <a:endParaRPr lang="en-US"/>
        </a:p>
      </dgm:t>
    </dgm:pt>
    <dgm:pt modelId="{FAB5F00C-4E48-436F-9CE6-5DD9AD0F6C51}" type="sibTrans" cxnId="{E8EDEC42-64F0-477D-816C-4D42FC12A2F7}">
      <dgm:prSet/>
      <dgm:spPr/>
      <dgm:t>
        <a:bodyPr/>
        <a:lstStyle/>
        <a:p>
          <a:endParaRPr lang="en-US"/>
        </a:p>
      </dgm:t>
    </dgm:pt>
    <dgm:pt modelId="{0AA152FB-DA73-4822-A3F5-73E8BE313153}">
      <dgm:prSet/>
      <dgm:spPr/>
      <dgm:t>
        <a:bodyPr/>
        <a:lstStyle/>
        <a:p>
          <a:pPr>
            <a:lnSpc>
              <a:spcPct val="100000"/>
            </a:lnSpc>
          </a:pPr>
          <a:r>
            <a:rPr lang="en-US"/>
            <a:t>are not limited to the “Payment to Bob’s</a:t>
          </a:r>
          <a:r>
            <a:rPr lang="tr-TR"/>
            <a:t> </a:t>
          </a:r>
          <a:r>
            <a:rPr lang="en-US"/>
            <a:t>bitcoin address” script. </a:t>
          </a:r>
        </a:p>
      </dgm:t>
    </dgm:pt>
    <dgm:pt modelId="{76C2D178-E11D-4EE0-B7C0-EA647F3FEC67}" type="parTrans" cxnId="{E9619F58-96F7-45DA-9E61-B06F2B440B42}">
      <dgm:prSet/>
      <dgm:spPr/>
      <dgm:t>
        <a:bodyPr/>
        <a:lstStyle/>
        <a:p>
          <a:endParaRPr lang="en-US"/>
        </a:p>
      </dgm:t>
    </dgm:pt>
    <dgm:pt modelId="{5BF038AC-B748-4B8E-9F7E-94B457EE2814}" type="sibTrans" cxnId="{E9619F58-96F7-45DA-9E61-B06F2B440B42}">
      <dgm:prSet/>
      <dgm:spPr/>
      <dgm:t>
        <a:bodyPr/>
        <a:lstStyle/>
        <a:p>
          <a:endParaRPr lang="en-US"/>
        </a:p>
      </dgm:t>
    </dgm:pt>
    <dgm:pt modelId="{158EC5B5-FB0C-4FED-BEB1-2A27F919E661}">
      <dgm:prSet/>
      <dgm:spPr/>
      <dgm:t>
        <a:bodyPr/>
        <a:lstStyle/>
        <a:p>
          <a:pPr>
            <a:lnSpc>
              <a:spcPct val="100000"/>
            </a:lnSpc>
            <a:defRPr b="1"/>
          </a:pPr>
          <a:r>
            <a:rPr lang="en-US"/>
            <a:t>locking scripts can be written </a:t>
          </a:r>
        </a:p>
      </dgm:t>
    </dgm:pt>
    <dgm:pt modelId="{C484C063-B572-4F63-A39A-69371C451E93}" type="parTrans" cxnId="{BE8A40D7-7BB4-45FB-B270-8D9568D9E144}">
      <dgm:prSet/>
      <dgm:spPr/>
      <dgm:t>
        <a:bodyPr/>
        <a:lstStyle/>
        <a:p>
          <a:endParaRPr lang="en-US"/>
        </a:p>
      </dgm:t>
    </dgm:pt>
    <dgm:pt modelId="{1DB7AE3F-538A-4501-9874-3A759130B720}" type="sibTrans" cxnId="{BE8A40D7-7BB4-45FB-B270-8D9568D9E144}">
      <dgm:prSet/>
      <dgm:spPr/>
      <dgm:t>
        <a:bodyPr/>
        <a:lstStyle/>
        <a:p>
          <a:endParaRPr lang="en-US"/>
        </a:p>
      </dgm:t>
    </dgm:pt>
    <dgm:pt modelId="{73889A73-D782-4E50-98F1-226FB22E5188}">
      <dgm:prSet/>
      <dgm:spPr/>
      <dgm:t>
        <a:bodyPr/>
        <a:lstStyle/>
        <a:p>
          <a:pPr>
            <a:lnSpc>
              <a:spcPct val="100000"/>
            </a:lnSpc>
          </a:pPr>
          <a:r>
            <a:rPr lang="en-US"/>
            <a:t>to express a vast variety</a:t>
          </a:r>
          <a:r>
            <a:rPr lang="tr-TR"/>
            <a:t> of complex conditions.</a:t>
          </a:r>
          <a:endParaRPr lang="en-US"/>
        </a:p>
      </dgm:t>
    </dgm:pt>
    <dgm:pt modelId="{10C4C356-A29A-4F7C-9846-7562D7C734BC}" type="parTrans" cxnId="{75D79694-7E5A-4A1C-BF8C-A2E5C2C0CE89}">
      <dgm:prSet/>
      <dgm:spPr/>
      <dgm:t>
        <a:bodyPr/>
        <a:lstStyle/>
        <a:p>
          <a:endParaRPr lang="en-US"/>
        </a:p>
      </dgm:t>
    </dgm:pt>
    <dgm:pt modelId="{27E66CE9-6374-46D8-B067-67D7839592AB}" type="sibTrans" cxnId="{75D79694-7E5A-4A1C-BF8C-A2E5C2C0CE89}">
      <dgm:prSet/>
      <dgm:spPr/>
      <dgm:t>
        <a:bodyPr/>
        <a:lstStyle/>
        <a:p>
          <a:endParaRPr lang="en-US"/>
        </a:p>
      </dgm:t>
    </dgm:pt>
    <dgm:pt modelId="{A6432331-7A4E-4584-8FD2-655DC770D9F9}" type="pres">
      <dgm:prSet presAssocID="{29076CE8-B54F-42A0-AE05-7467E2F34C81}" presName="root" presStyleCnt="0">
        <dgm:presLayoutVars>
          <dgm:dir/>
          <dgm:resizeHandles val="exact"/>
        </dgm:presLayoutVars>
      </dgm:prSet>
      <dgm:spPr/>
    </dgm:pt>
    <dgm:pt modelId="{160AF2BC-8B70-406F-B671-E22157588F1A}" type="pres">
      <dgm:prSet presAssocID="{52BB5040-2914-4FD5-86EF-9D5387387530}" presName="compNode" presStyleCnt="0"/>
      <dgm:spPr/>
    </dgm:pt>
    <dgm:pt modelId="{300C66A9-E203-4295-AB18-7E3269F2FB9D}" type="pres">
      <dgm:prSet presAssocID="{52BB5040-2914-4FD5-86EF-9D5387387530}" presName="iconRect" presStyleLbl="node1" presStyleIdx="0" presStyleCnt="3"/>
      <dgm:spPr>
        <a:blipFill>
          <a:blip xmlns:r="http://schemas.openxmlformats.org/officeDocument/2006/relationships" r:embed="rId1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2"/>
              </a:ext>
            </a:extLst>
          </a:blip>
          <a:stretch>
            <a:fillRect/>
          </a:stretch>
        </a:blipFill>
        <a:ln>
          <a:noFill/>
        </a:ln>
      </dgm:spPr>
      <dgm:extLst>
        <a:ext uri="{E40237B7-FDA0-4F09-8148-C483321AD2D9}">
          <dgm14:cNvPr xmlns:dgm14="http://schemas.microsoft.com/office/drawing/2010/diagram" id="0" name="" descr="Bitcoin"/>
        </a:ext>
      </dgm:extLst>
    </dgm:pt>
    <dgm:pt modelId="{7AA15970-1EAF-4FA5-9692-E6566EADF9CF}" type="pres">
      <dgm:prSet presAssocID="{52BB5040-2914-4FD5-86EF-9D5387387530}" presName="iconSpace" presStyleCnt="0"/>
      <dgm:spPr/>
    </dgm:pt>
    <dgm:pt modelId="{E6958455-20A9-46BA-B486-18FFA3FE4D49}" type="pres">
      <dgm:prSet presAssocID="{52BB5040-2914-4FD5-86EF-9D5387387530}" presName="parTx" presStyleLbl="revTx" presStyleIdx="0" presStyleCnt="6">
        <dgm:presLayoutVars>
          <dgm:chMax val="0"/>
          <dgm:chPref val="0"/>
        </dgm:presLayoutVars>
      </dgm:prSet>
      <dgm:spPr/>
    </dgm:pt>
    <dgm:pt modelId="{CB2133C4-C509-4CD3-B9A4-1C6F905DD813}" type="pres">
      <dgm:prSet presAssocID="{52BB5040-2914-4FD5-86EF-9D5387387530}" presName="txSpace" presStyleCnt="0"/>
      <dgm:spPr/>
    </dgm:pt>
    <dgm:pt modelId="{C66E48DC-3A16-4798-A48C-6A91F48D6807}" type="pres">
      <dgm:prSet presAssocID="{52BB5040-2914-4FD5-86EF-9D5387387530}" presName="desTx" presStyleLbl="revTx" presStyleIdx="1" presStyleCnt="6">
        <dgm:presLayoutVars/>
      </dgm:prSet>
      <dgm:spPr/>
    </dgm:pt>
    <dgm:pt modelId="{1DC3D46A-D9CE-4BAD-98BD-BEDB06F91E7B}" type="pres">
      <dgm:prSet presAssocID="{AA4E11E4-65C4-4B75-B76F-0D3AFEA94DF2}" presName="sibTrans" presStyleCnt="0"/>
      <dgm:spPr/>
    </dgm:pt>
    <dgm:pt modelId="{C2F87DBB-BC33-42F8-B1BF-76443798439B}" type="pres">
      <dgm:prSet presAssocID="{636D4D75-910C-466C-92AC-D14E1F363499}" presName="compNode" presStyleCnt="0"/>
      <dgm:spPr/>
    </dgm:pt>
    <dgm:pt modelId="{FB5C0CEA-E4BB-4765-8E06-F4E43265D073}" type="pres">
      <dgm:prSet presAssocID="{636D4D75-910C-466C-92AC-D14E1F363499}" presName="iconRect" presStyleLbl="node1" presStyleIdx="1" presStyleCnt="3"/>
      <dgm:spPr>
        <a:blipFill>
          <a:blip xmlns:r="http://schemas.openxmlformats.org/officeDocument/2006/relationships" r:embed="rId3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4"/>
              </a:ext>
            </a:extLst>
          </a:blip>
          <a:stretch>
            <a:fillRect/>
          </a:stretch>
        </a:blipFill>
        <a:ln>
          <a:noFill/>
        </a:ln>
      </dgm:spPr>
      <dgm:extLst>
        <a:ext uri="{E40237B7-FDA0-4F09-8148-C483321AD2D9}">
          <dgm14:cNvPr xmlns:dgm14="http://schemas.microsoft.com/office/drawing/2010/diagram" id="0" name="" descr="Register"/>
        </a:ext>
      </dgm:extLst>
    </dgm:pt>
    <dgm:pt modelId="{E2BE08BC-BF47-4671-8AFC-0509BD364646}" type="pres">
      <dgm:prSet presAssocID="{636D4D75-910C-466C-92AC-D14E1F363499}" presName="iconSpace" presStyleCnt="0"/>
      <dgm:spPr/>
    </dgm:pt>
    <dgm:pt modelId="{346508C3-7BAB-4093-A6B9-0D83C90A260C}" type="pres">
      <dgm:prSet presAssocID="{636D4D75-910C-466C-92AC-D14E1F363499}" presName="parTx" presStyleLbl="revTx" presStyleIdx="2" presStyleCnt="6">
        <dgm:presLayoutVars>
          <dgm:chMax val="0"/>
          <dgm:chPref val="0"/>
        </dgm:presLayoutVars>
      </dgm:prSet>
      <dgm:spPr/>
    </dgm:pt>
    <dgm:pt modelId="{37AF148C-02C0-4CB4-9807-A0573B478FE2}" type="pres">
      <dgm:prSet presAssocID="{636D4D75-910C-466C-92AC-D14E1F363499}" presName="txSpace" presStyleCnt="0"/>
      <dgm:spPr/>
    </dgm:pt>
    <dgm:pt modelId="{2D028A97-CCFC-460C-B058-ADD110D8FE58}" type="pres">
      <dgm:prSet presAssocID="{636D4D75-910C-466C-92AC-D14E1F363499}" presName="desTx" presStyleLbl="revTx" presStyleIdx="3" presStyleCnt="6">
        <dgm:presLayoutVars/>
      </dgm:prSet>
      <dgm:spPr/>
    </dgm:pt>
    <dgm:pt modelId="{46532A23-70FE-4089-9A6D-B4C8AF50FEA1}" type="pres">
      <dgm:prSet presAssocID="{FAB5F00C-4E48-436F-9CE6-5DD9AD0F6C51}" presName="sibTrans" presStyleCnt="0"/>
      <dgm:spPr/>
    </dgm:pt>
    <dgm:pt modelId="{CFDEF696-5954-4A58-B329-C456D8D7FDD3}" type="pres">
      <dgm:prSet presAssocID="{158EC5B5-FB0C-4FED-BEB1-2A27F919E661}" presName="compNode" presStyleCnt="0"/>
      <dgm:spPr/>
    </dgm:pt>
    <dgm:pt modelId="{C0D56613-3E9D-4379-A6B0-FCEB3D6CE5C7}" type="pres">
      <dgm:prSet presAssocID="{158EC5B5-FB0C-4FED-BEB1-2A27F919E661}" presName="iconRect" presStyleLbl="node1" presStyleIdx="2" presStyleCnt="3"/>
      <dgm:spPr>
        <a:blipFill>
          <a:blip xmlns:r="http://schemas.openxmlformats.org/officeDocument/2006/relationships" r:embed="rId5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6"/>
              </a:ext>
            </a:extLst>
          </a:blip>
          <a:stretch>
            <a:fillRect/>
          </a:stretch>
        </a:blipFill>
        <a:ln>
          <a:noFill/>
        </a:ln>
      </dgm:spPr>
      <dgm:extLst>
        <a:ext uri="{E40237B7-FDA0-4F09-8148-C483321AD2D9}">
          <dgm14:cNvPr xmlns:dgm14="http://schemas.microsoft.com/office/drawing/2010/diagram" id="0" name="" descr="Document"/>
        </a:ext>
      </dgm:extLst>
    </dgm:pt>
    <dgm:pt modelId="{A5F6160A-77B9-41B6-AD42-79FD7A866784}" type="pres">
      <dgm:prSet presAssocID="{158EC5B5-FB0C-4FED-BEB1-2A27F919E661}" presName="iconSpace" presStyleCnt="0"/>
      <dgm:spPr/>
    </dgm:pt>
    <dgm:pt modelId="{449B973D-81DE-4962-B513-279F4092B6A5}" type="pres">
      <dgm:prSet presAssocID="{158EC5B5-FB0C-4FED-BEB1-2A27F919E661}" presName="parTx" presStyleLbl="revTx" presStyleIdx="4" presStyleCnt="6">
        <dgm:presLayoutVars>
          <dgm:chMax val="0"/>
          <dgm:chPref val="0"/>
        </dgm:presLayoutVars>
      </dgm:prSet>
      <dgm:spPr/>
    </dgm:pt>
    <dgm:pt modelId="{28B1E614-D63D-4332-99F7-5767D1CDD454}" type="pres">
      <dgm:prSet presAssocID="{158EC5B5-FB0C-4FED-BEB1-2A27F919E661}" presName="txSpace" presStyleCnt="0"/>
      <dgm:spPr/>
    </dgm:pt>
    <dgm:pt modelId="{FE1EFDD2-4555-4888-891F-113AF677AD3F}" type="pres">
      <dgm:prSet presAssocID="{158EC5B5-FB0C-4FED-BEB1-2A27F919E661}" presName="desTx" presStyleLbl="revTx" presStyleIdx="5" presStyleCnt="6">
        <dgm:presLayoutVars/>
      </dgm:prSet>
      <dgm:spPr/>
    </dgm:pt>
  </dgm:ptLst>
  <dgm:cxnLst>
    <dgm:cxn modelId="{C1670E02-731E-4058-B5C5-AF8DB6C5EAFA}" srcId="{52BB5040-2914-4FD5-86EF-9D5387387530}" destId="{8B943776-CAD2-4E2B-9ACF-319009DD8CD4}" srcOrd="1" destOrd="0" parTransId="{A61AA490-6A1A-43E0-A37C-1AD8DE1C61F2}" sibTransId="{A35CF02A-5A7F-422B-9DF8-029E0B88E41E}"/>
    <dgm:cxn modelId="{6698C805-3E36-49A9-B3B6-7467790C7F5D}" type="presOf" srcId="{636D4D75-910C-466C-92AC-D14E1F363499}" destId="{346508C3-7BAB-4093-A6B9-0D83C90A260C}" srcOrd="0" destOrd="0" presId="urn:microsoft.com/office/officeart/2018/5/layout/CenteredIconLabelDescriptionList"/>
    <dgm:cxn modelId="{9BB40B0F-6AC2-4DB8-993D-81EBC424A33A}" type="presOf" srcId="{29076CE8-B54F-42A0-AE05-7467E2F34C81}" destId="{A6432331-7A4E-4584-8FD2-655DC770D9F9}" srcOrd="0" destOrd="0" presId="urn:microsoft.com/office/officeart/2018/5/layout/CenteredIconLabelDescriptionList"/>
    <dgm:cxn modelId="{AA09CD25-BC23-4228-9966-4E199342C636}" type="presOf" srcId="{0AA152FB-DA73-4822-A3F5-73E8BE313153}" destId="{2D028A97-CCFC-460C-B058-ADD110D8FE58}" srcOrd="0" destOrd="0" presId="urn:microsoft.com/office/officeart/2018/5/layout/CenteredIconLabelDescriptionList"/>
    <dgm:cxn modelId="{81310D29-3A37-47CA-BF20-8C6A262D65B6}" type="presOf" srcId="{158EC5B5-FB0C-4FED-BEB1-2A27F919E661}" destId="{449B973D-81DE-4962-B513-279F4092B6A5}" srcOrd="0" destOrd="0" presId="urn:microsoft.com/office/officeart/2018/5/layout/CenteredIconLabelDescriptionList"/>
    <dgm:cxn modelId="{E6261032-640E-46DA-A80D-597CF0C5609A}" type="presOf" srcId="{52BB5040-2914-4FD5-86EF-9D5387387530}" destId="{E6958455-20A9-46BA-B486-18FFA3FE4D49}" srcOrd="0" destOrd="0" presId="urn:microsoft.com/office/officeart/2018/5/layout/CenteredIconLabelDescriptionList"/>
    <dgm:cxn modelId="{F7644862-B6FC-4F63-B6D1-2C8967F902CD}" type="presOf" srcId="{8B943776-CAD2-4E2B-9ACF-319009DD8CD4}" destId="{C66E48DC-3A16-4798-A48C-6A91F48D6807}" srcOrd="0" destOrd="1" presId="urn:microsoft.com/office/officeart/2018/5/layout/CenteredIconLabelDescriptionList"/>
    <dgm:cxn modelId="{E8EDEC42-64F0-477D-816C-4D42FC12A2F7}" srcId="{29076CE8-B54F-42A0-AE05-7467E2F34C81}" destId="{636D4D75-910C-466C-92AC-D14E1F363499}" srcOrd="1" destOrd="0" parTransId="{BFA6F947-8B4C-4FC8-9DD5-B470524E69F3}" sibTransId="{FAB5F00C-4E48-436F-9CE6-5DD9AD0F6C51}"/>
    <dgm:cxn modelId="{E9619F58-96F7-45DA-9E61-B06F2B440B42}" srcId="{636D4D75-910C-466C-92AC-D14E1F363499}" destId="{0AA152FB-DA73-4822-A3F5-73E8BE313153}" srcOrd="0" destOrd="0" parTransId="{76C2D178-E11D-4EE0-B7C0-EA647F3FEC67}" sibTransId="{5BF038AC-B748-4B8E-9F7E-94B457EE2814}"/>
    <dgm:cxn modelId="{C76FDA79-00D3-4AF5-90AC-8D9B61523A42}" srcId="{29076CE8-B54F-42A0-AE05-7467E2F34C81}" destId="{52BB5040-2914-4FD5-86EF-9D5387387530}" srcOrd="0" destOrd="0" parTransId="{C3A328B1-6B02-4048-B9E4-C3DF1BE5C392}" sibTransId="{AA4E11E4-65C4-4B75-B76F-0D3AFEA94DF2}"/>
    <dgm:cxn modelId="{75D79694-7E5A-4A1C-BF8C-A2E5C2C0CE89}" srcId="{158EC5B5-FB0C-4FED-BEB1-2A27F919E661}" destId="{73889A73-D782-4E50-98F1-226FB22E5188}" srcOrd="0" destOrd="0" parTransId="{10C4C356-A29A-4F7C-9846-7562D7C734BC}" sibTransId="{27E66CE9-6374-46D8-B067-67D7839592AB}"/>
    <dgm:cxn modelId="{476B61AA-D9A6-416D-A193-295E055F60DB}" type="presOf" srcId="{FFD75020-70E3-4178-92D0-6140387FA84B}" destId="{C66E48DC-3A16-4798-A48C-6A91F48D6807}" srcOrd="0" destOrd="0" presId="urn:microsoft.com/office/officeart/2018/5/layout/CenteredIconLabelDescriptionList"/>
    <dgm:cxn modelId="{63CC30B8-13F5-45CF-A545-0B235B8ABD25}" type="presOf" srcId="{73889A73-D782-4E50-98F1-226FB22E5188}" destId="{FE1EFDD2-4555-4888-891F-113AF677AD3F}" srcOrd="0" destOrd="0" presId="urn:microsoft.com/office/officeart/2018/5/layout/CenteredIconLabelDescriptionList"/>
    <dgm:cxn modelId="{BE8A40D7-7BB4-45FB-B270-8D9568D9E144}" srcId="{29076CE8-B54F-42A0-AE05-7467E2F34C81}" destId="{158EC5B5-FB0C-4FED-BEB1-2A27F919E661}" srcOrd="2" destOrd="0" parTransId="{C484C063-B572-4F63-A39A-69371C451E93}" sibTransId="{1DB7AE3F-538A-4501-9874-3A759130B720}"/>
    <dgm:cxn modelId="{F451BBEA-F5A3-432A-861B-5369644E5801}" srcId="{52BB5040-2914-4FD5-86EF-9D5387387530}" destId="{FFD75020-70E3-4178-92D0-6140387FA84B}" srcOrd="0" destOrd="0" parTransId="{0917FA5E-E407-4B2F-B526-39244C4A01EA}" sibTransId="{D8323A31-9729-4992-8BB9-761F7BCE2621}"/>
    <dgm:cxn modelId="{019B4C79-697F-4AFC-9409-DDEFFC6A4CA4}" type="presParOf" srcId="{A6432331-7A4E-4584-8FD2-655DC770D9F9}" destId="{160AF2BC-8B70-406F-B671-E22157588F1A}" srcOrd="0" destOrd="0" presId="urn:microsoft.com/office/officeart/2018/5/layout/CenteredIconLabelDescriptionList"/>
    <dgm:cxn modelId="{A2682285-51CF-46C7-B285-B1F75F471FDB}" type="presParOf" srcId="{160AF2BC-8B70-406F-B671-E22157588F1A}" destId="{300C66A9-E203-4295-AB18-7E3269F2FB9D}" srcOrd="0" destOrd="0" presId="urn:microsoft.com/office/officeart/2018/5/layout/CenteredIconLabelDescriptionList"/>
    <dgm:cxn modelId="{C84EEF63-A3D1-40D4-BB93-CBFC99E59F18}" type="presParOf" srcId="{160AF2BC-8B70-406F-B671-E22157588F1A}" destId="{7AA15970-1EAF-4FA5-9692-E6566EADF9CF}" srcOrd="1" destOrd="0" presId="urn:microsoft.com/office/officeart/2018/5/layout/CenteredIconLabelDescriptionList"/>
    <dgm:cxn modelId="{9434A784-CF77-4C2D-AB8D-5A560A83D5C7}" type="presParOf" srcId="{160AF2BC-8B70-406F-B671-E22157588F1A}" destId="{E6958455-20A9-46BA-B486-18FFA3FE4D49}" srcOrd="2" destOrd="0" presId="urn:microsoft.com/office/officeart/2018/5/layout/CenteredIconLabelDescriptionList"/>
    <dgm:cxn modelId="{5E69C574-C5EB-4ED3-AFAE-D6EA3F8806BD}" type="presParOf" srcId="{160AF2BC-8B70-406F-B671-E22157588F1A}" destId="{CB2133C4-C509-4CD3-B9A4-1C6F905DD813}" srcOrd="3" destOrd="0" presId="urn:microsoft.com/office/officeart/2018/5/layout/CenteredIconLabelDescriptionList"/>
    <dgm:cxn modelId="{A5D59AB3-F1F3-493E-841F-A741A935513E}" type="presParOf" srcId="{160AF2BC-8B70-406F-B671-E22157588F1A}" destId="{C66E48DC-3A16-4798-A48C-6A91F48D6807}" srcOrd="4" destOrd="0" presId="urn:microsoft.com/office/officeart/2018/5/layout/CenteredIconLabelDescriptionList"/>
    <dgm:cxn modelId="{F124FD1E-4C3C-479B-813B-5C835105BE6F}" type="presParOf" srcId="{A6432331-7A4E-4584-8FD2-655DC770D9F9}" destId="{1DC3D46A-D9CE-4BAD-98BD-BEDB06F91E7B}" srcOrd="1" destOrd="0" presId="urn:microsoft.com/office/officeart/2018/5/layout/CenteredIconLabelDescriptionList"/>
    <dgm:cxn modelId="{91DAA1EF-44F4-46CB-BED3-81CD36564FCB}" type="presParOf" srcId="{A6432331-7A4E-4584-8FD2-655DC770D9F9}" destId="{C2F87DBB-BC33-42F8-B1BF-76443798439B}" srcOrd="2" destOrd="0" presId="urn:microsoft.com/office/officeart/2018/5/layout/CenteredIconLabelDescriptionList"/>
    <dgm:cxn modelId="{5690E00F-EEA2-4CD4-8D2C-A60733B16C92}" type="presParOf" srcId="{C2F87DBB-BC33-42F8-B1BF-76443798439B}" destId="{FB5C0CEA-E4BB-4765-8E06-F4E43265D073}" srcOrd="0" destOrd="0" presId="urn:microsoft.com/office/officeart/2018/5/layout/CenteredIconLabelDescriptionList"/>
    <dgm:cxn modelId="{099AD37E-6EC9-4B14-BD8D-BC9CC81B1D7B}" type="presParOf" srcId="{C2F87DBB-BC33-42F8-B1BF-76443798439B}" destId="{E2BE08BC-BF47-4671-8AFC-0509BD364646}" srcOrd="1" destOrd="0" presId="urn:microsoft.com/office/officeart/2018/5/layout/CenteredIconLabelDescriptionList"/>
    <dgm:cxn modelId="{05474EB5-2AD0-4E9A-B905-761189FFBA39}" type="presParOf" srcId="{C2F87DBB-BC33-42F8-B1BF-76443798439B}" destId="{346508C3-7BAB-4093-A6B9-0D83C90A260C}" srcOrd="2" destOrd="0" presId="urn:microsoft.com/office/officeart/2018/5/layout/CenteredIconLabelDescriptionList"/>
    <dgm:cxn modelId="{ADF9C09B-A6AA-4DA0-8FCF-452300D31CAA}" type="presParOf" srcId="{C2F87DBB-BC33-42F8-B1BF-76443798439B}" destId="{37AF148C-02C0-4CB4-9807-A0573B478FE2}" srcOrd="3" destOrd="0" presId="urn:microsoft.com/office/officeart/2018/5/layout/CenteredIconLabelDescriptionList"/>
    <dgm:cxn modelId="{1EA698AD-0916-455F-AF7A-0A45D9EBE7EA}" type="presParOf" srcId="{C2F87DBB-BC33-42F8-B1BF-76443798439B}" destId="{2D028A97-CCFC-460C-B058-ADD110D8FE58}" srcOrd="4" destOrd="0" presId="urn:microsoft.com/office/officeart/2018/5/layout/CenteredIconLabelDescriptionList"/>
    <dgm:cxn modelId="{6B6C1E93-CA48-41AA-961B-0BFB4605CCBB}" type="presParOf" srcId="{A6432331-7A4E-4584-8FD2-655DC770D9F9}" destId="{46532A23-70FE-4089-9A6D-B4C8AF50FEA1}" srcOrd="3" destOrd="0" presId="urn:microsoft.com/office/officeart/2018/5/layout/CenteredIconLabelDescriptionList"/>
    <dgm:cxn modelId="{77BF071A-E7B7-4D80-89F7-1304EF35DCD6}" type="presParOf" srcId="{A6432331-7A4E-4584-8FD2-655DC770D9F9}" destId="{CFDEF696-5954-4A58-B329-C456D8D7FDD3}" srcOrd="4" destOrd="0" presId="urn:microsoft.com/office/officeart/2018/5/layout/CenteredIconLabelDescriptionList"/>
    <dgm:cxn modelId="{FD2E417C-A422-478E-902E-E9D94D023CE2}" type="presParOf" srcId="{CFDEF696-5954-4A58-B329-C456D8D7FDD3}" destId="{C0D56613-3E9D-4379-A6B0-FCEB3D6CE5C7}" srcOrd="0" destOrd="0" presId="urn:microsoft.com/office/officeart/2018/5/layout/CenteredIconLabelDescriptionList"/>
    <dgm:cxn modelId="{DF6E1877-0BEC-4AB0-B494-37421121FDE9}" type="presParOf" srcId="{CFDEF696-5954-4A58-B329-C456D8D7FDD3}" destId="{A5F6160A-77B9-41B6-AD42-79FD7A866784}" srcOrd="1" destOrd="0" presId="urn:microsoft.com/office/officeart/2018/5/layout/CenteredIconLabelDescriptionList"/>
    <dgm:cxn modelId="{74C1E593-C39E-4C5C-A05A-00F0347FF04B}" type="presParOf" srcId="{CFDEF696-5954-4A58-B329-C456D8D7FDD3}" destId="{449B973D-81DE-4962-B513-279F4092B6A5}" srcOrd="2" destOrd="0" presId="urn:microsoft.com/office/officeart/2018/5/layout/CenteredIconLabelDescriptionList"/>
    <dgm:cxn modelId="{487E1074-0981-4E91-92EA-2816477DB6BE}" type="presParOf" srcId="{CFDEF696-5954-4A58-B329-C456D8D7FDD3}" destId="{28B1E614-D63D-4332-99F7-5767D1CDD454}" srcOrd="3" destOrd="0" presId="urn:microsoft.com/office/officeart/2018/5/layout/CenteredIconLabelDescriptionList"/>
    <dgm:cxn modelId="{DC2029B8-CE98-4456-BBC9-E9EA362FB920}" type="presParOf" srcId="{CFDEF696-5954-4A58-B329-C456D8D7FDD3}" destId="{FE1EFDD2-4555-4888-891F-113AF677AD3F}" srcOrd="4" destOrd="0" presId="urn:microsoft.com/office/officeart/2018/5/layout/CenteredIconLabelDescriptionList"/>
  </dgm:cxnLst>
  <dgm:bg/>
  <dgm:whole/>
  <dgm:extLst>
    <a:ext uri="http://schemas.microsoft.com/office/drawing/2008/diagram">
      <dsp:dataModelExt xmlns:dsp="http://schemas.microsoft.com/office/drawing/2008/diagram" relId="rId6" minVer="http://schemas.openxmlformats.org/drawingml/2006/diagram"/>
    </a:ext>
  </dgm:extLst>
</dgm:dataModel>
</file>

<file path=ppt/diagrams/data59.xml><?xml version="1.0" encoding="utf-8"?>
<dgm:dataModel xmlns:dgm="http://schemas.openxmlformats.org/drawingml/2006/diagram" xmlns:a="http://schemas.openxmlformats.org/drawingml/2006/main">
  <dgm:ptLst>
    <dgm:pt modelId="{BCB74D3F-4921-483E-8830-F813E71FAAF5}" type="doc">
      <dgm:prSet loTypeId="urn:microsoft.com/office/officeart/2018/5/layout/CenteredIconLabelDescriptionList" loCatId="icon" qsTypeId="urn:microsoft.com/office/officeart/2005/8/quickstyle/simple1" qsCatId="simple" csTypeId="urn:microsoft.com/office/officeart/2018/5/colors/Iconchunking_neutralbg_colorful2" csCatId="colorful" phldr="1"/>
      <dgm:spPr/>
      <dgm:t>
        <a:bodyPr/>
        <a:lstStyle/>
        <a:p>
          <a:endParaRPr lang="en-US"/>
        </a:p>
      </dgm:t>
    </dgm:pt>
    <dgm:pt modelId="{F9FF5BDE-6885-471B-B04B-56C8B5E827B6}">
      <dgm:prSet/>
      <dgm:spPr/>
      <dgm:t>
        <a:bodyPr/>
        <a:lstStyle/>
        <a:p>
          <a:pPr>
            <a:lnSpc>
              <a:spcPct val="100000"/>
            </a:lnSpc>
            <a:defRPr b="1"/>
          </a:pPr>
          <a:r>
            <a:rPr lang="en-US"/>
            <a:t>Bitcoin transaction validation </a:t>
          </a:r>
        </a:p>
      </dgm:t>
    </dgm:pt>
    <dgm:pt modelId="{91B8D774-567D-4AB9-8185-5FE340827AF3}" type="parTrans" cxnId="{2463E9C8-B03D-4E7C-94AE-E259BB7A5BBF}">
      <dgm:prSet/>
      <dgm:spPr/>
      <dgm:t>
        <a:bodyPr/>
        <a:lstStyle/>
        <a:p>
          <a:endParaRPr lang="en-US"/>
        </a:p>
      </dgm:t>
    </dgm:pt>
    <dgm:pt modelId="{237AB0DA-9F39-4588-B456-96A6913B6157}" type="sibTrans" cxnId="{2463E9C8-B03D-4E7C-94AE-E259BB7A5BBF}">
      <dgm:prSet/>
      <dgm:spPr/>
      <dgm:t>
        <a:bodyPr/>
        <a:lstStyle/>
        <a:p>
          <a:endParaRPr lang="en-US"/>
        </a:p>
      </dgm:t>
    </dgm:pt>
    <dgm:pt modelId="{E9909F79-589D-4FB3-B99C-753182EB3C54}">
      <dgm:prSet/>
      <dgm:spPr/>
      <dgm:t>
        <a:bodyPr/>
        <a:lstStyle/>
        <a:p>
          <a:pPr>
            <a:lnSpc>
              <a:spcPct val="100000"/>
            </a:lnSpc>
          </a:pPr>
          <a:r>
            <a:rPr lang="en-US"/>
            <a:t>is not based on a static pattern, </a:t>
          </a:r>
        </a:p>
      </dgm:t>
    </dgm:pt>
    <dgm:pt modelId="{FCBFCED6-EC9C-43C1-9176-F85A2A5F1451}" type="parTrans" cxnId="{8CACA6DE-25C5-4041-8803-B048F1B9CF44}">
      <dgm:prSet/>
      <dgm:spPr/>
      <dgm:t>
        <a:bodyPr/>
        <a:lstStyle/>
        <a:p>
          <a:endParaRPr lang="en-US"/>
        </a:p>
      </dgm:t>
    </dgm:pt>
    <dgm:pt modelId="{685F2DC8-F7B7-43F7-96A2-02836F097240}" type="sibTrans" cxnId="{8CACA6DE-25C5-4041-8803-B048F1B9CF44}">
      <dgm:prSet/>
      <dgm:spPr/>
      <dgm:t>
        <a:bodyPr/>
        <a:lstStyle/>
        <a:p>
          <a:endParaRPr lang="en-US"/>
        </a:p>
      </dgm:t>
    </dgm:pt>
    <dgm:pt modelId="{DFC15EE7-CABC-4D89-9A39-7951099E71C3}">
      <dgm:prSet/>
      <dgm:spPr/>
      <dgm:t>
        <a:bodyPr/>
        <a:lstStyle/>
        <a:p>
          <a:pPr>
            <a:lnSpc>
              <a:spcPct val="100000"/>
            </a:lnSpc>
            <a:defRPr b="1"/>
          </a:pPr>
          <a:r>
            <a:rPr lang="en-US"/>
            <a:t>achieved through </a:t>
          </a:r>
        </a:p>
      </dgm:t>
    </dgm:pt>
    <dgm:pt modelId="{18107D5C-D01F-4342-B8AB-93F245357050}" type="parTrans" cxnId="{741E00BD-FFEA-440D-A16F-FBC4E897DE60}">
      <dgm:prSet/>
      <dgm:spPr/>
      <dgm:t>
        <a:bodyPr/>
        <a:lstStyle/>
        <a:p>
          <a:endParaRPr lang="en-US"/>
        </a:p>
      </dgm:t>
    </dgm:pt>
    <dgm:pt modelId="{40CFA8BE-8037-4F11-8E98-5537058AA262}" type="sibTrans" cxnId="{741E00BD-FFEA-440D-A16F-FBC4E897DE60}">
      <dgm:prSet/>
      <dgm:spPr/>
      <dgm:t>
        <a:bodyPr/>
        <a:lstStyle/>
        <a:p>
          <a:endParaRPr lang="en-US"/>
        </a:p>
      </dgm:t>
    </dgm:pt>
    <dgm:pt modelId="{ECDC7F67-AC2F-4DD3-B104-BD55F5D6C3BA}">
      <dgm:prSet/>
      <dgm:spPr/>
      <dgm:t>
        <a:bodyPr/>
        <a:lstStyle/>
        <a:p>
          <a:pPr>
            <a:lnSpc>
              <a:spcPct val="100000"/>
            </a:lnSpc>
          </a:pPr>
          <a:r>
            <a:rPr lang="en-US"/>
            <a:t>the execution of a scripting language.</a:t>
          </a:r>
        </a:p>
      </dgm:t>
    </dgm:pt>
    <dgm:pt modelId="{7D5A7AFB-787E-4699-895E-B4C725D529FF}" type="parTrans" cxnId="{09BEEA39-8B4F-43AC-B215-2DA78F677A75}">
      <dgm:prSet/>
      <dgm:spPr/>
      <dgm:t>
        <a:bodyPr/>
        <a:lstStyle/>
        <a:p>
          <a:endParaRPr lang="en-US"/>
        </a:p>
      </dgm:t>
    </dgm:pt>
    <dgm:pt modelId="{83DBD623-EA78-41A5-91AC-AE55DB356029}" type="sibTrans" cxnId="{09BEEA39-8B4F-43AC-B215-2DA78F677A75}">
      <dgm:prSet/>
      <dgm:spPr/>
      <dgm:t>
        <a:bodyPr/>
        <a:lstStyle/>
        <a:p>
          <a:endParaRPr lang="en-US"/>
        </a:p>
      </dgm:t>
    </dgm:pt>
    <dgm:pt modelId="{982E6661-4A8A-49A4-8CA9-149348599E87}">
      <dgm:prSet/>
      <dgm:spPr/>
      <dgm:t>
        <a:bodyPr/>
        <a:lstStyle/>
        <a:p>
          <a:pPr>
            <a:lnSpc>
              <a:spcPct val="100000"/>
            </a:lnSpc>
            <a:defRPr b="1"/>
          </a:pPr>
          <a:r>
            <a:rPr lang="en-US"/>
            <a:t>This language allows </a:t>
          </a:r>
        </a:p>
      </dgm:t>
    </dgm:pt>
    <dgm:pt modelId="{BAE19114-7CDF-4A88-8DAB-58DA98BF5BF0}" type="parTrans" cxnId="{D914C645-C2BC-4EF7-AC98-63CA0B54AEB0}">
      <dgm:prSet/>
      <dgm:spPr/>
      <dgm:t>
        <a:bodyPr/>
        <a:lstStyle/>
        <a:p>
          <a:endParaRPr lang="en-US"/>
        </a:p>
      </dgm:t>
    </dgm:pt>
    <dgm:pt modelId="{3F88BFEE-564C-480C-A2BD-5B3A6C46998A}" type="sibTrans" cxnId="{D914C645-C2BC-4EF7-AC98-63CA0B54AEB0}">
      <dgm:prSet/>
      <dgm:spPr/>
      <dgm:t>
        <a:bodyPr/>
        <a:lstStyle/>
        <a:p>
          <a:endParaRPr lang="en-US"/>
        </a:p>
      </dgm:t>
    </dgm:pt>
    <dgm:pt modelId="{D146AFF5-FE46-45EE-9219-5CAA1A0D1C52}">
      <dgm:prSet/>
      <dgm:spPr/>
      <dgm:t>
        <a:bodyPr/>
        <a:lstStyle/>
        <a:p>
          <a:pPr>
            <a:lnSpc>
              <a:spcPct val="100000"/>
            </a:lnSpc>
          </a:pPr>
          <a:r>
            <a:rPr lang="en-US"/>
            <a:t>for a nearly infinite variety of conditions </a:t>
          </a:r>
        </a:p>
      </dgm:t>
    </dgm:pt>
    <dgm:pt modelId="{C8C85DFE-693C-4DE0-8278-8C3E598E0707}" type="parTrans" cxnId="{D9E72587-D082-415D-B75B-CAB987364466}">
      <dgm:prSet/>
      <dgm:spPr/>
      <dgm:t>
        <a:bodyPr/>
        <a:lstStyle/>
        <a:p>
          <a:endParaRPr lang="en-US"/>
        </a:p>
      </dgm:t>
    </dgm:pt>
    <dgm:pt modelId="{564D9AF5-202A-46A9-9D04-2955EA720200}" type="sibTrans" cxnId="{D9E72587-D082-415D-B75B-CAB987364466}">
      <dgm:prSet/>
      <dgm:spPr/>
      <dgm:t>
        <a:bodyPr/>
        <a:lstStyle/>
        <a:p>
          <a:endParaRPr lang="en-US"/>
        </a:p>
      </dgm:t>
    </dgm:pt>
    <dgm:pt modelId="{34EE5583-255E-415F-9452-50FFC78D914D}">
      <dgm:prSet/>
      <dgm:spPr/>
      <dgm:t>
        <a:bodyPr/>
        <a:lstStyle/>
        <a:p>
          <a:pPr>
            <a:lnSpc>
              <a:spcPct val="100000"/>
            </a:lnSpc>
          </a:pPr>
          <a:r>
            <a:rPr lang="en-US"/>
            <a:t>to be</a:t>
          </a:r>
          <a:r>
            <a:rPr lang="tr-TR"/>
            <a:t> </a:t>
          </a:r>
          <a:r>
            <a:rPr lang="en-US"/>
            <a:t>expressed. </a:t>
          </a:r>
        </a:p>
      </dgm:t>
    </dgm:pt>
    <dgm:pt modelId="{5E97A73C-0840-49A5-B1D4-8106ECD74B5B}" type="parTrans" cxnId="{59743199-3341-4CB3-8E0D-B30481FF5F6B}">
      <dgm:prSet/>
      <dgm:spPr/>
      <dgm:t>
        <a:bodyPr/>
        <a:lstStyle/>
        <a:p>
          <a:endParaRPr lang="en-US"/>
        </a:p>
      </dgm:t>
    </dgm:pt>
    <dgm:pt modelId="{192DED65-AF3F-4761-AD00-DA0CF57D0DA8}" type="sibTrans" cxnId="{59743199-3341-4CB3-8E0D-B30481FF5F6B}">
      <dgm:prSet/>
      <dgm:spPr/>
      <dgm:t>
        <a:bodyPr/>
        <a:lstStyle/>
        <a:p>
          <a:endParaRPr lang="en-US"/>
        </a:p>
      </dgm:t>
    </dgm:pt>
    <dgm:pt modelId="{9AF94DA5-7D8B-4C2C-9767-671A65DEA785}">
      <dgm:prSet/>
      <dgm:spPr/>
      <dgm:t>
        <a:bodyPr/>
        <a:lstStyle/>
        <a:p>
          <a:pPr>
            <a:lnSpc>
              <a:spcPct val="100000"/>
            </a:lnSpc>
            <a:defRPr b="1"/>
          </a:pPr>
          <a:r>
            <a:rPr lang="en-US"/>
            <a:t>This is how bitcoin gets </a:t>
          </a:r>
        </a:p>
      </dgm:t>
    </dgm:pt>
    <dgm:pt modelId="{030B7E5E-9ABC-498C-AA18-661BCF79F6C1}" type="parTrans" cxnId="{55558CEA-0D58-4AC0-9549-0462A3B57104}">
      <dgm:prSet/>
      <dgm:spPr/>
      <dgm:t>
        <a:bodyPr/>
        <a:lstStyle/>
        <a:p>
          <a:endParaRPr lang="en-US"/>
        </a:p>
      </dgm:t>
    </dgm:pt>
    <dgm:pt modelId="{994416A9-2193-4664-8F5A-457D9CB52D72}" type="sibTrans" cxnId="{55558CEA-0D58-4AC0-9549-0462A3B57104}">
      <dgm:prSet/>
      <dgm:spPr/>
      <dgm:t>
        <a:bodyPr/>
        <a:lstStyle/>
        <a:p>
          <a:endParaRPr lang="en-US"/>
        </a:p>
      </dgm:t>
    </dgm:pt>
    <dgm:pt modelId="{61DB0E07-5A7E-48A4-AC0F-DDDCD7076E3C}">
      <dgm:prSet/>
      <dgm:spPr/>
      <dgm:t>
        <a:bodyPr/>
        <a:lstStyle/>
        <a:p>
          <a:pPr>
            <a:lnSpc>
              <a:spcPct val="100000"/>
            </a:lnSpc>
          </a:pPr>
          <a:r>
            <a:rPr lang="en-US"/>
            <a:t>the power of “programmable</a:t>
          </a:r>
          <a:r>
            <a:rPr lang="tr-TR"/>
            <a:t> money.”</a:t>
          </a:r>
          <a:endParaRPr lang="en-US"/>
        </a:p>
      </dgm:t>
    </dgm:pt>
    <dgm:pt modelId="{1E27CBB0-887F-4169-A544-666ABA4B2C89}" type="parTrans" cxnId="{96C0EEDA-A555-48B1-9CF2-DE5D2BBDCC44}">
      <dgm:prSet/>
      <dgm:spPr/>
      <dgm:t>
        <a:bodyPr/>
        <a:lstStyle/>
        <a:p>
          <a:endParaRPr lang="en-US"/>
        </a:p>
      </dgm:t>
    </dgm:pt>
    <dgm:pt modelId="{4325EE7A-2AAB-4C9B-B497-481C7ECD4164}" type="sibTrans" cxnId="{96C0EEDA-A555-48B1-9CF2-DE5D2BBDCC44}">
      <dgm:prSet/>
      <dgm:spPr/>
      <dgm:t>
        <a:bodyPr/>
        <a:lstStyle/>
        <a:p>
          <a:endParaRPr lang="en-US"/>
        </a:p>
      </dgm:t>
    </dgm:pt>
    <dgm:pt modelId="{6CA33690-70DF-4415-91BC-4F21461574B9}" type="pres">
      <dgm:prSet presAssocID="{BCB74D3F-4921-483E-8830-F813E71FAAF5}" presName="root" presStyleCnt="0">
        <dgm:presLayoutVars>
          <dgm:dir/>
          <dgm:resizeHandles val="exact"/>
        </dgm:presLayoutVars>
      </dgm:prSet>
      <dgm:spPr/>
    </dgm:pt>
    <dgm:pt modelId="{C281D9C6-4EC9-4DAB-A294-27139E6436C0}" type="pres">
      <dgm:prSet presAssocID="{F9FF5BDE-6885-471B-B04B-56C8B5E827B6}" presName="compNode" presStyleCnt="0"/>
      <dgm:spPr/>
    </dgm:pt>
    <dgm:pt modelId="{E833C9F8-E8F3-41A7-862B-A88445B951FA}" type="pres">
      <dgm:prSet presAssocID="{F9FF5BDE-6885-471B-B04B-56C8B5E827B6}" presName="iconRect" presStyleLbl="node1" presStyleIdx="0" presStyleCnt="4"/>
      <dgm:spPr>
        <a:blipFill>
          <a:blip xmlns:r="http://schemas.openxmlformats.org/officeDocument/2006/relationships" r:embed="rId1" cstate="email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2"/>
              </a:ext>
            </a:extLst>
          </a:blip>
          <a:stretch>
            <a:fillRect/>
          </a:stretch>
        </a:blipFill>
        <a:ln>
          <a:noFill/>
        </a:ln>
      </dgm:spPr>
      <dgm:extLst>
        <a:ext uri="{E40237B7-FDA0-4F09-8148-C483321AD2D9}">
          <dgm14:cNvPr xmlns:dgm14="http://schemas.microsoft.com/office/drawing/2010/diagram" id="0" name="" descr="Forbidden"/>
        </a:ext>
      </dgm:extLst>
    </dgm:pt>
    <dgm:pt modelId="{2E4B543C-ABCD-40CA-AC23-2D0E0EDAA5C0}" type="pres">
      <dgm:prSet presAssocID="{F9FF5BDE-6885-471B-B04B-56C8B5E827B6}" presName="iconSpace" presStyleCnt="0"/>
      <dgm:spPr/>
    </dgm:pt>
    <dgm:pt modelId="{44706854-183C-4A21-BDCE-DABBBA84D33A}" type="pres">
      <dgm:prSet presAssocID="{F9FF5BDE-6885-471B-B04B-56C8B5E827B6}" presName="parTx" presStyleLbl="revTx" presStyleIdx="0" presStyleCnt="8">
        <dgm:presLayoutVars>
          <dgm:chMax val="0"/>
          <dgm:chPref val="0"/>
        </dgm:presLayoutVars>
      </dgm:prSet>
      <dgm:spPr/>
    </dgm:pt>
    <dgm:pt modelId="{85770A30-1843-4506-A381-B64B9F0917A0}" type="pres">
      <dgm:prSet presAssocID="{F9FF5BDE-6885-471B-B04B-56C8B5E827B6}" presName="txSpace" presStyleCnt="0"/>
      <dgm:spPr/>
    </dgm:pt>
    <dgm:pt modelId="{31C892C5-9847-451E-9DDC-D8B416B82CB9}" type="pres">
      <dgm:prSet presAssocID="{F9FF5BDE-6885-471B-B04B-56C8B5E827B6}" presName="desTx" presStyleLbl="revTx" presStyleIdx="1" presStyleCnt="8">
        <dgm:presLayoutVars/>
      </dgm:prSet>
      <dgm:spPr/>
    </dgm:pt>
    <dgm:pt modelId="{B1475406-4BDD-4515-8795-1E1AD86AFF1C}" type="pres">
      <dgm:prSet presAssocID="{237AB0DA-9F39-4588-B456-96A6913B6157}" presName="sibTrans" presStyleCnt="0"/>
      <dgm:spPr/>
    </dgm:pt>
    <dgm:pt modelId="{3E83BBD2-8ACB-4408-98BC-053D1C7F6123}" type="pres">
      <dgm:prSet presAssocID="{DFC15EE7-CABC-4D89-9A39-7951099E71C3}" presName="compNode" presStyleCnt="0"/>
      <dgm:spPr/>
    </dgm:pt>
    <dgm:pt modelId="{0E6D552F-BB7C-4992-A3F8-D1C52AE933E1}" type="pres">
      <dgm:prSet presAssocID="{DFC15EE7-CABC-4D89-9A39-7951099E71C3}" presName="iconRect" presStyleLbl="node1" presStyleIdx="1" presStyleCnt="4"/>
      <dgm:spPr>
        <a:blipFill>
          <a:blip xmlns:r="http://schemas.openxmlformats.org/officeDocument/2006/relationships" r:embed="rId3" cstate="email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4"/>
              </a:ext>
            </a:extLst>
          </a:blip>
          <a:stretch>
            <a:fillRect/>
          </a:stretch>
        </a:blipFill>
        <a:ln>
          <a:noFill/>
        </a:ln>
      </dgm:spPr>
      <dgm:extLst>
        <a:ext uri="{E40237B7-FDA0-4F09-8148-C483321AD2D9}">
          <dgm14:cNvPr xmlns:dgm14="http://schemas.microsoft.com/office/drawing/2010/diagram" id="0" name="" descr="Subtitles"/>
        </a:ext>
      </dgm:extLst>
    </dgm:pt>
    <dgm:pt modelId="{6ECF46EB-E083-4733-8269-DC8FE9750A97}" type="pres">
      <dgm:prSet presAssocID="{DFC15EE7-CABC-4D89-9A39-7951099E71C3}" presName="iconSpace" presStyleCnt="0"/>
      <dgm:spPr/>
    </dgm:pt>
    <dgm:pt modelId="{7689E8EB-F818-40CC-8585-7030FDB97793}" type="pres">
      <dgm:prSet presAssocID="{DFC15EE7-CABC-4D89-9A39-7951099E71C3}" presName="parTx" presStyleLbl="revTx" presStyleIdx="2" presStyleCnt="8">
        <dgm:presLayoutVars>
          <dgm:chMax val="0"/>
          <dgm:chPref val="0"/>
        </dgm:presLayoutVars>
      </dgm:prSet>
      <dgm:spPr/>
    </dgm:pt>
    <dgm:pt modelId="{7F212849-EC09-4909-A9E3-6A2D871B75F1}" type="pres">
      <dgm:prSet presAssocID="{DFC15EE7-CABC-4D89-9A39-7951099E71C3}" presName="txSpace" presStyleCnt="0"/>
      <dgm:spPr/>
    </dgm:pt>
    <dgm:pt modelId="{9F25568A-6B4B-41B3-91CC-84B8D2306769}" type="pres">
      <dgm:prSet presAssocID="{DFC15EE7-CABC-4D89-9A39-7951099E71C3}" presName="desTx" presStyleLbl="revTx" presStyleIdx="3" presStyleCnt="8">
        <dgm:presLayoutVars/>
      </dgm:prSet>
      <dgm:spPr/>
    </dgm:pt>
    <dgm:pt modelId="{50F8EC83-F169-4FA7-98BC-E900BE97C7AC}" type="pres">
      <dgm:prSet presAssocID="{40CFA8BE-8037-4F11-8E98-5537058AA262}" presName="sibTrans" presStyleCnt="0"/>
      <dgm:spPr/>
    </dgm:pt>
    <dgm:pt modelId="{067F0676-5663-4082-A7ED-095878DC89C4}" type="pres">
      <dgm:prSet presAssocID="{982E6661-4A8A-49A4-8CA9-149348599E87}" presName="compNode" presStyleCnt="0"/>
      <dgm:spPr/>
    </dgm:pt>
    <dgm:pt modelId="{B72D70A2-0E1D-4C17-9541-E89765E45984}" type="pres">
      <dgm:prSet presAssocID="{982E6661-4A8A-49A4-8CA9-149348599E87}" presName="iconRect" presStyleLbl="node1" presStyleIdx="2" presStyleCnt="4"/>
      <dgm:spPr>
        <a:blipFill>
          <a:blip xmlns:r="http://schemas.openxmlformats.org/officeDocument/2006/relationships" r:embed="rId5" cstate="email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6"/>
              </a:ext>
            </a:extLst>
          </a:blip>
          <a:stretch>
            <a:fillRect/>
          </a:stretch>
        </a:blipFill>
        <a:ln>
          <a:noFill/>
        </a:ln>
      </dgm:spPr>
      <dgm:extLst>
        <a:ext uri="{E40237B7-FDA0-4F09-8148-C483321AD2D9}">
          <dgm14:cNvPr xmlns:dgm14="http://schemas.microsoft.com/office/drawing/2010/diagram" id="0" name="" descr="Light Bulb and Gear"/>
        </a:ext>
      </dgm:extLst>
    </dgm:pt>
    <dgm:pt modelId="{8D362DE5-E8D5-4988-A5AD-5F97692E8A00}" type="pres">
      <dgm:prSet presAssocID="{982E6661-4A8A-49A4-8CA9-149348599E87}" presName="iconSpace" presStyleCnt="0"/>
      <dgm:spPr/>
    </dgm:pt>
    <dgm:pt modelId="{09BAD31B-73D3-40BE-A5E8-8417DA7AE58C}" type="pres">
      <dgm:prSet presAssocID="{982E6661-4A8A-49A4-8CA9-149348599E87}" presName="parTx" presStyleLbl="revTx" presStyleIdx="4" presStyleCnt="8">
        <dgm:presLayoutVars>
          <dgm:chMax val="0"/>
          <dgm:chPref val="0"/>
        </dgm:presLayoutVars>
      </dgm:prSet>
      <dgm:spPr/>
    </dgm:pt>
    <dgm:pt modelId="{CE152C61-0F72-41BC-833D-DBF39E7DB431}" type="pres">
      <dgm:prSet presAssocID="{982E6661-4A8A-49A4-8CA9-149348599E87}" presName="txSpace" presStyleCnt="0"/>
      <dgm:spPr/>
    </dgm:pt>
    <dgm:pt modelId="{9BABBBA3-D32F-4519-8164-7B4FE87C01EA}" type="pres">
      <dgm:prSet presAssocID="{982E6661-4A8A-49A4-8CA9-149348599E87}" presName="desTx" presStyleLbl="revTx" presStyleIdx="5" presStyleCnt="8">
        <dgm:presLayoutVars/>
      </dgm:prSet>
      <dgm:spPr/>
    </dgm:pt>
    <dgm:pt modelId="{7533DFC4-1871-4EAF-BD03-514D324E110B}" type="pres">
      <dgm:prSet presAssocID="{3F88BFEE-564C-480C-A2BD-5B3A6C46998A}" presName="sibTrans" presStyleCnt="0"/>
      <dgm:spPr/>
    </dgm:pt>
    <dgm:pt modelId="{0E64AEEB-26F6-4C8C-8F22-C8C4BC621AD0}" type="pres">
      <dgm:prSet presAssocID="{9AF94DA5-7D8B-4C2C-9767-671A65DEA785}" presName="compNode" presStyleCnt="0"/>
      <dgm:spPr/>
    </dgm:pt>
    <dgm:pt modelId="{A2D61D5C-03A6-4177-80D7-D1B387953A54}" type="pres">
      <dgm:prSet presAssocID="{9AF94DA5-7D8B-4C2C-9767-671A65DEA785}" presName="iconRect" presStyleLbl="node1" presStyleIdx="3" presStyleCnt="4"/>
      <dgm:spPr>
        <a:blipFill>
          <a:blip xmlns:r="http://schemas.openxmlformats.org/officeDocument/2006/relationships" r:embed="rId7" cstate="email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8"/>
              </a:ext>
            </a:extLst>
          </a:blip>
          <a:stretch>
            <a:fillRect/>
          </a:stretch>
        </a:blipFill>
        <a:ln>
          <a:noFill/>
        </a:ln>
      </dgm:spPr>
      <dgm:extLst>
        <a:ext uri="{E40237B7-FDA0-4F09-8148-C483321AD2D9}">
          <dgm14:cNvPr xmlns:dgm14="http://schemas.microsoft.com/office/drawing/2010/diagram" id="0" name="" descr="Bitcoin"/>
        </a:ext>
      </dgm:extLst>
    </dgm:pt>
    <dgm:pt modelId="{B2E6EB1F-2065-4E56-9130-9414E59EBD16}" type="pres">
      <dgm:prSet presAssocID="{9AF94DA5-7D8B-4C2C-9767-671A65DEA785}" presName="iconSpace" presStyleCnt="0"/>
      <dgm:spPr/>
    </dgm:pt>
    <dgm:pt modelId="{536DBD3E-44BA-4FD0-9393-7299084ED742}" type="pres">
      <dgm:prSet presAssocID="{9AF94DA5-7D8B-4C2C-9767-671A65DEA785}" presName="parTx" presStyleLbl="revTx" presStyleIdx="6" presStyleCnt="8">
        <dgm:presLayoutVars>
          <dgm:chMax val="0"/>
          <dgm:chPref val="0"/>
        </dgm:presLayoutVars>
      </dgm:prSet>
      <dgm:spPr/>
    </dgm:pt>
    <dgm:pt modelId="{668D020E-4278-4217-823E-9B074847CFD3}" type="pres">
      <dgm:prSet presAssocID="{9AF94DA5-7D8B-4C2C-9767-671A65DEA785}" presName="txSpace" presStyleCnt="0"/>
      <dgm:spPr/>
    </dgm:pt>
    <dgm:pt modelId="{1ACDDE43-0C94-4299-9480-6B0FC77106F9}" type="pres">
      <dgm:prSet presAssocID="{9AF94DA5-7D8B-4C2C-9767-671A65DEA785}" presName="desTx" presStyleLbl="revTx" presStyleIdx="7" presStyleCnt="8">
        <dgm:presLayoutVars/>
      </dgm:prSet>
      <dgm:spPr/>
    </dgm:pt>
  </dgm:ptLst>
  <dgm:cxnLst>
    <dgm:cxn modelId="{5F22C00A-2D21-48D7-B329-02714147A100}" type="presOf" srcId="{ECDC7F67-AC2F-4DD3-B104-BD55F5D6C3BA}" destId="{9F25568A-6B4B-41B3-91CC-84B8D2306769}" srcOrd="0" destOrd="0" presId="urn:microsoft.com/office/officeart/2018/5/layout/CenteredIconLabelDescriptionList"/>
    <dgm:cxn modelId="{DF7BAD14-2700-45A2-B221-08AE2648D33A}" type="presOf" srcId="{61DB0E07-5A7E-48A4-AC0F-DDDCD7076E3C}" destId="{1ACDDE43-0C94-4299-9480-6B0FC77106F9}" srcOrd="0" destOrd="0" presId="urn:microsoft.com/office/officeart/2018/5/layout/CenteredIconLabelDescriptionList"/>
    <dgm:cxn modelId="{09BEEA39-8B4F-43AC-B215-2DA78F677A75}" srcId="{DFC15EE7-CABC-4D89-9A39-7951099E71C3}" destId="{ECDC7F67-AC2F-4DD3-B104-BD55F5D6C3BA}" srcOrd="0" destOrd="0" parTransId="{7D5A7AFB-787E-4699-895E-B4C725D529FF}" sibTransId="{83DBD623-EA78-41A5-91AC-AE55DB356029}"/>
    <dgm:cxn modelId="{D914C645-C2BC-4EF7-AC98-63CA0B54AEB0}" srcId="{BCB74D3F-4921-483E-8830-F813E71FAAF5}" destId="{982E6661-4A8A-49A4-8CA9-149348599E87}" srcOrd="2" destOrd="0" parTransId="{BAE19114-7CDF-4A88-8DAB-58DA98BF5BF0}" sibTransId="{3F88BFEE-564C-480C-A2BD-5B3A6C46998A}"/>
    <dgm:cxn modelId="{D9E72587-D082-415D-B75B-CAB987364466}" srcId="{982E6661-4A8A-49A4-8CA9-149348599E87}" destId="{D146AFF5-FE46-45EE-9219-5CAA1A0D1C52}" srcOrd="0" destOrd="0" parTransId="{C8C85DFE-693C-4DE0-8278-8C3E598E0707}" sibTransId="{564D9AF5-202A-46A9-9D04-2955EA720200}"/>
    <dgm:cxn modelId="{FD42AD8C-658A-48E8-B05F-F18C668ACF66}" type="presOf" srcId="{982E6661-4A8A-49A4-8CA9-149348599E87}" destId="{09BAD31B-73D3-40BE-A5E8-8417DA7AE58C}" srcOrd="0" destOrd="0" presId="urn:microsoft.com/office/officeart/2018/5/layout/CenteredIconLabelDescriptionList"/>
    <dgm:cxn modelId="{0B866796-4E91-41E2-8532-6D626E05438F}" type="presOf" srcId="{D146AFF5-FE46-45EE-9219-5CAA1A0D1C52}" destId="{9BABBBA3-D32F-4519-8164-7B4FE87C01EA}" srcOrd="0" destOrd="0" presId="urn:microsoft.com/office/officeart/2018/5/layout/CenteredIconLabelDescriptionList"/>
    <dgm:cxn modelId="{59743199-3341-4CB3-8E0D-B30481FF5F6B}" srcId="{982E6661-4A8A-49A4-8CA9-149348599E87}" destId="{34EE5583-255E-415F-9452-50FFC78D914D}" srcOrd="1" destOrd="0" parTransId="{5E97A73C-0840-49A5-B1D4-8106ECD74B5B}" sibTransId="{192DED65-AF3F-4761-AD00-DA0CF57D0DA8}"/>
    <dgm:cxn modelId="{301EE1A7-8BEA-4BF5-8B76-31C829C4E0EB}" type="presOf" srcId="{BCB74D3F-4921-483E-8830-F813E71FAAF5}" destId="{6CA33690-70DF-4415-91BC-4F21461574B9}" srcOrd="0" destOrd="0" presId="urn:microsoft.com/office/officeart/2018/5/layout/CenteredIconLabelDescriptionList"/>
    <dgm:cxn modelId="{A0553CAA-C992-44B3-8E2B-D2A29562AD14}" type="presOf" srcId="{DFC15EE7-CABC-4D89-9A39-7951099E71C3}" destId="{7689E8EB-F818-40CC-8585-7030FDB97793}" srcOrd="0" destOrd="0" presId="urn:microsoft.com/office/officeart/2018/5/layout/CenteredIconLabelDescriptionList"/>
    <dgm:cxn modelId="{741E00BD-FFEA-440D-A16F-FBC4E897DE60}" srcId="{BCB74D3F-4921-483E-8830-F813E71FAAF5}" destId="{DFC15EE7-CABC-4D89-9A39-7951099E71C3}" srcOrd="1" destOrd="0" parTransId="{18107D5C-D01F-4342-B8AB-93F245357050}" sibTransId="{40CFA8BE-8037-4F11-8E98-5537058AA262}"/>
    <dgm:cxn modelId="{5749B6BD-74E1-4D22-94BA-2CD161B0B0AA}" type="presOf" srcId="{34EE5583-255E-415F-9452-50FFC78D914D}" destId="{9BABBBA3-D32F-4519-8164-7B4FE87C01EA}" srcOrd="0" destOrd="1" presId="urn:microsoft.com/office/officeart/2018/5/layout/CenteredIconLabelDescriptionList"/>
    <dgm:cxn modelId="{2463E9C8-B03D-4E7C-94AE-E259BB7A5BBF}" srcId="{BCB74D3F-4921-483E-8830-F813E71FAAF5}" destId="{F9FF5BDE-6885-471B-B04B-56C8B5E827B6}" srcOrd="0" destOrd="0" parTransId="{91B8D774-567D-4AB9-8185-5FE340827AF3}" sibTransId="{237AB0DA-9F39-4588-B456-96A6913B6157}"/>
    <dgm:cxn modelId="{EBE12EDA-08AB-4715-BBF1-8FB21A9A98EB}" type="presOf" srcId="{E9909F79-589D-4FB3-B99C-753182EB3C54}" destId="{31C892C5-9847-451E-9DDC-D8B416B82CB9}" srcOrd="0" destOrd="0" presId="urn:microsoft.com/office/officeart/2018/5/layout/CenteredIconLabelDescriptionList"/>
    <dgm:cxn modelId="{96C0EEDA-A555-48B1-9CF2-DE5D2BBDCC44}" srcId="{9AF94DA5-7D8B-4C2C-9767-671A65DEA785}" destId="{61DB0E07-5A7E-48A4-AC0F-DDDCD7076E3C}" srcOrd="0" destOrd="0" parTransId="{1E27CBB0-887F-4169-A544-666ABA4B2C89}" sibTransId="{4325EE7A-2AAB-4C9B-B497-481C7ECD4164}"/>
    <dgm:cxn modelId="{8CACA6DE-25C5-4041-8803-B048F1B9CF44}" srcId="{F9FF5BDE-6885-471B-B04B-56C8B5E827B6}" destId="{E9909F79-589D-4FB3-B99C-753182EB3C54}" srcOrd="0" destOrd="0" parTransId="{FCBFCED6-EC9C-43C1-9176-F85A2A5F1451}" sibTransId="{685F2DC8-F7B7-43F7-96A2-02836F097240}"/>
    <dgm:cxn modelId="{0ED6B9E2-B846-449A-ADCA-3A2C79165028}" type="presOf" srcId="{9AF94DA5-7D8B-4C2C-9767-671A65DEA785}" destId="{536DBD3E-44BA-4FD0-9393-7299084ED742}" srcOrd="0" destOrd="0" presId="urn:microsoft.com/office/officeart/2018/5/layout/CenteredIconLabelDescriptionList"/>
    <dgm:cxn modelId="{55558CEA-0D58-4AC0-9549-0462A3B57104}" srcId="{BCB74D3F-4921-483E-8830-F813E71FAAF5}" destId="{9AF94DA5-7D8B-4C2C-9767-671A65DEA785}" srcOrd="3" destOrd="0" parTransId="{030B7E5E-9ABC-498C-AA18-661BCF79F6C1}" sibTransId="{994416A9-2193-4664-8F5A-457D9CB52D72}"/>
    <dgm:cxn modelId="{7A0E1FFB-9975-492B-B395-BEE91FE140F8}" type="presOf" srcId="{F9FF5BDE-6885-471B-B04B-56C8B5E827B6}" destId="{44706854-183C-4A21-BDCE-DABBBA84D33A}" srcOrd="0" destOrd="0" presId="urn:microsoft.com/office/officeart/2018/5/layout/CenteredIconLabelDescriptionList"/>
    <dgm:cxn modelId="{9564FB22-2865-4288-891A-E87F56A43BBE}" type="presParOf" srcId="{6CA33690-70DF-4415-91BC-4F21461574B9}" destId="{C281D9C6-4EC9-4DAB-A294-27139E6436C0}" srcOrd="0" destOrd="0" presId="urn:microsoft.com/office/officeart/2018/5/layout/CenteredIconLabelDescriptionList"/>
    <dgm:cxn modelId="{F5427723-A9F2-4080-840F-4828D2370EF6}" type="presParOf" srcId="{C281D9C6-4EC9-4DAB-A294-27139E6436C0}" destId="{E833C9F8-E8F3-41A7-862B-A88445B951FA}" srcOrd="0" destOrd="0" presId="urn:microsoft.com/office/officeart/2018/5/layout/CenteredIconLabelDescriptionList"/>
    <dgm:cxn modelId="{9CA2565F-E429-40F8-8725-02AB64A21E32}" type="presParOf" srcId="{C281D9C6-4EC9-4DAB-A294-27139E6436C0}" destId="{2E4B543C-ABCD-40CA-AC23-2D0E0EDAA5C0}" srcOrd="1" destOrd="0" presId="urn:microsoft.com/office/officeart/2018/5/layout/CenteredIconLabelDescriptionList"/>
    <dgm:cxn modelId="{D7422A94-1715-4243-9FE0-1A940A389A8C}" type="presParOf" srcId="{C281D9C6-4EC9-4DAB-A294-27139E6436C0}" destId="{44706854-183C-4A21-BDCE-DABBBA84D33A}" srcOrd="2" destOrd="0" presId="urn:microsoft.com/office/officeart/2018/5/layout/CenteredIconLabelDescriptionList"/>
    <dgm:cxn modelId="{491FF943-40DD-45B6-BF3C-CF3526811A0E}" type="presParOf" srcId="{C281D9C6-4EC9-4DAB-A294-27139E6436C0}" destId="{85770A30-1843-4506-A381-B64B9F0917A0}" srcOrd="3" destOrd="0" presId="urn:microsoft.com/office/officeart/2018/5/layout/CenteredIconLabelDescriptionList"/>
    <dgm:cxn modelId="{E2E7E630-DA61-485A-B7DD-C4E739759250}" type="presParOf" srcId="{C281D9C6-4EC9-4DAB-A294-27139E6436C0}" destId="{31C892C5-9847-451E-9DDC-D8B416B82CB9}" srcOrd="4" destOrd="0" presId="urn:microsoft.com/office/officeart/2018/5/layout/CenteredIconLabelDescriptionList"/>
    <dgm:cxn modelId="{184DFEE0-55AC-45D7-AD05-69484A0A78C2}" type="presParOf" srcId="{6CA33690-70DF-4415-91BC-4F21461574B9}" destId="{B1475406-4BDD-4515-8795-1E1AD86AFF1C}" srcOrd="1" destOrd="0" presId="urn:microsoft.com/office/officeart/2018/5/layout/CenteredIconLabelDescriptionList"/>
    <dgm:cxn modelId="{4F9F249F-B5DC-416F-A94B-3EA846A1FEDA}" type="presParOf" srcId="{6CA33690-70DF-4415-91BC-4F21461574B9}" destId="{3E83BBD2-8ACB-4408-98BC-053D1C7F6123}" srcOrd="2" destOrd="0" presId="urn:microsoft.com/office/officeart/2018/5/layout/CenteredIconLabelDescriptionList"/>
    <dgm:cxn modelId="{77747B19-2773-4246-985E-093F84447F59}" type="presParOf" srcId="{3E83BBD2-8ACB-4408-98BC-053D1C7F6123}" destId="{0E6D552F-BB7C-4992-A3F8-D1C52AE933E1}" srcOrd="0" destOrd="0" presId="urn:microsoft.com/office/officeart/2018/5/layout/CenteredIconLabelDescriptionList"/>
    <dgm:cxn modelId="{CB1BC78A-F2D5-4814-B81E-FF40F9A04B5A}" type="presParOf" srcId="{3E83BBD2-8ACB-4408-98BC-053D1C7F6123}" destId="{6ECF46EB-E083-4733-8269-DC8FE9750A97}" srcOrd="1" destOrd="0" presId="urn:microsoft.com/office/officeart/2018/5/layout/CenteredIconLabelDescriptionList"/>
    <dgm:cxn modelId="{37C9210D-7AEC-4355-987B-8B68838C0A81}" type="presParOf" srcId="{3E83BBD2-8ACB-4408-98BC-053D1C7F6123}" destId="{7689E8EB-F818-40CC-8585-7030FDB97793}" srcOrd="2" destOrd="0" presId="urn:microsoft.com/office/officeart/2018/5/layout/CenteredIconLabelDescriptionList"/>
    <dgm:cxn modelId="{4ADE4511-7E6F-4546-9D99-58A8A778F5EB}" type="presParOf" srcId="{3E83BBD2-8ACB-4408-98BC-053D1C7F6123}" destId="{7F212849-EC09-4909-A9E3-6A2D871B75F1}" srcOrd="3" destOrd="0" presId="urn:microsoft.com/office/officeart/2018/5/layout/CenteredIconLabelDescriptionList"/>
    <dgm:cxn modelId="{1C5FB2D0-F248-4070-951A-11882255F8DA}" type="presParOf" srcId="{3E83BBD2-8ACB-4408-98BC-053D1C7F6123}" destId="{9F25568A-6B4B-41B3-91CC-84B8D2306769}" srcOrd="4" destOrd="0" presId="urn:microsoft.com/office/officeart/2018/5/layout/CenteredIconLabelDescriptionList"/>
    <dgm:cxn modelId="{920F9A8E-9A80-41FB-93DD-3D34B84BB768}" type="presParOf" srcId="{6CA33690-70DF-4415-91BC-4F21461574B9}" destId="{50F8EC83-F169-4FA7-98BC-E900BE97C7AC}" srcOrd="3" destOrd="0" presId="urn:microsoft.com/office/officeart/2018/5/layout/CenteredIconLabelDescriptionList"/>
    <dgm:cxn modelId="{7226BE56-EF46-4E76-9C51-3F190000D63C}" type="presParOf" srcId="{6CA33690-70DF-4415-91BC-4F21461574B9}" destId="{067F0676-5663-4082-A7ED-095878DC89C4}" srcOrd="4" destOrd="0" presId="urn:microsoft.com/office/officeart/2018/5/layout/CenteredIconLabelDescriptionList"/>
    <dgm:cxn modelId="{11E0EAB0-13C2-47FC-80C4-285AF1F4C2EF}" type="presParOf" srcId="{067F0676-5663-4082-A7ED-095878DC89C4}" destId="{B72D70A2-0E1D-4C17-9541-E89765E45984}" srcOrd="0" destOrd="0" presId="urn:microsoft.com/office/officeart/2018/5/layout/CenteredIconLabelDescriptionList"/>
    <dgm:cxn modelId="{3EA1E822-E85B-4E06-BA29-E198873820A5}" type="presParOf" srcId="{067F0676-5663-4082-A7ED-095878DC89C4}" destId="{8D362DE5-E8D5-4988-A5AD-5F97692E8A00}" srcOrd="1" destOrd="0" presId="urn:microsoft.com/office/officeart/2018/5/layout/CenteredIconLabelDescriptionList"/>
    <dgm:cxn modelId="{3A7B9F20-FEB6-46EA-8002-58F5A204D21D}" type="presParOf" srcId="{067F0676-5663-4082-A7ED-095878DC89C4}" destId="{09BAD31B-73D3-40BE-A5E8-8417DA7AE58C}" srcOrd="2" destOrd="0" presId="urn:microsoft.com/office/officeart/2018/5/layout/CenteredIconLabelDescriptionList"/>
    <dgm:cxn modelId="{44CD8A5D-7202-4084-B301-E3890240C9CB}" type="presParOf" srcId="{067F0676-5663-4082-A7ED-095878DC89C4}" destId="{CE152C61-0F72-41BC-833D-DBF39E7DB431}" srcOrd="3" destOrd="0" presId="urn:microsoft.com/office/officeart/2018/5/layout/CenteredIconLabelDescriptionList"/>
    <dgm:cxn modelId="{324C7B24-280B-4943-A881-C8261F628BE0}" type="presParOf" srcId="{067F0676-5663-4082-A7ED-095878DC89C4}" destId="{9BABBBA3-D32F-4519-8164-7B4FE87C01EA}" srcOrd="4" destOrd="0" presId="urn:microsoft.com/office/officeart/2018/5/layout/CenteredIconLabelDescriptionList"/>
    <dgm:cxn modelId="{15308BB0-63EA-4169-BFD5-3D487E648441}" type="presParOf" srcId="{6CA33690-70DF-4415-91BC-4F21461574B9}" destId="{7533DFC4-1871-4EAF-BD03-514D324E110B}" srcOrd="5" destOrd="0" presId="urn:microsoft.com/office/officeart/2018/5/layout/CenteredIconLabelDescriptionList"/>
    <dgm:cxn modelId="{1E0F69DC-95D1-44D1-BEA8-C8AEA1468D61}" type="presParOf" srcId="{6CA33690-70DF-4415-91BC-4F21461574B9}" destId="{0E64AEEB-26F6-4C8C-8F22-C8C4BC621AD0}" srcOrd="6" destOrd="0" presId="urn:microsoft.com/office/officeart/2018/5/layout/CenteredIconLabelDescriptionList"/>
    <dgm:cxn modelId="{5261520A-4E1C-4CF3-903D-8E0FC5DC52F9}" type="presParOf" srcId="{0E64AEEB-26F6-4C8C-8F22-C8C4BC621AD0}" destId="{A2D61D5C-03A6-4177-80D7-D1B387953A54}" srcOrd="0" destOrd="0" presId="urn:microsoft.com/office/officeart/2018/5/layout/CenteredIconLabelDescriptionList"/>
    <dgm:cxn modelId="{EC872AAB-1CE3-4555-95CA-C38B957427EB}" type="presParOf" srcId="{0E64AEEB-26F6-4C8C-8F22-C8C4BC621AD0}" destId="{B2E6EB1F-2065-4E56-9130-9414E59EBD16}" srcOrd="1" destOrd="0" presId="urn:microsoft.com/office/officeart/2018/5/layout/CenteredIconLabelDescriptionList"/>
    <dgm:cxn modelId="{97F10E9D-D93D-40D2-9A81-A344BB0EE96E}" type="presParOf" srcId="{0E64AEEB-26F6-4C8C-8F22-C8C4BC621AD0}" destId="{536DBD3E-44BA-4FD0-9393-7299084ED742}" srcOrd="2" destOrd="0" presId="urn:microsoft.com/office/officeart/2018/5/layout/CenteredIconLabelDescriptionList"/>
    <dgm:cxn modelId="{511660EA-A1C6-454B-8DB3-A2836A1CC2B1}" type="presParOf" srcId="{0E64AEEB-26F6-4C8C-8F22-C8C4BC621AD0}" destId="{668D020E-4278-4217-823E-9B074847CFD3}" srcOrd="3" destOrd="0" presId="urn:microsoft.com/office/officeart/2018/5/layout/CenteredIconLabelDescriptionList"/>
    <dgm:cxn modelId="{4AE25A82-199A-4DEB-BD4E-319E527FB2BD}" type="presParOf" srcId="{0E64AEEB-26F6-4C8C-8F22-C8C4BC621AD0}" destId="{1ACDDE43-0C94-4299-9480-6B0FC77106F9}" srcOrd="4" destOrd="0" presId="urn:microsoft.com/office/officeart/2018/5/layout/CenteredIconLabelDescriptionList"/>
  </dgm:cxnLst>
  <dgm:bg/>
  <dgm:whole/>
  <dgm:extLst>
    <a:ext uri="http://schemas.microsoft.com/office/drawing/2008/diagram">
      <dsp:dataModelExt xmlns:dsp="http://schemas.microsoft.com/office/drawing/2008/diagram" relId="rId6" minVer="http://schemas.openxmlformats.org/drawingml/2006/diagram"/>
    </a:ext>
  </dgm:extLst>
</dgm:dataModel>
</file>

<file path=ppt/diagrams/data60.xml><?xml version="1.0" encoding="utf-8"?>
<dgm:dataModel xmlns:dgm="http://schemas.openxmlformats.org/drawingml/2006/diagram" xmlns:a="http://schemas.openxmlformats.org/drawingml/2006/main">
  <dgm:ptLst>
    <dgm:pt modelId="{AACB0F9E-D831-48E8-8EE8-7DADBBA58411}" type="doc">
      <dgm:prSet loTypeId="urn:microsoft.com/office/officeart/2018/2/layout/IconLabelDescriptionList" loCatId="icon" qsTypeId="urn:microsoft.com/office/officeart/2005/8/quickstyle/simple1" qsCatId="simple" csTypeId="urn:microsoft.com/office/officeart/2018/5/colors/Iconchunking_neutralbg_colorful2" csCatId="colorful" phldr="1"/>
      <dgm:spPr/>
      <dgm:t>
        <a:bodyPr/>
        <a:lstStyle/>
        <a:p>
          <a:endParaRPr lang="en-US"/>
        </a:p>
      </dgm:t>
    </dgm:pt>
    <dgm:pt modelId="{15E71888-1CD1-4DA4-B255-FF52983823B8}">
      <dgm:prSet/>
      <dgm:spPr/>
      <dgm:t>
        <a:bodyPr/>
        <a:lstStyle/>
        <a:p>
          <a:pPr>
            <a:lnSpc>
              <a:spcPct val="100000"/>
            </a:lnSpc>
            <a:defRPr b="1"/>
          </a:pPr>
          <a:r>
            <a:rPr lang="en-US" dirty="0"/>
            <a:t>The bitcoin transaction script language </a:t>
          </a:r>
        </a:p>
      </dgm:t>
    </dgm:pt>
    <dgm:pt modelId="{310B6509-CC1A-46F3-A7A0-A2D75D223BA5}" type="parTrans" cxnId="{D5F8F7CD-6324-4934-B6E8-C68EA1BB71AE}">
      <dgm:prSet/>
      <dgm:spPr/>
      <dgm:t>
        <a:bodyPr/>
        <a:lstStyle/>
        <a:p>
          <a:endParaRPr lang="en-US"/>
        </a:p>
      </dgm:t>
    </dgm:pt>
    <dgm:pt modelId="{5F55D109-19EC-42F6-863B-3E2E50580416}" type="sibTrans" cxnId="{D5F8F7CD-6324-4934-B6E8-C68EA1BB71AE}">
      <dgm:prSet/>
      <dgm:spPr/>
      <dgm:t>
        <a:bodyPr/>
        <a:lstStyle/>
        <a:p>
          <a:endParaRPr lang="en-US"/>
        </a:p>
      </dgm:t>
    </dgm:pt>
    <dgm:pt modelId="{6A538412-C23B-4E35-970E-91FF73661062}">
      <dgm:prSet/>
      <dgm:spPr/>
      <dgm:t>
        <a:bodyPr/>
        <a:lstStyle/>
        <a:p>
          <a:pPr>
            <a:lnSpc>
              <a:spcPct val="100000"/>
            </a:lnSpc>
          </a:pPr>
          <a:r>
            <a:rPr lang="en-US"/>
            <a:t>contains many operators, </a:t>
          </a:r>
        </a:p>
      </dgm:t>
    </dgm:pt>
    <dgm:pt modelId="{BE24FB7B-A5C8-4DAF-B07B-C2C8CD7951AE}" type="parTrans" cxnId="{145DA1FD-65DD-4D03-B590-A42779AE7C1F}">
      <dgm:prSet/>
      <dgm:spPr/>
      <dgm:t>
        <a:bodyPr/>
        <a:lstStyle/>
        <a:p>
          <a:endParaRPr lang="en-US"/>
        </a:p>
      </dgm:t>
    </dgm:pt>
    <dgm:pt modelId="{20E90C3B-AB19-43BE-8A58-211617918574}" type="sibTrans" cxnId="{145DA1FD-65DD-4D03-B590-A42779AE7C1F}">
      <dgm:prSet/>
      <dgm:spPr/>
      <dgm:t>
        <a:bodyPr/>
        <a:lstStyle/>
        <a:p>
          <a:endParaRPr lang="en-US"/>
        </a:p>
      </dgm:t>
    </dgm:pt>
    <dgm:pt modelId="{84150289-F52A-4109-AB2B-D55B851AB468}">
      <dgm:prSet/>
      <dgm:spPr/>
      <dgm:t>
        <a:bodyPr/>
        <a:lstStyle/>
        <a:p>
          <a:pPr>
            <a:lnSpc>
              <a:spcPct val="100000"/>
            </a:lnSpc>
            <a:defRPr b="1"/>
          </a:pPr>
          <a:r>
            <a:rPr lang="en-US"/>
            <a:t>limited in one important way</a:t>
          </a:r>
        </a:p>
      </dgm:t>
    </dgm:pt>
    <dgm:pt modelId="{AE4F50BA-6749-491E-8CDA-13ABA5F52A21}" type="parTrans" cxnId="{B5B3714C-618C-4946-93C8-F1C4A15FA346}">
      <dgm:prSet/>
      <dgm:spPr/>
      <dgm:t>
        <a:bodyPr/>
        <a:lstStyle/>
        <a:p>
          <a:endParaRPr lang="en-US"/>
        </a:p>
      </dgm:t>
    </dgm:pt>
    <dgm:pt modelId="{D31CF412-9AF6-459E-BAB0-3EEC4D3C6A53}" type="sibTrans" cxnId="{B5B3714C-618C-4946-93C8-F1C4A15FA346}">
      <dgm:prSet/>
      <dgm:spPr/>
      <dgm:t>
        <a:bodyPr/>
        <a:lstStyle/>
        <a:p>
          <a:endParaRPr lang="en-US"/>
        </a:p>
      </dgm:t>
    </dgm:pt>
    <dgm:pt modelId="{3DE23902-EC21-4B95-857B-2E2C5BC89A04}">
      <dgm:prSet/>
      <dgm:spPr/>
      <dgm:t>
        <a:bodyPr/>
        <a:lstStyle/>
        <a:p>
          <a:pPr>
            <a:lnSpc>
              <a:spcPct val="100000"/>
            </a:lnSpc>
          </a:pPr>
          <a:r>
            <a:rPr lang="en-US" dirty="0"/>
            <a:t>there are no loops </a:t>
          </a:r>
        </a:p>
      </dgm:t>
    </dgm:pt>
    <dgm:pt modelId="{435FEB04-2E09-4931-AE81-A07BD2521563}" type="parTrans" cxnId="{D1C9662B-8A03-4CA9-A610-D6F1B499F1E6}">
      <dgm:prSet/>
      <dgm:spPr/>
      <dgm:t>
        <a:bodyPr/>
        <a:lstStyle/>
        <a:p>
          <a:endParaRPr lang="en-US"/>
        </a:p>
      </dgm:t>
    </dgm:pt>
    <dgm:pt modelId="{8CAF5018-4565-4AFB-9436-93923E5510FA}" type="sibTrans" cxnId="{D1C9662B-8A03-4CA9-A610-D6F1B499F1E6}">
      <dgm:prSet/>
      <dgm:spPr/>
      <dgm:t>
        <a:bodyPr/>
        <a:lstStyle/>
        <a:p>
          <a:endParaRPr lang="en-US"/>
        </a:p>
      </dgm:t>
    </dgm:pt>
    <dgm:pt modelId="{9A5F67C8-8024-4C5F-822D-6A222B011DAC}">
      <dgm:prSet/>
      <dgm:spPr/>
      <dgm:t>
        <a:bodyPr/>
        <a:lstStyle/>
        <a:p>
          <a:pPr>
            <a:lnSpc>
              <a:spcPct val="100000"/>
            </a:lnSpc>
          </a:pPr>
          <a:r>
            <a:rPr lang="en-US"/>
            <a:t>or complex flow control capabilities</a:t>
          </a:r>
        </a:p>
      </dgm:t>
    </dgm:pt>
    <dgm:pt modelId="{296EEB73-398C-47D1-B44A-6C85D7655086}" type="parTrans" cxnId="{F7B33ADF-7AC6-43DC-9777-270AA215218D}">
      <dgm:prSet/>
      <dgm:spPr/>
      <dgm:t>
        <a:bodyPr/>
        <a:lstStyle/>
        <a:p>
          <a:endParaRPr lang="en-US"/>
        </a:p>
      </dgm:t>
    </dgm:pt>
    <dgm:pt modelId="{0B232317-6BBF-4C8C-9D6F-E577DE0F677C}" type="sibTrans" cxnId="{F7B33ADF-7AC6-43DC-9777-270AA215218D}">
      <dgm:prSet/>
      <dgm:spPr/>
      <dgm:t>
        <a:bodyPr/>
        <a:lstStyle/>
        <a:p>
          <a:endParaRPr lang="en-US"/>
        </a:p>
      </dgm:t>
    </dgm:pt>
    <dgm:pt modelId="{79093401-D8DC-4B2A-85A6-CC02D331B2AE}">
      <dgm:prSet/>
      <dgm:spPr/>
      <dgm:t>
        <a:bodyPr/>
        <a:lstStyle/>
        <a:p>
          <a:pPr>
            <a:lnSpc>
              <a:spcPct val="100000"/>
            </a:lnSpc>
          </a:pPr>
          <a:r>
            <a:rPr lang="en-US" dirty="0"/>
            <a:t>other than conditional flow control. </a:t>
          </a:r>
        </a:p>
      </dgm:t>
    </dgm:pt>
    <dgm:pt modelId="{B7FCA434-1941-4968-9D34-2DCFBCD00300}" type="parTrans" cxnId="{36D23682-F5D1-4C2E-83F1-036E4E52FAC1}">
      <dgm:prSet/>
      <dgm:spPr/>
      <dgm:t>
        <a:bodyPr/>
        <a:lstStyle/>
        <a:p>
          <a:endParaRPr lang="en-US"/>
        </a:p>
      </dgm:t>
    </dgm:pt>
    <dgm:pt modelId="{4C1A0A99-CE21-44E8-A052-11E3153B8743}" type="sibTrans" cxnId="{36D23682-F5D1-4C2E-83F1-036E4E52FAC1}">
      <dgm:prSet/>
      <dgm:spPr/>
      <dgm:t>
        <a:bodyPr/>
        <a:lstStyle/>
        <a:p>
          <a:endParaRPr lang="en-US"/>
        </a:p>
      </dgm:t>
    </dgm:pt>
    <dgm:pt modelId="{114FCE90-465B-4833-BC96-24EFCC68ACA8}">
      <dgm:prSet/>
      <dgm:spPr/>
      <dgm:t>
        <a:bodyPr/>
        <a:lstStyle/>
        <a:p>
          <a:pPr>
            <a:lnSpc>
              <a:spcPct val="100000"/>
            </a:lnSpc>
            <a:defRPr b="1"/>
          </a:pPr>
          <a:r>
            <a:rPr lang="en-US"/>
            <a:t>This ensures that </a:t>
          </a:r>
        </a:p>
      </dgm:t>
    </dgm:pt>
    <dgm:pt modelId="{3F20EF60-24C8-4B74-A6E8-EC906632DEF6}" type="parTrans" cxnId="{010352D9-6D62-4002-8C8B-409B3E2C88F5}">
      <dgm:prSet/>
      <dgm:spPr/>
      <dgm:t>
        <a:bodyPr/>
        <a:lstStyle/>
        <a:p>
          <a:endParaRPr lang="en-US"/>
        </a:p>
      </dgm:t>
    </dgm:pt>
    <dgm:pt modelId="{015DFC91-7238-4447-B730-18594D28D6CC}" type="sibTrans" cxnId="{010352D9-6D62-4002-8C8B-409B3E2C88F5}">
      <dgm:prSet/>
      <dgm:spPr/>
      <dgm:t>
        <a:bodyPr/>
        <a:lstStyle/>
        <a:p>
          <a:endParaRPr lang="en-US"/>
        </a:p>
      </dgm:t>
    </dgm:pt>
    <dgm:pt modelId="{D1FB4CD9-2D6B-4C7E-9877-2B63B6A83B00}">
      <dgm:prSet/>
      <dgm:spPr/>
      <dgm:t>
        <a:bodyPr/>
        <a:lstStyle/>
        <a:p>
          <a:pPr>
            <a:lnSpc>
              <a:spcPct val="100000"/>
            </a:lnSpc>
          </a:pPr>
          <a:r>
            <a:rPr lang="en-US" dirty="0"/>
            <a:t>the language is </a:t>
          </a:r>
          <a:r>
            <a:rPr lang="en-US" b="1" dirty="0"/>
            <a:t>not</a:t>
          </a:r>
          <a:r>
            <a:rPr lang="en-US" dirty="0"/>
            <a:t> </a:t>
          </a:r>
          <a:r>
            <a:rPr lang="en-US" i="1" dirty="0"/>
            <a:t>Turing</a:t>
          </a:r>
          <a:r>
            <a:rPr lang="tr-TR" i="1" dirty="0"/>
            <a:t> </a:t>
          </a:r>
          <a:r>
            <a:rPr lang="en-US" i="1" dirty="0"/>
            <a:t>Complete</a:t>
          </a:r>
          <a:endParaRPr lang="en-US" dirty="0"/>
        </a:p>
      </dgm:t>
    </dgm:pt>
    <dgm:pt modelId="{46A440DB-2A41-4C11-98C1-AC1B8893BF05}" type="parTrans" cxnId="{F925FFCD-17E3-4C8D-BDDB-BD86BF424A37}">
      <dgm:prSet/>
      <dgm:spPr/>
      <dgm:t>
        <a:bodyPr/>
        <a:lstStyle/>
        <a:p>
          <a:endParaRPr lang="en-US"/>
        </a:p>
      </dgm:t>
    </dgm:pt>
    <dgm:pt modelId="{E86F6DDF-258D-412B-8387-89229A18B162}" type="sibTrans" cxnId="{F925FFCD-17E3-4C8D-BDDB-BD86BF424A37}">
      <dgm:prSet/>
      <dgm:spPr/>
      <dgm:t>
        <a:bodyPr/>
        <a:lstStyle/>
        <a:p>
          <a:endParaRPr lang="en-US"/>
        </a:p>
      </dgm:t>
    </dgm:pt>
    <dgm:pt modelId="{3566A1F9-319F-498D-8EE0-C14F1751F824}">
      <dgm:prSet/>
      <dgm:spPr/>
      <dgm:t>
        <a:bodyPr/>
        <a:lstStyle/>
        <a:p>
          <a:pPr>
            <a:lnSpc>
              <a:spcPct val="100000"/>
            </a:lnSpc>
            <a:defRPr b="1"/>
          </a:pPr>
          <a:r>
            <a:rPr lang="en-US"/>
            <a:t>meaning that </a:t>
          </a:r>
        </a:p>
      </dgm:t>
    </dgm:pt>
    <dgm:pt modelId="{4575B8E1-EBB8-4807-883C-26A1F9F4ACF3}" type="parTrans" cxnId="{5485D07C-11EB-41A3-BF72-AAE056102C0D}">
      <dgm:prSet/>
      <dgm:spPr/>
      <dgm:t>
        <a:bodyPr/>
        <a:lstStyle/>
        <a:p>
          <a:endParaRPr lang="en-US"/>
        </a:p>
      </dgm:t>
    </dgm:pt>
    <dgm:pt modelId="{218FE23A-9708-4B87-A744-8277CED82F49}" type="sibTrans" cxnId="{5485D07C-11EB-41A3-BF72-AAE056102C0D}">
      <dgm:prSet/>
      <dgm:spPr/>
      <dgm:t>
        <a:bodyPr/>
        <a:lstStyle/>
        <a:p>
          <a:endParaRPr lang="en-US"/>
        </a:p>
      </dgm:t>
    </dgm:pt>
    <dgm:pt modelId="{00CB37F3-5DDB-4CCA-9B24-1E186334BB7B}">
      <dgm:prSet/>
      <dgm:spPr/>
      <dgm:t>
        <a:bodyPr/>
        <a:lstStyle/>
        <a:p>
          <a:pPr>
            <a:lnSpc>
              <a:spcPct val="100000"/>
            </a:lnSpc>
          </a:pPr>
          <a:r>
            <a:rPr lang="en-US" dirty="0"/>
            <a:t>scripts have </a:t>
          </a:r>
          <a:r>
            <a:rPr lang="en-US" b="1" dirty="0"/>
            <a:t>limited complexity </a:t>
          </a:r>
        </a:p>
      </dgm:t>
    </dgm:pt>
    <dgm:pt modelId="{370F806C-24C5-444D-AB97-98828D60893F}" type="parTrans" cxnId="{E3C7AFC6-9700-47EC-BC0D-6F9535AFE5EB}">
      <dgm:prSet/>
      <dgm:spPr/>
      <dgm:t>
        <a:bodyPr/>
        <a:lstStyle/>
        <a:p>
          <a:endParaRPr lang="en-US"/>
        </a:p>
      </dgm:t>
    </dgm:pt>
    <dgm:pt modelId="{6008FD61-7D7C-4B8E-A3FF-3AECFB89B4FD}" type="sibTrans" cxnId="{E3C7AFC6-9700-47EC-BC0D-6F9535AFE5EB}">
      <dgm:prSet/>
      <dgm:spPr/>
      <dgm:t>
        <a:bodyPr/>
        <a:lstStyle/>
        <a:p>
          <a:endParaRPr lang="en-US"/>
        </a:p>
      </dgm:t>
    </dgm:pt>
    <dgm:pt modelId="{CA711F81-E801-4D37-9661-299298D50174}">
      <dgm:prSet/>
      <dgm:spPr/>
      <dgm:t>
        <a:bodyPr/>
        <a:lstStyle/>
        <a:p>
          <a:pPr>
            <a:lnSpc>
              <a:spcPct val="100000"/>
            </a:lnSpc>
          </a:pPr>
          <a:r>
            <a:rPr lang="en-US"/>
            <a:t>and predictable execution</a:t>
          </a:r>
          <a:r>
            <a:rPr lang="tr-TR"/>
            <a:t> times.</a:t>
          </a:r>
          <a:endParaRPr lang="en-US"/>
        </a:p>
      </dgm:t>
    </dgm:pt>
    <dgm:pt modelId="{75521DE9-CCC0-46C5-8083-22F2A79966A0}" type="parTrans" cxnId="{7922E314-AA4B-49FA-8F83-599013A7BB8C}">
      <dgm:prSet/>
      <dgm:spPr/>
      <dgm:t>
        <a:bodyPr/>
        <a:lstStyle/>
        <a:p>
          <a:endParaRPr lang="en-US"/>
        </a:p>
      </dgm:t>
    </dgm:pt>
    <dgm:pt modelId="{703060FE-99E9-48EE-ACAE-CA2A90864B7B}" type="sibTrans" cxnId="{7922E314-AA4B-49FA-8F83-599013A7BB8C}">
      <dgm:prSet/>
      <dgm:spPr/>
      <dgm:t>
        <a:bodyPr/>
        <a:lstStyle/>
        <a:p>
          <a:endParaRPr lang="en-US"/>
        </a:p>
      </dgm:t>
    </dgm:pt>
    <dgm:pt modelId="{ECD6926D-AA91-4667-BF17-481EB327E305}" type="pres">
      <dgm:prSet presAssocID="{AACB0F9E-D831-48E8-8EE8-7DADBBA58411}" presName="root" presStyleCnt="0">
        <dgm:presLayoutVars>
          <dgm:dir/>
          <dgm:resizeHandles val="exact"/>
        </dgm:presLayoutVars>
      </dgm:prSet>
      <dgm:spPr/>
    </dgm:pt>
    <dgm:pt modelId="{2422A44F-1B06-4315-BB6B-BBDD1CB3BB9A}" type="pres">
      <dgm:prSet presAssocID="{15E71888-1CD1-4DA4-B255-FF52983823B8}" presName="compNode" presStyleCnt="0"/>
      <dgm:spPr/>
    </dgm:pt>
    <dgm:pt modelId="{214903EA-1F80-412F-A52E-A5AC86586051}" type="pres">
      <dgm:prSet presAssocID="{15E71888-1CD1-4DA4-B255-FF52983823B8}" presName="iconRect" presStyleLbl="node1" presStyleIdx="0" presStyleCnt="4"/>
      <dgm:spPr>
        <a:blipFill>
          <a:blip xmlns:r="http://schemas.openxmlformats.org/officeDocument/2006/relationships" r:embed="rId1" cstate="email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2"/>
              </a:ext>
            </a:extLst>
          </a:blip>
          <a:stretch>
            <a:fillRect/>
          </a:stretch>
        </a:blipFill>
        <a:ln>
          <a:noFill/>
        </a:ln>
      </dgm:spPr>
      <dgm:extLst>
        <a:ext uri="{E40237B7-FDA0-4F09-8148-C483321AD2D9}">
          <dgm14:cNvPr xmlns:dgm14="http://schemas.microsoft.com/office/drawing/2010/diagram" id="0" name="" descr="Document"/>
        </a:ext>
      </dgm:extLst>
    </dgm:pt>
    <dgm:pt modelId="{A17900D7-63DB-4CEE-A8D9-9DF2E8B4BA73}" type="pres">
      <dgm:prSet presAssocID="{15E71888-1CD1-4DA4-B255-FF52983823B8}" presName="iconSpace" presStyleCnt="0"/>
      <dgm:spPr/>
    </dgm:pt>
    <dgm:pt modelId="{F7335EBE-F87C-4C93-B2C4-C76C9B03AF27}" type="pres">
      <dgm:prSet presAssocID="{15E71888-1CD1-4DA4-B255-FF52983823B8}" presName="parTx" presStyleLbl="revTx" presStyleIdx="0" presStyleCnt="8">
        <dgm:presLayoutVars>
          <dgm:chMax val="0"/>
          <dgm:chPref val="0"/>
        </dgm:presLayoutVars>
      </dgm:prSet>
      <dgm:spPr/>
    </dgm:pt>
    <dgm:pt modelId="{7FEE3B2D-DB2E-4452-AD01-BB1FB99FF2BA}" type="pres">
      <dgm:prSet presAssocID="{15E71888-1CD1-4DA4-B255-FF52983823B8}" presName="txSpace" presStyleCnt="0"/>
      <dgm:spPr/>
    </dgm:pt>
    <dgm:pt modelId="{CD995CC2-D886-46B6-8D3C-F7CB8CBD116A}" type="pres">
      <dgm:prSet presAssocID="{15E71888-1CD1-4DA4-B255-FF52983823B8}" presName="desTx" presStyleLbl="revTx" presStyleIdx="1" presStyleCnt="8">
        <dgm:presLayoutVars/>
      </dgm:prSet>
      <dgm:spPr/>
    </dgm:pt>
    <dgm:pt modelId="{778557CC-C7CA-49DB-94AF-4C2B5B6E70ED}" type="pres">
      <dgm:prSet presAssocID="{5F55D109-19EC-42F6-863B-3E2E50580416}" presName="sibTrans" presStyleCnt="0"/>
      <dgm:spPr/>
    </dgm:pt>
    <dgm:pt modelId="{063F2921-D29C-4D73-83D6-F54A5003410F}" type="pres">
      <dgm:prSet presAssocID="{84150289-F52A-4109-AB2B-D55B851AB468}" presName="compNode" presStyleCnt="0"/>
      <dgm:spPr/>
    </dgm:pt>
    <dgm:pt modelId="{B06A8C78-7D5A-46F0-87DB-F000ADE60C76}" type="pres">
      <dgm:prSet presAssocID="{84150289-F52A-4109-AB2B-D55B851AB468}" presName="iconRect" presStyleLbl="node1" presStyleIdx="1" presStyleCnt="4"/>
      <dgm:spPr>
        <a:blipFill>
          <a:blip xmlns:r="http://schemas.openxmlformats.org/officeDocument/2006/relationships" r:embed="rId3" cstate="email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4"/>
              </a:ext>
            </a:extLst>
          </a:blip>
          <a:stretch>
            <a:fillRect/>
          </a:stretch>
        </a:blipFill>
        <a:ln>
          <a:noFill/>
        </a:ln>
      </dgm:spPr>
      <dgm:extLst>
        <a:ext uri="{E40237B7-FDA0-4F09-8148-C483321AD2D9}">
          <dgm14:cNvPr xmlns:dgm14="http://schemas.microsoft.com/office/drawing/2010/diagram" id="0" name="" descr="Forbidden"/>
        </a:ext>
      </dgm:extLst>
    </dgm:pt>
    <dgm:pt modelId="{B83CB93F-4DF8-412A-8177-D9C2A2DB4717}" type="pres">
      <dgm:prSet presAssocID="{84150289-F52A-4109-AB2B-D55B851AB468}" presName="iconSpace" presStyleCnt="0"/>
      <dgm:spPr/>
    </dgm:pt>
    <dgm:pt modelId="{49155353-E244-4558-99F7-B9CBFA82FACA}" type="pres">
      <dgm:prSet presAssocID="{84150289-F52A-4109-AB2B-D55B851AB468}" presName="parTx" presStyleLbl="revTx" presStyleIdx="2" presStyleCnt="8">
        <dgm:presLayoutVars>
          <dgm:chMax val="0"/>
          <dgm:chPref val="0"/>
        </dgm:presLayoutVars>
      </dgm:prSet>
      <dgm:spPr/>
    </dgm:pt>
    <dgm:pt modelId="{54E4F985-CA76-4EBD-A7C1-51AD2BFEB6E0}" type="pres">
      <dgm:prSet presAssocID="{84150289-F52A-4109-AB2B-D55B851AB468}" presName="txSpace" presStyleCnt="0"/>
      <dgm:spPr/>
    </dgm:pt>
    <dgm:pt modelId="{160F6F95-5FBF-4066-9A06-5D42C1360B76}" type="pres">
      <dgm:prSet presAssocID="{84150289-F52A-4109-AB2B-D55B851AB468}" presName="desTx" presStyleLbl="revTx" presStyleIdx="3" presStyleCnt="8">
        <dgm:presLayoutVars/>
      </dgm:prSet>
      <dgm:spPr/>
    </dgm:pt>
    <dgm:pt modelId="{C08E409E-4BDF-440B-B5DE-3B32A6E4210A}" type="pres">
      <dgm:prSet presAssocID="{D31CF412-9AF6-459E-BAB0-3EEC4D3C6A53}" presName="sibTrans" presStyleCnt="0"/>
      <dgm:spPr/>
    </dgm:pt>
    <dgm:pt modelId="{2C088ACA-FAC3-484B-8B6A-111204D475A3}" type="pres">
      <dgm:prSet presAssocID="{114FCE90-465B-4833-BC96-24EFCC68ACA8}" presName="compNode" presStyleCnt="0"/>
      <dgm:spPr/>
    </dgm:pt>
    <dgm:pt modelId="{60532F42-D775-4804-9F3B-6254C0C40643}" type="pres">
      <dgm:prSet presAssocID="{114FCE90-465B-4833-BC96-24EFCC68ACA8}" presName="iconRect" presStyleLbl="node1" presStyleIdx="2" presStyleCnt="4"/>
      <dgm:spPr>
        <a:blipFill>
          <a:blip xmlns:r="http://schemas.openxmlformats.org/officeDocument/2006/relationships" r:embed="rId5" cstate="email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6"/>
              </a:ext>
            </a:extLst>
          </a:blip>
          <a:stretch>
            <a:fillRect/>
          </a:stretch>
        </a:blipFill>
        <a:ln>
          <a:noFill/>
        </a:ln>
      </dgm:spPr>
      <dgm:extLst>
        <a:ext uri="{E40237B7-FDA0-4F09-8148-C483321AD2D9}">
          <dgm14:cNvPr xmlns:dgm14="http://schemas.microsoft.com/office/drawing/2010/diagram" id="0" name="" descr="Tongue"/>
        </a:ext>
      </dgm:extLst>
    </dgm:pt>
    <dgm:pt modelId="{8356A531-C6A9-4316-8DC9-D789F980A0F5}" type="pres">
      <dgm:prSet presAssocID="{114FCE90-465B-4833-BC96-24EFCC68ACA8}" presName="iconSpace" presStyleCnt="0"/>
      <dgm:spPr/>
    </dgm:pt>
    <dgm:pt modelId="{07FAF07D-FA88-4490-B9B6-904194F8A8A4}" type="pres">
      <dgm:prSet presAssocID="{114FCE90-465B-4833-BC96-24EFCC68ACA8}" presName="parTx" presStyleLbl="revTx" presStyleIdx="4" presStyleCnt="8">
        <dgm:presLayoutVars>
          <dgm:chMax val="0"/>
          <dgm:chPref val="0"/>
        </dgm:presLayoutVars>
      </dgm:prSet>
      <dgm:spPr/>
    </dgm:pt>
    <dgm:pt modelId="{971CD913-24E9-4224-BE4E-30F13FB66AE5}" type="pres">
      <dgm:prSet presAssocID="{114FCE90-465B-4833-BC96-24EFCC68ACA8}" presName="txSpace" presStyleCnt="0"/>
      <dgm:spPr/>
    </dgm:pt>
    <dgm:pt modelId="{1B995A40-477F-4B63-9451-10BA18B8A3CE}" type="pres">
      <dgm:prSet presAssocID="{114FCE90-465B-4833-BC96-24EFCC68ACA8}" presName="desTx" presStyleLbl="revTx" presStyleIdx="5" presStyleCnt="8">
        <dgm:presLayoutVars/>
      </dgm:prSet>
      <dgm:spPr/>
    </dgm:pt>
    <dgm:pt modelId="{7596DEFB-C2E3-46F2-B24D-FE230C8B2341}" type="pres">
      <dgm:prSet presAssocID="{015DFC91-7238-4447-B730-18594D28D6CC}" presName="sibTrans" presStyleCnt="0"/>
      <dgm:spPr/>
    </dgm:pt>
    <dgm:pt modelId="{3D21070D-C2E9-4ABE-AF00-6294CAE032F3}" type="pres">
      <dgm:prSet presAssocID="{3566A1F9-319F-498D-8EE0-C14F1751F824}" presName="compNode" presStyleCnt="0"/>
      <dgm:spPr/>
    </dgm:pt>
    <dgm:pt modelId="{1C60F6DA-DD4A-4A47-977C-0FC9CE44E957}" type="pres">
      <dgm:prSet presAssocID="{3566A1F9-319F-498D-8EE0-C14F1751F824}" presName="iconRect" presStyleLbl="node1" presStyleIdx="3" presStyleCnt="4"/>
      <dgm:spPr>
        <a:blipFill>
          <a:blip xmlns:r="http://schemas.openxmlformats.org/officeDocument/2006/relationships" r:embed="rId7" cstate="email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8"/>
              </a:ext>
            </a:extLst>
          </a:blip>
          <a:stretch>
            <a:fillRect/>
          </a:stretch>
        </a:blipFill>
        <a:ln>
          <a:noFill/>
        </a:ln>
      </dgm:spPr>
      <dgm:extLst>
        <a:ext uri="{E40237B7-FDA0-4F09-8148-C483321AD2D9}">
          <dgm14:cNvPr xmlns:dgm14="http://schemas.microsoft.com/office/drawing/2010/diagram" id="0" name="" descr="Maze"/>
        </a:ext>
      </dgm:extLst>
    </dgm:pt>
    <dgm:pt modelId="{23E6D44E-4261-4925-B823-FAFF69A2A9F4}" type="pres">
      <dgm:prSet presAssocID="{3566A1F9-319F-498D-8EE0-C14F1751F824}" presName="iconSpace" presStyleCnt="0"/>
      <dgm:spPr/>
    </dgm:pt>
    <dgm:pt modelId="{7255B36E-4E1A-4C64-8203-40BEBC3559B8}" type="pres">
      <dgm:prSet presAssocID="{3566A1F9-319F-498D-8EE0-C14F1751F824}" presName="parTx" presStyleLbl="revTx" presStyleIdx="6" presStyleCnt="8">
        <dgm:presLayoutVars>
          <dgm:chMax val="0"/>
          <dgm:chPref val="0"/>
        </dgm:presLayoutVars>
      </dgm:prSet>
      <dgm:spPr/>
    </dgm:pt>
    <dgm:pt modelId="{F82A2CF6-976C-4D4A-8A47-57AAB345F1DE}" type="pres">
      <dgm:prSet presAssocID="{3566A1F9-319F-498D-8EE0-C14F1751F824}" presName="txSpace" presStyleCnt="0"/>
      <dgm:spPr/>
    </dgm:pt>
    <dgm:pt modelId="{1163F2C1-8BDE-4BDA-8B67-64E3008BB7D5}" type="pres">
      <dgm:prSet presAssocID="{3566A1F9-319F-498D-8EE0-C14F1751F824}" presName="desTx" presStyleLbl="revTx" presStyleIdx="7" presStyleCnt="8">
        <dgm:presLayoutVars/>
      </dgm:prSet>
      <dgm:spPr/>
    </dgm:pt>
  </dgm:ptLst>
  <dgm:cxnLst>
    <dgm:cxn modelId="{8E503B00-49B0-4196-95D8-F7D3317354EB}" type="presOf" srcId="{AACB0F9E-D831-48E8-8EE8-7DADBBA58411}" destId="{ECD6926D-AA91-4667-BF17-481EB327E305}" srcOrd="0" destOrd="0" presId="urn:microsoft.com/office/officeart/2018/2/layout/IconLabelDescriptionList"/>
    <dgm:cxn modelId="{011F3A05-EA20-48B2-9CE0-897EB0C4D1F9}" type="presOf" srcId="{3DE23902-EC21-4B95-857B-2E2C5BC89A04}" destId="{160F6F95-5FBF-4066-9A06-5D42C1360B76}" srcOrd="0" destOrd="0" presId="urn:microsoft.com/office/officeart/2018/2/layout/IconLabelDescriptionList"/>
    <dgm:cxn modelId="{7922E314-AA4B-49FA-8F83-599013A7BB8C}" srcId="{3566A1F9-319F-498D-8EE0-C14F1751F824}" destId="{CA711F81-E801-4D37-9661-299298D50174}" srcOrd="1" destOrd="0" parTransId="{75521DE9-CCC0-46C5-8083-22F2A79966A0}" sibTransId="{703060FE-99E9-48EE-ACAE-CA2A90864B7B}"/>
    <dgm:cxn modelId="{D1C9662B-8A03-4CA9-A610-D6F1B499F1E6}" srcId="{84150289-F52A-4109-AB2B-D55B851AB468}" destId="{3DE23902-EC21-4B95-857B-2E2C5BC89A04}" srcOrd="0" destOrd="0" parTransId="{435FEB04-2E09-4931-AE81-A07BD2521563}" sibTransId="{8CAF5018-4565-4AFB-9436-93923E5510FA}"/>
    <dgm:cxn modelId="{15C8CA36-1949-4B3F-B986-868D4A330C9D}" type="presOf" srcId="{15E71888-1CD1-4DA4-B255-FF52983823B8}" destId="{F7335EBE-F87C-4C93-B2C4-C76C9B03AF27}" srcOrd="0" destOrd="0" presId="urn:microsoft.com/office/officeart/2018/2/layout/IconLabelDescriptionList"/>
    <dgm:cxn modelId="{55F0FF61-9A00-4DA6-A3B2-3B4A5BA6103E}" type="presOf" srcId="{114FCE90-465B-4833-BC96-24EFCC68ACA8}" destId="{07FAF07D-FA88-4490-B9B6-904194F8A8A4}" srcOrd="0" destOrd="0" presId="urn:microsoft.com/office/officeart/2018/2/layout/IconLabelDescriptionList"/>
    <dgm:cxn modelId="{DDDE4E45-5B0E-406A-A0C7-E20B3B19B237}" type="presOf" srcId="{79093401-D8DC-4B2A-85A6-CC02D331B2AE}" destId="{160F6F95-5FBF-4066-9A06-5D42C1360B76}" srcOrd="0" destOrd="2" presId="urn:microsoft.com/office/officeart/2018/2/layout/IconLabelDescriptionList"/>
    <dgm:cxn modelId="{037D2A6C-5A60-4DF0-9C9B-0F8997B0111D}" type="presOf" srcId="{00CB37F3-5DDB-4CCA-9B24-1E186334BB7B}" destId="{1163F2C1-8BDE-4BDA-8B67-64E3008BB7D5}" srcOrd="0" destOrd="0" presId="urn:microsoft.com/office/officeart/2018/2/layout/IconLabelDescriptionList"/>
    <dgm:cxn modelId="{B5B3714C-618C-4946-93C8-F1C4A15FA346}" srcId="{AACB0F9E-D831-48E8-8EE8-7DADBBA58411}" destId="{84150289-F52A-4109-AB2B-D55B851AB468}" srcOrd="1" destOrd="0" parTransId="{AE4F50BA-6749-491E-8CDA-13ABA5F52A21}" sibTransId="{D31CF412-9AF6-459E-BAB0-3EEC4D3C6A53}"/>
    <dgm:cxn modelId="{05427D75-9AC3-4056-8C5B-50AF276FCA3D}" type="presOf" srcId="{3566A1F9-319F-498D-8EE0-C14F1751F824}" destId="{7255B36E-4E1A-4C64-8203-40BEBC3559B8}" srcOrd="0" destOrd="0" presId="urn:microsoft.com/office/officeart/2018/2/layout/IconLabelDescriptionList"/>
    <dgm:cxn modelId="{5485D07C-11EB-41A3-BF72-AAE056102C0D}" srcId="{AACB0F9E-D831-48E8-8EE8-7DADBBA58411}" destId="{3566A1F9-319F-498D-8EE0-C14F1751F824}" srcOrd="3" destOrd="0" parTransId="{4575B8E1-EBB8-4807-883C-26A1F9F4ACF3}" sibTransId="{218FE23A-9708-4B87-A744-8277CED82F49}"/>
    <dgm:cxn modelId="{5EC8FF7C-613C-4BBB-AF89-BDD7FAAEE717}" type="presOf" srcId="{CA711F81-E801-4D37-9661-299298D50174}" destId="{1163F2C1-8BDE-4BDA-8B67-64E3008BB7D5}" srcOrd="0" destOrd="1" presId="urn:microsoft.com/office/officeart/2018/2/layout/IconLabelDescriptionList"/>
    <dgm:cxn modelId="{36D23682-F5D1-4C2E-83F1-036E4E52FAC1}" srcId="{84150289-F52A-4109-AB2B-D55B851AB468}" destId="{79093401-D8DC-4B2A-85A6-CC02D331B2AE}" srcOrd="2" destOrd="0" parTransId="{B7FCA434-1941-4968-9D34-2DCFBCD00300}" sibTransId="{4C1A0A99-CE21-44E8-A052-11E3153B8743}"/>
    <dgm:cxn modelId="{33FD6B8A-81FC-4E9B-8986-CDAC975154E2}" type="presOf" srcId="{9A5F67C8-8024-4C5F-822D-6A222B011DAC}" destId="{160F6F95-5FBF-4066-9A06-5D42C1360B76}" srcOrd="0" destOrd="1" presId="urn:microsoft.com/office/officeart/2018/2/layout/IconLabelDescriptionList"/>
    <dgm:cxn modelId="{E2C05299-6903-48E6-B0DC-2D4C4E0A6CA9}" type="presOf" srcId="{6A538412-C23B-4E35-970E-91FF73661062}" destId="{CD995CC2-D886-46B6-8D3C-F7CB8CBD116A}" srcOrd="0" destOrd="0" presId="urn:microsoft.com/office/officeart/2018/2/layout/IconLabelDescriptionList"/>
    <dgm:cxn modelId="{07A10BA7-B728-4F78-84ED-2850A17FA1B7}" type="presOf" srcId="{D1FB4CD9-2D6B-4C7E-9877-2B63B6A83B00}" destId="{1B995A40-477F-4B63-9451-10BA18B8A3CE}" srcOrd="0" destOrd="0" presId="urn:microsoft.com/office/officeart/2018/2/layout/IconLabelDescriptionList"/>
    <dgm:cxn modelId="{3A8206C6-CBB3-49C2-91A7-31B75EEBB670}" type="presOf" srcId="{84150289-F52A-4109-AB2B-D55B851AB468}" destId="{49155353-E244-4558-99F7-B9CBFA82FACA}" srcOrd="0" destOrd="0" presId="urn:microsoft.com/office/officeart/2018/2/layout/IconLabelDescriptionList"/>
    <dgm:cxn modelId="{E3C7AFC6-9700-47EC-BC0D-6F9535AFE5EB}" srcId="{3566A1F9-319F-498D-8EE0-C14F1751F824}" destId="{00CB37F3-5DDB-4CCA-9B24-1E186334BB7B}" srcOrd="0" destOrd="0" parTransId="{370F806C-24C5-444D-AB97-98828D60893F}" sibTransId="{6008FD61-7D7C-4B8E-A3FF-3AECFB89B4FD}"/>
    <dgm:cxn modelId="{D5F8F7CD-6324-4934-B6E8-C68EA1BB71AE}" srcId="{AACB0F9E-D831-48E8-8EE8-7DADBBA58411}" destId="{15E71888-1CD1-4DA4-B255-FF52983823B8}" srcOrd="0" destOrd="0" parTransId="{310B6509-CC1A-46F3-A7A0-A2D75D223BA5}" sibTransId="{5F55D109-19EC-42F6-863B-3E2E50580416}"/>
    <dgm:cxn modelId="{F925FFCD-17E3-4C8D-BDDB-BD86BF424A37}" srcId="{114FCE90-465B-4833-BC96-24EFCC68ACA8}" destId="{D1FB4CD9-2D6B-4C7E-9877-2B63B6A83B00}" srcOrd="0" destOrd="0" parTransId="{46A440DB-2A41-4C11-98C1-AC1B8893BF05}" sibTransId="{E86F6DDF-258D-412B-8387-89229A18B162}"/>
    <dgm:cxn modelId="{010352D9-6D62-4002-8C8B-409B3E2C88F5}" srcId="{AACB0F9E-D831-48E8-8EE8-7DADBBA58411}" destId="{114FCE90-465B-4833-BC96-24EFCC68ACA8}" srcOrd="2" destOrd="0" parTransId="{3F20EF60-24C8-4B74-A6E8-EC906632DEF6}" sibTransId="{015DFC91-7238-4447-B730-18594D28D6CC}"/>
    <dgm:cxn modelId="{F7B33ADF-7AC6-43DC-9777-270AA215218D}" srcId="{84150289-F52A-4109-AB2B-D55B851AB468}" destId="{9A5F67C8-8024-4C5F-822D-6A222B011DAC}" srcOrd="1" destOrd="0" parTransId="{296EEB73-398C-47D1-B44A-6C85D7655086}" sibTransId="{0B232317-6BBF-4C8C-9D6F-E577DE0F677C}"/>
    <dgm:cxn modelId="{145DA1FD-65DD-4D03-B590-A42779AE7C1F}" srcId="{15E71888-1CD1-4DA4-B255-FF52983823B8}" destId="{6A538412-C23B-4E35-970E-91FF73661062}" srcOrd="0" destOrd="0" parTransId="{BE24FB7B-A5C8-4DAF-B07B-C2C8CD7951AE}" sibTransId="{20E90C3B-AB19-43BE-8A58-211617918574}"/>
    <dgm:cxn modelId="{5AF114C1-7F9E-47D0-A114-73E0A0666EB0}" type="presParOf" srcId="{ECD6926D-AA91-4667-BF17-481EB327E305}" destId="{2422A44F-1B06-4315-BB6B-BBDD1CB3BB9A}" srcOrd="0" destOrd="0" presId="urn:microsoft.com/office/officeart/2018/2/layout/IconLabelDescriptionList"/>
    <dgm:cxn modelId="{8C371400-8FFE-4523-96E9-FD8951716EE5}" type="presParOf" srcId="{2422A44F-1B06-4315-BB6B-BBDD1CB3BB9A}" destId="{214903EA-1F80-412F-A52E-A5AC86586051}" srcOrd="0" destOrd="0" presId="urn:microsoft.com/office/officeart/2018/2/layout/IconLabelDescriptionList"/>
    <dgm:cxn modelId="{AE8264C0-4797-4703-9863-7DAF312C2240}" type="presParOf" srcId="{2422A44F-1B06-4315-BB6B-BBDD1CB3BB9A}" destId="{A17900D7-63DB-4CEE-A8D9-9DF2E8B4BA73}" srcOrd="1" destOrd="0" presId="urn:microsoft.com/office/officeart/2018/2/layout/IconLabelDescriptionList"/>
    <dgm:cxn modelId="{3C0B946B-8D37-4E4D-92E4-84040A89C8CA}" type="presParOf" srcId="{2422A44F-1B06-4315-BB6B-BBDD1CB3BB9A}" destId="{F7335EBE-F87C-4C93-B2C4-C76C9B03AF27}" srcOrd="2" destOrd="0" presId="urn:microsoft.com/office/officeart/2018/2/layout/IconLabelDescriptionList"/>
    <dgm:cxn modelId="{A17055F4-88F6-49F2-93BB-631B04EB1C83}" type="presParOf" srcId="{2422A44F-1B06-4315-BB6B-BBDD1CB3BB9A}" destId="{7FEE3B2D-DB2E-4452-AD01-BB1FB99FF2BA}" srcOrd="3" destOrd="0" presId="urn:microsoft.com/office/officeart/2018/2/layout/IconLabelDescriptionList"/>
    <dgm:cxn modelId="{41B874E0-BC3A-4987-8BA1-13F48963707F}" type="presParOf" srcId="{2422A44F-1B06-4315-BB6B-BBDD1CB3BB9A}" destId="{CD995CC2-D886-46B6-8D3C-F7CB8CBD116A}" srcOrd="4" destOrd="0" presId="urn:microsoft.com/office/officeart/2018/2/layout/IconLabelDescriptionList"/>
    <dgm:cxn modelId="{706819D4-95DC-4173-B090-E793D87DA353}" type="presParOf" srcId="{ECD6926D-AA91-4667-BF17-481EB327E305}" destId="{778557CC-C7CA-49DB-94AF-4C2B5B6E70ED}" srcOrd="1" destOrd="0" presId="urn:microsoft.com/office/officeart/2018/2/layout/IconLabelDescriptionList"/>
    <dgm:cxn modelId="{7F216D38-7BAE-44C7-AC8A-B88FCB629E69}" type="presParOf" srcId="{ECD6926D-AA91-4667-BF17-481EB327E305}" destId="{063F2921-D29C-4D73-83D6-F54A5003410F}" srcOrd="2" destOrd="0" presId="urn:microsoft.com/office/officeart/2018/2/layout/IconLabelDescriptionList"/>
    <dgm:cxn modelId="{0D5C52C1-ADEB-4C1B-9D47-5BA3FB2C0335}" type="presParOf" srcId="{063F2921-D29C-4D73-83D6-F54A5003410F}" destId="{B06A8C78-7D5A-46F0-87DB-F000ADE60C76}" srcOrd="0" destOrd="0" presId="urn:microsoft.com/office/officeart/2018/2/layout/IconLabelDescriptionList"/>
    <dgm:cxn modelId="{8FD7A7AC-D013-499E-BCE3-C2813E5F0E14}" type="presParOf" srcId="{063F2921-D29C-4D73-83D6-F54A5003410F}" destId="{B83CB93F-4DF8-412A-8177-D9C2A2DB4717}" srcOrd="1" destOrd="0" presId="urn:microsoft.com/office/officeart/2018/2/layout/IconLabelDescriptionList"/>
    <dgm:cxn modelId="{BF7A31CC-E2A5-49CC-ABBC-005B58624A20}" type="presParOf" srcId="{063F2921-D29C-4D73-83D6-F54A5003410F}" destId="{49155353-E244-4558-99F7-B9CBFA82FACA}" srcOrd="2" destOrd="0" presId="urn:microsoft.com/office/officeart/2018/2/layout/IconLabelDescriptionList"/>
    <dgm:cxn modelId="{64FBB8AA-0452-4BF9-ACE6-2B3463B602E3}" type="presParOf" srcId="{063F2921-D29C-4D73-83D6-F54A5003410F}" destId="{54E4F985-CA76-4EBD-A7C1-51AD2BFEB6E0}" srcOrd="3" destOrd="0" presId="urn:microsoft.com/office/officeart/2018/2/layout/IconLabelDescriptionList"/>
    <dgm:cxn modelId="{34B12EF4-5AF0-4752-B469-D5337359DD09}" type="presParOf" srcId="{063F2921-D29C-4D73-83D6-F54A5003410F}" destId="{160F6F95-5FBF-4066-9A06-5D42C1360B76}" srcOrd="4" destOrd="0" presId="urn:microsoft.com/office/officeart/2018/2/layout/IconLabelDescriptionList"/>
    <dgm:cxn modelId="{D89516FD-7E21-41C2-93C8-421160D2839E}" type="presParOf" srcId="{ECD6926D-AA91-4667-BF17-481EB327E305}" destId="{C08E409E-4BDF-440B-B5DE-3B32A6E4210A}" srcOrd="3" destOrd="0" presId="urn:microsoft.com/office/officeart/2018/2/layout/IconLabelDescriptionList"/>
    <dgm:cxn modelId="{F52804B6-38E5-46E9-8420-740B6B2F74AB}" type="presParOf" srcId="{ECD6926D-AA91-4667-BF17-481EB327E305}" destId="{2C088ACA-FAC3-484B-8B6A-111204D475A3}" srcOrd="4" destOrd="0" presId="urn:microsoft.com/office/officeart/2018/2/layout/IconLabelDescriptionList"/>
    <dgm:cxn modelId="{4B385489-AEA4-4377-B85A-47CCBFAE5D3A}" type="presParOf" srcId="{2C088ACA-FAC3-484B-8B6A-111204D475A3}" destId="{60532F42-D775-4804-9F3B-6254C0C40643}" srcOrd="0" destOrd="0" presId="urn:microsoft.com/office/officeart/2018/2/layout/IconLabelDescriptionList"/>
    <dgm:cxn modelId="{011B7D42-C2F7-432E-877E-D4CA356E0FA8}" type="presParOf" srcId="{2C088ACA-FAC3-484B-8B6A-111204D475A3}" destId="{8356A531-C6A9-4316-8DC9-D789F980A0F5}" srcOrd="1" destOrd="0" presId="urn:microsoft.com/office/officeart/2018/2/layout/IconLabelDescriptionList"/>
    <dgm:cxn modelId="{184E4EE9-97BA-4CDA-900E-B1026133A295}" type="presParOf" srcId="{2C088ACA-FAC3-484B-8B6A-111204D475A3}" destId="{07FAF07D-FA88-4490-B9B6-904194F8A8A4}" srcOrd="2" destOrd="0" presId="urn:microsoft.com/office/officeart/2018/2/layout/IconLabelDescriptionList"/>
    <dgm:cxn modelId="{5A416550-97EF-4F23-98F9-892CEB87FC6C}" type="presParOf" srcId="{2C088ACA-FAC3-484B-8B6A-111204D475A3}" destId="{971CD913-24E9-4224-BE4E-30F13FB66AE5}" srcOrd="3" destOrd="0" presId="urn:microsoft.com/office/officeart/2018/2/layout/IconLabelDescriptionList"/>
    <dgm:cxn modelId="{AE045984-ACE1-4AD0-81A2-AB3E08932030}" type="presParOf" srcId="{2C088ACA-FAC3-484B-8B6A-111204D475A3}" destId="{1B995A40-477F-4B63-9451-10BA18B8A3CE}" srcOrd="4" destOrd="0" presId="urn:microsoft.com/office/officeart/2018/2/layout/IconLabelDescriptionList"/>
    <dgm:cxn modelId="{AD3141CC-79D6-4E93-B690-DD562BA72B9F}" type="presParOf" srcId="{ECD6926D-AA91-4667-BF17-481EB327E305}" destId="{7596DEFB-C2E3-46F2-B24D-FE230C8B2341}" srcOrd="5" destOrd="0" presId="urn:microsoft.com/office/officeart/2018/2/layout/IconLabelDescriptionList"/>
    <dgm:cxn modelId="{6AC9E6C4-2E4E-458A-A8C7-D4E5D124DA89}" type="presParOf" srcId="{ECD6926D-AA91-4667-BF17-481EB327E305}" destId="{3D21070D-C2E9-4ABE-AF00-6294CAE032F3}" srcOrd="6" destOrd="0" presId="urn:microsoft.com/office/officeart/2018/2/layout/IconLabelDescriptionList"/>
    <dgm:cxn modelId="{6ACF2673-3AD2-44F5-8AFD-74FB8BCCAB20}" type="presParOf" srcId="{3D21070D-C2E9-4ABE-AF00-6294CAE032F3}" destId="{1C60F6DA-DD4A-4A47-977C-0FC9CE44E957}" srcOrd="0" destOrd="0" presId="urn:microsoft.com/office/officeart/2018/2/layout/IconLabelDescriptionList"/>
    <dgm:cxn modelId="{A75778D6-87F1-4A88-A08F-26B3CE9C930F}" type="presParOf" srcId="{3D21070D-C2E9-4ABE-AF00-6294CAE032F3}" destId="{23E6D44E-4261-4925-B823-FAFF69A2A9F4}" srcOrd="1" destOrd="0" presId="urn:microsoft.com/office/officeart/2018/2/layout/IconLabelDescriptionList"/>
    <dgm:cxn modelId="{55130A4B-E535-45B5-B2A9-6399DA9C8EC3}" type="presParOf" srcId="{3D21070D-C2E9-4ABE-AF00-6294CAE032F3}" destId="{7255B36E-4E1A-4C64-8203-40BEBC3559B8}" srcOrd="2" destOrd="0" presId="urn:microsoft.com/office/officeart/2018/2/layout/IconLabelDescriptionList"/>
    <dgm:cxn modelId="{FF042A40-33C8-4BA7-ACC1-BF507DAD0098}" type="presParOf" srcId="{3D21070D-C2E9-4ABE-AF00-6294CAE032F3}" destId="{F82A2CF6-976C-4D4A-8A47-57AAB345F1DE}" srcOrd="3" destOrd="0" presId="urn:microsoft.com/office/officeart/2018/2/layout/IconLabelDescriptionList"/>
    <dgm:cxn modelId="{BCB2FACD-2B28-41E0-9E1E-B1BA80031265}" type="presParOf" srcId="{3D21070D-C2E9-4ABE-AF00-6294CAE032F3}" destId="{1163F2C1-8BDE-4BDA-8B67-64E3008BB7D5}" srcOrd="4" destOrd="0" presId="urn:microsoft.com/office/officeart/2018/2/layout/IconLabelDescriptionList"/>
  </dgm:cxnLst>
  <dgm:bg/>
  <dgm:whole/>
  <dgm:extLst>
    <a:ext uri="http://schemas.microsoft.com/office/drawing/2008/diagram">
      <dsp:dataModelExt xmlns:dsp="http://schemas.microsoft.com/office/drawing/2008/diagram" relId="rId6" minVer="http://schemas.openxmlformats.org/drawingml/2006/diagram"/>
    </a:ext>
  </dgm:extLst>
</dgm:dataModel>
</file>

<file path=ppt/diagrams/data61.xml><?xml version="1.0" encoding="utf-8"?>
<dgm:dataModel xmlns:dgm="http://schemas.openxmlformats.org/drawingml/2006/diagram" xmlns:a="http://schemas.openxmlformats.org/drawingml/2006/main">
  <dgm:ptLst>
    <dgm:pt modelId="{ACAC5D7A-CA43-476E-A56F-108E729D0E9D}" type="doc">
      <dgm:prSet loTypeId="urn:microsoft.com/office/officeart/2018/5/layout/CenteredIconLabelDescriptionList" loCatId="icon" qsTypeId="urn:microsoft.com/office/officeart/2005/8/quickstyle/simple1" qsCatId="simple" csTypeId="urn:microsoft.com/office/officeart/2018/5/colors/Iconchunking_neutralbg_colorful2" csCatId="colorful" phldr="1"/>
      <dgm:spPr/>
      <dgm:t>
        <a:bodyPr/>
        <a:lstStyle/>
        <a:p>
          <a:endParaRPr lang="en-US"/>
        </a:p>
      </dgm:t>
    </dgm:pt>
    <dgm:pt modelId="{9BEDD84E-BE04-4649-8F44-870DB7D37636}">
      <dgm:prSet/>
      <dgm:spPr/>
      <dgm:t>
        <a:bodyPr/>
        <a:lstStyle/>
        <a:p>
          <a:pPr>
            <a:lnSpc>
              <a:spcPct val="100000"/>
            </a:lnSpc>
            <a:defRPr b="1"/>
          </a:pPr>
          <a:r>
            <a:rPr lang="tr-TR"/>
            <a:t>Limitation</a:t>
          </a:r>
          <a:endParaRPr lang="en-US"/>
        </a:p>
      </dgm:t>
    </dgm:pt>
    <dgm:pt modelId="{2F5C58FF-3621-4056-9839-AFAC1420CAF2}" type="parTrans" cxnId="{DE31488F-893B-449E-BE19-5CC705789D6B}">
      <dgm:prSet/>
      <dgm:spPr/>
      <dgm:t>
        <a:bodyPr/>
        <a:lstStyle/>
        <a:p>
          <a:endParaRPr lang="en-US"/>
        </a:p>
      </dgm:t>
    </dgm:pt>
    <dgm:pt modelId="{5A5955E8-9D8F-441F-AC99-90F502443537}" type="sibTrans" cxnId="{DE31488F-893B-449E-BE19-5CC705789D6B}">
      <dgm:prSet/>
      <dgm:spPr/>
      <dgm:t>
        <a:bodyPr/>
        <a:lstStyle/>
        <a:p>
          <a:endParaRPr lang="en-US"/>
        </a:p>
      </dgm:t>
    </dgm:pt>
    <dgm:pt modelId="{1802D294-3A82-4F30-AD24-6017AEE49AF8}">
      <dgm:prSet/>
      <dgm:spPr/>
      <dgm:t>
        <a:bodyPr/>
        <a:lstStyle/>
        <a:p>
          <a:pPr>
            <a:lnSpc>
              <a:spcPct val="100000"/>
            </a:lnSpc>
            <a:defRPr b="1"/>
          </a:pPr>
          <a:r>
            <a:rPr lang="tr-TR" i="1"/>
            <a:t>Script</a:t>
          </a:r>
          <a:r>
            <a:rPr lang="tr-TR"/>
            <a:t> </a:t>
          </a:r>
          <a:r>
            <a:rPr lang="en-US"/>
            <a:t>cannot be used </a:t>
          </a:r>
        </a:p>
      </dgm:t>
    </dgm:pt>
    <dgm:pt modelId="{0C0A46E4-1F06-441F-80F4-5FFC8FB58485}" type="parTrans" cxnId="{33E0018B-2236-4CAA-8DFA-2E112001683F}">
      <dgm:prSet/>
      <dgm:spPr/>
      <dgm:t>
        <a:bodyPr/>
        <a:lstStyle/>
        <a:p>
          <a:endParaRPr lang="en-US"/>
        </a:p>
      </dgm:t>
    </dgm:pt>
    <dgm:pt modelId="{E4E5EB03-17C2-4DDB-9175-C12D24E4F978}" type="sibTrans" cxnId="{33E0018B-2236-4CAA-8DFA-2E112001683F}">
      <dgm:prSet/>
      <dgm:spPr/>
      <dgm:t>
        <a:bodyPr/>
        <a:lstStyle/>
        <a:p>
          <a:endParaRPr lang="en-US"/>
        </a:p>
      </dgm:t>
    </dgm:pt>
    <dgm:pt modelId="{1C74066E-1B95-4F23-8418-10CC46C336C9}">
      <dgm:prSet/>
      <dgm:spPr/>
      <dgm:t>
        <a:bodyPr/>
        <a:lstStyle/>
        <a:p>
          <a:pPr>
            <a:lnSpc>
              <a:spcPct val="100000"/>
            </a:lnSpc>
          </a:pPr>
          <a:r>
            <a:rPr lang="en-US" dirty="0"/>
            <a:t>to create an infinite loop </a:t>
          </a:r>
        </a:p>
      </dgm:t>
    </dgm:pt>
    <dgm:pt modelId="{68315660-FF11-45CF-8D9F-4964A55411F3}" type="parTrans" cxnId="{66F604A8-868C-4AF4-98C3-1D0B14F349C7}">
      <dgm:prSet/>
      <dgm:spPr/>
      <dgm:t>
        <a:bodyPr/>
        <a:lstStyle/>
        <a:p>
          <a:endParaRPr lang="en-US"/>
        </a:p>
      </dgm:t>
    </dgm:pt>
    <dgm:pt modelId="{DA577C3B-057B-4D79-8535-4CC2A8D8E62A}" type="sibTrans" cxnId="{66F604A8-868C-4AF4-98C3-1D0B14F349C7}">
      <dgm:prSet/>
      <dgm:spPr/>
      <dgm:t>
        <a:bodyPr/>
        <a:lstStyle/>
        <a:p>
          <a:endParaRPr lang="en-US"/>
        </a:p>
      </dgm:t>
    </dgm:pt>
    <dgm:pt modelId="{11D9BD06-1098-4904-961A-B9F805C2FE9A}">
      <dgm:prSet/>
      <dgm:spPr/>
      <dgm:t>
        <a:bodyPr/>
        <a:lstStyle/>
        <a:p>
          <a:pPr>
            <a:lnSpc>
              <a:spcPct val="100000"/>
            </a:lnSpc>
          </a:pPr>
          <a:r>
            <a:rPr lang="en-US" dirty="0"/>
            <a:t>or other form of “logic bomb” </a:t>
          </a:r>
        </a:p>
      </dgm:t>
    </dgm:pt>
    <dgm:pt modelId="{8D151F8F-B310-4C6D-90F2-B5959EEE6260}" type="parTrans" cxnId="{E0FEF04F-FEF3-4A5C-A492-3B376CFF7FD1}">
      <dgm:prSet/>
      <dgm:spPr/>
      <dgm:t>
        <a:bodyPr/>
        <a:lstStyle/>
        <a:p>
          <a:endParaRPr lang="en-US"/>
        </a:p>
      </dgm:t>
    </dgm:pt>
    <dgm:pt modelId="{254D3742-820D-4A10-8BCF-862FDB7A9C2C}" type="sibTrans" cxnId="{E0FEF04F-FEF3-4A5C-A492-3B376CFF7FD1}">
      <dgm:prSet/>
      <dgm:spPr/>
      <dgm:t>
        <a:bodyPr/>
        <a:lstStyle/>
        <a:p>
          <a:endParaRPr lang="en-US"/>
        </a:p>
      </dgm:t>
    </dgm:pt>
    <dgm:pt modelId="{4AA31CF3-9527-4829-9542-705FB269FC63}">
      <dgm:prSet/>
      <dgm:spPr/>
      <dgm:t>
        <a:bodyPr/>
        <a:lstStyle/>
        <a:p>
          <a:pPr>
            <a:lnSpc>
              <a:spcPct val="100000"/>
            </a:lnSpc>
          </a:pPr>
          <a:r>
            <a:rPr lang="tr-TR" dirty="0"/>
            <a:t>This is a</a:t>
          </a:r>
          <a:r>
            <a:rPr lang="en-US" dirty="0"/>
            <a:t> limited language </a:t>
          </a:r>
        </a:p>
      </dgm:t>
    </dgm:pt>
    <dgm:pt modelId="{1298817B-ACED-47AE-82B4-091E329C718E}" type="parTrans" cxnId="{39813656-FCB1-480B-9254-282D0E76301F}">
      <dgm:prSet/>
      <dgm:spPr/>
    </dgm:pt>
    <dgm:pt modelId="{537EFA9A-30D8-4135-8A32-A599E029282A}" type="sibTrans" cxnId="{39813656-FCB1-480B-9254-282D0E76301F}">
      <dgm:prSet/>
      <dgm:spPr/>
    </dgm:pt>
    <dgm:pt modelId="{3A4F1F1E-A667-4CD6-859B-16214B8E9A41}">
      <dgm:prSet/>
      <dgm:spPr/>
      <dgm:t>
        <a:bodyPr/>
        <a:lstStyle/>
        <a:p>
          <a:pPr>
            <a:lnSpc>
              <a:spcPct val="100000"/>
            </a:lnSpc>
            <a:defRPr b="1"/>
          </a:pPr>
          <a:r>
            <a:rPr lang="tr-TR"/>
            <a:t>To </a:t>
          </a:r>
          <a:r>
            <a:rPr lang="en-US"/>
            <a:t>prevent</a:t>
          </a:r>
          <a:r>
            <a:rPr lang="tr-TR"/>
            <a:t> vulnerability</a:t>
          </a:r>
          <a:endParaRPr lang="en-US"/>
        </a:p>
      </dgm:t>
    </dgm:pt>
    <dgm:pt modelId="{6C6DB325-F403-433C-AC9C-03C5B840724E}" type="parTrans" cxnId="{CE0A24AF-0D3D-46F7-B3C6-84748E13A330}">
      <dgm:prSet/>
      <dgm:spPr/>
    </dgm:pt>
    <dgm:pt modelId="{6A1B224C-22C6-4D45-9D7F-C7FE288814C6}" type="sibTrans" cxnId="{CE0A24AF-0D3D-46F7-B3C6-84748E13A330}">
      <dgm:prSet/>
      <dgm:spPr/>
    </dgm:pt>
    <dgm:pt modelId="{F8B404CE-2B04-48E1-8D92-A0AF5BBD59D8}">
      <dgm:prSet/>
      <dgm:spPr/>
      <dgm:t>
        <a:bodyPr/>
        <a:lstStyle/>
        <a:p>
          <a:pPr>
            <a:lnSpc>
              <a:spcPct val="100000"/>
            </a:lnSpc>
          </a:pPr>
          <a:r>
            <a:rPr lang="tr-TR" dirty="0"/>
            <a:t>against</a:t>
          </a:r>
          <a:endParaRPr lang="en-US" dirty="0"/>
        </a:p>
      </dgm:t>
    </dgm:pt>
    <dgm:pt modelId="{7656B128-FCC5-4B3B-9B88-B419460614F5}" type="parTrans" cxnId="{9E118C31-925B-4C43-BA96-90A04D2B285C}">
      <dgm:prSet/>
      <dgm:spPr/>
    </dgm:pt>
    <dgm:pt modelId="{B35983F1-4305-4EE6-8BF4-168727F47E61}" type="sibTrans" cxnId="{9E118C31-925B-4C43-BA96-90A04D2B285C}">
      <dgm:prSet/>
      <dgm:spPr/>
    </dgm:pt>
    <dgm:pt modelId="{966991C3-3D49-4D5B-ADBF-FAAAD8123248}">
      <dgm:prSet/>
      <dgm:spPr/>
      <dgm:t>
        <a:bodyPr/>
        <a:lstStyle/>
        <a:p>
          <a:pPr>
            <a:lnSpc>
              <a:spcPct val="100000"/>
            </a:lnSpc>
          </a:pPr>
          <a:r>
            <a:rPr lang="en-US"/>
            <a:t>the </a:t>
          </a:r>
          <a:r>
            <a:rPr lang="en-US" dirty="0"/>
            <a:t>transaction validation</a:t>
          </a:r>
          <a:r>
            <a:rPr lang="tr-TR" dirty="0"/>
            <a:t> </a:t>
          </a:r>
          <a:r>
            <a:rPr lang="en-US" dirty="0"/>
            <a:t>mechanism </a:t>
          </a:r>
        </a:p>
      </dgm:t>
    </dgm:pt>
    <dgm:pt modelId="{2CA3A269-9712-4D49-BF59-E147DC2D3F54}" type="parTrans" cxnId="{A7ACC84A-3F20-412D-A485-3A04D90BD265}">
      <dgm:prSet/>
      <dgm:spPr/>
    </dgm:pt>
    <dgm:pt modelId="{B02B369A-F98D-4A8E-A933-FFA2BE3F9B82}" type="sibTrans" cxnId="{A7ACC84A-3F20-412D-A485-3A04D90BD265}">
      <dgm:prSet/>
      <dgm:spPr/>
    </dgm:pt>
    <dgm:pt modelId="{2674361E-E51A-49AD-8ED0-8971A1381B2A}" type="pres">
      <dgm:prSet presAssocID="{ACAC5D7A-CA43-476E-A56F-108E729D0E9D}" presName="root" presStyleCnt="0">
        <dgm:presLayoutVars>
          <dgm:dir/>
          <dgm:resizeHandles val="exact"/>
        </dgm:presLayoutVars>
      </dgm:prSet>
      <dgm:spPr/>
    </dgm:pt>
    <dgm:pt modelId="{DF611391-4A8E-44CF-9C3F-73D408C73AFB}" type="pres">
      <dgm:prSet presAssocID="{9BEDD84E-BE04-4649-8F44-870DB7D37636}" presName="compNode" presStyleCnt="0"/>
      <dgm:spPr/>
    </dgm:pt>
    <dgm:pt modelId="{94AFEDD7-5FDE-41D7-BAD8-7145A51E1FC8}" type="pres">
      <dgm:prSet presAssocID="{9BEDD84E-BE04-4649-8F44-870DB7D37636}" presName="iconRect" presStyleLbl="node1" presStyleIdx="0" presStyleCnt="3"/>
      <dgm:spPr>
        <a:blipFill>
          <a:blip xmlns:r="http://schemas.openxmlformats.org/officeDocument/2006/relationships" r:embed="rId1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2"/>
              </a:ext>
            </a:extLst>
          </a:blip>
          <a:stretch>
            <a:fillRect/>
          </a:stretch>
        </a:blipFill>
        <a:ln>
          <a:noFill/>
        </a:ln>
      </dgm:spPr>
      <dgm:extLst>
        <a:ext uri="{E40237B7-FDA0-4F09-8148-C483321AD2D9}">
          <dgm14:cNvPr xmlns:dgm14="http://schemas.microsoft.com/office/drawing/2010/diagram" id="0" name="" descr="Irritant"/>
        </a:ext>
      </dgm:extLst>
    </dgm:pt>
    <dgm:pt modelId="{6FD7C411-A4ED-429A-B714-1244A856A63A}" type="pres">
      <dgm:prSet presAssocID="{9BEDD84E-BE04-4649-8F44-870DB7D37636}" presName="iconSpace" presStyleCnt="0"/>
      <dgm:spPr/>
    </dgm:pt>
    <dgm:pt modelId="{E62C9628-34C4-46AF-8ACE-716D864451C4}" type="pres">
      <dgm:prSet presAssocID="{9BEDD84E-BE04-4649-8F44-870DB7D37636}" presName="parTx" presStyleLbl="revTx" presStyleIdx="0" presStyleCnt="6">
        <dgm:presLayoutVars>
          <dgm:chMax val="0"/>
          <dgm:chPref val="0"/>
        </dgm:presLayoutVars>
      </dgm:prSet>
      <dgm:spPr/>
    </dgm:pt>
    <dgm:pt modelId="{0864EFD1-3B92-4245-981B-22E1BA0F4EB2}" type="pres">
      <dgm:prSet presAssocID="{9BEDD84E-BE04-4649-8F44-870DB7D37636}" presName="txSpace" presStyleCnt="0"/>
      <dgm:spPr/>
    </dgm:pt>
    <dgm:pt modelId="{6DBAFCE1-59BE-467D-8E61-0F9F63CE65F1}" type="pres">
      <dgm:prSet presAssocID="{9BEDD84E-BE04-4649-8F44-870DB7D37636}" presName="desTx" presStyleLbl="revTx" presStyleIdx="1" presStyleCnt="6">
        <dgm:presLayoutVars/>
      </dgm:prSet>
      <dgm:spPr/>
    </dgm:pt>
    <dgm:pt modelId="{5042D117-6EF2-4FEF-9B82-440C5EA0AD82}" type="pres">
      <dgm:prSet presAssocID="{5A5955E8-9D8F-441F-AC99-90F502443537}" presName="sibTrans" presStyleCnt="0"/>
      <dgm:spPr/>
    </dgm:pt>
    <dgm:pt modelId="{2852ED53-CEE7-4103-8F8F-766A4F10F0FB}" type="pres">
      <dgm:prSet presAssocID="{3A4F1F1E-A667-4CD6-859B-16214B8E9A41}" presName="compNode" presStyleCnt="0"/>
      <dgm:spPr/>
    </dgm:pt>
    <dgm:pt modelId="{E6310FAC-82A0-4969-A67D-89670EDBD1D8}" type="pres">
      <dgm:prSet presAssocID="{3A4F1F1E-A667-4CD6-859B-16214B8E9A41}" presName="iconRect" presStyleLbl="node1" presStyleIdx="1" presStyleCnt="3"/>
      <dgm:spPr>
        <a:blipFill>
          <a:blip xmlns:r="http://schemas.openxmlformats.org/officeDocument/2006/relationships" r:embed="rId3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4"/>
              </a:ext>
            </a:extLst>
          </a:blip>
          <a:stretch>
            <a:fillRect/>
          </a:stretch>
        </a:blipFill>
        <a:ln>
          <a:noFill/>
        </a:ln>
      </dgm:spPr>
      <dgm:extLst>
        <a:ext uri="{E40237B7-FDA0-4F09-8148-C483321AD2D9}">
          <dgm14:cNvPr xmlns:dgm14="http://schemas.microsoft.com/office/drawing/2010/diagram" id="0" name="" descr="Disconnected"/>
        </a:ext>
      </dgm:extLst>
    </dgm:pt>
    <dgm:pt modelId="{4064011B-91B9-4A54-B4EC-71CB98B25232}" type="pres">
      <dgm:prSet presAssocID="{3A4F1F1E-A667-4CD6-859B-16214B8E9A41}" presName="iconSpace" presStyleCnt="0"/>
      <dgm:spPr/>
    </dgm:pt>
    <dgm:pt modelId="{7803BB3D-69BF-4D9C-AB09-1542CB8C084F}" type="pres">
      <dgm:prSet presAssocID="{3A4F1F1E-A667-4CD6-859B-16214B8E9A41}" presName="parTx" presStyleLbl="revTx" presStyleIdx="2" presStyleCnt="6">
        <dgm:presLayoutVars>
          <dgm:chMax val="0"/>
          <dgm:chPref val="0"/>
        </dgm:presLayoutVars>
      </dgm:prSet>
      <dgm:spPr/>
    </dgm:pt>
    <dgm:pt modelId="{21FB4229-5743-4F2B-8C52-88F74EFC5984}" type="pres">
      <dgm:prSet presAssocID="{3A4F1F1E-A667-4CD6-859B-16214B8E9A41}" presName="txSpace" presStyleCnt="0"/>
      <dgm:spPr/>
    </dgm:pt>
    <dgm:pt modelId="{C8324AC7-F196-4858-BEBE-5DD86FB12AAF}" type="pres">
      <dgm:prSet presAssocID="{3A4F1F1E-A667-4CD6-859B-16214B8E9A41}" presName="desTx" presStyleLbl="revTx" presStyleIdx="3" presStyleCnt="6">
        <dgm:presLayoutVars/>
      </dgm:prSet>
      <dgm:spPr/>
    </dgm:pt>
    <dgm:pt modelId="{7F351ED0-B995-4FC3-8FE0-30A529FE1866}" type="pres">
      <dgm:prSet presAssocID="{6A1B224C-22C6-4D45-9D7F-C7FE288814C6}" presName="sibTrans" presStyleCnt="0"/>
      <dgm:spPr/>
    </dgm:pt>
    <dgm:pt modelId="{9B5DBE99-A1DB-42DC-AD25-C14AE3F316EC}" type="pres">
      <dgm:prSet presAssocID="{1802D294-3A82-4F30-AD24-6017AEE49AF8}" presName="compNode" presStyleCnt="0"/>
      <dgm:spPr/>
    </dgm:pt>
    <dgm:pt modelId="{C4A7C834-AEF7-43B6-99C6-22396C969074}" type="pres">
      <dgm:prSet presAssocID="{1802D294-3A82-4F30-AD24-6017AEE49AF8}" presName="iconRect" presStyleLbl="node1" presStyleIdx="2" presStyleCnt="3"/>
      <dgm:spPr>
        <a:blipFill>
          <a:blip xmlns:r="http://schemas.openxmlformats.org/officeDocument/2006/relationships" r:embed="rId5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6"/>
              </a:ext>
            </a:extLst>
          </a:blip>
          <a:stretch>
            <a:fillRect/>
          </a:stretch>
        </a:blipFill>
        <a:ln>
          <a:noFill/>
        </a:ln>
      </dgm:spPr>
      <dgm:extLst>
        <a:ext uri="{E40237B7-FDA0-4F09-8148-C483321AD2D9}">
          <dgm14:cNvPr xmlns:dgm14="http://schemas.microsoft.com/office/drawing/2010/diagram" id="0" name="" descr="Unlock"/>
        </a:ext>
      </dgm:extLst>
    </dgm:pt>
    <dgm:pt modelId="{3B8A540B-472F-462C-888B-46B1AFABE818}" type="pres">
      <dgm:prSet presAssocID="{1802D294-3A82-4F30-AD24-6017AEE49AF8}" presName="iconSpace" presStyleCnt="0"/>
      <dgm:spPr/>
    </dgm:pt>
    <dgm:pt modelId="{1D28C375-8D8F-45CD-A27F-BEB43AFA4030}" type="pres">
      <dgm:prSet presAssocID="{1802D294-3A82-4F30-AD24-6017AEE49AF8}" presName="parTx" presStyleLbl="revTx" presStyleIdx="4" presStyleCnt="6">
        <dgm:presLayoutVars>
          <dgm:chMax val="0"/>
          <dgm:chPref val="0"/>
        </dgm:presLayoutVars>
      </dgm:prSet>
      <dgm:spPr/>
    </dgm:pt>
    <dgm:pt modelId="{F7F4A583-79CE-49D2-9067-5092B5A42B97}" type="pres">
      <dgm:prSet presAssocID="{1802D294-3A82-4F30-AD24-6017AEE49AF8}" presName="txSpace" presStyleCnt="0"/>
      <dgm:spPr/>
    </dgm:pt>
    <dgm:pt modelId="{AF7E81FE-498E-450F-8A72-8745D5FF49C4}" type="pres">
      <dgm:prSet presAssocID="{1802D294-3A82-4F30-AD24-6017AEE49AF8}" presName="desTx" presStyleLbl="revTx" presStyleIdx="5" presStyleCnt="6">
        <dgm:presLayoutVars/>
      </dgm:prSet>
      <dgm:spPr/>
    </dgm:pt>
  </dgm:ptLst>
  <dgm:cxnLst>
    <dgm:cxn modelId="{0BB81909-841C-47BC-86FC-4DD4D0DE2068}" type="presOf" srcId="{1802D294-3A82-4F30-AD24-6017AEE49AF8}" destId="{1D28C375-8D8F-45CD-A27F-BEB43AFA4030}" srcOrd="0" destOrd="0" presId="urn:microsoft.com/office/officeart/2018/5/layout/CenteredIconLabelDescriptionList"/>
    <dgm:cxn modelId="{D78F5B20-30D9-4F83-A6BA-A10C306B330C}" type="presOf" srcId="{9BEDD84E-BE04-4649-8F44-870DB7D37636}" destId="{E62C9628-34C4-46AF-8ACE-716D864451C4}" srcOrd="0" destOrd="0" presId="urn:microsoft.com/office/officeart/2018/5/layout/CenteredIconLabelDescriptionList"/>
    <dgm:cxn modelId="{9E118C31-925B-4C43-BA96-90A04D2B285C}" srcId="{3A4F1F1E-A667-4CD6-859B-16214B8E9A41}" destId="{F8B404CE-2B04-48E1-8D92-A0AF5BBD59D8}" srcOrd="0" destOrd="0" parTransId="{7656B128-FCC5-4B3B-9B88-B419460614F5}" sibTransId="{B35983F1-4305-4EE6-8BF4-168727F47E61}"/>
    <dgm:cxn modelId="{EA9CDF47-6E93-4E07-B988-87CE7B758CF9}" type="presOf" srcId="{4AA31CF3-9527-4829-9542-705FB269FC63}" destId="{6DBAFCE1-59BE-467D-8E61-0F9F63CE65F1}" srcOrd="0" destOrd="0" presId="urn:microsoft.com/office/officeart/2018/5/layout/CenteredIconLabelDescriptionList"/>
    <dgm:cxn modelId="{A7ACC84A-3F20-412D-A485-3A04D90BD265}" srcId="{3A4F1F1E-A667-4CD6-859B-16214B8E9A41}" destId="{966991C3-3D49-4D5B-ADBF-FAAAD8123248}" srcOrd="1" destOrd="0" parTransId="{2CA3A269-9712-4D49-BF59-E147DC2D3F54}" sibTransId="{B02B369A-F98D-4A8E-A933-FFA2BE3F9B82}"/>
    <dgm:cxn modelId="{E0FEF04F-FEF3-4A5C-A492-3B376CFF7FD1}" srcId="{1802D294-3A82-4F30-AD24-6017AEE49AF8}" destId="{11D9BD06-1098-4904-961A-B9F805C2FE9A}" srcOrd="1" destOrd="0" parTransId="{8D151F8F-B310-4C6D-90F2-B5959EEE6260}" sibTransId="{254D3742-820D-4A10-8BCF-862FDB7A9C2C}"/>
    <dgm:cxn modelId="{39813656-FCB1-480B-9254-282D0E76301F}" srcId="{9BEDD84E-BE04-4649-8F44-870DB7D37636}" destId="{4AA31CF3-9527-4829-9542-705FB269FC63}" srcOrd="0" destOrd="0" parTransId="{1298817B-ACED-47AE-82B4-091E329C718E}" sibTransId="{537EFA9A-30D8-4135-8A32-A599E029282A}"/>
    <dgm:cxn modelId="{81897786-B7D7-4F68-B87A-6960A7DA136C}" type="presOf" srcId="{3A4F1F1E-A667-4CD6-859B-16214B8E9A41}" destId="{7803BB3D-69BF-4D9C-AB09-1542CB8C084F}" srcOrd="0" destOrd="0" presId="urn:microsoft.com/office/officeart/2018/5/layout/CenteredIconLabelDescriptionList"/>
    <dgm:cxn modelId="{33E0018B-2236-4CAA-8DFA-2E112001683F}" srcId="{ACAC5D7A-CA43-476E-A56F-108E729D0E9D}" destId="{1802D294-3A82-4F30-AD24-6017AEE49AF8}" srcOrd="2" destOrd="0" parTransId="{0C0A46E4-1F06-441F-80F4-5FFC8FB58485}" sibTransId="{E4E5EB03-17C2-4DDB-9175-C12D24E4F978}"/>
    <dgm:cxn modelId="{DE31488F-893B-449E-BE19-5CC705789D6B}" srcId="{ACAC5D7A-CA43-476E-A56F-108E729D0E9D}" destId="{9BEDD84E-BE04-4649-8F44-870DB7D37636}" srcOrd="0" destOrd="0" parTransId="{2F5C58FF-3621-4056-9839-AFAC1420CAF2}" sibTransId="{5A5955E8-9D8F-441F-AC99-90F502443537}"/>
    <dgm:cxn modelId="{66F604A8-868C-4AF4-98C3-1D0B14F349C7}" srcId="{1802D294-3A82-4F30-AD24-6017AEE49AF8}" destId="{1C74066E-1B95-4F23-8418-10CC46C336C9}" srcOrd="0" destOrd="0" parTransId="{68315660-FF11-45CF-8D9F-4964A55411F3}" sibTransId="{DA577C3B-057B-4D79-8535-4CC2A8D8E62A}"/>
    <dgm:cxn modelId="{CE0A24AF-0D3D-46F7-B3C6-84748E13A330}" srcId="{ACAC5D7A-CA43-476E-A56F-108E729D0E9D}" destId="{3A4F1F1E-A667-4CD6-859B-16214B8E9A41}" srcOrd="1" destOrd="0" parTransId="{6C6DB325-F403-433C-AC9C-03C5B840724E}" sibTransId="{6A1B224C-22C6-4D45-9D7F-C7FE288814C6}"/>
    <dgm:cxn modelId="{F0DC4CB6-70E9-48B2-B00A-D9554D56545F}" type="presOf" srcId="{966991C3-3D49-4D5B-ADBF-FAAAD8123248}" destId="{C8324AC7-F196-4858-BEBE-5DD86FB12AAF}" srcOrd="0" destOrd="1" presId="urn:microsoft.com/office/officeart/2018/5/layout/CenteredIconLabelDescriptionList"/>
    <dgm:cxn modelId="{53FE9FD5-0A19-4738-9457-91E8B2CA11FF}" type="presOf" srcId="{11D9BD06-1098-4904-961A-B9F805C2FE9A}" destId="{AF7E81FE-498E-450F-8A72-8745D5FF49C4}" srcOrd="0" destOrd="1" presId="urn:microsoft.com/office/officeart/2018/5/layout/CenteredIconLabelDescriptionList"/>
    <dgm:cxn modelId="{5C9248F6-EF23-4A3A-8975-6227066E5B7D}" type="presOf" srcId="{ACAC5D7A-CA43-476E-A56F-108E729D0E9D}" destId="{2674361E-E51A-49AD-8ED0-8971A1381B2A}" srcOrd="0" destOrd="0" presId="urn:microsoft.com/office/officeart/2018/5/layout/CenteredIconLabelDescriptionList"/>
    <dgm:cxn modelId="{CC8864F7-F036-4F78-89CE-E24305ECB990}" type="presOf" srcId="{F8B404CE-2B04-48E1-8D92-A0AF5BBD59D8}" destId="{C8324AC7-F196-4858-BEBE-5DD86FB12AAF}" srcOrd="0" destOrd="0" presId="urn:microsoft.com/office/officeart/2018/5/layout/CenteredIconLabelDescriptionList"/>
    <dgm:cxn modelId="{40D14DFD-8546-4D3E-9F4C-C60F5106D4A6}" type="presOf" srcId="{1C74066E-1B95-4F23-8418-10CC46C336C9}" destId="{AF7E81FE-498E-450F-8A72-8745D5FF49C4}" srcOrd="0" destOrd="0" presId="urn:microsoft.com/office/officeart/2018/5/layout/CenteredIconLabelDescriptionList"/>
    <dgm:cxn modelId="{FDAE8C87-A545-402A-9A83-1917166DCCC4}" type="presParOf" srcId="{2674361E-E51A-49AD-8ED0-8971A1381B2A}" destId="{DF611391-4A8E-44CF-9C3F-73D408C73AFB}" srcOrd="0" destOrd="0" presId="urn:microsoft.com/office/officeart/2018/5/layout/CenteredIconLabelDescriptionList"/>
    <dgm:cxn modelId="{7EC947F7-D442-4B20-9DE3-07D16AE11DFA}" type="presParOf" srcId="{DF611391-4A8E-44CF-9C3F-73D408C73AFB}" destId="{94AFEDD7-5FDE-41D7-BAD8-7145A51E1FC8}" srcOrd="0" destOrd="0" presId="urn:microsoft.com/office/officeart/2018/5/layout/CenteredIconLabelDescriptionList"/>
    <dgm:cxn modelId="{ED83DA65-69C4-4CF4-9DF3-0F3F883045BE}" type="presParOf" srcId="{DF611391-4A8E-44CF-9C3F-73D408C73AFB}" destId="{6FD7C411-A4ED-429A-B714-1244A856A63A}" srcOrd="1" destOrd="0" presId="urn:microsoft.com/office/officeart/2018/5/layout/CenteredIconLabelDescriptionList"/>
    <dgm:cxn modelId="{2F717D9D-0463-447E-8703-7EF755430180}" type="presParOf" srcId="{DF611391-4A8E-44CF-9C3F-73D408C73AFB}" destId="{E62C9628-34C4-46AF-8ACE-716D864451C4}" srcOrd="2" destOrd="0" presId="urn:microsoft.com/office/officeart/2018/5/layout/CenteredIconLabelDescriptionList"/>
    <dgm:cxn modelId="{DA318A72-8F0B-4520-832E-8BE1C536FB48}" type="presParOf" srcId="{DF611391-4A8E-44CF-9C3F-73D408C73AFB}" destId="{0864EFD1-3B92-4245-981B-22E1BA0F4EB2}" srcOrd="3" destOrd="0" presId="urn:microsoft.com/office/officeart/2018/5/layout/CenteredIconLabelDescriptionList"/>
    <dgm:cxn modelId="{82B8EAE9-BAEB-441E-8C98-E1F4E81968ED}" type="presParOf" srcId="{DF611391-4A8E-44CF-9C3F-73D408C73AFB}" destId="{6DBAFCE1-59BE-467D-8E61-0F9F63CE65F1}" srcOrd="4" destOrd="0" presId="urn:microsoft.com/office/officeart/2018/5/layout/CenteredIconLabelDescriptionList"/>
    <dgm:cxn modelId="{FDE356F4-0B7D-476F-AF3A-48C855C71FAD}" type="presParOf" srcId="{2674361E-E51A-49AD-8ED0-8971A1381B2A}" destId="{5042D117-6EF2-4FEF-9B82-440C5EA0AD82}" srcOrd="1" destOrd="0" presId="urn:microsoft.com/office/officeart/2018/5/layout/CenteredIconLabelDescriptionList"/>
    <dgm:cxn modelId="{315494A1-3E92-4648-9883-6781AA7BB9D4}" type="presParOf" srcId="{2674361E-E51A-49AD-8ED0-8971A1381B2A}" destId="{2852ED53-CEE7-4103-8F8F-766A4F10F0FB}" srcOrd="2" destOrd="0" presId="urn:microsoft.com/office/officeart/2018/5/layout/CenteredIconLabelDescriptionList"/>
    <dgm:cxn modelId="{08566DC0-A936-4133-A64F-8C04DA255AE2}" type="presParOf" srcId="{2852ED53-CEE7-4103-8F8F-766A4F10F0FB}" destId="{E6310FAC-82A0-4969-A67D-89670EDBD1D8}" srcOrd="0" destOrd="0" presId="urn:microsoft.com/office/officeart/2018/5/layout/CenteredIconLabelDescriptionList"/>
    <dgm:cxn modelId="{9B088D8C-7FDF-4747-8B5F-7509B646B106}" type="presParOf" srcId="{2852ED53-CEE7-4103-8F8F-766A4F10F0FB}" destId="{4064011B-91B9-4A54-B4EC-71CB98B25232}" srcOrd="1" destOrd="0" presId="urn:microsoft.com/office/officeart/2018/5/layout/CenteredIconLabelDescriptionList"/>
    <dgm:cxn modelId="{D740AFCE-C8AE-40F3-B99B-D644425B5170}" type="presParOf" srcId="{2852ED53-CEE7-4103-8F8F-766A4F10F0FB}" destId="{7803BB3D-69BF-4D9C-AB09-1542CB8C084F}" srcOrd="2" destOrd="0" presId="urn:microsoft.com/office/officeart/2018/5/layout/CenteredIconLabelDescriptionList"/>
    <dgm:cxn modelId="{04FC8819-F12E-4BEB-AF21-B396C296D620}" type="presParOf" srcId="{2852ED53-CEE7-4103-8F8F-766A4F10F0FB}" destId="{21FB4229-5743-4F2B-8C52-88F74EFC5984}" srcOrd="3" destOrd="0" presId="urn:microsoft.com/office/officeart/2018/5/layout/CenteredIconLabelDescriptionList"/>
    <dgm:cxn modelId="{6232684C-7FD4-4132-9BD2-C2936C5BA07D}" type="presParOf" srcId="{2852ED53-CEE7-4103-8F8F-766A4F10F0FB}" destId="{C8324AC7-F196-4858-BEBE-5DD86FB12AAF}" srcOrd="4" destOrd="0" presId="urn:microsoft.com/office/officeart/2018/5/layout/CenteredIconLabelDescriptionList"/>
    <dgm:cxn modelId="{C6337E64-A7C7-44B2-834B-A50056198C9C}" type="presParOf" srcId="{2674361E-E51A-49AD-8ED0-8971A1381B2A}" destId="{7F351ED0-B995-4FC3-8FE0-30A529FE1866}" srcOrd="3" destOrd="0" presId="urn:microsoft.com/office/officeart/2018/5/layout/CenteredIconLabelDescriptionList"/>
    <dgm:cxn modelId="{93E50EAA-1079-46C6-B7CE-A92DEEB928AE}" type="presParOf" srcId="{2674361E-E51A-49AD-8ED0-8971A1381B2A}" destId="{9B5DBE99-A1DB-42DC-AD25-C14AE3F316EC}" srcOrd="4" destOrd="0" presId="urn:microsoft.com/office/officeart/2018/5/layout/CenteredIconLabelDescriptionList"/>
    <dgm:cxn modelId="{4BFE6619-F65B-445D-BF58-BED2E2B3E1D3}" type="presParOf" srcId="{9B5DBE99-A1DB-42DC-AD25-C14AE3F316EC}" destId="{C4A7C834-AEF7-43B6-99C6-22396C969074}" srcOrd="0" destOrd="0" presId="urn:microsoft.com/office/officeart/2018/5/layout/CenteredIconLabelDescriptionList"/>
    <dgm:cxn modelId="{9BDB5597-2E45-47E9-8354-72EB0236D677}" type="presParOf" srcId="{9B5DBE99-A1DB-42DC-AD25-C14AE3F316EC}" destId="{3B8A540B-472F-462C-888B-46B1AFABE818}" srcOrd="1" destOrd="0" presId="urn:microsoft.com/office/officeart/2018/5/layout/CenteredIconLabelDescriptionList"/>
    <dgm:cxn modelId="{2E85870E-54DD-44BB-A8B0-B03BB09B4755}" type="presParOf" srcId="{9B5DBE99-A1DB-42DC-AD25-C14AE3F316EC}" destId="{1D28C375-8D8F-45CD-A27F-BEB43AFA4030}" srcOrd="2" destOrd="0" presId="urn:microsoft.com/office/officeart/2018/5/layout/CenteredIconLabelDescriptionList"/>
    <dgm:cxn modelId="{B6346000-C6E9-4A6F-8804-27F167F29DC4}" type="presParOf" srcId="{9B5DBE99-A1DB-42DC-AD25-C14AE3F316EC}" destId="{F7F4A583-79CE-49D2-9067-5092B5A42B97}" srcOrd="3" destOrd="0" presId="urn:microsoft.com/office/officeart/2018/5/layout/CenteredIconLabelDescriptionList"/>
    <dgm:cxn modelId="{FB07DB2D-D8B7-4C74-B5CB-D2C66C5F19B4}" type="presParOf" srcId="{9B5DBE99-A1DB-42DC-AD25-C14AE3F316EC}" destId="{AF7E81FE-498E-450F-8A72-8745D5FF49C4}" srcOrd="4" destOrd="0" presId="urn:microsoft.com/office/officeart/2018/5/layout/CenteredIconLabelDescriptionList"/>
  </dgm:cxnLst>
  <dgm:bg/>
  <dgm:whole/>
  <dgm:extLst>
    <a:ext uri="http://schemas.microsoft.com/office/drawing/2008/diagram">
      <dsp:dataModelExt xmlns:dsp="http://schemas.microsoft.com/office/drawing/2008/diagram" relId="rId6" minVer="http://schemas.openxmlformats.org/drawingml/2006/diagram"/>
    </a:ext>
  </dgm:extLst>
</dgm:dataModel>
</file>

<file path=ppt/diagrams/data62.xml><?xml version="1.0" encoding="utf-8"?>
<dgm:dataModel xmlns:dgm="http://schemas.openxmlformats.org/drawingml/2006/diagram" xmlns:a="http://schemas.openxmlformats.org/drawingml/2006/main">
  <dgm:ptLst>
    <dgm:pt modelId="{ACAC5D7A-CA43-476E-A56F-108E729D0E9D}" type="doc">
      <dgm:prSet loTypeId="urn:microsoft.com/office/officeart/2018/5/layout/CenteredIconLabelDescriptionList" loCatId="icon" qsTypeId="urn:microsoft.com/office/officeart/2005/8/quickstyle/simple1" qsCatId="simple" csTypeId="urn:microsoft.com/office/officeart/2018/5/colors/Iconchunking_neutralbg_colorful2" csCatId="colorful" phldr="1"/>
      <dgm:spPr/>
      <dgm:t>
        <a:bodyPr/>
        <a:lstStyle/>
        <a:p>
          <a:endParaRPr lang="en-US"/>
        </a:p>
      </dgm:t>
    </dgm:pt>
    <dgm:pt modelId="{10C26E14-56EC-4EC7-B078-16A51A867AA1}">
      <dgm:prSet/>
      <dgm:spPr/>
      <dgm:t>
        <a:bodyPr/>
        <a:lstStyle/>
        <a:p>
          <a:pPr>
            <a:lnSpc>
              <a:spcPct val="100000"/>
            </a:lnSpc>
            <a:defRPr b="1"/>
          </a:pPr>
          <a:r>
            <a:rPr lang="tr-TR"/>
            <a:t>DAD Risk </a:t>
          </a:r>
          <a:endParaRPr lang="en-US"/>
        </a:p>
      </dgm:t>
    </dgm:pt>
    <dgm:pt modelId="{9226C7FF-38C7-4EDD-8860-D9C8D67FEAFF}" type="parTrans" cxnId="{424764A2-160E-4D99-B719-BFA906D753DF}">
      <dgm:prSet/>
      <dgm:spPr/>
      <dgm:t>
        <a:bodyPr/>
        <a:lstStyle/>
        <a:p>
          <a:endParaRPr lang="en-US"/>
        </a:p>
      </dgm:t>
    </dgm:pt>
    <dgm:pt modelId="{D033D0D4-BD91-469B-8DED-3079E010AA13}" type="sibTrans" cxnId="{424764A2-160E-4D99-B719-BFA906D753DF}">
      <dgm:prSet/>
      <dgm:spPr/>
      <dgm:t>
        <a:bodyPr/>
        <a:lstStyle/>
        <a:p>
          <a:endParaRPr lang="en-US"/>
        </a:p>
      </dgm:t>
    </dgm:pt>
    <dgm:pt modelId="{499882A5-1B1A-432F-A1D0-946DBE376E0D}">
      <dgm:prSet/>
      <dgm:spPr/>
      <dgm:t>
        <a:bodyPr/>
        <a:lstStyle/>
        <a:p>
          <a:pPr>
            <a:lnSpc>
              <a:spcPct val="100000"/>
            </a:lnSpc>
          </a:pPr>
          <a:r>
            <a:rPr lang="en-US" dirty="0"/>
            <a:t>infinite loop</a:t>
          </a:r>
        </a:p>
      </dgm:t>
    </dgm:pt>
    <dgm:pt modelId="{19A5F40C-978D-42E9-95A6-871E0FE87A4C}" type="parTrans" cxnId="{28491CE4-905B-4659-A9FC-C3AC8E4918C9}">
      <dgm:prSet/>
      <dgm:spPr/>
      <dgm:t>
        <a:bodyPr/>
        <a:lstStyle/>
        <a:p>
          <a:endParaRPr lang="en-US"/>
        </a:p>
      </dgm:t>
    </dgm:pt>
    <dgm:pt modelId="{0DEAAD7A-7C1E-4250-B5E4-46D89E3D923B}" type="sibTrans" cxnId="{28491CE4-905B-4659-A9FC-C3AC8E4918C9}">
      <dgm:prSet/>
      <dgm:spPr/>
      <dgm:t>
        <a:bodyPr/>
        <a:lstStyle/>
        <a:p>
          <a:endParaRPr lang="en-US"/>
        </a:p>
      </dgm:t>
    </dgm:pt>
    <dgm:pt modelId="{081FAE6C-8928-47CB-95BF-DE2181199BF1}">
      <dgm:prSet/>
      <dgm:spPr/>
      <dgm:t>
        <a:bodyPr/>
        <a:lstStyle/>
        <a:p>
          <a:pPr>
            <a:lnSpc>
              <a:spcPct val="100000"/>
            </a:lnSpc>
          </a:pPr>
          <a:r>
            <a:rPr lang="en-US" u="sng" dirty="0"/>
            <a:t>every</a:t>
          </a:r>
          <a:r>
            <a:rPr lang="en-US" dirty="0"/>
            <a:t> transaction is </a:t>
          </a:r>
          <a:r>
            <a:rPr lang="en-US" b="1" dirty="0"/>
            <a:t>validated</a:t>
          </a:r>
          <a:r>
            <a:rPr lang="en-US" dirty="0"/>
            <a:t> </a:t>
          </a:r>
        </a:p>
      </dgm:t>
    </dgm:pt>
    <dgm:pt modelId="{BB39DFB7-8697-440B-B1A0-5A76B48CE7D3}" type="parTrans" cxnId="{28B1060E-F704-42EA-9AAF-0AEFF4B660FA}">
      <dgm:prSet/>
      <dgm:spPr/>
      <dgm:t>
        <a:bodyPr/>
        <a:lstStyle/>
        <a:p>
          <a:endParaRPr lang="en-US"/>
        </a:p>
      </dgm:t>
    </dgm:pt>
    <dgm:pt modelId="{A2B25922-768C-472E-8F45-2AD553465A88}" type="sibTrans" cxnId="{28B1060E-F704-42EA-9AAF-0AEFF4B660FA}">
      <dgm:prSet/>
      <dgm:spPr/>
      <dgm:t>
        <a:bodyPr/>
        <a:lstStyle/>
        <a:p>
          <a:endParaRPr lang="en-US"/>
        </a:p>
      </dgm:t>
    </dgm:pt>
    <dgm:pt modelId="{37F84796-ACB2-4C50-AD4E-A0E2E5BFC075}">
      <dgm:prSet/>
      <dgm:spPr/>
      <dgm:t>
        <a:bodyPr/>
        <a:lstStyle/>
        <a:p>
          <a:pPr>
            <a:lnSpc>
              <a:spcPct val="100000"/>
            </a:lnSpc>
          </a:pPr>
          <a:r>
            <a:rPr lang="en-US" dirty="0"/>
            <a:t>by </a:t>
          </a:r>
          <a:r>
            <a:rPr lang="en-US" u="sng" dirty="0"/>
            <a:t>every</a:t>
          </a:r>
          <a:r>
            <a:rPr lang="en-US" dirty="0"/>
            <a:t> </a:t>
          </a:r>
          <a:r>
            <a:rPr lang="en-US" b="1" dirty="0"/>
            <a:t>full</a:t>
          </a:r>
          <a:r>
            <a:rPr lang="tr-TR" b="1" dirty="0"/>
            <a:t> </a:t>
          </a:r>
          <a:r>
            <a:rPr lang="en-US" b="1" dirty="0"/>
            <a:t>node</a:t>
          </a:r>
          <a:endParaRPr lang="en-US" dirty="0"/>
        </a:p>
      </dgm:t>
    </dgm:pt>
    <dgm:pt modelId="{9BDA6F4A-1FBB-43BC-8DF8-5B8937088377}" type="parTrans" cxnId="{AF520059-1031-419D-B7A8-B77FE3923EF2}">
      <dgm:prSet/>
      <dgm:spPr/>
      <dgm:t>
        <a:bodyPr/>
        <a:lstStyle/>
        <a:p>
          <a:endParaRPr lang="en-US"/>
        </a:p>
      </dgm:t>
    </dgm:pt>
    <dgm:pt modelId="{372209AC-DCF9-49EC-A43D-EC5B0050AAC6}" type="sibTrans" cxnId="{AF520059-1031-419D-B7A8-B77FE3923EF2}">
      <dgm:prSet/>
      <dgm:spPr/>
      <dgm:t>
        <a:bodyPr/>
        <a:lstStyle/>
        <a:p>
          <a:endParaRPr lang="en-US"/>
        </a:p>
      </dgm:t>
    </dgm:pt>
    <dgm:pt modelId="{96253C40-3098-4BED-94C3-75ADC7C38A0B}">
      <dgm:prSet/>
      <dgm:spPr/>
      <dgm:t>
        <a:bodyPr/>
        <a:lstStyle/>
        <a:p>
          <a:pPr>
            <a:lnSpc>
              <a:spcPct val="100000"/>
            </a:lnSpc>
            <a:defRPr b="1"/>
          </a:pPr>
          <a:r>
            <a:rPr lang="tr-TR"/>
            <a:t>Impact on Network</a:t>
          </a:r>
          <a:r>
            <a:rPr lang="en-US"/>
            <a:t> </a:t>
          </a:r>
        </a:p>
      </dgm:t>
    </dgm:pt>
    <dgm:pt modelId="{AA4F9D4C-4BAF-46CE-9DF1-184B306149E6}" type="parTrans" cxnId="{432F7552-4F9B-4D9E-9BFF-F018AAFA04D2}">
      <dgm:prSet/>
      <dgm:spPr/>
    </dgm:pt>
    <dgm:pt modelId="{5BA1EA29-7775-4CDE-AD52-972928A287F8}" type="sibTrans" cxnId="{432F7552-4F9B-4D9E-9BFF-F018AAFA04D2}">
      <dgm:prSet/>
      <dgm:spPr/>
    </dgm:pt>
    <dgm:pt modelId="{93D0B57D-EF8B-4315-8641-5CABE99E11EA}">
      <dgm:prSet/>
      <dgm:spPr/>
      <dgm:t>
        <a:bodyPr/>
        <a:lstStyle/>
        <a:p>
          <a:pPr>
            <a:lnSpc>
              <a:spcPct val="100000"/>
            </a:lnSpc>
          </a:pPr>
          <a:r>
            <a:rPr lang="en-US" dirty="0"/>
            <a:t>on the bitcoin network</a:t>
          </a:r>
        </a:p>
      </dgm:t>
    </dgm:pt>
    <dgm:pt modelId="{A8199B89-BD3F-40C1-8280-03FB4AA10004}" type="parTrans" cxnId="{8BFB7F48-4591-4368-AD8B-E9469F6B3D5C}">
      <dgm:prSet/>
      <dgm:spPr/>
    </dgm:pt>
    <dgm:pt modelId="{95388B2F-0A5A-437E-8A43-7C21BCA9C334}" type="sibTrans" cxnId="{8BFB7F48-4591-4368-AD8B-E9469F6B3D5C}">
      <dgm:prSet/>
      <dgm:spPr/>
    </dgm:pt>
    <dgm:pt modelId="{D1AA8915-EFEC-4C94-8671-E441DBEE91E0}">
      <dgm:prSet/>
      <dgm:spPr/>
      <dgm:t>
        <a:bodyPr/>
        <a:lstStyle/>
        <a:p>
          <a:pPr>
            <a:lnSpc>
              <a:spcPct val="100000"/>
            </a:lnSpc>
          </a:pPr>
          <a:r>
            <a:rPr lang="en-US" dirty="0"/>
            <a:t>could be embedded in a transaction</a:t>
          </a:r>
        </a:p>
      </dgm:t>
    </dgm:pt>
    <dgm:pt modelId="{E4684221-9125-4CCC-9EF2-5C443E0E09D0}" type="parTrans" cxnId="{D9FBA1A2-76A0-4D6F-8DF8-BE881141C546}">
      <dgm:prSet/>
      <dgm:spPr/>
    </dgm:pt>
    <dgm:pt modelId="{7A1DA54F-B14E-44DB-9764-A52065F31835}" type="sibTrans" cxnId="{D9FBA1A2-76A0-4D6F-8DF8-BE881141C546}">
      <dgm:prSet/>
      <dgm:spPr/>
    </dgm:pt>
    <dgm:pt modelId="{44B476FE-26D8-4514-A78A-293E8DBEE76F}">
      <dgm:prSet/>
      <dgm:spPr/>
      <dgm:t>
        <a:bodyPr/>
        <a:lstStyle/>
        <a:p>
          <a:pPr>
            <a:lnSpc>
              <a:spcPct val="100000"/>
            </a:lnSpc>
          </a:pPr>
          <a:r>
            <a:rPr lang="tr-TR" dirty="0"/>
            <a:t>DAD </a:t>
          </a:r>
          <a:r>
            <a:rPr lang="en-US" dirty="0"/>
            <a:t>denial-of-service attack</a:t>
          </a:r>
        </a:p>
      </dgm:t>
    </dgm:pt>
    <dgm:pt modelId="{87161B12-08B1-4007-925F-174AFD3498EE}" type="parTrans" cxnId="{C5BF8F2C-E8E5-491D-982B-337ED0D28B4C}">
      <dgm:prSet/>
      <dgm:spPr/>
    </dgm:pt>
    <dgm:pt modelId="{13AE71FC-F289-47E5-BFCC-47E8C7FB2C18}" type="sibTrans" cxnId="{C5BF8F2C-E8E5-491D-982B-337ED0D28B4C}">
      <dgm:prSet/>
      <dgm:spPr/>
    </dgm:pt>
    <dgm:pt modelId="{E4C2C9D6-CB17-4D67-BF54-D0C51246C105}">
      <dgm:prSet/>
      <dgm:spPr/>
      <dgm:t>
        <a:bodyPr/>
        <a:lstStyle/>
        <a:p>
          <a:pPr>
            <a:lnSpc>
              <a:spcPct val="100000"/>
            </a:lnSpc>
          </a:pPr>
          <a:r>
            <a:rPr lang="tr-TR" dirty="0"/>
            <a:t>against the bitcoin network</a:t>
          </a:r>
          <a:endParaRPr lang="tr-TR"/>
        </a:p>
      </dgm:t>
    </dgm:pt>
    <dgm:pt modelId="{80819911-F277-4886-A8B7-C3086CD84936}" type="parTrans" cxnId="{B60D2AC6-E739-4B49-825B-10615B1981EA}">
      <dgm:prSet/>
      <dgm:spPr/>
      <dgm:t>
        <a:bodyPr/>
        <a:lstStyle/>
        <a:p>
          <a:endParaRPr lang="tr-TR"/>
        </a:p>
      </dgm:t>
    </dgm:pt>
    <dgm:pt modelId="{2EEA348E-DAAE-4292-A2D7-E464231019AE}" type="sibTrans" cxnId="{B60D2AC6-E739-4B49-825B-10615B1981EA}">
      <dgm:prSet/>
      <dgm:spPr/>
      <dgm:t>
        <a:bodyPr/>
        <a:lstStyle/>
        <a:p>
          <a:endParaRPr lang="tr-TR"/>
        </a:p>
      </dgm:t>
    </dgm:pt>
    <dgm:pt modelId="{493EDB92-ADB3-42B7-ACF7-185ACD80C24B}">
      <dgm:prSet/>
      <dgm:spPr/>
      <dgm:t>
        <a:bodyPr/>
        <a:lstStyle/>
        <a:p>
          <a:pPr>
            <a:lnSpc>
              <a:spcPct val="100000"/>
            </a:lnSpc>
            <a:defRPr b="1"/>
          </a:pPr>
          <a:r>
            <a:rPr lang="tr-TR"/>
            <a:t>Method</a:t>
          </a:r>
          <a:endParaRPr lang="en-US"/>
        </a:p>
      </dgm:t>
    </dgm:pt>
    <dgm:pt modelId="{00ADEDD5-E019-4DAA-997E-DA11734419BC}" type="parTrans" cxnId="{3EBA58E6-0976-4C62-89E4-5988358B014C}">
      <dgm:prSet/>
      <dgm:spPr/>
    </dgm:pt>
    <dgm:pt modelId="{16FF5385-B20F-42F3-876C-26F5C4C380E3}" type="sibTrans" cxnId="{3EBA58E6-0976-4C62-89E4-5988358B014C}">
      <dgm:prSet/>
      <dgm:spPr/>
    </dgm:pt>
    <dgm:pt modelId="{39734F57-2B0D-49EC-8CF6-F3ACC8554B31}" type="pres">
      <dgm:prSet presAssocID="{ACAC5D7A-CA43-476E-A56F-108E729D0E9D}" presName="root" presStyleCnt="0">
        <dgm:presLayoutVars>
          <dgm:dir/>
          <dgm:resizeHandles val="exact"/>
        </dgm:presLayoutVars>
      </dgm:prSet>
      <dgm:spPr/>
    </dgm:pt>
    <dgm:pt modelId="{43B6CA0D-D13D-486F-B626-E27A1CF8C506}" type="pres">
      <dgm:prSet presAssocID="{10C26E14-56EC-4EC7-B078-16A51A867AA1}" presName="compNode" presStyleCnt="0"/>
      <dgm:spPr/>
    </dgm:pt>
    <dgm:pt modelId="{3FC4DBB7-4245-48BD-B01E-2385AABAEC03}" type="pres">
      <dgm:prSet presAssocID="{10C26E14-56EC-4EC7-B078-16A51A867AA1}" presName="iconRect" presStyleLbl="node1" presStyleIdx="0" presStyleCnt="3"/>
      <dgm:spPr>
        <a:blipFill>
          <a:blip xmlns:r="http://schemas.openxmlformats.org/officeDocument/2006/relationships" r:embed="rId1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2"/>
              </a:ext>
            </a:extLst>
          </a:blip>
          <a:stretch>
            <a:fillRect/>
          </a:stretch>
        </a:blipFill>
        <a:ln>
          <a:noFill/>
        </a:ln>
      </dgm:spPr>
      <dgm:extLst>
        <a:ext uri="{E40237B7-FDA0-4F09-8148-C483321AD2D9}">
          <dgm14:cNvPr xmlns:dgm14="http://schemas.microsoft.com/office/drawing/2010/diagram" id="0" name="" descr="Disconnected"/>
        </a:ext>
      </dgm:extLst>
    </dgm:pt>
    <dgm:pt modelId="{CC63DFF3-132D-483C-8BE1-2E8EDC2DAEDF}" type="pres">
      <dgm:prSet presAssocID="{10C26E14-56EC-4EC7-B078-16A51A867AA1}" presName="iconSpace" presStyleCnt="0"/>
      <dgm:spPr/>
    </dgm:pt>
    <dgm:pt modelId="{810800D2-3CF2-4A6F-9057-7D6DFD0294B7}" type="pres">
      <dgm:prSet presAssocID="{10C26E14-56EC-4EC7-B078-16A51A867AA1}" presName="parTx" presStyleLbl="revTx" presStyleIdx="0" presStyleCnt="6">
        <dgm:presLayoutVars>
          <dgm:chMax val="0"/>
          <dgm:chPref val="0"/>
        </dgm:presLayoutVars>
      </dgm:prSet>
      <dgm:spPr/>
    </dgm:pt>
    <dgm:pt modelId="{DAE0BD25-D4D1-4048-9236-C76268004BA8}" type="pres">
      <dgm:prSet presAssocID="{10C26E14-56EC-4EC7-B078-16A51A867AA1}" presName="txSpace" presStyleCnt="0"/>
      <dgm:spPr/>
    </dgm:pt>
    <dgm:pt modelId="{B5325781-7BE6-4FCC-8F6A-6C25E933588A}" type="pres">
      <dgm:prSet presAssocID="{10C26E14-56EC-4EC7-B078-16A51A867AA1}" presName="desTx" presStyleLbl="revTx" presStyleIdx="1" presStyleCnt="6">
        <dgm:presLayoutVars/>
      </dgm:prSet>
      <dgm:spPr/>
    </dgm:pt>
    <dgm:pt modelId="{94079514-E773-4E1C-AA6C-A8482A601153}" type="pres">
      <dgm:prSet presAssocID="{D033D0D4-BD91-469B-8DED-3079E010AA13}" presName="sibTrans" presStyleCnt="0"/>
      <dgm:spPr/>
    </dgm:pt>
    <dgm:pt modelId="{32F3030F-34F1-4A2B-9280-74FA902355DE}" type="pres">
      <dgm:prSet presAssocID="{493EDB92-ADB3-42B7-ACF7-185ACD80C24B}" presName="compNode" presStyleCnt="0"/>
      <dgm:spPr/>
    </dgm:pt>
    <dgm:pt modelId="{9D4562C3-4825-418D-8A1E-25E89240616C}" type="pres">
      <dgm:prSet presAssocID="{493EDB92-ADB3-42B7-ACF7-185ACD80C24B}" presName="iconRect" presStyleLbl="node1" presStyleIdx="1" presStyleCnt="3"/>
      <dgm:spPr>
        <a:blipFill>
          <a:blip xmlns:r="http://schemas.openxmlformats.org/officeDocument/2006/relationships" r:embed="rId3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4"/>
              </a:ext>
            </a:extLst>
          </a:blip>
          <a:stretch>
            <a:fillRect/>
          </a:stretch>
        </a:blipFill>
        <a:ln>
          <a:noFill/>
        </a:ln>
      </dgm:spPr>
      <dgm:extLst>
        <a:ext uri="{E40237B7-FDA0-4F09-8148-C483321AD2D9}">
          <dgm14:cNvPr xmlns:dgm14="http://schemas.microsoft.com/office/drawing/2010/diagram" id="0" name="" descr="User Network"/>
        </a:ext>
      </dgm:extLst>
    </dgm:pt>
    <dgm:pt modelId="{76121D06-E742-4138-BC82-607CCA2DF8E8}" type="pres">
      <dgm:prSet presAssocID="{493EDB92-ADB3-42B7-ACF7-185ACD80C24B}" presName="iconSpace" presStyleCnt="0"/>
      <dgm:spPr/>
    </dgm:pt>
    <dgm:pt modelId="{CE071CF1-AB10-47A2-975F-1DAB356E8F7E}" type="pres">
      <dgm:prSet presAssocID="{493EDB92-ADB3-42B7-ACF7-185ACD80C24B}" presName="parTx" presStyleLbl="revTx" presStyleIdx="2" presStyleCnt="6">
        <dgm:presLayoutVars>
          <dgm:chMax val="0"/>
          <dgm:chPref val="0"/>
        </dgm:presLayoutVars>
      </dgm:prSet>
      <dgm:spPr/>
    </dgm:pt>
    <dgm:pt modelId="{5F1CF918-9172-49B1-B889-58FD76FAA810}" type="pres">
      <dgm:prSet presAssocID="{493EDB92-ADB3-42B7-ACF7-185ACD80C24B}" presName="txSpace" presStyleCnt="0"/>
      <dgm:spPr/>
    </dgm:pt>
    <dgm:pt modelId="{9652E76E-848A-4952-AE4B-C3960CABA7C8}" type="pres">
      <dgm:prSet presAssocID="{493EDB92-ADB3-42B7-ACF7-185ACD80C24B}" presName="desTx" presStyleLbl="revTx" presStyleIdx="3" presStyleCnt="6">
        <dgm:presLayoutVars/>
      </dgm:prSet>
      <dgm:spPr/>
    </dgm:pt>
    <dgm:pt modelId="{8E97561D-815A-4851-975D-C93F5A065706}" type="pres">
      <dgm:prSet presAssocID="{16FF5385-B20F-42F3-876C-26F5C4C380E3}" presName="sibTrans" presStyleCnt="0"/>
      <dgm:spPr/>
    </dgm:pt>
    <dgm:pt modelId="{FCD9E2B9-14C7-4732-A585-CD9660A56F53}" type="pres">
      <dgm:prSet presAssocID="{96253C40-3098-4BED-94C3-75ADC7C38A0B}" presName="compNode" presStyleCnt="0"/>
      <dgm:spPr/>
    </dgm:pt>
    <dgm:pt modelId="{9A0EDD4C-53E5-4663-828E-4F8D20B123B5}" type="pres">
      <dgm:prSet presAssocID="{96253C40-3098-4BED-94C3-75ADC7C38A0B}" presName="iconRect" presStyleLbl="node1" presStyleIdx="2" presStyleCnt="3"/>
      <dgm:spPr>
        <a:blipFill>
          <a:blip xmlns:r="http://schemas.openxmlformats.org/officeDocument/2006/relationships" r:embed="rId5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6"/>
              </a:ext>
            </a:extLst>
          </a:blip>
          <a:stretch>
            <a:fillRect/>
          </a:stretch>
        </a:blipFill>
        <a:ln>
          <a:noFill/>
        </a:ln>
      </dgm:spPr>
      <dgm:extLst>
        <a:ext uri="{E40237B7-FDA0-4F09-8148-C483321AD2D9}">
          <dgm14:cNvPr xmlns:dgm14="http://schemas.microsoft.com/office/drawing/2010/diagram" id="0" name="" descr="Processor"/>
        </a:ext>
      </dgm:extLst>
    </dgm:pt>
    <dgm:pt modelId="{1313D404-6800-4E64-B462-A3F948387E47}" type="pres">
      <dgm:prSet presAssocID="{96253C40-3098-4BED-94C3-75ADC7C38A0B}" presName="iconSpace" presStyleCnt="0"/>
      <dgm:spPr/>
    </dgm:pt>
    <dgm:pt modelId="{0D986385-ED7F-4D19-B9CF-31CA937B2405}" type="pres">
      <dgm:prSet presAssocID="{96253C40-3098-4BED-94C3-75ADC7C38A0B}" presName="parTx" presStyleLbl="revTx" presStyleIdx="4" presStyleCnt="6">
        <dgm:presLayoutVars>
          <dgm:chMax val="0"/>
          <dgm:chPref val="0"/>
        </dgm:presLayoutVars>
      </dgm:prSet>
      <dgm:spPr/>
    </dgm:pt>
    <dgm:pt modelId="{207F0B14-81E0-4AF7-B8B2-9F217DDF3D94}" type="pres">
      <dgm:prSet presAssocID="{96253C40-3098-4BED-94C3-75ADC7C38A0B}" presName="txSpace" presStyleCnt="0"/>
      <dgm:spPr/>
    </dgm:pt>
    <dgm:pt modelId="{56C468E7-FE1A-4833-988D-8D76827A44D1}" type="pres">
      <dgm:prSet presAssocID="{96253C40-3098-4BED-94C3-75ADC7C38A0B}" presName="desTx" presStyleLbl="revTx" presStyleIdx="5" presStyleCnt="6">
        <dgm:presLayoutVars/>
      </dgm:prSet>
      <dgm:spPr/>
    </dgm:pt>
  </dgm:ptLst>
  <dgm:cxnLst>
    <dgm:cxn modelId="{64603C08-158B-454A-8E1F-872AB4B32718}" type="presOf" srcId="{93D0B57D-EF8B-4315-8641-5CABE99E11EA}" destId="{56C468E7-FE1A-4833-988D-8D76827A44D1}" srcOrd="0" destOrd="2" presId="urn:microsoft.com/office/officeart/2018/5/layout/CenteredIconLabelDescriptionList"/>
    <dgm:cxn modelId="{28B1060E-F704-42EA-9AAF-0AEFF4B660FA}" srcId="{96253C40-3098-4BED-94C3-75ADC7C38A0B}" destId="{081FAE6C-8928-47CB-95BF-DE2181199BF1}" srcOrd="0" destOrd="0" parTransId="{BB39DFB7-8697-440B-B1A0-5A76B48CE7D3}" sibTransId="{A2B25922-768C-472E-8F45-2AD553465A88}"/>
    <dgm:cxn modelId="{4786A30F-7083-4EB0-89C4-3F00816D299D}" type="presOf" srcId="{499882A5-1B1A-432F-A1D0-946DBE376E0D}" destId="{9652E76E-848A-4952-AE4B-C3960CABA7C8}" srcOrd="0" destOrd="0" presId="urn:microsoft.com/office/officeart/2018/5/layout/CenteredIconLabelDescriptionList"/>
    <dgm:cxn modelId="{F2039915-4261-4ECD-8876-7BDF5FDBFC51}" type="presOf" srcId="{37F84796-ACB2-4C50-AD4E-A0E2E5BFC075}" destId="{56C468E7-FE1A-4833-988D-8D76827A44D1}" srcOrd="0" destOrd="1" presId="urn:microsoft.com/office/officeart/2018/5/layout/CenteredIconLabelDescriptionList"/>
    <dgm:cxn modelId="{2538B817-04CA-4744-81E5-76B5588BBCE6}" type="presOf" srcId="{ACAC5D7A-CA43-476E-A56F-108E729D0E9D}" destId="{39734F57-2B0D-49EC-8CF6-F3ACC8554B31}" srcOrd="0" destOrd="0" presId="urn:microsoft.com/office/officeart/2018/5/layout/CenteredIconLabelDescriptionList"/>
    <dgm:cxn modelId="{C5BF8F2C-E8E5-491D-982B-337ED0D28B4C}" srcId="{10C26E14-56EC-4EC7-B078-16A51A867AA1}" destId="{44B476FE-26D8-4514-A78A-293E8DBEE76F}" srcOrd="0" destOrd="0" parTransId="{87161B12-08B1-4007-925F-174AFD3498EE}" sibTransId="{13AE71FC-F289-47E5-BFCC-47E8C7FB2C18}"/>
    <dgm:cxn modelId="{10599342-0434-4D8D-9881-B5AE5D83A7CB}" type="presOf" srcId="{10C26E14-56EC-4EC7-B078-16A51A867AA1}" destId="{810800D2-3CF2-4A6F-9057-7D6DFD0294B7}" srcOrd="0" destOrd="0" presId="urn:microsoft.com/office/officeart/2018/5/layout/CenteredIconLabelDescriptionList"/>
    <dgm:cxn modelId="{8BFB7F48-4591-4368-AD8B-E9469F6B3D5C}" srcId="{96253C40-3098-4BED-94C3-75ADC7C38A0B}" destId="{93D0B57D-EF8B-4315-8641-5CABE99E11EA}" srcOrd="2" destOrd="0" parTransId="{A8199B89-BD3F-40C1-8280-03FB4AA10004}" sibTransId="{95388B2F-0A5A-437E-8A43-7C21BCA9C334}"/>
    <dgm:cxn modelId="{A4B3844B-180C-4CE3-A1B2-7B9956E177DA}" type="presOf" srcId="{E4C2C9D6-CB17-4D67-BF54-D0C51246C105}" destId="{B5325781-7BE6-4FCC-8F6A-6C25E933588A}" srcOrd="0" destOrd="1" presId="urn:microsoft.com/office/officeart/2018/5/layout/CenteredIconLabelDescriptionList"/>
    <dgm:cxn modelId="{432F7552-4F9B-4D9E-9BFF-F018AAFA04D2}" srcId="{ACAC5D7A-CA43-476E-A56F-108E729D0E9D}" destId="{96253C40-3098-4BED-94C3-75ADC7C38A0B}" srcOrd="2" destOrd="0" parTransId="{AA4F9D4C-4BAF-46CE-9DF1-184B306149E6}" sibTransId="{5BA1EA29-7775-4CDE-AD52-972928A287F8}"/>
    <dgm:cxn modelId="{2A5CB556-0E7F-48AE-AA50-DCAE73E70C64}" type="presOf" srcId="{44B476FE-26D8-4514-A78A-293E8DBEE76F}" destId="{B5325781-7BE6-4FCC-8F6A-6C25E933588A}" srcOrd="0" destOrd="0" presId="urn:microsoft.com/office/officeart/2018/5/layout/CenteredIconLabelDescriptionList"/>
    <dgm:cxn modelId="{AF520059-1031-419D-B7A8-B77FE3923EF2}" srcId="{96253C40-3098-4BED-94C3-75ADC7C38A0B}" destId="{37F84796-ACB2-4C50-AD4E-A0E2E5BFC075}" srcOrd="1" destOrd="0" parTransId="{9BDA6F4A-1FBB-43BC-8DF8-5B8937088377}" sibTransId="{372209AC-DCF9-49EC-A43D-EC5B0050AAC6}"/>
    <dgm:cxn modelId="{D6D4D790-1868-48C3-84E5-EE89AEBD215E}" type="presOf" srcId="{081FAE6C-8928-47CB-95BF-DE2181199BF1}" destId="{56C468E7-FE1A-4833-988D-8D76827A44D1}" srcOrd="0" destOrd="0" presId="urn:microsoft.com/office/officeart/2018/5/layout/CenteredIconLabelDescriptionList"/>
    <dgm:cxn modelId="{424764A2-160E-4D99-B719-BFA906D753DF}" srcId="{ACAC5D7A-CA43-476E-A56F-108E729D0E9D}" destId="{10C26E14-56EC-4EC7-B078-16A51A867AA1}" srcOrd="0" destOrd="0" parTransId="{9226C7FF-38C7-4EDD-8860-D9C8D67FEAFF}" sibTransId="{D033D0D4-BD91-469B-8DED-3079E010AA13}"/>
    <dgm:cxn modelId="{D9FBA1A2-76A0-4D6F-8DF8-BE881141C546}" srcId="{493EDB92-ADB3-42B7-ACF7-185ACD80C24B}" destId="{D1AA8915-EFEC-4C94-8671-E441DBEE91E0}" srcOrd="1" destOrd="0" parTransId="{E4684221-9125-4CCC-9EF2-5C443E0E09D0}" sibTransId="{7A1DA54F-B14E-44DB-9764-A52065F31835}"/>
    <dgm:cxn modelId="{909D86C4-B9BC-4660-A2A9-6E78721D09E0}" type="presOf" srcId="{96253C40-3098-4BED-94C3-75ADC7C38A0B}" destId="{0D986385-ED7F-4D19-B9CF-31CA937B2405}" srcOrd="0" destOrd="0" presId="urn:microsoft.com/office/officeart/2018/5/layout/CenteredIconLabelDescriptionList"/>
    <dgm:cxn modelId="{B60D2AC6-E739-4B49-825B-10615B1981EA}" srcId="{10C26E14-56EC-4EC7-B078-16A51A867AA1}" destId="{E4C2C9D6-CB17-4D67-BF54-D0C51246C105}" srcOrd="1" destOrd="0" parTransId="{80819911-F277-4886-A8B7-C3086CD84936}" sibTransId="{2EEA348E-DAAE-4292-A2D7-E464231019AE}"/>
    <dgm:cxn modelId="{28491CE4-905B-4659-A9FC-C3AC8E4918C9}" srcId="{493EDB92-ADB3-42B7-ACF7-185ACD80C24B}" destId="{499882A5-1B1A-432F-A1D0-946DBE376E0D}" srcOrd="0" destOrd="0" parTransId="{19A5F40C-978D-42E9-95A6-871E0FE87A4C}" sibTransId="{0DEAAD7A-7C1E-4250-B5E4-46D89E3D923B}"/>
    <dgm:cxn modelId="{3EBA58E6-0976-4C62-89E4-5988358B014C}" srcId="{ACAC5D7A-CA43-476E-A56F-108E729D0E9D}" destId="{493EDB92-ADB3-42B7-ACF7-185ACD80C24B}" srcOrd="1" destOrd="0" parTransId="{00ADEDD5-E019-4DAA-997E-DA11734419BC}" sibTransId="{16FF5385-B20F-42F3-876C-26F5C4C380E3}"/>
    <dgm:cxn modelId="{0AD771E9-2386-460D-912B-341E5297A0FF}" type="presOf" srcId="{D1AA8915-EFEC-4C94-8671-E441DBEE91E0}" destId="{9652E76E-848A-4952-AE4B-C3960CABA7C8}" srcOrd="0" destOrd="1" presId="urn:microsoft.com/office/officeart/2018/5/layout/CenteredIconLabelDescriptionList"/>
    <dgm:cxn modelId="{EFB4C4F3-2E96-4FC8-9E56-D72520B76DAA}" type="presOf" srcId="{493EDB92-ADB3-42B7-ACF7-185ACD80C24B}" destId="{CE071CF1-AB10-47A2-975F-1DAB356E8F7E}" srcOrd="0" destOrd="0" presId="urn:microsoft.com/office/officeart/2018/5/layout/CenteredIconLabelDescriptionList"/>
    <dgm:cxn modelId="{B55AFA29-0416-48C7-B553-2F08212A25A1}" type="presParOf" srcId="{39734F57-2B0D-49EC-8CF6-F3ACC8554B31}" destId="{43B6CA0D-D13D-486F-B626-E27A1CF8C506}" srcOrd="0" destOrd="0" presId="urn:microsoft.com/office/officeart/2018/5/layout/CenteredIconLabelDescriptionList"/>
    <dgm:cxn modelId="{01473967-5FCD-42E4-9FAD-EF3C5DC28624}" type="presParOf" srcId="{43B6CA0D-D13D-486F-B626-E27A1CF8C506}" destId="{3FC4DBB7-4245-48BD-B01E-2385AABAEC03}" srcOrd="0" destOrd="0" presId="urn:microsoft.com/office/officeart/2018/5/layout/CenteredIconLabelDescriptionList"/>
    <dgm:cxn modelId="{75C399CA-24CF-47EB-A12B-583B0ED30441}" type="presParOf" srcId="{43B6CA0D-D13D-486F-B626-E27A1CF8C506}" destId="{CC63DFF3-132D-483C-8BE1-2E8EDC2DAEDF}" srcOrd="1" destOrd="0" presId="urn:microsoft.com/office/officeart/2018/5/layout/CenteredIconLabelDescriptionList"/>
    <dgm:cxn modelId="{E4F6E534-026A-42FC-91E2-6F6DA8044CC6}" type="presParOf" srcId="{43B6CA0D-D13D-486F-B626-E27A1CF8C506}" destId="{810800D2-3CF2-4A6F-9057-7D6DFD0294B7}" srcOrd="2" destOrd="0" presId="urn:microsoft.com/office/officeart/2018/5/layout/CenteredIconLabelDescriptionList"/>
    <dgm:cxn modelId="{7180DB2D-E697-465A-A43B-99DAE37A21F4}" type="presParOf" srcId="{43B6CA0D-D13D-486F-B626-E27A1CF8C506}" destId="{DAE0BD25-D4D1-4048-9236-C76268004BA8}" srcOrd="3" destOrd="0" presId="urn:microsoft.com/office/officeart/2018/5/layout/CenteredIconLabelDescriptionList"/>
    <dgm:cxn modelId="{CE01AF7F-50F8-412C-989E-C4D54F014929}" type="presParOf" srcId="{43B6CA0D-D13D-486F-B626-E27A1CF8C506}" destId="{B5325781-7BE6-4FCC-8F6A-6C25E933588A}" srcOrd="4" destOrd="0" presId="urn:microsoft.com/office/officeart/2018/5/layout/CenteredIconLabelDescriptionList"/>
    <dgm:cxn modelId="{99A67862-4E0A-4D7E-B96A-63C2EEB3967F}" type="presParOf" srcId="{39734F57-2B0D-49EC-8CF6-F3ACC8554B31}" destId="{94079514-E773-4E1C-AA6C-A8482A601153}" srcOrd="1" destOrd="0" presId="urn:microsoft.com/office/officeart/2018/5/layout/CenteredIconLabelDescriptionList"/>
    <dgm:cxn modelId="{382F1230-32C5-441B-AB07-2D43A7014530}" type="presParOf" srcId="{39734F57-2B0D-49EC-8CF6-F3ACC8554B31}" destId="{32F3030F-34F1-4A2B-9280-74FA902355DE}" srcOrd="2" destOrd="0" presId="urn:microsoft.com/office/officeart/2018/5/layout/CenteredIconLabelDescriptionList"/>
    <dgm:cxn modelId="{7AF8B910-2270-4FCF-AAB6-E229E2EE407F}" type="presParOf" srcId="{32F3030F-34F1-4A2B-9280-74FA902355DE}" destId="{9D4562C3-4825-418D-8A1E-25E89240616C}" srcOrd="0" destOrd="0" presId="urn:microsoft.com/office/officeart/2018/5/layout/CenteredIconLabelDescriptionList"/>
    <dgm:cxn modelId="{EA89B513-9563-4469-B8C6-26B6DACF3215}" type="presParOf" srcId="{32F3030F-34F1-4A2B-9280-74FA902355DE}" destId="{76121D06-E742-4138-BC82-607CCA2DF8E8}" srcOrd="1" destOrd="0" presId="urn:microsoft.com/office/officeart/2018/5/layout/CenteredIconLabelDescriptionList"/>
    <dgm:cxn modelId="{5D535EE9-B310-42AA-A17D-0567C1CE2788}" type="presParOf" srcId="{32F3030F-34F1-4A2B-9280-74FA902355DE}" destId="{CE071CF1-AB10-47A2-975F-1DAB356E8F7E}" srcOrd="2" destOrd="0" presId="urn:microsoft.com/office/officeart/2018/5/layout/CenteredIconLabelDescriptionList"/>
    <dgm:cxn modelId="{AEF19CE4-9C21-44C7-8472-A8ADA08F8E0E}" type="presParOf" srcId="{32F3030F-34F1-4A2B-9280-74FA902355DE}" destId="{5F1CF918-9172-49B1-B889-58FD76FAA810}" srcOrd="3" destOrd="0" presId="urn:microsoft.com/office/officeart/2018/5/layout/CenteredIconLabelDescriptionList"/>
    <dgm:cxn modelId="{AAB2E71A-0EDF-4516-B8A2-EC2133F350E9}" type="presParOf" srcId="{32F3030F-34F1-4A2B-9280-74FA902355DE}" destId="{9652E76E-848A-4952-AE4B-C3960CABA7C8}" srcOrd="4" destOrd="0" presId="urn:microsoft.com/office/officeart/2018/5/layout/CenteredIconLabelDescriptionList"/>
    <dgm:cxn modelId="{3F7E47BA-7E11-4B60-B383-D3502B031C5D}" type="presParOf" srcId="{39734F57-2B0D-49EC-8CF6-F3ACC8554B31}" destId="{8E97561D-815A-4851-975D-C93F5A065706}" srcOrd="3" destOrd="0" presId="urn:microsoft.com/office/officeart/2018/5/layout/CenteredIconLabelDescriptionList"/>
    <dgm:cxn modelId="{5B2F0D32-2E43-4B9E-B3BF-BA740B613DFE}" type="presParOf" srcId="{39734F57-2B0D-49EC-8CF6-F3ACC8554B31}" destId="{FCD9E2B9-14C7-4732-A585-CD9660A56F53}" srcOrd="4" destOrd="0" presId="urn:microsoft.com/office/officeart/2018/5/layout/CenteredIconLabelDescriptionList"/>
    <dgm:cxn modelId="{163176D2-353E-4DF8-A8E5-D8D38AA6478E}" type="presParOf" srcId="{FCD9E2B9-14C7-4732-A585-CD9660A56F53}" destId="{9A0EDD4C-53E5-4663-828E-4F8D20B123B5}" srcOrd="0" destOrd="0" presId="urn:microsoft.com/office/officeart/2018/5/layout/CenteredIconLabelDescriptionList"/>
    <dgm:cxn modelId="{743CCF87-2A67-45D3-9C2A-B56C633EC736}" type="presParOf" srcId="{FCD9E2B9-14C7-4732-A585-CD9660A56F53}" destId="{1313D404-6800-4E64-B462-A3F948387E47}" srcOrd="1" destOrd="0" presId="urn:microsoft.com/office/officeart/2018/5/layout/CenteredIconLabelDescriptionList"/>
    <dgm:cxn modelId="{8F0E3D21-1A5B-48F7-8C7B-3C2FD4BB6E21}" type="presParOf" srcId="{FCD9E2B9-14C7-4732-A585-CD9660A56F53}" destId="{0D986385-ED7F-4D19-B9CF-31CA937B2405}" srcOrd="2" destOrd="0" presId="urn:microsoft.com/office/officeart/2018/5/layout/CenteredIconLabelDescriptionList"/>
    <dgm:cxn modelId="{DA06749A-FD71-4A5E-959F-71A772CC0B36}" type="presParOf" srcId="{FCD9E2B9-14C7-4732-A585-CD9660A56F53}" destId="{207F0B14-81E0-4AF7-B8B2-9F217DDF3D94}" srcOrd="3" destOrd="0" presId="urn:microsoft.com/office/officeart/2018/5/layout/CenteredIconLabelDescriptionList"/>
    <dgm:cxn modelId="{E532525C-4A0B-47FA-BF23-0F82C81B3E9C}" type="presParOf" srcId="{FCD9E2B9-14C7-4732-A585-CD9660A56F53}" destId="{56C468E7-FE1A-4833-988D-8D76827A44D1}" srcOrd="4" destOrd="0" presId="urn:microsoft.com/office/officeart/2018/5/layout/CenteredIconLabelDescriptionList"/>
  </dgm:cxnLst>
  <dgm:bg/>
  <dgm:whole/>
  <dgm:extLst>
    <a:ext uri="http://schemas.microsoft.com/office/drawing/2008/diagram">
      <dsp:dataModelExt xmlns:dsp="http://schemas.microsoft.com/office/drawing/2008/diagram" relId="rId6" minVer="http://schemas.openxmlformats.org/drawingml/2006/diagram"/>
    </a:ext>
  </dgm:extLst>
</dgm:dataModel>
</file>

<file path=ppt/diagrams/data63.xml><?xml version="1.0" encoding="utf-8"?>
<dgm:dataModel xmlns:dgm="http://schemas.openxmlformats.org/drawingml/2006/diagram" xmlns:a="http://schemas.openxmlformats.org/drawingml/2006/main">
  <dgm:ptLst>
    <dgm:pt modelId="{8C44DCE6-C518-4200-BF66-C31E0D56E56D}" type="doc">
      <dgm:prSet loTypeId="urn:microsoft.com/office/officeart/2018/2/layout/IconLabelDescriptionList" loCatId="icon" qsTypeId="urn:microsoft.com/office/officeart/2005/8/quickstyle/simple1" qsCatId="simple" csTypeId="urn:microsoft.com/office/officeart/2018/5/colors/Iconchunking_neutralbg_accent2_2" csCatId="accent2" phldr="1"/>
      <dgm:spPr/>
      <dgm:t>
        <a:bodyPr/>
        <a:lstStyle/>
        <a:p>
          <a:endParaRPr lang="en-US"/>
        </a:p>
      </dgm:t>
    </dgm:pt>
    <dgm:pt modelId="{7AE41CA1-EE8F-42AF-A4DA-4BE0A92A2123}">
      <dgm:prSet/>
      <dgm:spPr/>
      <dgm:t>
        <a:bodyPr/>
        <a:lstStyle/>
        <a:p>
          <a:pPr>
            <a:lnSpc>
              <a:spcPct val="100000"/>
            </a:lnSpc>
            <a:defRPr b="1"/>
          </a:pPr>
          <a:r>
            <a:rPr lang="tr-TR"/>
            <a:t>Script </a:t>
          </a:r>
          <a:r>
            <a:rPr lang="en-US"/>
            <a:t>is stateless</a:t>
          </a:r>
        </a:p>
      </dgm:t>
    </dgm:pt>
    <dgm:pt modelId="{F7A066DD-5B01-44E2-A288-0FCABB7580DD}" type="parTrans" cxnId="{685A5566-BBD2-4EFE-B9FB-84148CD11934}">
      <dgm:prSet/>
      <dgm:spPr/>
      <dgm:t>
        <a:bodyPr/>
        <a:lstStyle/>
        <a:p>
          <a:endParaRPr lang="en-US"/>
        </a:p>
      </dgm:t>
    </dgm:pt>
    <dgm:pt modelId="{E8ACBF4B-0F60-4047-88E3-3B6C3E572E96}" type="sibTrans" cxnId="{685A5566-BBD2-4EFE-B9FB-84148CD11934}">
      <dgm:prSet/>
      <dgm:spPr/>
      <dgm:t>
        <a:bodyPr/>
        <a:lstStyle/>
        <a:p>
          <a:endParaRPr lang="en-US"/>
        </a:p>
      </dgm:t>
    </dgm:pt>
    <dgm:pt modelId="{A7703169-D9BC-4CDF-9742-2C521D7FC747}">
      <dgm:prSet/>
      <dgm:spPr/>
      <dgm:t>
        <a:bodyPr/>
        <a:lstStyle/>
        <a:p>
          <a:pPr>
            <a:lnSpc>
              <a:spcPct val="100000"/>
            </a:lnSpc>
          </a:pPr>
          <a:r>
            <a:rPr lang="en-US" dirty="0"/>
            <a:t>there is no state prior to</a:t>
          </a:r>
          <a:r>
            <a:rPr lang="tr-TR" dirty="0"/>
            <a:t> </a:t>
          </a:r>
          <a:r>
            <a:rPr lang="en-US" dirty="0"/>
            <a:t>execution of the script </a:t>
          </a:r>
        </a:p>
      </dgm:t>
    </dgm:pt>
    <dgm:pt modelId="{CCFA4A77-4FAC-4FB3-887F-33048796A159}" type="parTrans" cxnId="{82828F96-774E-4245-9633-526C867992AD}">
      <dgm:prSet/>
      <dgm:spPr/>
      <dgm:t>
        <a:bodyPr/>
        <a:lstStyle/>
        <a:p>
          <a:endParaRPr lang="en-US"/>
        </a:p>
      </dgm:t>
    </dgm:pt>
    <dgm:pt modelId="{27C2937C-68C7-4063-A20D-03255839BFA3}" type="sibTrans" cxnId="{82828F96-774E-4245-9633-526C867992AD}">
      <dgm:prSet/>
      <dgm:spPr/>
      <dgm:t>
        <a:bodyPr/>
        <a:lstStyle/>
        <a:p>
          <a:endParaRPr lang="en-US"/>
        </a:p>
      </dgm:t>
    </dgm:pt>
    <dgm:pt modelId="{7E579D1B-3DC3-438B-B01F-DFEEC6DDE99D}">
      <dgm:prSet/>
      <dgm:spPr/>
      <dgm:t>
        <a:bodyPr/>
        <a:lstStyle/>
        <a:p>
          <a:pPr>
            <a:lnSpc>
              <a:spcPct val="100000"/>
            </a:lnSpc>
          </a:pPr>
          <a:r>
            <a:rPr lang="en-US"/>
            <a:t>or state saved after execution of the script. </a:t>
          </a:r>
        </a:p>
      </dgm:t>
    </dgm:pt>
    <dgm:pt modelId="{3ED9236A-99C7-46F2-AE33-1C584FF94786}" type="parTrans" cxnId="{68DF7868-936E-4C86-849C-345D6A85B4A8}">
      <dgm:prSet/>
      <dgm:spPr/>
      <dgm:t>
        <a:bodyPr/>
        <a:lstStyle/>
        <a:p>
          <a:endParaRPr lang="en-US"/>
        </a:p>
      </dgm:t>
    </dgm:pt>
    <dgm:pt modelId="{8CC6D5BB-7744-4D77-8936-99C829145A8A}" type="sibTrans" cxnId="{68DF7868-936E-4C86-849C-345D6A85B4A8}">
      <dgm:prSet/>
      <dgm:spPr/>
      <dgm:t>
        <a:bodyPr/>
        <a:lstStyle/>
        <a:p>
          <a:endParaRPr lang="en-US"/>
        </a:p>
      </dgm:t>
    </dgm:pt>
    <dgm:pt modelId="{19B83B15-6C00-4B93-A403-F268887E507F}">
      <dgm:prSet/>
      <dgm:spPr/>
      <dgm:t>
        <a:bodyPr/>
        <a:lstStyle/>
        <a:p>
          <a:pPr>
            <a:lnSpc>
              <a:spcPct val="100000"/>
            </a:lnSpc>
            <a:defRPr b="1"/>
          </a:pPr>
          <a:r>
            <a:rPr lang="en-US"/>
            <a:t>all the</a:t>
          </a:r>
          <a:r>
            <a:rPr lang="tr-TR"/>
            <a:t> </a:t>
          </a:r>
          <a:r>
            <a:rPr lang="en-US"/>
            <a:t>information needed to execute a script </a:t>
          </a:r>
        </a:p>
      </dgm:t>
    </dgm:pt>
    <dgm:pt modelId="{9EA0A2D7-6B56-4E29-9C42-6FBB64E21829}" type="parTrans" cxnId="{45B80633-925E-4442-9950-9D0039B8C426}">
      <dgm:prSet/>
      <dgm:spPr/>
      <dgm:t>
        <a:bodyPr/>
        <a:lstStyle/>
        <a:p>
          <a:endParaRPr lang="en-US"/>
        </a:p>
      </dgm:t>
    </dgm:pt>
    <dgm:pt modelId="{5CE98D81-745E-428F-884F-BC332E6E14C9}" type="sibTrans" cxnId="{45B80633-925E-4442-9950-9D0039B8C426}">
      <dgm:prSet/>
      <dgm:spPr/>
      <dgm:t>
        <a:bodyPr/>
        <a:lstStyle/>
        <a:p>
          <a:endParaRPr lang="en-US"/>
        </a:p>
      </dgm:t>
    </dgm:pt>
    <dgm:pt modelId="{C3CF5D82-D3A1-4D28-BA6E-1B91790A0E42}">
      <dgm:prSet/>
      <dgm:spPr/>
      <dgm:t>
        <a:bodyPr/>
        <a:lstStyle/>
        <a:p>
          <a:pPr>
            <a:lnSpc>
              <a:spcPct val="100000"/>
            </a:lnSpc>
          </a:pPr>
          <a:r>
            <a:rPr lang="en-US" dirty="0"/>
            <a:t>is contained within the script </a:t>
          </a:r>
        </a:p>
      </dgm:t>
    </dgm:pt>
    <dgm:pt modelId="{BC6454A9-77AE-4ECC-ACD6-64A7E5088C77}" type="parTrans" cxnId="{CE9B0F86-26C0-48D8-A82A-55E26790E273}">
      <dgm:prSet/>
      <dgm:spPr/>
      <dgm:t>
        <a:bodyPr/>
        <a:lstStyle/>
        <a:p>
          <a:endParaRPr lang="en-US"/>
        </a:p>
      </dgm:t>
    </dgm:pt>
    <dgm:pt modelId="{61DDC9CE-2EAF-4272-B4C5-B8E738357430}" type="sibTrans" cxnId="{CE9B0F86-26C0-48D8-A82A-55E26790E273}">
      <dgm:prSet/>
      <dgm:spPr/>
      <dgm:t>
        <a:bodyPr/>
        <a:lstStyle/>
        <a:p>
          <a:endParaRPr lang="en-US"/>
        </a:p>
      </dgm:t>
    </dgm:pt>
    <dgm:pt modelId="{C02BF8C4-9BAB-461C-B86F-053671880125}">
      <dgm:prSet/>
      <dgm:spPr/>
      <dgm:t>
        <a:bodyPr/>
        <a:lstStyle/>
        <a:p>
          <a:pPr>
            <a:lnSpc>
              <a:spcPct val="100000"/>
            </a:lnSpc>
            <a:defRPr b="1"/>
          </a:pPr>
          <a:r>
            <a:rPr lang="en-US"/>
            <a:t>A script will</a:t>
          </a:r>
          <a:r>
            <a:rPr lang="tr-TR"/>
            <a:t> </a:t>
          </a:r>
          <a:r>
            <a:rPr lang="en-US"/>
            <a:t>predictably execute </a:t>
          </a:r>
        </a:p>
      </dgm:t>
    </dgm:pt>
    <dgm:pt modelId="{A4F20E9C-88C2-4933-B1F9-97287AFEF7B8}" type="parTrans" cxnId="{C0004A94-99CE-41DE-B2D8-BE99F948467F}">
      <dgm:prSet/>
      <dgm:spPr/>
      <dgm:t>
        <a:bodyPr/>
        <a:lstStyle/>
        <a:p>
          <a:endParaRPr lang="en-US"/>
        </a:p>
      </dgm:t>
    </dgm:pt>
    <dgm:pt modelId="{07EAAD9F-A208-4BCA-96E9-B30F9DA517EE}" type="sibTrans" cxnId="{C0004A94-99CE-41DE-B2D8-BE99F948467F}">
      <dgm:prSet/>
      <dgm:spPr/>
      <dgm:t>
        <a:bodyPr/>
        <a:lstStyle/>
        <a:p>
          <a:endParaRPr lang="en-US"/>
        </a:p>
      </dgm:t>
    </dgm:pt>
    <dgm:pt modelId="{6A50A400-01D6-49D1-87ED-06DECCE23FE6}">
      <dgm:prSet/>
      <dgm:spPr/>
      <dgm:t>
        <a:bodyPr/>
        <a:lstStyle/>
        <a:p>
          <a:pPr>
            <a:lnSpc>
              <a:spcPct val="100000"/>
            </a:lnSpc>
          </a:pPr>
          <a:r>
            <a:rPr lang="en-US"/>
            <a:t>the same way on any system.</a:t>
          </a:r>
        </a:p>
      </dgm:t>
    </dgm:pt>
    <dgm:pt modelId="{CD6C258F-B084-43B3-9F4A-046EBE17D50D}" type="parTrans" cxnId="{A7318A30-F1E1-44F4-8A48-24D3B5586FE6}">
      <dgm:prSet/>
      <dgm:spPr/>
      <dgm:t>
        <a:bodyPr/>
        <a:lstStyle/>
        <a:p>
          <a:endParaRPr lang="en-US"/>
        </a:p>
      </dgm:t>
    </dgm:pt>
    <dgm:pt modelId="{46E725B1-FE5A-4B14-B598-5335AD7CA501}" type="sibTrans" cxnId="{A7318A30-F1E1-44F4-8A48-24D3B5586FE6}">
      <dgm:prSet/>
      <dgm:spPr/>
      <dgm:t>
        <a:bodyPr/>
        <a:lstStyle/>
        <a:p>
          <a:endParaRPr lang="en-US"/>
        </a:p>
      </dgm:t>
    </dgm:pt>
    <dgm:pt modelId="{4F28FD9F-1AEE-46D3-A732-DB9CC4BFDA6E}" type="pres">
      <dgm:prSet presAssocID="{8C44DCE6-C518-4200-BF66-C31E0D56E56D}" presName="root" presStyleCnt="0">
        <dgm:presLayoutVars>
          <dgm:dir/>
          <dgm:resizeHandles val="exact"/>
        </dgm:presLayoutVars>
      </dgm:prSet>
      <dgm:spPr/>
    </dgm:pt>
    <dgm:pt modelId="{8F6764C1-EF8F-427C-B236-43E0C210C676}" type="pres">
      <dgm:prSet presAssocID="{7AE41CA1-EE8F-42AF-A4DA-4BE0A92A2123}" presName="compNode" presStyleCnt="0"/>
      <dgm:spPr/>
    </dgm:pt>
    <dgm:pt modelId="{22360C6E-95E8-4A8C-AE2F-90A3F91CC206}" type="pres">
      <dgm:prSet presAssocID="{7AE41CA1-EE8F-42AF-A4DA-4BE0A92A2123}" presName="iconRect" presStyleLbl="node1" presStyleIdx="0" presStyleCnt="3"/>
      <dgm:spPr>
        <a:blipFill>
          <a:blip xmlns:r="http://schemas.openxmlformats.org/officeDocument/2006/relationships" r:embed="rId1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2"/>
              </a:ext>
            </a:extLst>
          </a:blip>
          <a:stretch>
            <a:fillRect/>
          </a:stretch>
        </a:blipFill>
        <a:ln>
          <a:noFill/>
        </a:ln>
      </dgm:spPr>
      <dgm:extLst>
        <a:ext uri="{E40237B7-FDA0-4F09-8148-C483321AD2D9}">
          <dgm14:cNvPr xmlns:dgm14="http://schemas.microsoft.com/office/drawing/2010/diagram" id="0" name="" descr="Gears"/>
        </a:ext>
      </dgm:extLst>
    </dgm:pt>
    <dgm:pt modelId="{4A187B92-F37D-436D-A478-4D0B7E806CDD}" type="pres">
      <dgm:prSet presAssocID="{7AE41CA1-EE8F-42AF-A4DA-4BE0A92A2123}" presName="iconSpace" presStyleCnt="0"/>
      <dgm:spPr/>
    </dgm:pt>
    <dgm:pt modelId="{2E05EA76-CB98-4421-9CF9-7BD1F6E35C20}" type="pres">
      <dgm:prSet presAssocID="{7AE41CA1-EE8F-42AF-A4DA-4BE0A92A2123}" presName="parTx" presStyleLbl="revTx" presStyleIdx="0" presStyleCnt="6">
        <dgm:presLayoutVars>
          <dgm:chMax val="0"/>
          <dgm:chPref val="0"/>
        </dgm:presLayoutVars>
      </dgm:prSet>
      <dgm:spPr/>
    </dgm:pt>
    <dgm:pt modelId="{B0953B2F-5A18-4249-8225-990C6243C434}" type="pres">
      <dgm:prSet presAssocID="{7AE41CA1-EE8F-42AF-A4DA-4BE0A92A2123}" presName="txSpace" presStyleCnt="0"/>
      <dgm:spPr/>
    </dgm:pt>
    <dgm:pt modelId="{FD6774E2-6FC8-4DE6-9289-38DE3F57F894}" type="pres">
      <dgm:prSet presAssocID="{7AE41CA1-EE8F-42AF-A4DA-4BE0A92A2123}" presName="desTx" presStyleLbl="revTx" presStyleIdx="1" presStyleCnt="6">
        <dgm:presLayoutVars/>
      </dgm:prSet>
      <dgm:spPr/>
    </dgm:pt>
    <dgm:pt modelId="{D45523B9-BAC5-42D8-88ED-4A18C9895047}" type="pres">
      <dgm:prSet presAssocID="{E8ACBF4B-0F60-4047-88E3-3B6C3E572E96}" presName="sibTrans" presStyleCnt="0"/>
      <dgm:spPr/>
    </dgm:pt>
    <dgm:pt modelId="{D0299CE1-4060-468E-BD7B-36001CEA9A3B}" type="pres">
      <dgm:prSet presAssocID="{19B83B15-6C00-4B93-A403-F268887E507F}" presName="compNode" presStyleCnt="0"/>
      <dgm:spPr/>
    </dgm:pt>
    <dgm:pt modelId="{EE43EFAB-229F-4D38-884B-241B7B189176}" type="pres">
      <dgm:prSet presAssocID="{19B83B15-6C00-4B93-A403-F268887E507F}" presName="iconRect" presStyleLbl="node1" presStyleIdx="1" presStyleCnt="3"/>
      <dgm:spPr>
        <a:blipFill>
          <a:blip xmlns:r="http://schemas.openxmlformats.org/officeDocument/2006/relationships" r:embed="rId3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4"/>
              </a:ext>
            </a:extLst>
          </a:blip>
          <a:stretch>
            <a:fillRect/>
          </a:stretch>
        </a:blipFill>
        <a:ln>
          <a:noFill/>
        </a:ln>
      </dgm:spPr>
      <dgm:extLst>
        <a:ext uri="{E40237B7-FDA0-4F09-8148-C483321AD2D9}">
          <dgm14:cNvPr xmlns:dgm14="http://schemas.microsoft.com/office/drawing/2010/diagram" id="0" name="" descr="Document"/>
        </a:ext>
      </dgm:extLst>
    </dgm:pt>
    <dgm:pt modelId="{07892D42-7EBC-42B9-AAC9-51EF1D509E60}" type="pres">
      <dgm:prSet presAssocID="{19B83B15-6C00-4B93-A403-F268887E507F}" presName="iconSpace" presStyleCnt="0"/>
      <dgm:spPr/>
    </dgm:pt>
    <dgm:pt modelId="{440E08B5-3F87-432D-BAB5-12E24B9CB30D}" type="pres">
      <dgm:prSet presAssocID="{19B83B15-6C00-4B93-A403-F268887E507F}" presName="parTx" presStyleLbl="revTx" presStyleIdx="2" presStyleCnt="6">
        <dgm:presLayoutVars>
          <dgm:chMax val="0"/>
          <dgm:chPref val="0"/>
        </dgm:presLayoutVars>
      </dgm:prSet>
      <dgm:spPr/>
    </dgm:pt>
    <dgm:pt modelId="{2B0CD51A-3B1B-48EB-903C-3501976B8B96}" type="pres">
      <dgm:prSet presAssocID="{19B83B15-6C00-4B93-A403-F268887E507F}" presName="txSpace" presStyleCnt="0"/>
      <dgm:spPr/>
    </dgm:pt>
    <dgm:pt modelId="{BB19B1B4-B82B-417A-8E5C-C0F0FEAA4C42}" type="pres">
      <dgm:prSet presAssocID="{19B83B15-6C00-4B93-A403-F268887E507F}" presName="desTx" presStyleLbl="revTx" presStyleIdx="3" presStyleCnt="6">
        <dgm:presLayoutVars/>
      </dgm:prSet>
      <dgm:spPr/>
    </dgm:pt>
    <dgm:pt modelId="{52ED44FB-DB5B-41B6-BD46-07BF4C36CCD3}" type="pres">
      <dgm:prSet presAssocID="{5CE98D81-745E-428F-884F-BC332E6E14C9}" presName="sibTrans" presStyleCnt="0"/>
      <dgm:spPr/>
    </dgm:pt>
    <dgm:pt modelId="{00882A40-56EC-4A20-8FA8-1C790487B52E}" type="pres">
      <dgm:prSet presAssocID="{C02BF8C4-9BAB-461C-B86F-053671880125}" presName="compNode" presStyleCnt="0"/>
      <dgm:spPr/>
    </dgm:pt>
    <dgm:pt modelId="{70ABC3D9-ECE3-46BA-889A-689D39AB7881}" type="pres">
      <dgm:prSet presAssocID="{C02BF8C4-9BAB-461C-B86F-053671880125}" presName="iconRect" presStyleLbl="node1" presStyleIdx="2" presStyleCnt="3"/>
      <dgm:spPr>
        <a:blipFill>
          <a:blip xmlns:r="http://schemas.openxmlformats.org/officeDocument/2006/relationships" r:embed="rId5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6"/>
              </a:ext>
            </a:extLst>
          </a:blip>
          <a:stretch>
            <a:fillRect/>
          </a:stretch>
        </a:blipFill>
        <a:ln>
          <a:noFill/>
        </a:ln>
      </dgm:spPr>
      <dgm:extLst>
        <a:ext uri="{E40237B7-FDA0-4F09-8148-C483321AD2D9}">
          <dgm14:cNvPr xmlns:dgm14="http://schemas.microsoft.com/office/drawing/2010/diagram" id="0" name="" descr="Flowchart"/>
        </a:ext>
      </dgm:extLst>
    </dgm:pt>
    <dgm:pt modelId="{C9BC8478-4C4E-44C1-8654-50CE362DFAF8}" type="pres">
      <dgm:prSet presAssocID="{C02BF8C4-9BAB-461C-B86F-053671880125}" presName="iconSpace" presStyleCnt="0"/>
      <dgm:spPr/>
    </dgm:pt>
    <dgm:pt modelId="{12EBAA52-A5FD-4FB8-A496-C161D27ECC94}" type="pres">
      <dgm:prSet presAssocID="{C02BF8C4-9BAB-461C-B86F-053671880125}" presName="parTx" presStyleLbl="revTx" presStyleIdx="4" presStyleCnt="6">
        <dgm:presLayoutVars>
          <dgm:chMax val="0"/>
          <dgm:chPref val="0"/>
        </dgm:presLayoutVars>
      </dgm:prSet>
      <dgm:spPr/>
    </dgm:pt>
    <dgm:pt modelId="{1D8069A5-32F6-4FD5-8D2A-D05BB3D7639C}" type="pres">
      <dgm:prSet presAssocID="{C02BF8C4-9BAB-461C-B86F-053671880125}" presName="txSpace" presStyleCnt="0"/>
      <dgm:spPr/>
    </dgm:pt>
    <dgm:pt modelId="{73BA3729-6E38-47B2-91E1-F8C08C1DD4DF}" type="pres">
      <dgm:prSet presAssocID="{C02BF8C4-9BAB-461C-B86F-053671880125}" presName="desTx" presStyleLbl="revTx" presStyleIdx="5" presStyleCnt="6">
        <dgm:presLayoutVars/>
      </dgm:prSet>
      <dgm:spPr/>
    </dgm:pt>
  </dgm:ptLst>
  <dgm:cxnLst>
    <dgm:cxn modelId="{37149921-8917-46C9-94BC-A1B4869EB776}" type="presOf" srcId="{7AE41CA1-EE8F-42AF-A4DA-4BE0A92A2123}" destId="{2E05EA76-CB98-4421-9CF9-7BD1F6E35C20}" srcOrd="0" destOrd="0" presId="urn:microsoft.com/office/officeart/2018/2/layout/IconLabelDescriptionList"/>
    <dgm:cxn modelId="{A7318A30-F1E1-44F4-8A48-24D3B5586FE6}" srcId="{C02BF8C4-9BAB-461C-B86F-053671880125}" destId="{6A50A400-01D6-49D1-87ED-06DECCE23FE6}" srcOrd="0" destOrd="0" parTransId="{CD6C258F-B084-43B3-9F4A-046EBE17D50D}" sibTransId="{46E725B1-FE5A-4B14-B598-5335AD7CA501}"/>
    <dgm:cxn modelId="{45B80633-925E-4442-9950-9D0039B8C426}" srcId="{8C44DCE6-C518-4200-BF66-C31E0D56E56D}" destId="{19B83B15-6C00-4B93-A403-F268887E507F}" srcOrd="1" destOrd="0" parTransId="{9EA0A2D7-6B56-4E29-9C42-6FBB64E21829}" sibTransId="{5CE98D81-745E-428F-884F-BC332E6E14C9}"/>
    <dgm:cxn modelId="{685A5566-BBD2-4EFE-B9FB-84148CD11934}" srcId="{8C44DCE6-C518-4200-BF66-C31E0D56E56D}" destId="{7AE41CA1-EE8F-42AF-A4DA-4BE0A92A2123}" srcOrd="0" destOrd="0" parTransId="{F7A066DD-5B01-44E2-A288-0FCABB7580DD}" sibTransId="{E8ACBF4B-0F60-4047-88E3-3B6C3E572E96}"/>
    <dgm:cxn modelId="{68DF7868-936E-4C86-849C-345D6A85B4A8}" srcId="{7AE41CA1-EE8F-42AF-A4DA-4BE0A92A2123}" destId="{7E579D1B-3DC3-438B-B01F-DFEEC6DDE99D}" srcOrd="1" destOrd="0" parTransId="{3ED9236A-99C7-46F2-AE33-1C584FF94786}" sibTransId="{8CC6D5BB-7744-4D77-8936-99C829145A8A}"/>
    <dgm:cxn modelId="{E3643A4B-6D42-4AA4-B18E-B364EE294A36}" type="presOf" srcId="{7E579D1B-3DC3-438B-B01F-DFEEC6DDE99D}" destId="{FD6774E2-6FC8-4DE6-9289-38DE3F57F894}" srcOrd="0" destOrd="1" presId="urn:microsoft.com/office/officeart/2018/2/layout/IconLabelDescriptionList"/>
    <dgm:cxn modelId="{C827396E-0A9B-47A8-BBB8-1F2A25970A0A}" type="presOf" srcId="{19B83B15-6C00-4B93-A403-F268887E507F}" destId="{440E08B5-3F87-432D-BAB5-12E24B9CB30D}" srcOrd="0" destOrd="0" presId="urn:microsoft.com/office/officeart/2018/2/layout/IconLabelDescriptionList"/>
    <dgm:cxn modelId="{CE9B0F86-26C0-48D8-A82A-55E26790E273}" srcId="{19B83B15-6C00-4B93-A403-F268887E507F}" destId="{C3CF5D82-D3A1-4D28-BA6E-1B91790A0E42}" srcOrd="0" destOrd="0" parTransId="{BC6454A9-77AE-4ECC-ACD6-64A7E5088C77}" sibTransId="{61DDC9CE-2EAF-4272-B4C5-B8E738357430}"/>
    <dgm:cxn modelId="{C0004A94-99CE-41DE-B2D8-BE99F948467F}" srcId="{8C44DCE6-C518-4200-BF66-C31E0D56E56D}" destId="{C02BF8C4-9BAB-461C-B86F-053671880125}" srcOrd="2" destOrd="0" parTransId="{A4F20E9C-88C2-4933-B1F9-97287AFEF7B8}" sibTransId="{07EAAD9F-A208-4BCA-96E9-B30F9DA517EE}"/>
    <dgm:cxn modelId="{82828F96-774E-4245-9633-526C867992AD}" srcId="{7AE41CA1-EE8F-42AF-A4DA-4BE0A92A2123}" destId="{A7703169-D9BC-4CDF-9742-2C521D7FC747}" srcOrd="0" destOrd="0" parTransId="{CCFA4A77-4FAC-4FB3-887F-33048796A159}" sibTransId="{27C2937C-68C7-4063-A20D-03255839BFA3}"/>
    <dgm:cxn modelId="{CF26E0BA-441B-47D5-B43E-751FC8FF75F5}" type="presOf" srcId="{C3CF5D82-D3A1-4D28-BA6E-1B91790A0E42}" destId="{BB19B1B4-B82B-417A-8E5C-C0F0FEAA4C42}" srcOrd="0" destOrd="0" presId="urn:microsoft.com/office/officeart/2018/2/layout/IconLabelDescriptionList"/>
    <dgm:cxn modelId="{9F6D5DD2-785C-4829-9F76-F8F9C1367C34}" type="presOf" srcId="{A7703169-D9BC-4CDF-9742-2C521D7FC747}" destId="{FD6774E2-6FC8-4DE6-9289-38DE3F57F894}" srcOrd="0" destOrd="0" presId="urn:microsoft.com/office/officeart/2018/2/layout/IconLabelDescriptionList"/>
    <dgm:cxn modelId="{EC8D02E1-C131-41AE-8EC2-7ED0313590A4}" type="presOf" srcId="{8C44DCE6-C518-4200-BF66-C31E0D56E56D}" destId="{4F28FD9F-1AEE-46D3-A732-DB9CC4BFDA6E}" srcOrd="0" destOrd="0" presId="urn:microsoft.com/office/officeart/2018/2/layout/IconLabelDescriptionList"/>
    <dgm:cxn modelId="{52FF43F0-4583-452C-8AE5-E935FBD9CE35}" type="presOf" srcId="{C02BF8C4-9BAB-461C-B86F-053671880125}" destId="{12EBAA52-A5FD-4FB8-A496-C161D27ECC94}" srcOrd="0" destOrd="0" presId="urn:microsoft.com/office/officeart/2018/2/layout/IconLabelDescriptionList"/>
    <dgm:cxn modelId="{8E8F0FFD-B88E-42F2-94B9-8D328E6FD6FD}" type="presOf" srcId="{6A50A400-01D6-49D1-87ED-06DECCE23FE6}" destId="{73BA3729-6E38-47B2-91E1-F8C08C1DD4DF}" srcOrd="0" destOrd="0" presId="urn:microsoft.com/office/officeart/2018/2/layout/IconLabelDescriptionList"/>
    <dgm:cxn modelId="{25FB660A-22A1-4A4A-B13E-A4394A47233D}" type="presParOf" srcId="{4F28FD9F-1AEE-46D3-A732-DB9CC4BFDA6E}" destId="{8F6764C1-EF8F-427C-B236-43E0C210C676}" srcOrd="0" destOrd="0" presId="urn:microsoft.com/office/officeart/2018/2/layout/IconLabelDescriptionList"/>
    <dgm:cxn modelId="{6FBC9767-F3E4-4624-A0DE-67B97D6E0F57}" type="presParOf" srcId="{8F6764C1-EF8F-427C-B236-43E0C210C676}" destId="{22360C6E-95E8-4A8C-AE2F-90A3F91CC206}" srcOrd="0" destOrd="0" presId="urn:microsoft.com/office/officeart/2018/2/layout/IconLabelDescriptionList"/>
    <dgm:cxn modelId="{BB9602D8-AF8B-4D09-8D38-5035FCB8A34F}" type="presParOf" srcId="{8F6764C1-EF8F-427C-B236-43E0C210C676}" destId="{4A187B92-F37D-436D-A478-4D0B7E806CDD}" srcOrd="1" destOrd="0" presId="urn:microsoft.com/office/officeart/2018/2/layout/IconLabelDescriptionList"/>
    <dgm:cxn modelId="{2A36CBF1-15ED-4EED-BE34-51DEB2CB420C}" type="presParOf" srcId="{8F6764C1-EF8F-427C-B236-43E0C210C676}" destId="{2E05EA76-CB98-4421-9CF9-7BD1F6E35C20}" srcOrd="2" destOrd="0" presId="urn:microsoft.com/office/officeart/2018/2/layout/IconLabelDescriptionList"/>
    <dgm:cxn modelId="{44780CEC-770B-466A-8976-969C0939E139}" type="presParOf" srcId="{8F6764C1-EF8F-427C-B236-43E0C210C676}" destId="{B0953B2F-5A18-4249-8225-990C6243C434}" srcOrd="3" destOrd="0" presId="urn:microsoft.com/office/officeart/2018/2/layout/IconLabelDescriptionList"/>
    <dgm:cxn modelId="{FC6913D4-B977-4C28-85FC-60277D2B1EF7}" type="presParOf" srcId="{8F6764C1-EF8F-427C-B236-43E0C210C676}" destId="{FD6774E2-6FC8-4DE6-9289-38DE3F57F894}" srcOrd="4" destOrd="0" presId="urn:microsoft.com/office/officeart/2018/2/layout/IconLabelDescriptionList"/>
    <dgm:cxn modelId="{0D5D0114-4AF5-4E5A-AAD5-039097763199}" type="presParOf" srcId="{4F28FD9F-1AEE-46D3-A732-DB9CC4BFDA6E}" destId="{D45523B9-BAC5-42D8-88ED-4A18C9895047}" srcOrd="1" destOrd="0" presId="urn:microsoft.com/office/officeart/2018/2/layout/IconLabelDescriptionList"/>
    <dgm:cxn modelId="{7EC9F62C-767C-4C40-AC0C-06325BB25EAD}" type="presParOf" srcId="{4F28FD9F-1AEE-46D3-A732-DB9CC4BFDA6E}" destId="{D0299CE1-4060-468E-BD7B-36001CEA9A3B}" srcOrd="2" destOrd="0" presId="urn:microsoft.com/office/officeart/2018/2/layout/IconLabelDescriptionList"/>
    <dgm:cxn modelId="{81CF603B-32D2-4D18-8734-59883C791F52}" type="presParOf" srcId="{D0299CE1-4060-468E-BD7B-36001CEA9A3B}" destId="{EE43EFAB-229F-4D38-884B-241B7B189176}" srcOrd="0" destOrd="0" presId="urn:microsoft.com/office/officeart/2018/2/layout/IconLabelDescriptionList"/>
    <dgm:cxn modelId="{D40BEA04-A4D6-4F6E-9A5B-EB10472102F3}" type="presParOf" srcId="{D0299CE1-4060-468E-BD7B-36001CEA9A3B}" destId="{07892D42-7EBC-42B9-AAC9-51EF1D509E60}" srcOrd="1" destOrd="0" presId="urn:microsoft.com/office/officeart/2018/2/layout/IconLabelDescriptionList"/>
    <dgm:cxn modelId="{8F058E78-B544-4B63-9FCD-4A89F5B5D6C4}" type="presParOf" srcId="{D0299CE1-4060-468E-BD7B-36001CEA9A3B}" destId="{440E08B5-3F87-432D-BAB5-12E24B9CB30D}" srcOrd="2" destOrd="0" presId="urn:microsoft.com/office/officeart/2018/2/layout/IconLabelDescriptionList"/>
    <dgm:cxn modelId="{B912DDBB-9E0B-4CE0-B1D5-D44B5032B96A}" type="presParOf" srcId="{D0299CE1-4060-468E-BD7B-36001CEA9A3B}" destId="{2B0CD51A-3B1B-48EB-903C-3501976B8B96}" srcOrd="3" destOrd="0" presId="urn:microsoft.com/office/officeart/2018/2/layout/IconLabelDescriptionList"/>
    <dgm:cxn modelId="{C19D45F7-C374-4381-AD98-780939BB15D6}" type="presParOf" srcId="{D0299CE1-4060-468E-BD7B-36001CEA9A3B}" destId="{BB19B1B4-B82B-417A-8E5C-C0F0FEAA4C42}" srcOrd="4" destOrd="0" presId="urn:microsoft.com/office/officeart/2018/2/layout/IconLabelDescriptionList"/>
    <dgm:cxn modelId="{A1E4FD52-B749-46FE-80F9-9BA5E2ECD892}" type="presParOf" srcId="{4F28FD9F-1AEE-46D3-A732-DB9CC4BFDA6E}" destId="{52ED44FB-DB5B-41B6-BD46-07BF4C36CCD3}" srcOrd="3" destOrd="0" presId="urn:microsoft.com/office/officeart/2018/2/layout/IconLabelDescriptionList"/>
    <dgm:cxn modelId="{70279A2D-DED6-49B9-AAF4-7981FAC74636}" type="presParOf" srcId="{4F28FD9F-1AEE-46D3-A732-DB9CC4BFDA6E}" destId="{00882A40-56EC-4A20-8FA8-1C790487B52E}" srcOrd="4" destOrd="0" presId="urn:microsoft.com/office/officeart/2018/2/layout/IconLabelDescriptionList"/>
    <dgm:cxn modelId="{77ABD493-AD41-4D09-980C-85686666EA6C}" type="presParOf" srcId="{00882A40-56EC-4A20-8FA8-1C790487B52E}" destId="{70ABC3D9-ECE3-46BA-889A-689D39AB7881}" srcOrd="0" destOrd="0" presId="urn:microsoft.com/office/officeart/2018/2/layout/IconLabelDescriptionList"/>
    <dgm:cxn modelId="{98E32BB1-529F-48FF-9AF2-F6400C5571D4}" type="presParOf" srcId="{00882A40-56EC-4A20-8FA8-1C790487B52E}" destId="{C9BC8478-4C4E-44C1-8654-50CE362DFAF8}" srcOrd="1" destOrd="0" presId="urn:microsoft.com/office/officeart/2018/2/layout/IconLabelDescriptionList"/>
    <dgm:cxn modelId="{AFAD7D5B-DC8B-4313-ACCC-4AAF1A38AAA9}" type="presParOf" srcId="{00882A40-56EC-4A20-8FA8-1C790487B52E}" destId="{12EBAA52-A5FD-4FB8-A496-C161D27ECC94}" srcOrd="2" destOrd="0" presId="urn:microsoft.com/office/officeart/2018/2/layout/IconLabelDescriptionList"/>
    <dgm:cxn modelId="{78665603-FC28-458D-9230-F7703F9E861C}" type="presParOf" srcId="{00882A40-56EC-4A20-8FA8-1C790487B52E}" destId="{1D8069A5-32F6-4FD5-8D2A-D05BB3D7639C}" srcOrd="3" destOrd="0" presId="urn:microsoft.com/office/officeart/2018/2/layout/IconLabelDescriptionList"/>
    <dgm:cxn modelId="{6E0CD0FD-AF27-4B2E-A8A2-26F1F7FAFEA4}" type="presParOf" srcId="{00882A40-56EC-4A20-8FA8-1C790487B52E}" destId="{73BA3729-6E38-47B2-91E1-F8C08C1DD4DF}" srcOrd="4" destOrd="0" presId="urn:microsoft.com/office/officeart/2018/2/layout/IconLabelDescriptionList"/>
  </dgm:cxnLst>
  <dgm:bg/>
  <dgm:whole/>
  <dgm:extLst>
    <a:ext uri="http://schemas.microsoft.com/office/drawing/2008/diagram">
      <dsp:dataModelExt xmlns:dsp="http://schemas.microsoft.com/office/drawing/2008/diagram" relId="rId6" minVer="http://schemas.openxmlformats.org/drawingml/2006/diagram"/>
    </a:ext>
  </dgm:extLst>
</dgm:dataModel>
</file>

<file path=ppt/diagrams/data64.xml><?xml version="1.0" encoding="utf-8"?>
<dgm:dataModel xmlns:dgm="http://schemas.openxmlformats.org/drawingml/2006/diagram" xmlns:a="http://schemas.openxmlformats.org/drawingml/2006/main">
  <dgm:ptLst>
    <dgm:pt modelId="{8C44DCE6-C518-4200-BF66-C31E0D56E56D}" type="doc">
      <dgm:prSet loTypeId="urn:microsoft.com/office/officeart/2018/2/layout/IconLabelDescriptionList" loCatId="icon" qsTypeId="urn:microsoft.com/office/officeart/2005/8/quickstyle/simple1" qsCatId="simple" csTypeId="urn:microsoft.com/office/officeart/2018/5/colors/Iconchunking_neutralbg_colorful1" csCatId="colorful" phldr="1"/>
      <dgm:spPr/>
      <dgm:t>
        <a:bodyPr/>
        <a:lstStyle/>
        <a:p>
          <a:endParaRPr lang="en-US"/>
        </a:p>
      </dgm:t>
    </dgm:pt>
    <dgm:pt modelId="{66E58100-A38D-4325-8215-6D635E98B3CA}">
      <dgm:prSet/>
      <dgm:spPr/>
      <dgm:t>
        <a:bodyPr/>
        <a:lstStyle/>
        <a:p>
          <a:pPr>
            <a:lnSpc>
              <a:spcPct val="100000"/>
            </a:lnSpc>
            <a:defRPr b="1"/>
          </a:pPr>
          <a:r>
            <a:rPr lang="en-US" dirty="0"/>
            <a:t>If your system verifies a script, </a:t>
          </a:r>
        </a:p>
      </dgm:t>
    </dgm:pt>
    <dgm:pt modelId="{FD2BDB3D-EE58-4334-900D-CAAE7B66C9AA}" type="parTrans" cxnId="{4F89F566-70B5-4B5B-86EA-C2A9274D47D6}">
      <dgm:prSet/>
      <dgm:spPr/>
      <dgm:t>
        <a:bodyPr/>
        <a:lstStyle/>
        <a:p>
          <a:endParaRPr lang="en-US"/>
        </a:p>
      </dgm:t>
    </dgm:pt>
    <dgm:pt modelId="{B7BC7B47-30BE-40A7-BFBD-E3C51707C764}" type="sibTrans" cxnId="{4F89F566-70B5-4B5B-86EA-C2A9274D47D6}">
      <dgm:prSet/>
      <dgm:spPr/>
      <dgm:t>
        <a:bodyPr/>
        <a:lstStyle/>
        <a:p>
          <a:endParaRPr lang="en-US"/>
        </a:p>
      </dgm:t>
    </dgm:pt>
    <dgm:pt modelId="{2458075B-0F73-4748-910C-10A2B923741C}">
      <dgm:prSet/>
      <dgm:spPr/>
      <dgm:t>
        <a:bodyPr/>
        <a:lstStyle/>
        <a:p>
          <a:pPr>
            <a:lnSpc>
              <a:spcPct val="100000"/>
            </a:lnSpc>
          </a:pPr>
          <a:r>
            <a:rPr lang="en-US"/>
            <a:t>you</a:t>
          </a:r>
          <a:r>
            <a:rPr lang="tr-TR"/>
            <a:t> </a:t>
          </a:r>
          <a:r>
            <a:rPr lang="en-US"/>
            <a:t>can be sure that every other system in the bitcoin network </a:t>
          </a:r>
        </a:p>
      </dgm:t>
    </dgm:pt>
    <dgm:pt modelId="{2DF42B51-0681-4201-8F8F-77E961590789}" type="parTrans" cxnId="{F1F059D2-6797-4757-805A-B29804F4D3D0}">
      <dgm:prSet/>
      <dgm:spPr/>
      <dgm:t>
        <a:bodyPr/>
        <a:lstStyle/>
        <a:p>
          <a:endParaRPr lang="en-US"/>
        </a:p>
      </dgm:t>
    </dgm:pt>
    <dgm:pt modelId="{9919C6E9-BD87-4B46-B86D-E5779F5FC9B5}" type="sibTrans" cxnId="{F1F059D2-6797-4757-805A-B29804F4D3D0}">
      <dgm:prSet/>
      <dgm:spPr/>
      <dgm:t>
        <a:bodyPr/>
        <a:lstStyle/>
        <a:p>
          <a:endParaRPr lang="en-US"/>
        </a:p>
      </dgm:t>
    </dgm:pt>
    <dgm:pt modelId="{CC2D2A72-4C74-4C61-871B-33449ED757E1}">
      <dgm:prSet/>
      <dgm:spPr/>
      <dgm:t>
        <a:bodyPr/>
        <a:lstStyle/>
        <a:p>
          <a:pPr>
            <a:lnSpc>
              <a:spcPct val="100000"/>
            </a:lnSpc>
          </a:pPr>
          <a:r>
            <a:rPr lang="en-US" dirty="0"/>
            <a:t>will also verify the script</a:t>
          </a:r>
        </a:p>
      </dgm:t>
    </dgm:pt>
    <dgm:pt modelId="{A98F9ECE-8CC7-471F-8911-CBDD548BAD62}" type="parTrans" cxnId="{6B782B29-572D-4A12-BDBB-4A4BA84ACDA0}">
      <dgm:prSet/>
      <dgm:spPr/>
      <dgm:t>
        <a:bodyPr/>
        <a:lstStyle/>
        <a:p>
          <a:endParaRPr lang="en-US"/>
        </a:p>
      </dgm:t>
    </dgm:pt>
    <dgm:pt modelId="{6FE5964C-4064-489E-92D6-CDDC96742CDA}" type="sibTrans" cxnId="{6B782B29-572D-4A12-BDBB-4A4BA84ACDA0}">
      <dgm:prSet/>
      <dgm:spPr/>
      <dgm:t>
        <a:bodyPr/>
        <a:lstStyle/>
        <a:p>
          <a:endParaRPr lang="en-US"/>
        </a:p>
      </dgm:t>
    </dgm:pt>
    <dgm:pt modelId="{503AB3D8-ACDC-40B6-A87E-514334DF2C72}">
      <dgm:prSet/>
      <dgm:spPr/>
      <dgm:t>
        <a:bodyPr/>
        <a:lstStyle/>
        <a:p>
          <a:pPr>
            <a:lnSpc>
              <a:spcPct val="100000"/>
            </a:lnSpc>
            <a:defRPr b="1"/>
          </a:pPr>
          <a:r>
            <a:rPr lang="en-US"/>
            <a:t>a valid transaction </a:t>
          </a:r>
        </a:p>
      </dgm:t>
    </dgm:pt>
    <dgm:pt modelId="{37639E3C-7022-47AB-976A-050079A3BCD9}" type="parTrans" cxnId="{AA019093-00EC-4AC7-8DC3-76142D52A9BE}">
      <dgm:prSet/>
      <dgm:spPr/>
      <dgm:t>
        <a:bodyPr/>
        <a:lstStyle/>
        <a:p>
          <a:endParaRPr lang="en-US"/>
        </a:p>
      </dgm:t>
    </dgm:pt>
    <dgm:pt modelId="{68384EE3-BE1B-4388-B4CD-29A635182C4B}" type="sibTrans" cxnId="{AA019093-00EC-4AC7-8DC3-76142D52A9BE}">
      <dgm:prSet/>
      <dgm:spPr/>
      <dgm:t>
        <a:bodyPr/>
        <a:lstStyle/>
        <a:p>
          <a:endParaRPr lang="en-US"/>
        </a:p>
      </dgm:t>
    </dgm:pt>
    <dgm:pt modelId="{37CCAD27-1C44-40BF-A3A7-F809D0DDC73E}">
      <dgm:prSet/>
      <dgm:spPr/>
      <dgm:t>
        <a:bodyPr/>
        <a:lstStyle/>
        <a:p>
          <a:pPr>
            <a:lnSpc>
              <a:spcPct val="100000"/>
            </a:lnSpc>
          </a:pPr>
          <a:r>
            <a:rPr lang="en-US" dirty="0"/>
            <a:t>is valid for everyone</a:t>
          </a:r>
        </a:p>
      </dgm:t>
    </dgm:pt>
    <dgm:pt modelId="{2A039784-8B53-4C5F-90A0-CB8674F4B252}" type="parTrans" cxnId="{8590CEA6-999B-4C21-823F-BDB771C0EE4D}">
      <dgm:prSet/>
      <dgm:spPr/>
      <dgm:t>
        <a:bodyPr/>
        <a:lstStyle/>
        <a:p>
          <a:endParaRPr lang="en-US"/>
        </a:p>
      </dgm:t>
    </dgm:pt>
    <dgm:pt modelId="{77A41095-0873-4918-8B53-BBA3CB15F1DE}" type="sibTrans" cxnId="{8590CEA6-999B-4C21-823F-BDB771C0EE4D}">
      <dgm:prSet/>
      <dgm:spPr/>
      <dgm:t>
        <a:bodyPr/>
        <a:lstStyle/>
        <a:p>
          <a:endParaRPr lang="en-US"/>
        </a:p>
      </dgm:t>
    </dgm:pt>
    <dgm:pt modelId="{028F7FDB-2F0D-46BB-A8D9-CE998ECD4A65}">
      <dgm:prSet/>
      <dgm:spPr/>
      <dgm:t>
        <a:bodyPr/>
        <a:lstStyle/>
        <a:p>
          <a:pPr>
            <a:lnSpc>
              <a:spcPct val="100000"/>
            </a:lnSpc>
            <a:defRPr b="1"/>
          </a:pPr>
          <a:r>
            <a:rPr lang="en-US" dirty="0"/>
            <a:t>Predictability</a:t>
          </a:r>
          <a:r>
            <a:rPr lang="tr-TR" dirty="0"/>
            <a:t> is </a:t>
          </a:r>
          <a:r>
            <a:rPr lang="tr-TR" dirty="0" err="1"/>
            <a:t>essential</a:t>
          </a:r>
          <a:endParaRPr lang="en-US" dirty="0"/>
        </a:p>
      </dgm:t>
    </dgm:pt>
    <dgm:pt modelId="{471CACD8-9EAE-4077-BBB7-F658F8952101}" type="parTrans" cxnId="{5722C4BA-A50E-4A9B-BEE7-7D8571BE8870}">
      <dgm:prSet/>
      <dgm:spPr/>
      <dgm:t>
        <a:bodyPr/>
        <a:lstStyle/>
        <a:p>
          <a:endParaRPr lang="en-US"/>
        </a:p>
      </dgm:t>
    </dgm:pt>
    <dgm:pt modelId="{A98669EE-0A8E-4EA3-B2A1-4783D2BE3A96}" type="sibTrans" cxnId="{5722C4BA-A50E-4A9B-BEE7-7D8571BE8870}">
      <dgm:prSet/>
      <dgm:spPr/>
      <dgm:t>
        <a:bodyPr/>
        <a:lstStyle/>
        <a:p>
          <a:endParaRPr lang="en-US"/>
        </a:p>
      </dgm:t>
    </dgm:pt>
    <dgm:pt modelId="{E85ADF3A-BEF0-4F13-ADA1-53250D0FE5E7}">
      <dgm:prSet/>
      <dgm:spPr/>
      <dgm:t>
        <a:bodyPr/>
        <a:lstStyle/>
        <a:p>
          <a:pPr>
            <a:lnSpc>
              <a:spcPct val="100000"/>
            </a:lnSpc>
          </a:pPr>
          <a:r>
            <a:rPr lang="en-US" dirty="0"/>
            <a:t>an essential benefit of the bitcoin system.</a:t>
          </a:r>
        </a:p>
      </dgm:t>
    </dgm:pt>
    <dgm:pt modelId="{C835051A-8BBA-470C-8193-9A06349FE258}" type="parTrans" cxnId="{A2C41C12-AE41-4508-A0B8-1C17DBD7AB65}">
      <dgm:prSet/>
      <dgm:spPr/>
      <dgm:t>
        <a:bodyPr/>
        <a:lstStyle/>
        <a:p>
          <a:endParaRPr lang="en-US"/>
        </a:p>
      </dgm:t>
    </dgm:pt>
    <dgm:pt modelId="{68C49637-500C-40D0-BE0C-767AAACAAA79}" type="sibTrans" cxnId="{A2C41C12-AE41-4508-A0B8-1C17DBD7AB65}">
      <dgm:prSet/>
      <dgm:spPr/>
      <dgm:t>
        <a:bodyPr/>
        <a:lstStyle/>
        <a:p>
          <a:endParaRPr lang="en-US"/>
        </a:p>
      </dgm:t>
    </dgm:pt>
    <dgm:pt modelId="{DEF0CFC2-3855-4444-BDF3-EA9540309E71}">
      <dgm:prSet/>
      <dgm:spPr/>
      <dgm:t>
        <a:bodyPr/>
        <a:lstStyle/>
        <a:p>
          <a:pPr>
            <a:lnSpc>
              <a:spcPct val="100000"/>
            </a:lnSpc>
          </a:pPr>
          <a:r>
            <a:rPr lang="en-US" dirty="0"/>
            <a:t>and everyone knows this </a:t>
          </a:r>
        </a:p>
      </dgm:t>
    </dgm:pt>
    <dgm:pt modelId="{46F392E1-8BEC-4FF9-93B0-F6F4E736460F}" type="parTrans" cxnId="{4B485404-E684-40DA-A834-22BB25430C48}">
      <dgm:prSet/>
      <dgm:spPr/>
    </dgm:pt>
    <dgm:pt modelId="{45A46AEB-BD8D-4E0A-A25E-3EF3CCB7A691}" type="sibTrans" cxnId="{4B485404-E684-40DA-A834-22BB25430C48}">
      <dgm:prSet/>
      <dgm:spPr/>
    </dgm:pt>
    <dgm:pt modelId="{7402E042-3271-4D23-843C-BB6F90F50387}" type="pres">
      <dgm:prSet presAssocID="{8C44DCE6-C518-4200-BF66-C31E0D56E56D}" presName="root" presStyleCnt="0">
        <dgm:presLayoutVars>
          <dgm:dir/>
          <dgm:resizeHandles val="exact"/>
        </dgm:presLayoutVars>
      </dgm:prSet>
      <dgm:spPr/>
    </dgm:pt>
    <dgm:pt modelId="{9EF81954-D653-4520-940F-5EB42081D601}" type="pres">
      <dgm:prSet presAssocID="{66E58100-A38D-4325-8215-6D635E98B3CA}" presName="compNode" presStyleCnt="0"/>
      <dgm:spPr/>
    </dgm:pt>
    <dgm:pt modelId="{D7512AAD-641A-42F9-BF4C-B567FE5381D0}" type="pres">
      <dgm:prSet presAssocID="{66E58100-A38D-4325-8215-6D635E98B3CA}" presName="iconRect" presStyleLbl="node1" presStyleIdx="0" presStyleCnt="3"/>
      <dgm:spPr>
        <a:blipFill>
          <a:blip xmlns:r="http://schemas.openxmlformats.org/officeDocument/2006/relationships" r:embed="rId1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2"/>
              </a:ext>
            </a:extLst>
          </a:blip>
          <a:stretch>
            <a:fillRect/>
          </a:stretch>
        </a:blipFill>
        <a:ln>
          <a:noFill/>
        </a:ln>
      </dgm:spPr>
      <dgm:extLst>
        <a:ext uri="{E40237B7-FDA0-4F09-8148-C483321AD2D9}">
          <dgm14:cNvPr xmlns:dgm14="http://schemas.microsoft.com/office/drawing/2010/diagram" id="0" name="" descr="Processor"/>
        </a:ext>
      </dgm:extLst>
    </dgm:pt>
    <dgm:pt modelId="{A2C48310-6B63-444F-A198-3F37C0ED3411}" type="pres">
      <dgm:prSet presAssocID="{66E58100-A38D-4325-8215-6D635E98B3CA}" presName="iconSpace" presStyleCnt="0"/>
      <dgm:spPr/>
    </dgm:pt>
    <dgm:pt modelId="{29628E4F-CC0D-490C-B5D5-0588E2BBDA18}" type="pres">
      <dgm:prSet presAssocID="{66E58100-A38D-4325-8215-6D635E98B3CA}" presName="parTx" presStyleLbl="revTx" presStyleIdx="0" presStyleCnt="6">
        <dgm:presLayoutVars>
          <dgm:chMax val="0"/>
          <dgm:chPref val="0"/>
        </dgm:presLayoutVars>
      </dgm:prSet>
      <dgm:spPr/>
    </dgm:pt>
    <dgm:pt modelId="{D2BFD464-A11C-4C06-B637-DA02F4AB94C6}" type="pres">
      <dgm:prSet presAssocID="{66E58100-A38D-4325-8215-6D635E98B3CA}" presName="txSpace" presStyleCnt="0"/>
      <dgm:spPr/>
    </dgm:pt>
    <dgm:pt modelId="{1FA7E7DE-8F0F-49F1-960B-EB8D69FA97A1}" type="pres">
      <dgm:prSet presAssocID="{66E58100-A38D-4325-8215-6D635E98B3CA}" presName="desTx" presStyleLbl="revTx" presStyleIdx="1" presStyleCnt="6">
        <dgm:presLayoutVars/>
      </dgm:prSet>
      <dgm:spPr/>
    </dgm:pt>
    <dgm:pt modelId="{BDFC7DAE-FE94-4379-A086-5BF48252CC96}" type="pres">
      <dgm:prSet presAssocID="{B7BC7B47-30BE-40A7-BFBD-E3C51707C764}" presName="sibTrans" presStyleCnt="0"/>
      <dgm:spPr/>
    </dgm:pt>
    <dgm:pt modelId="{72F35801-1556-4293-BE71-B15DAD189163}" type="pres">
      <dgm:prSet presAssocID="{503AB3D8-ACDC-40B6-A87E-514334DF2C72}" presName="compNode" presStyleCnt="0"/>
      <dgm:spPr/>
    </dgm:pt>
    <dgm:pt modelId="{E420D6BD-85DE-4111-8C31-1A86D9EE7608}" type="pres">
      <dgm:prSet presAssocID="{503AB3D8-ACDC-40B6-A87E-514334DF2C72}" presName="iconRect" presStyleLbl="node1" presStyleIdx="1" presStyleCnt="3"/>
      <dgm:spPr>
        <a:blipFill>
          <a:blip xmlns:r="http://schemas.openxmlformats.org/officeDocument/2006/relationships" r:embed="rId3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4"/>
              </a:ext>
            </a:extLst>
          </a:blip>
          <a:stretch>
            <a:fillRect/>
          </a:stretch>
        </a:blipFill>
        <a:ln>
          <a:noFill/>
        </a:ln>
      </dgm:spPr>
      <dgm:extLst>
        <a:ext uri="{E40237B7-FDA0-4F09-8148-C483321AD2D9}">
          <dgm14:cNvPr xmlns:dgm14="http://schemas.microsoft.com/office/drawing/2010/diagram" id="0" name="" descr="Bitcoin"/>
        </a:ext>
      </dgm:extLst>
    </dgm:pt>
    <dgm:pt modelId="{CC3A7912-E13D-4205-ACF2-B99C2EB3DDB0}" type="pres">
      <dgm:prSet presAssocID="{503AB3D8-ACDC-40B6-A87E-514334DF2C72}" presName="iconSpace" presStyleCnt="0"/>
      <dgm:spPr/>
    </dgm:pt>
    <dgm:pt modelId="{C99D2FAC-D44F-4D14-8A09-BD9CD045B21F}" type="pres">
      <dgm:prSet presAssocID="{503AB3D8-ACDC-40B6-A87E-514334DF2C72}" presName="parTx" presStyleLbl="revTx" presStyleIdx="2" presStyleCnt="6">
        <dgm:presLayoutVars>
          <dgm:chMax val="0"/>
          <dgm:chPref val="0"/>
        </dgm:presLayoutVars>
      </dgm:prSet>
      <dgm:spPr/>
    </dgm:pt>
    <dgm:pt modelId="{191BC641-6F64-42CD-B488-0C424181E053}" type="pres">
      <dgm:prSet presAssocID="{503AB3D8-ACDC-40B6-A87E-514334DF2C72}" presName="txSpace" presStyleCnt="0"/>
      <dgm:spPr/>
    </dgm:pt>
    <dgm:pt modelId="{D90E984F-F68D-4D8C-893D-442675D2195C}" type="pres">
      <dgm:prSet presAssocID="{503AB3D8-ACDC-40B6-A87E-514334DF2C72}" presName="desTx" presStyleLbl="revTx" presStyleIdx="3" presStyleCnt="6">
        <dgm:presLayoutVars/>
      </dgm:prSet>
      <dgm:spPr/>
    </dgm:pt>
    <dgm:pt modelId="{714148A7-96F8-42B5-A84E-B8C5D080595D}" type="pres">
      <dgm:prSet presAssocID="{68384EE3-BE1B-4388-B4CD-29A635182C4B}" presName="sibTrans" presStyleCnt="0"/>
      <dgm:spPr/>
    </dgm:pt>
    <dgm:pt modelId="{D55B38BE-19C2-4F93-A1BF-2E9A06AFA92E}" type="pres">
      <dgm:prSet presAssocID="{028F7FDB-2F0D-46BB-A8D9-CE998ECD4A65}" presName="compNode" presStyleCnt="0"/>
      <dgm:spPr/>
    </dgm:pt>
    <dgm:pt modelId="{F8A120FE-4684-4AE4-BB36-440B67303D2E}" type="pres">
      <dgm:prSet presAssocID="{028F7FDB-2F0D-46BB-A8D9-CE998ECD4A65}" presName="iconRect" presStyleLbl="node1" presStyleIdx="2" presStyleCnt="3"/>
      <dgm:spPr>
        <a:blipFill>
          <a:blip xmlns:r="http://schemas.openxmlformats.org/officeDocument/2006/relationships" r:embed="rId5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6"/>
              </a:ext>
            </a:extLst>
          </a:blip>
          <a:stretch>
            <a:fillRect/>
          </a:stretch>
        </a:blipFill>
        <a:ln>
          <a:noFill/>
        </a:ln>
      </dgm:spPr>
      <dgm:extLst>
        <a:ext uri="{E40237B7-FDA0-4F09-8148-C483321AD2D9}">
          <dgm14:cNvPr xmlns:dgm14="http://schemas.microsoft.com/office/drawing/2010/diagram" id="0" name="" descr="Business Growth"/>
        </a:ext>
      </dgm:extLst>
    </dgm:pt>
    <dgm:pt modelId="{0934684F-4EAD-4557-B539-A8ABA5ED149D}" type="pres">
      <dgm:prSet presAssocID="{028F7FDB-2F0D-46BB-A8D9-CE998ECD4A65}" presName="iconSpace" presStyleCnt="0"/>
      <dgm:spPr/>
    </dgm:pt>
    <dgm:pt modelId="{C2E01548-4759-4BF3-A0C5-432796C3F8B3}" type="pres">
      <dgm:prSet presAssocID="{028F7FDB-2F0D-46BB-A8D9-CE998ECD4A65}" presName="parTx" presStyleLbl="revTx" presStyleIdx="4" presStyleCnt="6">
        <dgm:presLayoutVars>
          <dgm:chMax val="0"/>
          <dgm:chPref val="0"/>
        </dgm:presLayoutVars>
      </dgm:prSet>
      <dgm:spPr/>
    </dgm:pt>
    <dgm:pt modelId="{426CA5AE-08F5-4956-98E4-CA2907D8454D}" type="pres">
      <dgm:prSet presAssocID="{028F7FDB-2F0D-46BB-A8D9-CE998ECD4A65}" presName="txSpace" presStyleCnt="0"/>
      <dgm:spPr/>
    </dgm:pt>
    <dgm:pt modelId="{16CD1940-E5FF-4C29-9A0D-22AAF89B781A}" type="pres">
      <dgm:prSet presAssocID="{028F7FDB-2F0D-46BB-A8D9-CE998ECD4A65}" presName="desTx" presStyleLbl="revTx" presStyleIdx="5" presStyleCnt="6">
        <dgm:presLayoutVars/>
      </dgm:prSet>
      <dgm:spPr/>
    </dgm:pt>
  </dgm:ptLst>
  <dgm:cxnLst>
    <dgm:cxn modelId="{4B485404-E684-40DA-A834-22BB25430C48}" srcId="{503AB3D8-ACDC-40B6-A87E-514334DF2C72}" destId="{DEF0CFC2-3855-4444-BDF3-EA9540309E71}" srcOrd="1" destOrd="0" parTransId="{46F392E1-8BEC-4FF9-93B0-F6F4E736460F}" sibTransId="{45A46AEB-BD8D-4E0A-A25E-3EF3CCB7A691}"/>
    <dgm:cxn modelId="{A2C41C12-AE41-4508-A0B8-1C17DBD7AB65}" srcId="{028F7FDB-2F0D-46BB-A8D9-CE998ECD4A65}" destId="{E85ADF3A-BEF0-4F13-ADA1-53250D0FE5E7}" srcOrd="0" destOrd="0" parTransId="{C835051A-8BBA-470C-8193-9A06349FE258}" sibTransId="{68C49637-500C-40D0-BE0C-767AAACAAA79}"/>
    <dgm:cxn modelId="{93060E13-857D-4D3A-9230-490012CC7A86}" type="presOf" srcId="{028F7FDB-2F0D-46BB-A8D9-CE998ECD4A65}" destId="{C2E01548-4759-4BF3-A0C5-432796C3F8B3}" srcOrd="0" destOrd="0" presId="urn:microsoft.com/office/officeart/2018/2/layout/IconLabelDescriptionList"/>
    <dgm:cxn modelId="{6B782B29-572D-4A12-BDBB-4A4BA84ACDA0}" srcId="{66E58100-A38D-4325-8215-6D635E98B3CA}" destId="{CC2D2A72-4C74-4C61-871B-33449ED757E1}" srcOrd="1" destOrd="0" parTransId="{A98F9ECE-8CC7-471F-8911-CBDD548BAD62}" sibTransId="{6FE5964C-4064-489E-92D6-CDDC96742CDA}"/>
    <dgm:cxn modelId="{A7540440-A3BC-4AE7-9759-52C2336054CB}" type="presOf" srcId="{8C44DCE6-C518-4200-BF66-C31E0D56E56D}" destId="{7402E042-3271-4D23-843C-BB6F90F50387}" srcOrd="0" destOrd="0" presId="urn:microsoft.com/office/officeart/2018/2/layout/IconLabelDescriptionList"/>
    <dgm:cxn modelId="{4F89F566-70B5-4B5B-86EA-C2A9274D47D6}" srcId="{8C44DCE6-C518-4200-BF66-C31E0D56E56D}" destId="{66E58100-A38D-4325-8215-6D635E98B3CA}" srcOrd="0" destOrd="0" parTransId="{FD2BDB3D-EE58-4334-900D-CAAE7B66C9AA}" sibTransId="{B7BC7B47-30BE-40A7-BFBD-E3C51707C764}"/>
    <dgm:cxn modelId="{0CA0AF4C-71BD-42FC-B985-C15EDC6147DE}" type="presOf" srcId="{CC2D2A72-4C74-4C61-871B-33449ED757E1}" destId="{1FA7E7DE-8F0F-49F1-960B-EB8D69FA97A1}" srcOrd="0" destOrd="1" presId="urn:microsoft.com/office/officeart/2018/2/layout/IconLabelDescriptionList"/>
    <dgm:cxn modelId="{736BA451-3B19-4816-B2D3-2C8881C8CC01}" type="presOf" srcId="{E85ADF3A-BEF0-4F13-ADA1-53250D0FE5E7}" destId="{16CD1940-E5FF-4C29-9A0D-22AAF89B781A}" srcOrd="0" destOrd="0" presId="urn:microsoft.com/office/officeart/2018/2/layout/IconLabelDescriptionList"/>
    <dgm:cxn modelId="{AA019093-00EC-4AC7-8DC3-76142D52A9BE}" srcId="{8C44DCE6-C518-4200-BF66-C31E0D56E56D}" destId="{503AB3D8-ACDC-40B6-A87E-514334DF2C72}" srcOrd="1" destOrd="0" parTransId="{37639E3C-7022-47AB-976A-050079A3BCD9}" sibTransId="{68384EE3-BE1B-4388-B4CD-29A635182C4B}"/>
    <dgm:cxn modelId="{8590CEA6-999B-4C21-823F-BDB771C0EE4D}" srcId="{503AB3D8-ACDC-40B6-A87E-514334DF2C72}" destId="{37CCAD27-1C44-40BF-A3A7-F809D0DDC73E}" srcOrd="0" destOrd="0" parTransId="{2A039784-8B53-4C5F-90A0-CB8674F4B252}" sibTransId="{77A41095-0873-4918-8B53-BBA3CB15F1DE}"/>
    <dgm:cxn modelId="{9E75EFAE-178B-4EDF-89F9-959C6C9D3432}" type="presOf" srcId="{2458075B-0F73-4748-910C-10A2B923741C}" destId="{1FA7E7DE-8F0F-49F1-960B-EB8D69FA97A1}" srcOrd="0" destOrd="0" presId="urn:microsoft.com/office/officeart/2018/2/layout/IconLabelDescriptionList"/>
    <dgm:cxn modelId="{0B4C9DB1-4873-4907-B406-6E16F2473B02}" type="presOf" srcId="{503AB3D8-ACDC-40B6-A87E-514334DF2C72}" destId="{C99D2FAC-D44F-4D14-8A09-BD9CD045B21F}" srcOrd="0" destOrd="0" presId="urn:microsoft.com/office/officeart/2018/2/layout/IconLabelDescriptionList"/>
    <dgm:cxn modelId="{5722C4BA-A50E-4A9B-BEE7-7D8571BE8870}" srcId="{8C44DCE6-C518-4200-BF66-C31E0D56E56D}" destId="{028F7FDB-2F0D-46BB-A8D9-CE998ECD4A65}" srcOrd="2" destOrd="0" parTransId="{471CACD8-9EAE-4077-BBB7-F658F8952101}" sibTransId="{A98669EE-0A8E-4EA3-B2A1-4783D2BE3A96}"/>
    <dgm:cxn modelId="{F1F059D2-6797-4757-805A-B29804F4D3D0}" srcId="{66E58100-A38D-4325-8215-6D635E98B3CA}" destId="{2458075B-0F73-4748-910C-10A2B923741C}" srcOrd="0" destOrd="0" parTransId="{2DF42B51-0681-4201-8F8F-77E961590789}" sibTransId="{9919C6E9-BD87-4B46-B86D-E5779F5FC9B5}"/>
    <dgm:cxn modelId="{E8CE0CE2-9BAA-417D-958F-29AEF9C1E516}" type="presOf" srcId="{DEF0CFC2-3855-4444-BDF3-EA9540309E71}" destId="{D90E984F-F68D-4D8C-893D-442675D2195C}" srcOrd="0" destOrd="1" presId="urn:microsoft.com/office/officeart/2018/2/layout/IconLabelDescriptionList"/>
    <dgm:cxn modelId="{66BE6BED-E1CE-4F1F-951C-7EDB429E2B93}" type="presOf" srcId="{66E58100-A38D-4325-8215-6D635E98B3CA}" destId="{29628E4F-CC0D-490C-B5D5-0588E2BBDA18}" srcOrd="0" destOrd="0" presId="urn:microsoft.com/office/officeart/2018/2/layout/IconLabelDescriptionList"/>
    <dgm:cxn modelId="{6863DFF5-DAA0-4072-99B2-43D7E548324C}" type="presOf" srcId="{37CCAD27-1C44-40BF-A3A7-F809D0DDC73E}" destId="{D90E984F-F68D-4D8C-893D-442675D2195C}" srcOrd="0" destOrd="0" presId="urn:microsoft.com/office/officeart/2018/2/layout/IconLabelDescriptionList"/>
    <dgm:cxn modelId="{B254EB72-0C37-4628-810D-1D834853A192}" type="presParOf" srcId="{7402E042-3271-4D23-843C-BB6F90F50387}" destId="{9EF81954-D653-4520-940F-5EB42081D601}" srcOrd="0" destOrd="0" presId="urn:microsoft.com/office/officeart/2018/2/layout/IconLabelDescriptionList"/>
    <dgm:cxn modelId="{FE1A1FF7-B8FC-49D6-8F53-BAE296A58DB3}" type="presParOf" srcId="{9EF81954-D653-4520-940F-5EB42081D601}" destId="{D7512AAD-641A-42F9-BF4C-B567FE5381D0}" srcOrd="0" destOrd="0" presId="urn:microsoft.com/office/officeart/2018/2/layout/IconLabelDescriptionList"/>
    <dgm:cxn modelId="{EA88D5A8-8B97-4153-B258-E59BAAF2EEF1}" type="presParOf" srcId="{9EF81954-D653-4520-940F-5EB42081D601}" destId="{A2C48310-6B63-444F-A198-3F37C0ED3411}" srcOrd="1" destOrd="0" presId="urn:microsoft.com/office/officeart/2018/2/layout/IconLabelDescriptionList"/>
    <dgm:cxn modelId="{A8BB9BBF-3192-4E09-879E-6872DADE4C05}" type="presParOf" srcId="{9EF81954-D653-4520-940F-5EB42081D601}" destId="{29628E4F-CC0D-490C-B5D5-0588E2BBDA18}" srcOrd="2" destOrd="0" presId="urn:microsoft.com/office/officeart/2018/2/layout/IconLabelDescriptionList"/>
    <dgm:cxn modelId="{9A9FC329-A6B9-4DE1-B3B0-AF27E6F8BDB2}" type="presParOf" srcId="{9EF81954-D653-4520-940F-5EB42081D601}" destId="{D2BFD464-A11C-4C06-B637-DA02F4AB94C6}" srcOrd="3" destOrd="0" presId="urn:microsoft.com/office/officeart/2018/2/layout/IconLabelDescriptionList"/>
    <dgm:cxn modelId="{06614EC9-8C35-4EAD-A667-69FD502E2F35}" type="presParOf" srcId="{9EF81954-D653-4520-940F-5EB42081D601}" destId="{1FA7E7DE-8F0F-49F1-960B-EB8D69FA97A1}" srcOrd="4" destOrd="0" presId="urn:microsoft.com/office/officeart/2018/2/layout/IconLabelDescriptionList"/>
    <dgm:cxn modelId="{8D338B20-A63D-49A3-9EFB-F9F918EB6542}" type="presParOf" srcId="{7402E042-3271-4D23-843C-BB6F90F50387}" destId="{BDFC7DAE-FE94-4379-A086-5BF48252CC96}" srcOrd="1" destOrd="0" presId="urn:microsoft.com/office/officeart/2018/2/layout/IconLabelDescriptionList"/>
    <dgm:cxn modelId="{589817A7-62C1-4CBB-A09E-05139EF5FEB0}" type="presParOf" srcId="{7402E042-3271-4D23-843C-BB6F90F50387}" destId="{72F35801-1556-4293-BE71-B15DAD189163}" srcOrd="2" destOrd="0" presId="urn:microsoft.com/office/officeart/2018/2/layout/IconLabelDescriptionList"/>
    <dgm:cxn modelId="{E61FD337-456F-48CA-8EA1-1099219C970F}" type="presParOf" srcId="{72F35801-1556-4293-BE71-B15DAD189163}" destId="{E420D6BD-85DE-4111-8C31-1A86D9EE7608}" srcOrd="0" destOrd="0" presId="urn:microsoft.com/office/officeart/2018/2/layout/IconLabelDescriptionList"/>
    <dgm:cxn modelId="{78A0BA42-01F7-4529-B8EB-5D0DAEB08F08}" type="presParOf" srcId="{72F35801-1556-4293-BE71-B15DAD189163}" destId="{CC3A7912-E13D-4205-ACF2-B99C2EB3DDB0}" srcOrd="1" destOrd="0" presId="urn:microsoft.com/office/officeart/2018/2/layout/IconLabelDescriptionList"/>
    <dgm:cxn modelId="{833BD60E-A712-4230-8764-5B196312E22A}" type="presParOf" srcId="{72F35801-1556-4293-BE71-B15DAD189163}" destId="{C99D2FAC-D44F-4D14-8A09-BD9CD045B21F}" srcOrd="2" destOrd="0" presId="urn:microsoft.com/office/officeart/2018/2/layout/IconLabelDescriptionList"/>
    <dgm:cxn modelId="{68448DFB-A846-48B6-B377-8918E29DBA25}" type="presParOf" srcId="{72F35801-1556-4293-BE71-B15DAD189163}" destId="{191BC641-6F64-42CD-B488-0C424181E053}" srcOrd="3" destOrd="0" presId="urn:microsoft.com/office/officeart/2018/2/layout/IconLabelDescriptionList"/>
    <dgm:cxn modelId="{73FD8F64-21A4-4E3F-A63F-D1AF683F38E0}" type="presParOf" srcId="{72F35801-1556-4293-BE71-B15DAD189163}" destId="{D90E984F-F68D-4D8C-893D-442675D2195C}" srcOrd="4" destOrd="0" presId="urn:microsoft.com/office/officeart/2018/2/layout/IconLabelDescriptionList"/>
    <dgm:cxn modelId="{C8D4E4B4-9A8D-4090-A673-862F7360FD5C}" type="presParOf" srcId="{7402E042-3271-4D23-843C-BB6F90F50387}" destId="{714148A7-96F8-42B5-A84E-B8C5D080595D}" srcOrd="3" destOrd="0" presId="urn:microsoft.com/office/officeart/2018/2/layout/IconLabelDescriptionList"/>
    <dgm:cxn modelId="{65DD2C1B-455E-47FE-98D7-E4930AFCFA42}" type="presParOf" srcId="{7402E042-3271-4D23-843C-BB6F90F50387}" destId="{D55B38BE-19C2-4F93-A1BF-2E9A06AFA92E}" srcOrd="4" destOrd="0" presId="urn:microsoft.com/office/officeart/2018/2/layout/IconLabelDescriptionList"/>
    <dgm:cxn modelId="{BCB5A533-5FA6-492E-9624-81A69A38AE3C}" type="presParOf" srcId="{D55B38BE-19C2-4F93-A1BF-2E9A06AFA92E}" destId="{F8A120FE-4684-4AE4-BB36-440B67303D2E}" srcOrd="0" destOrd="0" presId="urn:microsoft.com/office/officeart/2018/2/layout/IconLabelDescriptionList"/>
    <dgm:cxn modelId="{77E0A398-80F0-49C3-9911-EBB56D696941}" type="presParOf" srcId="{D55B38BE-19C2-4F93-A1BF-2E9A06AFA92E}" destId="{0934684F-4EAD-4557-B539-A8ABA5ED149D}" srcOrd="1" destOrd="0" presId="urn:microsoft.com/office/officeart/2018/2/layout/IconLabelDescriptionList"/>
    <dgm:cxn modelId="{9D83EBA6-990A-4C62-AC8A-9C63DBF652A5}" type="presParOf" srcId="{D55B38BE-19C2-4F93-A1BF-2E9A06AFA92E}" destId="{C2E01548-4759-4BF3-A0C5-432796C3F8B3}" srcOrd="2" destOrd="0" presId="urn:microsoft.com/office/officeart/2018/2/layout/IconLabelDescriptionList"/>
    <dgm:cxn modelId="{2C83388F-76DF-40A6-861B-44756E3E43A6}" type="presParOf" srcId="{D55B38BE-19C2-4F93-A1BF-2E9A06AFA92E}" destId="{426CA5AE-08F5-4956-98E4-CA2907D8454D}" srcOrd="3" destOrd="0" presId="urn:microsoft.com/office/officeart/2018/2/layout/IconLabelDescriptionList"/>
    <dgm:cxn modelId="{2990FFAA-5524-443D-B938-9D0BB4D01511}" type="presParOf" srcId="{D55B38BE-19C2-4F93-A1BF-2E9A06AFA92E}" destId="{16CD1940-E5FF-4C29-9A0D-22AAF89B781A}" srcOrd="4" destOrd="0" presId="urn:microsoft.com/office/officeart/2018/2/layout/IconLabelDescriptionList"/>
  </dgm:cxnLst>
  <dgm:bg/>
  <dgm:whole/>
  <dgm:extLst>
    <a:ext uri="http://schemas.microsoft.com/office/drawing/2008/diagram">
      <dsp:dataModelExt xmlns:dsp="http://schemas.microsoft.com/office/drawing/2008/diagram" relId="rId6" minVer="http://schemas.openxmlformats.org/drawingml/2006/diagram"/>
    </a:ext>
  </dgm:extLst>
</dgm:dataModel>
</file>

<file path=ppt/diagrams/data65.xml><?xml version="1.0" encoding="utf-8"?>
<dgm:dataModel xmlns:dgm="http://schemas.openxmlformats.org/drawingml/2006/diagram" xmlns:a="http://schemas.openxmlformats.org/drawingml/2006/main">
  <dgm:ptLst>
    <dgm:pt modelId="{DBFD8B7F-C1A1-4658-99AD-D775B7F353FC}" type="doc">
      <dgm:prSet loTypeId="urn:microsoft.com/office/officeart/2018/5/layout/CenteredIconLabelDescriptionList" loCatId="icon" qsTypeId="urn:microsoft.com/office/officeart/2005/8/quickstyle/simple1" qsCatId="simple" csTypeId="urn:microsoft.com/office/officeart/2018/5/colors/Iconchunking_neutralbg_accent1_2" csCatId="accent1" phldr="1"/>
      <dgm:spPr/>
      <dgm:t>
        <a:bodyPr/>
        <a:lstStyle/>
        <a:p>
          <a:endParaRPr lang="en-US"/>
        </a:p>
      </dgm:t>
    </dgm:pt>
    <dgm:pt modelId="{7BEA1157-1FF5-42EC-86F1-4B54BEED6CA7}">
      <dgm:prSet/>
      <dgm:spPr/>
      <dgm:t>
        <a:bodyPr/>
        <a:lstStyle/>
        <a:p>
          <a:pPr>
            <a:lnSpc>
              <a:spcPct val="100000"/>
            </a:lnSpc>
            <a:defRPr b="1"/>
          </a:pPr>
          <a:r>
            <a:rPr lang="tr-TR"/>
            <a:t>Validation</a:t>
          </a:r>
          <a:endParaRPr lang="en-US"/>
        </a:p>
      </dgm:t>
    </dgm:pt>
    <dgm:pt modelId="{876205F7-FE19-474F-94F0-A6614F66FFAC}" type="parTrans" cxnId="{E8C14E71-D1A1-454D-BED6-1881667AD119}">
      <dgm:prSet/>
      <dgm:spPr/>
      <dgm:t>
        <a:bodyPr/>
        <a:lstStyle/>
        <a:p>
          <a:endParaRPr lang="en-US"/>
        </a:p>
      </dgm:t>
    </dgm:pt>
    <dgm:pt modelId="{B3F4EA35-6A12-485B-AEF2-FEC80FF3C6CC}" type="sibTrans" cxnId="{E8C14E71-D1A1-454D-BED6-1881667AD119}">
      <dgm:prSet/>
      <dgm:spPr/>
      <dgm:t>
        <a:bodyPr/>
        <a:lstStyle/>
        <a:p>
          <a:endParaRPr lang="en-US"/>
        </a:p>
      </dgm:t>
    </dgm:pt>
    <dgm:pt modelId="{1AF035D0-CC22-4B30-9A47-034D73C3675C}">
      <dgm:prSet/>
      <dgm:spPr/>
      <dgm:t>
        <a:bodyPr/>
        <a:lstStyle/>
        <a:p>
          <a:pPr>
            <a:lnSpc>
              <a:spcPct val="100000"/>
            </a:lnSpc>
            <a:defRPr b="1"/>
          </a:pPr>
          <a:r>
            <a:rPr lang="en-US"/>
            <a:t>two types of scripts</a:t>
          </a:r>
        </a:p>
      </dgm:t>
    </dgm:pt>
    <dgm:pt modelId="{EC476F92-AA57-47D8-92B5-8EF28A71A63F}" type="parTrans" cxnId="{B00443E0-442F-48F2-B42C-25109189B66F}">
      <dgm:prSet/>
      <dgm:spPr/>
      <dgm:t>
        <a:bodyPr/>
        <a:lstStyle/>
        <a:p>
          <a:endParaRPr lang="en-US"/>
        </a:p>
      </dgm:t>
    </dgm:pt>
    <dgm:pt modelId="{35EF0EA4-74C6-4360-86F1-2E9E4C0EF50D}" type="sibTrans" cxnId="{B00443E0-442F-48F2-B42C-25109189B66F}">
      <dgm:prSet/>
      <dgm:spPr/>
      <dgm:t>
        <a:bodyPr/>
        <a:lstStyle/>
        <a:p>
          <a:endParaRPr lang="en-US"/>
        </a:p>
      </dgm:t>
    </dgm:pt>
    <dgm:pt modelId="{D54D2FC1-A309-4DD8-98C1-DFCFD66232F0}">
      <dgm:prSet/>
      <dgm:spPr/>
      <dgm:t>
        <a:bodyPr/>
        <a:lstStyle/>
        <a:p>
          <a:pPr>
            <a:lnSpc>
              <a:spcPct val="100000"/>
            </a:lnSpc>
            <a:defRPr b="1"/>
          </a:pPr>
          <a:r>
            <a:rPr lang="en-US"/>
            <a:t>locking script</a:t>
          </a:r>
        </a:p>
      </dgm:t>
    </dgm:pt>
    <dgm:pt modelId="{C42B7D8D-FFB1-463C-A39E-E2D4373AF5F0}" type="parTrans" cxnId="{B575FA7D-0884-4262-93C2-52609601A127}">
      <dgm:prSet/>
      <dgm:spPr/>
      <dgm:t>
        <a:bodyPr/>
        <a:lstStyle/>
        <a:p>
          <a:endParaRPr lang="en-US"/>
        </a:p>
      </dgm:t>
    </dgm:pt>
    <dgm:pt modelId="{C0D86C10-5041-46AE-892B-6EC9ACFC4F18}" type="sibTrans" cxnId="{B575FA7D-0884-4262-93C2-52609601A127}">
      <dgm:prSet/>
      <dgm:spPr/>
      <dgm:t>
        <a:bodyPr/>
        <a:lstStyle/>
        <a:p>
          <a:endParaRPr lang="en-US"/>
        </a:p>
      </dgm:t>
    </dgm:pt>
    <dgm:pt modelId="{27BA4C23-9C37-42E3-A4B6-2D73DF6A7184}">
      <dgm:prSet/>
      <dgm:spPr/>
      <dgm:t>
        <a:bodyPr/>
        <a:lstStyle/>
        <a:p>
          <a:pPr>
            <a:lnSpc>
              <a:spcPct val="100000"/>
            </a:lnSpc>
          </a:pPr>
          <a:r>
            <a:rPr lang="en-US"/>
            <a:t>spending condition</a:t>
          </a:r>
          <a:r>
            <a:rPr lang="tr-TR"/>
            <a:t>s</a:t>
          </a:r>
          <a:endParaRPr lang="en-US"/>
        </a:p>
      </dgm:t>
    </dgm:pt>
    <dgm:pt modelId="{FC9B49AF-ED45-4DD0-B09A-EB3B3CE2AA9B}" type="parTrans" cxnId="{B5C4661B-0D87-490E-B62F-F03F364E92E3}">
      <dgm:prSet/>
      <dgm:spPr/>
      <dgm:t>
        <a:bodyPr/>
        <a:lstStyle/>
        <a:p>
          <a:endParaRPr lang="en-US"/>
        </a:p>
      </dgm:t>
    </dgm:pt>
    <dgm:pt modelId="{974619F2-A5F9-4B68-90F6-2A18FC738FE5}" type="sibTrans" cxnId="{B5C4661B-0D87-490E-B62F-F03F364E92E3}">
      <dgm:prSet/>
      <dgm:spPr/>
      <dgm:t>
        <a:bodyPr/>
        <a:lstStyle/>
        <a:p>
          <a:endParaRPr lang="en-US"/>
        </a:p>
      </dgm:t>
    </dgm:pt>
    <dgm:pt modelId="{AF645F34-128D-4B13-9BC7-40F331E2B0B6}">
      <dgm:prSet/>
      <dgm:spPr/>
      <dgm:t>
        <a:bodyPr/>
        <a:lstStyle/>
        <a:p>
          <a:pPr>
            <a:lnSpc>
              <a:spcPct val="100000"/>
            </a:lnSpc>
            <a:defRPr b="1"/>
          </a:pPr>
          <a:r>
            <a:rPr lang="en-US"/>
            <a:t>unlocking script</a:t>
          </a:r>
        </a:p>
      </dgm:t>
    </dgm:pt>
    <dgm:pt modelId="{01EFBFD3-7BDF-4840-972A-693C38B56C34}" type="parTrans" cxnId="{A2F1CAFE-261E-4FFA-A6FB-0E635D2B2DFB}">
      <dgm:prSet/>
      <dgm:spPr/>
      <dgm:t>
        <a:bodyPr/>
        <a:lstStyle/>
        <a:p>
          <a:endParaRPr lang="en-US"/>
        </a:p>
      </dgm:t>
    </dgm:pt>
    <dgm:pt modelId="{35230CBC-C6D6-4FA5-A0AB-F8FDF7424D4A}" type="sibTrans" cxnId="{A2F1CAFE-261E-4FFA-A6FB-0E635D2B2DFB}">
      <dgm:prSet/>
      <dgm:spPr/>
      <dgm:t>
        <a:bodyPr/>
        <a:lstStyle/>
        <a:p>
          <a:endParaRPr lang="en-US"/>
        </a:p>
      </dgm:t>
    </dgm:pt>
    <dgm:pt modelId="{3A04F879-9BB9-4E27-8470-CD6E8C2D365E}">
      <dgm:prSet/>
      <dgm:spPr/>
      <dgm:t>
        <a:bodyPr/>
        <a:lstStyle/>
        <a:p>
          <a:pPr>
            <a:lnSpc>
              <a:spcPct val="100000"/>
            </a:lnSpc>
          </a:pPr>
          <a:r>
            <a:rPr lang="en-US"/>
            <a:t>allows the output to be spent</a:t>
          </a:r>
        </a:p>
      </dgm:t>
    </dgm:pt>
    <dgm:pt modelId="{726B1738-930C-4E64-8408-AFC3CA9C9458}" type="parTrans" cxnId="{A57CE031-4178-4E1D-A111-4EE896E07C8E}">
      <dgm:prSet/>
      <dgm:spPr/>
      <dgm:t>
        <a:bodyPr/>
        <a:lstStyle/>
        <a:p>
          <a:endParaRPr lang="en-US"/>
        </a:p>
      </dgm:t>
    </dgm:pt>
    <dgm:pt modelId="{9C628DDF-B7E1-4F91-BF29-D8FA17D7B2C8}" type="sibTrans" cxnId="{A57CE031-4178-4E1D-A111-4EE896E07C8E}">
      <dgm:prSet/>
      <dgm:spPr/>
      <dgm:t>
        <a:bodyPr/>
        <a:lstStyle/>
        <a:p>
          <a:endParaRPr lang="en-US"/>
        </a:p>
      </dgm:t>
    </dgm:pt>
    <dgm:pt modelId="{024B0BB1-B8B8-4571-94CB-220C5C42DA3E}">
      <dgm:prSet/>
      <dgm:spPr/>
      <dgm:t>
        <a:bodyPr/>
        <a:lstStyle/>
        <a:p>
          <a:pPr>
            <a:lnSpc>
              <a:spcPct val="100000"/>
            </a:lnSpc>
          </a:pPr>
          <a:r>
            <a:rPr lang="en-US"/>
            <a:t>Bitcoin’s transaction validation engine </a:t>
          </a:r>
        </a:p>
      </dgm:t>
    </dgm:pt>
    <dgm:pt modelId="{41C7F92F-970E-4B2B-92B4-7E9010D0DDF3}" type="parTrans" cxnId="{39824BCB-14DC-4ACC-B703-1449F9FB63E0}">
      <dgm:prSet/>
      <dgm:spPr/>
      <dgm:t>
        <a:bodyPr/>
        <a:lstStyle/>
        <a:p>
          <a:endParaRPr lang="tr-TR"/>
        </a:p>
      </dgm:t>
    </dgm:pt>
    <dgm:pt modelId="{63B821FA-5BCA-4E19-AC63-D691F7BFB295}" type="sibTrans" cxnId="{39824BCB-14DC-4ACC-B703-1449F9FB63E0}">
      <dgm:prSet/>
      <dgm:spPr/>
      <dgm:t>
        <a:bodyPr/>
        <a:lstStyle/>
        <a:p>
          <a:endParaRPr lang="tr-TR"/>
        </a:p>
      </dgm:t>
    </dgm:pt>
    <dgm:pt modelId="{578F0B55-E5E4-4CF7-AA24-994260D892D0}">
      <dgm:prSet/>
      <dgm:spPr/>
      <dgm:t>
        <a:bodyPr/>
        <a:lstStyle/>
        <a:p>
          <a:pPr>
            <a:lnSpc>
              <a:spcPct val="100000"/>
            </a:lnSpc>
          </a:pPr>
          <a:r>
            <a:rPr lang="en-US"/>
            <a:t>to validate transactions</a:t>
          </a:r>
        </a:p>
      </dgm:t>
    </dgm:pt>
    <dgm:pt modelId="{1100F575-326F-4E2E-BFFA-D5AA9DAE82B5}" type="parTrans" cxnId="{500E4BB6-9854-4E75-9DED-26E1747CCCBD}">
      <dgm:prSet/>
      <dgm:spPr/>
      <dgm:t>
        <a:bodyPr/>
        <a:lstStyle/>
        <a:p>
          <a:endParaRPr lang="tr-TR"/>
        </a:p>
      </dgm:t>
    </dgm:pt>
    <dgm:pt modelId="{33AAB7AA-9A2A-4C77-91EA-EB1DFD468D95}" type="sibTrans" cxnId="{500E4BB6-9854-4E75-9DED-26E1747CCCBD}">
      <dgm:prSet/>
      <dgm:spPr/>
      <dgm:t>
        <a:bodyPr/>
        <a:lstStyle/>
        <a:p>
          <a:endParaRPr lang="tr-TR"/>
        </a:p>
      </dgm:t>
    </dgm:pt>
    <dgm:pt modelId="{A718CB8F-20A3-4E2E-9AE7-28792ED2D8FC}">
      <dgm:prSet/>
      <dgm:spPr/>
      <dgm:t>
        <a:bodyPr/>
        <a:lstStyle/>
        <a:p>
          <a:pPr>
            <a:lnSpc>
              <a:spcPct val="100000"/>
            </a:lnSpc>
          </a:pPr>
          <a:r>
            <a:rPr lang="en-US"/>
            <a:t>placed on an output </a:t>
          </a:r>
        </a:p>
      </dgm:t>
    </dgm:pt>
    <dgm:pt modelId="{F63F7DF1-FDA2-4509-B191-A7A1385DA317}" type="parTrans" cxnId="{C440F46A-06ED-413B-9A49-6690DC8CC015}">
      <dgm:prSet/>
      <dgm:spPr/>
      <dgm:t>
        <a:bodyPr/>
        <a:lstStyle/>
        <a:p>
          <a:endParaRPr lang="tr-TR"/>
        </a:p>
      </dgm:t>
    </dgm:pt>
    <dgm:pt modelId="{60875C9F-5289-4452-A398-C0B14D175440}" type="sibTrans" cxnId="{C440F46A-06ED-413B-9A49-6690DC8CC015}">
      <dgm:prSet/>
      <dgm:spPr/>
      <dgm:t>
        <a:bodyPr/>
        <a:lstStyle/>
        <a:p>
          <a:endParaRPr lang="tr-TR"/>
        </a:p>
      </dgm:t>
    </dgm:pt>
    <dgm:pt modelId="{F8889C20-1966-492C-9F61-51D103652A7B}">
      <dgm:prSet/>
      <dgm:spPr/>
      <dgm:t>
        <a:bodyPr/>
        <a:lstStyle/>
        <a:p>
          <a:pPr>
            <a:lnSpc>
              <a:spcPct val="100000"/>
            </a:lnSpc>
          </a:pPr>
          <a:r>
            <a:rPr lang="tr-TR"/>
            <a:t>locking script</a:t>
          </a:r>
          <a:endParaRPr lang="en-US"/>
        </a:p>
      </dgm:t>
    </dgm:pt>
    <dgm:pt modelId="{2230FD6C-8992-4D1B-BA5B-068F9A343E70}" type="parTrans" cxnId="{62827F98-8E5C-4B65-AF45-DA9A6BB262C4}">
      <dgm:prSet/>
      <dgm:spPr/>
      <dgm:t>
        <a:bodyPr/>
        <a:lstStyle/>
        <a:p>
          <a:endParaRPr lang="tr-TR"/>
        </a:p>
      </dgm:t>
    </dgm:pt>
    <dgm:pt modelId="{994C205C-9DC8-4FC6-BB7D-606D3CCE7523}" type="sibTrans" cxnId="{62827F98-8E5C-4B65-AF45-DA9A6BB262C4}">
      <dgm:prSet/>
      <dgm:spPr/>
      <dgm:t>
        <a:bodyPr/>
        <a:lstStyle/>
        <a:p>
          <a:endParaRPr lang="tr-TR"/>
        </a:p>
      </dgm:t>
    </dgm:pt>
    <dgm:pt modelId="{BBDC34B4-3561-4422-B29E-2C27E653A8D6}">
      <dgm:prSet/>
      <dgm:spPr/>
      <dgm:t>
        <a:bodyPr/>
        <a:lstStyle/>
        <a:p>
          <a:pPr>
            <a:lnSpc>
              <a:spcPct val="100000"/>
            </a:lnSpc>
          </a:pPr>
          <a:r>
            <a:rPr lang="tr-TR"/>
            <a:t>unlocking script</a:t>
          </a:r>
          <a:endParaRPr lang="en-US"/>
        </a:p>
      </dgm:t>
    </dgm:pt>
    <dgm:pt modelId="{ECDC84D0-5D00-43F5-AECB-1E998B691548}" type="parTrans" cxnId="{A149B3CE-D6F9-49F7-BDC3-808EFEDB5EEB}">
      <dgm:prSet/>
      <dgm:spPr/>
      <dgm:t>
        <a:bodyPr/>
        <a:lstStyle/>
        <a:p>
          <a:endParaRPr lang="tr-TR"/>
        </a:p>
      </dgm:t>
    </dgm:pt>
    <dgm:pt modelId="{7A3A7815-4C63-40D1-9965-CBE90D8E7BE1}" type="sibTrans" cxnId="{A149B3CE-D6F9-49F7-BDC3-808EFEDB5EEB}">
      <dgm:prSet/>
      <dgm:spPr/>
      <dgm:t>
        <a:bodyPr/>
        <a:lstStyle/>
        <a:p>
          <a:endParaRPr lang="tr-TR"/>
        </a:p>
      </dgm:t>
    </dgm:pt>
    <dgm:pt modelId="{A23D513D-DF7C-414A-ACB4-87492B0F95DE}" type="pres">
      <dgm:prSet presAssocID="{DBFD8B7F-C1A1-4658-99AD-D775B7F353FC}" presName="root" presStyleCnt="0">
        <dgm:presLayoutVars>
          <dgm:dir/>
          <dgm:resizeHandles val="exact"/>
        </dgm:presLayoutVars>
      </dgm:prSet>
      <dgm:spPr/>
    </dgm:pt>
    <dgm:pt modelId="{AAA6BB19-1C3D-459A-85FF-D68CF54A304D}" type="pres">
      <dgm:prSet presAssocID="{7BEA1157-1FF5-42EC-86F1-4B54BEED6CA7}" presName="compNode" presStyleCnt="0"/>
      <dgm:spPr/>
    </dgm:pt>
    <dgm:pt modelId="{44050019-5662-490D-B681-B2222D7BD951}" type="pres">
      <dgm:prSet presAssocID="{7BEA1157-1FF5-42EC-86F1-4B54BEED6CA7}" presName="iconRect" presStyleLbl="node1" presStyleIdx="0" presStyleCnt="4"/>
      <dgm:spPr>
        <a:blipFill>
          <a:blip xmlns:r="http://schemas.openxmlformats.org/officeDocument/2006/relationships" r:embed="rId1" cstate="email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2"/>
              </a:ext>
            </a:extLst>
          </a:blip>
          <a:stretch>
            <a:fillRect/>
          </a:stretch>
        </a:blipFill>
        <a:ln>
          <a:noFill/>
        </a:ln>
      </dgm:spPr>
      <dgm:extLst>
        <a:ext uri="{E40237B7-FDA0-4F09-8148-C483321AD2D9}">
          <dgm14:cNvPr xmlns:dgm14="http://schemas.microsoft.com/office/drawing/2010/diagram" id="0" name="" descr="Gears"/>
        </a:ext>
      </dgm:extLst>
    </dgm:pt>
    <dgm:pt modelId="{0AEE3D2C-8AF3-44F9-B670-B1ED5DC8D76C}" type="pres">
      <dgm:prSet presAssocID="{7BEA1157-1FF5-42EC-86F1-4B54BEED6CA7}" presName="iconSpace" presStyleCnt="0"/>
      <dgm:spPr/>
    </dgm:pt>
    <dgm:pt modelId="{C110D612-3638-46A1-B767-09C188BF24BB}" type="pres">
      <dgm:prSet presAssocID="{7BEA1157-1FF5-42EC-86F1-4B54BEED6CA7}" presName="parTx" presStyleLbl="revTx" presStyleIdx="0" presStyleCnt="8">
        <dgm:presLayoutVars>
          <dgm:chMax val="0"/>
          <dgm:chPref val="0"/>
        </dgm:presLayoutVars>
      </dgm:prSet>
      <dgm:spPr/>
    </dgm:pt>
    <dgm:pt modelId="{30FEF0ED-A557-4D7B-B2A6-49BA1811930F}" type="pres">
      <dgm:prSet presAssocID="{7BEA1157-1FF5-42EC-86F1-4B54BEED6CA7}" presName="txSpace" presStyleCnt="0"/>
      <dgm:spPr/>
    </dgm:pt>
    <dgm:pt modelId="{E1F314CE-A378-4FE5-BD8C-C4C2EE6235B6}" type="pres">
      <dgm:prSet presAssocID="{7BEA1157-1FF5-42EC-86F1-4B54BEED6CA7}" presName="desTx" presStyleLbl="revTx" presStyleIdx="1" presStyleCnt="8">
        <dgm:presLayoutVars/>
      </dgm:prSet>
      <dgm:spPr/>
    </dgm:pt>
    <dgm:pt modelId="{267AD603-D377-4987-BAC5-2CC1584D56E5}" type="pres">
      <dgm:prSet presAssocID="{B3F4EA35-6A12-485B-AEF2-FEC80FF3C6CC}" presName="sibTrans" presStyleCnt="0"/>
      <dgm:spPr/>
    </dgm:pt>
    <dgm:pt modelId="{DF83D867-E858-4457-A8A5-E334BE40D4EE}" type="pres">
      <dgm:prSet presAssocID="{1AF035D0-CC22-4B30-9A47-034D73C3675C}" presName="compNode" presStyleCnt="0"/>
      <dgm:spPr/>
    </dgm:pt>
    <dgm:pt modelId="{A4E1D40E-8D80-4C05-9891-1CAE1E250198}" type="pres">
      <dgm:prSet presAssocID="{1AF035D0-CC22-4B30-9A47-034D73C3675C}" presName="iconRect" presStyleLbl="node1" presStyleIdx="1" presStyleCnt="4"/>
      <dgm:spPr>
        <a:blipFill rotWithShape="1">
          <a:blip xmlns:r="http://schemas.openxmlformats.org/officeDocument/2006/relationships" r:embed="rId3" cstate="email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4"/>
              </a:ext>
            </a:extLst>
          </a:blip>
          <a:srcRect/>
          <a:stretch>
            <a:fillRect/>
          </a:stretch>
        </a:blipFill>
      </dgm:spPr>
    </dgm:pt>
    <dgm:pt modelId="{2AE79D57-1F8C-495D-BD10-6E433082B800}" type="pres">
      <dgm:prSet presAssocID="{1AF035D0-CC22-4B30-9A47-034D73C3675C}" presName="iconSpace" presStyleCnt="0"/>
      <dgm:spPr/>
    </dgm:pt>
    <dgm:pt modelId="{05A93959-D9ED-4EBF-8D63-3342EB176A65}" type="pres">
      <dgm:prSet presAssocID="{1AF035D0-CC22-4B30-9A47-034D73C3675C}" presName="parTx" presStyleLbl="revTx" presStyleIdx="2" presStyleCnt="8">
        <dgm:presLayoutVars>
          <dgm:chMax val="0"/>
          <dgm:chPref val="0"/>
        </dgm:presLayoutVars>
      </dgm:prSet>
      <dgm:spPr/>
    </dgm:pt>
    <dgm:pt modelId="{B1E727BB-E4A2-4915-A598-CF60DA3ED9C2}" type="pres">
      <dgm:prSet presAssocID="{1AF035D0-CC22-4B30-9A47-034D73C3675C}" presName="txSpace" presStyleCnt="0"/>
      <dgm:spPr/>
    </dgm:pt>
    <dgm:pt modelId="{70DAE289-A1C5-43F6-85F7-E8996238ECEB}" type="pres">
      <dgm:prSet presAssocID="{1AF035D0-CC22-4B30-9A47-034D73C3675C}" presName="desTx" presStyleLbl="revTx" presStyleIdx="3" presStyleCnt="8">
        <dgm:presLayoutVars/>
      </dgm:prSet>
      <dgm:spPr/>
    </dgm:pt>
    <dgm:pt modelId="{5C66D990-4356-4C00-AE69-67D25808FD53}" type="pres">
      <dgm:prSet presAssocID="{35EF0EA4-74C6-4360-86F1-2E9E4C0EF50D}" presName="sibTrans" presStyleCnt="0"/>
      <dgm:spPr/>
    </dgm:pt>
    <dgm:pt modelId="{9AA5B7EA-DE16-4383-9771-2097F73387BC}" type="pres">
      <dgm:prSet presAssocID="{D54D2FC1-A309-4DD8-98C1-DFCFD66232F0}" presName="compNode" presStyleCnt="0"/>
      <dgm:spPr/>
    </dgm:pt>
    <dgm:pt modelId="{508D067E-1A46-43AC-BF14-2F0F29B0165F}" type="pres">
      <dgm:prSet presAssocID="{D54D2FC1-A309-4DD8-98C1-DFCFD66232F0}" presName="iconRect" presStyleLbl="node1" presStyleIdx="2" presStyleCnt="4"/>
      <dgm:spPr>
        <a:blipFill>
          <a:blip xmlns:r="http://schemas.openxmlformats.org/officeDocument/2006/relationships" r:embed="rId5" cstate="email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6"/>
              </a:ext>
            </a:extLst>
          </a:blip>
          <a:stretch>
            <a:fillRect/>
          </a:stretch>
        </a:blipFill>
        <a:ln>
          <a:noFill/>
        </a:ln>
      </dgm:spPr>
      <dgm:extLst>
        <a:ext uri="{E40237B7-FDA0-4F09-8148-C483321AD2D9}">
          <dgm14:cNvPr xmlns:dgm14="http://schemas.microsoft.com/office/drawing/2010/diagram" id="0" name="" descr="Lock"/>
        </a:ext>
      </dgm:extLst>
    </dgm:pt>
    <dgm:pt modelId="{BD78A8B4-F0C9-4EED-B436-D364B264CE55}" type="pres">
      <dgm:prSet presAssocID="{D54D2FC1-A309-4DD8-98C1-DFCFD66232F0}" presName="iconSpace" presStyleCnt="0"/>
      <dgm:spPr/>
    </dgm:pt>
    <dgm:pt modelId="{25C09422-0C11-43AF-97AA-EC5F3427F2B2}" type="pres">
      <dgm:prSet presAssocID="{D54D2FC1-A309-4DD8-98C1-DFCFD66232F0}" presName="parTx" presStyleLbl="revTx" presStyleIdx="4" presStyleCnt="8">
        <dgm:presLayoutVars>
          <dgm:chMax val="0"/>
          <dgm:chPref val="0"/>
        </dgm:presLayoutVars>
      </dgm:prSet>
      <dgm:spPr/>
    </dgm:pt>
    <dgm:pt modelId="{6C1FBA91-3D4B-4B05-9B5B-263BCA5CF934}" type="pres">
      <dgm:prSet presAssocID="{D54D2FC1-A309-4DD8-98C1-DFCFD66232F0}" presName="txSpace" presStyleCnt="0"/>
      <dgm:spPr/>
    </dgm:pt>
    <dgm:pt modelId="{8ED6F823-B18A-4D96-B80C-B160DCCA4F6E}" type="pres">
      <dgm:prSet presAssocID="{D54D2FC1-A309-4DD8-98C1-DFCFD66232F0}" presName="desTx" presStyleLbl="revTx" presStyleIdx="5" presStyleCnt="8">
        <dgm:presLayoutVars/>
      </dgm:prSet>
      <dgm:spPr/>
    </dgm:pt>
    <dgm:pt modelId="{ED5FB085-2E4D-4CBA-8FA6-B4D81E80A40F}" type="pres">
      <dgm:prSet presAssocID="{C0D86C10-5041-46AE-892B-6EC9ACFC4F18}" presName="sibTrans" presStyleCnt="0"/>
      <dgm:spPr/>
    </dgm:pt>
    <dgm:pt modelId="{1B6B3F00-71DF-4BD0-AD0F-C69C0370A913}" type="pres">
      <dgm:prSet presAssocID="{AF645F34-128D-4B13-9BC7-40F331E2B0B6}" presName="compNode" presStyleCnt="0"/>
      <dgm:spPr/>
    </dgm:pt>
    <dgm:pt modelId="{269B621E-A046-4534-81B7-0667CF73FABC}" type="pres">
      <dgm:prSet presAssocID="{AF645F34-128D-4B13-9BC7-40F331E2B0B6}" presName="iconRect" presStyleLbl="node1" presStyleIdx="3" presStyleCnt="4"/>
      <dgm:spPr>
        <a:blipFill>
          <a:blip xmlns:r="http://schemas.openxmlformats.org/officeDocument/2006/relationships" r:embed="rId7" cstate="email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8"/>
              </a:ext>
            </a:extLst>
          </a:blip>
          <a:stretch>
            <a:fillRect/>
          </a:stretch>
        </a:blipFill>
        <a:ln>
          <a:noFill/>
        </a:ln>
      </dgm:spPr>
      <dgm:extLst>
        <a:ext uri="{E40237B7-FDA0-4F09-8148-C483321AD2D9}">
          <dgm14:cNvPr xmlns:dgm14="http://schemas.microsoft.com/office/drawing/2010/diagram" id="0" name="" descr="Unlock"/>
        </a:ext>
      </dgm:extLst>
    </dgm:pt>
    <dgm:pt modelId="{259FAD55-9B3D-4016-B119-5C7B5218AE73}" type="pres">
      <dgm:prSet presAssocID="{AF645F34-128D-4B13-9BC7-40F331E2B0B6}" presName="iconSpace" presStyleCnt="0"/>
      <dgm:spPr/>
    </dgm:pt>
    <dgm:pt modelId="{859226AD-4E23-45DB-86C1-5A2D9284134E}" type="pres">
      <dgm:prSet presAssocID="{AF645F34-128D-4B13-9BC7-40F331E2B0B6}" presName="parTx" presStyleLbl="revTx" presStyleIdx="6" presStyleCnt="8">
        <dgm:presLayoutVars>
          <dgm:chMax val="0"/>
          <dgm:chPref val="0"/>
        </dgm:presLayoutVars>
      </dgm:prSet>
      <dgm:spPr/>
    </dgm:pt>
    <dgm:pt modelId="{7AD57B78-5A70-4343-AF74-8D35AD35E376}" type="pres">
      <dgm:prSet presAssocID="{AF645F34-128D-4B13-9BC7-40F331E2B0B6}" presName="txSpace" presStyleCnt="0"/>
      <dgm:spPr/>
    </dgm:pt>
    <dgm:pt modelId="{AC33396F-D732-4E5D-861F-B0CEFB3914B3}" type="pres">
      <dgm:prSet presAssocID="{AF645F34-128D-4B13-9BC7-40F331E2B0B6}" presName="desTx" presStyleLbl="revTx" presStyleIdx="7" presStyleCnt="8">
        <dgm:presLayoutVars/>
      </dgm:prSet>
      <dgm:spPr/>
    </dgm:pt>
  </dgm:ptLst>
  <dgm:cxnLst>
    <dgm:cxn modelId="{72B9DD11-97FA-47F6-ACFB-8FE03D1EA98D}" type="presOf" srcId="{F8889C20-1966-492C-9F61-51D103652A7B}" destId="{70DAE289-A1C5-43F6-85F7-E8996238ECEB}" srcOrd="0" destOrd="1" presId="urn:microsoft.com/office/officeart/2018/5/layout/CenteredIconLabelDescriptionList"/>
    <dgm:cxn modelId="{11817B15-0BA5-439B-B13F-AFE71051AEC9}" type="presOf" srcId="{024B0BB1-B8B8-4571-94CB-220C5C42DA3E}" destId="{E1F314CE-A378-4FE5-BD8C-C4C2EE6235B6}" srcOrd="0" destOrd="0" presId="urn:microsoft.com/office/officeart/2018/5/layout/CenteredIconLabelDescriptionList"/>
    <dgm:cxn modelId="{B5C4661B-0D87-490E-B62F-F03F364E92E3}" srcId="{D54D2FC1-A309-4DD8-98C1-DFCFD66232F0}" destId="{27BA4C23-9C37-42E3-A4B6-2D73DF6A7184}" srcOrd="0" destOrd="0" parTransId="{FC9B49AF-ED45-4DD0-B09A-EB3B3CE2AA9B}" sibTransId="{974619F2-A5F9-4B68-90F6-2A18FC738FE5}"/>
    <dgm:cxn modelId="{85BC252C-5FA8-4F81-9103-0DC227D238E6}" type="presOf" srcId="{7BEA1157-1FF5-42EC-86F1-4B54BEED6CA7}" destId="{C110D612-3638-46A1-B767-09C188BF24BB}" srcOrd="0" destOrd="0" presId="urn:microsoft.com/office/officeart/2018/5/layout/CenteredIconLabelDescriptionList"/>
    <dgm:cxn modelId="{A57CE031-4178-4E1D-A111-4EE896E07C8E}" srcId="{AF645F34-128D-4B13-9BC7-40F331E2B0B6}" destId="{3A04F879-9BB9-4E27-8470-CD6E8C2D365E}" srcOrd="0" destOrd="0" parTransId="{726B1738-930C-4E64-8408-AFC3CA9C9458}" sibTransId="{9C628DDF-B7E1-4F91-BF29-D8FA17D7B2C8}"/>
    <dgm:cxn modelId="{1BD1BA47-5C29-4FAF-8889-AF60CEA431B6}" type="presOf" srcId="{3A04F879-9BB9-4E27-8470-CD6E8C2D365E}" destId="{AC33396F-D732-4E5D-861F-B0CEFB3914B3}" srcOrd="0" destOrd="0" presId="urn:microsoft.com/office/officeart/2018/5/layout/CenteredIconLabelDescriptionList"/>
    <dgm:cxn modelId="{C440F46A-06ED-413B-9A49-6690DC8CC015}" srcId="{D54D2FC1-A309-4DD8-98C1-DFCFD66232F0}" destId="{A718CB8F-20A3-4E2E-9AE7-28792ED2D8FC}" srcOrd="1" destOrd="0" parTransId="{F63F7DF1-FDA2-4509-B191-A7A1385DA317}" sibTransId="{60875C9F-5289-4452-A398-C0B14D175440}"/>
    <dgm:cxn modelId="{E04FFE6E-15DB-46BB-8170-B91A261F22C2}" type="presOf" srcId="{D54D2FC1-A309-4DD8-98C1-DFCFD66232F0}" destId="{25C09422-0C11-43AF-97AA-EC5F3427F2B2}" srcOrd="0" destOrd="0" presId="urn:microsoft.com/office/officeart/2018/5/layout/CenteredIconLabelDescriptionList"/>
    <dgm:cxn modelId="{E8C14E71-D1A1-454D-BED6-1881667AD119}" srcId="{DBFD8B7F-C1A1-4658-99AD-D775B7F353FC}" destId="{7BEA1157-1FF5-42EC-86F1-4B54BEED6CA7}" srcOrd="0" destOrd="0" parTransId="{876205F7-FE19-474F-94F0-A6614F66FFAC}" sibTransId="{B3F4EA35-6A12-485B-AEF2-FEC80FF3C6CC}"/>
    <dgm:cxn modelId="{DDC94C76-7CE1-4CAF-82A8-484650206163}" type="presOf" srcId="{AF645F34-128D-4B13-9BC7-40F331E2B0B6}" destId="{859226AD-4E23-45DB-86C1-5A2D9284134E}" srcOrd="0" destOrd="0" presId="urn:microsoft.com/office/officeart/2018/5/layout/CenteredIconLabelDescriptionList"/>
    <dgm:cxn modelId="{C3920C7A-E15C-4324-8B8A-796664EBBB0F}" type="presOf" srcId="{1AF035D0-CC22-4B30-9A47-034D73C3675C}" destId="{05A93959-D9ED-4EBF-8D63-3342EB176A65}" srcOrd="0" destOrd="0" presId="urn:microsoft.com/office/officeart/2018/5/layout/CenteredIconLabelDescriptionList"/>
    <dgm:cxn modelId="{B575FA7D-0884-4262-93C2-52609601A127}" srcId="{DBFD8B7F-C1A1-4658-99AD-D775B7F353FC}" destId="{D54D2FC1-A309-4DD8-98C1-DFCFD66232F0}" srcOrd="2" destOrd="0" parTransId="{C42B7D8D-FFB1-463C-A39E-E2D4373AF5F0}" sibTransId="{C0D86C10-5041-46AE-892B-6EC9ACFC4F18}"/>
    <dgm:cxn modelId="{62827F98-8E5C-4B65-AF45-DA9A6BB262C4}" srcId="{1AF035D0-CC22-4B30-9A47-034D73C3675C}" destId="{F8889C20-1966-492C-9F61-51D103652A7B}" srcOrd="1" destOrd="0" parTransId="{2230FD6C-8992-4D1B-BA5B-068F9A343E70}" sibTransId="{994C205C-9DC8-4FC6-BB7D-606D3CCE7523}"/>
    <dgm:cxn modelId="{20DC3C9B-80A2-4DD5-8D27-2CEF53E154D9}" type="presOf" srcId="{DBFD8B7F-C1A1-4658-99AD-D775B7F353FC}" destId="{A23D513D-DF7C-414A-ACB4-87492B0F95DE}" srcOrd="0" destOrd="0" presId="urn:microsoft.com/office/officeart/2018/5/layout/CenteredIconLabelDescriptionList"/>
    <dgm:cxn modelId="{500E4BB6-9854-4E75-9DED-26E1747CCCBD}" srcId="{1AF035D0-CC22-4B30-9A47-034D73C3675C}" destId="{578F0B55-E5E4-4CF7-AA24-994260D892D0}" srcOrd="0" destOrd="0" parTransId="{1100F575-326F-4E2E-BFFA-D5AA9DAE82B5}" sibTransId="{33AAB7AA-9A2A-4C77-91EA-EB1DFD468D95}"/>
    <dgm:cxn modelId="{DC5928C6-D41C-4594-8585-2EB53074B265}" type="presOf" srcId="{BBDC34B4-3561-4422-B29E-2C27E653A8D6}" destId="{70DAE289-A1C5-43F6-85F7-E8996238ECEB}" srcOrd="0" destOrd="2" presId="urn:microsoft.com/office/officeart/2018/5/layout/CenteredIconLabelDescriptionList"/>
    <dgm:cxn modelId="{43B472C7-A421-4EEA-B74E-C23732CA5425}" type="presOf" srcId="{A718CB8F-20A3-4E2E-9AE7-28792ED2D8FC}" destId="{8ED6F823-B18A-4D96-B80C-B160DCCA4F6E}" srcOrd="0" destOrd="1" presId="urn:microsoft.com/office/officeart/2018/5/layout/CenteredIconLabelDescriptionList"/>
    <dgm:cxn modelId="{39824BCB-14DC-4ACC-B703-1449F9FB63E0}" srcId="{7BEA1157-1FF5-42EC-86F1-4B54BEED6CA7}" destId="{024B0BB1-B8B8-4571-94CB-220C5C42DA3E}" srcOrd="0" destOrd="0" parTransId="{41C7F92F-970E-4B2B-92B4-7E9010D0DDF3}" sibTransId="{63B821FA-5BCA-4E19-AC63-D691F7BFB295}"/>
    <dgm:cxn modelId="{6785AFCC-8074-40B9-A584-F7627044CBCF}" type="presOf" srcId="{578F0B55-E5E4-4CF7-AA24-994260D892D0}" destId="{70DAE289-A1C5-43F6-85F7-E8996238ECEB}" srcOrd="0" destOrd="0" presId="urn:microsoft.com/office/officeart/2018/5/layout/CenteredIconLabelDescriptionList"/>
    <dgm:cxn modelId="{A149B3CE-D6F9-49F7-BDC3-808EFEDB5EEB}" srcId="{1AF035D0-CC22-4B30-9A47-034D73C3675C}" destId="{BBDC34B4-3561-4422-B29E-2C27E653A8D6}" srcOrd="2" destOrd="0" parTransId="{ECDC84D0-5D00-43F5-AECB-1E998B691548}" sibTransId="{7A3A7815-4C63-40D1-9965-CBE90D8E7BE1}"/>
    <dgm:cxn modelId="{26B431D1-10F2-4475-9AE2-4A1CBFAEE7F3}" type="presOf" srcId="{27BA4C23-9C37-42E3-A4B6-2D73DF6A7184}" destId="{8ED6F823-B18A-4D96-B80C-B160DCCA4F6E}" srcOrd="0" destOrd="0" presId="urn:microsoft.com/office/officeart/2018/5/layout/CenteredIconLabelDescriptionList"/>
    <dgm:cxn modelId="{B00443E0-442F-48F2-B42C-25109189B66F}" srcId="{DBFD8B7F-C1A1-4658-99AD-D775B7F353FC}" destId="{1AF035D0-CC22-4B30-9A47-034D73C3675C}" srcOrd="1" destOrd="0" parTransId="{EC476F92-AA57-47D8-92B5-8EF28A71A63F}" sibTransId="{35EF0EA4-74C6-4360-86F1-2E9E4C0EF50D}"/>
    <dgm:cxn modelId="{A2F1CAFE-261E-4FFA-A6FB-0E635D2B2DFB}" srcId="{DBFD8B7F-C1A1-4658-99AD-D775B7F353FC}" destId="{AF645F34-128D-4B13-9BC7-40F331E2B0B6}" srcOrd="3" destOrd="0" parTransId="{01EFBFD3-7BDF-4840-972A-693C38B56C34}" sibTransId="{35230CBC-C6D6-4FA5-A0AB-F8FDF7424D4A}"/>
    <dgm:cxn modelId="{7CF8694C-28D1-41B0-BA76-4A3B10017C22}" type="presParOf" srcId="{A23D513D-DF7C-414A-ACB4-87492B0F95DE}" destId="{AAA6BB19-1C3D-459A-85FF-D68CF54A304D}" srcOrd="0" destOrd="0" presId="urn:microsoft.com/office/officeart/2018/5/layout/CenteredIconLabelDescriptionList"/>
    <dgm:cxn modelId="{CF2444BA-3E30-4F11-88B2-67693D3B865A}" type="presParOf" srcId="{AAA6BB19-1C3D-459A-85FF-D68CF54A304D}" destId="{44050019-5662-490D-B681-B2222D7BD951}" srcOrd="0" destOrd="0" presId="urn:microsoft.com/office/officeart/2018/5/layout/CenteredIconLabelDescriptionList"/>
    <dgm:cxn modelId="{C6D6685A-80D6-4970-A40D-D48D48B724B7}" type="presParOf" srcId="{AAA6BB19-1C3D-459A-85FF-D68CF54A304D}" destId="{0AEE3D2C-8AF3-44F9-B670-B1ED5DC8D76C}" srcOrd="1" destOrd="0" presId="urn:microsoft.com/office/officeart/2018/5/layout/CenteredIconLabelDescriptionList"/>
    <dgm:cxn modelId="{94D124B1-E5CC-403F-AE24-8DA3FE522D19}" type="presParOf" srcId="{AAA6BB19-1C3D-459A-85FF-D68CF54A304D}" destId="{C110D612-3638-46A1-B767-09C188BF24BB}" srcOrd="2" destOrd="0" presId="urn:microsoft.com/office/officeart/2018/5/layout/CenteredIconLabelDescriptionList"/>
    <dgm:cxn modelId="{5E273F37-858E-4B84-80B7-460620313CBE}" type="presParOf" srcId="{AAA6BB19-1C3D-459A-85FF-D68CF54A304D}" destId="{30FEF0ED-A557-4D7B-B2A6-49BA1811930F}" srcOrd="3" destOrd="0" presId="urn:microsoft.com/office/officeart/2018/5/layout/CenteredIconLabelDescriptionList"/>
    <dgm:cxn modelId="{E982A0AF-7206-4064-90A1-F0C46ADA7F60}" type="presParOf" srcId="{AAA6BB19-1C3D-459A-85FF-D68CF54A304D}" destId="{E1F314CE-A378-4FE5-BD8C-C4C2EE6235B6}" srcOrd="4" destOrd="0" presId="urn:microsoft.com/office/officeart/2018/5/layout/CenteredIconLabelDescriptionList"/>
    <dgm:cxn modelId="{8A021F58-17FC-4B5F-A06B-1B167902D084}" type="presParOf" srcId="{A23D513D-DF7C-414A-ACB4-87492B0F95DE}" destId="{267AD603-D377-4987-BAC5-2CC1584D56E5}" srcOrd="1" destOrd="0" presId="urn:microsoft.com/office/officeart/2018/5/layout/CenteredIconLabelDescriptionList"/>
    <dgm:cxn modelId="{825A0D76-824A-4992-83E4-AB08C1FC0D12}" type="presParOf" srcId="{A23D513D-DF7C-414A-ACB4-87492B0F95DE}" destId="{DF83D867-E858-4457-A8A5-E334BE40D4EE}" srcOrd="2" destOrd="0" presId="urn:microsoft.com/office/officeart/2018/5/layout/CenteredIconLabelDescriptionList"/>
    <dgm:cxn modelId="{4AED118B-D8CF-4589-9208-759BE19734B8}" type="presParOf" srcId="{DF83D867-E858-4457-A8A5-E334BE40D4EE}" destId="{A4E1D40E-8D80-4C05-9891-1CAE1E250198}" srcOrd="0" destOrd="0" presId="urn:microsoft.com/office/officeart/2018/5/layout/CenteredIconLabelDescriptionList"/>
    <dgm:cxn modelId="{44773A4B-B5AB-4168-A102-D8FD60FF513C}" type="presParOf" srcId="{DF83D867-E858-4457-A8A5-E334BE40D4EE}" destId="{2AE79D57-1F8C-495D-BD10-6E433082B800}" srcOrd="1" destOrd="0" presId="urn:microsoft.com/office/officeart/2018/5/layout/CenteredIconLabelDescriptionList"/>
    <dgm:cxn modelId="{79A51DB7-40DB-4548-BF43-9C8DB70A6DC0}" type="presParOf" srcId="{DF83D867-E858-4457-A8A5-E334BE40D4EE}" destId="{05A93959-D9ED-4EBF-8D63-3342EB176A65}" srcOrd="2" destOrd="0" presId="urn:microsoft.com/office/officeart/2018/5/layout/CenteredIconLabelDescriptionList"/>
    <dgm:cxn modelId="{1DB37452-B922-4B32-BFA4-FF7E96F250D3}" type="presParOf" srcId="{DF83D867-E858-4457-A8A5-E334BE40D4EE}" destId="{B1E727BB-E4A2-4915-A598-CF60DA3ED9C2}" srcOrd="3" destOrd="0" presId="urn:microsoft.com/office/officeart/2018/5/layout/CenteredIconLabelDescriptionList"/>
    <dgm:cxn modelId="{B94553A8-411D-4024-960F-A26FB5C412D1}" type="presParOf" srcId="{DF83D867-E858-4457-A8A5-E334BE40D4EE}" destId="{70DAE289-A1C5-43F6-85F7-E8996238ECEB}" srcOrd="4" destOrd="0" presId="urn:microsoft.com/office/officeart/2018/5/layout/CenteredIconLabelDescriptionList"/>
    <dgm:cxn modelId="{35AFE1FA-A41E-4F5F-97FE-5ECBAD025713}" type="presParOf" srcId="{A23D513D-DF7C-414A-ACB4-87492B0F95DE}" destId="{5C66D990-4356-4C00-AE69-67D25808FD53}" srcOrd="3" destOrd="0" presId="urn:microsoft.com/office/officeart/2018/5/layout/CenteredIconLabelDescriptionList"/>
    <dgm:cxn modelId="{A19D1BBA-3FD3-40E0-907B-8170F46675CE}" type="presParOf" srcId="{A23D513D-DF7C-414A-ACB4-87492B0F95DE}" destId="{9AA5B7EA-DE16-4383-9771-2097F73387BC}" srcOrd="4" destOrd="0" presId="urn:microsoft.com/office/officeart/2018/5/layout/CenteredIconLabelDescriptionList"/>
    <dgm:cxn modelId="{9E24D52F-27E2-4517-86E1-7DE6E97C7ECD}" type="presParOf" srcId="{9AA5B7EA-DE16-4383-9771-2097F73387BC}" destId="{508D067E-1A46-43AC-BF14-2F0F29B0165F}" srcOrd="0" destOrd="0" presId="urn:microsoft.com/office/officeart/2018/5/layout/CenteredIconLabelDescriptionList"/>
    <dgm:cxn modelId="{A5D68A79-2770-4058-B8B2-1584D3C218E8}" type="presParOf" srcId="{9AA5B7EA-DE16-4383-9771-2097F73387BC}" destId="{BD78A8B4-F0C9-4EED-B436-D364B264CE55}" srcOrd="1" destOrd="0" presId="urn:microsoft.com/office/officeart/2018/5/layout/CenteredIconLabelDescriptionList"/>
    <dgm:cxn modelId="{0D2F1A47-79C6-4013-9DCC-C141BD6A1365}" type="presParOf" srcId="{9AA5B7EA-DE16-4383-9771-2097F73387BC}" destId="{25C09422-0C11-43AF-97AA-EC5F3427F2B2}" srcOrd="2" destOrd="0" presId="urn:microsoft.com/office/officeart/2018/5/layout/CenteredIconLabelDescriptionList"/>
    <dgm:cxn modelId="{55B985BE-9684-46E8-857B-666F688E8C0D}" type="presParOf" srcId="{9AA5B7EA-DE16-4383-9771-2097F73387BC}" destId="{6C1FBA91-3D4B-4B05-9B5B-263BCA5CF934}" srcOrd="3" destOrd="0" presId="urn:microsoft.com/office/officeart/2018/5/layout/CenteredIconLabelDescriptionList"/>
    <dgm:cxn modelId="{3ADE5C95-A784-46E6-A6BA-FAE8A5C8889D}" type="presParOf" srcId="{9AA5B7EA-DE16-4383-9771-2097F73387BC}" destId="{8ED6F823-B18A-4D96-B80C-B160DCCA4F6E}" srcOrd="4" destOrd="0" presId="urn:microsoft.com/office/officeart/2018/5/layout/CenteredIconLabelDescriptionList"/>
    <dgm:cxn modelId="{F37AAF2D-2611-4A3F-80BE-00606CADEFE9}" type="presParOf" srcId="{A23D513D-DF7C-414A-ACB4-87492B0F95DE}" destId="{ED5FB085-2E4D-4CBA-8FA6-B4D81E80A40F}" srcOrd="5" destOrd="0" presId="urn:microsoft.com/office/officeart/2018/5/layout/CenteredIconLabelDescriptionList"/>
    <dgm:cxn modelId="{BB45C438-555C-46A5-A4D9-95146276C0C5}" type="presParOf" srcId="{A23D513D-DF7C-414A-ACB4-87492B0F95DE}" destId="{1B6B3F00-71DF-4BD0-AD0F-C69C0370A913}" srcOrd="6" destOrd="0" presId="urn:microsoft.com/office/officeart/2018/5/layout/CenteredIconLabelDescriptionList"/>
    <dgm:cxn modelId="{D97ED11B-CC08-4E7B-BF98-F1A648C1052F}" type="presParOf" srcId="{1B6B3F00-71DF-4BD0-AD0F-C69C0370A913}" destId="{269B621E-A046-4534-81B7-0667CF73FABC}" srcOrd="0" destOrd="0" presId="urn:microsoft.com/office/officeart/2018/5/layout/CenteredIconLabelDescriptionList"/>
    <dgm:cxn modelId="{C1245654-81B2-4774-A39F-4C718D13844E}" type="presParOf" srcId="{1B6B3F00-71DF-4BD0-AD0F-C69C0370A913}" destId="{259FAD55-9B3D-4016-B119-5C7B5218AE73}" srcOrd="1" destOrd="0" presId="urn:microsoft.com/office/officeart/2018/5/layout/CenteredIconLabelDescriptionList"/>
    <dgm:cxn modelId="{C07E7FAF-B7B4-4D0A-AB47-66B53C9C3463}" type="presParOf" srcId="{1B6B3F00-71DF-4BD0-AD0F-C69C0370A913}" destId="{859226AD-4E23-45DB-86C1-5A2D9284134E}" srcOrd="2" destOrd="0" presId="urn:microsoft.com/office/officeart/2018/5/layout/CenteredIconLabelDescriptionList"/>
    <dgm:cxn modelId="{FD988259-9CAF-4A61-9B1D-38ABEAD28C74}" type="presParOf" srcId="{1B6B3F00-71DF-4BD0-AD0F-C69C0370A913}" destId="{7AD57B78-5A70-4343-AF74-8D35AD35E376}" srcOrd="3" destOrd="0" presId="urn:microsoft.com/office/officeart/2018/5/layout/CenteredIconLabelDescriptionList"/>
    <dgm:cxn modelId="{86B05E3C-9D51-472C-95C1-D14C03D5A407}" type="presParOf" srcId="{1B6B3F00-71DF-4BD0-AD0F-C69C0370A913}" destId="{AC33396F-D732-4E5D-861F-B0CEFB3914B3}" srcOrd="4" destOrd="0" presId="urn:microsoft.com/office/officeart/2018/5/layout/CenteredIconLabelDescriptionList"/>
  </dgm:cxnLst>
  <dgm:bg/>
  <dgm:whole/>
  <dgm:extLst>
    <a:ext uri="http://schemas.microsoft.com/office/drawing/2008/diagram">
      <dsp:dataModelExt xmlns:dsp="http://schemas.microsoft.com/office/drawing/2008/diagram" relId="rId6" minVer="http://schemas.openxmlformats.org/drawingml/2006/diagram"/>
    </a:ext>
  </dgm:extLst>
</dgm:dataModel>
</file>

<file path=ppt/diagrams/data66.xml><?xml version="1.0" encoding="utf-8"?>
<dgm:dataModel xmlns:dgm="http://schemas.openxmlformats.org/drawingml/2006/diagram" xmlns:a="http://schemas.openxmlformats.org/drawingml/2006/main">
  <dgm:ptLst>
    <dgm:pt modelId="{DBFD8B7F-C1A1-4658-99AD-D775B7F353FC}" type="doc">
      <dgm:prSet loTypeId="urn:microsoft.com/office/officeart/2018/5/layout/CenteredIconLabelDescriptionList" loCatId="icon" qsTypeId="urn:microsoft.com/office/officeart/2005/8/quickstyle/simple1" qsCatId="simple" csTypeId="urn:microsoft.com/office/officeart/2018/5/colors/Iconchunking_neutralbg_accent1_2" csCatId="accent1" phldr="1"/>
      <dgm:spPr/>
      <dgm:t>
        <a:bodyPr/>
        <a:lstStyle/>
        <a:p>
          <a:endParaRPr lang="en-US"/>
        </a:p>
      </dgm:t>
    </dgm:pt>
    <dgm:pt modelId="{D54D2FC1-A309-4DD8-98C1-DFCFD66232F0}">
      <dgm:prSet/>
      <dgm:spPr/>
      <dgm:t>
        <a:bodyPr/>
        <a:lstStyle/>
        <a:p>
          <a:pPr>
            <a:lnSpc>
              <a:spcPct val="100000"/>
            </a:lnSpc>
            <a:defRPr b="1"/>
          </a:pPr>
          <a:r>
            <a:rPr lang="en-US"/>
            <a:t>locking script</a:t>
          </a:r>
        </a:p>
      </dgm:t>
    </dgm:pt>
    <dgm:pt modelId="{C42B7D8D-FFB1-463C-A39E-E2D4373AF5F0}" type="parTrans" cxnId="{B575FA7D-0884-4262-93C2-52609601A127}">
      <dgm:prSet/>
      <dgm:spPr/>
      <dgm:t>
        <a:bodyPr/>
        <a:lstStyle/>
        <a:p>
          <a:endParaRPr lang="en-US"/>
        </a:p>
      </dgm:t>
    </dgm:pt>
    <dgm:pt modelId="{C0D86C10-5041-46AE-892B-6EC9ACFC4F18}" type="sibTrans" cxnId="{B575FA7D-0884-4262-93C2-52609601A127}">
      <dgm:prSet/>
      <dgm:spPr/>
      <dgm:t>
        <a:bodyPr/>
        <a:lstStyle/>
        <a:p>
          <a:endParaRPr lang="en-US"/>
        </a:p>
      </dgm:t>
    </dgm:pt>
    <dgm:pt modelId="{FBDEB0B4-89E9-4EDC-BAF6-700A6DC743B7}">
      <dgm:prSet/>
      <dgm:spPr/>
      <dgm:t>
        <a:bodyPr/>
        <a:lstStyle/>
        <a:p>
          <a:pPr>
            <a:lnSpc>
              <a:spcPct val="100000"/>
            </a:lnSpc>
          </a:pPr>
          <a:r>
            <a:rPr lang="en-US" dirty="0"/>
            <a:t>specifies</a:t>
          </a:r>
          <a:r>
            <a:rPr lang="tr-TR" dirty="0"/>
            <a:t> </a:t>
          </a:r>
          <a:r>
            <a:rPr lang="en-US" dirty="0"/>
            <a:t>the conditions</a:t>
          </a:r>
        </a:p>
      </dgm:t>
    </dgm:pt>
    <dgm:pt modelId="{07F4468A-853A-4526-B46E-E301330816D0}" type="parTrans" cxnId="{21EB21CE-FB76-45F6-9983-FFAC90A33330}">
      <dgm:prSet/>
      <dgm:spPr/>
      <dgm:t>
        <a:bodyPr/>
        <a:lstStyle/>
        <a:p>
          <a:endParaRPr lang="en-US"/>
        </a:p>
      </dgm:t>
    </dgm:pt>
    <dgm:pt modelId="{C4E9074E-6BB9-493F-A9B6-247BBF36DDD5}" type="sibTrans" cxnId="{21EB21CE-FB76-45F6-9983-FFAC90A33330}">
      <dgm:prSet/>
      <dgm:spPr/>
      <dgm:t>
        <a:bodyPr/>
        <a:lstStyle/>
        <a:p>
          <a:endParaRPr lang="en-US"/>
        </a:p>
      </dgm:t>
    </dgm:pt>
    <dgm:pt modelId="{AF645F34-128D-4B13-9BC7-40F331E2B0B6}">
      <dgm:prSet/>
      <dgm:spPr/>
      <dgm:t>
        <a:bodyPr/>
        <a:lstStyle/>
        <a:p>
          <a:pPr>
            <a:lnSpc>
              <a:spcPct val="100000"/>
            </a:lnSpc>
            <a:defRPr b="1"/>
          </a:pPr>
          <a:r>
            <a:rPr lang="en-US"/>
            <a:t>unlocking script</a:t>
          </a:r>
        </a:p>
      </dgm:t>
    </dgm:pt>
    <dgm:pt modelId="{01EFBFD3-7BDF-4840-972A-693C38B56C34}" type="parTrans" cxnId="{A2F1CAFE-261E-4FFA-A6FB-0E635D2B2DFB}">
      <dgm:prSet/>
      <dgm:spPr/>
      <dgm:t>
        <a:bodyPr/>
        <a:lstStyle/>
        <a:p>
          <a:endParaRPr lang="en-US"/>
        </a:p>
      </dgm:t>
    </dgm:pt>
    <dgm:pt modelId="{35230CBC-C6D6-4FA5-A0AB-F8FDF7424D4A}" type="sibTrans" cxnId="{A2F1CAFE-261E-4FFA-A6FB-0E635D2B2DFB}">
      <dgm:prSet/>
      <dgm:spPr/>
      <dgm:t>
        <a:bodyPr/>
        <a:lstStyle/>
        <a:p>
          <a:endParaRPr lang="en-US"/>
        </a:p>
      </dgm:t>
    </dgm:pt>
    <dgm:pt modelId="{F95B1285-09E2-4D22-8F3F-0CC42DBDE5B9}">
      <dgm:prSet/>
      <dgm:spPr/>
      <dgm:t>
        <a:bodyPr/>
        <a:lstStyle/>
        <a:p>
          <a:pPr>
            <a:lnSpc>
              <a:spcPct val="100000"/>
            </a:lnSpc>
          </a:pPr>
          <a:r>
            <a:rPr lang="en-US"/>
            <a:t>to </a:t>
          </a:r>
          <a:r>
            <a:rPr lang="en-US" dirty="0"/>
            <a:t>spend the output in the future</a:t>
          </a:r>
        </a:p>
      </dgm:t>
    </dgm:pt>
    <dgm:pt modelId="{B3811BEF-B55B-471C-907A-D206728CFCC9}" type="parTrans" cxnId="{A214C8D3-7F44-47CD-B778-83AB68438008}">
      <dgm:prSet/>
      <dgm:spPr/>
      <dgm:t>
        <a:bodyPr/>
        <a:lstStyle/>
        <a:p>
          <a:endParaRPr lang="tr-TR"/>
        </a:p>
      </dgm:t>
    </dgm:pt>
    <dgm:pt modelId="{737345C1-97E3-40CB-B4BB-91D6D3FDCAA6}" type="sibTrans" cxnId="{A214C8D3-7F44-47CD-B778-83AB68438008}">
      <dgm:prSet/>
      <dgm:spPr/>
      <dgm:t>
        <a:bodyPr/>
        <a:lstStyle/>
        <a:p>
          <a:endParaRPr lang="tr-TR"/>
        </a:p>
      </dgm:t>
    </dgm:pt>
    <dgm:pt modelId="{6411BAF5-AB1E-4123-A4F8-F0371D11361E}">
      <dgm:prSet/>
      <dgm:spPr/>
      <dgm:t>
        <a:bodyPr/>
        <a:lstStyle/>
        <a:p>
          <a:pPr>
            <a:lnSpc>
              <a:spcPct val="100000"/>
            </a:lnSpc>
          </a:pPr>
          <a:r>
            <a:rPr lang="en-US" dirty="0"/>
            <a:t>“solves”</a:t>
          </a:r>
          <a:r>
            <a:rPr lang="tr-TR" dirty="0"/>
            <a:t>:</a:t>
          </a:r>
          <a:r>
            <a:rPr lang="en-US" dirty="0"/>
            <a:t> satisfies the conditions</a:t>
          </a:r>
        </a:p>
      </dgm:t>
    </dgm:pt>
    <dgm:pt modelId="{3E73D9C5-085A-4AF1-8F11-23685EC0857F}" type="parTrans" cxnId="{72AAFACA-3146-412B-A96C-21D16AA5BD64}">
      <dgm:prSet/>
      <dgm:spPr/>
      <dgm:t>
        <a:bodyPr/>
        <a:lstStyle/>
        <a:p>
          <a:endParaRPr lang="tr-TR"/>
        </a:p>
      </dgm:t>
    </dgm:pt>
    <dgm:pt modelId="{60FEE8C2-6241-4717-9FD4-CE0D7275348E}" type="sibTrans" cxnId="{72AAFACA-3146-412B-A96C-21D16AA5BD64}">
      <dgm:prSet/>
      <dgm:spPr/>
      <dgm:t>
        <a:bodyPr/>
        <a:lstStyle/>
        <a:p>
          <a:endParaRPr lang="tr-TR"/>
        </a:p>
      </dgm:t>
    </dgm:pt>
    <dgm:pt modelId="{E8C8C8DE-0839-44FA-884D-D323A1517B90}">
      <dgm:prSet/>
      <dgm:spPr/>
      <dgm:t>
        <a:bodyPr/>
        <a:lstStyle/>
        <a:p>
          <a:pPr>
            <a:lnSpc>
              <a:spcPct val="100000"/>
            </a:lnSpc>
          </a:pPr>
          <a:r>
            <a:rPr lang="en-US"/>
            <a:t>placed </a:t>
          </a:r>
          <a:r>
            <a:rPr lang="en-US" dirty="0"/>
            <a:t>on an</a:t>
          </a:r>
          <a:r>
            <a:rPr lang="tr-TR" dirty="0"/>
            <a:t> </a:t>
          </a:r>
          <a:r>
            <a:rPr lang="en-US" dirty="0"/>
            <a:t>output </a:t>
          </a:r>
        </a:p>
      </dgm:t>
    </dgm:pt>
    <dgm:pt modelId="{E955C1E3-308F-4762-A004-5C3B51207490}" type="parTrans" cxnId="{683F9B28-CBFB-4CBE-8BA4-E1CB17082CA0}">
      <dgm:prSet/>
      <dgm:spPr/>
      <dgm:t>
        <a:bodyPr/>
        <a:lstStyle/>
        <a:p>
          <a:endParaRPr lang="tr-TR"/>
        </a:p>
      </dgm:t>
    </dgm:pt>
    <dgm:pt modelId="{7B18D184-3453-4C9C-B7C0-8C2210F1F3EC}" type="sibTrans" cxnId="{683F9B28-CBFB-4CBE-8BA4-E1CB17082CA0}">
      <dgm:prSet/>
      <dgm:spPr/>
      <dgm:t>
        <a:bodyPr/>
        <a:lstStyle/>
        <a:p>
          <a:endParaRPr lang="tr-TR"/>
        </a:p>
      </dgm:t>
    </dgm:pt>
    <dgm:pt modelId="{A23D513D-DF7C-414A-ACB4-87492B0F95DE}" type="pres">
      <dgm:prSet presAssocID="{DBFD8B7F-C1A1-4658-99AD-D775B7F353FC}" presName="root" presStyleCnt="0">
        <dgm:presLayoutVars>
          <dgm:dir/>
          <dgm:resizeHandles val="exact"/>
        </dgm:presLayoutVars>
      </dgm:prSet>
      <dgm:spPr/>
    </dgm:pt>
    <dgm:pt modelId="{9AA5B7EA-DE16-4383-9771-2097F73387BC}" type="pres">
      <dgm:prSet presAssocID="{D54D2FC1-A309-4DD8-98C1-DFCFD66232F0}" presName="compNode" presStyleCnt="0"/>
      <dgm:spPr/>
    </dgm:pt>
    <dgm:pt modelId="{508D067E-1A46-43AC-BF14-2F0F29B0165F}" type="pres">
      <dgm:prSet presAssocID="{D54D2FC1-A309-4DD8-98C1-DFCFD66232F0}" presName="iconRect" presStyleLbl="node1" presStyleIdx="0" presStyleCnt="2"/>
      <dgm:spPr>
        <a:blipFill rotWithShape="1">
          <a:blip xmlns:r="http://schemas.openxmlformats.org/officeDocument/2006/relationships" r:embed="rId1"/>
          <a:srcRect/>
          <a:stretch>
            <a:fillRect/>
          </a:stretch>
        </a:blipFill>
        <a:ln>
          <a:noFill/>
        </a:ln>
      </dgm:spPr>
    </dgm:pt>
    <dgm:pt modelId="{BD78A8B4-F0C9-4EED-B436-D364B264CE55}" type="pres">
      <dgm:prSet presAssocID="{D54D2FC1-A309-4DD8-98C1-DFCFD66232F0}" presName="iconSpace" presStyleCnt="0"/>
      <dgm:spPr/>
    </dgm:pt>
    <dgm:pt modelId="{25C09422-0C11-43AF-97AA-EC5F3427F2B2}" type="pres">
      <dgm:prSet presAssocID="{D54D2FC1-A309-4DD8-98C1-DFCFD66232F0}" presName="parTx" presStyleLbl="revTx" presStyleIdx="0" presStyleCnt="4">
        <dgm:presLayoutVars>
          <dgm:chMax val="0"/>
          <dgm:chPref val="0"/>
        </dgm:presLayoutVars>
      </dgm:prSet>
      <dgm:spPr/>
    </dgm:pt>
    <dgm:pt modelId="{6C1FBA91-3D4B-4B05-9B5B-263BCA5CF934}" type="pres">
      <dgm:prSet presAssocID="{D54D2FC1-A309-4DD8-98C1-DFCFD66232F0}" presName="txSpace" presStyleCnt="0"/>
      <dgm:spPr/>
    </dgm:pt>
    <dgm:pt modelId="{8ED6F823-B18A-4D96-B80C-B160DCCA4F6E}" type="pres">
      <dgm:prSet presAssocID="{D54D2FC1-A309-4DD8-98C1-DFCFD66232F0}" presName="desTx" presStyleLbl="revTx" presStyleIdx="1" presStyleCnt="4">
        <dgm:presLayoutVars/>
      </dgm:prSet>
      <dgm:spPr/>
    </dgm:pt>
    <dgm:pt modelId="{ED5FB085-2E4D-4CBA-8FA6-B4D81E80A40F}" type="pres">
      <dgm:prSet presAssocID="{C0D86C10-5041-46AE-892B-6EC9ACFC4F18}" presName="sibTrans" presStyleCnt="0"/>
      <dgm:spPr/>
    </dgm:pt>
    <dgm:pt modelId="{1B6B3F00-71DF-4BD0-AD0F-C69C0370A913}" type="pres">
      <dgm:prSet presAssocID="{AF645F34-128D-4B13-9BC7-40F331E2B0B6}" presName="compNode" presStyleCnt="0"/>
      <dgm:spPr/>
    </dgm:pt>
    <dgm:pt modelId="{269B621E-A046-4534-81B7-0667CF73FABC}" type="pres">
      <dgm:prSet presAssocID="{AF645F34-128D-4B13-9BC7-40F331E2B0B6}" presName="iconRect" presStyleLbl="node1" presStyleIdx="1" presStyleCnt="2"/>
      <dgm:spPr>
        <a:blipFill rotWithShape="1">
          <a:blip xmlns:r="http://schemas.openxmlformats.org/officeDocument/2006/relationships" r:embed="rId2"/>
          <a:srcRect/>
          <a:stretch>
            <a:fillRect/>
          </a:stretch>
        </a:blipFill>
        <a:ln>
          <a:noFill/>
        </a:ln>
      </dgm:spPr>
    </dgm:pt>
    <dgm:pt modelId="{259FAD55-9B3D-4016-B119-5C7B5218AE73}" type="pres">
      <dgm:prSet presAssocID="{AF645F34-128D-4B13-9BC7-40F331E2B0B6}" presName="iconSpace" presStyleCnt="0"/>
      <dgm:spPr/>
    </dgm:pt>
    <dgm:pt modelId="{859226AD-4E23-45DB-86C1-5A2D9284134E}" type="pres">
      <dgm:prSet presAssocID="{AF645F34-128D-4B13-9BC7-40F331E2B0B6}" presName="parTx" presStyleLbl="revTx" presStyleIdx="2" presStyleCnt="4">
        <dgm:presLayoutVars>
          <dgm:chMax val="0"/>
          <dgm:chPref val="0"/>
        </dgm:presLayoutVars>
      </dgm:prSet>
      <dgm:spPr/>
    </dgm:pt>
    <dgm:pt modelId="{7AD57B78-5A70-4343-AF74-8D35AD35E376}" type="pres">
      <dgm:prSet presAssocID="{AF645F34-128D-4B13-9BC7-40F331E2B0B6}" presName="txSpace" presStyleCnt="0"/>
      <dgm:spPr/>
    </dgm:pt>
    <dgm:pt modelId="{AC33396F-D732-4E5D-861F-B0CEFB3914B3}" type="pres">
      <dgm:prSet presAssocID="{AF645F34-128D-4B13-9BC7-40F331E2B0B6}" presName="desTx" presStyleLbl="revTx" presStyleIdx="3" presStyleCnt="4">
        <dgm:presLayoutVars/>
      </dgm:prSet>
      <dgm:spPr/>
    </dgm:pt>
  </dgm:ptLst>
  <dgm:cxnLst>
    <dgm:cxn modelId="{248E4613-6373-45DD-9CC9-7223D1BF5E74}" type="presOf" srcId="{FBDEB0B4-89E9-4EDC-BAF6-700A6DC743B7}" destId="{8ED6F823-B18A-4D96-B80C-B160DCCA4F6E}" srcOrd="0" destOrd="0" presId="urn:microsoft.com/office/officeart/2018/5/layout/CenteredIconLabelDescriptionList"/>
    <dgm:cxn modelId="{683F9B28-CBFB-4CBE-8BA4-E1CB17082CA0}" srcId="{AF645F34-128D-4B13-9BC7-40F331E2B0B6}" destId="{E8C8C8DE-0839-44FA-884D-D323A1517B90}" srcOrd="1" destOrd="0" parTransId="{E955C1E3-308F-4762-A004-5C3B51207490}" sibTransId="{7B18D184-3453-4C9C-B7C0-8C2210F1F3EC}"/>
    <dgm:cxn modelId="{E97BA728-C83F-41E3-AC66-9C38215186B5}" type="presOf" srcId="{F95B1285-09E2-4D22-8F3F-0CC42DBDE5B9}" destId="{8ED6F823-B18A-4D96-B80C-B160DCCA4F6E}" srcOrd="0" destOrd="1" presId="urn:microsoft.com/office/officeart/2018/5/layout/CenteredIconLabelDescriptionList"/>
    <dgm:cxn modelId="{35483D47-DECA-4556-ACDC-A60342712997}" type="presOf" srcId="{E8C8C8DE-0839-44FA-884D-D323A1517B90}" destId="{AC33396F-D732-4E5D-861F-B0CEFB3914B3}" srcOrd="0" destOrd="1" presId="urn:microsoft.com/office/officeart/2018/5/layout/CenteredIconLabelDescriptionList"/>
    <dgm:cxn modelId="{E04FFE6E-15DB-46BB-8170-B91A261F22C2}" type="presOf" srcId="{D54D2FC1-A309-4DD8-98C1-DFCFD66232F0}" destId="{25C09422-0C11-43AF-97AA-EC5F3427F2B2}" srcOrd="0" destOrd="0" presId="urn:microsoft.com/office/officeart/2018/5/layout/CenteredIconLabelDescriptionList"/>
    <dgm:cxn modelId="{DDC94C76-7CE1-4CAF-82A8-484650206163}" type="presOf" srcId="{AF645F34-128D-4B13-9BC7-40F331E2B0B6}" destId="{859226AD-4E23-45DB-86C1-5A2D9284134E}" srcOrd="0" destOrd="0" presId="urn:microsoft.com/office/officeart/2018/5/layout/CenteredIconLabelDescriptionList"/>
    <dgm:cxn modelId="{B575FA7D-0884-4262-93C2-52609601A127}" srcId="{DBFD8B7F-C1A1-4658-99AD-D775B7F353FC}" destId="{D54D2FC1-A309-4DD8-98C1-DFCFD66232F0}" srcOrd="0" destOrd="0" parTransId="{C42B7D8D-FFB1-463C-A39E-E2D4373AF5F0}" sibTransId="{C0D86C10-5041-46AE-892B-6EC9ACFC4F18}"/>
    <dgm:cxn modelId="{20DC3C9B-80A2-4DD5-8D27-2CEF53E154D9}" type="presOf" srcId="{DBFD8B7F-C1A1-4658-99AD-D775B7F353FC}" destId="{A23D513D-DF7C-414A-ACB4-87492B0F95DE}" srcOrd="0" destOrd="0" presId="urn:microsoft.com/office/officeart/2018/5/layout/CenteredIconLabelDescriptionList"/>
    <dgm:cxn modelId="{8E7725A8-686E-4690-BC9B-CC3D1DC67AC4}" type="presOf" srcId="{6411BAF5-AB1E-4123-A4F8-F0371D11361E}" destId="{AC33396F-D732-4E5D-861F-B0CEFB3914B3}" srcOrd="0" destOrd="0" presId="urn:microsoft.com/office/officeart/2018/5/layout/CenteredIconLabelDescriptionList"/>
    <dgm:cxn modelId="{72AAFACA-3146-412B-A96C-21D16AA5BD64}" srcId="{AF645F34-128D-4B13-9BC7-40F331E2B0B6}" destId="{6411BAF5-AB1E-4123-A4F8-F0371D11361E}" srcOrd="0" destOrd="0" parTransId="{3E73D9C5-085A-4AF1-8F11-23685EC0857F}" sibTransId="{60FEE8C2-6241-4717-9FD4-CE0D7275348E}"/>
    <dgm:cxn modelId="{21EB21CE-FB76-45F6-9983-FFAC90A33330}" srcId="{D54D2FC1-A309-4DD8-98C1-DFCFD66232F0}" destId="{FBDEB0B4-89E9-4EDC-BAF6-700A6DC743B7}" srcOrd="0" destOrd="0" parTransId="{07F4468A-853A-4526-B46E-E301330816D0}" sibTransId="{C4E9074E-6BB9-493F-A9B6-247BBF36DDD5}"/>
    <dgm:cxn modelId="{A214C8D3-7F44-47CD-B778-83AB68438008}" srcId="{D54D2FC1-A309-4DD8-98C1-DFCFD66232F0}" destId="{F95B1285-09E2-4D22-8F3F-0CC42DBDE5B9}" srcOrd="1" destOrd="0" parTransId="{B3811BEF-B55B-471C-907A-D206728CFCC9}" sibTransId="{737345C1-97E3-40CB-B4BB-91D6D3FDCAA6}"/>
    <dgm:cxn modelId="{A2F1CAFE-261E-4FFA-A6FB-0E635D2B2DFB}" srcId="{DBFD8B7F-C1A1-4658-99AD-D775B7F353FC}" destId="{AF645F34-128D-4B13-9BC7-40F331E2B0B6}" srcOrd="1" destOrd="0" parTransId="{01EFBFD3-7BDF-4840-972A-693C38B56C34}" sibTransId="{35230CBC-C6D6-4FA5-A0AB-F8FDF7424D4A}"/>
    <dgm:cxn modelId="{A19D1BBA-3FD3-40E0-907B-8170F46675CE}" type="presParOf" srcId="{A23D513D-DF7C-414A-ACB4-87492B0F95DE}" destId="{9AA5B7EA-DE16-4383-9771-2097F73387BC}" srcOrd="0" destOrd="0" presId="urn:microsoft.com/office/officeart/2018/5/layout/CenteredIconLabelDescriptionList"/>
    <dgm:cxn modelId="{9E24D52F-27E2-4517-86E1-7DE6E97C7ECD}" type="presParOf" srcId="{9AA5B7EA-DE16-4383-9771-2097F73387BC}" destId="{508D067E-1A46-43AC-BF14-2F0F29B0165F}" srcOrd="0" destOrd="0" presId="urn:microsoft.com/office/officeart/2018/5/layout/CenteredIconLabelDescriptionList"/>
    <dgm:cxn modelId="{A5D68A79-2770-4058-B8B2-1584D3C218E8}" type="presParOf" srcId="{9AA5B7EA-DE16-4383-9771-2097F73387BC}" destId="{BD78A8B4-F0C9-4EED-B436-D364B264CE55}" srcOrd="1" destOrd="0" presId="urn:microsoft.com/office/officeart/2018/5/layout/CenteredIconLabelDescriptionList"/>
    <dgm:cxn modelId="{0D2F1A47-79C6-4013-9DCC-C141BD6A1365}" type="presParOf" srcId="{9AA5B7EA-DE16-4383-9771-2097F73387BC}" destId="{25C09422-0C11-43AF-97AA-EC5F3427F2B2}" srcOrd="2" destOrd="0" presId="urn:microsoft.com/office/officeart/2018/5/layout/CenteredIconLabelDescriptionList"/>
    <dgm:cxn modelId="{55B985BE-9684-46E8-857B-666F688E8C0D}" type="presParOf" srcId="{9AA5B7EA-DE16-4383-9771-2097F73387BC}" destId="{6C1FBA91-3D4B-4B05-9B5B-263BCA5CF934}" srcOrd="3" destOrd="0" presId="urn:microsoft.com/office/officeart/2018/5/layout/CenteredIconLabelDescriptionList"/>
    <dgm:cxn modelId="{3ADE5C95-A784-46E6-A6BA-FAE8A5C8889D}" type="presParOf" srcId="{9AA5B7EA-DE16-4383-9771-2097F73387BC}" destId="{8ED6F823-B18A-4D96-B80C-B160DCCA4F6E}" srcOrd="4" destOrd="0" presId="urn:microsoft.com/office/officeart/2018/5/layout/CenteredIconLabelDescriptionList"/>
    <dgm:cxn modelId="{F37AAF2D-2611-4A3F-80BE-00606CADEFE9}" type="presParOf" srcId="{A23D513D-DF7C-414A-ACB4-87492B0F95DE}" destId="{ED5FB085-2E4D-4CBA-8FA6-B4D81E80A40F}" srcOrd="1" destOrd="0" presId="urn:microsoft.com/office/officeart/2018/5/layout/CenteredIconLabelDescriptionList"/>
    <dgm:cxn modelId="{BB45C438-555C-46A5-A4D9-95146276C0C5}" type="presParOf" srcId="{A23D513D-DF7C-414A-ACB4-87492B0F95DE}" destId="{1B6B3F00-71DF-4BD0-AD0F-C69C0370A913}" srcOrd="2" destOrd="0" presId="urn:microsoft.com/office/officeart/2018/5/layout/CenteredIconLabelDescriptionList"/>
    <dgm:cxn modelId="{D97ED11B-CC08-4E7B-BF98-F1A648C1052F}" type="presParOf" srcId="{1B6B3F00-71DF-4BD0-AD0F-C69C0370A913}" destId="{269B621E-A046-4534-81B7-0667CF73FABC}" srcOrd="0" destOrd="0" presId="urn:microsoft.com/office/officeart/2018/5/layout/CenteredIconLabelDescriptionList"/>
    <dgm:cxn modelId="{C1245654-81B2-4774-A39F-4C718D13844E}" type="presParOf" srcId="{1B6B3F00-71DF-4BD0-AD0F-C69C0370A913}" destId="{259FAD55-9B3D-4016-B119-5C7B5218AE73}" srcOrd="1" destOrd="0" presId="urn:microsoft.com/office/officeart/2018/5/layout/CenteredIconLabelDescriptionList"/>
    <dgm:cxn modelId="{C07E7FAF-B7B4-4D0A-AB47-66B53C9C3463}" type="presParOf" srcId="{1B6B3F00-71DF-4BD0-AD0F-C69C0370A913}" destId="{859226AD-4E23-45DB-86C1-5A2D9284134E}" srcOrd="2" destOrd="0" presId="urn:microsoft.com/office/officeart/2018/5/layout/CenteredIconLabelDescriptionList"/>
    <dgm:cxn modelId="{FD988259-9CAF-4A61-9B1D-38ABEAD28C74}" type="presParOf" srcId="{1B6B3F00-71DF-4BD0-AD0F-C69C0370A913}" destId="{7AD57B78-5A70-4343-AF74-8D35AD35E376}" srcOrd="3" destOrd="0" presId="urn:microsoft.com/office/officeart/2018/5/layout/CenteredIconLabelDescriptionList"/>
    <dgm:cxn modelId="{86B05E3C-9D51-472C-95C1-D14C03D5A407}" type="presParOf" srcId="{1B6B3F00-71DF-4BD0-AD0F-C69C0370A913}" destId="{AC33396F-D732-4E5D-861F-B0CEFB3914B3}" srcOrd="4" destOrd="0" presId="urn:microsoft.com/office/officeart/2018/5/layout/CenteredIconLabelDescriptionList"/>
  </dgm:cxnLst>
  <dgm:bg/>
  <dgm:whole/>
  <dgm:extLst>
    <a:ext uri="http://schemas.microsoft.com/office/drawing/2008/diagram">
      <dsp:dataModelExt xmlns:dsp="http://schemas.microsoft.com/office/drawing/2008/diagram" relId="rId6" minVer="http://schemas.openxmlformats.org/drawingml/2006/diagram"/>
    </a:ext>
  </dgm:extLst>
</dgm:dataModel>
</file>

<file path=ppt/diagrams/data67.xml><?xml version="1.0" encoding="utf-8"?>
<dgm:dataModel xmlns:dgm="http://schemas.openxmlformats.org/drawingml/2006/diagram" xmlns:a="http://schemas.openxmlformats.org/drawingml/2006/main">
  <dgm:ptLst>
    <dgm:pt modelId="{9A2EC0CF-534A-4CFD-BB22-8A8F64BF3EA4}" type="doc">
      <dgm:prSet loTypeId="urn:microsoft.com/office/officeart/2018/5/layout/CenteredIconLabelDescriptionList" loCatId="icon" qsTypeId="urn:microsoft.com/office/officeart/2005/8/quickstyle/simple1" qsCatId="simple" csTypeId="urn:microsoft.com/office/officeart/2018/5/colors/Iconchunking_neutralbg_colorful2" csCatId="colorful" phldr="1"/>
      <dgm:spPr/>
      <dgm:t>
        <a:bodyPr/>
        <a:lstStyle/>
        <a:p>
          <a:endParaRPr lang="en-US"/>
        </a:p>
      </dgm:t>
    </dgm:pt>
    <dgm:pt modelId="{BE7EDE35-1BCF-4578-9E58-E66641357BA8}">
      <dgm:prSet/>
      <dgm:spPr/>
      <dgm:t>
        <a:bodyPr/>
        <a:lstStyle/>
        <a:p>
          <a:pPr>
            <a:lnSpc>
              <a:spcPct val="100000"/>
            </a:lnSpc>
            <a:defRPr b="1"/>
          </a:pPr>
          <a:r>
            <a:rPr lang="tr-TR" dirty="0" err="1"/>
            <a:t>Historical</a:t>
          </a:r>
          <a:r>
            <a:rPr lang="tr-TR" dirty="0"/>
            <a:t>  name</a:t>
          </a:r>
          <a:endParaRPr lang="en-US" dirty="0"/>
        </a:p>
      </dgm:t>
    </dgm:pt>
    <dgm:pt modelId="{F8FE0D70-B9A5-4EB7-80DB-1597A1DCF99D}" type="parTrans" cxnId="{4A34F3A7-0371-42B0-8F2E-FAF1E44AA4D7}">
      <dgm:prSet/>
      <dgm:spPr/>
      <dgm:t>
        <a:bodyPr/>
        <a:lstStyle/>
        <a:p>
          <a:endParaRPr lang="en-US"/>
        </a:p>
      </dgm:t>
    </dgm:pt>
    <dgm:pt modelId="{3311BA19-C9C3-42AC-9F2D-0703CA54C3B5}" type="sibTrans" cxnId="{4A34F3A7-0371-42B0-8F2E-FAF1E44AA4D7}">
      <dgm:prSet/>
      <dgm:spPr/>
      <dgm:t>
        <a:bodyPr/>
        <a:lstStyle/>
        <a:p>
          <a:endParaRPr lang="en-US"/>
        </a:p>
      </dgm:t>
    </dgm:pt>
    <dgm:pt modelId="{790EF8FF-A95D-4504-AF7B-5BC0319BD3E4}">
      <dgm:prSet/>
      <dgm:spPr/>
      <dgm:t>
        <a:bodyPr/>
        <a:lstStyle/>
        <a:p>
          <a:pPr>
            <a:lnSpc>
              <a:spcPct val="100000"/>
            </a:lnSpc>
          </a:pPr>
          <a:r>
            <a:rPr lang="en-US" i="1"/>
            <a:t>witness script</a:t>
          </a:r>
          <a:endParaRPr lang="en-US"/>
        </a:p>
      </dgm:t>
    </dgm:pt>
    <dgm:pt modelId="{7AE052EE-C281-448A-B79D-4BB3BDE76AC4}" type="parTrans" cxnId="{48B136EF-C639-48F6-B8CE-B3021B300662}">
      <dgm:prSet/>
      <dgm:spPr/>
      <dgm:t>
        <a:bodyPr/>
        <a:lstStyle/>
        <a:p>
          <a:endParaRPr lang="en-US"/>
        </a:p>
      </dgm:t>
    </dgm:pt>
    <dgm:pt modelId="{F35881A1-2D63-4EE8-8BCD-D578A7DB4196}" type="sibTrans" cxnId="{48B136EF-C639-48F6-B8CE-B3021B300662}">
      <dgm:prSet/>
      <dgm:spPr/>
      <dgm:t>
        <a:bodyPr/>
        <a:lstStyle/>
        <a:p>
          <a:endParaRPr lang="en-US"/>
        </a:p>
      </dgm:t>
    </dgm:pt>
    <dgm:pt modelId="{3F75CE30-C854-4D79-B8A5-B1EA5860E492}">
      <dgm:prSet/>
      <dgm:spPr/>
      <dgm:t>
        <a:bodyPr/>
        <a:lstStyle/>
        <a:p>
          <a:pPr>
            <a:lnSpc>
              <a:spcPct val="100000"/>
            </a:lnSpc>
          </a:pPr>
          <a:r>
            <a:rPr lang="tr-TR" i="1"/>
            <a:t>cryptographic puzzle</a:t>
          </a:r>
          <a:endParaRPr lang="en-US"/>
        </a:p>
      </dgm:t>
    </dgm:pt>
    <dgm:pt modelId="{6F178CC2-6F28-45FB-95F5-9BCE54139141}" type="parTrans" cxnId="{0D114B5A-FEC0-4D45-BC5C-8103C828E011}">
      <dgm:prSet/>
      <dgm:spPr/>
      <dgm:t>
        <a:bodyPr/>
        <a:lstStyle/>
        <a:p>
          <a:endParaRPr lang="en-US"/>
        </a:p>
      </dgm:t>
    </dgm:pt>
    <dgm:pt modelId="{52CD22D9-F886-4B7A-A110-66260A4D1532}" type="sibTrans" cxnId="{0D114B5A-FEC0-4D45-BC5C-8103C828E011}">
      <dgm:prSet/>
      <dgm:spPr/>
      <dgm:t>
        <a:bodyPr/>
        <a:lstStyle/>
        <a:p>
          <a:endParaRPr lang="en-US"/>
        </a:p>
      </dgm:t>
    </dgm:pt>
    <dgm:pt modelId="{8B19BC34-A1F3-4CED-80B4-695CE3BC3A16}">
      <dgm:prSet/>
      <dgm:spPr/>
      <dgm:t>
        <a:bodyPr/>
        <a:lstStyle/>
        <a:p>
          <a:pPr>
            <a:lnSpc>
              <a:spcPct val="100000"/>
            </a:lnSpc>
          </a:pPr>
          <a:r>
            <a:rPr lang="tr-TR" dirty="0" err="1"/>
            <a:t>contains</a:t>
          </a:r>
          <a:endParaRPr lang="en-US" dirty="0"/>
        </a:p>
      </dgm:t>
    </dgm:pt>
    <dgm:pt modelId="{1F3F9881-02C2-4BEC-888A-99D082779C71}" type="parTrans" cxnId="{7066D542-DB8E-42AD-9BCF-0EA28B85BE32}">
      <dgm:prSet/>
      <dgm:spPr/>
      <dgm:t>
        <a:bodyPr/>
        <a:lstStyle/>
        <a:p>
          <a:endParaRPr lang="tr-TR"/>
        </a:p>
      </dgm:t>
    </dgm:pt>
    <dgm:pt modelId="{AE9BDFF4-2FA9-4174-B91B-16FFE8F5F60C}" type="sibTrans" cxnId="{7066D542-DB8E-42AD-9BCF-0EA28B85BE32}">
      <dgm:prSet/>
      <dgm:spPr/>
      <dgm:t>
        <a:bodyPr/>
        <a:lstStyle/>
        <a:p>
          <a:endParaRPr lang="tr-TR"/>
        </a:p>
      </dgm:t>
    </dgm:pt>
    <dgm:pt modelId="{7E53589A-6D9B-4529-A2C8-0544818FB9FB}">
      <dgm:prSet/>
      <dgm:spPr/>
      <dgm:t>
        <a:bodyPr/>
        <a:lstStyle/>
        <a:p>
          <a:pPr>
            <a:lnSpc>
              <a:spcPct val="100000"/>
            </a:lnSpc>
            <a:defRPr b="1"/>
          </a:pPr>
          <a:r>
            <a:rPr lang="en-US" b="1"/>
            <a:t>bitcoin</a:t>
          </a:r>
          <a:r>
            <a:rPr lang="tr-TR" b="1"/>
            <a:t> address</a:t>
          </a:r>
          <a:endParaRPr lang="en-US"/>
        </a:p>
      </dgm:t>
    </dgm:pt>
    <dgm:pt modelId="{916F8EAB-0672-49BC-A672-5CBB3F34FC7A}" type="parTrans" cxnId="{42F4389F-7201-4FBB-9DFE-089F2B669BFE}">
      <dgm:prSet/>
      <dgm:spPr/>
      <dgm:t>
        <a:bodyPr/>
        <a:lstStyle/>
        <a:p>
          <a:endParaRPr lang="tr-TR"/>
        </a:p>
      </dgm:t>
    </dgm:pt>
    <dgm:pt modelId="{7DA89FC6-2FB5-45CD-994C-88FF31771656}" type="sibTrans" cxnId="{42F4389F-7201-4FBB-9DFE-089F2B669BFE}">
      <dgm:prSet/>
      <dgm:spPr/>
      <dgm:t>
        <a:bodyPr/>
        <a:lstStyle/>
        <a:p>
          <a:endParaRPr lang="tr-TR"/>
        </a:p>
      </dgm:t>
    </dgm:pt>
    <dgm:pt modelId="{B7B10826-276A-4148-9AEB-5BA56A7B309D}">
      <dgm:prSet/>
      <dgm:spPr/>
      <dgm:t>
        <a:bodyPr/>
        <a:lstStyle/>
        <a:p>
          <a:pPr>
            <a:lnSpc>
              <a:spcPct val="100000"/>
            </a:lnSpc>
          </a:pPr>
          <a:r>
            <a:rPr lang="tr-TR" b="0"/>
            <a:t>hash of a public key</a:t>
          </a:r>
          <a:r>
            <a:rPr lang="en-US"/>
            <a:t> </a:t>
          </a:r>
          <a:endParaRPr lang="en-US" b="0"/>
        </a:p>
      </dgm:t>
    </dgm:pt>
    <dgm:pt modelId="{C9C47D3A-77C1-4CDF-BA0E-4D64FC767B7A}" type="parTrans" cxnId="{61E11F05-1CA3-4FBD-B637-ED3B80803CE8}">
      <dgm:prSet/>
      <dgm:spPr/>
      <dgm:t>
        <a:bodyPr/>
        <a:lstStyle/>
        <a:p>
          <a:endParaRPr lang="tr-TR"/>
        </a:p>
      </dgm:t>
    </dgm:pt>
    <dgm:pt modelId="{E2E5A30F-C883-4B2C-A5A9-0D51CA63FF00}" type="sibTrans" cxnId="{61E11F05-1CA3-4FBD-B637-ED3B80803CE8}">
      <dgm:prSet/>
      <dgm:spPr/>
      <dgm:t>
        <a:bodyPr/>
        <a:lstStyle/>
        <a:p>
          <a:endParaRPr lang="tr-TR"/>
        </a:p>
      </dgm:t>
    </dgm:pt>
    <dgm:pt modelId="{6B5418A2-14DB-4CB8-ADE9-7E33CF063D0A}">
      <dgm:prSet/>
      <dgm:spPr/>
      <dgm:t>
        <a:bodyPr/>
        <a:lstStyle/>
        <a:p>
          <a:pPr>
            <a:lnSpc>
              <a:spcPct val="100000"/>
            </a:lnSpc>
            <a:defRPr b="1"/>
          </a:pPr>
          <a:r>
            <a:rPr lang="tr-TR"/>
            <a:t>Other names</a:t>
          </a:r>
          <a:endParaRPr lang="en-US"/>
        </a:p>
      </dgm:t>
    </dgm:pt>
    <dgm:pt modelId="{C357F88A-2E22-47B0-B753-FF9054FC2E3F}" type="sibTrans" cxnId="{D9801BA2-9600-4D34-96FB-F3FEC988CA11}">
      <dgm:prSet/>
      <dgm:spPr/>
      <dgm:t>
        <a:bodyPr/>
        <a:lstStyle/>
        <a:p>
          <a:endParaRPr lang="en-US"/>
        </a:p>
      </dgm:t>
    </dgm:pt>
    <dgm:pt modelId="{4D49573B-271E-4CDE-AFB2-3D36B1903BA9}" type="parTrans" cxnId="{D9801BA2-9600-4D34-96FB-F3FEC988CA11}">
      <dgm:prSet/>
      <dgm:spPr/>
      <dgm:t>
        <a:bodyPr/>
        <a:lstStyle/>
        <a:p>
          <a:endParaRPr lang="en-US"/>
        </a:p>
      </dgm:t>
    </dgm:pt>
    <dgm:pt modelId="{67FF6215-270F-4D29-95E9-F7F1B6B6DA21}">
      <dgm:prSet/>
      <dgm:spPr/>
      <dgm:t>
        <a:bodyPr/>
        <a:lstStyle/>
        <a:p>
          <a:pPr>
            <a:lnSpc>
              <a:spcPct val="100000"/>
            </a:lnSpc>
          </a:pPr>
          <a:r>
            <a:rPr lang="en-US" i="1" dirty="0" err="1"/>
            <a:t>scriptPubKey</a:t>
          </a:r>
          <a:endParaRPr lang="en-US" dirty="0"/>
        </a:p>
      </dgm:t>
    </dgm:pt>
    <dgm:pt modelId="{3CC78DCD-7135-47A0-BCDC-CBF46126EA1D}" type="parTrans" cxnId="{FB18411B-23C3-4AB2-AACF-A5270A30856F}">
      <dgm:prSet/>
      <dgm:spPr/>
      <dgm:t>
        <a:bodyPr/>
        <a:lstStyle/>
        <a:p>
          <a:endParaRPr lang="tr-TR"/>
        </a:p>
      </dgm:t>
    </dgm:pt>
    <dgm:pt modelId="{4B9C83CF-B27C-4EDE-9D6D-E9EE644EDE62}" type="sibTrans" cxnId="{FB18411B-23C3-4AB2-AACF-A5270A30856F}">
      <dgm:prSet/>
      <dgm:spPr/>
      <dgm:t>
        <a:bodyPr/>
        <a:lstStyle/>
        <a:p>
          <a:endParaRPr lang="tr-TR"/>
        </a:p>
      </dgm:t>
    </dgm:pt>
    <dgm:pt modelId="{318D9686-F160-4545-BEF5-B38400B0027D}">
      <dgm:prSet/>
      <dgm:spPr/>
      <dgm:t>
        <a:bodyPr/>
        <a:lstStyle/>
        <a:p>
          <a:r>
            <a:rPr lang="en-US" b="1" dirty="0"/>
            <a:t>public</a:t>
          </a:r>
          <a:r>
            <a:rPr lang="en-US" dirty="0"/>
            <a:t> key</a:t>
          </a:r>
        </a:p>
      </dgm:t>
    </dgm:pt>
    <dgm:pt modelId="{ED73F960-E1D4-455A-8788-D960D115B139}" type="parTrans" cxnId="{4DC6B0E1-A03D-4968-B119-48FD2317A111}">
      <dgm:prSet/>
      <dgm:spPr/>
      <dgm:t>
        <a:bodyPr/>
        <a:lstStyle/>
        <a:p>
          <a:endParaRPr lang="tr-TR"/>
        </a:p>
      </dgm:t>
    </dgm:pt>
    <dgm:pt modelId="{32141AC7-BCAF-4453-9895-8ECCB310D1CE}" type="sibTrans" cxnId="{4DC6B0E1-A03D-4968-B119-48FD2317A111}">
      <dgm:prSet/>
      <dgm:spPr/>
      <dgm:t>
        <a:bodyPr/>
        <a:lstStyle/>
        <a:p>
          <a:endParaRPr lang="tr-TR"/>
        </a:p>
      </dgm:t>
    </dgm:pt>
    <dgm:pt modelId="{92251E6D-E0A3-4C92-8449-3C8F098810E2}">
      <dgm:prSet/>
      <dgm:spPr/>
      <dgm:t>
        <a:bodyPr/>
        <a:lstStyle/>
        <a:p>
          <a:r>
            <a:rPr lang="tr-TR"/>
            <a:t>or </a:t>
          </a:r>
          <a:r>
            <a:rPr lang="tr-TR" b="1" dirty="0" err="1"/>
            <a:t>bitcoin</a:t>
          </a:r>
          <a:r>
            <a:rPr lang="tr-TR" b="1" dirty="0"/>
            <a:t> </a:t>
          </a:r>
          <a:r>
            <a:rPr lang="tr-TR" b="1" dirty="0" err="1"/>
            <a:t>address</a:t>
          </a:r>
          <a:endParaRPr lang="en-US" dirty="0"/>
        </a:p>
      </dgm:t>
    </dgm:pt>
    <dgm:pt modelId="{8F670FDD-78B0-4299-98BA-E7B4FA7F9B7F}" type="parTrans" cxnId="{1DAF7F0A-D8C1-45C1-A470-C399E6E6A6E1}">
      <dgm:prSet/>
      <dgm:spPr/>
      <dgm:t>
        <a:bodyPr/>
        <a:lstStyle/>
        <a:p>
          <a:endParaRPr lang="tr-TR"/>
        </a:p>
      </dgm:t>
    </dgm:pt>
    <dgm:pt modelId="{735F519F-A56A-44FD-B565-FDEC867C5663}" type="sibTrans" cxnId="{1DAF7F0A-D8C1-45C1-A470-C399E6E6A6E1}">
      <dgm:prSet/>
      <dgm:spPr/>
      <dgm:t>
        <a:bodyPr/>
        <a:lstStyle/>
        <a:p>
          <a:endParaRPr lang="tr-TR"/>
        </a:p>
      </dgm:t>
    </dgm:pt>
    <dgm:pt modelId="{CE1DBC3E-2951-4FEE-B0AF-67F7A4342CA4}" type="pres">
      <dgm:prSet presAssocID="{9A2EC0CF-534A-4CFD-BB22-8A8F64BF3EA4}" presName="root" presStyleCnt="0">
        <dgm:presLayoutVars>
          <dgm:dir/>
          <dgm:resizeHandles val="exact"/>
        </dgm:presLayoutVars>
      </dgm:prSet>
      <dgm:spPr/>
    </dgm:pt>
    <dgm:pt modelId="{C737F27B-25E7-40E0-8817-1266047D56B1}" type="pres">
      <dgm:prSet presAssocID="{BE7EDE35-1BCF-4578-9E58-E66641357BA8}" presName="compNode" presStyleCnt="0"/>
      <dgm:spPr/>
    </dgm:pt>
    <dgm:pt modelId="{3E871728-9766-4DAB-B0D7-92FCD1D7E759}" type="pres">
      <dgm:prSet presAssocID="{BE7EDE35-1BCF-4578-9E58-E66641357BA8}" presName="iconRect" presStyleLbl="node1" presStyleIdx="0" presStyleCnt="3"/>
      <dgm:spPr>
        <a:blipFill rotWithShape="1">
          <a:blip xmlns:r="http://schemas.openxmlformats.org/officeDocument/2006/relationships" r:embed="rId1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2"/>
              </a:ext>
            </a:extLst>
          </a:blip>
          <a:srcRect/>
          <a:stretch>
            <a:fillRect/>
          </a:stretch>
        </a:blipFill>
        <a:ln>
          <a:noFill/>
        </a:ln>
      </dgm:spPr>
    </dgm:pt>
    <dgm:pt modelId="{52C3082C-5C93-4A49-86E6-E9597ADE3803}" type="pres">
      <dgm:prSet presAssocID="{BE7EDE35-1BCF-4578-9E58-E66641357BA8}" presName="iconSpace" presStyleCnt="0"/>
      <dgm:spPr/>
    </dgm:pt>
    <dgm:pt modelId="{14CCB13A-B89F-4733-AFD5-EFA441BB7F2D}" type="pres">
      <dgm:prSet presAssocID="{BE7EDE35-1BCF-4578-9E58-E66641357BA8}" presName="parTx" presStyleLbl="revTx" presStyleIdx="0" presStyleCnt="6">
        <dgm:presLayoutVars>
          <dgm:chMax val="0"/>
          <dgm:chPref val="0"/>
        </dgm:presLayoutVars>
      </dgm:prSet>
      <dgm:spPr/>
    </dgm:pt>
    <dgm:pt modelId="{E891FE3A-6AFF-4A57-AA24-8501D503AE13}" type="pres">
      <dgm:prSet presAssocID="{BE7EDE35-1BCF-4578-9E58-E66641357BA8}" presName="txSpace" presStyleCnt="0"/>
      <dgm:spPr/>
    </dgm:pt>
    <dgm:pt modelId="{1BEA09AC-99D8-4385-A98E-5FBC99E50400}" type="pres">
      <dgm:prSet presAssocID="{BE7EDE35-1BCF-4578-9E58-E66641357BA8}" presName="desTx" presStyleLbl="revTx" presStyleIdx="1" presStyleCnt="6">
        <dgm:presLayoutVars/>
      </dgm:prSet>
      <dgm:spPr/>
    </dgm:pt>
    <dgm:pt modelId="{C41106A0-813B-445B-8450-43AB96FE4CB9}" type="pres">
      <dgm:prSet presAssocID="{3311BA19-C9C3-42AC-9F2D-0703CA54C3B5}" presName="sibTrans" presStyleCnt="0"/>
      <dgm:spPr/>
    </dgm:pt>
    <dgm:pt modelId="{FE946533-0344-4930-BB3D-334FCD0DAA5C}" type="pres">
      <dgm:prSet presAssocID="{7E53589A-6D9B-4529-A2C8-0544818FB9FB}" presName="compNode" presStyleCnt="0"/>
      <dgm:spPr/>
    </dgm:pt>
    <dgm:pt modelId="{E135FE6E-F3F0-478C-8E40-6D66E9061E49}" type="pres">
      <dgm:prSet presAssocID="{7E53589A-6D9B-4529-A2C8-0544818FB9FB}" presName="iconRect" presStyleLbl="node1" presStyleIdx="1" presStyleCnt="3"/>
      <dgm:spPr>
        <a:blipFill>
          <a:blip xmlns:r="http://schemas.openxmlformats.org/officeDocument/2006/relationships" r:embed="rId3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4"/>
              </a:ext>
            </a:extLst>
          </a:blip>
          <a:stretch>
            <a:fillRect/>
          </a:stretch>
        </a:blipFill>
      </dgm:spPr>
      <dgm:extLst>
        <a:ext uri="{E40237B7-FDA0-4F09-8148-C483321AD2D9}">
          <dgm14:cNvPr xmlns:dgm14="http://schemas.microsoft.com/office/drawing/2010/diagram" id="0" name="" descr="Bank"/>
        </a:ext>
      </dgm:extLst>
    </dgm:pt>
    <dgm:pt modelId="{1D37F17A-A744-431B-B335-C385B0183D3C}" type="pres">
      <dgm:prSet presAssocID="{7E53589A-6D9B-4529-A2C8-0544818FB9FB}" presName="iconSpace" presStyleCnt="0"/>
      <dgm:spPr/>
    </dgm:pt>
    <dgm:pt modelId="{1F778B30-9AF3-470E-B6E0-F1DEA0CC54F0}" type="pres">
      <dgm:prSet presAssocID="{7E53589A-6D9B-4529-A2C8-0544818FB9FB}" presName="parTx" presStyleLbl="revTx" presStyleIdx="2" presStyleCnt="6">
        <dgm:presLayoutVars>
          <dgm:chMax val="0"/>
          <dgm:chPref val="0"/>
        </dgm:presLayoutVars>
      </dgm:prSet>
      <dgm:spPr/>
    </dgm:pt>
    <dgm:pt modelId="{7183B448-2C15-4ACB-B206-A96AF627DD5D}" type="pres">
      <dgm:prSet presAssocID="{7E53589A-6D9B-4529-A2C8-0544818FB9FB}" presName="txSpace" presStyleCnt="0"/>
      <dgm:spPr/>
    </dgm:pt>
    <dgm:pt modelId="{D00AA5FD-BBCA-4AA8-9293-777FC6AE7030}" type="pres">
      <dgm:prSet presAssocID="{7E53589A-6D9B-4529-A2C8-0544818FB9FB}" presName="desTx" presStyleLbl="revTx" presStyleIdx="3" presStyleCnt="6">
        <dgm:presLayoutVars/>
      </dgm:prSet>
      <dgm:spPr/>
    </dgm:pt>
    <dgm:pt modelId="{2C6CA0F3-DCA0-41F4-9490-1D1D781E81D8}" type="pres">
      <dgm:prSet presAssocID="{7DA89FC6-2FB5-45CD-994C-88FF31771656}" presName="sibTrans" presStyleCnt="0"/>
      <dgm:spPr/>
    </dgm:pt>
    <dgm:pt modelId="{A3327D81-84DB-4A42-8798-6B8DA02F69AB}" type="pres">
      <dgm:prSet presAssocID="{6B5418A2-14DB-4CB8-ADE9-7E33CF063D0A}" presName="compNode" presStyleCnt="0"/>
      <dgm:spPr/>
    </dgm:pt>
    <dgm:pt modelId="{6FC43753-3938-4E7A-95AC-6B61A2456848}" type="pres">
      <dgm:prSet presAssocID="{6B5418A2-14DB-4CB8-ADE9-7E33CF063D0A}" presName="iconRect" presStyleLbl="node1" presStyleIdx="2" presStyleCnt="3"/>
      <dgm:spPr>
        <a:blipFill>
          <a:blip xmlns:r="http://schemas.openxmlformats.org/officeDocument/2006/relationships" r:embed="rId5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6"/>
              </a:ext>
            </a:extLst>
          </a:blip>
          <a:stretch>
            <a:fillRect/>
          </a:stretch>
        </a:blipFill>
        <a:ln>
          <a:noFill/>
        </a:ln>
      </dgm:spPr>
      <dgm:extLst>
        <a:ext uri="{E40237B7-FDA0-4F09-8148-C483321AD2D9}">
          <dgm14:cNvPr xmlns:dgm14="http://schemas.microsoft.com/office/drawing/2010/diagram" id="0" name="" descr="Eye"/>
        </a:ext>
      </dgm:extLst>
    </dgm:pt>
    <dgm:pt modelId="{E9917CE0-54BC-4A6C-9A83-C464D73EDF1A}" type="pres">
      <dgm:prSet presAssocID="{6B5418A2-14DB-4CB8-ADE9-7E33CF063D0A}" presName="iconSpace" presStyleCnt="0"/>
      <dgm:spPr/>
    </dgm:pt>
    <dgm:pt modelId="{3B995CBE-96EF-4779-8C54-B9E80FF536EA}" type="pres">
      <dgm:prSet presAssocID="{6B5418A2-14DB-4CB8-ADE9-7E33CF063D0A}" presName="parTx" presStyleLbl="revTx" presStyleIdx="4" presStyleCnt="6">
        <dgm:presLayoutVars>
          <dgm:chMax val="0"/>
          <dgm:chPref val="0"/>
        </dgm:presLayoutVars>
      </dgm:prSet>
      <dgm:spPr/>
    </dgm:pt>
    <dgm:pt modelId="{EE14EC5F-16F0-4650-85A4-63E608147566}" type="pres">
      <dgm:prSet presAssocID="{6B5418A2-14DB-4CB8-ADE9-7E33CF063D0A}" presName="txSpace" presStyleCnt="0"/>
      <dgm:spPr/>
    </dgm:pt>
    <dgm:pt modelId="{13A12C13-5EDF-46B5-AB4C-5525B42B65E2}" type="pres">
      <dgm:prSet presAssocID="{6B5418A2-14DB-4CB8-ADE9-7E33CF063D0A}" presName="desTx" presStyleLbl="revTx" presStyleIdx="5" presStyleCnt="6">
        <dgm:presLayoutVars/>
      </dgm:prSet>
      <dgm:spPr/>
    </dgm:pt>
  </dgm:ptLst>
  <dgm:cxnLst>
    <dgm:cxn modelId="{61E11F05-1CA3-4FBD-B637-ED3B80803CE8}" srcId="{7E53589A-6D9B-4529-A2C8-0544818FB9FB}" destId="{B7B10826-276A-4148-9AEB-5BA56A7B309D}" srcOrd="0" destOrd="0" parTransId="{C9C47D3A-77C1-4CDF-BA0E-4D64FC767B7A}" sibTransId="{E2E5A30F-C883-4B2C-A5A9-0D51CA63FF00}"/>
    <dgm:cxn modelId="{FF74E909-A8F6-4DD9-946D-9897ECC83506}" type="presOf" srcId="{8B19BC34-A1F3-4CED-80B4-695CE3BC3A16}" destId="{1BEA09AC-99D8-4385-A98E-5FBC99E50400}" srcOrd="0" destOrd="1" presId="urn:microsoft.com/office/officeart/2018/5/layout/CenteredIconLabelDescriptionList"/>
    <dgm:cxn modelId="{1DAF7F0A-D8C1-45C1-A470-C399E6E6A6E1}" srcId="{8B19BC34-A1F3-4CED-80B4-695CE3BC3A16}" destId="{92251E6D-E0A3-4C92-8449-3C8F098810E2}" srcOrd="1" destOrd="0" parTransId="{8F670FDD-78B0-4299-98BA-E7B4FA7F9B7F}" sibTransId="{735F519F-A56A-44FD-B565-FDEC867C5663}"/>
    <dgm:cxn modelId="{FB18411B-23C3-4AB2-AACF-A5270A30856F}" srcId="{BE7EDE35-1BCF-4578-9E58-E66641357BA8}" destId="{67FF6215-270F-4D29-95E9-F7F1B6B6DA21}" srcOrd="0" destOrd="0" parTransId="{3CC78DCD-7135-47A0-BCDC-CBF46126EA1D}" sibTransId="{4B9C83CF-B27C-4EDE-9D6D-E9EE644EDE62}"/>
    <dgm:cxn modelId="{BE2FB91F-5B80-4C80-B45A-EB5CE08704D4}" type="presOf" srcId="{318D9686-F160-4545-BEF5-B38400B0027D}" destId="{1BEA09AC-99D8-4385-A98E-5FBC99E50400}" srcOrd="0" destOrd="2" presId="urn:microsoft.com/office/officeart/2018/5/layout/CenteredIconLabelDescriptionList"/>
    <dgm:cxn modelId="{974E4329-EAB0-4DE4-890D-62A35BB91B97}" type="presOf" srcId="{3F75CE30-C854-4D79-B8A5-B1EA5860E492}" destId="{13A12C13-5EDF-46B5-AB4C-5525B42B65E2}" srcOrd="0" destOrd="1" presId="urn:microsoft.com/office/officeart/2018/5/layout/CenteredIconLabelDescriptionList"/>
    <dgm:cxn modelId="{6D997039-81CD-466A-8AB9-571FD07C9045}" type="presOf" srcId="{7E53589A-6D9B-4529-A2C8-0544818FB9FB}" destId="{1F778B30-9AF3-470E-B6E0-F1DEA0CC54F0}" srcOrd="0" destOrd="0" presId="urn:microsoft.com/office/officeart/2018/5/layout/CenteredIconLabelDescriptionList"/>
    <dgm:cxn modelId="{DD1E143B-8FD9-4132-8913-B5DA63BF07EA}" type="presOf" srcId="{B7B10826-276A-4148-9AEB-5BA56A7B309D}" destId="{D00AA5FD-BBCA-4AA8-9293-777FC6AE7030}" srcOrd="0" destOrd="0" presId="urn:microsoft.com/office/officeart/2018/5/layout/CenteredIconLabelDescriptionList"/>
    <dgm:cxn modelId="{7066D542-DB8E-42AD-9BCF-0EA28B85BE32}" srcId="{BE7EDE35-1BCF-4578-9E58-E66641357BA8}" destId="{8B19BC34-A1F3-4CED-80B4-695CE3BC3A16}" srcOrd="1" destOrd="0" parTransId="{1F3F9881-02C2-4BEC-888A-99D082779C71}" sibTransId="{AE9BDFF4-2FA9-4174-B91B-16FFE8F5F60C}"/>
    <dgm:cxn modelId="{E64DB76E-B2F3-44FF-B196-21BDF0F7C5BB}" type="presOf" srcId="{9A2EC0CF-534A-4CFD-BB22-8A8F64BF3EA4}" destId="{CE1DBC3E-2951-4FEE-B0AF-67F7A4342CA4}" srcOrd="0" destOrd="0" presId="urn:microsoft.com/office/officeart/2018/5/layout/CenteredIconLabelDescriptionList"/>
    <dgm:cxn modelId="{2E284B75-2C2F-4F23-96AF-C4C9E44C4FEE}" type="presOf" srcId="{6B5418A2-14DB-4CB8-ADE9-7E33CF063D0A}" destId="{3B995CBE-96EF-4779-8C54-B9E80FF536EA}" srcOrd="0" destOrd="0" presId="urn:microsoft.com/office/officeart/2018/5/layout/CenteredIconLabelDescriptionList"/>
    <dgm:cxn modelId="{0D114B5A-FEC0-4D45-BC5C-8103C828E011}" srcId="{6B5418A2-14DB-4CB8-ADE9-7E33CF063D0A}" destId="{3F75CE30-C854-4D79-B8A5-B1EA5860E492}" srcOrd="1" destOrd="0" parTransId="{6F178CC2-6F28-45FB-95F5-9BCE54139141}" sibTransId="{52CD22D9-F886-4B7A-A110-66260A4D1532}"/>
    <dgm:cxn modelId="{2F809885-6145-4F59-B3EC-AEE20CC00A0D}" type="presOf" srcId="{92251E6D-E0A3-4C92-8449-3C8F098810E2}" destId="{1BEA09AC-99D8-4385-A98E-5FBC99E50400}" srcOrd="0" destOrd="3" presId="urn:microsoft.com/office/officeart/2018/5/layout/CenteredIconLabelDescriptionList"/>
    <dgm:cxn modelId="{E78DFD9B-2E10-4198-A50C-5E94AA33C3AF}" type="presOf" srcId="{BE7EDE35-1BCF-4578-9E58-E66641357BA8}" destId="{14CCB13A-B89F-4733-AFD5-EFA441BB7F2D}" srcOrd="0" destOrd="0" presId="urn:microsoft.com/office/officeart/2018/5/layout/CenteredIconLabelDescriptionList"/>
    <dgm:cxn modelId="{42F4389F-7201-4FBB-9DFE-089F2B669BFE}" srcId="{9A2EC0CF-534A-4CFD-BB22-8A8F64BF3EA4}" destId="{7E53589A-6D9B-4529-A2C8-0544818FB9FB}" srcOrd="1" destOrd="0" parTransId="{916F8EAB-0672-49BC-A672-5CBB3F34FC7A}" sibTransId="{7DA89FC6-2FB5-45CD-994C-88FF31771656}"/>
    <dgm:cxn modelId="{D9801BA2-9600-4D34-96FB-F3FEC988CA11}" srcId="{9A2EC0CF-534A-4CFD-BB22-8A8F64BF3EA4}" destId="{6B5418A2-14DB-4CB8-ADE9-7E33CF063D0A}" srcOrd="2" destOrd="0" parTransId="{4D49573B-271E-4CDE-AFB2-3D36B1903BA9}" sibTransId="{C357F88A-2E22-47B0-B753-FF9054FC2E3F}"/>
    <dgm:cxn modelId="{4A34F3A7-0371-42B0-8F2E-FAF1E44AA4D7}" srcId="{9A2EC0CF-534A-4CFD-BB22-8A8F64BF3EA4}" destId="{BE7EDE35-1BCF-4578-9E58-E66641357BA8}" srcOrd="0" destOrd="0" parTransId="{F8FE0D70-B9A5-4EB7-80DB-1597A1DCF99D}" sibTransId="{3311BA19-C9C3-42AC-9F2D-0703CA54C3B5}"/>
    <dgm:cxn modelId="{4DC6B0E1-A03D-4968-B119-48FD2317A111}" srcId="{8B19BC34-A1F3-4CED-80B4-695CE3BC3A16}" destId="{318D9686-F160-4545-BEF5-B38400B0027D}" srcOrd="0" destOrd="0" parTransId="{ED73F960-E1D4-455A-8788-D960D115B139}" sibTransId="{32141AC7-BCAF-4453-9895-8ECCB310D1CE}"/>
    <dgm:cxn modelId="{F6C739E8-6E50-47B9-8E77-23EFE709F9DE}" type="presOf" srcId="{790EF8FF-A95D-4504-AF7B-5BC0319BD3E4}" destId="{13A12C13-5EDF-46B5-AB4C-5525B42B65E2}" srcOrd="0" destOrd="0" presId="urn:microsoft.com/office/officeart/2018/5/layout/CenteredIconLabelDescriptionList"/>
    <dgm:cxn modelId="{48B136EF-C639-48F6-B8CE-B3021B300662}" srcId="{6B5418A2-14DB-4CB8-ADE9-7E33CF063D0A}" destId="{790EF8FF-A95D-4504-AF7B-5BC0319BD3E4}" srcOrd="0" destOrd="0" parTransId="{7AE052EE-C281-448A-B79D-4BB3BDE76AC4}" sibTransId="{F35881A1-2D63-4EE8-8BCD-D578A7DB4196}"/>
    <dgm:cxn modelId="{97DD8EF6-DD76-43F9-87C8-5002A661ECAE}" type="presOf" srcId="{67FF6215-270F-4D29-95E9-F7F1B6B6DA21}" destId="{1BEA09AC-99D8-4385-A98E-5FBC99E50400}" srcOrd="0" destOrd="0" presId="urn:microsoft.com/office/officeart/2018/5/layout/CenteredIconLabelDescriptionList"/>
    <dgm:cxn modelId="{BFD0A304-EFC6-40FA-A00B-997159613972}" type="presParOf" srcId="{CE1DBC3E-2951-4FEE-B0AF-67F7A4342CA4}" destId="{C737F27B-25E7-40E0-8817-1266047D56B1}" srcOrd="0" destOrd="0" presId="urn:microsoft.com/office/officeart/2018/5/layout/CenteredIconLabelDescriptionList"/>
    <dgm:cxn modelId="{734FA6D3-EEF4-441E-9CA4-136161CBF622}" type="presParOf" srcId="{C737F27B-25E7-40E0-8817-1266047D56B1}" destId="{3E871728-9766-4DAB-B0D7-92FCD1D7E759}" srcOrd="0" destOrd="0" presId="urn:microsoft.com/office/officeart/2018/5/layout/CenteredIconLabelDescriptionList"/>
    <dgm:cxn modelId="{02A1B712-B18C-40E4-BE2E-15B25B665470}" type="presParOf" srcId="{C737F27B-25E7-40E0-8817-1266047D56B1}" destId="{52C3082C-5C93-4A49-86E6-E9597ADE3803}" srcOrd="1" destOrd="0" presId="urn:microsoft.com/office/officeart/2018/5/layout/CenteredIconLabelDescriptionList"/>
    <dgm:cxn modelId="{B6C7C049-9E9E-4E19-A23C-C764336538E9}" type="presParOf" srcId="{C737F27B-25E7-40E0-8817-1266047D56B1}" destId="{14CCB13A-B89F-4733-AFD5-EFA441BB7F2D}" srcOrd="2" destOrd="0" presId="urn:microsoft.com/office/officeart/2018/5/layout/CenteredIconLabelDescriptionList"/>
    <dgm:cxn modelId="{812C8DB8-E5C5-4616-A486-09421F9A8998}" type="presParOf" srcId="{C737F27B-25E7-40E0-8817-1266047D56B1}" destId="{E891FE3A-6AFF-4A57-AA24-8501D503AE13}" srcOrd="3" destOrd="0" presId="urn:microsoft.com/office/officeart/2018/5/layout/CenteredIconLabelDescriptionList"/>
    <dgm:cxn modelId="{D3577B10-22D2-4FD4-8EFC-7D3ABE8BBAFC}" type="presParOf" srcId="{C737F27B-25E7-40E0-8817-1266047D56B1}" destId="{1BEA09AC-99D8-4385-A98E-5FBC99E50400}" srcOrd="4" destOrd="0" presId="urn:microsoft.com/office/officeart/2018/5/layout/CenteredIconLabelDescriptionList"/>
    <dgm:cxn modelId="{106F0FC3-FB6D-417C-9250-1BBC7EF7EB74}" type="presParOf" srcId="{CE1DBC3E-2951-4FEE-B0AF-67F7A4342CA4}" destId="{C41106A0-813B-445B-8450-43AB96FE4CB9}" srcOrd="1" destOrd="0" presId="urn:microsoft.com/office/officeart/2018/5/layout/CenteredIconLabelDescriptionList"/>
    <dgm:cxn modelId="{1BB1DC97-520C-4BE7-92B0-C8B84DF1F73E}" type="presParOf" srcId="{CE1DBC3E-2951-4FEE-B0AF-67F7A4342CA4}" destId="{FE946533-0344-4930-BB3D-334FCD0DAA5C}" srcOrd="2" destOrd="0" presId="urn:microsoft.com/office/officeart/2018/5/layout/CenteredIconLabelDescriptionList"/>
    <dgm:cxn modelId="{0AF9C5E7-990C-4369-9E46-EF1732C1A584}" type="presParOf" srcId="{FE946533-0344-4930-BB3D-334FCD0DAA5C}" destId="{E135FE6E-F3F0-478C-8E40-6D66E9061E49}" srcOrd="0" destOrd="0" presId="urn:microsoft.com/office/officeart/2018/5/layout/CenteredIconLabelDescriptionList"/>
    <dgm:cxn modelId="{4CD54408-2282-40E8-B567-E05737ADF109}" type="presParOf" srcId="{FE946533-0344-4930-BB3D-334FCD0DAA5C}" destId="{1D37F17A-A744-431B-B335-C385B0183D3C}" srcOrd="1" destOrd="0" presId="urn:microsoft.com/office/officeart/2018/5/layout/CenteredIconLabelDescriptionList"/>
    <dgm:cxn modelId="{E1982F1F-12B3-4CA7-BEAC-2EBE4F3BD70F}" type="presParOf" srcId="{FE946533-0344-4930-BB3D-334FCD0DAA5C}" destId="{1F778B30-9AF3-470E-B6E0-F1DEA0CC54F0}" srcOrd="2" destOrd="0" presId="urn:microsoft.com/office/officeart/2018/5/layout/CenteredIconLabelDescriptionList"/>
    <dgm:cxn modelId="{E5BADAC7-62FE-4B66-A890-757E42556A9B}" type="presParOf" srcId="{FE946533-0344-4930-BB3D-334FCD0DAA5C}" destId="{7183B448-2C15-4ACB-B206-A96AF627DD5D}" srcOrd="3" destOrd="0" presId="urn:microsoft.com/office/officeart/2018/5/layout/CenteredIconLabelDescriptionList"/>
    <dgm:cxn modelId="{2980B8F2-EBAC-4EDC-BEB0-28DBEFA39DEC}" type="presParOf" srcId="{FE946533-0344-4930-BB3D-334FCD0DAA5C}" destId="{D00AA5FD-BBCA-4AA8-9293-777FC6AE7030}" srcOrd="4" destOrd="0" presId="urn:microsoft.com/office/officeart/2018/5/layout/CenteredIconLabelDescriptionList"/>
    <dgm:cxn modelId="{B0D84807-E209-43FF-A2E4-4F3EF5A423AF}" type="presParOf" srcId="{CE1DBC3E-2951-4FEE-B0AF-67F7A4342CA4}" destId="{2C6CA0F3-DCA0-41F4-9490-1D1D781E81D8}" srcOrd="3" destOrd="0" presId="urn:microsoft.com/office/officeart/2018/5/layout/CenteredIconLabelDescriptionList"/>
    <dgm:cxn modelId="{EE154631-2A67-46C9-A73B-C985ED486B4A}" type="presParOf" srcId="{CE1DBC3E-2951-4FEE-B0AF-67F7A4342CA4}" destId="{A3327D81-84DB-4A42-8798-6B8DA02F69AB}" srcOrd="4" destOrd="0" presId="urn:microsoft.com/office/officeart/2018/5/layout/CenteredIconLabelDescriptionList"/>
    <dgm:cxn modelId="{EA73CBFC-993D-45F8-8D04-C195D78A61DE}" type="presParOf" srcId="{A3327D81-84DB-4A42-8798-6B8DA02F69AB}" destId="{6FC43753-3938-4E7A-95AC-6B61A2456848}" srcOrd="0" destOrd="0" presId="urn:microsoft.com/office/officeart/2018/5/layout/CenteredIconLabelDescriptionList"/>
    <dgm:cxn modelId="{0D400555-E95E-4557-8409-49A9ECD6215D}" type="presParOf" srcId="{A3327D81-84DB-4A42-8798-6B8DA02F69AB}" destId="{E9917CE0-54BC-4A6C-9A83-C464D73EDF1A}" srcOrd="1" destOrd="0" presId="urn:microsoft.com/office/officeart/2018/5/layout/CenteredIconLabelDescriptionList"/>
    <dgm:cxn modelId="{CB365EFC-C889-4CFD-964D-54D1B5B5294D}" type="presParOf" srcId="{A3327D81-84DB-4A42-8798-6B8DA02F69AB}" destId="{3B995CBE-96EF-4779-8C54-B9E80FF536EA}" srcOrd="2" destOrd="0" presId="urn:microsoft.com/office/officeart/2018/5/layout/CenteredIconLabelDescriptionList"/>
    <dgm:cxn modelId="{D5DD00C0-9ED7-4CD6-A96B-FCECFDF24230}" type="presParOf" srcId="{A3327D81-84DB-4A42-8798-6B8DA02F69AB}" destId="{EE14EC5F-16F0-4650-85A4-63E608147566}" srcOrd="3" destOrd="0" presId="urn:microsoft.com/office/officeart/2018/5/layout/CenteredIconLabelDescriptionList"/>
    <dgm:cxn modelId="{B7A14D78-5BD2-4F46-832F-A380F956E39F}" type="presParOf" srcId="{A3327D81-84DB-4A42-8798-6B8DA02F69AB}" destId="{13A12C13-5EDF-46B5-AB4C-5525B42B65E2}" srcOrd="4" destOrd="0" presId="urn:microsoft.com/office/officeart/2018/5/layout/CenteredIconLabelDescriptionList"/>
  </dgm:cxnLst>
  <dgm:bg/>
  <dgm:whole/>
  <dgm:extLst>
    <a:ext uri="http://schemas.microsoft.com/office/drawing/2008/diagram">
      <dsp:dataModelExt xmlns:dsp="http://schemas.microsoft.com/office/drawing/2008/diagram" relId="rId7" minVer="http://schemas.openxmlformats.org/drawingml/2006/diagram"/>
    </a:ext>
  </dgm:extLst>
</dgm:dataModel>
</file>

<file path=ppt/diagrams/data68.xml><?xml version="1.0" encoding="utf-8"?>
<dgm:dataModel xmlns:dgm="http://schemas.openxmlformats.org/drawingml/2006/diagram" xmlns:a="http://schemas.openxmlformats.org/drawingml/2006/main">
  <dgm:ptLst>
    <dgm:pt modelId="{B87AA9E5-EA77-4980-97F0-182B5E10E619}" type="doc">
      <dgm:prSet loTypeId="urn:microsoft.com/office/officeart/2018/5/layout/CenteredIconLabelDescriptionList" loCatId="icon" qsTypeId="urn:microsoft.com/office/officeart/2005/8/quickstyle/simple1" qsCatId="simple" csTypeId="urn:microsoft.com/office/officeart/2018/5/colors/Iconchunking_neutralbg_colorful2" csCatId="colorful" phldr="1"/>
      <dgm:spPr/>
      <dgm:t>
        <a:bodyPr/>
        <a:lstStyle/>
        <a:p>
          <a:endParaRPr lang="en-US"/>
        </a:p>
      </dgm:t>
    </dgm:pt>
    <dgm:pt modelId="{E9C16D2E-F436-4ACA-B429-6A01585B24EF}">
      <dgm:prSet/>
      <dgm:spPr/>
      <dgm:t>
        <a:bodyPr/>
        <a:lstStyle/>
        <a:p>
          <a:pPr>
            <a:lnSpc>
              <a:spcPct val="100000"/>
            </a:lnSpc>
            <a:defRPr b="1"/>
          </a:pPr>
          <a:r>
            <a:rPr lang="tr-TR"/>
            <a:t>Unlocking script</a:t>
          </a:r>
          <a:endParaRPr lang="en-US"/>
        </a:p>
      </dgm:t>
    </dgm:pt>
    <dgm:pt modelId="{CF5E7BFB-5270-4304-95FC-4F267FF4F145}" type="parTrans" cxnId="{37AAB63E-2E38-4EF7-A736-F7ED19E5F854}">
      <dgm:prSet/>
      <dgm:spPr/>
      <dgm:t>
        <a:bodyPr/>
        <a:lstStyle/>
        <a:p>
          <a:endParaRPr lang="en-US"/>
        </a:p>
      </dgm:t>
    </dgm:pt>
    <dgm:pt modelId="{FCFCEF68-72C9-42CB-AE04-7F9D0BEE1776}" type="sibTrans" cxnId="{37AAB63E-2E38-4EF7-A736-F7ED19E5F854}">
      <dgm:prSet/>
      <dgm:spPr/>
      <dgm:t>
        <a:bodyPr/>
        <a:lstStyle/>
        <a:p>
          <a:endParaRPr lang="en-US"/>
        </a:p>
      </dgm:t>
    </dgm:pt>
    <dgm:pt modelId="{3D246E20-F264-4299-A493-974FADF88647}">
      <dgm:prSet/>
      <dgm:spPr/>
      <dgm:t>
        <a:bodyPr/>
        <a:lstStyle/>
        <a:p>
          <a:pPr>
            <a:lnSpc>
              <a:spcPct val="100000"/>
            </a:lnSpc>
            <a:defRPr b="1"/>
          </a:pPr>
          <a:r>
            <a:rPr lang="tr-TR" dirty="0"/>
            <a:t>Digital Signature</a:t>
          </a:r>
          <a:endParaRPr lang="en-US" dirty="0"/>
        </a:p>
      </dgm:t>
    </dgm:pt>
    <dgm:pt modelId="{833400EC-6F16-44BF-8D0E-BAA1E6A7A178}" type="parTrans" cxnId="{EE086553-8DED-4D78-97D4-BA31ED5DF430}">
      <dgm:prSet/>
      <dgm:spPr/>
      <dgm:t>
        <a:bodyPr/>
        <a:lstStyle/>
        <a:p>
          <a:endParaRPr lang="en-US"/>
        </a:p>
      </dgm:t>
    </dgm:pt>
    <dgm:pt modelId="{9E50EEF7-D312-4CF1-9546-980571E9032D}" type="sibTrans" cxnId="{EE086553-8DED-4D78-97D4-BA31ED5DF430}">
      <dgm:prSet/>
      <dgm:spPr/>
      <dgm:t>
        <a:bodyPr/>
        <a:lstStyle/>
        <a:p>
          <a:endParaRPr lang="en-US"/>
        </a:p>
      </dgm:t>
    </dgm:pt>
    <dgm:pt modelId="{C26CB05F-36D0-4883-AF6E-C553BBA064E8}">
      <dgm:prSet/>
      <dgm:spPr/>
      <dgm:t>
        <a:bodyPr/>
        <a:lstStyle/>
        <a:p>
          <a:pPr>
            <a:lnSpc>
              <a:spcPct val="100000"/>
            </a:lnSpc>
          </a:pPr>
          <a:r>
            <a:rPr lang="tr-TR" dirty="0"/>
            <a:t>exists in </a:t>
          </a:r>
          <a:r>
            <a:rPr lang="en-US" dirty="0"/>
            <a:t>every transaction input</a:t>
          </a:r>
        </a:p>
      </dgm:t>
    </dgm:pt>
    <dgm:pt modelId="{5A54B6FB-5E11-49AB-BFBD-3531592C1F27}" type="parTrans" cxnId="{A5FB18C5-5A31-494B-8842-17FD636AFE75}">
      <dgm:prSet/>
      <dgm:spPr/>
      <dgm:t>
        <a:bodyPr/>
        <a:lstStyle/>
        <a:p>
          <a:endParaRPr lang="tr-TR"/>
        </a:p>
      </dgm:t>
    </dgm:pt>
    <dgm:pt modelId="{705FB918-FF52-4410-A90F-86A9E92528B8}" type="sibTrans" cxnId="{A5FB18C5-5A31-494B-8842-17FD636AFE75}">
      <dgm:prSet/>
      <dgm:spPr/>
      <dgm:t>
        <a:bodyPr/>
        <a:lstStyle/>
        <a:p>
          <a:endParaRPr lang="tr-TR"/>
        </a:p>
      </dgm:t>
    </dgm:pt>
    <dgm:pt modelId="{785DCB56-A4B3-4F32-BF8C-075839996189}">
      <dgm:prSet/>
      <dgm:spPr/>
      <dgm:t>
        <a:bodyPr/>
        <a:lstStyle/>
        <a:p>
          <a:pPr>
            <a:lnSpc>
              <a:spcPct val="100000"/>
            </a:lnSpc>
          </a:pPr>
          <a:r>
            <a:rPr lang="tr-TR" dirty="0"/>
            <a:t>contain a digital signature</a:t>
          </a:r>
          <a:endParaRPr lang="en-US" dirty="0"/>
        </a:p>
      </dgm:t>
    </dgm:pt>
    <dgm:pt modelId="{92CAD94B-5EB3-46E6-BE40-4EE87C489618}" type="parTrans" cxnId="{3DC0A74F-09FA-4813-B619-81E33DA21B95}">
      <dgm:prSet/>
      <dgm:spPr/>
      <dgm:t>
        <a:bodyPr/>
        <a:lstStyle/>
        <a:p>
          <a:endParaRPr lang="tr-TR"/>
        </a:p>
      </dgm:t>
    </dgm:pt>
    <dgm:pt modelId="{873A8BA4-33A3-4176-89AE-DEBBA09C43E8}" type="sibTrans" cxnId="{3DC0A74F-09FA-4813-B619-81E33DA21B95}">
      <dgm:prSet/>
      <dgm:spPr/>
      <dgm:t>
        <a:bodyPr/>
        <a:lstStyle/>
        <a:p>
          <a:endParaRPr lang="tr-TR"/>
        </a:p>
      </dgm:t>
    </dgm:pt>
    <dgm:pt modelId="{D82848E2-A338-48A1-8B2E-D0EA84FB5A4D}">
      <dgm:prSet/>
      <dgm:spPr/>
      <dgm:t>
        <a:bodyPr/>
        <a:lstStyle/>
        <a:p>
          <a:pPr>
            <a:lnSpc>
              <a:spcPct val="100000"/>
            </a:lnSpc>
          </a:pPr>
          <a:r>
            <a:rPr lang="tr-TR" dirty="0"/>
            <a:t>Historical name: </a:t>
          </a:r>
          <a:r>
            <a:rPr lang="en-US" i="1" dirty="0" err="1"/>
            <a:t>scriptSig</a:t>
          </a:r>
          <a:endParaRPr lang="en-US" dirty="0"/>
        </a:p>
      </dgm:t>
    </dgm:pt>
    <dgm:pt modelId="{1AA7A471-F20E-41D4-800C-08EF5FB1EFC7}" type="parTrans" cxnId="{252CD256-BB36-4FEB-ADD9-4E189E13633E}">
      <dgm:prSet/>
      <dgm:spPr/>
      <dgm:t>
        <a:bodyPr/>
        <a:lstStyle/>
        <a:p>
          <a:endParaRPr lang="tr-TR"/>
        </a:p>
      </dgm:t>
    </dgm:pt>
    <dgm:pt modelId="{132EFAB2-FF41-4098-9B4B-565E22D2B5A9}" type="sibTrans" cxnId="{252CD256-BB36-4FEB-ADD9-4E189E13633E}">
      <dgm:prSet/>
      <dgm:spPr/>
      <dgm:t>
        <a:bodyPr/>
        <a:lstStyle/>
        <a:p>
          <a:endParaRPr lang="tr-TR"/>
        </a:p>
      </dgm:t>
    </dgm:pt>
    <dgm:pt modelId="{BF6E903B-F653-42FF-B569-BE4BE854F676}">
      <dgm:prSet/>
      <dgm:spPr/>
      <dgm:t>
        <a:bodyPr/>
        <a:lstStyle/>
        <a:p>
          <a:pPr>
            <a:lnSpc>
              <a:spcPct val="100000"/>
            </a:lnSpc>
          </a:pPr>
          <a:r>
            <a:rPr lang="tr-TR" dirty="0"/>
            <a:t>Can also be </a:t>
          </a:r>
          <a:r>
            <a:rPr lang="en-US" dirty="0"/>
            <a:t>referred to </a:t>
          </a:r>
        </a:p>
      </dgm:t>
    </dgm:pt>
    <dgm:pt modelId="{A5FE4598-2BB1-42A6-A5A8-FA6E6D1E5B03}" type="parTrans" cxnId="{59CE0616-8C81-4FF2-9F1E-663AA5F22AEF}">
      <dgm:prSet/>
      <dgm:spPr/>
      <dgm:t>
        <a:bodyPr/>
        <a:lstStyle/>
        <a:p>
          <a:endParaRPr lang="tr-TR"/>
        </a:p>
      </dgm:t>
    </dgm:pt>
    <dgm:pt modelId="{6BD67DC1-80E6-46E4-9B56-6099B93F8D32}" type="sibTrans" cxnId="{59CE0616-8C81-4FF2-9F1E-663AA5F22AEF}">
      <dgm:prSet/>
      <dgm:spPr/>
      <dgm:t>
        <a:bodyPr/>
        <a:lstStyle/>
        <a:p>
          <a:endParaRPr lang="tr-TR"/>
        </a:p>
      </dgm:t>
    </dgm:pt>
    <dgm:pt modelId="{B6DBD7EF-59A3-40E6-9434-6D57DD2993AB}">
      <dgm:prSet/>
      <dgm:spPr/>
      <dgm:t>
        <a:bodyPr/>
        <a:lstStyle/>
        <a:p>
          <a:pPr>
            <a:lnSpc>
              <a:spcPct val="100000"/>
            </a:lnSpc>
          </a:pPr>
          <a:r>
            <a:rPr lang="en-US" dirty="0"/>
            <a:t>as a </a:t>
          </a:r>
          <a:r>
            <a:rPr lang="en-US" i="1" dirty="0"/>
            <a:t>witness</a:t>
          </a:r>
          <a:endParaRPr lang="en-US" dirty="0"/>
        </a:p>
      </dgm:t>
    </dgm:pt>
    <dgm:pt modelId="{D1824CD2-C9F8-479E-B832-DE096C5E1471}" type="parTrans" cxnId="{F65455CB-C6C6-4B1A-B6E6-CB3BF2DBEE77}">
      <dgm:prSet/>
      <dgm:spPr/>
      <dgm:t>
        <a:bodyPr/>
        <a:lstStyle/>
        <a:p>
          <a:endParaRPr lang="tr-TR"/>
        </a:p>
      </dgm:t>
    </dgm:pt>
    <dgm:pt modelId="{BBCBB0E9-77E3-4E5D-81E7-41ABA4733994}" type="sibTrans" cxnId="{F65455CB-C6C6-4B1A-B6E6-CB3BF2DBEE77}">
      <dgm:prSet/>
      <dgm:spPr/>
      <dgm:t>
        <a:bodyPr/>
        <a:lstStyle/>
        <a:p>
          <a:endParaRPr lang="tr-TR"/>
        </a:p>
      </dgm:t>
    </dgm:pt>
    <dgm:pt modelId="{4BD5251E-3DB3-4FE7-A192-2503166EDE0D}">
      <dgm:prSet/>
      <dgm:spPr/>
      <dgm:t>
        <a:bodyPr/>
        <a:lstStyle/>
        <a:p>
          <a:pPr>
            <a:lnSpc>
              <a:spcPct val="100000"/>
            </a:lnSpc>
            <a:defRPr b="1"/>
          </a:pPr>
          <a:r>
            <a:rPr lang="en-US" dirty="0" err="1"/>
            <a:t>scriptSig</a:t>
          </a:r>
          <a:r>
            <a:rPr lang="tr-TR" dirty="0"/>
            <a:t> = Witness</a:t>
          </a:r>
          <a:endParaRPr lang="en-US" dirty="0"/>
        </a:p>
      </dgm:t>
    </dgm:pt>
    <dgm:pt modelId="{08A9E5D9-6903-4775-80CD-1624AA35C57B}" type="parTrans" cxnId="{D2C84437-8584-41CC-A393-C62AE2B6A15F}">
      <dgm:prSet/>
      <dgm:spPr/>
      <dgm:t>
        <a:bodyPr/>
        <a:lstStyle/>
        <a:p>
          <a:endParaRPr lang="tr-TR"/>
        </a:p>
      </dgm:t>
    </dgm:pt>
    <dgm:pt modelId="{2AAD897A-D39E-4437-A67C-781D1E39FA93}" type="sibTrans" cxnId="{D2C84437-8584-41CC-A393-C62AE2B6A15F}">
      <dgm:prSet/>
      <dgm:spPr/>
      <dgm:t>
        <a:bodyPr/>
        <a:lstStyle/>
        <a:p>
          <a:endParaRPr lang="tr-TR"/>
        </a:p>
      </dgm:t>
    </dgm:pt>
    <dgm:pt modelId="{FF034F57-9481-45EF-8B54-95AFE01EC67D}">
      <dgm:prSet/>
      <dgm:spPr/>
      <dgm:t>
        <a:bodyPr/>
        <a:lstStyle/>
        <a:p>
          <a:pPr>
            <a:lnSpc>
              <a:spcPct val="100000"/>
            </a:lnSpc>
          </a:pPr>
          <a:r>
            <a:rPr lang="tr-TR" dirty="0"/>
            <a:t>produced from the </a:t>
          </a:r>
          <a:r>
            <a:rPr lang="en-US" dirty="0"/>
            <a:t>private key</a:t>
          </a:r>
        </a:p>
      </dgm:t>
    </dgm:pt>
    <dgm:pt modelId="{874F36EA-33DF-4C8A-9518-DA13B8E7B567}" type="parTrans" cxnId="{5F2CCDB3-81B6-4E6E-A999-8D8E6A74B4AA}">
      <dgm:prSet/>
      <dgm:spPr/>
      <dgm:t>
        <a:bodyPr/>
        <a:lstStyle/>
        <a:p>
          <a:endParaRPr lang="tr-TR"/>
        </a:p>
      </dgm:t>
    </dgm:pt>
    <dgm:pt modelId="{3CBF9D04-FC3C-454F-8342-E1E2C9057AC3}" type="sibTrans" cxnId="{5F2CCDB3-81B6-4E6E-A999-8D8E6A74B4AA}">
      <dgm:prSet/>
      <dgm:spPr/>
      <dgm:t>
        <a:bodyPr/>
        <a:lstStyle/>
        <a:p>
          <a:endParaRPr lang="tr-TR"/>
        </a:p>
      </dgm:t>
    </dgm:pt>
    <dgm:pt modelId="{63B33B1D-60D9-4576-A3C5-62C0AA90E22B}" type="pres">
      <dgm:prSet presAssocID="{B87AA9E5-EA77-4980-97F0-182B5E10E619}" presName="root" presStyleCnt="0">
        <dgm:presLayoutVars>
          <dgm:dir/>
          <dgm:resizeHandles val="exact"/>
        </dgm:presLayoutVars>
      </dgm:prSet>
      <dgm:spPr/>
    </dgm:pt>
    <dgm:pt modelId="{45FE87BA-6F9F-4EF5-AC85-0E9F384D38FA}" type="pres">
      <dgm:prSet presAssocID="{E9C16D2E-F436-4ACA-B429-6A01585B24EF}" presName="compNode" presStyleCnt="0"/>
      <dgm:spPr/>
    </dgm:pt>
    <dgm:pt modelId="{FB26B821-E1F6-4DF8-8748-61AD7B1F8348}" type="pres">
      <dgm:prSet presAssocID="{E9C16D2E-F436-4ACA-B429-6A01585B24EF}" presName="iconRect" presStyleLbl="node1" presStyleIdx="0" presStyleCnt="3"/>
      <dgm:spPr>
        <a:blipFill>
          <a:blip xmlns:r="http://schemas.openxmlformats.org/officeDocument/2006/relationships" r:embed="rId1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2"/>
              </a:ext>
            </a:extLst>
          </a:blip>
          <a:stretch>
            <a:fillRect/>
          </a:stretch>
        </a:blipFill>
        <a:ln>
          <a:noFill/>
        </a:ln>
      </dgm:spPr>
      <dgm:extLst>
        <a:ext uri="{E40237B7-FDA0-4F09-8148-C483321AD2D9}">
          <dgm14:cNvPr xmlns:dgm14="http://schemas.microsoft.com/office/drawing/2010/diagram" id="0" name="" descr="Unlock"/>
        </a:ext>
      </dgm:extLst>
    </dgm:pt>
    <dgm:pt modelId="{9A55A8F6-E937-4B1D-A19D-16BCBFA55641}" type="pres">
      <dgm:prSet presAssocID="{E9C16D2E-F436-4ACA-B429-6A01585B24EF}" presName="iconSpace" presStyleCnt="0"/>
      <dgm:spPr/>
    </dgm:pt>
    <dgm:pt modelId="{A9F0AEB9-A0E6-43F4-9B93-F01F69E81359}" type="pres">
      <dgm:prSet presAssocID="{E9C16D2E-F436-4ACA-B429-6A01585B24EF}" presName="parTx" presStyleLbl="revTx" presStyleIdx="0" presStyleCnt="6">
        <dgm:presLayoutVars>
          <dgm:chMax val="0"/>
          <dgm:chPref val="0"/>
        </dgm:presLayoutVars>
      </dgm:prSet>
      <dgm:spPr/>
    </dgm:pt>
    <dgm:pt modelId="{D1A943AE-6AEF-4B16-B072-D49BCF093429}" type="pres">
      <dgm:prSet presAssocID="{E9C16D2E-F436-4ACA-B429-6A01585B24EF}" presName="txSpace" presStyleCnt="0"/>
      <dgm:spPr/>
    </dgm:pt>
    <dgm:pt modelId="{D15D844A-2364-4AE1-A75D-F5923123BCC0}" type="pres">
      <dgm:prSet presAssocID="{E9C16D2E-F436-4ACA-B429-6A01585B24EF}" presName="desTx" presStyleLbl="revTx" presStyleIdx="1" presStyleCnt="6">
        <dgm:presLayoutVars/>
      </dgm:prSet>
      <dgm:spPr/>
    </dgm:pt>
    <dgm:pt modelId="{10B449C7-3BAA-427E-956B-117BDD62E89C}" type="pres">
      <dgm:prSet presAssocID="{FCFCEF68-72C9-42CB-AE04-7F9D0BEE1776}" presName="sibTrans" presStyleCnt="0"/>
      <dgm:spPr/>
    </dgm:pt>
    <dgm:pt modelId="{D343BEFA-FF0A-4423-93D8-55FD3ADF8CFF}" type="pres">
      <dgm:prSet presAssocID="{4BD5251E-3DB3-4FE7-A192-2503166EDE0D}" presName="compNode" presStyleCnt="0"/>
      <dgm:spPr/>
    </dgm:pt>
    <dgm:pt modelId="{A6C313E5-4981-48E1-A0FE-7878D54F3F8D}" type="pres">
      <dgm:prSet presAssocID="{4BD5251E-3DB3-4FE7-A192-2503166EDE0D}" presName="iconRect" presStyleLbl="node1" presStyleIdx="1" presStyleCnt="3"/>
      <dgm:spPr>
        <a:blipFill rotWithShape="1">
          <a:blip xmlns:r="http://schemas.openxmlformats.org/officeDocument/2006/relationships" r:embed="rId3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4"/>
              </a:ext>
            </a:extLst>
          </a:blip>
          <a:srcRect/>
          <a:stretch>
            <a:fillRect/>
          </a:stretch>
        </a:blipFill>
      </dgm:spPr>
    </dgm:pt>
    <dgm:pt modelId="{B3D86DBE-55A8-4A0A-BC27-886C45DC3CF8}" type="pres">
      <dgm:prSet presAssocID="{4BD5251E-3DB3-4FE7-A192-2503166EDE0D}" presName="iconSpace" presStyleCnt="0"/>
      <dgm:spPr/>
    </dgm:pt>
    <dgm:pt modelId="{59053944-7D3F-4079-B695-396903DA14E5}" type="pres">
      <dgm:prSet presAssocID="{4BD5251E-3DB3-4FE7-A192-2503166EDE0D}" presName="parTx" presStyleLbl="revTx" presStyleIdx="2" presStyleCnt="6">
        <dgm:presLayoutVars>
          <dgm:chMax val="0"/>
          <dgm:chPref val="0"/>
        </dgm:presLayoutVars>
      </dgm:prSet>
      <dgm:spPr/>
    </dgm:pt>
    <dgm:pt modelId="{04CC5BDF-59CA-4F8B-9571-27659DF3E228}" type="pres">
      <dgm:prSet presAssocID="{4BD5251E-3DB3-4FE7-A192-2503166EDE0D}" presName="txSpace" presStyleCnt="0"/>
      <dgm:spPr/>
    </dgm:pt>
    <dgm:pt modelId="{415A1145-6D22-46C4-AA2E-120EE09241DE}" type="pres">
      <dgm:prSet presAssocID="{4BD5251E-3DB3-4FE7-A192-2503166EDE0D}" presName="desTx" presStyleLbl="revTx" presStyleIdx="3" presStyleCnt="6">
        <dgm:presLayoutVars/>
      </dgm:prSet>
      <dgm:spPr/>
    </dgm:pt>
    <dgm:pt modelId="{784C18A2-1B26-4B25-9181-F428C9E7913C}" type="pres">
      <dgm:prSet presAssocID="{2AAD897A-D39E-4437-A67C-781D1E39FA93}" presName="sibTrans" presStyleCnt="0"/>
      <dgm:spPr/>
    </dgm:pt>
    <dgm:pt modelId="{149924C2-5247-44F3-991F-638CC8FC7F02}" type="pres">
      <dgm:prSet presAssocID="{3D246E20-F264-4299-A493-974FADF88647}" presName="compNode" presStyleCnt="0"/>
      <dgm:spPr/>
    </dgm:pt>
    <dgm:pt modelId="{96EE227D-C471-4F17-8BC9-6192E53992AB}" type="pres">
      <dgm:prSet presAssocID="{3D246E20-F264-4299-A493-974FADF88647}" presName="iconRect" presStyleLbl="node1" presStyleIdx="2" presStyleCnt="3"/>
      <dgm:spPr>
        <a:blipFill>
          <a:blip xmlns:r="http://schemas.openxmlformats.org/officeDocument/2006/relationships" r:embed="rId5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6"/>
              </a:ext>
            </a:extLst>
          </a:blip>
          <a:stretch>
            <a:fillRect/>
          </a:stretch>
        </a:blipFill>
        <a:ln>
          <a:noFill/>
        </a:ln>
      </dgm:spPr>
      <dgm:extLst>
        <a:ext uri="{E40237B7-FDA0-4F09-8148-C483321AD2D9}">
          <dgm14:cNvPr xmlns:dgm14="http://schemas.microsoft.com/office/drawing/2010/diagram" id="0" name="" descr="Key"/>
        </a:ext>
      </dgm:extLst>
    </dgm:pt>
    <dgm:pt modelId="{B532AA1A-D21C-4E5F-B7BD-52774B498736}" type="pres">
      <dgm:prSet presAssocID="{3D246E20-F264-4299-A493-974FADF88647}" presName="iconSpace" presStyleCnt="0"/>
      <dgm:spPr/>
    </dgm:pt>
    <dgm:pt modelId="{F89905CB-3B6E-4608-B262-4162D61EF505}" type="pres">
      <dgm:prSet presAssocID="{3D246E20-F264-4299-A493-974FADF88647}" presName="parTx" presStyleLbl="revTx" presStyleIdx="4" presStyleCnt="6">
        <dgm:presLayoutVars>
          <dgm:chMax val="0"/>
          <dgm:chPref val="0"/>
        </dgm:presLayoutVars>
      </dgm:prSet>
      <dgm:spPr/>
    </dgm:pt>
    <dgm:pt modelId="{D4DEA714-C504-4CA5-940D-D6920CF3B9DC}" type="pres">
      <dgm:prSet presAssocID="{3D246E20-F264-4299-A493-974FADF88647}" presName="txSpace" presStyleCnt="0"/>
      <dgm:spPr/>
    </dgm:pt>
    <dgm:pt modelId="{9D4C3E80-C0AC-4C8B-8A04-D9DCA713DAA5}" type="pres">
      <dgm:prSet presAssocID="{3D246E20-F264-4299-A493-974FADF88647}" presName="desTx" presStyleLbl="revTx" presStyleIdx="5" presStyleCnt="6">
        <dgm:presLayoutVars/>
      </dgm:prSet>
      <dgm:spPr/>
    </dgm:pt>
  </dgm:ptLst>
  <dgm:cxnLst>
    <dgm:cxn modelId="{8AD95F01-DC94-4D20-A0EE-D265FEEE3AE4}" type="presOf" srcId="{4BD5251E-3DB3-4FE7-A192-2503166EDE0D}" destId="{59053944-7D3F-4079-B695-396903DA14E5}" srcOrd="0" destOrd="0" presId="urn:microsoft.com/office/officeart/2018/5/layout/CenteredIconLabelDescriptionList"/>
    <dgm:cxn modelId="{030C4E05-9343-4358-9E31-113320EF56C3}" type="presOf" srcId="{B87AA9E5-EA77-4980-97F0-182B5E10E619}" destId="{63B33B1D-60D9-4576-A3C5-62C0AA90E22B}" srcOrd="0" destOrd="0" presId="urn:microsoft.com/office/officeart/2018/5/layout/CenteredIconLabelDescriptionList"/>
    <dgm:cxn modelId="{59CE0616-8C81-4FF2-9F1E-663AA5F22AEF}" srcId="{4BD5251E-3DB3-4FE7-A192-2503166EDE0D}" destId="{BF6E903B-F653-42FF-B569-BE4BE854F676}" srcOrd="0" destOrd="0" parTransId="{A5FE4598-2BB1-42A6-A5A8-FA6E6D1E5B03}" sibTransId="{6BD67DC1-80E6-46E4-9B56-6099B93F8D32}"/>
    <dgm:cxn modelId="{18C2E41B-56CB-40A8-94B3-04A223C11E42}" type="presOf" srcId="{E9C16D2E-F436-4ACA-B429-6A01585B24EF}" destId="{A9F0AEB9-A0E6-43F4-9B93-F01F69E81359}" srcOrd="0" destOrd="0" presId="urn:microsoft.com/office/officeart/2018/5/layout/CenteredIconLabelDescriptionList"/>
    <dgm:cxn modelId="{D2C84437-8584-41CC-A393-C62AE2B6A15F}" srcId="{B87AA9E5-EA77-4980-97F0-182B5E10E619}" destId="{4BD5251E-3DB3-4FE7-A192-2503166EDE0D}" srcOrd="1" destOrd="0" parTransId="{08A9E5D9-6903-4775-80CD-1624AA35C57B}" sibTransId="{2AAD897A-D39E-4437-A67C-781D1E39FA93}"/>
    <dgm:cxn modelId="{37AAB63E-2E38-4EF7-A736-F7ED19E5F854}" srcId="{B87AA9E5-EA77-4980-97F0-182B5E10E619}" destId="{E9C16D2E-F436-4ACA-B429-6A01585B24EF}" srcOrd="0" destOrd="0" parTransId="{CF5E7BFB-5270-4304-95FC-4F267FF4F145}" sibTransId="{FCFCEF68-72C9-42CB-AE04-7F9D0BEE1776}"/>
    <dgm:cxn modelId="{4327194D-9234-4BF5-81A1-AAE14A1CE5EB}" type="presOf" srcId="{B6DBD7EF-59A3-40E6-9434-6D57DD2993AB}" destId="{415A1145-6D22-46C4-AA2E-120EE09241DE}" srcOrd="0" destOrd="1" presId="urn:microsoft.com/office/officeart/2018/5/layout/CenteredIconLabelDescriptionList"/>
    <dgm:cxn modelId="{3DC0A74F-09FA-4813-B619-81E33DA21B95}" srcId="{3D246E20-F264-4299-A493-974FADF88647}" destId="{785DCB56-A4B3-4F32-BF8C-075839996189}" srcOrd="0" destOrd="0" parTransId="{92CAD94B-5EB3-46E6-BE40-4EE87C489618}" sibTransId="{873A8BA4-33A3-4176-89AE-DEBBA09C43E8}"/>
    <dgm:cxn modelId="{EE086553-8DED-4D78-97D4-BA31ED5DF430}" srcId="{B87AA9E5-EA77-4980-97F0-182B5E10E619}" destId="{3D246E20-F264-4299-A493-974FADF88647}" srcOrd="2" destOrd="0" parTransId="{833400EC-6F16-44BF-8D0E-BAA1E6A7A178}" sibTransId="{9E50EEF7-D312-4CF1-9546-980571E9032D}"/>
    <dgm:cxn modelId="{8CC68155-EE4F-41F5-92F8-7ED966BD276C}" type="presOf" srcId="{BF6E903B-F653-42FF-B569-BE4BE854F676}" destId="{415A1145-6D22-46C4-AA2E-120EE09241DE}" srcOrd="0" destOrd="0" presId="urn:microsoft.com/office/officeart/2018/5/layout/CenteredIconLabelDescriptionList"/>
    <dgm:cxn modelId="{0AC49376-FE9E-42E7-BBEF-21672669074C}" type="presOf" srcId="{D82848E2-A338-48A1-8B2E-D0EA84FB5A4D}" destId="{D15D844A-2364-4AE1-A75D-F5923123BCC0}" srcOrd="0" destOrd="0" presId="urn:microsoft.com/office/officeart/2018/5/layout/CenteredIconLabelDescriptionList"/>
    <dgm:cxn modelId="{252CD256-BB36-4FEB-ADD9-4E189E13633E}" srcId="{E9C16D2E-F436-4ACA-B429-6A01585B24EF}" destId="{D82848E2-A338-48A1-8B2E-D0EA84FB5A4D}" srcOrd="0" destOrd="0" parTransId="{1AA7A471-F20E-41D4-800C-08EF5FB1EFC7}" sibTransId="{132EFAB2-FF41-4098-9B4B-565E22D2B5A9}"/>
    <dgm:cxn modelId="{57D8E758-FF03-40F0-99A8-90FFC5629CF4}" type="presOf" srcId="{C26CB05F-36D0-4883-AF6E-C553BBA064E8}" destId="{D15D844A-2364-4AE1-A75D-F5923123BCC0}" srcOrd="0" destOrd="1" presId="urn:microsoft.com/office/officeart/2018/5/layout/CenteredIconLabelDescriptionList"/>
    <dgm:cxn modelId="{76FA1682-0ABB-4429-BBC6-10E7C8EDBF1C}" type="presOf" srcId="{785DCB56-A4B3-4F32-BF8C-075839996189}" destId="{9D4C3E80-C0AC-4C8B-8A04-D9DCA713DAA5}" srcOrd="0" destOrd="0" presId="urn:microsoft.com/office/officeart/2018/5/layout/CenteredIconLabelDescriptionList"/>
    <dgm:cxn modelId="{C6F3D289-6138-4198-B4AF-B1CEF7FB5A73}" type="presOf" srcId="{FF034F57-9481-45EF-8B54-95AFE01EC67D}" destId="{9D4C3E80-C0AC-4C8B-8A04-D9DCA713DAA5}" srcOrd="0" destOrd="1" presId="urn:microsoft.com/office/officeart/2018/5/layout/CenteredIconLabelDescriptionList"/>
    <dgm:cxn modelId="{FB1122B2-B995-435E-93B0-8A1E83E46E37}" type="presOf" srcId="{3D246E20-F264-4299-A493-974FADF88647}" destId="{F89905CB-3B6E-4608-B262-4162D61EF505}" srcOrd="0" destOrd="0" presId="urn:microsoft.com/office/officeart/2018/5/layout/CenteredIconLabelDescriptionList"/>
    <dgm:cxn modelId="{5F2CCDB3-81B6-4E6E-A999-8D8E6A74B4AA}" srcId="{3D246E20-F264-4299-A493-974FADF88647}" destId="{FF034F57-9481-45EF-8B54-95AFE01EC67D}" srcOrd="1" destOrd="0" parTransId="{874F36EA-33DF-4C8A-9518-DA13B8E7B567}" sibTransId="{3CBF9D04-FC3C-454F-8342-E1E2C9057AC3}"/>
    <dgm:cxn modelId="{A5FB18C5-5A31-494B-8842-17FD636AFE75}" srcId="{E9C16D2E-F436-4ACA-B429-6A01585B24EF}" destId="{C26CB05F-36D0-4883-AF6E-C553BBA064E8}" srcOrd="1" destOrd="0" parTransId="{5A54B6FB-5E11-49AB-BFBD-3531592C1F27}" sibTransId="{705FB918-FF52-4410-A90F-86A9E92528B8}"/>
    <dgm:cxn modelId="{F65455CB-C6C6-4B1A-B6E6-CB3BF2DBEE77}" srcId="{4BD5251E-3DB3-4FE7-A192-2503166EDE0D}" destId="{B6DBD7EF-59A3-40E6-9434-6D57DD2993AB}" srcOrd="1" destOrd="0" parTransId="{D1824CD2-C9F8-479E-B832-DE096C5E1471}" sibTransId="{BBCBB0E9-77E3-4E5D-81E7-41ABA4733994}"/>
    <dgm:cxn modelId="{BEAD6FEA-87C6-4663-9291-D723796635B6}" type="presParOf" srcId="{63B33B1D-60D9-4576-A3C5-62C0AA90E22B}" destId="{45FE87BA-6F9F-4EF5-AC85-0E9F384D38FA}" srcOrd="0" destOrd="0" presId="urn:microsoft.com/office/officeart/2018/5/layout/CenteredIconLabelDescriptionList"/>
    <dgm:cxn modelId="{F7DF3DE2-DE8B-463D-B7B0-A209C6B30BA3}" type="presParOf" srcId="{45FE87BA-6F9F-4EF5-AC85-0E9F384D38FA}" destId="{FB26B821-E1F6-4DF8-8748-61AD7B1F8348}" srcOrd="0" destOrd="0" presId="urn:microsoft.com/office/officeart/2018/5/layout/CenteredIconLabelDescriptionList"/>
    <dgm:cxn modelId="{7B57362D-E770-4B6B-BEDA-4E9971DDBB12}" type="presParOf" srcId="{45FE87BA-6F9F-4EF5-AC85-0E9F384D38FA}" destId="{9A55A8F6-E937-4B1D-A19D-16BCBFA55641}" srcOrd="1" destOrd="0" presId="urn:microsoft.com/office/officeart/2018/5/layout/CenteredIconLabelDescriptionList"/>
    <dgm:cxn modelId="{3305980C-116E-450B-8F60-978D9D9B7FB7}" type="presParOf" srcId="{45FE87BA-6F9F-4EF5-AC85-0E9F384D38FA}" destId="{A9F0AEB9-A0E6-43F4-9B93-F01F69E81359}" srcOrd="2" destOrd="0" presId="urn:microsoft.com/office/officeart/2018/5/layout/CenteredIconLabelDescriptionList"/>
    <dgm:cxn modelId="{E60A6369-ACBA-4068-A97B-EC1C73A7C73E}" type="presParOf" srcId="{45FE87BA-6F9F-4EF5-AC85-0E9F384D38FA}" destId="{D1A943AE-6AEF-4B16-B072-D49BCF093429}" srcOrd="3" destOrd="0" presId="urn:microsoft.com/office/officeart/2018/5/layout/CenteredIconLabelDescriptionList"/>
    <dgm:cxn modelId="{5BE0195A-FDAB-420C-A889-9D75C2EB1FB0}" type="presParOf" srcId="{45FE87BA-6F9F-4EF5-AC85-0E9F384D38FA}" destId="{D15D844A-2364-4AE1-A75D-F5923123BCC0}" srcOrd="4" destOrd="0" presId="urn:microsoft.com/office/officeart/2018/5/layout/CenteredIconLabelDescriptionList"/>
    <dgm:cxn modelId="{E79E361E-3302-4D93-B158-BA38B00A8C9F}" type="presParOf" srcId="{63B33B1D-60D9-4576-A3C5-62C0AA90E22B}" destId="{10B449C7-3BAA-427E-956B-117BDD62E89C}" srcOrd="1" destOrd="0" presId="urn:microsoft.com/office/officeart/2018/5/layout/CenteredIconLabelDescriptionList"/>
    <dgm:cxn modelId="{BB558CEF-A7A3-49B8-B019-69EA1924ABBF}" type="presParOf" srcId="{63B33B1D-60D9-4576-A3C5-62C0AA90E22B}" destId="{D343BEFA-FF0A-4423-93D8-55FD3ADF8CFF}" srcOrd="2" destOrd="0" presId="urn:microsoft.com/office/officeart/2018/5/layout/CenteredIconLabelDescriptionList"/>
    <dgm:cxn modelId="{4B416F7F-B264-42B4-A45D-61C4493C46FF}" type="presParOf" srcId="{D343BEFA-FF0A-4423-93D8-55FD3ADF8CFF}" destId="{A6C313E5-4981-48E1-A0FE-7878D54F3F8D}" srcOrd="0" destOrd="0" presId="urn:microsoft.com/office/officeart/2018/5/layout/CenteredIconLabelDescriptionList"/>
    <dgm:cxn modelId="{C2E991FD-5958-41CB-BA6B-6689B0A9DF39}" type="presParOf" srcId="{D343BEFA-FF0A-4423-93D8-55FD3ADF8CFF}" destId="{B3D86DBE-55A8-4A0A-BC27-886C45DC3CF8}" srcOrd="1" destOrd="0" presId="urn:microsoft.com/office/officeart/2018/5/layout/CenteredIconLabelDescriptionList"/>
    <dgm:cxn modelId="{AC9677D0-DF2D-4256-9E45-41AB7F2ED232}" type="presParOf" srcId="{D343BEFA-FF0A-4423-93D8-55FD3ADF8CFF}" destId="{59053944-7D3F-4079-B695-396903DA14E5}" srcOrd="2" destOrd="0" presId="urn:microsoft.com/office/officeart/2018/5/layout/CenteredIconLabelDescriptionList"/>
    <dgm:cxn modelId="{09FF39A8-DDE9-42D9-B601-B85126A516E1}" type="presParOf" srcId="{D343BEFA-FF0A-4423-93D8-55FD3ADF8CFF}" destId="{04CC5BDF-59CA-4F8B-9571-27659DF3E228}" srcOrd="3" destOrd="0" presId="urn:microsoft.com/office/officeart/2018/5/layout/CenteredIconLabelDescriptionList"/>
    <dgm:cxn modelId="{ADA18AC7-AE89-4C7D-97CE-AD90820F5036}" type="presParOf" srcId="{D343BEFA-FF0A-4423-93D8-55FD3ADF8CFF}" destId="{415A1145-6D22-46C4-AA2E-120EE09241DE}" srcOrd="4" destOrd="0" presId="urn:microsoft.com/office/officeart/2018/5/layout/CenteredIconLabelDescriptionList"/>
    <dgm:cxn modelId="{837B97D6-AEC2-4590-860A-9BACF439F9B8}" type="presParOf" srcId="{63B33B1D-60D9-4576-A3C5-62C0AA90E22B}" destId="{784C18A2-1B26-4B25-9181-F428C9E7913C}" srcOrd="3" destOrd="0" presId="urn:microsoft.com/office/officeart/2018/5/layout/CenteredIconLabelDescriptionList"/>
    <dgm:cxn modelId="{246366A1-0A4A-4852-BFBF-D2CA3A742B16}" type="presParOf" srcId="{63B33B1D-60D9-4576-A3C5-62C0AA90E22B}" destId="{149924C2-5247-44F3-991F-638CC8FC7F02}" srcOrd="4" destOrd="0" presId="urn:microsoft.com/office/officeart/2018/5/layout/CenteredIconLabelDescriptionList"/>
    <dgm:cxn modelId="{15A30A2F-761A-48AA-8FD8-9F8717AB4199}" type="presParOf" srcId="{149924C2-5247-44F3-991F-638CC8FC7F02}" destId="{96EE227D-C471-4F17-8BC9-6192E53992AB}" srcOrd="0" destOrd="0" presId="urn:microsoft.com/office/officeart/2018/5/layout/CenteredIconLabelDescriptionList"/>
    <dgm:cxn modelId="{A1CA6B68-935F-480F-AB28-1EA9B8E38A24}" type="presParOf" srcId="{149924C2-5247-44F3-991F-638CC8FC7F02}" destId="{B532AA1A-D21C-4E5F-B7BD-52774B498736}" srcOrd="1" destOrd="0" presId="urn:microsoft.com/office/officeart/2018/5/layout/CenteredIconLabelDescriptionList"/>
    <dgm:cxn modelId="{4D607228-2AA1-4205-B11A-51145B098677}" type="presParOf" srcId="{149924C2-5247-44F3-991F-638CC8FC7F02}" destId="{F89905CB-3B6E-4608-B262-4162D61EF505}" srcOrd="2" destOrd="0" presId="urn:microsoft.com/office/officeart/2018/5/layout/CenteredIconLabelDescriptionList"/>
    <dgm:cxn modelId="{8CFAE422-84FF-414F-97BC-7FD6637ABD22}" type="presParOf" srcId="{149924C2-5247-44F3-991F-638CC8FC7F02}" destId="{D4DEA714-C504-4CA5-940D-D6920CF3B9DC}" srcOrd="3" destOrd="0" presId="urn:microsoft.com/office/officeart/2018/5/layout/CenteredIconLabelDescriptionList"/>
    <dgm:cxn modelId="{417C33B0-1B16-4924-80D5-63F293E86C91}" type="presParOf" srcId="{149924C2-5247-44F3-991F-638CC8FC7F02}" destId="{9D4C3E80-C0AC-4C8B-8A04-D9DCA713DAA5}" srcOrd="4" destOrd="0" presId="urn:microsoft.com/office/officeart/2018/5/layout/CenteredIconLabelDescriptionList"/>
  </dgm:cxnLst>
  <dgm:bg/>
  <dgm:whole/>
  <dgm:extLst>
    <a:ext uri="http://schemas.microsoft.com/office/drawing/2008/diagram">
      <dsp:dataModelExt xmlns:dsp="http://schemas.microsoft.com/office/drawing/2008/diagram" relId="rId6" minVer="http://schemas.openxmlformats.org/drawingml/2006/diagram"/>
    </a:ext>
  </dgm:extLst>
</dgm:dataModel>
</file>

<file path=ppt/diagrams/data69.xml><?xml version="1.0" encoding="utf-8"?>
<dgm:dataModel xmlns:dgm="http://schemas.openxmlformats.org/drawingml/2006/diagram" xmlns:a="http://schemas.openxmlformats.org/drawingml/2006/main">
  <dgm:ptLst>
    <dgm:pt modelId="{659AA0BF-FD76-4FF9-8FD8-192BAB6D30EB}" type="doc">
      <dgm:prSet loTypeId="urn:microsoft.com/office/officeart/2018/5/layout/CenteredIconLabelDescriptionList" loCatId="icon" qsTypeId="urn:microsoft.com/office/officeart/2005/8/quickstyle/simple1" qsCatId="simple" csTypeId="urn:microsoft.com/office/officeart/2018/5/colors/Iconchunking_neutralbg_colorful2" csCatId="colorful" phldr="1"/>
      <dgm:spPr/>
      <dgm:t>
        <a:bodyPr/>
        <a:lstStyle/>
        <a:p>
          <a:endParaRPr lang="en-US"/>
        </a:p>
      </dgm:t>
    </dgm:pt>
    <dgm:pt modelId="{5FA0FFA2-647E-4D8D-A526-DC069DA4BAA6}">
      <dgm:prSet/>
      <dgm:spPr/>
      <dgm:t>
        <a:bodyPr/>
        <a:lstStyle/>
        <a:p>
          <a:pPr>
            <a:lnSpc>
              <a:spcPct val="100000"/>
            </a:lnSpc>
            <a:defRPr b="1"/>
          </a:pPr>
          <a:r>
            <a:rPr lang="en-US" dirty="0"/>
            <a:t>Every </a:t>
          </a:r>
          <a:r>
            <a:rPr lang="tr-TR" dirty="0"/>
            <a:t>Bitcoin </a:t>
          </a:r>
          <a:r>
            <a:rPr lang="en-US" dirty="0"/>
            <a:t>node </a:t>
          </a:r>
        </a:p>
      </dgm:t>
    </dgm:pt>
    <dgm:pt modelId="{A9971E33-8E12-4DDE-AA4A-F56175D6995B}" type="parTrans" cxnId="{B536BBC1-89F5-471F-B7E0-7E8958C0282B}">
      <dgm:prSet/>
      <dgm:spPr/>
      <dgm:t>
        <a:bodyPr/>
        <a:lstStyle/>
        <a:p>
          <a:endParaRPr lang="en-US"/>
        </a:p>
      </dgm:t>
    </dgm:pt>
    <dgm:pt modelId="{A27C5511-7146-4198-8422-0E28EF772E2E}" type="sibTrans" cxnId="{B536BBC1-89F5-471F-B7E0-7E8958C0282B}">
      <dgm:prSet/>
      <dgm:spPr/>
      <dgm:t>
        <a:bodyPr/>
        <a:lstStyle/>
        <a:p>
          <a:endParaRPr lang="en-US"/>
        </a:p>
      </dgm:t>
    </dgm:pt>
    <dgm:pt modelId="{779D6A38-F95B-40F1-9736-056BFC76C016}">
      <dgm:prSet/>
      <dgm:spPr/>
      <dgm:t>
        <a:bodyPr/>
        <a:lstStyle/>
        <a:p>
          <a:pPr>
            <a:lnSpc>
              <a:spcPct val="100000"/>
            </a:lnSpc>
          </a:pPr>
          <a:r>
            <a:rPr lang="en-US" dirty="0"/>
            <a:t>will validate</a:t>
          </a:r>
        </a:p>
      </dgm:t>
    </dgm:pt>
    <dgm:pt modelId="{ED52DDB1-8511-49A1-A1EE-9610A091DCA9}" type="parTrans" cxnId="{896714FC-1AB3-426E-9B5B-3F2F3483897A}">
      <dgm:prSet/>
      <dgm:spPr/>
      <dgm:t>
        <a:bodyPr/>
        <a:lstStyle/>
        <a:p>
          <a:endParaRPr lang="en-US"/>
        </a:p>
      </dgm:t>
    </dgm:pt>
    <dgm:pt modelId="{B83A3EDD-5E1A-4619-A17B-7105BCAF9C45}" type="sibTrans" cxnId="{896714FC-1AB3-426E-9B5B-3F2F3483897A}">
      <dgm:prSet/>
      <dgm:spPr/>
      <dgm:t>
        <a:bodyPr/>
        <a:lstStyle/>
        <a:p>
          <a:endParaRPr lang="en-US"/>
        </a:p>
      </dgm:t>
    </dgm:pt>
    <dgm:pt modelId="{33B75490-C088-46C2-961F-279C34766BC2}">
      <dgm:prSet/>
      <dgm:spPr/>
      <dgm:t>
        <a:bodyPr/>
        <a:lstStyle/>
        <a:p>
          <a:pPr>
            <a:lnSpc>
              <a:spcPct val="100000"/>
            </a:lnSpc>
          </a:pPr>
          <a:r>
            <a:rPr lang="en-US" dirty="0"/>
            <a:t>executing the locking</a:t>
          </a:r>
        </a:p>
      </dgm:t>
    </dgm:pt>
    <dgm:pt modelId="{E110BB54-666D-4C0B-B3AC-891BFDCED36F}" type="parTrans" cxnId="{CB301E97-171B-48F7-A0F3-7A1A18D72B36}">
      <dgm:prSet/>
      <dgm:spPr/>
      <dgm:t>
        <a:bodyPr/>
        <a:lstStyle/>
        <a:p>
          <a:endParaRPr lang="en-US"/>
        </a:p>
      </dgm:t>
    </dgm:pt>
    <dgm:pt modelId="{8296501E-4AFC-472F-BCEC-EDC3956936FB}" type="sibTrans" cxnId="{CB301E97-171B-48F7-A0F3-7A1A18D72B36}">
      <dgm:prSet/>
      <dgm:spPr/>
      <dgm:t>
        <a:bodyPr/>
        <a:lstStyle/>
        <a:p>
          <a:endParaRPr lang="en-US"/>
        </a:p>
      </dgm:t>
    </dgm:pt>
    <dgm:pt modelId="{4EEF0086-AF99-4374-BBA4-2B110A39CB4C}">
      <dgm:prSet/>
      <dgm:spPr/>
      <dgm:t>
        <a:bodyPr/>
        <a:lstStyle/>
        <a:p>
          <a:pPr>
            <a:lnSpc>
              <a:spcPct val="100000"/>
            </a:lnSpc>
            <a:defRPr b="1"/>
          </a:pPr>
          <a:r>
            <a:rPr lang="tr-TR" dirty="0"/>
            <a:t>UTXO</a:t>
          </a:r>
          <a:endParaRPr lang="en-US" dirty="0"/>
        </a:p>
      </dgm:t>
    </dgm:pt>
    <dgm:pt modelId="{88B863CF-745B-454D-8A2A-E77BD99360AE}" type="parTrans" cxnId="{1AABEB85-5B01-4027-8942-61341538835F}">
      <dgm:prSet/>
      <dgm:spPr/>
      <dgm:t>
        <a:bodyPr/>
        <a:lstStyle/>
        <a:p>
          <a:endParaRPr lang="en-US"/>
        </a:p>
      </dgm:t>
    </dgm:pt>
    <dgm:pt modelId="{D02138D6-340E-47E0-9B72-22DD98DD75DA}" type="sibTrans" cxnId="{1AABEB85-5B01-4027-8942-61341538835F}">
      <dgm:prSet/>
      <dgm:spPr/>
      <dgm:t>
        <a:bodyPr/>
        <a:lstStyle/>
        <a:p>
          <a:endParaRPr lang="en-US"/>
        </a:p>
      </dgm:t>
    </dgm:pt>
    <dgm:pt modelId="{FBFB9101-8FCF-4876-9435-2B31E4C0DD3E}">
      <dgm:prSet/>
      <dgm:spPr/>
      <dgm:t>
        <a:bodyPr/>
        <a:lstStyle/>
        <a:p>
          <a:pPr>
            <a:lnSpc>
              <a:spcPct val="100000"/>
            </a:lnSpc>
            <a:defRPr b="1"/>
          </a:pPr>
          <a:r>
            <a:rPr lang="tr-TR" dirty="0"/>
            <a:t>Validation</a:t>
          </a:r>
          <a:endParaRPr lang="en-US" dirty="0"/>
        </a:p>
      </dgm:t>
    </dgm:pt>
    <dgm:pt modelId="{419D809F-18A4-4B7F-A846-3B8889BD9B2F}" type="parTrans" cxnId="{104B6970-0B14-4DF4-8340-2CD2E67AEB27}">
      <dgm:prSet/>
      <dgm:spPr/>
      <dgm:t>
        <a:bodyPr/>
        <a:lstStyle/>
        <a:p>
          <a:endParaRPr lang="tr-TR"/>
        </a:p>
      </dgm:t>
    </dgm:pt>
    <dgm:pt modelId="{31E4CC95-9704-4D16-8057-6E8AB642E328}" type="sibTrans" cxnId="{104B6970-0B14-4DF4-8340-2CD2E67AEB27}">
      <dgm:prSet/>
      <dgm:spPr/>
      <dgm:t>
        <a:bodyPr/>
        <a:lstStyle/>
        <a:p>
          <a:endParaRPr lang="tr-TR"/>
        </a:p>
      </dgm:t>
    </dgm:pt>
    <dgm:pt modelId="{9FA8E54F-2E68-4B94-890B-1E9EB0F4F71B}">
      <dgm:prSet/>
      <dgm:spPr/>
      <dgm:t>
        <a:bodyPr/>
        <a:lstStyle/>
        <a:p>
          <a:pPr>
            <a:lnSpc>
              <a:spcPct val="100000"/>
            </a:lnSpc>
          </a:pPr>
          <a:r>
            <a:rPr lang="en-US" dirty="0"/>
            <a:t>and</a:t>
          </a:r>
          <a:r>
            <a:rPr lang="tr-TR" dirty="0"/>
            <a:t> </a:t>
          </a:r>
          <a:r>
            <a:rPr lang="en-US" dirty="0"/>
            <a:t>unlocking scripts together</a:t>
          </a:r>
        </a:p>
      </dgm:t>
    </dgm:pt>
    <dgm:pt modelId="{D3865232-419B-45F3-8952-AEAC92DFD5B7}" type="parTrans" cxnId="{8DEEDE3B-CD6F-4582-BE21-1747BAC322F4}">
      <dgm:prSet/>
      <dgm:spPr/>
      <dgm:t>
        <a:bodyPr/>
        <a:lstStyle/>
        <a:p>
          <a:endParaRPr lang="tr-TR"/>
        </a:p>
      </dgm:t>
    </dgm:pt>
    <dgm:pt modelId="{52EEEF43-3866-48F1-8BBF-B39FC4D9DF01}" type="sibTrans" cxnId="{8DEEDE3B-CD6F-4582-BE21-1747BAC322F4}">
      <dgm:prSet/>
      <dgm:spPr/>
      <dgm:t>
        <a:bodyPr/>
        <a:lstStyle/>
        <a:p>
          <a:endParaRPr lang="tr-TR"/>
        </a:p>
      </dgm:t>
    </dgm:pt>
    <dgm:pt modelId="{0DD936B5-D19C-4B20-BFD0-86A311898638}">
      <dgm:prSet/>
      <dgm:spPr/>
      <dgm:t>
        <a:bodyPr/>
        <a:lstStyle/>
        <a:p>
          <a:pPr>
            <a:lnSpc>
              <a:spcPct val="100000"/>
            </a:lnSpc>
          </a:pPr>
          <a:r>
            <a:rPr lang="en-US" dirty="0"/>
            <a:t>transactions </a:t>
          </a:r>
        </a:p>
      </dgm:t>
    </dgm:pt>
    <dgm:pt modelId="{C130A8DE-3019-4991-9869-395CB98C1578}" type="parTrans" cxnId="{878E973E-82F6-47C4-8EF8-D5949E1C6F34}">
      <dgm:prSet/>
      <dgm:spPr/>
      <dgm:t>
        <a:bodyPr/>
        <a:lstStyle/>
        <a:p>
          <a:endParaRPr lang="tr-TR"/>
        </a:p>
      </dgm:t>
    </dgm:pt>
    <dgm:pt modelId="{7AA40883-B794-4EA4-9F72-DEE26568A396}" type="sibTrans" cxnId="{878E973E-82F6-47C4-8EF8-D5949E1C6F34}">
      <dgm:prSet/>
      <dgm:spPr/>
      <dgm:t>
        <a:bodyPr/>
        <a:lstStyle/>
        <a:p>
          <a:endParaRPr lang="tr-TR"/>
        </a:p>
      </dgm:t>
    </dgm:pt>
    <dgm:pt modelId="{4FB8DFCE-5508-48F6-8EB0-8156091FA5FD}">
      <dgm:prSet/>
      <dgm:spPr/>
      <dgm:t>
        <a:bodyPr/>
        <a:lstStyle/>
        <a:p>
          <a:pPr>
            <a:lnSpc>
              <a:spcPct val="100000"/>
            </a:lnSpc>
          </a:pPr>
          <a:r>
            <a:rPr lang="en-US" dirty="0"/>
            <a:t>unlocking script</a:t>
          </a:r>
        </a:p>
      </dgm:t>
    </dgm:pt>
    <dgm:pt modelId="{09F7588E-F8D2-4260-8B40-0E48D5283583}" type="parTrans" cxnId="{1450C05E-D8E1-41C3-9317-4C10D74D8992}">
      <dgm:prSet/>
      <dgm:spPr/>
      <dgm:t>
        <a:bodyPr/>
        <a:lstStyle/>
        <a:p>
          <a:endParaRPr lang="tr-TR"/>
        </a:p>
      </dgm:t>
    </dgm:pt>
    <dgm:pt modelId="{58229814-B987-4E05-BED6-43B7A9C63D42}" type="sibTrans" cxnId="{1450C05E-D8E1-41C3-9317-4C10D74D8992}">
      <dgm:prSet/>
      <dgm:spPr/>
      <dgm:t>
        <a:bodyPr/>
        <a:lstStyle/>
        <a:p>
          <a:endParaRPr lang="tr-TR"/>
        </a:p>
      </dgm:t>
    </dgm:pt>
    <dgm:pt modelId="{D618C980-F108-4F50-A574-7CD7CCCDCD22}">
      <dgm:prSet/>
      <dgm:spPr/>
      <dgm:t>
        <a:bodyPr/>
        <a:lstStyle/>
        <a:p>
          <a:pPr>
            <a:lnSpc>
              <a:spcPct val="100000"/>
            </a:lnSpc>
          </a:pPr>
          <a:r>
            <a:rPr lang="en-US" dirty="0"/>
            <a:t>refers to a</a:t>
          </a:r>
          <a:r>
            <a:rPr lang="tr-TR" dirty="0"/>
            <a:t> </a:t>
          </a:r>
          <a:r>
            <a:rPr lang="en-US" dirty="0"/>
            <a:t>previously existing UTXO</a:t>
          </a:r>
        </a:p>
      </dgm:t>
    </dgm:pt>
    <dgm:pt modelId="{CDC32D6B-A9BB-49B2-BB52-48083A054933}" type="sibTrans" cxnId="{E7B422E4-AE6D-4B29-8265-B5623896C5B4}">
      <dgm:prSet/>
      <dgm:spPr/>
      <dgm:t>
        <a:bodyPr/>
        <a:lstStyle/>
        <a:p>
          <a:endParaRPr lang="en-US"/>
        </a:p>
      </dgm:t>
    </dgm:pt>
    <dgm:pt modelId="{A2FF9DB1-4882-4B80-A0D0-BBB6C40BB896}" type="parTrans" cxnId="{E7B422E4-AE6D-4B29-8265-B5623896C5B4}">
      <dgm:prSet/>
      <dgm:spPr/>
      <dgm:t>
        <a:bodyPr/>
        <a:lstStyle/>
        <a:p>
          <a:endParaRPr lang="en-US"/>
        </a:p>
      </dgm:t>
    </dgm:pt>
    <dgm:pt modelId="{E480A77E-1DC4-4B26-B7F0-62FECA400486}" type="pres">
      <dgm:prSet presAssocID="{659AA0BF-FD76-4FF9-8FD8-192BAB6D30EB}" presName="root" presStyleCnt="0">
        <dgm:presLayoutVars>
          <dgm:dir/>
          <dgm:resizeHandles val="exact"/>
        </dgm:presLayoutVars>
      </dgm:prSet>
      <dgm:spPr/>
    </dgm:pt>
    <dgm:pt modelId="{4BD61DAF-1D15-4DC3-B43A-453C7DFF2814}" type="pres">
      <dgm:prSet presAssocID="{5FA0FFA2-647E-4D8D-A526-DC069DA4BAA6}" presName="compNode" presStyleCnt="0"/>
      <dgm:spPr/>
    </dgm:pt>
    <dgm:pt modelId="{1C6A4C77-C18F-4DA7-B90C-A78D6F5528AE}" type="pres">
      <dgm:prSet presAssocID="{5FA0FFA2-647E-4D8D-A526-DC069DA4BAA6}" presName="iconRect" presStyleLbl="node1" presStyleIdx="0" presStyleCnt="3"/>
      <dgm:spPr>
        <a:blipFill>
          <a:blip xmlns:r="http://schemas.openxmlformats.org/officeDocument/2006/relationships" r:embed="rId1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2"/>
              </a:ext>
            </a:extLst>
          </a:blip>
          <a:stretch>
            <a:fillRect/>
          </a:stretch>
        </a:blipFill>
        <a:ln>
          <a:noFill/>
        </a:ln>
      </dgm:spPr>
      <dgm:extLst>
        <a:ext uri="{E40237B7-FDA0-4F09-8148-C483321AD2D9}">
          <dgm14:cNvPr xmlns:dgm14="http://schemas.microsoft.com/office/drawing/2010/diagram" id="0" name="" descr="Network"/>
        </a:ext>
      </dgm:extLst>
    </dgm:pt>
    <dgm:pt modelId="{0DB42CAC-A70E-4094-8F60-70634F61DC43}" type="pres">
      <dgm:prSet presAssocID="{5FA0FFA2-647E-4D8D-A526-DC069DA4BAA6}" presName="iconSpace" presStyleCnt="0"/>
      <dgm:spPr/>
    </dgm:pt>
    <dgm:pt modelId="{08242974-FABC-4328-8E23-44C00B31DE01}" type="pres">
      <dgm:prSet presAssocID="{5FA0FFA2-647E-4D8D-A526-DC069DA4BAA6}" presName="parTx" presStyleLbl="revTx" presStyleIdx="0" presStyleCnt="6">
        <dgm:presLayoutVars>
          <dgm:chMax val="0"/>
          <dgm:chPref val="0"/>
        </dgm:presLayoutVars>
      </dgm:prSet>
      <dgm:spPr/>
    </dgm:pt>
    <dgm:pt modelId="{BA6D53FA-F833-4762-AC75-3ECC511A6E86}" type="pres">
      <dgm:prSet presAssocID="{5FA0FFA2-647E-4D8D-A526-DC069DA4BAA6}" presName="txSpace" presStyleCnt="0"/>
      <dgm:spPr/>
    </dgm:pt>
    <dgm:pt modelId="{314BD639-DD8D-4617-8491-0CAF843D5FEB}" type="pres">
      <dgm:prSet presAssocID="{5FA0FFA2-647E-4D8D-A526-DC069DA4BAA6}" presName="desTx" presStyleLbl="revTx" presStyleIdx="1" presStyleCnt="6">
        <dgm:presLayoutVars/>
      </dgm:prSet>
      <dgm:spPr/>
    </dgm:pt>
    <dgm:pt modelId="{3ED21FFB-7376-40B1-95B5-5E47F5E64A8E}" type="pres">
      <dgm:prSet presAssocID="{A27C5511-7146-4198-8422-0E28EF772E2E}" presName="sibTrans" presStyleCnt="0"/>
      <dgm:spPr/>
    </dgm:pt>
    <dgm:pt modelId="{FD0B3534-752D-4392-9D25-BEFFE8B7F966}" type="pres">
      <dgm:prSet presAssocID="{FBFB9101-8FCF-4876-9435-2B31E4C0DD3E}" presName="compNode" presStyleCnt="0"/>
      <dgm:spPr/>
    </dgm:pt>
    <dgm:pt modelId="{6F1CDEA9-F433-4EC7-9EE7-02BA38E54BE0}" type="pres">
      <dgm:prSet presAssocID="{FBFB9101-8FCF-4876-9435-2B31E4C0DD3E}" presName="iconRect" presStyleLbl="node1" presStyleIdx="1" presStyleCnt="3"/>
      <dgm:spPr>
        <a:blipFill>
          <a:blip xmlns:r="http://schemas.openxmlformats.org/officeDocument/2006/relationships" r:embed="rId3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4"/>
              </a:ext>
            </a:extLst>
          </a:blip>
          <a:stretch>
            <a:fillRect/>
          </a:stretch>
        </a:blipFill>
        <a:ln>
          <a:noFill/>
        </a:ln>
      </dgm:spPr>
      <dgm:extLst>
        <a:ext uri="{E40237B7-FDA0-4F09-8148-C483321AD2D9}">
          <dgm14:cNvPr xmlns:dgm14="http://schemas.microsoft.com/office/drawing/2010/diagram" id="0" name="" descr="Web Design"/>
        </a:ext>
      </dgm:extLst>
    </dgm:pt>
    <dgm:pt modelId="{78820E0D-6DCA-470C-9ADB-F4FFF9D67314}" type="pres">
      <dgm:prSet presAssocID="{FBFB9101-8FCF-4876-9435-2B31E4C0DD3E}" presName="iconSpace" presStyleCnt="0"/>
      <dgm:spPr/>
    </dgm:pt>
    <dgm:pt modelId="{FE2A982C-BFCB-4F8A-8F26-4BFEE89A81F4}" type="pres">
      <dgm:prSet presAssocID="{FBFB9101-8FCF-4876-9435-2B31E4C0DD3E}" presName="parTx" presStyleLbl="revTx" presStyleIdx="2" presStyleCnt="6">
        <dgm:presLayoutVars>
          <dgm:chMax val="0"/>
          <dgm:chPref val="0"/>
        </dgm:presLayoutVars>
      </dgm:prSet>
      <dgm:spPr/>
    </dgm:pt>
    <dgm:pt modelId="{79D0D44A-A66E-47FF-8519-12C6C84E7C5A}" type="pres">
      <dgm:prSet presAssocID="{FBFB9101-8FCF-4876-9435-2B31E4C0DD3E}" presName="txSpace" presStyleCnt="0"/>
      <dgm:spPr/>
    </dgm:pt>
    <dgm:pt modelId="{DFD92586-191A-4D78-A5D6-344DFDF951EE}" type="pres">
      <dgm:prSet presAssocID="{FBFB9101-8FCF-4876-9435-2B31E4C0DD3E}" presName="desTx" presStyleLbl="revTx" presStyleIdx="3" presStyleCnt="6">
        <dgm:presLayoutVars/>
      </dgm:prSet>
      <dgm:spPr/>
    </dgm:pt>
    <dgm:pt modelId="{729651BF-F4A2-4A7F-94E3-E8C4E7B58707}" type="pres">
      <dgm:prSet presAssocID="{31E4CC95-9704-4D16-8057-6E8AB642E328}" presName="sibTrans" presStyleCnt="0"/>
      <dgm:spPr/>
    </dgm:pt>
    <dgm:pt modelId="{72507B09-69F7-48AC-B11F-DF97574D1E81}" type="pres">
      <dgm:prSet presAssocID="{4EEF0086-AF99-4374-BBA4-2B110A39CB4C}" presName="compNode" presStyleCnt="0"/>
      <dgm:spPr/>
    </dgm:pt>
    <dgm:pt modelId="{0E4DAE8B-A2E0-48E2-BF47-843F5A2CCBE1}" type="pres">
      <dgm:prSet presAssocID="{4EEF0086-AF99-4374-BBA4-2B110A39CB4C}" presName="iconRect" presStyleLbl="node1" presStyleIdx="2" presStyleCnt="3"/>
      <dgm:spPr>
        <a:blipFill>
          <a:blip xmlns:r="http://schemas.openxmlformats.org/officeDocument/2006/relationships" r:embed="rId5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6"/>
              </a:ext>
            </a:extLst>
          </a:blip>
          <a:stretch>
            <a:fillRect/>
          </a:stretch>
        </a:blipFill>
        <a:ln>
          <a:noFill/>
        </a:ln>
      </dgm:spPr>
      <dgm:extLst>
        <a:ext uri="{E40237B7-FDA0-4F09-8148-C483321AD2D9}">
          <dgm14:cNvPr xmlns:dgm14="http://schemas.microsoft.com/office/drawing/2010/diagram" id="0" name="" descr="Unlock"/>
        </a:ext>
      </dgm:extLst>
    </dgm:pt>
    <dgm:pt modelId="{D0CD7ACB-F76F-4B01-B198-98957F83D7DA}" type="pres">
      <dgm:prSet presAssocID="{4EEF0086-AF99-4374-BBA4-2B110A39CB4C}" presName="iconSpace" presStyleCnt="0"/>
      <dgm:spPr/>
    </dgm:pt>
    <dgm:pt modelId="{A258FE7D-1FB0-4049-877D-49277AF3D021}" type="pres">
      <dgm:prSet presAssocID="{4EEF0086-AF99-4374-BBA4-2B110A39CB4C}" presName="parTx" presStyleLbl="revTx" presStyleIdx="4" presStyleCnt="6">
        <dgm:presLayoutVars>
          <dgm:chMax val="0"/>
          <dgm:chPref val="0"/>
        </dgm:presLayoutVars>
      </dgm:prSet>
      <dgm:spPr/>
    </dgm:pt>
    <dgm:pt modelId="{811A41DE-31DC-42DA-9E53-1636AEAD2907}" type="pres">
      <dgm:prSet presAssocID="{4EEF0086-AF99-4374-BBA4-2B110A39CB4C}" presName="txSpace" presStyleCnt="0"/>
      <dgm:spPr/>
    </dgm:pt>
    <dgm:pt modelId="{A8D025E3-F06D-4394-B7DF-F54005D5FEF8}" type="pres">
      <dgm:prSet presAssocID="{4EEF0086-AF99-4374-BBA4-2B110A39CB4C}" presName="desTx" presStyleLbl="revTx" presStyleIdx="5" presStyleCnt="6">
        <dgm:presLayoutVars/>
      </dgm:prSet>
      <dgm:spPr/>
    </dgm:pt>
  </dgm:ptLst>
  <dgm:cxnLst>
    <dgm:cxn modelId="{8E144D04-7007-43C5-B361-EF642FE7B16E}" type="presOf" srcId="{659AA0BF-FD76-4FF9-8FD8-192BAB6D30EB}" destId="{E480A77E-1DC4-4B26-B7F0-62FECA400486}" srcOrd="0" destOrd="0" presId="urn:microsoft.com/office/officeart/2018/5/layout/CenteredIconLabelDescriptionList"/>
    <dgm:cxn modelId="{7B349D20-6579-49B9-8D6F-FD6829D1ECCC}" type="presOf" srcId="{4EEF0086-AF99-4374-BBA4-2B110A39CB4C}" destId="{A258FE7D-1FB0-4049-877D-49277AF3D021}" srcOrd="0" destOrd="0" presId="urn:microsoft.com/office/officeart/2018/5/layout/CenteredIconLabelDescriptionList"/>
    <dgm:cxn modelId="{8DEEDE3B-CD6F-4582-BE21-1747BAC322F4}" srcId="{FBFB9101-8FCF-4876-9435-2B31E4C0DD3E}" destId="{9FA8E54F-2E68-4B94-890B-1E9EB0F4F71B}" srcOrd="1" destOrd="0" parTransId="{D3865232-419B-45F3-8952-AEAC92DFD5B7}" sibTransId="{52EEEF43-3866-48F1-8BBF-B39FC4D9DF01}"/>
    <dgm:cxn modelId="{878E973E-82F6-47C4-8EF8-D5949E1C6F34}" srcId="{5FA0FFA2-647E-4D8D-A526-DC069DA4BAA6}" destId="{0DD936B5-D19C-4B20-BFD0-86A311898638}" srcOrd="1" destOrd="0" parTransId="{C130A8DE-3019-4991-9869-395CB98C1578}" sibTransId="{7AA40883-B794-4EA4-9F72-DEE26568A396}"/>
    <dgm:cxn modelId="{1450C05E-D8E1-41C3-9317-4C10D74D8992}" srcId="{4EEF0086-AF99-4374-BBA4-2B110A39CB4C}" destId="{4FB8DFCE-5508-48F6-8EB0-8156091FA5FD}" srcOrd="0" destOrd="0" parTransId="{09F7588E-F8D2-4260-8B40-0E48D5283583}" sibTransId="{58229814-B987-4E05-BED6-43B7A9C63D42}"/>
    <dgm:cxn modelId="{346EAF41-31F4-414B-A711-ADE2C684D92B}" type="presOf" srcId="{0DD936B5-D19C-4B20-BFD0-86A311898638}" destId="{314BD639-DD8D-4617-8491-0CAF843D5FEB}" srcOrd="0" destOrd="1" presId="urn:microsoft.com/office/officeart/2018/5/layout/CenteredIconLabelDescriptionList"/>
    <dgm:cxn modelId="{104B6970-0B14-4DF4-8340-2CD2E67AEB27}" srcId="{659AA0BF-FD76-4FF9-8FD8-192BAB6D30EB}" destId="{FBFB9101-8FCF-4876-9435-2B31E4C0DD3E}" srcOrd="1" destOrd="0" parTransId="{419D809F-18A4-4B7F-A846-3B8889BD9B2F}" sibTransId="{31E4CC95-9704-4D16-8057-6E8AB642E328}"/>
    <dgm:cxn modelId="{B059BA72-67F8-4C2F-A754-0A6F81E289AB}" type="presOf" srcId="{FBFB9101-8FCF-4876-9435-2B31E4C0DD3E}" destId="{FE2A982C-BFCB-4F8A-8F26-4BFEE89A81F4}" srcOrd="0" destOrd="0" presId="urn:microsoft.com/office/officeart/2018/5/layout/CenteredIconLabelDescriptionList"/>
    <dgm:cxn modelId="{1AABEB85-5B01-4027-8942-61341538835F}" srcId="{659AA0BF-FD76-4FF9-8FD8-192BAB6D30EB}" destId="{4EEF0086-AF99-4374-BBA4-2B110A39CB4C}" srcOrd="2" destOrd="0" parTransId="{88B863CF-745B-454D-8A2A-E77BD99360AE}" sibTransId="{D02138D6-340E-47E0-9B72-22DD98DD75DA}"/>
    <dgm:cxn modelId="{75906E8A-C687-47D7-B688-341A7070DF39}" type="presOf" srcId="{9FA8E54F-2E68-4B94-890B-1E9EB0F4F71B}" destId="{DFD92586-191A-4D78-A5D6-344DFDF951EE}" srcOrd="0" destOrd="1" presId="urn:microsoft.com/office/officeart/2018/5/layout/CenteredIconLabelDescriptionList"/>
    <dgm:cxn modelId="{CB301E97-171B-48F7-A0F3-7A1A18D72B36}" srcId="{FBFB9101-8FCF-4876-9435-2B31E4C0DD3E}" destId="{33B75490-C088-46C2-961F-279C34766BC2}" srcOrd="0" destOrd="0" parTransId="{E110BB54-666D-4C0B-B3AC-891BFDCED36F}" sibTransId="{8296501E-4AFC-472F-BCEC-EDC3956936FB}"/>
    <dgm:cxn modelId="{0CDAC8A7-90A7-43F7-BB88-27624994694E}" type="presOf" srcId="{33B75490-C088-46C2-961F-279C34766BC2}" destId="{DFD92586-191A-4D78-A5D6-344DFDF951EE}" srcOrd="0" destOrd="0" presId="urn:microsoft.com/office/officeart/2018/5/layout/CenteredIconLabelDescriptionList"/>
    <dgm:cxn modelId="{B536BBC1-89F5-471F-B7E0-7E8958C0282B}" srcId="{659AA0BF-FD76-4FF9-8FD8-192BAB6D30EB}" destId="{5FA0FFA2-647E-4D8D-A526-DC069DA4BAA6}" srcOrd="0" destOrd="0" parTransId="{A9971E33-8E12-4DDE-AA4A-F56175D6995B}" sibTransId="{A27C5511-7146-4198-8422-0E28EF772E2E}"/>
    <dgm:cxn modelId="{29B4FED2-D0AA-4D28-A28E-A5550180FEED}" type="presOf" srcId="{D618C980-F108-4F50-A574-7CD7CCCDCD22}" destId="{A8D025E3-F06D-4394-B7DF-F54005D5FEF8}" srcOrd="0" destOrd="1" presId="urn:microsoft.com/office/officeart/2018/5/layout/CenteredIconLabelDescriptionList"/>
    <dgm:cxn modelId="{891DDFD7-7463-4782-9A37-6516314BC5A0}" type="presOf" srcId="{779D6A38-F95B-40F1-9736-056BFC76C016}" destId="{314BD639-DD8D-4617-8491-0CAF843D5FEB}" srcOrd="0" destOrd="0" presId="urn:microsoft.com/office/officeart/2018/5/layout/CenteredIconLabelDescriptionList"/>
    <dgm:cxn modelId="{D4AA0FE3-EDF2-4B3F-A6B9-D9F8927605F9}" type="presOf" srcId="{4FB8DFCE-5508-48F6-8EB0-8156091FA5FD}" destId="{A8D025E3-F06D-4394-B7DF-F54005D5FEF8}" srcOrd="0" destOrd="0" presId="urn:microsoft.com/office/officeart/2018/5/layout/CenteredIconLabelDescriptionList"/>
    <dgm:cxn modelId="{E7B422E4-AE6D-4B29-8265-B5623896C5B4}" srcId="{4EEF0086-AF99-4374-BBA4-2B110A39CB4C}" destId="{D618C980-F108-4F50-A574-7CD7CCCDCD22}" srcOrd="1" destOrd="0" parTransId="{A2FF9DB1-4882-4B80-A0D0-BBB6C40BB896}" sibTransId="{CDC32D6B-A9BB-49B2-BB52-48083A054933}"/>
    <dgm:cxn modelId="{43FC40FA-1F7D-4F93-A6A7-C2371FC4FBAF}" type="presOf" srcId="{5FA0FFA2-647E-4D8D-A526-DC069DA4BAA6}" destId="{08242974-FABC-4328-8E23-44C00B31DE01}" srcOrd="0" destOrd="0" presId="urn:microsoft.com/office/officeart/2018/5/layout/CenteredIconLabelDescriptionList"/>
    <dgm:cxn modelId="{896714FC-1AB3-426E-9B5B-3F2F3483897A}" srcId="{5FA0FFA2-647E-4D8D-A526-DC069DA4BAA6}" destId="{779D6A38-F95B-40F1-9736-056BFC76C016}" srcOrd="0" destOrd="0" parTransId="{ED52DDB1-8511-49A1-A1EE-9610A091DCA9}" sibTransId="{B83A3EDD-5E1A-4619-A17B-7105BCAF9C45}"/>
    <dgm:cxn modelId="{084D728A-CE63-412C-A819-CC862F02B1E1}" type="presParOf" srcId="{E480A77E-1DC4-4B26-B7F0-62FECA400486}" destId="{4BD61DAF-1D15-4DC3-B43A-453C7DFF2814}" srcOrd="0" destOrd="0" presId="urn:microsoft.com/office/officeart/2018/5/layout/CenteredIconLabelDescriptionList"/>
    <dgm:cxn modelId="{CD3E21DF-9D63-4458-8968-F98B8E66E83F}" type="presParOf" srcId="{4BD61DAF-1D15-4DC3-B43A-453C7DFF2814}" destId="{1C6A4C77-C18F-4DA7-B90C-A78D6F5528AE}" srcOrd="0" destOrd="0" presId="urn:microsoft.com/office/officeart/2018/5/layout/CenteredIconLabelDescriptionList"/>
    <dgm:cxn modelId="{7313897A-11B2-4912-8740-C53A22495E06}" type="presParOf" srcId="{4BD61DAF-1D15-4DC3-B43A-453C7DFF2814}" destId="{0DB42CAC-A70E-4094-8F60-70634F61DC43}" srcOrd="1" destOrd="0" presId="urn:microsoft.com/office/officeart/2018/5/layout/CenteredIconLabelDescriptionList"/>
    <dgm:cxn modelId="{EBE0CD84-6969-4267-8C3B-8E23C2AD76CA}" type="presParOf" srcId="{4BD61DAF-1D15-4DC3-B43A-453C7DFF2814}" destId="{08242974-FABC-4328-8E23-44C00B31DE01}" srcOrd="2" destOrd="0" presId="urn:microsoft.com/office/officeart/2018/5/layout/CenteredIconLabelDescriptionList"/>
    <dgm:cxn modelId="{7A6BA24B-875F-4964-8242-BB69A584216E}" type="presParOf" srcId="{4BD61DAF-1D15-4DC3-B43A-453C7DFF2814}" destId="{BA6D53FA-F833-4762-AC75-3ECC511A6E86}" srcOrd="3" destOrd="0" presId="urn:microsoft.com/office/officeart/2018/5/layout/CenteredIconLabelDescriptionList"/>
    <dgm:cxn modelId="{E2D795DC-6B5E-4937-A444-0ECA5BC7488A}" type="presParOf" srcId="{4BD61DAF-1D15-4DC3-B43A-453C7DFF2814}" destId="{314BD639-DD8D-4617-8491-0CAF843D5FEB}" srcOrd="4" destOrd="0" presId="urn:microsoft.com/office/officeart/2018/5/layout/CenteredIconLabelDescriptionList"/>
    <dgm:cxn modelId="{F7016F19-0276-42C2-945D-5F1B5E0518F0}" type="presParOf" srcId="{E480A77E-1DC4-4B26-B7F0-62FECA400486}" destId="{3ED21FFB-7376-40B1-95B5-5E47F5E64A8E}" srcOrd="1" destOrd="0" presId="urn:microsoft.com/office/officeart/2018/5/layout/CenteredIconLabelDescriptionList"/>
    <dgm:cxn modelId="{E914D9E8-F5AB-4DF0-B218-504353E3D37B}" type="presParOf" srcId="{E480A77E-1DC4-4B26-B7F0-62FECA400486}" destId="{FD0B3534-752D-4392-9D25-BEFFE8B7F966}" srcOrd="2" destOrd="0" presId="urn:microsoft.com/office/officeart/2018/5/layout/CenteredIconLabelDescriptionList"/>
    <dgm:cxn modelId="{8842735D-B6D8-4D4E-9F1C-396585AC73D3}" type="presParOf" srcId="{FD0B3534-752D-4392-9D25-BEFFE8B7F966}" destId="{6F1CDEA9-F433-4EC7-9EE7-02BA38E54BE0}" srcOrd="0" destOrd="0" presId="urn:microsoft.com/office/officeart/2018/5/layout/CenteredIconLabelDescriptionList"/>
    <dgm:cxn modelId="{146D8647-6BBE-440A-96C0-DA6E14448BCA}" type="presParOf" srcId="{FD0B3534-752D-4392-9D25-BEFFE8B7F966}" destId="{78820E0D-6DCA-470C-9ADB-F4FFF9D67314}" srcOrd="1" destOrd="0" presId="urn:microsoft.com/office/officeart/2018/5/layout/CenteredIconLabelDescriptionList"/>
    <dgm:cxn modelId="{F19D6B27-D41B-4A8F-BFD5-E82948BA7CC2}" type="presParOf" srcId="{FD0B3534-752D-4392-9D25-BEFFE8B7F966}" destId="{FE2A982C-BFCB-4F8A-8F26-4BFEE89A81F4}" srcOrd="2" destOrd="0" presId="urn:microsoft.com/office/officeart/2018/5/layout/CenteredIconLabelDescriptionList"/>
    <dgm:cxn modelId="{66B8AD28-0DCB-4BBC-9568-B3F076EE2CCB}" type="presParOf" srcId="{FD0B3534-752D-4392-9D25-BEFFE8B7F966}" destId="{79D0D44A-A66E-47FF-8519-12C6C84E7C5A}" srcOrd="3" destOrd="0" presId="urn:microsoft.com/office/officeart/2018/5/layout/CenteredIconLabelDescriptionList"/>
    <dgm:cxn modelId="{3F0EDEB3-0825-4E03-B294-5CD7875D89E1}" type="presParOf" srcId="{FD0B3534-752D-4392-9D25-BEFFE8B7F966}" destId="{DFD92586-191A-4D78-A5D6-344DFDF951EE}" srcOrd="4" destOrd="0" presId="urn:microsoft.com/office/officeart/2018/5/layout/CenteredIconLabelDescriptionList"/>
    <dgm:cxn modelId="{3E8225DC-5128-4F99-9CBA-A1CA12FAC108}" type="presParOf" srcId="{E480A77E-1DC4-4B26-B7F0-62FECA400486}" destId="{729651BF-F4A2-4A7F-94E3-E8C4E7B58707}" srcOrd="3" destOrd="0" presId="urn:microsoft.com/office/officeart/2018/5/layout/CenteredIconLabelDescriptionList"/>
    <dgm:cxn modelId="{0094929E-C278-4ECB-BA3D-51559CAE4E16}" type="presParOf" srcId="{E480A77E-1DC4-4B26-B7F0-62FECA400486}" destId="{72507B09-69F7-48AC-B11F-DF97574D1E81}" srcOrd="4" destOrd="0" presId="urn:microsoft.com/office/officeart/2018/5/layout/CenteredIconLabelDescriptionList"/>
    <dgm:cxn modelId="{E70CAE0D-A7BD-4094-A45E-9750ECB5C096}" type="presParOf" srcId="{72507B09-69F7-48AC-B11F-DF97574D1E81}" destId="{0E4DAE8B-A2E0-48E2-BF47-843F5A2CCBE1}" srcOrd="0" destOrd="0" presId="urn:microsoft.com/office/officeart/2018/5/layout/CenteredIconLabelDescriptionList"/>
    <dgm:cxn modelId="{7686C626-E804-4C2A-ABAB-1FB54D154120}" type="presParOf" srcId="{72507B09-69F7-48AC-B11F-DF97574D1E81}" destId="{D0CD7ACB-F76F-4B01-B198-98957F83D7DA}" srcOrd="1" destOrd="0" presId="urn:microsoft.com/office/officeart/2018/5/layout/CenteredIconLabelDescriptionList"/>
    <dgm:cxn modelId="{4FADC66C-E022-48A3-AE61-28457A800A51}" type="presParOf" srcId="{72507B09-69F7-48AC-B11F-DF97574D1E81}" destId="{A258FE7D-1FB0-4049-877D-49277AF3D021}" srcOrd="2" destOrd="0" presId="urn:microsoft.com/office/officeart/2018/5/layout/CenteredIconLabelDescriptionList"/>
    <dgm:cxn modelId="{E32B07A8-8860-4FD8-B37F-F4B0DCF4AF1B}" type="presParOf" srcId="{72507B09-69F7-48AC-B11F-DF97574D1E81}" destId="{811A41DE-31DC-42DA-9E53-1636AEAD2907}" srcOrd="3" destOrd="0" presId="urn:microsoft.com/office/officeart/2018/5/layout/CenteredIconLabelDescriptionList"/>
    <dgm:cxn modelId="{D261EF4E-066C-4AA0-A6DC-F8CCE8EB440B}" type="presParOf" srcId="{72507B09-69F7-48AC-B11F-DF97574D1E81}" destId="{A8D025E3-F06D-4394-B7DF-F54005D5FEF8}" srcOrd="4" destOrd="0" presId="urn:microsoft.com/office/officeart/2018/5/layout/CenteredIconLabelDescriptionList"/>
  </dgm:cxnLst>
  <dgm:bg/>
  <dgm:whole/>
  <dgm:extLst>
    <a:ext uri="http://schemas.microsoft.com/office/drawing/2008/diagram">
      <dsp:dataModelExt xmlns:dsp="http://schemas.microsoft.com/office/drawing/2008/diagram" relId="rId6" minVer="http://schemas.openxmlformats.org/drawingml/2006/diagram"/>
    </a:ext>
  </dgm:extLst>
</dgm:dataModel>
</file>

<file path=ppt/diagrams/data70.xml><?xml version="1.0" encoding="utf-8"?>
<dgm:dataModel xmlns:dgm="http://schemas.openxmlformats.org/drawingml/2006/diagram" xmlns:a="http://schemas.openxmlformats.org/drawingml/2006/main">
  <dgm:ptLst>
    <dgm:pt modelId="{659AA0BF-FD76-4FF9-8FD8-192BAB6D30EB}" type="doc">
      <dgm:prSet loTypeId="urn:microsoft.com/office/officeart/2018/2/layout/IconLabelDescriptionList" loCatId="icon" qsTypeId="urn:microsoft.com/office/officeart/2005/8/quickstyle/simple1" qsCatId="simple" csTypeId="urn:microsoft.com/office/officeart/2018/5/colors/Iconchunking_neutralbg_colorful2" csCatId="colorful" phldr="1"/>
      <dgm:spPr/>
      <dgm:t>
        <a:bodyPr/>
        <a:lstStyle/>
        <a:p>
          <a:endParaRPr lang="en-US"/>
        </a:p>
      </dgm:t>
    </dgm:pt>
    <dgm:pt modelId="{A3E9B398-0BB2-4901-BE84-965775D6B692}">
      <dgm:prSet/>
      <dgm:spPr/>
      <dgm:t>
        <a:bodyPr/>
        <a:lstStyle/>
        <a:p>
          <a:pPr>
            <a:lnSpc>
              <a:spcPct val="100000"/>
            </a:lnSpc>
            <a:defRPr b="1"/>
          </a:pPr>
          <a:r>
            <a:rPr lang="en-US" dirty="0"/>
            <a:t>unlocking </a:t>
          </a:r>
          <a:r>
            <a:rPr lang="tr-TR" dirty="0"/>
            <a:t>script</a:t>
          </a:r>
          <a:endParaRPr lang="en-US" dirty="0"/>
        </a:p>
      </dgm:t>
    </dgm:pt>
    <dgm:pt modelId="{52EBDA64-51D4-4A1B-844B-BB1EEA065B13}" type="parTrans" cxnId="{48E80398-DB0C-4BFD-A748-B30F5505EAC6}">
      <dgm:prSet/>
      <dgm:spPr/>
      <dgm:t>
        <a:bodyPr/>
        <a:lstStyle/>
        <a:p>
          <a:endParaRPr lang="en-US"/>
        </a:p>
      </dgm:t>
    </dgm:pt>
    <dgm:pt modelId="{C6069F80-EF52-4B9E-BFC1-36B8ADCC2097}" type="sibTrans" cxnId="{48E80398-DB0C-4BFD-A748-B30F5505EAC6}">
      <dgm:prSet/>
      <dgm:spPr/>
      <dgm:t>
        <a:bodyPr/>
        <a:lstStyle/>
        <a:p>
          <a:endParaRPr lang="en-US"/>
        </a:p>
      </dgm:t>
    </dgm:pt>
    <dgm:pt modelId="{19814CC9-39C8-446A-A9F9-F2683218E680}">
      <dgm:prSet/>
      <dgm:spPr/>
      <dgm:t>
        <a:bodyPr/>
        <a:lstStyle/>
        <a:p>
          <a:pPr>
            <a:lnSpc>
              <a:spcPct val="100000"/>
            </a:lnSpc>
          </a:pPr>
          <a:r>
            <a:rPr lang="en-US" dirty="0"/>
            <a:t>retrieve the UTXO</a:t>
          </a:r>
        </a:p>
      </dgm:t>
    </dgm:pt>
    <dgm:pt modelId="{CCDEE03C-9944-498D-A275-78B47AB348D6}" type="parTrans" cxnId="{5055A62F-1144-41C8-9C81-EC2409CFB6A1}">
      <dgm:prSet/>
      <dgm:spPr/>
      <dgm:t>
        <a:bodyPr/>
        <a:lstStyle/>
        <a:p>
          <a:endParaRPr lang="en-US"/>
        </a:p>
      </dgm:t>
    </dgm:pt>
    <dgm:pt modelId="{1B4559CE-101B-4453-8B64-4AA17C2DB534}" type="sibTrans" cxnId="{5055A62F-1144-41C8-9C81-EC2409CFB6A1}">
      <dgm:prSet/>
      <dgm:spPr/>
      <dgm:t>
        <a:bodyPr/>
        <a:lstStyle/>
        <a:p>
          <a:endParaRPr lang="en-US"/>
        </a:p>
      </dgm:t>
    </dgm:pt>
    <dgm:pt modelId="{4460CC32-4587-46EE-8816-5E68AB496DA0}">
      <dgm:prSet/>
      <dgm:spPr/>
      <dgm:t>
        <a:bodyPr/>
        <a:lstStyle/>
        <a:p>
          <a:pPr>
            <a:lnSpc>
              <a:spcPct val="100000"/>
            </a:lnSpc>
          </a:pPr>
          <a:r>
            <a:rPr lang="en-US" dirty="0"/>
            <a:t>copy the locking script</a:t>
          </a:r>
        </a:p>
      </dgm:t>
    </dgm:pt>
    <dgm:pt modelId="{7F03A007-E55F-4FE0-AB2A-86386F7C5BDF}" type="parTrans" cxnId="{DB730DA0-B764-4515-9A43-8A5BEEDE9C8F}">
      <dgm:prSet/>
      <dgm:spPr/>
      <dgm:t>
        <a:bodyPr/>
        <a:lstStyle/>
        <a:p>
          <a:endParaRPr lang="en-US"/>
        </a:p>
      </dgm:t>
    </dgm:pt>
    <dgm:pt modelId="{9D836EB5-978A-4EF6-826B-00CC843CF827}" type="sibTrans" cxnId="{DB730DA0-B764-4515-9A43-8A5BEEDE9C8F}">
      <dgm:prSet/>
      <dgm:spPr/>
      <dgm:t>
        <a:bodyPr/>
        <a:lstStyle/>
        <a:p>
          <a:endParaRPr lang="en-US"/>
        </a:p>
      </dgm:t>
    </dgm:pt>
    <dgm:pt modelId="{56D02C58-10CE-4275-9335-2183237A36BA}">
      <dgm:prSet/>
      <dgm:spPr/>
      <dgm:t>
        <a:bodyPr/>
        <a:lstStyle/>
        <a:p>
          <a:pPr>
            <a:lnSpc>
              <a:spcPct val="100000"/>
            </a:lnSpc>
            <a:defRPr b="1"/>
          </a:pPr>
          <a:r>
            <a:rPr lang="tr-TR"/>
            <a:t>Execute</a:t>
          </a:r>
          <a:endParaRPr lang="en-US"/>
        </a:p>
      </dgm:t>
    </dgm:pt>
    <dgm:pt modelId="{C116A00E-7983-40BA-8E0E-F26C8EA53DA9}" type="parTrans" cxnId="{C88619ED-EEB1-47FF-B8AC-ACDA3555AF13}">
      <dgm:prSet/>
      <dgm:spPr/>
      <dgm:t>
        <a:bodyPr/>
        <a:lstStyle/>
        <a:p>
          <a:endParaRPr lang="en-US"/>
        </a:p>
      </dgm:t>
    </dgm:pt>
    <dgm:pt modelId="{12B02DA8-2070-49C0-B54D-DD45BF385CA8}" type="sibTrans" cxnId="{C88619ED-EEB1-47FF-B8AC-ACDA3555AF13}">
      <dgm:prSet/>
      <dgm:spPr/>
      <dgm:t>
        <a:bodyPr/>
        <a:lstStyle/>
        <a:p>
          <a:endParaRPr lang="en-US"/>
        </a:p>
      </dgm:t>
    </dgm:pt>
    <dgm:pt modelId="{C617C4D7-E315-4EAE-9B0E-05BD2EF05E66}">
      <dgm:prSet/>
      <dgm:spPr/>
      <dgm:t>
        <a:bodyPr/>
        <a:lstStyle/>
        <a:p>
          <a:pPr>
            <a:lnSpc>
              <a:spcPct val="100000"/>
            </a:lnSpc>
          </a:pPr>
          <a:r>
            <a:rPr lang="en-US" dirty="0"/>
            <a:t>in sequence </a:t>
          </a:r>
        </a:p>
      </dgm:t>
    </dgm:pt>
    <dgm:pt modelId="{185A4356-602C-41B0-B75A-811A78209150}" type="parTrans" cxnId="{374CA213-0E5D-4C63-BF5E-E730B6305B74}">
      <dgm:prSet/>
      <dgm:spPr/>
      <dgm:t>
        <a:bodyPr/>
        <a:lstStyle/>
        <a:p>
          <a:endParaRPr lang="en-US"/>
        </a:p>
      </dgm:t>
    </dgm:pt>
    <dgm:pt modelId="{E93433C1-5352-47AA-9292-8B1BBA8A453B}" type="sibTrans" cxnId="{374CA213-0E5D-4C63-BF5E-E730B6305B74}">
      <dgm:prSet/>
      <dgm:spPr/>
      <dgm:t>
        <a:bodyPr/>
        <a:lstStyle/>
        <a:p>
          <a:endParaRPr lang="en-US"/>
        </a:p>
      </dgm:t>
    </dgm:pt>
    <dgm:pt modelId="{D0851BDC-DF9E-4B1F-B754-3662C109A74D}">
      <dgm:prSet/>
      <dgm:spPr/>
      <dgm:t>
        <a:bodyPr/>
        <a:lstStyle/>
        <a:p>
          <a:pPr>
            <a:lnSpc>
              <a:spcPct val="100000"/>
            </a:lnSpc>
            <a:defRPr b="1"/>
          </a:pPr>
          <a:r>
            <a:rPr lang="en-US"/>
            <a:t>The input is</a:t>
          </a:r>
          <a:r>
            <a:rPr lang="tr-TR"/>
            <a:t> </a:t>
          </a:r>
          <a:r>
            <a:rPr lang="en-US"/>
            <a:t>valid </a:t>
          </a:r>
        </a:p>
      </dgm:t>
    </dgm:pt>
    <dgm:pt modelId="{DCA78E5E-480C-4216-BE4F-7FE8D91A90AF}" type="parTrans" cxnId="{599B9C05-26EC-41E1-99C9-7AC019F697A7}">
      <dgm:prSet/>
      <dgm:spPr/>
      <dgm:t>
        <a:bodyPr/>
        <a:lstStyle/>
        <a:p>
          <a:endParaRPr lang="en-US"/>
        </a:p>
      </dgm:t>
    </dgm:pt>
    <dgm:pt modelId="{96D5DA16-A33E-4146-B79B-3FB47380F99E}" type="sibTrans" cxnId="{599B9C05-26EC-41E1-99C9-7AC019F697A7}">
      <dgm:prSet/>
      <dgm:spPr/>
      <dgm:t>
        <a:bodyPr/>
        <a:lstStyle/>
        <a:p>
          <a:endParaRPr lang="en-US"/>
        </a:p>
      </dgm:t>
    </dgm:pt>
    <dgm:pt modelId="{972CCE0C-6222-4B83-B49F-528538DFDDCE}">
      <dgm:prSet/>
      <dgm:spPr/>
      <dgm:t>
        <a:bodyPr/>
        <a:lstStyle/>
        <a:p>
          <a:pPr>
            <a:lnSpc>
              <a:spcPct val="100000"/>
            </a:lnSpc>
          </a:pPr>
          <a:r>
            <a:rPr lang="en-US" dirty="0"/>
            <a:t>if the unlocking script</a:t>
          </a:r>
        </a:p>
      </dgm:t>
    </dgm:pt>
    <dgm:pt modelId="{92954EB8-6548-4FC9-ACE8-9053106F982A}" type="parTrans" cxnId="{AAFB0C00-A21B-4274-A081-C05260E153A5}">
      <dgm:prSet/>
      <dgm:spPr/>
      <dgm:t>
        <a:bodyPr/>
        <a:lstStyle/>
        <a:p>
          <a:endParaRPr lang="en-US"/>
        </a:p>
      </dgm:t>
    </dgm:pt>
    <dgm:pt modelId="{D90BF323-6DF7-40CD-B620-402BDF5FD2FA}" type="sibTrans" cxnId="{AAFB0C00-A21B-4274-A081-C05260E153A5}">
      <dgm:prSet/>
      <dgm:spPr/>
      <dgm:t>
        <a:bodyPr/>
        <a:lstStyle/>
        <a:p>
          <a:endParaRPr lang="en-US"/>
        </a:p>
      </dgm:t>
    </dgm:pt>
    <dgm:pt modelId="{E64C07D8-F47D-405E-A933-7AE09B5AAC19}">
      <dgm:prSet/>
      <dgm:spPr/>
      <dgm:t>
        <a:bodyPr/>
        <a:lstStyle/>
        <a:p>
          <a:pPr>
            <a:lnSpc>
              <a:spcPct val="100000"/>
            </a:lnSpc>
          </a:pPr>
          <a:r>
            <a:rPr lang="en-US" dirty="0"/>
            <a:t>from that</a:t>
          </a:r>
          <a:r>
            <a:rPr lang="tr-TR" dirty="0"/>
            <a:t> </a:t>
          </a:r>
          <a:r>
            <a:rPr lang="en-US" dirty="0"/>
            <a:t>UTXO</a:t>
          </a:r>
        </a:p>
      </dgm:t>
    </dgm:pt>
    <dgm:pt modelId="{F4731F17-B32E-473F-A4DD-D23776D057BD}" type="parTrans" cxnId="{279CD05D-7785-4DEC-B5AA-6A38B76C7675}">
      <dgm:prSet/>
      <dgm:spPr/>
      <dgm:t>
        <a:bodyPr/>
        <a:lstStyle/>
        <a:p>
          <a:endParaRPr lang="tr-TR"/>
        </a:p>
      </dgm:t>
    </dgm:pt>
    <dgm:pt modelId="{4B3E8ED1-C4AC-423F-B58F-4B63631086B7}" type="sibTrans" cxnId="{279CD05D-7785-4DEC-B5AA-6A38B76C7675}">
      <dgm:prSet/>
      <dgm:spPr/>
      <dgm:t>
        <a:bodyPr/>
        <a:lstStyle/>
        <a:p>
          <a:endParaRPr lang="tr-TR"/>
        </a:p>
      </dgm:t>
    </dgm:pt>
    <dgm:pt modelId="{803DC848-AD3D-439B-9A6A-4B6FD0B68E69}">
      <dgm:prSet/>
      <dgm:spPr/>
      <dgm:t>
        <a:bodyPr/>
        <a:lstStyle/>
        <a:p>
          <a:pPr>
            <a:lnSpc>
              <a:spcPct val="100000"/>
            </a:lnSpc>
          </a:pPr>
          <a:r>
            <a:rPr lang="en-US"/>
            <a:t>unlocking </a:t>
          </a:r>
          <a:r>
            <a:rPr lang="en-US" dirty="0"/>
            <a:t>and locking script </a:t>
          </a:r>
        </a:p>
      </dgm:t>
    </dgm:pt>
    <dgm:pt modelId="{70C6FE33-A805-41E1-8F59-D421418E1EA2}" type="parTrans" cxnId="{A6AD21D9-1D1E-4378-853F-35BCEAD15508}">
      <dgm:prSet/>
      <dgm:spPr/>
      <dgm:t>
        <a:bodyPr/>
        <a:lstStyle/>
        <a:p>
          <a:endParaRPr lang="tr-TR"/>
        </a:p>
      </dgm:t>
    </dgm:pt>
    <dgm:pt modelId="{94E730CB-F134-446B-8CA6-39956A9B4B9E}" type="sibTrans" cxnId="{A6AD21D9-1D1E-4378-853F-35BCEAD15508}">
      <dgm:prSet/>
      <dgm:spPr/>
      <dgm:t>
        <a:bodyPr/>
        <a:lstStyle/>
        <a:p>
          <a:endParaRPr lang="tr-TR"/>
        </a:p>
      </dgm:t>
    </dgm:pt>
    <dgm:pt modelId="{FE29A537-178B-4748-AB75-4DAADCDC646E}">
      <dgm:prSet/>
      <dgm:spPr/>
      <dgm:t>
        <a:bodyPr/>
        <a:lstStyle/>
        <a:p>
          <a:pPr>
            <a:lnSpc>
              <a:spcPct val="100000"/>
            </a:lnSpc>
          </a:pPr>
          <a:r>
            <a:rPr lang="en-US"/>
            <a:t>satisfies</a:t>
          </a:r>
          <a:r>
            <a:rPr lang="tr-TR"/>
            <a:t> </a:t>
          </a:r>
          <a:r>
            <a:rPr lang="en-US" dirty="0"/>
            <a:t>the locking script conditions</a:t>
          </a:r>
        </a:p>
      </dgm:t>
    </dgm:pt>
    <dgm:pt modelId="{14FDACAE-DBD4-47FB-A98A-7C6FE307C897}" type="parTrans" cxnId="{60840D56-997A-4EA7-8DC3-B13A857AD30B}">
      <dgm:prSet/>
      <dgm:spPr/>
      <dgm:t>
        <a:bodyPr/>
        <a:lstStyle/>
        <a:p>
          <a:endParaRPr lang="tr-TR"/>
        </a:p>
      </dgm:t>
    </dgm:pt>
    <dgm:pt modelId="{A8D7CF29-46C3-4ECC-8256-613FD05A28EA}" type="sibTrans" cxnId="{60840D56-997A-4EA7-8DC3-B13A857AD30B}">
      <dgm:prSet/>
      <dgm:spPr/>
      <dgm:t>
        <a:bodyPr/>
        <a:lstStyle/>
        <a:p>
          <a:endParaRPr lang="tr-TR"/>
        </a:p>
      </dgm:t>
    </dgm:pt>
    <dgm:pt modelId="{F58E1445-0FB8-4FD2-8A35-FB167AC4755A}" type="pres">
      <dgm:prSet presAssocID="{659AA0BF-FD76-4FF9-8FD8-192BAB6D30EB}" presName="root" presStyleCnt="0">
        <dgm:presLayoutVars>
          <dgm:dir/>
          <dgm:resizeHandles val="exact"/>
        </dgm:presLayoutVars>
      </dgm:prSet>
      <dgm:spPr/>
    </dgm:pt>
    <dgm:pt modelId="{27FD1796-6865-4C78-A26B-4594B0141D16}" type="pres">
      <dgm:prSet presAssocID="{A3E9B398-0BB2-4901-BE84-965775D6B692}" presName="compNode" presStyleCnt="0"/>
      <dgm:spPr/>
    </dgm:pt>
    <dgm:pt modelId="{E83F0BA4-0737-4E42-97AC-12A9400EFA60}" type="pres">
      <dgm:prSet presAssocID="{A3E9B398-0BB2-4901-BE84-965775D6B692}" presName="iconRect" presStyleLbl="node1" presStyleIdx="0" presStyleCnt="3"/>
      <dgm:spPr>
        <a:blipFill>
          <a:blip xmlns:r="http://schemas.openxmlformats.org/officeDocument/2006/relationships" r:embed="rId1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2"/>
              </a:ext>
            </a:extLst>
          </a:blip>
          <a:stretch>
            <a:fillRect/>
          </a:stretch>
        </a:blipFill>
        <a:ln>
          <a:noFill/>
        </a:ln>
      </dgm:spPr>
      <dgm:extLst>
        <a:ext uri="{E40237B7-FDA0-4F09-8148-C483321AD2D9}">
          <dgm14:cNvPr xmlns:dgm14="http://schemas.microsoft.com/office/drawing/2010/diagram" id="0" name="" descr="Shredder"/>
        </a:ext>
      </dgm:extLst>
    </dgm:pt>
    <dgm:pt modelId="{96ECCC31-C771-41B7-B48D-F091E8010DDE}" type="pres">
      <dgm:prSet presAssocID="{A3E9B398-0BB2-4901-BE84-965775D6B692}" presName="iconSpace" presStyleCnt="0"/>
      <dgm:spPr/>
    </dgm:pt>
    <dgm:pt modelId="{4F7C7CDF-3B65-479B-8C57-5156C4EE63F8}" type="pres">
      <dgm:prSet presAssocID="{A3E9B398-0BB2-4901-BE84-965775D6B692}" presName="parTx" presStyleLbl="revTx" presStyleIdx="0" presStyleCnt="6">
        <dgm:presLayoutVars>
          <dgm:chMax val="0"/>
          <dgm:chPref val="0"/>
        </dgm:presLayoutVars>
      </dgm:prSet>
      <dgm:spPr/>
    </dgm:pt>
    <dgm:pt modelId="{4E975E59-4845-4609-86C9-4B40EDF9EC1B}" type="pres">
      <dgm:prSet presAssocID="{A3E9B398-0BB2-4901-BE84-965775D6B692}" presName="txSpace" presStyleCnt="0"/>
      <dgm:spPr/>
    </dgm:pt>
    <dgm:pt modelId="{BEB2B343-CAE5-4B71-B5BE-009A04AB72A2}" type="pres">
      <dgm:prSet presAssocID="{A3E9B398-0BB2-4901-BE84-965775D6B692}" presName="desTx" presStyleLbl="revTx" presStyleIdx="1" presStyleCnt="6">
        <dgm:presLayoutVars/>
      </dgm:prSet>
      <dgm:spPr/>
    </dgm:pt>
    <dgm:pt modelId="{B0070E7B-326A-4740-B733-69BEA25962EA}" type="pres">
      <dgm:prSet presAssocID="{C6069F80-EF52-4B9E-BFC1-36B8ADCC2097}" presName="sibTrans" presStyleCnt="0"/>
      <dgm:spPr/>
    </dgm:pt>
    <dgm:pt modelId="{C6D5B225-57EA-46D6-B7C1-4C4962DA1264}" type="pres">
      <dgm:prSet presAssocID="{56D02C58-10CE-4275-9335-2183237A36BA}" presName="compNode" presStyleCnt="0"/>
      <dgm:spPr/>
    </dgm:pt>
    <dgm:pt modelId="{43868135-0DAD-41D0-9B26-F14E6F940474}" type="pres">
      <dgm:prSet presAssocID="{56D02C58-10CE-4275-9335-2183237A36BA}" presName="iconRect" presStyleLbl="node1" presStyleIdx="1" presStyleCnt="3"/>
      <dgm:spPr>
        <a:blipFill>
          <a:blip xmlns:r="http://schemas.openxmlformats.org/officeDocument/2006/relationships" r:embed="rId3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4"/>
              </a:ext>
            </a:extLst>
          </a:blip>
          <a:stretch>
            <a:fillRect/>
          </a:stretch>
        </a:blipFill>
        <a:ln>
          <a:noFill/>
        </a:ln>
      </dgm:spPr>
      <dgm:extLst>
        <a:ext uri="{E40237B7-FDA0-4F09-8148-C483321AD2D9}">
          <dgm14:cNvPr xmlns:dgm14="http://schemas.microsoft.com/office/drawing/2010/diagram" id="0" name="" descr="Unlock"/>
        </a:ext>
      </dgm:extLst>
    </dgm:pt>
    <dgm:pt modelId="{169A1B20-3C43-4C4F-B823-F50950B0825D}" type="pres">
      <dgm:prSet presAssocID="{56D02C58-10CE-4275-9335-2183237A36BA}" presName="iconSpace" presStyleCnt="0"/>
      <dgm:spPr/>
    </dgm:pt>
    <dgm:pt modelId="{5FA1D25E-A5C3-4DED-88C1-C6FAD40D504C}" type="pres">
      <dgm:prSet presAssocID="{56D02C58-10CE-4275-9335-2183237A36BA}" presName="parTx" presStyleLbl="revTx" presStyleIdx="2" presStyleCnt="6">
        <dgm:presLayoutVars>
          <dgm:chMax val="0"/>
          <dgm:chPref val="0"/>
        </dgm:presLayoutVars>
      </dgm:prSet>
      <dgm:spPr/>
    </dgm:pt>
    <dgm:pt modelId="{C85C080A-B3B7-4395-8336-00BF86B15CA7}" type="pres">
      <dgm:prSet presAssocID="{56D02C58-10CE-4275-9335-2183237A36BA}" presName="txSpace" presStyleCnt="0"/>
      <dgm:spPr/>
    </dgm:pt>
    <dgm:pt modelId="{D73E4412-E4FC-40E7-928A-A677496D0DB2}" type="pres">
      <dgm:prSet presAssocID="{56D02C58-10CE-4275-9335-2183237A36BA}" presName="desTx" presStyleLbl="revTx" presStyleIdx="3" presStyleCnt="6">
        <dgm:presLayoutVars/>
      </dgm:prSet>
      <dgm:spPr/>
    </dgm:pt>
    <dgm:pt modelId="{CCEEE754-4ECA-4373-A663-4DE887161686}" type="pres">
      <dgm:prSet presAssocID="{12B02DA8-2070-49C0-B54D-DD45BF385CA8}" presName="sibTrans" presStyleCnt="0"/>
      <dgm:spPr/>
    </dgm:pt>
    <dgm:pt modelId="{12BC3EBA-B5B4-4DAC-B4DD-D7AEB6B0B507}" type="pres">
      <dgm:prSet presAssocID="{D0851BDC-DF9E-4B1F-B754-3662C109A74D}" presName="compNode" presStyleCnt="0"/>
      <dgm:spPr/>
    </dgm:pt>
    <dgm:pt modelId="{3DB03B5A-666B-4D68-88EB-623D81488A58}" type="pres">
      <dgm:prSet presAssocID="{D0851BDC-DF9E-4B1F-B754-3662C109A74D}" presName="iconRect" presStyleLbl="node1" presStyleIdx="2" presStyleCnt="3"/>
      <dgm:spPr>
        <a:blipFill>
          <a:blip xmlns:r="http://schemas.openxmlformats.org/officeDocument/2006/relationships" r:embed="rId5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6"/>
              </a:ext>
            </a:extLst>
          </a:blip>
          <a:stretch>
            <a:fillRect/>
          </a:stretch>
        </a:blipFill>
        <a:ln>
          <a:noFill/>
        </a:ln>
      </dgm:spPr>
      <dgm:extLst>
        <a:ext uri="{E40237B7-FDA0-4F09-8148-C483321AD2D9}">
          <dgm14:cNvPr xmlns:dgm14="http://schemas.microsoft.com/office/drawing/2010/diagram" id="0" name="" descr="Document"/>
        </a:ext>
      </dgm:extLst>
    </dgm:pt>
    <dgm:pt modelId="{63F32DFA-2A75-4589-9B66-35AF74185FE0}" type="pres">
      <dgm:prSet presAssocID="{D0851BDC-DF9E-4B1F-B754-3662C109A74D}" presName="iconSpace" presStyleCnt="0"/>
      <dgm:spPr/>
    </dgm:pt>
    <dgm:pt modelId="{1A49B877-2E51-48E2-95DE-ED14145F27D4}" type="pres">
      <dgm:prSet presAssocID="{D0851BDC-DF9E-4B1F-B754-3662C109A74D}" presName="parTx" presStyleLbl="revTx" presStyleIdx="4" presStyleCnt="6">
        <dgm:presLayoutVars>
          <dgm:chMax val="0"/>
          <dgm:chPref val="0"/>
        </dgm:presLayoutVars>
      </dgm:prSet>
      <dgm:spPr/>
    </dgm:pt>
    <dgm:pt modelId="{F3743DFF-4D15-4DE5-996D-45DE21EB69DD}" type="pres">
      <dgm:prSet presAssocID="{D0851BDC-DF9E-4B1F-B754-3662C109A74D}" presName="txSpace" presStyleCnt="0"/>
      <dgm:spPr/>
    </dgm:pt>
    <dgm:pt modelId="{C1E31B2D-3ADC-4EF0-93F1-BD0CB869E58D}" type="pres">
      <dgm:prSet presAssocID="{D0851BDC-DF9E-4B1F-B754-3662C109A74D}" presName="desTx" presStyleLbl="revTx" presStyleIdx="5" presStyleCnt="6">
        <dgm:presLayoutVars/>
      </dgm:prSet>
      <dgm:spPr/>
    </dgm:pt>
  </dgm:ptLst>
  <dgm:cxnLst>
    <dgm:cxn modelId="{AAFB0C00-A21B-4274-A081-C05260E153A5}" srcId="{D0851BDC-DF9E-4B1F-B754-3662C109A74D}" destId="{972CCE0C-6222-4B83-B49F-528538DFDDCE}" srcOrd="0" destOrd="0" parTransId="{92954EB8-6548-4FC9-ACE8-9053106F982A}" sibTransId="{D90BF323-6DF7-40CD-B620-402BDF5FD2FA}"/>
    <dgm:cxn modelId="{C74D3100-6B9C-40F1-9F93-3F9168E8771D}" type="presOf" srcId="{E64C07D8-F47D-405E-A933-7AE09B5AAC19}" destId="{BEB2B343-CAE5-4B71-B5BE-009A04AB72A2}" srcOrd="0" destOrd="2" presId="urn:microsoft.com/office/officeart/2018/2/layout/IconLabelDescriptionList"/>
    <dgm:cxn modelId="{599B9C05-26EC-41E1-99C9-7AC019F697A7}" srcId="{659AA0BF-FD76-4FF9-8FD8-192BAB6D30EB}" destId="{D0851BDC-DF9E-4B1F-B754-3662C109A74D}" srcOrd="2" destOrd="0" parTransId="{DCA78E5E-480C-4216-BE4F-7FE8D91A90AF}" sibTransId="{96D5DA16-A33E-4146-B79B-3FB47380F99E}"/>
    <dgm:cxn modelId="{374CA213-0E5D-4C63-BF5E-E730B6305B74}" srcId="{56D02C58-10CE-4275-9335-2183237A36BA}" destId="{C617C4D7-E315-4EAE-9B0E-05BD2EF05E66}" srcOrd="1" destOrd="0" parTransId="{185A4356-602C-41B0-B75A-811A78209150}" sibTransId="{E93433C1-5352-47AA-9292-8B1BBA8A453B}"/>
    <dgm:cxn modelId="{5055A62F-1144-41C8-9C81-EC2409CFB6A1}" srcId="{A3E9B398-0BB2-4901-BE84-965775D6B692}" destId="{19814CC9-39C8-446A-A9F9-F2683218E680}" srcOrd="0" destOrd="0" parTransId="{CCDEE03C-9944-498D-A275-78B47AB348D6}" sibTransId="{1B4559CE-101B-4453-8B64-4AA17C2DB534}"/>
    <dgm:cxn modelId="{F680F55C-4637-412C-8DB8-1E00934405EF}" type="presOf" srcId="{A3E9B398-0BB2-4901-BE84-965775D6B692}" destId="{4F7C7CDF-3B65-479B-8C57-5156C4EE63F8}" srcOrd="0" destOrd="0" presId="urn:microsoft.com/office/officeart/2018/2/layout/IconLabelDescriptionList"/>
    <dgm:cxn modelId="{279CD05D-7785-4DEC-B5AA-6A38B76C7675}" srcId="{A3E9B398-0BB2-4901-BE84-965775D6B692}" destId="{E64C07D8-F47D-405E-A933-7AE09B5AAC19}" srcOrd="2" destOrd="0" parTransId="{F4731F17-B32E-473F-A4DD-D23776D057BD}" sibTransId="{4B3E8ED1-C4AC-423F-B58F-4B63631086B7}"/>
    <dgm:cxn modelId="{87683264-547B-43EE-9620-5131EA1B033A}" type="presOf" srcId="{C617C4D7-E315-4EAE-9B0E-05BD2EF05E66}" destId="{D73E4412-E4FC-40E7-928A-A677496D0DB2}" srcOrd="0" destOrd="1" presId="urn:microsoft.com/office/officeart/2018/2/layout/IconLabelDescriptionList"/>
    <dgm:cxn modelId="{84F5C375-CCDE-430A-B47C-E9ABA600F83A}" type="presOf" srcId="{659AA0BF-FD76-4FF9-8FD8-192BAB6D30EB}" destId="{F58E1445-0FB8-4FD2-8A35-FB167AC4755A}" srcOrd="0" destOrd="0" presId="urn:microsoft.com/office/officeart/2018/2/layout/IconLabelDescriptionList"/>
    <dgm:cxn modelId="{60840D56-997A-4EA7-8DC3-B13A857AD30B}" srcId="{D0851BDC-DF9E-4B1F-B754-3662C109A74D}" destId="{FE29A537-178B-4748-AB75-4DAADCDC646E}" srcOrd="1" destOrd="0" parTransId="{14FDACAE-DBD4-47FB-A98A-7C6FE307C897}" sibTransId="{A8D7CF29-46C3-4ECC-8256-613FD05A28EA}"/>
    <dgm:cxn modelId="{3587F981-F9D5-4F70-A71F-8267D8BDC0ED}" type="presOf" srcId="{FE29A537-178B-4748-AB75-4DAADCDC646E}" destId="{C1E31B2D-3ADC-4EF0-93F1-BD0CB869E58D}" srcOrd="0" destOrd="1" presId="urn:microsoft.com/office/officeart/2018/2/layout/IconLabelDescriptionList"/>
    <dgm:cxn modelId="{92BFD689-DF89-4E86-B55D-4EC2CDBFE1C3}" type="presOf" srcId="{972CCE0C-6222-4B83-B49F-528538DFDDCE}" destId="{C1E31B2D-3ADC-4EF0-93F1-BD0CB869E58D}" srcOrd="0" destOrd="0" presId="urn:microsoft.com/office/officeart/2018/2/layout/IconLabelDescriptionList"/>
    <dgm:cxn modelId="{18185891-2E1E-4AF1-96D9-A421EBCDD962}" type="presOf" srcId="{4460CC32-4587-46EE-8816-5E68AB496DA0}" destId="{BEB2B343-CAE5-4B71-B5BE-009A04AB72A2}" srcOrd="0" destOrd="1" presId="urn:microsoft.com/office/officeart/2018/2/layout/IconLabelDescriptionList"/>
    <dgm:cxn modelId="{CD82ED94-2B9D-4121-91FA-3C2D8A0D9646}" type="presOf" srcId="{D0851BDC-DF9E-4B1F-B754-3662C109A74D}" destId="{1A49B877-2E51-48E2-95DE-ED14145F27D4}" srcOrd="0" destOrd="0" presId="urn:microsoft.com/office/officeart/2018/2/layout/IconLabelDescriptionList"/>
    <dgm:cxn modelId="{48E80398-DB0C-4BFD-A748-B30F5505EAC6}" srcId="{659AA0BF-FD76-4FF9-8FD8-192BAB6D30EB}" destId="{A3E9B398-0BB2-4901-BE84-965775D6B692}" srcOrd="0" destOrd="0" parTransId="{52EBDA64-51D4-4A1B-844B-BB1EEA065B13}" sibTransId="{C6069F80-EF52-4B9E-BFC1-36B8ADCC2097}"/>
    <dgm:cxn modelId="{DB730DA0-B764-4515-9A43-8A5BEEDE9C8F}" srcId="{A3E9B398-0BB2-4901-BE84-965775D6B692}" destId="{4460CC32-4587-46EE-8816-5E68AB496DA0}" srcOrd="1" destOrd="0" parTransId="{7F03A007-E55F-4FE0-AB2A-86386F7C5BDF}" sibTransId="{9D836EB5-978A-4EF6-826B-00CC843CF827}"/>
    <dgm:cxn modelId="{CE3D0BB1-52E2-499E-9EC4-75415BCC311A}" type="presOf" srcId="{56D02C58-10CE-4275-9335-2183237A36BA}" destId="{5FA1D25E-A5C3-4DED-88C1-C6FAD40D504C}" srcOrd="0" destOrd="0" presId="urn:microsoft.com/office/officeart/2018/2/layout/IconLabelDescriptionList"/>
    <dgm:cxn modelId="{B78C96C8-28A7-47D7-950C-F4F851ED7693}" type="presOf" srcId="{19814CC9-39C8-446A-A9F9-F2683218E680}" destId="{BEB2B343-CAE5-4B71-B5BE-009A04AB72A2}" srcOrd="0" destOrd="0" presId="urn:microsoft.com/office/officeart/2018/2/layout/IconLabelDescriptionList"/>
    <dgm:cxn modelId="{A6AD21D9-1D1E-4378-853F-35BCEAD15508}" srcId="{56D02C58-10CE-4275-9335-2183237A36BA}" destId="{803DC848-AD3D-439B-9A6A-4B6FD0B68E69}" srcOrd="0" destOrd="0" parTransId="{70C6FE33-A805-41E1-8F59-D421418E1EA2}" sibTransId="{94E730CB-F134-446B-8CA6-39956A9B4B9E}"/>
    <dgm:cxn modelId="{58C4E3E8-9097-478D-9E20-88807589FF68}" type="presOf" srcId="{803DC848-AD3D-439B-9A6A-4B6FD0B68E69}" destId="{D73E4412-E4FC-40E7-928A-A677496D0DB2}" srcOrd="0" destOrd="0" presId="urn:microsoft.com/office/officeart/2018/2/layout/IconLabelDescriptionList"/>
    <dgm:cxn modelId="{C88619ED-EEB1-47FF-B8AC-ACDA3555AF13}" srcId="{659AA0BF-FD76-4FF9-8FD8-192BAB6D30EB}" destId="{56D02C58-10CE-4275-9335-2183237A36BA}" srcOrd="1" destOrd="0" parTransId="{C116A00E-7983-40BA-8E0E-F26C8EA53DA9}" sibTransId="{12B02DA8-2070-49C0-B54D-DD45BF385CA8}"/>
    <dgm:cxn modelId="{436E1A74-5F24-4EBC-A9D1-16892B0136B4}" type="presParOf" srcId="{F58E1445-0FB8-4FD2-8A35-FB167AC4755A}" destId="{27FD1796-6865-4C78-A26B-4594B0141D16}" srcOrd="0" destOrd="0" presId="urn:microsoft.com/office/officeart/2018/2/layout/IconLabelDescriptionList"/>
    <dgm:cxn modelId="{48A97516-2CF7-4A9C-9D00-A9D7E83C987B}" type="presParOf" srcId="{27FD1796-6865-4C78-A26B-4594B0141D16}" destId="{E83F0BA4-0737-4E42-97AC-12A9400EFA60}" srcOrd="0" destOrd="0" presId="urn:microsoft.com/office/officeart/2018/2/layout/IconLabelDescriptionList"/>
    <dgm:cxn modelId="{816C2C99-CBE8-4B2F-98C5-FF728C69E73F}" type="presParOf" srcId="{27FD1796-6865-4C78-A26B-4594B0141D16}" destId="{96ECCC31-C771-41B7-B48D-F091E8010DDE}" srcOrd="1" destOrd="0" presId="urn:microsoft.com/office/officeart/2018/2/layout/IconLabelDescriptionList"/>
    <dgm:cxn modelId="{6D4A1760-9829-493B-A549-5F9B53A5B3EC}" type="presParOf" srcId="{27FD1796-6865-4C78-A26B-4594B0141D16}" destId="{4F7C7CDF-3B65-479B-8C57-5156C4EE63F8}" srcOrd="2" destOrd="0" presId="urn:microsoft.com/office/officeart/2018/2/layout/IconLabelDescriptionList"/>
    <dgm:cxn modelId="{80575429-6486-4126-828E-F3A08670E679}" type="presParOf" srcId="{27FD1796-6865-4C78-A26B-4594B0141D16}" destId="{4E975E59-4845-4609-86C9-4B40EDF9EC1B}" srcOrd="3" destOrd="0" presId="urn:microsoft.com/office/officeart/2018/2/layout/IconLabelDescriptionList"/>
    <dgm:cxn modelId="{6F3F3945-811A-4007-A3B9-835CE5DBBBBB}" type="presParOf" srcId="{27FD1796-6865-4C78-A26B-4594B0141D16}" destId="{BEB2B343-CAE5-4B71-B5BE-009A04AB72A2}" srcOrd="4" destOrd="0" presId="urn:microsoft.com/office/officeart/2018/2/layout/IconLabelDescriptionList"/>
    <dgm:cxn modelId="{EB8CAE11-864A-418B-A010-2155C010E45D}" type="presParOf" srcId="{F58E1445-0FB8-4FD2-8A35-FB167AC4755A}" destId="{B0070E7B-326A-4740-B733-69BEA25962EA}" srcOrd="1" destOrd="0" presId="urn:microsoft.com/office/officeart/2018/2/layout/IconLabelDescriptionList"/>
    <dgm:cxn modelId="{75CF3163-79FC-4AE5-A663-F131342D8878}" type="presParOf" srcId="{F58E1445-0FB8-4FD2-8A35-FB167AC4755A}" destId="{C6D5B225-57EA-46D6-B7C1-4C4962DA1264}" srcOrd="2" destOrd="0" presId="urn:microsoft.com/office/officeart/2018/2/layout/IconLabelDescriptionList"/>
    <dgm:cxn modelId="{C5140B82-FC93-4633-9FDB-95637025AB36}" type="presParOf" srcId="{C6D5B225-57EA-46D6-B7C1-4C4962DA1264}" destId="{43868135-0DAD-41D0-9B26-F14E6F940474}" srcOrd="0" destOrd="0" presId="urn:microsoft.com/office/officeart/2018/2/layout/IconLabelDescriptionList"/>
    <dgm:cxn modelId="{C65FBB73-68DF-4B70-BEB4-FEB4A8450A24}" type="presParOf" srcId="{C6D5B225-57EA-46D6-B7C1-4C4962DA1264}" destId="{169A1B20-3C43-4C4F-B823-F50950B0825D}" srcOrd="1" destOrd="0" presId="urn:microsoft.com/office/officeart/2018/2/layout/IconLabelDescriptionList"/>
    <dgm:cxn modelId="{92CC8FCA-324A-4CDE-ABAA-B1E43B5916F4}" type="presParOf" srcId="{C6D5B225-57EA-46D6-B7C1-4C4962DA1264}" destId="{5FA1D25E-A5C3-4DED-88C1-C6FAD40D504C}" srcOrd="2" destOrd="0" presId="urn:microsoft.com/office/officeart/2018/2/layout/IconLabelDescriptionList"/>
    <dgm:cxn modelId="{1C1C9495-4EC5-43C2-850A-EC9BEED5B046}" type="presParOf" srcId="{C6D5B225-57EA-46D6-B7C1-4C4962DA1264}" destId="{C85C080A-B3B7-4395-8336-00BF86B15CA7}" srcOrd="3" destOrd="0" presId="urn:microsoft.com/office/officeart/2018/2/layout/IconLabelDescriptionList"/>
    <dgm:cxn modelId="{3F466052-3DB8-494A-945F-9FE69274FAB6}" type="presParOf" srcId="{C6D5B225-57EA-46D6-B7C1-4C4962DA1264}" destId="{D73E4412-E4FC-40E7-928A-A677496D0DB2}" srcOrd="4" destOrd="0" presId="urn:microsoft.com/office/officeart/2018/2/layout/IconLabelDescriptionList"/>
    <dgm:cxn modelId="{70184798-6044-4CD1-8D4E-0B429103059D}" type="presParOf" srcId="{F58E1445-0FB8-4FD2-8A35-FB167AC4755A}" destId="{CCEEE754-4ECA-4373-A663-4DE887161686}" srcOrd="3" destOrd="0" presId="urn:microsoft.com/office/officeart/2018/2/layout/IconLabelDescriptionList"/>
    <dgm:cxn modelId="{85D6CB5E-F7CB-49AE-838C-4AC5CC2DFBE4}" type="presParOf" srcId="{F58E1445-0FB8-4FD2-8A35-FB167AC4755A}" destId="{12BC3EBA-B5B4-4DAC-B4DD-D7AEB6B0B507}" srcOrd="4" destOrd="0" presId="urn:microsoft.com/office/officeart/2018/2/layout/IconLabelDescriptionList"/>
    <dgm:cxn modelId="{FD2BB448-2A7F-4400-A3B5-F450A3E3ADE6}" type="presParOf" srcId="{12BC3EBA-B5B4-4DAC-B4DD-D7AEB6B0B507}" destId="{3DB03B5A-666B-4D68-88EB-623D81488A58}" srcOrd="0" destOrd="0" presId="urn:microsoft.com/office/officeart/2018/2/layout/IconLabelDescriptionList"/>
    <dgm:cxn modelId="{DE7D9648-2D2E-4AEA-8161-36103D427B8D}" type="presParOf" srcId="{12BC3EBA-B5B4-4DAC-B4DD-D7AEB6B0B507}" destId="{63F32DFA-2A75-4589-9B66-35AF74185FE0}" srcOrd="1" destOrd="0" presId="urn:microsoft.com/office/officeart/2018/2/layout/IconLabelDescriptionList"/>
    <dgm:cxn modelId="{BD612ECA-FB00-40B1-9168-48C3CDF1259B}" type="presParOf" srcId="{12BC3EBA-B5B4-4DAC-B4DD-D7AEB6B0B507}" destId="{1A49B877-2E51-48E2-95DE-ED14145F27D4}" srcOrd="2" destOrd="0" presId="urn:microsoft.com/office/officeart/2018/2/layout/IconLabelDescriptionList"/>
    <dgm:cxn modelId="{CA24F62B-65F4-4D74-AFF4-9FBD152971D1}" type="presParOf" srcId="{12BC3EBA-B5B4-4DAC-B4DD-D7AEB6B0B507}" destId="{F3743DFF-4D15-4DE5-996D-45DE21EB69DD}" srcOrd="3" destOrd="0" presId="urn:microsoft.com/office/officeart/2018/2/layout/IconLabelDescriptionList"/>
    <dgm:cxn modelId="{3E393CCB-F8B2-4C24-BE73-41AB047DA8DB}" type="presParOf" srcId="{12BC3EBA-B5B4-4DAC-B4DD-D7AEB6B0B507}" destId="{C1E31B2D-3ADC-4EF0-93F1-BD0CB869E58D}" srcOrd="4" destOrd="0" presId="urn:microsoft.com/office/officeart/2018/2/layout/IconLabelDescriptionList"/>
  </dgm:cxnLst>
  <dgm:bg/>
  <dgm:whole/>
  <dgm:extLst>
    <a:ext uri="http://schemas.microsoft.com/office/drawing/2008/diagram">
      <dsp:dataModelExt xmlns:dsp="http://schemas.microsoft.com/office/drawing/2008/diagram" relId="rId6" minVer="http://schemas.openxmlformats.org/drawingml/2006/diagram"/>
    </a:ext>
  </dgm:extLst>
</dgm:dataModel>
</file>

<file path=ppt/diagrams/data71.xml><?xml version="1.0" encoding="utf-8"?>
<dgm:dataModel xmlns:dgm="http://schemas.openxmlformats.org/drawingml/2006/diagram" xmlns:a="http://schemas.openxmlformats.org/drawingml/2006/main">
  <dgm:ptLst>
    <dgm:pt modelId="{CBD7A5DA-37B9-449D-B5A8-CEC82E1175DD}" type="doc">
      <dgm:prSet loTypeId="urn:microsoft.com/office/officeart/2008/layout/LinedList" loCatId="list" qsTypeId="urn:microsoft.com/office/officeart/2005/8/quickstyle/simple1" qsCatId="simple" csTypeId="urn:microsoft.com/office/officeart/2005/8/colors/accent1_2" csCatId="accent1"/>
      <dgm:spPr/>
      <dgm:t>
        <a:bodyPr/>
        <a:lstStyle/>
        <a:p>
          <a:endParaRPr lang="en-US"/>
        </a:p>
      </dgm:t>
    </dgm:pt>
    <dgm:pt modelId="{ED621297-F58D-4AB1-8F23-86458B54B147}">
      <dgm:prSet/>
      <dgm:spPr/>
      <dgm:t>
        <a:bodyPr/>
        <a:lstStyle/>
        <a:p>
          <a:r>
            <a:rPr lang="en-US" dirty="0"/>
            <a:t>Locking script (</a:t>
          </a:r>
          <a:r>
            <a:rPr lang="en-US" dirty="0" err="1"/>
            <a:t>Prevİous</a:t>
          </a:r>
          <a:r>
            <a:rPr lang="en-US" dirty="0"/>
            <a:t> UTXO-Alice)</a:t>
          </a:r>
        </a:p>
      </dgm:t>
    </dgm:pt>
    <dgm:pt modelId="{DB653860-8B35-48B5-BB33-78C438799CC9}" type="parTrans" cxnId="{76857BED-C01D-4948-99AC-F1A6C22AD066}">
      <dgm:prSet/>
      <dgm:spPr/>
      <dgm:t>
        <a:bodyPr/>
        <a:lstStyle/>
        <a:p>
          <a:endParaRPr lang="en-US"/>
        </a:p>
      </dgm:t>
    </dgm:pt>
    <dgm:pt modelId="{5C167830-80DA-475F-9975-213BED5FC7DA}" type="sibTrans" cxnId="{76857BED-C01D-4948-99AC-F1A6C22AD066}">
      <dgm:prSet/>
      <dgm:spPr/>
      <dgm:t>
        <a:bodyPr/>
        <a:lstStyle/>
        <a:p>
          <a:endParaRPr lang="en-US"/>
        </a:p>
      </dgm:t>
    </dgm:pt>
    <dgm:pt modelId="{D4FF26FC-F461-4399-B587-94CDE3B08298}">
      <dgm:prSet/>
      <dgm:spPr/>
      <dgm:t>
        <a:bodyPr/>
        <a:lstStyle/>
        <a:p>
          <a:r>
            <a:rPr lang="en-US"/>
            <a:t>DUP HASH160 &lt;PubKHash&gt; EQUALVERIFY CHCKSIG</a:t>
          </a:r>
        </a:p>
      </dgm:t>
    </dgm:pt>
    <dgm:pt modelId="{FC6A2E3C-91A6-4B29-9A7A-4B5A8F1DCAD3}" type="parTrans" cxnId="{688399B9-C8BC-402A-B830-8144FEEB5E1B}">
      <dgm:prSet/>
      <dgm:spPr/>
      <dgm:t>
        <a:bodyPr/>
        <a:lstStyle/>
        <a:p>
          <a:endParaRPr lang="en-US"/>
        </a:p>
      </dgm:t>
    </dgm:pt>
    <dgm:pt modelId="{AE20677D-513B-4DF6-A58F-EB5534B28EEA}" type="sibTrans" cxnId="{688399B9-C8BC-402A-B830-8144FEEB5E1B}">
      <dgm:prSet/>
      <dgm:spPr/>
      <dgm:t>
        <a:bodyPr/>
        <a:lstStyle/>
        <a:p>
          <a:endParaRPr lang="en-US"/>
        </a:p>
      </dgm:t>
    </dgm:pt>
    <dgm:pt modelId="{9A0A68D3-6137-4F4C-9478-43EDCFF68FF5}">
      <dgm:prSet/>
      <dgm:spPr/>
      <dgm:t>
        <a:bodyPr/>
        <a:lstStyle/>
        <a:p>
          <a:r>
            <a:rPr lang="en-US"/>
            <a:t>Unlocking script (INP-Bob)</a:t>
          </a:r>
        </a:p>
      </dgm:t>
    </dgm:pt>
    <dgm:pt modelId="{7F7D34D4-04EA-4925-A970-B950265FAA6D}" type="parTrans" cxnId="{C4A49A08-8C6F-40A7-A030-7FBA526C6067}">
      <dgm:prSet/>
      <dgm:spPr/>
      <dgm:t>
        <a:bodyPr/>
        <a:lstStyle/>
        <a:p>
          <a:endParaRPr lang="en-US"/>
        </a:p>
      </dgm:t>
    </dgm:pt>
    <dgm:pt modelId="{B7AF8E3C-690F-443E-91D3-D002E63F28A9}" type="sibTrans" cxnId="{C4A49A08-8C6F-40A7-A030-7FBA526C6067}">
      <dgm:prSet/>
      <dgm:spPr/>
      <dgm:t>
        <a:bodyPr/>
        <a:lstStyle/>
        <a:p>
          <a:endParaRPr lang="en-US"/>
        </a:p>
      </dgm:t>
    </dgm:pt>
    <dgm:pt modelId="{295A70DA-57D3-4AEC-974D-AFA65644B673}">
      <dgm:prSet/>
      <dgm:spPr/>
      <dgm:t>
        <a:bodyPr/>
        <a:lstStyle/>
        <a:p>
          <a:r>
            <a:rPr lang="en-US"/>
            <a:t>&lt;sig&gt; &lt;pubK&gt;</a:t>
          </a:r>
        </a:p>
      </dgm:t>
    </dgm:pt>
    <dgm:pt modelId="{EDCD3D89-025B-4E08-92F9-C92507A8736A}" type="parTrans" cxnId="{8028676C-5699-4457-9474-FB53AEA73602}">
      <dgm:prSet/>
      <dgm:spPr/>
      <dgm:t>
        <a:bodyPr/>
        <a:lstStyle/>
        <a:p>
          <a:endParaRPr lang="en-US"/>
        </a:p>
      </dgm:t>
    </dgm:pt>
    <dgm:pt modelId="{A5B8B885-D356-433B-8BEF-5AAD6CF53D4A}" type="sibTrans" cxnId="{8028676C-5699-4457-9474-FB53AEA73602}">
      <dgm:prSet/>
      <dgm:spPr/>
      <dgm:t>
        <a:bodyPr/>
        <a:lstStyle/>
        <a:p>
          <a:endParaRPr lang="en-US"/>
        </a:p>
      </dgm:t>
    </dgm:pt>
    <dgm:pt modelId="{C546EDC4-B2A0-47C7-BD48-C93F5F013FE0}">
      <dgm:prSet/>
      <dgm:spPr/>
      <dgm:t>
        <a:bodyPr/>
        <a:lstStyle/>
        <a:p>
          <a:r>
            <a:rPr lang="en-US"/>
            <a:t>Verification script</a:t>
          </a:r>
        </a:p>
      </dgm:t>
    </dgm:pt>
    <dgm:pt modelId="{70EC626C-EABD-4E2C-8D9A-54FCE1AAD32B}" type="parTrans" cxnId="{057DD509-F63D-4375-B53B-583C4FF3E8C7}">
      <dgm:prSet/>
      <dgm:spPr/>
      <dgm:t>
        <a:bodyPr/>
        <a:lstStyle/>
        <a:p>
          <a:endParaRPr lang="en-US"/>
        </a:p>
      </dgm:t>
    </dgm:pt>
    <dgm:pt modelId="{70AA3CBB-DAB5-44CC-B57C-7850735FC980}" type="sibTrans" cxnId="{057DD509-F63D-4375-B53B-583C4FF3E8C7}">
      <dgm:prSet/>
      <dgm:spPr/>
      <dgm:t>
        <a:bodyPr/>
        <a:lstStyle/>
        <a:p>
          <a:endParaRPr lang="en-US"/>
        </a:p>
      </dgm:t>
    </dgm:pt>
    <dgm:pt modelId="{817AEA77-6870-48D8-AFD1-E3A4194941D7}">
      <dgm:prSet/>
      <dgm:spPr/>
      <dgm:t>
        <a:bodyPr/>
        <a:lstStyle/>
        <a:p>
          <a:r>
            <a:rPr lang="en-US"/>
            <a:t>Unlocking script Locking Script</a:t>
          </a:r>
        </a:p>
      </dgm:t>
    </dgm:pt>
    <dgm:pt modelId="{0538C0A8-D9B4-4553-855E-9DD2E2832F5D}" type="parTrans" cxnId="{AD6AD818-198B-432F-A0E5-9B016011CC33}">
      <dgm:prSet/>
      <dgm:spPr/>
      <dgm:t>
        <a:bodyPr/>
        <a:lstStyle/>
        <a:p>
          <a:endParaRPr lang="en-US"/>
        </a:p>
      </dgm:t>
    </dgm:pt>
    <dgm:pt modelId="{0AC7022A-57C8-4D8A-88F2-C3C4C25E244B}" type="sibTrans" cxnId="{AD6AD818-198B-432F-A0E5-9B016011CC33}">
      <dgm:prSet/>
      <dgm:spPr/>
      <dgm:t>
        <a:bodyPr/>
        <a:lstStyle/>
        <a:p>
          <a:endParaRPr lang="en-US"/>
        </a:p>
      </dgm:t>
    </dgm:pt>
    <dgm:pt modelId="{DD58E5B0-FE5B-4393-B35A-96DF29C05013}">
      <dgm:prSet/>
      <dgm:spPr/>
      <dgm:t>
        <a:bodyPr/>
        <a:lstStyle/>
        <a:p>
          <a:r>
            <a:rPr lang="en-US"/>
            <a:t>&lt;sig&gt; &lt;pubK&gt; DUP HASH160 &lt;PubKHash&gt; EQUALVERIFY CHCKSIG</a:t>
          </a:r>
        </a:p>
      </dgm:t>
    </dgm:pt>
    <dgm:pt modelId="{10B9212D-E85B-4DE3-BC86-FA852C951B4B}" type="parTrans" cxnId="{7EC29346-CB50-4B7B-969F-74FB70900562}">
      <dgm:prSet/>
      <dgm:spPr/>
      <dgm:t>
        <a:bodyPr/>
        <a:lstStyle/>
        <a:p>
          <a:endParaRPr lang="en-US"/>
        </a:p>
      </dgm:t>
    </dgm:pt>
    <dgm:pt modelId="{C655CDDE-24EB-44D2-AE8D-410808F2B51E}" type="sibTrans" cxnId="{7EC29346-CB50-4B7B-969F-74FB70900562}">
      <dgm:prSet/>
      <dgm:spPr/>
      <dgm:t>
        <a:bodyPr/>
        <a:lstStyle/>
        <a:p>
          <a:endParaRPr lang="en-US"/>
        </a:p>
      </dgm:t>
    </dgm:pt>
    <dgm:pt modelId="{373A6066-ABD8-448D-8865-038D9F9E3F34}" type="pres">
      <dgm:prSet presAssocID="{CBD7A5DA-37B9-449D-B5A8-CEC82E1175DD}" presName="vert0" presStyleCnt="0">
        <dgm:presLayoutVars>
          <dgm:dir/>
          <dgm:animOne val="branch"/>
          <dgm:animLvl val="lvl"/>
        </dgm:presLayoutVars>
      </dgm:prSet>
      <dgm:spPr/>
    </dgm:pt>
    <dgm:pt modelId="{E33F2705-1437-4939-B2D9-425972A4D6A0}" type="pres">
      <dgm:prSet presAssocID="{ED621297-F58D-4AB1-8F23-86458B54B147}" presName="thickLine" presStyleLbl="alignNode1" presStyleIdx="0" presStyleCnt="3"/>
      <dgm:spPr/>
    </dgm:pt>
    <dgm:pt modelId="{6E082696-53CA-43E6-B6EB-23E6B0E15AEC}" type="pres">
      <dgm:prSet presAssocID="{ED621297-F58D-4AB1-8F23-86458B54B147}" presName="horz1" presStyleCnt="0"/>
      <dgm:spPr/>
    </dgm:pt>
    <dgm:pt modelId="{86B67D31-F5A8-4487-A7DD-0C18956F795F}" type="pres">
      <dgm:prSet presAssocID="{ED621297-F58D-4AB1-8F23-86458B54B147}" presName="tx1" presStyleLbl="revTx" presStyleIdx="0" presStyleCnt="7"/>
      <dgm:spPr/>
    </dgm:pt>
    <dgm:pt modelId="{08B22FF5-E140-4753-BD71-7B924A214972}" type="pres">
      <dgm:prSet presAssocID="{ED621297-F58D-4AB1-8F23-86458B54B147}" presName="vert1" presStyleCnt="0"/>
      <dgm:spPr/>
    </dgm:pt>
    <dgm:pt modelId="{DC3524E2-8AA6-4862-9544-4117052FD9A3}" type="pres">
      <dgm:prSet presAssocID="{D4FF26FC-F461-4399-B587-94CDE3B08298}" presName="vertSpace2a" presStyleCnt="0"/>
      <dgm:spPr/>
    </dgm:pt>
    <dgm:pt modelId="{04B38A9E-0514-4C79-B378-A5BC7DD2EF1F}" type="pres">
      <dgm:prSet presAssocID="{D4FF26FC-F461-4399-B587-94CDE3B08298}" presName="horz2" presStyleCnt="0"/>
      <dgm:spPr/>
    </dgm:pt>
    <dgm:pt modelId="{E36453B8-5116-4243-8B4A-3792B33680F5}" type="pres">
      <dgm:prSet presAssocID="{D4FF26FC-F461-4399-B587-94CDE3B08298}" presName="horzSpace2" presStyleCnt="0"/>
      <dgm:spPr/>
    </dgm:pt>
    <dgm:pt modelId="{0D40867B-8C8E-4372-BE3A-D8A452AB4B5D}" type="pres">
      <dgm:prSet presAssocID="{D4FF26FC-F461-4399-B587-94CDE3B08298}" presName="tx2" presStyleLbl="revTx" presStyleIdx="1" presStyleCnt="7"/>
      <dgm:spPr/>
    </dgm:pt>
    <dgm:pt modelId="{72D1D7BF-DAF2-4AA3-A95E-6922D3838C40}" type="pres">
      <dgm:prSet presAssocID="{D4FF26FC-F461-4399-B587-94CDE3B08298}" presName="vert2" presStyleCnt="0"/>
      <dgm:spPr/>
    </dgm:pt>
    <dgm:pt modelId="{C9C655D8-44D0-465A-A6CF-154E1497A773}" type="pres">
      <dgm:prSet presAssocID="{D4FF26FC-F461-4399-B587-94CDE3B08298}" presName="thinLine2b" presStyleLbl="callout" presStyleIdx="0" presStyleCnt="4"/>
      <dgm:spPr/>
    </dgm:pt>
    <dgm:pt modelId="{6C9E5D96-40AF-4C9F-AE02-F85E6A019BCB}" type="pres">
      <dgm:prSet presAssocID="{D4FF26FC-F461-4399-B587-94CDE3B08298}" presName="vertSpace2b" presStyleCnt="0"/>
      <dgm:spPr/>
    </dgm:pt>
    <dgm:pt modelId="{E3806491-B021-4931-8EA4-18F092130107}" type="pres">
      <dgm:prSet presAssocID="{9A0A68D3-6137-4F4C-9478-43EDCFF68FF5}" presName="thickLine" presStyleLbl="alignNode1" presStyleIdx="1" presStyleCnt="3"/>
      <dgm:spPr/>
    </dgm:pt>
    <dgm:pt modelId="{BC6BD038-3194-4055-88D8-B1A0E97BAEFC}" type="pres">
      <dgm:prSet presAssocID="{9A0A68D3-6137-4F4C-9478-43EDCFF68FF5}" presName="horz1" presStyleCnt="0"/>
      <dgm:spPr/>
    </dgm:pt>
    <dgm:pt modelId="{0882363B-68CA-4164-9E49-DE8698420CD2}" type="pres">
      <dgm:prSet presAssocID="{9A0A68D3-6137-4F4C-9478-43EDCFF68FF5}" presName="tx1" presStyleLbl="revTx" presStyleIdx="2" presStyleCnt="7"/>
      <dgm:spPr/>
    </dgm:pt>
    <dgm:pt modelId="{798F9550-705F-40E6-9B79-9C3C124578AE}" type="pres">
      <dgm:prSet presAssocID="{9A0A68D3-6137-4F4C-9478-43EDCFF68FF5}" presName="vert1" presStyleCnt="0"/>
      <dgm:spPr/>
    </dgm:pt>
    <dgm:pt modelId="{DFC5C45C-72CD-455A-AA51-A2B842C4597A}" type="pres">
      <dgm:prSet presAssocID="{295A70DA-57D3-4AEC-974D-AFA65644B673}" presName="vertSpace2a" presStyleCnt="0"/>
      <dgm:spPr/>
    </dgm:pt>
    <dgm:pt modelId="{554D8CD9-AABA-4620-A2F7-12274A337E0B}" type="pres">
      <dgm:prSet presAssocID="{295A70DA-57D3-4AEC-974D-AFA65644B673}" presName="horz2" presStyleCnt="0"/>
      <dgm:spPr/>
    </dgm:pt>
    <dgm:pt modelId="{C5B023E9-7374-45F4-A8C5-360D4F6C007C}" type="pres">
      <dgm:prSet presAssocID="{295A70DA-57D3-4AEC-974D-AFA65644B673}" presName="horzSpace2" presStyleCnt="0"/>
      <dgm:spPr/>
    </dgm:pt>
    <dgm:pt modelId="{635AFF14-E4BF-4058-BA2E-5A5167461D61}" type="pres">
      <dgm:prSet presAssocID="{295A70DA-57D3-4AEC-974D-AFA65644B673}" presName="tx2" presStyleLbl="revTx" presStyleIdx="3" presStyleCnt="7"/>
      <dgm:spPr/>
    </dgm:pt>
    <dgm:pt modelId="{BB966403-484E-4DEE-935E-A377ED808944}" type="pres">
      <dgm:prSet presAssocID="{295A70DA-57D3-4AEC-974D-AFA65644B673}" presName="vert2" presStyleCnt="0"/>
      <dgm:spPr/>
    </dgm:pt>
    <dgm:pt modelId="{937DE8FB-E80F-46A0-9F5B-F280C194B716}" type="pres">
      <dgm:prSet presAssocID="{295A70DA-57D3-4AEC-974D-AFA65644B673}" presName="thinLine2b" presStyleLbl="callout" presStyleIdx="1" presStyleCnt="4"/>
      <dgm:spPr/>
    </dgm:pt>
    <dgm:pt modelId="{E7465F69-F1E2-4530-83D6-7A283CCFDD84}" type="pres">
      <dgm:prSet presAssocID="{295A70DA-57D3-4AEC-974D-AFA65644B673}" presName="vertSpace2b" presStyleCnt="0"/>
      <dgm:spPr/>
    </dgm:pt>
    <dgm:pt modelId="{6890FCFF-8478-4C43-AFFA-5B507A4AE1A0}" type="pres">
      <dgm:prSet presAssocID="{C546EDC4-B2A0-47C7-BD48-C93F5F013FE0}" presName="thickLine" presStyleLbl="alignNode1" presStyleIdx="2" presStyleCnt="3"/>
      <dgm:spPr/>
    </dgm:pt>
    <dgm:pt modelId="{9999CC1E-CAA6-4061-A1BB-1A7FC91C5BDE}" type="pres">
      <dgm:prSet presAssocID="{C546EDC4-B2A0-47C7-BD48-C93F5F013FE0}" presName="horz1" presStyleCnt="0"/>
      <dgm:spPr/>
    </dgm:pt>
    <dgm:pt modelId="{F13F4F9A-6191-4C02-89FB-16A35CC0515A}" type="pres">
      <dgm:prSet presAssocID="{C546EDC4-B2A0-47C7-BD48-C93F5F013FE0}" presName="tx1" presStyleLbl="revTx" presStyleIdx="4" presStyleCnt="7"/>
      <dgm:spPr/>
    </dgm:pt>
    <dgm:pt modelId="{1C523414-7225-4DE5-B848-022DFC207AEF}" type="pres">
      <dgm:prSet presAssocID="{C546EDC4-B2A0-47C7-BD48-C93F5F013FE0}" presName="vert1" presStyleCnt="0"/>
      <dgm:spPr/>
    </dgm:pt>
    <dgm:pt modelId="{259314C3-3096-4DA7-9ED9-836F712AE11F}" type="pres">
      <dgm:prSet presAssocID="{817AEA77-6870-48D8-AFD1-E3A4194941D7}" presName="vertSpace2a" presStyleCnt="0"/>
      <dgm:spPr/>
    </dgm:pt>
    <dgm:pt modelId="{8AEF8DAC-81C8-4CC5-9AF9-B7BA89010505}" type="pres">
      <dgm:prSet presAssocID="{817AEA77-6870-48D8-AFD1-E3A4194941D7}" presName="horz2" presStyleCnt="0"/>
      <dgm:spPr/>
    </dgm:pt>
    <dgm:pt modelId="{A4699FDB-200B-43A9-806A-71501BAD3F25}" type="pres">
      <dgm:prSet presAssocID="{817AEA77-6870-48D8-AFD1-E3A4194941D7}" presName="horzSpace2" presStyleCnt="0"/>
      <dgm:spPr/>
    </dgm:pt>
    <dgm:pt modelId="{BCCF35ED-3248-477F-8FCB-D1C8F8C0EDC2}" type="pres">
      <dgm:prSet presAssocID="{817AEA77-6870-48D8-AFD1-E3A4194941D7}" presName="tx2" presStyleLbl="revTx" presStyleIdx="5" presStyleCnt="7"/>
      <dgm:spPr/>
    </dgm:pt>
    <dgm:pt modelId="{ABA7FFF2-1AFE-4A4D-BB3C-6694FD64CD7E}" type="pres">
      <dgm:prSet presAssocID="{817AEA77-6870-48D8-AFD1-E3A4194941D7}" presName="vert2" presStyleCnt="0"/>
      <dgm:spPr/>
    </dgm:pt>
    <dgm:pt modelId="{5A63CF24-46F1-47AA-9BC5-53FF7680D2C5}" type="pres">
      <dgm:prSet presAssocID="{817AEA77-6870-48D8-AFD1-E3A4194941D7}" presName="thinLine2b" presStyleLbl="callout" presStyleIdx="2" presStyleCnt="4"/>
      <dgm:spPr/>
    </dgm:pt>
    <dgm:pt modelId="{0EDCFE76-5DBF-4B4C-B535-A17ABB0B0893}" type="pres">
      <dgm:prSet presAssocID="{817AEA77-6870-48D8-AFD1-E3A4194941D7}" presName="vertSpace2b" presStyleCnt="0"/>
      <dgm:spPr/>
    </dgm:pt>
    <dgm:pt modelId="{FC6C250D-1EDA-4D2E-9C57-F9F328C1B1FE}" type="pres">
      <dgm:prSet presAssocID="{DD58E5B0-FE5B-4393-B35A-96DF29C05013}" presName="horz2" presStyleCnt="0"/>
      <dgm:spPr/>
    </dgm:pt>
    <dgm:pt modelId="{519923B3-2794-450A-933F-0EEF939F1F04}" type="pres">
      <dgm:prSet presAssocID="{DD58E5B0-FE5B-4393-B35A-96DF29C05013}" presName="horzSpace2" presStyleCnt="0"/>
      <dgm:spPr/>
    </dgm:pt>
    <dgm:pt modelId="{820D8CB5-C6D5-4013-88D5-9B901E07BF2E}" type="pres">
      <dgm:prSet presAssocID="{DD58E5B0-FE5B-4393-B35A-96DF29C05013}" presName="tx2" presStyleLbl="revTx" presStyleIdx="6" presStyleCnt="7"/>
      <dgm:spPr/>
    </dgm:pt>
    <dgm:pt modelId="{716E7988-577A-4EFF-A453-2DE2F0DC57C2}" type="pres">
      <dgm:prSet presAssocID="{DD58E5B0-FE5B-4393-B35A-96DF29C05013}" presName="vert2" presStyleCnt="0"/>
      <dgm:spPr/>
    </dgm:pt>
    <dgm:pt modelId="{A84A3DB4-7D4B-406F-A5B9-D364E71090C1}" type="pres">
      <dgm:prSet presAssocID="{DD58E5B0-FE5B-4393-B35A-96DF29C05013}" presName="thinLine2b" presStyleLbl="callout" presStyleIdx="3" presStyleCnt="4"/>
      <dgm:spPr/>
    </dgm:pt>
    <dgm:pt modelId="{59361412-B408-46C0-B476-F86C3DDC0970}" type="pres">
      <dgm:prSet presAssocID="{DD58E5B0-FE5B-4393-B35A-96DF29C05013}" presName="vertSpace2b" presStyleCnt="0"/>
      <dgm:spPr/>
    </dgm:pt>
  </dgm:ptLst>
  <dgm:cxnLst>
    <dgm:cxn modelId="{C4A49A08-8C6F-40A7-A030-7FBA526C6067}" srcId="{CBD7A5DA-37B9-449D-B5A8-CEC82E1175DD}" destId="{9A0A68D3-6137-4F4C-9478-43EDCFF68FF5}" srcOrd="1" destOrd="0" parTransId="{7F7D34D4-04EA-4925-A970-B950265FAA6D}" sibTransId="{B7AF8E3C-690F-443E-91D3-D002E63F28A9}"/>
    <dgm:cxn modelId="{057DD509-F63D-4375-B53B-583C4FF3E8C7}" srcId="{CBD7A5DA-37B9-449D-B5A8-CEC82E1175DD}" destId="{C546EDC4-B2A0-47C7-BD48-C93F5F013FE0}" srcOrd="2" destOrd="0" parTransId="{70EC626C-EABD-4E2C-8D9A-54FCE1AAD32B}" sibTransId="{70AA3CBB-DAB5-44CC-B57C-7850735FC980}"/>
    <dgm:cxn modelId="{AD6AD818-198B-432F-A0E5-9B016011CC33}" srcId="{C546EDC4-B2A0-47C7-BD48-C93F5F013FE0}" destId="{817AEA77-6870-48D8-AFD1-E3A4194941D7}" srcOrd="0" destOrd="0" parTransId="{0538C0A8-D9B4-4553-855E-9DD2E2832F5D}" sibTransId="{0AC7022A-57C8-4D8A-88F2-C3C4C25E244B}"/>
    <dgm:cxn modelId="{7EC29346-CB50-4B7B-969F-74FB70900562}" srcId="{C546EDC4-B2A0-47C7-BD48-C93F5F013FE0}" destId="{DD58E5B0-FE5B-4393-B35A-96DF29C05013}" srcOrd="1" destOrd="0" parTransId="{10B9212D-E85B-4DE3-BC86-FA852C951B4B}" sibTransId="{C655CDDE-24EB-44D2-AE8D-410808F2B51E}"/>
    <dgm:cxn modelId="{8BC38269-EDB9-41C2-83AE-7F30C686C707}" type="presOf" srcId="{ED621297-F58D-4AB1-8F23-86458B54B147}" destId="{86B67D31-F5A8-4487-A7DD-0C18956F795F}" srcOrd="0" destOrd="0" presId="urn:microsoft.com/office/officeart/2008/layout/LinedList"/>
    <dgm:cxn modelId="{8028676C-5699-4457-9474-FB53AEA73602}" srcId="{9A0A68D3-6137-4F4C-9478-43EDCFF68FF5}" destId="{295A70DA-57D3-4AEC-974D-AFA65644B673}" srcOrd="0" destOrd="0" parTransId="{EDCD3D89-025B-4E08-92F9-C92507A8736A}" sibTransId="{A5B8B885-D356-433B-8BEF-5AAD6CF53D4A}"/>
    <dgm:cxn modelId="{A68E6370-5C3C-4764-84EF-74DCA83794BB}" type="presOf" srcId="{C546EDC4-B2A0-47C7-BD48-C93F5F013FE0}" destId="{F13F4F9A-6191-4C02-89FB-16A35CC0515A}" srcOrd="0" destOrd="0" presId="urn:microsoft.com/office/officeart/2008/layout/LinedList"/>
    <dgm:cxn modelId="{A7BD9C97-FF6F-44F7-AB92-F8CF81BCD948}" type="presOf" srcId="{9A0A68D3-6137-4F4C-9478-43EDCFF68FF5}" destId="{0882363B-68CA-4164-9E49-DE8698420CD2}" srcOrd="0" destOrd="0" presId="urn:microsoft.com/office/officeart/2008/layout/LinedList"/>
    <dgm:cxn modelId="{2552E0B5-A58E-4A84-B4A1-6B2F17A2ED33}" type="presOf" srcId="{CBD7A5DA-37B9-449D-B5A8-CEC82E1175DD}" destId="{373A6066-ABD8-448D-8865-038D9F9E3F34}" srcOrd="0" destOrd="0" presId="urn:microsoft.com/office/officeart/2008/layout/LinedList"/>
    <dgm:cxn modelId="{688399B9-C8BC-402A-B830-8144FEEB5E1B}" srcId="{ED621297-F58D-4AB1-8F23-86458B54B147}" destId="{D4FF26FC-F461-4399-B587-94CDE3B08298}" srcOrd="0" destOrd="0" parTransId="{FC6A2E3C-91A6-4B29-9A7A-4B5A8F1DCAD3}" sibTransId="{AE20677D-513B-4DF6-A58F-EB5534B28EEA}"/>
    <dgm:cxn modelId="{B99F15CE-C646-42AD-B32C-1D23E0ADFE77}" type="presOf" srcId="{DD58E5B0-FE5B-4393-B35A-96DF29C05013}" destId="{820D8CB5-C6D5-4013-88D5-9B901E07BF2E}" srcOrd="0" destOrd="0" presId="urn:microsoft.com/office/officeart/2008/layout/LinedList"/>
    <dgm:cxn modelId="{BDDFC6DE-A551-4438-BBD6-D31BB635CBA5}" type="presOf" srcId="{D4FF26FC-F461-4399-B587-94CDE3B08298}" destId="{0D40867B-8C8E-4372-BE3A-D8A452AB4B5D}" srcOrd="0" destOrd="0" presId="urn:microsoft.com/office/officeart/2008/layout/LinedList"/>
    <dgm:cxn modelId="{76857BED-C01D-4948-99AC-F1A6C22AD066}" srcId="{CBD7A5DA-37B9-449D-B5A8-CEC82E1175DD}" destId="{ED621297-F58D-4AB1-8F23-86458B54B147}" srcOrd="0" destOrd="0" parTransId="{DB653860-8B35-48B5-BB33-78C438799CC9}" sibTransId="{5C167830-80DA-475F-9975-213BED5FC7DA}"/>
    <dgm:cxn modelId="{D1968CF6-5607-4FF4-8ABB-111019BC0411}" type="presOf" srcId="{817AEA77-6870-48D8-AFD1-E3A4194941D7}" destId="{BCCF35ED-3248-477F-8FCB-D1C8F8C0EDC2}" srcOrd="0" destOrd="0" presId="urn:microsoft.com/office/officeart/2008/layout/LinedList"/>
    <dgm:cxn modelId="{947517F9-6FC6-46BB-BC5A-E485FFC240DD}" type="presOf" srcId="{295A70DA-57D3-4AEC-974D-AFA65644B673}" destId="{635AFF14-E4BF-4058-BA2E-5A5167461D61}" srcOrd="0" destOrd="0" presId="urn:microsoft.com/office/officeart/2008/layout/LinedList"/>
    <dgm:cxn modelId="{6D7E34F2-4307-40AD-9ED7-87F8C9D9235E}" type="presParOf" srcId="{373A6066-ABD8-448D-8865-038D9F9E3F34}" destId="{E33F2705-1437-4939-B2D9-425972A4D6A0}" srcOrd="0" destOrd="0" presId="urn:microsoft.com/office/officeart/2008/layout/LinedList"/>
    <dgm:cxn modelId="{DA2039C8-490F-4D20-89FF-DE3214AC4935}" type="presParOf" srcId="{373A6066-ABD8-448D-8865-038D9F9E3F34}" destId="{6E082696-53CA-43E6-B6EB-23E6B0E15AEC}" srcOrd="1" destOrd="0" presId="urn:microsoft.com/office/officeart/2008/layout/LinedList"/>
    <dgm:cxn modelId="{8A76DCC0-4F3E-42E8-A91F-26417C73065E}" type="presParOf" srcId="{6E082696-53CA-43E6-B6EB-23E6B0E15AEC}" destId="{86B67D31-F5A8-4487-A7DD-0C18956F795F}" srcOrd="0" destOrd="0" presId="urn:microsoft.com/office/officeart/2008/layout/LinedList"/>
    <dgm:cxn modelId="{900FFD8C-C9C3-493D-8766-ABBAE54BCFC2}" type="presParOf" srcId="{6E082696-53CA-43E6-B6EB-23E6B0E15AEC}" destId="{08B22FF5-E140-4753-BD71-7B924A214972}" srcOrd="1" destOrd="0" presId="urn:microsoft.com/office/officeart/2008/layout/LinedList"/>
    <dgm:cxn modelId="{980662A5-B484-4633-AEB1-4B1D065468BF}" type="presParOf" srcId="{08B22FF5-E140-4753-BD71-7B924A214972}" destId="{DC3524E2-8AA6-4862-9544-4117052FD9A3}" srcOrd="0" destOrd="0" presId="urn:microsoft.com/office/officeart/2008/layout/LinedList"/>
    <dgm:cxn modelId="{76A60BA8-7440-41A2-AA83-48456C5C58C9}" type="presParOf" srcId="{08B22FF5-E140-4753-BD71-7B924A214972}" destId="{04B38A9E-0514-4C79-B378-A5BC7DD2EF1F}" srcOrd="1" destOrd="0" presId="urn:microsoft.com/office/officeart/2008/layout/LinedList"/>
    <dgm:cxn modelId="{3654FA19-638B-4136-996E-C8E86A0D84CF}" type="presParOf" srcId="{04B38A9E-0514-4C79-B378-A5BC7DD2EF1F}" destId="{E36453B8-5116-4243-8B4A-3792B33680F5}" srcOrd="0" destOrd="0" presId="urn:microsoft.com/office/officeart/2008/layout/LinedList"/>
    <dgm:cxn modelId="{464201A1-DE01-41B1-BA7F-8870AA98D2DA}" type="presParOf" srcId="{04B38A9E-0514-4C79-B378-A5BC7DD2EF1F}" destId="{0D40867B-8C8E-4372-BE3A-D8A452AB4B5D}" srcOrd="1" destOrd="0" presId="urn:microsoft.com/office/officeart/2008/layout/LinedList"/>
    <dgm:cxn modelId="{B200330D-9F63-4EE8-B729-A605C6641C32}" type="presParOf" srcId="{04B38A9E-0514-4C79-B378-A5BC7DD2EF1F}" destId="{72D1D7BF-DAF2-4AA3-A95E-6922D3838C40}" srcOrd="2" destOrd="0" presId="urn:microsoft.com/office/officeart/2008/layout/LinedList"/>
    <dgm:cxn modelId="{D79D6230-0497-40E9-BD4A-AE166A314B53}" type="presParOf" srcId="{08B22FF5-E140-4753-BD71-7B924A214972}" destId="{C9C655D8-44D0-465A-A6CF-154E1497A773}" srcOrd="2" destOrd="0" presId="urn:microsoft.com/office/officeart/2008/layout/LinedList"/>
    <dgm:cxn modelId="{199781B6-B180-477A-B14F-A47CC9D5F1A5}" type="presParOf" srcId="{08B22FF5-E140-4753-BD71-7B924A214972}" destId="{6C9E5D96-40AF-4C9F-AE02-F85E6A019BCB}" srcOrd="3" destOrd="0" presId="urn:microsoft.com/office/officeart/2008/layout/LinedList"/>
    <dgm:cxn modelId="{805CA8B9-9DA5-41AC-9901-24A16EE8C8F3}" type="presParOf" srcId="{373A6066-ABD8-448D-8865-038D9F9E3F34}" destId="{E3806491-B021-4931-8EA4-18F092130107}" srcOrd="2" destOrd="0" presId="urn:microsoft.com/office/officeart/2008/layout/LinedList"/>
    <dgm:cxn modelId="{50D95C4E-8663-4ECB-8C60-19F6AF1C9A74}" type="presParOf" srcId="{373A6066-ABD8-448D-8865-038D9F9E3F34}" destId="{BC6BD038-3194-4055-88D8-B1A0E97BAEFC}" srcOrd="3" destOrd="0" presId="urn:microsoft.com/office/officeart/2008/layout/LinedList"/>
    <dgm:cxn modelId="{66349FB1-7073-4696-95DA-994E73465B71}" type="presParOf" srcId="{BC6BD038-3194-4055-88D8-B1A0E97BAEFC}" destId="{0882363B-68CA-4164-9E49-DE8698420CD2}" srcOrd="0" destOrd="0" presId="urn:microsoft.com/office/officeart/2008/layout/LinedList"/>
    <dgm:cxn modelId="{26AE6EC0-0CAC-47E5-AB49-BA5EE5F2B83A}" type="presParOf" srcId="{BC6BD038-3194-4055-88D8-B1A0E97BAEFC}" destId="{798F9550-705F-40E6-9B79-9C3C124578AE}" srcOrd="1" destOrd="0" presId="urn:microsoft.com/office/officeart/2008/layout/LinedList"/>
    <dgm:cxn modelId="{093011C9-5523-41CA-867F-51AE1BC92FE3}" type="presParOf" srcId="{798F9550-705F-40E6-9B79-9C3C124578AE}" destId="{DFC5C45C-72CD-455A-AA51-A2B842C4597A}" srcOrd="0" destOrd="0" presId="urn:microsoft.com/office/officeart/2008/layout/LinedList"/>
    <dgm:cxn modelId="{732C719F-BF95-4FBE-9E17-1A9A6817DC9A}" type="presParOf" srcId="{798F9550-705F-40E6-9B79-9C3C124578AE}" destId="{554D8CD9-AABA-4620-A2F7-12274A337E0B}" srcOrd="1" destOrd="0" presId="urn:microsoft.com/office/officeart/2008/layout/LinedList"/>
    <dgm:cxn modelId="{8705FE7C-599E-4FF3-AC80-FA688342222E}" type="presParOf" srcId="{554D8CD9-AABA-4620-A2F7-12274A337E0B}" destId="{C5B023E9-7374-45F4-A8C5-360D4F6C007C}" srcOrd="0" destOrd="0" presId="urn:microsoft.com/office/officeart/2008/layout/LinedList"/>
    <dgm:cxn modelId="{44F65DF2-CFEC-4918-9334-24FBD7EB4C93}" type="presParOf" srcId="{554D8CD9-AABA-4620-A2F7-12274A337E0B}" destId="{635AFF14-E4BF-4058-BA2E-5A5167461D61}" srcOrd="1" destOrd="0" presId="urn:microsoft.com/office/officeart/2008/layout/LinedList"/>
    <dgm:cxn modelId="{3048EF7C-244E-4F5F-911B-486F4AAB9378}" type="presParOf" srcId="{554D8CD9-AABA-4620-A2F7-12274A337E0B}" destId="{BB966403-484E-4DEE-935E-A377ED808944}" srcOrd="2" destOrd="0" presId="urn:microsoft.com/office/officeart/2008/layout/LinedList"/>
    <dgm:cxn modelId="{E7575789-8147-46D4-9B8F-2DA08ADF0225}" type="presParOf" srcId="{798F9550-705F-40E6-9B79-9C3C124578AE}" destId="{937DE8FB-E80F-46A0-9F5B-F280C194B716}" srcOrd="2" destOrd="0" presId="urn:microsoft.com/office/officeart/2008/layout/LinedList"/>
    <dgm:cxn modelId="{A4911636-0C7D-4B1A-8EF7-403FB2F88362}" type="presParOf" srcId="{798F9550-705F-40E6-9B79-9C3C124578AE}" destId="{E7465F69-F1E2-4530-83D6-7A283CCFDD84}" srcOrd="3" destOrd="0" presId="urn:microsoft.com/office/officeart/2008/layout/LinedList"/>
    <dgm:cxn modelId="{75B6601C-1522-40E3-9AB2-6B734EB0027F}" type="presParOf" srcId="{373A6066-ABD8-448D-8865-038D9F9E3F34}" destId="{6890FCFF-8478-4C43-AFFA-5B507A4AE1A0}" srcOrd="4" destOrd="0" presId="urn:microsoft.com/office/officeart/2008/layout/LinedList"/>
    <dgm:cxn modelId="{F1E586E8-5D3D-47F7-9D94-012F7A44B0F1}" type="presParOf" srcId="{373A6066-ABD8-448D-8865-038D9F9E3F34}" destId="{9999CC1E-CAA6-4061-A1BB-1A7FC91C5BDE}" srcOrd="5" destOrd="0" presId="urn:microsoft.com/office/officeart/2008/layout/LinedList"/>
    <dgm:cxn modelId="{C21A5A8D-AAA4-4FEE-B6A2-FF5612838A8F}" type="presParOf" srcId="{9999CC1E-CAA6-4061-A1BB-1A7FC91C5BDE}" destId="{F13F4F9A-6191-4C02-89FB-16A35CC0515A}" srcOrd="0" destOrd="0" presId="urn:microsoft.com/office/officeart/2008/layout/LinedList"/>
    <dgm:cxn modelId="{2D372063-0D93-4D91-8B7B-B336E44F94DB}" type="presParOf" srcId="{9999CC1E-CAA6-4061-A1BB-1A7FC91C5BDE}" destId="{1C523414-7225-4DE5-B848-022DFC207AEF}" srcOrd="1" destOrd="0" presId="urn:microsoft.com/office/officeart/2008/layout/LinedList"/>
    <dgm:cxn modelId="{A336D5CC-0EFC-4AEC-B7DA-4B4DAF3D2D42}" type="presParOf" srcId="{1C523414-7225-4DE5-B848-022DFC207AEF}" destId="{259314C3-3096-4DA7-9ED9-836F712AE11F}" srcOrd="0" destOrd="0" presId="urn:microsoft.com/office/officeart/2008/layout/LinedList"/>
    <dgm:cxn modelId="{4C24F254-EEE1-432B-8FC5-08FDA0315190}" type="presParOf" srcId="{1C523414-7225-4DE5-B848-022DFC207AEF}" destId="{8AEF8DAC-81C8-4CC5-9AF9-B7BA89010505}" srcOrd="1" destOrd="0" presId="urn:microsoft.com/office/officeart/2008/layout/LinedList"/>
    <dgm:cxn modelId="{0078FE59-0FA3-4691-B639-323600BB1F32}" type="presParOf" srcId="{8AEF8DAC-81C8-4CC5-9AF9-B7BA89010505}" destId="{A4699FDB-200B-43A9-806A-71501BAD3F25}" srcOrd="0" destOrd="0" presId="urn:microsoft.com/office/officeart/2008/layout/LinedList"/>
    <dgm:cxn modelId="{85C6D13F-9441-4501-9E28-3E6497CD46C3}" type="presParOf" srcId="{8AEF8DAC-81C8-4CC5-9AF9-B7BA89010505}" destId="{BCCF35ED-3248-477F-8FCB-D1C8F8C0EDC2}" srcOrd="1" destOrd="0" presId="urn:microsoft.com/office/officeart/2008/layout/LinedList"/>
    <dgm:cxn modelId="{480DCF30-E1C4-498B-9F68-A10031F77BCE}" type="presParOf" srcId="{8AEF8DAC-81C8-4CC5-9AF9-B7BA89010505}" destId="{ABA7FFF2-1AFE-4A4D-BB3C-6694FD64CD7E}" srcOrd="2" destOrd="0" presId="urn:microsoft.com/office/officeart/2008/layout/LinedList"/>
    <dgm:cxn modelId="{BD4FBCFB-92DB-470F-A72C-481F6057CF33}" type="presParOf" srcId="{1C523414-7225-4DE5-B848-022DFC207AEF}" destId="{5A63CF24-46F1-47AA-9BC5-53FF7680D2C5}" srcOrd="2" destOrd="0" presId="urn:microsoft.com/office/officeart/2008/layout/LinedList"/>
    <dgm:cxn modelId="{B2C3A9F4-BAE1-4EF5-A417-00665570CE9C}" type="presParOf" srcId="{1C523414-7225-4DE5-B848-022DFC207AEF}" destId="{0EDCFE76-5DBF-4B4C-B535-A17ABB0B0893}" srcOrd="3" destOrd="0" presId="urn:microsoft.com/office/officeart/2008/layout/LinedList"/>
    <dgm:cxn modelId="{096AED1B-BFE3-41E0-BF0E-D47558D9A92B}" type="presParOf" srcId="{1C523414-7225-4DE5-B848-022DFC207AEF}" destId="{FC6C250D-1EDA-4D2E-9C57-F9F328C1B1FE}" srcOrd="4" destOrd="0" presId="urn:microsoft.com/office/officeart/2008/layout/LinedList"/>
    <dgm:cxn modelId="{2CF0B092-3191-4F0F-95CA-C0936050407E}" type="presParOf" srcId="{FC6C250D-1EDA-4D2E-9C57-F9F328C1B1FE}" destId="{519923B3-2794-450A-933F-0EEF939F1F04}" srcOrd="0" destOrd="0" presId="urn:microsoft.com/office/officeart/2008/layout/LinedList"/>
    <dgm:cxn modelId="{96A497EF-BF9D-4F4A-87A5-FFDB6419F925}" type="presParOf" srcId="{FC6C250D-1EDA-4D2E-9C57-F9F328C1B1FE}" destId="{820D8CB5-C6D5-4013-88D5-9B901E07BF2E}" srcOrd="1" destOrd="0" presId="urn:microsoft.com/office/officeart/2008/layout/LinedList"/>
    <dgm:cxn modelId="{8F2B7049-FBC5-4A8A-919F-FD9A469BFA55}" type="presParOf" srcId="{FC6C250D-1EDA-4D2E-9C57-F9F328C1B1FE}" destId="{716E7988-577A-4EFF-A453-2DE2F0DC57C2}" srcOrd="2" destOrd="0" presId="urn:microsoft.com/office/officeart/2008/layout/LinedList"/>
    <dgm:cxn modelId="{EF12D0A5-3FD5-4CBB-88B4-05B144C676D1}" type="presParOf" srcId="{1C523414-7225-4DE5-B848-022DFC207AEF}" destId="{A84A3DB4-7D4B-406F-A5B9-D364E71090C1}" srcOrd="5" destOrd="0" presId="urn:microsoft.com/office/officeart/2008/layout/LinedList"/>
    <dgm:cxn modelId="{D344A8F4-5A35-4078-A72F-6F2C88AA4E63}" type="presParOf" srcId="{1C523414-7225-4DE5-B848-022DFC207AEF}" destId="{59361412-B408-46C0-B476-F86C3DDC0970}" srcOrd="6" destOrd="0" presId="urn:microsoft.com/office/officeart/2008/layout/LinedList"/>
  </dgm:cxnLst>
  <dgm:bg/>
  <dgm:whole/>
  <dgm:extLst>
    <a:ext uri="http://schemas.microsoft.com/office/drawing/2008/diagram">
      <dsp:dataModelExt xmlns:dsp="http://schemas.microsoft.com/office/drawing/2008/diagram" relId="rId6" minVer="http://schemas.openxmlformats.org/drawingml/2006/diagram"/>
    </a:ext>
  </dgm:extLst>
</dgm:dataModel>
</file>

<file path=ppt/diagrams/data72.xml><?xml version="1.0" encoding="utf-8"?>
<dgm:dataModel xmlns:dgm="http://schemas.openxmlformats.org/drawingml/2006/diagram" xmlns:a="http://schemas.openxmlformats.org/drawingml/2006/main">
  <dgm:ptLst>
    <dgm:pt modelId="{86F9D67C-18A9-44D1-AE60-7FD951BC83A3}" type="doc">
      <dgm:prSet loTypeId="urn:microsoft.com/office/officeart/2005/8/layout/hList1" loCatId="list" qsTypeId="urn:microsoft.com/office/officeart/2005/8/quickstyle/simple1" qsCatId="simple" csTypeId="urn:microsoft.com/office/officeart/2005/8/colors/accent1_2" csCatId="accent1" phldr="1"/>
      <dgm:spPr/>
      <dgm:t>
        <a:bodyPr/>
        <a:lstStyle/>
        <a:p>
          <a:endParaRPr lang="tr-TR"/>
        </a:p>
      </dgm:t>
    </dgm:pt>
    <dgm:pt modelId="{AEE3831F-0CDA-4F1B-A725-63B22803150C}">
      <dgm:prSet/>
      <dgm:spPr/>
      <dgm:t>
        <a:bodyPr/>
        <a:lstStyle/>
        <a:p>
          <a:r>
            <a:rPr lang="en-US" dirty="0"/>
            <a:t>payment to a public key hash</a:t>
          </a:r>
          <a:r>
            <a:rPr lang="tr-TR" dirty="0"/>
            <a:t> </a:t>
          </a:r>
          <a:r>
            <a:rPr lang="en-US" dirty="0"/>
            <a:t>example</a:t>
          </a:r>
          <a:endParaRPr lang="tr-TR" dirty="0"/>
        </a:p>
      </dgm:t>
    </dgm:pt>
    <dgm:pt modelId="{351862FC-E3BC-463B-94C5-ACA4F152D366}" type="parTrans" cxnId="{F7406877-B8B0-44CE-AB82-660E65226D08}">
      <dgm:prSet/>
      <dgm:spPr/>
      <dgm:t>
        <a:bodyPr/>
        <a:lstStyle/>
        <a:p>
          <a:endParaRPr lang="tr-TR"/>
        </a:p>
      </dgm:t>
    </dgm:pt>
    <dgm:pt modelId="{5286CDF9-7AD4-4258-8729-C7C68C5BA7D3}" type="sibTrans" cxnId="{F7406877-B8B0-44CE-AB82-660E65226D08}">
      <dgm:prSet/>
      <dgm:spPr/>
      <dgm:t>
        <a:bodyPr/>
        <a:lstStyle/>
        <a:p>
          <a:endParaRPr lang="tr-TR"/>
        </a:p>
      </dgm:t>
    </dgm:pt>
    <dgm:pt modelId="{2ECD1F9D-D74A-44C5-81A5-4F8EF5B86DB5}">
      <dgm:prSet/>
      <dgm:spPr/>
      <dgm:t>
        <a:bodyPr/>
        <a:lstStyle/>
        <a:p>
          <a:r>
            <a:rPr lang="en-US" dirty="0"/>
            <a:t>combined</a:t>
          </a:r>
          <a:r>
            <a:rPr lang="tr-TR" dirty="0"/>
            <a:t> </a:t>
          </a:r>
          <a:r>
            <a:rPr lang="en-US" dirty="0"/>
            <a:t>script</a:t>
          </a:r>
          <a:endParaRPr lang="tr-TR" dirty="0"/>
        </a:p>
      </dgm:t>
    </dgm:pt>
    <dgm:pt modelId="{C0A2D8F9-8D7C-48D1-9C7A-0CE7255BD1CB}" type="parTrans" cxnId="{49EC6AD2-8BED-4F72-B03F-8FED5E73F327}">
      <dgm:prSet/>
      <dgm:spPr/>
      <dgm:t>
        <a:bodyPr/>
        <a:lstStyle/>
        <a:p>
          <a:endParaRPr lang="tr-TR"/>
        </a:p>
      </dgm:t>
    </dgm:pt>
    <dgm:pt modelId="{98B6D47A-7482-4D7E-B8FC-7E7A7D2F09E6}" type="sibTrans" cxnId="{49EC6AD2-8BED-4F72-B03F-8FED5E73F327}">
      <dgm:prSet/>
      <dgm:spPr/>
      <dgm:t>
        <a:bodyPr/>
        <a:lstStyle/>
        <a:p>
          <a:endParaRPr lang="tr-TR"/>
        </a:p>
      </dgm:t>
    </dgm:pt>
    <dgm:pt modelId="{7FCA3F99-8470-4036-8E98-1025DDAA255C}">
      <dgm:prSet/>
      <dgm:spPr/>
      <dgm:t>
        <a:bodyPr/>
        <a:lstStyle/>
        <a:p>
          <a:r>
            <a:rPr lang="en-US" dirty="0"/>
            <a:t>unlocking</a:t>
          </a:r>
          <a:r>
            <a:rPr lang="tr-TR" dirty="0"/>
            <a:t> </a:t>
          </a:r>
          <a:r>
            <a:rPr lang="en-US" dirty="0"/>
            <a:t>script</a:t>
          </a:r>
          <a:endParaRPr lang="tr-TR" dirty="0"/>
        </a:p>
      </dgm:t>
    </dgm:pt>
    <dgm:pt modelId="{91BECE20-D059-41DE-8C9F-1880BA6A24EE}" type="parTrans" cxnId="{19965A5A-76F6-49FC-8E34-EA2251F7AF13}">
      <dgm:prSet/>
      <dgm:spPr/>
      <dgm:t>
        <a:bodyPr/>
        <a:lstStyle/>
        <a:p>
          <a:endParaRPr lang="tr-TR"/>
        </a:p>
      </dgm:t>
    </dgm:pt>
    <dgm:pt modelId="{F7606EB9-0BBD-42D2-9F7A-BFC57F0963CB}" type="sibTrans" cxnId="{19965A5A-76F6-49FC-8E34-EA2251F7AF13}">
      <dgm:prSet/>
      <dgm:spPr/>
      <dgm:t>
        <a:bodyPr/>
        <a:lstStyle/>
        <a:p>
          <a:endParaRPr lang="tr-TR"/>
        </a:p>
      </dgm:t>
    </dgm:pt>
    <dgm:pt modelId="{184B05E6-A071-41D4-BE86-D11EBA6E2F34}">
      <dgm:prSet/>
      <dgm:spPr/>
      <dgm:t>
        <a:bodyPr/>
        <a:lstStyle/>
        <a:p>
          <a:r>
            <a:rPr lang="en-US" dirty="0"/>
            <a:t>locking script </a:t>
          </a:r>
          <a:endParaRPr lang="tr-TR" dirty="0"/>
        </a:p>
      </dgm:t>
    </dgm:pt>
    <dgm:pt modelId="{02992A68-5DEA-4372-8B10-9F94996737EE}" type="parTrans" cxnId="{D4A52EFE-02E0-4DC6-937A-4822952B52E0}">
      <dgm:prSet/>
      <dgm:spPr/>
      <dgm:t>
        <a:bodyPr/>
        <a:lstStyle/>
        <a:p>
          <a:endParaRPr lang="tr-TR"/>
        </a:p>
      </dgm:t>
    </dgm:pt>
    <dgm:pt modelId="{AE00856B-B7E7-41BB-AAD3-0A18821F48AB}" type="sibTrans" cxnId="{D4A52EFE-02E0-4DC6-937A-4822952B52E0}">
      <dgm:prSet/>
      <dgm:spPr/>
      <dgm:t>
        <a:bodyPr/>
        <a:lstStyle/>
        <a:p>
          <a:endParaRPr lang="tr-TR"/>
        </a:p>
      </dgm:t>
    </dgm:pt>
    <dgm:pt modelId="{B4BD8F1A-CE96-46FE-AF52-2F40B0471AD4}">
      <dgm:prSet/>
      <dgm:spPr/>
      <dgm:t>
        <a:bodyPr/>
        <a:lstStyle/>
        <a:p>
          <a:r>
            <a:rPr lang="en-US" dirty="0"/>
            <a:t>prior to</a:t>
          </a:r>
          <a:r>
            <a:rPr lang="tr-TR" dirty="0"/>
            <a:t> </a:t>
          </a:r>
          <a:r>
            <a:rPr lang="tr-TR" dirty="0" err="1"/>
            <a:t>script</a:t>
          </a:r>
          <a:r>
            <a:rPr lang="tr-TR" dirty="0"/>
            <a:t> </a:t>
          </a:r>
          <a:r>
            <a:rPr lang="tr-TR" dirty="0" err="1"/>
            <a:t>validation</a:t>
          </a:r>
          <a:endParaRPr lang="tr-TR" dirty="0"/>
        </a:p>
      </dgm:t>
    </dgm:pt>
    <dgm:pt modelId="{6FCD3453-A58D-41DA-B668-6575C3BCDF0B}" type="parTrans" cxnId="{12B9623B-B978-4685-A649-B2E97CF2F279}">
      <dgm:prSet/>
      <dgm:spPr/>
      <dgm:t>
        <a:bodyPr/>
        <a:lstStyle/>
        <a:p>
          <a:endParaRPr lang="tr-TR"/>
        </a:p>
      </dgm:t>
    </dgm:pt>
    <dgm:pt modelId="{AF49EF46-5B23-4804-81B4-FD1FB3802931}" type="sibTrans" cxnId="{12B9623B-B978-4685-A649-B2E97CF2F279}">
      <dgm:prSet/>
      <dgm:spPr/>
      <dgm:t>
        <a:bodyPr/>
        <a:lstStyle/>
        <a:p>
          <a:endParaRPr lang="tr-TR"/>
        </a:p>
      </dgm:t>
    </dgm:pt>
    <dgm:pt modelId="{2A4CE81B-DD0A-4270-B069-DE139A47833A}">
      <dgm:prSet/>
      <dgm:spPr/>
      <dgm:t>
        <a:bodyPr/>
        <a:lstStyle/>
        <a:p>
          <a:r>
            <a:rPr lang="en-US" dirty="0"/>
            <a:t>resulting from the concatenation of</a:t>
          </a:r>
          <a:endParaRPr lang="tr-TR" dirty="0"/>
        </a:p>
      </dgm:t>
    </dgm:pt>
    <dgm:pt modelId="{1AA58C72-5236-45E1-903F-97C10F092175}" type="parTrans" cxnId="{071D2DC2-B7CF-454A-8E93-17E42A869FAD}">
      <dgm:prSet/>
      <dgm:spPr/>
      <dgm:t>
        <a:bodyPr/>
        <a:lstStyle/>
        <a:p>
          <a:endParaRPr lang="tr-TR"/>
        </a:p>
      </dgm:t>
    </dgm:pt>
    <dgm:pt modelId="{5E7B169E-4BF0-437E-A0FA-54E9C63C0C5A}" type="sibTrans" cxnId="{071D2DC2-B7CF-454A-8E93-17E42A869FAD}">
      <dgm:prSet/>
      <dgm:spPr/>
      <dgm:t>
        <a:bodyPr/>
        <a:lstStyle/>
        <a:p>
          <a:endParaRPr lang="tr-TR"/>
        </a:p>
      </dgm:t>
    </dgm:pt>
    <dgm:pt modelId="{044CDBE8-5A27-4AFA-8F8E-74DFC1180B65}">
      <dgm:prSet/>
      <dgm:spPr/>
      <dgm:t>
        <a:bodyPr/>
        <a:lstStyle/>
        <a:p>
          <a:r>
            <a:rPr lang="en-US" dirty="0"/>
            <a:t>The</a:t>
          </a:r>
          <a:r>
            <a:rPr lang="tr-TR" dirty="0"/>
            <a:t> </a:t>
          </a:r>
          <a:r>
            <a:rPr lang="en-US" dirty="0"/>
            <a:t>unlocking and locking scripts</a:t>
          </a:r>
          <a:endParaRPr lang="tr-TR" dirty="0"/>
        </a:p>
      </dgm:t>
    </dgm:pt>
    <dgm:pt modelId="{7096E4B7-372A-44A8-B71C-79DE094CECB7}" type="parTrans" cxnId="{20BD8068-B89D-43BB-8BD1-05E2CF73BAE2}">
      <dgm:prSet/>
      <dgm:spPr/>
      <dgm:t>
        <a:bodyPr/>
        <a:lstStyle/>
        <a:p>
          <a:endParaRPr lang="tr-TR"/>
        </a:p>
      </dgm:t>
    </dgm:pt>
    <dgm:pt modelId="{A26D5CCB-DF42-4DA5-B03F-135F0DC9CA0C}" type="sibTrans" cxnId="{20BD8068-B89D-43BB-8BD1-05E2CF73BAE2}">
      <dgm:prSet/>
      <dgm:spPr/>
      <dgm:t>
        <a:bodyPr/>
        <a:lstStyle/>
        <a:p>
          <a:endParaRPr lang="tr-TR"/>
        </a:p>
      </dgm:t>
    </dgm:pt>
    <dgm:pt modelId="{9F4983F2-FF95-4254-BF2E-8EE711D739B6}" type="pres">
      <dgm:prSet presAssocID="{86F9D67C-18A9-44D1-AE60-7FD951BC83A3}" presName="Name0" presStyleCnt="0">
        <dgm:presLayoutVars>
          <dgm:dir/>
          <dgm:animLvl val="lvl"/>
          <dgm:resizeHandles val="exact"/>
        </dgm:presLayoutVars>
      </dgm:prSet>
      <dgm:spPr/>
    </dgm:pt>
    <dgm:pt modelId="{56918FB7-4B48-45EC-92F4-192597EF09BC}" type="pres">
      <dgm:prSet presAssocID="{AEE3831F-0CDA-4F1B-A725-63B22803150C}" presName="composite" presStyleCnt="0"/>
      <dgm:spPr/>
    </dgm:pt>
    <dgm:pt modelId="{0F8C0FB1-3E75-4BFD-8D9A-FD2F1E0500B3}" type="pres">
      <dgm:prSet presAssocID="{AEE3831F-0CDA-4F1B-A725-63B22803150C}" presName="parTx" presStyleLbl="alignNode1" presStyleIdx="0" presStyleCnt="2">
        <dgm:presLayoutVars>
          <dgm:chMax val="0"/>
          <dgm:chPref val="0"/>
          <dgm:bulletEnabled val="1"/>
        </dgm:presLayoutVars>
      </dgm:prSet>
      <dgm:spPr/>
    </dgm:pt>
    <dgm:pt modelId="{DC168D75-5A7D-4A7E-B13F-D2EF25D572A3}" type="pres">
      <dgm:prSet presAssocID="{AEE3831F-0CDA-4F1B-A725-63B22803150C}" presName="desTx" presStyleLbl="alignAccFollowNode1" presStyleIdx="0" presStyleCnt="2">
        <dgm:presLayoutVars>
          <dgm:bulletEnabled val="1"/>
        </dgm:presLayoutVars>
      </dgm:prSet>
      <dgm:spPr/>
    </dgm:pt>
    <dgm:pt modelId="{D68052EA-7A26-4D34-90B0-56291479BC19}" type="pres">
      <dgm:prSet presAssocID="{5286CDF9-7AD4-4258-8729-C7C68C5BA7D3}" presName="space" presStyleCnt="0"/>
      <dgm:spPr/>
    </dgm:pt>
    <dgm:pt modelId="{5007C57B-1E8A-4073-9621-32FBC646042E}" type="pres">
      <dgm:prSet presAssocID="{2ECD1F9D-D74A-44C5-81A5-4F8EF5B86DB5}" presName="composite" presStyleCnt="0"/>
      <dgm:spPr/>
    </dgm:pt>
    <dgm:pt modelId="{E087ECFE-8C96-4BD0-9090-B3EB956815B5}" type="pres">
      <dgm:prSet presAssocID="{2ECD1F9D-D74A-44C5-81A5-4F8EF5B86DB5}" presName="parTx" presStyleLbl="alignNode1" presStyleIdx="1" presStyleCnt="2">
        <dgm:presLayoutVars>
          <dgm:chMax val="0"/>
          <dgm:chPref val="0"/>
          <dgm:bulletEnabled val="1"/>
        </dgm:presLayoutVars>
      </dgm:prSet>
      <dgm:spPr/>
    </dgm:pt>
    <dgm:pt modelId="{82ADDCF2-FA21-46FA-B98A-84A593FBE5D8}" type="pres">
      <dgm:prSet presAssocID="{2ECD1F9D-D74A-44C5-81A5-4F8EF5B86DB5}" presName="desTx" presStyleLbl="alignAccFollowNode1" presStyleIdx="1" presStyleCnt="2">
        <dgm:presLayoutVars>
          <dgm:bulletEnabled val="1"/>
        </dgm:presLayoutVars>
      </dgm:prSet>
      <dgm:spPr/>
    </dgm:pt>
  </dgm:ptLst>
  <dgm:cxnLst>
    <dgm:cxn modelId="{12B9623B-B978-4685-A649-B2E97CF2F279}" srcId="{2ECD1F9D-D74A-44C5-81A5-4F8EF5B86DB5}" destId="{B4BD8F1A-CE96-46FE-AF52-2F40B0471AD4}" srcOrd="2" destOrd="0" parTransId="{6FCD3453-A58D-41DA-B668-6575C3BCDF0B}" sibTransId="{AF49EF46-5B23-4804-81B4-FD1FB3802931}"/>
    <dgm:cxn modelId="{DE803C3D-5009-426A-9A8F-6B080A88B3A9}" type="presOf" srcId="{2A4CE81B-DD0A-4270-B069-DE139A47833A}" destId="{82ADDCF2-FA21-46FA-B98A-84A593FBE5D8}" srcOrd="0" destOrd="0" presId="urn:microsoft.com/office/officeart/2005/8/layout/hList1"/>
    <dgm:cxn modelId="{0969B563-14E7-412A-9F86-F2025C76B95E}" type="presOf" srcId="{B4BD8F1A-CE96-46FE-AF52-2F40B0471AD4}" destId="{82ADDCF2-FA21-46FA-B98A-84A593FBE5D8}" srcOrd="0" destOrd="2" presId="urn:microsoft.com/office/officeart/2005/8/layout/hList1"/>
    <dgm:cxn modelId="{20BD8068-B89D-43BB-8BD1-05E2CF73BAE2}" srcId="{2ECD1F9D-D74A-44C5-81A5-4F8EF5B86DB5}" destId="{044CDBE8-5A27-4AFA-8F8E-74DFC1180B65}" srcOrd="1" destOrd="0" parTransId="{7096E4B7-372A-44A8-B71C-79DE094CECB7}" sibTransId="{A26D5CCB-DF42-4DA5-B03F-135F0DC9CA0C}"/>
    <dgm:cxn modelId="{F7406877-B8B0-44CE-AB82-660E65226D08}" srcId="{86F9D67C-18A9-44D1-AE60-7FD951BC83A3}" destId="{AEE3831F-0CDA-4F1B-A725-63B22803150C}" srcOrd="0" destOrd="0" parTransId="{351862FC-E3BC-463B-94C5-ACA4F152D366}" sibTransId="{5286CDF9-7AD4-4258-8729-C7C68C5BA7D3}"/>
    <dgm:cxn modelId="{19965A5A-76F6-49FC-8E34-EA2251F7AF13}" srcId="{AEE3831F-0CDA-4F1B-A725-63B22803150C}" destId="{7FCA3F99-8470-4036-8E98-1025DDAA255C}" srcOrd="0" destOrd="0" parTransId="{91BECE20-D059-41DE-8C9F-1880BA6A24EE}" sibTransId="{F7606EB9-0BBD-42D2-9F7A-BFC57F0963CB}"/>
    <dgm:cxn modelId="{B8E7038A-8207-4E62-8CE9-D95EB885E0CF}" type="presOf" srcId="{86F9D67C-18A9-44D1-AE60-7FD951BC83A3}" destId="{9F4983F2-FF95-4254-BF2E-8EE711D739B6}" srcOrd="0" destOrd="0" presId="urn:microsoft.com/office/officeart/2005/8/layout/hList1"/>
    <dgm:cxn modelId="{246FD7AD-162F-4FA7-AFC3-A65A1F916F7B}" type="presOf" srcId="{184B05E6-A071-41D4-BE86-D11EBA6E2F34}" destId="{DC168D75-5A7D-4A7E-B13F-D2EF25D572A3}" srcOrd="0" destOrd="1" presId="urn:microsoft.com/office/officeart/2005/8/layout/hList1"/>
    <dgm:cxn modelId="{EA9837B5-1A60-47A5-B35D-CD7B2A68A09F}" type="presOf" srcId="{7FCA3F99-8470-4036-8E98-1025DDAA255C}" destId="{DC168D75-5A7D-4A7E-B13F-D2EF25D572A3}" srcOrd="0" destOrd="0" presId="urn:microsoft.com/office/officeart/2005/8/layout/hList1"/>
    <dgm:cxn modelId="{071D2DC2-B7CF-454A-8E93-17E42A869FAD}" srcId="{2ECD1F9D-D74A-44C5-81A5-4F8EF5B86DB5}" destId="{2A4CE81B-DD0A-4270-B069-DE139A47833A}" srcOrd="0" destOrd="0" parTransId="{1AA58C72-5236-45E1-903F-97C10F092175}" sibTransId="{5E7B169E-4BF0-437E-A0FA-54E9C63C0C5A}"/>
    <dgm:cxn modelId="{49EC6AD2-8BED-4F72-B03F-8FED5E73F327}" srcId="{86F9D67C-18A9-44D1-AE60-7FD951BC83A3}" destId="{2ECD1F9D-D74A-44C5-81A5-4F8EF5B86DB5}" srcOrd="1" destOrd="0" parTransId="{C0A2D8F9-8D7C-48D1-9C7A-0CE7255BD1CB}" sibTransId="{98B6D47A-7482-4D7E-B8FC-7E7A7D2F09E6}"/>
    <dgm:cxn modelId="{073906D8-1A87-40C6-9659-F721B8DE351D}" type="presOf" srcId="{AEE3831F-0CDA-4F1B-A725-63B22803150C}" destId="{0F8C0FB1-3E75-4BFD-8D9A-FD2F1E0500B3}" srcOrd="0" destOrd="0" presId="urn:microsoft.com/office/officeart/2005/8/layout/hList1"/>
    <dgm:cxn modelId="{DC6BA6DE-04FC-4D3B-9C72-592F6AF996CB}" type="presOf" srcId="{2ECD1F9D-D74A-44C5-81A5-4F8EF5B86DB5}" destId="{E087ECFE-8C96-4BD0-9090-B3EB956815B5}" srcOrd="0" destOrd="0" presId="urn:microsoft.com/office/officeart/2005/8/layout/hList1"/>
    <dgm:cxn modelId="{4192BFEF-6BEE-48DA-9228-8451F93011EA}" type="presOf" srcId="{044CDBE8-5A27-4AFA-8F8E-74DFC1180B65}" destId="{82ADDCF2-FA21-46FA-B98A-84A593FBE5D8}" srcOrd="0" destOrd="1" presId="urn:microsoft.com/office/officeart/2005/8/layout/hList1"/>
    <dgm:cxn modelId="{D4A52EFE-02E0-4DC6-937A-4822952B52E0}" srcId="{AEE3831F-0CDA-4F1B-A725-63B22803150C}" destId="{184B05E6-A071-41D4-BE86-D11EBA6E2F34}" srcOrd="1" destOrd="0" parTransId="{02992A68-5DEA-4372-8B10-9F94996737EE}" sibTransId="{AE00856B-B7E7-41BB-AAD3-0A18821F48AB}"/>
    <dgm:cxn modelId="{EB9EADC8-1599-46DD-83E1-5FF7AF8D6C4F}" type="presParOf" srcId="{9F4983F2-FF95-4254-BF2E-8EE711D739B6}" destId="{56918FB7-4B48-45EC-92F4-192597EF09BC}" srcOrd="0" destOrd="0" presId="urn:microsoft.com/office/officeart/2005/8/layout/hList1"/>
    <dgm:cxn modelId="{56B1879D-DCF9-4F51-83A0-6A53BDFA83C9}" type="presParOf" srcId="{56918FB7-4B48-45EC-92F4-192597EF09BC}" destId="{0F8C0FB1-3E75-4BFD-8D9A-FD2F1E0500B3}" srcOrd="0" destOrd="0" presId="urn:microsoft.com/office/officeart/2005/8/layout/hList1"/>
    <dgm:cxn modelId="{C6E4CDB1-63C5-45EC-91AB-640B4A78EF54}" type="presParOf" srcId="{56918FB7-4B48-45EC-92F4-192597EF09BC}" destId="{DC168D75-5A7D-4A7E-B13F-D2EF25D572A3}" srcOrd="1" destOrd="0" presId="urn:microsoft.com/office/officeart/2005/8/layout/hList1"/>
    <dgm:cxn modelId="{891D512A-6819-4E13-899F-8703B30E646B}" type="presParOf" srcId="{9F4983F2-FF95-4254-BF2E-8EE711D739B6}" destId="{D68052EA-7A26-4D34-90B0-56291479BC19}" srcOrd="1" destOrd="0" presId="urn:microsoft.com/office/officeart/2005/8/layout/hList1"/>
    <dgm:cxn modelId="{D219F090-093B-4C1F-A07D-0622DA8CCB8C}" type="presParOf" srcId="{9F4983F2-FF95-4254-BF2E-8EE711D739B6}" destId="{5007C57B-1E8A-4073-9621-32FBC646042E}" srcOrd="2" destOrd="0" presId="urn:microsoft.com/office/officeart/2005/8/layout/hList1"/>
    <dgm:cxn modelId="{115835FA-9C70-47E5-92FA-CE1A84158F70}" type="presParOf" srcId="{5007C57B-1E8A-4073-9621-32FBC646042E}" destId="{E087ECFE-8C96-4BD0-9090-B3EB956815B5}" srcOrd="0" destOrd="0" presId="urn:microsoft.com/office/officeart/2005/8/layout/hList1"/>
    <dgm:cxn modelId="{8D99E116-031A-47DD-835B-8D4ADE8A4A1D}" type="presParOf" srcId="{5007C57B-1E8A-4073-9621-32FBC646042E}" destId="{82ADDCF2-FA21-46FA-B98A-84A593FBE5D8}" srcOrd="1" destOrd="0" presId="urn:microsoft.com/office/officeart/2005/8/layout/hList1"/>
  </dgm:cxnLst>
  <dgm:bg/>
  <dgm:whole/>
  <dgm:extLst>
    <a:ext uri="http://schemas.microsoft.com/office/drawing/2008/diagram">
      <dsp:dataModelExt xmlns:dsp="http://schemas.microsoft.com/office/drawing/2008/diagram" relId="rId7" minVer="http://schemas.openxmlformats.org/drawingml/2006/diagram"/>
    </a:ext>
  </dgm:extLst>
</dgm:dataModel>
</file>

<file path=ppt/diagrams/data73.xml><?xml version="1.0" encoding="utf-8"?>
<dgm:dataModel xmlns:dgm="http://schemas.openxmlformats.org/drawingml/2006/diagram" xmlns:a="http://schemas.openxmlformats.org/drawingml/2006/main">
  <dgm:ptLst>
    <dgm:pt modelId="{8B6BB612-C84B-4079-BFA1-83F79E64BFE6}" type="doc">
      <dgm:prSet loTypeId="urn:microsoft.com/office/officeart/2018/5/layout/CenteredIconLabelDescriptionList" loCatId="icon" qsTypeId="urn:microsoft.com/office/officeart/2005/8/quickstyle/simple1" qsCatId="simple" csTypeId="urn:microsoft.com/office/officeart/2018/5/colors/Iconchunking_neutralbg_colorful2" csCatId="colorful" phldr="1"/>
      <dgm:spPr/>
      <dgm:t>
        <a:bodyPr/>
        <a:lstStyle/>
        <a:p>
          <a:endParaRPr lang="en-US"/>
        </a:p>
      </dgm:t>
    </dgm:pt>
    <dgm:pt modelId="{1119E7B6-13CE-40C6-99DA-C6EC46E0D9A4}">
      <dgm:prSet/>
      <dgm:spPr/>
      <dgm:t>
        <a:bodyPr/>
        <a:lstStyle/>
        <a:p>
          <a:pPr>
            <a:lnSpc>
              <a:spcPct val="100000"/>
            </a:lnSpc>
            <a:defRPr b="1"/>
          </a:pPr>
          <a:r>
            <a:rPr lang="tr-TR" dirty="0"/>
            <a:t>Protected</a:t>
          </a:r>
          <a:endParaRPr lang="en-US" dirty="0"/>
        </a:p>
      </dgm:t>
    </dgm:pt>
    <dgm:pt modelId="{18217982-1ADB-43BE-84A0-20239041DE7B}" type="parTrans" cxnId="{807D0F02-3D4A-426D-BD12-9C184CD1AB56}">
      <dgm:prSet/>
      <dgm:spPr/>
      <dgm:t>
        <a:bodyPr/>
        <a:lstStyle/>
        <a:p>
          <a:endParaRPr lang="en-US"/>
        </a:p>
      </dgm:t>
    </dgm:pt>
    <dgm:pt modelId="{ECECA909-C161-4D37-8379-E8CE75890E54}" type="sibTrans" cxnId="{807D0F02-3D4A-426D-BD12-9C184CD1AB56}">
      <dgm:prSet/>
      <dgm:spPr/>
      <dgm:t>
        <a:bodyPr/>
        <a:lstStyle/>
        <a:p>
          <a:endParaRPr lang="en-US"/>
        </a:p>
      </dgm:t>
    </dgm:pt>
    <dgm:pt modelId="{151CFEB3-55F6-49A4-95C4-2FB40BEFA84B}">
      <dgm:prSet/>
      <dgm:spPr/>
      <dgm:t>
        <a:bodyPr/>
        <a:lstStyle/>
        <a:p>
          <a:pPr>
            <a:lnSpc>
              <a:spcPct val="100000"/>
            </a:lnSpc>
            <a:defRPr b="1"/>
          </a:pPr>
          <a:r>
            <a:rPr lang="tr-TR" dirty="0"/>
            <a:t>Valid transaction</a:t>
          </a:r>
          <a:endParaRPr lang="en-US" dirty="0"/>
        </a:p>
      </dgm:t>
    </dgm:pt>
    <dgm:pt modelId="{DD103D54-60F5-4395-848E-9A0FD1959BC9}" type="parTrans" cxnId="{1441510C-CF03-48C1-B598-5A1078B88547}">
      <dgm:prSet/>
      <dgm:spPr/>
      <dgm:t>
        <a:bodyPr/>
        <a:lstStyle/>
        <a:p>
          <a:endParaRPr lang="en-US"/>
        </a:p>
      </dgm:t>
    </dgm:pt>
    <dgm:pt modelId="{7AB5E359-48A2-4114-AB0B-BB7961C72AA9}" type="sibTrans" cxnId="{1441510C-CF03-48C1-B598-5A1078B88547}">
      <dgm:prSet/>
      <dgm:spPr/>
      <dgm:t>
        <a:bodyPr/>
        <a:lstStyle/>
        <a:p>
          <a:endParaRPr lang="en-US"/>
        </a:p>
      </dgm:t>
    </dgm:pt>
    <dgm:pt modelId="{C9B06AAF-1154-4879-B563-AD6B88B1CC1B}">
      <dgm:prSet/>
      <dgm:spPr/>
      <dgm:t>
        <a:bodyPr/>
        <a:lstStyle/>
        <a:p>
          <a:pPr>
            <a:lnSpc>
              <a:spcPct val="100000"/>
            </a:lnSpc>
          </a:pPr>
          <a:r>
            <a:rPr lang="en-US" dirty="0"/>
            <a:t>correctly satisfies</a:t>
          </a:r>
          <a:r>
            <a:rPr lang="tr-TR" dirty="0"/>
            <a:t> output </a:t>
          </a:r>
          <a:r>
            <a:rPr lang="en-US" dirty="0"/>
            <a:t>conditions</a:t>
          </a:r>
        </a:p>
      </dgm:t>
    </dgm:pt>
    <dgm:pt modelId="{1CDAE23D-6FF9-4A15-8926-48C5C6690183}" type="parTrans" cxnId="{487DCD58-B066-407C-9EFA-AF9D3728AE72}">
      <dgm:prSet/>
      <dgm:spPr/>
      <dgm:t>
        <a:bodyPr/>
        <a:lstStyle/>
        <a:p>
          <a:endParaRPr lang="en-US"/>
        </a:p>
      </dgm:t>
    </dgm:pt>
    <dgm:pt modelId="{410CBF31-A28E-4576-B514-1C96EC4BB0F1}" type="sibTrans" cxnId="{487DCD58-B066-407C-9EFA-AF9D3728AE72}">
      <dgm:prSet/>
      <dgm:spPr/>
      <dgm:t>
        <a:bodyPr/>
        <a:lstStyle/>
        <a:p>
          <a:endParaRPr lang="en-US"/>
        </a:p>
      </dgm:t>
    </dgm:pt>
    <dgm:pt modelId="{2285C012-C7BC-400F-B237-283C067D4C10}">
      <dgm:prSet/>
      <dgm:spPr/>
      <dgm:t>
        <a:bodyPr/>
        <a:lstStyle/>
        <a:p>
          <a:pPr>
            <a:lnSpc>
              <a:spcPct val="100000"/>
            </a:lnSpc>
            <a:defRPr b="1"/>
          </a:pPr>
          <a:r>
            <a:rPr lang="tr-TR" dirty="0"/>
            <a:t>Permenant</a:t>
          </a:r>
          <a:endParaRPr lang="en-US" dirty="0"/>
        </a:p>
      </dgm:t>
    </dgm:pt>
    <dgm:pt modelId="{CEEBC99A-D806-458A-9238-EB95AD365DED}" type="parTrans" cxnId="{A18A56B5-C263-4FAE-AC03-A1CB5CAC8198}">
      <dgm:prSet/>
      <dgm:spPr/>
      <dgm:t>
        <a:bodyPr/>
        <a:lstStyle/>
        <a:p>
          <a:endParaRPr lang="tr-TR"/>
        </a:p>
      </dgm:t>
    </dgm:pt>
    <dgm:pt modelId="{CA0C5F21-7135-4E78-B822-DCA8A73B752D}" type="sibTrans" cxnId="{A18A56B5-C263-4FAE-AC03-A1CB5CAC8198}">
      <dgm:prSet/>
      <dgm:spPr/>
      <dgm:t>
        <a:bodyPr/>
        <a:lstStyle/>
        <a:p>
          <a:endParaRPr lang="tr-TR"/>
        </a:p>
      </dgm:t>
    </dgm:pt>
    <dgm:pt modelId="{CD1B658E-BAF9-47FE-9D2D-66533B4ADC92}">
      <dgm:prSet/>
      <dgm:spPr/>
      <dgm:t>
        <a:bodyPr/>
        <a:lstStyle/>
        <a:p>
          <a:pPr>
            <a:lnSpc>
              <a:spcPct val="100000"/>
            </a:lnSpc>
          </a:pPr>
          <a:r>
            <a:rPr lang="en-US" dirty="0"/>
            <a:t>permanently recorded</a:t>
          </a:r>
        </a:p>
      </dgm:t>
    </dgm:pt>
    <dgm:pt modelId="{921FE7FC-71DA-4D59-BE6D-8CA69197795A}" type="parTrans" cxnId="{446AAC16-90B2-491A-BC0A-03C74958CC3C}">
      <dgm:prSet/>
      <dgm:spPr/>
      <dgm:t>
        <a:bodyPr/>
        <a:lstStyle/>
        <a:p>
          <a:endParaRPr lang="tr-TR"/>
        </a:p>
      </dgm:t>
    </dgm:pt>
    <dgm:pt modelId="{5AB7AD4D-A13F-4FDF-8AB6-EEDAB2F4EEAA}" type="sibTrans" cxnId="{446AAC16-90B2-491A-BC0A-03C74958CC3C}">
      <dgm:prSet/>
      <dgm:spPr/>
      <dgm:t>
        <a:bodyPr/>
        <a:lstStyle/>
        <a:p>
          <a:endParaRPr lang="tr-TR"/>
        </a:p>
      </dgm:t>
    </dgm:pt>
    <dgm:pt modelId="{15CAD56D-2268-4149-B2A0-25E0FB61EBC5}">
      <dgm:prSet/>
      <dgm:spPr/>
      <dgm:t>
        <a:bodyPr/>
        <a:lstStyle/>
        <a:p>
          <a:pPr>
            <a:lnSpc>
              <a:spcPct val="100000"/>
            </a:lnSpc>
          </a:pPr>
          <a:r>
            <a:rPr lang="en-US"/>
            <a:t>in </a:t>
          </a:r>
          <a:r>
            <a:rPr lang="en-US" dirty="0"/>
            <a:t>the </a:t>
          </a:r>
          <a:r>
            <a:rPr lang="en-US"/>
            <a:t>blockchain  </a:t>
          </a:r>
          <a:endParaRPr lang="en-US" dirty="0"/>
        </a:p>
      </dgm:t>
    </dgm:pt>
    <dgm:pt modelId="{51BDCED2-4D50-4949-B63E-B603C9FB8306}" type="parTrans" cxnId="{1A8580D8-04D8-469C-9558-026F0341825C}">
      <dgm:prSet/>
      <dgm:spPr/>
      <dgm:t>
        <a:bodyPr/>
        <a:lstStyle/>
        <a:p>
          <a:endParaRPr lang="tr-TR"/>
        </a:p>
      </dgm:t>
    </dgm:pt>
    <dgm:pt modelId="{8BF5335E-D68B-4464-8880-58DAADFBB3E2}" type="sibTrans" cxnId="{1A8580D8-04D8-469C-9558-026F0341825C}">
      <dgm:prSet/>
      <dgm:spPr/>
      <dgm:t>
        <a:bodyPr/>
        <a:lstStyle/>
        <a:p>
          <a:endParaRPr lang="tr-TR"/>
        </a:p>
      </dgm:t>
    </dgm:pt>
    <dgm:pt modelId="{87F683E7-6551-4082-ADD8-52CBD78E72B6}">
      <dgm:prSet/>
      <dgm:spPr/>
      <dgm:t>
        <a:bodyPr/>
        <a:lstStyle/>
        <a:p>
          <a:pPr>
            <a:lnSpc>
              <a:spcPct val="100000"/>
            </a:lnSpc>
          </a:pPr>
          <a:r>
            <a:rPr lang="tr-TR" dirty="0"/>
            <a:t>only valid transaction can spend</a:t>
          </a:r>
          <a:endParaRPr lang="en-US" dirty="0"/>
        </a:p>
      </dgm:t>
    </dgm:pt>
    <dgm:pt modelId="{C8A621AA-293F-48FA-BF0D-46063BCC1D51}" type="parTrans" cxnId="{7B76EAA4-88A1-4398-9A0F-388153B28CF1}">
      <dgm:prSet/>
      <dgm:spPr/>
      <dgm:t>
        <a:bodyPr/>
        <a:lstStyle/>
        <a:p>
          <a:endParaRPr lang="tr-TR"/>
        </a:p>
      </dgm:t>
    </dgm:pt>
    <dgm:pt modelId="{BB2F5002-1A4A-4AEB-AAFE-624BF52DE8DB}" type="sibTrans" cxnId="{7B76EAA4-88A1-4398-9A0F-388153B28CF1}">
      <dgm:prSet/>
      <dgm:spPr/>
      <dgm:t>
        <a:bodyPr/>
        <a:lstStyle/>
        <a:p>
          <a:endParaRPr lang="tr-TR"/>
        </a:p>
      </dgm:t>
    </dgm:pt>
    <dgm:pt modelId="{BFDF3D3B-64F1-4175-B6C9-C55CC101E818}">
      <dgm:prSet/>
      <dgm:spPr/>
      <dgm:t>
        <a:bodyPr/>
        <a:lstStyle/>
        <a:p>
          <a:pPr>
            <a:lnSpc>
              <a:spcPct val="100000"/>
            </a:lnSpc>
          </a:pPr>
          <a:r>
            <a:rPr lang="en-US"/>
            <a:t>unaffected by failed attempts</a:t>
          </a:r>
          <a:endParaRPr lang="en-US" dirty="0"/>
        </a:p>
      </dgm:t>
    </dgm:pt>
    <dgm:pt modelId="{730FEBDD-B0CB-42FF-BC1E-1083AD308055}" type="parTrans" cxnId="{56DC9A3C-B4D0-472E-89F9-50F9F3045D9F}">
      <dgm:prSet/>
      <dgm:spPr/>
      <dgm:t>
        <a:bodyPr/>
        <a:lstStyle/>
        <a:p>
          <a:endParaRPr lang="tr-TR"/>
        </a:p>
      </dgm:t>
    </dgm:pt>
    <dgm:pt modelId="{FADC6F80-A326-434A-AFE5-D7C9B8BD7358}" type="sibTrans" cxnId="{56DC9A3C-B4D0-472E-89F9-50F9F3045D9F}">
      <dgm:prSet/>
      <dgm:spPr/>
      <dgm:t>
        <a:bodyPr/>
        <a:lstStyle/>
        <a:p>
          <a:endParaRPr lang="tr-TR"/>
        </a:p>
      </dgm:t>
    </dgm:pt>
    <dgm:pt modelId="{F8998AB4-818A-4A33-99C0-BDA4FDE3A680}">
      <dgm:prSet/>
      <dgm:spPr/>
      <dgm:t>
        <a:bodyPr/>
        <a:lstStyle/>
        <a:p>
          <a:pPr>
            <a:lnSpc>
              <a:spcPct val="100000"/>
            </a:lnSpc>
          </a:pPr>
          <a:r>
            <a:rPr lang="tr-TR" dirty="0"/>
            <a:t>removes from UTXO SET</a:t>
          </a:r>
          <a:endParaRPr lang="en-US" dirty="0"/>
        </a:p>
      </dgm:t>
    </dgm:pt>
    <dgm:pt modelId="{982ECDEC-4E3B-4828-A128-956D09CA87D6}" type="parTrans" cxnId="{B9C45C0C-CCDA-4C74-88EC-C71E2BCD8F7C}">
      <dgm:prSet/>
      <dgm:spPr/>
      <dgm:t>
        <a:bodyPr/>
        <a:lstStyle/>
        <a:p>
          <a:endParaRPr lang="tr-TR"/>
        </a:p>
      </dgm:t>
    </dgm:pt>
    <dgm:pt modelId="{90F0DF2B-2A7C-40B1-8B0B-D6A1AFD4B3D0}" type="sibTrans" cxnId="{B9C45C0C-CCDA-4C74-88EC-C71E2BCD8F7C}">
      <dgm:prSet/>
      <dgm:spPr/>
      <dgm:t>
        <a:bodyPr/>
        <a:lstStyle/>
        <a:p>
          <a:endParaRPr lang="tr-TR"/>
        </a:p>
      </dgm:t>
    </dgm:pt>
    <dgm:pt modelId="{3D74F1D7-7E99-4966-BB7D-61B8D328EE22}" type="pres">
      <dgm:prSet presAssocID="{8B6BB612-C84B-4079-BFA1-83F79E64BFE6}" presName="root" presStyleCnt="0">
        <dgm:presLayoutVars>
          <dgm:dir/>
          <dgm:resizeHandles val="exact"/>
        </dgm:presLayoutVars>
      </dgm:prSet>
      <dgm:spPr/>
    </dgm:pt>
    <dgm:pt modelId="{EFFA6D37-BDA3-453E-B3E4-B3D4BBAFFF20}" type="pres">
      <dgm:prSet presAssocID="{1119E7B6-13CE-40C6-99DA-C6EC46E0D9A4}" presName="compNode" presStyleCnt="0"/>
      <dgm:spPr/>
    </dgm:pt>
    <dgm:pt modelId="{F1CF57E5-3A74-4ED5-A631-E2FDB4A01399}" type="pres">
      <dgm:prSet presAssocID="{1119E7B6-13CE-40C6-99DA-C6EC46E0D9A4}" presName="iconRect" presStyleLbl="node1" presStyleIdx="0" presStyleCnt="3"/>
      <dgm:spPr>
        <a:blipFill>
          <a:blip xmlns:r="http://schemas.openxmlformats.org/officeDocument/2006/relationships" r:embed="rId1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2"/>
              </a:ext>
            </a:extLst>
          </a:blip>
          <a:stretch>
            <a:fillRect/>
          </a:stretch>
        </a:blipFill>
        <a:ln>
          <a:noFill/>
        </a:ln>
      </dgm:spPr>
      <dgm:extLst>
        <a:ext uri="{E40237B7-FDA0-4F09-8148-C483321AD2D9}">
          <dgm14:cNvPr xmlns:dgm14="http://schemas.microsoft.com/office/drawing/2010/diagram" id="0" name="" descr="Bar Graph with Downward Trend"/>
        </a:ext>
      </dgm:extLst>
    </dgm:pt>
    <dgm:pt modelId="{36755B14-D860-440B-A417-CACA920A74F0}" type="pres">
      <dgm:prSet presAssocID="{1119E7B6-13CE-40C6-99DA-C6EC46E0D9A4}" presName="iconSpace" presStyleCnt="0"/>
      <dgm:spPr/>
    </dgm:pt>
    <dgm:pt modelId="{0BC3FA94-E6F9-469F-BC64-86F92595E06C}" type="pres">
      <dgm:prSet presAssocID="{1119E7B6-13CE-40C6-99DA-C6EC46E0D9A4}" presName="parTx" presStyleLbl="revTx" presStyleIdx="0" presStyleCnt="6">
        <dgm:presLayoutVars>
          <dgm:chMax val="0"/>
          <dgm:chPref val="0"/>
        </dgm:presLayoutVars>
      </dgm:prSet>
      <dgm:spPr/>
    </dgm:pt>
    <dgm:pt modelId="{8799F7F1-2EEE-4883-B87D-BBDE949B388D}" type="pres">
      <dgm:prSet presAssocID="{1119E7B6-13CE-40C6-99DA-C6EC46E0D9A4}" presName="txSpace" presStyleCnt="0"/>
      <dgm:spPr/>
    </dgm:pt>
    <dgm:pt modelId="{CDB0BE74-ED8B-44F2-97C9-F21148624871}" type="pres">
      <dgm:prSet presAssocID="{1119E7B6-13CE-40C6-99DA-C6EC46E0D9A4}" presName="desTx" presStyleLbl="revTx" presStyleIdx="1" presStyleCnt="6">
        <dgm:presLayoutVars/>
      </dgm:prSet>
      <dgm:spPr/>
    </dgm:pt>
    <dgm:pt modelId="{6F57E6CC-1177-48B9-AC0C-0DB41B6E3F41}" type="pres">
      <dgm:prSet presAssocID="{ECECA909-C161-4D37-8379-E8CE75890E54}" presName="sibTrans" presStyleCnt="0"/>
      <dgm:spPr/>
    </dgm:pt>
    <dgm:pt modelId="{3DA6E12D-8165-4BB8-8B3D-03400C7A8CC7}" type="pres">
      <dgm:prSet presAssocID="{2285C012-C7BC-400F-B237-283C067D4C10}" presName="compNode" presStyleCnt="0"/>
      <dgm:spPr/>
    </dgm:pt>
    <dgm:pt modelId="{6268A423-A686-4425-9BE1-C95FA5498564}" type="pres">
      <dgm:prSet presAssocID="{2285C012-C7BC-400F-B237-283C067D4C10}" presName="iconRect" presStyleLbl="node1" presStyleIdx="1" presStyleCnt="3"/>
      <dgm:spPr>
        <a:blipFill rotWithShape="1">
          <a:blip xmlns:r="http://schemas.openxmlformats.org/officeDocument/2006/relationships" r:embed="rId3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4"/>
              </a:ext>
            </a:extLst>
          </a:blip>
          <a:srcRect/>
          <a:stretch>
            <a:fillRect/>
          </a:stretch>
        </a:blipFill>
      </dgm:spPr>
    </dgm:pt>
    <dgm:pt modelId="{610737CC-68D2-43F3-A350-121F542F42CD}" type="pres">
      <dgm:prSet presAssocID="{2285C012-C7BC-400F-B237-283C067D4C10}" presName="iconSpace" presStyleCnt="0"/>
      <dgm:spPr/>
    </dgm:pt>
    <dgm:pt modelId="{5FD92DCB-3B29-4452-A47D-C923C53102EF}" type="pres">
      <dgm:prSet presAssocID="{2285C012-C7BC-400F-B237-283C067D4C10}" presName="parTx" presStyleLbl="revTx" presStyleIdx="2" presStyleCnt="6">
        <dgm:presLayoutVars>
          <dgm:chMax val="0"/>
          <dgm:chPref val="0"/>
        </dgm:presLayoutVars>
      </dgm:prSet>
      <dgm:spPr/>
    </dgm:pt>
    <dgm:pt modelId="{1B95EA15-DF75-43B3-8CA2-846CC0371C39}" type="pres">
      <dgm:prSet presAssocID="{2285C012-C7BC-400F-B237-283C067D4C10}" presName="txSpace" presStyleCnt="0"/>
      <dgm:spPr/>
    </dgm:pt>
    <dgm:pt modelId="{CD718B6D-36BC-4589-B7D2-CCFFCBDA6198}" type="pres">
      <dgm:prSet presAssocID="{2285C012-C7BC-400F-B237-283C067D4C10}" presName="desTx" presStyleLbl="revTx" presStyleIdx="3" presStyleCnt="6">
        <dgm:presLayoutVars/>
      </dgm:prSet>
      <dgm:spPr/>
    </dgm:pt>
    <dgm:pt modelId="{CBF9C42E-1AD8-4163-9EEA-5BA446800A8F}" type="pres">
      <dgm:prSet presAssocID="{CA0C5F21-7135-4E78-B822-DCA8A73B752D}" presName="sibTrans" presStyleCnt="0"/>
      <dgm:spPr/>
    </dgm:pt>
    <dgm:pt modelId="{21231125-5DE2-4F3B-B303-453CB980EA54}" type="pres">
      <dgm:prSet presAssocID="{151CFEB3-55F6-49A4-95C4-2FB40BEFA84B}" presName="compNode" presStyleCnt="0"/>
      <dgm:spPr/>
    </dgm:pt>
    <dgm:pt modelId="{D995174A-0B05-4388-A4EC-8057C8866533}" type="pres">
      <dgm:prSet presAssocID="{151CFEB3-55F6-49A4-95C4-2FB40BEFA84B}" presName="iconRect" presStyleLbl="node1" presStyleIdx="2" presStyleCnt="3"/>
      <dgm:spPr>
        <a:blipFill>
          <a:blip xmlns:r="http://schemas.openxmlformats.org/officeDocument/2006/relationships" r:embed="rId5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6"/>
              </a:ext>
            </a:extLst>
          </a:blip>
          <a:stretch>
            <a:fillRect/>
          </a:stretch>
        </a:blipFill>
        <a:ln>
          <a:noFill/>
        </a:ln>
      </dgm:spPr>
      <dgm:extLst>
        <a:ext uri="{E40237B7-FDA0-4F09-8148-C483321AD2D9}">
          <dgm14:cNvPr xmlns:dgm14="http://schemas.microsoft.com/office/drawing/2010/diagram" id="0" name="" descr="Checkmark"/>
        </a:ext>
      </dgm:extLst>
    </dgm:pt>
    <dgm:pt modelId="{6B769B64-B20E-460F-9FD5-71D7C8AC64E8}" type="pres">
      <dgm:prSet presAssocID="{151CFEB3-55F6-49A4-95C4-2FB40BEFA84B}" presName="iconSpace" presStyleCnt="0"/>
      <dgm:spPr/>
    </dgm:pt>
    <dgm:pt modelId="{9AEC0D94-A0C3-4675-9103-9DC2943F0560}" type="pres">
      <dgm:prSet presAssocID="{151CFEB3-55F6-49A4-95C4-2FB40BEFA84B}" presName="parTx" presStyleLbl="revTx" presStyleIdx="4" presStyleCnt="6">
        <dgm:presLayoutVars>
          <dgm:chMax val="0"/>
          <dgm:chPref val="0"/>
        </dgm:presLayoutVars>
      </dgm:prSet>
      <dgm:spPr/>
    </dgm:pt>
    <dgm:pt modelId="{2535DBE6-83F4-45B2-B03D-50C937A1B788}" type="pres">
      <dgm:prSet presAssocID="{151CFEB3-55F6-49A4-95C4-2FB40BEFA84B}" presName="txSpace" presStyleCnt="0"/>
      <dgm:spPr/>
    </dgm:pt>
    <dgm:pt modelId="{A88ABB9D-ADB0-450D-ADDD-1959ECC73E7F}" type="pres">
      <dgm:prSet presAssocID="{151CFEB3-55F6-49A4-95C4-2FB40BEFA84B}" presName="desTx" presStyleLbl="revTx" presStyleIdx="5" presStyleCnt="6">
        <dgm:presLayoutVars/>
      </dgm:prSet>
      <dgm:spPr/>
    </dgm:pt>
  </dgm:ptLst>
  <dgm:cxnLst>
    <dgm:cxn modelId="{807D0F02-3D4A-426D-BD12-9C184CD1AB56}" srcId="{8B6BB612-C84B-4079-BFA1-83F79E64BFE6}" destId="{1119E7B6-13CE-40C6-99DA-C6EC46E0D9A4}" srcOrd="0" destOrd="0" parTransId="{18217982-1ADB-43BE-84A0-20239041DE7B}" sibTransId="{ECECA909-C161-4D37-8379-E8CE75890E54}"/>
    <dgm:cxn modelId="{486A250A-E6D1-44D5-9041-648CE53E7288}" type="presOf" srcId="{CD1B658E-BAF9-47FE-9D2D-66533B4ADC92}" destId="{CD718B6D-36BC-4589-B7D2-CCFFCBDA6198}" srcOrd="0" destOrd="0" presId="urn:microsoft.com/office/officeart/2018/5/layout/CenteredIconLabelDescriptionList"/>
    <dgm:cxn modelId="{B9C45C0C-CCDA-4C74-88EC-C71E2BCD8F7C}" srcId="{151CFEB3-55F6-49A4-95C4-2FB40BEFA84B}" destId="{F8998AB4-818A-4A33-99C0-BDA4FDE3A680}" srcOrd="1" destOrd="0" parTransId="{982ECDEC-4E3B-4828-A128-956D09CA87D6}" sibTransId="{90F0DF2B-2A7C-40B1-8B0B-D6A1AFD4B3D0}"/>
    <dgm:cxn modelId="{1441510C-CF03-48C1-B598-5A1078B88547}" srcId="{8B6BB612-C84B-4079-BFA1-83F79E64BFE6}" destId="{151CFEB3-55F6-49A4-95C4-2FB40BEFA84B}" srcOrd="2" destOrd="0" parTransId="{DD103D54-60F5-4395-848E-9A0FD1959BC9}" sibTransId="{7AB5E359-48A2-4114-AB0B-BB7961C72AA9}"/>
    <dgm:cxn modelId="{446AAC16-90B2-491A-BC0A-03C74958CC3C}" srcId="{2285C012-C7BC-400F-B237-283C067D4C10}" destId="{CD1B658E-BAF9-47FE-9D2D-66533B4ADC92}" srcOrd="0" destOrd="0" parTransId="{921FE7FC-71DA-4D59-BE6D-8CA69197795A}" sibTransId="{5AB7AD4D-A13F-4FDF-8AB6-EEDAB2F4EEAA}"/>
    <dgm:cxn modelId="{ECFAAD2F-E7A2-4C87-9AF1-B919241B0B2C}" type="presOf" srcId="{15CAD56D-2268-4149-B2A0-25E0FB61EBC5}" destId="{CD718B6D-36BC-4589-B7D2-CCFFCBDA6198}" srcOrd="0" destOrd="1" presId="urn:microsoft.com/office/officeart/2018/5/layout/CenteredIconLabelDescriptionList"/>
    <dgm:cxn modelId="{C7BF2933-CB28-4161-82BD-072B556F7F73}" type="presOf" srcId="{87F683E7-6551-4082-ADD8-52CBD78E72B6}" destId="{CDB0BE74-ED8B-44F2-97C9-F21148624871}" srcOrd="0" destOrd="0" presId="urn:microsoft.com/office/officeart/2018/5/layout/CenteredIconLabelDescriptionList"/>
    <dgm:cxn modelId="{56DC9A3C-B4D0-472E-89F9-50F9F3045D9F}" srcId="{1119E7B6-13CE-40C6-99DA-C6EC46E0D9A4}" destId="{BFDF3D3B-64F1-4175-B6C9-C55CC101E818}" srcOrd="1" destOrd="0" parTransId="{730FEBDD-B0CB-42FF-BC1E-1083AD308055}" sibTransId="{FADC6F80-A326-434A-AFE5-D7C9B8BD7358}"/>
    <dgm:cxn modelId="{4D6D783F-80F3-45E7-A9F0-FC65E653C474}" type="presOf" srcId="{2285C012-C7BC-400F-B237-283C067D4C10}" destId="{5FD92DCB-3B29-4452-A47D-C923C53102EF}" srcOrd="0" destOrd="0" presId="urn:microsoft.com/office/officeart/2018/5/layout/CenteredIconLabelDescriptionList"/>
    <dgm:cxn modelId="{A9B8A23F-9FF4-4EA6-B899-6E46E24D225D}" type="presOf" srcId="{BFDF3D3B-64F1-4175-B6C9-C55CC101E818}" destId="{CDB0BE74-ED8B-44F2-97C9-F21148624871}" srcOrd="0" destOrd="1" presId="urn:microsoft.com/office/officeart/2018/5/layout/CenteredIconLabelDescriptionList"/>
    <dgm:cxn modelId="{487DCD58-B066-407C-9EFA-AF9D3728AE72}" srcId="{151CFEB3-55F6-49A4-95C4-2FB40BEFA84B}" destId="{C9B06AAF-1154-4879-B563-AD6B88B1CC1B}" srcOrd="0" destOrd="0" parTransId="{1CDAE23D-6FF9-4A15-8926-48C5C6690183}" sibTransId="{410CBF31-A28E-4576-B514-1C96EC4BB0F1}"/>
    <dgm:cxn modelId="{4CF77C88-2C30-4700-AB1F-F0ACDC2425BA}" type="presOf" srcId="{151CFEB3-55F6-49A4-95C4-2FB40BEFA84B}" destId="{9AEC0D94-A0C3-4675-9103-9DC2943F0560}" srcOrd="0" destOrd="0" presId="urn:microsoft.com/office/officeart/2018/5/layout/CenteredIconLabelDescriptionList"/>
    <dgm:cxn modelId="{0EB94A90-F4AA-4763-8342-26F5434D173E}" type="presOf" srcId="{1119E7B6-13CE-40C6-99DA-C6EC46E0D9A4}" destId="{0BC3FA94-E6F9-469F-BC64-86F92595E06C}" srcOrd="0" destOrd="0" presId="urn:microsoft.com/office/officeart/2018/5/layout/CenteredIconLabelDescriptionList"/>
    <dgm:cxn modelId="{7B76EAA4-88A1-4398-9A0F-388153B28CF1}" srcId="{1119E7B6-13CE-40C6-99DA-C6EC46E0D9A4}" destId="{87F683E7-6551-4082-ADD8-52CBD78E72B6}" srcOrd="0" destOrd="0" parTransId="{C8A621AA-293F-48FA-BF0D-46063BCC1D51}" sibTransId="{BB2F5002-1A4A-4AEB-AAFE-624BF52DE8DB}"/>
    <dgm:cxn modelId="{A18A56B5-C263-4FAE-AC03-A1CB5CAC8198}" srcId="{8B6BB612-C84B-4079-BFA1-83F79E64BFE6}" destId="{2285C012-C7BC-400F-B237-283C067D4C10}" srcOrd="1" destOrd="0" parTransId="{CEEBC99A-D806-458A-9238-EB95AD365DED}" sibTransId="{CA0C5F21-7135-4E78-B822-DCA8A73B752D}"/>
    <dgm:cxn modelId="{1A8580D8-04D8-469C-9558-026F0341825C}" srcId="{2285C012-C7BC-400F-B237-283C067D4C10}" destId="{15CAD56D-2268-4149-B2A0-25E0FB61EBC5}" srcOrd="1" destOrd="0" parTransId="{51BDCED2-4D50-4949-B63E-B603C9FB8306}" sibTransId="{8BF5335E-D68B-4464-8880-58DAADFBB3E2}"/>
    <dgm:cxn modelId="{1587CAE0-2BA5-4B5F-A6ED-2E25ABB5B264}" type="presOf" srcId="{8B6BB612-C84B-4079-BFA1-83F79E64BFE6}" destId="{3D74F1D7-7E99-4966-BB7D-61B8D328EE22}" srcOrd="0" destOrd="0" presId="urn:microsoft.com/office/officeart/2018/5/layout/CenteredIconLabelDescriptionList"/>
    <dgm:cxn modelId="{FBB5A1E8-8D8F-4B88-A048-43C8FF2C4A2D}" type="presOf" srcId="{F8998AB4-818A-4A33-99C0-BDA4FDE3A680}" destId="{A88ABB9D-ADB0-450D-ADDD-1959ECC73E7F}" srcOrd="0" destOrd="1" presId="urn:microsoft.com/office/officeart/2018/5/layout/CenteredIconLabelDescriptionList"/>
    <dgm:cxn modelId="{E52FD7EA-2C7A-4A8F-9360-9CBE3354F9EC}" type="presOf" srcId="{C9B06AAF-1154-4879-B563-AD6B88B1CC1B}" destId="{A88ABB9D-ADB0-450D-ADDD-1959ECC73E7F}" srcOrd="0" destOrd="0" presId="urn:microsoft.com/office/officeart/2018/5/layout/CenteredIconLabelDescriptionList"/>
    <dgm:cxn modelId="{82C02CBF-44E1-4E83-BFDA-9A5CDE52E31C}" type="presParOf" srcId="{3D74F1D7-7E99-4966-BB7D-61B8D328EE22}" destId="{EFFA6D37-BDA3-453E-B3E4-B3D4BBAFFF20}" srcOrd="0" destOrd="0" presId="urn:microsoft.com/office/officeart/2018/5/layout/CenteredIconLabelDescriptionList"/>
    <dgm:cxn modelId="{23F3193E-ADA8-4BC4-96B2-8FCA3A0CFA16}" type="presParOf" srcId="{EFFA6D37-BDA3-453E-B3E4-B3D4BBAFFF20}" destId="{F1CF57E5-3A74-4ED5-A631-E2FDB4A01399}" srcOrd="0" destOrd="0" presId="urn:microsoft.com/office/officeart/2018/5/layout/CenteredIconLabelDescriptionList"/>
    <dgm:cxn modelId="{B986C2DC-6890-4FFE-AAAD-FC43B321B298}" type="presParOf" srcId="{EFFA6D37-BDA3-453E-B3E4-B3D4BBAFFF20}" destId="{36755B14-D860-440B-A417-CACA920A74F0}" srcOrd="1" destOrd="0" presId="urn:microsoft.com/office/officeart/2018/5/layout/CenteredIconLabelDescriptionList"/>
    <dgm:cxn modelId="{CBCB9F31-3FF6-47C9-89AA-78B4FE2719F8}" type="presParOf" srcId="{EFFA6D37-BDA3-453E-B3E4-B3D4BBAFFF20}" destId="{0BC3FA94-E6F9-469F-BC64-86F92595E06C}" srcOrd="2" destOrd="0" presId="urn:microsoft.com/office/officeart/2018/5/layout/CenteredIconLabelDescriptionList"/>
    <dgm:cxn modelId="{754004DE-5F4F-4F03-A0F5-0DAB3C148F91}" type="presParOf" srcId="{EFFA6D37-BDA3-453E-B3E4-B3D4BBAFFF20}" destId="{8799F7F1-2EEE-4883-B87D-BBDE949B388D}" srcOrd="3" destOrd="0" presId="urn:microsoft.com/office/officeart/2018/5/layout/CenteredIconLabelDescriptionList"/>
    <dgm:cxn modelId="{CBCB3BAB-BEB3-4639-87E7-FA62B5D53C29}" type="presParOf" srcId="{EFFA6D37-BDA3-453E-B3E4-B3D4BBAFFF20}" destId="{CDB0BE74-ED8B-44F2-97C9-F21148624871}" srcOrd="4" destOrd="0" presId="urn:microsoft.com/office/officeart/2018/5/layout/CenteredIconLabelDescriptionList"/>
    <dgm:cxn modelId="{D7578824-969E-4EF5-B962-84433B0B35A1}" type="presParOf" srcId="{3D74F1D7-7E99-4966-BB7D-61B8D328EE22}" destId="{6F57E6CC-1177-48B9-AC0C-0DB41B6E3F41}" srcOrd="1" destOrd="0" presId="urn:microsoft.com/office/officeart/2018/5/layout/CenteredIconLabelDescriptionList"/>
    <dgm:cxn modelId="{F745279F-4E1D-4481-97EB-35D267B6C5BF}" type="presParOf" srcId="{3D74F1D7-7E99-4966-BB7D-61B8D328EE22}" destId="{3DA6E12D-8165-4BB8-8B3D-03400C7A8CC7}" srcOrd="2" destOrd="0" presId="urn:microsoft.com/office/officeart/2018/5/layout/CenteredIconLabelDescriptionList"/>
    <dgm:cxn modelId="{56AADE87-934C-4EA8-A532-867C8579D5A7}" type="presParOf" srcId="{3DA6E12D-8165-4BB8-8B3D-03400C7A8CC7}" destId="{6268A423-A686-4425-9BE1-C95FA5498564}" srcOrd="0" destOrd="0" presId="urn:microsoft.com/office/officeart/2018/5/layout/CenteredIconLabelDescriptionList"/>
    <dgm:cxn modelId="{ACC1C961-D3DE-460D-AE9B-12FDEF933248}" type="presParOf" srcId="{3DA6E12D-8165-4BB8-8B3D-03400C7A8CC7}" destId="{610737CC-68D2-43F3-A350-121F542F42CD}" srcOrd="1" destOrd="0" presId="urn:microsoft.com/office/officeart/2018/5/layout/CenteredIconLabelDescriptionList"/>
    <dgm:cxn modelId="{847C3C01-0E2C-4DA3-80D0-B1FA5606261B}" type="presParOf" srcId="{3DA6E12D-8165-4BB8-8B3D-03400C7A8CC7}" destId="{5FD92DCB-3B29-4452-A47D-C923C53102EF}" srcOrd="2" destOrd="0" presId="urn:microsoft.com/office/officeart/2018/5/layout/CenteredIconLabelDescriptionList"/>
    <dgm:cxn modelId="{E0CE5EE1-5A0A-4B63-AF73-0344849F9E58}" type="presParOf" srcId="{3DA6E12D-8165-4BB8-8B3D-03400C7A8CC7}" destId="{1B95EA15-DF75-43B3-8CA2-846CC0371C39}" srcOrd="3" destOrd="0" presId="urn:microsoft.com/office/officeart/2018/5/layout/CenteredIconLabelDescriptionList"/>
    <dgm:cxn modelId="{19E8D394-6579-4E0B-8E4B-F3D189810771}" type="presParOf" srcId="{3DA6E12D-8165-4BB8-8B3D-03400C7A8CC7}" destId="{CD718B6D-36BC-4589-B7D2-CCFFCBDA6198}" srcOrd="4" destOrd="0" presId="urn:microsoft.com/office/officeart/2018/5/layout/CenteredIconLabelDescriptionList"/>
    <dgm:cxn modelId="{C313BD47-3ACB-43BF-A808-FB626436EF2D}" type="presParOf" srcId="{3D74F1D7-7E99-4966-BB7D-61B8D328EE22}" destId="{CBF9C42E-1AD8-4163-9EEA-5BA446800A8F}" srcOrd="3" destOrd="0" presId="urn:microsoft.com/office/officeart/2018/5/layout/CenteredIconLabelDescriptionList"/>
    <dgm:cxn modelId="{217B0FEC-32BF-478E-A2AB-4FD968BA0040}" type="presParOf" srcId="{3D74F1D7-7E99-4966-BB7D-61B8D328EE22}" destId="{21231125-5DE2-4F3B-B303-453CB980EA54}" srcOrd="4" destOrd="0" presId="urn:microsoft.com/office/officeart/2018/5/layout/CenteredIconLabelDescriptionList"/>
    <dgm:cxn modelId="{A1F7DEF3-17EF-40EF-B451-A5A7A6D60189}" type="presParOf" srcId="{21231125-5DE2-4F3B-B303-453CB980EA54}" destId="{D995174A-0B05-4388-A4EC-8057C8866533}" srcOrd="0" destOrd="0" presId="urn:microsoft.com/office/officeart/2018/5/layout/CenteredIconLabelDescriptionList"/>
    <dgm:cxn modelId="{493CF181-B89B-40E9-B14D-3D06480FD287}" type="presParOf" srcId="{21231125-5DE2-4F3B-B303-453CB980EA54}" destId="{6B769B64-B20E-460F-9FD5-71D7C8AC64E8}" srcOrd="1" destOrd="0" presId="urn:microsoft.com/office/officeart/2018/5/layout/CenteredIconLabelDescriptionList"/>
    <dgm:cxn modelId="{E74FADB0-EA53-489B-88AC-EFB8C9E964D3}" type="presParOf" srcId="{21231125-5DE2-4F3B-B303-453CB980EA54}" destId="{9AEC0D94-A0C3-4675-9103-9DC2943F0560}" srcOrd="2" destOrd="0" presId="urn:microsoft.com/office/officeart/2018/5/layout/CenteredIconLabelDescriptionList"/>
    <dgm:cxn modelId="{3BF68501-7BEC-4FAE-BFF0-B7FFC8E27456}" type="presParOf" srcId="{21231125-5DE2-4F3B-B303-453CB980EA54}" destId="{2535DBE6-83F4-45B2-B03D-50C937A1B788}" srcOrd="3" destOrd="0" presId="urn:microsoft.com/office/officeart/2018/5/layout/CenteredIconLabelDescriptionList"/>
    <dgm:cxn modelId="{A2B38046-EA99-4463-899D-5F9581DC93A3}" type="presParOf" srcId="{21231125-5DE2-4F3B-B303-453CB980EA54}" destId="{A88ABB9D-ADB0-450D-ADDD-1959ECC73E7F}" srcOrd="4" destOrd="0" presId="urn:microsoft.com/office/officeart/2018/5/layout/CenteredIconLabelDescriptionList"/>
  </dgm:cxnLst>
  <dgm:bg/>
  <dgm:whole/>
  <dgm:extLst>
    <a:ext uri="http://schemas.microsoft.com/office/drawing/2008/diagram">
      <dsp:dataModelExt xmlns:dsp="http://schemas.microsoft.com/office/drawing/2008/diagram" relId="rId6" minVer="http://schemas.openxmlformats.org/drawingml/2006/diagram"/>
    </a:ext>
  </dgm:extLst>
</dgm:dataModel>
</file>

<file path=ppt/diagrams/data74.xml><?xml version="1.0" encoding="utf-8"?>
<dgm:dataModel xmlns:dgm="http://schemas.openxmlformats.org/drawingml/2006/diagram" xmlns:a="http://schemas.openxmlformats.org/drawingml/2006/main">
  <dgm:ptLst>
    <dgm:pt modelId="{4F2507B3-881E-41E4-BD26-6C1639C34571}" type="doc">
      <dgm:prSet loTypeId="urn:microsoft.com/office/officeart/2018/5/layout/CenteredIconLabelDescriptionList" loCatId="icon" qsTypeId="urn:microsoft.com/office/officeart/2005/8/quickstyle/simple1" qsCatId="simple" csTypeId="urn:microsoft.com/office/officeart/2018/5/colors/Iconchunking_neutralbg_colorful2" csCatId="colorful" phldr="1"/>
      <dgm:spPr/>
      <dgm:t>
        <a:bodyPr/>
        <a:lstStyle/>
        <a:p>
          <a:endParaRPr lang="en-US"/>
        </a:p>
      </dgm:t>
    </dgm:pt>
    <dgm:pt modelId="{BCA1C678-31BF-4C56-980D-E1D0C726C145}">
      <dgm:prSet/>
      <dgm:spPr/>
      <dgm:t>
        <a:bodyPr/>
        <a:lstStyle/>
        <a:p>
          <a:pPr>
            <a:lnSpc>
              <a:spcPct val="100000"/>
            </a:lnSpc>
            <a:defRPr b="1"/>
          </a:pPr>
          <a:r>
            <a:rPr lang="tr-TR"/>
            <a:t>Stack-based</a:t>
          </a:r>
          <a:endParaRPr lang="en-US"/>
        </a:p>
      </dgm:t>
    </dgm:pt>
    <dgm:pt modelId="{FF56FD1F-FF43-4F80-99D8-6DA0482BB0A9}" type="parTrans" cxnId="{99ADA086-45FC-4FEB-82B9-659F3A137692}">
      <dgm:prSet/>
      <dgm:spPr/>
      <dgm:t>
        <a:bodyPr/>
        <a:lstStyle/>
        <a:p>
          <a:endParaRPr lang="en-US"/>
        </a:p>
      </dgm:t>
    </dgm:pt>
    <dgm:pt modelId="{2446E0E5-1461-4F62-865E-A3D8B239B9A5}" type="sibTrans" cxnId="{99ADA086-45FC-4FEB-82B9-659F3A137692}">
      <dgm:prSet/>
      <dgm:spPr/>
      <dgm:t>
        <a:bodyPr/>
        <a:lstStyle/>
        <a:p>
          <a:endParaRPr lang="en-US"/>
        </a:p>
      </dgm:t>
    </dgm:pt>
    <dgm:pt modelId="{2271D3C9-BEC9-4D01-BDBD-86654EE06056}">
      <dgm:prSet/>
      <dgm:spPr/>
      <dgm:t>
        <a:bodyPr/>
        <a:lstStyle/>
        <a:p>
          <a:pPr>
            <a:lnSpc>
              <a:spcPct val="100000"/>
            </a:lnSpc>
          </a:pPr>
          <a:r>
            <a:rPr lang="tr-TR" dirty="0"/>
            <a:t>is </a:t>
          </a:r>
          <a:r>
            <a:rPr lang="en-US" dirty="0"/>
            <a:t>a stack-based language </a:t>
          </a:r>
        </a:p>
      </dgm:t>
    </dgm:pt>
    <dgm:pt modelId="{A1E681CE-3571-4F85-BF67-AF862711A533}" type="parTrans" cxnId="{C603332F-F5C5-47D1-8CBF-94C48022F989}">
      <dgm:prSet/>
      <dgm:spPr/>
      <dgm:t>
        <a:bodyPr/>
        <a:lstStyle/>
        <a:p>
          <a:endParaRPr lang="en-US"/>
        </a:p>
      </dgm:t>
    </dgm:pt>
    <dgm:pt modelId="{55C55DF9-AED4-49C3-BD89-F542676DFA61}" type="sibTrans" cxnId="{C603332F-F5C5-47D1-8CBF-94C48022F989}">
      <dgm:prSet/>
      <dgm:spPr/>
      <dgm:t>
        <a:bodyPr/>
        <a:lstStyle/>
        <a:p>
          <a:endParaRPr lang="en-US"/>
        </a:p>
      </dgm:t>
    </dgm:pt>
    <dgm:pt modelId="{3212CDEB-1FFB-4AC8-9556-95363684F414}">
      <dgm:prSet/>
      <dgm:spPr/>
      <dgm:t>
        <a:bodyPr/>
        <a:lstStyle/>
        <a:p>
          <a:pPr>
            <a:lnSpc>
              <a:spcPct val="100000"/>
            </a:lnSpc>
            <a:defRPr b="1"/>
          </a:pPr>
          <a:r>
            <a:rPr lang="tr-TR"/>
            <a:t>Processing</a:t>
          </a:r>
          <a:endParaRPr lang="en-US"/>
        </a:p>
      </dgm:t>
    </dgm:pt>
    <dgm:pt modelId="{D0AF9DA1-9CC4-4B79-88DC-021D0602EC5F}" type="parTrans" cxnId="{38D12389-D2D5-40AD-B340-2DDBAC8837FA}">
      <dgm:prSet/>
      <dgm:spPr/>
      <dgm:t>
        <a:bodyPr/>
        <a:lstStyle/>
        <a:p>
          <a:endParaRPr lang="en-US"/>
        </a:p>
      </dgm:t>
    </dgm:pt>
    <dgm:pt modelId="{05E137A2-FCE2-4019-9390-958D193D728D}" type="sibTrans" cxnId="{38D12389-D2D5-40AD-B340-2DDBAC8837FA}">
      <dgm:prSet/>
      <dgm:spPr/>
      <dgm:t>
        <a:bodyPr/>
        <a:lstStyle/>
        <a:p>
          <a:endParaRPr lang="en-US"/>
        </a:p>
      </dgm:t>
    </dgm:pt>
    <dgm:pt modelId="{3C7CE3FA-71AF-4D1F-9B3F-095446910DFE}">
      <dgm:prSet/>
      <dgm:spPr/>
      <dgm:t>
        <a:bodyPr/>
        <a:lstStyle/>
        <a:p>
          <a:pPr>
            <a:lnSpc>
              <a:spcPct val="100000"/>
            </a:lnSpc>
          </a:pPr>
          <a:r>
            <a:rPr lang="en-US" dirty="0"/>
            <a:t>by processing each item</a:t>
          </a:r>
        </a:p>
      </dgm:t>
    </dgm:pt>
    <dgm:pt modelId="{3C1F7438-5582-415A-9245-4D88A811798F}" type="parTrans" cxnId="{E3883009-EFBA-4A95-8350-872C4839A4C5}">
      <dgm:prSet/>
      <dgm:spPr/>
      <dgm:t>
        <a:bodyPr/>
        <a:lstStyle/>
        <a:p>
          <a:endParaRPr lang="en-US"/>
        </a:p>
      </dgm:t>
    </dgm:pt>
    <dgm:pt modelId="{1F9F7276-EADF-4A5C-95FD-7A32369CAF20}" type="sibTrans" cxnId="{E3883009-EFBA-4A95-8350-872C4839A4C5}">
      <dgm:prSet/>
      <dgm:spPr/>
      <dgm:t>
        <a:bodyPr/>
        <a:lstStyle/>
        <a:p>
          <a:endParaRPr lang="en-US"/>
        </a:p>
      </dgm:t>
    </dgm:pt>
    <dgm:pt modelId="{9F525A5A-9049-4BB4-B1CD-284EAEDCF2D9}">
      <dgm:prSet/>
      <dgm:spPr/>
      <dgm:t>
        <a:bodyPr/>
        <a:lstStyle/>
        <a:p>
          <a:pPr>
            <a:lnSpc>
              <a:spcPct val="100000"/>
            </a:lnSpc>
          </a:pPr>
          <a:r>
            <a:rPr lang="en-US" dirty="0"/>
            <a:t>executes the script </a:t>
          </a:r>
        </a:p>
      </dgm:t>
    </dgm:pt>
    <dgm:pt modelId="{19C8AE7F-09ED-44FA-9020-043296BD3FCA}" type="parTrans" cxnId="{93C8411B-8EC2-4219-9B6E-BF875D5A65CC}">
      <dgm:prSet/>
      <dgm:spPr/>
    </dgm:pt>
    <dgm:pt modelId="{4D96C6D6-FF87-4D77-9291-BA388A68219D}" type="sibTrans" cxnId="{93C8411B-8EC2-4219-9B6E-BF875D5A65CC}">
      <dgm:prSet/>
      <dgm:spPr/>
    </dgm:pt>
    <dgm:pt modelId="{F2C1574A-C4BC-4D43-AD3C-219F2C54B738}">
      <dgm:prSet/>
      <dgm:spPr/>
      <dgm:t>
        <a:bodyPr/>
        <a:lstStyle/>
        <a:p>
          <a:pPr>
            <a:lnSpc>
              <a:spcPct val="100000"/>
            </a:lnSpc>
          </a:pPr>
          <a:r>
            <a:rPr lang="en-US"/>
            <a:t>from </a:t>
          </a:r>
          <a:r>
            <a:rPr lang="en-US" dirty="0"/>
            <a:t>left to right.</a:t>
          </a:r>
        </a:p>
      </dgm:t>
    </dgm:pt>
    <dgm:pt modelId="{9FA1E794-4E0E-4BAC-9477-8DDC3A91B047}" type="parTrans" cxnId="{7AEDAA8D-A41A-4AE2-9915-41787F74E25A}">
      <dgm:prSet/>
      <dgm:spPr/>
    </dgm:pt>
    <dgm:pt modelId="{EDD3FE7A-4010-46DA-B480-F03879427ED0}" type="sibTrans" cxnId="{7AEDAA8D-A41A-4AE2-9915-41787F74E25A}">
      <dgm:prSet/>
      <dgm:spPr/>
    </dgm:pt>
    <dgm:pt modelId="{0CC7B4C7-C3E2-47BD-B97E-5D7B69A68C3C}">
      <dgm:prSet/>
      <dgm:spPr/>
      <dgm:t>
        <a:bodyPr/>
        <a:lstStyle/>
        <a:p>
          <a:pPr>
            <a:lnSpc>
              <a:spcPct val="100000"/>
            </a:lnSpc>
          </a:pPr>
          <a:r>
            <a:rPr lang="en-US" dirty="0"/>
            <a:t>Bitcoin’s scripting language</a:t>
          </a:r>
        </a:p>
      </dgm:t>
    </dgm:pt>
    <dgm:pt modelId="{FDDA396E-C123-429C-B40B-BE5E5793FE49}" type="parTrans" cxnId="{581F6469-207D-4077-8C5F-EE6635633BF9}">
      <dgm:prSet/>
      <dgm:spPr/>
    </dgm:pt>
    <dgm:pt modelId="{F0E103EE-AE7A-4953-8E10-04E8D13BFA12}" type="sibTrans" cxnId="{581F6469-207D-4077-8C5F-EE6635633BF9}">
      <dgm:prSet/>
      <dgm:spPr/>
    </dgm:pt>
    <dgm:pt modelId="{059999BF-A7CF-4DFB-A09D-DA5ED1D5B0B7}">
      <dgm:prSet/>
      <dgm:spPr/>
      <dgm:t>
        <a:bodyPr/>
        <a:lstStyle/>
        <a:p>
          <a:pPr>
            <a:lnSpc>
              <a:spcPct val="100000"/>
            </a:lnSpc>
            <a:defRPr b="1"/>
          </a:pPr>
          <a:r>
            <a:rPr lang="tr-TR" dirty="0"/>
            <a:t>Stack-based</a:t>
          </a:r>
          <a:endParaRPr lang="en-US" dirty="0"/>
        </a:p>
      </dgm:t>
    </dgm:pt>
    <dgm:pt modelId="{0754DBEA-F71A-43D5-BD45-8035A234EA8B}" type="parTrans" cxnId="{6060D274-ACA1-4869-987D-C1789DAF9970}">
      <dgm:prSet/>
      <dgm:spPr/>
    </dgm:pt>
    <dgm:pt modelId="{2AFF9CE4-8834-46D0-98BA-8BF32E25A576}" type="sibTrans" cxnId="{6060D274-ACA1-4869-987D-C1789DAF9970}">
      <dgm:prSet/>
      <dgm:spPr/>
    </dgm:pt>
    <dgm:pt modelId="{6F1C9FED-1B02-4381-B8A4-825519C63344}">
      <dgm:prSet/>
      <dgm:spPr/>
      <dgm:t>
        <a:bodyPr/>
        <a:lstStyle/>
        <a:p>
          <a:pPr>
            <a:lnSpc>
              <a:spcPct val="100000"/>
            </a:lnSpc>
          </a:pPr>
          <a:r>
            <a:rPr lang="tr-TR" dirty="0"/>
            <a:t>Script is processed</a:t>
          </a:r>
          <a:endParaRPr lang="en-US" dirty="0"/>
        </a:p>
      </dgm:t>
    </dgm:pt>
    <dgm:pt modelId="{50D81EE6-F253-4580-832D-DDFCBE0B29AE}" type="parTrans" cxnId="{2870FE82-3369-4B59-BDF9-A259B8F15FBB}">
      <dgm:prSet/>
      <dgm:spPr/>
    </dgm:pt>
    <dgm:pt modelId="{B99EF566-8B7B-4651-8F08-F4BBCDA340C4}" type="sibTrans" cxnId="{2870FE82-3369-4B59-BDF9-A259B8F15FBB}">
      <dgm:prSet/>
      <dgm:spPr/>
    </dgm:pt>
    <dgm:pt modelId="{6E083612-C469-4096-AEA9-3126D63DAE51}">
      <dgm:prSet/>
      <dgm:spPr/>
      <dgm:t>
        <a:bodyPr/>
        <a:lstStyle/>
        <a:p>
          <a:pPr>
            <a:lnSpc>
              <a:spcPct val="100000"/>
            </a:lnSpc>
          </a:pPr>
          <a:r>
            <a:rPr lang="tr-TR" dirty="0"/>
            <a:t>using a stack</a:t>
          </a:r>
          <a:endParaRPr lang="en-US" dirty="0"/>
        </a:p>
      </dgm:t>
    </dgm:pt>
    <dgm:pt modelId="{BBC52E7A-3521-4C4F-BD37-612969FC1E2A}" type="parTrans" cxnId="{AB7AABE4-E875-4195-BFB3-807034E40C58}">
      <dgm:prSet/>
      <dgm:spPr/>
    </dgm:pt>
    <dgm:pt modelId="{D3E765E3-AAF6-40CF-8C2E-0E9529F7078F}" type="sibTrans" cxnId="{AB7AABE4-E875-4195-BFB3-807034E40C58}">
      <dgm:prSet/>
      <dgm:spPr/>
    </dgm:pt>
    <dgm:pt modelId="{905681F5-66B8-4DC1-9317-F9ADCA258C7A}" type="pres">
      <dgm:prSet presAssocID="{4F2507B3-881E-41E4-BD26-6C1639C34571}" presName="root" presStyleCnt="0">
        <dgm:presLayoutVars>
          <dgm:dir/>
          <dgm:resizeHandles val="exact"/>
        </dgm:presLayoutVars>
      </dgm:prSet>
      <dgm:spPr/>
    </dgm:pt>
    <dgm:pt modelId="{147E5869-DF3B-4294-B2B2-192D5A96F8F4}" type="pres">
      <dgm:prSet presAssocID="{BCA1C678-31BF-4C56-980D-E1D0C726C145}" presName="compNode" presStyleCnt="0"/>
      <dgm:spPr/>
    </dgm:pt>
    <dgm:pt modelId="{61A191FE-8C93-4D5E-9FDD-E2759DA5E5B8}" type="pres">
      <dgm:prSet presAssocID="{BCA1C678-31BF-4C56-980D-E1D0C726C145}" presName="iconRect" presStyleLbl="node1" presStyleIdx="0" presStyleCnt="3"/>
      <dgm:spPr>
        <a:blipFill>
          <a:blip xmlns:r="http://schemas.openxmlformats.org/officeDocument/2006/relationships" r:embed="rId1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2"/>
              </a:ext>
            </a:extLst>
          </a:blip>
          <a:stretch>
            <a:fillRect/>
          </a:stretch>
        </a:blipFill>
        <a:ln>
          <a:noFill/>
        </a:ln>
      </dgm:spPr>
      <dgm:extLst>
        <a:ext uri="{E40237B7-FDA0-4F09-8148-C483321AD2D9}">
          <dgm14:cNvPr xmlns:dgm14="http://schemas.microsoft.com/office/drawing/2010/diagram" id="0" name="" descr="Processor"/>
        </a:ext>
      </dgm:extLst>
    </dgm:pt>
    <dgm:pt modelId="{EAC7FA62-FEFF-4B01-B8F8-689A76F5AE53}" type="pres">
      <dgm:prSet presAssocID="{BCA1C678-31BF-4C56-980D-E1D0C726C145}" presName="iconSpace" presStyleCnt="0"/>
      <dgm:spPr/>
    </dgm:pt>
    <dgm:pt modelId="{940EDA44-BBED-4FE8-BE14-6B466E023A0D}" type="pres">
      <dgm:prSet presAssocID="{BCA1C678-31BF-4C56-980D-E1D0C726C145}" presName="parTx" presStyleLbl="revTx" presStyleIdx="0" presStyleCnt="6">
        <dgm:presLayoutVars>
          <dgm:chMax val="0"/>
          <dgm:chPref val="0"/>
        </dgm:presLayoutVars>
      </dgm:prSet>
      <dgm:spPr/>
    </dgm:pt>
    <dgm:pt modelId="{11CBD3C3-F84F-4E52-A7F5-140F036AFA0A}" type="pres">
      <dgm:prSet presAssocID="{BCA1C678-31BF-4C56-980D-E1D0C726C145}" presName="txSpace" presStyleCnt="0"/>
      <dgm:spPr/>
    </dgm:pt>
    <dgm:pt modelId="{816EFBC6-C1C7-47FB-8D15-2BBFA6E9CE78}" type="pres">
      <dgm:prSet presAssocID="{BCA1C678-31BF-4C56-980D-E1D0C726C145}" presName="desTx" presStyleLbl="revTx" presStyleIdx="1" presStyleCnt="6">
        <dgm:presLayoutVars/>
      </dgm:prSet>
      <dgm:spPr/>
    </dgm:pt>
    <dgm:pt modelId="{86AE8913-2413-4490-9222-37A230841469}" type="pres">
      <dgm:prSet presAssocID="{2446E0E5-1461-4F62-865E-A3D8B239B9A5}" presName="sibTrans" presStyleCnt="0"/>
      <dgm:spPr/>
    </dgm:pt>
    <dgm:pt modelId="{1E6A0887-49BC-4D32-A80B-5ACBE6E05879}" type="pres">
      <dgm:prSet presAssocID="{059999BF-A7CF-4DFB-A09D-DA5ED1D5B0B7}" presName="compNode" presStyleCnt="0"/>
      <dgm:spPr/>
    </dgm:pt>
    <dgm:pt modelId="{F348CAF0-5754-40EB-860C-A667FB785356}" type="pres">
      <dgm:prSet presAssocID="{059999BF-A7CF-4DFB-A09D-DA5ED1D5B0B7}" presName="iconRect" presStyleLbl="node1" presStyleIdx="1" presStyleCnt="3"/>
      <dgm:spPr>
        <a:blipFill>
          <a:blip xmlns:r="http://schemas.openxmlformats.org/officeDocument/2006/relationships" r:embed="rId3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4"/>
              </a:ext>
            </a:extLst>
          </a:blip>
          <a:stretch>
            <a:fillRect/>
          </a:stretch>
        </a:blipFill>
        <a:ln>
          <a:noFill/>
        </a:ln>
      </dgm:spPr>
      <dgm:extLst>
        <a:ext uri="{E40237B7-FDA0-4F09-8148-C483321AD2D9}">
          <dgm14:cNvPr xmlns:dgm14="http://schemas.microsoft.com/office/drawing/2010/diagram" id="0" name="" descr="Flowchart"/>
        </a:ext>
      </dgm:extLst>
    </dgm:pt>
    <dgm:pt modelId="{365655B1-68F4-4801-B36D-90E6DBD16B06}" type="pres">
      <dgm:prSet presAssocID="{059999BF-A7CF-4DFB-A09D-DA5ED1D5B0B7}" presName="iconSpace" presStyleCnt="0"/>
      <dgm:spPr/>
    </dgm:pt>
    <dgm:pt modelId="{677D47C5-2185-41C8-90F6-4D71D91499BA}" type="pres">
      <dgm:prSet presAssocID="{059999BF-A7CF-4DFB-A09D-DA5ED1D5B0B7}" presName="parTx" presStyleLbl="revTx" presStyleIdx="2" presStyleCnt="6">
        <dgm:presLayoutVars>
          <dgm:chMax val="0"/>
          <dgm:chPref val="0"/>
        </dgm:presLayoutVars>
      </dgm:prSet>
      <dgm:spPr/>
    </dgm:pt>
    <dgm:pt modelId="{2C62F54E-97F9-4EEA-B69D-BCF6E21F2B3B}" type="pres">
      <dgm:prSet presAssocID="{059999BF-A7CF-4DFB-A09D-DA5ED1D5B0B7}" presName="txSpace" presStyleCnt="0"/>
      <dgm:spPr/>
    </dgm:pt>
    <dgm:pt modelId="{F084A1C6-6C7A-4197-9C6A-1A08593117BD}" type="pres">
      <dgm:prSet presAssocID="{059999BF-A7CF-4DFB-A09D-DA5ED1D5B0B7}" presName="desTx" presStyleLbl="revTx" presStyleIdx="3" presStyleCnt="6">
        <dgm:presLayoutVars/>
      </dgm:prSet>
      <dgm:spPr/>
    </dgm:pt>
    <dgm:pt modelId="{F5BD9801-DB60-44F6-8AC7-F434E0531DA5}" type="pres">
      <dgm:prSet presAssocID="{2AFF9CE4-8834-46D0-98BA-8BF32E25A576}" presName="sibTrans" presStyleCnt="0"/>
      <dgm:spPr/>
    </dgm:pt>
    <dgm:pt modelId="{197C699D-6BC3-43C6-99BD-629C6F294E97}" type="pres">
      <dgm:prSet presAssocID="{3212CDEB-1FFB-4AC8-9556-95363684F414}" presName="compNode" presStyleCnt="0"/>
      <dgm:spPr/>
    </dgm:pt>
    <dgm:pt modelId="{9A366590-59A2-4788-AE7A-554CC4C21D26}" type="pres">
      <dgm:prSet presAssocID="{3212CDEB-1FFB-4AC8-9556-95363684F414}" presName="iconRect" presStyleLbl="node1" presStyleIdx="2" presStyleCnt="3"/>
      <dgm:spPr>
        <a:blipFill>
          <a:blip xmlns:r="http://schemas.openxmlformats.org/officeDocument/2006/relationships" r:embed="rId5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6"/>
              </a:ext>
            </a:extLst>
          </a:blip>
          <a:stretch>
            <a:fillRect/>
          </a:stretch>
        </a:blipFill>
        <a:ln>
          <a:noFill/>
        </a:ln>
      </dgm:spPr>
      <dgm:extLst>
        <a:ext uri="{E40237B7-FDA0-4F09-8148-C483321AD2D9}">
          <dgm14:cNvPr xmlns:dgm14="http://schemas.microsoft.com/office/drawing/2010/diagram" id="0" name="" descr="Database"/>
        </a:ext>
      </dgm:extLst>
    </dgm:pt>
    <dgm:pt modelId="{83527233-7A8C-4336-944E-19581C1A6304}" type="pres">
      <dgm:prSet presAssocID="{3212CDEB-1FFB-4AC8-9556-95363684F414}" presName="iconSpace" presStyleCnt="0"/>
      <dgm:spPr/>
    </dgm:pt>
    <dgm:pt modelId="{DD1964E2-0CA7-4D2B-938C-E7E781E14B34}" type="pres">
      <dgm:prSet presAssocID="{3212CDEB-1FFB-4AC8-9556-95363684F414}" presName="parTx" presStyleLbl="revTx" presStyleIdx="4" presStyleCnt="6">
        <dgm:presLayoutVars>
          <dgm:chMax val="0"/>
          <dgm:chPref val="0"/>
        </dgm:presLayoutVars>
      </dgm:prSet>
      <dgm:spPr/>
    </dgm:pt>
    <dgm:pt modelId="{3BFF56CF-6A81-4CF8-BF24-230BE0CE975C}" type="pres">
      <dgm:prSet presAssocID="{3212CDEB-1FFB-4AC8-9556-95363684F414}" presName="txSpace" presStyleCnt="0"/>
      <dgm:spPr/>
    </dgm:pt>
    <dgm:pt modelId="{4DD57750-4AB6-45AC-B966-53597412D678}" type="pres">
      <dgm:prSet presAssocID="{3212CDEB-1FFB-4AC8-9556-95363684F414}" presName="desTx" presStyleLbl="revTx" presStyleIdx="5" presStyleCnt="6">
        <dgm:presLayoutVars/>
      </dgm:prSet>
      <dgm:spPr/>
    </dgm:pt>
  </dgm:ptLst>
  <dgm:cxnLst>
    <dgm:cxn modelId="{E3883009-EFBA-4A95-8350-872C4839A4C5}" srcId="{3212CDEB-1FFB-4AC8-9556-95363684F414}" destId="{3C7CE3FA-71AF-4D1F-9B3F-095446910DFE}" srcOrd="1" destOrd="0" parTransId="{3C1F7438-5582-415A-9245-4D88A811798F}" sibTransId="{1F9F7276-EADF-4A5C-95FD-7A32369CAF20}"/>
    <dgm:cxn modelId="{BBFD7B0B-75B2-49B4-87B9-53910D2E36A0}" type="presOf" srcId="{2271D3C9-BEC9-4D01-BDBD-86654EE06056}" destId="{816EFBC6-C1C7-47FB-8D15-2BBFA6E9CE78}" srcOrd="0" destOrd="1" presId="urn:microsoft.com/office/officeart/2018/5/layout/CenteredIconLabelDescriptionList"/>
    <dgm:cxn modelId="{93C8411B-8EC2-4219-9B6E-BF875D5A65CC}" srcId="{3212CDEB-1FFB-4AC8-9556-95363684F414}" destId="{9F525A5A-9049-4BB4-B1CD-284EAEDCF2D9}" srcOrd="0" destOrd="0" parTransId="{19C8AE7F-09ED-44FA-9020-043296BD3FCA}" sibTransId="{4D96C6D6-FF87-4D77-9291-BA388A68219D}"/>
    <dgm:cxn modelId="{3B3D402B-C1A3-4B7D-84A9-F9C63DE0DC42}" type="presOf" srcId="{6F1C9FED-1B02-4381-B8A4-825519C63344}" destId="{F084A1C6-6C7A-4197-9C6A-1A08593117BD}" srcOrd="0" destOrd="0" presId="urn:microsoft.com/office/officeart/2018/5/layout/CenteredIconLabelDescriptionList"/>
    <dgm:cxn modelId="{C603332F-F5C5-47D1-8CBF-94C48022F989}" srcId="{BCA1C678-31BF-4C56-980D-E1D0C726C145}" destId="{2271D3C9-BEC9-4D01-BDBD-86654EE06056}" srcOrd="1" destOrd="0" parTransId="{A1E681CE-3571-4F85-BF67-AF862711A533}" sibTransId="{55C55DF9-AED4-49C3-BD89-F542676DFA61}"/>
    <dgm:cxn modelId="{581F6469-207D-4077-8C5F-EE6635633BF9}" srcId="{BCA1C678-31BF-4C56-980D-E1D0C726C145}" destId="{0CC7B4C7-C3E2-47BD-B97E-5D7B69A68C3C}" srcOrd="0" destOrd="0" parTransId="{FDDA396E-C123-429C-B40B-BE5E5793FE49}" sibTransId="{F0E103EE-AE7A-4953-8E10-04E8D13BFA12}"/>
    <dgm:cxn modelId="{5C99566A-4A8E-44D0-BEED-A81E529157E2}" type="presOf" srcId="{F2C1574A-C4BC-4D43-AD3C-219F2C54B738}" destId="{4DD57750-4AB6-45AC-B966-53597412D678}" srcOrd="0" destOrd="2" presId="urn:microsoft.com/office/officeart/2018/5/layout/CenteredIconLabelDescriptionList"/>
    <dgm:cxn modelId="{6060D274-ACA1-4869-987D-C1789DAF9970}" srcId="{4F2507B3-881E-41E4-BD26-6C1639C34571}" destId="{059999BF-A7CF-4DFB-A09D-DA5ED1D5B0B7}" srcOrd="1" destOrd="0" parTransId="{0754DBEA-F71A-43D5-BD45-8035A234EA8B}" sibTransId="{2AFF9CE4-8834-46D0-98BA-8BF32E25A576}"/>
    <dgm:cxn modelId="{3D83D87D-DA52-49FA-8510-F393DB411285}" type="presOf" srcId="{0CC7B4C7-C3E2-47BD-B97E-5D7B69A68C3C}" destId="{816EFBC6-C1C7-47FB-8D15-2BBFA6E9CE78}" srcOrd="0" destOrd="0" presId="urn:microsoft.com/office/officeart/2018/5/layout/CenteredIconLabelDescriptionList"/>
    <dgm:cxn modelId="{12DA3C82-899D-43F6-A878-AA2DC0A64B70}" type="presOf" srcId="{BCA1C678-31BF-4C56-980D-E1D0C726C145}" destId="{940EDA44-BBED-4FE8-BE14-6B466E023A0D}" srcOrd="0" destOrd="0" presId="urn:microsoft.com/office/officeart/2018/5/layout/CenteredIconLabelDescriptionList"/>
    <dgm:cxn modelId="{2870FE82-3369-4B59-BDF9-A259B8F15FBB}" srcId="{059999BF-A7CF-4DFB-A09D-DA5ED1D5B0B7}" destId="{6F1C9FED-1B02-4381-B8A4-825519C63344}" srcOrd="0" destOrd="0" parTransId="{50D81EE6-F253-4580-832D-DDFCBE0B29AE}" sibTransId="{B99EF566-8B7B-4651-8F08-F4BBCDA340C4}"/>
    <dgm:cxn modelId="{99ADA086-45FC-4FEB-82B9-659F3A137692}" srcId="{4F2507B3-881E-41E4-BD26-6C1639C34571}" destId="{BCA1C678-31BF-4C56-980D-E1D0C726C145}" srcOrd="0" destOrd="0" parTransId="{FF56FD1F-FF43-4F80-99D8-6DA0482BB0A9}" sibTransId="{2446E0E5-1461-4F62-865E-A3D8B239B9A5}"/>
    <dgm:cxn modelId="{38D12389-D2D5-40AD-B340-2DDBAC8837FA}" srcId="{4F2507B3-881E-41E4-BD26-6C1639C34571}" destId="{3212CDEB-1FFB-4AC8-9556-95363684F414}" srcOrd="2" destOrd="0" parTransId="{D0AF9DA1-9CC4-4B79-88DC-021D0602EC5F}" sibTransId="{05E137A2-FCE2-4019-9390-958D193D728D}"/>
    <dgm:cxn modelId="{7AEDAA8D-A41A-4AE2-9915-41787F74E25A}" srcId="{3212CDEB-1FFB-4AC8-9556-95363684F414}" destId="{F2C1574A-C4BC-4D43-AD3C-219F2C54B738}" srcOrd="2" destOrd="0" parTransId="{9FA1E794-4E0E-4BAC-9477-8DDC3A91B047}" sibTransId="{EDD3FE7A-4010-46DA-B480-F03879427ED0}"/>
    <dgm:cxn modelId="{4480BD99-6F1D-4B4B-834C-88421D7C3A1E}" type="presOf" srcId="{3C7CE3FA-71AF-4D1F-9B3F-095446910DFE}" destId="{4DD57750-4AB6-45AC-B966-53597412D678}" srcOrd="0" destOrd="1" presId="urn:microsoft.com/office/officeart/2018/5/layout/CenteredIconLabelDescriptionList"/>
    <dgm:cxn modelId="{7F64DEB3-185E-4DFF-8B13-54B31289A3EC}" type="presOf" srcId="{6E083612-C469-4096-AEA9-3126D63DAE51}" destId="{F084A1C6-6C7A-4197-9C6A-1A08593117BD}" srcOrd="0" destOrd="1" presId="urn:microsoft.com/office/officeart/2018/5/layout/CenteredIconLabelDescriptionList"/>
    <dgm:cxn modelId="{3B728BD0-59D9-47E6-A7A8-186E8D70A4AA}" type="presOf" srcId="{059999BF-A7CF-4DFB-A09D-DA5ED1D5B0B7}" destId="{677D47C5-2185-41C8-90F6-4D71D91499BA}" srcOrd="0" destOrd="0" presId="urn:microsoft.com/office/officeart/2018/5/layout/CenteredIconLabelDescriptionList"/>
    <dgm:cxn modelId="{D187A1D7-079E-4D0B-ADC4-58609EA14024}" type="presOf" srcId="{4F2507B3-881E-41E4-BD26-6C1639C34571}" destId="{905681F5-66B8-4DC1-9317-F9ADCA258C7A}" srcOrd="0" destOrd="0" presId="urn:microsoft.com/office/officeart/2018/5/layout/CenteredIconLabelDescriptionList"/>
    <dgm:cxn modelId="{AB7AABE4-E875-4195-BFB3-807034E40C58}" srcId="{059999BF-A7CF-4DFB-A09D-DA5ED1D5B0B7}" destId="{6E083612-C469-4096-AEA9-3126D63DAE51}" srcOrd="1" destOrd="0" parTransId="{BBC52E7A-3521-4C4F-BD37-612969FC1E2A}" sibTransId="{D3E765E3-AAF6-40CF-8C2E-0E9529F7078F}"/>
    <dgm:cxn modelId="{7989E3EF-7AA3-46CB-8EC1-A627687DF902}" type="presOf" srcId="{9F525A5A-9049-4BB4-B1CD-284EAEDCF2D9}" destId="{4DD57750-4AB6-45AC-B966-53597412D678}" srcOrd="0" destOrd="0" presId="urn:microsoft.com/office/officeart/2018/5/layout/CenteredIconLabelDescriptionList"/>
    <dgm:cxn modelId="{A62C15F1-C2C4-4423-90EA-F80BCF0936CB}" type="presOf" srcId="{3212CDEB-1FFB-4AC8-9556-95363684F414}" destId="{DD1964E2-0CA7-4D2B-938C-E7E781E14B34}" srcOrd="0" destOrd="0" presId="urn:microsoft.com/office/officeart/2018/5/layout/CenteredIconLabelDescriptionList"/>
    <dgm:cxn modelId="{449C3AA2-0A36-4BB3-BC10-5F4CC18BA0D1}" type="presParOf" srcId="{905681F5-66B8-4DC1-9317-F9ADCA258C7A}" destId="{147E5869-DF3B-4294-B2B2-192D5A96F8F4}" srcOrd="0" destOrd="0" presId="urn:microsoft.com/office/officeart/2018/5/layout/CenteredIconLabelDescriptionList"/>
    <dgm:cxn modelId="{EE798662-34C7-4880-AD03-7BB00D86069C}" type="presParOf" srcId="{147E5869-DF3B-4294-B2B2-192D5A96F8F4}" destId="{61A191FE-8C93-4D5E-9FDD-E2759DA5E5B8}" srcOrd="0" destOrd="0" presId="urn:microsoft.com/office/officeart/2018/5/layout/CenteredIconLabelDescriptionList"/>
    <dgm:cxn modelId="{4B69F54F-1582-44AF-BBE8-C22F71CC575B}" type="presParOf" srcId="{147E5869-DF3B-4294-B2B2-192D5A96F8F4}" destId="{EAC7FA62-FEFF-4B01-B8F8-689A76F5AE53}" srcOrd="1" destOrd="0" presId="urn:microsoft.com/office/officeart/2018/5/layout/CenteredIconLabelDescriptionList"/>
    <dgm:cxn modelId="{311FBFEC-F99A-4E2F-B583-CC3808400087}" type="presParOf" srcId="{147E5869-DF3B-4294-B2B2-192D5A96F8F4}" destId="{940EDA44-BBED-4FE8-BE14-6B466E023A0D}" srcOrd="2" destOrd="0" presId="urn:microsoft.com/office/officeart/2018/5/layout/CenteredIconLabelDescriptionList"/>
    <dgm:cxn modelId="{E53130DD-FCBA-4ACA-8EF5-E7EEF642CB93}" type="presParOf" srcId="{147E5869-DF3B-4294-B2B2-192D5A96F8F4}" destId="{11CBD3C3-F84F-4E52-A7F5-140F036AFA0A}" srcOrd="3" destOrd="0" presId="urn:microsoft.com/office/officeart/2018/5/layout/CenteredIconLabelDescriptionList"/>
    <dgm:cxn modelId="{931918B1-635D-4267-B2C0-BF5199CD1834}" type="presParOf" srcId="{147E5869-DF3B-4294-B2B2-192D5A96F8F4}" destId="{816EFBC6-C1C7-47FB-8D15-2BBFA6E9CE78}" srcOrd="4" destOrd="0" presId="urn:microsoft.com/office/officeart/2018/5/layout/CenteredIconLabelDescriptionList"/>
    <dgm:cxn modelId="{2B69E4E7-04CE-48C6-A7C4-FCCFF59E3470}" type="presParOf" srcId="{905681F5-66B8-4DC1-9317-F9ADCA258C7A}" destId="{86AE8913-2413-4490-9222-37A230841469}" srcOrd="1" destOrd="0" presId="urn:microsoft.com/office/officeart/2018/5/layout/CenteredIconLabelDescriptionList"/>
    <dgm:cxn modelId="{2A972A6C-7AF9-4B0D-A8D8-87685CCBE764}" type="presParOf" srcId="{905681F5-66B8-4DC1-9317-F9ADCA258C7A}" destId="{1E6A0887-49BC-4D32-A80B-5ACBE6E05879}" srcOrd="2" destOrd="0" presId="urn:microsoft.com/office/officeart/2018/5/layout/CenteredIconLabelDescriptionList"/>
    <dgm:cxn modelId="{B80DDF6B-E995-4EC8-B572-AF2FECE313A0}" type="presParOf" srcId="{1E6A0887-49BC-4D32-A80B-5ACBE6E05879}" destId="{F348CAF0-5754-40EB-860C-A667FB785356}" srcOrd="0" destOrd="0" presId="urn:microsoft.com/office/officeart/2018/5/layout/CenteredIconLabelDescriptionList"/>
    <dgm:cxn modelId="{5190B784-09F4-4756-BF64-0ADEDA767085}" type="presParOf" srcId="{1E6A0887-49BC-4D32-A80B-5ACBE6E05879}" destId="{365655B1-68F4-4801-B36D-90E6DBD16B06}" srcOrd="1" destOrd="0" presId="urn:microsoft.com/office/officeart/2018/5/layout/CenteredIconLabelDescriptionList"/>
    <dgm:cxn modelId="{6F99F6DC-3C8B-46F2-A154-ADC385109A6B}" type="presParOf" srcId="{1E6A0887-49BC-4D32-A80B-5ACBE6E05879}" destId="{677D47C5-2185-41C8-90F6-4D71D91499BA}" srcOrd="2" destOrd="0" presId="urn:microsoft.com/office/officeart/2018/5/layout/CenteredIconLabelDescriptionList"/>
    <dgm:cxn modelId="{FDAD54A5-5B93-4730-B6FE-EA94764AA557}" type="presParOf" srcId="{1E6A0887-49BC-4D32-A80B-5ACBE6E05879}" destId="{2C62F54E-97F9-4EEA-B69D-BCF6E21F2B3B}" srcOrd="3" destOrd="0" presId="urn:microsoft.com/office/officeart/2018/5/layout/CenteredIconLabelDescriptionList"/>
    <dgm:cxn modelId="{82137CB2-5410-4378-A8B3-1F1B6A46624B}" type="presParOf" srcId="{1E6A0887-49BC-4D32-A80B-5ACBE6E05879}" destId="{F084A1C6-6C7A-4197-9C6A-1A08593117BD}" srcOrd="4" destOrd="0" presId="urn:microsoft.com/office/officeart/2018/5/layout/CenteredIconLabelDescriptionList"/>
    <dgm:cxn modelId="{10FDD278-9F62-46B8-9423-6F77DD923E75}" type="presParOf" srcId="{905681F5-66B8-4DC1-9317-F9ADCA258C7A}" destId="{F5BD9801-DB60-44F6-8AC7-F434E0531DA5}" srcOrd="3" destOrd="0" presId="urn:microsoft.com/office/officeart/2018/5/layout/CenteredIconLabelDescriptionList"/>
    <dgm:cxn modelId="{E5A223A2-BA15-4460-B00C-793CFA801033}" type="presParOf" srcId="{905681F5-66B8-4DC1-9317-F9ADCA258C7A}" destId="{197C699D-6BC3-43C6-99BD-629C6F294E97}" srcOrd="4" destOrd="0" presId="urn:microsoft.com/office/officeart/2018/5/layout/CenteredIconLabelDescriptionList"/>
    <dgm:cxn modelId="{DDFAB4EE-351F-4904-BA5D-FD5E1E8BF05C}" type="presParOf" srcId="{197C699D-6BC3-43C6-99BD-629C6F294E97}" destId="{9A366590-59A2-4788-AE7A-554CC4C21D26}" srcOrd="0" destOrd="0" presId="urn:microsoft.com/office/officeart/2018/5/layout/CenteredIconLabelDescriptionList"/>
    <dgm:cxn modelId="{B3CD9366-E5E5-4B5F-9DEA-E48977F270A6}" type="presParOf" srcId="{197C699D-6BC3-43C6-99BD-629C6F294E97}" destId="{83527233-7A8C-4336-944E-19581C1A6304}" srcOrd="1" destOrd="0" presId="urn:microsoft.com/office/officeart/2018/5/layout/CenteredIconLabelDescriptionList"/>
    <dgm:cxn modelId="{119BA21F-F281-476C-827B-E5E012DAD34C}" type="presParOf" srcId="{197C699D-6BC3-43C6-99BD-629C6F294E97}" destId="{DD1964E2-0CA7-4D2B-938C-E7E781E14B34}" srcOrd="2" destOrd="0" presId="urn:microsoft.com/office/officeart/2018/5/layout/CenteredIconLabelDescriptionList"/>
    <dgm:cxn modelId="{74A677FA-012E-45FB-B92C-2F23F638465C}" type="presParOf" srcId="{197C699D-6BC3-43C6-99BD-629C6F294E97}" destId="{3BFF56CF-6A81-4CF8-BF24-230BE0CE975C}" srcOrd="3" destOrd="0" presId="urn:microsoft.com/office/officeart/2018/5/layout/CenteredIconLabelDescriptionList"/>
    <dgm:cxn modelId="{4DFC7082-A18F-42BB-8824-C5A6DDBD44B6}" type="presParOf" srcId="{197C699D-6BC3-43C6-99BD-629C6F294E97}" destId="{4DD57750-4AB6-45AC-B966-53597412D678}" srcOrd="4" destOrd="0" presId="urn:microsoft.com/office/officeart/2018/5/layout/CenteredIconLabelDescriptionList"/>
  </dgm:cxnLst>
  <dgm:bg/>
  <dgm:whole/>
  <dgm:extLst>
    <a:ext uri="http://schemas.microsoft.com/office/drawing/2008/diagram">
      <dsp:dataModelExt xmlns:dsp="http://schemas.microsoft.com/office/drawing/2008/diagram" relId="rId6" minVer="http://schemas.openxmlformats.org/drawingml/2006/diagram"/>
    </a:ext>
  </dgm:extLst>
</dgm:dataModel>
</file>

<file path=ppt/diagrams/data75.xml><?xml version="1.0" encoding="utf-8"?>
<dgm:dataModel xmlns:dgm="http://schemas.openxmlformats.org/drawingml/2006/diagram" xmlns:a="http://schemas.openxmlformats.org/drawingml/2006/main">
  <dgm:ptLst>
    <dgm:pt modelId="{4F2507B3-881E-41E4-BD26-6C1639C34571}" type="doc">
      <dgm:prSet loTypeId="urn:microsoft.com/office/officeart/2018/5/layout/CenteredIconLabelDescriptionList" loCatId="icon" qsTypeId="urn:microsoft.com/office/officeart/2005/8/quickstyle/simple1" qsCatId="simple" csTypeId="urn:microsoft.com/office/officeart/2018/5/colors/Iconchunking_neutralbg_colorful2" csCatId="colorful" phldr="1"/>
      <dgm:spPr/>
      <dgm:t>
        <a:bodyPr/>
        <a:lstStyle/>
        <a:p>
          <a:endParaRPr lang="en-US"/>
        </a:p>
      </dgm:t>
    </dgm:pt>
    <dgm:pt modelId="{566FB457-2498-40C2-A25A-6F388EAB983F}">
      <dgm:prSet/>
      <dgm:spPr/>
      <dgm:t>
        <a:bodyPr/>
        <a:lstStyle/>
        <a:p>
          <a:pPr>
            <a:lnSpc>
              <a:spcPct val="100000"/>
            </a:lnSpc>
            <a:defRPr b="1"/>
          </a:pPr>
          <a:r>
            <a:rPr lang="tr-TR"/>
            <a:t>Push </a:t>
          </a:r>
          <a:r>
            <a:rPr lang="en-US"/>
            <a:t>Numbers</a:t>
          </a:r>
        </a:p>
      </dgm:t>
    </dgm:pt>
    <dgm:pt modelId="{33DC814F-9412-4372-A329-14271176E7BE}" type="parTrans" cxnId="{44E15283-2D18-4D65-A7D9-EA9EE1125916}">
      <dgm:prSet/>
      <dgm:spPr/>
      <dgm:t>
        <a:bodyPr/>
        <a:lstStyle/>
        <a:p>
          <a:endParaRPr lang="en-US"/>
        </a:p>
      </dgm:t>
    </dgm:pt>
    <dgm:pt modelId="{F193B94A-3C33-44A0-B97D-203F1F002540}" type="sibTrans" cxnId="{44E15283-2D18-4D65-A7D9-EA9EE1125916}">
      <dgm:prSet/>
      <dgm:spPr/>
      <dgm:t>
        <a:bodyPr/>
        <a:lstStyle/>
        <a:p>
          <a:endParaRPr lang="en-US"/>
        </a:p>
      </dgm:t>
    </dgm:pt>
    <dgm:pt modelId="{34D691BB-1F2E-4285-94A1-63AC96802203}">
      <dgm:prSet/>
      <dgm:spPr/>
      <dgm:t>
        <a:bodyPr/>
        <a:lstStyle/>
        <a:p>
          <a:pPr>
            <a:lnSpc>
              <a:spcPct val="100000"/>
            </a:lnSpc>
          </a:pPr>
          <a:r>
            <a:rPr lang="en-US" dirty="0"/>
            <a:t>are </a:t>
          </a:r>
          <a:r>
            <a:rPr lang="en-US" u="sng" dirty="0"/>
            <a:t>pushed</a:t>
          </a:r>
          <a:r>
            <a:rPr lang="en-US" dirty="0"/>
            <a:t> onto the stack. </a:t>
          </a:r>
        </a:p>
      </dgm:t>
    </dgm:pt>
    <dgm:pt modelId="{4FA317B2-2913-4D19-8745-E9970A89ED6C}" type="parTrans" cxnId="{358C1009-5092-4406-BCE7-6A62D492E283}">
      <dgm:prSet/>
      <dgm:spPr/>
      <dgm:t>
        <a:bodyPr/>
        <a:lstStyle/>
        <a:p>
          <a:endParaRPr lang="en-US"/>
        </a:p>
      </dgm:t>
    </dgm:pt>
    <dgm:pt modelId="{B775F504-FFF8-408F-A00A-47098C677706}" type="sibTrans" cxnId="{358C1009-5092-4406-BCE7-6A62D492E283}">
      <dgm:prSet/>
      <dgm:spPr/>
      <dgm:t>
        <a:bodyPr/>
        <a:lstStyle/>
        <a:p>
          <a:endParaRPr lang="en-US"/>
        </a:p>
      </dgm:t>
    </dgm:pt>
    <dgm:pt modelId="{B7BA26FA-72C3-4A91-9CDC-EAA4B53A3FB4}">
      <dgm:prSet/>
      <dgm:spPr/>
      <dgm:t>
        <a:bodyPr/>
        <a:lstStyle/>
        <a:p>
          <a:pPr>
            <a:lnSpc>
              <a:spcPct val="100000"/>
            </a:lnSpc>
            <a:defRPr b="1"/>
          </a:pPr>
          <a:r>
            <a:rPr lang="tr-TR"/>
            <a:t>Pop for </a:t>
          </a:r>
          <a:r>
            <a:rPr lang="en-US"/>
            <a:t>Operators</a:t>
          </a:r>
        </a:p>
      </dgm:t>
    </dgm:pt>
    <dgm:pt modelId="{851B2CED-2AA5-40C8-9489-42B968FBFA45}" type="parTrans" cxnId="{331A9A12-C7AB-4A96-A7E9-20D4A2BD7579}">
      <dgm:prSet/>
      <dgm:spPr/>
      <dgm:t>
        <a:bodyPr/>
        <a:lstStyle/>
        <a:p>
          <a:endParaRPr lang="en-US"/>
        </a:p>
      </dgm:t>
    </dgm:pt>
    <dgm:pt modelId="{D881D679-0AAD-4774-A692-E5764D22346C}" type="sibTrans" cxnId="{331A9A12-C7AB-4A96-A7E9-20D4A2BD7579}">
      <dgm:prSet/>
      <dgm:spPr/>
      <dgm:t>
        <a:bodyPr/>
        <a:lstStyle/>
        <a:p>
          <a:endParaRPr lang="en-US"/>
        </a:p>
      </dgm:t>
    </dgm:pt>
    <dgm:pt modelId="{69BCB48D-229C-463E-A604-61831AB0DCB6}">
      <dgm:prSet/>
      <dgm:spPr/>
      <dgm:t>
        <a:bodyPr/>
        <a:lstStyle/>
        <a:p>
          <a:pPr>
            <a:lnSpc>
              <a:spcPct val="100000"/>
            </a:lnSpc>
          </a:pPr>
          <a:r>
            <a:rPr lang="en-US" dirty="0"/>
            <a:t>act on them</a:t>
          </a:r>
        </a:p>
      </dgm:t>
    </dgm:pt>
    <dgm:pt modelId="{DA646D29-A102-44EC-9605-DEBB09E9CD77}" type="parTrans" cxnId="{27F85451-09DF-4A39-A0B1-DD716DF7B9CF}">
      <dgm:prSet/>
      <dgm:spPr/>
      <dgm:t>
        <a:bodyPr/>
        <a:lstStyle/>
        <a:p>
          <a:endParaRPr lang="en-US"/>
        </a:p>
      </dgm:t>
    </dgm:pt>
    <dgm:pt modelId="{8B98D60D-C1A4-4E96-9048-ACA57A7A1E5D}" type="sibTrans" cxnId="{27F85451-09DF-4A39-A0B1-DD716DF7B9CF}">
      <dgm:prSet/>
      <dgm:spPr/>
      <dgm:t>
        <a:bodyPr/>
        <a:lstStyle/>
        <a:p>
          <a:endParaRPr lang="en-US"/>
        </a:p>
      </dgm:t>
    </dgm:pt>
    <dgm:pt modelId="{7AF52C5E-A321-4A59-A7C4-D3F1F1578083}">
      <dgm:prSet/>
      <dgm:spPr/>
      <dgm:t>
        <a:bodyPr/>
        <a:lstStyle/>
        <a:p>
          <a:pPr>
            <a:lnSpc>
              <a:spcPct val="100000"/>
            </a:lnSpc>
          </a:pPr>
          <a:r>
            <a:rPr lang="en-US" u="sng" dirty="0"/>
            <a:t>push</a:t>
          </a:r>
          <a:r>
            <a:rPr lang="en-US" dirty="0"/>
            <a:t> a </a:t>
          </a:r>
          <a:r>
            <a:rPr lang="en-US" b="1" dirty="0"/>
            <a:t>result</a:t>
          </a:r>
        </a:p>
      </dgm:t>
    </dgm:pt>
    <dgm:pt modelId="{5D9DCFDF-472B-42B0-9EE5-5DCDF7E4DA15}" type="parTrans" cxnId="{BC4DD7E9-3283-4C35-99AC-B24DE8A65D1A}">
      <dgm:prSet/>
      <dgm:spPr/>
      <dgm:t>
        <a:bodyPr/>
        <a:lstStyle/>
        <a:p>
          <a:endParaRPr lang="en-US"/>
        </a:p>
      </dgm:t>
    </dgm:pt>
    <dgm:pt modelId="{02F4B1DD-F26F-4999-A1D3-90827967ED12}" type="sibTrans" cxnId="{BC4DD7E9-3283-4C35-99AC-B24DE8A65D1A}">
      <dgm:prSet/>
      <dgm:spPr/>
      <dgm:t>
        <a:bodyPr/>
        <a:lstStyle/>
        <a:p>
          <a:endParaRPr lang="en-US"/>
        </a:p>
      </dgm:t>
    </dgm:pt>
    <dgm:pt modelId="{66B80926-CED0-4B09-82A9-86589DB0F921}">
      <dgm:prSet/>
      <dgm:spPr/>
      <dgm:t>
        <a:bodyPr/>
        <a:lstStyle/>
        <a:p>
          <a:pPr>
            <a:lnSpc>
              <a:spcPct val="100000"/>
            </a:lnSpc>
          </a:pPr>
          <a:r>
            <a:rPr lang="en-US" dirty="0"/>
            <a:t>data </a:t>
          </a:r>
          <a:r>
            <a:rPr lang="en-US" b="1" dirty="0"/>
            <a:t>constants</a:t>
          </a:r>
        </a:p>
      </dgm:t>
    </dgm:pt>
    <dgm:pt modelId="{1B808356-97C6-42A3-995E-291870844A48}" type="parTrans" cxnId="{3916A4EA-0BA0-4D8E-9108-FA6513DF07F5}">
      <dgm:prSet/>
      <dgm:spPr/>
      <dgm:t>
        <a:bodyPr/>
        <a:lstStyle/>
        <a:p>
          <a:endParaRPr lang="tr-TR"/>
        </a:p>
      </dgm:t>
    </dgm:pt>
    <dgm:pt modelId="{02B035E1-21CA-4915-8D47-D2A7C7F9FFF8}" type="sibTrans" cxnId="{3916A4EA-0BA0-4D8E-9108-FA6513DF07F5}">
      <dgm:prSet/>
      <dgm:spPr/>
      <dgm:t>
        <a:bodyPr/>
        <a:lstStyle/>
        <a:p>
          <a:endParaRPr lang="tr-TR"/>
        </a:p>
      </dgm:t>
    </dgm:pt>
    <dgm:pt modelId="{D29238DB-9B9E-479A-8C64-FA4F62254B80}">
      <dgm:prSet/>
      <dgm:spPr/>
      <dgm:t>
        <a:bodyPr/>
        <a:lstStyle/>
        <a:p>
          <a:pPr>
            <a:lnSpc>
              <a:spcPct val="100000"/>
            </a:lnSpc>
          </a:pPr>
          <a:r>
            <a:rPr lang="en-US" u="sng" dirty="0"/>
            <a:t>pop</a:t>
          </a:r>
          <a:r>
            <a:rPr lang="tr-TR" dirty="0"/>
            <a:t> </a:t>
          </a:r>
          <a:r>
            <a:rPr lang="tr-TR" b="1" dirty="0"/>
            <a:t>numbers</a:t>
          </a:r>
          <a:r>
            <a:rPr lang="en-US" dirty="0"/>
            <a:t> from the stack </a:t>
          </a:r>
        </a:p>
      </dgm:t>
    </dgm:pt>
    <dgm:pt modelId="{E7AA126B-6959-4A5B-8F91-4F3AAC5274FB}" type="parTrans" cxnId="{995EE3E7-4FD2-47C3-BAC7-D9FE50168A29}">
      <dgm:prSet/>
      <dgm:spPr/>
      <dgm:t>
        <a:bodyPr/>
        <a:lstStyle/>
        <a:p>
          <a:endParaRPr lang="tr-TR"/>
        </a:p>
      </dgm:t>
    </dgm:pt>
    <dgm:pt modelId="{A82006EB-A73C-439D-AC79-243C8A7C0A0C}" type="sibTrans" cxnId="{995EE3E7-4FD2-47C3-BAC7-D9FE50168A29}">
      <dgm:prSet/>
      <dgm:spPr/>
      <dgm:t>
        <a:bodyPr/>
        <a:lstStyle/>
        <a:p>
          <a:endParaRPr lang="tr-TR"/>
        </a:p>
      </dgm:t>
    </dgm:pt>
    <dgm:pt modelId="{E0D26474-2102-4A95-BDF6-3D8CC290BE8A}">
      <dgm:prSet/>
      <dgm:spPr/>
      <dgm:t>
        <a:bodyPr/>
        <a:lstStyle/>
        <a:p>
          <a:pPr>
            <a:lnSpc>
              <a:spcPct val="100000"/>
            </a:lnSpc>
            <a:defRPr b="1"/>
          </a:pPr>
          <a:r>
            <a:rPr lang="tr-TR"/>
            <a:t>Push the results</a:t>
          </a:r>
          <a:endParaRPr lang="en-US"/>
        </a:p>
      </dgm:t>
    </dgm:pt>
    <dgm:pt modelId="{F3F250E7-4A4F-490E-A721-94CD3EDCC6AB}" type="parTrans" cxnId="{8337E6C0-2EA5-44A4-A62F-BB9D0EF259ED}">
      <dgm:prSet/>
      <dgm:spPr/>
      <dgm:t>
        <a:bodyPr/>
        <a:lstStyle/>
        <a:p>
          <a:endParaRPr lang="tr-TR"/>
        </a:p>
      </dgm:t>
    </dgm:pt>
    <dgm:pt modelId="{3D4342E5-B487-4248-A160-9D59073C15ED}" type="sibTrans" cxnId="{8337E6C0-2EA5-44A4-A62F-BB9D0EF259ED}">
      <dgm:prSet/>
      <dgm:spPr/>
      <dgm:t>
        <a:bodyPr/>
        <a:lstStyle/>
        <a:p>
          <a:endParaRPr lang="tr-TR"/>
        </a:p>
      </dgm:t>
    </dgm:pt>
    <dgm:pt modelId="{8C7CA690-E44F-4DDE-9164-8D8BF9D43E39}">
      <dgm:prSet/>
      <dgm:spPr/>
      <dgm:t>
        <a:bodyPr/>
        <a:lstStyle/>
        <a:p>
          <a:pPr>
            <a:lnSpc>
              <a:spcPct val="100000"/>
            </a:lnSpc>
          </a:pPr>
          <a:r>
            <a:rPr lang="en-US" dirty="0"/>
            <a:t>onto the stack</a:t>
          </a:r>
        </a:p>
      </dgm:t>
    </dgm:pt>
    <dgm:pt modelId="{76CD1796-65AE-4DF5-98B2-698E505EDFEC}" type="parTrans" cxnId="{74474094-6D47-47F7-8B56-1B4138F4EEF1}">
      <dgm:prSet/>
      <dgm:spPr/>
      <dgm:t>
        <a:bodyPr/>
        <a:lstStyle/>
        <a:p>
          <a:endParaRPr lang="tr-TR"/>
        </a:p>
      </dgm:t>
    </dgm:pt>
    <dgm:pt modelId="{B878C854-C444-4F87-9355-83A0AE9C2DA7}" type="sibTrans" cxnId="{74474094-6D47-47F7-8B56-1B4138F4EEF1}">
      <dgm:prSet/>
      <dgm:spPr/>
      <dgm:t>
        <a:bodyPr/>
        <a:lstStyle/>
        <a:p>
          <a:endParaRPr lang="tr-TR"/>
        </a:p>
      </dgm:t>
    </dgm:pt>
    <dgm:pt modelId="{561F6898-92AC-4DCB-8AF5-6F1057CEF9A3}" type="pres">
      <dgm:prSet presAssocID="{4F2507B3-881E-41E4-BD26-6C1639C34571}" presName="root" presStyleCnt="0">
        <dgm:presLayoutVars>
          <dgm:dir/>
          <dgm:resizeHandles val="exact"/>
        </dgm:presLayoutVars>
      </dgm:prSet>
      <dgm:spPr/>
    </dgm:pt>
    <dgm:pt modelId="{9F6D3009-A2B7-4DD4-B0A2-881990D56F11}" type="pres">
      <dgm:prSet presAssocID="{566FB457-2498-40C2-A25A-6F388EAB983F}" presName="compNode" presStyleCnt="0"/>
      <dgm:spPr/>
    </dgm:pt>
    <dgm:pt modelId="{B627DE30-5C3E-4120-AEDC-7F33D087E675}" type="pres">
      <dgm:prSet presAssocID="{566FB457-2498-40C2-A25A-6F388EAB983F}" presName="iconRect" presStyleLbl="node1" presStyleIdx="0" presStyleCnt="3"/>
      <dgm:spPr>
        <a:blipFill>
          <a:blip xmlns:r="http://schemas.openxmlformats.org/officeDocument/2006/relationships" r:embed="rId1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2"/>
              </a:ext>
            </a:extLst>
          </a:blip>
          <a:stretch>
            <a:fillRect/>
          </a:stretch>
        </a:blipFill>
        <a:ln>
          <a:noFill/>
        </a:ln>
      </dgm:spPr>
      <dgm:extLst>
        <a:ext uri="{E40237B7-FDA0-4F09-8148-C483321AD2D9}">
          <dgm14:cNvPr xmlns:dgm14="http://schemas.microsoft.com/office/drawing/2010/diagram" id="0" name="" descr="Database"/>
        </a:ext>
      </dgm:extLst>
    </dgm:pt>
    <dgm:pt modelId="{AD04306A-00FA-4D5A-8CDE-336D7E09C2AC}" type="pres">
      <dgm:prSet presAssocID="{566FB457-2498-40C2-A25A-6F388EAB983F}" presName="iconSpace" presStyleCnt="0"/>
      <dgm:spPr/>
    </dgm:pt>
    <dgm:pt modelId="{8360BAE2-E590-4C72-AC49-4938E38AB093}" type="pres">
      <dgm:prSet presAssocID="{566FB457-2498-40C2-A25A-6F388EAB983F}" presName="parTx" presStyleLbl="revTx" presStyleIdx="0" presStyleCnt="6">
        <dgm:presLayoutVars>
          <dgm:chMax val="0"/>
          <dgm:chPref val="0"/>
        </dgm:presLayoutVars>
      </dgm:prSet>
      <dgm:spPr/>
    </dgm:pt>
    <dgm:pt modelId="{D7636AD7-2FD4-4695-B372-B0B32FD8AB16}" type="pres">
      <dgm:prSet presAssocID="{566FB457-2498-40C2-A25A-6F388EAB983F}" presName="txSpace" presStyleCnt="0"/>
      <dgm:spPr/>
    </dgm:pt>
    <dgm:pt modelId="{60200547-5A81-4F99-98BA-A96AB206FAF3}" type="pres">
      <dgm:prSet presAssocID="{566FB457-2498-40C2-A25A-6F388EAB983F}" presName="desTx" presStyleLbl="revTx" presStyleIdx="1" presStyleCnt="6">
        <dgm:presLayoutVars/>
      </dgm:prSet>
      <dgm:spPr/>
    </dgm:pt>
    <dgm:pt modelId="{FBC57E81-AFE0-4941-B258-22EA635B749E}" type="pres">
      <dgm:prSet presAssocID="{F193B94A-3C33-44A0-B97D-203F1F002540}" presName="sibTrans" presStyleCnt="0"/>
      <dgm:spPr/>
    </dgm:pt>
    <dgm:pt modelId="{40903566-F7C3-4CF6-B418-A8EFF60677F6}" type="pres">
      <dgm:prSet presAssocID="{B7BA26FA-72C3-4A91-9CDC-EAA4B53A3FB4}" presName="compNode" presStyleCnt="0"/>
      <dgm:spPr/>
    </dgm:pt>
    <dgm:pt modelId="{82F58878-9CF6-443C-ACA4-D9BF1A472E32}" type="pres">
      <dgm:prSet presAssocID="{B7BA26FA-72C3-4A91-9CDC-EAA4B53A3FB4}" presName="iconRect" presStyleLbl="node1" presStyleIdx="1" presStyleCnt="3"/>
      <dgm:spPr>
        <a:blipFill>
          <a:blip xmlns:r="http://schemas.openxmlformats.org/officeDocument/2006/relationships" r:embed="rId3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4"/>
              </a:ext>
            </a:extLst>
          </a:blip>
          <a:stretch>
            <a:fillRect/>
          </a:stretch>
        </a:blipFill>
        <a:ln>
          <a:noFill/>
        </a:ln>
      </dgm:spPr>
      <dgm:extLst>
        <a:ext uri="{E40237B7-FDA0-4F09-8148-C483321AD2D9}">
          <dgm14:cNvPr xmlns:dgm14="http://schemas.microsoft.com/office/drawing/2010/diagram" id="0" name="" descr="Music"/>
        </a:ext>
      </dgm:extLst>
    </dgm:pt>
    <dgm:pt modelId="{48D41A2E-8CE1-4198-A101-BFB4781D7B17}" type="pres">
      <dgm:prSet presAssocID="{B7BA26FA-72C3-4A91-9CDC-EAA4B53A3FB4}" presName="iconSpace" presStyleCnt="0"/>
      <dgm:spPr/>
    </dgm:pt>
    <dgm:pt modelId="{F7FD9FBB-1D22-4A47-973F-831EDE58F4B2}" type="pres">
      <dgm:prSet presAssocID="{B7BA26FA-72C3-4A91-9CDC-EAA4B53A3FB4}" presName="parTx" presStyleLbl="revTx" presStyleIdx="2" presStyleCnt="6">
        <dgm:presLayoutVars>
          <dgm:chMax val="0"/>
          <dgm:chPref val="0"/>
        </dgm:presLayoutVars>
      </dgm:prSet>
      <dgm:spPr/>
    </dgm:pt>
    <dgm:pt modelId="{FE6593A4-9A43-461C-8B47-1E2BE08E4DAD}" type="pres">
      <dgm:prSet presAssocID="{B7BA26FA-72C3-4A91-9CDC-EAA4B53A3FB4}" presName="txSpace" presStyleCnt="0"/>
      <dgm:spPr/>
    </dgm:pt>
    <dgm:pt modelId="{F0A1FE84-B6A9-43C6-B02E-4394E68E5AAB}" type="pres">
      <dgm:prSet presAssocID="{B7BA26FA-72C3-4A91-9CDC-EAA4B53A3FB4}" presName="desTx" presStyleLbl="revTx" presStyleIdx="3" presStyleCnt="6">
        <dgm:presLayoutVars/>
      </dgm:prSet>
      <dgm:spPr/>
    </dgm:pt>
    <dgm:pt modelId="{42B51AB8-F8BB-4F82-9F75-EB0EF33578E1}" type="pres">
      <dgm:prSet presAssocID="{D881D679-0AAD-4774-A692-E5764D22346C}" presName="sibTrans" presStyleCnt="0"/>
      <dgm:spPr/>
    </dgm:pt>
    <dgm:pt modelId="{9100EBFC-9F76-4FF9-A4F6-57E4527FB380}" type="pres">
      <dgm:prSet presAssocID="{E0D26474-2102-4A95-BDF6-3D8CC290BE8A}" presName="compNode" presStyleCnt="0"/>
      <dgm:spPr/>
    </dgm:pt>
    <dgm:pt modelId="{E24709BB-FCCE-4279-949C-ABBC679EAEEA}" type="pres">
      <dgm:prSet presAssocID="{E0D26474-2102-4A95-BDF6-3D8CC290BE8A}" presName="iconRect" presStyleLbl="node1" presStyleIdx="2" presStyleCnt="3"/>
      <dgm:spPr>
        <a:blipFill>
          <a:blip xmlns:r="http://schemas.openxmlformats.org/officeDocument/2006/relationships" r:embed="rId5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6"/>
              </a:ext>
            </a:extLst>
          </a:blip>
          <a:stretch>
            <a:fillRect/>
          </a:stretch>
        </a:blipFill>
        <a:ln>
          <a:noFill/>
        </a:ln>
      </dgm:spPr>
      <dgm:extLst>
        <a:ext uri="{E40237B7-FDA0-4F09-8148-C483321AD2D9}">
          <dgm14:cNvPr xmlns:dgm14="http://schemas.microsoft.com/office/drawing/2010/diagram" id="0" name="" descr="Filter"/>
        </a:ext>
      </dgm:extLst>
    </dgm:pt>
    <dgm:pt modelId="{18ACDEA0-BC75-4787-AFCD-B9765AEB9141}" type="pres">
      <dgm:prSet presAssocID="{E0D26474-2102-4A95-BDF6-3D8CC290BE8A}" presName="iconSpace" presStyleCnt="0"/>
      <dgm:spPr/>
    </dgm:pt>
    <dgm:pt modelId="{0A49A3AF-B2B6-438F-91ED-2C4E22B6B16E}" type="pres">
      <dgm:prSet presAssocID="{E0D26474-2102-4A95-BDF6-3D8CC290BE8A}" presName="parTx" presStyleLbl="revTx" presStyleIdx="4" presStyleCnt="6">
        <dgm:presLayoutVars>
          <dgm:chMax val="0"/>
          <dgm:chPref val="0"/>
        </dgm:presLayoutVars>
      </dgm:prSet>
      <dgm:spPr/>
    </dgm:pt>
    <dgm:pt modelId="{1A531C70-E30B-4901-9C5A-1D2D124CB269}" type="pres">
      <dgm:prSet presAssocID="{E0D26474-2102-4A95-BDF6-3D8CC290BE8A}" presName="txSpace" presStyleCnt="0"/>
      <dgm:spPr/>
    </dgm:pt>
    <dgm:pt modelId="{97060336-D581-4241-A338-E27F92E0D289}" type="pres">
      <dgm:prSet presAssocID="{E0D26474-2102-4A95-BDF6-3D8CC290BE8A}" presName="desTx" presStyleLbl="revTx" presStyleIdx="5" presStyleCnt="6">
        <dgm:presLayoutVars/>
      </dgm:prSet>
      <dgm:spPr/>
    </dgm:pt>
  </dgm:ptLst>
  <dgm:cxnLst>
    <dgm:cxn modelId="{358C1009-5092-4406-BCE7-6A62D492E283}" srcId="{566FB457-2498-40C2-A25A-6F388EAB983F}" destId="{34D691BB-1F2E-4285-94A1-63AC96802203}" srcOrd="1" destOrd="0" parTransId="{4FA317B2-2913-4D19-8745-E9970A89ED6C}" sibTransId="{B775F504-FFF8-408F-A00A-47098C677706}"/>
    <dgm:cxn modelId="{119FB80B-2780-4311-A592-04DB08D9AB31}" type="presOf" srcId="{B7BA26FA-72C3-4A91-9CDC-EAA4B53A3FB4}" destId="{F7FD9FBB-1D22-4A47-973F-831EDE58F4B2}" srcOrd="0" destOrd="0" presId="urn:microsoft.com/office/officeart/2018/5/layout/CenteredIconLabelDescriptionList"/>
    <dgm:cxn modelId="{331A9A12-C7AB-4A96-A7E9-20D4A2BD7579}" srcId="{4F2507B3-881E-41E4-BD26-6C1639C34571}" destId="{B7BA26FA-72C3-4A91-9CDC-EAA4B53A3FB4}" srcOrd="1" destOrd="0" parTransId="{851B2CED-2AA5-40C8-9489-42B968FBFA45}" sibTransId="{D881D679-0AAD-4774-A692-E5764D22346C}"/>
    <dgm:cxn modelId="{B17EE71E-CCCC-4EE8-BDA1-80C998773796}" type="presOf" srcId="{8C7CA690-E44F-4DDE-9164-8D8BF9D43E39}" destId="{97060336-D581-4241-A338-E27F92E0D289}" srcOrd="0" destOrd="1" presId="urn:microsoft.com/office/officeart/2018/5/layout/CenteredIconLabelDescriptionList"/>
    <dgm:cxn modelId="{70F5FA5D-B60B-44E6-AA02-53C162EA15F3}" type="presOf" srcId="{4F2507B3-881E-41E4-BD26-6C1639C34571}" destId="{561F6898-92AC-4DCB-8AF5-6F1057CEF9A3}" srcOrd="0" destOrd="0" presId="urn:microsoft.com/office/officeart/2018/5/layout/CenteredIconLabelDescriptionList"/>
    <dgm:cxn modelId="{1159C86D-7C95-4A27-91FD-F9B804787A77}" type="presOf" srcId="{69BCB48D-229C-463E-A604-61831AB0DCB6}" destId="{F0A1FE84-B6A9-43C6-B02E-4394E68E5AAB}" srcOrd="0" destOrd="1" presId="urn:microsoft.com/office/officeart/2018/5/layout/CenteredIconLabelDescriptionList"/>
    <dgm:cxn modelId="{27F85451-09DF-4A39-A0B1-DD716DF7B9CF}" srcId="{B7BA26FA-72C3-4A91-9CDC-EAA4B53A3FB4}" destId="{69BCB48D-229C-463E-A604-61831AB0DCB6}" srcOrd="1" destOrd="0" parTransId="{DA646D29-A102-44EC-9605-DEBB09E9CD77}" sibTransId="{8B98D60D-C1A4-4E96-9048-ACA57A7A1E5D}"/>
    <dgm:cxn modelId="{44E15283-2D18-4D65-A7D9-EA9EE1125916}" srcId="{4F2507B3-881E-41E4-BD26-6C1639C34571}" destId="{566FB457-2498-40C2-A25A-6F388EAB983F}" srcOrd="0" destOrd="0" parTransId="{33DC814F-9412-4372-A329-14271176E7BE}" sibTransId="{F193B94A-3C33-44A0-B97D-203F1F002540}"/>
    <dgm:cxn modelId="{745D9593-70BC-4006-8E7F-7C25933DAE05}" type="presOf" srcId="{34D691BB-1F2E-4285-94A1-63AC96802203}" destId="{60200547-5A81-4F99-98BA-A96AB206FAF3}" srcOrd="0" destOrd="1" presId="urn:microsoft.com/office/officeart/2018/5/layout/CenteredIconLabelDescriptionList"/>
    <dgm:cxn modelId="{74474094-6D47-47F7-8B56-1B4138F4EEF1}" srcId="{E0D26474-2102-4A95-BDF6-3D8CC290BE8A}" destId="{8C7CA690-E44F-4DDE-9164-8D8BF9D43E39}" srcOrd="1" destOrd="0" parTransId="{76CD1796-65AE-4DF5-98B2-698E505EDFEC}" sibTransId="{B878C854-C444-4F87-9355-83A0AE9C2DA7}"/>
    <dgm:cxn modelId="{DF058FB2-807C-41A4-A3A1-389CC4510F5C}" type="presOf" srcId="{566FB457-2498-40C2-A25A-6F388EAB983F}" destId="{8360BAE2-E590-4C72-AC49-4938E38AB093}" srcOrd="0" destOrd="0" presId="urn:microsoft.com/office/officeart/2018/5/layout/CenteredIconLabelDescriptionList"/>
    <dgm:cxn modelId="{71677EB6-9CE4-44CB-88BB-089B42563433}" type="presOf" srcId="{E0D26474-2102-4A95-BDF6-3D8CC290BE8A}" destId="{0A49A3AF-B2B6-438F-91ED-2C4E22B6B16E}" srcOrd="0" destOrd="0" presId="urn:microsoft.com/office/officeart/2018/5/layout/CenteredIconLabelDescriptionList"/>
    <dgm:cxn modelId="{6DE1A3B9-063C-45D3-B3AC-D884B266CC89}" type="presOf" srcId="{D29238DB-9B9E-479A-8C64-FA4F62254B80}" destId="{F0A1FE84-B6A9-43C6-B02E-4394E68E5AAB}" srcOrd="0" destOrd="0" presId="urn:microsoft.com/office/officeart/2018/5/layout/CenteredIconLabelDescriptionList"/>
    <dgm:cxn modelId="{8337E6C0-2EA5-44A4-A62F-BB9D0EF259ED}" srcId="{4F2507B3-881E-41E4-BD26-6C1639C34571}" destId="{E0D26474-2102-4A95-BDF6-3D8CC290BE8A}" srcOrd="2" destOrd="0" parTransId="{F3F250E7-4A4F-490E-A721-94CD3EDCC6AB}" sibTransId="{3D4342E5-B487-4248-A160-9D59073C15ED}"/>
    <dgm:cxn modelId="{5A07D4CE-8C6F-4940-B0AF-761AEEDEBB04}" type="presOf" srcId="{7AF52C5E-A321-4A59-A7C4-D3F1F1578083}" destId="{97060336-D581-4241-A338-E27F92E0D289}" srcOrd="0" destOrd="0" presId="urn:microsoft.com/office/officeart/2018/5/layout/CenteredIconLabelDescriptionList"/>
    <dgm:cxn modelId="{995EE3E7-4FD2-47C3-BAC7-D9FE50168A29}" srcId="{B7BA26FA-72C3-4A91-9CDC-EAA4B53A3FB4}" destId="{D29238DB-9B9E-479A-8C64-FA4F62254B80}" srcOrd="0" destOrd="0" parTransId="{E7AA126B-6959-4A5B-8F91-4F3AAC5274FB}" sibTransId="{A82006EB-A73C-439D-AC79-243C8A7C0A0C}"/>
    <dgm:cxn modelId="{BC4DD7E9-3283-4C35-99AC-B24DE8A65D1A}" srcId="{E0D26474-2102-4A95-BDF6-3D8CC290BE8A}" destId="{7AF52C5E-A321-4A59-A7C4-D3F1F1578083}" srcOrd="0" destOrd="0" parTransId="{5D9DCFDF-472B-42B0-9EE5-5DCDF7E4DA15}" sibTransId="{02F4B1DD-F26F-4999-A1D3-90827967ED12}"/>
    <dgm:cxn modelId="{3916A4EA-0BA0-4D8E-9108-FA6513DF07F5}" srcId="{566FB457-2498-40C2-A25A-6F388EAB983F}" destId="{66B80926-CED0-4B09-82A9-86589DB0F921}" srcOrd="0" destOrd="0" parTransId="{1B808356-97C6-42A3-995E-291870844A48}" sibTransId="{02B035E1-21CA-4915-8D47-D2A7C7F9FFF8}"/>
    <dgm:cxn modelId="{96B33FED-A996-41C7-8CC5-3DF0DC753F9A}" type="presOf" srcId="{66B80926-CED0-4B09-82A9-86589DB0F921}" destId="{60200547-5A81-4F99-98BA-A96AB206FAF3}" srcOrd="0" destOrd="0" presId="urn:microsoft.com/office/officeart/2018/5/layout/CenteredIconLabelDescriptionList"/>
    <dgm:cxn modelId="{92BDAEB8-DF5D-4216-A755-6E441C5F0680}" type="presParOf" srcId="{561F6898-92AC-4DCB-8AF5-6F1057CEF9A3}" destId="{9F6D3009-A2B7-4DD4-B0A2-881990D56F11}" srcOrd="0" destOrd="0" presId="urn:microsoft.com/office/officeart/2018/5/layout/CenteredIconLabelDescriptionList"/>
    <dgm:cxn modelId="{29E17BBD-5FEC-46AB-8F9D-6E0AAE30AF03}" type="presParOf" srcId="{9F6D3009-A2B7-4DD4-B0A2-881990D56F11}" destId="{B627DE30-5C3E-4120-AEDC-7F33D087E675}" srcOrd="0" destOrd="0" presId="urn:microsoft.com/office/officeart/2018/5/layout/CenteredIconLabelDescriptionList"/>
    <dgm:cxn modelId="{507ADEF1-31D3-4ED3-96DB-E4406602044B}" type="presParOf" srcId="{9F6D3009-A2B7-4DD4-B0A2-881990D56F11}" destId="{AD04306A-00FA-4D5A-8CDE-336D7E09C2AC}" srcOrd="1" destOrd="0" presId="urn:microsoft.com/office/officeart/2018/5/layout/CenteredIconLabelDescriptionList"/>
    <dgm:cxn modelId="{ABF217C0-E382-46D7-9406-D63490A6BFAE}" type="presParOf" srcId="{9F6D3009-A2B7-4DD4-B0A2-881990D56F11}" destId="{8360BAE2-E590-4C72-AC49-4938E38AB093}" srcOrd="2" destOrd="0" presId="urn:microsoft.com/office/officeart/2018/5/layout/CenteredIconLabelDescriptionList"/>
    <dgm:cxn modelId="{552004B7-35C5-4190-82A6-6948C2117437}" type="presParOf" srcId="{9F6D3009-A2B7-4DD4-B0A2-881990D56F11}" destId="{D7636AD7-2FD4-4695-B372-B0B32FD8AB16}" srcOrd="3" destOrd="0" presId="urn:microsoft.com/office/officeart/2018/5/layout/CenteredIconLabelDescriptionList"/>
    <dgm:cxn modelId="{EFF42AA1-796C-4A2B-A056-3C881503F36C}" type="presParOf" srcId="{9F6D3009-A2B7-4DD4-B0A2-881990D56F11}" destId="{60200547-5A81-4F99-98BA-A96AB206FAF3}" srcOrd="4" destOrd="0" presId="urn:microsoft.com/office/officeart/2018/5/layout/CenteredIconLabelDescriptionList"/>
    <dgm:cxn modelId="{6EA433C2-F96C-4D55-B8A0-037BE6ECDC9E}" type="presParOf" srcId="{561F6898-92AC-4DCB-8AF5-6F1057CEF9A3}" destId="{FBC57E81-AFE0-4941-B258-22EA635B749E}" srcOrd="1" destOrd="0" presId="urn:microsoft.com/office/officeart/2018/5/layout/CenteredIconLabelDescriptionList"/>
    <dgm:cxn modelId="{6AF16C28-C457-4701-B1E8-BB3EE3EFEF6E}" type="presParOf" srcId="{561F6898-92AC-4DCB-8AF5-6F1057CEF9A3}" destId="{40903566-F7C3-4CF6-B418-A8EFF60677F6}" srcOrd="2" destOrd="0" presId="urn:microsoft.com/office/officeart/2018/5/layout/CenteredIconLabelDescriptionList"/>
    <dgm:cxn modelId="{D913EDF3-82D0-4166-AB22-7F11E8AAEC93}" type="presParOf" srcId="{40903566-F7C3-4CF6-B418-A8EFF60677F6}" destId="{82F58878-9CF6-443C-ACA4-D9BF1A472E32}" srcOrd="0" destOrd="0" presId="urn:microsoft.com/office/officeart/2018/5/layout/CenteredIconLabelDescriptionList"/>
    <dgm:cxn modelId="{60AE5FEA-C533-4244-BED6-47FC222D02BE}" type="presParOf" srcId="{40903566-F7C3-4CF6-B418-A8EFF60677F6}" destId="{48D41A2E-8CE1-4198-A101-BFB4781D7B17}" srcOrd="1" destOrd="0" presId="urn:microsoft.com/office/officeart/2018/5/layout/CenteredIconLabelDescriptionList"/>
    <dgm:cxn modelId="{AF4D7322-E6A5-46BE-8D35-5953C9C69BA5}" type="presParOf" srcId="{40903566-F7C3-4CF6-B418-A8EFF60677F6}" destId="{F7FD9FBB-1D22-4A47-973F-831EDE58F4B2}" srcOrd="2" destOrd="0" presId="urn:microsoft.com/office/officeart/2018/5/layout/CenteredIconLabelDescriptionList"/>
    <dgm:cxn modelId="{89D7C510-D92F-49FF-9DEC-A5DF4F7B1AEB}" type="presParOf" srcId="{40903566-F7C3-4CF6-B418-A8EFF60677F6}" destId="{FE6593A4-9A43-461C-8B47-1E2BE08E4DAD}" srcOrd="3" destOrd="0" presId="urn:microsoft.com/office/officeart/2018/5/layout/CenteredIconLabelDescriptionList"/>
    <dgm:cxn modelId="{2902FA51-6A67-4DBD-95C8-5C61076F2373}" type="presParOf" srcId="{40903566-F7C3-4CF6-B418-A8EFF60677F6}" destId="{F0A1FE84-B6A9-43C6-B02E-4394E68E5AAB}" srcOrd="4" destOrd="0" presId="urn:microsoft.com/office/officeart/2018/5/layout/CenteredIconLabelDescriptionList"/>
    <dgm:cxn modelId="{72D6E60E-B76E-4D01-B5CB-4AB34875088A}" type="presParOf" srcId="{561F6898-92AC-4DCB-8AF5-6F1057CEF9A3}" destId="{42B51AB8-F8BB-4F82-9F75-EB0EF33578E1}" srcOrd="3" destOrd="0" presId="urn:microsoft.com/office/officeart/2018/5/layout/CenteredIconLabelDescriptionList"/>
    <dgm:cxn modelId="{37A570D9-3DEA-4454-AB02-6679FE76A7D9}" type="presParOf" srcId="{561F6898-92AC-4DCB-8AF5-6F1057CEF9A3}" destId="{9100EBFC-9F76-4FF9-A4F6-57E4527FB380}" srcOrd="4" destOrd="0" presId="urn:microsoft.com/office/officeart/2018/5/layout/CenteredIconLabelDescriptionList"/>
    <dgm:cxn modelId="{5871FE69-09FD-4C37-9B41-F5C49DF254F1}" type="presParOf" srcId="{9100EBFC-9F76-4FF9-A4F6-57E4527FB380}" destId="{E24709BB-FCCE-4279-949C-ABBC679EAEEA}" srcOrd="0" destOrd="0" presId="urn:microsoft.com/office/officeart/2018/5/layout/CenteredIconLabelDescriptionList"/>
    <dgm:cxn modelId="{DBD2B521-3217-49A8-9025-DA9C32E64EB0}" type="presParOf" srcId="{9100EBFC-9F76-4FF9-A4F6-57E4527FB380}" destId="{18ACDEA0-BC75-4787-AFCD-B9765AEB9141}" srcOrd="1" destOrd="0" presId="urn:microsoft.com/office/officeart/2018/5/layout/CenteredIconLabelDescriptionList"/>
    <dgm:cxn modelId="{D7BCE384-170E-4A1E-8981-2E0D41EF5BF7}" type="presParOf" srcId="{9100EBFC-9F76-4FF9-A4F6-57E4527FB380}" destId="{0A49A3AF-B2B6-438F-91ED-2C4E22B6B16E}" srcOrd="2" destOrd="0" presId="urn:microsoft.com/office/officeart/2018/5/layout/CenteredIconLabelDescriptionList"/>
    <dgm:cxn modelId="{57C80832-77EE-4906-A775-1075E9BC82CC}" type="presParOf" srcId="{9100EBFC-9F76-4FF9-A4F6-57E4527FB380}" destId="{1A531C70-E30B-4901-9C5A-1D2D124CB269}" srcOrd="3" destOrd="0" presId="urn:microsoft.com/office/officeart/2018/5/layout/CenteredIconLabelDescriptionList"/>
    <dgm:cxn modelId="{58C06FCE-7C96-4941-A74B-0B025B54AFAD}" type="presParOf" srcId="{9100EBFC-9F76-4FF9-A4F6-57E4527FB380}" destId="{97060336-D581-4241-A338-E27F92E0D289}" srcOrd="4" destOrd="0" presId="urn:microsoft.com/office/officeart/2018/5/layout/CenteredIconLabelDescriptionList"/>
  </dgm:cxnLst>
  <dgm:bg/>
  <dgm:whole/>
  <dgm:extLst>
    <a:ext uri="http://schemas.microsoft.com/office/drawing/2008/diagram">
      <dsp:dataModelExt xmlns:dsp="http://schemas.microsoft.com/office/drawing/2008/diagram" relId="rId6" minVer="http://schemas.openxmlformats.org/drawingml/2006/diagram"/>
    </a:ext>
  </dgm:extLst>
</dgm:dataModel>
</file>

<file path=ppt/diagrams/data76.xml><?xml version="1.0" encoding="utf-8"?>
<dgm:dataModel xmlns:dgm="http://schemas.openxmlformats.org/drawingml/2006/diagram" xmlns:a="http://schemas.openxmlformats.org/drawingml/2006/main">
  <dgm:ptLst>
    <dgm:pt modelId="{4F2507B3-881E-41E4-BD26-6C1639C34571}" type="doc">
      <dgm:prSet loTypeId="urn:microsoft.com/office/officeart/2018/5/layout/CenteredIconLabelDescriptionList" loCatId="icon" qsTypeId="urn:microsoft.com/office/officeart/2005/8/quickstyle/simple1" qsCatId="simple" csTypeId="urn:microsoft.com/office/officeart/2018/5/colors/Iconchunking_neutralbg_colorful2" csCatId="colorful" phldr="1"/>
      <dgm:spPr/>
      <dgm:t>
        <a:bodyPr/>
        <a:lstStyle/>
        <a:p>
          <a:endParaRPr lang="en-US"/>
        </a:p>
      </dgm:t>
    </dgm:pt>
    <dgm:pt modelId="{FE8891AE-2130-455D-9B59-EA07E3769608}">
      <dgm:prSet/>
      <dgm:spPr/>
      <dgm:t>
        <a:bodyPr/>
        <a:lstStyle/>
        <a:p>
          <a:pPr>
            <a:lnSpc>
              <a:spcPct val="100000"/>
            </a:lnSpc>
            <a:defRPr b="1"/>
          </a:pPr>
          <a:r>
            <a:rPr lang="en-US"/>
            <a:t>OP_ADD</a:t>
          </a:r>
        </a:p>
      </dgm:t>
    </dgm:pt>
    <dgm:pt modelId="{C9EF970A-ACA3-4175-BC93-B35197188290}" type="parTrans" cxnId="{9D9B330F-D599-4937-8B3F-E4DE7FB94A66}">
      <dgm:prSet/>
      <dgm:spPr/>
      <dgm:t>
        <a:bodyPr/>
        <a:lstStyle/>
        <a:p>
          <a:endParaRPr lang="en-US"/>
        </a:p>
      </dgm:t>
    </dgm:pt>
    <dgm:pt modelId="{123F2D5C-05D8-444E-A934-4AE9CF665C94}" type="sibTrans" cxnId="{9D9B330F-D599-4937-8B3F-E4DE7FB94A66}">
      <dgm:prSet/>
      <dgm:spPr/>
      <dgm:t>
        <a:bodyPr/>
        <a:lstStyle/>
        <a:p>
          <a:endParaRPr lang="en-US"/>
        </a:p>
      </dgm:t>
    </dgm:pt>
    <dgm:pt modelId="{4970120F-C6AB-4162-BB54-6D08B7FCDFF7}">
      <dgm:prSet/>
      <dgm:spPr/>
      <dgm:t>
        <a:bodyPr/>
        <a:lstStyle/>
        <a:p>
          <a:pPr>
            <a:lnSpc>
              <a:spcPct val="100000"/>
            </a:lnSpc>
          </a:pPr>
          <a:r>
            <a:rPr lang="en-US" dirty="0"/>
            <a:t>add them </a:t>
          </a:r>
        </a:p>
      </dgm:t>
    </dgm:pt>
    <dgm:pt modelId="{1382089E-2D99-428B-ADC6-84C92C559401}" type="parTrans" cxnId="{4A9345AD-4231-4F0F-AB2A-2072CAB38428}">
      <dgm:prSet/>
      <dgm:spPr/>
      <dgm:t>
        <a:bodyPr/>
        <a:lstStyle/>
        <a:p>
          <a:endParaRPr lang="en-US"/>
        </a:p>
      </dgm:t>
    </dgm:pt>
    <dgm:pt modelId="{FB25601B-A9A0-4219-937F-20BA65ED2220}" type="sibTrans" cxnId="{4A9345AD-4231-4F0F-AB2A-2072CAB38428}">
      <dgm:prSet/>
      <dgm:spPr/>
      <dgm:t>
        <a:bodyPr/>
        <a:lstStyle/>
        <a:p>
          <a:endParaRPr lang="en-US"/>
        </a:p>
      </dgm:t>
    </dgm:pt>
    <dgm:pt modelId="{D8900396-7ED0-4250-9832-6A35A41D15DE}">
      <dgm:prSet/>
      <dgm:spPr/>
      <dgm:t>
        <a:bodyPr/>
        <a:lstStyle/>
        <a:p>
          <a:pPr>
            <a:lnSpc>
              <a:spcPct val="100000"/>
            </a:lnSpc>
          </a:pPr>
          <a:r>
            <a:rPr lang="en-US" dirty="0"/>
            <a:t>push the</a:t>
          </a:r>
          <a:r>
            <a:rPr lang="tr-TR" dirty="0"/>
            <a:t> </a:t>
          </a:r>
          <a:r>
            <a:rPr lang="en-US" dirty="0"/>
            <a:t>resulting sum</a:t>
          </a:r>
        </a:p>
      </dgm:t>
    </dgm:pt>
    <dgm:pt modelId="{5F4521F1-0787-4D26-AEDE-F50EDCCDAA50}" type="parTrans" cxnId="{05D6810B-A2D5-4DBD-B880-DBBA014D26F6}">
      <dgm:prSet/>
      <dgm:spPr/>
      <dgm:t>
        <a:bodyPr/>
        <a:lstStyle/>
        <a:p>
          <a:endParaRPr lang="en-US"/>
        </a:p>
      </dgm:t>
    </dgm:pt>
    <dgm:pt modelId="{7439A0F8-B03C-4DE9-ADE0-3EDDB3FC839E}" type="sibTrans" cxnId="{05D6810B-A2D5-4DBD-B880-DBBA014D26F6}">
      <dgm:prSet/>
      <dgm:spPr/>
      <dgm:t>
        <a:bodyPr/>
        <a:lstStyle/>
        <a:p>
          <a:endParaRPr lang="en-US"/>
        </a:p>
      </dgm:t>
    </dgm:pt>
    <dgm:pt modelId="{D6A35077-D8EF-41D0-AA49-212933DD7F0C}">
      <dgm:prSet/>
      <dgm:spPr/>
      <dgm:t>
        <a:bodyPr/>
        <a:lstStyle/>
        <a:p>
          <a:pPr>
            <a:lnSpc>
              <a:spcPct val="100000"/>
            </a:lnSpc>
          </a:pPr>
          <a:r>
            <a:rPr lang="en-US" dirty="0"/>
            <a:t> will pop two items</a:t>
          </a:r>
        </a:p>
      </dgm:t>
    </dgm:pt>
    <dgm:pt modelId="{1E4DE8B5-3A21-4DCB-AD82-E60F287A17E8}" type="parTrans" cxnId="{A6286311-A951-47B8-9383-731307C952BE}">
      <dgm:prSet/>
      <dgm:spPr/>
    </dgm:pt>
    <dgm:pt modelId="{65E27D1E-86EF-4F5D-B46E-61DC8220194A}" type="sibTrans" cxnId="{A6286311-A951-47B8-9383-731307C952BE}">
      <dgm:prSet/>
      <dgm:spPr/>
    </dgm:pt>
    <dgm:pt modelId="{5FBC4259-50A0-45EF-BCA0-8EBE4B7A71B9}">
      <dgm:prSet/>
      <dgm:spPr/>
      <dgm:t>
        <a:bodyPr/>
        <a:lstStyle/>
        <a:p>
          <a:pPr>
            <a:lnSpc>
              <a:spcPct val="100000"/>
            </a:lnSpc>
          </a:pPr>
          <a:r>
            <a:rPr lang="en-US" dirty="0"/>
            <a:t>from the stack</a:t>
          </a:r>
        </a:p>
      </dgm:t>
    </dgm:pt>
    <dgm:pt modelId="{8FD25A16-06F9-4741-BCD3-BE8E5501B4EC}" type="parTrans" cxnId="{0B482214-6285-4DF3-8CBD-C2504EF725BB}">
      <dgm:prSet/>
      <dgm:spPr/>
    </dgm:pt>
    <dgm:pt modelId="{DE09BF15-2660-40B6-B40A-B03BE7375118}" type="sibTrans" cxnId="{0B482214-6285-4DF3-8CBD-C2504EF725BB}">
      <dgm:prSet/>
      <dgm:spPr/>
    </dgm:pt>
    <dgm:pt modelId="{2BA4026C-1AFF-4AEE-BC6F-BDBF556528E0}">
      <dgm:prSet/>
      <dgm:spPr/>
      <dgm:t>
        <a:bodyPr/>
        <a:lstStyle/>
        <a:p>
          <a:pPr>
            <a:lnSpc>
              <a:spcPct val="100000"/>
            </a:lnSpc>
            <a:defRPr b="1"/>
          </a:pPr>
          <a:r>
            <a:rPr lang="tr-TR"/>
            <a:t>Pop two items</a:t>
          </a:r>
          <a:endParaRPr lang="en-US"/>
        </a:p>
      </dgm:t>
    </dgm:pt>
    <dgm:pt modelId="{15AF7928-DA85-49D9-89B5-A05186D78821}" type="parTrans" cxnId="{59D6296C-18B9-49E8-9585-56768952F398}">
      <dgm:prSet/>
      <dgm:spPr/>
    </dgm:pt>
    <dgm:pt modelId="{C14EE3D6-F9D0-4564-B58B-68CEED1B3CE2}" type="sibTrans" cxnId="{59D6296C-18B9-49E8-9585-56768952F398}">
      <dgm:prSet/>
      <dgm:spPr/>
    </dgm:pt>
    <dgm:pt modelId="{18193CE4-4DEA-4F33-B78A-EB6133E0F1F2}">
      <dgm:prSet/>
      <dgm:spPr/>
      <dgm:t>
        <a:bodyPr/>
        <a:lstStyle/>
        <a:p>
          <a:pPr>
            <a:lnSpc>
              <a:spcPct val="100000"/>
            </a:lnSpc>
            <a:defRPr b="1"/>
          </a:pPr>
          <a:r>
            <a:rPr lang="tr-TR"/>
            <a:t>Add</a:t>
          </a:r>
          <a:endParaRPr lang="en-US"/>
        </a:p>
      </dgm:t>
    </dgm:pt>
    <dgm:pt modelId="{769D408D-7C8C-4068-BF14-B1E73F5B89A5}" type="parTrans" cxnId="{865EBEB0-00F1-476A-AA94-CDB679FB02F1}">
      <dgm:prSet/>
      <dgm:spPr/>
    </dgm:pt>
    <dgm:pt modelId="{069BBDCE-FF2E-4A86-A630-02D977E52482}" type="sibTrans" cxnId="{865EBEB0-00F1-476A-AA94-CDB679FB02F1}">
      <dgm:prSet/>
      <dgm:spPr/>
    </dgm:pt>
    <dgm:pt modelId="{EA348BAC-A5BC-4AE1-B071-948A743D7C28}">
      <dgm:prSet/>
      <dgm:spPr/>
      <dgm:t>
        <a:bodyPr/>
        <a:lstStyle/>
        <a:p>
          <a:pPr>
            <a:lnSpc>
              <a:spcPct val="100000"/>
            </a:lnSpc>
            <a:defRPr b="1"/>
          </a:pPr>
          <a:r>
            <a:rPr lang="tr-TR"/>
            <a:t>Push the reuls</a:t>
          </a:r>
          <a:endParaRPr lang="en-US"/>
        </a:p>
      </dgm:t>
    </dgm:pt>
    <dgm:pt modelId="{FBFC9705-FBE0-4D00-951B-6E88AA33029A}" type="parTrans" cxnId="{6953EF60-6981-4A37-AEC5-232042C093B2}">
      <dgm:prSet/>
      <dgm:spPr/>
    </dgm:pt>
    <dgm:pt modelId="{18ED8811-BCD4-4D48-8E23-0B6D597A5CE1}" type="sibTrans" cxnId="{6953EF60-6981-4A37-AEC5-232042C093B2}">
      <dgm:prSet/>
      <dgm:spPr/>
    </dgm:pt>
    <dgm:pt modelId="{B798A008-4C3B-47DB-9FD1-92B60B89BCC6}">
      <dgm:prSet/>
      <dgm:spPr/>
      <dgm:t>
        <a:bodyPr/>
        <a:lstStyle/>
        <a:p>
          <a:pPr>
            <a:lnSpc>
              <a:spcPct val="100000"/>
            </a:lnSpc>
          </a:pPr>
          <a:r>
            <a:rPr lang="en-US" dirty="0"/>
            <a:t>onto the stack</a:t>
          </a:r>
        </a:p>
      </dgm:t>
    </dgm:pt>
    <dgm:pt modelId="{81618D87-F69F-480A-B874-79E820210FE0}" type="parTrans" cxnId="{D45E4CE4-EE9D-43D1-9FDC-24F6467A6B54}">
      <dgm:prSet/>
      <dgm:spPr/>
    </dgm:pt>
    <dgm:pt modelId="{D52A99E1-968F-4C01-A8E8-5F8F58D4B414}" type="sibTrans" cxnId="{D45E4CE4-EE9D-43D1-9FDC-24F6467A6B54}">
      <dgm:prSet/>
      <dgm:spPr/>
    </dgm:pt>
    <dgm:pt modelId="{399A1878-7884-4951-B9DF-6159F01C5D86}" type="pres">
      <dgm:prSet presAssocID="{4F2507B3-881E-41E4-BD26-6C1639C34571}" presName="root" presStyleCnt="0">
        <dgm:presLayoutVars>
          <dgm:dir/>
          <dgm:resizeHandles val="exact"/>
        </dgm:presLayoutVars>
      </dgm:prSet>
      <dgm:spPr/>
    </dgm:pt>
    <dgm:pt modelId="{40B36A3F-2D5B-47B2-A15F-D84DC033B1D3}" type="pres">
      <dgm:prSet presAssocID="{FE8891AE-2130-455D-9B59-EA07E3769608}" presName="compNode" presStyleCnt="0"/>
      <dgm:spPr/>
    </dgm:pt>
    <dgm:pt modelId="{4B91879F-F32C-43AE-84C3-B38269B040C3}" type="pres">
      <dgm:prSet presAssocID="{FE8891AE-2130-455D-9B59-EA07E3769608}" presName="iconRect" presStyleLbl="node1" presStyleIdx="0" presStyleCnt="4"/>
      <dgm:spPr>
        <a:blipFill>
          <a:blip xmlns:r="http://schemas.openxmlformats.org/officeDocument/2006/relationships" r:embed="rId1" cstate="email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2"/>
              </a:ext>
            </a:extLst>
          </a:blip>
          <a:stretch>
            <a:fillRect/>
          </a:stretch>
        </a:blipFill>
        <a:ln>
          <a:noFill/>
        </a:ln>
      </dgm:spPr>
      <dgm:extLst>
        <a:ext uri="{E40237B7-FDA0-4F09-8148-C483321AD2D9}">
          <dgm14:cNvPr xmlns:dgm14="http://schemas.microsoft.com/office/drawing/2010/diagram" id="0" name="" descr="Bed"/>
        </a:ext>
      </dgm:extLst>
    </dgm:pt>
    <dgm:pt modelId="{AB3A4AEC-EAC8-4ABF-B228-32EBB425C09C}" type="pres">
      <dgm:prSet presAssocID="{FE8891AE-2130-455D-9B59-EA07E3769608}" presName="iconSpace" presStyleCnt="0"/>
      <dgm:spPr/>
    </dgm:pt>
    <dgm:pt modelId="{3C0642F2-DB99-4649-9F0E-A13FCE7B8B1A}" type="pres">
      <dgm:prSet presAssocID="{FE8891AE-2130-455D-9B59-EA07E3769608}" presName="parTx" presStyleLbl="revTx" presStyleIdx="0" presStyleCnt="8">
        <dgm:presLayoutVars>
          <dgm:chMax val="0"/>
          <dgm:chPref val="0"/>
        </dgm:presLayoutVars>
      </dgm:prSet>
      <dgm:spPr/>
    </dgm:pt>
    <dgm:pt modelId="{8A7EA31A-82FB-4395-B92D-03301F9D8BEB}" type="pres">
      <dgm:prSet presAssocID="{FE8891AE-2130-455D-9B59-EA07E3769608}" presName="txSpace" presStyleCnt="0"/>
      <dgm:spPr/>
    </dgm:pt>
    <dgm:pt modelId="{017C3AEC-38E4-4C8D-B46C-200307EE0DA3}" type="pres">
      <dgm:prSet presAssocID="{FE8891AE-2130-455D-9B59-EA07E3769608}" presName="desTx" presStyleLbl="revTx" presStyleIdx="1" presStyleCnt="8">
        <dgm:presLayoutVars/>
      </dgm:prSet>
      <dgm:spPr/>
    </dgm:pt>
    <dgm:pt modelId="{5B27F0E2-1B6B-42C8-ADEE-9DABDCC0FAB9}" type="pres">
      <dgm:prSet presAssocID="{123F2D5C-05D8-444E-A934-4AE9CF665C94}" presName="sibTrans" presStyleCnt="0"/>
      <dgm:spPr/>
    </dgm:pt>
    <dgm:pt modelId="{C96CF360-A2AC-4127-922F-4F54E4937429}" type="pres">
      <dgm:prSet presAssocID="{2BA4026C-1AFF-4AEE-BC6F-BDBF556528E0}" presName="compNode" presStyleCnt="0"/>
      <dgm:spPr/>
    </dgm:pt>
    <dgm:pt modelId="{09C48E5B-3FCE-45F5-AC35-58BF7ECA8308}" type="pres">
      <dgm:prSet presAssocID="{2BA4026C-1AFF-4AEE-BC6F-BDBF556528E0}" presName="iconRect" presStyleLbl="node1" presStyleIdx="1" presStyleCnt="4"/>
      <dgm:spPr>
        <a:blipFill>
          <a:blip xmlns:r="http://schemas.openxmlformats.org/officeDocument/2006/relationships" r:embed="rId3" cstate="email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4"/>
              </a:ext>
            </a:extLst>
          </a:blip>
          <a:stretch>
            <a:fillRect/>
          </a:stretch>
        </a:blipFill>
        <a:ln>
          <a:noFill/>
        </a:ln>
      </dgm:spPr>
      <dgm:extLst>
        <a:ext uri="{E40237B7-FDA0-4F09-8148-C483321AD2D9}">
          <dgm14:cNvPr xmlns:dgm14="http://schemas.microsoft.com/office/drawing/2010/diagram" id="0" name="" descr="Popcorn"/>
        </a:ext>
      </dgm:extLst>
    </dgm:pt>
    <dgm:pt modelId="{CC23F268-D2D1-4FC2-A05D-16E7079D82C5}" type="pres">
      <dgm:prSet presAssocID="{2BA4026C-1AFF-4AEE-BC6F-BDBF556528E0}" presName="iconSpace" presStyleCnt="0"/>
      <dgm:spPr/>
    </dgm:pt>
    <dgm:pt modelId="{89299FB0-0857-4A09-9738-CF392A90D08D}" type="pres">
      <dgm:prSet presAssocID="{2BA4026C-1AFF-4AEE-BC6F-BDBF556528E0}" presName="parTx" presStyleLbl="revTx" presStyleIdx="2" presStyleCnt="8">
        <dgm:presLayoutVars>
          <dgm:chMax val="0"/>
          <dgm:chPref val="0"/>
        </dgm:presLayoutVars>
      </dgm:prSet>
      <dgm:spPr/>
    </dgm:pt>
    <dgm:pt modelId="{05928531-4E57-4F31-AC34-3BBA1477D721}" type="pres">
      <dgm:prSet presAssocID="{2BA4026C-1AFF-4AEE-BC6F-BDBF556528E0}" presName="txSpace" presStyleCnt="0"/>
      <dgm:spPr/>
    </dgm:pt>
    <dgm:pt modelId="{E1D4F321-1C26-4820-9121-2F301F85A4A3}" type="pres">
      <dgm:prSet presAssocID="{2BA4026C-1AFF-4AEE-BC6F-BDBF556528E0}" presName="desTx" presStyleLbl="revTx" presStyleIdx="3" presStyleCnt="8">
        <dgm:presLayoutVars/>
      </dgm:prSet>
      <dgm:spPr/>
    </dgm:pt>
    <dgm:pt modelId="{489111C4-9262-4A81-99AB-66D407B50351}" type="pres">
      <dgm:prSet presAssocID="{C14EE3D6-F9D0-4564-B58B-68CEED1B3CE2}" presName="sibTrans" presStyleCnt="0"/>
      <dgm:spPr/>
    </dgm:pt>
    <dgm:pt modelId="{C0DAA617-6546-462F-8622-7518635C3C26}" type="pres">
      <dgm:prSet presAssocID="{18193CE4-4DEA-4F33-B78A-EB6133E0F1F2}" presName="compNode" presStyleCnt="0"/>
      <dgm:spPr/>
    </dgm:pt>
    <dgm:pt modelId="{8B64623A-AAE0-4022-8909-C9DEF0F281BB}" type="pres">
      <dgm:prSet presAssocID="{18193CE4-4DEA-4F33-B78A-EB6133E0F1F2}" presName="iconRect" presStyleLbl="node1" presStyleIdx="2" presStyleCnt="4"/>
      <dgm:spPr>
        <a:blipFill>
          <a:blip xmlns:r="http://schemas.openxmlformats.org/officeDocument/2006/relationships" r:embed="rId5" cstate="email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6"/>
              </a:ext>
            </a:extLst>
          </a:blip>
          <a:stretch>
            <a:fillRect/>
          </a:stretch>
        </a:blipFill>
        <a:ln>
          <a:noFill/>
        </a:ln>
      </dgm:spPr>
      <dgm:extLst>
        <a:ext uri="{E40237B7-FDA0-4F09-8148-C483321AD2D9}">
          <dgm14:cNvPr xmlns:dgm14="http://schemas.microsoft.com/office/drawing/2010/diagram" id="0" name="" descr="Add"/>
        </a:ext>
      </dgm:extLst>
    </dgm:pt>
    <dgm:pt modelId="{0E9C633F-AAEB-49A2-A41F-DDD6C989F135}" type="pres">
      <dgm:prSet presAssocID="{18193CE4-4DEA-4F33-B78A-EB6133E0F1F2}" presName="iconSpace" presStyleCnt="0"/>
      <dgm:spPr/>
    </dgm:pt>
    <dgm:pt modelId="{101E7DC2-09AA-47DE-8B9D-5BD04E10AD97}" type="pres">
      <dgm:prSet presAssocID="{18193CE4-4DEA-4F33-B78A-EB6133E0F1F2}" presName="parTx" presStyleLbl="revTx" presStyleIdx="4" presStyleCnt="8">
        <dgm:presLayoutVars>
          <dgm:chMax val="0"/>
          <dgm:chPref val="0"/>
        </dgm:presLayoutVars>
      </dgm:prSet>
      <dgm:spPr/>
    </dgm:pt>
    <dgm:pt modelId="{639F8AE3-89B0-49B6-AEC6-F2B6D2BCC6FA}" type="pres">
      <dgm:prSet presAssocID="{18193CE4-4DEA-4F33-B78A-EB6133E0F1F2}" presName="txSpace" presStyleCnt="0"/>
      <dgm:spPr/>
    </dgm:pt>
    <dgm:pt modelId="{4394F399-4011-4286-8531-36C1A31F26EE}" type="pres">
      <dgm:prSet presAssocID="{18193CE4-4DEA-4F33-B78A-EB6133E0F1F2}" presName="desTx" presStyleLbl="revTx" presStyleIdx="5" presStyleCnt="8">
        <dgm:presLayoutVars/>
      </dgm:prSet>
      <dgm:spPr/>
    </dgm:pt>
    <dgm:pt modelId="{F8C4C7D5-0804-497C-B71E-2EF64D7D0065}" type="pres">
      <dgm:prSet presAssocID="{069BBDCE-FF2E-4A86-A630-02D977E52482}" presName="sibTrans" presStyleCnt="0"/>
      <dgm:spPr/>
    </dgm:pt>
    <dgm:pt modelId="{E96DF97F-9814-424C-9EED-273D5ADA2151}" type="pres">
      <dgm:prSet presAssocID="{EA348BAC-A5BC-4AE1-B071-948A743D7C28}" presName="compNode" presStyleCnt="0"/>
      <dgm:spPr/>
    </dgm:pt>
    <dgm:pt modelId="{6EAB5DDE-F70D-4E49-BBBE-F7F45379FFC5}" type="pres">
      <dgm:prSet presAssocID="{EA348BAC-A5BC-4AE1-B071-948A743D7C28}" presName="iconRect" presStyleLbl="node1" presStyleIdx="3" presStyleCnt="4"/>
      <dgm:spPr>
        <a:blipFill>
          <a:blip xmlns:r="http://schemas.openxmlformats.org/officeDocument/2006/relationships" r:embed="rId7" cstate="email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8"/>
              </a:ext>
            </a:extLst>
          </a:blip>
          <a:stretch>
            <a:fillRect/>
          </a:stretch>
        </a:blipFill>
        <a:ln>
          <a:noFill/>
        </a:ln>
      </dgm:spPr>
      <dgm:extLst>
        <a:ext uri="{E40237B7-FDA0-4F09-8148-C483321AD2D9}">
          <dgm14:cNvPr xmlns:dgm14="http://schemas.microsoft.com/office/drawing/2010/diagram" id="0" name="" descr="Filter"/>
        </a:ext>
      </dgm:extLst>
    </dgm:pt>
    <dgm:pt modelId="{A596F658-866F-4F05-87AD-416095B5629E}" type="pres">
      <dgm:prSet presAssocID="{EA348BAC-A5BC-4AE1-B071-948A743D7C28}" presName="iconSpace" presStyleCnt="0"/>
      <dgm:spPr/>
    </dgm:pt>
    <dgm:pt modelId="{1F8A2D2C-C8E9-41EF-B105-1D0BC2103909}" type="pres">
      <dgm:prSet presAssocID="{EA348BAC-A5BC-4AE1-B071-948A743D7C28}" presName="parTx" presStyleLbl="revTx" presStyleIdx="6" presStyleCnt="8">
        <dgm:presLayoutVars>
          <dgm:chMax val="0"/>
          <dgm:chPref val="0"/>
        </dgm:presLayoutVars>
      </dgm:prSet>
      <dgm:spPr/>
    </dgm:pt>
    <dgm:pt modelId="{D4420840-615F-4E46-9E2A-A47BC4925BB9}" type="pres">
      <dgm:prSet presAssocID="{EA348BAC-A5BC-4AE1-B071-948A743D7C28}" presName="txSpace" presStyleCnt="0"/>
      <dgm:spPr/>
    </dgm:pt>
    <dgm:pt modelId="{F4EE2FB3-F2E1-4B7A-ADF2-92D1E30196CA}" type="pres">
      <dgm:prSet presAssocID="{EA348BAC-A5BC-4AE1-B071-948A743D7C28}" presName="desTx" presStyleLbl="revTx" presStyleIdx="7" presStyleCnt="8">
        <dgm:presLayoutVars/>
      </dgm:prSet>
      <dgm:spPr/>
    </dgm:pt>
  </dgm:ptLst>
  <dgm:cxnLst>
    <dgm:cxn modelId="{05D6810B-A2D5-4DBD-B880-DBBA014D26F6}" srcId="{EA348BAC-A5BC-4AE1-B071-948A743D7C28}" destId="{D8900396-7ED0-4250-9832-6A35A41D15DE}" srcOrd="0" destOrd="0" parTransId="{5F4521F1-0787-4D26-AEDE-F50EDCCDAA50}" sibTransId="{7439A0F8-B03C-4DE9-ADE0-3EDDB3FC839E}"/>
    <dgm:cxn modelId="{9D9B330F-D599-4937-8B3F-E4DE7FB94A66}" srcId="{4F2507B3-881E-41E4-BD26-6C1639C34571}" destId="{FE8891AE-2130-455D-9B59-EA07E3769608}" srcOrd="0" destOrd="0" parTransId="{C9EF970A-ACA3-4175-BC93-B35197188290}" sibTransId="{123F2D5C-05D8-444E-A934-4AE9CF665C94}"/>
    <dgm:cxn modelId="{A6286311-A951-47B8-9383-731307C952BE}" srcId="{2BA4026C-1AFF-4AEE-BC6F-BDBF556528E0}" destId="{D6A35077-D8EF-41D0-AA49-212933DD7F0C}" srcOrd="0" destOrd="0" parTransId="{1E4DE8B5-3A21-4DCB-AD82-E60F287A17E8}" sibTransId="{65E27D1E-86EF-4F5D-B46E-61DC8220194A}"/>
    <dgm:cxn modelId="{29010B13-DBA6-48DA-8D85-0A017E2B77F1}" type="presOf" srcId="{FE8891AE-2130-455D-9B59-EA07E3769608}" destId="{3C0642F2-DB99-4649-9F0E-A13FCE7B8B1A}" srcOrd="0" destOrd="0" presId="urn:microsoft.com/office/officeart/2018/5/layout/CenteredIconLabelDescriptionList"/>
    <dgm:cxn modelId="{0B482214-6285-4DF3-8CBD-C2504EF725BB}" srcId="{2BA4026C-1AFF-4AEE-BC6F-BDBF556528E0}" destId="{5FBC4259-50A0-45EF-BCA0-8EBE4B7A71B9}" srcOrd="1" destOrd="0" parTransId="{8FD25A16-06F9-4741-BCD3-BE8E5501B4EC}" sibTransId="{DE09BF15-2660-40B6-B40A-B03BE7375118}"/>
    <dgm:cxn modelId="{0FC83825-4565-4BA5-92A7-0BCF5FDCE497}" type="presOf" srcId="{4F2507B3-881E-41E4-BD26-6C1639C34571}" destId="{399A1878-7884-4951-B9DF-6159F01C5D86}" srcOrd="0" destOrd="0" presId="urn:microsoft.com/office/officeart/2018/5/layout/CenteredIconLabelDescriptionList"/>
    <dgm:cxn modelId="{2D3FFC39-2173-40CA-8CD8-8BAF427C4930}" type="presOf" srcId="{2BA4026C-1AFF-4AEE-BC6F-BDBF556528E0}" destId="{89299FB0-0857-4A09-9738-CF392A90D08D}" srcOrd="0" destOrd="0" presId="urn:microsoft.com/office/officeart/2018/5/layout/CenteredIconLabelDescriptionList"/>
    <dgm:cxn modelId="{6953EF60-6981-4A37-AEC5-232042C093B2}" srcId="{4F2507B3-881E-41E4-BD26-6C1639C34571}" destId="{EA348BAC-A5BC-4AE1-B071-948A743D7C28}" srcOrd="3" destOrd="0" parTransId="{FBFC9705-FBE0-4D00-951B-6E88AA33029A}" sibTransId="{18ED8811-BCD4-4D48-8E23-0B6D597A5CE1}"/>
    <dgm:cxn modelId="{59D6296C-18B9-49E8-9585-56768952F398}" srcId="{4F2507B3-881E-41E4-BD26-6C1639C34571}" destId="{2BA4026C-1AFF-4AEE-BC6F-BDBF556528E0}" srcOrd="1" destOrd="0" parTransId="{15AF7928-DA85-49D9-89B5-A05186D78821}" sibTransId="{C14EE3D6-F9D0-4564-B58B-68CEED1B3CE2}"/>
    <dgm:cxn modelId="{3231E96C-C22D-41C0-8310-A2D6D348CF03}" type="presOf" srcId="{EA348BAC-A5BC-4AE1-B071-948A743D7C28}" destId="{1F8A2D2C-C8E9-41EF-B105-1D0BC2103909}" srcOrd="0" destOrd="0" presId="urn:microsoft.com/office/officeart/2018/5/layout/CenteredIconLabelDescriptionList"/>
    <dgm:cxn modelId="{DE9DE176-F58E-4A8A-9B5C-54E23D7C44B0}" type="presOf" srcId="{B798A008-4C3B-47DB-9FD1-92B60B89BCC6}" destId="{F4EE2FB3-F2E1-4B7A-ADF2-92D1E30196CA}" srcOrd="0" destOrd="1" presId="urn:microsoft.com/office/officeart/2018/5/layout/CenteredIconLabelDescriptionList"/>
    <dgm:cxn modelId="{69227C7A-12FF-4A2E-81FC-A283CBA46CA3}" type="presOf" srcId="{5FBC4259-50A0-45EF-BCA0-8EBE4B7A71B9}" destId="{E1D4F321-1C26-4820-9121-2F301F85A4A3}" srcOrd="0" destOrd="1" presId="urn:microsoft.com/office/officeart/2018/5/layout/CenteredIconLabelDescriptionList"/>
    <dgm:cxn modelId="{4A9345AD-4231-4F0F-AB2A-2072CAB38428}" srcId="{18193CE4-4DEA-4F33-B78A-EB6133E0F1F2}" destId="{4970120F-C6AB-4162-BB54-6D08B7FCDFF7}" srcOrd="0" destOrd="0" parTransId="{1382089E-2D99-428B-ADC6-84C92C559401}" sibTransId="{FB25601B-A9A0-4219-937F-20BA65ED2220}"/>
    <dgm:cxn modelId="{865EBEB0-00F1-476A-AA94-CDB679FB02F1}" srcId="{4F2507B3-881E-41E4-BD26-6C1639C34571}" destId="{18193CE4-4DEA-4F33-B78A-EB6133E0F1F2}" srcOrd="2" destOrd="0" parTransId="{769D408D-7C8C-4068-BF14-B1E73F5B89A5}" sibTransId="{069BBDCE-FF2E-4A86-A630-02D977E52482}"/>
    <dgm:cxn modelId="{89BDEBBC-4D7D-4009-B4FF-EA40BB04BF34}" type="presOf" srcId="{4970120F-C6AB-4162-BB54-6D08B7FCDFF7}" destId="{4394F399-4011-4286-8531-36C1A31F26EE}" srcOrd="0" destOrd="0" presId="urn:microsoft.com/office/officeart/2018/5/layout/CenteredIconLabelDescriptionList"/>
    <dgm:cxn modelId="{005823C5-F45C-4B19-A90B-2BEC7058B1E9}" type="presOf" srcId="{D8900396-7ED0-4250-9832-6A35A41D15DE}" destId="{F4EE2FB3-F2E1-4B7A-ADF2-92D1E30196CA}" srcOrd="0" destOrd="0" presId="urn:microsoft.com/office/officeart/2018/5/layout/CenteredIconLabelDescriptionList"/>
    <dgm:cxn modelId="{FFE9B9C9-E23E-42C0-90AA-EBD86B426DEC}" type="presOf" srcId="{18193CE4-4DEA-4F33-B78A-EB6133E0F1F2}" destId="{101E7DC2-09AA-47DE-8B9D-5BD04E10AD97}" srcOrd="0" destOrd="0" presId="urn:microsoft.com/office/officeart/2018/5/layout/CenteredIconLabelDescriptionList"/>
    <dgm:cxn modelId="{C567B2DA-A601-48CF-9A08-BF1043302E99}" type="presOf" srcId="{D6A35077-D8EF-41D0-AA49-212933DD7F0C}" destId="{E1D4F321-1C26-4820-9121-2F301F85A4A3}" srcOrd="0" destOrd="0" presId="urn:microsoft.com/office/officeart/2018/5/layout/CenteredIconLabelDescriptionList"/>
    <dgm:cxn modelId="{D45E4CE4-EE9D-43D1-9FDC-24F6467A6B54}" srcId="{EA348BAC-A5BC-4AE1-B071-948A743D7C28}" destId="{B798A008-4C3B-47DB-9FD1-92B60B89BCC6}" srcOrd="1" destOrd="0" parTransId="{81618D87-F69F-480A-B874-79E820210FE0}" sibTransId="{D52A99E1-968F-4C01-A8E8-5F8F58D4B414}"/>
    <dgm:cxn modelId="{AE9B5BBD-80C3-494B-B67A-D3B4CA767E1D}" type="presParOf" srcId="{399A1878-7884-4951-B9DF-6159F01C5D86}" destId="{40B36A3F-2D5B-47B2-A15F-D84DC033B1D3}" srcOrd="0" destOrd="0" presId="urn:microsoft.com/office/officeart/2018/5/layout/CenteredIconLabelDescriptionList"/>
    <dgm:cxn modelId="{67E0BFE0-C1A5-41C4-AB68-C30E09F708D7}" type="presParOf" srcId="{40B36A3F-2D5B-47B2-A15F-D84DC033B1D3}" destId="{4B91879F-F32C-43AE-84C3-B38269B040C3}" srcOrd="0" destOrd="0" presId="urn:microsoft.com/office/officeart/2018/5/layout/CenteredIconLabelDescriptionList"/>
    <dgm:cxn modelId="{6E2BC92E-9CA7-41F5-917F-7B20D90B8025}" type="presParOf" srcId="{40B36A3F-2D5B-47B2-A15F-D84DC033B1D3}" destId="{AB3A4AEC-EAC8-4ABF-B228-32EBB425C09C}" srcOrd="1" destOrd="0" presId="urn:microsoft.com/office/officeart/2018/5/layout/CenteredIconLabelDescriptionList"/>
    <dgm:cxn modelId="{44BA522F-E0ED-4127-94C6-2A311FEF291C}" type="presParOf" srcId="{40B36A3F-2D5B-47B2-A15F-D84DC033B1D3}" destId="{3C0642F2-DB99-4649-9F0E-A13FCE7B8B1A}" srcOrd="2" destOrd="0" presId="urn:microsoft.com/office/officeart/2018/5/layout/CenteredIconLabelDescriptionList"/>
    <dgm:cxn modelId="{D9D4BD33-879C-40CB-ACE6-7B0330177C19}" type="presParOf" srcId="{40B36A3F-2D5B-47B2-A15F-D84DC033B1D3}" destId="{8A7EA31A-82FB-4395-B92D-03301F9D8BEB}" srcOrd="3" destOrd="0" presId="urn:microsoft.com/office/officeart/2018/5/layout/CenteredIconLabelDescriptionList"/>
    <dgm:cxn modelId="{4146C860-0404-4731-B912-7AE66B9C3577}" type="presParOf" srcId="{40B36A3F-2D5B-47B2-A15F-D84DC033B1D3}" destId="{017C3AEC-38E4-4C8D-B46C-200307EE0DA3}" srcOrd="4" destOrd="0" presId="urn:microsoft.com/office/officeart/2018/5/layout/CenteredIconLabelDescriptionList"/>
    <dgm:cxn modelId="{8B84EC46-C05E-418F-B3C4-C131D5BFB7DF}" type="presParOf" srcId="{399A1878-7884-4951-B9DF-6159F01C5D86}" destId="{5B27F0E2-1B6B-42C8-ADEE-9DABDCC0FAB9}" srcOrd="1" destOrd="0" presId="urn:microsoft.com/office/officeart/2018/5/layout/CenteredIconLabelDescriptionList"/>
    <dgm:cxn modelId="{315A62B7-A17B-4ABF-94B0-F8080E795AAC}" type="presParOf" srcId="{399A1878-7884-4951-B9DF-6159F01C5D86}" destId="{C96CF360-A2AC-4127-922F-4F54E4937429}" srcOrd="2" destOrd="0" presId="urn:microsoft.com/office/officeart/2018/5/layout/CenteredIconLabelDescriptionList"/>
    <dgm:cxn modelId="{E0DAC8EB-82E9-4C21-AA09-BA37EDAEDA04}" type="presParOf" srcId="{C96CF360-A2AC-4127-922F-4F54E4937429}" destId="{09C48E5B-3FCE-45F5-AC35-58BF7ECA8308}" srcOrd="0" destOrd="0" presId="urn:microsoft.com/office/officeart/2018/5/layout/CenteredIconLabelDescriptionList"/>
    <dgm:cxn modelId="{F8581F20-C33C-44A3-A177-0EC176B83389}" type="presParOf" srcId="{C96CF360-A2AC-4127-922F-4F54E4937429}" destId="{CC23F268-D2D1-4FC2-A05D-16E7079D82C5}" srcOrd="1" destOrd="0" presId="urn:microsoft.com/office/officeart/2018/5/layout/CenteredIconLabelDescriptionList"/>
    <dgm:cxn modelId="{E158EA90-BDF7-4550-9727-1D1552A8D652}" type="presParOf" srcId="{C96CF360-A2AC-4127-922F-4F54E4937429}" destId="{89299FB0-0857-4A09-9738-CF392A90D08D}" srcOrd="2" destOrd="0" presId="urn:microsoft.com/office/officeart/2018/5/layout/CenteredIconLabelDescriptionList"/>
    <dgm:cxn modelId="{45FFA19A-974C-43EC-825E-4C85E3986E78}" type="presParOf" srcId="{C96CF360-A2AC-4127-922F-4F54E4937429}" destId="{05928531-4E57-4F31-AC34-3BBA1477D721}" srcOrd="3" destOrd="0" presId="urn:microsoft.com/office/officeart/2018/5/layout/CenteredIconLabelDescriptionList"/>
    <dgm:cxn modelId="{8F3979BC-72E1-46F4-9B13-5083EB60F743}" type="presParOf" srcId="{C96CF360-A2AC-4127-922F-4F54E4937429}" destId="{E1D4F321-1C26-4820-9121-2F301F85A4A3}" srcOrd="4" destOrd="0" presId="urn:microsoft.com/office/officeart/2018/5/layout/CenteredIconLabelDescriptionList"/>
    <dgm:cxn modelId="{1B24100B-7A9E-4101-8F9F-9D84647CD304}" type="presParOf" srcId="{399A1878-7884-4951-B9DF-6159F01C5D86}" destId="{489111C4-9262-4A81-99AB-66D407B50351}" srcOrd="3" destOrd="0" presId="urn:microsoft.com/office/officeart/2018/5/layout/CenteredIconLabelDescriptionList"/>
    <dgm:cxn modelId="{D0663BA3-11DD-4410-957F-8D05A173D453}" type="presParOf" srcId="{399A1878-7884-4951-B9DF-6159F01C5D86}" destId="{C0DAA617-6546-462F-8622-7518635C3C26}" srcOrd="4" destOrd="0" presId="urn:microsoft.com/office/officeart/2018/5/layout/CenteredIconLabelDescriptionList"/>
    <dgm:cxn modelId="{25651DCB-FAF2-4CC8-90AF-307050A8D69C}" type="presParOf" srcId="{C0DAA617-6546-462F-8622-7518635C3C26}" destId="{8B64623A-AAE0-4022-8909-C9DEF0F281BB}" srcOrd="0" destOrd="0" presId="urn:microsoft.com/office/officeart/2018/5/layout/CenteredIconLabelDescriptionList"/>
    <dgm:cxn modelId="{DC04CCD7-F24C-4884-8B1E-4C3A5A26C292}" type="presParOf" srcId="{C0DAA617-6546-462F-8622-7518635C3C26}" destId="{0E9C633F-AAEB-49A2-A41F-DDD6C989F135}" srcOrd="1" destOrd="0" presId="urn:microsoft.com/office/officeart/2018/5/layout/CenteredIconLabelDescriptionList"/>
    <dgm:cxn modelId="{C78E5270-7A2E-4DCC-97B8-15B04748552A}" type="presParOf" srcId="{C0DAA617-6546-462F-8622-7518635C3C26}" destId="{101E7DC2-09AA-47DE-8B9D-5BD04E10AD97}" srcOrd="2" destOrd="0" presId="urn:microsoft.com/office/officeart/2018/5/layout/CenteredIconLabelDescriptionList"/>
    <dgm:cxn modelId="{0CB00E72-B58C-4070-9ADC-E1A45A71BE12}" type="presParOf" srcId="{C0DAA617-6546-462F-8622-7518635C3C26}" destId="{639F8AE3-89B0-49B6-AEC6-F2B6D2BCC6FA}" srcOrd="3" destOrd="0" presId="urn:microsoft.com/office/officeart/2018/5/layout/CenteredIconLabelDescriptionList"/>
    <dgm:cxn modelId="{33B2001D-ABAE-46FB-93DD-49BD231B8268}" type="presParOf" srcId="{C0DAA617-6546-462F-8622-7518635C3C26}" destId="{4394F399-4011-4286-8531-36C1A31F26EE}" srcOrd="4" destOrd="0" presId="urn:microsoft.com/office/officeart/2018/5/layout/CenteredIconLabelDescriptionList"/>
    <dgm:cxn modelId="{3019885D-E38C-4EC2-AFDE-378F3DD8EE72}" type="presParOf" srcId="{399A1878-7884-4951-B9DF-6159F01C5D86}" destId="{F8C4C7D5-0804-497C-B71E-2EF64D7D0065}" srcOrd="5" destOrd="0" presId="urn:microsoft.com/office/officeart/2018/5/layout/CenteredIconLabelDescriptionList"/>
    <dgm:cxn modelId="{269C3667-B4E8-4D08-8853-D94FE7F44E47}" type="presParOf" srcId="{399A1878-7884-4951-B9DF-6159F01C5D86}" destId="{E96DF97F-9814-424C-9EED-273D5ADA2151}" srcOrd="6" destOrd="0" presId="urn:microsoft.com/office/officeart/2018/5/layout/CenteredIconLabelDescriptionList"/>
    <dgm:cxn modelId="{16DCCE17-4C10-4462-8542-05DCFE9A94EC}" type="presParOf" srcId="{E96DF97F-9814-424C-9EED-273D5ADA2151}" destId="{6EAB5DDE-F70D-4E49-BBBE-F7F45379FFC5}" srcOrd="0" destOrd="0" presId="urn:microsoft.com/office/officeart/2018/5/layout/CenteredIconLabelDescriptionList"/>
    <dgm:cxn modelId="{58E9323E-EDCA-48EC-ADA9-B1FB304CCF95}" type="presParOf" srcId="{E96DF97F-9814-424C-9EED-273D5ADA2151}" destId="{A596F658-866F-4F05-87AD-416095B5629E}" srcOrd="1" destOrd="0" presId="urn:microsoft.com/office/officeart/2018/5/layout/CenteredIconLabelDescriptionList"/>
    <dgm:cxn modelId="{70A563FC-867E-403C-A6CB-BB81EA334C82}" type="presParOf" srcId="{E96DF97F-9814-424C-9EED-273D5ADA2151}" destId="{1F8A2D2C-C8E9-41EF-B105-1D0BC2103909}" srcOrd="2" destOrd="0" presId="urn:microsoft.com/office/officeart/2018/5/layout/CenteredIconLabelDescriptionList"/>
    <dgm:cxn modelId="{8828100A-B748-49B3-8807-BF0AD1BFE2C3}" type="presParOf" srcId="{E96DF97F-9814-424C-9EED-273D5ADA2151}" destId="{D4420840-615F-4E46-9E2A-A47BC4925BB9}" srcOrd="3" destOrd="0" presId="urn:microsoft.com/office/officeart/2018/5/layout/CenteredIconLabelDescriptionList"/>
    <dgm:cxn modelId="{340672AE-3892-4F2F-8CEE-A07F0D95FB04}" type="presParOf" srcId="{E96DF97F-9814-424C-9EED-273D5ADA2151}" destId="{F4EE2FB3-F2E1-4B7A-ADF2-92D1E30196CA}" srcOrd="4" destOrd="0" presId="urn:microsoft.com/office/officeart/2018/5/layout/CenteredIconLabelDescriptionList"/>
  </dgm:cxnLst>
  <dgm:bg/>
  <dgm:whole/>
  <dgm:extLst>
    <a:ext uri="http://schemas.microsoft.com/office/drawing/2008/diagram">
      <dsp:dataModelExt xmlns:dsp="http://schemas.microsoft.com/office/drawing/2008/diagram" relId="rId6" minVer="http://schemas.openxmlformats.org/drawingml/2006/diagram"/>
    </a:ext>
  </dgm:extLst>
</dgm:dataModel>
</file>

<file path=ppt/diagrams/data77.xml><?xml version="1.0" encoding="utf-8"?>
<dgm:dataModel xmlns:dgm="http://schemas.openxmlformats.org/drawingml/2006/diagram" xmlns:a="http://schemas.openxmlformats.org/drawingml/2006/main">
  <dgm:ptLst>
    <dgm:pt modelId="{2EC91F36-CFEB-4493-A68A-E3A98E552EC4}" type="doc">
      <dgm:prSet loTypeId="urn:microsoft.com/office/officeart/2018/5/layout/CenteredIconLabelDescriptionList" loCatId="icon" qsTypeId="urn:microsoft.com/office/officeart/2005/8/quickstyle/simple1" qsCatId="simple" csTypeId="urn:microsoft.com/office/officeart/2018/5/colors/Iconchunking_neutralbg_colorful2" csCatId="colorful" phldr="1"/>
      <dgm:spPr/>
      <dgm:t>
        <a:bodyPr/>
        <a:lstStyle/>
        <a:p>
          <a:endParaRPr lang="en-US"/>
        </a:p>
      </dgm:t>
    </dgm:pt>
    <dgm:pt modelId="{EDCF602E-0410-4947-9290-57F07171879E}">
      <dgm:prSet/>
      <dgm:spPr/>
      <dgm:t>
        <a:bodyPr/>
        <a:lstStyle/>
        <a:p>
          <a:pPr>
            <a:lnSpc>
              <a:spcPct val="100000"/>
            </a:lnSpc>
            <a:defRPr b="1"/>
          </a:pPr>
          <a:r>
            <a:rPr lang="en-US"/>
            <a:t>Conditional operators</a:t>
          </a:r>
        </a:p>
      </dgm:t>
    </dgm:pt>
    <dgm:pt modelId="{D5DD56C2-BCB9-476A-82C6-B164C21DC597}" type="parTrans" cxnId="{DB58143C-138C-4858-A5E6-6CA92C217D15}">
      <dgm:prSet/>
      <dgm:spPr/>
      <dgm:t>
        <a:bodyPr/>
        <a:lstStyle/>
        <a:p>
          <a:endParaRPr lang="en-US"/>
        </a:p>
      </dgm:t>
    </dgm:pt>
    <dgm:pt modelId="{87D89E8C-694C-4F62-AC85-A919986EDCE8}" type="sibTrans" cxnId="{DB58143C-138C-4858-A5E6-6CA92C217D15}">
      <dgm:prSet/>
      <dgm:spPr/>
      <dgm:t>
        <a:bodyPr/>
        <a:lstStyle/>
        <a:p>
          <a:endParaRPr lang="en-US"/>
        </a:p>
      </dgm:t>
    </dgm:pt>
    <dgm:pt modelId="{82D040AD-AE50-4D78-847D-513A602338C9}">
      <dgm:prSet/>
      <dgm:spPr/>
      <dgm:t>
        <a:bodyPr/>
        <a:lstStyle/>
        <a:p>
          <a:pPr>
            <a:lnSpc>
              <a:spcPct val="100000"/>
            </a:lnSpc>
          </a:pPr>
          <a:r>
            <a:rPr lang="en-US"/>
            <a:t>evaluate a condition</a:t>
          </a:r>
        </a:p>
      </dgm:t>
    </dgm:pt>
    <dgm:pt modelId="{27821480-E82D-424C-B8DB-0EABE0550747}" type="parTrans" cxnId="{143D300D-01B9-4D2A-A626-F65638A642D4}">
      <dgm:prSet/>
      <dgm:spPr/>
      <dgm:t>
        <a:bodyPr/>
        <a:lstStyle/>
        <a:p>
          <a:endParaRPr lang="en-US"/>
        </a:p>
      </dgm:t>
    </dgm:pt>
    <dgm:pt modelId="{684376AD-B316-4D91-A40F-49860B2C8643}" type="sibTrans" cxnId="{143D300D-01B9-4D2A-A626-F65638A642D4}">
      <dgm:prSet/>
      <dgm:spPr/>
      <dgm:t>
        <a:bodyPr/>
        <a:lstStyle/>
        <a:p>
          <a:endParaRPr lang="en-US"/>
        </a:p>
      </dgm:t>
    </dgm:pt>
    <dgm:pt modelId="{12E5EC19-D7D8-48F4-9DE8-6F7FFC427492}">
      <dgm:prSet/>
      <dgm:spPr/>
      <dgm:t>
        <a:bodyPr/>
        <a:lstStyle/>
        <a:p>
          <a:pPr>
            <a:lnSpc>
              <a:spcPct val="100000"/>
            </a:lnSpc>
            <a:defRPr b="1"/>
          </a:pPr>
          <a:r>
            <a:rPr lang="tr-TR"/>
            <a:t>Boolean Results</a:t>
          </a:r>
          <a:endParaRPr lang="en-US"/>
        </a:p>
      </dgm:t>
    </dgm:pt>
    <dgm:pt modelId="{76AB4FCD-E463-41F5-8FB8-747F65CDAF7D}" type="parTrans" cxnId="{CA6E0842-4B65-4024-97B2-F944A7DAC25E}">
      <dgm:prSet/>
      <dgm:spPr/>
      <dgm:t>
        <a:bodyPr/>
        <a:lstStyle/>
        <a:p>
          <a:endParaRPr lang="en-US"/>
        </a:p>
      </dgm:t>
    </dgm:pt>
    <dgm:pt modelId="{928CE81F-2613-48B8-8DF1-9C171AF07E0E}" type="sibTrans" cxnId="{CA6E0842-4B65-4024-97B2-F944A7DAC25E}">
      <dgm:prSet/>
      <dgm:spPr/>
      <dgm:t>
        <a:bodyPr/>
        <a:lstStyle/>
        <a:p>
          <a:endParaRPr lang="en-US"/>
        </a:p>
      </dgm:t>
    </dgm:pt>
    <dgm:pt modelId="{448412EB-2AF3-45D7-80B1-A1168CA42B37}">
      <dgm:prSet/>
      <dgm:spPr/>
      <dgm:t>
        <a:bodyPr/>
        <a:lstStyle/>
        <a:p>
          <a:pPr>
            <a:lnSpc>
              <a:spcPct val="100000"/>
            </a:lnSpc>
          </a:pPr>
          <a:r>
            <a:rPr lang="en-US"/>
            <a:t>TRUE</a:t>
          </a:r>
        </a:p>
      </dgm:t>
    </dgm:pt>
    <dgm:pt modelId="{6CB8C08B-2A00-4659-B348-2AF559D64096}" type="parTrans" cxnId="{E2D6C858-AEE2-4746-823D-8426516C4CBD}">
      <dgm:prSet/>
      <dgm:spPr/>
      <dgm:t>
        <a:bodyPr/>
        <a:lstStyle/>
        <a:p>
          <a:endParaRPr lang="en-US"/>
        </a:p>
      </dgm:t>
    </dgm:pt>
    <dgm:pt modelId="{F916205C-1175-4D24-99E5-B00C6E99AE3E}" type="sibTrans" cxnId="{E2D6C858-AEE2-4746-823D-8426516C4CBD}">
      <dgm:prSet/>
      <dgm:spPr/>
      <dgm:t>
        <a:bodyPr/>
        <a:lstStyle/>
        <a:p>
          <a:endParaRPr lang="en-US"/>
        </a:p>
      </dgm:t>
    </dgm:pt>
    <dgm:pt modelId="{283528C4-9AF8-445B-B301-0FE99A358AB8}">
      <dgm:prSet/>
      <dgm:spPr/>
      <dgm:t>
        <a:bodyPr/>
        <a:lstStyle/>
        <a:p>
          <a:pPr>
            <a:lnSpc>
              <a:spcPct val="100000"/>
            </a:lnSpc>
            <a:defRPr b="1"/>
          </a:pPr>
          <a:r>
            <a:rPr lang="en-US"/>
            <a:t>FALSE</a:t>
          </a:r>
        </a:p>
      </dgm:t>
    </dgm:pt>
    <dgm:pt modelId="{3C5CB4A2-B4A6-4098-AF3B-588538B3589A}" type="parTrans" cxnId="{BED66C1D-5AD3-44CB-905E-B12E6AC33C84}">
      <dgm:prSet/>
      <dgm:spPr/>
      <dgm:t>
        <a:bodyPr/>
        <a:lstStyle/>
        <a:p>
          <a:endParaRPr lang="en-US"/>
        </a:p>
      </dgm:t>
    </dgm:pt>
    <dgm:pt modelId="{3E57FBEB-19F2-482F-8C62-377EDBA8C2FB}" type="sibTrans" cxnId="{BED66C1D-5AD3-44CB-905E-B12E6AC33C84}">
      <dgm:prSet/>
      <dgm:spPr/>
      <dgm:t>
        <a:bodyPr/>
        <a:lstStyle/>
        <a:p>
          <a:endParaRPr lang="en-US"/>
        </a:p>
      </dgm:t>
    </dgm:pt>
    <dgm:pt modelId="{A7224C21-3E14-48E2-ACE4-1DE827D94A9D}">
      <dgm:prSet/>
      <dgm:spPr/>
      <dgm:t>
        <a:bodyPr/>
        <a:lstStyle/>
        <a:p>
          <a:pPr>
            <a:lnSpc>
              <a:spcPct val="100000"/>
            </a:lnSpc>
          </a:pPr>
          <a:r>
            <a:rPr lang="tr-TR" err="1"/>
            <a:t>produces</a:t>
          </a:r>
          <a:r>
            <a:rPr lang="tr-TR"/>
            <a:t> </a:t>
          </a:r>
          <a:r>
            <a:rPr lang="en-US"/>
            <a:t>a Boolean result</a:t>
          </a:r>
        </a:p>
      </dgm:t>
    </dgm:pt>
    <dgm:pt modelId="{CED58C31-5EDD-44DE-9FD5-B3B4B033D093}" type="parTrans" cxnId="{8C4EA954-7ADE-4B49-9A6A-6E2905D403E8}">
      <dgm:prSet/>
      <dgm:spPr/>
      <dgm:t>
        <a:bodyPr/>
        <a:lstStyle/>
        <a:p>
          <a:endParaRPr lang="tr-TR"/>
        </a:p>
      </dgm:t>
    </dgm:pt>
    <dgm:pt modelId="{D0702DFF-867C-4AB6-BAD6-5DD727CE8923}" type="sibTrans" cxnId="{8C4EA954-7ADE-4B49-9A6A-6E2905D403E8}">
      <dgm:prSet/>
      <dgm:spPr/>
      <dgm:t>
        <a:bodyPr/>
        <a:lstStyle/>
        <a:p>
          <a:endParaRPr lang="tr-TR"/>
        </a:p>
      </dgm:t>
    </dgm:pt>
    <dgm:pt modelId="{69B7ACFB-1A25-4FD9-AB8A-5C8F74C8921B}">
      <dgm:prSet/>
      <dgm:spPr/>
      <dgm:t>
        <a:bodyPr/>
        <a:lstStyle/>
        <a:p>
          <a:pPr>
            <a:lnSpc>
              <a:spcPct val="100000"/>
            </a:lnSpc>
            <a:defRPr b="1"/>
          </a:pPr>
          <a:r>
            <a:rPr lang="en-US"/>
            <a:t>TRUE</a:t>
          </a:r>
        </a:p>
      </dgm:t>
    </dgm:pt>
    <dgm:pt modelId="{0009C10B-604F-4BBE-B8E5-41A2BFB6AE6A}" type="parTrans" cxnId="{97F88888-FB65-41F4-8364-535B2B484F46}">
      <dgm:prSet/>
      <dgm:spPr/>
      <dgm:t>
        <a:bodyPr/>
        <a:lstStyle/>
        <a:p>
          <a:endParaRPr lang="tr-TR"/>
        </a:p>
      </dgm:t>
    </dgm:pt>
    <dgm:pt modelId="{434E2FD6-CE97-4C22-A18D-85F486286A4F}" type="sibTrans" cxnId="{97F88888-FB65-41F4-8364-535B2B484F46}">
      <dgm:prSet/>
      <dgm:spPr/>
      <dgm:t>
        <a:bodyPr/>
        <a:lstStyle/>
        <a:p>
          <a:endParaRPr lang="tr-TR"/>
        </a:p>
      </dgm:t>
    </dgm:pt>
    <dgm:pt modelId="{C411DD71-5349-4EBA-935C-1E69E5A566FF}">
      <dgm:prSet/>
      <dgm:spPr/>
      <dgm:t>
        <a:bodyPr/>
        <a:lstStyle/>
        <a:p>
          <a:pPr>
            <a:lnSpc>
              <a:spcPct val="100000"/>
            </a:lnSpc>
          </a:pPr>
          <a:r>
            <a:rPr lang="en-US"/>
            <a:t>represented by</a:t>
          </a:r>
        </a:p>
      </dgm:t>
    </dgm:pt>
    <dgm:pt modelId="{66923744-5831-4414-B0BD-17EC823B27BA}" type="parTrans" cxnId="{4ACDD92B-4224-433E-B84B-474CCFA73199}">
      <dgm:prSet/>
      <dgm:spPr/>
      <dgm:t>
        <a:bodyPr/>
        <a:lstStyle/>
        <a:p>
          <a:endParaRPr lang="tr-TR"/>
        </a:p>
      </dgm:t>
    </dgm:pt>
    <dgm:pt modelId="{95674B55-3729-487C-8A1C-50B80F623CF7}" type="sibTrans" cxnId="{4ACDD92B-4224-433E-B84B-474CCFA73199}">
      <dgm:prSet/>
      <dgm:spPr/>
      <dgm:t>
        <a:bodyPr/>
        <a:lstStyle/>
        <a:p>
          <a:endParaRPr lang="tr-TR"/>
        </a:p>
      </dgm:t>
    </dgm:pt>
    <dgm:pt modelId="{3D35BD0A-0226-4C35-B3ED-979F7A621639}">
      <dgm:prSet/>
      <dgm:spPr/>
      <dgm:t>
        <a:bodyPr/>
        <a:lstStyle/>
        <a:p>
          <a:pPr>
            <a:lnSpc>
              <a:spcPct val="100000"/>
            </a:lnSpc>
          </a:pPr>
          <a:r>
            <a:rPr lang="en-US"/>
            <a:t>represented by</a:t>
          </a:r>
        </a:p>
      </dgm:t>
    </dgm:pt>
    <dgm:pt modelId="{AE3C04B0-D181-428E-B7FE-45C13545CB2B}" type="parTrans" cxnId="{9D3B6733-447A-43E8-97FE-BF3E33184EA8}">
      <dgm:prSet/>
      <dgm:spPr/>
      <dgm:t>
        <a:bodyPr/>
        <a:lstStyle/>
        <a:p>
          <a:endParaRPr lang="tr-TR"/>
        </a:p>
      </dgm:t>
    </dgm:pt>
    <dgm:pt modelId="{3D3F7A8C-ECD6-4934-9014-B2F0CD4B367E}" type="sibTrans" cxnId="{9D3B6733-447A-43E8-97FE-BF3E33184EA8}">
      <dgm:prSet/>
      <dgm:spPr/>
      <dgm:t>
        <a:bodyPr/>
        <a:lstStyle/>
        <a:p>
          <a:endParaRPr lang="tr-TR"/>
        </a:p>
      </dgm:t>
    </dgm:pt>
    <dgm:pt modelId="{067BC22D-D083-4B59-91AC-8FCE3EAD4B31}">
      <dgm:prSet/>
      <dgm:spPr/>
      <dgm:t>
        <a:bodyPr/>
        <a:lstStyle/>
        <a:p>
          <a:pPr>
            <a:lnSpc>
              <a:spcPct val="100000"/>
            </a:lnSpc>
          </a:pPr>
          <a:r>
            <a:rPr lang="en-US"/>
            <a:t>FALSE</a:t>
          </a:r>
        </a:p>
      </dgm:t>
    </dgm:pt>
    <dgm:pt modelId="{43971A26-3A21-4E64-8D6C-918CB3E4026F}" type="parTrans" cxnId="{3B9A62DB-F0F6-4690-8AA5-2AD86343CC72}">
      <dgm:prSet/>
      <dgm:spPr/>
      <dgm:t>
        <a:bodyPr/>
        <a:lstStyle/>
        <a:p>
          <a:endParaRPr lang="tr-TR"/>
        </a:p>
      </dgm:t>
    </dgm:pt>
    <dgm:pt modelId="{3E8C9021-72A5-447D-9EE7-EE830C8525E5}" type="sibTrans" cxnId="{3B9A62DB-F0F6-4690-8AA5-2AD86343CC72}">
      <dgm:prSet/>
      <dgm:spPr/>
      <dgm:t>
        <a:bodyPr/>
        <a:lstStyle/>
        <a:p>
          <a:endParaRPr lang="tr-TR"/>
        </a:p>
      </dgm:t>
    </dgm:pt>
    <dgm:pt modelId="{DAF92F78-9255-4CA3-A475-AD93796D14DC}">
      <dgm:prSet/>
      <dgm:spPr/>
      <dgm:t>
        <a:bodyPr/>
        <a:lstStyle/>
        <a:p>
          <a:pPr>
            <a:lnSpc>
              <a:spcPct val="100000"/>
            </a:lnSpc>
          </a:pPr>
          <a:r>
            <a:rPr lang="en-US"/>
            <a:t>the number </a:t>
          </a:r>
          <a:r>
            <a:rPr lang="en-US" b="1"/>
            <a:t>1</a:t>
          </a:r>
        </a:p>
      </dgm:t>
    </dgm:pt>
    <dgm:pt modelId="{A6DFBF28-6784-4D2E-9814-2D5FC1FD37DB}" type="parTrans" cxnId="{0BB3A00D-ECF4-4596-A8BE-5C413C8FBFC8}">
      <dgm:prSet/>
      <dgm:spPr/>
      <dgm:t>
        <a:bodyPr/>
        <a:lstStyle/>
        <a:p>
          <a:endParaRPr lang="tr-TR"/>
        </a:p>
      </dgm:t>
    </dgm:pt>
    <dgm:pt modelId="{0E3A88F9-5826-48A2-B3B8-2165EE72B10C}" type="sibTrans" cxnId="{0BB3A00D-ECF4-4596-A8BE-5C413C8FBFC8}">
      <dgm:prSet/>
      <dgm:spPr/>
      <dgm:t>
        <a:bodyPr/>
        <a:lstStyle/>
        <a:p>
          <a:endParaRPr lang="tr-TR"/>
        </a:p>
      </dgm:t>
    </dgm:pt>
    <dgm:pt modelId="{34A6CC9E-890D-4F61-B23A-E5D86D8AADC9}">
      <dgm:prSet/>
      <dgm:spPr/>
      <dgm:t>
        <a:bodyPr/>
        <a:lstStyle/>
        <a:p>
          <a:pPr>
            <a:lnSpc>
              <a:spcPct val="100000"/>
            </a:lnSpc>
          </a:pPr>
          <a:r>
            <a:rPr lang="tr-TR"/>
            <a:t>the number </a:t>
          </a:r>
          <a:r>
            <a:rPr lang="en-US" b="1"/>
            <a:t>zero</a:t>
          </a:r>
        </a:p>
      </dgm:t>
    </dgm:pt>
    <dgm:pt modelId="{AD7B91D1-A0EF-4755-9185-0F6804F5D5FC}" type="parTrans" cxnId="{B832167E-7CA3-4A13-A223-528A560041E0}">
      <dgm:prSet/>
      <dgm:spPr/>
      <dgm:t>
        <a:bodyPr/>
        <a:lstStyle/>
        <a:p>
          <a:endParaRPr lang="tr-TR"/>
        </a:p>
      </dgm:t>
    </dgm:pt>
    <dgm:pt modelId="{8EEEFA1A-A273-4DD8-BDBD-1A0B00AC2C11}" type="sibTrans" cxnId="{B832167E-7CA3-4A13-A223-528A560041E0}">
      <dgm:prSet/>
      <dgm:spPr/>
      <dgm:t>
        <a:bodyPr/>
        <a:lstStyle/>
        <a:p>
          <a:endParaRPr lang="tr-TR"/>
        </a:p>
      </dgm:t>
    </dgm:pt>
    <dgm:pt modelId="{30493CA4-65E8-407A-9A53-A95F1B41D31D}" type="pres">
      <dgm:prSet presAssocID="{2EC91F36-CFEB-4493-A68A-E3A98E552EC4}" presName="root" presStyleCnt="0">
        <dgm:presLayoutVars>
          <dgm:dir/>
          <dgm:resizeHandles val="exact"/>
        </dgm:presLayoutVars>
      </dgm:prSet>
      <dgm:spPr/>
    </dgm:pt>
    <dgm:pt modelId="{C3C16546-70F6-47E0-98E3-9F8FE2CAF401}" type="pres">
      <dgm:prSet presAssocID="{EDCF602E-0410-4947-9290-57F07171879E}" presName="compNode" presStyleCnt="0"/>
      <dgm:spPr/>
    </dgm:pt>
    <dgm:pt modelId="{F9DC3975-93D1-4471-A806-2F6A784FB2AF}" type="pres">
      <dgm:prSet presAssocID="{EDCF602E-0410-4947-9290-57F07171879E}" presName="iconRect" presStyleLbl="node1" presStyleIdx="0" presStyleCnt="4"/>
      <dgm:spPr>
        <a:blipFill>
          <a:blip xmlns:r="http://schemas.openxmlformats.org/officeDocument/2006/relationships" r:embed="rId1" cstate="email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2"/>
              </a:ext>
            </a:extLst>
          </a:blip>
          <a:stretch>
            <a:fillRect/>
          </a:stretch>
        </a:blipFill>
        <a:ln>
          <a:noFill/>
        </a:ln>
      </dgm:spPr>
      <dgm:extLst>
        <a:ext uri="{E40237B7-FDA0-4F09-8148-C483321AD2D9}">
          <dgm14:cNvPr xmlns:dgm14="http://schemas.microsoft.com/office/drawing/2010/diagram" id="0" name="" descr="PC"/>
        </a:ext>
      </dgm:extLst>
    </dgm:pt>
    <dgm:pt modelId="{301064BC-4ED7-4CDA-8975-4D51DE270018}" type="pres">
      <dgm:prSet presAssocID="{EDCF602E-0410-4947-9290-57F07171879E}" presName="iconSpace" presStyleCnt="0"/>
      <dgm:spPr/>
    </dgm:pt>
    <dgm:pt modelId="{09137D21-84B7-42A2-AB4B-B43888FD58B6}" type="pres">
      <dgm:prSet presAssocID="{EDCF602E-0410-4947-9290-57F07171879E}" presName="parTx" presStyleLbl="revTx" presStyleIdx="0" presStyleCnt="8">
        <dgm:presLayoutVars>
          <dgm:chMax val="0"/>
          <dgm:chPref val="0"/>
        </dgm:presLayoutVars>
      </dgm:prSet>
      <dgm:spPr/>
    </dgm:pt>
    <dgm:pt modelId="{8B09F439-B7A9-4FA2-A9EC-B56366D2E920}" type="pres">
      <dgm:prSet presAssocID="{EDCF602E-0410-4947-9290-57F07171879E}" presName="txSpace" presStyleCnt="0"/>
      <dgm:spPr/>
    </dgm:pt>
    <dgm:pt modelId="{6890E906-3FFE-4828-921B-B2E8E5467F7F}" type="pres">
      <dgm:prSet presAssocID="{EDCF602E-0410-4947-9290-57F07171879E}" presName="desTx" presStyleLbl="revTx" presStyleIdx="1" presStyleCnt="8">
        <dgm:presLayoutVars/>
      </dgm:prSet>
      <dgm:spPr/>
    </dgm:pt>
    <dgm:pt modelId="{D43881F6-4B75-44F7-8461-46D0F806B1C6}" type="pres">
      <dgm:prSet presAssocID="{87D89E8C-694C-4F62-AC85-A919986EDCE8}" presName="sibTrans" presStyleCnt="0"/>
      <dgm:spPr/>
    </dgm:pt>
    <dgm:pt modelId="{AEA83106-EF2E-4B3C-9C56-1C7E9A22A82D}" type="pres">
      <dgm:prSet presAssocID="{12E5EC19-D7D8-48F4-9DE8-6F7FFC427492}" presName="compNode" presStyleCnt="0"/>
      <dgm:spPr/>
    </dgm:pt>
    <dgm:pt modelId="{028171D1-DCEE-4FB8-93F8-CF84459B3828}" type="pres">
      <dgm:prSet presAssocID="{12E5EC19-D7D8-48F4-9DE8-6F7FFC427492}" presName="iconRect" presStyleLbl="node1" presStyleIdx="1" presStyleCnt="4"/>
      <dgm:spPr>
        <a:blipFill>
          <a:blip xmlns:r="http://schemas.openxmlformats.org/officeDocument/2006/relationships" r:embed="rId3" cstate="email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4"/>
              </a:ext>
            </a:extLst>
          </a:blip>
          <a:stretch>
            <a:fillRect/>
          </a:stretch>
        </a:blipFill>
        <a:ln>
          <a:noFill/>
        </a:ln>
      </dgm:spPr>
      <dgm:extLst>
        <a:ext uri="{E40237B7-FDA0-4F09-8148-C483321AD2D9}">
          <dgm14:cNvPr xmlns:dgm14="http://schemas.microsoft.com/office/drawing/2010/diagram" id="0" name="" descr="Questionnaire"/>
        </a:ext>
      </dgm:extLst>
    </dgm:pt>
    <dgm:pt modelId="{6299F856-5FDC-4146-B76E-433DEBD37B53}" type="pres">
      <dgm:prSet presAssocID="{12E5EC19-D7D8-48F4-9DE8-6F7FFC427492}" presName="iconSpace" presStyleCnt="0"/>
      <dgm:spPr/>
    </dgm:pt>
    <dgm:pt modelId="{22F61CCA-8842-444D-ACF5-BB3C0AD1B429}" type="pres">
      <dgm:prSet presAssocID="{12E5EC19-D7D8-48F4-9DE8-6F7FFC427492}" presName="parTx" presStyleLbl="revTx" presStyleIdx="2" presStyleCnt="8">
        <dgm:presLayoutVars>
          <dgm:chMax val="0"/>
          <dgm:chPref val="0"/>
        </dgm:presLayoutVars>
      </dgm:prSet>
      <dgm:spPr/>
    </dgm:pt>
    <dgm:pt modelId="{1B7C57EA-A583-4E41-BC5D-5A473DEE0EA2}" type="pres">
      <dgm:prSet presAssocID="{12E5EC19-D7D8-48F4-9DE8-6F7FFC427492}" presName="txSpace" presStyleCnt="0"/>
      <dgm:spPr/>
    </dgm:pt>
    <dgm:pt modelId="{A292BB6C-F8A0-4DE3-8AC9-16C6CD98337A}" type="pres">
      <dgm:prSet presAssocID="{12E5EC19-D7D8-48F4-9DE8-6F7FFC427492}" presName="desTx" presStyleLbl="revTx" presStyleIdx="3" presStyleCnt="8">
        <dgm:presLayoutVars/>
      </dgm:prSet>
      <dgm:spPr/>
    </dgm:pt>
    <dgm:pt modelId="{012B3FCE-1EFC-4C3B-A390-F25FADC9C84D}" type="pres">
      <dgm:prSet presAssocID="{928CE81F-2613-48B8-8DF1-9C171AF07E0E}" presName="sibTrans" presStyleCnt="0"/>
      <dgm:spPr/>
    </dgm:pt>
    <dgm:pt modelId="{115E3269-B9C9-4700-8DFC-F9FFD92A28A2}" type="pres">
      <dgm:prSet presAssocID="{69B7ACFB-1A25-4FD9-AB8A-5C8F74C8921B}" presName="compNode" presStyleCnt="0"/>
      <dgm:spPr/>
    </dgm:pt>
    <dgm:pt modelId="{4279C00E-E517-444A-8EEC-ADE5CCF6FD8E}" type="pres">
      <dgm:prSet presAssocID="{69B7ACFB-1A25-4FD9-AB8A-5C8F74C8921B}" presName="iconRect" presStyleLbl="node1" presStyleIdx="2" presStyleCnt="4"/>
      <dgm:spPr>
        <a:blipFill>
          <a:blip xmlns:r="http://schemas.openxmlformats.org/officeDocument/2006/relationships" r:embed="rId5" cstate="email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6"/>
              </a:ext>
            </a:extLst>
          </a:blip>
          <a:stretch>
            <a:fillRect/>
          </a:stretch>
        </a:blipFill>
        <a:ln>
          <a:noFill/>
        </a:ln>
      </dgm:spPr>
      <dgm:extLst>
        <a:ext uri="{E40237B7-FDA0-4F09-8148-C483321AD2D9}">
          <dgm14:cNvPr xmlns:dgm14="http://schemas.microsoft.com/office/drawing/2010/diagram" id="0" name="" descr="Devices"/>
        </a:ext>
      </dgm:extLst>
    </dgm:pt>
    <dgm:pt modelId="{EA01B0D4-5746-4F04-B2CF-42A28873CE54}" type="pres">
      <dgm:prSet presAssocID="{69B7ACFB-1A25-4FD9-AB8A-5C8F74C8921B}" presName="iconSpace" presStyleCnt="0"/>
      <dgm:spPr/>
    </dgm:pt>
    <dgm:pt modelId="{E73AEB10-66B0-4E8D-A0D1-4AC34BDBF304}" type="pres">
      <dgm:prSet presAssocID="{69B7ACFB-1A25-4FD9-AB8A-5C8F74C8921B}" presName="parTx" presStyleLbl="revTx" presStyleIdx="4" presStyleCnt="8">
        <dgm:presLayoutVars>
          <dgm:chMax val="0"/>
          <dgm:chPref val="0"/>
        </dgm:presLayoutVars>
      </dgm:prSet>
      <dgm:spPr/>
    </dgm:pt>
    <dgm:pt modelId="{1B32D536-DAA8-4EC0-8C20-380E41EEB113}" type="pres">
      <dgm:prSet presAssocID="{69B7ACFB-1A25-4FD9-AB8A-5C8F74C8921B}" presName="txSpace" presStyleCnt="0"/>
      <dgm:spPr/>
    </dgm:pt>
    <dgm:pt modelId="{29C1C765-E0CD-42DC-9867-85C35BF5918C}" type="pres">
      <dgm:prSet presAssocID="{69B7ACFB-1A25-4FD9-AB8A-5C8F74C8921B}" presName="desTx" presStyleLbl="revTx" presStyleIdx="5" presStyleCnt="8">
        <dgm:presLayoutVars/>
      </dgm:prSet>
      <dgm:spPr/>
    </dgm:pt>
    <dgm:pt modelId="{5B98933E-6BCC-445D-856E-A46B7022548A}" type="pres">
      <dgm:prSet presAssocID="{434E2FD6-CE97-4C22-A18D-85F486286A4F}" presName="sibTrans" presStyleCnt="0"/>
      <dgm:spPr/>
    </dgm:pt>
    <dgm:pt modelId="{A8605772-06C4-4C66-920F-E78622BBE227}" type="pres">
      <dgm:prSet presAssocID="{283528C4-9AF8-445B-B301-0FE99A358AB8}" presName="compNode" presStyleCnt="0"/>
      <dgm:spPr/>
    </dgm:pt>
    <dgm:pt modelId="{D28ECCF4-6CA4-4993-8312-6159171C8495}" type="pres">
      <dgm:prSet presAssocID="{283528C4-9AF8-445B-B301-0FE99A358AB8}" presName="iconRect" presStyleLbl="node1" presStyleIdx="3" presStyleCnt="4"/>
      <dgm:spPr>
        <a:blipFill>
          <a:blip xmlns:r="http://schemas.openxmlformats.org/officeDocument/2006/relationships" r:embed="rId7" cstate="email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8"/>
              </a:ext>
            </a:extLst>
          </a:blip>
          <a:stretch>
            <a:fillRect/>
          </a:stretch>
        </a:blipFill>
        <a:ln>
          <a:noFill/>
        </a:ln>
      </dgm:spPr>
      <dgm:extLst>
        <a:ext uri="{E40237B7-FDA0-4F09-8148-C483321AD2D9}">
          <dgm14:cNvPr xmlns:dgm14="http://schemas.microsoft.com/office/drawing/2010/diagram" id="0" name="" descr="Clear"/>
        </a:ext>
      </dgm:extLst>
    </dgm:pt>
    <dgm:pt modelId="{2EEACEC9-545C-4DF0-AF32-10E68C1D5F86}" type="pres">
      <dgm:prSet presAssocID="{283528C4-9AF8-445B-B301-0FE99A358AB8}" presName="iconSpace" presStyleCnt="0"/>
      <dgm:spPr/>
    </dgm:pt>
    <dgm:pt modelId="{F3B7A533-7FE0-4E01-942D-268823C527CD}" type="pres">
      <dgm:prSet presAssocID="{283528C4-9AF8-445B-B301-0FE99A358AB8}" presName="parTx" presStyleLbl="revTx" presStyleIdx="6" presStyleCnt="8">
        <dgm:presLayoutVars>
          <dgm:chMax val="0"/>
          <dgm:chPref val="0"/>
        </dgm:presLayoutVars>
      </dgm:prSet>
      <dgm:spPr/>
    </dgm:pt>
    <dgm:pt modelId="{ECA437A6-CD6B-4756-90CA-3EB265C2782A}" type="pres">
      <dgm:prSet presAssocID="{283528C4-9AF8-445B-B301-0FE99A358AB8}" presName="txSpace" presStyleCnt="0"/>
      <dgm:spPr/>
    </dgm:pt>
    <dgm:pt modelId="{551B7959-692C-4C24-AC9A-E25813CD5195}" type="pres">
      <dgm:prSet presAssocID="{283528C4-9AF8-445B-B301-0FE99A358AB8}" presName="desTx" presStyleLbl="revTx" presStyleIdx="7" presStyleCnt="8">
        <dgm:presLayoutVars/>
      </dgm:prSet>
      <dgm:spPr/>
    </dgm:pt>
  </dgm:ptLst>
  <dgm:cxnLst>
    <dgm:cxn modelId="{143D300D-01B9-4D2A-A626-F65638A642D4}" srcId="{EDCF602E-0410-4947-9290-57F07171879E}" destId="{82D040AD-AE50-4D78-847D-513A602338C9}" srcOrd="0" destOrd="0" parTransId="{27821480-E82D-424C-B8DB-0EABE0550747}" sibTransId="{684376AD-B316-4D91-A40F-49860B2C8643}"/>
    <dgm:cxn modelId="{0BB3A00D-ECF4-4596-A8BE-5C413C8FBFC8}" srcId="{69B7ACFB-1A25-4FD9-AB8A-5C8F74C8921B}" destId="{DAF92F78-9255-4CA3-A475-AD93796D14DC}" srcOrd="1" destOrd="0" parTransId="{A6DFBF28-6784-4D2E-9814-2D5FC1FD37DB}" sibTransId="{0E3A88F9-5826-48A2-B3B8-2165EE72B10C}"/>
    <dgm:cxn modelId="{76250613-9E84-421A-A7BD-E287056F3495}" type="presOf" srcId="{C411DD71-5349-4EBA-935C-1E69E5A566FF}" destId="{29C1C765-E0CD-42DC-9867-85C35BF5918C}" srcOrd="0" destOrd="0" presId="urn:microsoft.com/office/officeart/2018/5/layout/CenteredIconLabelDescriptionList"/>
    <dgm:cxn modelId="{0D705914-70A4-48CD-A714-EA21F1CD22FC}" type="presOf" srcId="{2EC91F36-CFEB-4493-A68A-E3A98E552EC4}" destId="{30493CA4-65E8-407A-9A53-A95F1B41D31D}" srcOrd="0" destOrd="0" presId="urn:microsoft.com/office/officeart/2018/5/layout/CenteredIconLabelDescriptionList"/>
    <dgm:cxn modelId="{BED66C1D-5AD3-44CB-905E-B12E6AC33C84}" srcId="{2EC91F36-CFEB-4493-A68A-E3A98E552EC4}" destId="{283528C4-9AF8-445B-B301-0FE99A358AB8}" srcOrd="3" destOrd="0" parTransId="{3C5CB4A2-B4A6-4098-AF3B-588538B3589A}" sibTransId="{3E57FBEB-19F2-482F-8C62-377EDBA8C2FB}"/>
    <dgm:cxn modelId="{4ACDD92B-4224-433E-B84B-474CCFA73199}" srcId="{69B7ACFB-1A25-4FD9-AB8A-5C8F74C8921B}" destId="{C411DD71-5349-4EBA-935C-1E69E5A566FF}" srcOrd="0" destOrd="0" parTransId="{66923744-5831-4414-B0BD-17EC823B27BA}" sibTransId="{95674B55-3729-487C-8A1C-50B80F623CF7}"/>
    <dgm:cxn modelId="{9D3B6733-447A-43E8-97FE-BF3E33184EA8}" srcId="{283528C4-9AF8-445B-B301-0FE99A358AB8}" destId="{3D35BD0A-0226-4C35-B3ED-979F7A621639}" srcOrd="0" destOrd="0" parTransId="{AE3C04B0-D181-428E-B7FE-45C13545CB2B}" sibTransId="{3D3F7A8C-ECD6-4934-9014-B2F0CD4B367E}"/>
    <dgm:cxn modelId="{DB58143C-138C-4858-A5E6-6CA92C217D15}" srcId="{2EC91F36-CFEB-4493-A68A-E3A98E552EC4}" destId="{EDCF602E-0410-4947-9290-57F07171879E}" srcOrd="0" destOrd="0" parTransId="{D5DD56C2-BCB9-476A-82C6-B164C21DC597}" sibTransId="{87D89E8C-694C-4F62-AC85-A919986EDCE8}"/>
    <dgm:cxn modelId="{CA6E0842-4B65-4024-97B2-F944A7DAC25E}" srcId="{2EC91F36-CFEB-4493-A68A-E3A98E552EC4}" destId="{12E5EC19-D7D8-48F4-9DE8-6F7FFC427492}" srcOrd="1" destOrd="0" parTransId="{76AB4FCD-E463-41F5-8FB8-747F65CDAF7D}" sibTransId="{928CE81F-2613-48B8-8DF1-9C171AF07E0E}"/>
    <dgm:cxn modelId="{8C4EA954-7ADE-4B49-9A6A-6E2905D403E8}" srcId="{EDCF602E-0410-4947-9290-57F07171879E}" destId="{A7224C21-3E14-48E2-ACE4-1DE827D94A9D}" srcOrd="1" destOrd="0" parTransId="{CED58C31-5EDD-44DE-9FD5-B3B4B033D093}" sibTransId="{D0702DFF-867C-4AB6-BAD6-5DD727CE8923}"/>
    <dgm:cxn modelId="{C0F48575-993B-42D8-9E02-270A74BE75C1}" type="presOf" srcId="{12E5EC19-D7D8-48F4-9DE8-6F7FFC427492}" destId="{22F61CCA-8842-444D-ACF5-BB3C0AD1B429}" srcOrd="0" destOrd="0" presId="urn:microsoft.com/office/officeart/2018/5/layout/CenteredIconLabelDescriptionList"/>
    <dgm:cxn modelId="{E2D6C858-AEE2-4746-823D-8426516C4CBD}" srcId="{12E5EC19-D7D8-48F4-9DE8-6F7FFC427492}" destId="{448412EB-2AF3-45D7-80B1-A1168CA42B37}" srcOrd="0" destOrd="0" parTransId="{6CB8C08B-2A00-4659-B348-2AF559D64096}" sibTransId="{F916205C-1175-4D24-99E5-B00C6E99AE3E}"/>
    <dgm:cxn modelId="{FDB9657C-663F-446C-926D-E286514FD3C3}" type="presOf" srcId="{34A6CC9E-890D-4F61-B23A-E5D86D8AADC9}" destId="{551B7959-692C-4C24-AC9A-E25813CD5195}" srcOrd="0" destOrd="1" presId="urn:microsoft.com/office/officeart/2018/5/layout/CenteredIconLabelDescriptionList"/>
    <dgm:cxn modelId="{B832167E-7CA3-4A13-A223-528A560041E0}" srcId="{283528C4-9AF8-445B-B301-0FE99A358AB8}" destId="{34A6CC9E-890D-4F61-B23A-E5D86D8AADC9}" srcOrd="1" destOrd="0" parTransId="{AD7B91D1-A0EF-4755-9185-0F6804F5D5FC}" sibTransId="{8EEEFA1A-A273-4DD8-BDBD-1A0B00AC2C11}"/>
    <dgm:cxn modelId="{3F245285-295F-4662-A292-AC10F4148C69}" type="presOf" srcId="{EDCF602E-0410-4947-9290-57F07171879E}" destId="{09137D21-84B7-42A2-AB4B-B43888FD58B6}" srcOrd="0" destOrd="0" presId="urn:microsoft.com/office/officeart/2018/5/layout/CenteredIconLabelDescriptionList"/>
    <dgm:cxn modelId="{78CB6A86-4519-492B-8B16-6524C7ED1174}" type="presOf" srcId="{283528C4-9AF8-445B-B301-0FE99A358AB8}" destId="{F3B7A533-7FE0-4E01-942D-268823C527CD}" srcOrd="0" destOrd="0" presId="urn:microsoft.com/office/officeart/2018/5/layout/CenteredIconLabelDescriptionList"/>
    <dgm:cxn modelId="{97F88888-FB65-41F4-8364-535B2B484F46}" srcId="{2EC91F36-CFEB-4493-A68A-E3A98E552EC4}" destId="{69B7ACFB-1A25-4FD9-AB8A-5C8F74C8921B}" srcOrd="2" destOrd="0" parTransId="{0009C10B-604F-4BBE-B8E5-41A2BFB6AE6A}" sibTransId="{434E2FD6-CE97-4C22-A18D-85F486286A4F}"/>
    <dgm:cxn modelId="{E202B688-6D1B-4113-81C2-39979A1A77FC}" type="presOf" srcId="{DAF92F78-9255-4CA3-A475-AD93796D14DC}" destId="{29C1C765-E0CD-42DC-9867-85C35BF5918C}" srcOrd="0" destOrd="1" presId="urn:microsoft.com/office/officeart/2018/5/layout/CenteredIconLabelDescriptionList"/>
    <dgm:cxn modelId="{1A84089B-4598-4EC7-B8BC-39D9DD9B4037}" type="presOf" srcId="{448412EB-2AF3-45D7-80B1-A1168CA42B37}" destId="{A292BB6C-F8A0-4DE3-8AC9-16C6CD98337A}" srcOrd="0" destOrd="0" presId="urn:microsoft.com/office/officeart/2018/5/layout/CenteredIconLabelDescriptionList"/>
    <dgm:cxn modelId="{F7519FB0-4A6E-4436-B874-4EEC00D8B673}" type="presOf" srcId="{A7224C21-3E14-48E2-ACE4-1DE827D94A9D}" destId="{6890E906-3FFE-4828-921B-B2E8E5467F7F}" srcOrd="0" destOrd="1" presId="urn:microsoft.com/office/officeart/2018/5/layout/CenteredIconLabelDescriptionList"/>
    <dgm:cxn modelId="{1806F4BA-F6DB-41AD-BA40-025E5DF89FAA}" type="presOf" srcId="{69B7ACFB-1A25-4FD9-AB8A-5C8F74C8921B}" destId="{E73AEB10-66B0-4E8D-A0D1-4AC34BDBF304}" srcOrd="0" destOrd="0" presId="urn:microsoft.com/office/officeart/2018/5/layout/CenteredIconLabelDescriptionList"/>
    <dgm:cxn modelId="{3B9A62DB-F0F6-4690-8AA5-2AD86343CC72}" srcId="{12E5EC19-D7D8-48F4-9DE8-6F7FFC427492}" destId="{067BC22D-D083-4B59-91AC-8FCE3EAD4B31}" srcOrd="1" destOrd="0" parTransId="{43971A26-3A21-4E64-8D6C-918CB3E4026F}" sibTransId="{3E8C9021-72A5-447D-9EE7-EE830C8525E5}"/>
    <dgm:cxn modelId="{B8A64FE7-0BDB-411E-94F0-DA67D7AB1B88}" type="presOf" srcId="{82D040AD-AE50-4D78-847D-513A602338C9}" destId="{6890E906-3FFE-4828-921B-B2E8E5467F7F}" srcOrd="0" destOrd="0" presId="urn:microsoft.com/office/officeart/2018/5/layout/CenteredIconLabelDescriptionList"/>
    <dgm:cxn modelId="{06DB71EF-6F8F-4FAB-BEC3-63112FCE3C3D}" type="presOf" srcId="{067BC22D-D083-4B59-91AC-8FCE3EAD4B31}" destId="{A292BB6C-F8A0-4DE3-8AC9-16C6CD98337A}" srcOrd="0" destOrd="1" presId="urn:microsoft.com/office/officeart/2018/5/layout/CenteredIconLabelDescriptionList"/>
    <dgm:cxn modelId="{B5F544F1-0F3A-46E2-9AC1-D6CA467B89C8}" type="presOf" srcId="{3D35BD0A-0226-4C35-B3ED-979F7A621639}" destId="{551B7959-692C-4C24-AC9A-E25813CD5195}" srcOrd="0" destOrd="0" presId="urn:microsoft.com/office/officeart/2018/5/layout/CenteredIconLabelDescriptionList"/>
    <dgm:cxn modelId="{2B21F973-AC93-4778-9F07-806230AB1C0A}" type="presParOf" srcId="{30493CA4-65E8-407A-9A53-A95F1B41D31D}" destId="{C3C16546-70F6-47E0-98E3-9F8FE2CAF401}" srcOrd="0" destOrd="0" presId="urn:microsoft.com/office/officeart/2018/5/layout/CenteredIconLabelDescriptionList"/>
    <dgm:cxn modelId="{2F212B6A-FBB4-46DE-A0E3-7605EC2F6F16}" type="presParOf" srcId="{C3C16546-70F6-47E0-98E3-9F8FE2CAF401}" destId="{F9DC3975-93D1-4471-A806-2F6A784FB2AF}" srcOrd="0" destOrd="0" presId="urn:microsoft.com/office/officeart/2018/5/layout/CenteredIconLabelDescriptionList"/>
    <dgm:cxn modelId="{D874D13D-F10B-4DED-9D2D-B4C12C8546B9}" type="presParOf" srcId="{C3C16546-70F6-47E0-98E3-9F8FE2CAF401}" destId="{301064BC-4ED7-4CDA-8975-4D51DE270018}" srcOrd="1" destOrd="0" presId="urn:microsoft.com/office/officeart/2018/5/layout/CenteredIconLabelDescriptionList"/>
    <dgm:cxn modelId="{D71AD9BA-E8C7-4D6E-A20B-E3DD9C785846}" type="presParOf" srcId="{C3C16546-70F6-47E0-98E3-9F8FE2CAF401}" destId="{09137D21-84B7-42A2-AB4B-B43888FD58B6}" srcOrd="2" destOrd="0" presId="urn:microsoft.com/office/officeart/2018/5/layout/CenteredIconLabelDescriptionList"/>
    <dgm:cxn modelId="{1B93E038-8D31-4F9D-8179-8E0D2E5507D3}" type="presParOf" srcId="{C3C16546-70F6-47E0-98E3-9F8FE2CAF401}" destId="{8B09F439-B7A9-4FA2-A9EC-B56366D2E920}" srcOrd="3" destOrd="0" presId="urn:microsoft.com/office/officeart/2018/5/layout/CenteredIconLabelDescriptionList"/>
    <dgm:cxn modelId="{BCEAF459-4058-4E92-8D35-C84D5A731A6F}" type="presParOf" srcId="{C3C16546-70F6-47E0-98E3-9F8FE2CAF401}" destId="{6890E906-3FFE-4828-921B-B2E8E5467F7F}" srcOrd="4" destOrd="0" presId="urn:microsoft.com/office/officeart/2018/5/layout/CenteredIconLabelDescriptionList"/>
    <dgm:cxn modelId="{FCD98C8C-5610-4C5B-9351-59113066E4DE}" type="presParOf" srcId="{30493CA4-65E8-407A-9A53-A95F1B41D31D}" destId="{D43881F6-4B75-44F7-8461-46D0F806B1C6}" srcOrd="1" destOrd="0" presId="urn:microsoft.com/office/officeart/2018/5/layout/CenteredIconLabelDescriptionList"/>
    <dgm:cxn modelId="{58D7219C-1D7D-4A63-A4C2-4830F76F4AAF}" type="presParOf" srcId="{30493CA4-65E8-407A-9A53-A95F1B41D31D}" destId="{AEA83106-EF2E-4B3C-9C56-1C7E9A22A82D}" srcOrd="2" destOrd="0" presId="urn:microsoft.com/office/officeart/2018/5/layout/CenteredIconLabelDescriptionList"/>
    <dgm:cxn modelId="{A3AD6E24-816C-469C-935B-A4A661665A36}" type="presParOf" srcId="{AEA83106-EF2E-4B3C-9C56-1C7E9A22A82D}" destId="{028171D1-DCEE-4FB8-93F8-CF84459B3828}" srcOrd="0" destOrd="0" presId="urn:microsoft.com/office/officeart/2018/5/layout/CenteredIconLabelDescriptionList"/>
    <dgm:cxn modelId="{654E2BCE-1D47-4887-B991-5E6E581BDFE1}" type="presParOf" srcId="{AEA83106-EF2E-4B3C-9C56-1C7E9A22A82D}" destId="{6299F856-5FDC-4146-B76E-433DEBD37B53}" srcOrd="1" destOrd="0" presId="urn:microsoft.com/office/officeart/2018/5/layout/CenteredIconLabelDescriptionList"/>
    <dgm:cxn modelId="{F9523DA7-678D-48FB-A49F-03F67C87F0B8}" type="presParOf" srcId="{AEA83106-EF2E-4B3C-9C56-1C7E9A22A82D}" destId="{22F61CCA-8842-444D-ACF5-BB3C0AD1B429}" srcOrd="2" destOrd="0" presId="urn:microsoft.com/office/officeart/2018/5/layout/CenteredIconLabelDescriptionList"/>
    <dgm:cxn modelId="{307832E6-E84A-4A02-9493-6EC1F3034308}" type="presParOf" srcId="{AEA83106-EF2E-4B3C-9C56-1C7E9A22A82D}" destId="{1B7C57EA-A583-4E41-BC5D-5A473DEE0EA2}" srcOrd="3" destOrd="0" presId="urn:microsoft.com/office/officeart/2018/5/layout/CenteredIconLabelDescriptionList"/>
    <dgm:cxn modelId="{AF362E54-378C-410F-AFF7-F17A902B7D7D}" type="presParOf" srcId="{AEA83106-EF2E-4B3C-9C56-1C7E9A22A82D}" destId="{A292BB6C-F8A0-4DE3-8AC9-16C6CD98337A}" srcOrd="4" destOrd="0" presId="urn:microsoft.com/office/officeart/2018/5/layout/CenteredIconLabelDescriptionList"/>
    <dgm:cxn modelId="{E48C4F60-2E98-471F-B08D-DBF412BA63D9}" type="presParOf" srcId="{30493CA4-65E8-407A-9A53-A95F1B41D31D}" destId="{012B3FCE-1EFC-4C3B-A390-F25FADC9C84D}" srcOrd="3" destOrd="0" presId="urn:microsoft.com/office/officeart/2018/5/layout/CenteredIconLabelDescriptionList"/>
    <dgm:cxn modelId="{C2179472-357E-4C88-8179-3A733C5CC9C9}" type="presParOf" srcId="{30493CA4-65E8-407A-9A53-A95F1B41D31D}" destId="{115E3269-B9C9-4700-8DFC-F9FFD92A28A2}" srcOrd="4" destOrd="0" presId="urn:microsoft.com/office/officeart/2018/5/layout/CenteredIconLabelDescriptionList"/>
    <dgm:cxn modelId="{046279DF-A400-4A02-8A02-D79A1FD9D221}" type="presParOf" srcId="{115E3269-B9C9-4700-8DFC-F9FFD92A28A2}" destId="{4279C00E-E517-444A-8EEC-ADE5CCF6FD8E}" srcOrd="0" destOrd="0" presId="urn:microsoft.com/office/officeart/2018/5/layout/CenteredIconLabelDescriptionList"/>
    <dgm:cxn modelId="{B0914A5B-80EC-4723-BF05-9416469BC8E5}" type="presParOf" srcId="{115E3269-B9C9-4700-8DFC-F9FFD92A28A2}" destId="{EA01B0D4-5746-4F04-B2CF-42A28873CE54}" srcOrd="1" destOrd="0" presId="urn:microsoft.com/office/officeart/2018/5/layout/CenteredIconLabelDescriptionList"/>
    <dgm:cxn modelId="{3DE5EA65-E9CC-4915-90D8-A0658BAA1CC6}" type="presParOf" srcId="{115E3269-B9C9-4700-8DFC-F9FFD92A28A2}" destId="{E73AEB10-66B0-4E8D-A0D1-4AC34BDBF304}" srcOrd="2" destOrd="0" presId="urn:microsoft.com/office/officeart/2018/5/layout/CenteredIconLabelDescriptionList"/>
    <dgm:cxn modelId="{16D41115-ED8D-4A34-90F5-3A3815016E0C}" type="presParOf" srcId="{115E3269-B9C9-4700-8DFC-F9FFD92A28A2}" destId="{1B32D536-DAA8-4EC0-8C20-380E41EEB113}" srcOrd="3" destOrd="0" presId="urn:microsoft.com/office/officeart/2018/5/layout/CenteredIconLabelDescriptionList"/>
    <dgm:cxn modelId="{A3B972D1-C5A7-404E-9C81-B8E7288BE332}" type="presParOf" srcId="{115E3269-B9C9-4700-8DFC-F9FFD92A28A2}" destId="{29C1C765-E0CD-42DC-9867-85C35BF5918C}" srcOrd="4" destOrd="0" presId="urn:microsoft.com/office/officeart/2018/5/layout/CenteredIconLabelDescriptionList"/>
    <dgm:cxn modelId="{26AA93EA-463E-41F5-8E54-D4C86AB96A1D}" type="presParOf" srcId="{30493CA4-65E8-407A-9A53-A95F1B41D31D}" destId="{5B98933E-6BCC-445D-856E-A46B7022548A}" srcOrd="5" destOrd="0" presId="urn:microsoft.com/office/officeart/2018/5/layout/CenteredIconLabelDescriptionList"/>
    <dgm:cxn modelId="{B125ED3D-5A78-4621-87D7-0700B9D38577}" type="presParOf" srcId="{30493CA4-65E8-407A-9A53-A95F1B41D31D}" destId="{A8605772-06C4-4C66-920F-E78622BBE227}" srcOrd="6" destOrd="0" presId="urn:microsoft.com/office/officeart/2018/5/layout/CenteredIconLabelDescriptionList"/>
    <dgm:cxn modelId="{353A6974-0E91-4295-819C-937D7A416950}" type="presParOf" srcId="{A8605772-06C4-4C66-920F-E78622BBE227}" destId="{D28ECCF4-6CA4-4993-8312-6159171C8495}" srcOrd="0" destOrd="0" presId="urn:microsoft.com/office/officeart/2018/5/layout/CenteredIconLabelDescriptionList"/>
    <dgm:cxn modelId="{0EEE6ADE-82D3-491E-AF49-E25CCF644742}" type="presParOf" srcId="{A8605772-06C4-4C66-920F-E78622BBE227}" destId="{2EEACEC9-545C-4DF0-AF32-10E68C1D5F86}" srcOrd="1" destOrd="0" presId="urn:microsoft.com/office/officeart/2018/5/layout/CenteredIconLabelDescriptionList"/>
    <dgm:cxn modelId="{24FD9C82-F9F2-49C6-997F-BE5B460B8920}" type="presParOf" srcId="{A8605772-06C4-4C66-920F-E78622BBE227}" destId="{F3B7A533-7FE0-4E01-942D-268823C527CD}" srcOrd="2" destOrd="0" presId="urn:microsoft.com/office/officeart/2018/5/layout/CenteredIconLabelDescriptionList"/>
    <dgm:cxn modelId="{5B875462-39B5-4C06-B24D-5810F92BE678}" type="presParOf" srcId="{A8605772-06C4-4C66-920F-E78622BBE227}" destId="{ECA437A6-CD6B-4756-90CA-3EB265C2782A}" srcOrd="3" destOrd="0" presId="urn:microsoft.com/office/officeart/2018/5/layout/CenteredIconLabelDescriptionList"/>
    <dgm:cxn modelId="{DB3A54AB-A3CE-4A42-B78A-D5F6F185812C}" type="presParOf" srcId="{A8605772-06C4-4C66-920F-E78622BBE227}" destId="{551B7959-692C-4C24-AC9A-E25813CD5195}" srcOrd="4" destOrd="0" presId="urn:microsoft.com/office/officeart/2018/5/layout/CenteredIconLabelDescriptionList"/>
  </dgm:cxnLst>
  <dgm:bg/>
  <dgm:whole/>
  <dgm:extLst>
    <a:ext uri="http://schemas.microsoft.com/office/drawing/2008/diagram">
      <dsp:dataModelExt xmlns:dsp="http://schemas.microsoft.com/office/drawing/2008/diagram" relId="rId6" minVer="http://schemas.openxmlformats.org/drawingml/2006/diagram"/>
    </a:ext>
  </dgm:extLst>
</dgm:dataModel>
</file>

<file path=ppt/diagrams/data78.xml><?xml version="1.0" encoding="utf-8"?>
<dgm:dataModel xmlns:dgm="http://schemas.openxmlformats.org/drawingml/2006/diagram" xmlns:a="http://schemas.openxmlformats.org/drawingml/2006/main">
  <dgm:ptLst>
    <dgm:pt modelId="{2EC91F36-CFEB-4493-A68A-E3A98E552EC4}" type="doc">
      <dgm:prSet loTypeId="urn:microsoft.com/office/officeart/2018/5/layout/CenteredIconLabelDescriptionList" loCatId="icon" qsTypeId="urn:microsoft.com/office/officeart/2005/8/quickstyle/simple1" qsCatId="simple" csTypeId="urn:microsoft.com/office/officeart/2018/5/colors/Iconchunking_neutralbg_colorful2" csCatId="colorful" phldr="1"/>
      <dgm:spPr/>
      <dgm:t>
        <a:bodyPr/>
        <a:lstStyle/>
        <a:p>
          <a:endParaRPr lang="en-US"/>
        </a:p>
      </dgm:t>
    </dgm:pt>
    <dgm:pt modelId="{B5A3E465-37A3-409D-A5DD-2167547FCCB2}">
      <dgm:prSet/>
      <dgm:spPr/>
      <dgm:t>
        <a:bodyPr/>
        <a:lstStyle/>
        <a:p>
          <a:pPr>
            <a:lnSpc>
              <a:spcPct val="100000"/>
            </a:lnSpc>
            <a:defRPr b="1"/>
          </a:pPr>
          <a:r>
            <a:rPr lang="en-US" dirty="0"/>
            <a:t>pops</a:t>
          </a:r>
        </a:p>
      </dgm:t>
    </dgm:pt>
    <dgm:pt modelId="{5983DE2B-DFC5-4EF3-9233-FFC6B2E45A51}" type="parTrans" cxnId="{A22D8C12-5EE8-44A9-87C5-97E95C20D30B}">
      <dgm:prSet/>
      <dgm:spPr/>
      <dgm:t>
        <a:bodyPr/>
        <a:lstStyle/>
        <a:p>
          <a:endParaRPr lang="en-US"/>
        </a:p>
      </dgm:t>
    </dgm:pt>
    <dgm:pt modelId="{039A9233-6B67-4A96-A1A0-EC375EF2D8B6}" type="sibTrans" cxnId="{A22D8C12-5EE8-44A9-87C5-97E95C20D30B}">
      <dgm:prSet/>
      <dgm:spPr/>
      <dgm:t>
        <a:bodyPr/>
        <a:lstStyle/>
        <a:p>
          <a:endParaRPr lang="en-US"/>
        </a:p>
      </dgm:t>
    </dgm:pt>
    <dgm:pt modelId="{8CCA32FC-F00D-4698-84B5-C944DAC878CB}">
      <dgm:prSet/>
      <dgm:spPr/>
      <dgm:t>
        <a:bodyPr/>
        <a:lstStyle/>
        <a:p>
          <a:pPr>
            <a:lnSpc>
              <a:spcPct val="100000"/>
            </a:lnSpc>
            <a:defRPr b="1"/>
          </a:pPr>
          <a:r>
            <a:rPr lang="tr-TR" dirty="0"/>
            <a:t>Push</a:t>
          </a:r>
          <a:endParaRPr lang="en-US" dirty="0"/>
        </a:p>
      </dgm:t>
    </dgm:pt>
    <dgm:pt modelId="{1E61BA4E-A048-4FE3-83AB-E9427D2E8AE9}" type="parTrans" cxnId="{DC40D43F-6D9B-4FB4-B267-88D2A9647B99}">
      <dgm:prSet/>
      <dgm:spPr/>
      <dgm:t>
        <a:bodyPr/>
        <a:lstStyle/>
        <a:p>
          <a:endParaRPr lang="en-US"/>
        </a:p>
      </dgm:t>
    </dgm:pt>
    <dgm:pt modelId="{F5007DC1-9223-4673-B7DD-F92583A1C511}" type="sibTrans" cxnId="{DC40D43F-6D9B-4FB4-B267-88D2A9647B99}">
      <dgm:prSet/>
      <dgm:spPr/>
      <dgm:t>
        <a:bodyPr/>
        <a:lstStyle/>
        <a:p>
          <a:endParaRPr lang="en-US"/>
        </a:p>
      </dgm:t>
    </dgm:pt>
    <dgm:pt modelId="{57C9A8DB-0B96-4BEC-93F7-5FFF871BED52}">
      <dgm:prSet/>
      <dgm:spPr/>
      <dgm:t>
        <a:bodyPr/>
        <a:lstStyle/>
        <a:p>
          <a:pPr>
            <a:lnSpc>
              <a:spcPct val="100000"/>
            </a:lnSpc>
          </a:pPr>
          <a:r>
            <a:rPr lang="en-US" b="1" dirty="0"/>
            <a:t>FALSE</a:t>
          </a:r>
          <a:r>
            <a:rPr lang="tr-TR" dirty="0"/>
            <a:t>: </a:t>
          </a:r>
          <a:r>
            <a:rPr lang="en-US" dirty="0"/>
            <a:t>they are not equal</a:t>
          </a:r>
        </a:p>
      </dgm:t>
    </dgm:pt>
    <dgm:pt modelId="{CA5E3866-5D2B-4DFB-9715-D72BEB6D5A71}" type="parTrans" cxnId="{407D749E-10C6-4CA9-B32E-756A6EE2DF47}">
      <dgm:prSet/>
      <dgm:spPr/>
      <dgm:t>
        <a:bodyPr/>
        <a:lstStyle/>
        <a:p>
          <a:endParaRPr lang="en-US"/>
        </a:p>
      </dgm:t>
    </dgm:pt>
    <dgm:pt modelId="{91D8E4CD-5F4E-4D1F-8212-C1B25F46BBA9}" type="sibTrans" cxnId="{407D749E-10C6-4CA9-B32E-756A6EE2DF47}">
      <dgm:prSet/>
      <dgm:spPr/>
      <dgm:t>
        <a:bodyPr/>
        <a:lstStyle/>
        <a:p>
          <a:endParaRPr lang="en-US"/>
        </a:p>
      </dgm:t>
    </dgm:pt>
    <dgm:pt modelId="{19F41524-C66A-4EAC-AB5E-27105A8F66E6}">
      <dgm:prSet/>
      <dgm:spPr/>
      <dgm:t>
        <a:bodyPr/>
        <a:lstStyle/>
        <a:p>
          <a:pPr>
            <a:lnSpc>
              <a:spcPct val="100000"/>
            </a:lnSpc>
            <a:defRPr b="1"/>
          </a:pPr>
          <a:r>
            <a:rPr lang="tr-TR" dirty="0"/>
            <a:t>Remaining Stack</a:t>
          </a:r>
          <a:endParaRPr lang="en-US" dirty="0"/>
        </a:p>
      </dgm:t>
    </dgm:pt>
    <dgm:pt modelId="{B8904600-4F9A-46D0-9B21-B60D7C0A53A8}" type="parTrans" cxnId="{1FEFE7E6-957A-4726-A33A-05F17A9BCAD2}">
      <dgm:prSet/>
      <dgm:spPr/>
      <dgm:t>
        <a:bodyPr/>
        <a:lstStyle/>
        <a:p>
          <a:endParaRPr lang="en-US"/>
        </a:p>
      </dgm:t>
    </dgm:pt>
    <dgm:pt modelId="{047E581C-EB14-4B81-B5C3-44F1629CAD82}" type="sibTrans" cxnId="{1FEFE7E6-957A-4726-A33A-05F17A9BCAD2}">
      <dgm:prSet/>
      <dgm:spPr/>
      <dgm:t>
        <a:bodyPr/>
        <a:lstStyle/>
        <a:p>
          <a:endParaRPr lang="en-US"/>
        </a:p>
      </dgm:t>
    </dgm:pt>
    <dgm:pt modelId="{9B0A0726-E332-4D6B-B285-65E4CB7D442A}">
      <dgm:prSet/>
      <dgm:spPr/>
      <dgm:t>
        <a:bodyPr/>
        <a:lstStyle/>
        <a:p>
          <a:pPr>
            <a:lnSpc>
              <a:spcPct val="100000"/>
            </a:lnSpc>
          </a:pPr>
          <a:r>
            <a:rPr lang="tr-TR" dirty="0"/>
            <a:t>any other result</a:t>
          </a:r>
          <a:endParaRPr lang="en-US" dirty="0"/>
        </a:p>
      </dgm:t>
    </dgm:pt>
    <dgm:pt modelId="{C51BC337-4DEC-455B-ADC9-B1A303A4D12F}" type="parTrans" cxnId="{3FAE3876-B9F9-42E2-92B4-C83493450BE5}">
      <dgm:prSet/>
      <dgm:spPr/>
      <dgm:t>
        <a:bodyPr/>
        <a:lstStyle/>
        <a:p>
          <a:endParaRPr lang="en-US"/>
        </a:p>
      </dgm:t>
    </dgm:pt>
    <dgm:pt modelId="{D6F6A6E9-432B-4441-9B41-AE958B4FBB56}" type="sibTrans" cxnId="{3FAE3876-B9F9-42E2-92B4-C83493450BE5}">
      <dgm:prSet/>
      <dgm:spPr/>
      <dgm:t>
        <a:bodyPr/>
        <a:lstStyle/>
        <a:p>
          <a:endParaRPr lang="en-US"/>
        </a:p>
      </dgm:t>
    </dgm:pt>
    <dgm:pt modelId="{4CDD4BA6-E7D2-41C3-9389-613E17583CC2}">
      <dgm:prSet/>
      <dgm:spPr/>
      <dgm:t>
        <a:bodyPr/>
        <a:lstStyle/>
        <a:p>
          <a:pPr>
            <a:lnSpc>
              <a:spcPct val="100000"/>
            </a:lnSpc>
          </a:pPr>
          <a:r>
            <a:rPr lang="tr-TR" dirty="0" err="1"/>
            <a:t>if</a:t>
          </a:r>
          <a:r>
            <a:rPr lang="tr-TR" dirty="0"/>
            <a:t> </a:t>
          </a:r>
          <a:r>
            <a:rPr lang="tr-TR" dirty="0" err="1"/>
            <a:t>the</a:t>
          </a:r>
          <a:r>
            <a:rPr lang="tr-TR" dirty="0"/>
            <a:t> </a:t>
          </a:r>
          <a:r>
            <a:rPr lang="tr-TR" dirty="0" err="1"/>
            <a:t>result</a:t>
          </a:r>
          <a:r>
            <a:rPr lang="tr-TR" dirty="0"/>
            <a:t> is TRUE</a:t>
          </a:r>
        </a:p>
        <a:p>
          <a:pPr>
            <a:lnSpc>
              <a:spcPct val="100000"/>
            </a:lnSpc>
          </a:pPr>
          <a:r>
            <a:rPr lang="en-US" dirty="0"/>
            <a:t>signifies a valid transaction</a:t>
          </a:r>
        </a:p>
      </dgm:t>
    </dgm:pt>
    <dgm:pt modelId="{34FBFF8C-4E88-43E2-9710-0217A490BAE6}" type="parTrans" cxnId="{A68A48C7-C7CB-4B5D-9077-5814FE8CB5DD}">
      <dgm:prSet/>
      <dgm:spPr/>
      <dgm:t>
        <a:bodyPr/>
        <a:lstStyle/>
        <a:p>
          <a:endParaRPr lang="en-US"/>
        </a:p>
      </dgm:t>
    </dgm:pt>
    <dgm:pt modelId="{E1E6F54D-BDA4-4FE2-AFDE-28D9FA6A2239}" type="sibTrans" cxnId="{A68A48C7-C7CB-4B5D-9077-5814FE8CB5DD}">
      <dgm:prSet/>
      <dgm:spPr/>
      <dgm:t>
        <a:bodyPr/>
        <a:lstStyle/>
        <a:p>
          <a:endParaRPr lang="en-US"/>
        </a:p>
      </dgm:t>
    </dgm:pt>
    <dgm:pt modelId="{DBE58EC8-A595-4CCA-AC0C-5CEEA4B17365}">
      <dgm:prSet/>
      <dgm:spPr/>
      <dgm:t>
        <a:bodyPr/>
        <a:lstStyle/>
        <a:p>
          <a:pPr>
            <a:lnSpc>
              <a:spcPct val="100000"/>
            </a:lnSpc>
          </a:pPr>
          <a:r>
            <a:rPr lang="tr-TR" dirty="0"/>
            <a:t>two</a:t>
          </a:r>
          <a:r>
            <a:rPr lang="en-US" dirty="0"/>
            <a:t> items</a:t>
          </a:r>
        </a:p>
      </dgm:t>
    </dgm:pt>
    <dgm:pt modelId="{7509FED1-BB31-4218-9278-DE105152FE5B}" type="parTrans" cxnId="{B284EC5D-DEF6-41EB-937E-D3C1C716F970}">
      <dgm:prSet/>
      <dgm:spPr/>
      <dgm:t>
        <a:bodyPr/>
        <a:lstStyle/>
        <a:p>
          <a:endParaRPr lang="tr-TR"/>
        </a:p>
      </dgm:t>
    </dgm:pt>
    <dgm:pt modelId="{A8FE1724-6AC5-45E6-967B-7D85D42956BE}" type="sibTrans" cxnId="{B284EC5D-DEF6-41EB-937E-D3C1C716F970}">
      <dgm:prSet/>
      <dgm:spPr/>
      <dgm:t>
        <a:bodyPr/>
        <a:lstStyle/>
        <a:p>
          <a:endParaRPr lang="tr-TR"/>
        </a:p>
      </dgm:t>
    </dgm:pt>
    <dgm:pt modelId="{9F8C0755-A052-4FAF-8D7C-6A1E37E03845}">
      <dgm:prSet/>
      <dgm:spPr/>
      <dgm:t>
        <a:bodyPr/>
        <a:lstStyle/>
        <a:p>
          <a:pPr>
            <a:lnSpc>
              <a:spcPct val="100000"/>
            </a:lnSpc>
          </a:pPr>
          <a:r>
            <a:rPr lang="en-US"/>
            <a:t>from </a:t>
          </a:r>
          <a:r>
            <a:rPr lang="en-US" dirty="0"/>
            <a:t>the stack </a:t>
          </a:r>
        </a:p>
      </dgm:t>
    </dgm:pt>
    <dgm:pt modelId="{9E009211-AFB5-46F4-8EAC-B8500424A3E0}" type="parTrans" cxnId="{4B29125F-390E-4FEB-8BD4-82A31AD34022}">
      <dgm:prSet/>
      <dgm:spPr/>
      <dgm:t>
        <a:bodyPr/>
        <a:lstStyle/>
        <a:p>
          <a:endParaRPr lang="tr-TR"/>
        </a:p>
      </dgm:t>
    </dgm:pt>
    <dgm:pt modelId="{EFB932BC-E08D-4080-9C49-54E7DBEEB39B}" type="sibTrans" cxnId="{4B29125F-390E-4FEB-8BD4-82A31AD34022}">
      <dgm:prSet/>
      <dgm:spPr/>
      <dgm:t>
        <a:bodyPr/>
        <a:lstStyle/>
        <a:p>
          <a:endParaRPr lang="tr-TR"/>
        </a:p>
      </dgm:t>
    </dgm:pt>
    <dgm:pt modelId="{9F699F8C-AC8A-4484-AF69-FD050C51826D}">
      <dgm:prSet/>
      <dgm:spPr/>
      <dgm:t>
        <a:bodyPr/>
        <a:lstStyle/>
        <a:p>
          <a:pPr>
            <a:lnSpc>
              <a:spcPct val="100000"/>
            </a:lnSpc>
            <a:defRPr b="1"/>
          </a:pPr>
          <a:r>
            <a:rPr lang="tr-TR" dirty="0" err="1"/>
            <a:t>Valid</a:t>
          </a:r>
          <a:endParaRPr lang="en-US" dirty="0"/>
        </a:p>
      </dgm:t>
    </dgm:pt>
    <dgm:pt modelId="{16EC8087-E95C-4340-903B-E62053E5B9C0}" type="parTrans" cxnId="{E23CBFAE-C801-4964-84F7-9EC09479822D}">
      <dgm:prSet/>
      <dgm:spPr/>
      <dgm:t>
        <a:bodyPr/>
        <a:lstStyle/>
        <a:p>
          <a:endParaRPr lang="tr-TR"/>
        </a:p>
      </dgm:t>
    </dgm:pt>
    <dgm:pt modelId="{5B3A5B91-F29A-4EB6-B04A-03B3835AFFCD}" type="sibTrans" cxnId="{E23CBFAE-C801-4964-84F7-9EC09479822D}">
      <dgm:prSet/>
      <dgm:spPr/>
      <dgm:t>
        <a:bodyPr/>
        <a:lstStyle/>
        <a:p>
          <a:endParaRPr lang="tr-TR"/>
        </a:p>
      </dgm:t>
    </dgm:pt>
    <dgm:pt modelId="{B43FA6DE-90ED-44E6-9666-D2E2C66E563A}">
      <dgm:prSet/>
      <dgm:spPr/>
      <dgm:t>
        <a:bodyPr/>
        <a:lstStyle/>
        <a:p>
          <a:pPr>
            <a:lnSpc>
              <a:spcPct val="100000"/>
            </a:lnSpc>
          </a:pPr>
          <a:r>
            <a:rPr lang="en-US" b="1" dirty="0"/>
            <a:t>TRUE</a:t>
          </a:r>
          <a:r>
            <a:rPr lang="tr-TR" dirty="0"/>
            <a:t>: </a:t>
          </a:r>
          <a:r>
            <a:rPr lang="en-US" dirty="0"/>
            <a:t>they are equal </a:t>
          </a:r>
        </a:p>
      </dgm:t>
    </dgm:pt>
    <dgm:pt modelId="{9ACF7887-533A-4B85-B43A-DEB83A53DC0E}" type="parTrans" cxnId="{D528F81E-D395-447A-A791-6545148E6048}">
      <dgm:prSet/>
      <dgm:spPr/>
      <dgm:t>
        <a:bodyPr/>
        <a:lstStyle/>
        <a:p>
          <a:endParaRPr lang="tr-TR"/>
        </a:p>
      </dgm:t>
    </dgm:pt>
    <dgm:pt modelId="{8DAAE418-90D9-4714-84E7-83846B0A6104}" type="sibTrans" cxnId="{D528F81E-D395-447A-A791-6545148E6048}">
      <dgm:prSet/>
      <dgm:spPr/>
      <dgm:t>
        <a:bodyPr/>
        <a:lstStyle/>
        <a:p>
          <a:endParaRPr lang="tr-TR"/>
        </a:p>
      </dgm:t>
    </dgm:pt>
    <dgm:pt modelId="{5C98A09A-680E-47C4-80D8-177FE3107BB6}">
      <dgm:prSet/>
      <dgm:spPr/>
      <dgm:t>
        <a:bodyPr/>
        <a:lstStyle/>
        <a:p>
          <a:pPr>
            <a:lnSpc>
              <a:spcPct val="100000"/>
            </a:lnSpc>
          </a:pPr>
          <a:r>
            <a:rPr lang="tr-TR" dirty="0"/>
            <a:t>TRUE or</a:t>
          </a:r>
          <a:endParaRPr lang="en-US" dirty="0"/>
        </a:p>
      </dgm:t>
    </dgm:pt>
    <dgm:pt modelId="{27143CF2-CEBB-42AC-8648-4B7CB92853F2}" type="parTrans" cxnId="{2BD23E6B-C5EB-4198-9B6F-0CC6739FAB4C}">
      <dgm:prSet/>
      <dgm:spPr/>
      <dgm:t>
        <a:bodyPr/>
        <a:lstStyle/>
        <a:p>
          <a:endParaRPr lang="tr-TR"/>
        </a:p>
      </dgm:t>
    </dgm:pt>
    <dgm:pt modelId="{522D73BB-A253-414C-AC88-9DE4604F88FC}" type="sibTrans" cxnId="{2BD23E6B-C5EB-4198-9B6F-0CC6739FAB4C}">
      <dgm:prSet/>
      <dgm:spPr/>
      <dgm:t>
        <a:bodyPr/>
        <a:lstStyle/>
        <a:p>
          <a:endParaRPr lang="tr-TR"/>
        </a:p>
      </dgm:t>
    </dgm:pt>
    <dgm:pt modelId="{CAF854E3-7212-40E1-8A73-A46FE9A46A62}" type="pres">
      <dgm:prSet presAssocID="{2EC91F36-CFEB-4493-A68A-E3A98E552EC4}" presName="root" presStyleCnt="0">
        <dgm:presLayoutVars>
          <dgm:dir/>
          <dgm:resizeHandles val="exact"/>
        </dgm:presLayoutVars>
      </dgm:prSet>
      <dgm:spPr/>
    </dgm:pt>
    <dgm:pt modelId="{4C073AD8-1B69-4833-90E6-BE1C92635697}" type="pres">
      <dgm:prSet presAssocID="{B5A3E465-37A3-409D-A5DD-2167547FCCB2}" presName="compNode" presStyleCnt="0"/>
      <dgm:spPr/>
    </dgm:pt>
    <dgm:pt modelId="{5227EB7D-E6D7-4AA0-ADA0-6C2D2EF897F7}" type="pres">
      <dgm:prSet presAssocID="{B5A3E465-37A3-409D-A5DD-2167547FCCB2}" presName="iconRect" presStyleLbl="node1" presStyleIdx="0" presStyleCnt="4"/>
      <dgm:spPr>
        <a:blipFill>
          <a:blip xmlns:r="http://schemas.openxmlformats.org/officeDocument/2006/relationships" r:embed="rId1" cstate="email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2"/>
              </a:ext>
            </a:extLst>
          </a:blip>
          <a:stretch>
            <a:fillRect/>
          </a:stretch>
        </a:blipFill>
        <a:ln>
          <a:noFill/>
        </a:ln>
      </dgm:spPr>
      <dgm:extLst>
        <a:ext uri="{E40237B7-FDA0-4F09-8148-C483321AD2D9}">
          <dgm14:cNvPr xmlns:dgm14="http://schemas.microsoft.com/office/drawing/2010/diagram" id="0" name="" descr="Filter"/>
        </a:ext>
      </dgm:extLst>
    </dgm:pt>
    <dgm:pt modelId="{051CDB6C-800B-48D3-B148-9649BD4DAE58}" type="pres">
      <dgm:prSet presAssocID="{B5A3E465-37A3-409D-A5DD-2167547FCCB2}" presName="iconSpace" presStyleCnt="0"/>
      <dgm:spPr/>
    </dgm:pt>
    <dgm:pt modelId="{74C656D6-207B-4EAF-96FF-538340D6E22B}" type="pres">
      <dgm:prSet presAssocID="{B5A3E465-37A3-409D-A5DD-2167547FCCB2}" presName="parTx" presStyleLbl="revTx" presStyleIdx="0" presStyleCnt="8">
        <dgm:presLayoutVars>
          <dgm:chMax val="0"/>
          <dgm:chPref val="0"/>
        </dgm:presLayoutVars>
      </dgm:prSet>
      <dgm:spPr/>
    </dgm:pt>
    <dgm:pt modelId="{45EEFDD8-FB4D-4D73-B3AB-1A7436102E08}" type="pres">
      <dgm:prSet presAssocID="{B5A3E465-37A3-409D-A5DD-2167547FCCB2}" presName="txSpace" presStyleCnt="0"/>
      <dgm:spPr/>
    </dgm:pt>
    <dgm:pt modelId="{E59482E0-3E66-4D37-B2FF-8188E149B8B8}" type="pres">
      <dgm:prSet presAssocID="{B5A3E465-37A3-409D-A5DD-2167547FCCB2}" presName="desTx" presStyleLbl="revTx" presStyleIdx="1" presStyleCnt="8">
        <dgm:presLayoutVars/>
      </dgm:prSet>
      <dgm:spPr/>
    </dgm:pt>
    <dgm:pt modelId="{2696DE50-9304-428B-868B-FC3045D57A76}" type="pres">
      <dgm:prSet presAssocID="{039A9233-6B67-4A96-A1A0-EC375EF2D8B6}" presName="sibTrans" presStyleCnt="0"/>
      <dgm:spPr/>
    </dgm:pt>
    <dgm:pt modelId="{A2FC9893-E850-41B5-85B7-91D1A5DEF0EC}" type="pres">
      <dgm:prSet presAssocID="{8CCA32FC-F00D-4698-84B5-C944DAC878CB}" presName="compNode" presStyleCnt="0"/>
      <dgm:spPr/>
    </dgm:pt>
    <dgm:pt modelId="{3A2C0E26-7937-4C1F-B308-F343462DE7FB}" type="pres">
      <dgm:prSet presAssocID="{8CCA32FC-F00D-4698-84B5-C944DAC878CB}" presName="iconRect" presStyleLbl="node1" presStyleIdx="1" presStyleCnt="4"/>
      <dgm:spPr>
        <a:blipFill>
          <a:blip xmlns:r="http://schemas.openxmlformats.org/officeDocument/2006/relationships" r:embed="rId3" cstate="email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4"/>
              </a:ext>
            </a:extLst>
          </a:blip>
          <a:stretch>
            <a:fillRect/>
          </a:stretch>
        </a:blipFill>
        <a:ln>
          <a:noFill/>
        </a:ln>
      </dgm:spPr>
      <dgm:extLst>
        <a:ext uri="{E40237B7-FDA0-4F09-8148-C483321AD2D9}">
          <dgm14:cNvPr xmlns:dgm14="http://schemas.microsoft.com/office/drawing/2010/diagram" id="0" name="" descr="Close"/>
        </a:ext>
      </dgm:extLst>
    </dgm:pt>
    <dgm:pt modelId="{003CC639-F816-4CB8-A82B-A3E73FF51E69}" type="pres">
      <dgm:prSet presAssocID="{8CCA32FC-F00D-4698-84B5-C944DAC878CB}" presName="iconSpace" presStyleCnt="0"/>
      <dgm:spPr/>
    </dgm:pt>
    <dgm:pt modelId="{DCCABEF3-82EE-4351-B355-CCFE8BE45152}" type="pres">
      <dgm:prSet presAssocID="{8CCA32FC-F00D-4698-84B5-C944DAC878CB}" presName="parTx" presStyleLbl="revTx" presStyleIdx="2" presStyleCnt="8">
        <dgm:presLayoutVars>
          <dgm:chMax val="0"/>
          <dgm:chPref val="0"/>
        </dgm:presLayoutVars>
      </dgm:prSet>
      <dgm:spPr/>
    </dgm:pt>
    <dgm:pt modelId="{EF013361-0D64-4352-9FFD-06D90BE5122B}" type="pres">
      <dgm:prSet presAssocID="{8CCA32FC-F00D-4698-84B5-C944DAC878CB}" presName="txSpace" presStyleCnt="0"/>
      <dgm:spPr/>
    </dgm:pt>
    <dgm:pt modelId="{42AA94CF-C0F8-4F5C-9D94-220A0F933D5B}" type="pres">
      <dgm:prSet presAssocID="{8CCA32FC-F00D-4698-84B5-C944DAC878CB}" presName="desTx" presStyleLbl="revTx" presStyleIdx="3" presStyleCnt="8">
        <dgm:presLayoutVars/>
      </dgm:prSet>
      <dgm:spPr/>
    </dgm:pt>
    <dgm:pt modelId="{D570ABF8-0BC4-467D-AACD-001E145B1176}" type="pres">
      <dgm:prSet presAssocID="{F5007DC1-9223-4673-B7DD-F92583A1C511}" presName="sibTrans" presStyleCnt="0"/>
      <dgm:spPr/>
    </dgm:pt>
    <dgm:pt modelId="{291F7BAF-2512-4ACF-A914-C1CC6C8A55A9}" type="pres">
      <dgm:prSet presAssocID="{19F41524-C66A-4EAC-AB5E-27105A8F66E6}" presName="compNode" presStyleCnt="0"/>
      <dgm:spPr/>
    </dgm:pt>
    <dgm:pt modelId="{AEBBDC45-0096-4162-BCC8-700AAF602E09}" type="pres">
      <dgm:prSet presAssocID="{19F41524-C66A-4EAC-AB5E-27105A8F66E6}" presName="iconRect" presStyleLbl="node1" presStyleIdx="2" presStyleCnt="4"/>
      <dgm:spPr>
        <a:blipFill>
          <a:blip xmlns:r="http://schemas.openxmlformats.org/officeDocument/2006/relationships" r:embed="rId5" cstate="email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6"/>
              </a:ext>
            </a:extLst>
          </a:blip>
          <a:stretch>
            <a:fillRect/>
          </a:stretch>
        </a:blipFill>
        <a:ln>
          <a:noFill/>
        </a:ln>
      </dgm:spPr>
      <dgm:extLst>
        <a:ext uri="{E40237B7-FDA0-4F09-8148-C483321AD2D9}">
          <dgm14:cNvPr xmlns:dgm14="http://schemas.microsoft.com/office/drawing/2010/diagram" id="0" name="" descr="Document"/>
        </a:ext>
      </dgm:extLst>
    </dgm:pt>
    <dgm:pt modelId="{3E576DFE-3835-4E19-ADDF-9A4B8C6DD636}" type="pres">
      <dgm:prSet presAssocID="{19F41524-C66A-4EAC-AB5E-27105A8F66E6}" presName="iconSpace" presStyleCnt="0"/>
      <dgm:spPr/>
    </dgm:pt>
    <dgm:pt modelId="{3BB7772A-0E43-4D43-82A7-92FBB9374706}" type="pres">
      <dgm:prSet presAssocID="{19F41524-C66A-4EAC-AB5E-27105A8F66E6}" presName="parTx" presStyleLbl="revTx" presStyleIdx="4" presStyleCnt="8">
        <dgm:presLayoutVars>
          <dgm:chMax val="0"/>
          <dgm:chPref val="0"/>
        </dgm:presLayoutVars>
      </dgm:prSet>
      <dgm:spPr/>
    </dgm:pt>
    <dgm:pt modelId="{6AAB361A-E86D-4B8E-9DC2-EB25A1542CFF}" type="pres">
      <dgm:prSet presAssocID="{19F41524-C66A-4EAC-AB5E-27105A8F66E6}" presName="txSpace" presStyleCnt="0"/>
      <dgm:spPr/>
    </dgm:pt>
    <dgm:pt modelId="{E819298B-5149-4582-A9A5-348F1BF020F6}" type="pres">
      <dgm:prSet presAssocID="{19F41524-C66A-4EAC-AB5E-27105A8F66E6}" presName="desTx" presStyleLbl="revTx" presStyleIdx="5" presStyleCnt="8">
        <dgm:presLayoutVars/>
      </dgm:prSet>
      <dgm:spPr/>
    </dgm:pt>
    <dgm:pt modelId="{AFAAA8EC-ADA3-420E-8DBD-1083CF9AF96D}" type="pres">
      <dgm:prSet presAssocID="{047E581C-EB14-4B81-B5C3-44F1629CAD82}" presName="sibTrans" presStyleCnt="0"/>
      <dgm:spPr/>
    </dgm:pt>
    <dgm:pt modelId="{61A5B010-B641-49DB-93F8-C21564E680F6}" type="pres">
      <dgm:prSet presAssocID="{9F699F8C-AC8A-4484-AF69-FD050C51826D}" presName="compNode" presStyleCnt="0"/>
      <dgm:spPr/>
    </dgm:pt>
    <dgm:pt modelId="{8CD6F0B8-02C9-4BD6-B889-EDCF0A2B2F8D}" type="pres">
      <dgm:prSet presAssocID="{9F699F8C-AC8A-4484-AF69-FD050C51826D}" presName="iconRect" presStyleLbl="node1" presStyleIdx="3" presStyleCnt="4"/>
      <dgm:spPr>
        <a:blipFill>
          <a:blip xmlns:r="http://schemas.openxmlformats.org/officeDocument/2006/relationships" r:embed="rId7" cstate="email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8"/>
              </a:ext>
            </a:extLst>
          </a:blip>
          <a:stretch>
            <a:fillRect/>
          </a:stretch>
        </a:blipFill>
        <a:ln>
          <a:noFill/>
        </a:ln>
      </dgm:spPr>
      <dgm:extLst>
        <a:ext uri="{E40237B7-FDA0-4F09-8148-C483321AD2D9}">
          <dgm14:cNvPr xmlns:dgm14="http://schemas.microsoft.com/office/drawing/2010/diagram" id="0" name="" descr="Checkmark"/>
        </a:ext>
      </dgm:extLst>
    </dgm:pt>
    <dgm:pt modelId="{870CA811-0EB7-4A25-9F2F-B609033AB3F9}" type="pres">
      <dgm:prSet presAssocID="{9F699F8C-AC8A-4484-AF69-FD050C51826D}" presName="iconSpace" presStyleCnt="0"/>
      <dgm:spPr/>
    </dgm:pt>
    <dgm:pt modelId="{EAD8290E-EA12-4598-A941-D8E334612694}" type="pres">
      <dgm:prSet presAssocID="{9F699F8C-AC8A-4484-AF69-FD050C51826D}" presName="parTx" presStyleLbl="revTx" presStyleIdx="6" presStyleCnt="8">
        <dgm:presLayoutVars>
          <dgm:chMax val="0"/>
          <dgm:chPref val="0"/>
        </dgm:presLayoutVars>
      </dgm:prSet>
      <dgm:spPr/>
    </dgm:pt>
    <dgm:pt modelId="{5B1376B9-99B2-4AA7-A307-38232745B8F0}" type="pres">
      <dgm:prSet presAssocID="{9F699F8C-AC8A-4484-AF69-FD050C51826D}" presName="txSpace" presStyleCnt="0"/>
      <dgm:spPr/>
    </dgm:pt>
    <dgm:pt modelId="{BFCC2199-E352-4083-8FC1-99DE7A5793C8}" type="pres">
      <dgm:prSet presAssocID="{9F699F8C-AC8A-4484-AF69-FD050C51826D}" presName="desTx" presStyleLbl="revTx" presStyleIdx="7" presStyleCnt="8">
        <dgm:presLayoutVars/>
      </dgm:prSet>
      <dgm:spPr/>
    </dgm:pt>
  </dgm:ptLst>
  <dgm:cxnLst>
    <dgm:cxn modelId="{A88D5512-938F-4671-98F4-6D834969E204}" type="presOf" srcId="{2EC91F36-CFEB-4493-A68A-E3A98E552EC4}" destId="{CAF854E3-7212-40E1-8A73-A46FE9A46A62}" srcOrd="0" destOrd="0" presId="urn:microsoft.com/office/officeart/2018/5/layout/CenteredIconLabelDescriptionList"/>
    <dgm:cxn modelId="{A22D8C12-5EE8-44A9-87C5-97E95C20D30B}" srcId="{2EC91F36-CFEB-4493-A68A-E3A98E552EC4}" destId="{B5A3E465-37A3-409D-A5DD-2167547FCCB2}" srcOrd="0" destOrd="0" parTransId="{5983DE2B-DFC5-4EF3-9233-FFC6B2E45A51}" sibTransId="{039A9233-6B67-4A96-A1A0-EC375EF2D8B6}"/>
    <dgm:cxn modelId="{D528F81E-D395-447A-A791-6545148E6048}" srcId="{8CCA32FC-F00D-4698-84B5-C944DAC878CB}" destId="{B43FA6DE-90ED-44E6-9666-D2E2C66E563A}" srcOrd="0" destOrd="0" parTransId="{9ACF7887-533A-4B85-B43A-DEB83A53DC0E}" sibTransId="{8DAAE418-90D9-4714-84E7-83846B0A6104}"/>
    <dgm:cxn modelId="{786FEA2F-320F-48DA-804D-78D0F549D9C3}" type="presOf" srcId="{9F8C0755-A052-4FAF-8D7C-6A1E37E03845}" destId="{E59482E0-3E66-4D37-B2FF-8188E149B8B8}" srcOrd="0" destOrd="1" presId="urn:microsoft.com/office/officeart/2018/5/layout/CenteredIconLabelDescriptionList"/>
    <dgm:cxn modelId="{DC40D43F-6D9B-4FB4-B267-88D2A9647B99}" srcId="{2EC91F36-CFEB-4493-A68A-E3A98E552EC4}" destId="{8CCA32FC-F00D-4698-84B5-C944DAC878CB}" srcOrd="1" destOrd="0" parTransId="{1E61BA4E-A048-4FE3-83AB-E9427D2E8AE9}" sibTransId="{F5007DC1-9223-4673-B7DD-F92583A1C511}"/>
    <dgm:cxn modelId="{CEDEDD5C-9C70-4713-9F60-EC8BD3E77850}" type="presOf" srcId="{B5A3E465-37A3-409D-A5DD-2167547FCCB2}" destId="{74C656D6-207B-4EAF-96FF-538340D6E22B}" srcOrd="0" destOrd="0" presId="urn:microsoft.com/office/officeart/2018/5/layout/CenteredIconLabelDescriptionList"/>
    <dgm:cxn modelId="{B284EC5D-DEF6-41EB-937E-D3C1C716F970}" srcId="{B5A3E465-37A3-409D-A5DD-2167547FCCB2}" destId="{DBE58EC8-A595-4CCA-AC0C-5CEEA4B17365}" srcOrd="0" destOrd="0" parTransId="{7509FED1-BB31-4218-9278-DE105152FE5B}" sibTransId="{A8FE1724-6AC5-45E6-967B-7D85D42956BE}"/>
    <dgm:cxn modelId="{4B29125F-390E-4FEB-8BD4-82A31AD34022}" srcId="{B5A3E465-37A3-409D-A5DD-2167547FCCB2}" destId="{9F8C0755-A052-4FAF-8D7C-6A1E37E03845}" srcOrd="1" destOrd="0" parTransId="{9E009211-AFB5-46F4-8EAC-B8500424A3E0}" sibTransId="{EFB932BC-E08D-4080-9C49-54E7DBEEB39B}"/>
    <dgm:cxn modelId="{65CF0562-4845-4703-9CCD-8924D5E18C58}" type="presOf" srcId="{9B0A0726-E332-4D6B-B285-65E4CB7D442A}" destId="{E819298B-5149-4582-A9A5-348F1BF020F6}" srcOrd="0" destOrd="1" presId="urn:microsoft.com/office/officeart/2018/5/layout/CenteredIconLabelDescriptionList"/>
    <dgm:cxn modelId="{2BD23E6B-C5EB-4198-9B6F-0CC6739FAB4C}" srcId="{19F41524-C66A-4EAC-AB5E-27105A8F66E6}" destId="{5C98A09A-680E-47C4-80D8-177FE3107BB6}" srcOrd="0" destOrd="0" parTransId="{27143CF2-CEBB-42AC-8648-4B7CB92853F2}" sibTransId="{522D73BB-A253-414C-AC88-9DE4604F88FC}"/>
    <dgm:cxn modelId="{3FAE3876-B9F9-42E2-92B4-C83493450BE5}" srcId="{19F41524-C66A-4EAC-AB5E-27105A8F66E6}" destId="{9B0A0726-E332-4D6B-B285-65E4CB7D442A}" srcOrd="1" destOrd="0" parTransId="{C51BC337-4DEC-455B-ADC9-B1A303A4D12F}" sibTransId="{D6F6A6E9-432B-4441-9B41-AE958B4FBB56}"/>
    <dgm:cxn modelId="{D6375C79-8FC6-49DE-B3D6-C6E2AF86A416}" type="presOf" srcId="{8CCA32FC-F00D-4698-84B5-C944DAC878CB}" destId="{DCCABEF3-82EE-4351-B355-CCFE8BE45152}" srcOrd="0" destOrd="0" presId="urn:microsoft.com/office/officeart/2018/5/layout/CenteredIconLabelDescriptionList"/>
    <dgm:cxn modelId="{56A9607E-8291-41D8-BA9C-DF4D61B3821E}" type="presOf" srcId="{57C9A8DB-0B96-4BEC-93F7-5FFF871BED52}" destId="{42AA94CF-C0F8-4F5C-9D94-220A0F933D5B}" srcOrd="0" destOrd="1" presId="urn:microsoft.com/office/officeart/2018/5/layout/CenteredIconLabelDescriptionList"/>
    <dgm:cxn modelId="{205FAD8C-9461-494D-9C90-142B585D2CE3}" type="presOf" srcId="{B43FA6DE-90ED-44E6-9666-D2E2C66E563A}" destId="{42AA94CF-C0F8-4F5C-9D94-220A0F933D5B}" srcOrd="0" destOrd="0" presId="urn:microsoft.com/office/officeart/2018/5/layout/CenteredIconLabelDescriptionList"/>
    <dgm:cxn modelId="{407D749E-10C6-4CA9-B32E-756A6EE2DF47}" srcId="{8CCA32FC-F00D-4698-84B5-C944DAC878CB}" destId="{57C9A8DB-0B96-4BEC-93F7-5FFF871BED52}" srcOrd="1" destOrd="0" parTransId="{CA5E3866-5D2B-4DFB-9715-D72BEB6D5A71}" sibTransId="{91D8E4CD-5F4E-4D1F-8212-C1B25F46BBA9}"/>
    <dgm:cxn modelId="{E23CBFAE-C801-4964-84F7-9EC09479822D}" srcId="{2EC91F36-CFEB-4493-A68A-E3A98E552EC4}" destId="{9F699F8C-AC8A-4484-AF69-FD050C51826D}" srcOrd="3" destOrd="0" parTransId="{16EC8087-E95C-4340-903B-E62053E5B9C0}" sibTransId="{5B3A5B91-F29A-4EB6-B04A-03B3835AFFCD}"/>
    <dgm:cxn modelId="{7FCDCFAF-8EBF-4D64-8C68-6C7AF714C26B}" type="presOf" srcId="{4CDD4BA6-E7D2-41C3-9389-613E17583CC2}" destId="{BFCC2199-E352-4083-8FC1-99DE7A5793C8}" srcOrd="0" destOrd="0" presId="urn:microsoft.com/office/officeart/2018/5/layout/CenteredIconLabelDescriptionList"/>
    <dgm:cxn modelId="{A68A48C7-C7CB-4B5D-9077-5814FE8CB5DD}" srcId="{9F699F8C-AC8A-4484-AF69-FD050C51826D}" destId="{4CDD4BA6-E7D2-41C3-9389-613E17583CC2}" srcOrd="0" destOrd="0" parTransId="{34FBFF8C-4E88-43E2-9710-0217A490BAE6}" sibTransId="{E1E6F54D-BDA4-4FE2-AFDE-28D9FA6A2239}"/>
    <dgm:cxn modelId="{513B87CA-AFC7-4F69-A14F-2A0BA4F1623B}" type="presOf" srcId="{5C98A09A-680E-47C4-80D8-177FE3107BB6}" destId="{E819298B-5149-4582-A9A5-348F1BF020F6}" srcOrd="0" destOrd="0" presId="urn:microsoft.com/office/officeart/2018/5/layout/CenteredIconLabelDescriptionList"/>
    <dgm:cxn modelId="{558126D2-28BF-4A86-BE4B-B6397B7AA163}" type="presOf" srcId="{9F699F8C-AC8A-4484-AF69-FD050C51826D}" destId="{EAD8290E-EA12-4598-A941-D8E334612694}" srcOrd="0" destOrd="0" presId="urn:microsoft.com/office/officeart/2018/5/layout/CenteredIconLabelDescriptionList"/>
    <dgm:cxn modelId="{1FEFE7E6-957A-4726-A33A-05F17A9BCAD2}" srcId="{2EC91F36-CFEB-4493-A68A-E3A98E552EC4}" destId="{19F41524-C66A-4EAC-AB5E-27105A8F66E6}" srcOrd="2" destOrd="0" parTransId="{B8904600-4F9A-46D0-9B21-B60D7C0A53A8}" sibTransId="{047E581C-EB14-4B81-B5C3-44F1629CAD82}"/>
    <dgm:cxn modelId="{C8BE97EC-A72C-4F13-BA98-623A978B35C6}" type="presOf" srcId="{DBE58EC8-A595-4CCA-AC0C-5CEEA4B17365}" destId="{E59482E0-3E66-4D37-B2FF-8188E149B8B8}" srcOrd="0" destOrd="0" presId="urn:microsoft.com/office/officeart/2018/5/layout/CenteredIconLabelDescriptionList"/>
    <dgm:cxn modelId="{B8C954F8-5155-4CFD-A88A-0ED327409B85}" type="presOf" srcId="{19F41524-C66A-4EAC-AB5E-27105A8F66E6}" destId="{3BB7772A-0E43-4D43-82A7-92FBB9374706}" srcOrd="0" destOrd="0" presId="urn:microsoft.com/office/officeart/2018/5/layout/CenteredIconLabelDescriptionList"/>
    <dgm:cxn modelId="{E5354576-26CC-4EAD-A987-53BA49E5DB9F}" type="presParOf" srcId="{CAF854E3-7212-40E1-8A73-A46FE9A46A62}" destId="{4C073AD8-1B69-4833-90E6-BE1C92635697}" srcOrd="0" destOrd="0" presId="urn:microsoft.com/office/officeart/2018/5/layout/CenteredIconLabelDescriptionList"/>
    <dgm:cxn modelId="{56EEA40A-8E9B-4D41-B0EB-B714431F9BC2}" type="presParOf" srcId="{4C073AD8-1B69-4833-90E6-BE1C92635697}" destId="{5227EB7D-E6D7-4AA0-ADA0-6C2D2EF897F7}" srcOrd="0" destOrd="0" presId="urn:microsoft.com/office/officeart/2018/5/layout/CenteredIconLabelDescriptionList"/>
    <dgm:cxn modelId="{38560C62-4D83-4A26-9E1F-53069059A04E}" type="presParOf" srcId="{4C073AD8-1B69-4833-90E6-BE1C92635697}" destId="{051CDB6C-800B-48D3-B148-9649BD4DAE58}" srcOrd="1" destOrd="0" presId="urn:microsoft.com/office/officeart/2018/5/layout/CenteredIconLabelDescriptionList"/>
    <dgm:cxn modelId="{D81698A8-B52F-4BF5-9C94-C3E71714E400}" type="presParOf" srcId="{4C073AD8-1B69-4833-90E6-BE1C92635697}" destId="{74C656D6-207B-4EAF-96FF-538340D6E22B}" srcOrd="2" destOrd="0" presId="urn:microsoft.com/office/officeart/2018/5/layout/CenteredIconLabelDescriptionList"/>
    <dgm:cxn modelId="{748D06CE-598E-4C48-B14F-21E23E30B0CF}" type="presParOf" srcId="{4C073AD8-1B69-4833-90E6-BE1C92635697}" destId="{45EEFDD8-FB4D-4D73-B3AB-1A7436102E08}" srcOrd="3" destOrd="0" presId="urn:microsoft.com/office/officeart/2018/5/layout/CenteredIconLabelDescriptionList"/>
    <dgm:cxn modelId="{E3DFD69E-F7CB-4304-9EEE-C3B69F766607}" type="presParOf" srcId="{4C073AD8-1B69-4833-90E6-BE1C92635697}" destId="{E59482E0-3E66-4D37-B2FF-8188E149B8B8}" srcOrd="4" destOrd="0" presId="urn:microsoft.com/office/officeart/2018/5/layout/CenteredIconLabelDescriptionList"/>
    <dgm:cxn modelId="{D29BDD72-9926-4F74-9C03-D144328D6F34}" type="presParOf" srcId="{CAF854E3-7212-40E1-8A73-A46FE9A46A62}" destId="{2696DE50-9304-428B-868B-FC3045D57A76}" srcOrd="1" destOrd="0" presId="urn:microsoft.com/office/officeart/2018/5/layout/CenteredIconLabelDescriptionList"/>
    <dgm:cxn modelId="{C16C3EBA-D873-41B2-8766-5D7E50FF0717}" type="presParOf" srcId="{CAF854E3-7212-40E1-8A73-A46FE9A46A62}" destId="{A2FC9893-E850-41B5-85B7-91D1A5DEF0EC}" srcOrd="2" destOrd="0" presId="urn:microsoft.com/office/officeart/2018/5/layout/CenteredIconLabelDescriptionList"/>
    <dgm:cxn modelId="{1B238D60-D3AC-43B7-8C5E-A03361A8DE88}" type="presParOf" srcId="{A2FC9893-E850-41B5-85B7-91D1A5DEF0EC}" destId="{3A2C0E26-7937-4C1F-B308-F343462DE7FB}" srcOrd="0" destOrd="0" presId="urn:microsoft.com/office/officeart/2018/5/layout/CenteredIconLabelDescriptionList"/>
    <dgm:cxn modelId="{05D36C0E-3DAC-4D07-823C-2AE114BB2EA7}" type="presParOf" srcId="{A2FC9893-E850-41B5-85B7-91D1A5DEF0EC}" destId="{003CC639-F816-4CB8-A82B-A3E73FF51E69}" srcOrd="1" destOrd="0" presId="urn:microsoft.com/office/officeart/2018/5/layout/CenteredIconLabelDescriptionList"/>
    <dgm:cxn modelId="{26B88ECB-8D7D-4F66-9F09-4D0EB4EE9055}" type="presParOf" srcId="{A2FC9893-E850-41B5-85B7-91D1A5DEF0EC}" destId="{DCCABEF3-82EE-4351-B355-CCFE8BE45152}" srcOrd="2" destOrd="0" presId="urn:microsoft.com/office/officeart/2018/5/layout/CenteredIconLabelDescriptionList"/>
    <dgm:cxn modelId="{425D0433-E190-43DB-9ECD-7665A1662CD0}" type="presParOf" srcId="{A2FC9893-E850-41B5-85B7-91D1A5DEF0EC}" destId="{EF013361-0D64-4352-9FFD-06D90BE5122B}" srcOrd="3" destOrd="0" presId="urn:microsoft.com/office/officeart/2018/5/layout/CenteredIconLabelDescriptionList"/>
    <dgm:cxn modelId="{49F522D1-2DDF-41DC-A538-C2397D14FB81}" type="presParOf" srcId="{A2FC9893-E850-41B5-85B7-91D1A5DEF0EC}" destId="{42AA94CF-C0F8-4F5C-9D94-220A0F933D5B}" srcOrd="4" destOrd="0" presId="urn:microsoft.com/office/officeart/2018/5/layout/CenteredIconLabelDescriptionList"/>
    <dgm:cxn modelId="{08D277B6-5949-4027-B1E2-2D10D23074F8}" type="presParOf" srcId="{CAF854E3-7212-40E1-8A73-A46FE9A46A62}" destId="{D570ABF8-0BC4-467D-AACD-001E145B1176}" srcOrd="3" destOrd="0" presId="urn:microsoft.com/office/officeart/2018/5/layout/CenteredIconLabelDescriptionList"/>
    <dgm:cxn modelId="{9AE04307-3A7E-4AA1-A587-31201336BE17}" type="presParOf" srcId="{CAF854E3-7212-40E1-8A73-A46FE9A46A62}" destId="{291F7BAF-2512-4ACF-A914-C1CC6C8A55A9}" srcOrd="4" destOrd="0" presId="urn:microsoft.com/office/officeart/2018/5/layout/CenteredIconLabelDescriptionList"/>
    <dgm:cxn modelId="{F1F56244-0391-49F3-AFFB-F79A6F785FFE}" type="presParOf" srcId="{291F7BAF-2512-4ACF-A914-C1CC6C8A55A9}" destId="{AEBBDC45-0096-4162-BCC8-700AAF602E09}" srcOrd="0" destOrd="0" presId="urn:microsoft.com/office/officeart/2018/5/layout/CenteredIconLabelDescriptionList"/>
    <dgm:cxn modelId="{612F5380-59C7-48A6-B317-AC53AD83F98C}" type="presParOf" srcId="{291F7BAF-2512-4ACF-A914-C1CC6C8A55A9}" destId="{3E576DFE-3835-4E19-ADDF-9A4B8C6DD636}" srcOrd="1" destOrd="0" presId="urn:microsoft.com/office/officeart/2018/5/layout/CenteredIconLabelDescriptionList"/>
    <dgm:cxn modelId="{C802D59A-1860-438A-BD3D-B3BEA887FECD}" type="presParOf" srcId="{291F7BAF-2512-4ACF-A914-C1CC6C8A55A9}" destId="{3BB7772A-0E43-4D43-82A7-92FBB9374706}" srcOrd="2" destOrd="0" presId="urn:microsoft.com/office/officeart/2018/5/layout/CenteredIconLabelDescriptionList"/>
    <dgm:cxn modelId="{4E5179E4-9541-4A60-B277-AAC90CA581BB}" type="presParOf" srcId="{291F7BAF-2512-4ACF-A914-C1CC6C8A55A9}" destId="{6AAB361A-E86D-4B8E-9DC2-EB25A1542CFF}" srcOrd="3" destOrd="0" presId="urn:microsoft.com/office/officeart/2018/5/layout/CenteredIconLabelDescriptionList"/>
    <dgm:cxn modelId="{3D849827-D576-46C2-9777-D18FA4E55DE3}" type="presParOf" srcId="{291F7BAF-2512-4ACF-A914-C1CC6C8A55A9}" destId="{E819298B-5149-4582-A9A5-348F1BF020F6}" srcOrd="4" destOrd="0" presId="urn:microsoft.com/office/officeart/2018/5/layout/CenteredIconLabelDescriptionList"/>
    <dgm:cxn modelId="{131E3333-8440-483B-BEF4-7F1C57027DA5}" type="presParOf" srcId="{CAF854E3-7212-40E1-8A73-A46FE9A46A62}" destId="{AFAAA8EC-ADA3-420E-8DBD-1083CF9AF96D}" srcOrd="5" destOrd="0" presId="urn:microsoft.com/office/officeart/2018/5/layout/CenteredIconLabelDescriptionList"/>
    <dgm:cxn modelId="{E1B104C1-EB0A-4CD9-84C4-308DE9321454}" type="presParOf" srcId="{CAF854E3-7212-40E1-8A73-A46FE9A46A62}" destId="{61A5B010-B641-49DB-93F8-C21564E680F6}" srcOrd="6" destOrd="0" presId="urn:microsoft.com/office/officeart/2018/5/layout/CenteredIconLabelDescriptionList"/>
    <dgm:cxn modelId="{03742DA5-43A0-4762-83BD-7C36F5198D22}" type="presParOf" srcId="{61A5B010-B641-49DB-93F8-C21564E680F6}" destId="{8CD6F0B8-02C9-4BD6-B889-EDCF0A2B2F8D}" srcOrd="0" destOrd="0" presId="urn:microsoft.com/office/officeart/2018/5/layout/CenteredIconLabelDescriptionList"/>
    <dgm:cxn modelId="{81DF1F85-0F89-4892-9750-CAA70DCF1E28}" type="presParOf" srcId="{61A5B010-B641-49DB-93F8-C21564E680F6}" destId="{870CA811-0EB7-4A25-9F2F-B609033AB3F9}" srcOrd="1" destOrd="0" presId="urn:microsoft.com/office/officeart/2018/5/layout/CenteredIconLabelDescriptionList"/>
    <dgm:cxn modelId="{D235EE9E-F072-40E8-BFC2-D91AF81458F7}" type="presParOf" srcId="{61A5B010-B641-49DB-93F8-C21564E680F6}" destId="{EAD8290E-EA12-4598-A941-D8E334612694}" srcOrd="2" destOrd="0" presId="urn:microsoft.com/office/officeart/2018/5/layout/CenteredIconLabelDescriptionList"/>
    <dgm:cxn modelId="{3D5703BB-3FD2-49FE-B8B6-A88322CC9D93}" type="presParOf" srcId="{61A5B010-B641-49DB-93F8-C21564E680F6}" destId="{5B1376B9-99B2-4AA7-A307-38232745B8F0}" srcOrd="3" destOrd="0" presId="urn:microsoft.com/office/officeart/2018/5/layout/CenteredIconLabelDescriptionList"/>
    <dgm:cxn modelId="{1E92AAC0-5603-4ADC-89BE-542445FCA845}" type="presParOf" srcId="{61A5B010-B641-49DB-93F8-C21564E680F6}" destId="{BFCC2199-E352-4083-8FC1-99DE7A5793C8}" srcOrd="4" destOrd="0" presId="urn:microsoft.com/office/officeart/2018/5/layout/CenteredIconLabelDescriptionList"/>
  </dgm:cxnLst>
  <dgm:bg/>
  <dgm:whole/>
  <dgm:extLst>
    <a:ext uri="http://schemas.microsoft.com/office/drawing/2008/diagram">
      <dsp:dataModelExt xmlns:dsp="http://schemas.microsoft.com/office/drawing/2008/diagram" relId="rId6" minVer="http://schemas.openxmlformats.org/drawingml/2006/diagram"/>
    </a:ext>
  </dgm:extLst>
</dgm:dataModel>
</file>

<file path=ppt/diagrams/data79.xml><?xml version="1.0" encoding="utf-8"?>
<dgm:dataModel xmlns:dgm="http://schemas.openxmlformats.org/drawingml/2006/diagram" xmlns:a="http://schemas.openxmlformats.org/drawingml/2006/main">
  <dgm:ptLst>
    <dgm:pt modelId="{C2FCBC5B-F597-4F64-A863-189F4B5C687B}" type="doc">
      <dgm:prSet loTypeId="urn:microsoft.com/office/officeart/2018/5/layout/CenteredIconLabelDescriptionList" loCatId="icon" qsTypeId="urn:microsoft.com/office/officeart/2005/8/quickstyle/simple1" qsCatId="simple" csTypeId="urn:microsoft.com/office/officeart/2018/5/colors/Iconchunking_neutralbg_colorful2" csCatId="colorful" phldr="1"/>
      <dgm:spPr/>
      <dgm:t>
        <a:bodyPr/>
        <a:lstStyle/>
        <a:p>
          <a:endParaRPr lang="en-US"/>
        </a:p>
      </dgm:t>
    </dgm:pt>
    <dgm:pt modelId="{544B984C-D632-4662-847B-58B524F07B26}">
      <dgm:prSet/>
      <dgm:spPr/>
      <dgm:t>
        <a:bodyPr/>
        <a:lstStyle/>
        <a:p>
          <a:pPr>
            <a:lnSpc>
              <a:spcPct val="100000"/>
            </a:lnSpc>
          </a:pPr>
          <a:r>
            <a:rPr lang="tr-TR"/>
            <a:t>scripts are</a:t>
          </a:r>
          <a:r>
            <a:rPr lang="en-US"/>
            <a:t> concatenated</a:t>
          </a:r>
        </a:p>
      </dgm:t>
    </dgm:pt>
    <dgm:pt modelId="{511C0E8A-7132-4C30-9006-A92F552C84DE}" type="parTrans" cxnId="{502C13A1-092F-4209-9239-95376F5DD7ED}">
      <dgm:prSet/>
      <dgm:spPr/>
    </dgm:pt>
    <dgm:pt modelId="{A158E3BA-754B-455B-A0A3-02E96EA88F25}" type="sibTrans" cxnId="{502C13A1-092F-4209-9239-95376F5DD7ED}">
      <dgm:prSet/>
      <dgm:spPr/>
    </dgm:pt>
    <dgm:pt modelId="{D86C5DDB-8EDC-4569-82C3-83B230191B6B}">
      <dgm:prSet/>
      <dgm:spPr/>
      <dgm:t>
        <a:bodyPr/>
        <a:lstStyle/>
        <a:p>
          <a:pPr>
            <a:lnSpc>
              <a:spcPct val="100000"/>
            </a:lnSpc>
          </a:pPr>
          <a:r>
            <a:rPr lang="en-US"/>
            <a:t>and executed in</a:t>
          </a:r>
          <a:r>
            <a:rPr lang="tr-TR"/>
            <a:t> </a:t>
          </a:r>
          <a:r>
            <a:rPr lang="en-US"/>
            <a:t>sequence</a:t>
          </a:r>
        </a:p>
      </dgm:t>
    </dgm:pt>
    <dgm:pt modelId="{43901B7E-377D-49A9-880D-F144020CB880}" type="parTrans" cxnId="{2E611CF5-AFA9-4B69-96C9-4217D4D6DD90}">
      <dgm:prSet/>
      <dgm:spPr/>
    </dgm:pt>
    <dgm:pt modelId="{C9471D63-4655-4DF4-BA64-32521F735515}" type="sibTrans" cxnId="{2E611CF5-AFA9-4B69-96C9-4217D4D6DD90}">
      <dgm:prSet/>
      <dgm:spPr/>
    </dgm:pt>
    <dgm:pt modelId="{8B54D6F0-B2FD-4808-B168-282EC4E1E077}">
      <dgm:prSet/>
      <dgm:spPr/>
      <dgm:t>
        <a:bodyPr/>
        <a:lstStyle/>
        <a:p>
          <a:pPr>
            <a:lnSpc>
              <a:spcPct val="100000"/>
            </a:lnSpc>
            <a:defRPr b="1"/>
          </a:pPr>
          <a:r>
            <a:rPr lang="tr-TR"/>
            <a:t>Original approach</a:t>
          </a:r>
          <a:endParaRPr lang="en-US"/>
        </a:p>
      </dgm:t>
    </dgm:pt>
    <dgm:pt modelId="{D202E824-64BA-45B0-AEA3-970D7DB56785}" type="parTrans" cxnId="{21B3114D-2C30-43B1-8E2B-46E8358C1FAB}">
      <dgm:prSet/>
      <dgm:spPr/>
    </dgm:pt>
    <dgm:pt modelId="{2C2908A9-2810-4C22-8610-458455E0BAF4}" type="sibTrans" cxnId="{21B3114D-2C30-43B1-8E2B-46E8358C1FAB}">
      <dgm:prSet/>
      <dgm:spPr/>
    </dgm:pt>
    <dgm:pt modelId="{10C7C5B9-3427-4BF1-9E77-0595FE143875}">
      <dgm:prSet/>
      <dgm:spPr/>
      <dgm:t>
        <a:bodyPr/>
        <a:lstStyle/>
        <a:p>
          <a:pPr>
            <a:lnSpc>
              <a:spcPct val="100000"/>
            </a:lnSpc>
            <a:defRPr b="1"/>
          </a:pPr>
          <a:r>
            <a:rPr lang="tr-TR"/>
            <a:t>Execution</a:t>
          </a:r>
          <a:endParaRPr lang="en-US"/>
        </a:p>
      </dgm:t>
    </dgm:pt>
    <dgm:pt modelId="{3FEE1F92-B77E-42EB-893C-2F718E429241}" type="parTrans" cxnId="{D2FE2A76-637F-4314-ABD9-4C22E3B76397}">
      <dgm:prSet/>
      <dgm:spPr/>
    </dgm:pt>
    <dgm:pt modelId="{18199BC7-FA61-454E-81FB-B9FE4D3DBCBA}" type="sibTrans" cxnId="{D2FE2A76-637F-4314-ABD9-4C22E3B76397}">
      <dgm:prSet/>
      <dgm:spPr/>
    </dgm:pt>
    <dgm:pt modelId="{2C47B12C-6E0E-4F8A-AF6C-340343A7864D}">
      <dgm:prSet/>
      <dgm:spPr/>
      <dgm:t>
        <a:bodyPr/>
        <a:lstStyle/>
        <a:p>
          <a:pPr>
            <a:lnSpc>
              <a:spcPct val="100000"/>
            </a:lnSpc>
          </a:pPr>
          <a:r>
            <a:rPr lang="tr-TR"/>
            <a:t>for execution</a:t>
          </a:r>
          <a:endParaRPr lang="en-US"/>
        </a:p>
      </dgm:t>
    </dgm:pt>
    <dgm:pt modelId="{ABA0ACBA-FF95-4D66-A3DE-10618D97381D}" type="parTrans" cxnId="{18735592-71D4-4E97-96B7-80FD007E10E1}">
      <dgm:prSet/>
      <dgm:spPr/>
    </dgm:pt>
    <dgm:pt modelId="{D715AD99-A34B-4CBB-9B51-5CABE170CD47}" type="sibTrans" cxnId="{18735592-71D4-4E97-96B7-80FD007E10E1}">
      <dgm:prSet/>
      <dgm:spPr/>
    </dgm:pt>
    <dgm:pt modelId="{CDE76654-C61B-46ED-9C52-4E4F47A483E0}">
      <dgm:prSet/>
      <dgm:spPr/>
      <dgm:t>
        <a:bodyPr/>
        <a:lstStyle/>
        <a:p>
          <a:pPr>
            <a:lnSpc>
              <a:spcPct val="100000"/>
            </a:lnSpc>
          </a:pPr>
          <a:r>
            <a:rPr lang="en-US"/>
            <a:t>unlocking</a:t>
          </a:r>
          <a:r>
            <a:rPr lang="tr-TR"/>
            <a:t> </a:t>
          </a:r>
          <a:r>
            <a:rPr lang="en-US"/>
            <a:t>and locking scripts</a:t>
          </a:r>
        </a:p>
      </dgm:t>
    </dgm:pt>
    <dgm:pt modelId="{749FDA13-BE18-40F2-BC20-CF9D1DE87F05}" type="parTrans" cxnId="{890110DD-1093-4218-A7A6-7119361CDA3F}">
      <dgm:prSet/>
      <dgm:spPr/>
    </dgm:pt>
    <dgm:pt modelId="{7F155B07-1B08-4764-95D0-C7A720634712}" type="sibTrans" cxnId="{890110DD-1093-4218-A7A6-7119361CDA3F}">
      <dgm:prSet/>
      <dgm:spPr/>
    </dgm:pt>
    <dgm:pt modelId="{FC46FACF-D156-4EB2-8F44-36B431D76BA4}" type="pres">
      <dgm:prSet presAssocID="{C2FCBC5B-F597-4F64-A863-189F4B5C687B}" presName="root" presStyleCnt="0">
        <dgm:presLayoutVars>
          <dgm:dir/>
          <dgm:resizeHandles val="exact"/>
        </dgm:presLayoutVars>
      </dgm:prSet>
      <dgm:spPr/>
    </dgm:pt>
    <dgm:pt modelId="{7BBBD342-446F-4260-B491-DF553824D754}" type="pres">
      <dgm:prSet presAssocID="{8B54D6F0-B2FD-4808-B168-282EC4E1E077}" presName="compNode" presStyleCnt="0"/>
      <dgm:spPr/>
    </dgm:pt>
    <dgm:pt modelId="{18E78F76-F903-4E34-9904-9C54F1CA1D8D}" type="pres">
      <dgm:prSet presAssocID="{8B54D6F0-B2FD-4808-B168-282EC4E1E077}" presName="iconRect" presStyleLbl="node1" presStyleIdx="0" presStyleCnt="2"/>
      <dgm:spPr>
        <a:blipFill>
          <a:blip xmlns:r="http://schemas.openxmlformats.org/officeDocument/2006/relationships" r:embed="rId1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2"/>
              </a:ext>
            </a:extLst>
          </a:blip>
          <a:stretch>
            <a:fillRect/>
          </a:stretch>
        </a:blipFill>
        <a:ln>
          <a:noFill/>
        </a:ln>
      </dgm:spPr>
      <dgm:extLst>
        <a:ext uri="{E40237B7-FDA0-4F09-8148-C483321AD2D9}">
          <dgm14:cNvPr xmlns:dgm14="http://schemas.microsoft.com/office/drawing/2010/diagram" id="0" name="" descr="Flowchart"/>
        </a:ext>
      </dgm:extLst>
    </dgm:pt>
    <dgm:pt modelId="{8FC00AA3-2864-4928-A399-B017D05D2A34}" type="pres">
      <dgm:prSet presAssocID="{8B54D6F0-B2FD-4808-B168-282EC4E1E077}" presName="iconSpace" presStyleCnt="0"/>
      <dgm:spPr/>
    </dgm:pt>
    <dgm:pt modelId="{D23C2D62-9EF8-4336-937E-D551600462AB}" type="pres">
      <dgm:prSet presAssocID="{8B54D6F0-B2FD-4808-B168-282EC4E1E077}" presName="parTx" presStyleLbl="revTx" presStyleIdx="0" presStyleCnt="4">
        <dgm:presLayoutVars>
          <dgm:chMax val="0"/>
          <dgm:chPref val="0"/>
        </dgm:presLayoutVars>
      </dgm:prSet>
      <dgm:spPr/>
    </dgm:pt>
    <dgm:pt modelId="{CE6BAD76-A971-49DD-BECB-50958B03751C}" type="pres">
      <dgm:prSet presAssocID="{8B54D6F0-B2FD-4808-B168-282EC4E1E077}" presName="txSpace" presStyleCnt="0"/>
      <dgm:spPr/>
    </dgm:pt>
    <dgm:pt modelId="{0A8F1A87-6DB9-4ADE-B59D-4C8CFEDC5F58}" type="pres">
      <dgm:prSet presAssocID="{8B54D6F0-B2FD-4808-B168-282EC4E1E077}" presName="desTx" presStyleLbl="revTx" presStyleIdx="1" presStyleCnt="4">
        <dgm:presLayoutVars/>
      </dgm:prSet>
      <dgm:spPr/>
    </dgm:pt>
    <dgm:pt modelId="{7D2CCD52-3A23-4571-9F1E-E244750FE87D}" type="pres">
      <dgm:prSet presAssocID="{2C2908A9-2810-4C22-8610-458455E0BAF4}" presName="sibTrans" presStyleCnt="0"/>
      <dgm:spPr/>
    </dgm:pt>
    <dgm:pt modelId="{D5D3D3B1-CB5C-4103-94F3-7B88CD979907}" type="pres">
      <dgm:prSet presAssocID="{10C7C5B9-3427-4BF1-9E77-0595FE143875}" presName="compNode" presStyleCnt="0"/>
      <dgm:spPr/>
    </dgm:pt>
    <dgm:pt modelId="{406E4C27-2871-4058-9CA5-767B0ACA4F22}" type="pres">
      <dgm:prSet presAssocID="{10C7C5B9-3427-4BF1-9E77-0595FE143875}" presName="iconRect" presStyleLbl="node1" presStyleIdx="1" presStyleCnt="2"/>
      <dgm:spPr>
        <a:blipFill rotWithShape="1">
          <a:blip xmlns:r="http://schemas.openxmlformats.org/officeDocument/2006/relationships" r:embed="rId3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4"/>
              </a:ext>
            </a:extLst>
          </a:blip>
          <a:srcRect/>
          <a:stretch>
            <a:fillRect/>
          </a:stretch>
        </a:blipFill>
      </dgm:spPr>
    </dgm:pt>
    <dgm:pt modelId="{7417DAC2-378D-4B83-A429-2444CC23C41C}" type="pres">
      <dgm:prSet presAssocID="{10C7C5B9-3427-4BF1-9E77-0595FE143875}" presName="iconSpace" presStyleCnt="0"/>
      <dgm:spPr/>
    </dgm:pt>
    <dgm:pt modelId="{11A98131-EC59-4BE2-827A-F0BA2298CACD}" type="pres">
      <dgm:prSet presAssocID="{10C7C5B9-3427-4BF1-9E77-0595FE143875}" presName="parTx" presStyleLbl="revTx" presStyleIdx="2" presStyleCnt="4">
        <dgm:presLayoutVars>
          <dgm:chMax val="0"/>
          <dgm:chPref val="0"/>
        </dgm:presLayoutVars>
      </dgm:prSet>
      <dgm:spPr/>
    </dgm:pt>
    <dgm:pt modelId="{279A33F1-45EF-4B2B-B4DF-8B39A592AF3A}" type="pres">
      <dgm:prSet presAssocID="{10C7C5B9-3427-4BF1-9E77-0595FE143875}" presName="txSpace" presStyleCnt="0"/>
      <dgm:spPr/>
    </dgm:pt>
    <dgm:pt modelId="{E1E2A004-2608-4344-B89B-ACE046514F48}" type="pres">
      <dgm:prSet presAssocID="{10C7C5B9-3427-4BF1-9E77-0595FE143875}" presName="desTx" presStyleLbl="revTx" presStyleIdx="3" presStyleCnt="4">
        <dgm:presLayoutVars/>
      </dgm:prSet>
      <dgm:spPr/>
    </dgm:pt>
  </dgm:ptLst>
  <dgm:cxnLst>
    <dgm:cxn modelId="{9C3D640A-E726-4D17-84CB-ECEE320AE547}" type="presOf" srcId="{CDE76654-C61B-46ED-9C52-4E4F47A483E0}" destId="{0A8F1A87-6DB9-4ADE-B59D-4C8CFEDC5F58}" srcOrd="0" destOrd="1" presId="urn:microsoft.com/office/officeart/2018/5/layout/CenteredIconLabelDescriptionList"/>
    <dgm:cxn modelId="{B48EAE64-E4BD-4524-8061-CB8C246797B4}" type="presOf" srcId="{10C7C5B9-3427-4BF1-9E77-0595FE143875}" destId="{11A98131-EC59-4BE2-827A-F0BA2298CACD}" srcOrd="0" destOrd="0" presId="urn:microsoft.com/office/officeart/2018/5/layout/CenteredIconLabelDescriptionList"/>
    <dgm:cxn modelId="{21B3114D-2C30-43B1-8E2B-46E8358C1FAB}" srcId="{C2FCBC5B-F597-4F64-A863-189F4B5C687B}" destId="{8B54D6F0-B2FD-4808-B168-282EC4E1E077}" srcOrd="0" destOrd="0" parTransId="{D202E824-64BA-45B0-AEA3-970D7DB56785}" sibTransId="{2C2908A9-2810-4C22-8610-458455E0BAF4}"/>
    <dgm:cxn modelId="{DC3FF151-871C-483E-B7E4-8C7EBAFC31AC}" type="presOf" srcId="{C2FCBC5B-F597-4F64-A863-189F4B5C687B}" destId="{FC46FACF-D156-4EB2-8F44-36B431D76BA4}" srcOrd="0" destOrd="0" presId="urn:microsoft.com/office/officeart/2018/5/layout/CenteredIconLabelDescriptionList"/>
    <dgm:cxn modelId="{D2FE2A76-637F-4314-ABD9-4C22E3B76397}" srcId="{C2FCBC5B-F597-4F64-A863-189F4B5C687B}" destId="{10C7C5B9-3427-4BF1-9E77-0595FE143875}" srcOrd="1" destOrd="0" parTransId="{3FEE1F92-B77E-42EB-893C-2F718E429241}" sibTransId="{18199BC7-FA61-454E-81FB-B9FE4D3DBCBA}"/>
    <dgm:cxn modelId="{E64A9477-CED8-4931-AF7A-953AE1334787}" type="presOf" srcId="{D86C5DDB-8EDC-4569-82C3-83B230191B6B}" destId="{E1E2A004-2608-4344-B89B-ACE046514F48}" srcOrd="0" destOrd="1" presId="urn:microsoft.com/office/officeart/2018/5/layout/CenteredIconLabelDescriptionList"/>
    <dgm:cxn modelId="{2DCA7758-7B17-4AD6-AB46-A1E321797C00}" type="presOf" srcId="{544B984C-D632-4662-847B-58B524F07B26}" destId="{E1E2A004-2608-4344-B89B-ACE046514F48}" srcOrd="0" destOrd="0" presId="urn:microsoft.com/office/officeart/2018/5/layout/CenteredIconLabelDescriptionList"/>
    <dgm:cxn modelId="{18735592-71D4-4E97-96B7-80FD007E10E1}" srcId="{8B54D6F0-B2FD-4808-B168-282EC4E1E077}" destId="{2C47B12C-6E0E-4F8A-AF6C-340343A7864D}" srcOrd="0" destOrd="0" parTransId="{ABA0ACBA-FF95-4D66-A3DE-10618D97381D}" sibTransId="{D715AD99-A34B-4CBB-9B51-5CABE170CD47}"/>
    <dgm:cxn modelId="{502C13A1-092F-4209-9239-95376F5DD7ED}" srcId="{10C7C5B9-3427-4BF1-9E77-0595FE143875}" destId="{544B984C-D632-4662-847B-58B524F07B26}" srcOrd="0" destOrd="0" parTransId="{511C0E8A-7132-4C30-9006-A92F552C84DE}" sibTransId="{A158E3BA-754B-455B-A0A3-02E96EA88F25}"/>
    <dgm:cxn modelId="{7CB2EEA3-8162-4685-B63B-8D20354C6298}" type="presOf" srcId="{2C47B12C-6E0E-4F8A-AF6C-340343A7864D}" destId="{0A8F1A87-6DB9-4ADE-B59D-4C8CFEDC5F58}" srcOrd="0" destOrd="0" presId="urn:microsoft.com/office/officeart/2018/5/layout/CenteredIconLabelDescriptionList"/>
    <dgm:cxn modelId="{79F2DABA-3906-4619-AB0C-66F4C5F1F2B6}" type="presOf" srcId="{8B54D6F0-B2FD-4808-B168-282EC4E1E077}" destId="{D23C2D62-9EF8-4336-937E-D551600462AB}" srcOrd="0" destOrd="0" presId="urn:microsoft.com/office/officeart/2018/5/layout/CenteredIconLabelDescriptionList"/>
    <dgm:cxn modelId="{890110DD-1093-4218-A7A6-7119361CDA3F}" srcId="{8B54D6F0-B2FD-4808-B168-282EC4E1E077}" destId="{CDE76654-C61B-46ED-9C52-4E4F47A483E0}" srcOrd="1" destOrd="0" parTransId="{749FDA13-BE18-40F2-BC20-CF9D1DE87F05}" sibTransId="{7F155B07-1B08-4764-95D0-C7A720634712}"/>
    <dgm:cxn modelId="{2E611CF5-AFA9-4B69-96C9-4217D4D6DD90}" srcId="{10C7C5B9-3427-4BF1-9E77-0595FE143875}" destId="{D86C5DDB-8EDC-4569-82C3-83B230191B6B}" srcOrd="1" destOrd="0" parTransId="{43901B7E-377D-49A9-880D-F144020CB880}" sibTransId="{C9471D63-4655-4DF4-BA64-32521F735515}"/>
    <dgm:cxn modelId="{2C233850-F5F9-4031-8D53-A8DB996B3CA3}" type="presParOf" srcId="{FC46FACF-D156-4EB2-8F44-36B431D76BA4}" destId="{7BBBD342-446F-4260-B491-DF553824D754}" srcOrd="0" destOrd="0" presId="urn:microsoft.com/office/officeart/2018/5/layout/CenteredIconLabelDescriptionList"/>
    <dgm:cxn modelId="{0BAA8995-4C6B-4AB8-8C8D-B546917D0E31}" type="presParOf" srcId="{7BBBD342-446F-4260-B491-DF553824D754}" destId="{18E78F76-F903-4E34-9904-9C54F1CA1D8D}" srcOrd="0" destOrd="0" presId="urn:microsoft.com/office/officeart/2018/5/layout/CenteredIconLabelDescriptionList"/>
    <dgm:cxn modelId="{5823CEF2-2FFE-4FC4-A017-E3B1E04BDEA3}" type="presParOf" srcId="{7BBBD342-446F-4260-B491-DF553824D754}" destId="{8FC00AA3-2864-4928-A399-B017D05D2A34}" srcOrd="1" destOrd="0" presId="urn:microsoft.com/office/officeart/2018/5/layout/CenteredIconLabelDescriptionList"/>
    <dgm:cxn modelId="{B76D5A0E-8659-47E3-A922-4494C5D29462}" type="presParOf" srcId="{7BBBD342-446F-4260-B491-DF553824D754}" destId="{D23C2D62-9EF8-4336-937E-D551600462AB}" srcOrd="2" destOrd="0" presId="urn:microsoft.com/office/officeart/2018/5/layout/CenteredIconLabelDescriptionList"/>
    <dgm:cxn modelId="{CC0856B5-F880-468B-99B1-1795EBDFBF67}" type="presParOf" srcId="{7BBBD342-446F-4260-B491-DF553824D754}" destId="{CE6BAD76-A971-49DD-BECB-50958B03751C}" srcOrd="3" destOrd="0" presId="urn:microsoft.com/office/officeart/2018/5/layout/CenteredIconLabelDescriptionList"/>
    <dgm:cxn modelId="{C0AEDCEA-2E00-42A1-B300-145663E233E6}" type="presParOf" srcId="{7BBBD342-446F-4260-B491-DF553824D754}" destId="{0A8F1A87-6DB9-4ADE-B59D-4C8CFEDC5F58}" srcOrd="4" destOrd="0" presId="urn:microsoft.com/office/officeart/2018/5/layout/CenteredIconLabelDescriptionList"/>
    <dgm:cxn modelId="{3568D8A4-C60F-456D-B21F-47DF09F3536F}" type="presParOf" srcId="{FC46FACF-D156-4EB2-8F44-36B431D76BA4}" destId="{7D2CCD52-3A23-4571-9F1E-E244750FE87D}" srcOrd="1" destOrd="0" presId="urn:microsoft.com/office/officeart/2018/5/layout/CenteredIconLabelDescriptionList"/>
    <dgm:cxn modelId="{8B6D3668-8FB1-41F9-B335-6875F08A5A60}" type="presParOf" srcId="{FC46FACF-D156-4EB2-8F44-36B431D76BA4}" destId="{D5D3D3B1-CB5C-4103-94F3-7B88CD979907}" srcOrd="2" destOrd="0" presId="urn:microsoft.com/office/officeart/2018/5/layout/CenteredIconLabelDescriptionList"/>
    <dgm:cxn modelId="{CE200887-6B91-405D-BE6E-B2EDD0F4D09A}" type="presParOf" srcId="{D5D3D3B1-CB5C-4103-94F3-7B88CD979907}" destId="{406E4C27-2871-4058-9CA5-767B0ACA4F22}" srcOrd="0" destOrd="0" presId="urn:microsoft.com/office/officeart/2018/5/layout/CenteredIconLabelDescriptionList"/>
    <dgm:cxn modelId="{69E5747E-1D9E-4C32-AE80-1F181381D5F5}" type="presParOf" srcId="{D5D3D3B1-CB5C-4103-94F3-7B88CD979907}" destId="{7417DAC2-378D-4B83-A429-2444CC23C41C}" srcOrd="1" destOrd="0" presId="urn:microsoft.com/office/officeart/2018/5/layout/CenteredIconLabelDescriptionList"/>
    <dgm:cxn modelId="{16FB5FBC-ABBF-4F05-885E-87AC4D5C6BF2}" type="presParOf" srcId="{D5D3D3B1-CB5C-4103-94F3-7B88CD979907}" destId="{11A98131-EC59-4BE2-827A-F0BA2298CACD}" srcOrd="2" destOrd="0" presId="urn:microsoft.com/office/officeart/2018/5/layout/CenteredIconLabelDescriptionList"/>
    <dgm:cxn modelId="{66ED60BC-3C07-4961-91E5-E8F7C8C69EF4}" type="presParOf" srcId="{D5D3D3B1-CB5C-4103-94F3-7B88CD979907}" destId="{279A33F1-45EF-4B2B-B4DF-8B39A592AF3A}" srcOrd="3" destOrd="0" presId="urn:microsoft.com/office/officeart/2018/5/layout/CenteredIconLabelDescriptionList"/>
    <dgm:cxn modelId="{8ED8601A-5374-4FDF-B2FF-24B0393F34E5}" type="presParOf" srcId="{D5D3D3B1-CB5C-4103-94F3-7B88CD979907}" destId="{E1E2A004-2608-4344-B89B-ACE046514F48}" srcOrd="4" destOrd="0" presId="urn:microsoft.com/office/officeart/2018/5/layout/CenteredIconLabelDescriptionList"/>
  </dgm:cxnLst>
  <dgm:bg/>
  <dgm:whole/>
  <dgm:extLst>
    <a:ext uri="http://schemas.microsoft.com/office/drawing/2008/diagram">
      <dsp:dataModelExt xmlns:dsp="http://schemas.microsoft.com/office/drawing/2008/diagram" relId="rId6" minVer="http://schemas.openxmlformats.org/drawingml/2006/diagram"/>
    </a:ext>
  </dgm:extLst>
</dgm:dataModel>
</file>

<file path=ppt/diagrams/data80.xml><?xml version="1.0" encoding="utf-8"?>
<dgm:dataModel xmlns:dgm="http://schemas.openxmlformats.org/drawingml/2006/diagram" xmlns:a="http://schemas.openxmlformats.org/drawingml/2006/main">
  <dgm:ptLst>
    <dgm:pt modelId="{C2FCBC5B-F597-4F64-A863-189F4B5C687B}" type="doc">
      <dgm:prSet loTypeId="urn:microsoft.com/office/officeart/2018/5/layout/CenteredIconLabelDescriptionList" loCatId="icon" qsTypeId="urn:microsoft.com/office/officeart/2005/8/quickstyle/simple1" qsCatId="simple" csTypeId="urn:microsoft.com/office/officeart/2018/5/colors/Iconchunking_neutralbg_colorful2" csCatId="colorful" phldr="1"/>
      <dgm:spPr/>
      <dgm:t>
        <a:bodyPr/>
        <a:lstStyle/>
        <a:p>
          <a:endParaRPr lang="en-US"/>
        </a:p>
      </dgm:t>
    </dgm:pt>
    <dgm:pt modelId="{9913F79B-0988-42BC-991B-949F42951571}">
      <dgm:prSet/>
      <dgm:spPr/>
      <dgm:t>
        <a:bodyPr/>
        <a:lstStyle/>
        <a:p>
          <a:pPr>
            <a:lnSpc>
              <a:spcPct val="100000"/>
            </a:lnSpc>
            <a:defRPr b="1"/>
          </a:pPr>
          <a:r>
            <a:rPr lang="tr-TR" dirty="0"/>
            <a:t>Security</a:t>
          </a:r>
          <a:endParaRPr lang="en-US" dirty="0"/>
        </a:p>
      </dgm:t>
    </dgm:pt>
    <dgm:pt modelId="{5BB73841-CC97-4E30-9704-A06900765EC4}" type="parTrans" cxnId="{AB54BA2B-EA7B-40CF-97EC-97FE309C2A5F}">
      <dgm:prSet/>
      <dgm:spPr/>
      <dgm:t>
        <a:bodyPr/>
        <a:lstStyle/>
        <a:p>
          <a:endParaRPr lang="en-US"/>
        </a:p>
      </dgm:t>
    </dgm:pt>
    <dgm:pt modelId="{F3AD31EC-F3B4-4C93-A365-1313039AE656}" type="sibTrans" cxnId="{AB54BA2B-EA7B-40CF-97EC-97FE309C2A5F}">
      <dgm:prSet/>
      <dgm:spPr/>
      <dgm:t>
        <a:bodyPr/>
        <a:lstStyle/>
        <a:p>
          <a:endParaRPr lang="en-US"/>
        </a:p>
      </dgm:t>
    </dgm:pt>
    <dgm:pt modelId="{737678A9-66AC-492E-A6D2-593C6CDE0C1B}">
      <dgm:prSet/>
      <dgm:spPr/>
      <dgm:t>
        <a:bodyPr/>
        <a:lstStyle/>
        <a:p>
          <a:pPr>
            <a:lnSpc>
              <a:spcPct val="100000"/>
            </a:lnSpc>
          </a:pPr>
          <a:r>
            <a:rPr lang="en-US"/>
            <a:t>to push data onto the stack</a:t>
          </a:r>
          <a:r>
            <a:rPr lang="tr-TR"/>
            <a:t> </a:t>
          </a:r>
          <a:endParaRPr lang="en-US"/>
        </a:p>
      </dgm:t>
    </dgm:pt>
    <dgm:pt modelId="{2856ED6E-D303-46AE-8800-E63E9EA89011}" type="parTrans" cxnId="{0100E10E-BE6F-4EDA-9A16-0DE55FE18D1B}">
      <dgm:prSet/>
      <dgm:spPr/>
      <dgm:t>
        <a:bodyPr/>
        <a:lstStyle/>
        <a:p>
          <a:endParaRPr lang="en-US"/>
        </a:p>
      </dgm:t>
    </dgm:pt>
    <dgm:pt modelId="{CFE5F936-4F17-484E-A7C1-77A85465ADF4}" type="sibTrans" cxnId="{0100E10E-BE6F-4EDA-9A16-0DE55FE18D1B}">
      <dgm:prSet/>
      <dgm:spPr/>
      <dgm:t>
        <a:bodyPr/>
        <a:lstStyle/>
        <a:p>
          <a:endParaRPr lang="en-US"/>
        </a:p>
      </dgm:t>
    </dgm:pt>
    <dgm:pt modelId="{29E07451-5D92-4A60-81DE-76A01AC101E1}">
      <dgm:prSet/>
      <dgm:spPr/>
      <dgm:t>
        <a:bodyPr/>
        <a:lstStyle/>
        <a:p>
          <a:pPr>
            <a:lnSpc>
              <a:spcPct val="100000"/>
            </a:lnSpc>
          </a:pPr>
          <a:r>
            <a:rPr lang="en-US"/>
            <a:t>and corrupt the locking script</a:t>
          </a:r>
        </a:p>
      </dgm:t>
    </dgm:pt>
    <dgm:pt modelId="{C11B09B6-FB86-460D-9BDF-C91FA12830D8}" type="parTrans" cxnId="{556068A5-975A-4399-B127-20A6263C304F}">
      <dgm:prSet/>
      <dgm:spPr/>
      <dgm:t>
        <a:bodyPr/>
        <a:lstStyle/>
        <a:p>
          <a:endParaRPr lang="en-US"/>
        </a:p>
      </dgm:t>
    </dgm:pt>
    <dgm:pt modelId="{626C45B8-2E8D-4501-9271-1B8B115BC2EE}" type="sibTrans" cxnId="{556068A5-975A-4399-B127-20A6263C304F}">
      <dgm:prSet/>
      <dgm:spPr/>
      <dgm:t>
        <a:bodyPr/>
        <a:lstStyle/>
        <a:p>
          <a:endParaRPr lang="en-US"/>
        </a:p>
      </dgm:t>
    </dgm:pt>
    <dgm:pt modelId="{E40ABC68-C5C2-4952-9AAA-0A6018B07391}">
      <dgm:prSet/>
      <dgm:spPr/>
      <dgm:t>
        <a:bodyPr/>
        <a:lstStyle/>
        <a:p>
          <a:pPr>
            <a:lnSpc>
              <a:spcPct val="100000"/>
            </a:lnSpc>
            <a:defRPr b="1"/>
          </a:pPr>
          <a:r>
            <a:rPr lang="tr-TR" dirty="0"/>
            <a:t>Execution separated</a:t>
          </a:r>
          <a:endParaRPr lang="en-US" dirty="0"/>
        </a:p>
      </dgm:t>
    </dgm:pt>
    <dgm:pt modelId="{26A162EB-77C8-448B-9373-08D43474F403}" type="parTrans" cxnId="{E61E1931-F5EE-4B98-825C-54BD7871B63C}">
      <dgm:prSet/>
      <dgm:spPr/>
      <dgm:t>
        <a:bodyPr/>
        <a:lstStyle/>
        <a:p>
          <a:endParaRPr lang="tr-TR"/>
        </a:p>
      </dgm:t>
    </dgm:pt>
    <dgm:pt modelId="{BB7605AC-1DA9-422F-94D2-55100A067666}" type="sibTrans" cxnId="{E61E1931-F5EE-4B98-825C-54BD7871B63C}">
      <dgm:prSet/>
      <dgm:spPr/>
      <dgm:t>
        <a:bodyPr/>
        <a:lstStyle/>
        <a:p>
          <a:endParaRPr lang="tr-TR"/>
        </a:p>
      </dgm:t>
    </dgm:pt>
    <dgm:pt modelId="{BA16124D-5466-4B19-AB5A-00D3497E4837}">
      <dgm:prSet/>
      <dgm:spPr/>
      <dgm:t>
        <a:bodyPr/>
        <a:lstStyle/>
        <a:p>
          <a:pPr>
            <a:lnSpc>
              <a:spcPct val="100000"/>
            </a:lnSpc>
          </a:pPr>
          <a:r>
            <a:rPr lang="tr-TR" dirty="0"/>
            <a:t>In </a:t>
          </a:r>
          <a:r>
            <a:rPr lang="en-US" dirty="0"/>
            <a:t>2010</a:t>
          </a:r>
          <a:r>
            <a:rPr lang="tr-TR" dirty="0"/>
            <a:t> </a:t>
          </a:r>
          <a:r>
            <a:rPr lang="en-US" dirty="0"/>
            <a:t>the scripts</a:t>
          </a:r>
          <a:r>
            <a:rPr lang="tr-TR" dirty="0"/>
            <a:t> </a:t>
          </a:r>
          <a:r>
            <a:rPr lang="en-US" dirty="0"/>
            <a:t>are</a:t>
          </a:r>
        </a:p>
      </dgm:t>
    </dgm:pt>
    <dgm:pt modelId="{33E8B938-06A5-465F-A069-549C15C2669A}" type="parTrans" cxnId="{9678AA74-E995-459F-9C26-04366DE54529}">
      <dgm:prSet/>
      <dgm:spPr/>
      <dgm:t>
        <a:bodyPr/>
        <a:lstStyle/>
        <a:p>
          <a:endParaRPr lang="tr-TR"/>
        </a:p>
      </dgm:t>
    </dgm:pt>
    <dgm:pt modelId="{D573E103-73E7-4A3C-967F-F0B08C31AC0E}" type="sibTrans" cxnId="{9678AA74-E995-459F-9C26-04366DE54529}">
      <dgm:prSet/>
      <dgm:spPr/>
      <dgm:t>
        <a:bodyPr/>
        <a:lstStyle/>
        <a:p>
          <a:endParaRPr lang="tr-TR"/>
        </a:p>
      </dgm:t>
    </dgm:pt>
    <dgm:pt modelId="{6D6A3A1A-6E86-4AFD-833F-3477EA58E8C0}">
      <dgm:prSet/>
      <dgm:spPr/>
      <dgm:t>
        <a:bodyPr/>
        <a:lstStyle/>
        <a:p>
          <a:pPr>
            <a:lnSpc>
              <a:spcPct val="100000"/>
            </a:lnSpc>
          </a:pPr>
          <a:r>
            <a:rPr lang="en-US" dirty="0"/>
            <a:t>For security reasons</a:t>
          </a:r>
        </a:p>
      </dgm:t>
    </dgm:pt>
    <dgm:pt modelId="{D3D21018-051E-4161-8C83-29FBE20A4B00}" type="parTrans" cxnId="{ABD2AF81-BCC2-4E1B-9025-BC04E5B79DFE}">
      <dgm:prSet/>
      <dgm:spPr/>
      <dgm:t>
        <a:bodyPr/>
        <a:lstStyle/>
        <a:p>
          <a:endParaRPr lang="tr-TR"/>
        </a:p>
      </dgm:t>
    </dgm:pt>
    <dgm:pt modelId="{2488BF84-3149-42D8-A543-623319CECBFF}" type="sibTrans" cxnId="{ABD2AF81-BCC2-4E1B-9025-BC04E5B79DFE}">
      <dgm:prSet/>
      <dgm:spPr/>
      <dgm:t>
        <a:bodyPr/>
        <a:lstStyle/>
        <a:p>
          <a:endParaRPr lang="tr-TR"/>
        </a:p>
      </dgm:t>
    </dgm:pt>
    <dgm:pt modelId="{A833A482-BBE3-4CF5-B52D-848A85B683DB}">
      <dgm:prSet/>
      <dgm:spPr/>
      <dgm:t>
        <a:bodyPr/>
        <a:lstStyle/>
        <a:p>
          <a:pPr>
            <a:lnSpc>
              <a:spcPct val="100000"/>
            </a:lnSpc>
          </a:pPr>
          <a:r>
            <a:rPr lang="tr-TR" dirty="0"/>
            <a:t>due to a vulnerability</a:t>
          </a:r>
          <a:endParaRPr lang="en-US" dirty="0"/>
        </a:p>
      </dgm:t>
    </dgm:pt>
    <dgm:pt modelId="{75ACDCA1-5A73-48DF-8FBC-01519517122E}" type="parTrans" cxnId="{74B07112-6899-4094-B3CB-726215273D9C}">
      <dgm:prSet/>
      <dgm:spPr/>
      <dgm:t>
        <a:bodyPr/>
        <a:lstStyle/>
        <a:p>
          <a:endParaRPr lang="tr-TR"/>
        </a:p>
      </dgm:t>
    </dgm:pt>
    <dgm:pt modelId="{D6F1E6EF-AC7D-4DE5-9AE5-44CA217A847A}" type="sibTrans" cxnId="{74B07112-6899-4094-B3CB-726215273D9C}">
      <dgm:prSet/>
      <dgm:spPr/>
      <dgm:t>
        <a:bodyPr/>
        <a:lstStyle/>
        <a:p>
          <a:endParaRPr lang="tr-TR"/>
        </a:p>
      </dgm:t>
    </dgm:pt>
    <dgm:pt modelId="{7DDB9E86-1171-4A6B-9B8C-DD5CF272B104}">
      <dgm:prSet/>
      <dgm:spPr/>
      <dgm:t>
        <a:bodyPr/>
        <a:lstStyle/>
        <a:p>
          <a:pPr>
            <a:lnSpc>
              <a:spcPct val="100000"/>
            </a:lnSpc>
            <a:defRPr b="1"/>
          </a:pPr>
          <a:r>
            <a:rPr lang="en-US" dirty="0"/>
            <a:t>malformed unlocking script </a:t>
          </a:r>
        </a:p>
      </dgm:t>
    </dgm:pt>
    <dgm:pt modelId="{A92085C1-09FB-4F86-B5BE-D472AC2E5222}" type="parTrans" cxnId="{0BB6AF85-8BA6-4175-AAB0-6878E76A829E}">
      <dgm:prSet/>
      <dgm:spPr/>
      <dgm:t>
        <a:bodyPr/>
        <a:lstStyle/>
        <a:p>
          <a:endParaRPr lang="tr-TR"/>
        </a:p>
      </dgm:t>
    </dgm:pt>
    <dgm:pt modelId="{336456F5-8C0C-4681-9AA0-18F6D8555637}" type="sibTrans" cxnId="{0BB6AF85-8BA6-4175-AAB0-6878E76A829E}">
      <dgm:prSet/>
      <dgm:spPr/>
      <dgm:t>
        <a:bodyPr/>
        <a:lstStyle/>
        <a:p>
          <a:endParaRPr lang="tr-TR"/>
        </a:p>
      </dgm:t>
    </dgm:pt>
    <dgm:pt modelId="{9BF7AEA7-1F17-4DFA-AA29-AE4D03A5CDC4}">
      <dgm:prSet/>
      <dgm:spPr/>
      <dgm:t>
        <a:bodyPr/>
        <a:lstStyle/>
        <a:p>
          <a:pPr>
            <a:lnSpc>
              <a:spcPct val="100000"/>
            </a:lnSpc>
          </a:pPr>
          <a:r>
            <a:rPr lang="en-US"/>
            <a:t>executed</a:t>
          </a:r>
          <a:r>
            <a:rPr lang="tr-TR"/>
            <a:t> </a:t>
          </a:r>
          <a:r>
            <a:rPr lang="en-US" dirty="0"/>
            <a:t>separately</a:t>
          </a:r>
          <a:r>
            <a:rPr lang="tr-TR" dirty="0"/>
            <a:t> </a:t>
          </a:r>
          <a:endParaRPr lang="en-US" dirty="0"/>
        </a:p>
      </dgm:t>
    </dgm:pt>
    <dgm:pt modelId="{5304E951-0BAE-4480-9736-ED6A0D01EC9A}" type="parTrans" cxnId="{41EA8BA0-9647-4CF7-84F8-F64832F76D18}">
      <dgm:prSet/>
      <dgm:spPr/>
      <dgm:t>
        <a:bodyPr/>
        <a:lstStyle/>
        <a:p>
          <a:endParaRPr lang="tr-TR"/>
        </a:p>
      </dgm:t>
    </dgm:pt>
    <dgm:pt modelId="{861AD30B-EB50-4B6D-9A18-428FDAD798F5}" type="sibTrans" cxnId="{41EA8BA0-9647-4CF7-84F8-F64832F76D18}">
      <dgm:prSet/>
      <dgm:spPr/>
      <dgm:t>
        <a:bodyPr/>
        <a:lstStyle/>
        <a:p>
          <a:endParaRPr lang="tr-TR"/>
        </a:p>
      </dgm:t>
    </dgm:pt>
    <dgm:pt modelId="{0E613C19-B103-4AD2-83E0-D487BDF3E784}" type="pres">
      <dgm:prSet presAssocID="{C2FCBC5B-F597-4F64-A863-189F4B5C687B}" presName="root" presStyleCnt="0">
        <dgm:presLayoutVars>
          <dgm:dir/>
          <dgm:resizeHandles val="exact"/>
        </dgm:presLayoutVars>
      </dgm:prSet>
      <dgm:spPr/>
    </dgm:pt>
    <dgm:pt modelId="{641E1F7B-5173-4DD6-BE99-65CD431D106F}" type="pres">
      <dgm:prSet presAssocID="{E40ABC68-C5C2-4952-9AAA-0A6018B07391}" presName="compNode" presStyleCnt="0"/>
      <dgm:spPr/>
    </dgm:pt>
    <dgm:pt modelId="{4D382C0C-E768-4B54-818A-608381EEF313}" type="pres">
      <dgm:prSet presAssocID="{E40ABC68-C5C2-4952-9AAA-0A6018B07391}" presName="iconRect" presStyleLbl="node1" presStyleIdx="0" presStyleCnt="3"/>
      <dgm:spPr>
        <a:blipFill rotWithShape="1">
          <a:blip xmlns:r="http://schemas.openxmlformats.org/officeDocument/2006/relationships" r:embed="rId1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2"/>
              </a:ext>
            </a:extLst>
          </a:blip>
          <a:srcRect/>
          <a:stretch>
            <a:fillRect/>
          </a:stretch>
        </a:blipFill>
      </dgm:spPr>
    </dgm:pt>
    <dgm:pt modelId="{607985BB-FD24-4A29-AD62-3CADC66C926D}" type="pres">
      <dgm:prSet presAssocID="{E40ABC68-C5C2-4952-9AAA-0A6018B07391}" presName="iconSpace" presStyleCnt="0"/>
      <dgm:spPr/>
    </dgm:pt>
    <dgm:pt modelId="{0945EF06-0DD3-4496-A472-62C51259E52B}" type="pres">
      <dgm:prSet presAssocID="{E40ABC68-C5C2-4952-9AAA-0A6018B07391}" presName="parTx" presStyleLbl="revTx" presStyleIdx="0" presStyleCnt="6">
        <dgm:presLayoutVars>
          <dgm:chMax val="0"/>
          <dgm:chPref val="0"/>
        </dgm:presLayoutVars>
      </dgm:prSet>
      <dgm:spPr/>
    </dgm:pt>
    <dgm:pt modelId="{DED3F2EA-0845-48E5-B600-A37406DC8E8D}" type="pres">
      <dgm:prSet presAssocID="{E40ABC68-C5C2-4952-9AAA-0A6018B07391}" presName="txSpace" presStyleCnt="0"/>
      <dgm:spPr/>
    </dgm:pt>
    <dgm:pt modelId="{9F852989-488F-4D7B-B51C-750EFAD5C432}" type="pres">
      <dgm:prSet presAssocID="{E40ABC68-C5C2-4952-9AAA-0A6018B07391}" presName="desTx" presStyleLbl="revTx" presStyleIdx="1" presStyleCnt="6">
        <dgm:presLayoutVars/>
      </dgm:prSet>
      <dgm:spPr/>
    </dgm:pt>
    <dgm:pt modelId="{0B5979BD-C316-4027-B359-9FAE0666E005}" type="pres">
      <dgm:prSet presAssocID="{BB7605AC-1DA9-422F-94D2-55100A067666}" presName="sibTrans" presStyleCnt="0"/>
      <dgm:spPr/>
    </dgm:pt>
    <dgm:pt modelId="{12C38B1D-8499-4944-B4AA-667320FEF222}" type="pres">
      <dgm:prSet presAssocID="{9913F79B-0988-42BC-991B-949F42951571}" presName="compNode" presStyleCnt="0"/>
      <dgm:spPr/>
    </dgm:pt>
    <dgm:pt modelId="{5B77E6D8-F29E-457F-96F2-3EF074826C34}" type="pres">
      <dgm:prSet presAssocID="{9913F79B-0988-42BC-991B-949F42951571}" presName="iconRect" presStyleLbl="node1" presStyleIdx="1" presStyleCnt="3"/>
      <dgm:spPr>
        <a:blipFill>
          <a:blip xmlns:r="http://schemas.openxmlformats.org/officeDocument/2006/relationships" r:embed="rId3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4"/>
              </a:ext>
            </a:extLst>
          </a:blip>
          <a:stretch>
            <a:fillRect/>
          </a:stretch>
        </a:blipFill>
        <a:ln>
          <a:noFill/>
        </a:ln>
      </dgm:spPr>
      <dgm:extLst>
        <a:ext uri="{E40237B7-FDA0-4F09-8148-C483321AD2D9}">
          <dgm14:cNvPr xmlns:dgm14="http://schemas.microsoft.com/office/drawing/2010/diagram" id="0" name="" descr="Lock"/>
        </a:ext>
      </dgm:extLst>
    </dgm:pt>
    <dgm:pt modelId="{07B332F4-1019-4F34-8B62-D01D53D84248}" type="pres">
      <dgm:prSet presAssocID="{9913F79B-0988-42BC-991B-949F42951571}" presName="iconSpace" presStyleCnt="0"/>
      <dgm:spPr/>
    </dgm:pt>
    <dgm:pt modelId="{8BB746E8-5739-4387-AA75-A64F3009C081}" type="pres">
      <dgm:prSet presAssocID="{9913F79B-0988-42BC-991B-949F42951571}" presName="parTx" presStyleLbl="revTx" presStyleIdx="2" presStyleCnt="6">
        <dgm:presLayoutVars>
          <dgm:chMax val="0"/>
          <dgm:chPref val="0"/>
        </dgm:presLayoutVars>
      </dgm:prSet>
      <dgm:spPr/>
    </dgm:pt>
    <dgm:pt modelId="{DA2BE950-8A14-4A0E-944A-0F239B1E4E71}" type="pres">
      <dgm:prSet presAssocID="{9913F79B-0988-42BC-991B-949F42951571}" presName="txSpace" presStyleCnt="0"/>
      <dgm:spPr/>
    </dgm:pt>
    <dgm:pt modelId="{EBD6D62C-48C5-4812-B555-BC1ED2E7DEBF}" type="pres">
      <dgm:prSet presAssocID="{9913F79B-0988-42BC-991B-949F42951571}" presName="desTx" presStyleLbl="revTx" presStyleIdx="3" presStyleCnt="6">
        <dgm:presLayoutVars/>
      </dgm:prSet>
      <dgm:spPr/>
    </dgm:pt>
    <dgm:pt modelId="{2AAEFD7F-1FBD-4950-98A2-F04E0004547F}" type="pres">
      <dgm:prSet presAssocID="{F3AD31EC-F3B4-4C93-A365-1313039AE656}" presName="sibTrans" presStyleCnt="0"/>
      <dgm:spPr/>
    </dgm:pt>
    <dgm:pt modelId="{138E920D-A8B6-48DD-81E9-AA48DDE2F519}" type="pres">
      <dgm:prSet presAssocID="{7DDB9E86-1171-4A6B-9B8C-DD5CF272B104}" presName="compNode" presStyleCnt="0"/>
      <dgm:spPr/>
    </dgm:pt>
    <dgm:pt modelId="{40617267-2AFA-4080-A2B7-FB265F290068}" type="pres">
      <dgm:prSet presAssocID="{7DDB9E86-1171-4A6B-9B8C-DD5CF272B104}" presName="iconRect" presStyleLbl="node1" presStyleIdx="2" presStyleCnt="3"/>
      <dgm:spPr>
        <a:blipFill>
          <a:blip xmlns:r="http://schemas.openxmlformats.org/officeDocument/2006/relationships" r:embed="rId3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4"/>
              </a:ext>
            </a:extLst>
          </a:blip>
          <a:stretch>
            <a:fillRect/>
          </a:stretch>
        </a:blipFill>
      </dgm:spPr>
      <dgm:extLst>
        <a:ext uri="{E40237B7-FDA0-4F09-8148-C483321AD2D9}">
          <dgm14:cNvPr xmlns:dgm14="http://schemas.microsoft.com/office/drawing/2010/diagram" id="0" name="" descr="Lock"/>
        </a:ext>
      </dgm:extLst>
    </dgm:pt>
    <dgm:pt modelId="{16669D9D-70CB-4E03-80B0-2F4A62A40543}" type="pres">
      <dgm:prSet presAssocID="{7DDB9E86-1171-4A6B-9B8C-DD5CF272B104}" presName="iconSpace" presStyleCnt="0"/>
      <dgm:spPr/>
    </dgm:pt>
    <dgm:pt modelId="{78F4ED87-73A6-4163-BF8D-C7CC332A55B1}" type="pres">
      <dgm:prSet presAssocID="{7DDB9E86-1171-4A6B-9B8C-DD5CF272B104}" presName="parTx" presStyleLbl="revTx" presStyleIdx="4" presStyleCnt="6">
        <dgm:presLayoutVars>
          <dgm:chMax val="0"/>
          <dgm:chPref val="0"/>
        </dgm:presLayoutVars>
      </dgm:prSet>
      <dgm:spPr/>
    </dgm:pt>
    <dgm:pt modelId="{C867D954-AAF0-428A-9686-138AB1958AC9}" type="pres">
      <dgm:prSet presAssocID="{7DDB9E86-1171-4A6B-9B8C-DD5CF272B104}" presName="txSpace" presStyleCnt="0"/>
      <dgm:spPr/>
    </dgm:pt>
    <dgm:pt modelId="{F6C8252C-05AE-4C58-9068-CADBF079B8F6}" type="pres">
      <dgm:prSet presAssocID="{7DDB9E86-1171-4A6B-9B8C-DD5CF272B104}" presName="desTx" presStyleLbl="revTx" presStyleIdx="5" presStyleCnt="6">
        <dgm:presLayoutVars/>
      </dgm:prSet>
      <dgm:spPr/>
    </dgm:pt>
  </dgm:ptLst>
  <dgm:cxnLst>
    <dgm:cxn modelId="{C7A0FC04-7D38-4863-AF26-AB9172A59802}" type="presOf" srcId="{A833A482-BBE3-4CF5-B52D-848A85B683DB}" destId="{EBD6D62C-48C5-4812-B555-BC1ED2E7DEBF}" srcOrd="0" destOrd="1" presId="urn:microsoft.com/office/officeart/2018/5/layout/CenteredIconLabelDescriptionList"/>
    <dgm:cxn modelId="{0100E10E-BE6F-4EDA-9A16-0DE55FE18D1B}" srcId="{7DDB9E86-1171-4A6B-9B8C-DD5CF272B104}" destId="{737678A9-66AC-492E-A6D2-593C6CDE0C1B}" srcOrd="0" destOrd="0" parTransId="{2856ED6E-D303-46AE-8800-E63E9EA89011}" sibTransId="{CFE5F936-4F17-484E-A7C1-77A85465ADF4}"/>
    <dgm:cxn modelId="{74B07112-6899-4094-B3CB-726215273D9C}" srcId="{9913F79B-0988-42BC-991B-949F42951571}" destId="{A833A482-BBE3-4CF5-B52D-848A85B683DB}" srcOrd="1" destOrd="0" parTransId="{75ACDCA1-5A73-48DF-8FBC-01519517122E}" sibTransId="{D6F1E6EF-AC7D-4DE5-9AE5-44CA217A847A}"/>
    <dgm:cxn modelId="{AB54BA2B-EA7B-40CF-97EC-97FE309C2A5F}" srcId="{C2FCBC5B-F597-4F64-A863-189F4B5C687B}" destId="{9913F79B-0988-42BC-991B-949F42951571}" srcOrd="1" destOrd="0" parTransId="{5BB73841-CC97-4E30-9704-A06900765EC4}" sibTransId="{F3AD31EC-F3B4-4C93-A365-1313039AE656}"/>
    <dgm:cxn modelId="{E61E1931-F5EE-4B98-825C-54BD7871B63C}" srcId="{C2FCBC5B-F597-4F64-A863-189F4B5C687B}" destId="{E40ABC68-C5C2-4952-9AAA-0A6018B07391}" srcOrd="0" destOrd="0" parTransId="{26A162EB-77C8-448B-9373-08D43474F403}" sibTransId="{BB7605AC-1DA9-422F-94D2-55100A067666}"/>
    <dgm:cxn modelId="{7F23AD3E-FBF4-4729-900E-C0609EE7C47E}" type="presOf" srcId="{737678A9-66AC-492E-A6D2-593C6CDE0C1B}" destId="{F6C8252C-05AE-4C58-9068-CADBF079B8F6}" srcOrd="0" destOrd="0" presId="urn:microsoft.com/office/officeart/2018/5/layout/CenteredIconLabelDescriptionList"/>
    <dgm:cxn modelId="{9678AA74-E995-459F-9C26-04366DE54529}" srcId="{E40ABC68-C5C2-4952-9AAA-0A6018B07391}" destId="{BA16124D-5466-4B19-AB5A-00D3497E4837}" srcOrd="0" destOrd="0" parTransId="{33E8B938-06A5-465F-A069-549C15C2669A}" sibTransId="{D573E103-73E7-4A3C-967F-F0B08C31AC0E}"/>
    <dgm:cxn modelId="{ABD2AF81-BCC2-4E1B-9025-BC04E5B79DFE}" srcId="{9913F79B-0988-42BC-991B-949F42951571}" destId="{6D6A3A1A-6E86-4AFD-833F-3477EA58E8C0}" srcOrd="0" destOrd="0" parTransId="{D3D21018-051E-4161-8C83-29FBE20A4B00}" sibTransId="{2488BF84-3149-42D8-A543-623319CECBFF}"/>
    <dgm:cxn modelId="{0BB6AF85-8BA6-4175-AAB0-6878E76A829E}" srcId="{C2FCBC5B-F597-4F64-A863-189F4B5C687B}" destId="{7DDB9E86-1171-4A6B-9B8C-DD5CF272B104}" srcOrd="2" destOrd="0" parTransId="{A92085C1-09FB-4F86-B5BE-D472AC2E5222}" sibTransId="{336456F5-8C0C-4681-9AA0-18F6D8555637}"/>
    <dgm:cxn modelId="{6EDA3B87-F474-4FAF-A089-7208CC73A4E2}" type="presOf" srcId="{C2FCBC5B-F597-4F64-A863-189F4B5C687B}" destId="{0E613C19-B103-4AD2-83E0-D487BDF3E784}" srcOrd="0" destOrd="0" presId="urn:microsoft.com/office/officeart/2018/5/layout/CenteredIconLabelDescriptionList"/>
    <dgm:cxn modelId="{477DF49D-409F-489E-B7D6-B42FC4A26A52}" type="presOf" srcId="{6D6A3A1A-6E86-4AFD-833F-3477EA58E8C0}" destId="{EBD6D62C-48C5-4812-B555-BC1ED2E7DEBF}" srcOrd="0" destOrd="0" presId="urn:microsoft.com/office/officeart/2018/5/layout/CenteredIconLabelDescriptionList"/>
    <dgm:cxn modelId="{41EA8BA0-9647-4CF7-84F8-F64832F76D18}" srcId="{E40ABC68-C5C2-4952-9AAA-0A6018B07391}" destId="{9BF7AEA7-1F17-4DFA-AA29-AE4D03A5CDC4}" srcOrd="1" destOrd="0" parTransId="{5304E951-0BAE-4480-9736-ED6A0D01EC9A}" sibTransId="{861AD30B-EB50-4B6D-9A18-428FDAD798F5}"/>
    <dgm:cxn modelId="{556068A5-975A-4399-B127-20A6263C304F}" srcId="{7DDB9E86-1171-4A6B-9B8C-DD5CF272B104}" destId="{29E07451-5D92-4A60-81DE-76A01AC101E1}" srcOrd="1" destOrd="0" parTransId="{C11B09B6-FB86-460D-9BDF-C91FA12830D8}" sibTransId="{626C45B8-2E8D-4501-9271-1B8B115BC2EE}"/>
    <dgm:cxn modelId="{818185A6-1863-4B6E-ACA2-2F9DB54C5814}" type="presOf" srcId="{7DDB9E86-1171-4A6B-9B8C-DD5CF272B104}" destId="{78F4ED87-73A6-4163-BF8D-C7CC332A55B1}" srcOrd="0" destOrd="0" presId="urn:microsoft.com/office/officeart/2018/5/layout/CenteredIconLabelDescriptionList"/>
    <dgm:cxn modelId="{7F2713AA-E4F4-4026-AD42-6A421E6558BD}" type="presOf" srcId="{BA16124D-5466-4B19-AB5A-00D3497E4837}" destId="{9F852989-488F-4D7B-B51C-750EFAD5C432}" srcOrd="0" destOrd="0" presId="urn:microsoft.com/office/officeart/2018/5/layout/CenteredIconLabelDescriptionList"/>
    <dgm:cxn modelId="{42570FC5-BD8F-4CDA-B5E4-632FC9C764FF}" type="presOf" srcId="{9913F79B-0988-42BC-991B-949F42951571}" destId="{8BB746E8-5739-4387-AA75-A64F3009C081}" srcOrd="0" destOrd="0" presId="urn:microsoft.com/office/officeart/2018/5/layout/CenteredIconLabelDescriptionList"/>
    <dgm:cxn modelId="{0010DDC5-438B-4A6E-9DAB-BAB8186CA53F}" type="presOf" srcId="{E40ABC68-C5C2-4952-9AAA-0A6018B07391}" destId="{0945EF06-0DD3-4496-A472-62C51259E52B}" srcOrd="0" destOrd="0" presId="urn:microsoft.com/office/officeart/2018/5/layout/CenteredIconLabelDescriptionList"/>
    <dgm:cxn modelId="{A36CC8D7-983D-46FC-9FA7-DECFB0F1C63B}" type="presOf" srcId="{9BF7AEA7-1F17-4DFA-AA29-AE4D03A5CDC4}" destId="{9F852989-488F-4D7B-B51C-750EFAD5C432}" srcOrd="0" destOrd="1" presId="urn:microsoft.com/office/officeart/2018/5/layout/CenteredIconLabelDescriptionList"/>
    <dgm:cxn modelId="{2993B0F6-6927-463E-8177-7F49D0CE3805}" type="presOf" srcId="{29E07451-5D92-4A60-81DE-76A01AC101E1}" destId="{F6C8252C-05AE-4C58-9068-CADBF079B8F6}" srcOrd="0" destOrd="1" presId="urn:microsoft.com/office/officeart/2018/5/layout/CenteredIconLabelDescriptionList"/>
    <dgm:cxn modelId="{1913241C-4427-4553-B521-65843305DA5E}" type="presParOf" srcId="{0E613C19-B103-4AD2-83E0-D487BDF3E784}" destId="{641E1F7B-5173-4DD6-BE99-65CD431D106F}" srcOrd="0" destOrd="0" presId="urn:microsoft.com/office/officeart/2018/5/layout/CenteredIconLabelDescriptionList"/>
    <dgm:cxn modelId="{18230DD6-D0EF-4A0F-B38D-ECEEFAE5B08C}" type="presParOf" srcId="{641E1F7B-5173-4DD6-BE99-65CD431D106F}" destId="{4D382C0C-E768-4B54-818A-608381EEF313}" srcOrd="0" destOrd="0" presId="urn:microsoft.com/office/officeart/2018/5/layout/CenteredIconLabelDescriptionList"/>
    <dgm:cxn modelId="{74B02F68-E20F-42B9-A3CD-489461A37949}" type="presParOf" srcId="{641E1F7B-5173-4DD6-BE99-65CD431D106F}" destId="{607985BB-FD24-4A29-AD62-3CADC66C926D}" srcOrd="1" destOrd="0" presId="urn:microsoft.com/office/officeart/2018/5/layout/CenteredIconLabelDescriptionList"/>
    <dgm:cxn modelId="{546EB48A-E0F7-4CCF-96A1-CD4C9D7E6FAA}" type="presParOf" srcId="{641E1F7B-5173-4DD6-BE99-65CD431D106F}" destId="{0945EF06-0DD3-4496-A472-62C51259E52B}" srcOrd="2" destOrd="0" presId="urn:microsoft.com/office/officeart/2018/5/layout/CenteredIconLabelDescriptionList"/>
    <dgm:cxn modelId="{2025EC59-B54C-4639-8F55-C547384C292B}" type="presParOf" srcId="{641E1F7B-5173-4DD6-BE99-65CD431D106F}" destId="{DED3F2EA-0845-48E5-B600-A37406DC8E8D}" srcOrd="3" destOrd="0" presId="urn:microsoft.com/office/officeart/2018/5/layout/CenteredIconLabelDescriptionList"/>
    <dgm:cxn modelId="{6485512A-07E1-4EDB-81F0-FA604B4D0E39}" type="presParOf" srcId="{641E1F7B-5173-4DD6-BE99-65CD431D106F}" destId="{9F852989-488F-4D7B-B51C-750EFAD5C432}" srcOrd="4" destOrd="0" presId="urn:microsoft.com/office/officeart/2018/5/layout/CenteredIconLabelDescriptionList"/>
    <dgm:cxn modelId="{55203CBE-6D33-4778-B839-7D2D5B8857B0}" type="presParOf" srcId="{0E613C19-B103-4AD2-83E0-D487BDF3E784}" destId="{0B5979BD-C316-4027-B359-9FAE0666E005}" srcOrd="1" destOrd="0" presId="urn:microsoft.com/office/officeart/2018/5/layout/CenteredIconLabelDescriptionList"/>
    <dgm:cxn modelId="{D3085E3F-23A8-43C8-8795-CA5D89C95F2D}" type="presParOf" srcId="{0E613C19-B103-4AD2-83E0-D487BDF3E784}" destId="{12C38B1D-8499-4944-B4AA-667320FEF222}" srcOrd="2" destOrd="0" presId="urn:microsoft.com/office/officeart/2018/5/layout/CenteredIconLabelDescriptionList"/>
    <dgm:cxn modelId="{DC1D2819-F47F-4CD1-A4DC-2E73F94D0680}" type="presParOf" srcId="{12C38B1D-8499-4944-B4AA-667320FEF222}" destId="{5B77E6D8-F29E-457F-96F2-3EF074826C34}" srcOrd="0" destOrd="0" presId="urn:microsoft.com/office/officeart/2018/5/layout/CenteredIconLabelDescriptionList"/>
    <dgm:cxn modelId="{2485B4EC-7543-46EA-89D8-16EE78A51907}" type="presParOf" srcId="{12C38B1D-8499-4944-B4AA-667320FEF222}" destId="{07B332F4-1019-4F34-8B62-D01D53D84248}" srcOrd="1" destOrd="0" presId="urn:microsoft.com/office/officeart/2018/5/layout/CenteredIconLabelDescriptionList"/>
    <dgm:cxn modelId="{AF527261-2446-4CC4-B5F6-798352D46474}" type="presParOf" srcId="{12C38B1D-8499-4944-B4AA-667320FEF222}" destId="{8BB746E8-5739-4387-AA75-A64F3009C081}" srcOrd="2" destOrd="0" presId="urn:microsoft.com/office/officeart/2018/5/layout/CenteredIconLabelDescriptionList"/>
    <dgm:cxn modelId="{720487F0-23B0-4926-8008-DBEF1B4BB693}" type="presParOf" srcId="{12C38B1D-8499-4944-B4AA-667320FEF222}" destId="{DA2BE950-8A14-4A0E-944A-0F239B1E4E71}" srcOrd="3" destOrd="0" presId="urn:microsoft.com/office/officeart/2018/5/layout/CenteredIconLabelDescriptionList"/>
    <dgm:cxn modelId="{696498A4-E041-4564-AC0C-DBDD8AF59DC0}" type="presParOf" srcId="{12C38B1D-8499-4944-B4AA-667320FEF222}" destId="{EBD6D62C-48C5-4812-B555-BC1ED2E7DEBF}" srcOrd="4" destOrd="0" presId="urn:microsoft.com/office/officeart/2018/5/layout/CenteredIconLabelDescriptionList"/>
    <dgm:cxn modelId="{525013D9-DF2E-4176-9997-09DD12954DCE}" type="presParOf" srcId="{0E613C19-B103-4AD2-83E0-D487BDF3E784}" destId="{2AAEFD7F-1FBD-4950-98A2-F04E0004547F}" srcOrd="3" destOrd="0" presId="urn:microsoft.com/office/officeart/2018/5/layout/CenteredIconLabelDescriptionList"/>
    <dgm:cxn modelId="{E5F434C7-2A56-4339-8A46-68DEE8DDADEF}" type="presParOf" srcId="{0E613C19-B103-4AD2-83E0-D487BDF3E784}" destId="{138E920D-A8B6-48DD-81E9-AA48DDE2F519}" srcOrd="4" destOrd="0" presId="urn:microsoft.com/office/officeart/2018/5/layout/CenteredIconLabelDescriptionList"/>
    <dgm:cxn modelId="{293C035E-D529-450C-8501-80C191F92F63}" type="presParOf" srcId="{138E920D-A8B6-48DD-81E9-AA48DDE2F519}" destId="{40617267-2AFA-4080-A2B7-FB265F290068}" srcOrd="0" destOrd="0" presId="urn:microsoft.com/office/officeart/2018/5/layout/CenteredIconLabelDescriptionList"/>
    <dgm:cxn modelId="{54373C4D-EB86-4C70-8E6C-4DCA19BF5443}" type="presParOf" srcId="{138E920D-A8B6-48DD-81E9-AA48DDE2F519}" destId="{16669D9D-70CB-4E03-80B0-2F4A62A40543}" srcOrd="1" destOrd="0" presId="urn:microsoft.com/office/officeart/2018/5/layout/CenteredIconLabelDescriptionList"/>
    <dgm:cxn modelId="{4DCAEEFC-2418-4389-918B-AD14BD1E25AE}" type="presParOf" srcId="{138E920D-A8B6-48DD-81E9-AA48DDE2F519}" destId="{78F4ED87-73A6-4163-BF8D-C7CC332A55B1}" srcOrd="2" destOrd="0" presId="urn:microsoft.com/office/officeart/2018/5/layout/CenteredIconLabelDescriptionList"/>
    <dgm:cxn modelId="{F3A9E420-D149-4B4D-A45C-30A5BACE26A8}" type="presParOf" srcId="{138E920D-A8B6-48DD-81E9-AA48DDE2F519}" destId="{C867D954-AAF0-428A-9686-138AB1958AC9}" srcOrd="3" destOrd="0" presId="urn:microsoft.com/office/officeart/2018/5/layout/CenteredIconLabelDescriptionList"/>
    <dgm:cxn modelId="{80F4B247-72B3-4741-96BE-8D593C4F6389}" type="presParOf" srcId="{138E920D-A8B6-48DD-81E9-AA48DDE2F519}" destId="{F6C8252C-05AE-4C58-9068-CADBF079B8F6}" srcOrd="4" destOrd="0" presId="urn:microsoft.com/office/officeart/2018/5/layout/CenteredIconLabelDescriptionList"/>
  </dgm:cxnLst>
  <dgm:bg/>
  <dgm:whole/>
  <dgm:extLst>
    <a:ext uri="http://schemas.microsoft.com/office/drawing/2008/diagram">
      <dsp:dataModelExt xmlns:dsp="http://schemas.microsoft.com/office/drawing/2008/diagram" relId="rId6" minVer="http://schemas.openxmlformats.org/drawingml/2006/diagram"/>
    </a:ext>
  </dgm:extLst>
</dgm:dataModel>
</file>

<file path=ppt/diagrams/data81.xml><?xml version="1.0" encoding="utf-8"?>
<dgm:dataModel xmlns:dgm="http://schemas.openxmlformats.org/drawingml/2006/diagram" xmlns:a="http://schemas.openxmlformats.org/drawingml/2006/main">
  <dgm:ptLst>
    <dgm:pt modelId="{02E9D000-8FA6-4409-8009-22DD73B68E28}" type="doc">
      <dgm:prSet loTypeId="urn:microsoft.com/office/officeart/2018/2/layout/IconLabelDescriptionList" loCatId="icon" qsTypeId="urn:microsoft.com/office/officeart/2005/8/quickstyle/simple1" qsCatId="simple" csTypeId="urn:microsoft.com/office/officeart/2018/5/colors/Iconchunking_neutralbg_accent1_2" csCatId="accent1" phldr="1"/>
      <dgm:spPr/>
      <dgm:t>
        <a:bodyPr/>
        <a:lstStyle/>
        <a:p>
          <a:endParaRPr lang="en-US"/>
        </a:p>
      </dgm:t>
    </dgm:pt>
    <dgm:pt modelId="{B021729E-59E3-4ED9-B5E4-D615C372FAC7}">
      <dgm:prSet/>
      <dgm:spPr/>
      <dgm:t>
        <a:bodyPr/>
        <a:lstStyle/>
        <a:p>
          <a:pPr>
            <a:lnSpc>
              <a:spcPct val="100000"/>
            </a:lnSpc>
            <a:defRPr b="1"/>
          </a:pPr>
          <a:r>
            <a:rPr lang="tr-TR"/>
            <a:t>Start with unlocking script</a:t>
          </a:r>
          <a:endParaRPr lang="en-US"/>
        </a:p>
      </dgm:t>
    </dgm:pt>
    <dgm:pt modelId="{98022231-7D13-47E7-8BBF-76532FE9D4B4}" type="parTrans" cxnId="{E3E7CB8B-A3B3-403E-95AB-7B0A0C200241}">
      <dgm:prSet/>
      <dgm:spPr/>
      <dgm:t>
        <a:bodyPr/>
        <a:lstStyle/>
        <a:p>
          <a:endParaRPr lang="en-US"/>
        </a:p>
      </dgm:t>
    </dgm:pt>
    <dgm:pt modelId="{BEA9D067-7AC5-48C1-82D0-3544AE42C976}" type="sibTrans" cxnId="{E3E7CB8B-A3B3-403E-95AB-7B0A0C200241}">
      <dgm:prSet/>
      <dgm:spPr/>
      <dgm:t>
        <a:bodyPr/>
        <a:lstStyle/>
        <a:p>
          <a:endParaRPr lang="en-US"/>
        </a:p>
      </dgm:t>
    </dgm:pt>
    <dgm:pt modelId="{0D1EA818-3227-4C77-900D-2FA2B8312FE1}">
      <dgm:prSet/>
      <dgm:spPr/>
      <dgm:t>
        <a:bodyPr/>
        <a:lstStyle/>
        <a:p>
          <a:pPr>
            <a:lnSpc>
              <a:spcPct val="100000"/>
            </a:lnSpc>
            <a:defRPr b="1"/>
          </a:pPr>
          <a:r>
            <a:rPr lang="tr-TR"/>
            <a:t>If no error encountered</a:t>
          </a:r>
          <a:r>
            <a:rPr lang="en-US"/>
            <a:t> </a:t>
          </a:r>
        </a:p>
      </dgm:t>
    </dgm:pt>
    <dgm:pt modelId="{D841B685-1611-4664-9521-ED6FFE1A1315}" type="parTrans" cxnId="{613907A2-1059-4044-A56F-A3117B472FFF}">
      <dgm:prSet/>
      <dgm:spPr/>
      <dgm:t>
        <a:bodyPr/>
        <a:lstStyle/>
        <a:p>
          <a:endParaRPr lang="en-US"/>
        </a:p>
      </dgm:t>
    </dgm:pt>
    <dgm:pt modelId="{FE675256-1430-4634-9691-3CE9BC3C7404}" type="sibTrans" cxnId="{613907A2-1059-4044-A56F-A3117B472FFF}">
      <dgm:prSet/>
      <dgm:spPr/>
      <dgm:t>
        <a:bodyPr/>
        <a:lstStyle/>
        <a:p>
          <a:endParaRPr lang="en-US"/>
        </a:p>
      </dgm:t>
    </dgm:pt>
    <dgm:pt modelId="{BEA5F26C-04A7-46EB-B3E7-3A8F4DF76196}">
      <dgm:prSet/>
      <dgm:spPr/>
      <dgm:t>
        <a:bodyPr/>
        <a:lstStyle/>
        <a:p>
          <a:pPr>
            <a:lnSpc>
              <a:spcPct val="100000"/>
            </a:lnSpc>
          </a:pPr>
          <a:r>
            <a:rPr lang="en-US" dirty="0"/>
            <a:t>the unlocking script</a:t>
          </a:r>
        </a:p>
      </dgm:t>
    </dgm:pt>
    <dgm:pt modelId="{5923BE7C-DD19-4097-A6A6-4083A7BBD6B5}" type="parTrans" cxnId="{F959B54D-5C9F-4CF5-BE72-6E98B715D14F}">
      <dgm:prSet/>
      <dgm:spPr/>
    </dgm:pt>
    <dgm:pt modelId="{BD06937F-0D75-4C98-BDD7-704230A00A7A}" type="sibTrans" cxnId="{F959B54D-5C9F-4CF5-BE72-6E98B715D14F}">
      <dgm:prSet/>
      <dgm:spPr/>
    </dgm:pt>
    <dgm:pt modelId="{264C352E-3840-431E-A57E-FCB3BFA8DFD0}">
      <dgm:prSet/>
      <dgm:spPr/>
      <dgm:t>
        <a:bodyPr/>
        <a:lstStyle/>
        <a:p>
          <a:pPr>
            <a:lnSpc>
              <a:spcPct val="100000"/>
            </a:lnSpc>
          </a:pPr>
          <a:r>
            <a:rPr lang="en-US" dirty="0"/>
            <a:t>is executed </a:t>
          </a:r>
          <a:r>
            <a:rPr lang="tr-TR" dirty="0"/>
            <a:t>first</a:t>
          </a:r>
          <a:endParaRPr lang="en-US" dirty="0"/>
        </a:p>
      </dgm:t>
    </dgm:pt>
    <dgm:pt modelId="{83AD4B6A-4E20-450B-B457-AFBCB4440D0F}" type="parTrans" cxnId="{99B5A0E9-DA80-4A86-A67B-5D7D436A4A37}">
      <dgm:prSet/>
      <dgm:spPr/>
    </dgm:pt>
    <dgm:pt modelId="{A662EE5F-E5E7-4951-BE3E-67C0309306E0}" type="sibTrans" cxnId="{99B5A0E9-DA80-4A86-A67B-5D7D436A4A37}">
      <dgm:prSet/>
      <dgm:spPr/>
    </dgm:pt>
    <dgm:pt modelId="{79E44ADC-F280-48C6-9724-F0CB5B772164}">
      <dgm:prSet/>
      <dgm:spPr/>
      <dgm:t>
        <a:bodyPr/>
        <a:lstStyle/>
        <a:p>
          <a:pPr>
            <a:lnSpc>
              <a:spcPct val="100000"/>
            </a:lnSpc>
          </a:pPr>
          <a:r>
            <a:rPr lang="en-US" dirty="0"/>
            <a:t>no “dangling” operators</a:t>
          </a:r>
        </a:p>
      </dgm:t>
    </dgm:pt>
    <dgm:pt modelId="{D151CA92-100C-4937-BC1C-28B1D1E192E1}" type="parTrans" cxnId="{9735C729-3AED-4788-BBB8-6A80764AD3F8}">
      <dgm:prSet/>
      <dgm:spPr/>
    </dgm:pt>
    <dgm:pt modelId="{54B09B6E-2467-433C-AA89-33EAE3220F7A}" type="sibTrans" cxnId="{9735C729-3AED-4788-BBB8-6A80764AD3F8}">
      <dgm:prSet/>
      <dgm:spPr/>
    </dgm:pt>
    <dgm:pt modelId="{DD10FCC4-A33E-432F-AC18-EFEC945CBD64}">
      <dgm:prSet/>
      <dgm:spPr/>
      <dgm:t>
        <a:bodyPr/>
        <a:lstStyle/>
        <a:p>
          <a:pPr>
            <a:lnSpc>
              <a:spcPct val="100000"/>
            </a:lnSpc>
          </a:pPr>
          <a:r>
            <a:rPr lang="en-US"/>
            <a:t>left</a:t>
          </a:r>
          <a:r>
            <a:rPr lang="tr-TR"/>
            <a:t> </a:t>
          </a:r>
          <a:r>
            <a:rPr lang="en-US"/>
            <a:t>over</a:t>
          </a:r>
          <a:endParaRPr lang="en-US" dirty="0"/>
        </a:p>
      </dgm:t>
    </dgm:pt>
    <dgm:pt modelId="{4BEDD48E-5523-45BE-9CBC-FC628A65CA9E}" type="parTrans" cxnId="{7C999F83-78B4-4D29-86AF-667C2C48206A}">
      <dgm:prSet/>
      <dgm:spPr/>
    </dgm:pt>
    <dgm:pt modelId="{58AD7EE3-ACA4-4E86-B00C-AC446B7B2D65}" type="sibTrans" cxnId="{7C999F83-78B4-4D29-86AF-667C2C48206A}">
      <dgm:prSet/>
      <dgm:spPr/>
    </dgm:pt>
    <dgm:pt modelId="{FF3309BF-FF48-4E2B-A592-0EDB7FB6696B}">
      <dgm:prSet/>
      <dgm:spPr/>
      <dgm:t>
        <a:bodyPr/>
        <a:lstStyle/>
        <a:p>
          <a:pPr>
            <a:lnSpc>
              <a:spcPct val="100000"/>
            </a:lnSpc>
          </a:pPr>
          <a:r>
            <a:rPr lang="en-US" dirty="0"/>
            <a:t>the main stack</a:t>
          </a:r>
          <a:r>
            <a:rPr lang="tr-TR" dirty="0"/>
            <a:t> </a:t>
          </a:r>
          <a:r>
            <a:rPr lang="en-US" dirty="0"/>
            <a:t>is copied</a:t>
          </a:r>
        </a:p>
      </dgm:t>
    </dgm:pt>
    <dgm:pt modelId="{930DAFF0-ECD2-43CE-87CF-BFE862042F55}" type="parTrans" cxnId="{1FD98298-3537-42C8-AF01-DD3E62FFD639}">
      <dgm:prSet/>
      <dgm:spPr/>
    </dgm:pt>
    <dgm:pt modelId="{015E0A0E-3B5E-4AB3-B89D-492ED2549551}" type="sibTrans" cxnId="{1FD98298-3537-42C8-AF01-DD3E62FFD639}">
      <dgm:prSet/>
      <dgm:spPr/>
    </dgm:pt>
    <dgm:pt modelId="{3446FA72-A85F-44C0-A57B-3E72B846161C}">
      <dgm:prSet/>
      <dgm:spPr/>
      <dgm:t>
        <a:bodyPr/>
        <a:lstStyle/>
        <a:p>
          <a:pPr>
            <a:lnSpc>
              <a:spcPct val="100000"/>
            </a:lnSpc>
            <a:defRPr b="1"/>
          </a:pPr>
          <a:r>
            <a:rPr lang="tr-TR"/>
            <a:t>No error means</a:t>
          </a:r>
          <a:endParaRPr lang="en-US"/>
        </a:p>
      </dgm:t>
    </dgm:pt>
    <dgm:pt modelId="{B66B7F67-4AB8-49C3-89F7-632ACEC48E13}" type="parTrans" cxnId="{EB7BB477-5BC3-4222-84BE-C87A7EDC1496}">
      <dgm:prSet/>
      <dgm:spPr/>
    </dgm:pt>
    <dgm:pt modelId="{34B0728B-84AA-49C2-97BC-A6089C07F9BC}" type="sibTrans" cxnId="{EB7BB477-5BC3-4222-84BE-C87A7EDC1496}">
      <dgm:prSet/>
      <dgm:spPr/>
    </dgm:pt>
    <dgm:pt modelId="{542043CC-5BA5-4813-9FF0-CFDB0501F8E5}">
      <dgm:prSet/>
      <dgm:spPr/>
      <dgm:t>
        <a:bodyPr/>
        <a:lstStyle/>
        <a:p>
          <a:pPr>
            <a:lnSpc>
              <a:spcPct val="100000"/>
            </a:lnSpc>
          </a:pPr>
          <a:r>
            <a:rPr lang="en-US" dirty="0"/>
            <a:t>the locking script</a:t>
          </a:r>
          <a:r>
            <a:rPr lang="tr-TR" dirty="0"/>
            <a:t> </a:t>
          </a:r>
          <a:r>
            <a:rPr lang="en-US" dirty="0"/>
            <a:t>is executed</a:t>
          </a:r>
        </a:p>
      </dgm:t>
    </dgm:pt>
    <dgm:pt modelId="{58327039-C347-443E-AA45-E9ED75D4B34D}" type="parTrans" cxnId="{371A49C9-2AFB-4E51-B161-1511EC6EA579}">
      <dgm:prSet/>
      <dgm:spPr/>
    </dgm:pt>
    <dgm:pt modelId="{0262780F-50AF-4664-AD3C-7CCFAE097577}" type="sibTrans" cxnId="{371A49C9-2AFB-4E51-B161-1511EC6EA579}">
      <dgm:prSet/>
      <dgm:spPr/>
    </dgm:pt>
    <dgm:pt modelId="{3C01840B-A1B6-4CCB-94B6-70ACD70BE158}" type="pres">
      <dgm:prSet presAssocID="{02E9D000-8FA6-4409-8009-22DD73B68E28}" presName="root" presStyleCnt="0">
        <dgm:presLayoutVars>
          <dgm:dir/>
          <dgm:resizeHandles val="exact"/>
        </dgm:presLayoutVars>
      </dgm:prSet>
      <dgm:spPr/>
    </dgm:pt>
    <dgm:pt modelId="{A1E8EBFF-6658-4503-9F5A-C88945EF8CA4}" type="pres">
      <dgm:prSet presAssocID="{B021729E-59E3-4ED9-B5E4-D615C372FAC7}" presName="compNode" presStyleCnt="0"/>
      <dgm:spPr/>
    </dgm:pt>
    <dgm:pt modelId="{96674AC8-0187-4CCE-BD1F-763A5F1E642D}" type="pres">
      <dgm:prSet presAssocID="{B021729E-59E3-4ED9-B5E4-D615C372FAC7}" presName="iconRect" presStyleLbl="node1" presStyleIdx="0" presStyleCnt="3"/>
      <dgm:spPr>
        <a:blipFill>
          <a:blip xmlns:r="http://schemas.openxmlformats.org/officeDocument/2006/relationships" r:embed="rId1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2"/>
              </a:ext>
            </a:extLst>
          </a:blip>
          <a:stretch>
            <a:fillRect/>
          </a:stretch>
        </a:blipFill>
        <a:ln>
          <a:noFill/>
        </a:ln>
      </dgm:spPr>
      <dgm:extLst>
        <a:ext uri="{E40237B7-FDA0-4F09-8148-C483321AD2D9}">
          <dgm14:cNvPr xmlns:dgm14="http://schemas.microsoft.com/office/drawing/2010/diagram" id="0" name="" descr="Unlock"/>
        </a:ext>
      </dgm:extLst>
    </dgm:pt>
    <dgm:pt modelId="{D44A986B-8B5B-4277-89FC-E387FF84A748}" type="pres">
      <dgm:prSet presAssocID="{B021729E-59E3-4ED9-B5E4-D615C372FAC7}" presName="iconSpace" presStyleCnt="0"/>
      <dgm:spPr/>
    </dgm:pt>
    <dgm:pt modelId="{2861D398-36D2-4275-820F-290F1FFB4307}" type="pres">
      <dgm:prSet presAssocID="{B021729E-59E3-4ED9-B5E4-D615C372FAC7}" presName="parTx" presStyleLbl="revTx" presStyleIdx="0" presStyleCnt="6">
        <dgm:presLayoutVars>
          <dgm:chMax val="0"/>
          <dgm:chPref val="0"/>
        </dgm:presLayoutVars>
      </dgm:prSet>
      <dgm:spPr/>
    </dgm:pt>
    <dgm:pt modelId="{1CA73233-63DB-4DA2-9219-C919E40DA7DD}" type="pres">
      <dgm:prSet presAssocID="{B021729E-59E3-4ED9-B5E4-D615C372FAC7}" presName="txSpace" presStyleCnt="0"/>
      <dgm:spPr/>
    </dgm:pt>
    <dgm:pt modelId="{CF5C8AB4-2854-4D0A-A593-2084BFC3DB26}" type="pres">
      <dgm:prSet presAssocID="{B021729E-59E3-4ED9-B5E4-D615C372FAC7}" presName="desTx" presStyleLbl="revTx" presStyleIdx="1" presStyleCnt="6">
        <dgm:presLayoutVars/>
      </dgm:prSet>
      <dgm:spPr/>
    </dgm:pt>
    <dgm:pt modelId="{6F28CEC5-9D6F-463D-9CE9-B728F2941CAC}" type="pres">
      <dgm:prSet presAssocID="{BEA9D067-7AC5-48C1-82D0-3544AE42C976}" presName="sibTrans" presStyleCnt="0"/>
      <dgm:spPr/>
    </dgm:pt>
    <dgm:pt modelId="{309180F0-6B82-4B63-9E24-8D301BAEFE07}" type="pres">
      <dgm:prSet presAssocID="{0D1EA818-3227-4C77-900D-2FA2B8312FE1}" presName="compNode" presStyleCnt="0"/>
      <dgm:spPr/>
    </dgm:pt>
    <dgm:pt modelId="{5854FBAC-069A-49DF-8D2A-12FF4EE45BFA}" type="pres">
      <dgm:prSet presAssocID="{0D1EA818-3227-4C77-900D-2FA2B8312FE1}" presName="iconRect" presStyleLbl="node1" presStyleIdx="1" presStyleCnt="3"/>
      <dgm:spPr>
        <a:blipFill>
          <a:blip xmlns:r="http://schemas.openxmlformats.org/officeDocument/2006/relationships" r:embed="rId3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4"/>
              </a:ext>
            </a:extLst>
          </a:blip>
          <a:stretch>
            <a:fillRect/>
          </a:stretch>
        </a:blipFill>
        <a:ln>
          <a:noFill/>
        </a:ln>
      </dgm:spPr>
      <dgm:extLst>
        <a:ext uri="{E40237B7-FDA0-4F09-8148-C483321AD2D9}">
          <dgm14:cNvPr xmlns:dgm14="http://schemas.microsoft.com/office/drawing/2010/diagram" id="0" name="" descr="Warning"/>
        </a:ext>
      </dgm:extLst>
    </dgm:pt>
    <dgm:pt modelId="{4D0A125D-7143-4CEA-A8A7-90088EC43F67}" type="pres">
      <dgm:prSet presAssocID="{0D1EA818-3227-4C77-900D-2FA2B8312FE1}" presName="iconSpace" presStyleCnt="0"/>
      <dgm:spPr/>
    </dgm:pt>
    <dgm:pt modelId="{84D35FE0-F27B-4D0A-9A20-BCC817C83E68}" type="pres">
      <dgm:prSet presAssocID="{0D1EA818-3227-4C77-900D-2FA2B8312FE1}" presName="parTx" presStyleLbl="revTx" presStyleIdx="2" presStyleCnt="6">
        <dgm:presLayoutVars>
          <dgm:chMax val="0"/>
          <dgm:chPref val="0"/>
        </dgm:presLayoutVars>
      </dgm:prSet>
      <dgm:spPr/>
    </dgm:pt>
    <dgm:pt modelId="{4A87D198-29F7-4F43-9A34-77AE95DE96C2}" type="pres">
      <dgm:prSet presAssocID="{0D1EA818-3227-4C77-900D-2FA2B8312FE1}" presName="txSpace" presStyleCnt="0"/>
      <dgm:spPr/>
    </dgm:pt>
    <dgm:pt modelId="{D8C307EB-AF85-4ED3-BB51-725441DC9407}" type="pres">
      <dgm:prSet presAssocID="{0D1EA818-3227-4C77-900D-2FA2B8312FE1}" presName="desTx" presStyleLbl="revTx" presStyleIdx="3" presStyleCnt="6">
        <dgm:presLayoutVars/>
      </dgm:prSet>
      <dgm:spPr/>
    </dgm:pt>
    <dgm:pt modelId="{FEA2DB14-1D36-4D31-80CB-0C32F105CADF}" type="pres">
      <dgm:prSet presAssocID="{FE675256-1430-4634-9691-3CE9BC3C7404}" presName="sibTrans" presStyleCnt="0"/>
      <dgm:spPr/>
    </dgm:pt>
    <dgm:pt modelId="{C0B6D67C-E7D8-4AE7-8E8A-5ABE40620608}" type="pres">
      <dgm:prSet presAssocID="{3446FA72-A85F-44C0-A57B-3E72B846161C}" presName="compNode" presStyleCnt="0"/>
      <dgm:spPr/>
    </dgm:pt>
    <dgm:pt modelId="{88D7BC51-9F17-4089-A0E8-D57B5ED42895}" type="pres">
      <dgm:prSet presAssocID="{3446FA72-A85F-44C0-A57B-3E72B846161C}" presName="iconRect" presStyleLbl="node1" presStyleIdx="2" presStyleCnt="3"/>
      <dgm:spPr>
        <a:blipFill>
          <a:blip xmlns:r="http://schemas.openxmlformats.org/officeDocument/2006/relationships" r:embed="rId5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6"/>
              </a:ext>
            </a:extLst>
          </a:blip>
          <a:stretch>
            <a:fillRect/>
          </a:stretch>
        </a:blipFill>
        <a:ln>
          <a:noFill/>
        </a:ln>
      </dgm:spPr>
      <dgm:extLst>
        <a:ext uri="{E40237B7-FDA0-4F09-8148-C483321AD2D9}">
          <dgm14:cNvPr xmlns:dgm14="http://schemas.microsoft.com/office/drawing/2010/diagram" id="0" name="" descr="Forbidden"/>
        </a:ext>
      </dgm:extLst>
    </dgm:pt>
    <dgm:pt modelId="{3D2C61CF-5EE4-41C3-AA44-93FC7F2720F6}" type="pres">
      <dgm:prSet presAssocID="{3446FA72-A85F-44C0-A57B-3E72B846161C}" presName="iconSpace" presStyleCnt="0"/>
      <dgm:spPr/>
    </dgm:pt>
    <dgm:pt modelId="{1D38CE4A-4E4A-4184-BBF0-90E9B5B94781}" type="pres">
      <dgm:prSet presAssocID="{3446FA72-A85F-44C0-A57B-3E72B846161C}" presName="parTx" presStyleLbl="revTx" presStyleIdx="4" presStyleCnt="6">
        <dgm:presLayoutVars>
          <dgm:chMax val="0"/>
          <dgm:chPref val="0"/>
        </dgm:presLayoutVars>
      </dgm:prSet>
      <dgm:spPr/>
    </dgm:pt>
    <dgm:pt modelId="{405FC823-1A75-4B9B-87A8-529592FA2DEB}" type="pres">
      <dgm:prSet presAssocID="{3446FA72-A85F-44C0-A57B-3E72B846161C}" presName="txSpace" presStyleCnt="0"/>
      <dgm:spPr/>
    </dgm:pt>
    <dgm:pt modelId="{56DC55CC-93C8-43FA-83F1-5B7750B90B4F}" type="pres">
      <dgm:prSet presAssocID="{3446FA72-A85F-44C0-A57B-3E72B846161C}" presName="desTx" presStyleLbl="revTx" presStyleIdx="5" presStyleCnt="6">
        <dgm:presLayoutVars/>
      </dgm:prSet>
      <dgm:spPr/>
    </dgm:pt>
  </dgm:ptLst>
  <dgm:cxnLst>
    <dgm:cxn modelId="{EDF60904-799C-455E-97A9-F7738CAEAE12}" type="presOf" srcId="{264C352E-3840-431E-A57E-FCB3BFA8DFD0}" destId="{CF5C8AB4-2854-4D0A-A593-2084BFC3DB26}" srcOrd="0" destOrd="1" presId="urn:microsoft.com/office/officeart/2018/2/layout/IconLabelDescriptionList"/>
    <dgm:cxn modelId="{943B2818-8BA8-4C71-8572-79935360D203}" type="presOf" srcId="{FF3309BF-FF48-4E2B-A592-0EDB7FB6696B}" destId="{D8C307EB-AF85-4ED3-BB51-725441DC9407}" srcOrd="0" destOrd="0" presId="urn:microsoft.com/office/officeart/2018/2/layout/IconLabelDescriptionList"/>
    <dgm:cxn modelId="{61997C24-7185-4E51-9C2B-E1FE28C5ACAC}" type="presOf" srcId="{DD10FCC4-A33E-432F-AC18-EFEC945CBD64}" destId="{56DC55CC-93C8-43FA-83F1-5B7750B90B4F}" srcOrd="0" destOrd="1" presId="urn:microsoft.com/office/officeart/2018/2/layout/IconLabelDescriptionList"/>
    <dgm:cxn modelId="{DCA40427-CBC6-4CDC-AA51-A515636B75FA}" type="presOf" srcId="{BEA5F26C-04A7-46EB-B3E7-3A8F4DF76196}" destId="{CF5C8AB4-2854-4D0A-A593-2084BFC3DB26}" srcOrd="0" destOrd="0" presId="urn:microsoft.com/office/officeart/2018/2/layout/IconLabelDescriptionList"/>
    <dgm:cxn modelId="{136B1827-78C3-4B1C-B151-C249509A6FD6}" type="presOf" srcId="{542043CC-5BA5-4813-9FF0-CFDB0501F8E5}" destId="{D8C307EB-AF85-4ED3-BB51-725441DC9407}" srcOrd="0" destOrd="1" presId="urn:microsoft.com/office/officeart/2018/2/layout/IconLabelDescriptionList"/>
    <dgm:cxn modelId="{9735C729-3AED-4788-BBB8-6A80764AD3F8}" srcId="{3446FA72-A85F-44C0-A57B-3E72B846161C}" destId="{79E44ADC-F280-48C6-9724-F0CB5B772164}" srcOrd="0" destOrd="0" parTransId="{D151CA92-100C-4937-BC1C-28B1D1E192E1}" sibTransId="{54B09B6E-2467-433C-AA89-33EAE3220F7A}"/>
    <dgm:cxn modelId="{030AE936-31F3-4C02-B204-873C9890E730}" type="presOf" srcId="{B021729E-59E3-4ED9-B5E4-D615C372FAC7}" destId="{2861D398-36D2-4275-820F-290F1FFB4307}" srcOrd="0" destOrd="0" presId="urn:microsoft.com/office/officeart/2018/2/layout/IconLabelDescriptionList"/>
    <dgm:cxn modelId="{5E3E0837-AC0F-4B16-AB3C-BA24E960EE6F}" type="presOf" srcId="{3446FA72-A85F-44C0-A57B-3E72B846161C}" destId="{1D38CE4A-4E4A-4184-BBF0-90E9B5B94781}" srcOrd="0" destOrd="0" presId="urn:microsoft.com/office/officeart/2018/2/layout/IconLabelDescriptionList"/>
    <dgm:cxn modelId="{6C62D645-7869-4896-A160-2DFF10C92016}" type="presOf" srcId="{0D1EA818-3227-4C77-900D-2FA2B8312FE1}" destId="{84D35FE0-F27B-4D0A-9A20-BCC817C83E68}" srcOrd="0" destOrd="0" presId="urn:microsoft.com/office/officeart/2018/2/layout/IconLabelDescriptionList"/>
    <dgm:cxn modelId="{BBD28B4C-38C0-43EB-9910-05C643D613B9}" type="presOf" srcId="{79E44ADC-F280-48C6-9724-F0CB5B772164}" destId="{56DC55CC-93C8-43FA-83F1-5B7750B90B4F}" srcOrd="0" destOrd="0" presId="urn:microsoft.com/office/officeart/2018/2/layout/IconLabelDescriptionList"/>
    <dgm:cxn modelId="{F959B54D-5C9F-4CF5-BE72-6E98B715D14F}" srcId="{B021729E-59E3-4ED9-B5E4-D615C372FAC7}" destId="{BEA5F26C-04A7-46EB-B3E7-3A8F4DF76196}" srcOrd="0" destOrd="0" parTransId="{5923BE7C-DD19-4097-A6A6-4083A7BBD6B5}" sibTransId="{BD06937F-0D75-4C98-BDD7-704230A00A7A}"/>
    <dgm:cxn modelId="{EB7BB477-5BC3-4222-84BE-C87A7EDC1496}" srcId="{02E9D000-8FA6-4409-8009-22DD73B68E28}" destId="{3446FA72-A85F-44C0-A57B-3E72B846161C}" srcOrd="2" destOrd="0" parTransId="{B66B7F67-4AB8-49C3-89F7-632ACEC48E13}" sibTransId="{34B0728B-84AA-49C2-97BC-A6089C07F9BC}"/>
    <dgm:cxn modelId="{7C999F83-78B4-4D29-86AF-667C2C48206A}" srcId="{3446FA72-A85F-44C0-A57B-3E72B846161C}" destId="{DD10FCC4-A33E-432F-AC18-EFEC945CBD64}" srcOrd="1" destOrd="0" parTransId="{4BEDD48E-5523-45BE-9CBC-FC628A65CA9E}" sibTransId="{58AD7EE3-ACA4-4E86-B00C-AC446B7B2D65}"/>
    <dgm:cxn modelId="{E3E7CB8B-A3B3-403E-95AB-7B0A0C200241}" srcId="{02E9D000-8FA6-4409-8009-22DD73B68E28}" destId="{B021729E-59E3-4ED9-B5E4-D615C372FAC7}" srcOrd="0" destOrd="0" parTransId="{98022231-7D13-47E7-8BBF-76532FE9D4B4}" sibTransId="{BEA9D067-7AC5-48C1-82D0-3544AE42C976}"/>
    <dgm:cxn modelId="{1FD98298-3537-42C8-AF01-DD3E62FFD639}" srcId="{0D1EA818-3227-4C77-900D-2FA2B8312FE1}" destId="{FF3309BF-FF48-4E2B-A592-0EDB7FB6696B}" srcOrd="0" destOrd="0" parTransId="{930DAFF0-ECD2-43CE-87CF-BFE862042F55}" sibTransId="{015E0A0E-3B5E-4AB3-B89D-492ED2549551}"/>
    <dgm:cxn modelId="{613907A2-1059-4044-A56F-A3117B472FFF}" srcId="{02E9D000-8FA6-4409-8009-22DD73B68E28}" destId="{0D1EA818-3227-4C77-900D-2FA2B8312FE1}" srcOrd="1" destOrd="0" parTransId="{D841B685-1611-4664-9521-ED6FFE1A1315}" sibTransId="{FE675256-1430-4634-9691-3CE9BC3C7404}"/>
    <dgm:cxn modelId="{371A49C9-2AFB-4E51-B161-1511EC6EA579}" srcId="{0D1EA818-3227-4C77-900D-2FA2B8312FE1}" destId="{542043CC-5BA5-4813-9FF0-CFDB0501F8E5}" srcOrd="1" destOrd="0" parTransId="{58327039-C347-443E-AA45-E9ED75D4B34D}" sibTransId="{0262780F-50AF-4664-AD3C-7CCFAE097577}"/>
    <dgm:cxn modelId="{99B5A0E9-DA80-4A86-A67B-5D7D436A4A37}" srcId="{B021729E-59E3-4ED9-B5E4-D615C372FAC7}" destId="{264C352E-3840-431E-A57E-FCB3BFA8DFD0}" srcOrd="1" destOrd="0" parTransId="{83AD4B6A-4E20-450B-B457-AFBCB4440D0F}" sibTransId="{A662EE5F-E5E7-4951-BE3E-67C0309306E0}"/>
    <dgm:cxn modelId="{E9F136FF-5721-430D-AFC1-D7E4B1C6BC69}" type="presOf" srcId="{02E9D000-8FA6-4409-8009-22DD73B68E28}" destId="{3C01840B-A1B6-4CCB-94B6-70ACD70BE158}" srcOrd="0" destOrd="0" presId="urn:microsoft.com/office/officeart/2018/2/layout/IconLabelDescriptionList"/>
    <dgm:cxn modelId="{E0048C08-024B-4E36-9808-33E93C1530C7}" type="presParOf" srcId="{3C01840B-A1B6-4CCB-94B6-70ACD70BE158}" destId="{A1E8EBFF-6658-4503-9F5A-C88945EF8CA4}" srcOrd="0" destOrd="0" presId="urn:microsoft.com/office/officeart/2018/2/layout/IconLabelDescriptionList"/>
    <dgm:cxn modelId="{D7DD8F56-50B6-4819-B189-A07271F8D214}" type="presParOf" srcId="{A1E8EBFF-6658-4503-9F5A-C88945EF8CA4}" destId="{96674AC8-0187-4CCE-BD1F-763A5F1E642D}" srcOrd="0" destOrd="0" presId="urn:microsoft.com/office/officeart/2018/2/layout/IconLabelDescriptionList"/>
    <dgm:cxn modelId="{27A32695-69D4-426F-9A51-4A7E90221F3A}" type="presParOf" srcId="{A1E8EBFF-6658-4503-9F5A-C88945EF8CA4}" destId="{D44A986B-8B5B-4277-89FC-E387FF84A748}" srcOrd="1" destOrd="0" presId="urn:microsoft.com/office/officeart/2018/2/layout/IconLabelDescriptionList"/>
    <dgm:cxn modelId="{09EE3612-CA1F-4B93-B0B4-AD6E10E20DDC}" type="presParOf" srcId="{A1E8EBFF-6658-4503-9F5A-C88945EF8CA4}" destId="{2861D398-36D2-4275-820F-290F1FFB4307}" srcOrd="2" destOrd="0" presId="urn:microsoft.com/office/officeart/2018/2/layout/IconLabelDescriptionList"/>
    <dgm:cxn modelId="{CAE1646D-2E30-4E26-B03E-C9898B945AE9}" type="presParOf" srcId="{A1E8EBFF-6658-4503-9F5A-C88945EF8CA4}" destId="{1CA73233-63DB-4DA2-9219-C919E40DA7DD}" srcOrd="3" destOrd="0" presId="urn:microsoft.com/office/officeart/2018/2/layout/IconLabelDescriptionList"/>
    <dgm:cxn modelId="{913D8389-7AEE-481D-9832-D3267AE2DB40}" type="presParOf" srcId="{A1E8EBFF-6658-4503-9F5A-C88945EF8CA4}" destId="{CF5C8AB4-2854-4D0A-A593-2084BFC3DB26}" srcOrd="4" destOrd="0" presId="urn:microsoft.com/office/officeart/2018/2/layout/IconLabelDescriptionList"/>
    <dgm:cxn modelId="{48F7FB17-8F23-40CC-A145-D6E0A815CAA2}" type="presParOf" srcId="{3C01840B-A1B6-4CCB-94B6-70ACD70BE158}" destId="{6F28CEC5-9D6F-463D-9CE9-B728F2941CAC}" srcOrd="1" destOrd="0" presId="urn:microsoft.com/office/officeart/2018/2/layout/IconLabelDescriptionList"/>
    <dgm:cxn modelId="{E15C9A0D-AF6E-4AD9-B33A-DCD74C2E22AC}" type="presParOf" srcId="{3C01840B-A1B6-4CCB-94B6-70ACD70BE158}" destId="{309180F0-6B82-4B63-9E24-8D301BAEFE07}" srcOrd="2" destOrd="0" presId="urn:microsoft.com/office/officeart/2018/2/layout/IconLabelDescriptionList"/>
    <dgm:cxn modelId="{16FC4541-8567-4CFF-80DC-F01F254F1293}" type="presParOf" srcId="{309180F0-6B82-4B63-9E24-8D301BAEFE07}" destId="{5854FBAC-069A-49DF-8D2A-12FF4EE45BFA}" srcOrd="0" destOrd="0" presId="urn:microsoft.com/office/officeart/2018/2/layout/IconLabelDescriptionList"/>
    <dgm:cxn modelId="{4B7B6A95-34C7-4B98-8188-9484DD8C4168}" type="presParOf" srcId="{309180F0-6B82-4B63-9E24-8D301BAEFE07}" destId="{4D0A125D-7143-4CEA-A8A7-90088EC43F67}" srcOrd="1" destOrd="0" presId="urn:microsoft.com/office/officeart/2018/2/layout/IconLabelDescriptionList"/>
    <dgm:cxn modelId="{C65719C2-8FF4-4071-BFF0-D9EBD8789B32}" type="presParOf" srcId="{309180F0-6B82-4B63-9E24-8D301BAEFE07}" destId="{84D35FE0-F27B-4D0A-9A20-BCC817C83E68}" srcOrd="2" destOrd="0" presId="urn:microsoft.com/office/officeart/2018/2/layout/IconLabelDescriptionList"/>
    <dgm:cxn modelId="{CA5FA969-C83F-4018-885D-924E79D0055B}" type="presParOf" srcId="{309180F0-6B82-4B63-9E24-8D301BAEFE07}" destId="{4A87D198-29F7-4F43-9A34-77AE95DE96C2}" srcOrd="3" destOrd="0" presId="urn:microsoft.com/office/officeart/2018/2/layout/IconLabelDescriptionList"/>
    <dgm:cxn modelId="{C7748028-83DE-4A5B-A090-7554E892797D}" type="presParOf" srcId="{309180F0-6B82-4B63-9E24-8D301BAEFE07}" destId="{D8C307EB-AF85-4ED3-BB51-725441DC9407}" srcOrd="4" destOrd="0" presId="urn:microsoft.com/office/officeart/2018/2/layout/IconLabelDescriptionList"/>
    <dgm:cxn modelId="{A7F2A6A6-C0A5-4512-8599-7C60805D888A}" type="presParOf" srcId="{3C01840B-A1B6-4CCB-94B6-70ACD70BE158}" destId="{FEA2DB14-1D36-4D31-80CB-0C32F105CADF}" srcOrd="3" destOrd="0" presId="urn:microsoft.com/office/officeart/2018/2/layout/IconLabelDescriptionList"/>
    <dgm:cxn modelId="{CA77F8DD-8F04-472E-8CFD-3C3BFF1F4679}" type="presParOf" srcId="{3C01840B-A1B6-4CCB-94B6-70ACD70BE158}" destId="{C0B6D67C-E7D8-4AE7-8E8A-5ABE40620608}" srcOrd="4" destOrd="0" presId="urn:microsoft.com/office/officeart/2018/2/layout/IconLabelDescriptionList"/>
    <dgm:cxn modelId="{5BCC7B0E-CC08-4A17-A952-F78031DF013B}" type="presParOf" srcId="{C0B6D67C-E7D8-4AE7-8E8A-5ABE40620608}" destId="{88D7BC51-9F17-4089-A0E8-D57B5ED42895}" srcOrd="0" destOrd="0" presId="urn:microsoft.com/office/officeart/2018/2/layout/IconLabelDescriptionList"/>
    <dgm:cxn modelId="{D25E51BA-2F2E-4BE8-8DB1-1D36DE086960}" type="presParOf" srcId="{C0B6D67C-E7D8-4AE7-8E8A-5ABE40620608}" destId="{3D2C61CF-5EE4-41C3-AA44-93FC7F2720F6}" srcOrd="1" destOrd="0" presId="urn:microsoft.com/office/officeart/2018/2/layout/IconLabelDescriptionList"/>
    <dgm:cxn modelId="{43CDCB2B-A95F-4D28-9F89-8CF31CDE2B0D}" type="presParOf" srcId="{C0B6D67C-E7D8-4AE7-8E8A-5ABE40620608}" destId="{1D38CE4A-4E4A-4184-BBF0-90E9B5B94781}" srcOrd="2" destOrd="0" presId="urn:microsoft.com/office/officeart/2018/2/layout/IconLabelDescriptionList"/>
    <dgm:cxn modelId="{6BDD3972-82DD-449D-B139-021522A7431C}" type="presParOf" srcId="{C0B6D67C-E7D8-4AE7-8E8A-5ABE40620608}" destId="{405FC823-1A75-4B9B-87A8-529592FA2DEB}" srcOrd="3" destOrd="0" presId="urn:microsoft.com/office/officeart/2018/2/layout/IconLabelDescriptionList"/>
    <dgm:cxn modelId="{FF32D6CA-2582-469E-AD3F-B5B04C5DF70B}" type="presParOf" srcId="{C0B6D67C-E7D8-4AE7-8E8A-5ABE40620608}" destId="{56DC55CC-93C8-43FA-83F1-5B7750B90B4F}" srcOrd="4" destOrd="0" presId="urn:microsoft.com/office/officeart/2018/2/layout/IconLabelDescriptionList"/>
  </dgm:cxnLst>
  <dgm:bg/>
  <dgm:whole/>
  <dgm:extLst>
    <a:ext uri="http://schemas.microsoft.com/office/drawing/2008/diagram">
      <dsp:dataModelExt xmlns:dsp="http://schemas.microsoft.com/office/drawing/2008/diagram" relId="rId6" minVer="http://schemas.openxmlformats.org/drawingml/2006/diagram"/>
    </a:ext>
  </dgm:extLst>
</dgm:dataModel>
</file>

<file path=ppt/diagrams/data82.xml><?xml version="1.0" encoding="utf-8"?>
<dgm:dataModel xmlns:dgm="http://schemas.openxmlformats.org/drawingml/2006/diagram" xmlns:a="http://schemas.openxmlformats.org/drawingml/2006/main">
  <dgm:ptLst>
    <dgm:pt modelId="{02E9D000-8FA6-4409-8009-22DD73B68E28}" type="doc">
      <dgm:prSet loTypeId="urn:microsoft.com/office/officeart/2018/5/layout/CenteredIconLabelDescriptionList" loCatId="icon" qsTypeId="urn:microsoft.com/office/officeart/2005/8/quickstyle/simple1" qsCatId="simple" csTypeId="urn:microsoft.com/office/officeart/2018/5/colors/Iconchunking_neutralbg_colorful2" csCatId="colorful" phldr="1"/>
      <dgm:spPr/>
      <dgm:t>
        <a:bodyPr/>
        <a:lstStyle/>
        <a:p>
          <a:endParaRPr lang="en-US"/>
        </a:p>
      </dgm:t>
    </dgm:pt>
    <dgm:pt modelId="{E209D1B9-A0E8-455C-B5ED-DFB2B8A043E9}">
      <dgm:prSet/>
      <dgm:spPr/>
      <dgm:t>
        <a:bodyPr/>
        <a:lstStyle/>
        <a:p>
          <a:pPr>
            <a:lnSpc>
              <a:spcPct val="100000"/>
            </a:lnSpc>
            <a:defRPr b="1"/>
          </a:pPr>
          <a:r>
            <a:rPr lang="tr-TR"/>
            <a:t>Success of unlocking script</a:t>
          </a:r>
          <a:endParaRPr lang="en-US"/>
        </a:p>
      </dgm:t>
    </dgm:pt>
    <dgm:pt modelId="{73124C5D-4B7C-4652-9A1E-0212991B211F}" type="parTrans" cxnId="{75152237-7729-4C24-A536-AF573FDD42EB}">
      <dgm:prSet/>
      <dgm:spPr/>
      <dgm:t>
        <a:bodyPr/>
        <a:lstStyle/>
        <a:p>
          <a:endParaRPr lang="en-US"/>
        </a:p>
      </dgm:t>
    </dgm:pt>
    <dgm:pt modelId="{B412BEB6-2C27-47E3-A5FF-2681D0962460}" type="sibTrans" cxnId="{75152237-7729-4C24-A536-AF573FDD42EB}">
      <dgm:prSet/>
      <dgm:spPr/>
      <dgm:t>
        <a:bodyPr/>
        <a:lstStyle/>
        <a:p>
          <a:endParaRPr lang="en-US"/>
        </a:p>
      </dgm:t>
    </dgm:pt>
    <dgm:pt modelId="{89D4C8B4-25FC-4151-BFEC-82900A2AF7DA}">
      <dgm:prSet/>
      <dgm:spPr/>
      <dgm:t>
        <a:bodyPr/>
        <a:lstStyle/>
        <a:p>
          <a:pPr>
            <a:lnSpc>
              <a:spcPct val="100000"/>
            </a:lnSpc>
            <a:defRPr b="1"/>
          </a:pPr>
          <a:r>
            <a:rPr lang="tr-TR"/>
            <a:t>Outcome</a:t>
          </a:r>
          <a:endParaRPr lang="en-US"/>
        </a:p>
      </dgm:t>
    </dgm:pt>
    <dgm:pt modelId="{690A5E61-CC8D-4698-9CA4-16673FFFC231}" type="parTrans" cxnId="{CE84600F-086D-4DB1-A8D3-DEF15F7391E2}">
      <dgm:prSet/>
      <dgm:spPr/>
      <dgm:t>
        <a:bodyPr/>
        <a:lstStyle/>
        <a:p>
          <a:endParaRPr lang="en-US"/>
        </a:p>
      </dgm:t>
    </dgm:pt>
    <dgm:pt modelId="{5E2775DB-6B28-4226-9EA3-81917A6E48DD}" type="sibTrans" cxnId="{CE84600F-086D-4DB1-A8D3-DEF15F7391E2}">
      <dgm:prSet/>
      <dgm:spPr/>
      <dgm:t>
        <a:bodyPr/>
        <a:lstStyle/>
        <a:p>
          <a:endParaRPr lang="en-US"/>
        </a:p>
      </dgm:t>
    </dgm:pt>
    <dgm:pt modelId="{5C3B67F0-2133-42A7-865A-6CBD574CC559}">
      <dgm:prSet/>
      <dgm:spPr/>
      <dgm:t>
        <a:bodyPr/>
        <a:lstStyle/>
        <a:p>
          <a:pPr>
            <a:lnSpc>
              <a:spcPct val="100000"/>
            </a:lnSpc>
          </a:pPr>
          <a:r>
            <a:rPr lang="en-US" dirty="0"/>
            <a:t>the input is</a:t>
          </a:r>
          <a:r>
            <a:rPr lang="tr-TR" dirty="0"/>
            <a:t> </a:t>
          </a:r>
          <a:r>
            <a:rPr lang="en-US" dirty="0"/>
            <a:t>a valid authorization</a:t>
          </a:r>
        </a:p>
      </dgm:t>
    </dgm:pt>
    <dgm:pt modelId="{FAA1D70B-53AF-4858-A43B-8B59CF1B0BBF}" type="parTrans" cxnId="{C45A24E0-65CF-4C99-ADD0-F1D603DA6434}">
      <dgm:prSet/>
      <dgm:spPr/>
      <dgm:t>
        <a:bodyPr/>
        <a:lstStyle/>
        <a:p>
          <a:endParaRPr lang="en-US"/>
        </a:p>
      </dgm:t>
    </dgm:pt>
    <dgm:pt modelId="{F2203633-770B-495B-9C36-276AA8C9CD65}" type="sibTrans" cxnId="{C45A24E0-65CF-4C99-ADD0-F1D603DA6434}">
      <dgm:prSet/>
      <dgm:spPr/>
      <dgm:t>
        <a:bodyPr/>
        <a:lstStyle/>
        <a:p>
          <a:endParaRPr lang="en-US"/>
        </a:p>
      </dgm:t>
    </dgm:pt>
    <dgm:pt modelId="{25DB227B-DA59-4683-A76A-142073CA4E93}">
      <dgm:prSet/>
      <dgm:spPr/>
      <dgm:t>
        <a:bodyPr/>
        <a:lstStyle/>
        <a:p>
          <a:pPr>
            <a:lnSpc>
              <a:spcPct val="100000"/>
            </a:lnSpc>
          </a:pPr>
          <a:r>
            <a:rPr lang="en-US" dirty="0"/>
            <a:t>result is “TRUE”</a:t>
          </a:r>
        </a:p>
      </dgm:t>
    </dgm:pt>
    <dgm:pt modelId="{32C3DF32-F9D3-4B97-B8FB-B0BA756E7BEB}" type="parTrans" cxnId="{8B63DE40-9448-415D-B00F-0AE2658AC84D}">
      <dgm:prSet/>
      <dgm:spPr/>
      <dgm:t>
        <a:bodyPr/>
        <a:lstStyle/>
        <a:p>
          <a:endParaRPr lang="tr-TR"/>
        </a:p>
      </dgm:t>
    </dgm:pt>
    <dgm:pt modelId="{238EBA70-B250-4A08-A5FB-D0484EC13D40}" type="sibTrans" cxnId="{8B63DE40-9448-415D-B00F-0AE2658AC84D}">
      <dgm:prSet/>
      <dgm:spPr/>
      <dgm:t>
        <a:bodyPr/>
        <a:lstStyle/>
        <a:p>
          <a:endParaRPr lang="tr-TR"/>
        </a:p>
      </dgm:t>
    </dgm:pt>
    <dgm:pt modelId="{02BEEF02-EE68-4097-8E46-9B3914BF8994}">
      <dgm:prSet/>
      <dgm:spPr/>
      <dgm:t>
        <a:bodyPr/>
        <a:lstStyle/>
        <a:p>
          <a:pPr>
            <a:lnSpc>
              <a:spcPct val="100000"/>
            </a:lnSpc>
          </a:pPr>
          <a:r>
            <a:rPr lang="en-US"/>
            <a:t>the </a:t>
          </a:r>
          <a:r>
            <a:rPr lang="en-US" dirty="0"/>
            <a:t>unlocking script has succeeded</a:t>
          </a:r>
        </a:p>
      </dgm:t>
    </dgm:pt>
    <dgm:pt modelId="{CCCEE96E-EA29-4539-85FF-7424CD096AD3}" type="parTrans" cxnId="{898786BB-8EE1-4777-82A1-2CEFE0608949}">
      <dgm:prSet/>
      <dgm:spPr/>
      <dgm:t>
        <a:bodyPr/>
        <a:lstStyle/>
        <a:p>
          <a:endParaRPr lang="tr-TR"/>
        </a:p>
      </dgm:t>
    </dgm:pt>
    <dgm:pt modelId="{E3968A31-BC2A-433A-9912-118A4B660A9E}" type="sibTrans" cxnId="{898786BB-8EE1-4777-82A1-2CEFE0608949}">
      <dgm:prSet/>
      <dgm:spPr/>
      <dgm:t>
        <a:bodyPr/>
        <a:lstStyle/>
        <a:p>
          <a:endParaRPr lang="tr-TR"/>
        </a:p>
      </dgm:t>
    </dgm:pt>
    <dgm:pt modelId="{FAD2429C-1AA1-43E4-81BA-B2F649228D69}">
      <dgm:prSet/>
      <dgm:spPr/>
      <dgm:t>
        <a:bodyPr/>
        <a:lstStyle/>
        <a:p>
          <a:pPr>
            <a:lnSpc>
              <a:spcPct val="100000"/>
            </a:lnSpc>
          </a:pPr>
          <a:r>
            <a:rPr lang="en-US" dirty="0"/>
            <a:t>locking script</a:t>
          </a:r>
          <a:r>
            <a:rPr lang="tr-TR" dirty="0"/>
            <a:t> conditions</a:t>
          </a:r>
          <a:endParaRPr lang="en-US" dirty="0"/>
        </a:p>
      </dgm:t>
    </dgm:pt>
    <dgm:pt modelId="{216F7B3D-FD95-4DBC-891E-37777BE6010B}" type="parTrans" cxnId="{DAC06223-133A-45EB-98C4-A29AF34F2935}">
      <dgm:prSet/>
      <dgm:spPr/>
      <dgm:t>
        <a:bodyPr/>
        <a:lstStyle/>
        <a:p>
          <a:endParaRPr lang="tr-TR"/>
        </a:p>
      </dgm:t>
    </dgm:pt>
    <dgm:pt modelId="{D8BF2999-0EC2-48EC-8ED6-4392D119ADCD}" type="sibTrans" cxnId="{DAC06223-133A-45EB-98C4-A29AF34F2935}">
      <dgm:prSet/>
      <dgm:spPr/>
      <dgm:t>
        <a:bodyPr/>
        <a:lstStyle/>
        <a:p>
          <a:endParaRPr lang="tr-TR"/>
        </a:p>
      </dgm:t>
    </dgm:pt>
    <dgm:pt modelId="{6A57B428-963D-4217-9718-A25E6637F07C}">
      <dgm:prSet/>
      <dgm:spPr/>
      <dgm:t>
        <a:bodyPr/>
        <a:lstStyle/>
        <a:p>
          <a:pPr>
            <a:lnSpc>
              <a:spcPct val="100000"/>
            </a:lnSpc>
            <a:defRPr b="1"/>
          </a:pPr>
          <a:r>
            <a:rPr lang="tr-TR" dirty="0"/>
            <a:t>TRUE means</a:t>
          </a:r>
          <a:endParaRPr lang="en-US" dirty="0"/>
        </a:p>
      </dgm:t>
    </dgm:pt>
    <dgm:pt modelId="{EA567EFD-60DA-4829-A413-F7C5A825D26E}" type="parTrans" cxnId="{BBE08B0C-F8BF-4D84-976A-142AD7A6C185}">
      <dgm:prSet/>
      <dgm:spPr/>
      <dgm:t>
        <a:bodyPr/>
        <a:lstStyle/>
        <a:p>
          <a:endParaRPr lang="tr-TR"/>
        </a:p>
      </dgm:t>
    </dgm:pt>
    <dgm:pt modelId="{CA76EB10-0934-46BA-9886-DDC3A2EC37E0}" type="sibTrans" cxnId="{BBE08B0C-F8BF-4D84-976A-142AD7A6C185}">
      <dgm:prSet/>
      <dgm:spPr/>
      <dgm:t>
        <a:bodyPr/>
        <a:lstStyle/>
        <a:p>
          <a:endParaRPr lang="tr-TR"/>
        </a:p>
      </dgm:t>
    </dgm:pt>
    <dgm:pt modelId="{13911777-9C21-4006-A916-782769EBE2CA}">
      <dgm:prSet/>
      <dgm:spPr/>
      <dgm:t>
        <a:bodyPr/>
        <a:lstStyle/>
        <a:p>
          <a:pPr>
            <a:lnSpc>
              <a:spcPct val="100000"/>
            </a:lnSpc>
          </a:pPr>
          <a:r>
            <a:rPr lang="en-US" dirty="0"/>
            <a:t>to spend the UTXO</a:t>
          </a:r>
        </a:p>
      </dgm:t>
    </dgm:pt>
    <dgm:pt modelId="{4EE5EB6D-28D7-46C0-BCB1-7A2379CB6ED0}" type="parTrans" cxnId="{AEA5C1A7-F0F1-41DE-B92B-516AEDB9EB5B}">
      <dgm:prSet/>
      <dgm:spPr/>
      <dgm:t>
        <a:bodyPr/>
        <a:lstStyle/>
        <a:p>
          <a:endParaRPr lang="tr-TR"/>
        </a:p>
      </dgm:t>
    </dgm:pt>
    <dgm:pt modelId="{B2482BBA-D0C5-45D2-8D14-E6FDF49686DB}" type="sibTrans" cxnId="{AEA5C1A7-F0F1-41DE-B92B-516AEDB9EB5B}">
      <dgm:prSet/>
      <dgm:spPr/>
      <dgm:t>
        <a:bodyPr/>
        <a:lstStyle/>
        <a:p>
          <a:endParaRPr lang="tr-TR"/>
        </a:p>
      </dgm:t>
    </dgm:pt>
    <dgm:pt modelId="{1E51721B-0B87-4C5D-8536-F57D9A812D3F}">
      <dgm:prSet/>
      <dgm:spPr/>
      <dgm:t>
        <a:bodyPr/>
        <a:lstStyle/>
        <a:p>
          <a:pPr>
            <a:lnSpc>
              <a:spcPct val="100000"/>
            </a:lnSpc>
          </a:pPr>
          <a:r>
            <a:rPr lang="tr-TR"/>
            <a:t>are resolved</a:t>
          </a:r>
          <a:endParaRPr lang="en-US" dirty="0"/>
        </a:p>
      </dgm:t>
    </dgm:pt>
    <dgm:pt modelId="{0A11399E-3765-4048-B26F-728573A837FD}" type="parTrans" cxnId="{A3D75BAF-29EC-425C-8537-CFB4ED64C537}">
      <dgm:prSet/>
      <dgm:spPr/>
      <dgm:t>
        <a:bodyPr/>
        <a:lstStyle/>
        <a:p>
          <a:endParaRPr lang="tr-TR"/>
        </a:p>
      </dgm:t>
    </dgm:pt>
    <dgm:pt modelId="{67B85053-1BB6-4732-A5F4-BC488002324B}" type="sibTrans" cxnId="{A3D75BAF-29EC-425C-8537-CFB4ED64C537}">
      <dgm:prSet/>
      <dgm:spPr/>
      <dgm:t>
        <a:bodyPr/>
        <a:lstStyle/>
        <a:p>
          <a:endParaRPr lang="tr-TR"/>
        </a:p>
      </dgm:t>
    </dgm:pt>
    <dgm:pt modelId="{6F848361-B3C3-474F-B7FF-126A2AC415EE}">
      <dgm:prSet/>
      <dgm:spPr/>
      <dgm:t>
        <a:bodyPr/>
        <a:lstStyle/>
        <a:p>
          <a:pPr>
            <a:lnSpc>
              <a:spcPct val="100000"/>
            </a:lnSpc>
          </a:pPr>
          <a:r>
            <a:rPr lang="tr-TR" dirty="0"/>
            <a:t>a valid spend</a:t>
          </a:r>
          <a:endParaRPr lang="en-US" dirty="0"/>
        </a:p>
      </dgm:t>
    </dgm:pt>
    <dgm:pt modelId="{160ED6FC-4A05-41E9-813F-6AFFB2FC2996}" type="parTrans" cxnId="{389D313E-16F6-49FB-B0DC-1AC90DF4B3B1}">
      <dgm:prSet/>
      <dgm:spPr/>
    </dgm:pt>
    <dgm:pt modelId="{A8BF54F8-B670-4F99-8692-B6FBAB2E38F7}" type="sibTrans" cxnId="{389D313E-16F6-49FB-B0DC-1AC90DF4B3B1}">
      <dgm:prSet/>
      <dgm:spPr/>
    </dgm:pt>
    <dgm:pt modelId="{DCA3A275-864B-40A3-93CE-F7C682953AF0}" type="pres">
      <dgm:prSet presAssocID="{02E9D000-8FA6-4409-8009-22DD73B68E28}" presName="root" presStyleCnt="0">
        <dgm:presLayoutVars>
          <dgm:dir/>
          <dgm:resizeHandles val="exact"/>
        </dgm:presLayoutVars>
      </dgm:prSet>
      <dgm:spPr/>
    </dgm:pt>
    <dgm:pt modelId="{713BC318-B8BF-4487-BD02-BE5947617DB6}" type="pres">
      <dgm:prSet presAssocID="{E209D1B9-A0E8-455C-B5ED-DFB2B8A043E9}" presName="compNode" presStyleCnt="0"/>
      <dgm:spPr/>
    </dgm:pt>
    <dgm:pt modelId="{8286E2B8-CE3B-4E29-B8BF-300CD155319E}" type="pres">
      <dgm:prSet presAssocID="{E209D1B9-A0E8-455C-B5ED-DFB2B8A043E9}" presName="iconRect" presStyleLbl="node1" presStyleIdx="0" presStyleCnt="3"/>
      <dgm:spPr>
        <a:blipFill>
          <a:blip xmlns:r="http://schemas.openxmlformats.org/officeDocument/2006/relationships" r:embed="rId1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2"/>
              </a:ext>
            </a:extLst>
          </a:blip>
          <a:stretch>
            <a:fillRect/>
          </a:stretch>
        </a:blipFill>
        <a:ln>
          <a:noFill/>
        </a:ln>
      </dgm:spPr>
      <dgm:extLst>
        <a:ext uri="{E40237B7-FDA0-4F09-8148-C483321AD2D9}">
          <dgm14:cNvPr xmlns:dgm14="http://schemas.microsoft.com/office/drawing/2010/diagram" id="0" name="" descr="Unlock"/>
        </a:ext>
      </dgm:extLst>
    </dgm:pt>
    <dgm:pt modelId="{6ADAF82E-5688-4D1D-BB70-D56C7B7C4547}" type="pres">
      <dgm:prSet presAssocID="{E209D1B9-A0E8-455C-B5ED-DFB2B8A043E9}" presName="iconSpace" presStyleCnt="0"/>
      <dgm:spPr/>
    </dgm:pt>
    <dgm:pt modelId="{7D65BDA6-7ECC-468D-ABD8-4481409BA606}" type="pres">
      <dgm:prSet presAssocID="{E209D1B9-A0E8-455C-B5ED-DFB2B8A043E9}" presName="parTx" presStyleLbl="revTx" presStyleIdx="0" presStyleCnt="6">
        <dgm:presLayoutVars>
          <dgm:chMax val="0"/>
          <dgm:chPref val="0"/>
        </dgm:presLayoutVars>
      </dgm:prSet>
      <dgm:spPr/>
    </dgm:pt>
    <dgm:pt modelId="{1D30F560-F292-40D9-8ADF-1B8128C1BD4E}" type="pres">
      <dgm:prSet presAssocID="{E209D1B9-A0E8-455C-B5ED-DFB2B8A043E9}" presName="txSpace" presStyleCnt="0"/>
      <dgm:spPr/>
    </dgm:pt>
    <dgm:pt modelId="{7F51058A-1CBD-463A-9EDA-B47E50EC7A23}" type="pres">
      <dgm:prSet presAssocID="{E209D1B9-A0E8-455C-B5ED-DFB2B8A043E9}" presName="desTx" presStyleLbl="revTx" presStyleIdx="1" presStyleCnt="6">
        <dgm:presLayoutVars/>
      </dgm:prSet>
      <dgm:spPr/>
    </dgm:pt>
    <dgm:pt modelId="{C5E7F669-39E8-4C35-94DE-3422857FE3DB}" type="pres">
      <dgm:prSet presAssocID="{B412BEB6-2C27-47E3-A5FF-2681D0962460}" presName="sibTrans" presStyleCnt="0"/>
      <dgm:spPr/>
    </dgm:pt>
    <dgm:pt modelId="{E8A43E71-1E69-4AEC-AB9C-50BBA370954C}" type="pres">
      <dgm:prSet presAssocID="{89D4C8B4-25FC-4151-BFEC-82900A2AF7DA}" presName="compNode" presStyleCnt="0"/>
      <dgm:spPr/>
    </dgm:pt>
    <dgm:pt modelId="{D13CB0D2-8516-4A40-B22E-07610A77350C}" type="pres">
      <dgm:prSet presAssocID="{89D4C8B4-25FC-4151-BFEC-82900A2AF7DA}" presName="iconRect" presStyleLbl="node1" presStyleIdx="1" presStyleCnt="3"/>
      <dgm:spPr>
        <a:blipFill>
          <a:blip xmlns:r="http://schemas.openxmlformats.org/officeDocument/2006/relationships" r:embed="rId3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4"/>
              </a:ext>
            </a:extLst>
          </a:blip>
          <a:stretch>
            <a:fillRect/>
          </a:stretch>
        </a:blipFill>
        <a:ln>
          <a:noFill/>
        </a:ln>
      </dgm:spPr>
      <dgm:extLst>
        <a:ext uri="{E40237B7-FDA0-4F09-8148-C483321AD2D9}">
          <dgm14:cNvPr xmlns:dgm14="http://schemas.microsoft.com/office/drawing/2010/diagram" id="0" name="" descr="Checkmark"/>
        </a:ext>
      </dgm:extLst>
    </dgm:pt>
    <dgm:pt modelId="{713E868D-444A-44EA-B221-0062A29F7CB4}" type="pres">
      <dgm:prSet presAssocID="{89D4C8B4-25FC-4151-BFEC-82900A2AF7DA}" presName="iconSpace" presStyleCnt="0"/>
      <dgm:spPr/>
    </dgm:pt>
    <dgm:pt modelId="{1EBDC164-A691-484E-8E2F-BF2DE4F5DD6A}" type="pres">
      <dgm:prSet presAssocID="{89D4C8B4-25FC-4151-BFEC-82900A2AF7DA}" presName="parTx" presStyleLbl="revTx" presStyleIdx="2" presStyleCnt="6">
        <dgm:presLayoutVars>
          <dgm:chMax val="0"/>
          <dgm:chPref val="0"/>
        </dgm:presLayoutVars>
      </dgm:prSet>
      <dgm:spPr/>
    </dgm:pt>
    <dgm:pt modelId="{F7134408-61A0-4A32-90C8-0B38692230D3}" type="pres">
      <dgm:prSet presAssocID="{89D4C8B4-25FC-4151-BFEC-82900A2AF7DA}" presName="txSpace" presStyleCnt="0"/>
      <dgm:spPr/>
    </dgm:pt>
    <dgm:pt modelId="{184A911D-CA04-4A85-BDD4-FB515EE02C24}" type="pres">
      <dgm:prSet presAssocID="{89D4C8B4-25FC-4151-BFEC-82900A2AF7DA}" presName="desTx" presStyleLbl="revTx" presStyleIdx="3" presStyleCnt="6">
        <dgm:presLayoutVars/>
      </dgm:prSet>
      <dgm:spPr/>
    </dgm:pt>
    <dgm:pt modelId="{D1D88F74-D95C-436E-8729-EFCDD88E5FD4}" type="pres">
      <dgm:prSet presAssocID="{5E2775DB-6B28-4226-9EA3-81917A6E48DD}" presName="sibTrans" presStyleCnt="0"/>
      <dgm:spPr/>
    </dgm:pt>
    <dgm:pt modelId="{342E580F-A434-4874-88E7-72B7BB1E5145}" type="pres">
      <dgm:prSet presAssocID="{6A57B428-963D-4217-9718-A25E6637F07C}" presName="compNode" presStyleCnt="0"/>
      <dgm:spPr/>
    </dgm:pt>
    <dgm:pt modelId="{0E7BC0B9-4B91-4442-BC0C-4EC1EBE92B17}" type="pres">
      <dgm:prSet presAssocID="{6A57B428-963D-4217-9718-A25E6637F07C}" presName="iconRect" presStyleLbl="node1" presStyleIdx="2" presStyleCnt="3"/>
      <dgm:spPr>
        <a:blipFill>
          <a:blip xmlns:r="http://schemas.openxmlformats.org/officeDocument/2006/relationships" r:embed="rId5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6"/>
              </a:ext>
            </a:extLst>
          </a:blip>
          <a:stretch>
            <a:fillRect/>
          </a:stretch>
        </a:blipFill>
        <a:ln>
          <a:noFill/>
        </a:ln>
      </dgm:spPr>
      <dgm:extLst>
        <a:ext uri="{E40237B7-FDA0-4F09-8148-C483321AD2D9}">
          <dgm14:cNvPr xmlns:dgm14="http://schemas.microsoft.com/office/drawing/2010/diagram" id="0" name="" descr="Bitcoin"/>
        </a:ext>
      </dgm:extLst>
    </dgm:pt>
    <dgm:pt modelId="{68F870AA-A401-4362-BCF9-3150B7F14171}" type="pres">
      <dgm:prSet presAssocID="{6A57B428-963D-4217-9718-A25E6637F07C}" presName="iconSpace" presStyleCnt="0"/>
      <dgm:spPr/>
    </dgm:pt>
    <dgm:pt modelId="{15DD278B-EDCA-4B95-8691-9D6779FF79EC}" type="pres">
      <dgm:prSet presAssocID="{6A57B428-963D-4217-9718-A25E6637F07C}" presName="parTx" presStyleLbl="revTx" presStyleIdx="4" presStyleCnt="6">
        <dgm:presLayoutVars>
          <dgm:chMax val="0"/>
          <dgm:chPref val="0"/>
        </dgm:presLayoutVars>
      </dgm:prSet>
      <dgm:spPr/>
    </dgm:pt>
    <dgm:pt modelId="{92C3AC0F-BEA0-4AA8-9724-D0F340050BB2}" type="pres">
      <dgm:prSet presAssocID="{6A57B428-963D-4217-9718-A25E6637F07C}" presName="txSpace" presStyleCnt="0"/>
      <dgm:spPr/>
    </dgm:pt>
    <dgm:pt modelId="{0A4AD8C1-EDD6-4450-9E1A-7A350C8E07EE}" type="pres">
      <dgm:prSet presAssocID="{6A57B428-963D-4217-9718-A25E6637F07C}" presName="desTx" presStyleLbl="revTx" presStyleIdx="5" presStyleCnt="6">
        <dgm:presLayoutVars/>
      </dgm:prSet>
      <dgm:spPr/>
    </dgm:pt>
  </dgm:ptLst>
  <dgm:cxnLst>
    <dgm:cxn modelId="{36784D08-114F-4BC2-9AAE-CC8F14E81A80}" type="presOf" srcId="{E209D1B9-A0E8-455C-B5ED-DFB2B8A043E9}" destId="{7D65BDA6-7ECC-468D-ABD8-4481409BA606}" srcOrd="0" destOrd="0" presId="urn:microsoft.com/office/officeart/2018/5/layout/CenteredIconLabelDescriptionList"/>
    <dgm:cxn modelId="{BBE08B0C-F8BF-4D84-976A-142AD7A6C185}" srcId="{02E9D000-8FA6-4409-8009-22DD73B68E28}" destId="{6A57B428-963D-4217-9718-A25E6637F07C}" srcOrd="2" destOrd="0" parTransId="{EA567EFD-60DA-4829-A413-F7C5A825D26E}" sibTransId="{CA76EB10-0934-46BA-9886-DDC3A2EC37E0}"/>
    <dgm:cxn modelId="{CE84600F-086D-4DB1-A8D3-DEF15F7391E2}" srcId="{02E9D000-8FA6-4409-8009-22DD73B68E28}" destId="{89D4C8B4-25FC-4151-BFEC-82900A2AF7DA}" srcOrd="1" destOrd="0" parTransId="{690A5E61-CC8D-4698-9CA4-16673FFFC231}" sibTransId="{5E2775DB-6B28-4226-9EA3-81917A6E48DD}"/>
    <dgm:cxn modelId="{DAC06223-133A-45EB-98C4-A29AF34F2935}" srcId="{89D4C8B4-25FC-4151-BFEC-82900A2AF7DA}" destId="{FAD2429C-1AA1-43E4-81BA-B2F649228D69}" srcOrd="0" destOrd="0" parTransId="{216F7B3D-FD95-4DBC-891E-37777BE6010B}" sibTransId="{D8BF2999-0EC2-48EC-8ED6-4392D119ADCD}"/>
    <dgm:cxn modelId="{75152237-7729-4C24-A536-AF573FDD42EB}" srcId="{02E9D000-8FA6-4409-8009-22DD73B68E28}" destId="{E209D1B9-A0E8-455C-B5ED-DFB2B8A043E9}" srcOrd="0" destOrd="0" parTransId="{73124C5D-4B7C-4652-9A1E-0212991B211F}" sibTransId="{B412BEB6-2C27-47E3-A5FF-2681D0962460}"/>
    <dgm:cxn modelId="{389D313E-16F6-49FB-B0DC-1AC90DF4B3B1}" srcId="{6A57B428-963D-4217-9718-A25E6637F07C}" destId="{6F848361-B3C3-474F-B7FF-126A2AC415EE}" srcOrd="0" destOrd="0" parTransId="{160ED6FC-4A05-41E9-813F-6AFFB2FC2996}" sibTransId="{A8BF54F8-B670-4F99-8692-B6FBAB2E38F7}"/>
    <dgm:cxn modelId="{8B63DE40-9448-415D-B00F-0AE2658AC84D}" srcId="{E209D1B9-A0E8-455C-B5ED-DFB2B8A043E9}" destId="{25DB227B-DA59-4683-A76A-142073CA4E93}" srcOrd="0" destOrd="0" parTransId="{32C3DF32-F9D3-4B97-B8FB-B0BA756E7BEB}" sibTransId="{238EBA70-B250-4A08-A5FB-D0484EC13D40}"/>
    <dgm:cxn modelId="{33A22069-E6B8-46C8-88A8-B8A2836125EC}" type="presOf" srcId="{25DB227B-DA59-4683-A76A-142073CA4E93}" destId="{7F51058A-1CBD-463A-9EDA-B47E50EC7A23}" srcOrd="0" destOrd="0" presId="urn:microsoft.com/office/officeart/2018/5/layout/CenteredIconLabelDescriptionList"/>
    <dgm:cxn modelId="{90C33483-FBE5-4DDD-BF2E-AF93C1ADB605}" type="presOf" srcId="{02E9D000-8FA6-4409-8009-22DD73B68E28}" destId="{DCA3A275-864B-40A3-93CE-F7C682953AF0}" srcOrd="0" destOrd="0" presId="urn:microsoft.com/office/officeart/2018/5/layout/CenteredIconLabelDescriptionList"/>
    <dgm:cxn modelId="{95DE5B8C-B00A-43F8-A091-3E4DA3158C8B}" type="presOf" srcId="{02BEEF02-EE68-4097-8E46-9B3914BF8994}" destId="{7F51058A-1CBD-463A-9EDA-B47E50EC7A23}" srcOrd="0" destOrd="1" presId="urn:microsoft.com/office/officeart/2018/5/layout/CenteredIconLabelDescriptionList"/>
    <dgm:cxn modelId="{23E2F19A-3682-42B0-A156-70F2F1F3D6C6}" type="presOf" srcId="{1E51721B-0B87-4C5D-8536-F57D9A812D3F}" destId="{184A911D-CA04-4A85-BDD4-FB515EE02C24}" srcOrd="0" destOrd="1" presId="urn:microsoft.com/office/officeart/2018/5/layout/CenteredIconLabelDescriptionList"/>
    <dgm:cxn modelId="{7DDDAEA6-2C92-47FD-AA4C-C5747C8657DC}" type="presOf" srcId="{6A57B428-963D-4217-9718-A25E6637F07C}" destId="{15DD278B-EDCA-4B95-8691-9D6779FF79EC}" srcOrd="0" destOrd="0" presId="urn:microsoft.com/office/officeart/2018/5/layout/CenteredIconLabelDescriptionList"/>
    <dgm:cxn modelId="{AEA5C1A7-F0F1-41DE-B92B-516AEDB9EB5B}" srcId="{6A57B428-963D-4217-9718-A25E6637F07C}" destId="{13911777-9C21-4006-A916-782769EBE2CA}" srcOrd="2" destOrd="0" parTransId="{4EE5EB6D-28D7-46C0-BCB1-7A2379CB6ED0}" sibTransId="{B2482BBA-D0C5-45D2-8D14-E6FDF49686DB}"/>
    <dgm:cxn modelId="{88235FAD-EC80-4491-BAA2-C8EA30EAA95A}" type="presOf" srcId="{6F848361-B3C3-474F-B7FF-126A2AC415EE}" destId="{0A4AD8C1-EDD6-4450-9E1A-7A350C8E07EE}" srcOrd="0" destOrd="0" presId="urn:microsoft.com/office/officeart/2018/5/layout/CenteredIconLabelDescriptionList"/>
    <dgm:cxn modelId="{A3D75BAF-29EC-425C-8537-CFB4ED64C537}" srcId="{89D4C8B4-25FC-4151-BFEC-82900A2AF7DA}" destId="{1E51721B-0B87-4C5D-8536-F57D9A812D3F}" srcOrd="1" destOrd="0" parTransId="{0A11399E-3765-4048-B26F-728573A837FD}" sibTransId="{67B85053-1BB6-4732-A5F4-BC488002324B}"/>
    <dgm:cxn modelId="{BD4DEEB5-AAA5-47CC-A9D0-0729D0B97FEC}" type="presOf" srcId="{13911777-9C21-4006-A916-782769EBE2CA}" destId="{0A4AD8C1-EDD6-4450-9E1A-7A350C8E07EE}" srcOrd="0" destOrd="2" presId="urn:microsoft.com/office/officeart/2018/5/layout/CenteredIconLabelDescriptionList"/>
    <dgm:cxn modelId="{898786BB-8EE1-4777-82A1-2CEFE0608949}" srcId="{E209D1B9-A0E8-455C-B5ED-DFB2B8A043E9}" destId="{02BEEF02-EE68-4097-8E46-9B3914BF8994}" srcOrd="1" destOrd="0" parTransId="{CCCEE96E-EA29-4539-85FF-7424CD096AD3}" sibTransId="{E3968A31-BC2A-433A-9912-118A4B660A9E}"/>
    <dgm:cxn modelId="{557513CE-C87C-4406-9E0D-330A171B9370}" type="presOf" srcId="{FAD2429C-1AA1-43E4-81BA-B2F649228D69}" destId="{184A911D-CA04-4A85-BDD4-FB515EE02C24}" srcOrd="0" destOrd="0" presId="urn:microsoft.com/office/officeart/2018/5/layout/CenteredIconLabelDescriptionList"/>
    <dgm:cxn modelId="{C45A24E0-65CF-4C99-ADD0-F1D603DA6434}" srcId="{6A57B428-963D-4217-9718-A25E6637F07C}" destId="{5C3B67F0-2133-42A7-865A-6CBD574CC559}" srcOrd="1" destOrd="0" parTransId="{FAA1D70B-53AF-4858-A43B-8B59CF1B0BBF}" sibTransId="{F2203633-770B-495B-9C36-276AA8C9CD65}"/>
    <dgm:cxn modelId="{DF6E5AF0-6DDA-4679-B5BE-AA2FE1221D0E}" type="presOf" srcId="{5C3B67F0-2133-42A7-865A-6CBD574CC559}" destId="{0A4AD8C1-EDD6-4450-9E1A-7A350C8E07EE}" srcOrd="0" destOrd="1" presId="urn:microsoft.com/office/officeart/2018/5/layout/CenteredIconLabelDescriptionList"/>
    <dgm:cxn modelId="{E27AC6F0-FD91-4962-AB63-9B2B0D5EF074}" type="presOf" srcId="{89D4C8B4-25FC-4151-BFEC-82900A2AF7DA}" destId="{1EBDC164-A691-484E-8E2F-BF2DE4F5DD6A}" srcOrd="0" destOrd="0" presId="urn:microsoft.com/office/officeart/2018/5/layout/CenteredIconLabelDescriptionList"/>
    <dgm:cxn modelId="{7CEABD20-741D-4301-9896-0E5820E2169A}" type="presParOf" srcId="{DCA3A275-864B-40A3-93CE-F7C682953AF0}" destId="{713BC318-B8BF-4487-BD02-BE5947617DB6}" srcOrd="0" destOrd="0" presId="urn:microsoft.com/office/officeart/2018/5/layout/CenteredIconLabelDescriptionList"/>
    <dgm:cxn modelId="{712A2154-2CC0-44C6-80E0-ECDB8A567A68}" type="presParOf" srcId="{713BC318-B8BF-4487-BD02-BE5947617DB6}" destId="{8286E2B8-CE3B-4E29-B8BF-300CD155319E}" srcOrd="0" destOrd="0" presId="urn:microsoft.com/office/officeart/2018/5/layout/CenteredIconLabelDescriptionList"/>
    <dgm:cxn modelId="{D63B15FA-1C79-4844-AB3A-B211564EB98C}" type="presParOf" srcId="{713BC318-B8BF-4487-BD02-BE5947617DB6}" destId="{6ADAF82E-5688-4D1D-BB70-D56C7B7C4547}" srcOrd="1" destOrd="0" presId="urn:microsoft.com/office/officeart/2018/5/layout/CenteredIconLabelDescriptionList"/>
    <dgm:cxn modelId="{E6CCE751-3559-4506-B096-2B93EAE6BB64}" type="presParOf" srcId="{713BC318-B8BF-4487-BD02-BE5947617DB6}" destId="{7D65BDA6-7ECC-468D-ABD8-4481409BA606}" srcOrd="2" destOrd="0" presId="urn:microsoft.com/office/officeart/2018/5/layout/CenteredIconLabelDescriptionList"/>
    <dgm:cxn modelId="{D21CE0B6-D76C-494A-BC06-AD2EFDCCBBA5}" type="presParOf" srcId="{713BC318-B8BF-4487-BD02-BE5947617DB6}" destId="{1D30F560-F292-40D9-8ADF-1B8128C1BD4E}" srcOrd="3" destOrd="0" presId="urn:microsoft.com/office/officeart/2018/5/layout/CenteredIconLabelDescriptionList"/>
    <dgm:cxn modelId="{58FF9BC3-457A-49B6-83AE-A6C65661B3D7}" type="presParOf" srcId="{713BC318-B8BF-4487-BD02-BE5947617DB6}" destId="{7F51058A-1CBD-463A-9EDA-B47E50EC7A23}" srcOrd="4" destOrd="0" presId="urn:microsoft.com/office/officeart/2018/5/layout/CenteredIconLabelDescriptionList"/>
    <dgm:cxn modelId="{5A27567A-AA95-410B-BAAD-7AE59F36EC68}" type="presParOf" srcId="{DCA3A275-864B-40A3-93CE-F7C682953AF0}" destId="{C5E7F669-39E8-4C35-94DE-3422857FE3DB}" srcOrd="1" destOrd="0" presId="urn:microsoft.com/office/officeart/2018/5/layout/CenteredIconLabelDescriptionList"/>
    <dgm:cxn modelId="{CE41E1BD-9D15-4F49-82FF-B1764D0DCE55}" type="presParOf" srcId="{DCA3A275-864B-40A3-93CE-F7C682953AF0}" destId="{E8A43E71-1E69-4AEC-AB9C-50BBA370954C}" srcOrd="2" destOrd="0" presId="urn:microsoft.com/office/officeart/2018/5/layout/CenteredIconLabelDescriptionList"/>
    <dgm:cxn modelId="{3A93C086-1CB1-451C-B32F-CEEE2338A7D2}" type="presParOf" srcId="{E8A43E71-1E69-4AEC-AB9C-50BBA370954C}" destId="{D13CB0D2-8516-4A40-B22E-07610A77350C}" srcOrd="0" destOrd="0" presId="urn:microsoft.com/office/officeart/2018/5/layout/CenteredIconLabelDescriptionList"/>
    <dgm:cxn modelId="{FDCCC390-E890-478F-B22F-8E1E3D5234F6}" type="presParOf" srcId="{E8A43E71-1E69-4AEC-AB9C-50BBA370954C}" destId="{713E868D-444A-44EA-B221-0062A29F7CB4}" srcOrd="1" destOrd="0" presId="urn:microsoft.com/office/officeart/2018/5/layout/CenteredIconLabelDescriptionList"/>
    <dgm:cxn modelId="{CE06C217-F69A-498A-881E-5F0080E61223}" type="presParOf" srcId="{E8A43E71-1E69-4AEC-AB9C-50BBA370954C}" destId="{1EBDC164-A691-484E-8E2F-BF2DE4F5DD6A}" srcOrd="2" destOrd="0" presId="urn:microsoft.com/office/officeart/2018/5/layout/CenteredIconLabelDescriptionList"/>
    <dgm:cxn modelId="{E5D71EBA-007E-492F-A439-C105817A85A7}" type="presParOf" srcId="{E8A43E71-1E69-4AEC-AB9C-50BBA370954C}" destId="{F7134408-61A0-4A32-90C8-0B38692230D3}" srcOrd="3" destOrd="0" presId="urn:microsoft.com/office/officeart/2018/5/layout/CenteredIconLabelDescriptionList"/>
    <dgm:cxn modelId="{B288E5A3-9534-4784-8D24-16B924197205}" type="presParOf" srcId="{E8A43E71-1E69-4AEC-AB9C-50BBA370954C}" destId="{184A911D-CA04-4A85-BDD4-FB515EE02C24}" srcOrd="4" destOrd="0" presId="urn:microsoft.com/office/officeart/2018/5/layout/CenteredIconLabelDescriptionList"/>
    <dgm:cxn modelId="{97129E74-2B1C-4F2C-A6D9-36837DA9B1A1}" type="presParOf" srcId="{DCA3A275-864B-40A3-93CE-F7C682953AF0}" destId="{D1D88F74-D95C-436E-8729-EFCDD88E5FD4}" srcOrd="3" destOrd="0" presId="urn:microsoft.com/office/officeart/2018/5/layout/CenteredIconLabelDescriptionList"/>
    <dgm:cxn modelId="{56DBABC7-13E7-46EE-BBC7-9864AF52622B}" type="presParOf" srcId="{DCA3A275-864B-40A3-93CE-F7C682953AF0}" destId="{342E580F-A434-4874-88E7-72B7BB1E5145}" srcOrd="4" destOrd="0" presId="urn:microsoft.com/office/officeart/2018/5/layout/CenteredIconLabelDescriptionList"/>
    <dgm:cxn modelId="{037DB815-6BD5-4AC3-AD6C-39AE23A05802}" type="presParOf" srcId="{342E580F-A434-4874-88E7-72B7BB1E5145}" destId="{0E7BC0B9-4B91-4442-BC0C-4EC1EBE92B17}" srcOrd="0" destOrd="0" presId="urn:microsoft.com/office/officeart/2018/5/layout/CenteredIconLabelDescriptionList"/>
    <dgm:cxn modelId="{0F723CD0-814C-417A-9460-97C62C5829F1}" type="presParOf" srcId="{342E580F-A434-4874-88E7-72B7BB1E5145}" destId="{68F870AA-A401-4362-BCF9-3150B7F14171}" srcOrd="1" destOrd="0" presId="urn:microsoft.com/office/officeart/2018/5/layout/CenteredIconLabelDescriptionList"/>
    <dgm:cxn modelId="{BBD45D1D-0095-43B0-A41C-5D18204BF112}" type="presParOf" srcId="{342E580F-A434-4874-88E7-72B7BB1E5145}" destId="{15DD278B-EDCA-4B95-8691-9D6779FF79EC}" srcOrd="2" destOrd="0" presId="urn:microsoft.com/office/officeart/2018/5/layout/CenteredIconLabelDescriptionList"/>
    <dgm:cxn modelId="{ECB4C497-8B38-4010-BBE4-4BA2178713D4}" type="presParOf" srcId="{342E580F-A434-4874-88E7-72B7BB1E5145}" destId="{92C3AC0F-BEA0-4AA8-9724-D0F340050BB2}" srcOrd="3" destOrd="0" presId="urn:microsoft.com/office/officeart/2018/5/layout/CenteredIconLabelDescriptionList"/>
    <dgm:cxn modelId="{83F57753-8E1D-4373-A752-10DF1AF5C66C}" type="presParOf" srcId="{342E580F-A434-4874-88E7-72B7BB1E5145}" destId="{0A4AD8C1-EDD6-4450-9E1A-7A350C8E07EE}" srcOrd="4" destOrd="0" presId="urn:microsoft.com/office/officeart/2018/5/layout/CenteredIconLabelDescriptionList"/>
  </dgm:cxnLst>
  <dgm:bg/>
  <dgm:whole/>
  <dgm:extLst>
    <a:ext uri="http://schemas.microsoft.com/office/drawing/2008/diagram">
      <dsp:dataModelExt xmlns:dsp="http://schemas.microsoft.com/office/drawing/2008/diagram" relId="rId6" minVer="http://schemas.openxmlformats.org/drawingml/2006/diagram"/>
    </a:ext>
  </dgm:extLst>
</dgm:dataModel>
</file>

<file path=ppt/diagrams/data83.xml><?xml version="1.0" encoding="utf-8"?>
<dgm:dataModel xmlns:dgm="http://schemas.openxmlformats.org/drawingml/2006/diagram" xmlns:a="http://schemas.openxmlformats.org/drawingml/2006/main">
  <dgm:ptLst>
    <dgm:pt modelId="{02E9D000-8FA6-4409-8009-22DD73B68E28}" type="doc">
      <dgm:prSet loTypeId="urn:microsoft.com/office/officeart/2018/5/layout/CenteredIconLabelDescriptionList" loCatId="icon" qsTypeId="urn:microsoft.com/office/officeart/2005/8/quickstyle/simple1" qsCatId="simple" csTypeId="urn:microsoft.com/office/officeart/2018/5/colors/Iconchunking_neutralbg_colorful2" csCatId="colorful" phldr="1"/>
      <dgm:spPr/>
      <dgm:t>
        <a:bodyPr/>
        <a:lstStyle/>
        <a:p>
          <a:endParaRPr lang="en-US"/>
        </a:p>
      </dgm:t>
    </dgm:pt>
    <dgm:pt modelId="{1BCA9C10-14B5-44A2-902B-A3C178F084A1}">
      <dgm:prSet/>
      <dgm:spPr/>
      <dgm:t>
        <a:bodyPr/>
        <a:lstStyle/>
        <a:p>
          <a:pPr>
            <a:lnSpc>
              <a:spcPct val="100000"/>
            </a:lnSpc>
            <a:defRPr b="1"/>
          </a:pPr>
          <a:r>
            <a:rPr lang="tr-TR" dirty="0"/>
            <a:t>invalid</a:t>
          </a:r>
          <a:endParaRPr lang="en-US" dirty="0"/>
        </a:p>
      </dgm:t>
    </dgm:pt>
    <dgm:pt modelId="{C4CFF30B-AFD2-428B-9044-C56C7A3F2FEB}" type="parTrans" cxnId="{DFDB02BD-1BB0-4921-AE00-17F03634F338}">
      <dgm:prSet/>
      <dgm:spPr/>
      <dgm:t>
        <a:bodyPr/>
        <a:lstStyle/>
        <a:p>
          <a:endParaRPr lang="en-US"/>
        </a:p>
      </dgm:t>
    </dgm:pt>
    <dgm:pt modelId="{1B70E753-51A5-4810-B7DC-7B98A0264541}" type="sibTrans" cxnId="{DFDB02BD-1BB0-4921-AE00-17F03634F338}">
      <dgm:prSet/>
      <dgm:spPr/>
      <dgm:t>
        <a:bodyPr/>
        <a:lstStyle/>
        <a:p>
          <a:endParaRPr lang="en-US"/>
        </a:p>
      </dgm:t>
    </dgm:pt>
    <dgm:pt modelId="{E0CE5ABB-AA3E-48AC-A802-DAB4EE6CE71B}">
      <dgm:prSet/>
      <dgm:spPr/>
      <dgm:t>
        <a:bodyPr/>
        <a:lstStyle/>
        <a:p>
          <a:pPr>
            <a:lnSpc>
              <a:spcPct val="100000"/>
            </a:lnSpc>
            <a:defRPr b="1"/>
          </a:pPr>
          <a:r>
            <a:rPr lang="tr-TR" dirty="0"/>
            <a:t>May </a:t>
          </a:r>
          <a:r>
            <a:rPr lang="en-US" dirty="0"/>
            <a:t>remain</a:t>
          </a:r>
        </a:p>
      </dgm:t>
    </dgm:pt>
    <dgm:pt modelId="{70A4349A-91FB-4F2B-B576-4FB10082D415}" type="parTrans" cxnId="{258AEE14-339D-4B4B-BEB7-39910F714B4A}">
      <dgm:prSet/>
      <dgm:spPr/>
      <dgm:t>
        <a:bodyPr/>
        <a:lstStyle/>
        <a:p>
          <a:endParaRPr lang="en-US"/>
        </a:p>
      </dgm:t>
    </dgm:pt>
    <dgm:pt modelId="{335D237C-FE74-43A2-8D2D-3B20A3B4B4C0}" type="sibTrans" cxnId="{258AEE14-339D-4B4B-BEB7-39910F714B4A}">
      <dgm:prSet/>
      <dgm:spPr/>
      <dgm:t>
        <a:bodyPr/>
        <a:lstStyle/>
        <a:p>
          <a:endParaRPr lang="en-US"/>
        </a:p>
      </dgm:t>
    </dgm:pt>
    <dgm:pt modelId="{F7B94749-246E-4985-974D-9B9461E816FA}">
      <dgm:prSet/>
      <dgm:spPr/>
      <dgm:t>
        <a:bodyPr/>
        <a:lstStyle/>
        <a:p>
          <a:pPr>
            <a:lnSpc>
              <a:spcPct val="100000"/>
            </a:lnSpc>
          </a:pPr>
          <a:r>
            <a:rPr lang="en-US" dirty="0"/>
            <a:t>the</a:t>
          </a:r>
          <a:r>
            <a:rPr lang="tr-TR" dirty="0"/>
            <a:t> </a:t>
          </a:r>
          <a:r>
            <a:rPr lang="en-US" dirty="0"/>
            <a:t>combined script</a:t>
          </a:r>
        </a:p>
      </dgm:t>
    </dgm:pt>
    <dgm:pt modelId="{3B3827AC-EA2F-4BC1-B452-F5F14140BF4A}" type="parTrans" cxnId="{8A681877-CE4D-4081-AF90-DF211E589928}">
      <dgm:prSet/>
      <dgm:spPr/>
      <dgm:t>
        <a:bodyPr/>
        <a:lstStyle/>
        <a:p>
          <a:endParaRPr lang="tr-TR"/>
        </a:p>
      </dgm:t>
    </dgm:pt>
    <dgm:pt modelId="{46E9FEF7-7B1E-4577-9D06-76B62AF24593}" type="sibTrans" cxnId="{8A681877-CE4D-4081-AF90-DF211E589928}">
      <dgm:prSet/>
      <dgm:spPr/>
      <dgm:t>
        <a:bodyPr/>
        <a:lstStyle/>
        <a:p>
          <a:endParaRPr lang="tr-TR"/>
        </a:p>
      </dgm:t>
    </dgm:pt>
    <dgm:pt modelId="{04CC9D1A-BAC3-4953-B088-686A2D6FBB1D}">
      <dgm:prSet/>
      <dgm:spPr/>
      <dgm:t>
        <a:bodyPr/>
        <a:lstStyle/>
        <a:p>
          <a:pPr>
            <a:lnSpc>
              <a:spcPct val="100000"/>
            </a:lnSpc>
          </a:pPr>
          <a:r>
            <a:rPr lang="en-US" dirty="0"/>
            <a:t>other than “TRUE” </a:t>
          </a:r>
        </a:p>
      </dgm:t>
    </dgm:pt>
    <dgm:pt modelId="{5EFC36A9-B7D9-45C2-BC71-3EB8ED5F8821}" type="parTrans" cxnId="{3AF531DE-EBEE-4E73-A312-214DEC0E0FF7}">
      <dgm:prSet/>
      <dgm:spPr/>
      <dgm:t>
        <a:bodyPr/>
        <a:lstStyle/>
        <a:p>
          <a:endParaRPr lang="tr-TR"/>
        </a:p>
      </dgm:t>
    </dgm:pt>
    <dgm:pt modelId="{BC962EF4-3B3C-49BE-B1B9-2144989FA7D1}" type="sibTrans" cxnId="{3AF531DE-EBEE-4E73-A312-214DEC0E0FF7}">
      <dgm:prSet/>
      <dgm:spPr/>
      <dgm:t>
        <a:bodyPr/>
        <a:lstStyle/>
        <a:p>
          <a:endParaRPr lang="tr-TR"/>
        </a:p>
      </dgm:t>
    </dgm:pt>
    <dgm:pt modelId="{63250EBA-765B-42DE-9380-B193EE21D01C}">
      <dgm:prSet/>
      <dgm:spPr/>
      <dgm:t>
        <a:bodyPr/>
        <a:lstStyle/>
        <a:p>
          <a:pPr>
            <a:lnSpc>
              <a:spcPct val="100000"/>
            </a:lnSpc>
          </a:pPr>
          <a:r>
            <a:rPr lang="en-US"/>
            <a:t>If </a:t>
          </a:r>
          <a:r>
            <a:rPr lang="en-US" dirty="0"/>
            <a:t>any result</a:t>
          </a:r>
        </a:p>
      </dgm:t>
    </dgm:pt>
    <dgm:pt modelId="{736B3C02-C135-4E8E-BD60-E85409B87A85}" type="parTrans" cxnId="{53005B81-535F-4DD7-82DB-077A8152E21B}">
      <dgm:prSet/>
      <dgm:spPr/>
      <dgm:t>
        <a:bodyPr/>
        <a:lstStyle/>
        <a:p>
          <a:endParaRPr lang="tr-TR"/>
        </a:p>
      </dgm:t>
    </dgm:pt>
    <dgm:pt modelId="{8FE97A3A-6DE4-42A9-8211-7E6FDA3E3D87}" type="sibTrans" cxnId="{53005B81-535F-4DD7-82DB-077A8152E21B}">
      <dgm:prSet/>
      <dgm:spPr/>
      <dgm:t>
        <a:bodyPr/>
        <a:lstStyle/>
        <a:p>
          <a:endParaRPr lang="tr-TR"/>
        </a:p>
      </dgm:t>
    </dgm:pt>
    <dgm:pt modelId="{1B1E653C-6DA3-4BD2-A7DD-EDB4C722DE2A}">
      <dgm:prSet/>
      <dgm:spPr/>
      <dgm:t>
        <a:bodyPr/>
        <a:lstStyle/>
        <a:p>
          <a:pPr>
            <a:lnSpc>
              <a:spcPct val="100000"/>
            </a:lnSpc>
          </a:pPr>
          <a:r>
            <a:rPr lang="en-US"/>
            <a:t>after </a:t>
          </a:r>
          <a:r>
            <a:rPr lang="en-US" dirty="0"/>
            <a:t>execution of</a:t>
          </a:r>
        </a:p>
      </dgm:t>
    </dgm:pt>
    <dgm:pt modelId="{C1E833A0-D69D-4664-B98B-F04D1F0ED874}" type="parTrans" cxnId="{16BA96B2-9238-4111-B243-E3C9547DD873}">
      <dgm:prSet/>
      <dgm:spPr/>
      <dgm:t>
        <a:bodyPr/>
        <a:lstStyle/>
        <a:p>
          <a:endParaRPr lang="tr-TR"/>
        </a:p>
      </dgm:t>
    </dgm:pt>
    <dgm:pt modelId="{840A0BA2-6247-4E3D-B816-4632C30B05C7}" type="sibTrans" cxnId="{16BA96B2-9238-4111-B243-E3C9547DD873}">
      <dgm:prSet/>
      <dgm:spPr/>
      <dgm:t>
        <a:bodyPr/>
        <a:lstStyle/>
        <a:p>
          <a:endParaRPr lang="tr-TR"/>
        </a:p>
      </dgm:t>
    </dgm:pt>
    <dgm:pt modelId="{F645DF20-8908-450C-9106-DE0FF581A155}" type="pres">
      <dgm:prSet presAssocID="{02E9D000-8FA6-4409-8009-22DD73B68E28}" presName="root" presStyleCnt="0">
        <dgm:presLayoutVars>
          <dgm:dir/>
          <dgm:resizeHandles val="exact"/>
        </dgm:presLayoutVars>
      </dgm:prSet>
      <dgm:spPr/>
    </dgm:pt>
    <dgm:pt modelId="{4C9D5D13-E04C-4E2C-B629-F15259B9BF97}" type="pres">
      <dgm:prSet presAssocID="{1BCA9C10-14B5-44A2-902B-A3C178F084A1}" presName="compNode" presStyleCnt="0"/>
      <dgm:spPr/>
    </dgm:pt>
    <dgm:pt modelId="{F2BF3F52-1B74-4600-8907-B34AA7B97C5C}" type="pres">
      <dgm:prSet presAssocID="{1BCA9C10-14B5-44A2-902B-A3C178F084A1}" presName="iconRect" presStyleLbl="node1" presStyleIdx="0" presStyleCnt="2"/>
      <dgm:spPr>
        <a:blipFill>
          <a:blip xmlns:r="http://schemas.openxmlformats.org/officeDocument/2006/relationships" r:embed="rId1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2"/>
              </a:ext>
            </a:extLst>
          </a:blip>
          <a:stretch>
            <a:fillRect/>
          </a:stretch>
        </a:blipFill>
        <a:ln>
          <a:noFill/>
        </a:ln>
      </dgm:spPr>
      <dgm:extLst>
        <a:ext uri="{E40237B7-FDA0-4F09-8148-C483321AD2D9}">
          <dgm14:cNvPr xmlns:dgm14="http://schemas.microsoft.com/office/drawing/2010/diagram" id="0" name="" descr="Bitcoin"/>
        </a:ext>
      </dgm:extLst>
    </dgm:pt>
    <dgm:pt modelId="{BA1A0E86-C481-4146-8C5F-6F12D580403C}" type="pres">
      <dgm:prSet presAssocID="{1BCA9C10-14B5-44A2-902B-A3C178F084A1}" presName="iconSpace" presStyleCnt="0"/>
      <dgm:spPr/>
    </dgm:pt>
    <dgm:pt modelId="{3A5B9B02-78BE-4E4D-B5B5-AFC33A45C784}" type="pres">
      <dgm:prSet presAssocID="{1BCA9C10-14B5-44A2-902B-A3C178F084A1}" presName="parTx" presStyleLbl="revTx" presStyleIdx="0" presStyleCnt="4">
        <dgm:presLayoutVars>
          <dgm:chMax val="0"/>
          <dgm:chPref val="0"/>
        </dgm:presLayoutVars>
      </dgm:prSet>
      <dgm:spPr/>
    </dgm:pt>
    <dgm:pt modelId="{09CFF8F9-7106-45B0-B7D3-C5AF2E766A63}" type="pres">
      <dgm:prSet presAssocID="{1BCA9C10-14B5-44A2-902B-A3C178F084A1}" presName="txSpace" presStyleCnt="0"/>
      <dgm:spPr/>
    </dgm:pt>
    <dgm:pt modelId="{E7DCAAE6-8E99-4369-AF27-7BA79A0A4999}" type="pres">
      <dgm:prSet presAssocID="{1BCA9C10-14B5-44A2-902B-A3C178F084A1}" presName="desTx" presStyleLbl="revTx" presStyleIdx="1" presStyleCnt="4">
        <dgm:presLayoutVars/>
      </dgm:prSet>
      <dgm:spPr/>
    </dgm:pt>
    <dgm:pt modelId="{A538EC15-67A6-4A30-93B7-908EF59C6432}" type="pres">
      <dgm:prSet presAssocID="{1B70E753-51A5-4810-B7DC-7B98A0264541}" presName="sibTrans" presStyleCnt="0"/>
      <dgm:spPr/>
    </dgm:pt>
    <dgm:pt modelId="{22C418DA-04A2-4885-8711-CB07DFF55D91}" type="pres">
      <dgm:prSet presAssocID="{E0CE5ABB-AA3E-48AC-A802-DAB4EE6CE71B}" presName="compNode" presStyleCnt="0"/>
      <dgm:spPr/>
    </dgm:pt>
    <dgm:pt modelId="{B3124732-A7F2-4A00-902A-C889EE1A8477}" type="pres">
      <dgm:prSet presAssocID="{E0CE5ABB-AA3E-48AC-A802-DAB4EE6CE71B}" presName="iconRect" presStyleLbl="node1" presStyleIdx="1" presStyleCnt="2"/>
      <dgm:spPr>
        <a:blipFill>
          <a:blip xmlns:r="http://schemas.openxmlformats.org/officeDocument/2006/relationships" r:embed="rId3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4"/>
              </a:ext>
            </a:extLst>
          </a:blip>
          <a:stretch>
            <a:fillRect/>
          </a:stretch>
        </a:blipFill>
        <a:ln>
          <a:noFill/>
        </a:ln>
      </dgm:spPr>
      <dgm:extLst>
        <a:ext uri="{E40237B7-FDA0-4F09-8148-C483321AD2D9}">
          <dgm14:cNvPr xmlns:dgm14="http://schemas.microsoft.com/office/drawing/2010/diagram" id="0" name="" descr="BadgeCopyright"/>
        </a:ext>
      </dgm:extLst>
    </dgm:pt>
    <dgm:pt modelId="{38328064-7A8C-434E-9F4A-06C003CE8E34}" type="pres">
      <dgm:prSet presAssocID="{E0CE5ABB-AA3E-48AC-A802-DAB4EE6CE71B}" presName="iconSpace" presStyleCnt="0"/>
      <dgm:spPr/>
    </dgm:pt>
    <dgm:pt modelId="{C13CF91C-0671-4ADF-900A-C517645C272E}" type="pres">
      <dgm:prSet presAssocID="{E0CE5ABB-AA3E-48AC-A802-DAB4EE6CE71B}" presName="parTx" presStyleLbl="revTx" presStyleIdx="2" presStyleCnt="4">
        <dgm:presLayoutVars>
          <dgm:chMax val="0"/>
          <dgm:chPref val="0"/>
        </dgm:presLayoutVars>
      </dgm:prSet>
      <dgm:spPr/>
    </dgm:pt>
    <dgm:pt modelId="{D283E458-C317-44B7-9D78-133FE77E0868}" type="pres">
      <dgm:prSet presAssocID="{E0CE5ABB-AA3E-48AC-A802-DAB4EE6CE71B}" presName="txSpace" presStyleCnt="0"/>
      <dgm:spPr/>
    </dgm:pt>
    <dgm:pt modelId="{CCA955FE-C4A3-4CA5-9C85-4D74449399EC}" type="pres">
      <dgm:prSet presAssocID="{E0CE5ABB-AA3E-48AC-A802-DAB4EE6CE71B}" presName="desTx" presStyleLbl="revTx" presStyleIdx="3" presStyleCnt="4">
        <dgm:presLayoutVars/>
      </dgm:prSet>
      <dgm:spPr/>
    </dgm:pt>
  </dgm:ptLst>
  <dgm:cxnLst>
    <dgm:cxn modelId="{258AEE14-339D-4B4B-BEB7-39910F714B4A}" srcId="{02E9D000-8FA6-4409-8009-22DD73B68E28}" destId="{E0CE5ABB-AA3E-48AC-A802-DAB4EE6CE71B}" srcOrd="1" destOrd="0" parTransId="{70A4349A-91FB-4F2B-B576-4FB10082D415}" sibTransId="{335D237C-FE74-43A2-8D2D-3B20A3B4B4C0}"/>
    <dgm:cxn modelId="{AF639C41-745A-4EB3-820B-55D021C10E17}" type="presOf" srcId="{E0CE5ABB-AA3E-48AC-A802-DAB4EE6CE71B}" destId="{C13CF91C-0671-4ADF-900A-C517645C272E}" srcOrd="0" destOrd="0" presId="urn:microsoft.com/office/officeart/2018/5/layout/CenteredIconLabelDescriptionList"/>
    <dgm:cxn modelId="{75E65C45-AD17-4ABE-B37B-FD741E313A0C}" type="presOf" srcId="{04CC9D1A-BAC3-4953-B088-686A2D6FBB1D}" destId="{E7DCAAE6-8E99-4369-AF27-7BA79A0A4999}" srcOrd="0" destOrd="1" presId="urn:microsoft.com/office/officeart/2018/5/layout/CenteredIconLabelDescriptionList"/>
    <dgm:cxn modelId="{66574070-003C-4CD0-BBE2-CF912A0FCAE7}" type="presOf" srcId="{02E9D000-8FA6-4409-8009-22DD73B68E28}" destId="{F645DF20-8908-450C-9106-DE0FF581A155}" srcOrd="0" destOrd="0" presId="urn:microsoft.com/office/officeart/2018/5/layout/CenteredIconLabelDescriptionList"/>
    <dgm:cxn modelId="{8A681877-CE4D-4081-AF90-DF211E589928}" srcId="{E0CE5ABB-AA3E-48AC-A802-DAB4EE6CE71B}" destId="{F7B94749-246E-4985-974D-9B9461E816FA}" srcOrd="1" destOrd="0" parTransId="{3B3827AC-EA2F-4BC1-B452-F5F14140BF4A}" sibTransId="{46E9FEF7-7B1E-4577-9D06-76B62AF24593}"/>
    <dgm:cxn modelId="{53005B81-535F-4DD7-82DB-077A8152E21B}" srcId="{1BCA9C10-14B5-44A2-902B-A3C178F084A1}" destId="{63250EBA-765B-42DE-9380-B193EE21D01C}" srcOrd="0" destOrd="0" parTransId="{736B3C02-C135-4E8E-BD60-E85409B87A85}" sibTransId="{8FE97A3A-6DE4-42A9-8211-7E6FDA3E3D87}"/>
    <dgm:cxn modelId="{B87682A4-C4EE-401F-8CA8-E1B72AD8801A}" type="presOf" srcId="{1B1E653C-6DA3-4BD2-A7DD-EDB4C722DE2A}" destId="{CCA955FE-C4A3-4CA5-9C85-4D74449399EC}" srcOrd="0" destOrd="0" presId="urn:microsoft.com/office/officeart/2018/5/layout/CenteredIconLabelDescriptionList"/>
    <dgm:cxn modelId="{A8ECBCAA-5FDA-4BD6-A395-6DFF6B4AE7D5}" type="presOf" srcId="{63250EBA-765B-42DE-9380-B193EE21D01C}" destId="{E7DCAAE6-8E99-4369-AF27-7BA79A0A4999}" srcOrd="0" destOrd="0" presId="urn:microsoft.com/office/officeart/2018/5/layout/CenteredIconLabelDescriptionList"/>
    <dgm:cxn modelId="{6A8959AF-1310-4DB2-B13B-F43E31C90FB4}" type="presOf" srcId="{1BCA9C10-14B5-44A2-902B-A3C178F084A1}" destId="{3A5B9B02-78BE-4E4D-B5B5-AFC33A45C784}" srcOrd="0" destOrd="0" presId="urn:microsoft.com/office/officeart/2018/5/layout/CenteredIconLabelDescriptionList"/>
    <dgm:cxn modelId="{16BA96B2-9238-4111-B243-E3C9547DD873}" srcId="{E0CE5ABB-AA3E-48AC-A802-DAB4EE6CE71B}" destId="{1B1E653C-6DA3-4BD2-A7DD-EDB4C722DE2A}" srcOrd="0" destOrd="0" parTransId="{C1E833A0-D69D-4664-B98B-F04D1F0ED874}" sibTransId="{840A0BA2-6247-4E3D-B816-4632C30B05C7}"/>
    <dgm:cxn modelId="{DFDB02BD-1BB0-4921-AE00-17F03634F338}" srcId="{02E9D000-8FA6-4409-8009-22DD73B68E28}" destId="{1BCA9C10-14B5-44A2-902B-A3C178F084A1}" srcOrd="0" destOrd="0" parTransId="{C4CFF30B-AFD2-428B-9044-C56C7A3F2FEB}" sibTransId="{1B70E753-51A5-4810-B7DC-7B98A0264541}"/>
    <dgm:cxn modelId="{3AF531DE-EBEE-4E73-A312-214DEC0E0FF7}" srcId="{1BCA9C10-14B5-44A2-902B-A3C178F084A1}" destId="{04CC9D1A-BAC3-4953-B088-686A2D6FBB1D}" srcOrd="1" destOrd="0" parTransId="{5EFC36A9-B7D9-45C2-BC71-3EB8ED5F8821}" sibTransId="{BC962EF4-3B3C-49BE-B1B9-2144989FA7D1}"/>
    <dgm:cxn modelId="{6A4C01FC-C1B7-40EE-B428-4F6E709F87D1}" type="presOf" srcId="{F7B94749-246E-4985-974D-9B9461E816FA}" destId="{CCA955FE-C4A3-4CA5-9C85-4D74449399EC}" srcOrd="0" destOrd="1" presId="urn:microsoft.com/office/officeart/2018/5/layout/CenteredIconLabelDescriptionList"/>
    <dgm:cxn modelId="{E5D0EDB0-FFF6-4297-BC9A-1434C35924AF}" type="presParOf" srcId="{F645DF20-8908-450C-9106-DE0FF581A155}" destId="{4C9D5D13-E04C-4E2C-B629-F15259B9BF97}" srcOrd="0" destOrd="0" presId="urn:microsoft.com/office/officeart/2018/5/layout/CenteredIconLabelDescriptionList"/>
    <dgm:cxn modelId="{C114C034-38ED-437A-94EB-74901292786F}" type="presParOf" srcId="{4C9D5D13-E04C-4E2C-B629-F15259B9BF97}" destId="{F2BF3F52-1B74-4600-8907-B34AA7B97C5C}" srcOrd="0" destOrd="0" presId="urn:microsoft.com/office/officeart/2018/5/layout/CenteredIconLabelDescriptionList"/>
    <dgm:cxn modelId="{D2BD2C2D-ACE5-45E2-8AFE-AB71210A3FF2}" type="presParOf" srcId="{4C9D5D13-E04C-4E2C-B629-F15259B9BF97}" destId="{BA1A0E86-C481-4146-8C5F-6F12D580403C}" srcOrd="1" destOrd="0" presId="urn:microsoft.com/office/officeart/2018/5/layout/CenteredIconLabelDescriptionList"/>
    <dgm:cxn modelId="{D452FDCD-96B1-4611-AF67-EEF9F096549B}" type="presParOf" srcId="{4C9D5D13-E04C-4E2C-B629-F15259B9BF97}" destId="{3A5B9B02-78BE-4E4D-B5B5-AFC33A45C784}" srcOrd="2" destOrd="0" presId="urn:microsoft.com/office/officeart/2018/5/layout/CenteredIconLabelDescriptionList"/>
    <dgm:cxn modelId="{D90D7B9B-05A4-49AA-BA13-0F0E7352ED0E}" type="presParOf" srcId="{4C9D5D13-E04C-4E2C-B629-F15259B9BF97}" destId="{09CFF8F9-7106-45B0-B7D3-C5AF2E766A63}" srcOrd="3" destOrd="0" presId="urn:microsoft.com/office/officeart/2018/5/layout/CenteredIconLabelDescriptionList"/>
    <dgm:cxn modelId="{934EE481-C09E-4E4D-AF00-0FE96C5091F3}" type="presParOf" srcId="{4C9D5D13-E04C-4E2C-B629-F15259B9BF97}" destId="{E7DCAAE6-8E99-4369-AF27-7BA79A0A4999}" srcOrd="4" destOrd="0" presId="urn:microsoft.com/office/officeart/2018/5/layout/CenteredIconLabelDescriptionList"/>
    <dgm:cxn modelId="{3AD8A512-0F5E-450F-864F-26280DC5AA51}" type="presParOf" srcId="{F645DF20-8908-450C-9106-DE0FF581A155}" destId="{A538EC15-67A6-4A30-93B7-908EF59C6432}" srcOrd="1" destOrd="0" presId="urn:microsoft.com/office/officeart/2018/5/layout/CenteredIconLabelDescriptionList"/>
    <dgm:cxn modelId="{621BB6C0-EB99-4E20-8651-E1CA7DBF9F5B}" type="presParOf" srcId="{F645DF20-8908-450C-9106-DE0FF581A155}" destId="{22C418DA-04A2-4885-8711-CB07DFF55D91}" srcOrd="2" destOrd="0" presId="urn:microsoft.com/office/officeart/2018/5/layout/CenteredIconLabelDescriptionList"/>
    <dgm:cxn modelId="{22310E09-8479-4C71-8975-829908147604}" type="presParOf" srcId="{22C418DA-04A2-4885-8711-CB07DFF55D91}" destId="{B3124732-A7F2-4A00-902A-C889EE1A8477}" srcOrd="0" destOrd="0" presId="urn:microsoft.com/office/officeart/2018/5/layout/CenteredIconLabelDescriptionList"/>
    <dgm:cxn modelId="{1F9E25BA-49BF-4F06-ADE5-54A4E384D55D}" type="presParOf" srcId="{22C418DA-04A2-4885-8711-CB07DFF55D91}" destId="{38328064-7A8C-434E-9F4A-06C003CE8E34}" srcOrd="1" destOrd="0" presId="urn:microsoft.com/office/officeart/2018/5/layout/CenteredIconLabelDescriptionList"/>
    <dgm:cxn modelId="{AE3C3564-B3F8-4F89-AED7-A9B6D0D0CAE7}" type="presParOf" srcId="{22C418DA-04A2-4885-8711-CB07DFF55D91}" destId="{C13CF91C-0671-4ADF-900A-C517645C272E}" srcOrd="2" destOrd="0" presId="urn:microsoft.com/office/officeart/2018/5/layout/CenteredIconLabelDescriptionList"/>
    <dgm:cxn modelId="{3A266FED-D289-4B20-9EB3-8F86A229A0D3}" type="presParOf" srcId="{22C418DA-04A2-4885-8711-CB07DFF55D91}" destId="{D283E458-C317-44B7-9D78-133FE77E0868}" srcOrd="3" destOrd="0" presId="urn:microsoft.com/office/officeart/2018/5/layout/CenteredIconLabelDescriptionList"/>
    <dgm:cxn modelId="{9233229F-2327-4A7B-9F93-79CE64884E8F}" type="presParOf" srcId="{22C418DA-04A2-4885-8711-CB07DFF55D91}" destId="{CCA955FE-C4A3-4CA5-9C85-4D74449399EC}" srcOrd="4" destOrd="0" presId="urn:microsoft.com/office/officeart/2018/5/layout/CenteredIconLabelDescriptionList"/>
  </dgm:cxnLst>
  <dgm:bg/>
  <dgm:whole/>
  <dgm:extLst>
    <a:ext uri="http://schemas.microsoft.com/office/drawing/2008/diagram">
      <dsp:dataModelExt xmlns:dsp="http://schemas.microsoft.com/office/drawing/2008/diagram" relId="rId6" minVer="http://schemas.openxmlformats.org/drawingml/2006/diagram"/>
    </a:ext>
  </dgm:extLst>
</dgm:dataModel>
</file>

<file path=ppt/diagrams/data84.xml><?xml version="1.0" encoding="utf-8"?>
<dgm:dataModel xmlns:dgm="http://schemas.openxmlformats.org/drawingml/2006/diagram" xmlns:a="http://schemas.openxmlformats.org/drawingml/2006/main">
  <dgm:ptLst>
    <dgm:pt modelId="{4D21D5F2-6CA2-474C-8641-3D48CA9B931F}" type="doc">
      <dgm:prSet loTypeId="urn:microsoft.com/office/officeart/2018/5/layout/CenteredIconLabelDescriptionList" loCatId="icon" qsTypeId="urn:microsoft.com/office/officeart/2005/8/quickstyle/simple1" qsCatId="simple" csTypeId="urn:microsoft.com/office/officeart/2018/5/colors/Iconchunking_neutralbg_accent2_2" csCatId="accent2" phldr="1"/>
      <dgm:spPr/>
      <dgm:t>
        <a:bodyPr/>
        <a:lstStyle/>
        <a:p>
          <a:endParaRPr lang="en-US"/>
        </a:p>
      </dgm:t>
    </dgm:pt>
    <dgm:pt modelId="{0CA32C17-DC6B-4F48-9FE9-65BEED54E8E1}">
      <dgm:prSet/>
      <dgm:spPr/>
      <dgm:t>
        <a:bodyPr/>
        <a:lstStyle/>
        <a:p>
          <a:pPr>
            <a:lnSpc>
              <a:spcPct val="100000"/>
            </a:lnSpc>
          </a:pPr>
          <a:r>
            <a:rPr lang="en-US" dirty="0"/>
            <a:t>processed on the bitcoin network </a:t>
          </a:r>
        </a:p>
      </dgm:t>
    </dgm:pt>
    <dgm:pt modelId="{A9497BF3-D845-4EA2-B3D3-9906BA0474C0}" type="parTrans" cxnId="{4A46E6CA-38AB-4026-B470-9C66F5CD6576}">
      <dgm:prSet/>
      <dgm:spPr/>
      <dgm:t>
        <a:bodyPr/>
        <a:lstStyle/>
        <a:p>
          <a:endParaRPr lang="en-US"/>
        </a:p>
      </dgm:t>
    </dgm:pt>
    <dgm:pt modelId="{C71FA95F-6740-46E0-A4C7-7157E79AD9FB}" type="sibTrans" cxnId="{4A46E6CA-38AB-4026-B470-9C66F5CD6576}">
      <dgm:prSet/>
      <dgm:spPr/>
      <dgm:t>
        <a:bodyPr/>
        <a:lstStyle/>
        <a:p>
          <a:endParaRPr lang="en-US"/>
        </a:p>
      </dgm:t>
    </dgm:pt>
    <dgm:pt modelId="{34C5391F-8822-4793-831C-595F2A12AF13}">
      <dgm:prSet/>
      <dgm:spPr/>
      <dgm:t>
        <a:bodyPr/>
        <a:lstStyle/>
        <a:p>
          <a:pPr>
            <a:lnSpc>
              <a:spcPct val="100000"/>
            </a:lnSpc>
            <a:defRPr b="1"/>
          </a:pPr>
          <a:r>
            <a:rPr lang="tr-TR"/>
            <a:t>Contains</a:t>
          </a:r>
          <a:endParaRPr lang="en-US"/>
        </a:p>
      </dgm:t>
    </dgm:pt>
    <dgm:pt modelId="{A3BEEAE8-D4F5-4058-BA9A-02DE9B50F0B3}" type="parTrans" cxnId="{4D9B9CE7-7CE3-4D73-8BC1-B5438D344C85}">
      <dgm:prSet/>
      <dgm:spPr/>
      <dgm:t>
        <a:bodyPr/>
        <a:lstStyle/>
        <a:p>
          <a:endParaRPr lang="en-US"/>
        </a:p>
      </dgm:t>
    </dgm:pt>
    <dgm:pt modelId="{9A024F75-0DAB-432D-8066-2F292ED896BD}" type="sibTrans" cxnId="{4D9B9CE7-7CE3-4D73-8BC1-B5438D344C85}">
      <dgm:prSet/>
      <dgm:spPr/>
      <dgm:t>
        <a:bodyPr/>
        <a:lstStyle/>
        <a:p>
          <a:endParaRPr lang="en-US"/>
        </a:p>
      </dgm:t>
    </dgm:pt>
    <dgm:pt modelId="{AF858CB9-8B57-4686-B5D6-8A80973A0D3C}">
      <dgm:prSet/>
      <dgm:spPr/>
      <dgm:t>
        <a:bodyPr/>
        <a:lstStyle/>
        <a:p>
          <a:pPr>
            <a:lnSpc>
              <a:spcPct val="100000"/>
            </a:lnSpc>
          </a:pPr>
          <a:r>
            <a:rPr lang="en-US" dirty="0"/>
            <a:t>a</a:t>
          </a:r>
          <a:r>
            <a:rPr lang="tr-TR" dirty="0"/>
            <a:t> </a:t>
          </a:r>
          <a:r>
            <a:rPr lang="en-US" dirty="0"/>
            <a:t>locking script </a:t>
          </a:r>
        </a:p>
      </dgm:t>
    </dgm:pt>
    <dgm:pt modelId="{0C8FEF47-8FB1-4A93-8F2C-78BF89866964}" type="parTrans" cxnId="{1BA216EF-FA5C-4288-A117-2669898FEEF6}">
      <dgm:prSet/>
      <dgm:spPr/>
      <dgm:t>
        <a:bodyPr/>
        <a:lstStyle/>
        <a:p>
          <a:endParaRPr lang="en-US"/>
        </a:p>
      </dgm:t>
    </dgm:pt>
    <dgm:pt modelId="{2989BC0A-CB14-4D6C-81E8-4568A619AFD7}" type="sibTrans" cxnId="{1BA216EF-FA5C-4288-A117-2669898FEEF6}">
      <dgm:prSet/>
      <dgm:spPr/>
      <dgm:t>
        <a:bodyPr/>
        <a:lstStyle/>
        <a:p>
          <a:endParaRPr lang="en-US"/>
        </a:p>
      </dgm:t>
    </dgm:pt>
    <dgm:pt modelId="{7F015750-46DE-4C2B-9194-0F1B4C167AA8}">
      <dgm:prSet/>
      <dgm:spPr/>
      <dgm:t>
        <a:bodyPr/>
        <a:lstStyle/>
        <a:p>
          <a:pPr>
            <a:lnSpc>
              <a:spcPct val="100000"/>
            </a:lnSpc>
          </a:pPr>
          <a:r>
            <a:rPr lang="en-US" dirty="0"/>
            <a:t>locks the output</a:t>
          </a:r>
        </a:p>
      </dgm:t>
    </dgm:pt>
    <dgm:pt modelId="{B17E9AAA-77AB-4C78-8E22-63192B2276D7}" type="parTrans" cxnId="{5D861E35-6462-4C21-9759-813A69085188}">
      <dgm:prSet/>
      <dgm:spPr/>
      <dgm:t>
        <a:bodyPr/>
        <a:lstStyle/>
        <a:p>
          <a:endParaRPr lang="en-US"/>
        </a:p>
      </dgm:t>
    </dgm:pt>
    <dgm:pt modelId="{60FAF126-97D0-4CDB-A1D3-32B3CC5BF855}" type="sibTrans" cxnId="{5D861E35-6462-4C21-9759-813A69085188}">
      <dgm:prSet/>
      <dgm:spPr/>
      <dgm:t>
        <a:bodyPr/>
        <a:lstStyle/>
        <a:p>
          <a:endParaRPr lang="en-US"/>
        </a:p>
      </dgm:t>
    </dgm:pt>
    <dgm:pt modelId="{919103EA-EBFA-4821-92C0-631528A140BD}">
      <dgm:prSet/>
      <dgm:spPr/>
      <dgm:t>
        <a:bodyPr/>
        <a:lstStyle/>
        <a:p>
          <a:pPr>
            <a:lnSpc>
              <a:spcPct val="100000"/>
            </a:lnSpc>
            <a:defRPr b="1"/>
          </a:pPr>
          <a:r>
            <a:rPr lang="tr-TR" dirty="0"/>
            <a:t>Common in Bitcoin</a:t>
          </a:r>
          <a:endParaRPr lang="en-US" dirty="0"/>
        </a:p>
      </dgm:t>
    </dgm:pt>
    <dgm:pt modelId="{FE301944-1213-4385-9A0A-3B82E7EA1DC4}" type="parTrans" cxnId="{E275B00D-9232-428E-B156-327CD6EF9B03}">
      <dgm:prSet/>
      <dgm:spPr/>
      <dgm:t>
        <a:bodyPr/>
        <a:lstStyle/>
        <a:p>
          <a:endParaRPr lang="tr-TR"/>
        </a:p>
      </dgm:t>
    </dgm:pt>
    <dgm:pt modelId="{37442221-5006-49B0-927C-0BDDDCA7AF19}" type="sibTrans" cxnId="{E275B00D-9232-428E-B156-327CD6EF9B03}">
      <dgm:prSet/>
      <dgm:spPr/>
      <dgm:t>
        <a:bodyPr/>
        <a:lstStyle/>
        <a:p>
          <a:endParaRPr lang="tr-TR"/>
        </a:p>
      </dgm:t>
    </dgm:pt>
    <dgm:pt modelId="{D683A6BB-4F31-4CAF-BF40-305F728497BC}">
      <dgm:prSet/>
      <dgm:spPr/>
      <dgm:t>
        <a:bodyPr/>
        <a:lstStyle/>
        <a:p>
          <a:pPr>
            <a:lnSpc>
              <a:spcPct val="100000"/>
            </a:lnSpc>
          </a:pPr>
          <a:r>
            <a:rPr lang="en-US" dirty="0"/>
            <a:t>spend outputs</a:t>
          </a:r>
          <a:r>
            <a:rPr lang="tr-TR" dirty="0"/>
            <a:t> </a:t>
          </a:r>
          <a:r>
            <a:rPr lang="en-US" dirty="0"/>
            <a:t>locked</a:t>
          </a:r>
        </a:p>
      </dgm:t>
    </dgm:pt>
    <dgm:pt modelId="{E67BDC15-B6E8-4E35-9B6A-B4CFD32B567B}" type="parTrans" cxnId="{3E28DF5A-CBB1-441E-8CDB-FF5889589918}">
      <dgm:prSet/>
      <dgm:spPr/>
      <dgm:t>
        <a:bodyPr/>
        <a:lstStyle/>
        <a:p>
          <a:endParaRPr lang="tr-TR"/>
        </a:p>
      </dgm:t>
    </dgm:pt>
    <dgm:pt modelId="{1BBEA204-0CA0-422F-8B20-90706F4DFB52}" type="sibTrans" cxnId="{3E28DF5A-CBB1-441E-8CDB-FF5889589918}">
      <dgm:prSet/>
      <dgm:spPr/>
      <dgm:t>
        <a:bodyPr/>
        <a:lstStyle/>
        <a:p>
          <a:endParaRPr lang="tr-TR"/>
        </a:p>
      </dgm:t>
    </dgm:pt>
    <dgm:pt modelId="{BBE9E780-4466-4BCD-BBE9-687FC2F4594E}">
      <dgm:prSet/>
      <dgm:spPr/>
      <dgm:t>
        <a:bodyPr/>
        <a:lstStyle/>
        <a:p>
          <a:pPr>
            <a:lnSpc>
              <a:spcPct val="100000"/>
            </a:lnSpc>
          </a:pPr>
          <a:r>
            <a:rPr lang="en-US" dirty="0"/>
            <a:t>to a public key hash</a:t>
          </a:r>
        </a:p>
      </dgm:t>
    </dgm:pt>
    <dgm:pt modelId="{D549F24F-8352-41B0-AA53-E45D6DBBE56D}" type="parTrans" cxnId="{B2651476-F177-4F33-989A-FE620183A310}">
      <dgm:prSet/>
      <dgm:spPr/>
      <dgm:t>
        <a:bodyPr/>
        <a:lstStyle/>
        <a:p>
          <a:endParaRPr lang="tr-TR"/>
        </a:p>
      </dgm:t>
    </dgm:pt>
    <dgm:pt modelId="{ADFC373D-8804-4E71-943A-86C12C39F146}" type="sibTrans" cxnId="{B2651476-F177-4F33-989A-FE620183A310}">
      <dgm:prSet/>
      <dgm:spPr/>
      <dgm:t>
        <a:bodyPr/>
        <a:lstStyle/>
        <a:p>
          <a:endParaRPr lang="tr-TR"/>
        </a:p>
      </dgm:t>
    </dgm:pt>
    <dgm:pt modelId="{B0B87EDF-3F94-4A19-A2BB-F550A08CDEB7}">
      <dgm:prSet/>
      <dgm:spPr/>
      <dgm:t>
        <a:bodyPr/>
        <a:lstStyle/>
        <a:p>
          <a:pPr>
            <a:lnSpc>
              <a:spcPct val="100000"/>
            </a:lnSpc>
            <a:defRPr b="1"/>
          </a:pPr>
          <a:r>
            <a:rPr lang="en-US" b="1"/>
            <a:t>Pay-to-Public-Key-Hash</a:t>
          </a:r>
          <a:endParaRPr lang="en-US" dirty="0"/>
        </a:p>
      </dgm:t>
    </dgm:pt>
    <dgm:pt modelId="{5E0A1E41-6855-437C-BB2B-F04FC85F2E98}" type="sibTrans" cxnId="{4C334E81-73D3-48FF-8C5C-E4D4ABB8EECC}">
      <dgm:prSet/>
      <dgm:spPr/>
      <dgm:t>
        <a:bodyPr/>
        <a:lstStyle/>
        <a:p>
          <a:endParaRPr lang="en-US"/>
        </a:p>
      </dgm:t>
    </dgm:pt>
    <dgm:pt modelId="{F7257864-BC67-4010-B98F-9848F54BDACD}" type="parTrans" cxnId="{4C334E81-73D3-48FF-8C5C-E4D4ABB8EECC}">
      <dgm:prSet/>
      <dgm:spPr/>
      <dgm:t>
        <a:bodyPr/>
        <a:lstStyle/>
        <a:p>
          <a:endParaRPr lang="en-US"/>
        </a:p>
      </dgm:t>
    </dgm:pt>
    <dgm:pt modelId="{751C4016-96BE-403C-B049-782A9A46FBBD}">
      <dgm:prSet/>
      <dgm:spPr/>
      <dgm:t>
        <a:bodyPr/>
        <a:lstStyle/>
        <a:p>
          <a:pPr>
            <a:lnSpc>
              <a:spcPct val="100000"/>
            </a:lnSpc>
          </a:pPr>
          <a:r>
            <a:rPr lang="en-US"/>
            <a:t>with</a:t>
          </a:r>
          <a:r>
            <a:rPr lang="tr-TR"/>
            <a:t> </a:t>
          </a:r>
          <a:r>
            <a:rPr lang="tr-TR" dirty="0"/>
            <a:t>a public key</a:t>
          </a:r>
          <a:endParaRPr lang="en-US" dirty="0"/>
        </a:p>
      </dgm:t>
    </dgm:pt>
    <dgm:pt modelId="{575560F5-64C1-4D0E-8C0F-D13E0B437549}" type="parTrans" cxnId="{91EA069B-ED01-4E99-A89F-5897C157F574}">
      <dgm:prSet/>
      <dgm:spPr/>
      <dgm:t>
        <a:bodyPr/>
        <a:lstStyle/>
        <a:p>
          <a:endParaRPr lang="tr-TR"/>
        </a:p>
      </dgm:t>
    </dgm:pt>
    <dgm:pt modelId="{12636A0E-295B-4C5C-9430-FCB4C2E902A6}" type="sibTrans" cxnId="{91EA069B-ED01-4E99-A89F-5897C157F574}">
      <dgm:prSet/>
      <dgm:spPr/>
      <dgm:t>
        <a:bodyPr/>
        <a:lstStyle/>
        <a:p>
          <a:endParaRPr lang="tr-TR"/>
        </a:p>
      </dgm:t>
    </dgm:pt>
    <dgm:pt modelId="{B82D81D8-DFF1-41C2-BB7A-0AC7CFDF73A5}">
      <dgm:prSet/>
      <dgm:spPr/>
      <dgm:t>
        <a:bodyPr/>
        <a:lstStyle/>
        <a:p>
          <a:pPr>
            <a:lnSpc>
              <a:spcPct val="100000"/>
            </a:lnSpc>
          </a:pPr>
          <a:r>
            <a:rPr lang="tr-TR" dirty="0"/>
            <a:t>majority of transactions</a:t>
          </a:r>
          <a:endParaRPr lang="en-US" dirty="0"/>
        </a:p>
      </dgm:t>
    </dgm:pt>
    <dgm:pt modelId="{777F3687-00B5-49B3-AACA-2F99D2D3EA54}" type="parTrans" cxnId="{35E5C933-DBD7-46BD-B8D9-42DACAD3B828}">
      <dgm:prSet/>
      <dgm:spPr/>
    </dgm:pt>
    <dgm:pt modelId="{12E0B491-3B86-40A3-8550-F94067902B06}" type="sibTrans" cxnId="{35E5C933-DBD7-46BD-B8D9-42DACAD3B828}">
      <dgm:prSet/>
      <dgm:spPr/>
    </dgm:pt>
    <dgm:pt modelId="{F995EAD6-B55C-4D7B-95B5-F47CF6CDC20A}" type="pres">
      <dgm:prSet presAssocID="{4D21D5F2-6CA2-474C-8641-3D48CA9B931F}" presName="root" presStyleCnt="0">
        <dgm:presLayoutVars>
          <dgm:dir/>
          <dgm:resizeHandles val="exact"/>
        </dgm:presLayoutVars>
      </dgm:prSet>
      <dgm:spPr/>
    </dgm:pt>
    <dgm:pt modelId="{64C59C0A-FAF1-46C0-A6D3-7F04D96A08AF}" type="pres">
      <dgm:prSet presAssocID="{B0B87EDF-3F94-4A19-A2BB-F550A08CDEB7}" presName="compNode" presStyleCnt="0"/>
      <dgm:spPr/>
    </dgm:pt>
    <dgm:pt modelId="{36DB00E7-1CB9-4CC5-9760-FFAAB92B61DA}" type="pres">
      <dgm:prSet presAssocID="{B0B87EDF-3F94-4A19-A2BB-F550A08CDEB7}" presName="iconRect" presStyleLbl="node1" presStyleIdx="0" presStyleCnt="3"/>
      <dgm:spPr>
        <a:blipFill>
          <a:blip xmlns:r="http://schemas.openxmlformats.org/officeDocument/2006/relationships" r:embed="rId1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2"/>
              </a:ext>
            </a:extLst>
          </a:blip>
          <a:stretch>
            <a:fillRect/>
          </a:stretch>
        </a:blipFill>
        <a:ln>
          <a:noFill/>
        </a:ln>
      </dgm:spPr>
      <dgm:extLst>
        <a:ext uri="{E40237B7-FDA0-4F09-8148-C483321AD2D9}">
          <dgm14:cNvPr xmlns:dgm14="http://schemas.microsoft.com/office/drawing/2010/diagram" id="0" name="" descr="Bitcoin"/>
        </a:ext>
      </dgm:extLst>
    </dgm:pt>
    <dgm:pt modelId="{C8AA2166-B7CD-4FA3-87F8-22B1238DAAE7}" type="pres">
      <dgm:prSet presAssocID="{B0B87EDF-3F94-4A19-A2BB-F550A08CDEB7}" presName="iconSpace" presStyleCnt="0"/>
      <dgm:spPr/>
    </dgm:pt>
    <dgm:pt modelId="{FAA8CC5F-2DC0-4414-BD18-85078E801883}" type="pres">
      <dgm:prSet presAssocID="{B0B87EDF-3F94-4A19-A2BB-F550A08CDEB7}" presName="parTx" presStyleLbl="revTx" presStyleIdx="0" presStyleCnt="6">
        <dgm:presLayoutVars>
          <dgm:chMax val="0"/>
          <dgm:chPref val="0"/>
        </dgm:presLayoutVars>
      </dgm:prSet>
      <dgm:spPr/>
    </dgm:pt>
    <dgm:pt modelId="{3A565A0E-F466-45D7-8AD8-62D9CFB46889}" type="pres">
      <dgm:prSet presAssocID="{B0B87EDF-3F94-4A19-A2BB-F550A08CDEB7}" presName="txSpace" presStyleCnt="0"/>
      <dgm:spPr/>
    </dgm:pt>
    <dgm:pt modelId="{7E86E862-6FF7-4F84-B767-9E62458D32E3}" type="pres">
      <dgm:prSet presAssocID="{B0B87EDF-3F94-4A19-A2BB-F550A08CDEB7}" presName="desTx" presStyleLbl="revTx" presStyleIdx="1" presStyleCnt="6">
        <dgm:presLayoutVars/>
      </dgm:prSet>
      <dgm:spPr/>
    </dgm:pt>
    <dgm:pt modelId="{7ADFFCFC-CD8A-4F3A-9AF4-AD3C3B861970}" type="pres">
      <dgm:prSet presAssocID="{5E0A1E41-6855-437C-BB2B-F04FC85F2E98}" presName="sibTrans" presStyleCnt="0"/>
      <dgm:spPr/>
    </dgm:pt>
    <dgm:pt modelId="{7586402D-EDC0-4218-95A0-BC91ED6F08BE}" type="pres">
      <dgm:prSet presAssocID="{919103EA-EBFA-4821-92C0-631528A140BD}" presName="compNode" presStyleCnt="0"/>
      <dgm:spPr/>
    </dgm:pt>
    <dgm:pt modelId="{2F0289A8-8145-4DF7-A49F-14EF79AE4A16}" type="pres">
      <dgm:prSet presAssocID="{919103EA-EBFA-4821-92C0-631528A140BD}" presName="iconRect" presStyleLbl="node1" presStyleIdx="1" presStyleCnt="3"/>
      <dgm:spPr>
        <a:blipFill>
          <a:blip xmlns:r="http://schemas.openxmlformats.org/officeDocument/2006/relationships" r:embed="rId3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4"/>
              </a:ext>
            </a:extLst>
          </a:blip>
          <a:stretch>
            <a:fillRect/>
          </a:stretch>
        </a:blipFill>
        <a:ln>
          <a:noFill/>
        </a:ln>
      </dgm:spPr>
      <dgm:extLst>
        <a:ext uri="{E40237B7-FDA0-4F09-8148-C483321AD2D9}">
          <dgm14:cNvPr xmlns:dgm14="http://schemas.microsoft.com/office/drawing/2010/diagram" id="0" name="" descr="Key"/>
        </a:ext>
      </dgm:extLst>
    </dgm:pt>
    <dgm:pt modelId="{28901F90-511F-451A-9BCD-D62E75B73D6A}" type="pres">
      <dgm:prSet presAssocID="{919103EA-EBFA-4821-92C0-631528A140BD}" presName="iconSpace" presStyleCnt="0"/>
      <dgm:spPr/>
    </dgm:pt>
    <dgm:pt modelId="{443D8ABA-82F0-4689-A18E-E395B0EB97F2}" type="pres">
      <dgm:prSet presAssocID="{919103EA-EBFA-4821-92C0-631528A140BD}" presName="parTx" presStyleLbl="revTx" presStyleIdx="2" presStyleCnt="6">
        <dgm:presLayoutVars>
          <dgm:chMax val="0"/>
          <dgm:chPref val="0"/>
        </dgm:presLayoutVars>
      </dgm:prSet>
      <dgm:spPr/>
    </dgm:pt>
    <dgm:pt modelId="{321BFF26-65E0-4FD9-9212-5AE64035ED2F}" type="pres">
      <dgm:prSet presAssocID="{919103EA-EBFA-4821-92C0-631528A140BD}" presName="txSpace" presStyleCnt="0"/>
      <dgm:spPr/>
    </dgm:pt>
    <dgm:pt modelId="{4DA3D910-0878-462C-BB6B-6E76117E9D57}" type="pres">
      <dgm:prSet presAssocID="{919103EA-EBFA-4821-92C0-631528A140BD}" presName="desTx" presStyleLbl="revTx" presStyleIdx="3" presStyleCnt="6">
        <dgm:presLayoutVars/>
      </dgm:prSet>
      <dgm:spPr/>
    </dgm:pt>
    <dgm:pt modelId="{E5DE464E-428F-4715-B044-DB830AA4D38A}" type="pres">
      <dgm:prSet presAssocID="{37442221-5006-49B0-927C-0BDDDCA7AF19}" presName="sibTrans" presStyleCnt="0"/>
      <dgm:spPr/>
    </dgm:pt>
    <dgm:pt modelId="{59EE1814-ADDA-4CF5-826A-7278FE7DA298}" type="pres">
      <dgm:prSet presAssocID="{34C5391F-8822-4793-831C-595F2A12AF13}" presName="compNode" presStyleCnt="0"/>
      <dgm:spPr/>
    </dgm:pt>
    <dgm:pt modelId="{337A8F7D-64B9-46F5-979E-18A7BBA2A225}" type="pres">
      <dgm:prSet presAssocID="{34C5391F-8822-4793-831C-595F2A12AF13}" presName="iconRect" presStyleLbl="node1" presStyleIdx="2" presStyleCnt="3"/>
      <dgm:spPr>
        <a:blipFill>
          <a:blip xmlns:r="http://schemas.openxmlformats.org/officeDocument/2006/relationships" r:embed="rId5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6"/>
              </a:ext>
            </a:extLst>
          </a:blip>
          <a:stretch>
            <a:fillRect/>
          </a:stretch>
        </a:blipFill>
        <a:ln>
          <a:noFill/>
        </a:ln>
      </dgm:spPr>
      <dgm:extLst>
        <a:ext uri="{E40237B7-FDA0-4F09-8148-C483321AD2D9}">
          <dgm14:cNvPr xmlns:dgm14="http://schemas.microsoft.com/office/drawing/2010/diagram" id="0" name="" descr="Bank"/>
        </a:ext>
      </dgm:extLst>
    </dgm:pt>
    <dgm:pt modelId="{5A6C5426-E435-47F3-BE9E-744D0E039440}" type="pres">
      <dgm:prSet presAssocID="{34C5391F-8822-4793-831C-595F2A12AF13}" presName="iconSpace" presStyleCnt="0"/>
      <dgm:spPr/>
    </dgm:pt>
    <dgm:pt modelId="{C1DA10E8-B71E-455C-AC8D-F282A6148D25}" type="pres">
      <dgm:prSet presAssocID="{34C5391F-8822-4793-831C-595F2A12AF13}" presName="parTx" presStyleLbl="revTx" presStyleIdx="4" presStyleCnt="6">
        <dgm:presLayoutVars>
          <dgm:chMax val="0"/>
          <dgm:chPref val="0"/>
        </dgm:presLayoutVars>
      </dgm:prSet>
      <dgm:spPr/>
    </dgm:pt>
    <dgm:pt modelId="{7418F0E9-AA29-4729-B545-EA0307A3D52B}" type="pres">
      <dgm:prSet presAssocID="{34C5391F-8822-4793-831C-595F2A12AF13}" presName="txSpace" presStyleCnt="0"/>
      <dgm:spPr/>
    </dgm:pt>
    <dgm:pt modelId="{89E01691-C5EA-4243-AE1E-8BA2AA17CEDC}" type="pres">
      <dgm:prSet presAssocID="{34C5391F-8822-4793-831C-595F2A12AF13}" presName="desTx" presStyleLbl="revTx" presStyleIdx="5" presStyleCnt="6">
        <dgm:presLayoutVars/>
      </dgm:prSet>
      <dgm:spPr/>
    </dgm:pt>
  </dgm:ptLst>
  <dgm:cxnLst>
    <dgm:cxn modelId="{C96E6801-577F-42D1-ACFF-C3A24BADE271}" type="presOf" srcId="{751C4016-96BE-403C-B049-782A9A46FBBD}" destId="{7E86E862-6FF7-4F84-B767-9E62458D32E3}" srcOrd="0" destOrd="1" presId="urn:microsoft.com/office/officeart/2018/5/layout/CenteredIconLabelDescriptionList"/>
    <dgm:cxn modelId="{D3451907-719A-4BC9-8D47-C32156E7B2CE}" type="presOf" srcId="{D683A6BB-4F31-4CAF-BF40-305F728497BC}" destId="{7E86E862-6FF7-4F84-B767-9E62458D32E3}" srcOrd="0" destOrd="0" presId="urn:microsoft.com/office/officeart/2018/5/layout/CenteredIconLabelDescriptionList"/>
    <dgm:cxn modelId="{E275B00D-9232-428E-B156-327CD6EF9B03}" srcId="{4D21D5F2-6CA2-474C-8641-3D48CA9B931F}" destId="{919103EA-EBFA-4821-92C0-631528A140BD}" srcOrd="1" destOrd="0" parTransId="{FE301944-1213-4385-9A0A-3B82E7EA1DC4}" sibTransId="{37442221-5006-49B0-927C-0BDDDCA7AF19}"/>
    <dgm:cxn modelId="{35E5C933-DBD7-46BD-B8D9-42DACAD3B828}" srcId="{919103EA-EBFA-4821-92C0-631528A140BD}" destId="{B82D81D8-DFF1-41C2-BB7A-0AC7CFDF73A5}" srcOrd="0" destOrd="0" parTransId="{777F3687-00B5-49B3-AACA-2F99D2D3EA54}" sibTransId="{12E0B491-3B86-40A3-8550-F94067902B06}"/>
    <dgm:cxn modelId="{5D861E35-6462-4C21-9759-813A69085188}" srcId="{34C5391F-8822-4793-831C-595F2A12AF13}" destId="{7F015750-46DE-4C2B-9194-0F1B4C167AA8}" srcOrd="1" destOrd="0" parTransId="{B17E9AAA-77AB-4C78-8E22-63192B2276D7}" sibTransId="{60FAF126-97D0-4CDB-A1D3-32B3CC5BF855}"/>
    <dgm:cxn modelId="{F5687336-0D25-4394-A49A-F06659BF686B}" type="presOf" srcId="{BBE9E780-4466-4BCD-BBE9-687FC2F4594E}" destId="{89E01691-C5EA-4243-AE1E-8BA2AA17CEDC}" srcOrd="0" destOrd="2" presId="urn:microsoft.com/office/officeart/2018/5/layout/CenteredIconLabelDescriptionList"/>
    <dgm:cxn modelId="{CF938C37-DC4B-4359-856D-7F37D088E75A}" type="presOf" srcId="{0CA32C17-DC6B-4F48-9FE9-65BEED54E8E1}" destId="{4DA3D910-0878-462C-BB6B-6E76117E9D57}" srcOrd="0" destOrd="1" presId="urn:microsoft.com/office/officeart/2018/5/layout/CenteredIconLabelDescriptionList"/>
    <dgm:cxn modelId="{27234961-0777-473B-BEC2-1976434F2336}" type="presOf" srcId="{919103EA-EBFA-4821-92C0-631528A140BD}" destId="{443D8ABA-82F0-4689-A18E-E395B0EB97F2}" srcOrd="0" destOrd="0" presId="urn:microsoft.com/office/officeart/2018/5/layout/CenteredIconLabelDescriptionList"/>
    <dgm:cxn modelId="{5B381D43-459A-4FC1-B1CE-4042844258ED}" type="presOf" srcId="{34C5391F-8822-4793-831C-595F2A12AF13}" destId="{C1DA10E8-B71E-455C-AC8D-F282A6148D25}" srcOrd="0" destOrd="0" presId="urn:microsoft.com/office/officeart/2018/5/layout/CenteredIconLabelDescriptionList"/>
    <dgm:cxn modelId="{B2651476-F177-4F33-989A-FE620183A310}" srcId="{34C5391F-8822-4793-831C-595F2A12AF13}" destId="{BBE9E780-4466-4BCD-BBE9-687FC2F4594E}" srcOrd="2" destOrd="0" parTransId="{D549F24F-8352-41B0-AA53-E45D6DBBE56D}" sibTransId="{ADFC373D-8804-4E71-943A-86C12C39F146}"/>
    <dgm:cxn modelId="{3E28DF5A-CBB1-441E-8CDB-FF5889589918}" srcId="{B0B87EDF-3F94-4A19-A2BB-F550A08CDEB7}" destId="{D683A6BB-4F31-4CAF-BF40-305F728497BC}" srcOrd="0" destOrd="0" parTransId="{E67BDC15-B6E8-4E35-9B6A-B4CFD32B567B}" sibTransId="{1BBEA204-0CA0-422F-8B20-90706F4DFB52}"/>
    <dgm:cxn modelId="{4C334E81-73D3-48FF-8C5C-E4D4ABB8EECC}" srcId="{4D21D5F2-6CA2-474C-8641-3D48CA9B931F}" destId="{B0B87EDF-3F94-4A19-A2BB-F550A08CDEB7}" srcOrd="0" destOrd="0" parTransId="{F7257864-BC67-4010-B98F-9848F54BDACD}" sibTransId="{5E0A1E41-6855-437C-BB2B-F04FC85F2E98}"/>
    <dgm:cxn modelId="{35915395-0B7E-4B2B-B1DC-754702182A0B}" type="presOf" srcId="{B0B87EDF-3F94-4A19-A2BB-F550A08CDEB7}" destId="{FAA8CC5F-2DC0-4414-BD18-85078E801883}" srcOrd="0" destOrd="0" presId="urn:microsoft.com/office/officeart/2018/5/layout/CenteredIconLabelDescriptionList"/>
    <dgm:cxn modelId="{91EA069B-ED01-4E99-A89F-5897C157F574}" srcId="{B0B87EDF-3F94-4A19-A2BB-F550A08CDEB7}" destId="{751C4016-96BE-403C-B049-782A9A46FBBD}" srcOrd="1" destOrd="0" parTransId="{575560F5-64C1-4D0E-8C0F-D13E0B437549}" sibTransId="{12636A0E-295B-4C5C-9430-FCB4C2E902A6}"/>
    <dgm:cxn modelId="{BD9DEEBA-F649-4941-9999-A86FD0B12BF4}" type="presOf" srcId="{7F015750-46DE-4C2B-9194-0F1B4C167AA8}" destId="{89E01691-C5EA-4243-AE1E-8BA2AA17CEDC}" srcOrd="0" destOrd="1" presId="urn:microsoft.com/office/officeart/2018/5/layout/CenteredIconLabelDescriptionList"/>
    <dgm:cxn modelId="{4A564FC0-9106-46A1-AEA8-1FD18608C4DE}" type="presOf" srcId="{4D21D5F2-6CA2-474C-8641-3D48CA9B931F}" destId="{F995EAD6-B55C-4D7B-95B5-F47CF6CDC20A}" srcOrd="0" destOrd="0" presId="urn:microsoft.com/office/officeart/2018/5/layout/CenteredIconLabelDescriptionList"/>
    <dgm:cxn modelId="{4A46E6CA-38AB-4026-B470-9C66F5CD6576}" srcId="{919103EA-EBFA-4821-92C0-631528A140BD}" destId="{0CA32C17-DC6B-4F48-9FE9-65BEED54E8E1}" srcOrd="1" destOrd="0" parTransId="{A9497BF3-D845-4EA2-B3D3-9906BA0474C0}" sibTransId="{C71FA95F-6740-46E0-A4C7-7157E79AD9FB}"/>
    <dgm:cxn modelId="{780BCCD0-B4D8-4907-A06E-E786EEB75FC5}" type="presOf" srcId="{AF858CB9-8B57-4686-B5D6-8A80973A0D3C}" destId="{89E01691-C5EA-4243-AE1E-8BA2AA17CEDC}" srcOrd="0" destOrd="0" presId="urn:microsoft.com/office/officeart/2018/5/layout/CenteredIconLabelDescriptionList"/>
    <dgm:cxn modelId="{4D9B9CE7-7CE3-4D73-8BC1-B5438D344C85}" srcId="{4D21D5F2-6CA2-474C-8641-3D48CA9B931F}" destId="{34C5391F-8822-4793-831C-595F2A12AF13}" srcOrd="2" destOrd="0" parTransId="{A3BEEAE8-D4F5-4058-BA9A-02DE9B50F0B3}" sibTransId="{9A024F75-0DAB-432D-8066-2F292ED896BD}"/>
    <dgm:cxn modelId="{1BA216EF-FA5C-4288-A117-2669898FEEF6}" srcId="{34C5391F-8822-4793-831C-595F2A12AF13}" destId="{AF858CB9-8B57-4686-B5D6-8A80973A0D3C}" srcOrd="0" destOrd="0" parTransId="{0C8FEF47-8FB1-4A93-8F2C-78BF89866964}" sibTransId="{2989BC0A-CB14-4D6C-81E8-4568A619AFD7}"/>
    <dgm:cxn modelId="{673A74FC-623E-4B70-9DD5-4B54A48642D1}" type="presOf" srcId="{B82D81D8-DFF1-41C2-BB7A-0AC7CFDF73A5}" destId="{4DA3D910-0878-462C-BB6B-6E76117E9D57}" srcOrd="0" destOrd="0" presId="urn:microsoft.com/office/officeart/2018/5/layout/CenteredIconLabelDescriptionList"/>
    <dgm:cxn modelId="{D2AF8132-F971-43FA-BED3-9E0BFB566237}" type="presParOf" srcId="{F995EAD6-B55C-4D7B-95B5-F47CF6CDC20A}" destId="{64C59C0A-FAF1-46C0-A6D3-7F04D96A08AF}" srcOrd="0" destOrd="0" presId="urn:microsoft.com/office/officeart/2018/5/layout/CenteredIconLabelDescriptionList"/>
    <dgm:cxn modelId="{85E767A9-8F1A-4BF4-8F48-E3DEB54C4D29}" type="presParOf" srcId="{64C59C0A-FAF1-46C0-A6D3-7F04D96A08AF}" destId="{36DB00E7-1CB9-4CC5-9760-FFAAB92B61DA}" srcOrd="0" destOrd="0" presId="urn:microsoft.com/office/officeart/2018/5/layout/CenteredIconLabelDescriptionList"/>
    <dgm:cxn modelId="{57A677FB-66ED-4FB6-8F19-42F01EEC01D2}" type="presParOf" srcId="{64C59C0A-FAF1-46C0-A6D3-7F04D96A08AF}" destId="{C8AA2166-B7CD-4FA3-87F8-22B1238DAAE7}" srcOrd="1" destOrd="0" presId="urn:microsoft.com/office/officeart/2018/5/layout/CenteredIconLabelDescriptionList"/>
    <dgm:cxn modelId="{032A264C-E6C3-4B26-80C4-CDAA0B0933F1}" type="presParOf" srcId="{64C59C0A-FAF1-46C0-A6D3-7F04D96A08AF}" destId="{FAA8CC5F-2DC0-4414-BD18-85078E801883}" srcOrd="2" destOrd="0" presId="urn:microsoft.com/office/officeart/2018/5/layout/CenteredIconLabelDescriptionList"/>
    <dgm:cxn modelId="{D558DE1B-FA6C-4C4F-99DC-94D45DD21BA7}" type="presParOf" srcId="{64C59C0A-FAF1-46C0-A6D3-7F04D96A08AF}" destId="{3A565A0E-F466-45D7-8AD8-62D9CFB46889}" srcOrd="3" destOrd="0" presId="urn:microsoft.com/office/officeart/2018/5/layout/CenteredIconLabelDescriptionList"/>
    <dgm:cxn modelId="{4E3B920F-BE7F-422F-A6C3-4365D5F3180E}" type="presParOf" srcId="{64C59C0A-FAF1-46C0-A6D3-7F04D96A08AF}" destId="{7E86E862-6FF7-4F84-B767-9E62458D32E3}" srcOrd="4" destOrd="0" presId="urn:microsoft.com/office/officeart/2018/5/layout/CenteredIconLabelDescriptionList"/>
    <dgm:cxn modelId="{186A9238-2D8A-4A1A-AD91-A0C02F966157}" type="presParOf" srcId="{F995EAD6-B55C-4D7B-95B5-F47CF6CDC20A}" destId="{7ADFFCFC-CD8A-4F3A-9AF4-AD3C3B861970}" srcOrd="1" destOrd="0" presId="urn:microsoft.com/office/officeart/2018/5/layout/CenteredIconLabelDescriptionList"/>
    <dgm:cxn modelId="{D9F45DFC-E1AA-40A7-AF94-0898B88E349A}" type="presParOf" srcId="{F995EAD6-B55C-4D7B-95B5-F47CF6CDC20A}" destId="{7586402D-EDC0-4218-95A0-BC91ED6F08BE}" srcOrd="2" destOrd="0" presId="urn:microsoft.com/office/officeart/2018/5/layout/CenteredIconLabelDescriptionList"/>
    <dgm:cxn modelId="{F2DAD9A0-6C05-4B30-BCD0-A9E25FA3129A}" type="presParOf" srcId="{7586402D-EDC0-4218-95A0-BC91ED6F08BE}" destId="{2F0289A8-8145-4DF7-A49F-14EF79AE4A16}" srcOrd="0" destOrd="0" presId="urn:microsoft.com/office/officeart/2018/5/layout/CenteredIconLabelDescriptionList"/>
    <dgm:cxn modelId="{A993A0A6-3AE2-48A7-BA92-5CC44CF3C1C1}" type="presParOf" srcId="{7586402D-EDC0-4218-95A0-BC91ED6F08BE}" destId="{28901F90-511F-451A-9BCD-D62E75B73D6A}" srcOrd="1" destOrd="0" presId="urn:microsoft.com/office/officeart/2018/5/layout/CenteredIconLabelDescriptionList"/>
    <dgm:cxn modelId="{E87CAAB4-BC89-4E4E-8D23-A655A88C28AD}" type="presParOf" srcId="{7586402D-EDC0-4218-95A0-BC91ED6F08BE}" destId="{443D8ABA-82F0-4689-A18E-E395B0EB97F2}" srcOrd="2" destOrd="0" presId="urn:microsoft.com/office/officeart/2018/5/layout/CenteredIconLabelDescriptionList"/>
    <dgm:cxn modelId="{C2B02509-74B9-4C48-9DD5-F43B910944D5}" type="presParOf" srcId="{7586402D-EDC0-4218-95A0-BC91ED6F08BE}" destId="{321BFF26-65E0-4FD9-9212-5AE64035ED2F}" srcOrd="3" destOrd="0" presId="urn:microsoft.com/office/officeart/2018/5/layout/CenteredIconLabelDescriptionList"/>
    <dgm:cxn modelId="{AA5A2E17-CDFE-4441-BB81-C05B000AD0FB}" type="presParOf" srcId="{7586402D-EDC0-4218-95A0-BC91ED6F08BE}" destId="{4DA3D910-0878-462C-BB6B-6E76117E9D57}" srcOrd="4" destOrd="0" presId="urn:microsoft.com/office/officeart/2018/5/layout/CenteredIconLabelDescriptionList"/>
    <dgm:cxn modelId="{FC42A73C-1503-4558-AD3C-F202860FF3EF}" type="presParOf" srcId="{F995EAD6-B55C-4D7B-95B5-F47CF6CDC20A}" destId="{E5DE464E-428F-4715-B044-DB830AA4D38A}" srcOrd="3" destOrd="0" presId="urn:microsoft.com/office/officeart/2018/5/layout/CenteredIconLabelDescriptionList"/>
    <dgm:cxn modelId="{D58D0ED7-DCB8-4DEA-B9A6-BC5C42B20826}" type="presParOf" srcId="{F995EAD6-B55C-4D7B-95B5-F47CF6CDC20A}" destId="{59EE1814-ADDA-4CF5-826A-7278FE7DA298}" srcOrd="4" destOrd="0" presId="urn:microsoft.com/office/officeart/2018/5/layout/CenteredIconLabelDescriptionList"/>
    <dgm:cxn modelId="{78898DBF-33B2-47D1-990B-E286A11848A7}" type="presParOf" srcId="{59EE1814-ADDA-4CF5-826A-7278FE7DA298}" destId="{337A8F7D-64B9-46F5-979E-18A7BBA2A225}" srcOrd="0" destOrd="0" presId="urn:microsoft.com/office/officeart/2018/5/layout/CenteredIconLabelDescriptionList"/>
    <dgm:cxn modelId="{89D34AFB-B459-47A7-AE9D-4EFA449A33CF}" type="presParOf" srcId="{59EE1814-ADDA-4CF5-826A-7278FE7DA298}" destId="{5A6C5426-E435-47F3-BE9E-744D0E039440}" srcOrd="1" destOrd="0" presId="urn:microsoft.com/office/officeart/2018/5/layout/CenteredIconLabelDescriptionList"/>
    <dgm:cxn modelId="{F3F85A3F-84AE-4E8F-ACF9-32B3D22B7C74}" type="presParOf" srcId="{59EE1814-ADDA-4CF5-826A-7278FE7DA298}" destId="{C1DA10E8-B71E-455C-AC8D-F282A6148D25}" srcOrd="2" destOrd="0" presId="urn:microsoft.com/office/officeart/2018/5/layout/CenteredIconLabelDescriptionList"/>
    <dgm:cxn modelId="{8C21EE70-EF95-40CD-BD62-88DED03C1C90}" type="presParOf" srcId="{59EE1814-ADDA-4CF5-826A-7278FE7DA298}" destId="{7418F0E9-AA29-4729-B545-EA0307A3D52B}" srcOrd="3" destOrd="0" presId="urn:microsoft.com/office/officeart/2018/5/layout/CenteredIconLabelDescriptionList"/>
    <dgm:cxn modelId="{1B92746A-9FC0-4A52-BFBE-8F2B6AE5D76B}" type="presParOf" srcId="{59EE1814-ADDA-4CF5-826A-7278FE7DA298}" destId="{89E01691-C5EA-4243-AE1E-8BA2AA17CEDC}" srcOrd="4" destOrd="0" presId="urn:microsoft.com/office/officeart/2018/5/layout/CenteredIconLabelDescriptionList"/>
  </dgm:cxnLst>
  <dgm:bg/>
  <dgm:whole/>
  <dgm:extLst>
    <a:ext uri="http://schemas.microsoft.com/office/drawing/2008/diagram">
      <dsp:dataModelExt xmlns:dsp="http://schemas.microsoft.com/office/drawing/2008/diagram" relId="rId6" minVer="http://schemas.openxmlformats.org/drawingml/2006/diagram"/>
    </a:ext>
  </dgm:extLst>
</dgm:dataModel>
</file>

<file path=ppt/diagrams/data85.xml><?xml version="1.0" encoding="utf-8"?>
<dgm:dataModel xmlns:dgm="http://schemas.openxmlformats.org/drawingml/2006/diagram" xmlns:a="http://schemas.openxmlformats.org/drawingml/2006/main">
  <dgm:ptLst>
    <dgm:pt modelId="{4D21D5F2-6CA2-474C-8641-3D48CA9B931F}" type="doc">
      <dgm:prSet loTypeId="urn:microsoft.com/office/officeart/2018/5/layout/CenteredIconLabelDescriptionList" loCatId="icon" qsTypeId="urn:microsoft.com/office/officeart/2005/8/quickstyle/simple1" qsCatId="simple" csTypeId="urn:microsoft.com/office/officeart/2018/5/colors/Iconchunking_neutralbg_accent2_2" csCatId="accent2" phldr="1"/>
      <dgm:spPr/>
      <dgm:t>
        <a:bodyPr/>
        <a:lstStyle/>
        <a:p>
          <a:endParaRPr lang="en-US"/>
        </a:p>
      </dgm:t>
    </dgm:pt>
    <dgm:pt modelId="{B0B87EDF-3F94-4A19-A2BB-F550A08CDEB7}">
      <dgm:prSet/>
      <dgm:spPr/>
      <dgm:t>
        <a:bodyPr/>
        <a:lstStyle/>
        <a:p>
          <a:pPr>
            <a:lnSpc>
              <a:spcPct val="100000"/>
            </a:lnSpc>
            <a:defRPr b="1"/>
          </a:pPr>
          <a:r>
            <a:rPr lang="tr-TR" dirty="0"/>
            <a:t>Public key hash</a:t>
          </a:r>
          <a:endParaRPr lang="en-US" dirty="0"/>
        </a:p>
      </dgm:t>
    </dgm:pt>
    <dgm:pt modelId="{F7257864-BC67-4010-B98F-9848F54BDACD}" type="parTrans" cxnId="{4C334E81-73D3-48FF-8C5C-E4D4ABB8EECC}">
      <dgm:prSet/>
      <dgm:spPr/>
      <dgm:t>
        <a:bodyPr/>
        <a:lstStyle/>
        <a:p>
          <a:endParaRPr lang="en-US"/>
        </a:p>
      </dgm:t>
    </dgm:pt>
    <dgm:pt modelId="{5E0A1E41-6855-437C-BB2B-F04FC85F2E98}" type="sibTrans" cxnId="{4C334E81-73D3-48FF-8C5C-E4D4ABB8EECC}">
      <dgm:prSet/>
      <dgm:spPr/>
      <dgm:t>
        <a:bodyPr/>
        <a:lstStyle/>
        <a:p>
          <a:endParaRPr lang="en-US"/>
        </a:p>
      </dgm:t>
    </dgm:pt>
    <dgm:pt modelId="{34C5391F-8822-4793-831C-595F2A12AF13}">
      <dgm:prSet/>
      <dgm:spPr/>
      <dgm:t>
        <a:bodyPr/>
        <a:lstStyle/>
        <a:p>
          <a:pPr>
            <a:lnSpc>
              <a:spcPct val="100000"/>
            </a:lnSpc>
            <a:defRPr b="1"/>
          </a:pPr>
          <a:r>
            <a:rPr lang="tr-TR"/>
            <a:t>digital </a:t>
          </a:r>
          <a:r>
            <a:rPr lang="en-US"/>
            <a:t>signature</a:t>
          </a:r>
          <a:endParaRPr lang="en-US" dirty="0"/>
        </a:p>
      </dgm:t>
    </dgm:pt>
    <dgm:pt modelId="{A3BEEAE8-D4F5-4058-BA9A-02DE9B50F0B3}" type="parTrans" cxnId="{4D9B9CE7-7CE3-4D73-8BC1-B5438D344C85}">
      <dgm:prSet/>
      <dgm:spPr/>
      <dgm:t>
        <a:bodyPr/>
        <a:lstStyle/>
        <a:p>
          <a:endParaRPr lang="en-US"/>
        </a:p>
      </dgm:t>
    </dgm:pt>
    <dgm:pt modelId="{9A024F75-0DAB-432D-8066-2F292ED896BD}" type="sibTrans" cxnId="{4D9B9CE7-7CE3-4D73-8BC1-B5438D344C85}">
      <dgm:prSet/>
      <dgm:spPr/>
      <dgm:t>
        <a:bodyPr/>
        <a:lstStyle/>
        <a:p>
          <a:endParaRPr lang="en-US"/>
        </a:p>
      </dgm:t>
    </dgm:pt>
    <dgm:pt modelId="{919103EA-EBFA-4821-92C0-631528A140BD}">
      <dgm:prSet/>
      <dgm:spPr/>
      <dgm:t>
        <a:bodyPr/>
        <a:lstStyle/>
        <a:p>
          <a:pPr>
            <a:lnSpc>
              <a:spcPct val="100000"/>
            </a:lnSpc>
            <a:defRPr b="1"/>
          </a:pPr>
          <a:r>
            <a:rPr lang="tr-TR" dirty="0"/>
            <a:t>Spending</a:t>
          </a:r>
          <a:endParaRPr lang="en-US" dirty="0"/>
        </a:p>
      </dgm:t>
    </dgm:pt>
    <dgm:pt modelId="{FE301944-1213-4385-9A0A-3B82E7EA1DC4}" type="parTrans" cxnId="{E275B00D-9232-428E-B156-327CD6EF9B03}">
      <dgm:prSet/>
      <dgm:spPr/>
      <dgm:t>
        <a:bodyPr/>
        <a:lstStyle/>
        <a:p>
          <a:endParaRPr lang="tr-TR"/>
        </a:p>
      </dgm:t>
    </dgm:pt>
    <dgm:pt modelId="{37442221-5006-49B0-927C-0BDDDCA7AF19}" type="sibTrans" cxnId="{E275B00D-9232-428E-B156-327CD6EF9B03}">
      <dgm:prSet/>
      <dgm:spPr/>
      <dgm:t>
        <a:bodyPr/>
        <a:lstStyle/>
        <a:p>
          <a:endParaRPr lang="tr-TR"/>
        </a:p>
      </dgm:t>
    </dgm:pt>
    <dgm:pt modelId="{69AFC7D4-7C1A-4A86-A2E1-4549EC984C85}">
      <dgm:prSet/>
      <dgm:spPr/>
      <dgm:t>
        <a:bodyPr/>
        <a:lstStyle/>
        <a:p>
          <a:pPr>
            <a:lnSpc>
              <a:spcPct val="100000"/>
            </a:lnSpc>
          </a:pPr>
          <a:r>
            <a:rPr lang="en-US" dirty="0"/>
            <a:t>known</a:t>
          </a:r>
          <a:r>
            <a:rPr lang="tr-TR" dirty="0"/>
            <a:t> </a:t>
          </a:r>
          <a:r>
            <a:rPr lang="en-US" dirty="0"/>
            <a:t>as a</a:t>
          </a:r>
          <a:r>
            <a:rPr lang="tr-TR" dirty="0"/>
            <a:t> </a:t>
          </a:r>
          <a:r>
            <a:rPr lang="en-US" dirty="0"/>
            <a:t>bitcoin address</a:t>
          </a:r>
        </a:p>
      </dgm:t>
    </dgm:pt>
    <dgm:pt modelId="{3F315E1E-ED7E-4EB5-A0BA-B905FA16CE32}" type="parTrans" cxnId="{E4985206-6AD0-47CD-97A0-3D60774D8278}">
      <dgm:prSet/>
      <dgm:spPr/>
      <dgm:t>
        <a:bodyPr/>
        <a:lstStyle/>
        <a:p>
          <a:endParaRPr lang="tr-TR"/>
        </a:p>
      </dgm:t>
    </dgm:pt>
    <dgm:pt modelId="{6675B8A3-04D6-4D28-9DCD-A75DBBC86379}" type="sibTrans" cxnId="{E4985206-6AD0-47CD-97A0-3D60774D8278}">
      <dgm:prSet/>
      <dgm:spPr/>
      <dgm:t>
        <a:bodyPr/>
        <a:lstStyle/>
        <a:p>
          <a:endParaRPr lang="tr-TR"/>
        </a:p>
      </dgm:t>
    </dgm:pt>
    <dgm:pt modelId="{61D4302A-0837-434F-955D-B0A6AAA1B914}">
      <dgm:prSet/>
      <dgm:spPr/>
      <dgm:t>
        <a:bodyPr/>
        <a:lstStyle/>
        <a:p>
          <a:pPr>
            <a:lnSpc>
              <a:spcPct val="100000"/>
            </a:lnSpc>
          </a:pPr>
          <a:r>
            <a:rPr lang="tr-TR" dirty="0"/>
            <a:t>generated by hashing public key</a:t>
          </a:r>
          <a:endParaRPr lang="en-US" dirty="0"/>
        </a:p>
      </dgm:t>
    </dgm:pt>
    <dgm:pt modelId="{BB2FCCB0-CE88-4C51-99B2-636D950BC2DB}" type="parTrans" cxnId="{11CC773F-7B08-4102-B1B7-3E60F919D893}">
      <dgm:prSet/>
      <dgm:spPr/>
      <dgm:t>
        <a:bodyPr/>
        <a:lstStyle/>
        <a:p>
          <a:endParaRPr lang="tr-TR"/>
        </a:p>
      </dgm:t>
    </dgm:pt>
    <dgm:pt modelId="{AF2EE46C-08A2-47FE-8A75-062EB1BBEAF6}" type="sibTrans" cxnId="{11CC773F-7B08-4102-B1B7-3E60F919D893}">
      <dgm:prSet/>
      <dgm:spPr/>
      <dgm:t>
        <a:bodyPr/>
        <a:lstStyle/>
        <a:p>
          <a:endParaRPr lang="tr-TR"/>
        </a:p>
      </dgm:t>
    </dgm:pt>
    <dgm:pt modelId="{1316D142-CC74-4D80-93D7-5D735A314474}">
      <dgm:prSet/>
      <dgm:spPr/>
      <dgm:t>
        <a:bodyPr/>
        <a:lstStyle/>
        <a:p>
          <a:pPr>
            <a:lnSpc>
              <a:spcPct val="100000"/>
            </a:lnSpc>
          </a:pPr>
          <a:r>
            <a:rPr lang="tr-TR" dirty="0"/>
            <a:t>unlocking </a:t>
          </a:r>
          <a:r>
            <a:rPr lang="en-US" dirty="0"/>
            <a:t>P2PKH script</a:t>
          </a:r>
          <a:r>
            <a:rPr lang="tr-TR" dirty="0"/>
            <a:t> output</a:t>
          </a:r>
          <a:endParaRPr lang="en-US" dirty="0"/>
        </a:p>
      </dgm:t>
    </dgm:pt>
    <dgm:pt modelId="{098085F0-3F42-4757-8A38-E9674A26CA62}" type="parTrans" cxnId="{10DA7AAA-2373-4DEC-9406-04083C4BF34C}">
      <dgm:prSet/>
      <dgm:spPr/>
      <dgm:t>
        <a:bodyPr/>
        <a:lstStyle/>
        <a:p>
          <a:endParaRPr lang="tr-TR"/>
        </a:p>
      </dgm:t>
    </dgm:pt>
    <dgm:pt modelId="{3E4706B8-B103-4A2D-B265-A0C9D8EC39AE}" type="sibTrans" cxnId="{10DA7AAA-2373-4DEC-9406-04083C4BF34C}">
      <dgm:prSet/>
      <dgm:spPr/>
      <dgm:t>
        <a:bodyPr/>
        <a:lstStyle/>
        <a:p>
          <a:endParaRPr lang="tr-TR"/>
        </a:p>
      </dgm:t>
    </dgm:pt>
    <dgm:pt modelId="{ED6F8A0C-1887-439F-ADCF-AC5B7D7091A6}">
      <dgm:prSet/>
      <dgm:spPr/>
      <dgm:t>
        <a:bodyPr/>
        <a:lstStyle/>
        <a:p>
          <a:pPr>
            <a:lnSpc>
              <a:spcPct val="100000"/>
            </a:lnSpc>
          </a:pPr>
          <a:r>
            <a:rPr lang="en-US" dirty="0"/>
            <a:t>by presenting</a:t>
          </a:r>
          <a:r>
            <a:rPr lang="tr-TR" dirty="0"/>
            <a:t> </a:t>
          </a:r>
          <a:r>
            <a:rPr lang="en-US" dirty="0"/>
            <a:t>a public key </a:t>
          </a:r>
        </a:p>
      </dgm:t>
    </dgm:pt>
    <dgm:pt modelId="{69A8BC5F-CA2F-4717-8604-AF452B4663DE}" type="parTrans" cxnId="{E84A27E8-0DEB-48B7-AF0C-83BA778EC19B}">
      <dgm:prSet/>
      <dgm:spPr/>
      <dgm:t>
        <a:bodyPr/>
        <a:lstStyle/>
        <a:p>
          <a:endParaRPr lang="tr-TR"/>
        </a:p>
      </dgm:t>
    </dgm:pt>
    <dgm:pt modelId="{B3F3A71A-9829-46ED-BAD9-9095828CCF27}" type="sibTrans" cxnId="{E84A27E8-0DEB-48B7-AF0C-83BA778EC19B}">
      <dgm:prSet/>
      <dgm:spPr/>
      <dgm:t>
        <a:bodyPr/>
        <a:lstStyle/>
        <a:p>
          <a:endParaRPr lang="tr-TR"/>
        </a:p>
      </dgm:t>
    </dgm:pt>
    <dgm:pt modelId="{23E2B7DA-2725-4F7E-8686-5FD31EA2A0EA}">
      <dgm:prSet/>
      <dgm:spPr/>
      <dgm:t>
        <a:bodyPr/>
        <a:lstStyle/>
        <a:p>
          <a:pPr>
            <a:lnSpc>
              <a:spcPct val="100000"/>
            </a:lnSpc>
          </a:pPr>
          <a:r>
            <a:rPr lang="en-US" dirty="0"/>
            <a:t>and a digital signature</a:t>
          </a:r>
        </a:p>
      </dgm:t>
    </dgm:pt>
    <dgm:pt modelId="{EE862BA0-8B2C-4012-B517-8AB766280B21}" type="parTrans" cxnId="{A9EA0DB9-DEBE-42A2-8883-A1CD056C6D7B}">
      <dgm:prSet/>
      <dgm:spPr/>
      <dgm:t>
        <a:bodyPr/>
        <a:lstStyle/>
        <a:p>
          <a:endParaRPr lang="tr-TR"/>
        </a:p>
      </dgm:t>
    </dgm:pt>
    <dgm:pt modelId="{B4A8E21F-4B42-45D1-B0DB-9CC054513292}" type="sibTrans" cxnId="{A9EA0DB9-DEBE-42A2-8883-A1CD056C6D7B}">
      <dgm:prSet/>
      <dgm:spPr/>
      <dgm:t>
        <a:bodyPr/>
        <a:lstStyle/>
        <a:p>
          <a:endParaRPr lang="tr-TR"/>
        </a:p>
      </dgm:t>
    </dgm:pt>
    <dgm:pt modelId="{0B5828C8-9B47-4579-AEA5-4B7158C4A3C0}">
      <dgm:prSet/>
      <dgm:spPr/>
      <dgm:t>
        <a:bodyPr/>
        <a:lstStyle/>
        <a:p>
          <a:pPr>
            <a:lnSpc>
              <a:spcPct val="100000"/>
            </a:lnSpc>
          </a:pPr>
          <a:r>
            <a:rPr lang="tr-TR" dirty="0"/>
            <a:t>produced from </a:t>
          </a:r>
          <a:r>
            <a:rPr lang="en-US" dirty="0"/>
            <a:t>the private key</a:t>
          </a:r>
        </a:p>
      </dgm:t>
    </dgm:pt>
    <dgm:pt modelId="{F839D8EC-B645-425C-95E5-076684217FF7}" type="parTrans" cxnId="{B6B08880-5D6E-4F6F-AEE3-96CEDA81497B}">
      <dgm:prSet/>
      <dgm:spPr/>
      <dgm:t>
        <a:bodyPr/>
        <a:lstStyle/>
        <a:p>
          <a:endParaRPr lang="tr-TR"/>
        </a:p>
      </dgm:t>
    </dgm:pt>
    <dgm:pt modelId="{74125833-8E30-4F24-BAE5-198797DEF552}" type="sibTrans" cxnId="{B6B08880-5D6E-4F6F-AEE3-96CEDA81497B}">
      <dgm:prSet/>
      <dgm:spPr/>
      <dgm:t>
        <a:bodyPr/>
        <a:lstStyle/>
        <a:p>
          <a:endParaRPr lang="tr-TR"/>
        </a:p>
      </dgm:t>
    </dgm:pt>
    <dgm:pt modelId="{0389FA9D-7E67-4024-B313-39E9C05711F9}">
      <dgm:prSet/>
      <dgm:spPr/>
      <dgm:t>
        <a:bodyPr/>
        <a:lstStyle/>
        <a:p>
          <a:pPr>
            <a:lnSpc>
              <a:spcPct val="100000"/>
            </a:lnSpc>
          </a:pPr>
          <a:r>
            <a:rPr lang="tr-TR" dirty="0"/>
            <a:t>of the public key</a:t>
          </a:r>
          <a:endParaRPr lang="en-US" dirty="0"/>
        </a:p>
      </dgm:t>
    </dgm:pt>
    <dgm:pt modelId="{0D1340B4-00B5-406D-948C-04AF8DFAEE5D}" type="parTrans" cxnId="{F6C4C9EB-DC66-4684-8052-34748ED63144}">
      <dgm:prSet/>
      <dgm:spPr/>
      <dgm:t>
        <a:bodyPr/>
        <a:lstStyle/>
        <a:p>
          <a:endParaRPr lang="tr-TR"/>
        </a:p>
      </dgm:t>
    </dgm:pt>
    <dgm:pt modelId="{174B9B6E-9F63-483A-9E59-00804C851F11}" type="sibTrans" cxnId="{F6C4C9EB-DC66-4684-8052-34748ED63144}">
      <dgm:prSet/>
      <dgm:spPr/>
      <dgm:t>
        <a:bodyPr/>
        <a:lstStyle/>
        <a:p>
          <a:endParaRPr lang="tr-TR"/>
        </a:p>
      </dgm:t>
    </dgm:pt>
    <dgm:pt modelId="{F995EAD6-B55C-4D7B-95B5-F47CF6CDC20A}" type="pres">
      <dgm:prSet presAssocID="{4D21D5F2-6CA2-474C-8641-3D48CA9B931F}" presName="root" presStyleCnt="0">
        <dgm:presLayoutVars>
          <dgm:dir/>
          <dgm:resizeHandles val="exact"/>
        </dgm:presLayoutVars>
      </dgm:prSet>
      <dgm:spPr/>
    </dgm:pt>
    <dgm:pt modelId="{64C59C0A-FAF1-46C0-A6D3-7F04D96A08AF}" type="pres">
      <dgm:prSet presAssocID="{B0B87EDF-3F94-4A19-A2BB-F550A08CDEB7}" presName="compNode" presStyleCnt="0"/>
      <dgm:spPr/>
    </dgm:pt>
    <dgm:pt modelId="{36DB00E7-1CB9-4CC5-9760-FFAAB92B61DA}" type="pres">
      <dgm:prSet presAssocID="{B0B87EDF-3F94-4A19-A2BB-F550A08CDEB7}" presName="iconRect" presStyleLbl="node1" presStyleIdx="0" presStyleCnt="3"/>
      <dgm:spPr>
        <a:blipFill>
          <a:blip xmlns:r="http://schemas.openxmlformats.org/officeDocument/2006/relationships" r:embed="rId1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2"/>
              </a:ext>
            </a:extLst>
          </a:blip>
          <a:stretch>
            <a:fillRect/>
          </a:stretch>
        </a:blipFill>
        <a:ln>
          <a:noFill/>
        </a:ln>
      </dgm:spPr>
      <dgm:extLst>
        <a:ext uri="{E40237B7-FDA0-4F09-8148-C483321AD2D9}">
          <dgm14:cNvPr xmlns:dgm14="http://schemas.microsoft.com/office/drawing/2010/diagram" id="0" name="" descr="Bitcoin"/>
        </a:ext>
      </dgm:extLst>
    </dgm:pt>
    <dgm:pt modelId="{C8AA2166-B7CD-4FA3-87F8-22B1238DAAE7}" type="pres">
      <dgm:prSet presAssocID="{B0B87EDF-3F94-4A19-A2BB-F550A08CDEB7}" presName="iconSpace" presStyleCnt="0"/>
      <dgm:spPr/>
    </dgm:pt>
    <dgm:pt modelId="{FAA8CC5F-2DC0-4414-BD18-85078E801883}" type="pres">
      <dgm:prSet presAssocID="{B0B87EDF-3F94-4A19-A2BB-F550A08CDEB7}" presName="parTx" presStyleLbl="revTx" presStyleIdx="0" presStyleCnt="6">
        <dgm:presLayoutVars>
          <dgm:chMax val="0"/>
          <dgm:chPref val="0"/>
        </dgm:presLayoutVars>
      </dgm:prSet>
      <dgm:spPr/>
    </dgm:pt>
    <dgm:pt modelId="{3A565A0E-F466-45D7-8AD8-62D9CFB46889}" type="pres">
      <dgm:prSet presAssocID="{B0B87EDF-3F94-4A19-A2BB-F550A08CDEB7}" presName="txSpace" presStyleCnt="0"/>
      <dgm:spPr/>
    </dgm:pt>
    <dgm:pt modelId="{7E86E862-6FF7-4F84-B767-9E62458D32E3}" type="pres">
      <dgm:prSet presAssocID="{B0B87EDF-3F94-4A19-A2BB-F550A08CDEB7}" presName="desTx" presStyleLbl="revTx" presStyleIdx="1" presStyleCnt="6">
        <dgm:presLayoutVars/>
      </dgm:prSet>
      <dgm:spPr/>
    </dgm:pt>
    <dgm:pt modelId="{7ADFFCFC-CD8A-4F3A-9AF4-AD3C3B861970}" type="pres">
      <dgm:prSet presAssocID="{5E0A1E41-6855-437C-BB2B-F04FC85F2E98}" presName="sibTrans" presStyleCnt="0"/>
      <dgm:spPr/>
    </dgm:pt>
    <dgm:pt modelId="{7586402D-EDC0-4218-95A0-BC91ED6F08BE}" type="pres">
      <dgm:prSet presAssocID="{919103EA-EBFA-4821-92C0-631528A140BD}" presName="compNode" presStyleCnt="0"/>
      <dgm:spPr/>
    </dgm:pt>
    <dgm:pt modelId="{2F0289A8-8145-4DF7-A49F-14EF79AE4A16}" type="pres">
      <dgm:prSet presAssocID="{919103EA-EBFA-4821-92C0-631528A140BD}" presName="iconRect" presStyleLbl="node1" presStyleIdx="1" presStyleCnt="3"/>
      <dgm:spPr>
        <a:blipFill>
          <a:blip xmlns:r="http://schemas.openxmlformats.org/officeDocument/2006/relationships" r:embed="rId3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4"/>
              </a:ext>
            </a:extLst>
          </a:blip>
          <a:stretch>
            <a:fillRect/>
          </a:stretch>
        </a:blipFill>
        <a:ln>
          <a:noFill/>
        </a:ln>
      </dgm:spPr>
      <dgm:extLst>
        <a:ext uri="{E40237B7-FDA0-4F09-8148-C483321AD2D9}">
          <dgm14:cNvPr xmlns:dgm14="http://schemas.microsoft.com/office/drawing/2010/diagram" id="0" name="" descr="Key"/>
        </a:ext>
      </dgm:extLst>
    </dgm:pt>
    <dgm:pt modelId="{28901F90-511F-451A-9BCD-D62E75B73D6A}" type="pres">
      <dgm:prSet presAssocID="{919103EA-EBFA-4821-92C0-631528A140BD}" presName="iconSpace" presStyleCnt="0"/>
      <dgm:spPr/>
    </dgm:pt>
    <dgm:pt modelId="{443D8ABA-82F0-4689-A18E-E395B0EB97F2}" type="pres">
      <dgm:prSet presAssocID="{919103EA-EBFA-4821-92C0-631528A140BD}" presName="parTx" presStyleLbl="revTx" presStyleIdx="2" presStyleCnt="6">
        <dgm:presLayoutVars>
          <dgm:chMax val="0"/>
          <dgm:chPref val="0"/>
        </dgm:presLayoutVars>
      </dgm:prSet>
      <dgm:spPr/>
    </dgm:pt>
    <dgm:pt modelId="{321BFF26-65E0-4FD9-9212-5AE64035ED2F}" type="pres">
      <dgm:prSet presAssocID="{919103EA-EBFA-4821-92C0-631528A140BD}" presName="txSpace" presStyleCnt="0"/>
      <dgm:spPr/>
    </dgm:pt>
    <dgm:pt modelId="{4DA3D910-0878-462C-BB6B-6E76117E9D57}" type="pres">
      <dgm:prSet presAssocID="{919103EA-EBFA-4821-92C0-631528A140BD}" presName="desTx" presStyleLbl="revTx" presStyleIdx="3" presStyleCnt="6">
        <dgm:presLayoutVars/>
      </dgm:prSet>
      <dgm:spPr/>
    </dgm:pt>
    <dgm:pt modelId="{E5DE464E-428F-4715-B044-DB830AA4D38A}" type="pres">
      <dgm:prSet presAssocID="{37442221-5006-49B0-927C-0BDDDCA7AF19}" presName="sibTrans" presStyleCnt="0"/>
      <dgm:spPr/>
    </dgm:pt>
    <dgm:pt modelId="{59EE1814-ADDA-4CF5-826A-7278FE7DA298}" type="pres">
      <dgm:prSet presAssocID="{34C5391F-8822-4793-831C-595F2A12AF13}" presName="compNode" presStyleCnt="0"/>
      <dgm:spPr/>
    </dgm:pt>
    <dgm:pt modelId="{337A8F7D-64B9-46F5-979E-18A7BBA2A225}" type="pres">
      <dgm:prSet presAssocID="{34C5391F-8822-4793-831C-595F2A12AF13}" presName="iconRect" presStyleLbl="node1" presStyleIdx="2" presStyleCnt="3"/>
      <dgm:spPr>
        <a:blipFill>
          <a:blip xmlns:r="http://schemas.openxmlformats.org/officeDocument/2006/relationships" r:embed="rId5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6"/>
              </a:ext>
            </a:extLst>
          </a:blip>
          <a:stretch>
            <a:fillRect/>
          </a:stretch>
        </a:blipFill>
        <a:ln>
          <a:noFill/>
        </a:ln>
      </dgm:spPr>
      <dgm:extLst>
        <a:ext uri="{E40237B7-FDA0-4F09-8148-C483321AD2D9}">
          <dgm14:cNvPr xmlns:dgm14="http://schemas.microsoft.com/office/drawing/2010/diagram" id="0" name="" descr="Bank"/>
        </a:ext>
      </dgm:extLst>
    </dgm:pt>
    <dgm:pt modelId="{5A6C5426-E435-47F3-BE9E-744D0E039440}" type="pres">
      <dgm:prSet presAssocID="{34C5391F-8822-4793-831C-595F2A12AF13}" presName="iconSpace" presStyleCnt="0"/>
      <dgm:spPr/>
    </dgm:pt>
    <dgm:pt modelId="{C1DA10E8-B71E-455C-AC8D-F282A6148D25}" type="pres">
      <dgm:prSet presAssocID="{34C5391F-8822-4793-831C-595F2A12AF13}" presName="parTx" presStyleLbl="revTx" presStyleIdx="4" presStyleCnt="6">
        <dgm:presLayoutVars>
          <dgm:chMax val="0"/>
          <dgm:chPref val="0"/>
        </dgm:presLayoutVars>
      </dgm:prSet>
      <dgm:spPr/>
    </dgm:pt>
    <dgm:pt modelId="{7418F0E9-AA29-4729-B545-EA0307A3D52B}" type="pres">
      <dgm:prSet presAssocID="{34C5391F-8822-4793-831C-595F2A12AF13}" presName="txSpace" presStyleCnt="0"/>
      <dgm:spPr/>
    </dgm:pt>
    <dgm:pt modelId="{89E01691-C5EA-4243-AE1E-8BA2AA17CEDC}" type="pres">
      <dgm:prSet presAssocID="{34C5391F-8822-4793-831C-595F2A12AF13}" presName="desTx" presStyleLbl="revTx" presStyleIdx="5" presStyleCnt="6">
        <dgm:presLayoutVars/>
      </dgm:prSet>
      <dgm:spPr/>
    </dgm:pt>
  </dgm:ptLst>
  <dgm:cxnLst>
    <dgm:cxn modelId="{E4985206-6AD0-47CD-97A0-3D60774D8278}" srcId="{B0B87EDF-3F94-4A19-A2BB-F550A08CDEB7}" destId="{69AFC7D4-7C1A-4A86-A2E1-4549EC984C85}" srcOrd="0" destOrd="0" parTransId="{3F315E1E-ED7E-4EB5-A0BA-B905FA16CE32}" sibTransId="{6675B8A3-04D6-4D28-9DCD-A75DBBC86379}"/>
    <dgm:cxn modelId="{E275B00D-9232-428E-B156-327CD6EF9B03}" srcId="{4D21D5F2-6CA2-474C-8641-3D48CA9B931F}" destId="{919103EA-EBFA-4821-92C0-631528A140BD}" srcOrd="1" destOrd="0" parTransId="{FE301944-1213-4385-9A0A-3B82E7EA1DC4}" sibTransId="{37442221-5006-49B0-927C-0BDDDCA7AF19}"/>
    <dgm:cxn modelId="{1F9EBE15-E74C-40A2-9228-457B25D6492D}" type="presOf" srcId="{0389FA9D-7E67-4024-B313-39E9C05711F9}" destId="{89E01691-C5EA-4243-AE1E-8BA2AA17CEDC}" srcOrd="0" destOrd="1" presId="urn:microsoft.com/office/officeart/2018/5/layout/CenteredIconLabelDescriptionList"/>
    <dgm:cxn modelId="{0A364122-06F7-4D65-BB31-78E1628113FC}" type="presOf" srcId="{ED6F8A0C-1887-439F-ADCF-AC5B7D7091A6}" destId="{4DA3D910-0878-462C-BB6B-6E76117E9D57}" srcOrd="0" destOrd="1" presId="urn:microsoft.com/office/officeart/2018/5/layout/CenteredIconLabelDescriptionList"/>
    <dgm:cxn modelId="{8C90E922-376E-46E6-9777-3738D9A673B0}" type="presOf" srcId="{0B5828C8-9B47-4579-AEA5-4B7158C4A3C0}" destId="{89E01691-C5EA-4243-AE1E-8BA2AA17CEDC}" srcOrd="0" destOrd="0" presId="urn:microsoft.com/office/officeart/2018/5/layout/CenteredIconLabelDescriptionList"/>
    <dgm:cxn modelId="{11CC773F-7B08-4102-B1B7-3E60F919D893}" srcId="{B0B87EDF-3F94-4A19-A2BB-F550A08CDEB7}" destId="{61D4302A-0837-434F-955D-B0A6AAA1B914}" srcOrd="1" destOrd="0" parTransId="{BB2FCCB0-CE88-4C51-99B2-636D950BC2DB}" sibTransId="{AF2EE46C-08A2-47FE-8A75-062EB1BBEAF6}"/>
    <dgm:cxn modelId="{27234961-0777-473B-BEC2-1976434F2336}" type="presOf" srcId="{919103EA-EBFA-4821-92C0-631528A140BD}" destId="{443D8ABA-82F0-4689-A18E-E395B0EB97F2}" srcOrd="0" destOrd="0" presId="urn:microsoft.com/office/officeart/2018/5/layout/CenteredIconLabelDescriptionList"/>
    <dgm:cxn modelId="{5B381D43-459A-4FC1-B1CE-4042844258ED}" type="presOf" srcId="{34C5391F-8822-4793-831C-595F2A12AF13}" destId="{C1DA10E8-B71E-455C-AC8D-F282A6148D25}" srcOrd="0" destOrd="0" presId="urn:microsoft.com/office/officeart/2018/5/layout/CenteredIconLabelDescriptionList"/>
    <dgm:cxn modelId="{622D0165-011A-4A23-8C7E-935739358104}" type="presOf" srcId="{23E2B7DA-2725-4F7E-8686-5FD31EA2A0EA}" destId="{4DA3D910-0878-462C-BB6B-6E76117E9D57}" srcOrd="0" destOrd="2" presId="urn:microsoft.com/office/officeart/2018/5/layout/CenteredIconLabelDescriptionList"/>
    <dgm:cxn modelId="{B6B08880-5D6E-4F6F-AEE3-96CEDA81497B}" srcId="{34C5391F-8822-4793-831C-595F2A12AF13}" destId="{0B5828C8-9B47-4579-AEA5-4B7158C4A3C0}" srcOrd="0" destOrd="0" parTransId="{F839D8EC-B645-425C-95E5-076684217FF7}" sibTransId="{74125833-8E30-4F24-BAE5-198797DEF552}"/>
    <dgm:cxn modelId="{4C334E81-73D3-48FF-8C5C-E4D4ABB8EECC}" srcId="{4D21D5F2-6CA2-474C-8641-3D48CA9B931F}" destId="{B0B87EDF-3F94-4A19-A2BB-F550A08CDEB7}" srcOrd="0" destOrd="0" parTransId="{F7257864-BC67-4010-B98F-9848F54BDACD}" sibTransId="{5E0A1E41-6855-437C-BB2B-F04FC85F2E98}"/>
    <dgm:cxn modelId="{3F4FFE82-13F8-431B-AB35-1EBC7FF99905}" type="presOf" srcId="{61D4302A-0837-434F-955D-B0A6AAA1B914}" destId="{7E86E862-6FF7-4F84-B767-9E62458D32E3}" srcOrd="0" destOrd="1" presId="urn:microsoft.com/office/officeart/2018/5/layout/CenteredIconLabelDescriptionList"/>
    <dgm:cxn modelId="{35915395-0B7E-4B2B-B1DC-754702182A0B}" type="presOf" srcId="{B0B87EDF-3F94-4A19-A2BB-F550A08CDEB7}" destId="{FAA8CC5F-2DC0-4414-BD18-85078E801883}" srcOrd="0" destOrd="0" presId="urn:microsoft.com/office/officeart/2018/5/layout/CenteredIconLabelDescriptionList"/>
    <dgm:cxn modelId="{10DA7AAA-2373-4DEC-9406-04083C4BF34C}" srcId="{919103EA-EBFA-4821-92C0-631528A140BD}" destId="{1316D142-CC74-4D80-93D7-5D735A314474}" srcOrd="0" destOrd="0" parTransId="{098085F0-3F42-4757-8A38-E9674A26CA62}" sibTransId="{3E4706B8-B103-4A2D-B265-A0C9D8EC39AE}"/>
    <dgm:cxn modelId="{A9EA0DB9-DEBE-42A2-8883-A1CD056C6D7B}" srcId="{919103EA-EBFA-4821-92C0-631528A140BD}" destId="{23E2B7DA-2725-4F7E-8686-5FD31EA2A0EA}" srcOrd="2" destOrd="0" parTransId="{EE862BA0-8B2C-4012-B517-8AB766280B21}" sibTransId="{B4A8E21F-4B42-45D1-B0DB-9CC054513292}"/>
    <dgm:cxn modelId="{4A564FC0-9106-46A1-AEA8-1FD18608C4DE}" type="presOf" srcId="{4D21D5F2-6CA2-474C-8641-3D48CA9B931F}" destId="{F995EAD6-B55C-4D7B-95B5-F47CF6CDC20A}" srcOrd="0" destOrd="0" presId="urn:microsoft.com/office/officeart/2018/5/layout/CenteredIconLabelDescriptionList"/>
    <dgm:cxn modelId="{BF8B5CC5-5290-4AE6-85D2-46AB215E720B}" type="presOf" srcId="{69AFC7D4-7C1A-4A86-A2E1-4549EC984C85}" destId="{7E86E862-6FF7-4F84-B767-9E62458D32E3}" srcOrd="0" destOrd="0" presId="urn:microsoft.com/office/officeart/2018/5/layout/CenteredIconLabelDescriptionList"/>
    <dgm:cxn modelId="{3C3941D4-F154-4EF2-BC83-F4DE242D49CC}" type="presOf" srcId="{1316D142-CC74-4D80-93D7-5D735A314474}" destId="{4DA3D910-0878-462C-BB6B-6E76117E9D57}" srcOrd="0" destOrd="0" presId="urn:microsoft.com/office/officeart/2018/5/layout/CenteredIconLabelDescriptionList"/>
    <dgm:cxn modelId="{4D9B9CE7-7CE3-4D73-8BC1-B5438D344C85}" srcId="{4D21D5F2-6CA2-474C-8641-3D48CA9B931F}" destId="{34C5391F-8822-4793-831C-595F2A12AF13}" srcOrd="2" destOrd="0" parTransId="{A3BEEAE8-D4F5-4058-BA9A-02DE9B50F0B3}" sibTransId="{9A024F75-0DAB-432D-8066-2F292ED896BD}"/>
    <dgm:cxn modelId="{E84A27E8-0DEB-48B7-AF0C-83BA778EC19B}" srcId="{919103EA-EBFA-4821-92C0-631528A140BD}" destId="{ED6F8A0C-1887-439F-ADCF-AC5B7D7091A6}" srcOrd="1" destOrd="0" parTransId="{69A8BC5F-CA2F-4717-8604-AF452B4663DE}" sibTransId="{B3F3A71A-9829-46ED-BAD9-9095828CCF27}"/>
    <dgm:cxn modelId="{F6C4C9EB-DC66-4684-8052-34748ED63144}" srcId="{34C5391F-8822-4793-831C-595F2A12AF13}" destId="{0389FA9D-7E67-4024-B313-39E9C05711F9}" srcOrd="1" destOrd="0" parTransId="{0D1340B4-00B5-406D-948C-04AF8DFAEE5D}" sibTransId="{174B9B6E-9F63-483A-9E59-00804C851F11}"/>
    <dgm:cxn modelId="{D2AF8132-F971-43FA-BED3-9E0BFB566237}" type="presParOf" srcId="{F995EAD6-B55C-4D7B-95B5-F47CF6CDC20A}" destId="{64C59C0A-FAF1-46C0-A6D3-7F04D96A08AF}" srcOrd="0" destOrd="0" presId="urn:microsoft.com/office/officeart/2018/5/layout/CenteredIconLabelDescriptionList"/>
    <dgm:cxn modelId="{85E767A9-8F1A-4BF4-8F48-E3DEB54C4D29}" type="presParOf" srcId="{64C59C0A-FAF1-46C0-A6D3-7F04D96A08AF}" destId="{36DB00E7-1CB9-4CC5-9760-FFAAB92B61DA}" srcOrd="0" destOrd="0" presId="urn:microsoft.com/office/officeart/2018/5/layout/CenteredIconLabelDescriptionList"/>
    <dgm:cxn modelId="{57A677FB-66ED-4FB6-8F19-42F01EEC01D2}" type="presParOf" srcId="{64C59C0A-FAF1-46C0-A6D3-7F04D96A08AF}" destId="{C8AA2166-B7CD-4FA3-87F8-22B1238DAAE7}" srcOrd="1" destOrd="0" presId="urn:microsoft.com/office/officeart/2018/5/layout/CenteredIconLabelDescriptionList"/>
    <dgm:cxn modelId="{032A264C-E6C3-4B26-80C4-CDAA0B0933F1}" type="presParOf" srcId="{64C59C0A-FAF1-46C0-A6D3-7F04D96A08AF}" destId="{FAA8CC5F-2DC0-4414-BD18-85078E801883}" srcOrd="2" destOrd="0" presId="urn:microsoft.com/office/officeart/2018/5/layout/CenteredIconLabelDescriptionList"/>
    <dgm:cxn modelId="{D558DE1B-FA6C-4C4F-99DC-94D45DD21BA7}" type="presParOf" srcId="{64C59C0A-FAF1-46C0-A6D3-7F04D96A08AF}" destId="{3A565A0E-F466-45D7-8AD8-62D9CFB46889}" srcOrd="3" destOrd="0" presId="urn:microsoft.com/office/officeart/2018/5/layout/CenteredIconLabelDescriptionList"/>
    <dgm:cxn modelId="{4E3B920F-BE7F-422F-A6C3-4365D5F3180E}" type="presParOf" srcId="{64C59C0A-FAF1-46C0-A6D3-7F04D96A08AF}" destId="{7E86E862-6FF7-4F84-B767-9E62458D32E3}" srcOrd="4" destOrd="0" presId="urn:microsoft.com/office/officeart/2018/5/layout/CenteredIconLabelDescriptionList"/>
    <dgm:cxn modelId="{186A9238-2D8A-4A1A-AD91-A0C02F966157}" type="presParOf" srcId="{F995EAD6-B55C-4D7B-95B5-F47CF6CDC20A}" destId="{7ADFFCFC-CD8A-4F3A-9AF4-AD3C3B861970}" srcOrd="1" destOrd="0" presId="urn:microsoft.com/office/officeart/2018/5/layout/CenteredIconLabelDescriptionList"/>
    <dgm:cxn modelId="{D9F45DFC-E1AA-40A7-AF94-0898B88E349A}" type="presParOf" srcId="{F995EAD6-B55C-4D7B-95B5-F47CF6CDC20A}" destId="{7586402D-EDC0-4218-95A0-BC91ED6F08BE}" srcOrd="2" destOrd="0" presId="urn:microsoft.com/office/officeart/2018/5/layout/CenteredIconLabelDescriptionList"/>
    <dgm:cxn modelId="{F2DAD9A0-6C05-4B30-BCD0-A9E25FA3129A}" type="presParOf" srcId="{7586402D-EDC0-4218-95A0-BC91ED6F08BE}" destId="{2F0289A8-8145-4DF7-A49F-14EF79AE4A16}" srcOrd="0" destOrd="0" presId="urn:microsoft.com/office/officeart/2018/5/layout/CenteredIconLabelDescriptionList"/>
    <dgm:cxn modelId="{A993A0A6-3AE2-48A7-BA92-5CC44CF3C1C1}" type="presParOf" srcId="{7586402D-EDC0-4218-95A0-BC91ED6F08BE}" destId="{28901F90-511F-451A-9BCD-D62E75B73D6A}" srcOrd="1" destOrd="0" presId="urn:microsoft.com/office/officeart/2018/5/layout/CenteredIconLabelDescriptionList"/>
    <dgm:cxn modelId="{E87CAAB4-BC89-4E4E-8D23-A655A88C28AD}" type="presParOf" srcId="{7586402D-EDC0-4218-95A0-BC91ED6F08BE}" destId="{443D8ABA-82F0-4689-A18E-E395B0EB97F2}" srcOrd="2" destOrd="0" presId="urn:microsoft.com/office/officeart/2018/5/layout/CenteredIconLabelDescriptionList"/>
    <dgm:cxn modelId="{C2B02509-74B9-4C48-9DD5-F43B910944D5}" type="presParOf" srcId="{7586402D-EDC0-4218-95A0-BC91ED6F08BE}" destId="{321BFF26-65E0-4FD9-9212-5AE64035ED2F}" srcOrd="3" destOrd="0" presId="urn:microsoft.com/office/officeart/2018/5/layout/CenteredIconLabelDescriptionList"/>
    <dgm:cxn modelId="{AA5A2E17-CDFE-4441-BB81-C05B000AD0FB}" type="presParOf" srcId="{7586402D-EDC0-4218-95A0-BC91ED6F08BE}" destId="{4DA3D910-0878-462C-BB6B-6E76117E9D57}" srcOrd="4" destOrd="0" presId="urn:microsoft.com/office/officeart/2018/5/layout/CenteredIconLabelDescriptionList"/>
    <dgm:cxn modelId="{FC42A73C-1503-4558-AD3C-F202860FF3EF}" type="presParOf" srcId="{F995EAD6-B55C-4D7B-95B5-F47CF6CDC20A}" destId="{E5DE464E-428F-4715-B044-DB830AA4D38A}" srcOrd="3" destOrd="0" presId="urn:microsoft.com/office/officeart/2018/5/layout/CenteredIconLabelDescriptionList"/>
    <dgm:cxn modelId="{D58D0ED7-DCB8-4DEA-B9A6-BC5C42B20826}" type="presParOf" srcId="{F995EAD6-B55C-4D7B-95B5-F47CF6CDC20A}" destId="{59EE1814-ADDA-4CF5-826A-7278FE7DA298}" srcOrd="4" destOrd="0" presId="urn:microsoft.com/office/officeart/2018/5/layout/CenteredIconLabelDescriptionList"/>
    <dgm:cxn modelId="{78898DBF-33B2-47D1-990B-E286A11848A7}" type="presParOf" srcId="{59EE1814-ADDA-4CF5-826A-7278FE7DA298}" destId="{337A8F7D-64B9-46F5-979E-18A7BBA2A225}" srcOrd="0" destOrd="0" presId="urn:microsoft.com/office/officeart/2018/5/layout/CenteredIconLabelDescriptionList"/>
    <dgm:cxn modelId="{89D34AFB-B459-47A7-AE9D-4EFA449A33CF}" type="presParOf" srcId="{59EE1814-ADDA-4CF5-826A-7278FE7DA298}" destId="{5A6C5426-E435-47F3-BE9E-744D0E039440}" srcOrd="1" destOrd="0" presId="urn:microsoft.com/office/officeart/2018/5/layout/CenteredIconLabelDescriptionList"/>
    <dgm:cxn modelId="{F3F85A3F-84AE-4E8F-ACF9-32B3D22B7C74}" type="presParOf" srcId="{59EE1814-ADDA-4CF5-826A-7278FE7DA298}" destId="{C1DA10E8-B71E-455C-AC8D-F282A6148D25}" srcOrd="2" destOrd="0" presId="urn:microsoft.com/office/officeart/2018/5/layout/CenteredIconLabelDescriptionList"/>
    <dgm:cxn modelId="{8C21EE70-EF95-40CD-BD62-88DED03C1C90}" type="presParOf" srcId="{59EE1814-ADDA-4CF5-826A-7278FE7DA298}" destId="{7418F0E9-AA29-4729-B545-EA0307A3D52B}" srcOrd="3" destOrd="0" presId="urn:microsoft.com/office/officeart/2018/5/layout/CenteredIconLabelDescriptionList"/>
    <dgm:cxn modelId="{1B92746A-9FC0-4A52-BFBE-8F2B6AE5D76B}" type="presParOf" srcId="{59EE1814-ADDA-4CF5-826A-7278FE7DA298}" destId="{89E01691-C5EA-4243-AE1E-8BA2AA17CEDC}" srcOrd="4" destOrd="0" presId="urn:microsoft.com/office/officeart/2018/5/layout/CenteredIconLabelDescriptionList"/>
  </dgm:cxnLst>
  <dgm:bg/>
  <dgm:whole/>
  <dgm:extLst>
    <a:ext uri="http://schemas.microsoft.com/office/drawing/2008/diagram">
      <dsp:dataModelExt xmlns:dsp="http://schemas.microsoft.com/office/drawing/2008/diagram" relId="rId6" minVer="http://schemas.openxmlformats.org/drawingml/2006/diagram"/>
    </a:ext>
  </dgm:extLst>
</dgm:dataModel>
</file>

<file path=ppt/diagrams/data86.xml><?xml version="1.0" encoding="utf-8"?>
<dgm:dataModel xmlns:dgm="http://schemas.openxmlformats.org/drawingml/2006/diagram" xmlns:a="http://schemas.openxmlformats.org/drawingml/2006/main">
  <dgm:ptLst>
    <dgm:pt modelId="{97FCF80B-45AF-4968-BFF1-03AFAC42237B}" type="doc">
      <dgm:prSet loTypeId="urn:microsoft.com/office/officeart/2018/2/layout/IconLabelDescriptionList" loCatId="icon" qsTypeId="urn:microsoft.com/office/officeart/2005/8/quickstyle/simple1" qsCatId="simple" csTypeId="urn:microsoft.com/office/officeart/2018/5/colors/Iconchunking_neutralbg_accent4_2" csCatId="accent4" phldr="1"/>
      <dgm:spPr/>
      <dgm:t>
        <a:bodyPr/>
        <a:lstStyle/>
        <a:p>
          <a:endParaRPr lang="en-US"/>
        </a:p>
      </dgm:t>
    </dgm:pt>
    <dgm:pt modelId="{BBD7AF03-AB4F-4F29-90AA-B4EAB807813B}">
      <dgm:prSet/>
      <dgm:spPr/>
      <dgm:t>
        <a:bodyPr/>
        <a:lstStyle/>
        <a:p>
          <a:pPr>
            <a:lnSpc>
              <a:spcPct val="100000"/>
            </a:lnSpc>
            <a:defRPr b="1"/>
          </a:pPr>
          <a:r>
            <a:rPr lang="en-US"/>
            <a:t>Alice made a payment</a:t>
          </a:r>
          <a:r>
            <a:rPr lang="tr-TR"/>
            <a:t> </a:t>
          </a:r>
          <a:r>
            <a:rPr lang="en-US"/>
            <a:t>of 0.015 bitcoin</a:t>
          </a:r>
        </a:p>
      </dgm:t>
    </dgm:pt>
    <dgm:pt modelId="{DA0CA1E8-74F7-41BB-9D2E-F7F553EA46DA}" type="parTrans" cxnId="{B0850234-E8A8-4538-9B0D-4F47FB952A01}">
      <dgm:prSet/>
      <dgm:spPr/>
      <dgm:t>
        <a:bodyPr/>
        <a:lstStyle/>
        <a:p>
          <a:endParaRPr lang="en-US"/>
        </a:p>
      </dgm:t>
    </dgm:pt>
    <dgm:pt modelId="{07D1165D-7637-4639-936D-78643AF0A107}" type="sibTrans" cxnId="{B0850234-E8A8-4538-9B0D-4F47FB952A01}">
      <dgm:prSet/>
      <dgm:spPr/>
      <dgm:t>
        <a:bodyPr/>
        <a:lstStyle/>
        <a:p>
          <a:endParaRPr lang="en-US"/>
        </a:p>
      </dgm:t>
    </dgm:pt>
    <dgm:pt modelId="{A63D432B-3902-4F55-8462-ADE65C16D056}">
      <dgm:prSet/>
      <dgm:spPr/>
      <dgm:t>
        <a:bodyPr/>
        <a:lstStyle/>
        <a:p>
          <a:pPr>
            <a:lnSpc>
              <a:spcPct val="100000"/>
            </a:lnSpc>
          </a:pPr>
          <a:r>
            <a:rPr lang="en-US"/>
            <a:t>to the cafe’s bitcoin address. </a:t>
          </a:r>
        </a:p>
      </dgm:t>
    </dgm:pt>
    <dgm:pt modelId="{22EDD31C-1A58-4822-90CC-B744E44D37D4}" type="parTrans" cxnId="{9CAFC423-3642-4F29-B995-D21E059ABEB1}">
      <dgm:prSet/>
      <dgm:spPr/>
      <dgm:t>
        <a:bodyPr/>
        <a:lstStyle/>
        <a:p>
          <a:endParaRPr lang="en-US"/>
        </a:p>
      </dgm:t>
    </dgm:pt>
    <dgm:pt modelId="{D94AAC00-21E7-4640-8F32-7E84E9E2CB96}" type="sibTrans" cxnId="{9CAFC423-3642-4F29-B995-D21E059ABEB1}">
      <dgm:prSet/>
      <dgm:spPr/>
      <dgm:t>
        <a:bodyPr/>
        <a:lstStyle/>
        <a:p>
          <a:endParaRPr lang="en-US"/>
        </a:p>
      </dgm:t>
    </dgm:pt>
    <dgm:pt modelId="{8B5A3CBF-1DB7-4F75-BD18-A3D0BF55B606}">
      <dgm:prSet/>
      <dgm:spPr/>
      <dgm:t>
        <a:bodyPr/>
        <a:lstStyle/>
        <a:p>
          <a:pPr>
            <a:lnSpc>
              <a:spcPct val="100000"/>
            </a:lnSpc>
            <a:defRPr b="1"/>
          </a:pPr>
          <a:r>
            <a:rPr lang="en-US"/>
            <a:t>That transaction output </a:t>
          </a:r>
        </a:p>
      </dgm:t>
    </dgm:pt>
    <dgm:pt modelId="{90D72B3B-B8A8-4D09-815D-79F08B867CF2}" type="parTrans" cxnId="{F2C84F26-45F5-496A-8D12-955F917A604E}">
      <dgm:prSet/>
      <dgm:spPr/>
      <dgm:t>
        <a:bodyPr/>
        <a:lstStyle/>
        <a:p>
          <a:endParaRPr lang="en-US"/>
        </a:p>
      </dgm:t>
    </dgm:pt>
    <dgm:pt modelId="{73AA473F-5B9E-492D-AA3F-D7DE306D942E}" type="sibTrans" cxnId="{F2C84F26-45F5-496A-8D12-955F917A604E}">
      <dgm:prSet/>
      <dgm:spPr/>
      <dgm:t>
        <a:bodyPr/>
        <a:lstStyle/>
        <a:p>
          <a:endParaRPr lang="en-US"/>
        </a:p>
      </dgm:t>
    </dgm:pt>
    <dgm:pt modelId="{516394E8-66CD-46D5-8438-70AA3C6B8B09}">
      <dgm:prSet/>
      <dgm:spPr/>
      <dgm:t>
        <a:bodyPr/>
        <a:lstStyle/>
        <a:p>
          <a:pPr>
            <a:lnSpc>
              <a:spcPct val="100000"/>
            </a:lnSpc>
          </a:pPr>
          <a:r>
            <a:rPr lang="en-US" dirty="0"/>
            <a:t>would have a</a:t>
          </a:r>
          <a:r>
            <a:rPr lang="tr-TR" dirty="0"/>
            <a:t> </a:t>
          </a:r>
          <a:r>
            <a:rPr lang="en-US" dirty="0"/>
            <a:t>locking script</a:t>
          </a:r>
        </a:p>
      </dgm:t>
    </dgm:pt>
    <dgm:pt modelId="{B1B3A7C5-C5ED-4E5C-A260-278422D0CD75}" type="parTrans" cxnId="{EEA9B331-558C-4EE6-8E42-96B590A1DA2E}">
      <dgm:prSet/>
      <dgm:spPr/>
      <dgm:t>
        <a:bodyPr/>
        <a:lstStyle/>
        <a:p>
          <a:endParaRPr lang="en-US"/>
        </a:p>
      </dgm:t>
    </dgm:pt>
    <dgm:pt modelId="{6B4BE052-8433-4844-8B0B-1347EABF0E27}" type="sibTrans" cxnId="{EEA9B331-558C-4EE6-8E42-96B590A1DA2E}">
      <dgm:prSet/>
      <dgm:spPr/>
      <dgm:t>
        <a:bodyPr/>
        <a:lstStyle/>
        <a:p>
          <a:endParaRPr lang="en-US"/>
        </a:p>
      </dgm:t>
    </dgm:pt>
    <dgm:pt modelId="{47468F1D-42EE-4110-BE8F-40849D9E2DC1}">
      <dgm:prSet/>
      <dgm:spPr/>
      <dgm:t>
        <a:bodyPr/>
        <a:lstStyle/>
        <a:p>
          <a:pPr>
            <a:lnSpc>
              <a:spcPct val="100000"/>
            </a:lnSpc>
          </a:pPr>
          <a:r>
            <a:rPr lang="en-US" dirty="0"/>
            <a:t>OP_DUP OP_HASH160 &lt;Cafe Public Key Hash&gt; OP_EQUALVERIFY OP_CHECKSIG</a:t>
          </a:r>
        </a:p>
      </dgm:t>
    </dgm:pt>
    <dgm:pt modelId="{FF212869-A337-4887-BBBF-0707D14ABEDE}" type="parTrans" cxnId="{A01B80A3-C0D9-4582-9013-09B75240569D}">
      <dgm:prSet/>
      <dgm:spPr/>
    </dgm:pt>
    <dgm:pt modelId="{6DEB18A5-DDD7-4B63-A801-6C1143F0D9C9}" type="sibTrans" cxnId="{A01B80A3-C0D9-4582-9013-09B75240569D}">
      <dgm:prSet/>
      <dgm:spPr/>
    </dgm:pt>
    <dgm:pt modelId="{77B840CE-21B1-40F6-BE43-3B9578335D25}">
      <dgm:prSet/>
      <dgm:spPr/>
      <dgm:t>
        <a:bodyPr/>
        <a:lstStyle/>
        <a:p>
          <a:pPr>
            <a:lnSpc>
              <a:spcPct val="100000"/>
            </a:lnSpc>
            <a:defRPr b="1"/>
          </a:pPr>
          <a:r>
            <a:rPr lang="tr-TR"/>
            <a:t>Locking script</a:t>
          </a:r>
          <a:endParaRPr lang="en-US"/>
        </a:p>
      </dgm:t>
    </dgm:pt>
    <dgm:pt modelId="{985E6F0A-EC03-45A9-998A-D6C99760CD8E}" type="parTrans" cxnId="{063F7692-4700-49A3-99F1-C9A51D6E88EC}">
      <dgm:prSet/>
      <dgm:spPr/>
    </dgm:pt>
    <dgm:pt modelId="{86F9E06D-BB73-498D-A356-26766166DA4D}" type="sibTrans" cxnId="{063F7692-4700-49A3-99F1-C9A51D6E88EC}">
      <dgm:prSet/>
      <dgm:spPr/>
    </dgm:pt>
    <dgm:pt modelId="{0F1E2C5C-3C94-4728-ACAA-4BF5ADC82FDE}" type="pres">
      <dgm:prSet presAssocID="{97FCF80B-45AF-4968-BFF1-03AFAC42237B}" presName="root" presStyleCnt="0">
        <dgm:presLayoutVars>
          <dgm:dir/>
          <dgm:resizeHandles val="exact"/>
        </dgm:presLayoutVars>
      </dgm:prSet>
      <dgm:spPr/>
    </dgm:pt>
    <dgm:pt modelId="{EEFE9403-4387-4383-B7BE-029FA91CE67D}" type="pres">
      <dgm:prSet presAssocID="{BBD7AF03-AB4F-4F29-90AA-B4EAB807813B}" presName="compNode" presStyleCnt="0"/>
      <dgm:spPr/>
    </dgm:pt>
    <dgm:pt modelId="{8AA49A61-1E1C-489B-B433-33A7B18FB5F7}" type="pres">
      <dgm:prSet presAssocID="{BBD7AF03-AB4F-4F29-90AA-B4EAB807813B}" presName="iconRect" presStyleLbl="node1" presStyleIdx="0" presStyleCnt="3"/>
      <dgm:spPr>
        <a:blipFill>
          <a:blip xmlns:r="http://schemas.openxmlformats.org/officeDocument/2006/relationships" r:embed="rId1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2"/>
              </a:ext>
            </a:extLst>
          </a:blip>
          <a:stretch>
            <a:fillRect/>
          </a:stretch>
        </a:blipFill>
        <a:ln>
          <a:noFill/>
        </a:ln>
      </dgm:spPr>
      <dgm:extLst>
        <a:ext uri="{E40237B7-FDA0-4F09-8148-C483321AD2D9}">
          <dgm14:cNvPr xmlns:dgm14="http://schemas.microsoft.com/office/drawing/2010/diagram" id="0" name="" descr="Bitcoin"/>
        </a:ext>
      </dgm:extLst>
    </dgm:pt>
    <dgm:pt modelId="{1D96B942-9883-48AB-B806-6A50C1DD4A10}" type="pres">
      <dgm:prSet presAssocID="{BBD7AF03-AB4F-4F29-90AA-B4EAB807813B}" presName="iconSpace" presStyleCnt="0"/>
      <dgm:spPr/>
    </dgm:pt>
    <dgm:pt modelId="{E5CCDCB7-5825-4F33-92B9-ACDAEEBB6DEC}" type="pres">
      <dgm:prSet presAssocID="{BBD7AF03-AB4F-4F29-90AA-B4EAB807813B}" presName="parTx" presStyleLbl="revTx" presStyleIdx="0" presStyleCnt="6">
        <dgm:presLayoutVars>
          <dgm:chMax val="0"/>
          <dgm:chPref val="0"/>
        </dgm:presLayoutVars>
      </dgm:prSet>
      <dgm:spPr/>
    </dgm:pt>
    <dgm:pt modelId="{EF455341-A54D-48BE-8B49-221AFF1FC7E3}" type="pres">
      <dgm:prSet presAssocID="{BBD7AF03-AB4F-4F29-90AA-B4EAB807813B}" presName="txSpace" presStyleCnt="0"/>
      <dgm:spPr/>
    </dgm:pt>
    <dgm:pt modelId="{FA4ECFF5-5733-4984-9FDB-34774083ED04}" type="pres">
      <dgm:prSet presAssocID="{BBD7AF03-AB4F-4F29-90AA-B4EAB807813B}" presName="desTx" presStyleLbl="revTx" presStyleIdx="1" presStyleCnt="6">
        <dgm:presLayoutVars/>
      </dgm:prSet>
      <dgm:spPr/>
    </dgm:pt>
    <dgm:pt modelId="{DB1CDE49-80C8-47E5-B2C1-5A114F669865}" type="pres">
      <dgm:prSet presAssocID="{07D1165D-7637-4639-936D-78643AF0A107}" presName="sibTrans" presStyleCnt="0"/>
      <dgm:spPr/>
    </dgm:pt>
    <dgm:pt modelId="{20F965BF-760F-4539-AC66-B249F81A0F33}" type="pres">
      <dgm:prSet presAssocID="{8B5A3CBF-1DB7-4F75-BD18-A3D0BF55B606}" presName="compNode" presStyleCnt="0"/>
      <dgm:spPr/>
    </dgm:pt>
    <dgm:pt modelId="{DA02A2D1-FB0D-4EE6-82B2-12D27354A2EC}" type="pres">
      <dgm:prSet presAssocID="{8B5A3CBF-1DB7-4F75-BD18-A3D0BF55B606}" presName="iconRect" presStyleLbl="node1" presStyleIdx="1" presStyleCnt="3"/>
      <dgm:spPr>
        <a:blipFill>
          <a:blip xmlns:r="http://schemas.openxmlformats.org/officeDocument/2006/relationships" r:embed="rId3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4"/>
              </a:ext>
            </a:extLst>
          </a:blip>
          <a:stretch>
            <a:fillRect/>
          </a:stretch>
        </a:blipFill>
        <a:ln>
          <a:noFill/>
        </a:ln>
      </dgm:spPr>
      <dgm:extLst>
        <a:ext uri="{E40237B7-FDA0-4F09-8148-C483321AD2D9}">
          <dgm14:cNvPr xmlns:dgm14="http://schemas.microsoft.com/office/drawing/2010/diagram" id="0" name="" descr="Processor"/>
        </a:ext>
      </dgm:extLst>
    </dgm:pt>
    <dgm:pt modelId="{9B04E58E-4BB3-42FA-A9B0-33F067C06B27}" type="pres">
      <dgm:prSet presAssocID="{8B5A3CBF-1DB7-4F75-BD18-A3D0BF55B606}" presName="iconSpace" presStyleCnt="0"/>
      <dgm:spPr/>
    </dgm:pt>
    <dgm:pt modelId="{1A0E2B10-75E2-44B9-82DE-F10063C05878}" type="pres">
      <dgm:prSet presAssocID="{8B5A3CBF-1DB7-4F75-BD18-A3D0BF55B606}" presName="parTx" presStyleLbl="revTx" presStyleIdx="2" presStyleCnt="6">
        <dgm:presLayoutVars>
          <dgm:chMax val="0"/>
          <dgm:chPref val="0"/>
        </dgm:presLayoutVars>
      </dgm:prSet>
      <dgm:spPr/>
    </dgm:pt>
    <dgm:pt modelId="{97ECAB31-18D7-4FCD-A2D0-23EEADECA640}" type="pres">
      <dgm:prSet presAssocID="{8B5A3CBF-1DB7-4F75-BD18-A3D0BF55B606}" presName="txSpace" presStyleCnt="0"/>
      <dgm:spPr/>
    </dgm:pt>
    <dgm:pt modelId="{28C72399-87DA-4162-AA6E-574E93408900}" type="pres">
      <dgm:prSet presAssocID="{8B5A3CBF-1DB7-4F75-BD18-A3D0BF55B606}" presName="desTx" presStyleLbl="revTx" presStyleIdx="3" presStyleCnt="6">
        <dgm:presLayoutVars/>
      </dgm:prSet>
      <dgm:spPr/>
    </dgm:pt>
    <dgm:pt modelId="{6E9EE26B-3BFD-4C79-B058-7C99F0FC1ABD}" type="pres">
      <dgm:prSet presAssocID="{73AA473F-5B9E-492D-AA3F-D7DE306D942E}" presName="sibTrans" presStyleCnt="0"/>
      <dgm:spPr/>
    </dgm:pt>
    <dgm:pt modelId="{050F8D03-BF58-4FD4-B62F-B27186E9E6E0}" type="pres">
      <dgm:prSet presAssocID="{77B840CE-21B1-40F6-BE43-3B9578335D25}" presName="compNode" presStyleCnt="0"/>
      <dgm:spPr/>
    </dgm:pt>
    <dgm:pt modelId="{61AC6AE5-3596-429A-8B56-F1FAB43415C6}" type="pres">
      <dgm:prSet presAssocID="{77B840CE-21B1-40F6-BE43-3B9578335D25}" presName="iconRect" presStyleLbl="node1" presStyleIdx="2" presStyleCnt="3"/>
      <dgm:spPr>
        <a:blipFill>
          <a:blip xmlns:r="http://schemas.openxmlformats.org/officeDocument/2006/relationships" r:embed="rId5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6"/>
              </a:ext>
            </a:extLst>
          </a:blip>
          <a:stretch>
            <a:fillRect/>
          </a:stretch>
        </a:blipFill>
        <a:ln>
          <a:noFill/>
        </a:ln>
      </dgm:spPr>
      <dgm:extLst>
        <a:ext uri="{E40237B7-FDA0-4F09-8148-C483321AD2D9}">
          <dgm14:cNvPr xmlns:dgm14="http://schemas.microsoft.com/office/drawing/2010/diagram" id="0" name="" descr="Unlock"/>
        </a:ext>
      </dgm:extLst>
    </dgm:pt>
    <dgm:pt modelId="{DFB7AAA6-12B2-47FC-B7C2-C39B08D2ECE2}" type="pres">
      <dgm:prSet presAssocID="{77B840CE-21B1-40F6-BE43-3B9578335D25}" presName="iconSpace" presStyleCnt="0"/>
      <dgm:spPr/>
    </dgm:pt>
    <dgm:pt modelId="{28B1EF41-1E6C-4008-A1B6-AD0F08540B3D}" type="pres">
      <dgm:prSet presAssocID="{77B840CE-21B1-40F6-BE43-3B9578335D25}" presName="parTx" presStyleLbl="revTx" presStyleIdx="4" presStyleCnt="6">
        <dgm:presLayoutVars>
          <dgm:chMax val="0"/>
          <dgm:chPref val="0"/>
        </dgm:presLayoutVars>
      </dgm:prSet>
      <dgm:spPr/>
    </dgm:pt>
    <dgm:pt modelId="{5D43BE25-CC25-4129-B465-F91E6F253E63}" type="pres">
      <dgm:prSet presAssocID="{77B840CE-21B1-40F6-BE43-3B9578335D25}" presName="txSpace" presStyleCnt="0"/>
      <dgm:spPr/>
    </dgm:pt>
    <dgm:pt modelId="{2E70AD51-FFB0-43FA-B9D3-C76B85946888}" type="pres">
      <dgm:prSet presAssocID="{77B840CE-21B1-40F6-BE43-3B9578335D25}" presName="desTx" presStyleLbl="revTx" presStyleIdx="5" presStyleCnt="6">
        <dgm:presLayoutVars/>
      </dgm:prSet>
      <dgm:spPr/>
    </dgm:pt>
  </dgm:ptLst>
  <dgm:cxnLst>
    <dgm:cxn modelId="{9CAFC423-3642-4F29-B995-D21E059ABEB1}" srcId="{BBD7AF03-AB4F-4F29-90AA-B4EAB807813B}" destId="{A63D432B-3902-4F55-8462-ADE65C16D056}" srcOrd="0" destOrd="0" parTransId="{22EDD31C-1A58-4822-90CC-B744E44D37D4}" sibTransId="{D94AAC00-21E7-4640-8F32-7E84E9E2CB96}"/>
    <dgm:cxn modelId="{F2C84F26-45F5-496A-8D12-955F917A604E}" srcId="{97FCF80B-45AF-4968-BFF1-03AFAC42237B}" destId="{8B5A3CBF-1DB7-4F75-BD18-A3D0BF55B606}" srcOrd="1" destOrd="0" parTransId="{90D72B3B-B8A8-4D09-815D-79F08B867CF2}" sibTransId="{73AA473F-5B9E-492D-AA3F-D7DE306D942E}"/>
    <dgm:cxn modelId="{EEA9B331-558C-4EE6-8E42-96B590A1DA2E}" srcId="{8B5A3CBF-1DB7-4F75-BD18-A3D0BF55B606}" destId="{516394E8-66CD-46D5-8438-70AA3C6B8B09}" srcOrd="0" destOrd="0" parTransId="{B1B3A7C5-C5ED-4E5C-A260-278422D0CD75}" sibTransId="{6B4BE052-8433-4844-8B0B-1347EABF0E27}"/>
    <dgm:cxn modelId="{B0850234-E8A8-4538-9B0D-4F47FB952A01}" srcId="{97FCF80B-45AF-4968-BFF1-03AFAC42237B}" destId="{BBD7AF03-AB4F-4F29-90AA-B4EAB807813B}" srcOrd="0" destOrd="0" parTransId="{DA0CA1E8-74F7-41BB-9D2E-F7F553EA46DA}" sibTransId="{07D1165D-7637-4639-936D-78643AF0A107}"/>
    <dgm:cxn modelId="{63E5397A-EFB3-4AD7-AF27-02E42D021E1F}" type="presOf" srcId="{97FCF80B-45AF-4968-BFF1-03AFAC42237B}" destId="{0F1E2C5C-3C94-4728-ACAA-4BF5ADC82FDE}" srcOrd="0" destOrd="0" presId="urn:microsoft.com/office/officeart/2018/2/layout/IconLabelDescriptionList"/>
    <dgm:cxn modelId="{06608D85-5649-4618-9C32-091B7BF821A5}" type="presOf" srcId="{8B5A3CBF-1DB7-4F75-BD18-A3D0BF55B606}" destId="{1A0E2B10-75E2-44B9-82DE-F10063C05878}" srcOrd="0" destOrd="0" presId="urn:microsoft.com/office/officeart/2018/2/layout/IconLabelDescriptionList"/>
    <dgm:cxn modelId="{094FE58D-0051-45D8-A99A-EF8117B664C6}" type="presOf" srcId="{BBD7AF03-AB4F-4F29-90AA-B4EAB807813B}" destId="{E5CCDCB7-5825-4F33-92B9-ACDAEEBB6DEC}" srcOrd="0" destOrd="0" presId="urn:microsoft.com/office/officeart/2018/2/layout/IconLabelDescriptionList"/>
    <dgm:cxn modelId="{063F7692-4700-49A3-99F1-C9A51D6E88EC}" srcId="{97FCF80B-45AF-4968-BFF1-03AFAC42237B}" destId="{77B840CE-21B1-40F6-BE43-3B9578335D25}" srcOrd="2" destOrd="0" parTransId="{985E6F0A-EC03-45A9-998A-D6C99760CD8E}" sibTransId="{86F9E06D-BB73-498D-A356-26766166DA4D}"/>
    <dgm:cxn modelId="{A01B80A3-C0D9-4582-9013-09B75240569D}" srcId="{77B840CE-21B1-40F6-BE43-3B9578335D25}" destId="{47468F1D-42EE-4110-BE8F-40849D9E2DC1}" srcOrd="0" destOrd="0" parTransId="{FF212869-A337-4887-BBBF-0707D14ABEDE}" sibTransId="{6DEB18A5-DDD7-4B63-A801-6C1143F0D9C9}"/>
    <dgm:cxn modelId="{4E4081A9-CF1D-4ED6-B32E-58AF63E7CDBA}" type="presOf" srcId="{A63D432B-3902-4F55-8462-ADE65C16D056}" destId="{FA4ECFF5-5733-4984-9FDB-34774083ED04}" srcOrd="0" destOrd="0" presId="urn:microsoft.com/office/officeart/2018/2/layout/IconLabelDescriptionList"/>
    <dgm:cxn modelId="{737947E2-EAD5-4F57-808A-B5BFB06467FF}" type="presOf" srcId="{77B840CE-21B1-40F6-BE43-3B9578335D25}" destId="{28B1EF41-1E6C-4008-A1B6-AD0F08540B3D}" srcOrd="0" destOrd="0" presId="urn:microsoft.com/office/officeart/2018/2/layout/IconLabelDescriptionList"/>
    <dgm:cxn modelId="{C7193FF4-6D15-4799-9EFA-BFFAA07CF550}" type="presOf" srcId="{47468F1D-42EE-4110-BE8F-40849D9E2DC1}" destId="{2E70AD51-FFB0-43FA-B9D3-C76B85946888}" srcOrd="0" destOrd="0" presId="urn:microsoft.com/office/officeart/2018/2/layout/IconLabelDescriptionList"/>
    <dgm:cxn modelId="{0C9E61FF-42D2-45B7-BE0D-FAAD11518FB7}" type="presOf" srcId="{516394E8-66CD-46D5-8438-70AA3C6B8B09}" destId="{28C72399-87DA-4162-AA6E-574E93408900}" srcOrd="0" destOrd="0" presId="urn:microsoft.com/office/officeart/2018/2/layout/IconLabelDescriptionList"/>
    <dgm:cxn modelId="{6C5BA60B-374D-49FF-9639-72E825EEF8E1}" type="presParOf" srcId="{0F1E2C5C-3C94-4728-ACAA-4BF5ADC82FDE}" destId="{EEFE9403-4387-4383-B7BE-029FA91CE67D}" srcOrd="0" destOrd="0" presId="urn:microsoft.com/office/officeart/2018/2/layout/IconLabelDescriptionList"/>
    <dgm:cxn modelId="{86ABFDA2-B8BC-43AE-ACDB-1E709FD26677}" type="presParOf" srcId="{EEFE9403-4387-4383-B7BE-029FA91CE67D}" destId="{8AA49A61-1E1C-489B-B433-33A7B18FB5F7}" srcOrd="0" destOrd="0" presId="urn:microsoft.com/office/officeart/2018/2/layout/IconLabelDescriptionList"/>
    <dgm:cxn modelId="{0350321C-7279-4F85-AAB0-7857D8FB560A}" type="presParOf" srcId="{EEFE9403-4387-4383-B7BE-029FA91CE67D}" destId="{1D96B942-9883-48AB-B806-6A50C1DD4A10}" srcOrd="1" destOrd="0" presId="urn:microsoft.com/office/officeart/2018/2/layout/IconLabelDescriptionList"/>
    <dgm:cxn modelId="{2B000995-5D03-459C-A7B2-1D970288C610}" type="presParOf" srcId="{EEFE9403-4387-4383-B7BE-029FA91CE67D}" destId="{E5CCDCB7-5825-4F33-92B9-ACDAEEBB6DEC}" srcOrd="2" destOrd="0" presId="urn:microsoft.com/office/officeart/2018/2/layout/IconLabelDescriptionList"/>
    <dgm:cxn modelId="{EC409970-4902-4ADB-838C-AFEC40B8F3AB}" type="presParOf" srcId="{EEFE9403-4387-4383-B7BE-029FA91CE67D}" destId="{EF455341-A54D-48BE-8B49-221AFF1FC7E3}" srcOrd="3" destOrd="0" presId="urn:microsoft.com/office/officeart/2018/2/layout/IconLabelDescriptionList"/>
    <dgm:cxn modelId="{A7362983-CCF6-4182-9F50-D33468CB4602}" type="presParOf" srcId="{EEFE9403-4387-4383-B7BE-029FA91CE67D}" destId="{FA4ECFF5-5733-4984-9FDB-34774083ED04}" srcOrd="4" destOrd="0" presId="urn:microsoft.com/office/officeart/2018/2/layout/IconLabelDescriptionList"/>
    <dgm:cxn modelId="{E38611B1-DCAE-4BF1-BD8C-CEE0840BA263}" type="presParOf" srcId="{0F1E2C5C-3C94-4728-ACAA-4BF5ADC82FDE}" destId="{DB1CDE49-80C8-47E5-B2C1-5A114F669865}" srcOrd="1" destOrd="0" presId="urn:microsoft.com/office/officeart/2018/2/layout/IconLabelDescriptionList"/>
    <dgm:cxn modelId="{2FE60D3E-6184-4526-9FDF-44FBC7B3CE9C}" type="presParOf" srcId="{0F1E2C5C-3C94-4728-ACAA-4BF5ADC82FDE}" destId="{20F965BF-760F-4539-AC66-B249F81A0F33}" srcOrd="2" destOrd="0" presId="urn:microsoft.com/office/officeart/2018/2/layout/IconLabelDescriptionList"/>
    <dgm:cxn modelId="{3C8315DB-15FF-474E-B7B5-531D90BBFF25}" type="presParOf" srcId="{20F965BF-760F-4539-AC66-B249F81A0F33}" destId="{DA02A2D1-FB0D-4EE6-82B2-12D27354A2EC}" srcOrd="0" destOrd="0" presId="urn:microsoft.com/office/officeart/2018/2/layout/IconLabelDescriptionList"/>
    <dgm:cxn modelId="{81EBFB1D-7BCD-4878-A52A-CDA76B82F7D6}" type="presParOf" srcId="{20F965BF-760F-4539-AC66-B249F81A0F33}" destId="{9B04E58E-4BB3-42FA-A9B0-33F067C06B27}" srcOrd="1" destOrd="0" presId="urn:microsoft.com/office/officeart/2018/2/layout/IconLabelDescriptionList"/>
    <dgm:cxn modelId="{BE2CAE71-54E4-4B32-AF6B-978CABCE616D}" type="presParOf" srcId="{20F965BF-760F-4539-AC66-B249F81A0F33}" destId="{1A0E2B10-75E2-44B9-82DE-F10063C05878}" srcOrd="2" destOrd="0" presId="urn:microsoft.com/office/officeart/2018/2/layout/IconLabelDescriptionList"/>
    <dgm:cxn modelId="{E07E5E83-D148-4F98-9A31-FEABAEF7E24B}" type="presParOf" srcId="{20F965BF-760F-4539-AC66-B249F81A0F33}" destId="{97ECAB31-18D7-4FCD-A2D0-23EEADECA640}" srcOrd="3" destOrd="0" presId="urn:microsoft.com/office/officeart/2018/2/layout/IconLabelDescriptionList"/>
    <dgm:cxn modelId="{F96B46AE-F807-40DB-9B8D-BB14E46A6A6C}" type="presParOf" srcId="{20F965BF-760F-4539-AC66-B249F81A0F33}" destId="{28C72399-87DA-4162-AA6E-574E93408900}" srcOrd="4" destOrd="0" presId="urn:microsoft.com/office/officeart/2018/2/layout/IconLabelDescriptionList"/>
    <dgm:cxn modelId="{801F73D5-091D-4FC0-86C4-E6F6788FB739}" type="presParOf" srcId="{0F1E2C5C-3C94-4728-ACAA-4BF5ADC82FDE}" destId="{6E9EE26B-3BFD-4C79-B058-7C99F0FC1ABD}" srcOrd="3" destOrd="0" presId="urn:microsoft.com/office/officeart/2018/2/layout/IconLabelDescriptionList"/>
    <dgm:cxn modelId="{3E0DD863-0F78-4915-9AA9-4FF35D650D2A}" type="presParOf" srcId="{0F1E2C5C-3C94-4728-ACAA-4BF5ADC82FDE}" destId="{050F8D03-BF58-4FD4-B62F-B27186E9E6E0}" srcOrd="4" destOrd="0" presId="urn:microsoft.com/office/officeart/2018/2/layout/IconLabelDescriptionList"/>
    <dgm:cxn modelId="{FAE4C765-A4AE-4A1C-9255-F03BE8CE9311}" type="presParOf" srcId="{050F8D03-BF58-4FD4-B62F-B27186E9E6E0}" destId="{61AC6AE5-3596-429A-8B56-F1FAB43415C6}" srcOrd="0" destOrd="0" presId="urn:microsoft.com/office/officeart/2018/2/layout/IconLabelDescriptionList"/>
    <dgm:cxn modelId="{C68B0126-CA38-4A04-90C4-64F187F64261}" type="presParOf" srcId="{050F8D03-BF58-4FD4-B62F-B27186E9E6E0}" destId="{DFB7AAA6-12B2-47FC-B7C2-C39B08D2ECE2}" srcOrd="1" destOrd="0" presId="urn:microsoft.com/office/officeart/2018/2/layout/IconLabelDescriptionList"/>
    <dgm:cxn modelId="{BEFE6A15-6586-46B5-B90D-51F18B617CEF}" type="presParOf" srcId="{050F8D03-BF58-4FD4-B62F-B27186E9E6E0}" destId="{28B1EF41-1E6C-4008-A1B6-AD0F08540B3D}" srcOrd="2" destOrd="0" presId="urn:microsoft.com/office/officeart/2018/2/layout/IconLabelDescriptionList"/>
    <dgm:cxn modelId="{A9436BD8-9B6E-4BC2-9DD8-8A2E2AB324D5}" type="presParOf" srcId="{050F8D03-BF58-4FD4-B62F-B27186E9E6E0}" destId="{5D43BE25-CC25-4129-B465-F91E6F253E63}" srcOrd="3" destOrd="0" presId="urn:microsoft.com/office/officeart/2018/2/layout/IconLabelDescriptionList"/>
    <dgm:cxn modelId="{AE9782D9-38F5-47B9-8458-61295CD53539}" type="presParOf" srcId="{050F8D03-BF58-4FD4-B62F-B27186E9E6E0}" destId="{2E70AD51-FFB0-43FA-B9D3-C76B85946888}" srcOrd="4" destOrd="0" presId="urn:microsoft.com/office/officeart/2018/2/layout/IconLabelDescriptionList"/>
  </dgm:cxnLst>
  <dgm:bg/>
  <dgm:whole/>
  <dgm:extLst>
    <a:ext uri="http://schemas.microsoft.com/office/drawing/2008/diagram">
      <dsp:dataModelExt xmlns:dsp="http://schemas.microsoft.com/office/drawing/2008/diagram" relId="rId6" minVer="http://schemas.openxmlformats.org/drawingml/2006/diagram"/>
    </a:ext>
  </dgm:extLst>
</dgm:dataModel>
</file>

<file path=ppt/diagrams/data87.xml><?xml version="1.0" encoding="utf-8"?>
<dgm:dataModel xmlns:dgm="http://schemas.openxmlformats.org/drawingml/2006/diagram" xmlns:a="http://schemas.openxmlformats.org/drawingml/2006/main">
  <dgm:ptLst>
    <dgm:pt modelId="{97FCF80B-45AF-4968-BFF1-03AFAC42237B}" type="doc">
      <dgm:prSet loTypeId="urn:microsoft.com/office/officeart/2018/5/layout/CenteredIconLabelDescriptionList" loCatId="icon" qsTypeId="urn:microsoft.com/office/officeart/2005/8/quickstyle/simple1" qsCatId="simple" csTypeId="urn:microsoft.com/office/officeart/2018/5/colors/Iconchunking_neutralbg_colorful1" csCatId="colorful" phldr="1"/>
      <dgm:spPr/>
      <dgm:t>
        <a:bodyPr/>
        <a:lstStyle/>
        <a:p>
          <a:endParaRPr lang="en-US"/>
        </a:p>
      </dgm:t>
    </dgm:pt>
    <dgm:pt modelId="{D9647298-EF1B-4F7E-BA22-EED08EC0E96D}">
      <dgm:prSet/>
      <dgm:spPr/>
      <dgm:t>
        <a:bodyPr/>
        <a:lstStyle/>
        <a:p>
          <a:pPr>
            <a:lnSpc>
              <a:spcPct val="100000"/>
            </a:lnSpc>
            <a:defRPr b="1"/>
          </a:pPr>
          <a:r>
            <a:rPr lang="en-US"/>
            <a:t>The Cafe Public Key Hash </a:t>
          </a:r>
        </a:p>
      </dgm:t>
    </dgm:pt>
    <dgm:pt modelId="{3A0F2E5D-8F3C-4335-81BB-3100D219088A}" type="parTrans" cxnId="{633356C8-EF46-4A6D-853C-C0940B5C824C}">
      <dgm:prSet/>
      <dgm:spPr/>
      <dgm:t>
        <a:bodyPr/>
        <a:lstStyle/>
        <a:p>
          <a:endParaRPr lang="en-US"/>
        </a:p>
      </dgm:t>
    </dgm:pt>
    <dgm:pt modelId="{1E0068E1-6146-4FC3-BB86-2F56CB331A7A}" type="sibTrans" cxnId="{633356C8-EF46-4A6D-853C-C0940B5C824C}">
      <dgm:prSet/>
      <dgm:spPr/>
      <dgm:t>
        <a:bodyPr/>
        <a:lstStyle/>
        <a:p>
          <a:endParaRPr lang="en-US"/>
        </a:p>
      </dgm:t>
    </dgm:pt>
    <dgm:pt modelId="{49794B91-8832-4013-838F-D7E0FDF312FA}">
      <dgm:prSet/>
      <dgm:spPr/>
      <dgm:t>
        <a:bodyPr/>
        <a:lstStyle/>
        <a:p>
          <a:pPr>
            <a:lnSpc>
              <a:spcPct val="100000"/>
            </a:lnSpc>
          </a:pPr>
          <a:r>
            <a:rPr lang="en-US" dirty="0"/>
            <a:t>is bitcoin address of the cafe </a:t>
          </a:r>
        </a:p>
      </dgm:t>
    </dgm:pt>
    <dgm:pt modelId="{B5DBA322-DD1B-4A7B-9DF5-20111E98E417}" type="parTrans" cxnId="{A487B5E1-1ECD-4DC7-B94B-2242C9B9A5C3}">
      <dgm:prSet/>
      <dgm:spPr/>
      <dgm:t>
        <a:bodyPr/>
        <a:lstStyle/>
        <a:p>
          <a:endParaRPr lang="en-US"/>
        </a:p>
      </dgm:t>
    </dgm:pt>
    <dgm:pt modelId="{9EDDEB0C-291E-483B-A3F9-CCE753665451}" type="sibTrans" cxnId="{A487B5E1-1ECD-4DC7-B94B-2242C9B9A5C3}">
      <dgm:prSet/>
      <dgm:spPr/>
      <dgm:t>
        <a:bodyPr/>
        <a:lstStyle/>
        <a:p>
          <a:endParaRPr lang="en-US"/>
        </a:p>
      </dgm:t>
    </dgm:pt>
    <dgm:pt modelId="{41875F09-F441-43A0-944C-469508A7E831}">
      <dgm:prSet/>
      <dgm:spPr/>
      <dgm:t>
        <a:bodyPr/>
        <a:lstStyle/>
        <a:p>
          <a:pPr>
            <a:lnSpc>
              <a:spcPct val="100000"/>
            </a:lnSpc>
          </a:pPr>
          <a:r>
            <a:rPr lang="en-US" dirty="0"/>
            <a:t>without</a:t>
          </a:r>
          <a:r>
            <a:rPr lang="tr-TR" dirty="0"/>
            <a:t> </a:t>
          </a:r>
          <a:r>
            <a:rPr lang="en-US" dirty="0"/>
            <a:t>the Base58Check encoding. </a:t>
          </a:r>
        </a:p>
      </dgm:t>
    </dgm:pt>
    <dgm:pt modelId="{467A64B1-1F7E-4A62-8D63-7E07DFF5B049}" type="parTrans" cxnId="{B7BADEA9-944E-4CCF-A641-0336326D20AC}">
      <dgm:prSet/>
      <dgm:spPr/>
      <dgm:t>
        <a:bodyPr/>
        <a:lstStyle/>
        <a:p>
          <a:endParaRPr lang="en-US"/>
        </a:p>
      </dgm:t>
    </dgm:pt>
    <dgm:pt modelId="{A89C3E7A-528F-4E89-BA28-5EE452B2271D}" type="sibTrans" cxnId="{B7BADEA9-944E-4CCF-A641-0336326D20AC}">
      <dgm:prSet/>
      <dgm:spPr/>
      <dgm:t>
        <a:bodyPr/>
        <a:lstStyle/>
        <a:p>
          <a:endParaRPr lang="en-US"/>
        </a:p>
      </dgm:t>
    </dgm:pt>
    <dgm:pt modelId="{72C7AB04-2298-484D-98C8-EFE36966C433}">
      <dgm:prSet/>
      <dgm:spPr/>
      <dgm:t>
        <a:bodyPr/>
        <a:lstStyle/>
        <a:p>
          <a:pPr>
            <a:lnSpc>
              <a:spcPct val="100000"/>
            </a:lnSpc>
            <a:defRPr b="1"/>
          </a:pPr>
          <a:r>
            <a:rPr lang="en-US"/>
            <a:t>hexadecimal</a:t>
          </a:r>
          <a:r>
            <a:rPr lang="tr-TR"/>
            <a:t> </a:t>
          </a:r>
          <a:r>
            <a:rPr lang="en-US"/>
            <a:t>encoding</a:t>
          </a:r>
        </a:p>
      </dgm:t>
    </dgm:pt>
    <dgm:pt modelId="{7B609335-7AF5-42AE-B99B-A0F808CA9680}" type="parTrans" cxnId="{3D70BBAB-D1F3-46F0-85FA-474A0090BBB5}">
      <dgm:prSet/>
      <dgm:spPr/>
      <dgm:t>
        <a:bodyPr/>
        <a:lstStyle/>
        <a:p>
          <a:endParaRPr lang="en-US"/>
        </a:p>
      </dgm:t>
    </dgm:pt>
    <dgm:pt modelId="{8F7DF2AD-A944-4FDD-8CEF-4E32B2CD9942}" type="sibTrans" cxnId="{3D70BBAB-D1F3-46F0-85FA-474A0090BBB5}">
      <dgm:prSet/>
      <dgm:spPr/>
      <dgm:t>
        <a:bodyPr/>
        <a:lstStyle/>
        <a:p>
          <a:endParaRPr lang="en-US"/>
        </a:p>
      </dgm:t>
    </dgm:pt>
    <dgm:pt modelId="{9644D2C2-663E-4634-9432-6B9C2E33BE13}">
      <dgm:prSet/>
      <dgm:spPr/>
      <dgm:t>
        <a:bodyPr/>
        <a:lstStyle/>
        <a:p>
          <a:pPr>
            <a:lnSpc>
              <a:spcPct val="100000"/>
            </a:lnSpc>
          </a:pPr>
          <a:r>
            <a:rPr lang="en-US" dirty="0"/>
            <a:t>not Base58Check format that</a:t>
          </a:r>
          <a:r>
            <a:rPr lang="tr-TR" dirty="0"/>
            <a:t> begins with a “1.”</a:t>
          </a:r>
          <a:endParaRPr lang="en-US" dirty="0"/>
        </a:p>
      </dgm:t>
    </dgm:pt>
    <dgm:pt modelId="{D7F02CEC-EE5E-4E0B-98B6-AC74CD39D65C}" type="parTrans" cxnId="{2EF60F5B-A482-4859-B249-E4DC12C80424}">
      <dgm:prSet/>
      <dgm:spPr/>
      <dgm:t>
        <a:bodyPr/>
        <a:lstStyle/>
        <a:p>
          <a:endParaRPr lang="en-US"/>
        </a:p>
      </dgm:t>
    </dgm:pt>
    <dgm:pt modelId="{B5C4629F-28EB-474D-BCA1-F90A75E28BF9}" type="sibTrans" cxnId="{2EF60F5B-A482-4859-B249-E4DC12C80424}">
      <dgm:prSet/>
      <dgm:spPr/>
      <dgm:t>
        <a:bodyPr/>
        <a:lstStyle/>
        <a:p>
          <a:endParaRPr lang="en-US"/>
        </a:p>
      </dgm:t>
    </dgm:pt>
    <dgm:pt modelId="{57F79159-B80A-4164-B7D4-4A612D23A35C}">
      <dgm:prSet/>
      <dgm:spPr/>
      <dgm:t>
        <a:bodyPr/>
        <a:lstStyle/>
        <a:p>
          <a:pPr>
            <a:lnSpc>
              <a:spcPct val="100000"/>
            </a:lnSpc>
            <a:defRPr b="1"/>
          </a:pPr>
          <a:r>
            <a:rPr lang="tr-TR"/>
            <a:t>Locking script</a:t>
          </a:r>
          <a:endParaRPr lang="en-US"/>
        </a:p>
      </dgm:t>
    </dgm:pt>
    <dgm:pt modelId="{E0E24AA9-1CCB-4D36-8513-73322E622029}" type="parTrans" cxnId="{8CABEFCA-33E6-4EEF-98AC-7FB631B83B42}">
      <dgm:prSet/>
      <dgm:spPr/>
    </dgm:pt>
    <dgm:pt modelId="{53293573-AAA2-4BD0-8AFC-2FD4375268C8}" type="sibTrans" cxnId="{8CABEFCA-33E6-4EEF-98AC-7FB631B83B42}">
      <dgm:prSet/>
      <dgm:spPr/>
    </dgm:pt>
    <dgm:pt modelId="{4DA16417-6FAC-44CC-9F63-1A34D7DCE0A8}">
      <dgm:prSet/>
      <dgm:spPr/>
      <dgm:t>
        <a:bodyPr/>
        <a:lstStyle/>
        <a:p>
          <a:pPr>
            <a:lnSpc>
              <a:spcPct val="100000"/>
            </a:lnSpc>
          </a:pPr>
          <a:r>
            <a:rPr lang="en-US" dirty="0"/>
            <a:t>OP_DUP OP_HASH160 &lt;Cafe Public Key Hash&gt; OP_EQUALVERIFY OP_CHECKSIG</a:t>
          </a:r>
        </a:p>
      </dgm:t>
    </dgm:pt>
    <dgm:pt modelId="{F1A0D028-B5C6-4C84-83C1-59FE702AA077}" type="parTrans" cxnId="{FB586242-CB75-4CEF-9DDC-07D6157440D2}">
      <dgm:prSet/>
      <dgm:spPr/>
    </dgm:pt>
    <dgm:pt modelId="{8BB5F238-81A9-4101-850B-6B93A672A73E}" type="sibTrans" cxnId="{FB586242-CB75-4CEF-9DDC-07D6157440D2}">
      <dgm:prSet/>
      <dgm:spPr/>
    </dgm:pt>
    <dgm:pt modelId="{FAFC6275-EF1B-4F7F-A0E9-299A627E785E}">
      <dgm:prSet/>
      <dgm:spPr/>
      <dgm:t>
        <a:bodyPr/>
        <a:lstStyle/>
        <a:p>
          <a:pPr>
            <a:lnSpc>
              <a:spcPct val="100000"/>
            </a:lnSpc>
          </a:pPr>
          <a:r>
            <a:rPr lang="en-US" dirty="0"/>
            <a:t>Most applications show </a:t>
          </a:r>
          <a:r>
            <a:rPr lang="tr-TR" dirty="0"/>
            <a:t> </a:t>
          </a:r>
          <a:r>
            <a:rPr lang="en-US" dirty="0"/>
            <a:t>the </a:t>
          </a:r>
          <a:r>
            <a:rPr lang="en-US" i="1" dirty="0"/>
            <a:t>public key hash</a:t>
          </a:r>
          <a:endParaRPr lang="en-US" dirty="0"/>
        </a:p>
      </dgm:t>
    </dgm:pt>
    <dgm:pt modelId="{C0752D82-09F9-4837-937C-9FDB209AB1FC}" type="parTrans" cxnId="{7F56C0FE-2BB0-42E1-95E8-E7B96E04E6C8}">
      <dgm:prSet/>
      <dgm:spPr/>
    </dgm:pt>
    <dgm:pt modelId="{6BA8D8A6-F5BB-4EB1-8DE5-A0CAED5017CC}" type="sibTrans" cxnId="{7F56C0FE-2BB0-42E1-95E8-E7B96E04E6C8}">
      <dgm:prSet/>
      <dgm:spPr/>
    </dgm:pt>
    <dgm:pt modelId="{4A7D5CE2-CD37-412C-86CC-BD39861EB6A6}">
      <dgm:prSet/>
      <dgm:spPr/>
      <dgm:t>
        <a:bodyPr/>
        <a:lstStyle/>
        <a:p>
          <a:pPr>
            <a:lnSpc>
              <a:spcPct val="100000"/>
            </a:lnSpc>
          </a:pPr>
          <a:r>
            <a:rPr lang="en-US" dirty="0"/>
            <a:t>in hexadecimal</a:t>
          </a:r>
          <a:r>
            <a:rPr lang="tr-TR" dirty="0"/>
            <a:t> </a:t>
          </a:r>
          <a:r>
            <a:rPr lang="en-US" dirty="0"/>
            <a:t>encoding</a:t>
          </a:r>
        </a:p>
      </dgm:t>
    </dgm:pt>
    <dgm:pt modelId="{A95EBB9E-9E79-47C5-8894-0661C7C33B55}" type="parTrans" cxnId="{BD0ADAD5-917B-401D-826F-E3012342DF3A}">
      <dgm:prSet/>
      <dgm:spPr/>
    </dgm:pt>
    <dgm:pt modelId="{AB5FF4F1-6F0C-4098-A5F8-C4CA06B067B0}" type="sibTrans" cxnId="{BD0ADAD5-917B-401D-826F-E3012342DF3A}">
      <dgm:prSet/>
      <dgm:spPr/>
    </dgm:pt>
    <dgm:pt modelId="{426FC7B1-FDA2-40DB-9A55-1A5C461EE797}" type="pres">
      <dgm:prSet presAssocID="{97FCF80B-45AF-4968-BFF1-03AFAC42237B}" presName="root" presStyleCnt="0">
        <dgm:presLayoutVars>
          <dgm:dir/>
          <dgm:resizeHandles val="exact"/>
        </dgm:presLayoutVars>
      </dgm:prSet>
      <dgm:spPr/>
    </dgm:pt>
    <dgm:pt modelId="{63CA54DE-430B-40A9-BA4F-6F4236D3D145}" type="pres">
      <dgm:prSet presAssocID="{57F79159-B80A-4164-B7D4-4A612D23A35C}" presName="compNode" presStyleCnt="0"/>
      <dgm:spPr/>
    </dgm:pt>
    <dgm:pt modelId="{0949D368-27A7-4537-8CCB-58B56D6D41F2}" type="pres">
      <dgm:prSet presAssocID="{57F79159-B80A-4164-B7D4-4A612D23A35C}" presName="iconRect" presStyleLbl="node1" presStyleIdx="0" presStyleCnt="3"/>
      <dgm:spPr>
        <a:blipFill>
          <a:blip xmlns:r="http://schemas.openxmlformats.org/officeDocument/2006/relationships" r:embed="rId1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2"/>
              </a:ext>
            </a:extLst>
          </a:blip>
          <a:stretch>
            <a:fillRect/>
          </a:stretch>
        </a:blipFill>
        <a:ln>
          <a:noFill/>
        </a:ln>
      </dgm:spPr>
      <dgm:extLst>
        <a:ext uri="{E40237B7-FDA0-4F09-8148-C483321AD2D9}">
          <dgm14:cNvPr xmlns:dgm14="http://schemas.microsoft.com/office/drawing/2010/diagram" id="0" name="" descr="Unlock"/>
        </a:ext>
      </dgm:extLst>
    </dgm:pt>
    <dgm:pt modelId="{A6E3A442-F490-4975-8FB8-DE36C25D7CB1}" type="pres">
      <dgm:prSet presAssocID="{57F79159-B80A-4164-B7D4-4A612D23A35C}" presName="iconSpace" presStyleCnt="0"/>
      <dgm:spPr/>
    </dgm:pt>
    <dgm:pt modelId="{EC013E23-7453-4756-9044-F3718497E7A5}" type="pres">
      <dgm:prSet presAssocID="{57F79159-B80A-4164-B7D4-4A612D23A35C}" presName="parTx" presStyleLbl="revTx" presStyleIdx="0" presStyleCnt="6">
        <dgm:presLayoutVars>
          <dgm:chMax val="0"/>
          <dgm:chPref val="0"/>
        </dgm:presLayoutVars>
      </dgm:prSet>
      <dgm:spPr/>
    </dgm:pt>
    <dgm:pt modelId="{7D4E4098-EE67-4F99-AB26-04DC5BCC1064}" type="pres">
      <dgm:prSet presAssocID="{57F79159-B80A-4164-B7D4-4A612D23A35C}" presName="txSpace" presStyleCnt="0"/>
      <dgm:spPr/>
    </dgm:pt>
    <dgm:pt modelId="{EBD6FA49-94BE-4FCA-9CE1-4CAABDF0F20A}" type="pres">
      <dgm:prSet presAssocID="{57F79159-B80A-4164-B7D4-4A612D23A35C}" presName="desTx" presStyleLbl="revTx" presStyleIdx="1" presStyleCnt="6">
        <dgm:presLayoutVars/>
      </dgm:prSet>
      <dgm:spPr/>
    </dgm:pt>
    <dgm:pt modelId="{75AB961D-809E-42A3-8187-3725BC9018DC}" type="pres">
      <dgm:prSet presAssocID="{53293573-AAA2-4BD0-8AFC-2FD4375268C8}" presName="sibTrans" presStyleCnt="0"/>
      <dgm:spPr/>
    </dgm:pt>
    <dgm:pt modelId="{52109E9E-754B-44D6-9C34-9BEA048C5A2D}" type="pres">
      <dgm:prSet presAssocID="{D9647298-EF1B-4F7E-BA22-EED08EC0E96D}" presName="compNode" presStyleCnt="0"/>
      <dgm:spPr/>
    </dgm:pt>
    <dgm:pt modelId="{94360A84-A99A-4854-8E30-B2A3D39FF1C3}" type="pres">
      <dgm:prSet presAssocID="{D9647298-EF1B-4F7E-BA22-EED08EC0E96D}" presName="iconRect" presStyleLbl="node1" presStyleIdx="1" presStyleCnt="3"/>
      <dgm:spPr>
        <a:blipFill>
          <a:blip xmlns:r="http://schemas.openxmlformats.org/officeDocument/2006/relationships" r:embed="rId3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4"/>
              </a:ext>
            </a:extLst>
          </a:blip>
          <a:stretch>
            <a:fillRect/>
          </a:stretch>
        </a:blipFill>
        <a:ln>
          <a:noFill/>
        </a:ln>
      </dgm:spPr>
      <dgm:extLst>
        <a:ext uri="{E40237B7-FDA0-4F09-8148-C483321AD2D9}">
          <dgm14:cNvPr xmlns:dgm14="http://schemas.microsoft.com/office/drawing/2010/diagram" id="0" name="" descr="Processor"/>
        </a:ext>
      </dgm:extLst>
    </dgm:pt>
    <dgm:pt modelId="{C6347702-724B-4A2F-A1E0-8D4964747220}" type="pres">
      <dgm:prSet presAssocID="{D9647298-EF1B-4F7E-BA22-EED08EC0E96D}" presName="iconSpace" presStyleCnt="0"/>
      <dgm:spPr/>
    </dgm:pt>
    <dgm:pt modelId="{7E20978A-8426-4BB4-8127-DCF7C59C2CB4}" type="pres">
      <dgm:prSet presAssocID="{D9647298-EF1B-4F7E-BA22-EED08EC0E96D}" presName="parTx" presStyleLbl="revTx" presStyleIdx="2" presStyleCnt="6">
        <dgm:presLayoutVars>
          <dgm:chMax val="0"/>
          <dgm:chPref val="0"/>
        </dgm:presLayoutVars>
      </dgm:prSet>
      <dgm:spPr/>
    </dgm:pt>
    <dgm:pt modelId="{81D9499F-9999-4E1A-8419-FECD11BBDB3D}" type="pres">
      <dgm:prSet presAssocID="{D9647298-EF1B-4F7E-BA22-EED08EC0E96D}" presName="txSpace" presStyleCnt="0"/>
      <dgm:spPr/>
    </dgm:pt>
    <dgm:pt modelId="{BB045F20-29C9-438C-B3CF-8F50C7919EA8}" type="pres">
      <dgm:prSet presAssocID="{D9647298-EF1B-4F7E-BA22-EED08EC0E96D}" presName="desTx" presStyleLbl="revTx" presStyleIdx="3" presStyleCnt="6">
        <dgm:presLayoutVars/>
      </dgm:prSet>
      <dgm:spPr/>
    </dgm:pt>
    <dgm:pt modelId="{8537303A-E8E4-4B6B-8FE5-0715BC8EC83F}" type="pres">
      <dgm:prSet presAssocID="{1E0068E1-6146-4FC3-BB86-2F56CB331A7A}" presName="sibTrans" presStyleCnt="0"/>
      <dgm:spPr/>
    </dgm:pt>
    <dgm:pt modelId="{6A75CF09-CFD9-4DEE-99DF-803CDC8CFB73}" type="pres">
      <dgm:prSet presAssocID="{72C7AB04-2298-484D-98C8-EFE36966C433}" presName="compNode" presStyleCnt="0"/>
      <dgm:spPr/>
    </dgm:pt>
    <dgm:pt modelId="{E0E48731-0A9E-4BD4-BECB-C216E2C7784A}" type="pres">
      <dgm:prSet presAssocID="{72C7AB04-2298-484D-98C8-EFE36966C433}" presName="iconRect" presStyleLbl="node1" presStyleIdx="2" presStyleCnt="3"/>
      <dgm:spPr>
        <a:blipFill>
          <a:blip xmlns:r="http://schemas.openxmlformats.org/officeDocument/2006/relationships" r:embed="rId5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6"/>
              </a:ext>
            </a:extLst>
          </a:blip>
          <a:stretch>
            <a:fillRect/>
          </a:stretch>
        </a:blipFill>
        <a:ln>
          <a:noFill/>
        </a:ln>
      </dgm:spPr>
      <dgm:extLst>
        <a:ext uri="{E40237B7-FDA0-4F09-8148-C483321AD2D9}">
          <dgm14:cNvPr xmlns:dgm14="http://schemas.microsoft.com/office/drawing/2010/diagram" id="0" name="" descr="Lock"/>
        </a:ext>
      </dgm:extLst>
    </dgm:pt>
    <dgm:pt modelId="{C5A8E310-3556-4A82-8A40-F3385B693535}" type="pres">
      <dgm:prSet presAssocID="{72C7AB04-2298-484D-98C8-EFE36966C433}" presName="iconSpace" presStyleCnt="0"/>
      <dgm:spPr/>
    </dgm:pt>
    <dgm:pt modelId="{253D2357-4447-427B-963B-F5CC859F8979}" type="pres">
      <dgm:prSet presAssocID="{72C7AB04-2298-484D-98C8-EFE36966C433}" presName="parTx" presStyleLbl="revTx" presStyleIdx="4" presStyleCnt="6">
        <dgm:presLayoutVars>
          <dgm:chMax val="0"/>
          <dgm:chPref val="0"/>
        </dgm:presLayoutVars>
      </dgm:prSet>
      <dgm:spPr/>
    </dgm:pt>
    <dgm:pt modelId="{C6695D17-20CA-4272-9D2A-634228A79E8C}" type="pres">
      <dgm:prSet presAssocID="{72C7AB04-2298-484D-98C8-EFE36966C433}" presName="txSpace" presStyleCnt="0"/>
      <dgm:spPr/>
    </dgm:pt>
    <dgm:pt modelId="{3FB4D199-1705-4868-A6DE-DF1CD795867D}" type="pres">
      <dgm:prSet presAssocID="{72C7AB04-2298-484D-98C8-EFE36966C433}" presName="desTx" presStyleLbl="revTx" presStyleIdx="5" presStyleCnt="6">
        <dgm:presLayoutVars/>
      </dgm:prSet>
      <dgm:spPr/>
    </dgm:pt>
  </dgm:ptLst>
  <dgm:cxnLst>
    <dgm:cxn modelId="{999F9728-92A9-4E68-BB23-133C1273DAD8}" type="presOf" srcId="{4DA16417-6FAC-44CC-9F63-1A34D7DCE0A8}" destId="{EBD6FA49-94BE-4FCA-9CE1-4CAABDF0F20A}" srcOrd="0" destOrd="0" presId="urn:microsoft.com/office/officeart/2018/5/layout/CenteredIconLabelDescriptionList"/>
    <dgm:cxn modelId="{87CC7C30-C90D-408A-8D58-2CDC8809C82E}" type="presOf" srcId="{D9647298-EF1B-4F7E-BA22-EED08EC0E96D}" destId="{7E20978A-8426-4BB4-8127-DCF7C59C2CB4}" srcOrd="0" destOrd="0" presId="urn:microsoft.com/office/officeart/2018/5/layout/CenteredIconLabelDescriptionList"/>
    <dgm:cxn modelId="{2EF60F5B-A482-4859-B249-E4DC12C80424}" srcId="{72C7AB04-2298-484D-98C8-EFE36966C433}" destId="{9644D2C2-663E-4634-9432-6B9C2E33BE13}" srcOrd="2" destOrd="0" parTransId="{D7F02CEC-EE5E-4E0B-98B6-AC74CD39D65C}" sibTransId="{B5C4629F-28EB-474D-BCA1-F90A75E28BF9}"/>
    <dgm:cxn modelId="{FB586242-CB75-4CEF-9DDC-07D6157440D2}" srcId="{57F79159-B80A-4164-B7D4-4A612D23A35C}" destId="{4DA16417-6FAC-44CC-9F63-1A34D7DCE0A8}" srcOrd="0" destOrd="0" parTransId="{F1A0D028-B5C6-4C84-83C1-59FE702AA077}" sibTransId="{8BB5F238-81A9-4101-850B-6B93A672A73E}"/>
    <dgm:cxn modelId="{8FFEE16E-0423-4086-8603-DB2B2ED156E6}" type="presOf" srcId="{49794B91-8832-4013-838F-D7E0FDF312FA}" destId="{BB045F20-29C9-438C-B3CF-8F50C7919EA8}" srcOrd="0" destOrd="0" presId="urn:microsoft.com/office/officeart/2018/5/layout/CenteredIconLabelDescriptionList"/>
    <dgm:cxn modelId="{1811257C-0766-4DC7-AF72-7CF2B8A9168B}" type="presOf" srcId="{72C7AB04-2298-484D-98C8-EFE36966C433}" destId="{253D2357-4447-427B-963B-F5CC859F8979}" srcOrd="0" destOrd="0" presId="urn:microsoft.com/office/officeart/2018/5/layout/CenteredIconLabelDescriptionList"/>
    <dgm:cxn modelId="{65981686-5BA5-486A-B521-3D22F101A40F}" type="presOf" srcId="{97FCF80B-45AF-4968-BFF1-03AFAC42237B}" destId="{426FC7B1-FDA2-40DB-9A55-1A5C461EE797}" srcOrd="0" destOrd="0" presId="urn:microsoft.com/office/officeart/2018/5/layout/CenteredIconLabelDescriptionList"/>
    <dgm:cxn modelId="{EFAF2B96-12E4-405B-99F5-3927806DBEDA}" type="presOf" srcId="{4A7D5CE2-CD37-412C-86CC-BD39861EB6A6}" destId="{3FB4D199-1705-4868-A6DE-DF1CD795867D}" srcOrd="0" destOrd="1" presId="urn:microsoft.com/office/officeart/2018/5/layout/CenteredIconLabelDescriptionList"/>
    <dgm:cxn modelId="{CBD0309D-E491-4CD1-AF5D-1859E1DE8A68}" type="presOf" srcId="{41875F09-F441-43A0-944C-469508A7E831}" destId="{BB045F20-29C9-438C-B3CF-8F50C7919EA8}" srcOrd="0" destOrd="1" presId="urn:microsoft.com/office/officeart/2018/5/layout/CenteredIconLabelDescriptionList"/>
    <dgm:cxn modelId="{B7BADEA9-944E-4CCF-A641-0336326D20AC}" srcId="{D9647298-EF1B-4F7E-BA22-EED08EC0E96D}" destId="{41875F09-F441-43A0-944C-469508A7E831}" srcOrd="1" destOrd="0" parTransId="{467A64B1-1F7E-4A62-8D63-7E07DFF5B049}" sibTransId="{A89C3E7A-528F-4E89-BA28-5EE452B2271D}"/>
    <dgm:cxn modelId="{3D70BBAB-D1F3-46F0-85FA-474A0090BBB5}" srcId="{97FCF80B-45AF-4968-BFF1-03AFAC42237B}" destId="{72C7AB04-2298-484D-98C8-EFE36966C433}" srcOrd="2" destOrd="0" parTransId="{7B609335-7AF5-42AE-B99B-A0F808CA9680}" sibTransId="{8F7DF2AD-A944-4FDD-8CEF-4E32B2CD9942}"/>
    <dgm:cxn modelId="{B6E76CB2-2895-476E-97FF-5BF1A1F3FBD6}" type="presOf" srcId="{57F79159-B80A-4164-B7D4-4A612D23A35C}" destId="{EC013E23-7453-4756-9044-F3718497E7A5}" srcOrd="0" destOrd="0" presId="urn:microsoft.com/office/officeart/2018/5/layout/CenteredIconLabelDescriptionList"/>
    <dgm:cxn modelId="{2D6F64B5-D6D9-4313-B01E-69338A0AD04C}" type="presOf" srcId="{9644D2C2-663E-4634-9432-6B9C2E33BE13}" destId="{3FB4D199-1705-4868-A6DE-DF1CD795867D}" srcOrd="0" destOrd="2" presId="urn:microsoft.com/office/officeart/2018/5/layout/CenteredIconLabelDescriptionList"/>
    <dgm:cxn modelId="{633356C8-EF46-4A6D-853C-C0940B5C824C}" srcId="{97FCF80B-45AF-4968-BFF1-03AFAC42237B}" destId="{D9647298-EF1B-4F7E-BA22-EED08EC0E96D}" srcOrd="1" destOrd="0" parTransId="{3A0F2E5D-8F3C-4335-81BB-3100D219088A}" sibTransId="{1E0068E1-6146-4FC3-BB86-2F56CB331A7A}"/>
    <dgm:cxn modelId="{8CABEFCA-33E6-4EEF-98AC-7FB631B83B42}" srcId="{97FCF80B-45AF-4968-BFF1-03AFAC42237B}" destId="{57F79159-B80A-4164-B7D4-4A612D23A35C}" srcOrd="0" destOrd="0" parTransId="{E0E24AA9-1CCB-4D36-8513-73322E622029}" sibTransId="{53293573-AAA2-4BD0-8AFC-2FD4375268C8}"/>
    <dgm:cxn modelId="{BD0ADAD5-917B-401D-826F-E3012342DF3A}" srcId="{72C7AB04-2298-484D-98C8-EFE36966C433}" destId="{4A7D5CE2-CD37-412C-86CC-BD39861EB6A6}" srcOrd="1" destOrd="0" parTransId="{A95EBB9E-9E79-47C5-8894-0661C7C33B55}" sibTransId="{AB5FF4F1-6F0C-4098-A5F8-C4CA06B067B0}"/>
    <dgm:cxn modelId="{A487B5E1-1ECD-4DC7-B94B-2242C9B9A5C3}" srcId="{D9647298-EF1B-4F7E-BA22-EED08EC0E96D}" destId="{49794B91-8832-4013-838F-D7E0FDF312FA}" srcOrd="0" destOrd="0" parTransId="{B5DBA322-DD1B-4A7B-9DF5-20111E98E417}" sibTransId="{9EDDEB0C-291E-483B-A3F9-CCE753665451}"/>
    <dgm:cxn modelId="{B0C9E6F5-55DD-4D44-B16F-BE5515454CC0}" type="presOf" srcId="{FAFC6275-EF1B-4F7F-A0E9-299A627E785E}" destId="{3FB4D199-1705-4868-A6DE-DF1CD795867D}" srcOrd="0" destOrd="0" presId="urn:microsoft.com/office/officeart/2018/5/layout/CenteredIconLabelDescriptionList"/>
    <dgm:cxn modelId="{7F56C0FE-2BB0-42E1-95E8-E7B96E04E6C8}" srcId="{72C7AB04-2298-484D-98C8-EFE36966C433}" destId="{FAFC6275-EF1B-4F7F-A0E9-299A627E785E}" srcOrd="0" destOrd="0" parTransId="{C0752D82-09F9-4837-937C-9FDB209AB1FC}" sibTransId="{6BA8D8A6-F5BB-4EB1-8DE5-A0CAED5017CC}"/>
    <dgm:cxn modelId="{AD364A33-0068-4535-A528-60639CD61A3A}" type="presParOf" srcId="{426FC7B1-FDA2-40DB-9A55-1A5C461EE797}" destId="{63CA54DE-430B-40A9-BA4F-6F4236D3D145}" srcOrd="0" destOrd="0" presId="urn:microsoft.com/office/officeart/2018/5/layout/CenteredIconLabelDescriptionList"/>
    <dgm:cxn modelId="{185E7544-BED3-4190-91BE-E4B34A7EC749}" type="presParOf" srcId="{63CA54DE-430B-40A9-BA4F-6F4236D3D145}" destId="{0949D368-27A7-4537-8CCB-58B56D6D41F2}" srcOrd="0" destOrd="0" presId="urn:microsoft.com/office/officeart/2018/5/layout/CenteredIconLabelDescriptionList"/>
    <dgm:cxn modelId="{FC9417CC-C13E-40E9-AB18-582304109C21}" type="presParOf" srcId="{63CA54DE-430B-40A9-BA4F-6F4236D3D145}" destId="{A6E3A442-F490-4975-8FB8-DE36C25D7CB1}" srcOrd="1" destOrd="0" presId="urn:microsoft.com/office/officeart/2018/5/layout/CenteredIconLabelDescriptionList"/>
    <dgm:cxn modelId="{10390075-5AFE-45A7-82DE-0A4D05C256B2}" type="presParOf" srcId="{63CA54DE-430B-40A9-BA4F-6F4236D3D145}" destId="{EC013E23-7453-4756-9044-F3718497E7A5}" srcOrd="2" destOrd="0" presId="urn:microsoft.com/office/officeart/2018/5/layout/CenteredIconLabelDescriptionList"/>
    <dgm:cxn modelId="{574D0737-2D64-4030-9218-8BA9C0376010}" type="presParOf" srcId="{63CA54DE-430B-40A9-BA4F-6F4236D3D145}" destId="{7D4E4098-EE67-4F99-AB26-04DC5BCC1064}" srcOrd="3" destOrd="0" presId="urn:microsoft.com/office/officeart/2018/5/layout/CenteredIconLabelDescriptionList"/>
    <dgm:cxn modelId="{36BEA849-B118-431E-A122-ABA14DAE7891}" type="presParOf" srcId="{63CA54DE-430B-40A9-BA4F-6F4236D3D145}" destId="{EBD6FA49-94BE-4FCA-9CE1-4CAABDF0F20A}" srcOrd="4" destOrd="0" presId="urn:microsoft.com/office/officeart/2018/5/layout/CenteredIconLabelDescriptionList"/>
    <dgm:cxn modelId="{FC51350D-7307-4EAC-B758-6630E5CC1FB5}" type="presParOf" srcId="{426FC7B1-FDA2-40DB-9A55-1A5C461EE797}" destId="{75AB961D-809E-42A3-8187-3725BC9018DC}" srcOrd="1" destOrd="0" presId="urn:microsoft.com/office/officeart/2018/5/layout/CenteredIconLabelDescriptionList"/>
    <dgm:cxn modelId="{2521D58B-C866-4FFD-ACA8-BC5F2F813433}" type="presParOf" srcId="{426FC7B1-FDA2-40DB-9A55-1A5C461EE797}" destId="{52109E9E-754B-44D6-9C34-9BEA048C5A2D}" srcOrd="2" destOrd="0" presId="urn:microsoft.com/office/officeart/2018/5/layout/CenteredIconLabelDescriptionList"/>
    <dgm:cxn modelId="{9A72194E-79A6-477A-8EA3-AD014643C03E}" type="presParOf" srcId="{52109E9E-754B-44D6-9C34-9BEA048C5A2D}" destId="{94360A84-A99A-4854-8E30-B2A3D39FF1C3}" srcOrd="0" destOrd="0" presId="urn:microsoft.com/office/officeart/2018/5/layout/CenteredIconLabelDescriptionList"/>
    <dgm:cxn modelId="{B7AB3889-6068-4EE0-BDB2-693EA216F2C1}" type="presParOf" srcId="{52109E9E-754B-44D6-9C34-9BEA048C5A2D}" destId="{C6347702-724B-4A2F-A1E0-8D4964747220}" srcOrd="1" destOrd="0" presId="urn:microsoft.com/office/officeart/2018/5/layout/CenteredIconLabelDescriptionList"/>
    <dgm:cxn modelId="{80572F25-54CF-4598-97FA-4DA4AA9C3AB2}" type="presParOf" srcId="{52109E9E-754B-44D6-9C34-9BEA048C5A2D}" destId="{7E20978A-8426-4BB4-8127-DCF7C59C2CB4}" srcOrd="2" destOrd="0" presId="urn:microsoft.com/office/officeart/2018/5/layout/CenteredIconLabelDescriptionList"/>
    <dgm:cxn modelId="{E533A8CB-0503-45A8-80BB-F2D1713D6821}" type="presParOf" srcId="{52109E9E-754B-44D6-9C34-9BEA048C5A2D}" destId="{81D9499F-9999-4E1A-8419-FECD11BBDB3D}" srcOrd="3" destOrd="0" presId="urn:microsoft.com/office/officeart/2018/5/layout/CenteredIconLabelDescriptionList"/>
    <dgm:cxn modelId="{C0EA161E-D3A2-4D6D-B9FF-6026C7C1E3A7}" type="presParOf" srcId="{52109E9E-754B-44D6-9C34-9BEA048C5A2D}" destId="{BB045F20-29C9-438C-B3CF-8F50C7919EA8}" srcOrd="4" destOrd="0" presId="urn:microsoft.com/office/officeart/2018/5/layout/CenteredIconLabelDescriptionList"/>
    <dgm:cxn modelId="{FB496F65-1E8C-4D18-A79B-557C74A12430}" type="presParOf" srcId="{426FC7B1-FDA2-40DB-9A55-1A5C461EE797}" destId="{8537303A-E8E4-4B6B-8FE5-0715BC8EC83F}" srcOrd="3" destOrd="0" presId="urn:microsoft.com/office/officeart/2018/5/layout/CenteredIconLabelDescriptionList"/>
    <dgm:cxn modelId="{9FC2DF41-5436-4BD9-ABFA-B9E021F9E6E3}" type="presParOf" srcId="{426FC7B1-FDA2-40DB-9A55-1A5C461EE797}" destId="{6A75CF09-CFD9-4DEE-99DF-803CDC8CFB73}" srcOrd="4" destOrd="0" presId="urn:microsoft.com/office/officeart/2018/5/layout/CenteredIconLabelDescriptionList"/>
    <dgm:cxn modelId="{836FF960-0A52-47F8-A9BB-6EE524D861F2}" type="presParOf" srcId="{6A75CF09-CFD9-4DEE-99DF-803CDC8CFB73}" destId="{E0E48731-0A9E-4BD4-BECB-C216E2C7784A}" srcOrd="0" destOrd="0" presId="urn:microsoft.com/office/officeart/2018/5/layout/CenteredIconLabelDescriptionList"/>
    <dgm:cxn modelId="{C51A1533-1EDD-4507-BEFB-F690952FB098}" type="presParOf" srcId="{6A75CF09-CFD9-4DEE-99DF-803CDC8CFB73}" destId="{C5A8E310-3556-4A82-8A40-F3385B693535}" srcOrd="1" destOrd="0" presId="urn:microsoft.com/office/officeart/2018/5/layout/CenteredIconLabelDescriptionList"/>
    <dgm:cxn modelId="{3FFED75E-5086-4BB7-8EA4-6294CABE76BB}" type="presParOf" srcId="{6A75CF09-CFD9-4DEE-99DF-803CDC8CFB73}" destId="{253D2357-4447-427B-963B-F5CC859F8979}" srcOrd="2" destOrd="0" presId="urn:microsoft.com/office/officeart/2018/5/layout/CenteredIconLabelDescriptionList"/>
    <dgm:cxn modelId="{E0191A0C-325D-493C-930A-78EEBF40BED7}" type="presParOf" srcId="{6A75CF09-CFD9-4DEE-99DF-803CDC8CFB73}" destId="{C6695D17-20CA-4272-9D2A-634228A79E8C}" srcOrd="3" destOrd="0" presId="urn:microsoft.com/office/officeart/2018/5/layout/CenteredIconLabelDescriptionList"/>
    <dgm:cxn modelId="{DE47B2D1-0E56-4C39-BB9C-930B666F5126}" type="presParOf" srcId="{6A75CF09-CFD9-4DEE-99DF-803CDC8CFB73}" destId="{3FB4D199-1705-4868-A6DE-DF1CD795867D}" srcOrd="4" destOrd="0" presId="urn:microsoft.com/office/officeart/2018/5/layout/CenteredIconLabelDescriptionList"/>
  </dgm:cxnLst>
  <dgm:bg/>
  <dgm:whole/>
  <dgm:extLst>
    <a:ext uri="http://schemas.microsoft.com/office/drawing/2008/diagram">
      <dsp:dataModelExt xmlns:dsp="http://schemas.microsoft.com/office/drawing/2008/diagram" relId="rId6" minVer="http://schemas.openxmlformats.org/drawingml/2006/diagram"/>
    </a:ext>
  </dgm:extLst>
</dgm:dataModel>
</file>

<file path=ppt/diagrams/data88.xml><?xml version="1.0" encoding="utf-8"?>
<dgm:dataModel xmlns:dgm="http://schemas.openxmlformats.org/drawingml/2006/diagram" xmlns:a="http://schemas.openxmlformats.org/drawingml/2006/main">
  <dgm:ptLst>
    <dgm:pt modelId="{720DB28E-FD87-49B2-AC23-20485215090B}" type="doc">
      <dgm:prSet loTypeId="urn:microsoft.com/office/officeart/2018/5/layout/CenteredIconLabelDescriptionList" loCatId="icon" qsTypeId="urn:microsoft.com/office/officeart/2005/8/quickstyle/simple1" qsCatId="simple" csTypeId="urn:microsoft.com/office/officeart/2018/5/colors/Iconchunking_neutralbg_accent4_2" csCatId="accent4" phldr="1"/>
      <dgm:spPr/>
      <dgm:t>
        <a:bodyPr/>
        <a:lstStyle/>
        <a:p>
          <a:endParaRPr lang="en-US"/>
        </a:p>
      </dgm:t>
    </dgm:pt>
    <dgm:pt modelId="{0EDF3314-6F15-486B-85E9-0EBD242C6E62}">
      <dgm:prSet/>
      <dgm:spPr/>
      <dgm:t>
        <a:bodyPr/>
        <a:lstStyle/>
        <a:p>
          <a:pPr>
            <a:lnSpc>
              <a:spcPct val="100000"/>
            </a:lnSpc>
            <a:defRPr b="1"/>
          </a:pPr>
          <a:r>
            <a:rPr lang="tr-TR"/>
            <a:t>Locking script</a:t>
          </a:r>
          <a:endParaRPr lang="en-US"/>
        </a:p>
      </dgm:t>
    </dgm:pt>
    <dgm:pt modelId="{154E1BF9-5240-470A-8132-86D77DF52221}" type="parTrans" cxnId="{70432E1B-2B0D-4B73-832F-AC69948E8FF9}">
      <dgm:prSet/>
      <dgm:spPr/>
      <dgm:t>
        <a:bodyPr/>
        <a:lstStyle/>
        <a:p>
          <a:endParaRPr lang="en-US"/>
        </a:p>
      </dgm:t>
    </dgm:pt>
    <dgm:pt modelId="{5280F071-0BD0-479A-AA9E-4CFE72B63E65}" type="sibTrans" cxnId="{70432E1B-2B0D-4B73-832F-AC69948E8FF9}">
      <dgm:prSet/>
      <dgm:spPr/>
      <dgm:t>
        <a:bodyPr/>
        <a:lstStyle/>
        <a:p>
          <a:endParaRPr lang="en-US"/>
        </a:p>
      </dgm:t>
    </dgm:pt>
    <dgm:pt modelId="{FAD1ECB1-AC09-4B28-8283-85914E7CEF99}">
      <dgm:prSet/>
      <dgm:spPr/>
      <dgm:t>
        <a:bodyPr/>
        <a:lstStyle/>
        <a:p>
          <a:pPr>
            <a:lnSpc>
              <a:spcPct val="100000"/>
            </a:lnSpc>
            <a:defRPr b="1"/>
          </a:pPr>
          <a:r>
            <a:rPr lang="tr-TR"/>
            <a:t>To be specified</a:t>
          </a:r>
          <a:endParaRPr lang="en-US"/>
        </a:p>
      </dgm:t>
    </dgm:pt>
    <dgm:pt modelId="{9B8E4468-643D-44A8-ABB1-6455FA55BCB3}" type="parTrans" cxnId="{BD669066-BEF9-4F5B-8AD0-E8CBB9405F6E}">
      <dgm:prSet/>
      <dgm:spPr/>
      <dgm:t>
        <a:bodyPr/>
        <a:lstStyle/>
        <a:p>
          <a:endParaRPr lang="en-US"/>
        </a:p>
      </dgm:t>
    </dgm:pt>
    <dgm:pt modelId="{C5FB5325-EE9E-4171-9468-B6FECF23B9C8}" type="sibTrans" cxnId="{BD669066-BEF9-4F5B-8AD0-E8CBB9405F6E}">
      <dgm:prSet/>
      <dgm:spPr/>
      <dgm:t>
        <a:bodyPr/>
        <a:lstStyle/>
        <a:p>
          <a:endParaRPr lang="en-US"/>
        </a:p>
      </dgm:t>
    </dgm:pt>
    <dgm:pt modelId="{DC5DBFFA-B1EC-490A-B6CF-5FE5CBD2CBBE}">
      <dgm:prSet/>
      <dgm:spPr/>
      <dgm:t>
        <a:bodyPr/>
        <a:lstStyle/>
        <a:p>
          <a:pPr>
            <a:lnSpc>
              <a:spcPct val="100000"/>
            </a:lnSpc>
          </a:pPr>
          <a:r>
            <a:rPr lang="en-US" dirty="0"/>
            <a:t>&lt;Cafe Signature&gt; &lt;Cafe Public Key&gt;</a:t>
          </a:r>
        </a:p>
      </dgm:t>
    </dgm:pt>
    <dgm:pt modelId="{73F0A5B4-5917-49F9-93C5-5A0C021C7258}" type="parTrans" cxnId="{025BD002-FABF-47C0-B06D-0765399CEDC4}">
      <dgm:prSet/>
      <dgm:spPr/>
      <dgm:t>
        <a:bodyPr/>
        <a:lstStyle/>
        <a:p>
          <a:endParaRPr lang="en-US"/>
        </a:p>
      </dgm:t>
    </dgm:pt>
    <dgm:pt modelId="{FD3A72A2-D4F5-42B9-9399-7B06BD295D7C}" type="sibTrans" cxnId="{025BD002-FABF-47C0-B06D-0765399CEDC4}">
      <dgm:prSet/>
      <dgm:spPr/>
      <dgm:t>
        <a:bodyPr/>
        <a:lstStyle/>
        <a:p>
          <a:endParaRPr lang="en-US"/>
        </a:p>
      </dgm:t>
    </dgm:pt>
    <dgm:pt modelId="{D32449ED-539D-4BB7-AF2F-B5336F34DF14}">
      <dgm:prSet/>
      <dgm:spPr/>
      <dgm:t>
        <a:bodyPr/>
        <a:lstStyle/>
        <a:p>
          <a:pPr>
            <a:lnSpc>
              <a:spcPct val="100000"/>
            </a:lnSpc>
          </a:pPr>
          <a:r>
            <a:rPr lang="en-US" dirty="0"/>
            <a:t>OP_DUP OP_HASH160 &lt;Cafe Public Key Hash&gt; OP_EQUALVERIFY OP_CHECKSIG</a:t>
          </a:r>
        </a:p>
      </dgm:t>
    </dgm:pt>
    <dgm:pt modelId="{60CD3F46-C095-4FE7-A581-7AFA8A5184EC}" type="parTrans" cxnId="{DE1D2C80-0FAD-4584-ADB6-173939BF595F}">
      <dgm:prSet/>
      <dgm:spPr/>
      <dgm:t>
        <a:bodyPr/>
        <a:lstStyle/>
        <a:p>
          <a:endParaRPr lang="tr-TR"/>
        </a:p>
      </dgm:t>
    </dgm:pt>
    <dgm:pt modelId="{60BA6985-B0E6-4993-A5CA-2D736EEA8F70}" type="sibTrans" cxnId="{DE1D2C80-0FAD-4584-ADB6-173939BF595F}">
      <dgm:prSet/>
      <dgm:spPr/>
      <dgm:t>
        <a:bodyPr/>
        <a:lstStyle/>
        <a:p>
          <a:endParaRPr lang="tr-TR"/>
        </a:p>
      </dgm:t>
    </dgm:pt>
    <dgm:pt modelId="{9ABA9386-9B42-430E-BAFC-20ABF290A469}">
      <dgm:prSet/>
      <dgm:spPr/>
      <dgm:t>
        <a:bodyPr/>
        <a:lstStyle/>
        <a:p>
          <a:pPr>
            <a:lnSpc>
              <a:spcPct val="100000"/>
            </a:lnSpc>
          </a:pPr>
          <a:r>
            <a:rPr lang="tr-TR" dirty="0"/>
            <a:t>need </a:t>
          </a:r>
          <a:r>
            <a:rPr lang="en-US" dirty="0"/>
            <a:t>an unlocking script of the form</a:t>
          </a:r>
        </a:p>
      </dgm:t>
    </dgm:pt>
    <dgm:pt modelId="{DA64DD0F-4351-47F5-ADCF-70313E4D55CC}" type="parTrans" cxnId="{B677726F-92D2-4B82-B6EA-0682C9424026}">
      <dgm:prSet/>
      <dgm:spPr/>
      <dgm:t>
        <a:bodyPr/>
        <a:lstStyle/>
        <a:p>
          <a:endParaRPr lang="tr-TR"/>
        </a:p>
      </dgm:t>
    </dgm:pt>
    <dgm:pt modelId="{BF47A7D4-2E21-449D-9469-EE7CFC48DD40}" type="sibTrans" cxnId="{B677726F-92D2-4B82-B6EA-0682C9424026}">
      <dgm:prSet/>
      <dgm:spPr/>
      <dgm:t>
        <a:bodyPr/>
        <a:lstStyle/>
        <a:p>
          <a:endParaRPr lang="tr-TR"/>
        </a:p>
      </dgm:t>
    </dgm:pt>
    <dgm:pt modelId="{6BF56124-F375-483F-832B-0C90CD9065BD}" type="pres">
      <dgm:prSet presAssocID="{720DB28E-FD87-49B2-AC23-20485215090B}" presName="root" presStyleCnt="0">
        <dgm:presLayoutVars>
          <dgm:dir/>
          <dgm:resizeHandles val="exact"/>
        </dgm:presLayoutVars>
      </dgm:prSet>
      <dgm:spPr/>
    </dgm:pt>
    <dgm:pt modelId="{2E378B87-A0D8-4C38-9F29-0C600B011B94}" type="pres">
      <dgm:prSet presAssocID="{0EDF3314-6F15-486B-85E9-0EBD242C6E62}" presName="compNode" presStyleCnt="0"/>
      <dgm:spPr/>
    </dgm:pt>
    <dgm:pt modelId="{EACD19F5-64A8-4BBD-8D47-5ADDF223314D}" type="pres">
      <dgm:prSet presAssocID="{0EDF3314-6F15-486B-85E9-0EBD242C6E62}" presName="iconRect" presStyleLbl="node1" presStyleIdx="0" presStyleCnt="2"/>
      <dgm:spPr>
        <a:blipFill>
          <a:blip xmlns:r="http://schemas.openxmlformats.org/officeDocument/2006/relationships" r:embed="rId1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2"/>
              </a:ext>
            </a:extLst>
          </a:blip>
          <a:stretch>
            <a:fillRect/>
          </a:stretch>
        </a:blipFill>
        <a:ln>
          <a:noFill/>
        </a:ln>
      </dgm:spPr>
      <dgm:extLst>
        <a:ext uri="{E40237B7-FDA0-4F09-8148-C483321AD2D9}">
          <dgm14:cNvPr xmlns:dgm14="http://schemas.microsoft.com/office/drawing/2010/diagram" id="0" name="" descr="Unlock"/>
        </a:ext>
      </dgm:extLst>
    </dgm:pt>
    <dgm:pt modelId="{9286BC37-BBB6-41F8-AD4F-C8B6A77514ED}" type="pres">
      <dgm:prSet presAssocID="{0EDF3314-6F15-486B-85E9-0EBD242C6E62}" presName="iconSpace" presStyleCnt="0"/>
      <dgm:spPr/>
    </dgm:pt>
    <dgm:pt modelId="{B26EC05F-6778-49C2-A3D5-F31BDBE42227}" type="pres">
      <dgm:prSet presAssocID="{0EDF3314-6F15-486B-85E9-0EBD242C6E62}" presName="parTx" presStyleLbl="revTx" presStyleIdx="0" presStyleCnt="4">
        <dgm:presLayoutVars>
          <dgm:chMax val="0"/>
          <dgm:chPref val="0"/>
        </dgm:presLayoutVars>
      </dgm:prSet>
      <dgm:spPr/>
    </dgm:pt>
    <dgm:pt modelId="{6C22DA50-5708-4F7E-8589-877CEA4041E0}" type="pres">
      <dgm:prSet presAssocID="{0EDF3314-6F15-486B-85E9-0EBD242C6E62}" presName="txSpace" presStyleCnt="0"/>
      <dgm:spPr/>
    </dgm:pt>
    <dgm:pt modelId="{A7810F94-32FC-4982-98CC-A1AFDA1EAB03}" type="pres">
      <dgm:prSet presAssocID="{0EDF3314-6F15-486B-85E9-0EBD242C6E62}" presName="desTx" presStyleLbl="revTx" presStyleIdx="1" presStyleCnt="4">
        <dgm:presLayoutVars/>
      </dgm:prSet>
      <dgm:spPr/>
    </dgm:pt>
    <dgm:pt modelId="{A8A7C45E-1656-4F34-A96D-FCAC0C660B77}" type="pres">
      <dgm:prSet presAssocID="{5280F071-0BD0-479A-AA9E-4CFE72B63E65}" presName="sibTrans" presStyleCnt="0"/>
      <dgm:spPr/>
    </dgm:pt>
    <dgm:pt modelId="{07AD5EF4-7DE1-43DD-8528-587E4864BE91}" type="pres">
      <dgm:prSet presAssocID="{FAD1ECB1-AC09-4B28-8283-85914E7CEF99}" presName="compNode" presStyleCnt="0"/>
      <dgm:spPr/>
    </dgm:pt>
    <dgm:pt modelId="{89B7CDB2-C686-4B49-9051-8FDEC7215505}" type="pres">
      <dgm:prSet presAssocID="{FAD1ECB1-AC09-4B28-8283-85914E7CEF99}" presName="iconRect" presStyleLbl="node1" presStyleIdx="1" presStyleCnt="2"/>
      <dgm:spPr>
        <a:blipFill>
          <a:blip xmlns:r="http://schemas.openxmlformats.org/officeDocument/2006/relationships" r:embed="rId3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4"/>
              </a:ext>
            </a:extLst>
          </a:blip>
          <a:stretch>
            <a:fillRect/>
          </a:stretch>
        </a:blipFill>
        <a:ln>
          <a:noFill/>
        </a:ln>
      </dgm:spPr>
      <dgm:extLst>
        <a:ext uri="{E40237B7-FDA0-4F09-8148-C483321AD2D9}">
          <dgm14:cNvPr xmlns:dgm14="http://schemas.microsoft.com/office/drawing/2010/diagram" id="0" name="" descr="Key"/>
        </a:ext>
      </dgm:extLst>
    </dgm:pt>
    <dgm:pt modelId="{7BE88B1D-6609-4AD6-9F7C-233FE7E8D1F8}" type="pres">
      <dgm:prSet presAssocID="{FAD1ECB1-AC09-4B28-8283-85914E7CEF99}" presName="iconSpace" presStyleCnt="0"/>
      <dgm:spPr/>
    </dgm:pt>
    <dgm:pt modelId="{F0F0461E-0B2E-4A85-956A-D632052EC92B}" type="pres">
      <dgm:prSet presAssocID="{FAD1ECB1-AC09-4B28-8283-85914E7CEF99}" presName="parTx" presStyleLbl="revTx" presStyleIdx="2" presStyleCnt="4">
        <dgm:presLayoutVars>
          <dgm:chMax val="0"/>
          <dgm:chPref val="0"/>
        </dgm:presLayoutVars>
      </dgm:prSet>
      <dgm:spPr/>
    </dgm:pt>
    <dgm:pt modelId="{75F8EF7B-FB19-4D80-BB07-297E63282229}" type="pres">
      <dgm:prSet presAssocID="{FAD1ECB1-AC09-4B28-8283-85914E7CEF99}" presName="txSpace" presStyleCnt="0"/>
      <dgm:spPr/>
    </dgm:pt>
    <dgm:pt modelId="{9842497C-144F-4447-B748-BA3EA99FE192}" type="pres">
      <dgm:prSet presAssocID="{FAD1ECB1-AC09-4B28-8283-85914E7CEF99}" presName="desTx" presStyleLbl="revTx" presStyleIdx="3" presStyleCnt="4">
        <dgm:presLayoutVars/>
      </dgm:prSet>
      <dgm:spPr/>
    </dgm:pt>
  </dgm:ptLst>
  <dgm:cxnLst>
    <dgm:cxn modelId="{025BD002-FABF-47C0-B06D-0765399CEDC4}" srcId="{FAD1ECB1-AC09-4B28-8283-85914E7CEF99}" destId="{DC5DBFFA-B1EC-490A-B6CF-5FE5CBD2CBBE}" srcOrd="1" destOrd="0" parTransId="{73F0A5B4-5917-49F9-93C5-5A0C021C7258}" sibTransId="{FD3A72A2-D4F5-42B9-9399-7B06BD295D7C}"/>
    <dgm:cxn modelId="{70432E1B-2B0D-4B73-832F-AC69948E8FF9}" srcId="{720DB28E-FD87-49B2-AC23-20485215090B}" destId="{0EDF3314-6F15-486B-85E9-0EBD242C6E62}" srcOrd="0" destOrd="0" parTransId="{154E1BF9-5240-470A-8132-86D77DF52221}" sibTransId="{5280F071-0BD0-479A-AA9E-4CFE72B63E65}"/>
    <dgm:cxn modelId="{24D97F37-1D8C-4A89-8E53-3627F5E545EE}" type="presOf" srcId="{D32449ED-539D-4BB7-AF2F-B5336F34DF14}" destId="{A7810F94-32FC-4982-98CC-A1AFDA1EAB03}" srcOrd="0" destOrd="0" presId="urn:microsoft.com/office/officeart/2018/5/layout/CenteredIconLabelDescriptionList"/>
    <dgm:cxn modelId="{0197445D-4917-44A5-83C2-B54A48FE3A8E}" type="presOf" srcId="{FAD1ECB1-AC09-4B28-8283-85914E7CEF99}" destId="{F0F0461E-0B2E-4A85-956A-D632052EC92B}" srcOrd="0" destOrd="0" presId="urn:microsoft.com/office/officeart/2018/5/layout/CenteredIconLabelDescriptionList"/>
    <dgm:cxn modelId="{BD669066-BEF9-4F5B-8AD0-E8CBB9405F6E}" srcId="{720DB28E-FD87-49B2-AC23-20485215090B}" destId="{FAD1ECB1-AC09-4B28-8283-85914E7CEF99}" srcOrd="1" destOrd="0" parTransId="{9B8E4468-643D-44A8-ABB1-6455FA55BCB3}" sibTransId="{C5FB5325-EE9E-4171-9468-B6FECF23B9C8}"/>
    <dgm:cxn modelId="{EEA31E4F-19AD-4713-A3EE-10F5D3F3BBE4}" type="presOf" srcId="{DC5DBFFA-B1EC-490A-B6CF-5FE5CBD2CBBE}" destId="{9842497C-144F-4447-B748-BA3EA99FE192}" srcOrd="0" destOrd="1" presId="urn:microsoft.com/office/officeart/2018/5/layout/CenteredIconLabelDescriptionList"/>
    <dgm:cxn modelId="{B677726F-92D2-4B82-B6EA-0682C9424026}" srcId="{FAD1ECB1-AC09-4B28-8283-85914E7CEF99}" destId="{9ABA9386-9B42-430E-BAFC-20ABF290A469}" srcOrd="0" destOrd="0" parTransId="{DA64DD0F-4351-47F5-ADCF-70313E4D55CC}" sibTransId="{BF47A7D4-2E21-449D-9469-EE7CFC48DD40}"/>
    <dgm:cxn modelId="{DE1D2C80-0FAD-4584-ADB6-173939BF595F}" srcId="{0EDF3314-6F15-486B-85E9-0EBD242C6E62}" destId="{D32449ED-539D-4BB7-AF2F-B5336F34DF14}" srcOrd="0" destOrd="0" parTransId="{60CD3F46-C095-4FE7-A581-7AFA8A5184EC}" sibTransId="{60BA6985-B0E6-4993-A5CA-2D736EEA8F70}"/>
    <dgm:cxn modelId="{CA39178B-15A9-473D-95A5-65E3222EC16F}" type="presOf" srcId="{720DB28E-FD87-49B2-AC23-20485215090B}" destId="{6BF56124-F375-483F-832B-0C90CD9065BD}" srcOrd="0" destOrd="0" presId="urn:microsoft.com/office/officeart/2018/5/layout/CenteredIconLabelDescriptionList"/>
    <dgm:cxn modelId="{6A845CEC-E0D2-4C64-980B-A12F16697FBD}" type="presOf" srcId="{0EDF3314-6F15-486B-85E9-0EBD242C6E62}" destId="{B26EC05F-6778-49C2-A3D5-F31BDBE42227}" srcOrd="0" destOrd="0" presId="urn:microsoft.com/office/officeart/2018/5/layout/CenteredIconLabelDescriptionList"/>
    <dgm:cxn modelId="{F16544F0-B248-4D95-AEED-613ABB276BA2}" type="presOf" srcId="{9ABA9386-9B42-430E-BAFC-20ABF290A469}" destId="{9842497C-144F-4447-B748-BA3EA99FE192}" srcOrd="0" destOrd="0" presId="urn:microsoft.com/office/officeart/2018/5/layout/CenteredIconLabelDescriptionList"/>
    <dgm:cxn modelId="{0BFFF97C-0855-4D1B-B959-EA253D97C704}" type="presParOf" srcId="{6BF56124-F375-483F-832B-0C90CD9065BD}" destId="{2E378B87-A0D8-4C38-9F29-0C600B011B94}" srcOrd="0" destOrd="0" presId="urn:microsoft.com/office/officeart/2018/5/layout/CenteredIconLabelDescriptionList"/>
    <dgm:cxn modelId="{B704F1BA-35C7-4B7F-8498-4FCBF80E8537}" type="presParOf" srcId="{2E378B87-A0D8-4C38-9F29-0C600B011B94}" destId="{EACD19F5-64A8-4BBD-8D47-5ADDF223314D}" srcOrd="0" destOrd="0" presId="urn:microsoft.com/office/officeart/2018/5/layout/CenteredIconLabelDescriptionList"/>
    <dgm:cxn modelId="{B4F82984-D125-4026-85F8-85F06EDB2C94}" type="presParOf" srcId="{2E378B87-A0D8-4C38-9F29-0C600B011B94}" destId="{9286BC37-BBB6-41F8-AD4F-C8B6A77514ED}" srcOrd="1" destOrd="0" presId="urn:microsoft.com/office/officeart/2018/5/layout/CenteredIconLabelDescriptionList"/>
    <dgm:cxn modelId="{7CB0BCFC-86C5-43CC-A2F1-B68BF34697EF}" type="presParOf" srcId="{2E378B87-A0D8-4C38-9F29-0C600B011B94}" destId="{B26EC05F-6778-49C2-A3D5-F31BDBE42227}" srcOrd="2" destOrd="0" presId="urn:microsoft.com/office/officeart/2018/5/layout/CenteredIconLabelDescriptionList"/>
    <dgm:cxn modelId="{1A1ACB63-54C8-480B-A3CC-FE7C3B339DA9}" type="presParOf" srcId="{2E378B87-A0D8-4C38-9F29-0C600B011B94}" destId="{6C22DA50-5708-4F7E-8589-877CEA4041E0}" srcOrd="3" destOrd="0" presId="urn:microsoft.com/office/officeart/2018/5/layout/CenteredIconLabelDescriptionList"/>
    <dgm:cxn modelId="{BBAD7A6D-8C55-4028-ADB1-FB657EE7F27C}" type="presParOf" srcId="{2E378B87-A0D8-4C38-9F29-0C600B011B94}" destId="{A7810F94-32FC-4982-98CC-A1AFDA1EAB03}" srcOrd="4" destOrd="0" presId="urn:microsoft.com/office/officeart/2018/5/layout/CenteredIconLabelDescriptionList"/>
    <dgm:cxn modelId="{1F95CAB6-D74C-48E5-8989-06EC184DCAD3}" type="presParOf" srcId="{6BF56124-F375-483F-832B-0C90CD9065BD}" destId="{A8A7C45E-1656-4F34-A96D-FCAC0C660B77}" srcOrd="1" destOrd="0" presId="urn:microsoft.com/office/officeart/2018/5/layout/CenteredIconLabelDescriptionList"/>
    <dgm:cxn modelId="{04ED5EAA-8771-4D51-A85B-788A708CC390}" type="presParOf" srcId="{6BF56124-F375-483F-832B-0C90CD9065BD}" destId="{07AD5EF4-7DE1-43DD-8528-587E4864BE91}" srcOrd="2" destOrd="0" presId="urn:microsoft.com/office/officeart/2018/5/layout/CenteredIconLabelDescriptionList"/>
    <dgm:cxn modelId="{EE315A14-C7D4-46FE-A0A1-8F6734A92B72}" type="presParOf" srcId="{07AD5EF4-7DE1-43DD-8528-587E4864BE91}" destId="{89B7CDB2-C686-4B49-9051-8FDEC7215505}" srcOrd="0" destOrd="0" presId="urn:microsoft.com/office/officeart/2018/5/layout/CenteredIconLabelDescriptionList"/>
    <dgm:cxn modelId="{38E31135-062F-47BB-916F-104D3C8367DF}" type="presParOf" srcId="{07AD5EF4-7DE1-43DD-8528-587E4864BE91}" destId="{7BE88B1D-6609-4AD6-9F7C-233FE7E8D1F8}" srcOrd="1" destOrd="0" presId="urn:microsoft.com/office/officeart/2018/5/layout/CenteredIconLabelDescriptionList"/>
    <dgm:cxn modelId="{B45A3726-E2AD-42A2-96DB-DC8849CAB02C}" type="presParOf" srcId="{07AD5EF4-7DE1-43DD-8528-587E4864BE91}" destId="{F0F0461E-0B2E-4A85-956A-D632052EC92B}" srcOrd="2" destOrd="0" presId="urn:microsoft.com/office/officeart/2018/5/layout/CenteredIconLabelDescriptionList"/>
    <dgm:cxn modelId="{06036873-C002-4E84-AA4D-108C46CE3E69}" type="presParOf" srcId="{07AD5EF4-7DE1-43DD-8528-587E4864BE91}" destId="{75F8EF7B-FB19-4D80-BB07-297E63282229}" srcOrd="3" destOrd="0" presId="urn:microsoft.com/office/officeart/2018/5/layout/CenteredIconLabelDescriptionList"/>
    <dgm:cxn modelId="{412CB5D6-62FF-4D1B-883E-D89F5F577FE7}" type="presParOf" srcId="{07AD5EF4-7DE1-43DD-8528-587E4864BE91}" destId="{9842497C-144F-4447-B748-BA3EA99FE192}" srcOrd="4" destOrd="0" presId="urn:microsoft.com/office/officeart/2018/5/layout/CenteredIconLabelDescriptionList"/>
  </dgm:cxnLst>
  <dgm:bg/>
  <dgm:whole/>
  <dgm:extLst>
    <a:ext uri="http://schemas.microsoft.com/office/drawing/2008/diagram">
      <dsp:dataModelExt xmlns:dsp="http://schemas.microsoft.com/office/drawing/2008/diagram" relId="rId6" minVer="http://schemas.openxmlformats.org/drawingml/2006/diagram"/>
    </a:ext>
  </dgm:extLst>
</dgm:dataModel>
</file>

<file path=ppt/diagrams/data89.xml><?xml version="1.0" encoding="utf-8"?>
<dgm:dataModel xmlns:dgm="http://schemas.openxmlformats.org/drawingml/2006/diagram" xmlns:a="http://schemas.openxmlformats.org/drawingml/2006/main">
  <dgm:ptLst>
    <dgm:pt modelId="{720DB28E-FD87-49B2-AC23-20485215090B}" type="doc">
      <dgm:prSet loTypeId="urn:microsoft.com/office/officeart/2018/5/layout/CenteredIconLabelDescriptionList" loCatId="icon" qsTypeId="urn:microsoft.com/office/officeart/2005/8/quickstyle/simple1" qsCatId="simple" csTypeId="urn:microsoft.com/office/officeart/2018/5/colors/Iconchunking_neutralbg_accent2_2" csCatId="accent2" phldr="1"/>
      <dgm:spPr/>
      <dgm:t>
        <a:bodyPr/>
        <a:lstStyle/>
        <a:p>
          <a:endParaRPr lang="en-US"/>
        </a:p>
      </dgm:t>
    </dgm:pt>
    <dgm:pt modelId="{1115F85F-A865-4987-A99F-DC41503228DF}">
      <dgm:prSet/>
      <dgm:spPr/>
      <dgm:t>
        <a:bodyPr/>
        <a:lstStyle/>
        <a:p>
          <a:pPr>
            <a:lnSpc>
              <a:spcPct val="100000"/>
            </a:lnSpc>
            <a:defRPr b="1"/>
          </a:pPr>
          <a:r>
            <a:rPr lang="tr-TR"/>
            <a:t>Combination</a:t>
          </a:r>
          <a:endParaRPr lang="en-US"/>
        </a:p>
      </dgm:t>
    </dgm:pt>
    <dgm:pt modelId="{07BEB391-538D-49F6-96CD-3D031FD4E240}" type="parTrans" cxnId="{E2D024F3-C1A4-4048-BDBB-118B0BC3240C}">
      <dgm:prSet/>
      <dgm:spPr/>
      <dgm:t>
        <a:bodyPr/>
        <a:lstStyle/>
        <a:p>
          <a:endParaRPr lang="en-US"/>
        </a:p>
      </dgm:t>
    </dgm:pt>
    <dgm:pt modelId="{6CE4E965-E6D6-4D29-BA4F-555D4397B0F8}" type="sibTrans" cxnId="{E2D024F3-C1A4-4048-BDBB-118B0BC3240C}">
      <dgm:prSet/>
      <dgm:spPr/>
      <dgm:t>
        <a:bodyPr/>
        <a:lstStyle/>
        <a:p>
          <a:endParaRPr lang="en-US"/>
        </a:p>
      </dgm:t>
    </dgm:pt>
    <dgm:pt modelId="{03FD4685-FC47-40C5-94A3-FA8300F5E546}">
      <dgm:prSet/>
      <dgm:spPr/>
      <dgm:t>
        <a:bodyPr/>
        <a:lstStyle/>
        <a:p>
          <a:pPr>
            <a:lnSpc>
              <a:spcPct val="100000"/>
            </a:lnSpc>
            <a:defRPr b="1"/>
          </a:pPr>
          <a:r>
            <a:rPr lang="en-US"/>
            <a:t>validation script</a:t>
          </a:r>
        </a:p>
      </dgm:t>
    </dgm:pt>
    <dgm:pt modelId="{2DD59117-808F-4650-90CE-8BEBA5DFBB71}" type="parTrans" cxnId="{E5259197-EDBB-4748-A95B-E2C648513EE5}">
      <dgm:prSet/>
      <dgm:spPr/>
      <dgm:t>
        <a:bodyPr/>
        <a:lstStyle/>
        <a:p>
          <a:endParaRPr lang="en-US"/>
        </a:p>
      </dgm:t>
    </dgm:pt>
    <dgm:pt modelId="{00BC2C47-2425-403B-937C-E3A681867687}" type="sibTrans" cxnId="{E5259197-EDBB-4748-A95B-E2C648513EE5}">
      <dgm:prSet/>
      <dgm:spPr/>
      <dgm:t>
        <a:bodyPr/>
        <a:lstStyle/>
        <a:p>
          <a:endParaRPr lang="en-US"/>
        </a:p>
      </dgm:t>
    </dgm:pt>
    <dgm:pt modelId="{5A396C54-73B8-4723-89B7-A5D2A1A0D36D}">
      <dgm:prSet/>
      <dgm:spPr/>
      <dgm:t>
        <a:bodyPr/>
        <a:lstStyle/>
        <a:p>
          <a:pPr>
            <a:lnSpc>
              <a:spcPct val="100000"/>
            </a:lnSpc>
          </a:pPr>
          <a:r>
            <a:rPr lang="en-US" dirty="0"/>
            <a:t>&lt;Cafe Public Key Hash&gt; OP_EQUALVERIFY OP_CHECKSIG</a:t>
          </a:r>
        </a:p>
      </dgm:t>
    </dgm:pt>
    <dgm:pt modelId="{482A2EEE-561C-4B7F-8F2A-355611E41F55}" type="parTrans" cxnId="{68C2B198-C5C8-494F-BCA7-8E194DEA3C04}">
      <dgm:prSet/>
      <dgm:spPr/>
      <dgm:t>
        <a:bodyPr/>
        <a:lstStyle/>
        <a:p>
          <a:endParaRPr lang="en-US"/>
        </a:p>
      </dgm:t>
    </dgm:pt>
    <dgm:pt modelId="{B679606F-4F70-4942-993E-62709C8541C4}" type="sibTrans" cxnId="{68C2B198-C5C8-494F-BCA7-8E194DEA3C04}">
      <dgm:prSet/>
      <dgm:spPr/>
      <dgm:t>
        <a:bodyPr/>
        <a:lstStyle/>
        <a:p>
          <a:endParaRPr lang="en-US"/>
        </a:p>
      </dgm:t>
    </dgm:pt>
    <dgm:pt modelId="{AD4E33EC-61A5-4E5A-A3FA-D2A001D6AAAD}">
      <dgm:prSet/>
      <dgm:spPr/>
      <dgm:t>
        <a:bodyPr/>
        <a:lstStyle/>
        <a:p>
          <a:pPr>
            <a:lnSpc>
              <a:spcPct val="100000"/>
            </a:lnSpc>
          </a:pPr>
          <a:r>
            <a:rPr lang="en-US" dirty="0"/>
            <a:t>The two scripts together</a:t>
          </a:r>
        </a:p>
      </dgm:t>
    </dgm:pt>
    <dgm:pt modelId="{E3B1F186-2B86-4F6C-A0E8-F69C275F0ED1}" type="parTrans" cxnId="{08D1BE55-CE98-4850-89B3-18FC1533CD08}">
      <dgm:prSet/>
      <dgm:spPr/>
      <dgm:t>
        <a:bodyPr/>
        <a:lstStyle/>
        <a:p>
          <a:endParaRPr lang="tr-TR"/>
        </a:p>
      </dgm:t>
    </dgm:pt>
    <dgm:pt modelId="{1B421BDF-25E2-4A33-93A6-15B104A16E86}" type="sibTrans" cxnId="{08D1BE55-CE98-4850-89B3-18FC1533CD08}">
      <dgm:prSet/>
      <dgm:spPr/>
      <dgm:t>
        <a:bodyPr/>
        <a:lstStyle/>
        <a:p>
          <a:endParaRPr lang="tr-TR"/>
        </a:p>
      </dgm:t>
    </dgm:pt>
    <dgm:pt modelId="{F8CC9E58-787F-47E9-AFA1-638C76A420C5}">
      <dgm:prSet/>
      <dgm:spPr/>
      <dgm:t>
        <a:bodyPr/>
        <a:lstStyle/>
        <a:p>
          <a:pPr>
            <a:lnSpc>
              <a:spcPct val="100000"/>
            </a:lnSpc>
          </a:pPr>
          <a:r>
            <a:rPr lang="en-US" dirty="0"/>
            <a:t>would form the combined validation script</a:t>
          </a:r>
        </a:p>
      </dgm:t>
    </dgm:pt>
    <dgm:pt modelId="{D339A420-CB3B-45A4-933B-FF8B7829C053}" type="parTrans" cxnId="{8529067C-4679-4F41-B197-750B369A66D0}">
      <dgm:prSet/>
      <dgm:spPr/>
      <dgm:t>
        <a:bodyPr/>
        <a:lstStyle/>
        <a:p>
          <a:endParaRPr lang="tr-TR"/>
        </a:p>
      </dgm:t>
    </dgm:pt>
    <dgm:pt modelId="{02CD5136-79AA-46E7-9D24-7BE95F645BBD}" type="sibTrans" cxnId="{8529067C-4679-4F41-B197-750B369A66D0}">
      <dgm:prSet/>
      <dgm:spPr/>
      <dgm:t>
        <a:bodyPr/>
        <a:lstStyle/>
        <a:p>
          <a:endParaRPr lang="tr-TR"/>
        </a:p>
      </dgm:t>
    </dgm:pt>
    <dgm:pt modelId="{76DC2C3B-2D19-418A-A1E1-4A50A195C42F}">
      <dgm:prSet/>
      <dgm:spPr/>
      <dgm:t>
        <a:bodyPr/>
        <a:lstStyle/>
        <a:p>
          <a:pPr>
            <a:lnSpc>
              <a:spcPct val="100000"/>
            </a:lnSpc>
          </a:pPr>
          <a:r>
            <a:rPr lang="en-US"/>
            <a:t>&lt;</a:t>
          </a:r>
          <a:r>
            <a:rPr lang="en-US" dirty="0"/>
            <a:t>Cafe Signature&gt; &lt;Cafe Public Key&gt; OP_DUP OP_HASH160</a:t>
          </a:r>
        </a:p>
      </dgm:t>
    </dgm:pt>
    <dgm:pt modelId="{C99C2268-E62F-4999-B9D0-045E71985186}" type="parTrans" cxnId="{2850FC06-C826-4C6D-BD74-14C6CCFC06A5}">
      <dgm:prSet/>
      <dgm:spPr/>
      <dgm:t>
        <a:bodyPr/>
        <a:lstStyle/>
        <a:p>
          <a:endParaRPr lang="tr-TR"/>
        </a:p>
      </dgm:t>
    </dgm:pt>
    <dgm:pt modelId="{69D6BDD2-F04A-4FA1-BE69-6C0246E7D704}" type="sibTrans" cxnId="{2850FC06-C826-4C6D-BD74-14C6CCFC06A5}">
      <dgm:prSet/>
      <dgm:spPr/>
      <dgm:t>
        <a:bodyPr/>
        <a:lstStyle/>
        <a:p>
          <a:endParaRPr lang="tr-TR"/>
        </a:p>
      </dgm:t>
    </dgm:pt>
    <dgm:pt modelId="{884E4B5F-5DEF-45A0-BC65-5E49AD803E36}" type="pres">
      <dgm:prSet presAssocID="{720DB28E-FD87-49B2-AC23-20485215090B}" presName="root" presStyleCnt="0">
        <dgm:presLayoutVars>
          <dgm:dir/>
          <dgm:resizeHandles val="exact"/>
        </dgm:presLayoutVars>
      </dgm:prSet>
      <dgm:spPr/>
    </dgm:pt>
    <dgm:pt modelId="{B35A9C43-DDA3-466E-B960-544F9E01AC42}" type="pres">
      <dgm:prSet presAssocID="{1115F85F-A865-4987-A99F-DC41503228DF}" presName="compNode" presStyleCnt="0"/>
      <dgm:spPr/>
    </dgm:pt>
    <dgm:pt modelId="{C9D90601-1BA7-4792-BEEE-9C1E21803B75}" type="pres">
      <dgm:prSet presAssocID="{1115F85F-A865-4987-A99F-DC41503228DF}" presName="iconRect" presStyleLbl="node1" presStyleIdx="0" presStyleCnt="2"/>
      <dgm:spPr>
        <a:blipFill>
          <a:blip xmlns:r="http://schemas.openxmlformats.org/officeDocument/2006/relationships" r:embed="rId1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2"/>
              </a:ext>
            </a:extLst>
          </a:blip>
          <a:stretch>
            <a:fillRect/>
          </a:stretch>
        </a:blipFill>
        <a:ln>
          <a:noFill/>
        </a:ln>
      </dgm:spPr>
      <dgm:extLst>
        <a:ext uri="{E40237B7-FDA0-4F09-8148-C483321AD2D9}">
          <dgm14:cNvPr xmlns:dgm14="http://schemas.microsoft.com/office/drawing/2010/diagram" id="0" name="" descr="Document"/>
        </a:ext>
      </dgm:extLst>
    </dgm:pt>
    <dgm:pt modelId="{636748AF-8382-46B3-9173-4B5078552F41}" type="pres">
      <dgm:prSet presAssocID="{1115F85F-A865-4987-A99F-DC41503228DF}" presName="iconSpace" presStyleCnt="0"/>
      <dgm:spPr/>
    </dgm:pt>
    <dgm:pt modelId="{9A6536AC-0E91-4D7B-BB58-20889B1D580E}" type="pres">
      <dgm:prSet presAssocID="{1115F85F-A865-4987-A99F-DC41503228DF}" presName="parTx" presStyleLbl="revTx" presStyleIdx="0" presStyleCnt="4">
        <dgm:presLayoutVars>
          <dgm:chMax val="0"/>
          <dgm:chPref val="0"/>
        </dgm:presLayoutVars>
      </dgm:prSet>
      <dgm:spPr/>
    </dgm:pt>
    <dgm:pt modelId="{9D5CB86F-6713-415D-916F-68E503E90E65}" type="pres">
      <dgm:prSet presAssocID="{1115F85F-A865-4987-A99F-DC41503228DF}" presName="txSpace" presStyleCnt="0"/>
      <dgm:spPr/>
    </dgm:pt>
    <dgm:pt modelId="{DCA35BF0-0411-45E3-9333-D4C7327FD61C}" type="pres">
      <dgm:prSet presAssocID="{1115F85F-A865-4987-A99F-DC41503228DF}" presName="desTx" presStyleLbl="revTx" presStyleIdx="1" presStyleCnt="4">
        <dgm:presLayoutVars/>
      </dgm:prSet>
      <dgm:spPr/>
    </dgm:pt>
    <dgm:pt modelId="{4221DE5D-86CC-4BB8-884C-9A0597C2D314}" type="pres">
      <dgm:prSet presAssocID="{6CE4E965-E6D6-4D29-BA4F-555D4397B0F8}" presName="sibTrans" presStyleCnt="0"/>
      <dgm:spPr/>
    </dgm:pt>
    <dgm:pt modelId="{CB3095CD-B5D9-4287-9CEA-896A93B8CB26}" type="pres">
      <dgm:prSet presAssocID="{03FD4685-FC47-40C5-94A3-FA8300F5E546}" presName="compNode" presStyleCnt="0"/>
      <dgm:spPr/>
    </dgm:pt>
    <dgm:pt modelId="{DF860A43-269B-4597-9A7D-742E6C3F722F}" type="pres">
      <dgm:prSet presAssocID="{03FD4685-FC47-40C5-94A3-FA8300F5E546}" presName="iconRect" presStyleLbl="node1" presStyleIdx="1" presStyleCnt="2"/>
      <dgm:spPr>
        <a:blipFill>
          <a:blip xmlns:r="http://schemas.openxmlformats.org/officeDocument/2006/relationships" r:embed="rId3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4"/>
              </a:ext>
            </a:extLst>
          </a:blip>
          <a:stretch>
            <a:fillRect/>
          </a:stretch>
        </a:blipFill>
        <a:ln>
          <a:noFill/>
        </a:ln>
      </dgm:spPr>
      <dgm:extLst>
        <a:ext uri="{E40237B7-FDA0-4F09-8148-C483321AD2D9}">
          <dgm14:cNvPr xmlns:dgm14="http://schemas.microsoft.com/office/drawing/2010/diagram" id="0" name="" descr="Key"/>
        </a:ext>
      </dgm:extLst>
    </dgm:pt>
    <dgm:pt modelId="{F124C184-B713-4A99-9EC5-F4F5D8576CD1}" type="pres">
      <dgm:prSet presAssocID="{03FD4685-FC47-40C5-94A3-FA8300F5E546}" presName="iconSpace" presStyleCnt="0"/>
      <dgm:spPr/>
    </dgm:pt>
    <dgm:pt modelId="{B79FB52E-CABA-4D8F-8B89-89B7DD8880A2}" type="pres">
      <dgm:prSet presAssocID="{03FD4685-FC47-40C5-94A3-FA8300F5E546}" presName="parTx" presStyleLbl="revTx" presStyleIdx="2" presStyleCnt="4">
        <dgm:presLayoutVars>
          <dgm:chMax val="0"/>
          <dgm:chPref val="0"/>
        </dgm:presLayoutVars>
      </dgm:prSet>
      <dgm:spPr/>
    </dgm:pt>
    <dgm:pt modelId="{54A8C528-CD19-4936-B2A2-00CFB2D38F1A}" type="pres">
      <dgm:prSet presAssocID="{03FD4685-FC47-40C5-94A3-FA8300F5E546}" presName="txSpace" presStyleCnt="0"/>
      <dgm:spPr/>
    </dgm:pt>
    <dgm:pt modelId="{3D8E0EEB-B35A-4FC4-ACC2-D3A23C87CC84}" type="pres">
      <dgm:prSet presAssocID="{03FD4685-FC47-40C5-94A3-FA8300F5E546}" presName="desTx" presStyleLbl="revTx" presStyleIdx="3" presStyleCnt="4">
        <dgm:presLayoutVars/>
      </dgm:prSet>
      <dgm:spPr/>
    </dgm:pt>
  </dgm:ptLst>
  <dgm:cxnLst>
    <dgm:cxn modelId="{2850FC06-C826-4C6D-BD74-14C6CCFC06A5}" srcId="{03FD4685-FC47-40C5-94A3-FA8300F5E546}" destId="{76DC2C3B-2D19-418A-A1E1-4A50A195C42F}" srcOrd="0" destOrd="0" parTransId="{C99C2268-E62F-4999-B9D0-045E71985186}" sibTransId="{69D6BDD2-F04A-4FA1-BE69-6C0246E7D704}"/>
    <dgm:cxn modelId="{ACC3200A-0C9A-4A3D-A022-1E7DECFD9BFA}" type="presOf" srcId="{F8CC9E58-787F-47E9-AFA1-638C76A420C5}" destId="{DCA35BF0-0411-45E3-9333-D4C7327FD61C}" srcOrd="0" destOrd="1" presId="urn:microsoft.com/office/officeart/2018/5/layout/CenteredIconLabelDescriptionList"/>
    <dgm:cxn modelId="{08D1BE55-CE98-4850-89B3-18FC1533CD08}" srcId="{1115F85F-A865-4987-A99F-DC41503228DF}" destId="{AD4E33EC-61A5-4E5A-A3FA-D2A001D6AAAD}" srcOrd="0" destOrd="0" parTransId="{E3B1F186-2B86-4F6C-A0E8-F69C275F0ED1}" sibTransId="{1B421BDF-25E2-4A33-93A6-15B104A16E86}"/>
    <dgm:cxn modelId="{57D9F455-9D87-4FF9-B0FE-E3F5CBEE453B}" type="presOf" srcId="{1115F85F-A865-4987-A99F-DC41503228DF}" destId="{9A6536AC-0E91-4D7B-BB58-20889B1D580E}" srcOrd="0" destOrd="0" presId="urn:microsoft.com/office/officeart/2018/5/layout/CenteredIconLabelDescriptionList"/>
    <dgm:cxn modelId="{8529067C-4679-4F41-B197-750B369A66D0}" srcId="{1115F85F-A865-4987-A99F-DC41503228DF}" destId="{F8CC9E58-787F-47E9-AFA1-638C76A420C5}" srcOrd="1" destOrd="0" parTransId="{D339A420-CB3B-45A4-933B-FF8B7829C053}" sibTransId="{02CD5136-79AA-46E7-9D24-7BE95F645BBD}"/>
    <dgm:cxn modelId="{FEA79681-0B3D-443C-8F0C-67BE0E10E6D5}" type="presOf" srcId="{03FD4685-FC47-40C5-94A3-FA8300F5E546}" destId="{B79FB52E-CABA-4D8F-8B89-89B7DD8880A2}" srcOrd="0" destOrd="0" presId="urn:microsoft.com/office/officeart/2018/5/layout/CenteredIconLabelDescriptionList"/>
    <dgm:cxn modelId="{E5259197-EDBB-4748-A95B-E2C648513EE5}" srcId="{720DB28E-FD87-49B2-AC23-20485215090B}" destId="{03FD4685-FC47-40C5-94A3-FA8300F5E546}" srcOrd="1" destOrd="0" parTransId="{2DD59117-808F-4650-90CE-8BEBA5DFBB71}" sibTransId="{00BC2C47-2425-403B-937C-E3A681867687}"/>
    <dgm:cxn modelId="{68C2B198-C5C8-494F-BCA7-8E194DEA3C04}" srcId="{03FD4685-FC47-40C5-94A3-FA8300F5E546}" destId="{5A396C54-73B8-4723-89B7-A5D2A1A0D36D}" srcOrd="1" destOrd="0" parTransId="{482A2EEE-561C-4B7F-8F2A-355611E41F55}" sibTransId="{B679606F-4F70-4942-993E-62709C8541C4}"/>
    <dgm:cxn modelId="{0449D2C7-CECE-4A62-B5AF-54D181ED4AEA}" type="presOf" srcId="{5A396C54-73B8-4723-89B7-A5D2A1A0D36D}" destId="{3D8E0EEB-B35A-4FC4-ACC2-D3A23C87CC84}" srcOrd="0" destOrd="1" presId="urn:microsoft.com/office/officeart/2018/5/layout/CenteredIconLabelDescriptionList"/>
    <dgm:cxn modelId="{C19FBACF-4C94-420B-A86E-72803EE9A419}" type="presOf" srcId="{76DC2C3B-2D19-418A-A1E1-4A50A195C42F}" destId="{3D8E0EEB-B35A-4FC4-ACC2-D3A23C87CC84}" srcOrd="0" destOrd="0" presId="urn:microsoft.com/office/officeart/2018/5/layout/CenteredIconLabelDescriptionList"/>
    <dgm:cxn modelId="{E2D024F3-C1A4-4048-BDBB-118B0BC3240C}" srcId="{720DB28E-FD87-49B2-AC23-20485215090B}" destId="{1115F85F-A865-4987-A99F-DC41503228DF}" srcOrd="0" destOrd="0" parTransId="{07BEB391-538D-49F6-96CD-3D031FD4E240}" sibTransId="{6CE4E965-E6D6-4D29-BA4F-555D4397B0F8}"/>
    <dgm:cxn modelId="{562264F8-8111-48AA-9CC0-FC8C23011E75}" type="presOf" srcId="{720DB28E-FD87-49B2-AC23-20485215090B}" destId="{884E4B5F-5DEF-45A0-BC65-5E49AD803E36}" srcOrd="0" destOrd="0" presId="urn:microsoft.com/office/officeart/2018/5/layout/CenteredIconLabelDescriptionList"/>
    <dgm:cxn modelId="{C0AED3FD-638B-4515-9817-DFA29BA982B0}" type="presOf" srcId="{AD4E33EC-61A5-4E5A-A3FA-D2A001D6AAAD}" destId="{DCA35BF0-0411-45E3-9333-D4C7327FD61C}" srcOrd="0" destOrd="0" presId="urn:microsoft.com/office/officeart/2018/5/layout/CenteredIconLabelDescriptionList"/>
    <dgm:cxn modelId="{DFB13BB5-1CF8-44EA-89A7-E10553E98189}" type="presParOf" srcId="{884E4B5F-5DEF-45A0-BC65-5E49AD803E36}" destId="{B35A9C43-DDA3-466E-B960-544F9E01AC42}" srcOrd="0" destOrd="0" presId="urn:microsoft.com/office/officeart/2018/5/layout/CenteredIconLabelDescriptionList"/>
    <dgm:cxn modelId="{143AA0CC-FA7B-4625-A72B-CF8A6F2D54D3}" type="presParOf" srcId="{B35A9C43-DDA3-466E-B960-544F9E01AC42}" destId="{C9D90601-1BA7-4792-BEEE-9C1E21803B75}" srcOrd="0" destOrd="0" presId="urn:microsoft.com/office/officeart/2018/5/layout/CenteredIconLabelDescriptionList"/>
    <dgm:cxn modelId="{17F2F21F-E09A-46D9-8194-32FA9A03AFBF}" type="presParOf" srcId="{B35A9C43-DDA3-466E-B960-544F9E01AC42}" destId="{636748AF-8382-46B3-9173-4B5078552F41}" srcOrd="1" destOrd="0" presId="urn:microsoft.com/office/officeart/2018/5/layout/CenteredIconLabelDescriptionList"/>
    <dgm:cxn modelId="{F110DB43-3A4B-4616-97E1-4DB7478EEE9B}" type="presParOf" srcId="{B35A9C43-DDA3-466E-B960-544F9E01AC42}" destId="{9A6536AC-0E91-4D7B-BB58-20889B1D580E}" srcOrd="2" destOrd="0" presId="urn:microsoft.com/office/officeart/2018/5/layout/CenteredIconLabelDescriptionList"/>
    <dgm:cxn modelId="{1D26A2CE-27DA-4CF1-8131-35C47CF3A9F9}" type="presParOf" srcId="{B35A9C43-DDA3-466E-B960-544F9E01AC42}" destId="{9D5CB86F-6713-415D-916F-68E503E90E65}" srcOrd="3" destOrd="0" presId="urn:microsoft.com/office/officeart/2018/5/layout/CenteredIconLabelDescriptionList"/>
    <dgm:cxn modelId="{51B2EF25-6DF2-4EF5-99AB-A807329683F4}" type="presParOf" srcId="{B35A9C43-DDA3-466E-B960-544F9E01AC42}" destId="{DCA35BF0-0411-45E3-9333-D4C7327FD61C}" srcOrd="4" destOrd="0" presId="urn:microsoft.com/office/officeart/2018/5/layout/CenteredIconLabelDescriptionList"/>
    <dgm:cxn modelId="{97AD440C-21F4-454A-B957-6CEEFA78143D}" type="presParOf" srcId="{884E4B5F-5DEF-45A0-BC65-5E49AD803E36}" destId="{4221DE5D-86CC-4BB8-884C-9A0597C2D314}" srcOrd="1" destOrd="0" presId="urn:microsoft.com/office/officeart/2018/5/layout/CenteredIconLabelDescriptionList"/>
    <dgm:cxn modelId="{E4012ECD-B7D9-46A7-B3FB-09E54C25F504}" type="presParOf" srcId="{884E4B5F-5DEF-45A0-BC65-5E49AD803E36}" destId="{CB3095CD-B5D9-4287-9CEA-896A93B8CB26}" srcOrd="2" destOrd="0" presId="urn:microsoft.com/office/officeart/2018/5/layout/CenteredIconLabelDescriptionList"/>
    <dgm:cxn modelId="{4213CCCD-D1A5-4450-AFE9-A2F4CFFE84BE}" type="presParOf" srcId="{CB3095CD-B5D9-4287-9CEA-896A93B8CB26}" destId="{DF860A43-269B-4597-9A7D-742E6C3F722F}" srcOrd="0" destOrd="0" presId="urn:microsoft.com/office/officeart/2018/5/layout/CenteredIconLabelDescriptionList"/>
    <dgm:cxn modelId="{4D64432C-1E53-4F83-B6AF-D69BF72BE1E0}" type="presParOf" srcId="{CB3095CD-B5D9-4287-9CEA-896A93B8CB26}" destId="{F124C184-B713-4A99-9EC5-F4F5D8576CD1}" srcOrd="1" destOrd="0" presId="urn:microsoft.com/office/officeart/2018/5/layout/CenteredIconLabelDescriptionList"/>
    <dgm:cxn modelId="{01641623-FFB2-4257-BA3E-00C3B8EF36EC}" type="presParOf" srcId="{CB3095CD-B5D9-4287-9CEA-896A93B8CB26}" destId="{B79FB52E-CABA-4D8F-8B89-89B7DD8880A2}" srcOrd="2" destOrd="0" presId="urn:microsoft.com/office/officeart/2018/5/layout/CenteredIconLabelDescriptionList"/>
    <dgm:cxn modelId="{5B149E1E-4AEB-4350-A738-BCBAFA1D171F}" type="presParOf" srcId="{CB3095CD-B5D9-4287-9CEA-896A93B8CB26}" destId="{54A8C528-CD19-4936-B2A2-00CFB2D38F1A}" srcOrd="3" destOrd="0" presId="urn:microsoft.com/office/officeart/2018/5/layout/CenteredIconLabelDescriptionList"/>
    <dgm:cxn modelId="{4BFF58F5-FEA9-48B9-A22F-0DA4B7FEBC20}" type="presParOf" srcId="{CB3095CD-B5D9-4287-9CEA-896A93B8CB26}" destId="{3D8E0EEB-B35A-4FC4-ACC2-D3A23C87CC84}" srcOrd="4" destOrd="0" presId="urn:microsoft.com/office/officeart/2018/5/layout/CenteredIconLabelDescriptionList"/>
  </dgm:cxnLst>
  <dgm:bg/>
  <dgm:whole/>
  <dgm:extLst>
    <a:ext uri="http://schemas.microsoft.com/office/drawing/2008/diagram">
      <dsp:dataModelExt xmlns:dsp="http://schemas.microsoft.com/office/drawing/2008/diagram" relId="rId6" minVer="http://schemas.openxmlformats.org/drawingml/2006/diagram"/>
    </a:ext>
  </dgm:extLst>
</dgm:dataModel>
</file>

<file path=ppt/diagrams/data90.xml><?xml version="1.0" encoding="utf-8"?>
<dgm:dataModel xmlns:dgm="http://schemas.openxmlformats.org/drawingml/2006/diagram" xmlns:a="http://schemas.openxmlformats.org/drawingml/2006/main">
  <dgm:ptLst>
    <dgm:pt modelId="{720DB28E-FD87-49B2-AC23-20485215090B}" type="doc">
      <dgm:prSet loTypeId="urn:microsoft.com/office/officeart/2018/5/layout/CenteredIconLabelDescriptionList" loCatId="icon" qsTypeId="urn:microsoft.com/office/officeart/2005/8/quickstyle/simple1" qsCatId="simple" csTypeId="urn:microsoft.com/office/officeart/2018/5/colors/Iconchunking_neutralbg_colorful2" csCatId="colorful" phldr="1"/>
      <dgm:spPr/>
      <dgm:t>
        <a:bodyPr/>
        <a:lstStyle/>
        <a:p>
          <a:endParaRPr lang="en-US"/>
        </a:p>
      </dgm:t>
    </dgm:pt>
    <dgm:pt modelId="{DFFC5CEF-965D-441D-9387-F51F982BEC35}">
      <dgm:prSet/>
      <dgm:spPr/>
      <dgm:t>
        <a:bodyPr/>
        <a:lstStyle/>
        <a:p>
          <a:pPr>
            <a:lnSpc>
              <a:spcPct val="100000"/>
            </a:lnSpc>
            <a:defRPr b="1"/>
          </a:pPr>
          <a:r>
            <a:rPr lang="tr-TR"/>
            <a:t>Evaluate to TRUE</a:t>
          </a:r>
          <a:endParaRPr lang="en-US"/>
        </a:p>
      </dgm:t>
    </dgm:pt>
    <dgm:pt modelId="{923D7517-D4D0-4262-834F-4F4F8BC2AEF7}" type="parTrans" cxnId="{6E8626DC-C2E7-4F81-95C5-2F1F011DC870}">
      <dgm:prSet/>
      <dgm:spPr/>
      <dgm:t>
        <a:bodyPr/>
        <a:lstStyle/>
        <a:p>
          <a:endParaRPr lang="en-US"/>
        </a:p>
      </dgm:t>
    </dgm:pt>
    <dgm:pt modelId="{42C2E300-53F3-436D-A179-30307359765C}" type="sibTrans" cxnId="{6E8626DC-C2E7-4F81-95C5-2F1F011DC870}">
      <dgm:prSet/>
      <dgm:spPr/>
      <dgm:t>
        <a:bodyPr/>
        <a:lstStyle/>
        <a:p>
          <a:endParaRPr lang="en-US"/>
        </a:p>
      </dgm:t>
    </dgm:pt>
    <dgm:pt modelId="{C2AA5678-47E5-41A5-A396-7E78CF4AB4EE}">
      <dgm:prSet/>
      <dgm:spPr/>
      <dgm:t>
        <a:bodyPr/>
        <a:lstStyle/>
        <a:p>
          <a:pPr>
            <a:lnSpc>
              <a:spcPct val="100000"/>
            </a:lnSpc>
          </a:pPr>
          <a:r>
            <a:rPr lang="en-US" dirty="0"/>
            <a:t>if, and only if</a:t>
          </a:r>
        </a:p>
      </dgm:t>
    </dgm:pt>
    <dgm:pt modelId="{4241427D-9855-4F1D-8416-0E36AC54AC27}" type="parTrans" cxnId="{D6595FE3-3891-4BAC-9316-0655134DA8E4}">
      <dgm:prSet/>
      <dgm:spPr/>
      <dgm:t>
        <a:bodyPr/>
        <a:lstStyle/>
        <a:p>
          <a:endParaRPr lang="en-US"/>
        </a:p>
      </dgm:t>
    </dgm:pt>
    <dgm:pt modelId="{EA576554-15AE-40DD-B902-FAC4B1BB5513}" type="sibTrans" cxnId="{D6595FE3-3891-4BAC-9316-0655134DA8E4}">
      <dgm:prSet/>
      <dgm:spPr/>
      <dgm:t>
        <a:bodyPr/>
        <a:lstStyle/>
        <a:p>
          <a:endParaRPr lang="en-US"/>
        </a:p>
      </dgm:t>
    </dgm:pt>
    <dgm:pt modelId="{D246F056-0A9B-4146-9F2C-A1D6ABBAC5FF}">
      <dgm:prSet/>
      <dgm:spPr/>
      <dgm:t>
        <a:bodyPr/>
        <a:lstStyle/>
        <a:p>
          <a:pPr>
            <a:lnSpc>
              <a:spcPct val="100000"/>
            </a:lnSpc>
          </a:pPr>
          <a:r>
            <a:rPr lang="en-US"/>
            <a:t>the conditions set by the locking script. I</a:t>
          </a:r>
        </a:p>
      </dgm:t>
    </dgm:pt>
    <dgm:pt modelId="{76663BA4-38FE-4AB1-99A8-916F2C33D7EE}" type="parTrans" cxnId="{F39528BA-095F-4A12-9564-96D0C4BC6319}">
      <dgm:prSet/>
      <dgm:spPr/>
      <dgm:t>
        <a:bodyPr/>
        <a:lstStyle/>
        <a:p>
          <a:endParaRPr lang="en-US"/>
        </a:p>
      </dgm:t>
    </dgm:pt>
    <dgm:pt modelId="{8F4C5190-1602-469B-910F-491A258F4F6B}" type="sibTrans" cxnId="{F39528BA-095F-4A12-9564-96D0C4BC6319}">
      <dgm:prSet/>
      <dgm:spPr/>
      <dgm:t>
        <a:bodyPr/>
        <a:lstStyle/>
        <a:p>
          <a:endParaRPr lang="en-US"/>
        </a:p>
      </dgm:t>
    </dgm:pt>
    <dgm:pt modelId="{F8831B86-1004-4872-89B7-BA72A1287A19}">
      <dgm:prSet/>
      <dgm:spPr/>
      <dgm:t>
        <a:bodyPr/>
        <a:lstStyle/>
        <a:p>
          <a:pPr>
            <a:lnSpc>
              <a:spcPct val="100000"/>
            </a:lnSpc>
          </a:pPr>
          <a:r>
            <a:rPr lang="en-US" dirty="0"/>
            <a:t>When executed</a:t>
          </a:r>
          <a:r>
            <a:rPr lang="tr-TR" dirty="0"/>
            <a:t> </a:t>
          </a:r>
          <a:r>
            <a:rPr lang="en-US" dirty="0"/>
            <a:t>combined script</a:t>
          </a:r>
        </a:p>
      </dgm:t>
    </dgm:pt>
    <dgm:pt modelId="{60516EB4-9DA0-4765-9916-1732F6B01094}" type="parTrans" cxnId="{EA8329E0-3E66-4884-A389-4748069F67FD}">
      <dgm:prSet/>
      <dgm:spPr/>
    </dgm:pt>
    <dgm:pt modelId="{62E12110-1BB3-4A7E-991B-4039E569780D}" type="sibTrans" cxnId="{EA8329E0-3E66-4884-A389-4748069F67FD}">
      <dgm:prSet/>
      <dgm:spPr/>
    </dgm:pt>
    <dgm:pt modelId="{5A6A1196-8F2D-44A8-8FB6-885C2D79EF43}">
      <dgm:prSet/>
      <dgm:spPr/>
      <dgm:t>
        <a:bodyPr/>
        <a:lstStyle/>
        <a:p>
          <a:pPr>
            <a:lnSpc>
              <a:spcPct val="100000"/>
            </a:lnSpc>
          </a:pPr>
          <a:r>
            <a:rPr lang="en-US"/>
            <a:t>will </a:t>
          </a:r>
          <a:r>
            <a:rPr lang="en-US" dirty="0"/>
            <a:t>evaluate to TRUE </a:t>
          </a:r>
        </a:p>
      </dgm:t>
    </dgm:pt>
    <dgm:pt modelId="{FE566E02-9679-46A8-A471-C14C434F8F15}" type="parTrans" cxnId="{4348020B-DE43-4948-852B-BCD134AE26BF}">
      <dgm:prSet/>
      <dgm:spPr/>
    </dgm:pt>
    <dgm:pt modelId="{59649A68-4AB9-4A2F-9CB3-E20DEA2C1ACA}" type="sibTrans" cxnId="{4348020B-DE43-4948-852B-BCD134AE26BF}">
      <dgm:prSet/>
      <dgm:spPr/>
    </dgm:pt>
    <dgm:pt modelId="{7B16D493-D4BD-4958-B3BE-E46471514F46}">
      <dgm:prSet/>
      <dgm:spPr/>
      <dgm:t>
        <a:bodyPr/>
        <a:lstStyle/>
        <a:p>
          <a:pPr>
            <a:lnSpc>
              <a:spcPct val="100000"/>
            </a:lnSpc>
            <a:defRPr b="1"/>
          </a:pPr>
          <a:r>
            <a:rPr lang="tr-TR"/>
            <a:t>Condition</a:t>
          </a:r>
          <a:endParaRPr lang="en-US"/>
        </a:p>
      </dgm:t>
    </dgm:pt>
    <dgm:pt modelId="{CC7B52C0-5F22-42C6-ACAD-D7052C6721F6}" type="parTrans" cxnId="{1AE172E0-A9CB-4D5D-B502-66BE4E3D36D8}">
      <dgm:prSet/>
      <dgm:spPr/>
    </dgm:pt>
    <dgm:pt modelId="{235A7F3B-DA9C-4175-9EA9-B7174771FC6D}" type="sibTrans" cxnId="{1AE172E0-A9CB-4D5D-B502-66BE4E3D36D8}">
      <dgm:prSet/>
      <dgm:spPr/>
    </dgm:pt>
    <dgm:pt modelId="{FE5406B1-BC66-489D-82BA-BBC1314B07A2}">
      <dgm:prSet/>
      <dgm:spPr/>
      <dgm:t>
        <a:bodyPr/>
        <a:lstStyle/>
        <a:p>
          <a:pPr>
            <a:lnSpc>
              <a:spcPct val="100000"/>
            </a:lnSpc>
          </a:pPr>
          <a:r>
            <a:rPr lang="en-US"/>
            <a:t>the</a:t>
          </a:r>
          <a:r>
            <a:rPr lang="tr-TR"/>
            <a:t> </a:t>
          </a:r>
          <a:r>
            <a:rPr lang="en-US" dirty="0"/>
            <a:t>unlocking script matches</a:t>
          </a:r>
        </a:p>
      </dgm:t>
    </dgm:pt>
    <dgm:pt modelId="{64B50062-1D6D-4ACD-B07F-3BC478121AB2}" type="parTrans" cxnId="{D8EBA575-1E3F-4F0E-8EC1-887A59A286F8}">
      <dgm:prSet/>
      <dgm:spPr/>
    </dgm:pt>
    <dgm:pt modelId="{44EDC03B-686A-4273-ABF0-A5501531F954}" type="sibTrans" cxnId="{D8EBA575-1E3F-4F0E-8EC1-887A59A286F8}">
      <dgm:prSet/>
      <dgm:spPr/>
    </dgm:pt>
    <dgm:pt modelId="{CBAC324F-AF18-4923-94B3-E0343C2802A2}" type="pres">
      <dgm:prSet presAssocID="{720DB28E-FD87-49B2-AC23-20485215090B}" presName="root" presStyleCnt="0">
        <dgm:presLayoutVars>
          <dgm:dir/>
          <dgm:resizeHandles val="exact"/>
        </dgm:presLayoutVars>
      </dgm:prSet>
      <dgm:spPr/>
    </dgm:pt>
    <dgm:pt modelId="{91FAFE13-8742-4774-84EE-B73596598E28}" type="pres">
      <dgm:prSet presAssocID="{DFFC5CEF-965D-441D-9387-F51F982BEC35}" presName="compNode" presStyleCnt="0"/>
      <dgm:spPr/>
    </dgm:pt>
    <dgm:pt modelId="{3852185B-F754-4932-8CDF-2E20BC7912B8}" type="pres">
      <dgm:prSet presAssocID="{DFFC5CEF-965D-441D-9387-F51F982BEC35}" presName="iconRect" presStyleLbl="node1" presStyleIdx="0" presStyleCnt="2"/>
      <dgm:spPr>
        <a:blipFill>
          <a:blip xmlns:r="http://schemas.openxmlformats.org/officeDocument/2006/relationships" r:embed="rId1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2"/>
              </a:ext>
            </a:extLst>
          </a:blip>
          <a:stretch>
            <a:fillRect/>
          </a:stretch>
        </a:blipFill>
        <a:ln>
          <a:noFill/>
        </a:ln>
      </dgm:spPr>
      <dgm:extLst>
        <a:ext uri="{E40237B7-FDA0-4F09-8148-C483321AD2D9}">
          <dgm14:cNvPr xmlns:dgm14="http://schemas.microsoft.com/office/drawing/2010/diagram" id="0" name="" descr="Checkmark"/>
        </a:ext>
      </dgm:extLst>
    </dgm:pt>
    <dgm:pt modelId="{BC03B322-2AD4-482D-ADA2-5BD7C1A3CB30}" type="pres">
      <dgm:prSet presAssocID="{DFFC5CEF-965D-441D-9387-F51F982BEC35}" presName="iconSpace" presStyleCnt="0"/>
      <dgm:spPr/>
    </dgm:pt>
    <dgm:pt modelId="{892A39F8-F565-4D87-9F6D-E33CDA4B9970}" type="pres">
      <dgm:prSet presAssocID="{DFFC5CEF-965D-441D-9387-F51F982BEC35}" presName="parTx" presStyleLbl="revTx" presStyleIdx="0" presStyleCnt="4">
        <dgm:presLayoutVars>
          <dgm:chMax val="0"/>
          <dgm:chPref val="0"/>
        </dgm:presLayoutVars>
      </dgm:prSet>
      <dgm:spPr/>
    </dgm:pt>
    <dgm:pt modelId="{D00CF90A-7314-4E7A-906B-1CB1D528107E}" type="pres">
      <dgm:prSet presAssocID="{DFFC5CEF-965D-441D-9387-F51F982BEC35}" presName="txSpace" presStyleCnt="0"/>
      <dgm:spPr/>
    </dgm:pt>
    <dgm:pt modelId="{F054EA6F-A7BB-460B-826B-E0326BA7D208}" type="pres">
      <dgm:prSet presAssocID="{DFFC5CEF-965D-441D-9387-F51F982BEC35}" presName="desTx" presStyleLbl="revTx" presStyleIdx="1" presStyleCnt="4">
        <dgm:presLayoutVars/>
      </dgm:prSet>
      <dgm:spPr/>
    </dgm:pt>
    <dgm:pt modelId="{B9EA886B-F575-4FC8-8CDA-33478CBFD074}" type="pres">
      <dgm:prSet presAssocID="{42C2E300-53F3-436D-A179-30307359765C}" presName="sibTrans" presStyleCnt="0"/>
      <dgm:spPr/>
    </dgm:pt>
    <dgm:pt modelId="{94D0FB0C-4B5B-4D3B-86BA-6BED932B34DD}" type="pres">
      <dgm:prSet presAssocID="{7B16D493-D4BD-4958-B3BE-E46471514F46}" presName="compNode" presStyleCnt="0"/>
      <dgm:spPr/>
    </dgm:pt>
    <dgm:pt modelId="{6A533B83-D8CF-463E-96D3-6EC0EC80AD3D}" type="pres">
      <dgm:prSet presAssocID="{7B16D493-D4BD-4958-B3BE-E46471514F46}" presName="iconRect" presStyleLbl="node1" presStyleIdx="1" presStyleCnt="2"/>
      <dgm:spPr>
        <a:blipFill>
          <a:blip xmlns:r="http://schemas.openxmlformats.org/officeDocument/2006/relationships" r:embed="rId3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4"/>
              </a:ext>
            </a:extLst>
          </a:blip>
          <a:stretch>
            <a:fillRect/>
          </a:stretch>
        </a:blipFill>
        <a:ln>
          <a:noFill/>
        </a:ln>
      </dgm:spPr>
      <dgm:extLst>
        <a:ext uri="{E40237B7-FDA0-4F09-8148-C483321AD2D9}">
          <dgm14:cNvPr xmlns:dgm14="http://schemas.microsoft.com/office/drawing/2010/diagram" id="0" name="" descr="Unlock"/>
        </a:ext>
      </dgm:extLst>
    </dgm:pt>
    <dgm:pt modelId="{2976DAF2-392B-49ED-BC7E-C70D4F75BBCE}" type="pres">
      <dgm:prSet presAssocID="{7B16D493-D4BD-4958-B3BE-E46471514F46}" presName="iconSpace" presStyleCnt="0"/>
      <dgm:spPr/>
    </dgm:pt>
    <dgm:pt modelId="{14D0841E-505A-43FA-A79E-6AB4C7A799B5}" type="pres">
      <dgm:prSet presAssocID="{7B16D493-D4BD-4958-B3BE-E46471514F46}" presName="parTx" presStyleLbl="revTx" presStyleIdx="2" presStyleCnt="4">
        <dgm:presLayoutVars>
          <dgm:chMax val="0"/>
          <dgm:chPref val="0"/>
        </dgm:presLayoutVars>
      </dgm:prSet>
      <dgm:spPr/>
    </dgm:pt>
    <dgm:pt modelId="{2D246F8B-FDEB-4B06-83C7-D0B9C26ABA6D}" type="pres">
      <dgm:prSet presAssocID="{7B16D493-D4BD-4958-B3BE-E46471514F46}" presName="txSpace" presStyleCnt="0"/>
      <dgm:spPr/>
    </dgm:pt>
    <dgm:pt modelId="{745105C8-E43F-4DE1-B5C9-DB194998C958}" type="pres">
      <dgm:prSet presAssocID="{7B16D493-D4BD-4958-B3BE-E46471514F46}" presName="desTx" presStyleLbl="revTx" presStyleIdx="3" presStyleCnt="4">
        <dgm:presLayoutVars/>
      </dgm:prSet>
      <dgm:spPr/>
    </dgm:pt>
  </dgm:ptLst>
  <dgm:cxnLst>
    <dgm:cxn modelId="{4348020B-DE43-4948-852B-BCD134AE26BF}" srcId="{DFFC5CEF-965D-441D-9387-F51F982BEC35}" destId="{5A6A1196-8F2D-44A8-8FB6-885C2D79EF43}" srcOrd="1" destOrd="0" parTransId="{FE566E02-9679-46A8-A471-C14C434F8F15}" sibTransId="{59649A68-4AB9-4A2F-9CB3-E20DEA2C1ACA}"/>
    <dgm:cxn modelId="{751D952D-2F98-4F6B-8764-42BFB5D8BB6C}" type="presOf" srcId="{C2AA5678-47E5-41A5-A396-7E78CF4AB4EE}" destId="{745105C8-E43F-4DE1-B5C9-DB194998C958}" srcOrd="0" destOrd="0" presId="urn:microsoft.com/office/officeart/2018/5/layout/CenteredIconLabelDescriptionList"/>
    <dgm:cxn modelId="{5470A12E-753C-40FE-A5B3-B98B970BB1F8}" type="presOf" srcId="{D246F056-0A9B-4146-9F2C-A1D6ABBAC5FF}" destId="{745105C8-E43F-4DE1-B5C9-DB194998C958}" srcOrd="0" destOrd="2" presId="urn:microsoft.com/office/officeart/2018/5/layout/CenteredIconLabelDescriptionList"/>
    <dgm:cxn modelId="{EDE22E34-5A5E-430C-A267-68A2BFCDCFAA}" type="presOf" srcId="{FE5406B1-BC66-489D-82BA-BBC1314B07A2}" destId="{745105C8-E43F-4DE1-B5C9-DB194998C958}" srcOrd="0" destOrd="1" presId="urn:microsoft.com/office/officeart/2018/5/layout/CenteredIconLabelDescriptionList"/>
    <dgm:cxn modelId="{4694E869-21DA-4BA7-8687-6CA0194AE18B}" type="presOf" srcId="{DFFC5CEF-965D-441D-9387-F51F982BEC35}" destId="{892A39F8-F565-4D87-9F6D-E33CDA4B9970}" srcOrd="0" destOrd="0" presId="urn:microsoft.com/office/officeart/2018/5/layout/CenteredIconLabelDescriptionList"/>
    <dgm:cxn modelId="{5C228C4A-0A91-4B57-B090-DCE31EDE7968}" type="presOf" srcId="{5A6A1196-8F2D-44A8-8FB6-885C2D79EF43}" destId="{F054EA6F-A7BB-460B-826B-E0326BA7D208}" srcOrd="0" destOrd="1" presId="urn:microsoft.com/office/officeart/2018/5/layout/CenteredIconLabelDescriptionList"/>
    <dgm:cxn modelId="{D8EBA575-1E3F-4F0E-8EC1-887A59A286F8}" srcId="{7B16D493-D4BD-4958-B3BE-E46471514F46}" destId="{FE5406B1-BC66-489D-82BA-BBC1314B07A2}" srcOrd="1" destOrd="0" parTransId="{64B50062-1D6D-4ACD-B07F-3BC478121AB2}" sibTransId="{44EDC03B-686A-4273-ABF0-A5501531F954}"/>
    <dgm:cxn modelId="{696AAB7D-C10E-4DAE-8C5E-CE6FFEF161C3}" type="presOf" srcId="{F8831B86-1004-4872-89B7-BA72A1287A19}" destId="{F054EA6F-A7BB-460B-826B-E0326BA7D208}" srcOrd="0" destOrd="0" presId="urn:microsoft.com/office/officeart/2018/5/layout/CenteredIconLabelDescriptionList"/>
    <dgm:cxn modelId="{41667A8D-42F2-4CDE-B267-BAA4E77081C0}" type="presOf" srcId="{7B16D493-D4BD-4958-B3BE-E46471514F46}" destId="{14D0841E-505A-43FA-A79E-6AB4C7A799B5}" srcOrd="0" destOrd="0" presId="urn:microsoft.com/office/officeart/2018/5/layout/CenteredIconLabelDescriptionList"/>
    <dgm:cxn modelId="{F39528BA-095F-4A12-9564-96D0C4BC6319}" srcId="{7B16D493-D4BD-4958-B3BE-E46471514F46}" destId="{D246F056-0A9B-4146-9F2C-A1D6ABBAC5FF}" srcOrd="2" destOrd="0" parTransId="{76663BA4-38FE-4AB1-99A8-916F2C33D7EE}" sibTransId="{8F4C5190-1602-469B-910F-491A258F4F6B}"/>
    <dgm:cxn modelId="{6E8626DC-C2E7-4F81-95C5-2F1F011DC870}" srcId="{720DB28E-FD87-49B2-AC23-20485215090B}" destId="{DFFC5CEF-965D-441D-9387-F51F982BEC35}" srcOrd="0" destOrd="0" parTransId="{923D7517-D4D0-4262-834F-4F4F8BC2AEF7}" sibTransId="{42C2E300-53F3-436D-A179-30307359765C}"/>
    <dgm:cxn modelId="{EA8329E0-3E66-4884-A389-4748069F67FD}" srcId="{DFFC5CEF-965D-441D-9387-F51F982BEC35}" destId="{F8831B86-1004-4872-89B7-BA72A1287A19}" srcOrd="0" destOrd="0" parTransId="{60516EB4-9DA0-4765-9916-1732F6B01094}" sibTransId="{62E12110-1BB3-4A7E-991B-4039E569780D}"/>
    <dgm:cxn modelId="{1AE172E0-A9CB-4D5D-B502-66BE4E3D36D8}" srcId="{720DB28E-FD87-49B2-AC23-20485215090B}" destId="{7B16D493-D4BD-4958-B3BE-E46471514F46}" srcOrd="1" destOrd="0" parTransId="{CC7B52C0-5F22-42C6-ACAD-D7052C6721F6}" sibTransId="{235A7F3B-DA9C-4175-9EA9-B7174771FC6D}"/>
    <dgm:cxn modelId="{D6595FE3-3891-4BAC-9316-0655134DA8E4}" srcId="{7B16D493-D4BD-4958-B3BE-E46471514F46}" destId="{C2AA5678-47E5-41A5-A396-7E78CF4AB4EE}" srcOrd="0" destOrd="0" parTransId="{4241427D-9855-4F1D-8416-0E36AC54AC27}" sibTransId="{EA576554-15AE-40DD-B902-FAC4B1BB5513}"/>
    <dgm:cxn modelId="{5744A7F0-5D84-4526-A3EC-0AC34B8ADB29}" type="presOf" srcId="{720DB28E-FD87-49B2-AC23-20485215090B}" destId="{CBAC324F-AF18-4923-94B3-E0343C2802A2}" srcOrd="0" destOrd="0" presId="urn:microsoft.com/office/officeart/2018/5/layout/CenteredIconLabelDescriptionList"/>
    <dgm:cxn modelId="{88F33DCE-441F-42DC-AD45-A6B40EB935D8}" type="presParOf" srcId="{CBAC324F-AF18-4923-94B3-E0343C2802A2}" destId="{91FAFE13-8742-4774-84EE-B73596598E28}" srcOrd="0" destOrd="0" presId="urn:microsoft.com/office/officeart/2018/5/layout/CenteredIconLabelDescriptionList"/>
    <dgm:cxn modelId="{FB2FF93D-8B8D-4CA4-BC5E-5D149A95478B}" type="presParOf" srcId="{91FAFE13-8742-4774-84EE-B73596598E28}" destId="{3852185B-F754-4932-8CDF-2E20BC7912B8}" srcOrd="0" destOrd="0" presId="urn:microsoft.com/office/officeart/2018/5/layout/CenteredIconLabelDescriptionList"/>
    <dgm:cxn modelId="{4FF6A353-4C91-4443-9C65-A0E85AADE6F6}" type="presParOf" srcId="{91FAFE13-8742-4774-84EE-B73596598E28}" destId="{BC03B322-2AD4-482D-ADA2-5BD7C1A3CB30}" srcOrd="1" destOrd="0" presId="urn:microsoft.com/office/officeart/2018/5/layout/CenteredIconLabelDescriptionList"/>
    <dgm:cxn modelId="{9B555395-906A-4704-A674-7D79F0AAD987}" type="presParOf" srcId="{91FAFE13-8742-4774-84EE-B73596598E28}" destId="{892A39F8-F565-4D87-9F6D-E33CDA4B9970}" srcOrd="2" destOrd="0" presId="urn:microsoft.com/office/officeart/2018/5/layout/CenteredIconLabelDescriptionList"/>
    <dgm:cxn modelId="{6E197B02-1C77-4C33-BB62-0C4E45298D9A}" type="presParOf" srcId="{91FAFE13-8742-4774-84EE-B73596598E28}" destId="{D00CF90A-7314-4E7A-906B-1CB1D528107E}" srcOrd="3" destOrd="0" presId="urn:microsoft.com/office/officeart/2018/5/layout/CenteredIconLabelDescriptionList"/>
    <dgm:cxn modelId="{938E004C-FBD5-424E-B6AA-759BA6D4F92D}" type="presParOf" srcId="{91FAFE13-8742-4774-84EE-B73596598E28}" destId="{F054EA6F-A7BB-460B-826B-E0326BA7D208}" srcOrd="4" destOrd="0" presId="urn:microsoft.com/office/officeart/2018/5/layout/CenteredIconLabelDescriptionList"/>
    <dgm:cxn modelId="{CB97E2C2-C4E3-43F4-A129-0A46AD22688E}" type="presParOf" srcId="{CBAC324F-AF18-4923-94B3-E0343C2802A2}" destId="{B9EA886B-F575-4FC8-8CDA-33478CBFD074}" srcOrd="1" destOrd="0" presId="urn:microsoft.com/office/officeart/2018/5/layout/CenteredIconLabelDescriptionList"/>
    <dgm:cxn modelId="{F40114B9-ACB8-40F2-8D5B-EB544AAC6996}" type="presParOf" srcId="{CBAC324F-AF18-4923-94B3-E0343C2802A2}" destId="{94D0FB0C-4B5B-4D3B-86BA-6BED932B34DD}" srcOrd="2" destOrd="0" presId="urn:microsoft.com/office/officeart/2018/5/layout/CenteredIconLabelDescriptionList"/>
    <dgm:cxn modelId="{4B98EA33-A2D7-4AD6-9FBC-DF9861DD9AC6}" type="presParOf" srcId="{94D0FB0C-4B5B-4D3B-86BA-6BED932B34DD}" destId="{6A533B83-D8CF-463E-96D3-6EC0EC80AD3D}" srcOrd="0" destOrd="0" presId="urn:microsoft.com/office/officeart/2018/5/layout/CenteredIconLabelDescriptionList"/>
    <dgm:cxn modelId="{3A104F3C-D083-4DC2-9C90-0CA94ABDAC7A}" type="presParOf" srcId="{94D0FB0C-4B5B-4D3B-86BA-6BED932B34DD}" destId="{2976DAF2-392B-49ED-BC7E-C70D4F75BBCE}" srcOrd="1" destOrd="0" presId="urn:microsoft.com/office/officeart/2018/5/layout/CenteredIconLabelDescriptionList"/>
    <dgm:cxn modelId="{2F28AEB5-9ED3-46AF-996F-FE3F14BDFD3E}" type="presParOf" srcId="{94D0FB0C-4B5B-4D3B-86BA-6BED932B34DD}" destId="{14D0841E-505A-43FA-A79E-6AB4C7A799B5}" srcOrd="2" destOrd="0" presId="urn:microsoft.com/office/officeart/2018/5/layout/CenteredIconLabelDescriptionList"/>
    <dgm:cxn modelId="{C4B860FF-38D5-4765-BC6C-337E60232145}" type="presParOf" srcId="{94D0FB0C-4B5B-4D3B-86BA-6BED932B34DD}" destId="{2D246F8B-FDEB-4B06-83C7-D0B9C26ABA6D}" srcOrd="3" destOrd="0" presId="urn:microsoft.com/office/officeart/2018/5/layout/CenteredIconLabelDescriptionList"/>
    <dgm:cxn modelId="{45ABDC24-0B43-480B-A215-E6DEEDE52631}" type="presParOf" srcId="{94D0FB0C-4B5B-4D3B-86BA-6BED932B34DD}" destId="{745105C8-E43F-4DE1-B5C9-DB194998C958}" srcOrd="4" destOrd="0" presId="urn:microsoft.com/office/officeart/2018/5/layout/CenteredIconLabelDescriptionList"/>
  </dgm:cxnLst>
  <dgm:bg/>
  <dgm:whole/>
  <dgm:extLst>
    <a:ext uri="http://schemas.microsoft.com/office/drawing/2008/diagram">
      <dsp:dataModelExt xmlns:dsp="http://schemas.microsoft.com/office/drawing/2008/diagram" relId="rId6" minVer="http://schemas.openxmlformats.org/drawingml/2006/diagram"/>
    </a:ext>
  </dgm:extLst>
</dgm:dataModel>
</file>

<file path=ppt/diagrams/data91.xml><?xml version="1.0" encoding="utf-8"?>
<dgm:dataModel xmlns:dgm="http://schemas.openxmlformats.org/drawingml/2006/diagram" xmlns:a="http://schemas.openxmlformats.org/drawingml/2006/main">
  <dgm:ptLst>
    <dgm:pt modelId="{32A3DD41-AF8B-47C0-93C8-3BBE57548E02}" type="doc">
      <dgm:prSet loTypeId="urn:microsoft.com/office/officeart/2018/2/layout/IconVerticalSolidList" loCatId="icon" qsTypeId="urn:microsoft.com/office/officeart/2005/8/quickstyle/simple1" qsCatId="simple" csTypeId="urn:microsoft.com/office/officeart/2018/5/colors/Iconchunking_neutralbg_colorful1" csCatId="colorful" phldr="1"/>
      <dgm:spPr/>
      <dgm:t>
        <a:bodyPr/>
        <a:lstStyle/>
        <a:p>
          <a:endParaRPr lang="en-US"/>
        </a:p>
      </dgm:t>
    </dgm:pt>
    <dgm:pt modelId="{8BC17453-2AAC-454B-B45D-7791818E7FC0}">
      <dgm:prSet/>
      <dgm:spPr/>
      <dgm:t>
        <a:bodyPr/>
        <a:lstStyle/>
        <a:p>
          <a:pPr>
            <a:lnSpc>
              <a:spcPct val="100000"/>
            </a:lnSpc>
          </a:pPr>
          <a:r>
            <a:rPr lang="tr-TR"/>
            <a:t>How Digital Signatures Work</a:t>
          </a:r>
          <a:endParaRPr lang="en-US"/>
        </a:p>
      </dgm:t>
    </dgm:pt>
    <dgm:pt modelId="{3806757D-BCE1-4EA1-A34C-1D991462B135}" type="parTrans" cxnId="{968F4EB6-C7DC-499E-A0D7-48719D9979B4}">
      <dgm:prSet/>
      <dgm:spPr/>
      <dgm:t>
        <a:bodyPr/>
        <a:lstStyle/>
        <a:p>
          <a:endParaRPr lang="en-US"/>
        </a:p>
      </dgm:t>
    </dgm:pt>
    <dgm:pt modelId="{7C6CDAE3-43B2-4CBC-B63B-79761B044EBF}" type="sibTrans" cxnId="{968F4EB6-C7DC-499E-A0D7-48719D9979B4}">
      <dgm:prSet/>
      <dgm:spPr/>
      <dgm:t>
        <a:bodyPr/>
        <a:lstStyle/>
        <a:p>
          <a:endParaRPr lang="en-US"/>
        </a:p>
      </dgm:t>
    </dgm:pt>
    <dgm:pt modelId="{77327404-C2FF-4526-B211-FCA35EEB2061}">
      <dgm:prSet/>
      <dgm:spPr/>
      <dgm:t>
        <a:bodyPr/>
        <a:lstStyle/>
        <a:p>
          <a:pPr>
            <a:lnSpc>
              <a:spcPct val="100000"/>
            </a:lnSpc>
          </a:pPr>
          <a:r>
            <a:rPr lang="tr-TR" dirty="0"/>
            <a:t>Verifying the Signature</a:t>
          </a:r>
          <a:endParaRPr lang="en-US" dirty="0"/>
        </a:p>
      </dgm:t>
    </dgm:pt>
    <dgm:pt modelId="{FD2BBFBC-0292-4A6A-9637-DCC41102698C}" type="parTrans" cxnId="{4C1CE1A7-96ED-4D0D-987C-F0A918620915}">
      <dgm:prSet/>
      <dgm:spPr/>
      <dgm:t>
        <a:bodyPr/>
        <a:lstStyle/>
        <a:p>
          <a:endParaRPr lang="en-US"/>
        </a:p>
      </dgm:t>
    </dgm:pt>
    <dgm:pt modelId="{11D371B6-4A75-45BC-8D0E-2316C84BDF34}" type="sibTrans" cxnId="{4C1CE1A7-96ED-4D0D-987C-F0A918620915}">
      <dgm:prSet/>
      <dgm:spPr/>
      <dgm:t>
        <a:bodyPr/>
        <a:lstStyle/>
        <a:p>
          <a:endParaRPr lang="en-US"/>
        </a:p>
      </dgm:t>
    </dgm:pt>
    <dgm:pt modelId="{B05DCC65-B4FF-49E3-989A-B9A13FC91FDF}">
      <dgm:prSet/>
      <dgm:spPr/>
      <dgm:t>
        <a:bodyPr/>
        <a:lstStyle/>
        <a:p>
          <a:pPr>
            <a:lnSpc>
              <a:spcPct val="100000"/>
            </a:lnSpc>
          </a:pPr>
          <a:r>
            <a:rPr lang="tr-TR"/>
            <a:t>Signature Hash Types</a:t>
          </a:r>
          <a:endParaRPr lang="en-US"/>
        </a:p>
      </dgm:t>
    </dgm:pt>
    <dgm:pt modelId="{13B9F686-69F1-421F-94E8-23A6E7F1B1DD}" type="parTrans" cxnId="{4D41C883-630C-4D0D-8F6C-95EF86E284E5}">
      <dgm:prSet/>
      <dgm:spPr/>
      <dgm:t>
        <a:bodyPr/>
        <a:lstStyle/>
        <a:p>
          <a:endParaRPr lang="en-US"/>
        </a:p>
      </dgm:t>
    </dgm:pt>
    <dgm:pt modelId="{D0BE28B3-8864-44BB-BED6-E2D962ACD204}" type="sibTrans" cxnId="{4D41C883-630C-4D0D-8F6C-95EF86E284E5}">
      <dgm:prSet/>
      <dgm:spPr/>
      <dgm:t>
        <a:bodyPr/>
        <a:lstStyle/>
        <a:p>
          <a:endParaRPr lang="en-US"/>
        </a:p>
      </dgm:t>
    </dgm:pt>
    <dgm:pt modelId="{74FE69AA-1A78-4487-B200-8A9DFE4FDCB1}">
      <dgm:prSet/>
      <dgm:spPr/>
      <dgm:t>
        <a:bodyPr/>
        <a:lstStyle/>
        <a:p>
          <a:pPr>
            <a:lnSpc>
              <a:spcPct val="100000"/>
            </a:lnSpc>
          </a:pPr>
          <a:r>
            <a:rPr lang="tr-TR"/>
            <a:t>ECDSA Math</a:t>
          </a:r>
          <a:endParaRPr lang="en-US"/>
        </a:p>
      </dgm:t>
    </dgm:pt>
    <dgm:pt modelId="{4BB14B20-DEBC-4EDB-AD27-F4E7C743F35B}" type="parTrans" cxnId="{66F566D1-37AD-4B97-81F1-764AE8B2238D}">
      <dgm:prSet/>
      <dgm:spPr/>
      <dgm:t>
        <a:bodyPr/>
        <a:lstStyle/>
        <a:p>
          <a:endParaRPr lang="en-US"/>
        </a:p>
      </dgm:t>
    </dgm:pt>
    <dgm:pt modelId="{E0DF8330-0584-48A1-A1ED-9AA5784A20A0}" type="sibTrans" cxnId="{66F566D1-37AD-4B97-81F1-764AE8B2238D}">
      <dgm:prSet/>
      <dgm:spPr/>
      <dgm:t>
        <a:bodyPr/>
        <a:lstStyle/>
        <a:p>
          <a:endParaRPr lang="en-US"/>
        </a:p>
      </dgm:t>
    </dgm:pt>
    <dgm:pt modelId="{3CEE5191-F09C-40BE-B7C8-DACBA645F0CD}">
      <dgm:prSet/>
      <dgm:spPr/>
      <dgm:t>
        <a:bodyPr/>
        <a:lstStyle/>
        <a:p>
          <a:pPr>
            <a:lnSpc>
              <a:spcPct val="100000"/>
            </a:lnSpc>
          </a:pPr>
          <a:r>
            <a:rPr lang="tr-TR"/>
            <a:t>The Importance of Randomness</a:t>
          </a:r>
          <a:endParaRPr lang="en-US"/>
        </a:p>
      </dgm:t>
    </dgm:pt>
    <dgm:pt modelId="{9E224764-4344-4046-9DD5-D73F7931C739}" type="parTrans" cxnId="{63EA501E-8186-4756-8C02-D572EFE2F6E2}">
      <dgm:prSet/>
      <dgm:spPr/>
      <dgm:t>
        <a:bodyPr/>
        <a:lstStyle/>
        <a:p>
          <a:endParaRPr lang="en-US"/>
        </a:p>
      </dgm:t>
    </dgm:pt>
    <dgm:pt modelId="{7FE71DC7-A984-419E-AB1F-26535DF9CAED}" type="sibTrans" cxnId="{63EA501E-8186-4756-8C02-D572EFE2F6E2}">
      <dgm:prSet/>
      <dgm:spPr/>
      <dgm:t>
        <a:bodyPr/>
        <a:lstStyle/>
        <a:p>
          <a:endParaRPr lang="en-US"/>
        </a:p>
      </dgm:t>
    </dgm:pt>
    <dgm:pt modelId="{EB592C0D-7602-4198-8ACA-0419CE25B83A}" type="pres">
      <dgm:prSet presAssocID="{32A3DD41-AF8B-47C0-93C8-3BBE57548E02}" presName="root" presStyleCnt="0">
        <dgm:presLayoutVars>
          <dgm:dir/>
          <dgm:resizeHandles val="exact"/>
        </dgm:presLayoutVars>
      </dgm:prSet>
      <dgm:spPr/>
    </dgm:pt>
    <dgm:pt modelId="{F99047E6-ED13-4BEF-BCE9-63B48F5302BB}" type="pres">
      <dgm:prSet presAssocID="{8BC17453-2AAC-454B-B45D-7791818E7FC0}" presName="compNode" presStyleCnt="0"/>
      <dgm:spPr/>
    </dgm:pt>
    <dgm:pt modelId="{4BC29708-0BDF-4FB9-8138-41A82F116AF5}" type="pres">
      <dgm:prSet presAssocID="{8BC17453-2AAC-454B-B45D-7791818E7FC0}" presName="bgRect" presStyleLbl="bgShp" presStyleIdx="0" presStyleCnt="5"/>
      <dgm:spPr/>
    </dgm:pt>
    <dgm:pt modelId="{CBC879A8-6BEE-4281-9E6B-10D57FE79372}" type="pres">
      <dgm:prSet presAssocID="{8BC17453-2AAC-454B-B45D-7791818E7FC0}" presName="iconRect" presStyleLbl="node1" presStyleIdx="0" presStyleCnt="5"/>
      <dgm:spPr>
        <a:blipFill>
          <a:blip xmlns:r="http://schemas.openxmlformats.org/officeDocument/2006/relationships" r:embed="rId1" cstate="email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2"/>
              </a:ext>
            </a:extLst>
          </a:blip>
          <a:stretch>
            <a:fillRect/>
          </a:stretch>
        </a:blipFill>
        <a:ln>
          <a:noFill/>
        </a:ln>
      </dgm:spPr>
      <dgm:extLst>
        <a:ext uri="{E40237B7-FDA0-4F09-8148-C483321AD2D9}">
          <dgm14:cNvPr xmlns:dgm14="http://schemas.microsoft.com/office/drawing/2010/diagram" id="0" name="" descr="Signature1"/>
        </a:ext>
      </dgm:extLst>
    </dgm:pt>
    <dgm:pt modelId="{4513FF1E-0CB4-4E84-80C9-06B08212BE82}" type="pres">
      <dgm:prSet presAssocID="{8BC17453-2AAC-454B-B45D-7791818E7FC0}" presName="spaceRect" presStyleCnt="0"/>
      <dgm:spPr/>
    </dgm:pt>
    <dgm:pt modelId="{5C9D91C8-3A13-46E9-A57A-6E1FA85D54C5}" type="pres">
      <dgm:prSet presAssocID="{8BC17453-2AAC-454B-B45D-7791818E7FC0}" presName="parTx" presStyleLbl="revTx" presStyleIdx="0" presStyleCnt="5">
        <dgm:presLayoutVars>
          <dgm:chMax val="0"/>
          <dgm:chPref val="0"/>
        </dgm:presLayoutVars>
      </dgm:prSet>
      <dgm:spPr/>
    </dgm:pt>
    <dgm:pt modelId="{C0AE5B17-3015-427C-86B1-B02850CD1AB4}" type="pres">
      <dgm:prSet presAssocID="{7C6CDAE3-43B2-4CBC-B63B-79761B044EBF}" presName="sibTrans" presStyleCnt="0"/>
      <dgm:spPr/>
    </dgm:pt>
    <dgm:pt modelId="{A8679486-1DF8-449D-B583-B055FDDBC5D3}" type="pres">
      <dgm:prSet presAssocID="{77327404-C2FF-4526-B211-FCA35EEB2061}" presName="compNode" presStyleCnt="0"/>
      <dgm:spPr/>
    </dgm:pt>
    <dgm:pt modelId="{88D61511-83D1-4BFA-B2E3-D07B63F892CC}" type="pres">
      <dgm:prSet presAssocID="{77327404-C2FF-4526-B211-FCA35EEB2061}" presName="bgRect" presStyleLbl="bgShp" presStyleIdx="1" presStyleCnt="5"/>
      <dgm:spPr/>
    </dgm:pt>
    <dgm:pt modelId="{0C219EDD-F4B9-40C2-802B-C12AB61C01F4}" type="pres">
      <dgm:prSet presAssocID="{77327404-C2FF-4526-B211-FCA35EEB2061}" presName="iconRect" presStyleLbl="node1" presStyleIdx="1" presStyleCnt="5"/>
      <dgm:spPr>
        <a:blipFill>
          <a:blip xmlns:r="http://schemas.openxmlformats.org/officeDocument/2006/relationships" r:embed="rId3" cstate="email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4"/>
              </a:ext>
            </a:extLst>
          </a:blip>
          <a:stretch>
            <a:fillRect/>
          </a:stretch>
        </a:blipFill>
        <a:ln>
          <a:noFill/>
        </a:ln>
      </dgm:spPr>
      <dgm:extLst>
        <a:ext uri="{E40237B7-FDA0-4F09-8148-C483321AD2D9}">
          <dgm14:cNvPr xmlns:dgm14="http://schemas.microsoft.com/office/drawing/2010/diagram" id="0" name="" descr="Contract"/>
        </a:ext>
      </dgm:extLst>
    </dgm:pt>
    <dgm:pt modelId="{4EAE158D-92EA-40E7-BDBE-8EB9BB239E0E}" type="pres">
      <dgm:prSet presAssocID="{77327404-C2FF-4526-B211-FCA35EEB2061}" presName="spaceRect" presStyleCnt="0"/>
      <dgm:spPr/>
    </dgm:pt>
    <dgm:pt modelId="{7B9F9777-388E-402A-B746-BD83D78E09EA}" type="pres">
      <dgm:prSet presAssocID="{77327404-C2FF-4526-B211-FCA35EEB2061}" presName="parTx" presStyleLbl="revTx" presStyleIdx="1" presStyleCnt="5">
        <dgm:presLayoutVars>
          <dgm:chMax val="0"/>
          <dgm:chPref val="0"/>
        </dgm:presLayoutVars>
      </dgm:prSet>
      <dgm:spPr/>
    </dgm:pt>
    <dgm:pt modelId="{7090DC74-FE01-4044-8951-CB7C4FEBC914}" type="pres">
      <dgm:prSet presAssocID="{11D371B6-4A75-45BC-8D0E-2316C84BDF34}" presName="sibTrans" presStyleCnt="0"/>
      <dgm:spPr/>
    </dgm:pt>
    <dgm:pt modelId="{1645CE47-9F4A-40D9-9FC0-5D9CC98B61B2}" type="pres">
      <dgm:prSet presAssocID="{B05DCC65-B4FF-49E3-989A-B9A13FC91FDF}" presName="compNode" presStyleCnt="0"/>
      <dgm:spPr/>
    </dgm:pt>
    <dgm:pt modelId="{825A7E42-5383-4022-9659-C7F60A271303}" type="pres">
      <dgm:prSet presAssocID="{B05DCC65-B4FF-49E3-989A-B9A13FC91FDF}" presName="bgRect" presStyleLbl="bgShp" presStyleIdx="2" presStyleCnt="5"/>
      <dgm:spPr/>
    </dgm:pt>
    <dgm:pt modelId="{AA8FCC45-6EF1-4A26-BB7F-8E17BDAD4B83}" type="pres">
      <dgm:prSet presAssocID="{B05DCC65-B4FF-49E3-989A-B9A13FC91FDF}" presName="iconRect" presStyleLbl="node1" presStyleIdx="2" presStyleCnt="5"/>
      <dgm:spPr>
        <a:blipFill>
          <a:blip xmlns:r="http://schemas.openxmlformats.org/officeDocument/2006/relationships" r:embed="rId5" cstate="email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6"/>
              </a:ext>
            </a:extLst>
          </a:blip>
          <a:stretch>
            <a:fillRect/>
          </a:stretch>
        </a:blipFill>
        <a:ln>
          <a:noFill/>
        </a:ln>
      </dgm:spPr>
      <dgm:extLst>
        <a:ext uri="{E40237B7-FDA0-4F09-8148-C483321AD2D9}">
          <dgm14:cNvPr xmlns:dgm14="http://schemas.microsoft.com/office/drawing/2010/diagram" id="0" name="" descr="Document"/>
        </a:ext>
      </dgm:extLst>
    </dgm:pt>
    <dgm:pt modelId="{62EED82D-2B00-4359-8CF6-D5E58A4C3CBF}" type="pres">
      <dgm:prSet presAssocID="{B05DCC65-B4FF-49E3-989A-B9A13FC91FDF}" presName="spaceRect" presStyleCnt="0"/>
      <dgm:spPr/>
    </dgm:pt>
    <dgm:pt modelId="{E7E6B4B7-13AA-47CE-8783-C853377E0824}" type="pres">
      <dgm:prSet presAssocID="{B05DCC65-B4FF-49E3-989A-B9A13FC91FDF}" presName="parTx" presStyleLbl="revTx" presStyleIdx="2" presStyleCnt="5">
        <dgm:presLayoutVars>
          <dgm:chMax val="0"/>
          <dgm:chPref val="0"/>
        </dgm:presLayoutVars>
      </dgm:prSet>
      <dgm:spPr/>
    </dgm:pt>
    <dgm:pt modelId="{04BB5BBF-8855-4975-A076-C33D19FF323D}" type="pres">
      <dgm:prSet presAssocID="{D0BE28B3-8864-44BB-BED6-E2D962ACD204}" presName="sibTrans" presStyleCnt="0"/>
      <dgm:spPr/>
    </dgm:pt>
    <dgm:pt modelId="{BCF5D0E3-2059-4CB3-94FB-B0D9EE876827}" type="pres">
      <dgm:prSet presAssocID="{74FE69AA-1A78-4487-B200-8A9DFE4FDCB1}" presName="compNode" presStyleCnt="0"/>
      <dgm:spPr/>
    </dgm:pt>
    <dgm:pt modelId="{FBAB4708-EAE5-4E27-970D-C4375F1EE861}" type="pres">
      <dgm:prSet presAssocID="{74FE69AA-1A78-4487-B200-8A9DFE4FDCB1}" presName="bgRect" presStyleLbl="bgShp" presStyleIdx="3" presStyleCnt="5"/>
      <dgm:spPr/>
    </dgm:pt>
    <dgm:pt modelId="{DC1E1E0F-C3AE-4DFE-9E5F-BBA55C66A341}" type="pres">
      <dgm:prSet presAssocID="{74FE69AA-1A78-4487-B200-8A9DFE4FDCB1}" presName="iconRect" presStyleLbl="node1" presStyleIdx="3" presStyleCnt="5"/>
      <dgm:spPr>
        <a:blipFill>
          <a:blip xmlns:r="http://schemas.openxmlformats.org/officeDocument/2006/relationships" r:embed="rId7" cstate="email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8"/>
              </a:ext>
            </a:extLst>
          </a:blip>
          <a:stretch>
            <a:fillRect/>
          </a:stretch>
        </a:blipFill>
        <a:ln>
          <a:noFill/>
        </a:ln>
      </dgm:spPr>
      <dgm:extLst>
        <a:ext uri="{E40237B7-FDA0-4F09-8148-C483321AD2D9}">
          <dgm14:cNvPr xmlns:dgm14="http://schemas.microsoft.com/office/drawing/2010/diagram" id="0" name="" descr="Mathematics"/>
        </a:ext>
      </dgm:extLst>
    </dgm:pt>
    <dgm:pt modelId="{02E99B9B-64FF-4E03-88BB-821DDE96E5B1}" type="pres">
      <dgm:prSet presAssocID="{74FE69AA-1A78-4487-B200-8A9DFE4FDCB1}" presName="spaceRect" presStyleCnt="0"/>
      <dgm:spPr/>
    </dgm:pt>
    <dgm:pt modelId="{58201355-5708-4D11-A17D-B479FFEC3598}" type="pres">
      <dgm:prSet presAssocID="{74FE69AA-1A78-4487-B200-8A9DFE4FDCB1}" presName="parTx" presStyleLbl="revTx" presStyleIdx="3" presStyleCnt="5">
        <dgm:presLayoutVars>
          <dgm:chMax val="0"/>
          <dgm:chPref val="0"/>
        </dgm:presLayoutVars>
      </dgm:prSet>
      <dgm:spPr/>
    </dgm:pt>
    <dgm:pt modelId="{3751F8F4-4406-4F73-A4DB-DAF7F993ED14}" type="pres">
      <dgm:prSet presAssocID="{E0DF8330-0584-48A1-A1ED-9AA5784A20A0}" presName="sibTrans" presStyleCnt="0"/>
      <dgm:spPr/>
    </dgm:pt>
    <dgm:pt modelId="{70F8E1DD-CC2B-4FCD-9B59-03A6E0B4FACB}" type="pres">
      <dgm:prSet presAssocID="{3CEE5191-F09C-40BE-B7C8-DACBA645F0CD}" presName="compNode" presStyleCnt="0"/>
      <dgm:spPr/>
    </dgm:pt>
    <dgm:pt modelId="{A9B4E732-E131-4DEA-8C01-A1BEB9C68F29}" type="pres">
      <dgm:prSet presAssocID="{3CEE5191-F09C-40BE-B7C8-DACBA645F0CD}" presName="bgRect" presStyleLbl="bgShp" presStyleIdx="4" presStyleCnt="5"/>
      <dgm:spPr/>
    </dgm:pt>
    <dgm:pt modelId="{8EFF8E74-CD64-4CA6-8E77-48D17E7BD541}" type="pres">
      <dgm:prSet presAssocID="{3CEE5191-F09C-40BE-B7C8-DACBA645F0CD}" presName="iconRect" presStyleLbl="node1" presStyleIdx="4" presStyleCnt="5"/>
      <dgm:spPr>
        <a:blipFill>
          <a:blip xmlns:r="http://schemas.openxmlformats.org/officeDocument/2006/relationships" r:embed="rId9" cstate="email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10"/>
              </a:ext>
            </a:extLst>
          </a:blip>
          <a:stretch>
            <a:fillRect/>
          </a:stretch>
        </a:blipFill>
        <a:ln>
          <a:noFill/>
        </a:ln>
      </dgm:spPr>
      <dgm:extLst>
        <a:ext uri="{E40237B7-FDA0-4F09-8148-C483321AD2D9}">
          <dgm14:cNvPr xmlns:dgm14="http://schemas.microsoft.com/office/drawing/2010/diagram" id="0" name="" descr="Exclamation Mark"/>
        </a:ext>
      </dgm:extLst>
    </dgm:pt>
    <dgm:pt modelId="{1316E801-AEB8-4763-816E-1B226A7A3BEB}" type="pres">
      <dgm:prSet presAssocID="{3CEE5191-F09C-40BE-B7C8-DACBA645F0CD}" presName="spaceRect" presStyleCnt="0"/>
      <dgm:spPr/>
    </dgm:pt>
    <dgm:pt modelId="{696175EA-FD01-46D2-9869-C5F1AA2B7B1C}" type="pres">
      <dgm:prSet presAssocID="{3CEE5191-F09C-40BE-B7C8-DACBA645F0CD}" presName="parTx" presStyleLbl="revTx" presStyleIdx="4" presStyleCnt="5">
        <dgm:presLayoutVars>
          <dgm:chMax val="0"/>
          <dgm:chPref val="0"/>
        </dgm:presLayoutVars>
      </dgm:prSet>
      <dgm:spPr/>
    </dgm:pt>
  </dgm:ptLst>
  <dgm:cxnLst>
    <dgm:cxn modelId="{63EA501E-8186-4756-8C02-D572EFE2F6E2}" srcId="{32A3DD41-AF8B-47C0-93C8-3BBE57548E02}" destId="{3CEE5191-F09C-40BE-B7C8-DACBA645F0CD}" srcOrd="4" destOrd="0" parTransId="{9E224764-4344-4046-9DD5-D73F7931C739}" sibTransId="{7FE71DC7-A984-419E-AB1F-26535DF9CAED}"/>
    <dgm:cxn modelId="{8DE3771E-991E-47A8-9A6E-4D1A8B132FD0}" type="presOf" srcId="{32A3DD41-AF8B-47C0-93C8-3BBE57548E02}" destId="{EB592C0D-7602-4198-8ACA-0419CE25B83A}" srcOrd="0" destOrd="0" presId="urn:microsoft.com/office/officeart/2018/2/layout/IconVerticalSolidList"/>
    <dgm:cxn modelId="{66059929-33BF-4B58-BF0E-D3BA1AE01749}" type="presOf" srcId="{B05DCC65-B4FF-49E3-989A-B9A13FC91FDF}" destId="{E7E6B4B7-13AA-47CE-8783-C853377E0824}" srcOrd="0" destOrd="0" presId="urn:microsoft.com/office/officeart/2018/2/layout/IconVerticalSolidList"/>
    <dgm:cxn modelId="{B2B46E30-D0A1-419A-8233-46E21DE05869}" type="presOf" srcId="{77327404-C2FF-4526-B211-FCA35EEB2061}" destId="{7B9F9777-388E-402A-B746-BD83D78E09EA}" srcOrd="0" destOrd="0" presId="urn:microsoft.com/office/officeart/2018/2/layout/IconVerticalSolidList"/>
    <dgm:cxn modelId="{3CC0947D-A47B-4985-AC69-CB8CB60D34B1}" type="presOf" srcId="{3CEE5191-F09C-40BE-B7C8-DACBA645F0CD}" destId="{696175EA-FD01-46D2-9869-C5F1AA2B7B1C}" srcOrd="0" destOrd="0" presId="urn:microsoft.com/office/officeart/2018/2/layout/IconVerticalSolidList"/>
    <dgm:cxn modelId="{4D41C883-630C-4D0D-8F6C-95EF86E284E5}" srcId="{32A3DD41-AF8B-47C0-93C8-3BBE57548E02}" destId="{B05DCC65-B4FF-49E3-989A-B9A13FC91FDF}" srcOrd="2" destOrd="0" parTransId="{13B9F686-69F1-421F-94E8-23A6E7F1B1DD}" sibTransId="{D0BE28B3-8864-44BB-BED6-E2D962ACD204}"/>
    <dgm:cxn modelId="{4C1CE1A7-96ED-4D0D-987C-F0A918620915}" srcId="{32A3DD41-AF8B-47C0-93C8-3BBE57548E02}" destId="{77327404-C2FF-4526-B211-FCA35EEB2061}" srcOrd="1" destOrd="0" parTransId="{FD2BBFBC-0292-4A6A-9637-DCC41102698C}" sibTransId="{11D371B6-4A75-45BC-8D0E-2316C84BDF34}"/>
    <dgm:cxn modelId="{968F4EB6-C7DC-499E-A0D7-48719D9979B4}" srcId="{32A3DD41-AF8B-47C0-93C8-3BBE57548E02}" destId="{8BC17453-2AAC-454B-B45D-7791818E7FC0}" srcOrd="0" destOrd="0" parTransId="{3806757D-BCE1-4EA1-A34C-1D991462B135}" sibTransId="{7C6CDAE3-43B2-4CBC-B63B-79761B044EBF}"/>
    <dgm:cxn modelId="{66F566D1-37AD-4B97-81F1-764AE8B2238D}" srcId="{32A3DD41-AF8B-47C0-93C8-3BBE57548E02}" destId="{74FE69AA-1A78-4487-B200-8A9DFE4FDCB1}" srcOrd="3" destOrd="0" parTransId="{4BB14B20-DEBC-4EDB-AD27-F4E7C743F35B}" sibTransId="{E0DF8330-0584-48A1-A1ED-9AA5784A20A0}"/>
    <dgm:cxn modelId="{78A189DB-B735-466E-9A1E-0A9C2E11FBDA}" type="presOf" srcId="{74FE69AA-1A78-4487-B200-8A9DFE4FDCB1}" destId="{58201355-5708-4D11-A17D-B479FFEC3598}" srcOrd="0" destOrd="0" presId="urn:microsoft.com/office/officeart/2018/2/layout/IconVerticalSolidList"/>
    <dgm:cxn modelId="{3212F3E2-49E6-4EA7-9A6E-362CE162F925}" type="presOf" srcId="{8BC17453-2AAC-454B-B45D-7791818E7FC0}" destId="{5C9D91C8-3A13-46E9-A57A-6E1FA85D54C5}" srcOrd="0" destOrd="0" presId="urn:microsoft.com/office/officeart/2018/2/layout/IconVerticalSolidList"/>
    <dgm:cxn modelId="{B139B71E-5DA3-448A-A4A3-7CD32DE93690}" type="presParOf" srcId="{EB592C0D-7602-4198-8ACA-0419CE25B83A}" destId="{F99047E6-ED13-4BEF-BCE9-63B48F5302BB}" srcOrd="0" destOrd="0" presId="urn:microsoft.com/office/officeart/2018/2/layout/IconVerticalSolidList"/>
    <dgm:cxn modelId="{BE4D4666-37B0-47EE-918B-B1BE3A0C68BF}" type="presParOf" srcId="{F99047E6-ED13-4BEF-BCE9-63B48F5302BB}" destId="{4BC29708-0BDF-4FB9-8138-41A82F116AF5}" srcOrd="0" destOrd="0" presId="urn:microsoft.com/office/officeart/2018/2/layout/IconVerticalSolidList"/>
    <dgm:cxn modelId="{35659F18-24CF-4012-9D6F-BC71FCCAEBA7}" type="presParOf" srcId="{F99047E6-ED13-4BEF-BCE9-63B48F5302BB}" destId="{CBC879A8-6BEE-4281-9E6B-10D57FE79372}" srcOrd="1" destOrd="0" presId="urn:microsoft.com/office/officeart/2018/2/layout/IconVerticalSolidList"/>
    <dgm:cxn modelId="{0CB2006D-5541-44C9-A018-CA05F2F37978}" type="presParOf" srcId="{F99047E6-ED13-4BEF-BCE9-63B48F5302BB}" destId="{4513FF1E-0CB4-4E84-80C9-06B08212BE82}" srcOrd="2" destOrd="0" presId="urn:microsoft.com/office/officeart/2018/2/layout/IconVerticalSolidList"/>
    <dgm:cxn modelId="{0F3AF2A2-1546-4216-91B8-ED543703FEF3}" type="presParOf" srcId="{F99047E6-ED13-4BEF-BCE9-63B48F5302BB}" destId="{5C9D91C8-3A13-46E9-A57A-6E1FA85D54C5}" srcOrd="3" destOrd="0" presId="urn:microsoft.com/office/officeart/2018/2/layout/IconVerticalSolidList"/>
    <dgm:cxn modelId="{4716BA67-DE44-468B-A735-D5484F037EE4}" type="presParOf" srcId="{EB592C0D-7602-4198-8ACA-0419CE25B83A}" destId="{C0AE5B17-3015-427C-86B1-B02850CD1AB4}" srcOrd="1" destOrd="0" presId="urn:microsoft.com/office/officeart/2018/2/layout/IconVerticalSolidList"/>
    <dgm:cxn modelId="{70C57E76-8C68-4CB4-896D-1C37F1500BF7}" type="presParOf" srcId="{EB592C0D-7602-4198-8ACA-0419CE25B83A}" destId="{A8679486-1DF8-449D-B583-B055FDDBC5D3}" srcOrd="2" destOrd="0" presId="urn:microsoft.com/office/officeart/2018/2/layout/IconVerticalSolidList"/>
    <dgm:cxn modelId="{EFA673E6-473D-4409-8684-EBA839E68FA3}" type="presParOf" srcId="{A8679486-1DF8-449D-B583-B055FDDBC5D3}" destId="{88D61511-83D1-4BFA-B2E3-D07B63F892CC}" srcOrd="0" destOrd="0" presId="urn:microsoft.com/office/officeart/2018/2/layout/IconVerticalSolidList"/>
    <dgm:cxn modelId="{46FF976D-7858-420C-A5A5-D90824D7EA1E}" type="presParOf" srcId="{A8679486-1DF8-449D-B583-B055FDDBC5D3}" destId="{0C219EDD-F4B9-40C2-802B-C12AB61C01F4}" srcOrd="1" destOrd="0" presId="urn:microsoft.com/office/officeart/2018/2/layout/IconVerticalSolidList"/>
    <dgm:cxn modelId="{CF364EE1-E8DA-4219-9F0B-07FD4808DCF0}" type="presParOf" srcId="{A8679486-1DF8-449D-B583-B055FDDBC5D3}" destId="{4EAE158D-92EA-40E7-BDBE-8EB9BB239E0E}" srcOrd="2" destOrd="0" presId="urn:microsoft.com/office/officeart/2018/2/layout/IconVerticalSolidList"/>
    <dgm:cxn modelId="{4A05CD35-66A0-42ED-B949-D9A9F3C1E6B3}" type="presParOf" srcId="{A8679486-1DF8-449D-B583-B055FDDBC5D3}" destId="{7B9F9777-388E-402A-B746-BD83D78E09EA}" srcOrd="3" destOrd="0" presId="urn:microsoft.com/office/officeart/2018/2/layout/IconVerticalSolidList"/>
    <dgm:cxn modelId="{2D2AFE50-24FC-4EC5-B701-832BE61A825E}" type="presParOf" srcId="{EB592C0D-7602-4198-8ACA-0419CE25B83A}" destId="{7090DC74-FE01-4044-8951-CB7C4FEBC914}" srcOrd="3" destOrd="0" presId="urn:microsoft.com/office/officeart/2018/2/layout/IconVerticalSolidList"/>
    <dgm:cxn modelId="{DE56E7CF-0194-4703-8AA9-844BA1BD198C}" type="presParOf" srcId="{EB592C0D-7602-4198-8ACA-0419CE25B83A}" destId="{1645CE47-9F4A-40D9-9FC0-5D9CC98B61B2}" srcOrd="4" destOrd="0" presId="urn:microsoft.com/office/officeart/2018/2/layout/IconVerticalSolidList"/>
    <dgm:cxn modelId="{23B5929B-0E9B-4B60-B574-91E94EA4C9A9}" type="presParOf" srcId="{1645CE47-9F4A-40D9-9FC0-5D9CC98B61B2}" destId="{825A7E42-5383-4022-9659-C7F60A271303}" srcOrd="0" destOrd="0" presId="urn:microsoft.com/office/officeart/2018/2/layout/IconVerticalSolidList"/>
    <dgm:cxn modelId="{617CA9F2-1B11-43AA-BBFB-F1151D5639ED}" type="presParOf" srcId="{1645CE47-9F4A-40D9-9FC0-5D9CC98B61B2}" destId="{AA8FCC45-6EF1-4A26-BB7F-8E17BDAD4B83}" srcOrd="1" destOrd="0" presId="urn:microsoft.com/office/officeart/2018/2/layout/IconVerticalSolidList"/>
    <dgm:cxn modelId="{4BE34F8F-DC40-4F53-8340-1B0839826C6C}" type="presParOf" srcId="{1645CE47-9F4A-40D9-9FC0-5D9CC98B61B2}" destId="{62EED82D-2B00-4359-8CF6-D5E58A4C3CBF}" srcOrd="2" destOrd="0" presId="urn:microsoft.com/office/officeart/2018/2/layout/IconVerticalSolidList"/>
    <dgm:cxn modelId="{43D84742-BF41-4B0D-A5F1-625717D71B74}" type="presParOf" srcId="{1645CE47-9F4A-40D9-9FC0-5D9CC98B61B2}" destId="{E7E6B4B7-13AA-47CE-8783-C853377E0824}" srcOrd="3" destOrd="0" presId="urn:microsoft.com/office/officeart/2018/2/layout/IconVerticalSolidList"/>
    <dgm:cxn modelId="{447CDBA8-E279-4B1F-8C06-0F12C48C9049}" type="presParOf" srcId="{EB592C0D-7602-4198-8ACA-0419CE25B83A}" destId="{04BB5BBF-8855-4975-A076-C33D19FF323D}" srcOrd="5" destOrd="0" presId="urn:microsoft.com/office/officeart/2018/2/layout/IconVerticalSolidList"/>
    <dgm:cxn modelId="{17F77CED-1AEF-499D-BD95-EA9146BCA328}" type="presParOf" srcId="{EB592C0D-7602-4198-8ACA-0419CE25B83A}" destId="{BCF5D0E3-2059-4CB3-94FB-B0D9EE876827}" srcOrd="6" destOrd="0" presId="urn:microsoft.com/office/officeart/2018/2/layout/IconVerticalSolidList"/>
    <dgm:cxn modelId="{DC9C8518-E163-4740-B3AC-498762184FFB}" type="presParOf" srcId="{BCF5D0E3-2059-4CB3-94FB-B0D9EE876827}" destId="{FBAB4708-EAE5-4E27-970D-C4375F1EE861}" srcOrd="0" destOrd="0" presId="urn:microsoft.com/office/officeart/2018/2/layout/IconVerticalSolidList"/>
    <dgm:cxn modelId="{DF8E7484-D0A9-4FE4-BDEB-C6672AA75793}" type="presParOf" srcId="{BCF5D0E3-2059-4CB3-94FB-B0D9EE876827}" destId="{DC1E1E0F-C3AE-4DFE-9E5F-BBA55C66A341}" srcOrd="1" destOrd="0" presId="urn:microsoft.com/office/officeart/2018/2/layout/IconVerticalSolidList"/>
    <dgm:cxn modelId="{D921FF6E-E414-4F4E-9B05-F900FE078DF4}" type="presParOf" srcId="{BCF5D0E3-2059-4CB3-94FB-B0D9EE876827}" destId="{02E99B9B-64FF-4E03-88BB-821DDE96E5B1}" srcOrd="2" destOrd="0" presId="urn:microsoft.com/office/officeart/2018/2/layout/IconVerticalSolidList"/>
    <dgm:cxn modelId="{D66AA6CF-7A0A-4ADE-A6D3-3DB9EC3C9B1E}" type="presParOf" srcId="{BCF5D0E3-2059-4CB3-94FB-B0D9EE876827}" destId="{58201355-5708-4D11-A17D-B479FFEC3598}" srcOrd="3" destOrd="0" presId="urn:microsoft.com/office/officeart/2018/2/layout/IconVerticalSolidList"/>
    <dgm:cxn modelId="{16A49C01-BACC-4223-A9F3-C67661208A62}" type="presParOf" srcId="{EB592C0D-7602-4198-8ACA-0419CE25B83A}" destId="{3751F8F4-4406-4F73-A4DB-DAF7F993ED14}" srcOrd="7" destOrd="0" presId="urn:microsoft.com/office/officeart/2018/2/layout/IconVerticalSolidList"/>
    <dgm:cxn modelId="{F18F6805-7670-43E5-BFD6-C60F9DD3BC73}" type="presParOf" srcId="{EB592C0D-7602-4198-8ACA-0419CE25B83A}" destId="{70F8E1DD-CC2B-4FCD-9B59-03A6E0B4FACB}" srcOrd="8" destOrd="0" presId="urn:microsoft.com/office/officeart/2018/2/layout/IconVerticalSolidList"/>
    <dgm:cxn modelId="{2C6E9DA8-D03E-4942-811D-9CB9D1D35CD5}" type="presParOf" srcId="{70F8E1DD-CC2B-4FCD-9B59-03A6E0B4FACB}" destId="{A9B4E732-E131-4DEA-8C01-A1BEB9C68F29}" srcOrd="0" destOrd="0" presId="urn:microsoft.com/office/officeart/2018/2/layout/IconVerticalSolidList"/>
    <dgm:cxn modelId="{8F8B1224-5007-415D-BA21-B7C278F37337}" type="presParOf" srcId="{70F8E1DD-CC2B-4FCD-9B59-03A6E0B4FACB}" destId="{8EFF8E74-CD64-4CA6-8E77-48D17E7BD541}" srcOrd="1" destOrd="0" presId="urn:microsoft.com/office/officeart/2018/2/layout/IconVerticalSolidList"/>
    <dgm:cxn modelId="{9EA55939-0160-4EB2-8A35-0842AD940BBA}" type="presParOf" srcId="{70F8E1DD-CC2B-4FCD-9B59-03A6E0B4FACB}" destId="{1316E801-AEB8-4763-816E-1B226A7A3BEB}" srcOrd="2" destOrd="0" presId="urn:microsoft.com/office/officeart/2018/2/layout/IconVerticalSolidList"/>
    <dgm:cxn modelId="{27A1EE0A-F5B1-44B1-8518-BD22A6A65A48}" type="presParOf" srcId="{70F8E1DD-CC2B-4FCD-9B59-03A6E0B4FACB}" destId="{696175EA-FD01-46D2-9869-C5F1AA2B7B1C}" srcOrd="3" destOrd="0" presId="urn:microsoft.com/office/officeart/2018/2/layout/IconVerticalSolidList"/>
  </dgm:cxnLst>
  <dgm:bg/>
  <dgm:whole/>
  <dgm:extLst>
    <a:ext uri="http://schemas.microsoft.com/office/drawing/2008/diagram">
      <dsp:dataModelExt xmlns:dsp="http://schemas.microsoft.com/office/drawing/2008/diagram" relId="rId6" minVer="http://schemas.openxmlformats.org/drawingml/2006/diagram"/>
    </a:ext>
  </dgm:extLst>
</dgm:dataModel>
</file>

<file path=ppt/diagrams/data92.xml><?xml version="1.0" encoding="utf-8"?>
<dgm:dataModel xmlns:dgm="http://schemas.openxmlformats.org/drawingml/2006/diagram" xmlns:a="http://schemas.openxmlformats.org/drawingml/2006/main">
  <dgm:ptLst>
    <dgm:pt modelId="{FBA014F2-1954-4A36-A93F-10800703A37C}" type="doc">
      <dgm:prSet loTypeId="urn:microsoft.com/office/officeart/2018/5/layout/CenteredIconLabelDescriptionList" loCatId="icon" qsTypeId="urn:microsoft.com/office/officeart/2005/8/quickstyle/simple1" qsCatId="simple" csTypeId="urn:microsoft.com/office/officeart/2018/5/colors/Iconchunking_neutralbg_colorful2" csCatId="colorful" phldr="1"/>
      <dgm:spPr/>
      <dgm:t>
        <a:bodyPr/>
        <a:lstStyle/>
        <a:p>
          <a:endParaRPr lang="en-US"/>
        </a:p>
      </dgm:t>
    </dgm:pt>
    <dgm:pt modelId="{B216BCEC-B410-495E-9837-7FBDE4DB2809}">
      <dgm:prSet/>
      <dgm:spPr/>
      <dgm:t>
        <a:bodyPr/>
        <a:lstStyle/>
        <a:p>
          <a:pPr>
            <a:lnSpc>
              <a:spcPct val="100000"/>
            </a:lnSpc>
            <a:defRPr b="1"/>
          </a:pPr>
          <a:r>
            <a:rPr lang="en-US" i="1"/>
            <a:t>ECDSA</a:t>
          </a:r>
          <a:endParaRPr lang="en-US"/>
        </a:p>
      </dgm:t>
    </dgm:pt>
    <dgm:pt modelId="{7F1953EA-6C58-40B5-BE95-324BD712B941}" type="parTrans" cxnId="{573D5009-FCAB-4940-8F0B-CCF4D10A26D5}">
      <dgm:prSet/>
      <dgm:spPr/>
      <dgm:t>
        <a:bodyPr/>
        <a:lstStyle/>
        <a:p>
          <a:endParaRPr lang="en-US"/>
        </a:p>
      </dgm:t>
    </dgm:pt>
    <dgm:pt modelId="{93F5299E-9E10-4C68-9B57-D1AF06B724C1}" type="sibTrans" cxnId="{573D5009-FCAB-4940-8F0B-CCF4D10A26D5}">
      <dgm:prSet/>
      <dgm:spPr/>
      <dgm:t>
        <a:bodyPr/>
        <a:lstStyle/>
        <a:p>
          <a:endParaRPr lang="en-US"/>
        </a:p>
      </dgm:t>
    </dgm:pt>
    <dgm:pt modelId="{21B3AEB1-C24A-4A29-B55B-A8A977F6F59C}">
      <dgm:prSet/>
      <dgm:spPr/>
      <dgm:t>
        <a:bodyPr/>
        <a:lstStyle/>
        <a:p>
          <a:pPr>
            <a:lnSpc>
              <a:spcPct val="100000"/>
            </a:lnSpc>
          </a:pPr>
          <a:r>
            <a:rPr lang="en-US" i="1"/>
            <a:t>Elliptic Curve Digital Signature</a:t>
          </a:r>
          <a:r>
            <a:rPr lang="tr-TR" i="1"/>
            <a:t> </a:t>
          </a:r>
          <a:r>
            <a:rPr lang="en-US" i="1"/>
            <a:t>Algorithm</a:t>
          </a:r>
          <a:endParaRPr lang="en-US"/>
        </a:p>
      </dgm:t>
    </dgm:pt>
    <dgm:pt modelId="{C1686CC9-7FEC-4FB9-AB6D-A4E3411DD21C}" type="parTrans" cxnId="{CACE390F-FAF7-46D5-A632-9123FD8C814A}">
      <dgm:prSet/>
      <dgm:spPr/>
      <dgm:t>
        <a:bodyPr/>
        <a:lstStyle/>
        <a:p>
          <a:endParaRPr lang="en-US"/>
        </a:p>
      </dgm:t>
    </dgm:pt>
    <dgm:pt modelId="{AC67C26A-F789-4F59-B52C-6BF569645A96}" type="sibTrans" cxnId="{CACE390F-FAF7-46D5-A632-9123FD8C814A}">
      <dgm:prSet/>
      <dgm:spPr/>
      <dgm:t>
        <a:bodyPr/>
        <a:lstStyle/>
        <a:p>
          <a:endParaRPr lang="en-US"/>
        </a:p>
      </dgm:t>
    </dgm:pt>
    <dgm:pt modelId="{3744F22B-A09E-4EFC-AA8F-4249E5EEDFA5}">
      <dgm:prSet/>
      <dgm:spPr/>
      <dgm:t>
        <a:bodyPr/>
        <a:lstStyle/>
        <a:p>
          <a:pPr>
            <a:lnSpc>
              <a:spcPct val="100000"/>
            </a:lnSpc>
          </a:pPr>
          <a:r>
            <a:rPr lang="en-US"/>
            <a:t>The digital signature algorithm</a:t>
          </a:r>
        </a:p>
      </dgm:t>
    </dgm:pt>
    <dgm:pt modelId="{0B9B1C5C-3DB7-4F0B-AF9C-6FE6ED382E05}" type="parTrans" cxnId="{46D75700-1031-49A3-8C85-40149D24BF53}">
      <dgm:prSet/>
      <dgm:spPr/>
      <dgm:t>
        <a:bodyPr/>
        <a:lstStyle/>
        <a:p>
          <a:endParaRPr lang="en-US"/>
        </a:p>
      </dgm:t>
    </dgm:pt>
    <dgm:pt modelId="{5C5C25A0-80C4-4B84-9772-9614C1068E9A}" type="sibTrans" cxnId="{46D75700-1031-49A3-8C85-40149D24BF53}">
      <dgm:prSet/>
      <dgm:spPr/>
      <dgm:t>
        <a:bodyPr/>
        <a:lstStyle/>
        <a:p>
          <a:endParaRPr lang="en-US"/>
        </a:p>
      </dgm:t>
    </dgm:pt>
    <dgm:pt modelId="{1AA0B776-1F3D-4F50-8A3A-9335920399BF}">
      <dgm:prSet/>
      <dgm:spPr/>
      <dgm:t>
        <a:bodyPr/>
        <a:lstStyle/>
        <a:p>
          <a:pPr>
            <a:lnSpc>
              <a:spcPct val="100000"/>
            </a:lnSpc>
            <a:defRPr b="1"/>
          </a:pPr>
          <a:r>
            <a:rPr lang="tr-TR"/>
            <a:t>Bitcoin’s Algorithm</a:t>
          </a:r>
          <a:endParaRPr lang="en-US"/>
        </a:p>
      </dgm:t>
    </dgm:pt>
    <dgm:pt modelId="{B81DF570-B96A-4C9A-BAB2-1B58F952304E}" type="parTrans" cxnId="{333EB779-A408-48CA-82FD-B55318C7DC45}">
      <dgm:prSet/>
      <dgm:spPr/>
      <dgm:t>
        <a:bodyPr/>
        <a:lstStyle/>
        <a:p>
          <a:endParaRPr lang="tr-TR"/>
        </a:p>
      </dgm:t>
    </dgm:pt>
    <dgm:pt modelId="{0F46B079-5F78-4BBF-8A2E-70D391562A7D}" type="sibTrans" cxnId="{333EB779-A408-48CA-82FD-B55318C7DC45}">
      <dgm:prSet/>
      <dgm:spPr/>
      <dgm:t>
        <a:bodyPr/>
        <a:lstStyle/>
        <a:p>
          <a:endParaRPr lang="tr-TR"/>
        </a:p>
      </dgm:t>
    </dgm:pt>
    <dgm:pt modelId="{67B4A3F3-384E-4D58-BE0A-CC591DA47912}">
      <dgm:prSet/>
      <dgm:spPr/>
      <dgm:t>
        <a:bodyPr/>
        <a:lstStyle/>
        <a:p>
          <a:pPr>
            <a:lnSpc>
              <a:spcPct val="100000"/>
            </a:lnSpc>
          </a:pPr>
          <a:r>
            <a:rPr lang="en-US"/>
            <a:t>used in bitcoin</a:t>
          </a:r>
        </a:p>
      </dgm:t>
    </dgm:pt>
    <dgm:pt modelId="{8E25B3D5-D59E-4C3F-A4A1-6435FC3888E2}" type="parTrans" cxnId="{D5EFDCDB-A13B-44B5-A1E0-C4DF403DA848}">
      <dgm:prSet/>
      <dgm:spPr/>
      <dgm:t>
        <a:bodyPr/>
        <a:lstStyle/>
        <a:p>
          <a:endParaRPr lang="tr-TR"/>
        </a:p>
      </dgm:t>
    </dgm:pt>
    <dgm:pt modelId="{AAFF088F-673C-4C71-8D79-245FF713FF32}" type="sibTrans" cxnId="{D5EFDCDB-A13B-44B5-A1E0-C4DF403DA848}">
      <dgm:prSet/>
      <dgm:spPr/>
      <dgm:t>
        <a:bodyPr/>
        <a:lstStyle/>
        <a:p>
          <a:endParaRPr lang="tr-TR"/>
        </a:p>
      </dgm:t>
    </dgm:pt>
    <dgm:pt modelId="{0CBAF07C-8BB6-4E5B-BA52-1A76B4E69C6E}">
      <dgm:prSet/>
      <dgm:spPr/>
      <dgm:t>
        <a:bodyPr/>
        <a:lstStyle/>
        <a:p>
          <a:pPr>
            <a:lnSpc>
              <a:spcPct val="100000"/>
            </a:lnSpc>
          </a:pPr>
          <a:r>
            <a:rPr lang="en-US"/>
            <a:t>based on</a:t>
          </a:r>
          <a:r>
            <a:rPr lang="tr-TR"/>
            <a:t> </a:t>
          </a:r>
          <a:r>
            <a:rPr lang="en-US"/>
            <a:t>elliptic curve private/public key pairs</a:t>
          </a:r>
        </a:p>
      </dgm:t>
    </dgm:pt>
    <dgm:pt modelId="{8D93CE2E-E781-4D51-843F-EEE15EF441E3}" type="parTrans" cxnId="{D56B8D49-FFDA-4E73-AEE2-73A93C2A76BE}">
      <dgm:prSet/>
      <dgm:spPr/>
      <dgm:t>
        <a:bodyPr/>
        <a:lstStyle/>
        <a:p>
          <a:endParaRPr lang="tr-TR"/>
        </a:p>
      </dgm:t>
    </dgm:pt>
    <dgm:pt modelId="{F8268DF3-C51F-40BB-A4D6-D379E5684C40}" type="sibTrans" cxnId="{D56B8D49-FFDA-4E73-AEE2-73A93C2A76BE}">
      <dgm:prSet/>
      <dgm:spPr/>
      <dgm:t>
        <a:bodyPr/>
        <a:lstStyle/>
        <a:p>
          <a:endParaRPr lang="tr-TR"/>
        </a:p>
      </dgm:t>
    </dgm:pt>
    <dgm:pt modelId="{A5590042-31A5-4840-BBC2-AA7B8A6588D0}">
      <dgm:prSet/>
      <dgm:spPr/>
      <dgm:t>
        <a:bodyPr/>
        <a:lstStyle/>
        <a:p>
          <a:pPr>
            <a:lnSpc>
              <a:spcPct val="100000"/>
            </a:lnSpc>
            <a:defRPr b="1"/>
          </a:pPr>
          <a:r>
            <a:rPr lang="en-US" dirty="0"/>
            <a:t>script functions </a:t>
          </a:r>
        </a:p>
      </dgm:t>
    </dgm:pt>
    <dgm:pt modelId="{629135BC-9390-4902-8F02-573F055ECB41}" type="sibTrans" cxnId="{CAD8B5E1-DE95-442C-A3BB-EB0037E394F7}">
      <dgm:prSet/>
      <dgm:spPr/>
      <dgm:t>
        <a:bodyPr/>
        <a:lstStyle/>
        <a:p>
          <a:endParaRPr lang="en-US"/>
        </a:p>
      </dgm:t>
    </dgm:pt>
    <dgm:pt modelId="{0B5AEB7B-0E69-4E4E-99B6-D58521681047}" type="parTrans" cxnId="{CAD8B5E1-DE95-442C-A3BB-EB0037E394F7}">
      <dgm:prSet/>
      <dgm:spPr/>
      <dgm:t>
        <a:bodyPr/>
        <a:lstStyle/>
        <a:p>
          <a:endParaRPr lang="en-US"/>
        </a:p>
      </dgm:t>
    </dgm:pt>
    <dgm:pt modelId="{10BA3DE0-154B-44A6-9D4E-4E5A4B7ABEB6}">
      <dgm:prSet/>
      <dgm:spPr/>
      <dgm:t>
        <a:bodyPr/>
        <a:lstStyle/>
        <a:p>
          <a:pPr>
            <a:lnSpc>
              <a:spcPct val="100000"/>
            </a:lnSpc>
          </a:pPr>
          <a:r>
            <a:rPr lang="en-US" dirty="0"/>
            <a:t>OP_CHECKSIG</a:t>
          </a:r>
        </a:p>
      </dgm:t>
    </dgm:pt>
    <dgm:pt modelId="{FF505CC3-E907-4990-B41A-1C728E8CBD9E}" type="sibTrans" cxnId="{3E74C264-6928-4D69-8C4D-03680BE99088}">
      <dgm:prSet/>
      <dgm:spPr/>
      <dgm:t>
        <a:bodyPr/>
        <a:lstStyle/>
        <a:p>
          <a:endParaRPr lang="en-US"/>
        </a:p>
      </dgm:t>
    </dgm:pt>
    <dgm:pt modelId="{89CB96AD-DA7D-4B16-998F-2B9DFD072EEF}" type="parTrans" cxnId="{3E74C264-6928-4D69-8C4D-03680BE99088}">
      <dgm:prSet/>
      <dgm:spPr/>
      <dgm:t>
        <a:bodyPr/>
        <a:lstStyle/>
        <a:p>
          <a:endParaRPr lang="en-US"/>
        </a:p>
      </dgm:t>
    </dgm:pt>
    <dgm:pt modelId="{7734BC22-D57E-4055-BD96-39629DAFFD14}">
      <dgm:prSet/>
      <dgm:spPr/>
      <dgm:t>
        <a:bodyPr/>
        <a:lstStyle/>
        <a:p>
          <a:pPr>
            <a:lnSpc>
              <a:spcPct val="100000"/>
            </a:lnSpc>
          </a:pPr>
          <a:r>
            <a:rPr lang="tr-TR" dirty="0"/>
            <a:t>OP_CHECKSIGVERIFY</a:t>
          </a:r>
          <a:endParaRPr lang="en-US" dirty="0"/>
        </a:p>
      </dgm:t>
    </dgm:pt>
    <dgm:pt modelId="{F04B977B-7440-4E7C-A288-422546B0B039}" type="sibTrans" cxnId="{FBF569F6-E216-4E8C-B098-9373AD70B2B6}">
      <dgm:prSet/>
      <dgm:spPr/>
      <dgm:t>
        <a:bodyPr/>
        <a:lstStyle/>
        <a:p>
          <a:endParaRPr lang="en-US"/>
        </a:p>
      </dgm:t>
    </dgm:pt>
    <dgm:pt modelId="{1A6F4491-3609-4451-B59E-930B14563830}" type="parTrans" cxnId="{FBF569F6-E216-4E8C-B098-9373AD70B2B6}">
      <dgm:prSet/>
      <dgm:spPr/>
      <dgm:t>
        <a:bodyPr/>
        <a:lstStyle/>
        <a:p>
          <a:endParaRPr lang="en-US"/>
        </a:p>
      </dgm:t>
    </dgm:pt>
    <dgm:pt modelId="{24210731-7F6C-4F98-9EF5-C7D39E64412F}">
      <dgm:prSet/>
      <dgm:spPr/>
      <dgm:t>
        <a:bodyPr/>
        <a:lstStyle/>
        <a:p>
          <a:pPr>
            <a:lnSpc>
              <a:spcPct val="100000"/>
            </a:lnSpc>
          </a:pPr>
          <a:r>
            <a:rPr lang="tr-TR" dirty="0"/>
            <a:t>OP_CHECKMULTISIG </a:t>
          </a:r>
          <a:endParaRPr lang="en-US" dirty="0"/>
        </a:p>
      </dgm:t>
    </dgm:pt>
    <dgm:pt modelId="{6AE4A28E-3117-40BB-B8F2-5E7151434E41}" type="sibTrans" cxnId="{3E30A10A-E75A-4914-A155-13E190AC2383}">
      <dgm:prSet/>
      <dgm:spPr/>
      <dgm:t>
        <a:bodyPr/>
        <a:lstStyle/>
        <a:p>
          <a:endParaRPr lang="en-US"/>
        </a:p>
      </dgm:t>
    </dgm:pt>
    <dgm:pt modelId="{A42E273B-C63A-40DD-A77E-751E32E0D8D8}" type="parTrans" cxnId="{3E30A10A-E75A-4914-A155-13E190AC2383}">
      <dgm:prSet/>
      <dgm:spPr/>
      <dgm:t>
        <a:bodyPr/>
        <a:lstStyle/>
        <a:p>
          <a:endParaRPr lang="en-US"/>
        </a:p>
      </dgm:t>
    </dgm:pt>
    <dgm:pt modelId="{E733696F-6D6C-4C7B-995A-A53B3A55B435}">
      <dgm:prSet/>
      <dgm:spPr/>
      <dgm:t>
        <a:bodyPr/>
        <a:lstStyle/>
        <a:p>
          <a:pPr>
            <a:lnSpc>
              <a:spcPct val="100000"/>
            </a:lnSpc>
          </a:pPr>
          <a:r>
            <a:rPr lang="tr-TR" dirty="0"/>
            <a:t>OP_CHECKMULTISIGVERIFY</a:t>
          </a:r>
          <a:endParaRPr lang="en-US" dirty="0"/>
        </a:p>
      </dgm:t>
    </dgm:pt>
    <dgm:pt modelId="{97D0E0B3-64A9-4B33-833B-2E7A7B13F174}" type="sibTrans" cxnId="{E1E7ED85-FC47-4E31-A3FB-FB087AEC02BF}">
      <dgm:prSet/>
      <dgm:spPr/>
      <dgm:t>
        <a:bodyPr/>
        <a:lstStyle/>
        <a:p>
          <a:endParaRPr lang="en-US"/>
        </a:p>
      </dgm:t>
    </dgm:pt>
    <dgm:pt modelId="{8F50C3EB-4D05-4B7B-9BDD-E0C9E4144811}" type="parTrans" cxnId="{E1E7ED85-FC47-4E31-A3FB-FB087AEC02BF}">
      <dgm:prSet/>
      <dgm:spPr/>
      <dgm:t>
        <a:bodyPr/>
        <a:lstStyle/>
        <a:p>
          <a:endParaRPr lang="en-US"/>
        </a:p>
      </dgm:t>
    </dgm:pt>
    <dgm:pt modelId="{64F9F764-2F68-4B8A-95F5-BF625A3A14F1}" type="pres">
      <dgm:prSet presAssocID="{FBA014F2-1954-4A36-A93F-10800703A37C}" presName="root" presStyleCnt="0">
        <dgm:presLayoutVars>
          <dgm:dir/>
          <dgm:resizeHandles val="exact"/>
        </dgm:presLayoutVars>
      </dgm:prSet>
      <dgm:spPr/>
    </dgm:pt>
    <dgm:pt modelId="{4EB7C1E1-F8FB-4117-9206-00A3CEE7A0A6}" type="pres">
      <dgm:prSet presAssocID="{B216BCEC-B410-495E-9837-7FBDE4DB2809}" presName="compNode" presStyleCnt="0"/>
      <dgm:spPr/>
    </dgm:pt>
    <dgm:pt modelId="{A9353010-AE70-40D0-9545-99CC0E119596}" type="pres">
      <dgm:prSet presAssocID="{B216BCEC-B410-495E-9837-7FBDE4DB2809}" presName="iconRect" presStyleLbl="node1" presStyleIdx="0" presStyleCnt="3"/>
      <dgm:spPr>
        <a:blipFill>
          <a:blip xmlns:r="http://schemas.openxmlformats.org/officeDocument/2006/relationships" r:embed="rId1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2"/>
              </a:ext>
            </a:extLst>
          </a:blip>
          <a:stretch>
            <a:fillRect/>
          </a:stretch>
        </a:blipFill>
        <a:ln>
          <a:noFill/>
        </a:ln>
      </dgm:spPr>
      <dgm:extLst>
        <a:ext uri="{E40237B7-FDA0-4F09-8148-C483321AD2D9}">
          <dgm14:cNvPr xmlns:dgm14="http://schemas.microsoft.com/office/drawing/2010/diagram" id="0" name="" descr="Computer"/>
        </a:ext>
      </dgm:extLst>
    </dgm:pt>
    <dgm:pt modelId="{9C22373D-D9AD-4C5F-91D7-8609479B2C29}" type="pres">
      <dgm:prSet presAssocID="{B216BCEC-B410-495E-9837-7FBDE4DB2809}" presName="iconSpace" presStyleCnt="0"/>
      <dgm:spPr/>
    </dgm:pt>
    <dgm:pt modelId="{C834A2B3-BF63-4DCF-90E2-FC37CAD1146D}" type="pres">
      <dgm:prSet presAssocID="{B216BCEC-B410-495E-9837-7FBDE4DB2809}" presName="parTx" presStyleLbl="revTx" presStyleIdx="0" presStyleCnt="6">
        <dgm:presLayoutVars>
          <dgm:chMax val="0"/>
          <dgm:chPref val="0"/>
        </dgm:presLayoutVars>
      </dgm:prSet>
      <dgm:spPr/>
    </dgm:pt>
    <dgm:pt modelId="{FA035B8C-5F1C-4AA7-8394-199DC8A7172D}" type="pres">
      <dgm:prSet presAssocID="{B216BCEC-B410-495E-9837-7FBDE4DB2809}" presName="txSpace" presStyleCnt="0"/>
      <dgm:spPr/>
    </dgm:pt>
    <dgm:pt modelId="{047CEB92-0950-4B5B-B616-9BD6B6640A47}" type="pres">
      <dgm:prSet presAssocID="{B216BCEC-B410-495E-9837-7FBDE4DB2809}" presName="desTx" presStyleLbl="revTx" presStyleIdx="1" presStyleCnt="6">
        <dgm:presLayoutVars/>
      </dgm:prSet>
      <dgm:spPr/>
    </dgm:pt>
    <dgm:pt modelId="{82930853-FF2B-48F3-BC35-DD9EB8D33E9C}" type="pres">
      <dgm:prSet presAssocID="{93F5299E-9E10-4C68-9B57-D1AF06B724C1}" presName="sibTrans" presStyleCnt="0"/>
      <dgm:spPr/>
    </dgm:pt>
    <dgm:pt modelId="{FF80B516-F195-4140-81B6-2C7E733D2B33}" type="pres">
      <dgm:prSet presAssocID="{1AA0B776-1F3D-4F50-8A3A-9335920399BF}" presName="compNode" presStyleCnt="0"/>
      <dgm:spPr/>
    </dgm:pt>
    <dgm:pt modelId="{C35B5D7B-4BD4-4462-A95A-3E219CE173B1}" type="pres">
      <dgm:prSet presAssocID="{1AA0B776-1F3D-4F50-8A3A-9335920399BF}" presName="iconRect" presStyleLbl="node1" presStyleIdx="1" presStyleCnt="3"/>
      <dgm:spPr>
        <a:blipFill rotWithShape="1">
          <a:blip xmlns:r="http://schemas.openxmlformats.org/officeDocument/2006/relationships" r:embed="rId3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4"/>
              </a:ext>
            </a:extLst>
          </a:blip>
          <a:srcRect/>
          <a:stretch>
            <a:fillRect/>
          </a:stretch>
        </a:blipFill>
      </dgm:spPr>
    </dgm:pt>
    <dgm:pt modelId="{D28A028C-452B-4160-A147-FB982FAFC098}" type="pres">
      <dgm:prSet presAssocID="{1AA0B776-1F3D-4F50-8A3A-9335920399BF}" presName="iconSpace" presStyleCnt="0"/>
      <dgm:spPr/>
    </dgm:pt>
    <dgm:pt modelId="{85C3726E-38B1-4F65-B226-34B46F402B9F}" type="pres">
      <dgm:prSet presAssocID="{1AA0B776-1F3D-4F50-8A3A-9335920399BF}" presName="parTx" presStyleLbl="revTx" presStyleIdx="2" presStyleCnt="6">
        <dgm:presLayoutVars>
          <dgm:chMax val="0"/>
          <dgm:chPref val="0"/>
        </dgm:presLayoutVars>
      </dgm:prSet>
      <dgm:spPr/>
    </dgm:pt>
    <dgm:pt modelId="{B25881E2-4179-4552-8956-E31FA612ABF2}" type="pres">
      <dgm:prSet presAssocID="{1AA0B776-1F3D-4F50-8A3A-9335920399BF}" presName="txSpace" presStyleCnt="0"/>
      <dgm:spPr/>
    </dgm:pt>
    <dgm:pt modelId="{85029BCC-CAFA-452B-81FB-499ADD7BDD77}" type="pres">
      <dgm:prSet presAssocID="{1AA0B776-1F3D-4F50-8A3A-9335920399BF}" presName="desTx" presStyleLbl="revTx" presStyleIdx="3" presStyleCnt="6">
        <dgm:presLayoutVars/>
      </dgm:prSet>
      <dgm:spPr/>
    </dgm:pt>
    <dgm:pt modelId="{679E8211-DACB-4025-BC57-7A8B4CEE5747}" type="pres">
      <dgm:prSet presAssocID="{0F46B079-5F78-4BBF-8A2E-70D391562A7D}" presName="sibTrans" presStyleCnt="0"/>
      <dgm:spPr/>
    </dgm:pt>
    <dgm:pt modelId="{9ED01D3B-602A-425B-BD16-0189CF968E50}" type="pres">
      <dgm:prSet presAssocID="{A5590042-31A5-4840-BBC2-AA7B8A6588D0}" presName="compNode" presStyleCnt="0"/>
      <dgm:spPr/>
    </dgm:pt>
    <dgm:pt modelId="{F02FF4BD-3D97-40D1-93E2-EE1EAF9EDD2E}" type="pres">
      <dgm:prSet presAssocID="{A5590042-31A5-4840-BBC2-AA7B8A6588D0}" presName="iconRect" presStyleLbl="node1" presStyleIdx="2" presStyleCnt="3"/>
      <dgm:spPr>
        <a:blipFill rotWithShape="1">
          <a:blip xmlns:r="http://schemas.openxmlformats.org/officeDocument/2006/relationships" r:embed="rId5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6"/>
              </a:ext>
            </a:extLst>
          </a:blip>
          <a:srcRect/>
          <a:stretch>
            <a:fillRect/>
          </a:stretch>
        </a:blipFill>
        <a:ln>
          <a:noFill/>
        </a:ln>
      </dgm:spPr>
      <dgm:extLst>
        <a:ext uri="{E40237B7-FDA0-4F09-8148-C483321AD2D9}">
          <dgm14:cNvPr xmlns:dgm14="http://schemas.microsoft.com/office/drawing/2010/diagram" id="0" name="" descr="Skeleton"/>
        </a:ext>
      </dgm:extLst>
    </dgm:pt>
    <dgm:pt modelId="{5577BE8B-000C-42E4-88B0-697B67F9F96B}" type="pres">
      <dgm:prSet presAssocID="{A5590042-31A5-4840-BBC2-AA7B8A6588D0}" presName="iconSpace" presStyleCnt="0"/>
      <dgm:spPr/>
    </dgm:pt>
    <dgm:pt modelId="{14E4A5ED-7C36-4F17-8FCD-C1D3FD8AEDB6}" type="pres">
      <dgm:prSet presAssocID="{A5590042-31A5-4840-BBC2-AA7B8A6588D0}" presName="parTx" presStyleLbl="revTx" presStyleIdx="4" presStyleCnt="6">
        <dgm:presLayoutVars>
          <dgm:chMax val="0"/>
          <dgm:chPref val="0"/>
        </dgm:presLayoutVars>
      </dgm:prSet>
      <dgm:spPr/>
    </dgm:pt>
    <dgm:pt modelId="{7918CB23-1A74-4F39-A36D-405298DEA8BA}" type="pres">
      <dgm:prSet presAssocID="{A5590042-31A5-4840-BBC2-AA7B8A6588D0}" presName="txSpace" presStyleCnt="0"/>
      <dgm:spPr/>
    </dgm:pt>
    <dgm:pt modelId="{D04B6F68-063C-4D39-A577-88952C32DA4E}" type="pres">
      <dgm:prSet presAssocID="{A5590042-31A5-4840-BBC2-AA7B8A6588D0}" presName="desTx" presStyleLbl="revTx" presStyleIdx="5" presStyleCnt="6">
        <dgm:presLayoutVars/>
      </dgm:prSet>
      <dgm:spPr/>
    </dgm:pt>
  </dgm:ptLst>
  <dgm:cxnLst>
    <dgm:cxn modelId="{46D75700-1031-49A3-8C85-40149D24BF53}" srcId="{1AA0B776-1F3D-4F50-8A3A-9335920399BF}" destId="{3744F22B-A09E-4EFC-AA8F-4249E5EEDFA5}" srcOrd="0" destOrd="0" parTransId="{0B9B1C5C-3DB7-4F0B-AF9C-6FE6ED382E05}" sibTransId="{5C5C25A0-80C4-4B84-9772-9614C1068E9A}"/>
    <dgm:cxn modelId="{29F93F05-F562-4D3E-89FC-646BD1A027FB}" type="presOf" srcId="{B216BCEC-B410-495E-9837-7FBDE4DB2809}" destId="{C834A2B3-BF63-4DCF-90E2-FC37CAD1146D}" srcOrd="0" destOrd="0" presId="urn:microsoft.com/office/officeart/2018/5/layout/CenteredIconLabelDescriptionList"/>
    <dgm:cxn modelId="{573D5009-FCAB-4940-8F0B-CCF4D10A26D5}" srcId="{FBA014F2-1954-4A36-A93F-10800703A37C}" destId="{B216BCEC-B410-495E-9837-7FBDE4DB2809}" srcOrd="0" destOrd="0" parTransId="{7F1953EA-6C58-40B5-BE95-324BD712B941}" sibTransId="{93F5299E-9E10-4C68-9B57-D1AF06B724C1}"/>
    <dgm:cxn modelId="{3E30A10A-E75A-4914-A155-13E190AC2383}" srcId="{A5590042-31A5-4840-BBC2-AA7B8A6588D0}" destId="{24210731-7F6C-4F98-9EF5-C7D39E64412F}" srcOrd="2" destOrd="0" parTransId="{A42E273B-C63A-40DD-A77E-751E32E0D8D8}" sibTransId="{6AE4A28E-3117-40BB-B8F2-5E7151434E41}"/>
    <dgm:cxn modelId="{B930BA0A-EA00-45A1-B3C7-4B784D176F56}" type="presOf" srcId="{10BA3DE0-154B-44A6-9D4E-4E5A4B7ABEB6}" destId="{D04B6F68-063C-4D39-A577-88952C32DA4E}" srcOrd="0" destOrd="0" presId="urn:microsoft.com/office/officeart/2018/5/layout/CenteredIconLabelDescriptionList"/>
    <dgm:cxn modelId="{CACE390F-FAF7-46D5-A632-9123FD8C814A}" srcId="{B216BCEC-B410-495E-9837-7FBDE4DB2809}" destId="{21B3AEB1-C24A-4A29-B55B-A8A977F6F59C}" srcOrd="0" destOrd="0" parTransId="{C1686CC9-7FEC-4FB9-AB6D-A4E3411DD21C}" sibTransId="{AC67C26A-F789-4F59-B52C-6BF569645A96}"/>
    <dgm:cxn modelId="{69248916-00A5-4C6F-A84F-1D8565262051}" type="presOf" srcId="{FBA014F2-1954-4A36-A93F-10800703A37C}" destId="{64F9F764-2F68-4B8A-95F5-BF625A3A14F1}" srcOrd="0" destOrd="0" presId="urn:microsoft.com/office/officeart/2018/5/layout/CenteredIconLabelDescriptionList"/>
    <dgm:cxn modelId="{13D9465C-E3D9-43D8-BE9D-ABC3922B7BD8}" type="presOf" srcId="{E733696F-6D6C-4C7B-995A-A53B3A55B435}" destId="{D04B6F68-063C-4D39-A577-88952C32DA4E}" srcOrd="0" destOrd="3" presId="urn:microsoft.com/office/officeart/2018/5/layout/CenteredIconLabelDescriptionList"/>
    <dgm:cxn modelId="{E926B363-38FF-478F-9F8F-BC1DD952FB24}" type="presOf" srcId="{3744F22B-A09E-4EFC-AA8F-4249E5EEDFA5}" destId="{85029BCC-CAFA-452B-81FB-499ADD7BDD77}" srcOrd="0" destOrd="0" presId="urn:microsoft.com/office/officeart/2018/5/layout/CenteredIconLabelDescriptionList"/>
    <dgm:cxn modelId="{3E74C264-6928-4D69-8C4D-03680BE99088}" srcId="{A5590042-31A5-4840-BBC2-AA7B8A6588D0}" destId="{10BA3DE0-154B-44A6-9D4E-4E5A4B7ABEB6}" srcOrd="0" destOrd="0" parTransId="{89CB96AD-DA7D-4B16-998F-2B9DFD072EEF}" sibTransId="{FF505CC3-E907-4990-B41A-1C728E8CBD9E}"/>
    <dgm:cxn modelId="{D56B8D49-FFDA-4E73-AEE2-73A93C2A76BE}" srcId="{B216BCEC-B410-495E-9837-7FBDE4DB2809}" destId="{0CBAF07C-8BB6-4E5B-BA52-1A76B4E69C6E}" srcOrd="1" destOrd="0" parTransId="{8D93CE2E-E781-4D51-843F-EEE15EF441E3}" sibTransId="{F8268DF3-C51F-40BB-A4D6-D379E5684C40}"/>
    <dgm:cxn modelId="{0304046B-78C8-40F9-B98B-F0D257211B0B}" type="presOf" srcId="{1AA0B776-1F3D-4F50-8A3A-9335920399BF}" destId="{85C3726E-38B1-4F65-B226-34B46F402B9F}" srcOrd="0" destOrd="0" presId="urn:microsoft.com/office/officeart/2018/5/layout/CenteredIconLabelDescriptionList"/>
    <dgm:cxn modelId="{333EB779-A408-48CA-82FD-B55318C7DC45}" srcId="{FBA014F2-1954-4A36-A93F-10800703A37C}" destId="{1AA0B776-1F3D-4F50-8A3A-9335920399BF}" srcOrd="1" destOrd="0" parTransId="{B81DF570-B96A-4C9A-BAB2-1B58F952304E}" sibTransId="{0F46B079-5F78-4BBF-8A2E-70D391562A7D}"/>
    <dgm:cxn modelId="{561CE87B-250E-41F5-8AE7-633D35F47B71}" type="presOf" srcId="{0CBAF07C-8BB6-4E5B-BA52-1A76B4E69C6E}" destId="{047CEB92-0950-4B5B-B616-9BD6B6640A47}" srcOrd="0" destOrd="1" presId="urn:microsoft.com/office/officeart/2018/5/layout/CenteredIconLabelDescriptionList"/>
    <dgm:cxn modelId="{377AE584-4B09-467D-85C5-2057CF941BE9}" type="presOf" srcId="{7734BC22-D57E-4055-BD96-39629DAFFD14}" destId="{D04B6F68-063C-4D39-A577-88952C32DA4E}" srcOrd="0" destOrd="1" presId="urn:microsoft.com/office/officeart/2018/5/layout/CenteredIconLabelDescriptionList"/>
    <dgm:cxn modelId="{E1E7ED85-FC47-4E31-A3FB-FB087AEC02BF}" srcId="{A5590042-31A5-4840-BBC2-AA7B8A6588D0}" destId="{E733696F-6D6C-4C7B-995A-A53B3A55B435}" srcOrd="3" destOrd="0" parTransId="{8F50C3EB-4D05-4B7B-9BDD-E0C9E4144811}" sibTransId="{97D0E0B3-64A9-4B33-833B-2E7A7B13F174}"/>
    <dgm:cxn modelId="{D109AF8E-DB28-429F-9D55-90196EEA6505}" type="presOf" srcId="{A5590042-31A5-4840-BBC2-AA7B8A6588D0}" destId="{14E4A5ED-7C36-4F17-8FCD-C1D3FD8AEDB6}" srcOrd="0" destOrd="0" presId="urn:microsoft.com/office/officeart/2018/5/layout/CenteredIconLabelDescriptionList"/>
    <dgm:cxn modelId="{F8FD3594-8686-4EDD-910C-D5BD54DD1317}" type="presOf" srcId="{21B3AEB1-C24A-4A29-B55B-A8A977F6F59C}" destId="{047CEB92-0950-4B5B-B616-9BD6B6640A47}" srcOrd="0" destOrd="0" presId="urn:microsoft.com/office/officeart/2018/5/layout/CenteredIconLabelDescriptionList"/>
    <dgm:cxn modelId="{D5EFDCDB-A13B-44B5-A1E0-C4DF403DA848}" srcId="{1AA0B776-1F3D-4F50-8A3A-9335920399BF}" destId="{67B4A3F3-384E-4D58-BE0A-CC591DA47912}" srcOrd="1" destOrd="0" parTransId="{8E25B3D5-D59E-4C3F-A4A1-6435FC3888E2}" sibTransId="{AAFF088F-673C-4C71-8D79-245FF713FF32}"/>
    <dgm:cxn modelId="{CAD8B5E1-DE95-442C-A3BB-EB0037E394F7}" srcId="{FBA014F2-1954-4A36-A93F-10800703A37C}" destId="{A5590042-31A5-4840-BBC2-AA7B8A6588D0}" srcOrd="2" destOrd="0" parTransId="{0B5AEB7B-0E69-4E4E-99B6-D58521681047}" sibTransId="{629135BC-9390-4902-8F02-573F055ECB41}"/>
    <dgm:cxn modelId="{BE420FEE-50AB-4331-B3EB-C9A318A4FED7}" type="presOf" srcId="{67B4A3F3-384E-4D58-BE0A-CC591DA47912}" destId="{85029BCC-CAFA-452B-81FB-499ADD7BDD77}" srcOrd="0" destOrd="1" presId="urn:microsoft.com/office/officeart/2018/5/layout/CenteredIconLabelDescriptionList"/>
    <dgm:cxn modelId="{99AF95F1-E188-453B-B4AA-41AD7591CFD7}" type="presOf" srcId="{24210731-7F6C-4F98-9EF5-C7D39E64412F}" destId="{D04B6F68-063C-4D39-A577-88952C32DA4E}" srcOrd="0" destOrd="2" presId="urn:microsoft.com/office/officeart/2018/5/layout/CenteredIconLabelDescriptionList"/>
    <dgm:cxn modelId="{FBF569F6-E216-4E8C-B098-9373AD70B2B6}" srcId="{A5590042-31A5-4840-BBC2-AA7B8A6588D0}" destId="{7734BC22-D57E-4055-BD96-39629DAFFD14}" srcOrd="1" destOrd="0" parTransId="{1A6F4491-3609-4451-B59E-930B14563830}" sibTransId="{F04B977B-7440-4E7C-A288-422546B0B039}"/>
    <dgm:cxn modelId="{A9AF5814-4090-4A58-BC56-1C3615F254D0}" type="presParOf" srcId="{64F9F764-2F68-4B8A-95F5-BF625A3A14F1}" destId="{4EB7C1E1-F8FB-4117-9206-00A3CEE7A0A6}" srcOrd="0" destOrd="0" presId="urn:microsoft.com/office/officeart/2018/5/layout/CenteredIconLabelDescriptionList"/>
    <dgm:cxn modelId="{52A5F5C0-6EF8-4333-8F84-2245F876CB54}" type="presParOf" srcId="{4EB7C1E1-F8FB-4117-9206-00A3CEE7A0A6}" destId="{A9353010-AE70-40D0-9545-99CC0E119596}" srcOrd="0" destOrd="0" presId="urn:microsoft.com/office/officeart/2018/5/layout/CenteredIconLabelDescriptionList"/>
    <dgm:cxn modelId="{48D7A313-33B8-4C40-AEF2-D965E6182F8E}" type="presParOf" srcId="{4EB7C1E1-F8FB-4117-9206-00A3CEE7A0A6}" destId="{9C22373D-D9AD-4C5F-91D7-8609479B2C29}" srcOrd="1" destOrd="0" presId="urn:microsoft.com/office/officeart/2018/5/layout/CenteredIconLabelDescriptionList"/>
    <dgm:cxn modelId="{CAA20BC5-A422-4A80-B766-22CC294B7F77}" type="presParOf" srcId="{4EB7C1E1-F8FB-4117-9206-00A3CEE7A0A6}" destId="{C834A2B3-BF63-4DCF-90E2-FC37CAD1146D}" srcOrd="2" destOrd="0" presId="urn:microsoft.com/office/officeart/2018/5/layout/CenteredIconLabelDescriptionList"/>
    <dgm:cxn modelId="{EF483683-6A2E-448D-9735-C622B03E6F96}" type="presParOf" srcId="{4EB7C1E1-F8FB-4117-9206-00A3CEE7A0A6}" destId="{FA035B8C-5F1C-4AA7-8394-199DC8A7172D}" srcOrd="3" destOrd="0" presId="urn:microsoft.com/office/officeart/2018/5/layout/CenteredIconLabelDescriptionList"/>
    <dgm:cxn modelId="{52E88E19-9F5D-44BF-8AAB-4BA70840319A}" type="presParOf" srcId="{4EB7C1E1-F8FB-4117-9206-00A3CEE7A0A6}" destId="{047CEB92-0950-4B5B-B616-9BD6B6640A47}" srcOrd="4" destOrd="0" presId="urn:microsoft.com/office/officeart/2018/5/layout/CenteredIconLabelDescriptionList"/>
    <dgm:cxn modelId="{9A445FCD-7195-4395-A693-CE3A5D0B3DB7}" type="presParOf" srcId="{64F9F764-2F68-4B8A-95F5-BF625A3A14F1}" destId="{82930853-FF2B-48F3-BC35-DD9EB8D33E9C}" srcOrd="1" destOrd="0" presId="urn:microsoft.com/office/officeart/2018/5/layout/CenteredIconLabelDescriptionList"/>
    <dgm:cxn modelId="{C042EC79-08BB-4853-B19D-F36E728296BB}" type="presParOf" srcId="{64F9F764-2F68-4B8A-95F5-BF625A3A14F1}" destId="{FF80B516-F195-4140-81B6-2C7E733D2B33}" srcOrd="2" destOrd="0" presId="urn:microsoft.com/office/officeart/2018/5/layout/CenteredIconLabelDescriptionList"/>
    <dgm:cxn modelId="{2CC05B4D-8D2F-4732-848E-05ACBA53FFF3}" type="presParOf" srcId="{FF80B516-F195-4140-81B6-2C7E733D2B33}" destId="{C35B5D7B-4BD4-4462-A95A-3E219CE173B1}" srcOrd="0" destOrd="0" presId="urn:microsoft.com/office/officeart/2018/5/layout/CenteredIconLabelDescriptionList"/>
    <dgm:cxn modelId="{2576EB2F-4D94-44E7-BAFE-EAC8944E24A8}" type="presParOf" srcId="{FF80B516-F195-4140-81B6-2C7E733D2B33}" destId="{D28A028C-452B-4160-A147-FB982FAFC098}" srcOrd="1" destOrd="0" presId="urn:microsoft.com/office/officeart/2018/5/layout/CenteredIconLabelDescriptionList"/>
    <dgm:cxn modelId="{92BCB7A0-997B-4830-9258-B25E507A89D5}" type="presParOf" srcId="{FF80B516-F195-4140-81B6-2C7E733D2B33}" destId="{85C3726E-38B1-4F65-B226-34B46F402B9F}" srcOrd="2" destOrd="0" presId="urn:microsoft.com/office/officeart/2018/5/layout/CenteredIconLabelDescriptionList"/>
    <dgm:cxn modelId="{5493AD1D-A27A-4A8B-B791-38397EDCA4F4}" type="presParOf" srcId="{FF80B516-F195-4140-81B6-2C7E733D2B33}" destId="{B25881E2-4179-4552-8956-E31FA612ABF2}" srcOrd="3" destOrd="0" presId="urn:microsoft.com/office/officeart/2018/5/layout/CenteredIconLabelDescriptionList"/>
    <dgm:cxn modelId="{11D00AE3-5774-4527-A5BB-A83FBE81C735}" type="presParOf" srcId="{FF80B516-F195-4140-81B6-2C7E733D2B33}" destId="{85029BCC-CAFA-452B-81FB-499ADD7BDD77}" srcOrd="4" destOrd="0" presId="urn:microsoft.com/office/officeart/2018/5/layout/CenteredIconLabelDescriptionList"/>
    <dgm:cxn modelId="{5A44DC63-42E6-425C-9FB4-3F8DD6000115}" type="presParOf" srcId="{64F9F764-2F68-4B8A-95F5-BF625A3A14F1}" destId="{679E8211-DACB-4025-BC57-7A8B4CEE5747}" srcOrd="3" destOrd="0" presId="urn:microsoft.com/office/officeart/2018/5/layout/CenteredIconLabelDescriptionList"/>
    <dgm:cxn modelId="{085F877E-2BB5-4819-906F-1E8CE11FBE5D}" type="presParOf" srcId="{64F9F764-2F68-4B8A-95F5-BF625A3A14F1}" destId="{9ED01D3B-602A-425B-BD16-0189CF968E50}" srcOrd="4" destOrd="0" presId="urn:microsoft.com/office/officeart/2018/5/layout/CenteredIconLabelDescriptionList"/>
    <dgm:cxn modelId="{ABAD956C-811F-4024-BFE3-D4E71674BDC7}" type="presParOf" srcId="{9ED01D3B-602A-425B-BD16-0189CF968E50}" destId="{F02FF4BD-3D97-40D1-93E2-EE1EAF9EDD2E}" srcOrd="0" destOrd="0" presId="urn:microsoft.com/office/officeart/2018/5/layout/CenteredIconLabelDescriptionList"/>
    <dgm:cxn modelId="{259A9B6C-28A5-4DD9-8B20-4E489F0AABFA}" type="presParOf" srcId="{9ED01D3B-602A-425B-BD16-0189CF968E50}" destId="{5577BE8B-000C-42E4-88B0-697B67F9F96B}" srcOrd="1" destOrd="0" presId="urn:microsoft.com/office/officeart/2018/5/layout/CenteredIconLabelDescriptionList"/>
    <dgm:cxn modelId="{592C3A46-15A3-4FA4-A626-7464116FF06E}" type="presParOf" srcId="{9ED01D3B-602A-425B-BD16-0189CF968E50}" destId="{14E4A5ED-7C36-4F17-8FCD-C1D3FD8AEDB6}" srcOrd="2" destOrd="0" presId="urn:microsoft.com/office/officeart/2018/5/layout/CenteredIconLabelDescriptionList"/>
    <dgm:cxn modelId="{1601B67A-456C-40A2-B3A5-91A5E2A90474}" type="presParOf" srcId="{9ED01D3B-602A-425B-BD16-0189CF968E50}" destId="{7918CB23-1A74-4F39-A36D-405298DEA8BA}" srcOrd="3" destOrd="0" presId="urn:microsoft.com/office/officeart/2018/5/layout/CenteredIconLabelDescriptionList"/>
    <dgm:cxn modelId="{EC056024-321D-4E02-827C-C2F9A2D2D86A}" type="presParOf" srcId="{9ED01D3B-602A-425B-BD16-0189CF968E50}" destId="{D04B6F68-063C-4D39-A577-88952C32DA4E}" srcOrd="4" destOrd="0" presId="urn:microsoft.com/office/officeart/2018/5/layout/CenteredIconLabelDescriptionList"/>
  </dgm:cxnLst>
  <dgm:bg/>
  <dgm:whole/>
  <dgm:extLst>
    <a:ext uri="http://schemas.microsoft.com/office/drawing/2008/diagram">
      <dsp:dataModelExt xmlns:dsp="http://schemas.microsoft.com/office/drawing/2008/diagram" relId="rId6" minVer="http://schemas.openxmlformats.org/drawingml/2006/diagram"/>
    </a:ext>
  </dgm:extLst>
</dgm:dataModel>
</file>

<file path=ppt/diagrams/data93.xml><?xml version="1.0" encoding="utf-8"?>
<dgm:dataModel xmlns:dgm="http://schemas.openxmlformats.org/drawingml/2006/diagram" xmlns:a="http://schemas.openxmlformats.org/drawingml/2006/main">
  <dgm:ptLst>
    <dgm:pt modelId="{41278B7C-2DD2-439E-8628-4AA01BDA31D7}" type="doc">
      <dgm:prSet loTypeId="urn:microsoft.com/office/officeart/2018/5/layout/CenteredIconLabelDescriptionList" loCatId="icon" qsTypeId="urn:microsoft.com/office/officeart/2005/8/quickstyle/simple1" qsCatId="simple" csTypeId="urn:microsoft.com/office/officeart/2018/5/colors/Iconchunking_neutralbg_colorful1" csCatId="colorful" phldr="1"/>
      <dgm:spPr/>
      <dgm:t>
        <a:bodyPr/>
        <a:lstStyle/>
        <a:p>
          <a:endParaRPr lang="en-US"/>
        </a:p>
      </dgm:t>
    </dgm:pt>
    <dgm:pt modelId="{969301D7-D574-4559-9F5A-4F1B725E30DA}">
      <dgm:prSet/>
      <dgm:spPr/>
      <dgm:t>
        <a:bodyPr/>
        <a:lstStyle/>
        <a:p>
          <a:pPr>
            <a:lnSpc>
              <a:spcPct val="100000"/>
            </a:lnSpc>
            <a:defRPr b="1"/>
          </a:pPr>
          <a:r>
            <a:rPr lang="tr-TR"/>
            <a:t>Owner</a:t>
          </a:r>
          <a:endParaRPr lang="en-US"/>
        </a:p>
      </dgm:t>
    </dgm:pt>
    <dgm:pt modelId="{EB64AB5A-9704-4F1B-95B2-FFD9FD316184}" type="parTrans" cxnId="{3043C7EC-9E81-4F10-B7EF-56BB6B20D8DA}">
      <dgm:prSet/>
      <dgm:spPr/>
      <dgm:t>
        <a:bodyPr/>
        <a:lstStyle/>
        <a:p>
          <a:endParaRPr lang="en-US"/>
        </a:p>
      </dgm:t>
    </dgm:pt>
    <dgm:pt modelId="{44C37DC1-4C69-4432-A732-A6E838EFF47B}" type="sibTrans" cxnId="{3043C7EC-9E81-4F10-B7EF-56BB6B20D8DA}">
      <dgm:prSet/>
      <dgm:spPr/>
      <dgm:t>
        <a:bodyPr/>
        <a:lstStyle/>
        <a:p>
          <a:endParaRPr lang="en-US"/>
        </a:p>
      </dgm:t>
    </dgm:pt>
    <dgm:pt modelId="{977036D7-00D2-4575-8C4B-34CFE31A6A78}">
      <dgm:prSet/>
      <dgm:spPr/>
      <dgm:t>
        <a:bodyPr/>
        <a:lstStyle/>
        <a:p>
          <a:pPr>
            <a:lnSpc>
              <a:spcPct val="100000"/>
            </a:lnSpc>
          </a:pPr>
          <a:r>
            <a:rPr lang="en-US"/>
            <a:t>proves</a:t>
          </a:r>
          <a:r>
            <a:rPr lang="tr-TR"/>
            <a:t> </a:t>
          </a:r>
          <a:r>
            <a:rPr lang="en-US"/>
            <a:t>the owner</a:t>
          </a:r>
          <a:r>
            <a:rPr lang="tr-TR"/>
            <a:t>ship</a:t>
          </a:r>
          <a:endParaRPr lang="en-US"/>
        </a:p>
      </dgm:t>
    </dgm:pt>
    <dgm:pt modelId="{18B9AD09-25DA-4DDD-B482-8E4202E118FD}" type="parTrans" cxnId="{D77747E8-0053-402A-A183-D027D289EB65}">
      <dgm:prSet/>
      <dgm:spPr/>
      <dgm:t>
        <a:bodyPr/>
        <a:lstStyle/>
        <a:p>
          <a:endParaRPr lang="en-US"/>
        </a:p>
      </dgm:t>
    </dgm:pt>
    <dgm:pt modelId="{2D8FDA30-B8F3-4B32-94F2-46112CB77EAD}" type="sibTrans" cxnId="{D77747E8-0053-402A-A183-D027D289EB65}">
      <dgm:prSet/>
      <dgm:spPr/>
      <dgm:t>
        <a:bodyPr/>
        <a:lstStyle/>
        <a:p>
          <a:endParaRPr lang="en-US"/>
        </a:p>
      </dgm:t>
    </dgm:pt>
    <dgm:pt modelId="{E3742AB9-20E4-403C-A782-582ADF6C8B39}">
      <dgm:prSet/>
      <dgm:spPr/>
      <dgm:t>
        <a:bodyPr/>
        <a:lstStyle/>
        <a:p>
          <a:pPr>
            <a:lnSpc>
              <a:spcPct val="100000"/>
            </a:lnSpc>
            <a:defRPr b="1"/>
          </a:pPr>
          <a:r>
            <a:rPr lang="tr-TR"/>
            <a:t>Digital signature</a:t>
          </a:r>
          <a:endParaRPr lang="en-US"/>
        </a:p>
      </dgm:t>
    </dgm:pt>
    <dgm:pt modelId="{54C3F54C-938E-4DF2-A4EC-602AB1E359A9}" type="parTrans" cxnId="{388D8273-CD80-4291-A986-759791C4F897}">
      <dgm:prSet/>
      <dgm:spPr/>
      <dgm:t>
        <a:bodyPr/>
        <a:lstStyle/>
        <a:p>
          <a:endParaRPr lang="tr-TR"/>
        </a:p>
      </dgm:t>
    </dgm:pt>
    <dgm:pt modelId="{8063DB71-FA4F-4988-930B-C0BCFA72D072}" type="sibTrans" cxnId="{388D8273-CD80-4291-A986-759791C4F897}">
      <dgm:prSet/>
      <dgm:spPr/>
      <dgm:t>
        <a:bodyPr/>
        <a:lstStyle/>
        <a:p>
          <a:endParaRPr lang="tr-TR"/>
        </a:p>
      </dgm:t>
    </dgm:pt>
    <dgm:pt modelId="{B1217C29-9B4F-49A1-9096-F5049890A348}">
      <dgm:prSet/>
      <dgm:spPr/>
      <dgm:t>
        <a:bodyPr/>
        <a:lstStyle/>
        <a:p>
          <a:pPr>
            <a:lnSpc>
              <a:spcPct val="100000"/>
            </a:lnSpc>
          </a:pPr>
          <a:r>
            <a:rPr lang="tr-TR"/>
            <a:t>the digital signature</a:t>
          </a:r>
          <a:endParaRPr lang="en-US"/>
        </a:p>
      </dgm:t>
    </dgm:pt>
    <dgm:pt modelId="{77D5BCAE-4596-4B2F-B800-D01D65D2F72D}" type="parTrans" cxnId="{8A6F05A0-DAB3-49E6-A3D2-0D23EFB91AE6}">
      <dgm:prSet/>
      <dgm:spPr/>
      <dgm:t>
        <a:bodyPr/>
        <a:lstStyle/>
        <a:p>
          <a:endParaRPr lang="tr-TR"/>
        </a:p>
      </dgm:t>
    </dgm:pt>
    <dgm:pt modelId="{03B08FEA-E4DD-4125-9B01-DEB0C97B639F}" type="sibTrans" cxnId="{8A6F05A0-DAB3-49E6-A3D2-0D23EFB91AE6}">
      <dgm:prSet/>
      <dgm:spPr/>
      <dgm:t>
        <a:bodyPr/>
        <a:lstStyle/>
        <a:p>
          <a:endParaRPr lang="tr-TR"/>
        </a:p>
      </dgm:t>
    </dgm:pt>
    <dgm:pt modelId="{6372AB66-7D81-4008-B0F9-3E4E33413287}">
      <dgm:prSet/>
      <dgm:spPr/>
      <dgm:t>
        <a:bodyPr/>
        <a:lstStyle/>
        <a:p>
          <a:pPr>
            <a:lnSpc>
              <a:spcPct val="100000"/>
            </a:lnSpc>
          </a:pPr>
          <a:r>
            <a:rPr lang="tr-TR"/>
            <a:t>implies the ownership</a:t>
          </a:r>
          <a:endParaRPr lang="en-US"/>
        </a:p>
      </dgm:t>
    </dgm:pt>
    <dgm:pt modelId="{BD1A0753-59F2-4C72-940A-62C8FC4A97AE}" type="parTrans" cxnId="{30B67EE3-9A03-4491-BDDE-2D9B17C2C315}">
      <dgm:prSet/>
      <dgm:spPr/>
    </dgm:pt>
    <dgm:pt modelId="{88CA019D-92F8-425E-A183-A2D5E5AE984B}" type="sibTrans" cxnId="{30B67EE3-9A03-4491-BDDE-2D9B17C2C315}">
      <dgm:prSet/>
      <dgm:spPr/>
    </dgm:pt>
    <dgm:pt modelId="{9106EEB5-AF49-426F-B389-B4C56634F37C}">
      <dgm:prSet/>
      <dgm:spPr/>
      <dgm:t>
        <a:bodyPr/>
        <a:lstStyle/>
        <a:p>
          <a:pPr>
            <a:lnSpc>
              <a:spcPct val="100000"/>
            </a:lnSpc>
          </a:pPr>
          <a:r>
            <a:rPr lang="en-US"/>
            <a:t>has </a:t>
          </a:r>
          <a:r>
            <a:rPr lang="tr-TR" i="1"/>
            <a:t>authorization</a:t>
          </a:r>
          <a:endParaRPr lang="en-US"/>
        </a:p>
      </dgm:t>
    </dgm:pt>
    <dgm:pt modelId="{1927F488-7E7F-49F4-BEB7-CA193BED5D6C}" type="parTrans" cxnId="{FE475C05-E346-40E8-B28F-3161005EB08D}">
      <dgm:prSet/>
      <dgm:spPr/>
      <dgm:t>
        <a:bodyPr/>
        <a:lstStyle/>
        <a:p>
          <a:endParaRPr lang="tr-TR"/>
        </a:p>
      </dgm:t>
    </dgm:pt>
    <dgm:pt modelId="{50E86860-A520-4BFB-9ACD-910FEEACF4CB}" type="sibTrans" cxnId="{FE475C05-E346-40E8-B28F-3161005EB08D}">
      <dgm:prSet/>
      <dgm:spPr/>
      <dgm:t>
        <a:bodyPr/>
        <a:lstStyle/>
        <a:p>
          <a:endParaRPr lang="tr-TR"/>
        </a:p>
      </dgm:t>
    </dgm:pt>
    <dgm:pt modelId="{AAEE2EE6-BF53-4FB0-8C28-F2F2056DA665}">
      <dgm:prSet/>
      <dgm:spPr/>
      <dgm:t>
        <a:bodyPr/>
        <a:lstStyle/>
        <a:p>
          <a:pPr>
            <a:lnSpc>
              <a:spcPct val="100000"/>
            </a:lnSpc>
          </a:pPr>
          <a:r>
            <a:rPr lang="tr-TR" i="1"/>
            <a:t>in</a:t>
          </a:r>
          <a:r>
            <a:rPr lang="en-US"/>
            <a:t> spending of funds</a:t>
          </a:r>
        </a:p>
      </dgm:t>
    </dgm:pt>
    <dgm:pt modelId="{73754638-0864-492D-84E3-4661CB86315E}" type="parTrans" cxnId="{9F8A00CF-4600-443D-8175-F3411DF0FC57}">
      <dgm:prSet/>
      <dgm:spPr/>
      <dgm:t>
        <a:bodyPr/>
        <a:lstStyle/>
        <a:p>
          <a:endParaRPr lang="tr-TR"/>
        </a:p>
      </dgm:t>
    </dgm:pt>
    <dgm:pt modelId="{CB918FD3-888D-4896-A0B3-3900AF64C1EB}" type="sibTrans" cxnId="{9F8A00CF-4600-443D-8175-F3411DF0FC57}">
      <dgm:prSet/>
      <dgm:spPr/>
      <dgm:t>
        <a:bodyPr/>
        <a:lstStyle/>
        <a:p>
          <a:endParaRPr lang="tr-TR"/>
        </a:p>
      </dgm:t>
    </dgm:pt>
    <dgm:pt modelId="{8835D7FA-D4EF-400B-BF0A-8765B9B9DA85}">
      <dgm:prSet/>
      <dgm:spPr/>
      <dgm:t>
        <a:bodyPr/>
        <a:lstStyle/>
        <a:p>
          <a:pPr>
            <a:lnSpc>
              <a:spcPct val="100000"/>
            </a:lnSpc>
            <a:defRPr b="1"/>
          </a:pPr>
          <a:r>
            <a:rPr lang="tr-TR"/>
            <a:t>Proof of Ownership</a:t>
          </a:r>
          <a:endParaRPr lang="en-US"/>
        </a:p>
      </dgm:t>
    </dgm:pt>
    <dgm:pt modelId="{0D9A0B52-0A73-41D6-A4DB-29B66069AAF5}" type="parTrans" cxnId="{E3CF277C-0276-4804-9680-15A5DED7B036}">
      <dgm:prSet/>
      <dgm:spPr/>
    </dgm:pt>
    <dgm:pt modelId="{68E1A488-E589-4900-A6B7-CE51D9C05AF9}" type="sibTrans" cxnId="{E3CF277C-0276-4804-9680-15A5DED7B036}">
      <dgm:prSet/>
      <dgm:spPr/>
    </dgm:pt>
    <dgm:pt modelId="{FBE0A46E-2FAF-4763-8EE4-C562985D8879}">
      <dgm:prSet/>
      <dgm:spPr/>
      <dgm:t>
        <a:bodyPr/>
        <a:lstStyle/>
        <a:p>
          <a:pPr>
            <a:lnSpc>
              <a:spcPct val="100000"/>
            </a:lnSpc>
          </a:pPr>
          <a:r>
            <a:rPr lang="tr-TR"/>
            <a:t>to</a:t>
          </a:r>
          <a:r>
            <a:rPr lang="en-US"/>
            <a:t> the private key</a:t>
          </a:r>
        </a:p>
      </dgm:t>
    </dgm:pt>
    <dgm:pt modelId="{B934D294-CBCD-4DAE-A566-7E62714F13D1}" type="parTrans" cxnId="{F7ADFD18-39DC-438B-9563-D9957F32A604}">
      <dgm:prSet/>
      <dgm:spPr/>
    </dgm:pt>
    <dgm:pt modelId="{62D69810-B6AF-412E-AB52-723CCF3687ED}" type="sibTrans" cxnId="{F7ADFD18-39DC-438B-9563-D9957F32A604}">
      <dgm:prSet/>
      <dgm:spPr/>
    </dgm:pt>
    <dgm:pt modelId="{D146208C-5499-4A9D-9489-66FF3F11C7B6}" type="pres">
      <dgm:prSet presAssocID="{41278B7C-2DD2-439E-8628-4AA01BDA31D7}" presName="root" presStyleCnt="0">
        <dgm:presLayoutVars>
          <dgm:dir/>
          <dgm:resizeHandles val="exact"/>
        </dgm:presLayoutVars>
      </dgm:prSet>
      <dgm:spPr/>
    </dgm:pt>
    <dgm:pt modelId="{7490A2CC-B343-4153-B41C-6BB634556EC7}" type="pres">
      <dgm:prSet presAssocID="{969301D7-D574-4559-9F5A-4F1B725E30DA}" presName="compNode" presStyleCnt="0"/>
      <dgm:spPr/>
    </dgm:pt>
    <dgm:pt modelId="{B5B6F51C-3A07-4F85-9254-BDFE041A8AA1}" type="pres">
      <dgm:prSet presAssocID="{969301D7-D574-4559-9F5A-4F1B725E30DA}" presName="iconRect" presStyleLbl="node1" presStyleIdx="0" presStyleCnt="3"/>
      <dgm:spPr>
        <a:blipFill>
          <a:blip xmlns:r="http://schemas.openxmlformats.org/officeDocument/2006/relationships" r:embed="rId1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2"/>
              </a:ext>
            </a:extLst>
          </a:blip>
          <a:stretch>
            <a:fillRect/>
          </a:stretch>
        </a:blipFill>
        <a:ln>
          <a:noFill/>
        </a:ln>
      </dgm:spPr>
      <dgm:extLst>
        <a:ext uri="{E40237B7-FDA0-4F09-8148-C483321AD2D9}">
          <dgm14:cNvPr xmlns:dgm14="http://schemas.microsoft.com/office/drawing/2010/diagram" id="0" name="" descr="Dollar"/>
        </a:ext>
      </dgm:extLst>
    </dgm:pt>
    <dgm:pt modelId="{F0EDCFAF-BE61-4060-9DD8-FF668451C906}" type="pres">
      <dgm:prSet presAssocID="{969301D7-D574-4559-9F5A-4F1B725E30DA}" presName="iconSpace" presStyleCnt="0"/>
      <dgm:spPr/>
    </dgm:pt>
    <dgm:pt modelId="{07A1E823-1F4B-47AC-9B78-8BB7A9F4D5D5}" type="pres">
      <dgm:prSet presAssocID="{969301D7-D574-4559-9F5A-4F1B725E30DA}" presName="parTx" presStyleLbl="revTx" presStyleIdx="0" presStyleCnt="6">
        <dgm:presLayoutVars>
          <dgm:chMax val="0"/>
          <dgm:chPref val="0"/>
        </dgm:presLayoutVars>
      </dgm:prSet>
      <dgm:spPr/>
    </dgm:pt>
    <dgm:pt modelId="{7ECBF260-C03A-49BE-87E0-9FB2A09DACDB}" type="pres">
      <dgm:prSet presAssocID="{969301D7-D574-4559-9F5A-4F1B725E30DA}" presName="txSpace" presStyleCnt="0"/>
      <dgm:spPr/>
    </dgm:pt>
    <dgm:pt modelId="{926A1B54-CB6D-42BD-8C08-E0A2EB68FB8C}" type="pres">
      <dgm:prSet presAssocID="{969301D7-D574-4559-9F5A-4F1B725E30DA}" presName="desTx" presStyleLbl="revTx" presStyleIdx="1" presStyleCnt="6">
        <dgm:presLayoutVars/>
      </dgm:prSet>
      <dgm:spPr/>
    </dgm:pt>
    <dgm:pt modelId="{BFC66B1A-5789-4CFF-B5A6-CE2F1D7140D4}" type="pres">
      <dgm:prSet presAssocID="{44C37DC1-4C69-4432-A732-A6E838EFF47B}" presName="sibTrans" presStyleCnt="0"/>
      <dgm:spPr/>
    </dgm:pt>
    <dgm:pt modelId="{59205EBE-4B84-4A2C-9F19-0940709BD9D0}" type="pres">
      <dgm:prSet presAssocID="{8835D7FA-D4EF-400B-BF0A-8765B9B9DA85}" presName="compNode" presStyleCnt="0"/>
      <dgm:spPr/>
    </dgm:pt>
    <dgm:pt modelId="{6B41D9D8-8422-4192-8FDB-BDCF4230A09D}" type="pres">
      <dgm:prSet presAssocID="{8835D7FA-D4EF-400B-BF0A-8765B9B9DA85}" presName="iconRect" presStyleLbl="node1" presStyleIdx="1" presStyleCnt="3"/>
      <dgm:spPr>
        <a:blipFill>
          <a:blip xmlns:r="http://schemas.openxmlformats.org/officeDocument/2006/relationships" r:embed="rId3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4"/>
              </a:ext>
            </a:extLst>
          </a:blip>
          <a:stretch>
            <a:fillRect/>
          </a:stretch>
        </a:blipFill>
      </dgm:spPr>
      <dgm:extLst>
        <a:ext uri="{E40237B7-FDA0-4F09-8148-C483321AD2D9}">
          <dgm14:cNvPr xmlns:dgm14="http://schemas.microsoft.com/office/drawing/2010/diagram" id="0" name="" descr="Label"/>
        </a:ext>
      </dgm:extLst>
    </dgm:pt>
    <dgm:pt modelId="{5A3813E4-6B2A-4496-83E9-2D335C08BABA}" type="pres">
      <dgm:prSet presAssocID="{8835D7FA-D4EF-400B-BF0A-8765B9B9DA85}" presName="iconSpace" presStyleCnt="0"/>
      <dgm:spPr/>
    </dgm:pt>
    <dgm:pt modelId="{7E7059A7-7638-4009-85C1-CC98544E27AA}" type="pres">
      <dgm:prSet presAssocID="{8835D7FA-D4EF-400B-BF0A-8765B9B9DA85}" presName="parTx" presStyleLbl="revTx" presStyleIdx="2" presStyleCnt="6">
        <dgm:presLayoutVars>
          <dgm:chMax val="0"/>
          <dgm:chPref val="0"/>
        </dgm:presLayoutVars>
      </dgm:prSet>
      <dgm:spPr/>
    </dgm:pt>
    <dgm:pt modelId="{6F804D05-746C-404D-865D-5E6409958AFF}" type="pres">
      <dgm:prSet presAssocID="{8835D7FA-D4EF-400B-BF0A-8765B9B9DA85}" presName="txSpace" presStyleCnt="0"/>
      <dgm:spPr/>
    </dgm:pt>
    <dgm:pt modelId="{B60533D0-BB4D-4FBA-B69C-5EDB763A74E9}" type="pres">
      <dgm:prSet presAssocID="{8835D7FA-D4EF-400B-BF0A-8765B9B9DA85}" presName="desTx" presStyleLbl="revTx" presStyleIdx="3" presStyleCnt="6">
        <dgm:presLayoutVars/>
      </dgm:prSet>
      <dgm:spPr/>
    </dgm:pt>
    <dgm:pt modelId="{4F1552FA-663C-4AF8-B72B-8EE99FC7DDC0}" type="pres">
      <dgm:prSet presAssocID="{68E1A488-E589-4900-A6B7-CE51D9C05AF9}" presName="sibTrans" presStyleCnt="0"/>
      <dgm:spPr/>
    </dgm:pt>
    <dgm:pt modelId="{D4DD9111-DCDA-4BF9-8998-BAD515E76963}" type="pres">
      <dgm:prSet presAssocID="{E3742AB9-20E4-403C-A782-582ADF6C8B39}" presName="compNode" presStyleCnt="0"/>
      <dgm:spPr/>
    </dgm:pt>
    <dgm:pt modelId="{68283DBF-B6D7-41BE-B469-451E164FF3FB}" type="pres">
      <dgm:prSet presAssocID="{E3742AB9-20E4-403C-A782-582ADF6C8B39}" presName="iconRect" presStyleLbl="node1" presStyleIdx="2" presStyleCnt="3"/>
      <dgm:spPr>
        <a:blipFill rotWithShape="1">
          <a:blip xmlns:r="http://schemas.openxmlformats.org/officeDocument/2006/relationships" r:embed="rId5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6"/>
              </a:ext>
            </a:extLst>
          </a:blip>
          <a:srcRect/>
          <a:stretch>
            <a:fillRect/>
          </a:stretch>
        </a:blipFill>
      </dgm:spPr>
    </dgm:pt>
    <dgm:pt modelId="{47E4AA45-3BA8-4A94-A10E-9264E870CD67}" type="pres">
      <dgm:prSet presAssocID="{E3742AB9-20E4-403C-A782-582ADF6C8B39}" presName="iconSpace" presStyleCnt="0"/>
      <dgm:spPr/>
    </dgm:pt>
    <dgm:pt modelId="{66179598-59AA-4F40-9BDE-4FFA39E3DB28}" type="pres">
      <dgm:prSet presAssocID="{E3742AB9-20E4-403C-A782-582ADF6C8B39}" presName="parTx" presStyleLbl="revTx" presStyleIdx="4" presStyleCnt="6">
        <dgm:presLayoutVars>
          <dgm:chMax val="0"/>
          <dgm:chPref val="0"/>
        </dgm:presLayoutVars>
      </dgm:prSet>
      <dgm:spPr/>
    </dgm:pt>
    <dgm:pt modelId="{D406A615-8A3D-4E93-9728-CDEF3FFC761A}" type="pres">
      <dgm:prSet presAssocID="{E3742AB9-20E4-403C-A782-582ADF6C8B39}" presName="txSpace" presStyleCnt="0"/>
      <dgm:spPr/>
    </dgm:pt>
    <dgm:pt modelId="{73FF0917-C1B8-48B1-89B8-01B5CE09FFDF}" type="pres">
      <dgm:prSet presAssocID="{E3742AB9-20E4-403C-A782-582ADF6C8B39}" presName="desTx" presStyleLbl="revTx" presStyleIdx="5" presStyleCnt="6">
        <dgm:presLayoutVars/>
      </dgm:prSet>
      <dgm:spPr/>
    </dgm:pt>
  </dgm:ptLst>
  <dgm:cxnLst>
    <dgm:cxn modelId="{FE475C05-E346-40E8-B28F-3161005EB08D}" srcId="{969301D7-D574-4559-9F5A-4F1B725E30DA}" destId="{9106EEB5-AF49-426F-B389-B4C56634F37C}" srcOrd="0" destOrd="0" parTransId="{1927F488-7E7F-49F4-BEB7-CA193BED5D6C}" sibTransId="{50E86860-A520-4BFB-9ACD-910FEEACF4CB}"/>
    <dgm:cxn modelId="{2DB12606-F8F9-4545-AD6A-4D084398D9A8}" type="presOf" srcId="{41278B7C-2DD2-439E-8628-4AA01BDA31D7}" destId="{D146208C-5499-4A9D-9489-66FF3F11C7B6}" srcOrd="0" destOrd="0" presId="urn:microsoft.com/office/officeart/2018/5/layout/CenteredIconLabelDescriptionList"/>
    <dgm:cxn modelId="{F7ADFD18-39DC-438B-9563-D9957F32A604}" srcId="{E3742AB9-20E4-403C-A782-582ADF6C8B39}" destId="{FBE0A46E-2FAF-4763-8EE4-C562985D8879}" srcOrd="1" destOrd="0" parTransId="{B934D294-CBCD-4DAE-A566-7E62714F13D1}" sibTransId="{62D69810-B6AF-412E-AB52-723CCF3687ED}"/>
    <dgm:cxn modelId="{D7925223-298C-4A73-95C1-A32B2A08B507}" type="presOf" srcId="{9106EEB5-AF49-426F-B389-B4C56634F37C}" destId="{926A1B54-CB6D-42BD-8C08-E0A2EB68FB8C}" srcOrd="0" destOrd="0" presId="urn:microsoft.com/office/officeart/2018/5/layout/CenteredIconLabelDescriptionList"/>
    <dgm:cxn modelId="{9AA06927-9DE3-4338-89B1-C4FFE026E0BC}" type="presOf" srcId="{6372AB66-7D81-4008-B0F9-3E4E33413287}" destId="{B60533D0-BB4D-4FBA-B69C-5EDB763A74E9}" srcOrd="0" destOrd="1" presId="urn:microsoft.com/office/officeart/2018/5/layout/CenteredIconLabelDescriptionList"/>
    <dgm:cxn modelId="{ABA3A931-7ECF-4D6A-8FAB-05CD94B854D5}" type="presOf" srcId="{8835D7FA-D4EF-400B-BF0A-8765B9B9DA85}" destId="{7E7059A7-7638-4009-85C1-CC98544E27AA}" srcOrd="0" destOrd="0" presId="urn:microsoft.com/office/officeart/2018/5/layout/CenteredIconLabelDescriptionList"/>
    <dgm:cxn modelId="{388D8273-CD80-4291-A986-759791C4F897}" srcId="{41278B7C-2DD2-439E-8628-4AA01BDA31D7}" destId="{E3742AB9-20E4-403C-A782-582ADF6C8B39}" srcOrd="2" destOrd="0" parTransId="{54C3F54C-938E-4DF2-A4EC-602AB1E359A9}" sibTransId="{8063DB71-FA4F-4988-930B-C0BCFA72D072}"/>
    <dgm:cxn modelId="{F652A57A-8DB9-4EA6-A53B-CEF154C1BDF6}" type="presOf" srcId="{969301D7-D574-4559-9F5A-4F1B725E30DA}" destId="{07A1E823-1F4B-47AC-9B78-8BB7A9F4D5D5}" srcOrd="0" destOrd="0" presId="urn:microsoft.com/office/officeart/2018/5/layout/CenteredIconLabelDescriptionList"/>
    <dgm:cxn modelId="{E3CF277C-0276-4804-9680-15A5DED7B036}" srcId="{41278B7C-2DD2-439E-8628-4AA01BDA31D7}" destId="{8835D7FA-D4EF-400B-BF0A-8765B9B9DA85}" srcOrd="1" destOrd="0" parTransId="{0D9A0B52-0A73-41D6-A4DB-29B66069AAF5}" sibTransId="{68E1A488-E589-4900-A6B7-CE51D9C05AF9}"/>
    <dgm:cxn modelId="{21DCE98E-BCEC-453D-AFF2-52B223109A03}" type="presOf" srcId="{977036D7-00D2-4575-8C4B-34CFE31A6A78}" destId="{73FF0917-C1B8-48B1-89B8-01B5CE09FFDF}" srcOrd="0" destOrd="0" presId="urn:microsoft.com/office/officeart/2018/5/layout/CenteredIconLabelDescriptionList"/>
    <dgm:cxn modelId="{8A6F05A0-DAB3-49E6-A3D2-0D23EFB91AE6}" srcId="{8835D7FA-D4EF-400B-BF0A-8765B9B9DA85}" destId="{B1217C29-9B4F-49A1-9096-F5049890A348}" srcOrd="0" destOrd="0" parTransId="{77D5BCAE-4596-4B2F-B800-D01D65D2F72D}" sibTransId="{03B08FEA-E4DD-4125-9B01-DEB0C97B639F}"/>
    <dgm:cxn modelId="{9E0071C7-9C6C-402C-A1BE-DF46DEF1142F}" type="presOf" srcId="{FBE0A46E-2FAF-4763-8EE4-C562985D8879}" destId="{73FF0917-C1B8-48B1-89B8-01B5CE09FFDF}" srcOrd="0" destOrd="1" presId="urn:microsoft.com/office/officeart/2018/5/layout/CenteredIconLabelDescriptionList"/>
    <dgm:cxn modelId="{9F8A00CF-4600-443D-8175-F3411DF0FC57}" srcId="{969301D7-D574-4559-9F5A-4F1B725E30DA}" destId="{AAEE2EE6-BF53-4FB0-8C28-F2F2056DA665}" srcOrd="1" destOrd="0" parTransId="{73754638-0864-492D-84E3-4661CB86315E}" sibTransId="{CB918FD3-888D-4896-A0B3-3900AF64C1EB}"/>
    <dgm:cxn modelId="{BB9E9FD9-5A12-4A3C-8D6A-011748F4F145}" type="presOf" srcId="{E3742AB9-20E4-403C-A782-582ADF6C8B39}" destId="{66179598-59AA-4F40-9BDE-4FFA39E3DB28}" srcOrd="0" destOrd="0" presId="urn:microsoft.com/office/officeart/2018/5/layout/CenteredIconLabelDescriptionList"/>
    <dgm:cxn modelId="{30B67EE3-9A03-4491-BDDE-2D9B17C2C315}" srcId="{8835D7FA-D4EF-400B-BF0A-8765B9B9DA85}" destId="{6372AB66-7D81-4008-B0F9-3E4E33413287}" srcOrd="1" destOrd="0" parTransId="{BD1A0753-59F2-4C72-940A-62C8FC4A97AE}" sibTransId="{88CA019D-92F8-425E-A183-A2D5E5AE984B}"/>
    <dgm:cxn modelId="{D77747E8-0053-402A-A183-D027D289EB65}" srcId="{E3742AB9-20E4-403C-A782-582ADF6C8B39}" destId="{977036D7-00D2-4575-8C4B-34CFE31A6A78}" srcOrd="0" destOrd="0" parTransId="{18B9AD09-25DA-4DDD-B482-8E4202E118FD}" sibTransId="{2D8FDA30-B8F3-4B32-94F2-46112CB77EAD}"/>
    <dgm:cxn modelId="{3043C7EC-9E81-4F10-B7EF-56BB6B20D8DA}" srcId="{41278B7C-2DD2-439E-8628-4AA01BDA31D7}" destId="{969301D7-D574-4559-9F5A-4F1B725E30DA}" srcOrd="0" destOrd="0" parTransId="{EB64AB5A-9704-4F1B-95B2-FFD9FD316184}" sibTransId="{44C37DC1-4C69-4432-A732-A6E838EFF47B}"/>
    <dgm:cxn modelId="{28AA6FF9-B29F-432C-90EF-5ED363E4B4E0}" type="presOf" srcId="{B1217C29-9B4F-49A1-9096-F5049890A348}" destId="{B60533D0-BB4D-4FBA-B69C-5EDB763A74E9}" srcOrd="0" destOrd="0" presId="urn:microsoft.com/office/officeart/2018/5/layout/CenteredIconLabelDescriptionList"/>
    <dgm:cxn modelId="{AB3875FC-5B76-4269-8C1F-A497B394C964}" type="presOf" srcId="{AAEE2EE6-BF53-4FB0-8C28-F2F2056DA665}" destId="{926A1B54-CB6D-42BD-8C08-E0A2EB68FB8C}" srcOrd="0" destOrd="1" presId="urn:microsoft.com/office/officeart/2018/5/layout/CenteredIconLabelDescriptionList"/>
    <dgm:cxn modelId="{D02412C1-C7C8-445B-8961-5464C24A683E}" type="presParOf" srcId="{D146208C-5499-4A9D-9489-66FF3F11C7B6}" destId="{7490A2CC-B343-4153-B41C-6BB634556EC7}" srcOrd="0" destOrd="0" presId="urn:microsoft.com/office/officeart/2018/5/layout/CenteredIconLabelDescriptionList"/>
    <dgm:cxn modelId="{40C58FC9-02E5-4AE0-ABA5-FA1BAE68087A}" type="presParOf" srcId="{7490A2CC-B343-4153-B41C-6BB634556EC7}" destId="{B5B6F51C-3A07-4F85-9254-BDFE041A8AA1}" srcOrd="0" destOrd="0" presId="urn:microsoft.com/office/officeart/2018/5/layout/CenteredIconLabelDescriptionList"/>
    <dgm:cxn modelId="{E300EE22-D7FB-44AA-B747-BA75540A015B}" type="presParOf" srcId="{7490A2CC-B343-4153-B41C-6BB634556EC7}" destId="{F0EDCFAF-BE61-4060-9DD8-FF668451C906}" srcOrd="1" destOrd="0" presId="urn:microsoft.com/office/officeart/2018/5/layout/CenteredIconLabelDescriptionList"/>
    <dgm:cxn modelId="{2B778647-E4AC-4B30-A669-6BBF0C2CEDDE}" type="presParOf" srcId="{7490A2CC-B343-4153-B41C-6BB634556EC7}" destId="{07A1E823-1F4B-47AC-9B78-8BB7A9F4D5D5}" srcOrd="2" destOrd="0" presId="urn:microsoft.com/office/officeart/2018/5/layout/CenteredIconLabelDescriptionList"/>
    <dgm:cxn modelId="{4407B534-24F3-4B6E-8567-6428E3D42111}" type="presParOf" srcId="{7490A2CC-B343-4153-B41C-6BB634556EC7}" destId="{7ECBF260-C03A-49BE-87E0-9FB2A09DACDB}" srcOrd="3" destOrd="0" presId="urn:microsoft.com/office/officeart/2018/5/layout/CenteredIconLabelDescriptionList"/>
    <dgm:cxn modelId="{74DB1979-6409-4F99-84AA-6C63717373C5}" type="presParOf" srcId="{7490A2CC-B343-4153-B41C-6BB634556EC7}" destId="{926A1B54-CB6D-42BD-8C08-E0A2EB68FB8C}" srcOrd="4" destOrd="0" presId="urn:microsoft.com/office/officeart/2018/5/layout/CenteredIconLabelDescriptionList"/>
    <dgm:cxn modelId="{43F17E1B-5986-4AD8-80EC-653EB314D8A9}" type="presParOf" srcId="{D146208C-5499-4A9D-9489-66FF3F11C7B6}" destId="{BFC66B1A-5789-4CFF-B5A6-CE2F1D7140D4}" srcOrd="1" destOrd="0" presId="urn:microsoft.com/office/officeart/2018/5/layout/CenteredIconLabelDescriptionList"/>
    <dgm:cxn modelId="{E2DBF0BE-CFE1-47C7-9673-8A24F9C5C9A9}" type="presParOf" srcId="{D146208C-5499-4A9D-9489-66FF3F11C7B6}" destId="{59205EBE-4B84-4A2C-9F19-0940709BD9D0}" srcOrd="2" destOrd="0" presId="urn:microsoft.com/office/officeart/2018/5/layout/CenteredIconLabelDescriptionList"/>
    <dgm:cxn modelId="{726E6E3D-5006-44AC-A95C-7677A053D328}" type="presParOf" srcId="{59205EBE-4B84-4A2C-9F19-0940709BD9D0}" destId="{6B41D9D8-8422-4192-8FDB-BDCF4230A09D}" srcOrd="0" destOrd="0" presId="urn:microsoft.com/office/officeart/2018/5/layout/CenteredIconLabelDescriptionList"/>
    <dgm:cxn modelId="{556B8F08-3B76-4C49-9A8D-434507D23C2F}" type="presParOf" srcId="{59205EBE-4B84-4A2C-9F19-0940709BD9D0}" destId="{5A3813E4-6B2A-4496-83E9-2D335C08BABA}" srcOrd="1" destOrd="0" presId="urn:microsoft.com/office/officeart/2018/5/layout/CenteredIconLabelDescriptionList"/>
    <dgm:cxn modelId="{F4E9924D-AFEA-42C5-B77C-8ADCC5023579}" type="presParOf" srcId="{59205EBE-4B84-4A2C-9F19-0940709BD9D0}" destId="{7E7059A7-7638-4009-85C1-CC98544E27AA}" srcOrd="2" destOrd="0" presId="urn:microsoft.com/office/officeart/2018/5/layout/CenteredIconLabelDescriptionList"/>
    <dgm:cxn modelId="{CBE13909-33B3-4F07-B9C5-2AC30014DAB9}" type="presParOf" srcId="{59205EBE-4B84-4A2C-9F19-0940709BD9D0}" destId="{6F804D05-746C-404D-865D-5E6409958AFF}" srcOrd="3" destOrd="0" presId="urn:microsoft.com/office/officeart/2018/5/layout/CenteredIconLabelDescriptionList"/>
    <dgm:cxn modelId="{65D3B33E-B3E8-41F2-BA58-5903D854F06F}" type="presParOf" srcId="{59205EBE-4B84-4A2C-9F19-0940709BD9D0}" destId="{B60533D0-BB4D-4FBA-B69C-5EDB763A74E9}" srcOrd="4" destOrd="0" presId="urn:microsoft.com/office/officeart/2018/5/layout/CenteredIconLabelDescriptionList"/>
    <dgm:cxn modelId="{FBA0398C-601C-4A7D-B3A2-98B10D50C54D}" type="presParOf" srcId="{D146208C-5499-4A9D-9489-66FF3F11C7B6}" destId="{4F1552FA-663C-4AF8-B72B-8EE99FC7DDC0}" srcOrd="3" destOrd="0" presId="urn:microsoft.com/office/officeart/2018/5/layout/CenteredIconLabelDescriptionList"/>
    <dgm:cxn modelId="{0FA5833C-7206-4D23-87A8-CFDE48049EA2}" type="presParOf" srcId="{D146208C-5499-4A9D-9489-66FF3F11C7B6}" destId="{D4DD9111-DCDA-4BF9-8998-BAD515E76963}" srcOrd="4" destOrd="0" presId="urn:microsoft.com/office/officeart/2018/5/layout/CenteredIconLabelDescriptionList"/>
    <dgm:cxn modelId="{FE345D14-FD15-4271-B148-73C0F579C393}" type="presParOf" srcId="{D4DD9111-DCDA-4BF9-8998-BAD515E76963}" destId="{68283DBF-B6D7-41BE-B469-451E164FF3FB}" srcOrd="0" destOrd="0" presId="urn:microsoft.com/office/officeart/2018/5/layout/CenteredIconLabelDescriptionList"/>
    <dgm:cxn modelId="{568F7F61-5419-4997-A45B-17C23C9BE11E}" type="presParOf" srcId="{D4DD9111-DCDA-4BF9-8998-BAD515E76963}" destId="{47E4AA45-3BA8-4A94-A10E-9264E870CD67}" srcOrd="1" destOrd="0" presId="urn:microsoft.com/office/officeart/2018/5/layout/CenteredIconLabelDescriptionList"/>
    <dgm:cxn modelId="{392295CC-EE50-43CD-866A-35B933F82265}" type="presParOf" srcId="{D4DD9111-DCDA-4BF9-8998-BAD515E76963}" destId="{66179598-59AA-4F40-9BDE-4FFA39E3DB28}" srcOrd="2" destOrd="0" presId="urn:microsoft.com/office/officeart/2018/5/layout/CenteredIconLabelDescriptionList"/>
    <dgm:cxn modelId="{2838979B-CCB7-4785-97E6-7DB98E6CE62E}" type="presParOf" srcId="{D4DD9111-DCDA-4BF9-8998-BAD515E76963}" destId="{D406A615-8A3D-4E93-9728-CDEF3FFC761A}" srcOrd="3" destOrd="0" presId="urn:microsoft.com/office/officeart/2018/5/layout/CenteredIconLabelDescriptionList"/>
    <dgm:cxn modelId="{4A5C1A36-6EC8-456C-A97A-E6B4BB4803C7}" type="presParOf" srcId="{D4DD9111-DCDA-4BF9-8998-BAD515E76963}" destId="{73FF0917-C1B8-48B1-89B8-01B5CE09FFDF}" srcOrd="4" destOrd="0" presId="urn:microsoft.com/office/officeart/2018/5/layout/CenteredIconLabelDescriptionList"/>
  </dgm:cxnLst>
  <dgm:bg/>
  <dgm:whole/>
  <dgm:extLst>
    <a:ext uri="http://schemas.microsoft.com/office/drawing/2008/diagram">
      <dsp:dataModelExt xmlns:dsp="http://schemas.microsoft.com/office/drawing/2008/diagram" relId="rId6" minVer="http://schemas.openxmlformats.org/drawingml/2006/diagram"/>
    </a:ext>
  </dgm:extLst>
</dgm:dataModel>
</file>

<file path=ppt/diagrams/data94.xml><?xml version="1.0" encoding="utf-8"?>
<dgm:dataModel xmlns:dgm="http://schemas.openxmlformats.org/drawingml/2006/diagram" xmlns:a="http://schemas.openxmlformats.org/drawingml/2006/main">
  <dgm:ptLst>
    <dgm:pt modelId="{41278B7C-2DD2-439E-8628-4AA01BDA31D7}" type="doc">
      <dgm:prSet loTypeId="urn:microsoft.com/office/officeart/2018/5/layout/CenteredIconLabelDescriptionList" loCatId="icon" qsTypeId="urn:microsoft.com/office/officeart/2005/8/quickstyle/simple1" qsCatId="simple" csTypeId="urn:microsoft.com/office/officeart/2018/5/colors/Iconchunking_neutralbg_colorful1" csCatId="colorful" phldr="1"/>
      <dgm:spPr/>
      <dgm:t>
        <a:bodyPr/>
        <a:lstStyle/>
        <a:p>
          <a:endParaRPr lang="en-US"/>
        </a:p>
      </dgm:t>
    </dgm:pt>
    <dgm:pt modelId="{A2D3E8F1-E0EE-485D-8BCF-7F2A13489B49}">
      <dgm:prSet/>
      <dgm:spPr/>
      <dgm:t>
        <a:bodyPr/>
        <a:lstStyle/>
        <a:p>
          <a:pPr>
            <a:lnSpc>
              <a:spcPct val="100000"/>
            </a:lnSpc>
            <a:defRPr b="1"/>
          </a:pPr>
          <a:r>
            <a:rPr lang="tr-TR"/>
            <a:t>Transaction Unmodifiability</a:t>
          </a:r>
          <a:endParaRPr lang="en-US"/>
        </a:p>
      </dgm:t>
    </dgm:pt>
    <dgm:pt modelId="{5288F440-A5F3-4280-B4B1-F0B39FF78AF8}" type="parTrans" cxnId="{14240864-77B4-4C96-8E81-52C34E224A76}">
      <dgm:prSet/>
      <dgm:spPr/>
      <dgm:t>
        <a:bodyPr/>
        <a:lstStyle/>
        <a:p>
          <a:endParaRPr lang="en-US"/>
        </a:p>
      </dgm:t>
    </dgm:pt>
    <dgm:pt modelId="{D7D6695E-6B30-4BF3-A9FE-54055E161BE9}" type="sibTrans" cxnId="{14240864-77B4-4C96-8E81-52C34E224A76}">
      <dgm:prSet/>
      <dgm:spPr/>
      <dgm:t>
        <a:bodyPr/>
        <a:lstStyle/>
        <a:p>
          <a:endParaRPr lang="en-US"/>
        </a:p>
      </dgm:t>
    </dgm:pt>
    <dgm:pt modelId="{B58FAA30-6B49-4103-8FCA-0504C91EF58B}">
      <dgm:prSet/>
      <dgm:spPr/>
      <dgm:t>
        <a:bodyPr/>
        <a:lstStyle/>
        <a:p>
          <a:pPr>
            <a:lnSpc>
              <a:spcPct val="100000"/>
            </a:lnSpc>
          </a:pPr>
          <a:r>
            <a:rPr lang="en-US"/>
            <a:t>have not and </a:t>
          </a:r>
          <a:r>
            <a:rPr lang="en-US" i="1"/>
            <a:t>cannot be modified</a:t>
          </a:r>
          <a:endParaRPr lang="en-US"/>
        </a:p>
      </dgm:t>
    </dgm:pt>
    <dgm:pt modelId="{A5DD2566-FDD1-4074-8B23-F0D81068A67D}" type="parTrans" cxnId="{9834FC20-4DBB-4BAB-9BFC-DB53873E3958}">
      <dgm:prSet/>
      <dgm:spPr/>
      <dgm:t>
        <a:bodyPr/>
        <a:lstStyle/>
        <a:p>
          <a:endParaRPr lang="tr-TR"/>
        </a:p>
      </dgm:t>
    </dgm:pt>
    <dgm:pt modelId="{BCFE9B4B-EC60-4FBE-B809-90043C5BB582}" type="sibTrans" cxnId="{9834FC20-4DBB-4BAB-9BFC-DB53873E3958}">
      <dgm:prSet/>
      <dgm:spPr/>
      <dgm:t>
        <a:bodyPr/>
        <a:lstStyle/>
        <a:p>
          <a:endParaRPr lang="tr-TR"/>
        </a:p>
      </dgm:t>
    </dgm:pt>
    <dgm:pt modelId="{12E477A4-AEE7-4236-92A5-FC13026D39F1}">
      <dgm:prSet/>
      <dgm:spPr/>
      <dgm:t>
        <a:bodyPr/>
        <a:lstStyle/>
        <a:p>
          <a:pPr>
            <a:lnSpc>
              <a:spcPct val="100000"/>
            </a:lnSpc>
            <a:defRPr b="1"/>
          </a:pPr>
          <a:r>
            <a:rPr lang="tr-TR" dirty="0"/>
            <a:t>Validation</a:t>
          </a:r>
          <a:endParaRPr lang="en-US" dirty="0"/>
        </a:p>
      </dgm:t>
    </dgm:pt>
    <dgm:pt modelId="{0EC4D057-9EF9-4CAA-AF3D-E71CF17EFFC0}" type="parTrans" cxnId="{4D4BBC6D-D314-43A5-B7A6-70E6A975BFFE}">
      <dgm:prSet/>
      <dgm:spPr/>
      <dgm:t>
        <a:bodyPr/>
        <a:lstStyle/>
        <a:p>
          <a:endParaRPr lang="tr-TR"/>
        </a:p>
      </dgm:t>
    </dgm:pt>
    <dgm:pt modelId="{F5C2ADAD-EA28-4F3A-A7BF-D8D0AC871C78}" type="sibTrans" cxnId="{4D4BBC6D-D314-43A5-B7A6-70E6A975BFFE}">
      <dgm:prSet/>
      <dgm:spPr/>
      <dgm:t>
        <a:bodyPr/>
        <a:lstStyle/>
        <a:p>
          <a:endParaRPr lang="tr-TR"/>
        </a:p>
      </dgm:t>
    </dgm:pt>
    <dgm:pt modelId="{73131478-6701-4189-9DCD-FE3199E54B86}">
      <dgm:prSet/>
      <dgm:spPr/>
      <dgm:t>
        <a:bodyPr/>
        <a:lstStyle/>
        <a:p>
          <a:pPr>
            <a:lnSpc>
              <a:spcPct val="100000"/>
            </a:lnSpc>
          </a:pPr>
          <a:r>
            <a:rPr lang="tr-TR"/>
            <a:t>or its </a:t>
          </a:r>
          <a:r>
            <a:rPr lang="en-US"/>
            <a:t>specific parts</a:t>
          </a:r>
        </a:p>
      </dgm:t>
    </dgm:pt>
    <dgm:pt modelId="{4EBB9662-6DD6-40C4-818D-B2FC4017C82A}" type="parTrans" cxnId="{5220EBE4-1A25-459A-A12D-E23E7686957D}">
      <dgm:prSet/>
      <dgm:spPr/>
      <dgm:t>
        <a:bodyPr/>
        <a:lstStyle/>
        <a:p>
          <a:endParaRPr lang="tr-TR"/>
        </a:p>
      </dgm:t>
    </dgm:pt>
    <dgm:pt modelId="{F3BCF59F-C227-497F-A68A-00A0D539BD8D}" type="sibTrans" cxnId="{5220EBE4-1A25-459A-A12D-E23E7686957D}">
      <dgm:prSet/>
      <dgm:spPr/>
      <dgm:t>
        <a:bodyPr/>
        <a:lstStyle/>
        <a:p>
          <a:endParaRPr lang="tr-TR"/>
        </a:p>
      </dgm:t>
    </dgm:pt>
    <dgm:pt modelId="{4EE12792-9EB7-41F0-962C-D2687C8AB9D9}">
      <dgm:prSet/>
      <dgm:spPr/>
      <dgm:t>
        <a:bodyPr/>
        <a:lstStyle/>
        <a:p>
          <a:pPr>
            <a:lnSpc>
              <a:spcPct val="100000"/>
            </a:lnSpc>
          </a:pPr>
          <a:r>
            <a:rPr lang="en-US"/>
            <a:t>transaction</a:t>
          </a:r>
          <a:r>
            <a:rPr lang="tr-TR"/>
            <a:t> fully</a:t>
          </a:r>
          <a:endParaRPr lang="en-US"/>
        </a:p>
      </dgm:t>
    </dgm:pt>
    <dgm:pt modelId="{27C55423-9D6F-461D-8BB9-C77B8C24BAE0}" type="parTrans" cxnId="{85A14C78-1A48-4ACD-A6AC-6ECD9E7EFD9C}">
      <dgm:prSet/>
      <dgm:spPr/>
      <dgm:t>
        <a:bodyPr/>
        <a:lstStyle/>
        <a:p>
          <a:endParaRPr lang="tr-TR"/>
        </a:p>
      </dgm:t>
    </dgm:pt>
    <dgm:pt modelId="{2D9E87C6-2724-44F2-A763-A030B2478E12}" type="sibTrans" cxnId="{85A14C78-1A48-4ACD-A6AC-6ECD9E7EFD9C}">
      <dgm:prSet/>
      <dgm:spPr/>
      <dgm:t>
        <a:bodyPr/>
        <a:lstStyle/>
        <a:p>
          <a:endParaRPr lang="tr-TR"/>
        </a:p>
      </dgm:t>
    </dgm:pt>
    <dgm:pt modelId="{668F1CCF-B914-4AEB-B294-F55BD9FA55E2}">
      <dgm:prSet/>
      <dgm:spPr/>
      <dgm:t>
        <a:bodyPr/>
        <a:lstStyle/>
        <a:p>
          <a:pPr>
            <a:lnSpc>
              <a:spcPct val="100000"/>
            </a:lnSpc>
          </a:pPr>
          <a:r>
            <a:rPr lang="en-US"/>
            <a:t>the signature proves</a:t>
          </a:r>
        </a:p>
      </dgm:t>
    </dgm:pt>
    <dgm:pt modelId="{90174723-A13A-4008-A56E-A5E5957799ED}" type="parTrans" cxnId="{0B5C2C54-DF30-456F-A784-4721D123AC83}">
      <dgm:prSet/>
      <dgm:spPr/>
      <dgm:t>
        <a:bodyPr/>
        <a:lstStyle/>
        <a:p>
          <a:endParaRPr lang="tr-TR"/>
        </a:p>
      </dgm:t>
    </dgm:pt>
    <dgm:pt modelId="{896F2CCA-A2DE-4097-99D8-74B06007DD53}" type="sibTrans" cxnId="{0B5C2C54-DF30-456F-A784-4721D123AC83}">
      <dgm:prSet/>
      <dgm:spPr/>
      <dgm:t>
        <a:bodyPr/>
        <a:lstStyle/>
        <a:p>
          <a:endParaRPr lang="tr-TR"/>
        </a:p>
      </dgm:t>
    </dgm:pt>
    <dgm:pt modelId="{DCE29FFE-994C-407C-A2F6-88FEBB8645FF}">
      <dgm:prSet/>
      <dgm:spPr/>
      <dgm:t>
        <a:bodyPr/>
        <a:lstStyle/>
        <a:p>
          <a:pPr>
            <a:lnSpc>
              <a:spcPct val="100000"/>
            </a:lnSpc>
          </a:pPr>
          <a:r>
            <a:rPr lang="tr-TR" dirty="0"/>
            <a:t>Once signed </a:t>
          </a:r>
          <a:r>
            <a:rPr lang="en-US" dirty="0"/>
            <a:t>by anyone</a:t>
          </a:r>
        </a:p>
      </dgm:t>
    </dgm:pt>
    <dgm:pt modelId="{5627428F-47FE-437F-ACF9-22817484A6DF}" type="parTrans" cxnId="{642BED17-7AF3-4C5B-80BD-6CF6559B25FA}">
      <dgm:prSet/>
      <dgm:spPr/>
      <dgm:t>
        <a:bodyPr/>
        <a:lstStyle/>
        <a:p>
          <a:endParaRPr lang="tr-TR"/>
        </a:p>
      </dgm:t>
    </dgm:pt>
    <dgm:pt modelId="{BECA698D-9A5E-4CFF-A172-EA6A112BB673}" type="sibTrans" cxnId="{642BED17-7AF3-4C5B-80BD-6CF6559B25FA}">
      <dgm:prSet/>
      <dgm:spPr/>
      <dgm:t>
        <a:bodyPr/>
        <a:lstStyle/>
        <a:p>
          <a:endParaRPr lang="tr-TR"/>
        </a:p>
      </dgm:t>
    </dgm:pt>
    <dgm:pt modelId="{3148E190-5B19-4A2D-9753-C989251506A3}">
      <dgm:prSet/>
      <dgm:spPr/>
      <dgm:t>
        <a:bodyPr/>
        <a:lstStyle/>
        <a:p>
          <a:pPr>
            <a:lnSpc>
              <a:spcPct val="100000"/>
            </a:lnSpc>
          </a:pPr>
          <a:r>
            <a:rPr lang="en-US" dirty="0"/>
            <a:t>after it has been signed</a:t>
          </a:r>
        </a:p>
      </dgm:t>
    </dgm:pt>
    <dgm:pt modelId="{5B9679AA-FAAA-4A5D-ABD3-DDCB5FB0E9E6}" type="parTrans" cxnId="{4A8433AA-E980-4A3A-A5A9-114EC01BE129}">
      <dgm:prSet/>
      <dgm:spPr/>
      <dgm:t>
        <a:bodyPr/>
        <a:lstStyle/>
        <a:p>
          <a:endParaRPr lang="tr-TR"/>
        </a:p>
      </dgm:t>
    </dgm:pt>
    <dgm:pt modelId="{E701235B-A760-42E6-AF22-694171C128F1}" type="sibTrans" cxnId="{4A8433AA-E980-4A3A-A5A9-114EC01BE129}">
      <dgm:prSet/>
      <dgm:spPr/>
      <dgm:t>
        <a:bodyPr/>
        <a:lstStyle/>
        <a:p>
          <a:endParaRPr lang="tr-TR"/>
        </a:p>
      </dgm:t>
    </dgm:pt>
    <dgm:pt modelId="{501F4AE5-4B76-41A6-BDC2-DCB7256B9E56}">
      <dgm:prSet/>
      <dgm:spPr/>
      <dgm:t>
        <a:bodyPr/>
        <a:lstStyle/>
        <a:p>
          <a:pPr>
            <a:lnSpc>
              <a:spcPct val="100000"/>
            </a:lnSpc>
            <a:defRPr b="1"/>
          </a:pPr>
          <a:r>
            <a:rPr lang="tr-TR"/>
            <a:t>Full </a:t>
          </a:r>
          <a:r>
            <a:rPr lang="tr-TR" dirty="0"/>
            <a:t>or Partial</a:t>
          </a:r>
          <a:endParaRPr lang="en-US" dirty="0"/>
        </a:p>
      </dgm:t>
    </dgm:pt>
    <dgm:pt modelId="{067D43E5-E998-4BEA-8FF7-62DF78524880}" type="parTrans" cxnId="{2F5489A0-3660-41DE-A266-59D3B50F954D}">
      <dgm:prSet/>
      <dgm:spPr/>
      <dgm:t>
        <a:bodyPr/>
        <a:lstStyle/>
        <a:p>
          <a:endParaRPr lang="tr-TR"/>
        </a:p>
      </dgm:t>
    </dgm:pt>
    <dgm:pt modelId="{BD426C6B-2CB8-4E69-AB1C-DA159FA8CF20}" type="sibTrans" cxnId="{2F5489A0-3660-41DE-A266-59D3B50F954D}">
      <dgm:prSet/>
      <dgm:spPr/>
      <dgm:t>
        <a:bodyPr/>
        <a:lstStyle/>
        <a:p>
          <a:endParaRPr lang="tr-TR"/>
        </a:p>
      </dgm:t>
    </dgm:pt>
    <dgm:pt modelId="{D146208C-5499-4A9D-9489-66FF3F11C7B6}" type="pres">
      <dgm:prSet presAssocID="{41278B7C-2DD2-439E-8628-4AA01BDA31D7}" presName="root" presStyleCnt="0">
        <dgm:presLayoutVars>
          <dgm:dir/>
          <dgm:resizeHandles val="exact"/>
        </dgm:presLayoutVars>
      </dgm:prSet>
      <dgm:spPr/>
    </dgm:pt>
    <dgm:pt modelId="{B0F0E4CA-B78B-46D3-9755-ADAB1241BB33}" type="pres">
      <dgm:prSet presAssocID="{A2D3E8F1-E0EE-485D-8BCF-7F2A13489B49}" presName="compNode" presStyleCnt="0"/>
      <dgm:spPr/>
    </dgm:pt>
    <dgm:pt modelId="{6A1DBCE6-5F21-4273-87B7-B73D31B9BC50}" type="pres">
      <dgm:prSet presAssocID="{A2D3E8F1-E0EE-485D-8BCF-7F2A13489B49}" presName="iconRect" presStyleLbl="node1" presStyleIdx="0" presStyleCnt="3"/>
      <dgm:spPr>
        <a:blipFill>
          <a:blip xmlns:r="http://schemas.openxmlformats.org/officeDocument/2006/relationships" r:embed="rId1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2"/>
              </a:ext>
            </a:extLst>
          </a:blip>
          <a:stretch>
            <a:fillRect/>
          </a:stretch>
        </a:blipFill>
        <a:ln>
          <a:noFill/>
        </a:ln>
      </dgm:spPr>
      <dgm:extLst>
        <a:ext uri="{E40237B7-FDA0-4F09-8148-C483321AD2D9}">
          <dgm14:cNvPr xmlns:dgm14="http://schemas.microsoft.com/office/drawing/2010/diagram" id="0" name="" descr="Close"/>
        </a:ext>
      </dgm:extLst>
    </dgm:pt>
    <dgm:pt modelId="{F72B9C59-B7BB-4E0F-8965-7A1C2385FA38}" type="pres">
      <dgm:prSet presAssocID="{A2D3E8F1-E0EE-485D-8BCF-7F2A13489B49}" presName="iconSpace" presStyleCnt="0"/>
      <dgm:spPr/>
    </dgm:pt>
    <dgm:pt modelId="{B07CD2A7-19F0-44A9-A126-A4E98B2B1361}" type="pres">
      <dgm:prSet presAssocID="{A2D3E8F1-E0EE-485D-8BCF-7F2A13489B49}" presName="parTx" presStyleLbl="revTx" presStyleIdx="0" presStyleCnt="6">
        <dgm:presLayoutVars>
          <dgm:chMax val="0"/>
          <dgm:chPref val="0"/>
        </dgm:presLayoutVars>
      </dgm:prSet>
      <dgm:spPr/>
    </dgm:pt>
    <dgm:pt modelId="{A2BFE476-B8AF-4ECF-B4A5-E6D2D9D90B65}" type="pres">
      <dgm:prSet presAssocID="{A2D3E8F1-E0EE-485D-8BCF-7F2A13489B49}" presName="txSpace" presStyleCnt="0"/>
      <dgm:spPr/>
    </dgm:pt>
    <dgm:pt modelId="{B45B442A-803B-475F-9A4D-7B5ACBCAFE9D}" type="pres">
      <dgm:prSet presAssocID="{A2D3E8F1-E0EE-485D-8BCF-7F2A13489B49}" presName="desTx" presStyleLbl="revTx" presStyleIdx="1" presStyleCnt="6">
        <dgm:presLayoutVars/>
      </dgm:prSet>
      <dgm:spPr/>
    </dgm:pt>
    <dgm:pt modelId="{2A90ACA0-FB60-47B0-8B26-0E821A65F601}" type="pres">
      <dgm:prSet presAssocID="{D7D6695E-6B30-4BF3-A9FE-54055E161BE9}" presName="sibTrans" presStyleCnt="0"/>
      <dgm:spPr/>
    </dgm:pt>
    <dgm:pt modelId="{A0C8665A-79F1-4E6B-B035-4285C504EF5E}" type="pres">
      <dgm:prSet presAssocID="{12E477A4-AEE7-4236-92A5-FC13026D39F1}" presName="compNode" presStyleCnt="0"/>
      <dgm:spPr/>
    </dgm:pt>
    <dgm:pt modelId="{5B891E12-2C4D-4C1E-9C07-525E7934E86A}" type="pres">
      <dgm:prSet presAssocID="{12E477A4-AEE7-4236-92A5-FC13026D39F1}" presName="iconRect" presStyleLbl="node1" presStyleIdx="1" presStyleCnt="3"/>
      <dgm:spPr>
        <a:blipFill rotWithShape="1">
          <a:blip xmlns:r="http://schemas.openxmlformats.org/officeDocument/2006/relationships" r:embed="rId3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4"/>
              </a:ext>
            </a:extLst>
          </a:blip>
          <a:srcRect/>
          <a:stretch>
            <a:fillRect/>
          </a:stretch>
        </a:blipFill>
      </dgm:spPr>
    </dgm:pt>
    <dgm:pt modelId="{19D3AC41-CB87-4B5E-9141-5BA9BA6A7911}" type="pres">
      <dgm:prSet presAssocID="{12E477A4-AEE7-4236-92A5-FC13026D39F1}" presName="iconSpace" presStyleCnt="0"/>
      <dgm:spPr/>
    </dgm:pt>
    <dgm:pt modelId="{22ED8819-379F-44A5-A9B0-1109B94CEDCE}" type="pres">
      <dgm:prSet presAssocID="{12E477A4-AEE7-4236-92A5-FC13026D39F1}" presName="parTx" presStyleLbl="revTx" presStyleIdx="2" presStyleCnt="6">
        <dgm:presLayoutVars>
          <dgm:chMax val="0"/>
          <dgm:chPref val="0"/>
        </dgm:presLayoutVars>
      </dgm:prSet>
      <dgm:spPr/>
    </dgm:pt>
    <dgm:pt modelId="{96CFB328-53F3-483C-82B8-E810CF6E3DA1}" type="pres">
      <dgm:prSet presAssocID="{12E477A4-AEE7-4236-92A5-FC13026D39F1}" presName="txSpace" presStyleCnt="0"/>
      <dgm:spPr/>
    </dgm:pt>
    <dgm:pt modelId="{4EF6A2D2-8AE3-422B-88D0-8E1C402B5B90}" type="pres">
      <dgm:prSet presAssocID="{12E477A4-AEE7-4236-92A5-FC13026D39F1}" presName="desTx" presStyleLbl="revTx" presStyleIdx="3" presStyleCnt="6">
        <dgm:presLayoutVars/>
      </dgm:prSet>
      <dgm:spPr/>
    </dgm:pt>
    <dgm:pt modelId="{AF7281BB-69B6-482F-A533-F6E1B0235D4C}" type="pres">
      <dgm:prSet presAssocID="{F5C2ADAD-EA28-4F3A-A7BF-D8D0AC871C78}" presName="sibTrans" presStyleCnt="0"/>
      <dgm:spPr/>
    </dgm:pt>
    <dgm:pt modelId="{AE24D0B8-894E-428C-8DFA-403CE23D357E}" type="pres">
      <dgm:prSet presAssocID="{501F4AE5-4B76-41A6-BDC2-DCB7256B9E56}" presName="compNode" presStyleCnt="0"/>
      <dgm:spPr/>
    </dgm:pt>
    <dgm:pt modelId="{EB54EBA6-E5AE-4FE8-9502-EDAEDEE38C48}" type="pres">
      <dgm:prSet presAssocID="{501F4AE5-4B76-41A6-BDC2-DCB7256B9E56}" presName="iconRect" presStyleLbl="node1" presStyleIdx="2" presStyleCnt="3"/>
      <dgm:spPr>
        <a:blipFill rotWithShape="1">
          <a:blip xmlns:r="http://schemas.openxmlformats.org/officeDocument/2006/relationships" r:embed="rId5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6"/>
              </a:ext>
            </a:extLst>
          </a:blip>
          <a:srcRect/>
          <a:stretch>
            <a:fillRect/>
          </a:stretch>
        </a:blipFill>
      </dgm:spPr>
    </dgm:pt>
    <dgm:pt modelId="{17DE3D7F-65D4-470D-A97C-CA92445EC72A}" type="pres">
      <dgm:prSet presAssocID="{501F4AE5-4B76-41A6-BDC2-DCB7256B9E56}" presName="iconSpace" presStyleCnt="0"/>
      <dgm:spPr/>
    </dgm:pt>
    <dgm:pt modelId="{23D31F49-4AFC-481D-BBA9-ACCA5214D753}" type="pres">
      <dgm:prSet presAssocID="{501F4AE5-4B76-41A6-BDC2-DCB7256B9E56}" presName="parTx" presStyleLbl="revTx" presStyleIdx="4" presStyleCnt="6">
        <dgm:presLayoutVars>
          <dgm:chMax val="0"/>
          <dgm:chPref val="0"/>
        </dgm:presLayoutVars>
      </dgm:prSet>
      <dgm:spPr/>
    </dgm:pt>
    <dgm:pt modelId="{D8C885BB-5B45-48DA-9BFB-7101B26C6B2C}" type="pres">
      <dgm:prSet presAssocID="{501F4AE5-4B76-41A6-BDC2-DCB7256B9E56}" presName="txSpace" presStyleCnt="0"/>
      <dgm:spPr/>
    </dgm:pt>
    <dgm:pt modelId="{D0B11C5C-BFF9-437C-A99E-8B3573C1E170}" type="pres">
      <dgm:prSet presAssocID="{501F4AE5-4B76-41A6-BDC2-DCB7256B9E56}" presName="desTx" presStyleLbl="revTx" presStyleIdx="5" presStyleCnt="6">
        <dgm:presLayoutVars/>
      </dgm:prSet>
      <dgm:spPr/>
    </dgm:pt>
  </dgm:ptLst>
  <dgm:cxnLst>
    <dgm:cxn modelId="{377F2302-205F-43E5-A34F-D83F5CC91A88}" type="presOf" srcId="{DCE29FFE-994C-407C-A2F6-88FEBB8645FF}" destId="{4EF6A2D2-8AE3-422B-88D0-8E1C402B5B90}" srcOrd="0" destOrd="0" presId="urn:microsoft.com/office/officeart/2018/5/layout/CenteredIconLabelDescriptionList"/>
    <dgm:cxn modelId="{2DB12606-F8F9-4545-AD6A-4D084398D9A8}" type="presOf" srcId="{41278B7C-2DD2-439E-8628-4AA01BDA31D7}" destId="{D146208C-5499-4A9D-9489-66FF3F11C7B6}" srcOrd="0" destOrd="0" presId="urn:microsoft.com/office/officeart/2018/5/layout/CenteredIconLabelDescriptionList"/>
    <dgm:cxn modelId="{642BED17-7AF3-4C5B-80BD-6CF6559B25FA}" srcId="{12E477A4-AEE7-4236-92A5-FC13026D39F1}" destId="{DCE29FFE-994C-407C-A2F6-88FEBB8645FF}" srcOrd="0" destOrd="0" parTransId="{5627428F-47FE-437F-ACF9-22817484A6DF}" sibTransId="{BECA698D-9A5E-4CFF-A172-EA6A112BB673}"/>
    <dgm:cxn modelId="{9834FC20-4DBB-4BAB-9BFC-DB53873E3958}" srcId="{A2D3E8F1-E0EE-485D-8BCF-7F2A13489B49}" destId="{B58FAA30-6B49-4103-8FCA-0504C91EF58B}" srcOrd="1" destOrd="0" parTransId="{A5DD2566-FDD1-4074-8B23-F0D81068A67D}" sibTransId="{BCFE9B4B-EC60-4FBE-B809-90043C5BB582}"/>
    <dgm:cxn modelId="{1D7F812C-0C19-4738-B34C-20B3599751FC}" type="presOf" srcId="{A2D3E8F1-E0EE-485D-8BCF-7F2A13489B49}" destId="{B07CD2A7-19F0-44A9-A126-A4E98B2B1361}" srcOrd="0" destOrd="0" presId="urn:microsoft.com/office/officeart/2018/5/layout/CenteredIconLabelDescriptionList"/>
    <dgm:cxn modelId="{844CC931-1679-4DCF-B558-11D44139516F}" type="presOf" srcId="{12E477A4-AEE7-4236-92A5-FC13026D39F1}" destId="{22ED8819-379F-44A5-A9B0-1109B94CEDCE}" srcOrd="0" destOrd="0" presId="urn:microsoft.com/office/officeart/2018/5/layout/CenteredIconLabelDescriptionList"/>
    <dgm:cxn modelId="{14240864-77B4-4C96-8E81-52C34E224A76}" srcId="{41278B7C-2DD2-439E-8628-4AA01BDA31D7}" destId="{A2D3E8F1-E0EE-485D-8BCF-7F2A13489B49}" srcOrd="0" destOrd="0" parTransId="{5288F440-A5F3-4280-B4B1-F0B39FF78AF8}" sibTransId="{D7D6695E-6B30-4BF3-A9FE-54055E161BE9}"/>
    <dgm:cxn modelId="{99046B47-9951-4BFF-9E0B-0E36EC5D8680}" type="presOf" srcId="{4EE12792-9EB7-41F0-962C-D2687C8AB9D9}" destId="{D0B11C5C-BFF9-437C-A99E-8B3573C1E170}" srcOrd="0" destOrd="0" presId="urn:microsoft.com/office/officeart/2018/5/layout/CenteredIconLabelDescriptionList"/>
    <dgm:cxn modelId="{B7F31F6A-E87F-4D81-A3A4-3CE09AB467D8}" type="presOf" srcId="{B58FAA30-6B49-4103-8FCA-0504C91EF58B}" destId="{B45B442A-803B-475F-9A4D-7B5ACBCAFE9D}" srcOrd="0" destOrd="1" presId="urn:microsoft.com/office/officeart/2018/5/layout/CenteredIconLabelDescriptionList"/>
    <dgm:cxn modelId="{4D4BBC6D-D314-43A5-B7A6-70E6A975BFFE}" srcId="{41278B7C-2DD2-439E-8628-4AA01BDA31D7}" destId="{12E477A4-AEE7-4236-92A5-FC13026D39F1}" srcOrd="1" destOrd="0" parTransId="{0EC4D057-9EF9-4CAA-AF3D-E71CF17EFFC0}" sibTransId="{F5C2ADAD-EA28-4F3A-A7BF-D8D0AC871C78}"/>
    <dgm:cxn modelId="{0B5C2C54-DF30-456F-A784-4721D123AC83}" srcId="{A2D3E8F1-E0EE-485D-8BCF-7F2A13489B49}" destId="{668F1CCF-B914-4AEB-B294-F55BD9FA55E2}" srcOrd="0" destOrd="0" parTransId="{90174723-A13A-4008-A56E-A5E5957799ED}" sibTransId="{896F2CCA-A2DE-4097-99D8-74B06007DD53}"/>
    <dgm:cxn modelId="{85A14C78-1A48-4ACD-A6AC-6ECD9E7EFD9C}" srcId="{501F4AE5-4B76-41A6-BDC2-DCB7256B9E56}" destId="{4EE12792-9EB7-41F0-962C-D2687C8AB9D9}" srcOrd="0" destOrd="0" parTransId="{27C55423-9D6F-461D-8BB9-C77B8C24BAE0}" sibTransId="{2D9E87C6-2724-44F2-A763-A030B2478E12}"/>
    <dgm:cxn modelId="{6276318F-1D4C-45D8-9EDD-BD570A3CCA33}" type="presOf" srcId="{73131478-6701-4189-9DCD-FE3199E54B86}" destId="{D0B11C5C-BFF9-437C-A99E-8B3573C1E170}" srcOrd="0" destOrd="1" presId="urn:microsoft.com/office/officeart/2018/5/layout/CenteredIconLabelDescriptionList"/>
    <dgm:cxn modelId="{67B676A0-956D-44F7-ACC0-1FCA359E985D}" type="presOf" srcId="{501F4AE5-4B76-41A6-BDC2-DCB7256B9E56}" destId="{23D31F49-4AFC-481D-BBA9-ACCA5214D753}" srcOrd="0" destOrd="0" presId="urn:microsoft.com/office/officeart/2018/5/layout/CenteredIconLabelDescriptionList"/>
    <dgm:cxn modelId="{2F5489A0-3660-41DE-A266-59D3B50F954D}" srcId="{41278B7C-2DD2-439E-8628-4AA01BDA31D7}" destId="{501F4AE5-4B76-41A6-BDC2-DCB7256B9E56}" srcOrd="2" destOrd="0" parTransId="{067D43E5-E998-4BEA-8FF7-62DF78524880}" sibTransId="{BD426C6B-2CB8-4E69-AB1C-DA159FA8CF20}"/>
    <dgm:cxn modelId="{4A8433AA-E980-4A3A-A5A9-114EC01BE129}" srcId="{12E477A4-AEE7-4236-92A5-FC13026D39F1}" destId="{3148E190-5B19-4A2D-9753-C989251506A3}" srcOrd="1" destOrd="0" parTransId="{5B9679AA-FAAA-4A5D-ABD3-DDCB5FB0E9E6}" sibTransId="{E701235B-A760-42E6-AF22-694171C128F1}"/>
    <dgm:cxn modelId="{3FC2EBC5-92DF-4E40-BC9F-EDD903575833}" type="presOf" srcId="{3148E190-5B19-4A2D-9753-C989251506A3}" destId="{4EF6A2D2-8AE3-422B-88D0-8E1C402B5B90}" srcOrd="0" destOrd="1" presId="urn:microsoft.com/office/officeart/2018/5/layout/CenteredIconLabelDescriptionList"/>
    <dgm:cxn modelId="{5220EBE4-1A25-459A-A12D-E23E7686957D}" srcId="{501F4AE5-4B76-41A6-BDC2-DCB7256B9E56}" destId="{73131478-6701-4189-9DCD-FE3199E54B86}" srcOrd="1" destOrd="0" parTransId="{4EBB9662-6DD6-40C4-818D-B2FC4017C82A}" sibTransId="{F3BCF59F-C227-497F-A68A-00A0D539BD8D}"/>
    <dgm:cxn modelId="{FCA7C6EA-57D6-453D-9594-7BF877BA0C73}" type="presOf" srcId="{668F1CCF-B914-4AEB-B294-F55BD9FA55E2}" destId="{B45B442A-803B-475F-9A4D-7B5ACBCAFE9D}" srcOrd="0" destOrd="0" presId="urn:microsoft.com/office/officeart/2018/5/layout/CenteredIconLabelDescriptionList"/>
    <dgm:cxn modelId="{8377356F-348A-4FAE-9A53-2D8132A3C7BC}" type="presParOf" srcId="{D146208C-5499-4A9D-9489-66FF3F11C7B6}" destId="{B0F0E4CA-B78B-46D3-9755-ADAB1241BB33}" srcOrd="0" destOrd="0" presId="urn:microsoft.com/office/officeart/2018/5/layout/CenteredIconLabelDescriptionList"/>
    <dgm:cxn modelId="{12842FDB-9CC1-47B2-8FF4-AF303DEBBE87}" type="presParOf" srcId="{B0F0E4CA-B78B-46D3-9755-ADAB1241BB33}" destId="{6A1DBCE6-5F21-4273-87B7-B73D31B9BC50}" srcOrd="0" destOrd="0" presId="urn:microsoft.com/office/officeart/2018/5/layout/CenteredIconLabelDescriptionList"/>
    <dgm:cxn modelId="{07E6E2CB-1ADA-4B87-9360-F70CBA60BAEF}" type="presParOf" srcId="{B0F0E4CA-B78B-46D3-9755-ADAB1241BB33}" destId="{F72B9C59-B7BB-4E0F-8965-7A1C2385FA38}" srcOrd="1" destOrd="0" presId="urn:microsoft.com/office/officeart/2018/5/layout/CenteredIconLabelDescriptionList"/>
    <dgm:cxn modelId="{323D0451-1727-4B85-826F-4418D3743A44}" type="presParOf" srcId="{B0F0E4CA-B78B-46D3-9755-ADAB1241BB33}" destId="{B07CD2A7-19F0-44A9-A126-A4E98B2B1361}" srcOrd="2" destOrd="0" presId="urn:microsoft.com/office/officeart/2018/5/layout/CenteredIconLabelDescriptionList"/>
    <dgm:cxn modelId="{E6149837-D680-4780-B3A6-D42E812C4508}" type="presParOf" srcId="{B0F0E4CA-B78B-46D3-9755-ADAB1241BB33}" destId="{A2BFE476-B8AF-4ECF-B4A5-E6D2D9D90B65}" srcOrd="3" destOrd="0" presId="urn:microsoft.com/office/officeart/2018/5/layout/CenteredIconLabelDescriptionList"/>
    <dgm:cxn modelId="{659283AA-B20C-49D4-B2C8-C0A48FEBF782}" type="presParOf" srcId="{B0F0E4CA-B78B-46D3-9755-ADAB1241BB33}" destId="{B45B442A-803B-475F-9A4D-7B5ACBCAFE9D}" srcOrd="4" destOrd="0" presId="urn:microsoft.com/office/officeart/2018/5/layout/CenteredIconLabelDescriptionList"/>
    <dgm:cxn modelId="{BD9BEF93-6B43-40C4-A445-944E35778D4B}" type="presParOf" srcId="{D146208C-5499-4A9D-9489-66FF3F11C7B6}" destId="{2A90ACA0-FB60-47B0-8B26-0E821A65F601}" srcOrd="1" destOrd="0" presId="urn:microsoft.com/office/officeart/2018/5/layout/CenteredIconLabelDescriptionList"/>
    <dgm:cxn modelId="{B8857B67-C389-4EB1-A953-2283B50DD764}" type="presParOf" srcId="{D146208C-5499-4A9D-9489-66FF3F11C7B6}" destId="{A0C8665A-79F1-4E6B-B035-4285C504EF5E}" srcOrd="2" destOrd="0" presId="urn:microsoft.com/office/officeart/2018/5/layout/CenteredIconLabelDescriptionList"/>
    <dgm:cxn modelId="{F82FC52C-8F9D-4643-BC34-373FC62860C3}" type="presParOf" srcId="{A0C8665A-79F1-4E6B-B035-4285C504EF5E}" destId="{5B891E12-2C4D-4C1E-9C07-525E7934E86A}" srcOrd="0" destOrd="0" presId="urn:microsoft.com/office/officeart/2018/5/layout/CenteredIconLabelDescriptionList"/>
    <dgm:cxn modelId="{A1853D97-B952-4F24-BEE1-132E0670FC09}" type="presParOf" srcId="{A0C8665A-79F1-4E6B-B035-4285C504EF5E}" destId="{19D3AC41-CB87-4B5E-9141-5BA9BA6A7911}" srcOrd="1" destOrd="0" presId="urn:microsoft.com/office/officeart/2018/5/layout/CenteredIconLabelDescriptionList"/>
    <dgm:cxn modelId="{6E465050-81C8-4E57-8863-CCCF3CD1078C}" type="presParOf" srcId="{A0C8665A-79F1-4E6B-B035-4285C504EF5E}" destId="{22ED8819-379F-44A5-A9B0-1109B94CEDCE}" srcOrd="2" destOrd="0" presId="urn:microsoft.com/office/officeart/2018/5/layout/CenteredIconLabelDescriptionList"/>
    <dgm:cxn modelId="{454A8443-5A7A-4C79-861B-FF5ECDC83987}" type="presParOf" srcId="{A0C8665A-79F1-4E6B-B035-4285C504EF5E}" destId="{96CFB328-53F3-483C-82B8-E810CF6E3DA1}" srcOrd="3" destOrd="0" presId="urn:microsoft.com/office/officeart/2018/5/layout/CenteredIconLabelDescriptionList"/>
    <dgm:cxn modelId="{C669A0D8-7BDA-4BC7-BDC7-C6592D78E6AC}" type="presParOf" srcId="{A0C8665A-79F1-4E6B-B035-4285C504EF5E}" destId="{4EF6A2D2-8AE3-422B-88D0-8E1C402B5B90}" srcOrd="4" destOrd="0" presId="urn:microsoft.com/office/officeart/2018/5/layout/CenteredIconLabelDescriptionList"/>
    <dgm:cxn modelId="{171EDAD7-94AB-4808-AA9B-46079D9553A3}" type="presParOf" srcId="{D146208C-5499-4A9D-9489-66FF3F11C7B6}" destId="{AF7281BB-69B6-482F-A533-F6E1B0235D4C}" srcOrd="3" destOrd="0" presId="urn:microsoft.com/office/officeart/2018/5/layout/CenteredIconLabelDescriptionList"/>
    <dgm:cxn modelId="{740C6A41-971E-424F-A6FB-3FAC2F2EA105}" type="presParOf" srcId="{D146208C-5499-4A9D-9489-66FF3F11C7B6}" destId="{AE24D0B8-894E-428C-8DFA-403CE23D357E}" srcOrd="4" destOrd="0" presId="urn:microsoft.com/office/officeart/2018/5/layout/CenteredIconLabelDescriptionList"/>
    <dgm:cxn modelId="{E540AE88-EFBD-4FCC-AB67-602656EFED04}" type="presParOf" srcId="{AE24D0B8-894E-428C-8DFA-403CE23D357E}" destId="{EB54EBA6-E5AE-4FE8-9502-EDAEDEE38C48}" srcOrd="0" destOrd="0" presId="urn:microsoft.com/office/officeart/2018/5/layout/CenteredIconLabelDescriptionList"/>
    <dgm:cxn modelId="{C626B855-0BAC-47E9-A6DE-306F33E43337}" type="presParOf" srcId="{AE24D0B8-894E-428C-8DFA-403CE23D357E}" destId="{17DE3D7F-65D4-470D-A97C-CA92445EC72A}" srcOrd="1" destOrd="0" presId="urn:microsoft.com/office/officeart/2018/5/layout/CenteredIconLabelDescriptionList"/>
    <dgm:cxn modelId="{E53BEFA5-646A-4A51-A1DE-BE0645BB8496}" type="presParOf" srcId="{AE24D0B8-894E-428C-8DFA-403CE23D357E}" destId="{23D31F49-4AFC-481D-BBA9-ACCA5214D753}" srcOrd="2" destOrd="0" presId="urn:microsoft.com/office/officeart/2018/5/layout/CenteredIconLabelDescriptionList"/>
    <dgm:cxn modelId="{CEDE20D3-81B2-40F6-B572-7A0AAF0F370E}" type="presParOf" srcId="{AE24D0B8-894E-428C-8DFA-403CE23D357E}" destId="{D8C885BB-5B45-48DA-9BFB-7101B26C6B2C}" srcOrd="3" destOrd="0" presId="urn:microsoft.com/office/officeart/2018/5/layout/CenteredIconLabelDescriptionList"/>
    <dgm:cxn modelId="{DE9F2C69-2777-44C4-844F-3AACA86BD4FF}" type="presParOf" srcId="{AE24D0B8-894E-428C-8DFA-403CE23D357E}" destId="{D0B11C5C-BFF9-437C-A99E-8B3573C1E170}" srcOrd="4" destOrd="0" presId="urn:microsoft.com/office/officeart/2018/5/layout/CenteredIconLabelDescriptionList"/>
  </dgm:cxnLst>
  <dgm:bg/>
  <dgm:whole/>
  <dgm:extLst>
    <a:ext uri="http://schemas.microsoft.com/office/drawing/2008/diagram">
      <dsp:dataModelExt xmlns:dsp="http://schemas.microsoft.com/office/drawing/2008/diagram" relId="rId6" minVer="http://schemas.openxmlformats.org/drawingml/2006/diagram"/>
    </a:ext>
  </dgm:extLst>
</dgm:dataModel>
</file>

<file path=ppt/diagrams/data95.xml><?xml version="1.0" encoding="utf-8"?>
<dgm:dataModel xmlns:dgm="http://schemas.openxmlformats.org/drawingml/2006/diagram" xmlns:a="http://schemas.openxmlformats.org/drawingml/2006/main">
  <dgm:ptLst>
    <dgm:pt modelId="{2FFCF331-775F-4EAE-B237-8D61E06CF60B}" type="doc">
      <dgm:prSet loTypeId="urn:microsoft.com/office/officeart/2018/5/layout/CenteredIconLabelDescriptionList" loCatId="icon" qsTypeId="urn:microsoft.com/office/officeart/2005/8/quickstyle/simple1" qsCatId="simple" csTypeId="urn:microsoft.com/office/officeart/2018/5/colors/Iconchunking_neutralbg_colorful1" csCatId="colorful" phldr="1"/>
      <dgm:spPr/>
      <dgm:t>
        <a:bodyPr/>
        <a:lstStyle/>
        <a:p>
          <a:endParaRPr lang="en-US"/>
        </a:p>
      </dgm:t>
    </dgm:pt>
    <dgm:pt modelId="{9BDECC48-AC12-4253-9FD3-BC1BA3A170C6}">
      <dgm:prSet/>
      <dgm:spPr/>
      <dgm:t>
        <a:bodyPr/>
        <a:lstStyle/>
        <a:p>
          <a:pPr>
            <a:lnSpc>
              <a:spcPct val="100000"/>
            </a:lnSpc>
          </a:pPr>
          <a:r>
            <a:rPr lang="en-US"/>
            <a:t>A digital signature is</a:t>
          </a:r>
        </a:p>
      </dgm:t>
    </dgm:pt>
    <dgm:pt modelId="{093DA2A1-7A67-404C-A1CD-F0C2261DB64C}" type="parTrans" cxnId="{4146A89D-FD91-457F-BD5C-10632A94F9CF}">
      <dgm:prSet/>
      <dgm:spPr/>
      <dgm:t>
        <a:bodyPr/>
        <a:lstStyle/>
        <a:p>
          <a:endParaRPr lang="en-US"/>
        </a:p>
      </dgm:t>
    </dgm:pt>
    <dgm:pt modelId="{6EED26AF-406E-4170-A748-7ADE3D8BBDF4}" type="sibTrans" cxnId="{4146A89D-FD91-457F-BD5C-10632A94F9CF}">
      <dgm:prSet/>
      <dgm:spPr/>
      <dgm:t>
        <a:bodyPr/>
        <a:lstStyle/>
        <a:p>
          <a:endParaRPr lang="en-US"/>
        </a:p>
      </dgm:t>
    </dgm:pt>
    <dgm:pt modelId="{7AD811D8-58B0-4FA6-9D06-5F4A31938DAA}">
      <dgm:prSet/>
      <dgm:spPr/>
      <dgm:t>
        <a:bodyPr/>
        <a:lstStyle/>
        <a:p>
          <a:pPr>
            <a:lnSpc>
              <a:spcPct val="100000"/>
            </a:lnSpc>
            <a:defRPr b="1"/>
          </a:pPr>
          <a:r>
            <a:rPr lang="en-US"/>
            <a:t>consists of two </a:t>
          </a:r>
          <a:r>
            <a:rPr lang="tr-TR"/>
            <a:t>algorithms</a:t>
          </a:r>
          <a:endParaRPr lang="en-US"/>
        </a:p>
      </dgm:t>
    </dgm:pt>
    <dgm:pt modelId="{80232C58-05D6-495F-8B22-3B251C771605}" type="parTrans" cxnId="{E60691B0-4571-4CAC-9B0B-3CD88D13DE16}">
      <dgm:prSet/>
      <dgm:spPr/>
      <dgm:t>
        <a:bodyPr/>
        <a:lstStyle/>
        <a:p>
          <a:endParaRPr lang="en-US"/>
        </a:p>
      </dgm:t>
    </dgm:pt>
    <dgm:pt modelId="{A6F55A0A-4B09-4B0C-B002-01A9BC6EDA57}" type="sibTrans" cxnId="{E60691B0-4571-4CAC-9B0B-3CD88D13DE16}">
      <dgm:prSet/>
      <dgm:spPr/>
      <dgm:t>
        <a:bodyPr/>
        <a:lstStyle/>
        <a:p>
          <a:endParaRPr lang="en-US"/>
        </a:p>
      </dgm:t>
    </dgm:pt>
    <dgm:pt modelId="{4085C958-8FE6-46FD-A590-5BBB9E0886A2}">
      <dgm:prSet/>
      <dgm:spPr/>
      <dgm:t>
        <a:bodyPr/>
        <a:lstStyle/>
        <a:p>
          <a:pPr>
            <a:lnSpc>
              <a:spcPct val="100000"/>
            </a:lnSpc>
            <a:defRPr b="1"/>
          </a:pPr>
          <a:r>
            <a:rPr lang="tr-TR"/>
            <a:t>Mathematical scheme</a:t>
          </a:r>
          <a:endParaRPr lang="en-US"/>
        </a:p>
      </dgm:t>
    </dgm:pt>
    <dgm:pt modelId="{36FC9FE2-9A0B-4C5D-A18D-346368807DD9}" type="parTrans" cxnId="{5445BA6B-1382-4974-83A1-607E7DAC278B}">
      <dgm:prSet/>
      <dgm:spPr/>
      <dgm:t>
        <a:bodyPr/>
        <a:lstStyle/>
        <a:p>
          <a:endParaRPr lang="tr-TR"/>
        </a:p>
      </dgm:t>
    </dgm:pt>
    <dgm:pt modelId="{9D61D482-B2FE-410F-8B5C-8D0FC19BBB34}" type="sibTrans" cxnId="{5445BA6B-1382-4974-83A1-607E7DAC278B}">
      <dgm:prSet/>
      <dgm:spPr/>
      <dgm:t>
        <a:bodyPr/>
        <a:lstStyle/>
        <a:p>
          <a:endParaRPr lang="tr-TR"/>
        </a:p>
      </dgm:t>
    </dgm:pt>
    <dgm:pt modelId="{DEDC906C-AA75-4897-925F-AEAEF8D2F557}">
      <dgm:prSet/>
      <dgm:spPr/>
      <dgm:t>
        <a:bodyPr/>
        <a:lstStyle/>
        <a:p>
          <a:pPr>
            <a:lnSpc>
              <a:spcPct val="100000"/>
            </a:lnSpc>
          </a:pPr>
          <a:r>
            <a:rPr lang="tr-TR"/>
            <a:t>signature generation</a:t>
          </a:r>
          <a:endParaRPr lang="en-US"/>
        </a:p>
      </dgm:t>
    </dgm:pt>
    <dgm:pt modelId="{B818E224-3A50-4F50-A240-100E18CF0ED5}" type="parTrans" cxnId="{E05B039A-7193-442E-A4F8-DF5150AC2FEA}">
      <dgm:prSet/>
      <dgm:spPr/>
      <dgm:t>
        <a:bodyPr/>
        <a:lstStyle/>
        <a:p>
          <a:endParaRPr lang="tr-TR"/>
        </a:p>
      </dgm:t>
    </dgm:pt>
    <dgm:pt modelId="{53E64437-0A7E-4310-A774-1B5309464AB5}" type="sibTrans" cxnId="{E05B039A-7193-442E-A4F8-DF5150AC2FEA}">
      <dgm:prSet/>
      <dgm:spPr/>
      <dgm:t>
        <a:bodyPr/>
        <a:lstStyle/>
        <a:p>
          <a:endParaRPr lang="tr-TR"/>
        </a:p>
      </dgm:t>
    </dgm:pt>
    <dgm:pt modelId="{5063D76D-0897-415D-A1EF-190F47B6E57A}">
      <dgm:prSet/>
      <dgm:spPr/>
      <dgm:t>
        <a:bodyPr/>
        <a:lstStyle/>
        <a:p>
          <a:pPr>
            <a:lnSpc>
              <a:spcPct val="100000"/>
            </a:lnSpc>
          </a:pPr>
          <a:r>
            <a:rPr lang="en-US"/>
            <a:t>a </a:t>
          </a:r>
          <a:r>
            <a:rPr lang="en-US" i="1"/>
            <a:t>mathematical scheme </a:t>
          </a:r>
          <a:endParaRPr lang="en-US"/>
        </a:p>
      </dgm:t>
    </dgm:pt>
    <dgm:pt modelId="{A33F0019-8E06-4CED-A55A-B19D897C18CD}" type="parTrans" cxnId="{60DDB722-268B-4077-BE1A-4C369BFC4673}">
      <dgm:prSet/>
      <dgm:spPr/>
      <dgm:t>
        <a:bodyPr/>
        <a:lstStyle/>
        <a:p>
          <a:endParaRPr lang="tr-TR"/>
        </a:p>
      </dgm:t>
    </dgm:pt>
    <dgm:pt modelId="{7F915A13-E279-4031-A0E1-4F4FE5EAABD2}" type="sibTrans" cxnId="{60DDB722-268B-4077-BE1A-4C369BFC4673}">
      <dgm:prSet/>
      <dgm:spPr/>
      <dgm:t>
        <a:bodyPr/>
        <a:lstStyle/>
        <a:p>
          <a:endParaRPr lang="tr-TR"/>
        </a:p>
      </dgm:t>
    </dgm:pt>
    <dgm:pt modelId="{33C60FD4-F401-4582-9A59-EE3D0D3CC90B}">
      <dgm:prSet/>
      <dgm:spPr/>
      <dgm:t>
        <a:bodyPr/>
        <a:lstStyle/>
        <a:p>
          <a:pPr>
            <a:lnSpc>
              <a:spcPct val="100000"/>
            </a:lnSpc>
          </a:pPr>
          <a:r>
            <a:rPr lang="tr-TR"/>
            <a:t>signature verification</a:t>
          </a:r>
          <a:endParaRPr lang="en-US"/>
        </a:p>
      </dgm:t>
    </dgm:pt>
    <dgm:pt modelId="{23E4A11D-1BE0-43FF-B7A9-B73B9BF26597}" type="parTrans" cxnId="{E66B3788-92AD-4DA9-B5FA-215427422B6E}">
      <dgm:prSet/>
      <dgm:spPr/>
      <dgm:t>
        <a:bodyPr/>
        <a:lstStyle/>
        <a:p>
          <a:endParaRPr lang="tr-TR"/>
        </a:p>
      </dgm:t>
    </dgm:pt>
    <dgm:pt modelId="{C2F9BAE4-CC33-4F98-BA4F-B2396EE4ED9A}" type="sibTrans" cxnId="{E66B3788-92AD-4DA9-B5FA-215427422B6E}">
      <dgm:prSet/>
      <dgm:spPr/>
      <dgm:t>
        <a:bodyPr/>
        <a:lstStyle/>
        <a:p>
          <a:endParaRPr lang="tr-TR"/>
        </a:p>
      </dgm:t>
    </dgm:pt>
    <dgm:pt modelId="{BAE742DF-9FCA-41C6-ADBA-289B69B5B8BF}" type="pres">
      <dgm:prSet presAssocID="{2FFCF331-775F-4EAE-B237-8D61E06CF60B}" presName="root" presStyleCnt="0">
        <dgm:presLayoutVars>
          <dgm:dir/>
          <dgm:resizeHandles val="exact"/>
        </dgm:presLayoutVars>
      </dgm:prSet>
      <dgm:spPr/>
    </dgm:pt>
    <dgm:pt modelId="{0CD1580A-E217-47EF-B1B7-A3B17DEC8792}" type="pres">
      <dgm:prSet presAssocID="{4085C958-8FE6-46FD-A590-5BBB9E0886A2}" presName="compNode" presStyleCnt="0"/>
      <dgm:spPr/>
    </dgm:pt>
    <dgm:pt modelId="{C36FBF25-48F6-4521-8764-7FDB5FC91074}" type="pres">
      <dgm:prSet presAssocID="{4085C958-8FE6-46FD-A590-5BBB9E0886A2}" presName="iconRect" presStyleLbl="node1" presStyleIdx="0" presStyleCnt="2"/>
      <dgm:spPr>
        <a:blipFill rotWithShape="1">
          <a:blip xmlns:r="http://schemas.openxmlformats.org/officeDocument/2006/relationships" r:embed="rId1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2"/>
              </a:ext>
            </a:extLst>
          </a:blip>
          <a:srcRect/>
          <a:stretch>
            <a:fillRect/>
          </a:stretch>
        </a:blipFill>
      </dgm:spPr>
    </dgm:pt>
    <dgm:pt modelId="{F9DCD107-212F-468E-9B98-9818D447C287}" type="pres">
      <dgm:prSet presAssocID="{4085C958-8FE6-46FD-A590-5BBB9E0886A2}" presName="iconSpace" presStyleCnt="0"/>
      <dgm:spPr/>
    </dgm:pt>
    <dgm:pt modelId="{533DD774-158E-4250-8A95-43A6D0C9CEDE}" type="pres">
      <dgm:prSet presAssocID="{4085C958-8FE6-46FD-A590-5BBB9E0886A2}" presName="parTx" presStyleLbl="revTx" presStyleIdx="0" presStyleCnt="4">
        <dgm:presLayoutVars>
          <dgm:chMax val="0"/>
          <dgm:chPref val="0"/>
        </dgm:presLayoutVars>
      </dgm:prSet>
      <dgm:spPr/>
    </dgm:pt>
    <dgm:pt modelId="{7E612D85-4203-4A9D-9576-910C1B28467E}" type="pres">
      <dgm:prSet presAssocID="{4085C958-8FE6-46FD-A590-5BBB9E0886A2}" presName="txSpace" presStyleCnt="0"/>
      <dgm:spPr/>
    </dgm:pt>
    <dgm:pt modelId="{8B4C3001-74EC-4EB7-A659-9CA135EB9B7C}" type="pres">
      <dgm:prSet presAssocID="{4085C958-8FE6-46FD-A590-5BBB9E0886A2}" presName="desTx" presStyleLbl="revTx" presStyleIdx="1" presStyleCnt="4">
        <dgm:presLayoutVars/>
      </dgm:prSet>
      <dgm:spPr/>
    </dgm:pt>
    <dgm:pt modelId="{F81B56AF-ACF5-490C-BA97-A4DCECF3673F}" type="pres">
      <dgm:prSet presAssocID="{9D61D482-B2FE-410F-8B5C-8D0FC19BBB34}" presName="sibTrans" presStyleCnt="0"/>
      <dgm:spPr/>
    </dgm:pt>
    <dgm:pt modelId="{CD9DAEE1-0BBB-42EA-9785-624F69BC4B86}" type="pres">
      <dgm:prSet presAssocID="{7AD811D8-58B0-4FA6-9D06-5F4A31938DAA}" presName="compNode" presStyleCnt="0"/>
      <dgm:spPr/>
    </dgm:pt>
    <dgm:pt modelId="{5B539BC8-DBB2-45CE-A03E-EE01145850CF}" type="pres">
      <dgm:prSet presAssocID="{7AD811D8-58B0-4FA6-9D06-5F4A31938DAA}" presName="iconRect" presStyleLbl="node1" presStyleIdx="1" presStyleCnt="2"/>
      <dgm:spPr>
        <a:blipFill rotWithShape="1">
          <a:blip xmlns:r="http://schemas.openxmlformats.org/officeDocument/2006/relationships" r:embed="rId3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4"/>
              </a:ext>
            </a:extLst>
          </a:blip>
          <a:srcRect/>
          <a:stretch>
            <a:fillRect/>
          </a:stretch>
        </a:blipFill>
      </dgm:spPr>
    </dgm:pt>
    <dgm:pt modelId="{E1A7ECE2-6240-4D99-AEAF-5D4935542E2B}" type="pres">
      <dgm:prSet presAssocID="{7AD811D8-58B0-4FA6-9D06-5F4A31938DAA}" presName="iconSpace" presStyleCnt="0"/>
      <dgm:spPr/>
    </dgm:pt>
    <dgm:pt modelId="{734B9394-0452-4078-9AC2-FE56B4541B9C}" type="pres">
      <dgm:prSet presAssocID="{7AD811D8-58B0-4FA6-9D06-5F4A31938DAA}" presName="parTx" presStyleLbl="revTx" presStyleIdx="2" presStyleCnt="4">
        <dgm:presLayoutVars>
          <dgm:chMax val="0"/>
          <dgm:chPref val="0"/>
        </dgm:presLayoutVars>
      </dgm:prSet>
      <dgm:spPr/>
    </dgm:pt>
    <dgm:pt modelId="{AE7CF5E7-716B-4A7D-9C3A-C56E497247D3}" type="pres">
      <dgm:prSet presAssocID="{7AD811D8-58B0-4FA6-9D06-5F4A31938DAA}" presName="txSpace" presStyleCnt="0"/>
      <dgm:spPr/>
    </dgm:pt>
    <dgm:pt modelId="{9CF018DF-D01D-40CC-BFEB-A54907C1FD78}" type="pres">
      <dgm:prSet presAssocID="{7AD811D8-58B0-4FA6-9D06-5F4A31938DAA}" presName="desTx" presStyleLbl="revTx" presStyleIdx="3" presStyleCnt="4">
        <dgm:presLayoutVars/>
      </dgm:prSet>
      <dgm:spPr/>
    </dgm:pt>
  </dgm:ptLst>
  <dgm:cxnLst>
    <dgm:cxn modelId="{16EF2C22-D70D-48A2-A0C1-7B8406041D62}" type="presOf" srcId="{2FFCF331-775F-4EAE-B237-8D61E06CF60B}" destId="{BAE742DF-9FCA-41C6-ADBA-289B69B5B8BF}" srcOrd="0" destOrd="0" presId="urn:microsoft.com/office/officeart/2018/5/layout/CenteredIconLabelDescriptionList"/>
    <dgm:cxn modelId="{60DDB722-268B-4077-BE1A-4C369BFC4673}" srcId="{4085C958-8FE6-46FD-A590-5BBB9E0886A2}" destId="{5063D76D-0897-415D-A1EF-190F47B6E57A}" srcOrd="1" destOrd="0" parTransId="{A33F0019-8E06-4CED-A55A-B19D897C18CD}" sibTransId="{7F915A13-E279-4031-A0E1-4F4FE5EAABD2}"/>
    <dgm:cxn modelId="{742DD031-3D41-48BA-8F44-F542EA1F0261}" type="presOf" srcId="{33C60FD4-F401-4582-9A59-EE3D0D3CC90B}" destId="{9CF018DF-D01D-40CC-BFEB-A54907C1FD78}" srcOrd="0" destOrd="1" presId="urn:microsoft.com/office/officeart/2018/5/layout/CenteredIconLabelDescriptionList"/>
    <dgm:cxn modelId="{5445BA6B-1382-4974-83A1-607E7DAC278B}" srcId="{2FFCF331-775F-4EAE-B237-8D61E06CF60B}" destId="{4085C958-8FE6-46FD-A590-5BBB9E0886A2}" srcOrd="0" destOrd="0" parTransId="{36FC9FE2-9A0B-4C5D-A18D-346368807DD9}" sibTransId="{9D61D482-B2FE-410F-8B5C-8D0FC19BBB34}"/>
    <dgm:cxn modelId="{9CB1947D-0819-4B64-97E3-731699F81EB4}" type="presOf" srcId="{DEDC906C-AA75-4897-925F-AEAEF8D2F557}" destId="{9CF018DF-D01D-40CC-BFEB-A54907C1FD78}" srcOrd="0" destOrd="0" presId="urn:microsoft.com/office/officeart/2018/5/layout/CenteredIconLabelDescriptionList"/>
    <dgm:cxn modelId="{E66B3788-92AD-4DA9-B5FA-215427422B6E}" srcId="{7AD811D8-58B0-4FA6-9D06-5F4A31938DAA}" destId="{33C60FD4-F401-4582-9A59-EE3D0D3CC90B}" srcOrd="1" destOrd="0" parTransId="{23E4A11D-1BE0-43FF-B7A9-B73B9BF26597}" sibTransId="{C2F9BAE4-CC33-4F98-BA4F-B2396EE4ED9A}"/>
    <dgm:cxn modelId="{EE9F4E88-2552-4CE1-B879-B90A3C33CB6E}" type="presOf" srcId="{5063D76D-0897-415D-A1EF-190F47B6E57A}" destId="{8B4C3001-74EC-4EB7-A659-9CA135EB9B7C}" srcOrd="0" destOrd="1" presId="urn:microsoft.com/office/officeart/2018/5/layout/CenteredIconLabelDescriptionList"/>
    <dgm:cxn modelId="{FD12D393-C4BC-41A4-A433-1BD4AB0A2E38}" type="presOf" srcId="{9BDECC48-AC12-4253-9FD3-BC1BA3A170C6}" destId="{8B4C3001-74EC-4EB7-A659-9CA135EB9B7C}" srcOrd="0" destOrd="0" presId="urn:microsoft.com/office/officeart/2018/5/layout/CenteredIconLabelDescriptionList"/>
    <dgm:cxn modelId="{E05B039A-7193-442E-A4F8-DF5150AC2FEA}" srcId="{7AD811D8-58B0-4FA6-9D06-5F4A31938DAA}" destId="{DEDC906C-AA75-4897-925F-AEAEF8D2F557}" srcOrd="0" destOrd="0" parTransId="{B818E224-3A50-4F50-A240-100E18CF0ED5}" sibTransId="{53E64437-0A7E-4310-A774-1B5309464AB5}"/>
    <dgm:cxn modelId="{2C947C9A-6739-466E-9D48-DD1132DB31E2}" type="presOf" srcId="{4085C958-8FE6-46FD-A590-5BBB9E0886A2}" destId="{533DD774-158E-4250-8A95-43A6D0C9CEDE}" srcOrd="0" destOrd="0" presId="urn:microsoft.com/office/officeart/2018/5/layout/CenteredIconLabelDescriptionList"/>
    <dgm:cxn modelId="{4146A89D-FD91-457F-BD5C-10632A94F9CF}" srcId="{4085C958-8FE6-46FD-A590-5BBB9E0886A2}" destId="{9BDECC48-AC12-4253-9FD3-BC1BA3A170C6}" srcOrd="0" destOrd="0" parTransId="{093DA2A1-7A67-404C-A1CD-F0C2261DB64C}" sibTransId="{6EED26AF-406E-4170-A748-7ADE3D8BBDF4}"/>
    <dgm:cxn modelId="{E60691B0-4571-4CAC-9B0B-3CD88D13DE16}" srcId="{2FFCF331-775F-4EAE-B237-8D61E06CF60B}" destId="{7AD811D8-58B0-4FA6-9D06-5F4A31938DAA}" srcOrd="1" destOrd="0" parTransId="{80232C58-05D6-495F-8B22-3B251C771605}" sibTransId="{A6F55A0A-4B09-4B0C-B002-01A9BC6EDA57}"/>
    <dgm:cxn modelId="{066339F6-F719-4D7E-80EA-E66F6C6DBA9D}" type="presOf" srcId="{7AD811D8-58B0-4FA6-9D06-5F4A31938DAA}" destId="{734B9394-0452-4078-9AC2-FE56B4541B9C}" srcOrd="0" destOrd="0" presId="urn:microsoft.com/office/officeart/2018/5/layout/CenteredIconLabelDescriptionList"/>
    <dgm:cxn modelId="{6D8790B4-4C89-42A0-98AE-60EB534B593E}" type="presParOf" srcId="{BAE742DF-9FCA-41C6-ADBA-289B69B5B8BF}" destId="{0CD1580A-E217-47EF-B1B7-A3B17DEC8792}" srcOrd="0" destOrd="0" presId="urn:microsoft.com/office/officeart/2018/5/layout/CenteredIconLabelDescriptionList"/>
    <dgm:cxn modelId="{B84F2CA0-EB53-4C86-85EB-F89936F894FE}" type="presParOf" srcId="{0CD1580A-E217-47EF-B1B7-A3B17DEC8792}" destId="{C36FBF25-48F6-4521-8764-7FDB5FC91074}" srcOrd="0" destOrd="0" presId="urn:microsoft.com/office/officeart/2018/5/layout/CenteredIconLabelDescriptionList"/>
    <dgm:cxn modelId="{AAB6D208-3F0A-469A-9832-649CB79A6535}" type="presParOf" srcId="{0CD1580A-E217-47EF-B1B7-A3B17DEC8792}" destId="{F9DCD107-212F-468E-9B98-9818D447C287}" srcOrd="1" destOrd="0" presId="urn:microsoft.com/office/officeart/2018/5/layout/CenteredIconLabelDescriptionList"/>
    <dgm:cxn modelId="{F188C45E-0C96-4A33-A4F3-B55594881EBA}" type="presParOf" srcId="{0CD1580A-E217-47EF-B1B7-A3B17DEC8792}" destId="{533DD774-158E-4250-8A95-43A6D0C9CEDE}" srcOrd="2" destOrd="0" presId="urn:microsoft.com/office/officeart/2018/5/layout/CenteredIconLabelDescriptionList"/>
    <dgm:cxn modelId="{590C209C-EAAB-4449-80A7-163F6A730E09}" type="presParOf" srcId="{0CD1580A-E217-47EF-B1B7-A3B17DEC8792}" destId="{7E612D85-4203-4A9D-9576-910C1B28467E}" srcOrd="3" destOrd="0" presId="urn:microsoft.com/office/officeart/2018/5/layout/CenteredIconLabelDescriptionList"/>
    <dgm:cxn modelId="{CB4A41B4-B534-4DE6-9A87-325A8FB97603}" type="presParOf" srcId="{0CD1580A-E217-47EF-B1B7-A3B17DEC8792}" destId="{8B4C3001-74EC-4EB7-A659-9CA135EB9B7C}" srcOrd="4" destOrd="0" presId="urn:microsoft.com/office/officeart/2018/5/layout/CenteredIconLabelDescriptionList"/>
    <dgm:cxn modelId="{AEC4F1BA-8539-4AA9-85DA-AB1B4708675D}" type="presParOf" srcId="{BAE742DF-9FCA-41C6-ADBA-289B69B5B8BF}" destId="{F81B56AF-ACF5-490C-BA97-A4DCECF3673F}" srcOrd="1" destOrd="0" presId="urn:microsoft.com/office/officeart/2018/5/layout/CenteredIconLabelDescriptionList"/>
    <dgm:cxn modelId="{C0969500-D341-4802-B2DD-60DD357255CF}" type="presParOf" srcId="{BAE742DF-9FCA-41C6-ADBA-289B69B5B8BF}" destId="{CD9DAEE1-0BBB-42EA-9785-624F69BC4B86}" srcOrd="2" destOrd="0" presId="urn:microsoft.com/office/officeart/2018/5/layout/CenteredIconLabelDescriptionList"/>
    <dgm:cxn modelId="{0C65F30F-38E7-42F4-8DAF-E30B02ABF007}" type="presParOf" srcId="{CD9DAEE1-0BBB-42EA-9785-624F69BC4B86}" destId="{5B539BC8-DBB2-45CE-A03E-EE01145850CF}" srcOrd="0" destOrd="0" presId="urn:microsoft.com/office/officeart/2018/5/layout/CenteredIconLabelDescriptionList"/>
    <dgm:cxn modelId="{CB844FAE-817A-470B-9837-2281CBB3D091}" type="presParOf" srcId="{CD9DAEE1-0BBB-42EA-9785-624F69BC4B86}" destId="{E1A7ECE2-6240-4D99-AEAF-5D4935542E2B}" srcOrd="1" destOrd="0" presId="urn:microsoft.com/office/officeart/2018/5/layout/CenteredIconLabelDescriptionList"/>
    <dgm:cxn modelId="{648E71E7-7EB1-4EF8-9A73-AFE6BA446303}" type="presParOf" srcId="{CD9DAEE1-0BBB-42EA-9785-624F69BC4B86}" destId="{734B9394-0452-4078-9AC2-FE56B4541B9C}" srcOrd="2" destOrd="0" presId="urn:microsoft.com/office/officeart/2018/5/layout/CenteredIconLabelDescriptionList"/>
    <dgm:cxn modelId="{7C49112A-93BB-4073-92E0-CFD8D1BCE605}" type="presParOf" srcId="{CD9DAEE1-0BBB-42EA-9785-624F69BC4B86}" destId="{AE7CF5E7-716B-4A7D-9C3A-C56E497247D3}" srcOrd="3" destOrd="0" presId="urn:microsoft.com/office/officeart/2018/5/layout/CenteredIconLabelDescriptionList"/>
    <dgm:cxn modelId="{345812EB-B604-4161-9EE1-49375CC53E3D}" type="presParOf" srcId="{CD9DAEE1-0BBB-42EA-9785-624F69BC4B86}" destId="{9CF018DF-D01D-40CC-BFEB-A54907C1FD78}" srcOrd="4" destOrd="0" presId="urn:microsoft.com/office/officeart/2018/5/layout/CenteredIconLabelDescriptionList"/>
  </dgm:cxnLst>
  <dgm:bg/>
  <dgm:whole/>
  <dgm:extLst>
    <a:ext uri="http://schemas.microsoft.com/office/drawing/2008/diagram">
      <dsp:dataModelExt xmlns:dsp="http://schemas.microsoft.com/office/drawing/2008/diagram" relId="rId6" minVer="http://schemas.openxmlformats.org/drawingml/2006/diagram"/>
    </a:ext>
  </dgm:extLst>
</dgm:dataModel>
</file>

<file path=ppt/diagrams/data96.xml><?xml version="1.0" encoding="utf-8"?>
<dgm:dataModel xmlns:dgm="http://schemas.openxmlformats.org/drawingml/2006/diagram" xmlns:a="http://schemas.openxmlformats.org/drawingml/2006/main">
  <dgm:ptLst>
    <dgm:pt modelId="{2FFCF331-775F-4EAE-B237-8D61E06CF60B}" type="doc">
      <dgm:prSet loTypeId="urn:microsoft.com/office/officeart/2018/5/layout/CenteredIconLabelDescriptionList" loCatId="icon" qsTypeId="urn:microsoft.com/office/officeart/2005/8/quickstyle/simple1" qsCatId="simple" csTypeId="urn:microsoft.com/office/officeart/2018/5/colors/Iconchunking_neutralbg_colorful1" csCatId="colorful" phldr="1"/>
      <dgm:spPr/>
      <dgm:t>
        <a:bodyPr/>
        <a:lstStyle/>
        <a:p>
          <a:endParaRPr lang="en-US"/>
        </a:p>
      </dgm:t>
    </dgm:pt>
    <dgm:pt modelId="{F5EDED26-02CD-4F71-9998-1C44CB0224E2}">
      <dgm:prSet/>
      <dgm:spPr/>
      <dgm:t>
        <a:bodyPr/>
        <a:lstStyle/>
        <a:p>
          <a:pPr>
            <a:lnSpc>
              <a:spcPct val="100000"/>
            </a:lnSpc>
            <a:defRPr b="1"/>
          </a:pPr>
          <a:r>
            <a:rPr lang="tr-TR"/>
            <a:t>Signature generation</a:t>
          </a:r>
          <a:endParaRPr lang="en-US"/>
        </a:p>
      </dgm:t>
    </dgm:pt>
    <dgm:pt modelId="{B29EF945-D307-4001-80E5-E2F2FC66067D}" type="parTrans" cxnId="{C566CE02-1152-40C5-B736-02F71C5D5ED4}">
      <dgm:prSet/>
      <dgm:spPr/>
      <dgm:t>
        <a:bodyPr/>
        <a:lstStyle/>
        <a:p>
          <a:endParaRPr lang="en-US"/>
        </a:p>
      </dgm:t>
    </dgm:pt>
    <dgm:pt modelId="{3178D96D-0023-4F47-BBC8-68EEE53695EF}" type="sibTrans" cxnId="{C566CE02-1152-40C5-B736-02F71C5D5ED4}">
      <dgm:prSet/>
      <dgm:spPr/>
      <dgm:t>
        <a:bodyPr/>
        <a:lstStyle/>
        <a:p>
          <a:endParaRPr lang="en-US"/>
        </a:p>
      </dgm:t>
    </dgm:pt>
    <dgm:pt modelId="{0EBEFB16-8887-4A34-A4CD-9215378EE09B}">
      <dgm:prSet/>
      <dgm:spPr/>
      <dgm:t>
        <a:bodyPr/>
        <a:lstStyle/>
        <a:p>
          <a:pPr>
            <a:lnSpc>
              <a:spcPct val="100000"/>
            </a:lnSpc>
          </a:pPr>
          <a:r>
            <a:rPr lang="en-US" dirty="0"/>
            <a:t>signature</a:t>
          </a:r>
          <a:r>
            <a:rPr lang="tr-TR" dirty="0"/>
            <a:t> is generated</a:t>
          </a:r>
          <a:endParaRPr lang="en-US" dirty="0"/>
        </a:p>
      </dgm:t>
    </dgm:pt>
    <dgm:pt modelId="{40808E1C-8DC3-48D6-9DA4-B6FEF573FB34}" type="parTrans" cxnId="{14383A20-108E-4C9D-AF65-249B682ACF45}">
      <dgm:prSet/>
      <dgm:spPr/>
      <dgm:t>
        <a:bodyPr/>
        <a:lstStyle/>
        <a:p>
          <a:endParaRPr lang="en-US"/>
        </a:p>
      </dgm:t>
    </dgm:pt>
    <dgm:pt modelId="{E63E0358-2954-4581-A643-103DA619AC39}" type="sibTrans" cxnId="{14383A20-108E-4C9D-AF65-249B682ACF45}">
      <dgm:prSet/>
      <dgm:spPr/>
      <dgm:t>
        <a:bodyPr/>
        <a:lstStyle/>
        <a:p>
          <a:endParaRPr lang="en-US"/>
        </a:p>
      </dgm:t>
    </dgm:pt>
    <dgm:pt modelId="{6105E9EA-4117-4AEC-BC1D-54F09A77F2B6}">
      <dgm:prSet/>
      <dgm:spPr/>
      <dgm:t>
        <a:bodyPr/>
        <a:lstStyle/>
        <a:p>
          <a:pPr>
            <a:lnSpc>
              <a:spcPct val="100000"/>
            </a:lnSpc>
          </a:pPr>
          <a:r>
            <a:rPr lang="en-US" dirty="0"/>
            <a:t>using a </a:t>
          </a:r>
          <a:r>
            <a:rPr lang="tr-TR" dirty="0"/>
            <a:t>signing</a:t>
          </a:r>
          <a:r>
            <a:rPr lang="en-US" dirty="0"/>
            <a:t> key</a:t>
          </a:r>
        </a:p>
      </dgm:t>
    </dgm:pt>
    <dgm:pt modelId="{57A3B339-543D-46BB-B0D0-CF3407A0395A}" type="parTrans" cxnId="{35F4F6F4-03EF-47E3-82F9-B02F72B66580}">
      <dgm:prSet/>
      <dgm:spPr/>
      <dgm:t>
        <a:bodyPr/>
        <a:lstStyle/>
        <a:p>
          <a:endParaRPr lang="en-US"/>
        </a:p>
      </dgm:t>
    </dgm:pt>
    <dgm:pt modelId="{3165E748-7E89-4676-B6B4-9DC14CE1986E}" type="sibTrans" cxnId="{35F4F6F4-03EF-47E3-82F9-B02F72B66580}">
      <dgm:prSet/>
      <dgm:spPr/>
      <dgm:t>
        <a:bodyPr/>
        <a:lstStyle/>
        <a:p>
          <a:endParaRPr lang="en-US"/>
        </a:p>
      </dgm:t>
    </dgm:pt>
    <dgm:pt modelId="{8A8ED3DA-2836-4618-8994-15C89DBFCFE4}">
      <dgm:prSet/>
      <dgm:spPr/>
      <dgm:t>
        <a:bodyPr/>
        <a:lstStyle/>
        <a:p>
          <a:pPr>
            <a:lnSpc>
              <a:spcPct val="100000"/>
            </a:lnSpc>
            <a:defRPr b="1"/>
          </a:pPr>
          <a:r>
            <a:rPr lang="en-US"/>
            <a:t>the signing key </a:t>
          </a:r>
        </a:p>
      </dgm:t>
    </dgm:pt>
    <dgm:pt modelId="{EA6EFCD8-E54B-4B92-874F-50D1C83177DA}" type="parTrans" cxnId="{EB911693-B0F5-4838-B5F9-81F968AD82EC}">
      <dgm:prSet/>
      <dgm:spPr/>
      <dgm:t>
        <a:bodyPr/>
        <a:lstStyle/>
        <a:p>
          <a:endParaRPr lang="tr-TR"/>
        </a:p>
      </dgm:t>
    </dgm:pt>
    <dgm:pt modelId="{83999366-C16F-485D-B915-41E1FA6AE0C0}" type="sibTrans" cxnId="{EB911693-B0F5-4838-B5F9-81F968AD82EC}">
      <dgm:prSet/>
      <dgm:spPr/>
      <dgm:t>
        <a:bodyPr/>
        <a:lstStyle/>
        <a:p>
          <a:endParaRPr lang="tr-TR"/>
        </a:p>
      </dgm:t>
    </dgm:pt>
    <dgm:pt modelId="{7B30CBF0-63C1-48F4-8885-534EDB0665BD}">
      <dgm:prSet/>
      <dgm:spPr/>
      <dgm:t>
        <a:bodyPr/>
        <a:lstStyle/>
        <a:p>
          <a:pPr>
            <a:lnSpc>
              <a:spcPct val="100000"/>
            </a:lnSpc>
          </a:pPr>
          <a:r>
            <a:rPr lang="en-US"/>
            <a:t>the transaction</a:t>
          </a:r>
        </a:p>
      </dgm:t>
    </dgm:pt>
    <dgm:pt modelId="{A94C1F00-89A7-420A-9977-ACD114405634}" type="parTrans" cxnId="{1E21182F-4496-4B76-B423-492AB3EF0391}">
      <dgm:prSet/>
      <dgm:spPr/>
      <dgm:t>
        <a:bodyPr/>
        <a:lstStyle/>
        <a:p>
          <a:endParaRPr lang="tr-TR"/>
        </a:p>
      </dgm:t>
    </dgm:pt>
    <dgm:pt modelId="{25005755-763E-4A64-9161-3525294C8B7C}" type="sibTrans" cxnId="{1E21182F-4496-4B76-B423-492AB3EF0391}">
      <dgm:prSet/>
      <dgm:spPr/>
      <dgm:t>
        <a:bodyPr/>
        <a:lstStyle/>
        <a:p>
          <a:endParaRPr lang="tr-TR"/>
        </a:p>
      </dgm:t>
    </dgm:pt>
    <dgm:pt modelId="{32C2F4EB-D2BB-408C-A955-AED33B530C25}">
      <dgm:prSet/>
      <dgm:spPr/>
      <dgm:t>
        <a:bodyPr/>
        <a:lstStyle/>
        <a:p>
          <a:pPr>
            <a:lnSpc>
              <a:spcPct val="100000"/>
            </a:lnSpc>
          </a:pPr>
          <a:r>
            <a:rPr lang="tr-TR"/>
            <a:t>the</a:t>
          </a:r>
          <a:r>
            <a:rPr lang="en-US"/>
            <a:t> private key</a:t>
          </a:r>
        </a:p>
      </dgm:t>
    </dgm:pt>
    <dgm:pt modelId="{B5CFC58E-702A-4EDF-9AAC-4CF2EE7421D4}" type="parTrans" cxnId="{D88B0AE7-2482-47B7-877E-72782B51EA32}">
      <dgm:prSet/>
      <dgm:spPr/>
      <dgm:t>
        <a:bodyPr/>
        <a:lstStyle/>
        <a:p>
          <a:endParaRPr lang="tr-TR"/>
        </a:p>
      </dgm:t>
    </dgm:pt>
    <dgm:pt modelId="{6B39470C-697B-49BA-A868-9ADBBE91BC00}" type="sibTrans" cxnId="{D88B0AE7-2482-47B7-877E-72782B51EA32}">
      <dgm:prSet/>
      <dgm:spPr/>
      <dgm:t>
        <a:bodyPr/>
        <a:lstStyle/>
        <a:p>
          <a:endParaRPr lang="tr-TR"/>
        </a:p>
      </dgm:t>
    </dgm:pt>
    <dgm:pt modelId="{A12DFD54-8718-4B46-9B3B-71E8A810E8F9}">
      <dgm:prSet/>
      <dgm:spPr/>
      <dgm:t>
        <a:bodyPr/>
        <a:lstStyle/>
        <a:p>
          <a:pPr>
            <a:lnSpc>
              <a:spcPct val="100000"/>
            </a:lnSpc>
            <a:defRPr b="1"/>
          </a:pPr>
          <a:r>
            <a:rPr lang="tr-TR"/>
            <a:t>message</a:t>
          </a:r>
          <a:endParaRPr lang="en-US"/>
        </a:p>
      </dgm:t>
    </dgm:pt>
    <dgm:pt modelId="{3F15F615-F688-4469-8563-40E999BDEE15}" type="parTrans" cxnId="{BB9C101B-9185-4DDA-82A3-1757C7B0BD6B}">
      <dgm:prSet/>
      <dgm:spPr/>
      <dgm:t>
        <a:bodyPr/>
        <a:lstStyle/>
        <a:p>
          <a:endParaRPr lang="tr-TR"/>
        </a:p>
      </dgm:t>
    </dgm:pt>
    <dgm:pt modelId="{54B6120E-917B-4595-8292-8D5A9B6ECCDB}" type="sibTrans" cxnId="{BB9C101B-9185-4DDA-82A3-1757C7B0BD6B}">
      <dgm:prSet/>
      <dgm:spPr/>
      <dgm:t>
        <a:bodyPr/>
        <a:lstStyle/>
        <a:p>
          <a:endParaRPr lang="tr-TR"/>
        </a:p>
      </dgm:t>
    </dgm:pt>
    <dgm:pt modelId="{D0EEE16F-21D1-4FB2-997A-0CF0B86C7B2C}">
      <dgm:prSet/>
      <dgm:spPr/>
      <dgm:t>
        <a:bodyPr/>
        <a:lstStyle/>
        <a:p>
          <a:pPr>
            <a:lnSpc>
              <a:spcPct val="100000"/>
            </a:lnSpc>
          </a:pPr>
          <a:r>
            <a:rPr lang="tr-TR" dirty="0"/>
            <a:t>and</a:t>
          </a:r>
          <a:r>
            <a:rPr lang="en-US" dirty="0"/>
            <a:t> a</a:t>
          </a:r>
          <a:r>
            <a:rPr lang="tr-TR" dirty="0"/>
            <a:t> </a:t>
          </a:r>
          <a:r>
            <a:rPr lang="en-US" dirty="0"/>
            <a:t>message</a:t>
          </a:r>
        </a:p>
      </dgm:t>
    </dgm:pt>
    <dgm:pt modelId="{D308298B-9E1F-47D0-B137-B3C4BDF960CA}" type="parTrans" cxnId="{C7110A0B-A421-46ED-B5A2-B87E2ACEDCCF}">
      <dgm:prSet/>
      <dgm:spPr/>
      <dgm:t>
        <a:bodyPr/>
        <a:lstStyle/>
        <a:p>
          <a:endParaRPr lang="tr-TR"/>
        </a:p>
      </dgm:t>
    </dgm:pt>
    <dgm:pt modelId="{3E8D4FB8-D9A7-4E97-8872-52D00511C460}" type="sibTrans" cxnId="{C7110A0B-A421-46ED-B5A2-B87E2ACEDCCF}">
      <dgm:prSet/>
      <dgm:spPr/>
      <dgm:t>
        <a:bodyPr/>
        <a:lstStyle/>
        <a:p>
          <a:endParaRPr lang="tr-TR"/>
        </a:p>
      </dgm:t>
    </dgm:pt>
    <dgm:pt modelId="{BAE742DF-9FCA-41C6-ADBA-289B69B5B8BF}" type="pres">
      <dgm:prSet presAssocID="{2FFCF331-775F-4EAE-B237-8D61E06CF60B}" presName="root" presStyleCnt="0">
        <dgm:presLayoutVars>
          <dgm:dir/>
          <dgm:resizeHandles val="exact"/>
        </dgm:presLayoutVars>
      </dgm:prSet>
      <dgm:spPr/>
    </dgm:pt>
    <dgm:pt modelId="{49F5E4C0-A83A-4E99-942A-47681E6AA82F}" type="pres">
      <dgm:prSet presAssocID="{F5EDED26-02CD-4F71-9998-1C44CB0224E2}" presName="compNode" presStyleCnt="0"/>
      <dgm:spPr/>
    </dgm:pt>
    <dgm:pt modelId="{F794F42A-A51D-4FA0-8968-0A6108460A94}" type="pres">
      <dgm:prSet presAssocID="{F5EDED26-02CD-4F71-9998-1C44CB0224E2}" presName="iconRect" presStyleLbl="node1" presStyleIdx="0" presStyleCnt="3"/>
      <dgm:spPr>
        <a:blipFill rotWithShape="1">
          <a:blip xmlns:r="http://schemas.openxmlformats.org/officeDocument/2006/relationships" r:embed="rId1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2"/>
              </a:ext>
            </a:extLst>
          </a:blip>
          <a:srcRect/>
          <a:stretch>
            <a:fillRect/>
          </a:stretch>
        </a:blipFill>
        <a:ln>
          <a:noFill/>
        </a:ln>
      </dgm:spPr>
      <dgm:extLst>
        <a:ext uri="{E40237B7-FDA0-4F09-8148-C483321AD2D9}">
          <dgm14:cNvPr xmlns:dgm14="http://schemas.microsoft.com/office/drawing/2010/diagram" id="0" name="" descr="Label"/>
        </a:ext>
      </dgm:extLst>
    </dgm:pt>
    <dgm:pt modelId="{D65C17C4-14BE-4DE6-91A0-923F2F8AF25C}" type="pres">
      <dgm:prSet presAssocID="{F5EDED26-02CD-4F71-9998-1C44CB0224E2}" presName="iconSpace" presStyleCnt="0"/>
      <dgm:spPr/>
    </dgm:pt>
    <dgm:pt modelId="{5AD9BFF4-E858-4FFB-A7A2-5E96B61FFC69}" type="pres">
      <dgm:prSet presAssocID="{F5EDED26-02CD-4F71-9998-1C44CB0224E2}" presName="parTx" presStyleLbl="revTx" presStyleIdx="0" presStyleCnt="6">
        <dgm:presLayoutVars>
          <dgm:chMax val="0"/>
          <dgm:chPref val="0"/>
        </dgm:presLayoutVars>
      </dgm:prSet>
      <dgm:spPr/>
    </dgm:pt>
    <dgm:pt modelId="{998BCE24-F37E-420C-AE1F-835DD73F0179}" type="pres">
      <dgm:prSet presAssocID="{F5EDED26-02CD-4F71-9998-1C44CB0224E2}" presName="txSpace" presStyleCnt="0"/>
      <dgm:spPr/>
    </dgm:pt>
    <dgm:pt modelId="{F7BA8DAE-6373-4035-BCD3-AC42A912354B}" type="pres">
      <dgm:prSet presAssocID="{F5EDED26-02CD-4F71-9998-1C44CB0224E2}" presName="desTx" presStyleLbl="revTx" presStyleIdx="1" presStyleCnt="6">
        <dgm:presLayoutVars/>
      </dgm:prSet>
      <dgm:spPr/>
    </dgm:pt>
    <dgm:pt modelId="{3252FFAC-A754-4648-8A33-4D538C063309}" type="pres">
      <dgm:prSet presAssocID="{3178D96D-0023-4F47-BBC8-68EEE53695EF}" presName="sibTrans" presStyleCnt="0"/>
      <dgm:spPr/>
    </dgm:pt>
    <dgm:pt modelId="{A4193A4C-CDDB-4C46-8AE2-5D3B80FDCDB0}" type="pres">
      <dgm:prSet presAssocID="{8A8ED3DA-2836-4618-8994-15C89DBFCFE4}" presName="compNode" presStyleCnt="0"/>
      <dgm:spPr/>
    </dgm:pt>
    <dgm:pt modelId="{C90085A6-65C6-41A9-8FE1-430BDBF0542A}" type="pres">
      <dgm:prSet presAssocID="{8A8ED3DA-2836-4618-8994-15C89DBFCFE4}" presName="iconRect" presStyleLbl="node1" presStyleIdx="1" presStyleCnt="3"/>
      <dgm:spPr>
        <a:blipFill rotWithShape="1">
          <a:blip xmlns:r="http://schemas.openxmlformats.org/officeDocument/2006/relationships" r:embed="rId3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4"/>
              </a:ext>
            </a:extLst>
          </a:blip>
          <a:srcRect/>
          <a:stretch>
            <a:fillRect/>
          </a:stretch>
        </a:blipFill>
      </dgm:spPr>
    </dgm:pt>
    <dgm:pt modelId="{234A5546-9735-4972-A032-781693451DE5}" type="pres">
      <dgm:prSet presAssocID="{8A8ED3DA-2836-4618-8994-15C89DBFCFE4}" presName="iconSpace" presStyleCnt="0"/>
      <dgm:spPr/>
    </dgm:pt>
    <dgm:pt modelId="{DE9608C6-C6DF-4341-9B42-2EEFF8BE441B}" type="pres">
      <dgm:prSet presAssocID="{8A8ED3DA-2836-4618-8994-15C89DBFCFE4}" presName="parTx" presStyleLbl="revTx" presStyleIdx="2" presStyleCnt="6">
        <dgm:presLayoutVars>
          <dgm:chMax val="0"/>
          <dgm:chPref val="0"/>
        </dgm:presLayoutVars>
      </dgm:prSet>
      <dgm:spPr/>
    </dgm:pt>
    <dgm:pt modelId="{84460FB1-84F4-4D06-8B28-656087AC497D}" type="pres">
      <dgm:prSet presAssocID="{8A8ED3DA-2836-4618-8994-15C89DBFCFE4}" presName="txSpace" presStyleCnt="0"/>
      <dgm:spPr/>
    </dgm:pt>
    <dgm:pt modelId="{4A0BD925-9151-48DB-AFFB-66C304A7BA7B}" type="pres">
      <dgm:prSet presAssocID="{8A8ED3DA-2836-4618-8994-15C89DBFCFE4}" presName="desTx" presStyleLbl="revTx" presStyleIdx="3" presStyleCnt="6">
        <dgm:presLayoutVars/>
      </dgm:prSet>
      <dgm:spPr/>
    </dgm:pt>
    <dgm:pt modelId="{2D045CC4-E5F3-4049-9ED6-C2353ABD613E}" type="pres">
      <dgm:prSet presAssocID="{83999366-C16F-485D-B915-41E1FA6AE0C0}" presName="sibTrans" presStyleCnt="0"/>
      <dgm:spPr/>
    </dgm:pt>
    <dgm:pt modelId="{D08D0D61-58DE-4CD9-BC7A-88D819756600}" type="pres">
      <dgm:prSet presAssocID="{A12DFD54-8718-4B46-9B3B-71E8A810E8F9}" presName="compNode" presStyleCnt="0"/>
      <dgm:spPr/>
    </dgm:pt>
    <dgm:pt modelId="{0B75608F-D9D9-4273-9213-85BFE1B68335}" type="pres">
      <dgm:prSet presAssocID="{A12DFD54-8718-4B46-9B3B-71E8A810E8F9}" presName="iconRect" presStyleLbl="node1" presStyleIdx="2" presStyleCnt="3"/>
      <dgm:spPr>
        <a:blipFill rotWithShape="1">
          <a:blip xmlns:r="http://schemas.openxmlformats.org/officeDocument/2006/relationships" r:embed="rId5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6"/>
              </a:ext>
            </a:extLst>
          </a:blip>
          <a:srcRect/>
          <a:stretch>
            <a:fillRect/>
          </a:stretch>
        </a:blipFill>
      </dgm:spPr>
    </dgm:pt>
    <dgm:pt modelId="{716CD260-7EF5-4B02-94E9-32FE25E3009B}" type="pres">
      <dgm:prSet presAssocID="{A12DFD54-8718-4B46-9B3B-71E8A810E8F9}" presName="iconSpace" presStyleCnt="0"/>
      <dgm:spPr/>
    </dgm:pt>
    <dgm:pt modelId="{3BFD2126-A8E1-488A-8CB6-971E7A1B1786}" type="pres">
      <dgm:prSet presAssocID="{A12DFD54-8718-4B46-9B3B-71E8A810E8F9}" presName="parTx" presStyleLbl="revTx" presStyleIdx="4" presStyleCnt="6">
        <dgm:presLayoutVars>
          <dgm:chMax val="0"/>
          <dgm:chPref val="0"/>
        </dgm:presLayoutVars>
      </dgm:prSet>
      <dgm:spPr/>
    </dgm:pt>
    <dgm:pt modelId="{E568C333-A332-4C42-93C6-17504EAD6E8D}" type="pres">
      <dgm:prSet presAssocID="{A12DFD54-8718-4B46-9B3B-71E8A810E8F9}" presName="txSpace" presStyleCnt="0"/>
      <dgm:spPr/>
    </dgm:pt>
    <dgm:pt modelId="{54B146B8-E0F8-427B-813F-75BBB5E10CBD}" type="pres">
      <dgm:prSet presAssocID="{A12DFD54-8718-4B46-9B3B-71E8A810E8F9}" presName="desTx" presStyleLbl="revTx" presStyleIdx="5" presStyleCnt="6">
        <dgm:presLayoutVars/>
      </dgm:prSet>
      <dgm:spPr/>
    </dgm:pt>
  </dgm:ptLst>
  <dgm:cxnLst>
    <dgm:cxn modelId="{66352401-5B2F-4C55-A23D-B4C2DB2EA249}" type="presOf" srcId="{A12DFD54-8718-4B46-9B3B-71E8A810E8F9}" destId="{3BFD2126-A8E1-488A-8CB6-971E7A1B1786}" srcOrd="0" destOrd="0" presId="urn:microsoft.com/office/officeart/2018/5/layout/CenteredIconLabelDescriptionList"/>
    <dgm:cxn modelId="{C566CE02-1152-40C5-B736-02F71C5D5ED4}" srcId="{2FFCF331-775F-4EAE-B237-8D61E06CF60B}" destId="{F5EDED26-02CD-4F71-9998-1C44CB0224E2}" srcOrd="0" destOrd="0" parTransId="{B29EF945-D307-4001-80E5-E2F2FC66067D}" sibTransId="{3178D96D-0023-4F47-BBC8-68EEE53695EF}"/>
    <dgm:cxn modelId="{C7110A0B-A421-46ED-B5A2-B87E2ACEDCCF}" srcId="{F5EDED26-02CD-4F71-9998-1C44CB0224E2}" destId="{D0EEE16F-21D1-4FB2-997A-0CF0B86C7B2C}" srcOrd="2" destOrd="0" parTransId="{D308298B-9E1F-47D0-B137-B3C4BDF960CA}" sibTransId="{3E8D4FB8-D9A7-4E97-8872-52D00511C460}"/>
    <dgm:cxn modelId="{24A53F16-521C-4E99-8884-938B992A1AB5}" type="presOf" srcId="{8A8ED3DA-2836-4618-8994-15C89DBFCFE4}" destId="{DE9608C6-C6DF-4341-9B42-2EEFF8BE441B}" srcOrd="0" destOrd="0" presId="urn:microsoft.com/office/officeart/2018/5/layout/CenteredIconLabelDescriptionList"/>
    <dgm:cxn modelId="{BB9C101B-9185-4DDA-82A3-1757C7B0BD6B}" srcId="{2FFCF331-775F-4EAE-B237-8D61E06CF60B}" destId="{A12DFD54-8718-4B46-9B3B-71E8A810E8F9}" srcOrd="2" destOrd="0" parTransId="{3F15F615-F688-4469-8563-40E999BDEE15}" sibTransId="{54B6120E-917B-4595-8292-8D5A9B6ECCDB}"/>
    <dgm:cxn modelId="{14383A20-108E-4C9D-AF65-249B682ACF45}" srcId="{F5EDED26-02CD-4F71-9998-1C44CB0224E2}" destId="{0EBEFB16-8887-4A34-A4CD-9215378EE09B}" srcOrd="0" destOrd="0" parTransId="{40808E1C-8DC3-48D6-9DA4-B6FEF573FB34}" sibTransId="{E63E0358-2954-4581-A643-103DA619AC39}"/>
    <dgm:cxn modelId="{16EF2C22-D70D-48A2-A0C1-7B8406041D62}" type="presOf" srcId="{2FFCF331-775F-4EAE-B237-8D61E06CF60B}" destId="{BAE742DF-9FCA-41C6-ADBA-289B69B5B8BF}" srcOrd="0" destOrd="0" presId="urn:microsoft.com/office/officeart/2018/5/layout/CenteredIconLabelDescriptionList"/>
    <dgm:cxn modelId="{CD656D2D-13CA-4288-A7D6-55496F2F4335}" type="presOf" srcId="{7B30CBF0-63C1-48F4-8885-534EDB0665BD}" destId="{54B146B8-E0F8-427B-813F-75BBB5E10CBD}" srcOrd="0" destOrd="0" presId="urn:microsoft.com/office/officeart/2018/5/layout/CenteredIconLabelDescriptionList"/>
    <dgm:cxn modelId="{1E21182F-4496-4B76-B423-492AB3EF0391}" srcId="{A12DFD54-8718-4B46-9B3B-71E8A810E8F9}" destId="{7B30CBF0-63C1-48F4-8885-534EDB0665BD}" srcOrd="0" destOrd="0" parTransId="{A94C1F00-89A7-420A-9977-ACD114405634}" sibTransId="{25005755-763E-4A64-9161-3525294C8B7C}"/>
    <dgm:cxn modelId="{A608B083-21F5-402D-804D-FF4A2EA69959}" type="presOf" srcId="{D0EEE16F-21D1-4FB2-997A-0CF0B86C7B2C}" destId="{F7BA8DAE-6373-4035-BCD3-AC42A912354B}" srcOrd="0" destOrd="2" presId="urn:microsoft.com/office/officeart/2018/5/layout/CenteredIconLabelDescriptionList"/>
    <dgm:cxn modelId="{44FE4290-3BA4-4661-9252-3E085F4DD618}" type="presOf" srcId="{0EBEFB16-8887-4A34-A4CD-9215378EE09B}" destId="{F7BA8DAE-6373-4035-BCD3-AC42A912354B}" srcOrd="0" destOrd="0" presId="urn:microsoft.com/office/officeart/2018/5/layout/CenteredIconLabelDescriptionList"/>
    <dgm:cxn modelId="{EB911693-B0F5-4838-B5F9-81F968AD82EC}" srcId="{2FFCF331-775F-4EAE-B237-8D61E06CF60B}" destId="{8A8ED3DA-2836-4618-8994-15C89DBFCFE4}" srcOrd="1" destOrd="0" parTransId="{EA6EFCD8-E54B-4B92-874F-50D1C83177DA}" sibTransId="{83999366-C16F-485D-B915-41E1FA6AE0C0}"/>
    <dgm:cxn modelId="{E9BC97B3-6B36-40CE-A1E2-8A2377CE55A7}" type="presOf" srcId="{32C2F4EB-D2BB-408C-A955-AED33B530C25}" destId="{4A0BD925-9151-48DB-AFFB-66C304A7BA7B}" srcOrd="0" destOrd="0" presId="urn:microsoft.com/office/officeart/2018/5/layout/CenteredIconLabelDescriptionList"/>
    <dgm:cxn modelId="{D88B0AE7-2482-47B7-877E-72782B51EA32}" srcId="{8A8ED3DA-2836-4618-8994-15C89DBFCFE4}" destId="{32C2F4EB-D2BB-408C-A955-AED33B530C25}" srcOrd="0" destOrd="0" parTransId="{B5CFC58E-702A-4EDF-9AAC-4CF2EE7421D4}" sibTransId="{6B39470C-697B-49BA-A868-9ADBBE91BC00}"/>
    <dgm:cxn modelId="{BFA827E7-2436-428D-AA3F-5894281F911E}" type="presOf" srcId="{F5EDED26-02CD-4F71-9998-1C44CB0224E2}" destId="{5AD9BFF4-E858-4FFB-A7A2-5E96B61FFC69}" srcOrd="0" destOrd="0" presId="urn:microsoft.com/office/officeart/2018/5/layout/CenteredIconLabelDescriptionList"/>
    <dgm:cxn modelId="{35F4F6F4-03EF-47E3-82F9-B02F72B66580}" srcId="{F5EDED26-02CD-4F71-9998-1C44CB0224E2}" destId="{6105E9EA-4117-4AEC-BC1D-54F09A77F2B6}" srcOrd="1" destOrd="0" parTransId="{57A3B339-543D-46BB-B0D0-CF3407A0395A}" sibTransId="{3165E748-7E89-4676-B6B4-9DC14CE1986E}"/>
    <dgm:cxn modelId="{7326EFF7-075D-4560-97DD-C4A2C1597F51}" type="presOf" srcId="{6105E9EA-4117-4AEC-BC1D-54F09A77F2B6}" destId="{F7BA8DAE-6373-4035-BCD3-AC42A912354B}" srcOrd="0" destOrd="1" presId="urn:microsoft.com/office/officeart/2018/5/layout/CenteredIconLabelDescriptionList"/>
    <dgm:cxn modelId="{125F0177-5B51-43DF-B8D3-68EB2196E7F8}" type="presParOf" srcId="{BAE742DF-9FCA-41C6-ADBA-289B69B5B8BF}" destId="{49F5E4C0-A83A-4E99-942A-47681E6AA82F}" srcOrd="0" destOrd="0" presId="urn:microsoft.com/office/officeart/2018/5/layout/CenteredIconLabelDescriptionList"/>
    <dgm:cxn modelId="{9DBB654B-E8AA-49F9-860B-CDB19CBEB4AE}" type="presParOf" srcId="{49F5E4C0-A83A-4E99-942A-47681E6AA82F}" destId="{F794F42A-A51D-4FA0-8968-0A6108460A94}" srcOrd="0" destOrd="0" presId="urn:microsoft.com/office/officeart/2018/5/layout/CenteredIconLabelDescriptionList"/>
    <dgm:cxn modelId="{56DD21A2-DE75-40CC-83CB-81ACE291D35E}" type="presParOf" srcId="{49F5E4C0-A83A-4E99-942A-47681E6AA82F}" destId="{D65C17C4-14BE-4DE6-91A0-923F2F8AF25C}" srcOrd="1" destOrd="0" presId="urn:microsoft.com/office/officeart/2018/5/layout/CenteredIconLabelDescriptionList"/>
    <dgm:cxn modelId="{08D5033B-E76D-4A1C-8D83-9B893D28089F}" type="presParOf" srcId="{49F5E4C0-A83A-4E99-942A-47681E6AA82F}" destId="{5AD9BFF4-E858-4FFB-A7A2-5E96B61FFC69}" srcOrd="2" destOrd="0" presId="urn:microsoft.com/office/officeart/2018/5/layout/CenteredIconLabelDescriptionList"/>
    <dgm:cxn modelId="{3C561404-6023-4F97-AA8D-586FA4A6E467}" type="presParOf" srcId="{49F5E4C0-A83A-4E99-942A-47681E6AA82F}" destId="{998BCE24-F37E-420C-AE1F-835DD73F0179}" srcOrd="3" destOrd="0" presId="urn:microsoft.com/office/officeart/2018/5/layout/CenteredIconLabelDescriptionList"/>
    <dgm:cxn modelId="{B63BB93F-0894-4261-847A-0A7419E34FC7}" type="presParOf" srcId="{49F5E4C0-A83A-4E99-942A-47681E6AA82F}" destId="{F7BA8DAE-6373-4035-BCD3-AC42A912354B}" srcOrd="4" destOrd="0" presId="urn:microsoft.com/office/officeart/2018/5/layout/CenteredIconLabelDescriptionList"/>
    <dgm:cxn modelId="{44A01F21-3598-4992-BA3A-76A075A97DFC}" type="presParOf" srcId="{BAE742DF-9FCA-41C6-ADBA-289B69B5B8BF}" destId="{3252FFAC-A754-4648-8A33-4D538C063309}" srcOrd="1" destOrd="0" presId="urn:microsoft.com/office/officeart/2018/5/layout/CenteredIconLabelDescriptionList"/>
    <dgm:cxn modelId="{58ED14BF-823D-49AE-BB3E-E51E9413BDB2}" type="presParOf" srcId="{BAE742DF-9FCA-41C6-ADBA-289B69B5B8BF}" destId="{A4193A4C-CDDB-4C46-8AE2-5D3B80FDCDB0}" srcOrd="2" destOrd="0" presId="urn:microsoft.com/office/officeart/2018/5/layout/CenteredIconLabelDescriptionList"/>
    <dgm:cxn modelId="{B6DA463C-F8D6-4D90-95FB-43751E9E30F5}" type="presParOf" srcId="{A4193A4C-CDDB-4C46-8AE2-5D3B80FDCDB0}" destId="{C90085A6-65C6-41A9-8FE1-430BDBF0542A}" srcOrd="0" destOrd="0" presId="urn:microsoft.com/office/officeart/2018/5/layout/CenteredIconLabelDescriptionList"/>
    <dgm:cxn modelId="{F2F7583A-54BD-45BB-ABC1-BC60B966C8B4}" type="presParOf" srcId="{A4193A4C-CDDB-4C46-8AE2-5D3B80FDCDB0}" destId="{234A5546-9735-4972-A032-781693451DE5}" srcOrd="1" destOrd="0" presId="urn:microsoft.com/office/officeart/2018/5/layout/CenteredIconLabelDescriptionList"/>
    <dgm:cxn modelId="{425BC7B5-20FE-4426-8E6E-68A8CEB7FE1B}" type="presParOf" srcId="{A4193A4C-CDDB-4C46-8AE2-5D3B80FDCDB0}" destId="{DE9608C6-C6DF-4341-9B42-2EEFF8BE441B}" srcOrd="2" destOrd="0" presId="urn:microsoft.com/office/officeart/2018/5/layout/CenteredIconLabelDescriptionList"/>
    <dgm:cxn modelId="{123B4848-8FAD-4AD0-B51A-B29DF5D1A950}" type="presParOf" srcId="{A4193A4C-CDDB-4C46-8AE2-5D3B80FDCDB0}" destId="{84460FB1-84F4-4D06-8B28-656087AC497D}" srcOrd="3" destOrd="0" presId="urn:microsoft.com/office/officeart/2018/5/layout/CenteredIconLabelDescriptionList"/>
    <dgm:cxn modelId="{9FEE4873-995A-42CC-BB31-EC24CB0D40EC}" type="presParOf" srcId="{A4193A4C-CDDB-4C46-8AE2-5D3B80FDCDB0}" destId="{4A0BD925-9151-48DB-AFFB-66C304A7BA7B}" srcOrd="4" destOrd="0" presId="urn:microsoft.com/office/officeart/2018/5/layout/CenteredIconLabelDescriptionList"/>
    <dgm:cxn modelId="{691A5AD8-CEA3-4E68-AA0B-2683594F1FC0}" type="presParOf" srcId="{BAE742DF-9FCA-41C6-ADBA-289B69B5B8BF}" destId="{2D045CC4-E5F3-4049-9ED6-C2353ABD613E}" srcOrd="3" destOrd="0" presId="urn:microsoft.com/office/officeart/2018/5/layout/CenteredIconLabelDescriptionList"/>
    <dgm:cxn modelId="{84B32469-4B06-4B62-83B0-D33CF24D753D}" type="presParOf" srcId="{BAE742DF-9FCA-41C6-ADBA-289B69B5B8BF}" destId="{D08D0D61-58DE-4CD9-BC7A-88D819756600}" srcOrd="4" destOrd="0" presId="urn:microsoft.com/office/officeart/2018/5/layout/CenteredIconLabelDescriptionList"/>
    <dgm:cxn modelId="{113AA2E4-1DA0-4325-9C91-2F0B375A4B4D}" type="presParOf" srcId="{D08D0D61-58DE-4CD9-BC7A-88D819756600}" destId="{0B75608F-D9D9-4273-9213-85BFE1B68335}" srcOrd="0" destOrd="0" presId="urn:microsoft.com/office/officeart/2018/5/layout/CenteredIconLabelDescriptionList"/>
    <dgm:cxn modelId="{9E5E67A2-A992-47B3-B8DA-21DD1F28563E}" type="presParOf" srcId="{D08D0D61-58DE-4CD9-BC7A-88D819756600}" destId="{716CD260-7EF5-4B02-94E9-32FE25E3009B}" srcOrd="1" destOrd="0" presId="urn:microsoft.com/office/officeart/2018/5/layout/CenteredIconLabelDescriptionList"/>
    <dgm:cxn modelId="{171B69B4-53CF-406D-BB70-A2AA380814F7}" type="presParOf" srcId="{D08D0D61-58DE-4CD9-BC7A-88D819756600}" destId="{3BFD2126-A8E1-488A-8CB6-971E7A1B1786}" srcOrd="2" destOrd="0" presId="urn:microsoft.com/office/officeart/2018/5/layout/CenteredIconLabelDescriptionList"/>
    <dgm:cxn modelId="{59B20CBA-DBC8-43AF-8040-32BFBA2B67DB}" type="presParOf" srcId="{D08D0D61-58DE-4CD9-BC7A-88D819756600}" destId="{E568C333-A332-4C42-93C6-17504EAD6E8D}" srcOrd="3" destOrd="0" presId="urn:microsoft.com/office/officeart/2018/5/layout/CenteredIconLabelDescriptionList"/>
    <dgm:cxn modelId="{70B6EC7E-EE71-498F-9B95-20640362C74C}" type="presParOf" srcId="{D08D0D61-58DE-4CD9-BC7A-88D819756600}" destId="{54B146B8-E0F8-427B-813F-75BBB5E10CBD}" srcOrd="4" destOrd="0" presId="urn:microsoft.com/office/officeart/2018/5/layout/CenteredIconLabelDescriptionList"/>
  </dgm:cxnLst>
  <dgm:bg/>
  <dgm:whole/>
  <dgm:extLst>
    <a:ext uri="http://schemas.microsoft.com/office/drawing/2008/diagram">
      <dsp:dataModelExt xmlns:dsp="http://schemas.microsoft.com/office/drawing/2008/diagram" relId="rId6" minVer="http://schemas.openxmlformats.org/drawingml/2006/diagram"/>
    </a:ext>
  </dgm:extLst>
</dgm:dataModel>
</file>

<file path=ppt/diagrams/data97.xml><?xml version="1.0" encoding="utf-8"?>
<dgm:dataModel xmlns:dgm="http://schemas.openxmlformats.org/drawingml/2006/diagram" xmlns:a="http://schemas.openxmlformats.org/drawingml/2006/main">
  <dgm:ptLst>
    <dgm:pt modelId="{2FFCF331-775F-4EAE-B237-8D61E06CF60B}" type="doc">
      <dgm:prSet loTypeId="urn:microsoft.com/office/officeart/2018/5/layout/CenteredIconLabelDescriptionList" loCatId="icon" qsTypeId="urn:microsoft.com/office/officeart/2005/8/quickstyle/simple1" qsCatId="simple" csTypeId="urn:microsoft.com/office/officeart/2018/5/colors/Iconchunking_neutralbg_colorful1" csCatId="colorful" phldr="1"/>
      <dgm:spPr/>
      <dgm:t>
        <a:bodyPr/>
        <a:lstStyle/>
        <a:p>
          <a:endParaRPr lang="en-US"/>
        </a:p>
      </dgm:t>
    </dgm:pt>
    <dgm:pt modelId="{0EC23391-A77E-4F0D-A973-DE2D1A2717D1}">
      <dgm:prSet/>
      <dgm:spPr/>
      <dgm:t>
        <a:bodyPr/>
        <a:lstStyle/>
        <a:p>
          <a:pPr>
            <a:lnSpc>
              <a:spcPct val="100000"/>
            </a:lnSpc>
            <a:defRPr b="1"/>
          </a:pPr>
          <a:r>
            <a:rPr lang="tr-TR"/>
            <a:t>Signature verification</a:t>
          </a:r>
          <a:endParaRPr lang="en-US"/>
        </a:p>
      </dgm:t>
    </dgm:pt>
    <dgm:pt modelId="{3F968E77-8955-4682-925F-CB9EAEC6A6D9}" type="parTrans" cxnId="{8A3E8418-6A3D-43B4-897C-1431DB5F1C5D}">
      <dgm:prSet/>
      <dgm:spPr/>
      <dgm:t>
        <a:bodyPr/>
        <a:lstStyle/>
        <a:p>
          <a:endParaRPr lang="en-US"/>
        </a:p>
      </dgm:t>
    </dgm:pt>
    <dgm:pt modelId="{D3F92EC1-B3CE-44DD-B519-3B0797512756}" type="sibTrans" cxnId="{8A3E8418-6A3D-43B4-897C-1431DB5F1C5D}">
      <dgm:prSet/>
      <dgm:spPr/>
      <dgm:t>
        <a:bodyPr/>
        <a:lstStyle/>
        <a:p>
          <a:endParaRPr lang="en-US"/>
        </a:p>
      </dgm:t>
    </dgm:pt>
    <dgm:pt modelId="{CF954C13-4224-470F-8DDD-48B2FF76DFB5}">
      <dgm:prSet/>
      <dgm:spPr/>
      <dgm:t>
        <a:bodyPr/>
        <a:lstStyle/>
        <a:p>
          <a:pPr>
            <a:lnSpc>
              <a:spcPct val="100000"/>
            </a:lnSpc>
          </a:pPr>
          <a:r>
            <a:rPr lang="en-US"/>
            <a:t>an algorithm</a:t>
          </a:r>
        </a:p>
      </dgm:t>
    </dgm:pt>
    <dgm:pt modelId="{CD2AD713-8192-4176-9204-75C1FE6F0B02}" type="parTrans" cxnId="{FD904B83-ED38-4FA4-8177-98825B3B5B70}">
      <dgm:prSet/>
      <dgm:spPr/>
      <dgm:t>
        <a:bodyPr/>
        <a:lstStyle/>
        <a:p>
          <a:endParaRPr lang="en-US"/>
        </a:p>
      </dgm:t>
    </dgm:pt>
    <dgm:pt modelId="{0AF1BD1C-CED1-4946-8E86-D9149CCDC60A}" type="sibTrans" cxnId="{FD904B83-ED38-4FA4-8177-98825B3B5B70}">
      <dgm:prSet/>
      <dgm:spPr/>
      <dgm:t>
        <a:bodyPr/>
        <a:lstStyle/>
        <a:p>
          <a:endParaRPr lang="en-US"/>
        </a:p>
      </dgm:t>
    </dgm:pt>
    <dgm:pt modelId="{E01C519E-93C6-4785-8826-B795103210CE}">
      <dgm:prSet/>
      <dgm:spPr/>
      <dgm:t>
        <a:bodyPr/>
        <a:lstStyle/>
        <a:p>
          <a:pPr>
            <a:lnSpc>
              <a:spcPct val="100000"/>
            </a:lnSpc>
            <a:defRPr b="1"/>
          </a:pPr>
          <a:r>
            <a:rPr lang="en-US"/>
            <a:t>given</a:t>
          </a:r>
        </a:p>
      </dgm:t>
    </dgm:pt>
    <dgm:pt modelId="{FBE18A96-F271-4A57-BE23-27C8449E574B}" type="parTrans" cxnId="{13E3F4CE-19C9-4A0B-BABE-E34C18D4BE8E}">
      <dgm:prSet/>
      <dgm:spPr/>
      <dgm:t>
        <a:bodyPr/>
        <a:lstStyle/>
        <a:p>
          <a:endParaRPr lang="en-US"/>
        </a:p>
      </dgm:t>
    </dgm:pt>
    <dgm:pt modelId="{319EC0AA-9D30-40AB-B82B-D92FF46C045A}" type="sibTrans" cxnId="{13E3F4CE-19C9-4A0B-BABE-E34C18D4BE8E}">
      <dgm:prSet/>
      <dgm:spPr/>
      <dgm:t>
        <a:bodyPr/>
        <a:lstStyle/>
        <a:p>
          <a:endParaRPr lang="en-US"/>
        </a:p>
      </dgm:t>
    </dgm:pt>
    <dgm:pt modelId="{5F677D08-2680-4C6A-A5C0-C56A546638A2}">
      <dgm:prSet/>
      <dgm:spPr/>
      <dgm:t>
        <a:bodyPr/>
        <a:lstStyle/>
        <a:p>
          <a:pPr>
            <a:lnSpc>
              <a:spcPct val="100000"/>
            </a:lnSpc>
          </a:pPr>
          <a:r>
            <a:rPr lang="en-US"/>
            <a:t>allows anyone</a:t>
          </a:r>
        </a:p>
      </dgm:t>
    </dgm:pt>
    <dgm:pt modelId="{29893FB1-125A-4E57-9B9B-8FF988C0D168}" type="parTrans" cxnId="{A88F0C1C-968F-460A-9BE2-880F6D34A581}">
      <dgm:prSet/>
      <dgm:spPr/>
      <dgm:t>
        <a:bodyPr/>
        <a:lstStyle/>
        <a:p>
          <a:endParaRPr lang="tr-TR"/>
        </a:p>
      </dgm:t>
    </dgm:pt>
    <dgm:pt modelId="{F4A02B0A-33D9-4A6E-8303-5866098B04C0}" type="sibTrans" cxnId="{A88F0C1C-968F-460A-9BE2-880F6D34A581}">
      <dgm:prSet/>
      <dgm:spPr/>
      <dgm:t>
        <a:bodyPr/>
        <a:lstStyle/>
        <a:p>
          <a:endParaRPr lang="tr-TR"/>
        </a:p>
      </dgm:t>
    </dgm:pt>
    <dgm:pt modelId="{7844D01B-8810-4110-854B-3F293308D3B8}">
      <dgm:prSet/>
      <dgm:spPr/>
      <dgm:t>
        <a:bodyPr/>
        <a:lstStyle/>
        <a:p>
          <a:pPr>
            <a:lnSpc>
              <a:spcPct val="100000"/>
            </a:lnSpc>
          </a:pPr>
          <a:r>
            <a:rPr lang="en-US"/>
            <a:t>to verify</a:t>
          </a:r>
          <a:r>
            <a:rPr lang="tr-TR"/>
            <a:t> </a:t>
          </a:r>
          <a:r>
            <a:rPr lang="en-US"/>
            <a:t>the signature </a:t>
          </a:r>
        </a:p>
      </dgm:t>
    </dgm:pt>
    <dgm:pt modelId="{C52AEDE3-48BF-43DF-9034-EB55E0F470B0}" type="parTrans" cxnId="{D84F98C0-5DFE-4257-9FB9-2AABEEB3BDEF}">
      <dgm:prSet/>
      <dgm:spPr/>
      <dgm:t>
        <a:bodyPr/>
        <a:lstStyle/>
        <a:p>
          <a:endParaRPr lang="tr-TR"/>
        </a:p>
      </dgm:t>
    </dgm:pt>
    <dgm:pt modelId="{9DEBA3EA-AA13-4CE9-B85A-0F8DE8ABD4E5}" type="sibTrans" cxnId="{D84F98C0-5DFE-4257-9FB9-2AABEEB3BDEF}">
      <dgm:prSet/>
      <dgm:spPr/>
      <dgm:t>
        <a:bodyPr/>
        <a:lstStyle/>
        <a:p>
          <a:endParaRPr lang="tr-TR"/>
        </a:p>
      </dgm:t>
    </dgm:pt>
    <dgm:pt modelId="{5F47EC4A-7AF0-4BB4-97D7-FA2401D40CD6}">
      <dgm:prSet/>
      <dgm:spPr/>
      <dgm:t>
        <a:bodyPr/>
        <a:lstStyle/>
        <a:p>
          <a:pPr>
            <a:lnSpc>
              <a:spcPct val="100000"/>
            </a:lnSpc>
          </a:pPr>
          <a:r>
            <a:rPr lang="en-US"/>
            <a:t>the message</a:t>
          </a:r>
        </a:p>
      </dgm:t>
    </dgm:pt>
    <dgm:pt modelId="{F4E97A0C-8239-4BE9-B2C5-B22B07D5C558}" type="parTrans" cxnId="{BB67AFFD-F268-46D5-AD02-02FDBC0EAFF6}">
      <dgm:prSet/>
      <dgm:spPr/>
      <dgm:t>
        <a:bodyPr/>
        <a:lstStyle/>
        <a:p>
          <a:endParaRPr lang="tr-TR"/>
        </a:p>
      </dgm:t>
    </dgm:pt>
    <dgm:pt modelId="{57F4BF32-36EB-4BA4-93C2-757EFE8D7BC8}" type="sibTrans" cxnId="{BB67AFFD-F268-46D5-AD02-02FDBC0EAFF6}">
      <dgm:prSet/>
      <dgm:spPr/>
      <dgm:t>
        <a:bodyPr/>
        <a:lstStyle/>
        <a:p>
          <a:endParaRPr lang="tr-TR"/>
        </a:p>
      </dgm:t>
    </dgm:pt>
    <dgm:pt modelId="{20D20EF1-B08C-4751-AF5B-7047C6FE6D19}">
      <dgm:prSet/>
      <dgm:spPr/>
      <dgm:t>
        <a:bodyPr/>
        <a:lstStyle/>
        <a:p>
          <a:pPr>
            <a:lnSpc>
              <a:spcPct val="100000"/>
            </a:lnSpc>
          </a:pPr>
          <a:r>
            <a:rPr lang="en-US"/>
            <a:t>and a public key</a:t>
          </a:r>
        </a:p>
      </dgm:t>
    </dgm:pt>
    <dgm:pt modelId="{CBBF7E77-398E-4A17-8407-93559F4ABB84}" type="parTrans" cxnId="{8BE58E3D-5623-4726-98F3-7731F6B57E5D}">
      <dgm:prSet/>
      <dgm:spPr/>
      <dgm:t>
        <a:bodyPr/>
        <a:lstStyle/>
        <a:p>
          <a:endParaRPr lang="tr-TR"/>
        </a:p>
      </dgm:t>
    </dgm:pt>
    <dgm:pt modelId="{CD31D070-E3BE-44D3-9C35-1CCB8965DB72}" type="sibTrans" cxnId="{8BE58E3D-5623-4726-98F3-7731F6B57E5D}">
      <dgm:prSet/>
      <dgm:spPr/>
      <dgm:t>
        <a:bodyPr/>
        <a:lstStyle/>
        <a:p>
          <a:endParaRPr lang="tr-TR"/>
        </a:p>
      </dgm:t>
    </dgm:pt>
    <dgm:pt modelId="{BAE742DF-9FCA-41C6-ADBA-289B69B5B8BF}" type="pres">
      <dgm:prSet presAssocID="{2FFCF331-775F-4EAE-B237-8D61E06CF60B}" presName="root" presStyleCnt="0">
        <dgm:presLayoutVars>
          <dgm:dir/>
          <dgm:resizeHandles val="exact"/>
        </dgm:presLayoutVars>
      </dgm:prSet>
      <dgm:spPr/>
    </dgm:pt>
    <dgm:pt modelId="{E1C4D3AC-D6AB-4BE7-B52A-E337DE08A161}" type="pres">
      <dgm:prSet presAssocID="{0EC23391-A77E-4F0D-A973-DE2D1A2717D1}" presName="compNode" presStyleCnt="0"/>
      <dgm:spPr/>
    </dgm:pt>
    <dgm:pt modelId="{2BC61F81-47F5-456A-9614-870F255590C9}" type="pres">
      <dgm:prSet presAssocID="{0EC23391-A77E-4F0D-A973-DE2D1A2717D1}" presName="iconRect" presStyleLbl="node1" presStyleIdx="0" presStyleCnt="2"/>
      <dgm:spPr>
        <a:blipFill>
          <a:blip xmlns:r="http://schemas.openxmlformats.org/officeDocument/2006/relationships" r:embed="rId1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2"/>
              </a:ext>
            </a:extLst>
          </a:blip>
          <a:stretch>
            <a:fillRect/>
          </a:stretch>
        </a:blipFill>
        <a:ln>
          <a:noFill/>
        </a:ln>
      </dgm:spPr>
      <dgm:extLst>
        <a:ext uri="{E40237B7-FDA0-4F09-8148-C483321AD2D9}">
          <dgm14:cNvPr xmlns:dgm14="http://schemas.microsoft.com/office/drawing/2010/diagram" id="0" name="" descr="Unlock"/>
        </a:ext>
      </dgm:extLst>
    </dgm:pt>
    <dgm:pt modelId="{6A3E1A1C-44F2-4BA2-8714-F2818F097612}" type="pres">
      <dgm:prSet presAssocID="{0EC23391-A77E-4F0D-A973-DE2D1A2717D1}" presName="iconSpace" presStyleCnt="0"/>
      <dgm:spPr/>
    </dgm:pt>
    <dgm:pt modelId="{04D1481E-07FE-4D1C-AA89-8A54DED1E80A}" type="pres">
      <dgm:prSet presAssocID="{0EC23391-A77E-4F0D-A973-DE2D1A2717D1}" presName="parTx" presStyleLbl="revTx" presStyleIdx="0" presStyleCnt="4">
        <dgm:presLayoutVars>
          <dgm:chMax val="0"/>
          <dgm:chPref val="0"/>
        </dgm:presLayoutVars>
      </dgm:prSet>
      <dgm:spPr/>
    </dgm:pt>
    <dgm:pt modelId="{E7631C2F-8D8A-40F0-809F-34522D375DFA}" type="pres">
      <dgm:prSet presAssocID="{0EC23391-A77E-4F0D-A973-DE2D1A2717D1}" presName="txSpace" presStyleCnt="0"/>
      <dgm:spPr/>
    </dgm:pt>
    <dgm:pt modelId="{9E7B9103-F5EC-41F5-8A0B-4EAD88FAAB9F}" type="pres">
      <dgm:prSet presAssocID="{0EC23391-A77E-4F0D-A973-DE2D1A2717D1}" presName="desTx" presStyleLbl="revTx" presStyleIdx="1" presStyleCnt="4">
        <dgm:presLayoutVars/>
      </dgm:prSet>
      <dgm:spPr/>
    </dgm:pt>
    <dgm:pt modelId="{AC3F857C-3D11-4592-9F69-1ABDE41DCE6D}" type="pres">
      <dgm:prSet presAssocID="{D3F92EC1-B3CE-44DD-B519-3B0797512756}" presName="sibTrans" presStyleCnt="0"/>
      <dgm:spPr/>
    </dgm:pt>
    <dgm:pt modelId="{8F4D2CB1-CAAA-4753-BB3B-3CC8CFA950FF}" type="pres">
      <dgm:prSet presAssocID="{E01C519E-93C6-4785-8826-B795103210CE}" presName="compNode" presStyleCnt="0"/>
      <dgm:spPr/>
    </dgm:pt>
    <dgm:pt modelId="{8506FC9B-F7B8-4B69-BE41-8B6C6ED4ED0E}" type="pres">
      <dgm:prSet presAssocID="{E01C519E-93C6-4785-8826-B795103210CE}" presName="iconRect" presStyleLbl="node1" presStyleIdx="1" presStyleCnt="2"/>
      <dgm:spPr>
        <a:blipFill rotWithShape="1">
          <a:blip xmlns:r="http://schemas.openxmlformats.org/officeDocument/2006/relationships" r:embed="rId3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4"/>
              </a:ext>
            </a:extLst>
          </a:blip>
          <a:srcRect/>
          <a:stretch>
            <a:fillRect/>
          </a:stretch>
        </a:blipFill>
      </dgm:spPr>
    </dgm:pt>
    <dgm:pt modelId="{1E271436-9CDA-4047-B761-7D9F4C197E2C}" type="pres">
      <dgm:prSet presAssocID="{E01C519E-93C6-4785-8826-B795103210CE}" presName="iconSpace" presStyleCnt="0"/>
      <dgm:spPr/>
    </dgm:pt>
    <dgm:pt modelId="{F5B3CDFA-CCB6-4263-9275-9FE4AA2956B2}" type="pres">
      <dgm:prSet presAssocID="{E01C519E-93C6-4785-8826-B795103210CE}" presName="parTx" presStyleLbl="revTx" presStyleIdx="2" presStyleCnt="4">
        <dgm:presLayoutVars>
          <dgm:chMax val="0"/>
          <dgm:chPref val="0"/>
        </dgm:presLayoutVars>
      </dgm:prSet>
      <dgm:spPr/>
    </dgm:pt>
    <dgm:pt modelId="{93E99D8D-3DFA-47EB-8099-81E92FC98DFC}" type="pres">
      <dgm:prSet presAssocID="{E01C519E-93C6-4785-8826-B795103210CE}" presName="txSpace" presStyleCnt="0"/>
      <dgm:spPr/>
    </dgm:pt>
    <dgm:pt modelId="{1BA4222D-8C9E-4A6B-8438-150134D61081}" type="pres">
      <dgm:prSet presAssocID="{E01C519E-93C6-4785-8826-B795103210CE}" presName="desTx" presStyleLbl="revTx" presStyleIdx="3" presStyleCnt="4">
        <dgm:presLayoutVars/>
      </dgm:prSet>
      <dgm:spPr/>
    </dgm:pt>
  </dgm:ptLst>
  <dgm:cxnLst>
    <dgm:cxn modelId="{8A3E8418-6A3D-43B4-897C-1431DB5F1C5D}" srcId="{2FFCF331-775F-4EAE-B237-8D61E06CF60B}" destId="{0EC23391-A77E-4F0D-A973-DE2D1A2717D1}" srcOrd="0" destOrd="0" parTransId="{3F968E77-8955-4682-925F-CB9EAEC6A6D9}" sibTransId="{D3F92EC1-B3CE-44DD-B519-3B0797512756}"/>
    <dgm:cxn modelId="{A88F0C1C-968F-460A-9BE2-880F6D34A581}" srcId="{0EC23391-A77E-4F0D-A973-DE2D1A2717D1}" destId="{5F677D08-2680-4C6A-A5C0-C56A546638A2}" srcOrd="1" destOrd="0" parTransId="{29893FB1-125A-4E57-9B9B-8FF988C0D168}" sibTransId="{F4A02B0A-33D9-4A6E-8303-5866098B04C0}"/>
    <dgm:cxn modelId="{16EF2C22-D70D-48A2-A0C1-7B8406041D62}" type="presOf" srcId="{2FFCF331-775F-4EAE-B237-8D61E06CF60B}" destId="{BAE742DF-9FCA-41C6-ADBA-289B69B5B8BF}" srcOrd="0" destOrd="0" presId="urn:microsoft.com/office/officeart/2018/5/layout/CenteredIconLabelDescriptionList"/>
    <dgm:cxn modelId="{8BE58E3D-5623-4726-98F3-7731F6B57E5D}" srcId="{E01C519E-93C6-4785-8826-B795103210CE}" destId="{20D20EF1-B08C-4751-AF5B-7047C6FE6D19}" srcOrd="1" destOrd="0" parTransId="{CBBF7E77-398E-4A17-8407-93559F4ABB84}" sibTransId="{CD31D070-E3BE-44D3-9C35-1CCB8965DB72}"/>
    <dgm:cxn modelId="{E732D440-8431-40D7-A4F8-B0D64B51D482}" type="presOf" srcId="{20D20EF1-B08C-4751-AF5B-7047C6FE6D19}" destId="{1BA4222D-8C9E-4A6B-8438-150134D61081}" srcOrd="0" destOrd="1" presId="urn:microsoft.com/office/officeart/2018/5/layout/CenteredIconLabelDescriptionList"/>
    <dgm:cxn modelId="{992E6669-2B39-4B7F-B04D-9C019F962AA3}" type="presOf" srcId="{CF954C13-4224-470F-8DDD-48B2FF76DFB5}" destId="{9E7B9103-F5EC-41F5-8A0B-4EAD88FAAB9F}" srcOrd="0" destOrd="0" presId="urn:microsoft.com/office/officeart/2018/5/layout/CenteredIconLabelDescriptionList"/>
    <dgm:cxn modelId="{C845F37D-F681-4AF7-9C0E-BBAA0394250E}" type="presOf" srcId="{5F677D08-2680-4C6A-A5C0-C56A546638A2}" destId="{9E7B9103-F5EC-41F5-8A0B-4EAD88FAAB9F}" srcOrd="0" destOrd="1" presId="urn:microsoft.com/office/officeart/2018/5/layout/CenteredIconLabelDescriptionList"/>
    <dgm:cxn modelId="{FD904B83-ED38-4FA4-8177-98825B3B5B70}" srcId="{0EC23391-A77E-4F0D-A973-DE2D1A2717D1}" destId="{CF954C13-4224-470F-8DDD-48B2FF76DFB5}" srcOrd="0" destOrd="0" parTransId="{CD2AD713-8192-4176-9204-75C1FE6F0B02}" sibTransId="{0AF1BD1C-CED1-4946-8E86-D9149CCDC60A}"/>
    <dgm:cxn modelId="{19A0F59D-1322-4422-BE63-122B06CAED10}" type="presOf" srcId="{0EC23391-A77E-4F0D-A973-DE2D1A2717D1}" destId="{04D1481E-07FE-4D1C-AA89-8A54DED1E80A}" srcOrd="0" destOrd="0" presId="urn:microsoft.com/office/officeart/2018/5/layout/CenteredIconLabelDescriptionList"/>
    <dgm:cxn modelId="{170E1CB8-B234-4E68-A93C-2D759217C832}" type="presOf" srcId="{5F47EC4A-7AF0-4BB4-97D7-FA2401D40CD6}" destId="{1BA4222D-8C9E-4A6B-8438-150134D61081}" srcOrd="0" destOrd="0" presId="urn:microsoft.com/office/officeart/2018/5/layout/CenteredIconLabelDescriptionList"/>
    <dgm:cxn modelId="{D84F98C0-5DFE-4257-9FB9-2AABEEB3BDEF}" srcId="{0EC23391-A77E-4F0D-A973-DE2D1A2717D1}" destId="{7844D01B-8810-4110-854B-3F293308D3B8}" srcOrd="2" destOrd="0" parTransId="{C52AEDE3-48BF-43DF-9034-EB55E0F470B0}" sibTransId="{9DEBA3EA-AA13-4CE9-B85A-0F8DE8ABD4E5}"/>
    <dgm:cxn modelId="{674A94C2-1AC5-4143-BC1F-C26511BD18DC}" type="presOf" srcId="{E01C519E-93C6-4785-8826-B795103210CE}" destId="{F5B3CDFA-CCB6-4263-9275-9FE4AA2956B2}" srcOrd="0" destOrd="0" presId="urn:microsoft.com/office/officeart/2018/5/layout/CenteredIconLabelDescriptionList"/>
    <dgm:cxn modelId="{13E3F4CE-19C9-4A0B-BABE-E34C18D4BE8E}" srcId="{2FFCF331-775F-4EAE-B237-8D61E06CF60B}" destId="{E01C519E-93C6-4785-8826-B795103210CE}" srcOrd="1" destOrd="0" parTransId="{FBE18A96-F271-4A57-BE23-27C8449E574B}" sibTransId="{319EC0AA-9D30-40AB-B82B-D92FF46C045A}"/>
    <dgm:cxn modelId="{F98A84E5-6C98-4A2F-BACB-621F1DB1DB2E}" type="presOf" srcId="{7844D01B-8810-4110-854B-3F293308D3B8}" destId="{9E7B9103-F5EC-41F5-8A0B-4EAD88FAAB9F}" srcOrd="0" destOrd="2" presId="urn:microsoft.com/office/officeart/2018/5/layout/CenteredIconLabelDescriptionList"/>
    <dgm:cxn modelId="{BB67AFFD-F268-46D5-AD02-02FDBC0EAFF6}" srcId="{E01C519E-93C6-4785-8826-B795103210CE}" destId="{5F47EC4A-7AF0-4BB4-97D7-FA2401D40CD6}" srcOrd="0" destOrd="0" parTransId="{F4E97A0C-8239-4BE9-B2C5-B22B07D5C558}" sibTransId="{57F4BF32-36EB-4BA4-93C2-757EFE8D7BC8}"/>
    <dgm:cxn modelId="{576AE689-0021-4957-988F-A3C03A9E8C07}" type="presParOf" srcId="{BAE742DF-9FCA-41C6-ADBA-289B69B5B8BF}" destId="{E1C4D3AC-D6AB-4BE7-B52A-E337DE08A161}" srcOrd="0" destOrd="0" presId="urn:microsoft.com/office/officeart/2018/5/layout/CenteredIconLabelDescriptionList"/>
    <dgm:cxn modelId="{66EC4C92-34F1-423D-88CE-776D60FC88F6}" type="presParOf" srcId="{E1C4D3AC-D6AB-4BE7-B52A-E337DE08A161}" destId="{2BC61F81-47F5-456A-9614-870F255590C9}" srcOrd="0" destOrd="0" presId="urn:microsoft.com/office/officeart/2018/5/layout/CenteredIconLabelDescriptionList"/>
    <dgm:cxn modelId="{BDE31FB5-5A50-40F8-B5D1-35B4947E4578}" type="presParOf" srcId="{E1C4D3AC-D6AB-4BE7-B52A-E337DE08A161}" destId="{6A3E1A1C-44F2-4BA2-8714-F2818F097612}" srcOrd="1" destOrd="0" presId="urn:microsoft.com/office/officeart/2018/5/layout/CenteredIconLabelDescriptionList"/>
    <dgm:cxn modelId="{E9EC35DD-A926-45B0-94FB-23D497B17D8D}" type="presParOf" srcId="{E1C4D3AC-D6AB-4BE7-B52A-E337DE08A161}" destId="{04D1481E-07FE-4D1C-AA89-8A54DED1E80A}" srcOrd="2" destOrd="0" presId="urn:microsoft.com/office/officeart/2018/5/layout/CenteredIconLabelDescriptionList"/>
    <dgm:cxn modelId="{A7E7FC72-233C-48B8-883E-3484535736C6}" type="presParOf" srcId="{E1C4D3AC-D6AB-4BE7-B52A-E337DE08A161}" destId="{E7631C2F-8D8A-40F0-809F-34522D375DFA}" srcOrd="3" destOrd="0" presId="urn:microsoft.com/office/officeart/2018/5/layout/CenteredIconLabelDescriptionList"/>
    <dgm:cxn modelId="{D21024C5-07F9-4992-84D7-9BC5213FB2BC}" type="presParOf" srcId="{E1C4D3AC-D6AB-4BE7-B52A-E337DE08A161}" destId="{9E7B9103-F5EC-41F5-8A0B-4EAD88FAAB9F}" srcOrd="4" destOrd="0" presId="urn:microsoft.com/office/officeart/2018/5/layout/CenteredIconLabelDescriptionList"/>
    <dgm:cxn modelId="{181F51CA-3EB7-4751-ADBA-98766C90C746}" type="presParOf" srcId="{BAE742DF-9FCA-41C6-ADBA-289B69B5B8BF}" destId="{AC3F857C-3D11-4592-9F69-1ABDE41DCE6D}" srcOrd="1" destOrd="0" presId="urn:microsoft.com/office/officeart/2018/5/layout/CenteredIconLabelDescriptionList"/>
    <dgm:cxn modelId="{B1B2E8B5-D178-4823-BFDE-263B192DE68B}" type="presParOf" srcId="{BAE742DF-9FCA-41C6-ADBA-289B69B5B8BF}" destId="{8F4D2CB1-CAAA-4753-BB3B-3CC8CFA950FF}" srcOrd="2" destOrd="0" presId="urn:microsoft.com/office/officeart/2018/5/layout/CenteredIconLabelDescriptionList"/>
    <dgm:cxn modelId="{9E502946-74AD-4DF5-B6D4-1A7B88D70B15}" type="presParOf" srcId="{8F4D2CB1-CAAA-4753-BB3B-3CC8CFA950FF}" destId="{8506FC9B-F7B8-4B69-BE41-8B6C6ED4ED0E}" srcOrd="0" destOrd="0" presId="urn:microsoft.com/office/officeart/2018/5/layout/CenteredIconLabelDescriptionList"/>
    <dgm:cxn modelId="{6030EE27-9E28-4970-BF2D-4F3DFFE96A4B}" type="presParOf" srcId="{8F4D2CB1-CAAA-4753-BB3B-3CC8CFA950FF}" destId="{1E271436-9CDA-4047-B761-7D9F4C197E2C}" srcOrd="1" destOrd="0" presId="urn:microsoft.com/office/officeart/2018/5/layout/CenteredIconLabelDescriptionList"/>
    <dgm:cxn modelId="{C8791318-A017-47C3-A9F7-AF7FD7DC6F90}" type="presParOf" srcId="{8F4D2CB1-CAAA-4753-BB3B-3CC8CFA950FF}" destId="{F5B3CDFA-CCB6-4263-9275-9FE4AA2956B2}" srcOrd="2" destOrd="0" presId="urn:microsoft.com/office/officeart/2018/5/layout/CenteredIconLabelDescriptionList"/>
    <dgm:cxn modelId="{CF519B37-D840-41BD-905A-25D2B9E435FD}" type="presParOf" srcId="{8F4D2CB1-CAAA-4753-BB3B-3CC8CFA950FF}" destId="{93E99D8D-3DFA-47EB-8099-81E92FC98DFC}" srcOrd="3" destOrd="0" presId="urn:microsoft.com/office/officeart/2018/5/layout/CenteredIconLabelDescriptionList"/>
    <dgm:cxn modelId="{E1B27379-925A-4D32-B7A8-8B99F2AB8660}" type="presParOf" srcId="{8F4D2CB1-CAAA-4753-BB3B-3CC8CFA950FF}" destId="{1BA4222D-8C9E-4A6B-8438-150134D61081}" srcOrd="4" destOrd="0" presId="urn:microsoft.com/office/officeart/2018/5/layout/CenteredIconLabelDescriptionList"/>
  </dgm:cxnLst>
  <dgm:bg/>
  <dgm:whole/>
  <dgm:extLst>
    <a:ext uri="http://schemas.microsoft.com/office/drawing/2008/diagram">
      <dsp:dataModelExt xmlns:dsp="http://schemas.microsoft.com/office/drawing/2008/diagram" relId="rId6" minVer="http://schemas.openxmlformats.org/drawingml/2006/diagram"/>
    </a:ext>
  </dgm:extLst>
</dgm:dataModel>
</file>

<file path=ppt/diagrams/data98.xml><?xml version="1.0" encoding="utf-8"?>
<dgm:dataModel xmlns:dgm="http://schemas.openxmlformats.org/drawingml/2006/diagram" xmlns:a="http://schemas.openxmlformats.org/drawingml/2006/main">
  <dgm:ptLst>
    <dgm:pt modelId="{8618FC5E-AD8C-4BAB-93A0-E5C7DC60032D}" type="doc">
      <dgm:prSet loTypeId="urn:microsoft.com/office/officeart/2018/5/layout/CenteredIconLabelDescriptionList" loCatId="icon" qsTypeId="urn:microsoft.com/office/officeart/2005/8/quickstyle/simple1" qsCatId="simple" csTypeId="urn:microsoft.com/office/officeart/2018/5/colors/Iconchunking_neutralbg_colorful2" csCatId="colorful" phldr="1"/>
      <dgm:spPr/>
      <dgm:t>
        <a:bodyPr/>
        <a:lstStyle/>
        <a:p>
          <a:endParaRPr lang="en-US"/>
        </a:p>
      </dgm:t>
    </dgm:pt>
    <dgm:pt modelId="{1EC51889-2548-4992-A1A1-4FD8CD724350}">
      <dgm:prSet/>
      <dgm:spPr/>
      <dgm:t>
        <a:bodyPr/>
        <a:lstStyle/>
        <a:p>
          <a:pPr>
            <a:lnSpc>
              <a:spcPct val="100000"/>
            </a:lnSpc>
            <a:defRPr b="1"/>
          </a:pPr>
          <a:r>
            <a:rPr lang="tr-TR"/>
            <a:t>Formula</a:t>
          </a:r>
          <a:endParaRPr lang="en-US"/>
        </a:p>
      </dgm:t>
    </dgm:pt>
    <dgm:pt modelId="{F9B5E89A-9C37-4B16-A54E-30037BAA5158}" type="parTrans" cxnId="{DBC2A249-C938-4280-BE12-190DF0994C00}">
      <dgm:prSet/>
      <dgm:spPr/>
      <dgm:t>
        <a:bodyPr/>
        <a:lstStyle/>
        <a:p>
          <a:endParaRPr lang="en-US"/>
        </a:p>
      </dgm:t>
    </dgm:pt>
    <dgm:pt modelId="{8C100B7E-46A0-431E-A5B4-B85B27809BAA}" type="sibTrans" cxnId="{DBC2A249-C938-4280-BE12-190DF0994C00}">
      <dgm:prSet/>
      <dgm:spPr/>
      <dgm:t>
        <a:bodyPr/>
        <a:lstStyle/>
        <a:p>
          <a:endParaRPr lang="en-US"/>
        </a:p>
      </dgm:t>
    </dgm:pt>
    <dgm:pt modelId="{9BC625B1-C275-4F5D-983A-D0605207B6F2}">
      <dgm:prSet/>
      <dgm:spPr/>
      <dgm:t>
        <a:bodyPr/>
        <a:lstStyle/>
        <a:p>
          <a:pPr>
            <a:lnSpc>
              <a:spcPct val="100000"/>
            </a:lnSpc>
          </a:pPr>
          <a:r>
            <a:rPr lang="da-DK" i="1" dirty="0"/>
            <a:t>Sig </a:t>
          </a:r>
          <a:r>
            <a:rPr lang="da-DK" dirty="0"/>
            <a:t>= </a:t>
          </a:r>
          <a:r>
            <a:rPr lang="da-DK" i="1" dirty="0"/>
            <a:t>F</a:t>
          </a:r>
          <a:r>
            <a:rPr lang="da-DK" i="1" baseline="-25000" dirty="0"/>
            <a:t>sig</a:t>
          </a:r>
          <a:r>
            <a:rPr lang="da-DK" i="1" dirty="0"/>
            <a:t> </a:t>
          </a:r>
          <a:r>
            <a:rPr lang="tr-TR" i="1" dirty="0"/>
            <a:t>(</a:t>
          </a:r>
          <a:r>
            <a:rPr lang="da-DK" i="1" dirty="0"/>
            <a:t>F</a:t>
          </a:r>
          <a:r>
            <a:rPr lang="da-DK" i="1" baseline="-25000" dirty="0"/>
            <a:t>hash</a:t>
          </a:r>
          <a:r>
            <a:rPr lang="da-DK" i="1" dirty="0"/>
            <a:t> </a:t>
          </a:r>
          <a:r>
            <a:rPr lang="tr-TR" i="1" dirty="0"/>
            <a:t>(</a:t>
          </a:r>
          <a:r>
            <a:rPr lang="da-DK" i="1" dirty="0"/>
            <a:t>m</a:t>
          </a:r>
          <a:r>
            <a:rPr lang="tr-TR" i="1" dirty="0"/>
            <a:t>)</a:t>
          </a:r>
          <a:r>
            <a:rPr lang="da-DK" i="1" dirty="0"/>
            <a:t> </a:t>
          </a:r>
          <a:r>
            <a:rPr lang="da-DK" dirty="0"/>
            <a:t>, </a:t>
          </a:r>
          <a:r>
            <a:rPr lang="da-DK" i="1" dirty="0"/>
            <a:t>dA</a:t>
          </a:r>
          <a:r>
            <a:rPr lang="tr-TR" i="1" dirty="0"/>
            <a:t>)</a:t>
          </a:r>
          <a:endParaRPr lang="en-US" dirty="0"/>
        </a:p>
      </dgm:t>
    </dgm:pt>
    <dgm:pt modelId="{442D949F-5973-4FAF-B7D0-8B1D57A6C134}" type="parTrans" cxnId="{9300AC2C-02DA-47D9-9167-E73249B5FC7B}">
      <dgm:prSet/>
      <dgm:spPr/>
      <dgm:t>
        <a:bodyPr/>
        <a:lstStyle/>
        <a:p>
          <a:endParaRPr lang="en-US"/>
        </a:p>
      </dgm:t>
    </dgm:pt>
    <dgm:pt modelId="{05EF764D-AF97-4330-A213-543EF985E21A}" type="sibTrans" cxnId="{9300AC2C-02DA-47D9-9167-E73249B5FC7B}">
      <dgm:prSet/>
      <dgm:spPr/>
      <dgm:t>
        <a:bodyPr/>
        <a:lstStyle/>
        <a:p>
          <a:endParaRPr lang="en-US"/>
        </a:p>
      </dgm:t>
    </dgm:pt>
    <dgm:pt modelId="{A7DC2DD1-A84E-4ABB-8D94-700B646F0ED2}">
      <dgm:prSet/>
      <dgm:spPr/>
      <dgm:t>
        <a:bodyPr/>
        <a:lstStyle/>
        <a:p>
          <a:pPr>
            <a:lnSpc>
              <a:spcPct val="100000"/>
            </a:lnSpc>
            <a:defRPr b="1"/>
          </a:pPr>
          <a:r>
            <a:rPr lang="en-US" i="1"/>
            <a:t>Sig</a:t>
          </a:r>
          <a:endParaRPr lang="en-US"/>
        </a:p>
      </dgm:t>
    </dgm:pt>
    <dgm:pt modelId="{6B733E6D-0515-4B18-B4DB-AADB00BC5D8E}" type="parTrans" cxnId="{D7BC08AD-A724-4804-A516-E285A92402C4}">
      <dgm:prSet/>
      <dgm:spPr/>
      <dgm:t>
        <a:bodyPr/>
        <a:lstStyle/>
        <a:p>
          <a:endParaRPr lang="en-US"/>
        </a:p>
      </dgm:t>
    </dgm:pt>
    <dgm:pt modelId="{A53149E8-A35D-4AB1-B54F-640420B6BEF0}" type="sibTrans" cxnId="{D7BC08AD-A724-4804-A516-E285A92402C4}">
      <dgm:prSet/>
      <dgm:spPr/>
      <dgm:t>
        <a:bodyPr/>
        <a:lstStyle/>
        <a:p>
          <a:endParaRPr lang="en-US"/>
        </a:p>
      </dgm:t>
    </dgm:pt>
    <dgm:pt modelId="{FEFC563D-EAE6-45FF-A982-C84756784D77}">
      <dgm:prSet/>
      <dgm:spPr/>
      <dgm:t>
        <a:bodyPr/>
        <a:lstStyle/>
        <a:p>
          <a:pPr>
            <a:lnSpc>
              <a:spcPct val="100000"/>
            </a:lnSpc>
            <a:defRPr b="1"/>
          </a:pPr>
          <a:r>
            <a:rPr lang="en-US" i="1"/>
            <a:t>dA</a:t>
          </a:r>
          <a:endParaRPr lang="en-US"/>
        </a:p>
      </dgm:t>
    </dgm:pt>
    <dgm:pt modelId="{DE261D6C-C753-4759-BBF0-349292E0CEF9}" type="parTrans" cxnId="{B1CB27A2-C7A8-4C0B-8EEE-C348A43784DA}">
      <dgm:prSet/>
      <dgm:spPr/>
      <dgm:t>
        <a:bodyPr/>
        <a:lstStyle/>
        <a:p>
          <a:endParaRPr lang="en-US"/>
        </a:p>
      </dgm:t>
    </dgm:pt>
    <dgm:pt modelId="{CEB191DB-C6C0-45D0-B37B-E2B9C3334F75}" type="sibTrans" cxnId="{B1CB27A2-C7A8-4C0B-8EEE-C348A43784DA}">
      <dgm:prSet/>
      <dgm:spPr/>
      <dgm:t>
        <a:bodyPr/>
        <a:lstStyle/>
        <a:p>
          <a:endParaRPr lang="en-US"/>
        </a:p>
      </dgm:t>
    </dgm:pt>
    <dgm:pt modelId="{ED12C577-FF2D-4243-8936-DD5359BF9C05}">
      <dgm:prSet/>
      <dgm:spPr/>
      <dgm:t>
        <a:bodyPr/>
        <a:lstStyle/>
        <a:p>
          <a:pPr>
            <a:lnSpc>
              <a:spcPct val="100000"/>
            </a:lnSpc>
            <a:defRPr b="1"/>
          </a:pPr>
          <a:r>
            <a:rPr lang="en-US" i="1"/>
            <a:t>m</a:t>
          </a:r>
          <a:endParaRPr lang="en-US"/>
        </a:p>
      </dgm:t>
    </dgm:pt>
    <dgm:pt modelId="{7DF7F692-6C6B-4777-BF11-3952E4B53118}" type="parTrans" cxnId="{BC317A57-C019-4AE2-AD01-6A96D4C00FDD}">
      <dgm:prSet/>
      <dgm:spPr/>
      <dgm:t>
        <a:bodyPr/>
        <a:lstStyle/>
        <a:p>
          <a:endParaRPr lang="en-US"/>
        </a:p>
      </dgm:t>
    </dgm:pt>
    <dgm:pt modelId="{16A8DBFD-31BA-46A1-A5FE-4C29FAE6B6E0}" type="sibTrans" cxnId="{BC317A57-C019-4AE2-AD01-6A96D4C00FDD}">
      <dgm:prSet/>
      <dgm:spPr/>
      <dgm:t>
        <a:bodyPr/>
        <a:lstStyle/>
        <a:p>
          <a:endParaRPr lang="en-US"/>
        </a:p>
      </dgm:t>
    </dgm:pt>
    <dgm:pt modelId="{5B2F78DB-19DE-494D-9EE8-2CE54A871A6A}">
      <dgm:prSet/>
      <dgm:spPr/>
      <dgm:t>
        <a:bodyPr/>
        <a:lstStyle/>
        <a:p>
          <a:pPr>
            <a:lnSpc>
              <a:spcPct val="100000"/>
            </a:lnSpc>
            <a:defRPr b="1"/>
          </a:pPr>
          <a:r>
            <a:rPr lang="en-US" i="1"/>
            <a:t>F</a:t>
          </a:r>
          <a:r>
            <a:rPr lang="en-US" i="1" baseline="-25000"/>
            <a:t>hash</a:t>
          </a:r>
          <a:endParaRPr lang="en-US"/>
        </a:p>
      </dgm:t>
    </dgm:pt>
    <dgm:pt modelId="{AFC6B48A-A4A5-4781-B65D-E1CD89E82318}" type="parTrans" cxnId="{9A91DAB6-00E1-4783-BD97-FB6502917BC1}">
      <dgm:prSet/>
      <dgm:spPr/>
      <dgm:t>
        <a:bodyPr/>
        <a:lstStyle/>
        <a:p>
          <a:endParaRPr lang="en-US"/>
        </a:p>
      </dgm:t>
    </dgm:pt>
    <dgm:pt modelId="{CA23068C-2AC2-4658-B73E-F9F2AFB4974B}" type="sibTrans" cxnId="{9A91DAB6-00E1-4783-BD97-FB6502917BC1}">
      <dgm:prSet/>
      <dgm:spPr/>
      <dgm:t>
        <a:bodyPr/>
        <a:lstStyle/>
        <a:p>
          <a:endParaRPr lang="en-US"/>
        </a:p>
      </dgm:t>
    </dgm:pt>
    <dgm:pt modelId="{79DF9150-0D8E-4631-94F1-4B17F0A31D58}">
      <dgm:prSet/>
      <dgm:spPr/>
      <dgm:t>
        <a:bodyPr/>
        <a:lstStyle/>
        <a:p>
          <a:pPr>
            <a:lnSpc>
              <a:spcPct val="100000"/>
            </a:lnSpc>
            <a:defRPr b="1"/>
          </a:pPr>
          <a:r>
            <a:rPr lang="en-US" i="1"/>
            <a:t>F</a:t>
          </a:r>
          <a:r>
            <a:rPr lang="en-US" i="1" baseline="-25000"/>
            <a:t>sig</a:t>
          </a:r>
          <a:endParaRPr lang="en-US"/>
        </a:p>
      </dgm:t>
    </dgm:pt>
    <dgm:pt modelId="{8112A522-BE5F-4528-89F2-72FDDEBC0896}" type="parTrans" cxnId="{1F17B95A-7F23-4BA7-ACDE-AAF1E05569FC}">
      <dgm:prSet/>
      <dgm:spPr/>
      <dgm:t>
        <a:bodyPr/>
        <a:lstStyle/>
        <a:p>
          <a:endParaRPr lang="en-US"/>
        </a:p>
      </dgm:t>
    </dgm:pt>
    <dgm:pt modelId="{DA61142D-B1C4-416F-A033-23BB690E57BF}" type="sibTrans" cxnId="{1F17B95A-7F23-4BA7-ACDE-AAF1E05569FC}">
      <dgm:prSet/>
      <dgm:spPr/>
      <dgm:t>
        <a:bodyPr/>
        <a:lstStyle/>
        <a:p>
          <a:endParaRPr lang="en-US"/>
        </a:p>
      </dgm:t>
    </dgm:pt>
    <dgm:pt modelId="{66404B1E-C708-414E-B6EA-C41034F58617}">
      <dgm:prSet/>
      <dgm:spPr/>
      <dgm:t>
        <a:bodyPr/>
        <a:lstStyle/>
        <a:p>
          <a:pPr>
            <a:lnSpc>
              <a:spcPct val="100000"/>
            </a:lnSpc>
          </a:pPr>
          <a:r>
            <a:rPr lang="en-US" dirty="0"/>
            <a:t>the signature</a:t>
          </a:r>
        </a:p>
      </dgm:t>
    </dgm:pt>
    <dgm:pt modelId="{EA4D089C-13B6-43B1-B911-269DA3568228}" type="parTrans" cxnId="{D63CBD33-2428-4426-8E1A-3887999F98DC}">
      <dgm:prSet/>
      <dgm:spPr/>
      <dgm:t>
        <a:bodyPr/>
        <a:lstStyle/>
        <a:p>
          <a:endParaRPr lang="tr-TR"/>
        </a:p>
      </dgm:t>
    </dgm:pt>
    <dgm:pt modelId="{DCE073E7-8E4B-40AB-B9B7-B43F23322B5A}" type="sibTrans" cxnId="{D63CBD33-2428-4426-8E1A-3887999F98DC}">
      <dgm:prSet/>
      <dgm:spPr/>
      <dgm:t>
        <a:bodyPr/>
        <a:lstStyle/>
        <a:p>
          <a:endParaRPr lang="tr-TR"/>
        </a:p>
      </dgm:t>
    </dgm:pt>
    <dgm:pt modelId="{AA49F6F9-F606-40CD-8DF0-BA908E9349B2}">
      <dgm:prSet/>
      <dgm:spPr/>
      <dgm:t>
        <a:bodyPr/>
        <a:lstStyle/>
        <a:p>
          <a:pPr>
            <a:lnSpc>
              <a:spcPct val="100000"/>
            </a:lnSpc>
          </a:pPr>
          <a:r>
            <a:rPr lang="tr-TR"/>
            <a:t>Sig </a:t>
          </a:r>
          <a:r>
            <a:rPr lang="tr-TR" dirty="0"/>
            <a:t>= (R, S)</a:t>
          </a:r>
          <a:endParaRPr lang="en-US" dirty="0"/>
        </a:p>
      </dgm:t>
    </dgm:pt>
    <dgm:pt modelId="{40061F80-DD9B-4469-9B37-B2372E89EEF3}" type="parTrans" cxnId="{96BF3233-4075-4D8F-96A4-6509FD142B65}">
      <dgm:prSet/>
      <dgm:spPr/>
      <dgm:t>
        <a:bodyPr/>
        <a:lstStyle/>
        <a:p>
          <a:endParaRPr lang="tr-TR"/>
        </a:p>
      </dgm:t>
    </dgm:pt>
    <dgm:pt modelId="{207B3260-3745-475B-87FF-87703400964F}" type="sibTrans" cxnId="{96BF3233-4075-4D8F-96A4-6509FD142B65}">
      <dgm:prSet/>
      <dgm:spPr/>
      <dgm:t>
        <a:bodyPr/>
        <a:lstStyle/>
        <a:p>
          <a:endParaRPr lang="tr-TR"/>
        </a:p>
      </dgm:t>
    </dgm:pt>
    <dgm:pt modelId="{E146D649-162E-4D3C-8281-4DFF9B76F80E}">
      <dgm:prSet/>
      <dgm:spPr/>
      <dgm:t>
        <a:bodyPr/>
        <a:lstStyle/>
        <a:p>
          <a:pPr>
            <a:lnSpc>
              <a:spcPct val="100000"/>
            </a:lnSpc>
          </a:pPr>
          <a:r>
            <a:rPr lang="en-US"/>
            <a:t>the </a:t>
          </a:r>
          <a:r>
            <a:rPr lang="en-US" dirty="0"/>
            <a:t>signing private key</a:t>
          </a:r>
        </a:p>
      </dgm:t>
    </dgm:pt>
    <dgm:pt modelId="{1C5A48C9-888C-4C1D-9D90-8FAD9779AD36}" type="parTrans" cxnId="{21D3925F-634B-45D5-8D4E-A462952BCC26}">
      <dgm:prSet/>
      <dgm:spPr/>
      <dgm:t>
        <a:bodyPr/>
        <a:lstStyle/>
        <a:p>
          <a:endParaRPr lang="tr-TR"/>
        </a:p>
      </dgm:t>
    </dgm:pt>
    <dgm:pt modelId="{4691B593-41EC-4225-8C76-FE735CFFB9B9}" type="sibTrans" cxnId="{21D3925F-634B-45D5-8D4E-A462952BCC26}">
      <dgm:prSet/>
      <dgm:spPr/>
      <dgm:t>
        <a:bodyPr/>
        <a:lstStyle/>
        <a:p>
          <a:endParaRPr lang="tr-TR"/>
        </a:p>
      </dgm:t>
    </dgm:pt>
    <dgm:pt modelId="{E06CB833-A35E-499A-9EA6-E657571038C6}">
      <dgm:prSet/>
      <dgm:spPr/>
      <dgm:t>
        <a:bodyPr/>
        <a:lstStyle/>
        <a:p>
          <a:pPr>
            <a:lnSpc>
              <a:spcPct val="100000"/>
            </a:lnSpc>
          </a:pPr>
          <a:r>
            <a:rPr lang="en-US" dirty="0"/>
            <a:t>the transaction</a:t>
          </a:r>
        </a:p>
      </dgm:t>
    </dgm:pt>
    <dgm:pt modelId="{BE182D74-E1AD-4905-928C-4A1535FD2184}" type="parTrans" cxnId="{B9550D57-AFF3-41FE-B4C5-AB02AFFF1497}">
      <dgm:prSet/>
      <dgm:spPr/>
      <dgm:t>
        <a:bodyPr/>
        <a:lstStyle/>
        <a:p>
          <a:endParaRPr lang="tr-TR"/>
        </a:p>
      </dgm:t>
    </dgm:pt>
    <dgm:pt modelId="{BFB607D5-BE36-4F79-A4CC-D85B1F1E508D}" type="sibTrans" cxnId="{B9550D57-AFF3-41FE-B4C5-AB02AFFF1497}">
      <dgm:prSet/>
      <dgm:spPr/>
      <dgm:t>
        <a:bodyPr/>
        <a:lstStyle/>
        <a:p>
          <a:endParaRPr lang="tr-TR"/>
        </a:p>
      </dgm:t>
    </dgm:pt>
    <dgm:pt modelId="{EC138483-D7AE-4646-9477-681574A9D3CE}">
      <dgm:prSet/>
      <dgm:spPr/>
      <dgm:t>
        <a:bodyPr/>
        <a:lstStyle/>
        <a:p>
          <a:pPr>
            <a:lnSpc>
              <a:spcPct val="100000"/>
            </a:lnSpc>
          </a:pPr>
          <a:r>
            <a:rPr lang="en-US" dirty="0"/>
            <a:t>or parts of it</a:t>
          </a:r>
        </a:p>
      </dgm:t>
    </dgm:pt>
    <dgm:pt modelId="{D21BD862-A4C0-4E12-90BD-DF73089F0B2E}" type="parTrans" cxnId="{EEA2986C-C157-420B-84E6-CCE1B5466958}">
      <dgm:prSet/>
      <dgm:spPr/>
      <dgm:t>
        <a:bodyPr/>
        <a:lstStyle/>
        <a:p>
          <a:endParaRPr lang="tr-TR"/>
        </a:p>
      </dgm:t>
    </dgm:pt>
    <dgm:pt modelId="{E0DE94A4-4060-463F-A669-23DAF47F8AD7}" type="sibTrans" cxnId="{EEA2986C-C157-420B-84E6-CCE1B5466958}">
      <dgm:prSet/>
      <dgm:spPr/>
      <dgm:t>
        <a:bodyPr/>
        <a:lstStyle/>
        <a:p>
          <a:endParaRPr lang="tr-TR"/>
        </a:p>
      </dgm:t>
    </dgm:pt>
    <dgm:pt modelId="{61BD3A8F-B864-4CD5-B5E1-87E3BAD7B5AF}">
      <dgm:prSet/>
      <dgm:spPr/>
      <dgm:t>
        <a:bodyPr/>
        <a:lstStyle/>
        <a:p>
          <a:pPr>
            <a:lnSpc>
              <a:spcPct val="100000"/>
            </a:lnSpc>
          </a:pPr>
          <a:r>
            <a:rPr lang="en-US" dirty="0"/>
            <a:t>the hashing function</a:t>
          </a:r>
        </a:p>
      </dgm:t>
    </dgm:pt>
    <dgm:pt modelId="{B8AF58FE-F381-4154-A78F-7BF38832C48D}" type="parTrans" cxnId="{34708A85-AE31-4432-B5EC-3870C7C99D46}">
      <dgm:prSet/>
      <dgm:spPr/>
      <dgm:t>
        <a:bodyPr/>
        <a:lstStyle/>
        <a:p>
          <a:endParaRPr lang="tr-TR"/>
        </a:p>
      </dgm:t>
    </dgm:pt>
    <dgm:pt modelId="{6CAB1089-B9E6-4AE3-A39F-3E9C706C40BC}" type="sibTrans" cxnId="{34708A85-AE31-4432-B5EC-3870C7C99D46}">
      <dgm:prSet/>
      <dgm:spPr/>
      <dgm:t>
        <a:bodyPr/>
        <a:lstStyle/>
        <a:p>
          <a:endParaRPr lang="tr-TR"/>
        </a:p>
      </dgm:t>
    </dgm:pt>
    <dgm:pt modelId="{903AE0C3-D522-40F0-9E1D-95FDA8C7169B}">
      <dgm:prSet/>
      <dgm:spPr/>
      <dgm:t>
        <a:bodyPr/>
        <a:lstStyle/>
        <a:p>
          <a:pPr>
            <a:lnSpc>
              <a:spcPct val="100000"/>
            </a:lnSpc>
          </a:pPr>
          <a:r>
            <a:rPr lang="en-US"/>
            <a:t>the </a:t>
          </a:r>
          <a:r>
            <a:rPr lang="en-US" dirty="0"/>
            <a:t>signing algorithm</a:t>
          </a:r>
        </a:p>
      </dgm:t>
    </dgm:pt>
    <dgm:pt modelId="{3B30DEDE-43C5-440E-BD43-372BD1BA92DB}" type="parTrans" cxnId="{58AE82E4-0A99-445E-81CC-633973660FBF}">
      <dgm:prSet/>
      <dgm:spPr/>
      <dgm:t>
        <a:bodyPr/>
        <a:lstStyle/>
        <a:p>
          <a:endParaRPr lang="tr-TR"/>
        </a:p>
      </dgm:t>
    </dgm:pt>
    <dgm:pt modelId="{8F946ED3-0459-47F7-BA12-4C48F5B4D67E}" type="sibTrans" cxnId="{58AE82E4-0A99-445E-81CC-633973660FBF}">
      <dgm:prSet/>
      <dgm:spPr/>
      <dgm:t>
        <a:bodyPr/>
        <a:lstStyle/>
        <a:p>
          <a:endParaRPr lang="tr-TR"/>
        </a:p>
      </dgm:t>
    </dgm:pt>
    <dgm:pt modelId="{D467AF9F-0E96-4D5A-833E-708BA2DA2F37}" type="pres">
      <dgm:prSet presAssocID="{8618FC5E-AD8C-4BAB-93A0-E5C7DC60032D}" presName="root" presStyleCnt="0">
        <dgm:presLayoutVars>
          <dgm:dir/>
          <dgm:resizeHandles val="exact"/>
        </dgm:presLayoutVars>
      </dgm:prSet>
      <dgm:spPr/>
    </dgm:pt>
    <dgm:pt modelId="{17A625F5-6C78-43DD-8249-A000749724D8}" type="pres">
      <dgm:prSet presAssocID="{1EC51889-2548-4992-A1A1-4FD8CD724350}" presName="compNode" presStyleCnt="0"/>
      <dgm:spPr/>
    </dgm:pt>
    <dgm:pt modelId="{397EB192-2AB7-4057-B083-B24CC8C2F0CC}" type="pres">
      <dgm:prSet presAssocID="{1EC51889-2548-4992-A1A1-4FD8CD724350}" presName="iconRect" presStyleLbl="node1" presStyleIdx="0" presStyleCnt="6"/>
      <dgm:spPr>
        <a:blipFill>
          <a:blip xmlns:r="http://schemas.openxmlformats.org/officeDocument/2006/relationships" r:embed="rId1" cstate="email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2"/>
              </a:ext>
            </a:extLst>
          </a:blip>
          <a:stretch>
            <a:fillRect/>
          </a:stretch>
        </a:blipFill>
        <a:ln>
          <a:noFill/>
        </a:ln>
      </dgm:spPr>
      <dgm:extLst>
        <a:ext uri="{E40237B7-FDA0-4F09-8148-C483321AD2D9}">
          <dgm14:cNvPr xmlns:dgm14="http://schemas.microsoft.com/office/drawing/2010/diagram" id="0" name="" descr="Skeleton"/>
        </a:ext>
      </dgm:extLst>
    </dgm:pt>
    <dgm:pt modelId="{2B2545B2-5E4D-4615-90DF-AFC83248DAB5}" type="pres">
      <dgm:prSet presAssocID="{1EC51889-2548-4992-A1A1-4FD8CD724350}" presName="iconSpace" presStyleCnt="0"/>
      <dgm:spPr/>
    </dgm:pt>
    <dgm:pt modelId="{8E7878CF-99A9-4BC4-8AC5-BF1A5C75A04F}" type="pres">
      <dgm:prSet presAssocID="{1EC51889-2548-4992-A1A1-4FD8CD724350}" presName="parTx" presStyleLbl="revTx" presStyleIdx="0" presStyleCnt="12">
        <dgm:presLayoutVars>
          <dgm:chMax val="0"/>
          <dgm:chPref val="0"/>
        </dgm:presLayoutVars>
      </dgm:prSet>
      <dgm:spPr/>
    </dgm:pt>
    <dgm:pt modelId="{931E0925-2586-441E-B772-88DD742D4780}" type="pres">
      <dgm:prSet presAssocID="{1EC51889-2548-4992-A1A1-4FD8CD724350}" presName="txSpace" presStyleCnt="0"/>
      <dgm:spPr/>
    </dgm:pt>
    <dgm:pt modelId="{9E7B8240-436E-45D8-942A-BCFCB21FFE05}" type="pres">
      <dgm:prSet presAssocID="{1EC51889-2548-4992-A1A1-4FD8CD724350}" presName="desTx" presStyleLbl="revTx" presStyleIdx="1" presStyleCnt="12">
        <dgm:presLayoutVars/>
      </dgm:prSet>
      <dgm:spPr/>
    </dgm:pt>
    <dgm:pt modelId="{311540DB-B45D-4A1D-995F-777735337F78}" type="pres">
      <dgm:prSet presAssocID="{8C100B7E-46A0-431E-A5B4-B85B27809BAA}" presName="sibTrans" presStyleCnt="0"/>
      <dgm:spPr/>
    </dgm:pt>
    <dgm:pt modelId="{660B6DC7-469D-4B87-B263-765F015C1706}" type="pres">
      <dgm:prSet presAssocID="{A7DC2DD1-A84E-4ABB-8D94-700B646F0ED2}" presName="compNode" presStyleCnt="0"/>
      <dgm:spPr/>
    </dgm:pt>
    <dgm:pt modelId="{6F84CE40-8A66-411B-9A08-93A176147445}" type="pres">
      <dgm:prSet presAssocID="{A7DC2DD1-A84E-4ABB-8D94-700B646F0ED2}" presName="iconRect" presStyleLbl="node1" presStyleIdx="1" presStyleCnt="6"/>
      <dgm:spPr>
        <a:blipFill rotWithShape="1">
          <a:blip xmlns:r="http://schemas.openxmlformats.org/officeDocument/2006/relationships" r:embed="rId3" cstate="email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4"/>
              </a:ext>
            </a:extLst>
          </a:blip>
          <a:srcRect/>
          <a:stretch>
            <a:fillRect/>
          </a:stretch>
        </a:blipFill>
        <a:ln>
          <a:noFill/>
        </a:ln>
      </dgm:spPr>
      <dgm:extLst>
        <a:ext uri="{E40237B7-FDA0-4F09-8148-C483321AD2D9}">
          <dgm14:cNvPr xmlns:dgm14="http://schemas.microsoft.com/office/drawing/2010/diagram" id="0" name="" descr="GenieBottle"/>
        </a:ext>
      </dgm:extLst>
    </dgm:pt>
    <dgm:pt modelId="{E8733BC4-026D-4864-8F5F-2548CFDD9CCE}" type="pres">
      <dgm:prSet presAssocID="{A7DC2DD1-A84E-4ABB-8D94-700B646F0ED2}" presName="iconSpace" presStyleCnt="0"/>
      <dgm:spPr/>
    </dgm:pt>
    <dgm:pt modelId="{46EAED2A-DA03-456B-B551-CE6B9B9445FB}" type="pres">
      <dgm:prSet presAssocID="{A7DC2DD1-A84E-4ABB-8D94-700B646F0ED2}" presName="parTx" presStyleLbl="revTx" presStyleIdx="2" presStyleCnt="12">
        <dgm:presLayoutVars>
          <dgm:chMax val="0"/>
          <dgm:chPref val="0"/>
        </dgm:presLayoutVars>
      </dgm:prSet>
      <dgm:spPr/>
    </dgm:pt>
    <dgm:pt modelId="{5ADF981C-7B9E-4114-90EC-B0C49A8AF55F}" type="pres">
      <dgm:prSet presAssocID="{A7DC2DD1-A84E-4ABB-8D94-700B646F0ED2}" presName="txSpace" presStyleCnt="0"/>
      <dgm:spPr/>
    </dgm:pt>
    <dgm:pt modelId="{0F4113C3-9C83-4418-8B1F-BF98DADBBA8D}" type="pres">
      <dgm:prSet presAssocID="{A7DC2DD1-A84E-4ABB-8D94-700B646F0ED2}" presName="desTx" presStyleLbl="revTx" presStyleIdx="3" presStyleCnt="12">
        <dgm:presLayoutVars/>
      </dgm:prSet>
      <dgm:spPr/>
    </dgm:pt>
    <dgm:pt modelId="{C26FECFA-B4F4-4DA8-B833-1C9562E819BD}" type="pres">
      <dgm:prSet presAssocID="{A53149E8-A35D-4AB1-B54F-640420B6BEF0}" presName="sibTrans" presStyleCnt="0"/>
      <dgm:spPr/>
    </dgm:pt>
    <dgm:pt modelId="{8373641A-B76A-4249-9F18-B2FAC283A2F8}" type="pres">
      <dgm:prSet presAssocID="{FEFC563D-EAE6-45FF-A982-C84756784D77}" presName="compNode" presStyleCnt="0"/>
      <dgm:spPr/>
    </dgm:pt>
    <dgm:pt modelId="{0CE975EE-242E-487B-AD30-476C333E2AE2}" type="pres">
      <dgm:prSet presAssocID="{FEFC563D-EAE6-45FF-A982-C84756784D77}" presName="iconRect" presStyleLbl="node1" presStyleIdx="2" presStyleCnt="6"/>
      <dgm:spPr>
        <a:blipFill>
          <a:blip xmlns:r="http://schemas.openxmlformats.org/officeDocument/2006/relationships" r:embed="rId5" cstate="email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6"/>
              </a:ext>
            </a:extLst>
          </a:blip>
          <a:stretch>
            <a:fillRect/>
          </a:stretch>
        </a:blipFill>
        <a:ln>
          <a:noFill/>
        </a:ln>
      </dgm:spPr>
      <dgm:extLst>
        <a:ext uri="{E40237B7-FDA0-4F09-8148-C483321AD2D9}">
          <dgm14:cNvPr xmlns:dgm14="http://schemas.microsoft.com/office/drawing/2010/diagram" id="0" name="" descr="Key"/>
        </a:ext>
      </dgm:extLst>
    </dgm:pt>
    <dgm:pt modelId="{F3E0F7D7-8E19-4BB3-9CDE-96370D7046A6}" type="pres">
      <dgm:prSet presAssocID="{FEFC563D-EAE6-45FF-A982-C84756784D77}" presName="iconSpace" presStyleCnt="0"/>
      <dgm:spPr/>
    </dgm:pt>
    <dgm:pt modelId="{D44D3BE1-F254-459D-A97C-202C6CC4BBE3}" type="pres">
      <dgm:prSet presAssocID="{FEFC563D-EAE6-45FF-A982-C84756784D77}" presName="parTx" presStyleLbl="revTx" presStyleIdx="4" presStyleCnt="12">
        <dgm:presLayoutVars>
          <dgm:chMax val="0"/>
          <dgm:chPref val="0"/>
        </dgm:presLayoutVars>
      </dgm:prSet>
      <dgm:spPr/>
    </dgm:pt>
    <dgm:pt modelId="{1C1422EE-6B57-4094-964E-E781375D9CAA}" type="pres">
      <dgm:prSet presAssocID="{FEFC563D-EAE6-45FF-A982-C84756784D77}" presName="txSpace" presStyleCnt="0"/>
      <dgm:spPr/>
    </dgm:pt>
    <dgm:pt modelId="{AF629624-ACE6-46A8-BCD7-F3904054F42D}" type="pres">
      <dgm:prSet presAssocID="{FEFC563D-EAE6-45FF-A982-C84756784D77}" presName="desTx" presStyleLbl="revTx" presStyleIdx="5" presStyleCnt="12">
        <dgm:presLayoutVars/>
      </dgm:prSet>
      <dgm:spPr/>
    </dgm:pt>
    <dgm:pt modelId="{16B65E91-4107-44AB-BC33-6110124508F1}" type="pres">
      <dgm:prSet presAssocID="{CEB191DB-C6C0-45D0-B37B-E2B9C3334F75}" presName="sibTrans" presStyleCnt="0"/>
      <dgm:spPr/>
    </dgm:pt>
    <dgm:pt modelId="{F4B32C38-3B8C-4F7B-982B-48953FDDAACC}" type="pres">
      <dgm:prSet presAssocID="{ED12C577-FF2D-4243-8936-DD5359BF9C05}" presName="compNode" presStyleCnt="0"/>
      <dgm:spPr/>
    </dgm:pt>
    <dgm:pt modelId="{608B36B5-2588-4191-A50A-11D467346705}" type="pres">
      <dgm:prSet presAssocID="{ED12C577-FF2D-4243-8936-DD5359BF9C05}" presName="iconRect" presStyleLbl="node1" presStyleIdx="3" presStyleCnt="6"/>
      <dgm:spPr>
        <a:blipFill>
          <a:blip xmlns:r="http://schemas.openxmlformats.org/officeDocument/2006/relationships" r:embed="rId7" cstate="email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8"/>
              </a:ext>
            </a:extLst>
          </a:blip>
          <a:stretch>
            <a:fillRect/>
          </a:stretch>
        </a:blipFill>
        <a:ln>
          <a:noFill/>
        </a:ln>
      </dgm:spPr>
      <dgm:extLst>
        <a:ext uri="{E40237B7-FDA0-4F09-8148-C483321AD2D9}">
          <dgm14:cNvPr xmlns:dgm14="http://schemas.microsoft.com/office/drawing/2010/diagram" id="0" name="" descr="Bitcoin"/>
        </a:ext>
      </dgm:extLst>
    </dgm:pt>
    <dgm:pt modelId="{E9C8CB85-8AFA-4921-93E1-31B1A46FB174}" type="pres">
      <dgm:prSet presAssocID="{ED12C577-FF2D-4243-8936-DD5359BF9C05}" presName="iconSpace" presStyleCnt="0"/>
      <dgm:spPr/>
    </dgm:pt>
    <dgm:pt modelId="{86DF2600-DC4B-4ED7-84B6-FBFB1338DC3C}" type="pres">
      <dgm:prSet presAssocID="{ED12C577-FF2D-4243-8936-DD5359BF9C05}" presName="parTx" presStyleLbl="revTx" presStyleIdx="6" presStyleCnt="12">
        <dgm:presLayoutVars>
          <dgm:chMax val="0"/>
          <dgm:chPref val="0"/>
        </dgm:presLayoutVars>
      </dgm:prSet>
      <dgm:spPr/>
    </dgm:pt>
    <dgm:pt modelId="{E4635114-6990-4F72-B02D-994B5FFD78A3}" type="pres">
      <dgm:prSet presAssocID="{ED12C577-FF2D-4243-8936-DD5359BF9C05}" presName="txSpace" presStyleCnt="0"/>
      <dgm:spPr/>
    </dgm:pt>
    <dgm:pt modelId="{FBA46910-DE52-4B41-9F4B-30EEAC7E6E46}" type="pres">
      <dgm:prSet presAssocID="{ED12C577-FF2D-4243-8936-DD5359BF9C05}" presName="desTx" presStyleLbl="revTx" presStyleIdx="7" presStyleCnt="12">
        <dgm:presLayoutVars/>
      </dgm:prSet>
      <dgm:spPr/>
    </dgm:pt>
    <dgm:pt modelId="{000B2F9F-31E9-4233-AD02-09D2E73E85E5}" type="pres">
      <dgm:prSet presAssocID="{16A8DBFD-31BA-46A1-A5FE-4C29FAE6B6E0}" presName="sibTrans" presStyleCnt="0"/>
      <dgm:spPr/>
    </dgm:pt>
    <dgm:pt modelId="{627E355F-D3BD-4A10-9904-2C15255BF990}" type="pres">
      <dgm:prSet presAssocID="{5B2F78DB-19DE-494D-9EE8-2CE54A871A6A}" presName="compNode" presStyleCnt="0"/>
      <dgm:spPr/>
    </dgm:pt>
    <dgm:pt modelId="{086E8993-C971-4EB9-BE85-0647807F9300}" type="pres">
      <dgm:prSet presAssocID="{5B2F78DB-19DE-494D-9EE8-2CE54A871A6A}" presName="iconRect" presStyleLbl="node1" presStyleIdx="4" presStyleCnt="6"/>
      <dgm:spPr>
        <a:blipFill>
          <a:blip xmlns:r="http://schemas.openxmlformats.org/officeDocument/2006/relationships" r:embed="rId9" cstate="email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10"/>
              </a:ext>
            </a:extLst>
          </a:blip>
          <a:stretch>
            <a:fillRect/>
          </a:stretch>
        </a:blipFill>
        <a:ln>
          <a:noFill/>
        </a:ln>
      </dgm:spPr>
      <dgm:extLst>
        <a:ext uri="{E40237B7-FDA0-4F09-8148-C483321AD2D9}">
          <dgm14:cNvPr xmlns:dgm14="http://schemas.microsoft.com/office/drawing/2010/diagram" id="0" name="" descr="Disconnected"/>
        </a:ext>
      </dgm:extLst>
    </dgm:pt>
    <dgm:pt modelId="{09AB5608-8B07-4925-B5A2-911285A4C079}" type="pres">
      <dgm:prSet presAssocID="{5B2F78DB-19DE-494D-9EE8-2CE54A871A6A}" presName="iconSpace" presStyleCnt="0"/>
      <dgm:spPr/>
    </dgm:pt>
    <dgm:pt modelId="{D4780D1B-00CF-47D2-8FEE-213AAE88FDA2}" type="pres">
      <dgm:prSet presAssocID="{5B2F78DB-19DE-494D-9EE8-2CE54A871A6A}" presName="parTx" presStyleLbl="revTx" presStyleIdx="8" presStyleCnt="12">
        <dgm:presLayoutVars>
          <dgm:chMax val="0"/>
          <dgm:chPref val="0"/>
        </dgm:presLayoutVars>
      </dgm:prSet>
      <dgm:spPr/>
    </dgm:pt>
    <dgm:pt modelId="{49093FD3-7075-4646-8C6B-F6A0E27C559E}" type="pres">
      <dgm:prSet presAssocID="{5B2F78DB-19DE-494D-9EE8-2CE54A871A6A}" presName="txSpace" presStyleCnt="0"/>
      <dgm:spPr/>
    </dgm:pt>
    <dgm:pt modelId="{9E85C192-071C-4D3E-921C-C4C09D24A2FC}" type="pres">
      <dgm:prSet presAssocID="{5B2F78DB-19DE-494D-9EE8-2CE54A871A6A}" presName="desTx" presStyleLbl="revTx" presStyleIdx="9" presStyleCnt="12">
        <dgm:presLayoutVars/>
      </dgm:prSet>
      <dgm:spPr/>
    </dgm:pt>
    <dgm:pt modelId="{5FB00098-8C5B-469C-8930-D1AC18EF6D9F}" type="pres">
      <dgm:prSet presAssocID="{CA23068C-2AC2-4658-B73E-F9F2AFB4974B}" presName="sibTrans" presStyleCnt="0"/>
      <dgm:spPr/>
    </dgm:pt>
    <dgm:pt modelId="{934337A1-6D30-4BDC-9534-863D0D7B5E45}" type="pres">
      <dgm:prSet presAssocID="{79DF9150-0D8E-4631-94F1-4B17F0A31D58}" presName="compNode" presStyleCnt="0"/>
      <dgm:spPr/>
    </dgm:pt>
    <dgm:pt modelId="{A0AED4B0-1C74-48EC-AAEC-D9C71C645460}" type="pres">
      <dgm:prSet presAssocID="{79DF9150-0D8E-4631-94F1-4B17F0A31D58}" presName="iconRect" presStyleLbl="node1" presStyleIdx="5" presStyleCnt="6"/>
      <dgm:spPr>
        <a:blipFill>
          <a:blip xmlns:r="http://schemas.openxmlformats.org/officeDocument/2006/relationships" r:embed="rId11" cstate="email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12"/>
              </a:ext>
            </a:extLst>
          </a:blip>
          <a:stretch>
            <a:fillRect/>
          </a:stretch>
        </a:blipFill>
        <a:ln>
          <a:noFill/>
        </a:ln>
      </dgm:spPr>
      <dgm:extLst>
        <a:ext uri="{E40237B7-FDA0-4F09-8148-C483321AD2D9}">
          <dgm14:cNvPr xmlns:dgm14="http://schemas.microsoft.com/office/drawing/2010/diagram" id="0" name="" descr="NormalDistribution"/>
        </a:ext>
      </dgm:extLst>
    </dgm:pt>
    <dgm:pt modelId="{90DDF937-1DFD-4218-B052-578CEED2BBA1}" type="pres">
      <dgm:prSet presAssocID="{79DF9150-0D8E-4631-94F1-4B17F0A31D58}" presName="iconSpace" presStyleCnt="0"/>
      <dgm:spPr/>
    </dgm:pt>
    <dgm:pt modelId="{95D11A78-CB35-4820-852F-898029DFAE2B}" type="pres">
      <dgm:prSet presAssocID="{79DF9150-0D8E-4631-94F1-4B17F0A31D58}" presName="parTx" presStyleLbl="revTx" presStyleIdx="10" presStyleCnt="12">
        <dgm:presLayoutVars>
          <dgm:chMax val="0"/>
          <dgm:chPref val="0"/>
        </dgm:presLayoutVars>
      </dgm:prSet>
      <dgm:spPr/>
    </dgm:pt>
    <dgm:pt modelId="{279EAFF9-4075-4A6A-961A-5B718B89148B}" type="pres">
      <dgm:prSet presAssocID="{79DF9150-0D8E-4631-94F1-4B17F0A31D58}" presName="txSpace" presStyleCnt="0"/>
      <dgm:spPr/>
    </dgm:pt>
    <dgm:pt modelId="{8933DB97-C717-4A5F-8BB8-D56249AAEB07}" type="pres">
      <dgm:prSet presAssocID="{79DF9150-0D8E-4631-94F1-4B17F0A31D58}" presName="desTx" presStyleLbl="revTx" presStyleIdx="11" presStyleCnt="12">
        <dgm:presLayoutVars/>
      </dgm:prSet>
      <dgm:spPr/>
    </dgm:pt>
  </dgm:ptLst>
  <dgm:cxnLst>
    <dgm:cxn modelId="{69914708-362D-4087-BCF2-67976A88BEF9}" type="presOf" srcId="{E146D649-162E-4D3C-8281-4DFF9B76F80E}" destId="{AF629624-ACE6-46A8-BCD7-F3904054F42D}" srcOrd="0" destOrd="0" presId="urn:microsoft.com/office/officeart/2018/5/layout/CenteredIconLabelDescriptionList"/>
    <dgm:cxn modelId="{DF818009-EF52-478D-9A02-ED7FAD1A852F}" type="presOf" srcId="{903AE0C3-D522-40F0-9E1D-95FDA8C7169B}" destId="{8933DB97-C717-4A5F-8BB8-D56249AAEB07}" srcOrd="0" destOrd="0" presId="urn:microsoft.com/office/officeart/2018/5/layout/CenteredIconLabelDescriptionList"/>
    <dgm:cxn modelId="{2EA0010A-5801-48EB-9CBE-BBABAD4D83BF}" type="presOf" srcId="{E06CB833-A35E-499A-9EA6-E657571038C6}" destId="{FBA46910-DE52-4B41-9F4B-30EEAC7E6E46}" srcOrd="0" destOrd="0" presId="urn:microsoft.com/office/officeart/2018/5/layout/CenteredIconLabelDescriptionList"/>
    <dgm:cxn modelId="{1276310D-E98E-42E2-9290-93513B6E8620}" type="presOf" srcId="{79DF9150-0D8E-4631-94F1-4B17F0A31D58}" destId="{95D11A78-CB35-4820-852F-898029DFAE2B}" srcOrd="0" destOrd="0" presId="urn:microsoft.com/office/officeart/2018/5/layout/CenteredIconLabelDescriptionList"/>
    <dgm:cxn modelId="{102A5E10-AF84-4740-A7F4-A36062C96C51}" type="presOf" srcId="{AA49F6F9-F606-40CD-8DF0-BA908E9349B2}" destId="{0F4113C3-9C83-4418-8B1F-BF98DADBBA8D}" srcOrd="0" destOrd="1" presId="urn:microsoft.com/office/officeart/2018/5/layout/CenteredIconLabelDescriptionList"/>
    <dgm:cxn modelId="{FD8EE412-4401-4EF3-8E25-BA752C71CE2A}" type="presOf" srcId="{ED12C577-FF2D-4243-8936-DD5359BF9C05}" destId="{86DF2600-DC4B-4ED7-84B6-FBFB1338DC3C}" srcOrd="0" destOrd="0" presId="urn:microsoft.com/office/officeart/2018/5/layout/CenteredIconLabelDescriptionList"/>
    <dgm:cxn modelId="{7DEA9914-260F-4845-A564-04E95097669D}" type="presOf" srcId="{5B2F78DB-19DE-494D-9EE8-2CE54A871A6A}" destId="{D4780D1B-00CF-47D2-8FEE-213AAE88FDA2}" srcOrd="0" destOrd="0" presId="urn:microsoft.com/office/officeart/2018/5/layout/CenteredIconLabelDescriptionList"/>
    <dgm:cxn modelId="{9300AC2C-02DA-47D9-9167-E73249B5FC7B}" srcId="{1EC51889-2548-4992-A1A1-4FD8CD724350}" destId="{9BC625B1-C275-4F5D-983A-D0605207B6F2}" srcOrd="0" destOrd="0" parTransId="{442D949F-5973-4FAF-B7D0-8B1D57A6C134}" sibTransId="{05EF764D-AF97-4330-A213-543EF985E21A}"/>
    <dgm:cxn modelId="{5445972E-84F8-4F0F-86FF-B12D84A6030A}" type="presOf" srcId="{8618FC5E-AD8C-4BAB-93A0-E5C7DC60032D}" destId="{D467AF9F-0E96-4D5A-833E-708BA2DA2F37}" srcOrd="0" destOrd="0" presId="urn:microsoft.com/office/officeart/2018/5/layout/CenteredIconLabelDescriptionList"/>
    <dgm:cxn modelId="{349F7431-96EE-4E92-BAEB-374F1C1D1FAA}" type="presOf" srcId="{61BD3A8F-B864-4CD5-B5E1-87E3BAD7B5AF}" destId="{9E85C192-071C-4D3E-921C-C4C09D24A2FC}" srcOrd="0" destOrd="0" presId="urn:microsoft.com/office/officeart/2018/5/layout/CenteredIconLabelDescriptionList"/>
    <dgm:cxn modelId="{96BF3233-4075-4D8F-96A4-6509FD142B65}" srcId="{A7DC2DD1-A84E-4ABB-8D94-700B646F0ED2}" destId="{AA49F6F9-F606-40CD-8DF0-BA908E9349B2}" srcOrd="1" destOrd="0" parTransId="{40061F80-DD9B-4469-9B37-B2372E89EEF3}" sibTransId="{207B3260-3745-475B-87FF-87703400964F}"/>
    <dgm:cxn modelId="{D63CBD33-2428-4426-8E1A-3887999F98DC}" srcId="{A7DC2DD1-A84E-4ABB-8D94-700B646F0ED2}" destId="{66404B1E-C708-414E-B6EA-C41034F58617}" srcOrd="0" destOrd="0" parTransId="{EA4D089C-13B6-43B1-B911-269DA3568228}" sibTransId="{DCE073E7-8E4B-40AB-B9B7-B43F23322B5A}"/>
    <dgm:cxn modelId="{21D3925F-634B-45D5-8D4E-A462952BCC26}" srcId="{FEFC563D-EAE6-45FF-A982-C84756784D77}" destId="{E146D649-162E-4D3C-8281-4DFF9B76F80E}" srcOrd="0" destOrd="0" parTransId="{1C5A48C9-888C-4C1D-9D90-8FAD9779AD36}" sibTransId="{4691B593-41EC-4225-8C76-FE735CFFB9B9}"/>
    <dgm:cxn modelId="{73FC9264-BBA9-4937-9682-8A52777697BB}" type="presOf" srcId="{66404B1E-C708-414E-B6EA-C41034F58617}" destId="{0F4113C3-9C83-4418-8B1F-BF98DADBBA8D}" srcOrd="0" destOrd="0" presId="urn:microsoft.com/office/officeart/2018/5/layout/CenteredIconLabelDescriptionList"/>
    <dgm:cxn modelId="{DBC2A249-C938-4280-BE12-190DF0994C00}" srcId="{8618FC5E-AD8C-4BAB-93A0-E5C7DC60032D}" destId="{1EC51889-2548-4992-A1A1-4FD8CD724350}" srcOrd="0" destOrd="0" parTransId="{F9B5E89A-9C37-4B16-A54E-30037BAA5158}" sibTransId="{8C100B7E-46A0-431E-A5B4-B85B27809BAA}"/>
    <dgm:cxn modelId="{4B11B46B-BC36-4EF6-B920-B4EED96ABD16}" type="presOf" srcId="{FEFC563D-EAE6-45FF-A982-C84756784D77}" destId="{D44D3BE1-F254-459D-A97C-202C6CC4BBE3}" srcOrd="0" destOrd="0" presId="urn:microsoft.com/office/officeart/2018/5/layout/CenteredIconLabelDescriptionList"/>
    <dgm:cxn modelId="{EEA2986C-C157-420B-84E6-CCE1B5466958}" srcId="{ED12C577-FF2D-4243-8936-DD5359BF9C05}" destId="{EC138483-D7AE-4646-9477-681574A9D3CE}" srcOrd="1" destOrd="0" parTransId="{D21BD862-A4C0-4E12-90BD-DF73089F0B2E}" sibTransId="{E0DE94A4-4060-463F-A669-23DAF47F8AD7}"/>
    <dgm:cxn modelId="{B9550D57-AFF3-41FE-B4C5-AB02AFFF1497}" srcId="{ED12C577-FF2D-4243-8936-DD5359BF9C05}" destId="{E06CB833-A35E-499A-9EA6-E657571038C6}" srcOrd="0" destOrd="0" parTransId="{BE182D74-E1AD-4905-928C-4A1535FD2184}" sibTransId="{BFB607D5-BE36-4F79-A4CC-D85B1F1E508D}"/>
    <dgm:cxn modelId="{BC317A57-C019-4AE2-AD01-6A96D4C00FDD}" srcId="{8618FC5E-AD8C-4BAB-93A0-E5C7DC60032D}" destId="{ED12C577-FF2D-4243-8936-DD5359BF9C05}" srcOrd="3" destOrd="0" parTransId="{7DF7F692-6C6B-4777-BF11-3952E4B53118}" sibTransId="{16A8DBFD-31BA-46A1-A5FE-4C29FAE6B6E0}"/>
    <dgm:cxn modelId="{1F17B95A-7F23-4BA7-ACDE-AAF1E05569FC}" srcId="{8618FC5E-AD8C-4BAB-93A0-E5C7DC60032D}" destId="{79DF9150-0D8E-4631-94F1-4B17F0A31D58}" srcOrd="5" destOrd="0" parTransId="{8112A522-BE5F-4528-89F2-72FDDEBC0896}" sibTransId="{DA61142D-B1C4-416F-A033-23BB690E57BF}"/>
    <dgm:cxn modelId="{2B96FB82-844D-4017-A476-5D0704F02F4F}" type="presOf" srcId="{1EC51889-2548-4992-A1A1-4FD8CD724350}" destId="{8E7878CF-99A9-4BC4-8AC5-BF1A5C75A04F}" srcOrd="0" destOrd="0" presId="urn:microsoft.com/office/officeart/2018/5/layout/CenteredIconLabelDescriptionList"/>
    <dgm:cxn modelId="{C498C683-A0DC-4259-8509-34BAC9450359}" type="presOf" srcId="{9BC625B1-C275-4F5D-983A-D0605207B6F2}" destId="{9E7B8240-436E-45D8-942A-BCFCB21FFE05}" srcOrd="0" destOrd="0" presId="urn:microsoft.com/office/officeart/2018/5/layout/CenteredIconLabelDescriptionList"/>
    <dgm:cxn modelId="{34708A85-AE31-4432-B5EC-3870C7C99D46}" srcId="{5B2F78DB-19DE-494D-9EE8-2CE54A871A6A}" destId="{61BD3A8F-B864-4CD5-B5E1-87E3BAD7B5AF}" srcOrd="0" destOrd="0" parTransId="{B8AF58FE-F381-4154-A78F-7BF38832C48D}" sibTransId="{6CAB1089-B9E6-4AE3-A39F-3E9C706C40BC}"/>
    <dgm:cxn modelId="{B1CB27A2-C7A8-4C0B-8EEE-C348A43784DA}" srcId="{8618FC5E-AD8C-4BAB-93A0-E5C7DC60032D}" destId="{FEFC563D-EAE6-45FF-A982-C84756784D77}" srcOrd="2" destOrd="0" parTransId="{DE261D6C-C753-4759-BBF0-349292E0CEF9}" sibTransId="{CEB191DB-C6C0-45D0-B37B-E2B9C3334F75}"/>
    <dgm:cxn modelId="{D7BC08AD-A724-4804-A516-E285A92402C4}" srcId="{8618FC5E-AD8C-4BAB-93A0-E5C7DC60032D}" destId="{A7DC2DD1-A84E-4ABB-8D94-700B646F0ED2}" srcOrd="1" destOrd="0" parTransId="{6B733E6D-0515-4B18-B4DB-AADB00BC5D8E}" sibTransId="{A53149E8-A35D-4AB1-B54F-640420B6BEF0}"/>
    <dgm:cxn modelId="{9A91DAB6-00E1-4783-BD97-FB6502917BC1}" srcId="{8618FC5E-AD8C-4BAB-93A0-E5C7DC60032D}" destId="{5B2F78DB-19DE-494D-9EE8-2CE54A871A6A}" srcOrd="4" destOrd="0" parTransId="{AFC6B48A-A4A5-4781-B65D-E1CD89E82318}" sibTransId="{CA23068C-2AC2-4658-B73E-F9F2AFB4974B}"/>
    <dgm:cxn modelId="{58AE82E4-0A99-445E-81CC-633973660FBF}" srcId="{79DF9150-0D8E-4631-94F1-4B17F0A31D58}" destId="{903AE0C3-D522-40F0-9E1D-95FDA8C7169B}" srcOrd="0" destOrd="0" parTransId="{3B30DEDE-43C5-440E-BD43-372BD1BA92DB}" sibTransId="{8F946ED3-0459-47F7-BA12-4C48F5B4D67E}"/>
    <dgm:cxn modelId="{5ED4D4F0-83E9-4CB5-97C8-AD8BAE1D7D81}" type="presOf" srcId="{A7DC2DD1-A84E-4ABB-8D94-700B646F0ED2}" destId="{46EAED2A-DA03-456B-B551-CE6B9B9445FB}" srcOrd="0" destOrd="0" presId="urn:microsoft.com/office/officeart/2018/5/layout/CenteredIconLabelDescriptionList"/>
    <dgm:cxn modelId="{8450B7F3-5106-4EE1-8116-D29A045D7CB7}" type="presOf" srcId="{EC138483-D7AE-4646-9477-681574A9D3CE}" destId="{FBA46910-DE52-4B41-9F4B-30EEAC7E6E46}" srcOrd="0" destOrd="1" presId="urn:microsoft.com/office/officeart/2018/5/layout/CenteredIconLabelDescriptionList"/>
    <dgm:cxn modelId="{90F4B7BA-DE09-4FAC-A691-AFEDAB5AC4A7}" type="presParOf" srcId="{D467AF9F-0E96-4D5A-833E-708BA2DA2F37}" destId="{17A625F5-6C78-43DD-8249-A000749724D8}" srcOrd="0" destOrd="0" presId="urn:microsoft.com/office/officeart/2018/5/layout/CenteredIconLabelDescriptionList"/>
    <dgm:cxn modelId="{ED132D90-6577-45BC-8BB7-7CCA2A0C3CA6}" type="presParOf" srcId="{17A625F5-6C78-43DD-8249-A000749724D8}" destId="{397EB192-2AB7-4057-B083-B24CC8C2F0CC}" srcOrd="0" destOrd="0" presId="urn:microsoft.com/office/officeart/2018/5/layout/CenteredIconLabelDescriptionList"/>
    <dgm:cxn modelId="{88543E8B-B1B2-417D-AFFB-12F07123B058}" type="presParOf" srcId="{17A625F5-6C78-43DD-8249-A000749724D8}" destId="{2B2545B2-5E4D-4615-90DF-AFC83248DAB5}" srcOrd="1" destOrd="0" presId="urn:microsoft.com/office/officeart/2018/5/layout/CenteredIconLabelDescriptionList"/>
    <dgm:cxn modelId="{1E2F1C61-DF83-411F-9664-346FA7C6BFBF}" type="presParOf" srcId="{17A625F5-6C78-43DD-8249-A000749724D8}" destId="{8E7878CF-99A9-4BC4-8AC5-BF1A5C75A04F}" srcOrd="2" destOrd="0" presId="urn:microsoft.com/office/officeart/2018/5/layout/CenteredIconLabelDescriptionList"/>
    <dgm:cxn modelId="{4A174BF4-7855-4128-9D5D-B16842228DBE}" type="presParOf" srcId="{17A625F5-6C78-43DD-8249-A000749724D8}" destId="{931E0925-2586-441E-B772-88DD742D4780}" srcOrd="3" destOrd="0" presId="urn:microsoft.com/office/officeart/2018/5/layout/CenteredIconLabelDescriptionList"/>
    <dgm:cxn modelId="{62804F1A-C8BB-4210-9E80-E85ED638523A}" type="presParOf" srcId="{17A625F5-6C78-43DD-8249-A000749724D8}" destId="{9E7B8240-436E-45D8-942A-BCFCB21FFE05}" srcOrd="4" destOrd="0" presId="urn:microsoft.com/office/officeart/2018/5/layout/CenteredIconLabelDescriptionList"/>
    <dgm:cxn modelId="{D25B0900-5EA3-48D2-8865-BAF631B6E957}" type="presParOf" srcId="{D467AF9F-0E96-4D5A-833E-708BA2DA2F37}" destId="{311540DB-B45D-4A1D-995F-777735337F78}" srcOrd="1" destOrd="0" presId="urn:microsoft.com/office/officeart/2018/5/layout/CenteredIconLabelDescriptionList"/>
    <dgm:cxn modelId="{20712A5F-7E80-4D32-8226-5DDBBB23772E}" type="presParOf" srcId="{D467AF9F-0E96-4D5A-833E-708BA2DA2F37}" destId="{660B6DC7-469D-4B87-B263-765F015C1706}" srcOrd="2" destOrd="0" presId="urn:microsoft.com/office/officeart/2018/5/layout/CenteredIconLabelDescriptionList"/>
    <dgm:cxn modelId="{4F4C065B-AE3F-44F1-8E44-72A056DC2204}" type="presParOf" srcId="{660B6DC7-469D-4B87-B263-765F015C1706}" destId="{6F84CE40-8A66-411B-9A08-93A176147445}" srcOrd="0" destOrd="0" presId="urn:microsoft.com/office/officeart/2018/5/layout/CenteredIconLabelDescriptionList"/>
    <dgm:cxn modelId="{FD300B60-A522-47B2-95C3-4C3989DF8280}" type="presParOf" srcId="{660B6DC7-469D-4B87-B263-765F015C1706}" destId="{E8733BC4-026D-4864-8F5F-2548CFDD9CCE}" srcOrd="1" destOrd="0" presId="urn:microsoft.com/office/officeart/2018/5/layout/CenteredIconLabelDescriptionList"/>
    <dgm:cxn modelId="{21FF5382-EDDA-4DE1-B99D-2FCB5866CF71}" type="presParOf" srcId="{660B6DC7-469D-4B87-B263-765F015C1706}" destId="{46EAED2A-DA03-456B-B551-CE6B9B9445FB}" srcOrd="2" destOrd="0" presId="urn:microsoft.com/office/officeart/2018/5/layout/CenteredIconLabelDescriptionList"/>
    <dgm:cxn modelId="{2E25A4FD-1EF6-4C0E-9209-49A9A5AEFFB1}" type="presParOf" srcId="{660B6DC7-469D-4B87-B263-765F015C1706}" destId="{5ADF981C-7B9E-4114-90EC-B0C49A8AF55F}" srcOrd="3" destOrd="0" presId="urn:microsoft.com/office/officeart/2018/5/layout/CenteredIconLabelDescriptionList"/>
    <dgm:cxn modelId="{D6EA0955-69B1-4890-AF83-E85E52D00659}" type="presParOf" srcId="{660B6DC7-469D-4B87-B263-765F015C1706}" destId="{0F4113C3-9C83-4418-8B1F-BF98DADBBA8D}" srcOrd="4" destOrd="0" presId="urn:microsoft.com/office/officeart/2018/5/layout/CenteredIconLabelDescriptionList"/>
    <dgm:cxn modelId="{A2CE8595-859E-4F15-A932-079B62B6BAD5}" type="presParOf" srcId="{D467AF9F-0E96-4D5A-833E-708BA2DA2F37}" destId="{C26FECFA-B4F4-4DA8-B833-1C9562E819BD}" srcOrd="3" destOrd="0" presId="urn:microsoft.com/office/officeart/2018/5/layout/CenteredIconLabelDescriptionList"/>
    <dgm:cxn modelId="{9A4CB686-CD42-4974-B3B3-4D55364EBDAE}" type="presParOf" srcId="{D467AF9F-0E96-4D5A-833E-708BA2DA2F37}" destId="{8373641A-B76A-4249-9F18-B2FAC283A2F8}" srcOrd="4" destOrd="0" presId="urn:microsoft.com/office/officeart/2018/5/layout/CenteredIconLabelDescriptionList"/>
    <dgm:cxn modelId="{88CF2407-55A5-4C91-AD26-48EBD697F191}" type="presParOf" srcId="{8373641A-B76A-4249-9F18-B2FAC283A2F8}" destId="{0CE975EE-242E-487B-AD30-476C333E2AE2}" srcOrd="0" destOrd="0" presId="urn:microsoft.com/office/officeart/2018/5/layout/CenteredIconLabelDescriptionList"/>
    <dgm:cxn modelId="{4D55E42D-2EB6-4D0D-8B08-D1A4D3B42308}" type="presParOf" srcId="{8373641A-B76A-4249-9F18-B2FAC283A2F8}" destId="{F3E0F7D7-8E19-4BB3-9CDE-96370D7046A6}" srcOrd="1" destOrd="0" presId="urn:microsoft.com/office/officeart/2018/5/layout/CenteredIconLabelDescriptionList"/>
    <dgm:cxn modelId="{3DAC7202-5DE8-4DA1-80AE-02C9949364CC}" type="presParOf" srcId="{8373641A-B76A-4249-9F18-B2FAC283A2F8}" destId="{D44D3BE1-F254-459D-A97C-202C6CC4BBE3}" srcOrd="2" destOrd="0" presId="urn:microsoft.com/office/officeart/2018/5/layout/CenteredIconLabelDescriptionList"/>
    <dgm:cxn modelId="{84425A4B-6A5E-4D0E-AB16-240478B95539}" type="presParOf" srcId="{8373641A-B76A-4249-9F18-B2FAC283A2F8}" destId="{1C1422EE-6B57-4094-964E-E781375D9CAA}" srcOrd="3" destOrd="0" presId="urn:microsoft.com/office/officeart/2018/5/layout/CenteredIconLabelDescriptionList"/>
    <dgm:cxn modelId="{3C6BD9E1-D195-447E-8AC0-8F4CDC91F15C}" type="presParOf" srcId="{8373641A-B76A-4249-9F18-B2FAC283A2F8}" destId="{AF629624-ACE6-46A8-BCD7-F3904054F42D}" srcOrd="4" destOrd="0" presId="urn:microsoft.com/office/officeart/2018/5/layout/CenteredIconLabelDescriptionList"/>
    <dgm:cxn modelId="{6860D00C-F540-410A-89D1-8677A79D433A}" type="presParOf" srcId="{D467AF9F-0E96-4D5A-833E-708BA2DA2F37}" destId="{16B65E91-4107-44AB-BC33-6110124508F1}" srcOrd="5" destOrd="0" presId="urn:microsoft.com/office/officeart/2018/5/layout/CenteredIconLabelDescriptionList"/>
    <dgm:cxn modelId="{D62C9699-6EE4-4EAC-92C8-2131AB6A435D}" type="presParOf" srcId="{D467AF9F-0E96-4D5A-833E-708BA2DA2F37}" destId="{F4B32C38-3B8C-4F7B-982B-48953FDDAACC}" srcOrd="6" destOrd="0" presId="urn:microsoft.com/office/officeart/2018/5/layout/CenteredIconLabelDescriptionList"/>
    <dgm:cxn modelId="{13D52DF5-90CE-4D88-BE73-69B0E904E146}" type="presParOf" srcId="{F4B32C38-3B8C-4F7B-982B-48953FDDAACC}" destId="{608B36B5-2588-4191-A50A-11D467346705}" srcOrd="0" destOrd="0" presId="urn:microsoft.com/office/officeart/2018/5/layout/CenteredIconLabelDescriptionList"/>
    <dgm:cxn modelId="{4FA1CE38-D804-4CC9-A281-56F1D11E8DED}" type="presParOf" srcId="{F4B32C38-3B8C-4F7B-982B-48953FDDAACC}" destId="{E9C8CB85-8AFA-4921-93E1-31B1A46FB174}" srcOrd="1" destOrd="0" presId="urn:microsoft.com/office/officeart/2018/5/layout/CenteredIconLabelDescriptionList"/>
    <dgm:cxn modelId="{77C59216-9935-4EEF-8E8C-04658A4D9D3F}" type="presParOf" srcId="{F4B32C38-3B8C-4F7B-982B-48953FDDAACC}" destId="{86DF2600-DC4B-4ED7-84B6-FBFB1338DC3C}" srcOrd="2" destOrd="0" presId="urn:microsoft.com/office/officeart/2018/5/layout/CenteredIconLabelDescriptionList"/>
    <dgm:cxn modelId="{A3FE9E0C-6942-493C-9188-117290CD3AA6}" type="presParOf" srcId="{F4B32C38-3B8C-4F7B-982B-48953FDDAACC}" destId="{E4635114-6990-4F72-B02D-994B5FFD78A3}" srcOrd="3" destOrd="0" presId="urn:microsoft.com/office/officeart/2018/5/layout/CenteredIconLabelDescriptionList"/>
    <dgm:cxn modelId="{4E4F0247-0B5B-4B0C-920D-6711F879C590}" type="presParOf" srcId="{F4B32C38-3B8C-4F7B-982B-48953FDDAACC}" destId="{FBA46910-DE52-4B41-9F4B-30EEAC7E6E46}" srcOrd="4" destOrd="0" presId="urn:microsoft.com/office/officeart/2018/5/layout/CenteredIconLabelDescriptionList"/>
    <dgm:cxn modelId="{1B1EB7DF-E163-4381-AB16-2C84283611A3}" type="presParOf" srcId="{D467AF9F-0E96-4D5A-833E-708BA2DA2F37}" destId="{000B2F9F-31E9-4233-AD02-09D2E73E85E5}" srcOrd="7" destOrd="0" presId="urn:microsoft.com/office/officeart/2018/5/layout/CenteredIconLabelDescriptionList"/>
    <dgm:cxn modelId="{E1C096F9-2F38-4591-A1BD-3B9CC1D456CC}" type="presParOf" srcId="{D467AF9F-0E96-4D5A-833E-708BA2DA2F37}" destId="{627E355F-D3BD-4A10-9904-2C15255BF990}" srcOrd="8" destOrd="0" presId="urn:microsoft.com/office/officeart/2018/5/layout/CenteredIconLabelDescriptionList"/>
    <dgm:cxn modelId="{9B1EA5A9-8DB2-4BB3-ACE3-7D715F26D432}" type="presParOf" srcId="{627E355F-D3BD-4A10-9904-2C15255BF990}" destId="{086E8993-C971-4EB9-BE85-0647807F9300}" srcOrd="0" destOrd="0" presId="urn:microsoft.com/office/officeart/2018/5/layout/CenteredIconLabelDescriptionList"/>
    <dgm:cxn modelId="{A8DA7420-6080-449B-8D07-99153D3897A2}" type="presParOf" srcId="{627E355F-D3BD-4A10-9904-2C15255BF990}" destId="{09AB5608-8B07-4925-B5A2-911285A4C079}" srcOrd="1" destOrd="0" presId="urn:microsoft.com/office/officeart/2018/5/layout/CenteredIconLabelDescriptionList"/>
    <dgm:cxn modelId="{A87FDF2F-7040-4BE6-87E1-259536C32808}" type="presParOf" srcId="{627E355F-D3BD-4A10-9904-2C15255BF990}" destId="{D4780D1B-00CF-47D2-8FEE-213AAE88FDA2}" srcOrd="2" destOrd="0" presId="urn:microsoft.com/office/officeart/2018/5/layout/CenteredIconLabelDescriptionList"/>
    <dgm:cxn modelId="{43CBDA06-D57E-442C-9AF3-692CD4A55E9E}" type="presParOf" srcId="{627E355F-D3BD-4A10-9904-2C15255BF990}" destId="{49093FD3-7075-4646-8C6B-F6A0E27C559E}" srcOrd="3" destOrd="0" presId="urn:microsoft.com/office/officeart/2018/5/layout/CenteredIconLabelDescriptionList"/>
    <dgm:cxn modelId="{3C21A7A9-7088-461D-AB79-0E183DB26167}" type="presParOf" srcId="{627E355F-D3BD-4A10-9904-2C15255BF990}" destId="{9E85C192-071C-4D3E-921C-C4C09D24A2FC}" srcOrd="4" destOrd="0" presId="urn:microsoft.com/office/officeart/2018/5/layout/CenteredIconLabelDescriptionList"/>
    <dgm:cxn modelId="{8A189BDE-E6D8-425B-8932-36F31E463506}" type="presParOf" srcId="{D467AF9F-0E96-4D5A-833E-708BA2DA2F37}" destId="{5FB00098-8C5B-469C-8930-D1AC18EF6D9F}" srcOrd="9" destOrd="0" presId="urn:microsoft.com/office/officeart/2018/5/layout/CenteredIconLabelDescriptionList"/>
    <dgm:cxn modelId="{C51F78C8-B96F-4A3A-BF3E-B1B09237C22E}" type="presParOf" srcId="{D467AF9F-0E96-4D5A-833E-708BA2DA2F37}" destId="{934337A1-6D30-4BDC-9534-863D0D7B5E45}" srcOrd="10" destOrd="0" presId="urn:microsoft.com/office/officeart/2018/5/layout/CenteredIconLabelDescriptionList"/>
    <dgm:cxn modelId="{3331542B-C07C-4401-8B97-F2E87941681E}" type="presParOf" srcId="{934337A1-6D30-4BDC-9534-863D0D7B5E45}" destId="{A0AED4B0-1C74-48EC-AAEC-D9C71C645460}" srcOrd="0" destOrd="0" presId="urn:microsoft.com/office/officeart/2018/5/layout/CenteredIconLabelDescriptionList"/>
    <dgm:cxn modelId="{290A14CC-7697-4838-96E8-59E146340724}" type="presParOf" srcId="{934337A1-6D30-4BDC-9534-863D0D7B5E45}" destId="{90DDF937-1DFD-4218-B052-578CEED2BBA1}" srcOrd="1" destOrd="0" presId="urn:microsoft.com/office/officeart/2018/5/layout/CenteredIconLabelDescriptionList"/>
    <dgm:cxn modelId="{AB6D6D3F-09E3-4431-BF89-ABC4267E6286}" type="presParOf" srcId="{934337A1-6D30-4BDC-9534-863D0D7B5E45}" destId="{95D11A78-CB35-4820-852F-898029DFAE2B}" srcOrd="2" destOrd="0" presId="urn:microsoft.com/office/officeart/2018/5/layout/CenteredIconLabelDescriptionList"/>
    <dgm:cxn modelId="{780F283B-14DB-46CF-A704-2FCAE7D79307}" type="presParOf" srcId="{934337A1-6D30-4BDC-9534-863D0D7B5E45}" destId="{279EAFF9-4075-4A6A-961A-5B718B89148B}" srcOrd="3" destOrd="0" presId="urn:microsoft.com/office/officeart/2018/5/layout/CenteredIconLabelDescriptionList"/>
    <dgm:cxn modelId="{374891A1-7BA8-4D64-8DC3-3E00AD79675E}" type="presParOf" srcId="{934337A1-6D30-4BDC-9534-863D0D7B5E45}" destId="{8933DB97-C717-4A5F-8BB8-D56249AAEB07}" srcOrd="4" destOrd="0" presId="urn:microsoft.com/office/officeart/2018/5/layout/CenteredIconLabelDescriptionList"/>
  </dgm:cxnLst>
  <dgm:bg/>
  <dgm:whole/>
  <dgm:extLst>
    <a:ext uri="http://schemas.microsoft.com/office/drawing/2008/diagram">
      <dsp:dataModelExt xmlns:dsp="http://schemas.microsoft.com/office/drawing/2008/diagram" relId="rId6" minVer="http://schemas.openxmlformats.org/drawingml/2006/diagram"/>
    </a:ext>
  </dgm:extLst>
</dgm:dataModel>
</file>

<file path=ppt/diagrams/data99.xml><?xml version="1.0" encoding="utf-8"?>
<dgm:dataModel xmlns:dgm="http://schemas.openxmlformats.org/drawingml/2006/diagram" xmlns:a="http://schemas.openxmlformats.org/drawingml/2006/main">
  <dgm:ptLst>
    <dgm:pt modelId="{BF6C2B55-9AAE-4C5C-A153-E7D502A2AD69}" type="doc">
      <dgm:prSet loTypeId="urn:microsoft.com/office/officeart/2018/5/layout/CenteredIconLabelDescriptionList" loCatId="icon" qsTypeId="urn:microsoft.com/office/officeart/2005/8/quickstyle/simple1" qsCatId="simple" csTypeId="urn:microsoft.com/office/officeart/2018/5/colors/Iconchunking_neutralbg_colorful2" csCatId="colorful" phldr="1"/>
      <dgm:spPr/>
      <dgm:t>
        <a:bodyPr/>
        <a:lstStyle/>
        <a:p>
          <a:endParaRPr lang="en-US"/>
        </a:p>
      </dgm:t>
    </dgm:pt>
    <dgm:pt modelId="{7D0EAB93-A793-41F3-A3A5-7E1FB24A8E84}">
      <dgm:prSet/>
      <dgm:spPr/>
      <dgm:t>
        <a:bodyPr/>
        <a:lstStyle/>
        <a:p>
          <a:pPr>
            <a:lnSpc>
              <a:spcPct val="100000"/>
            </a:lnSpc>
            <a:defRPr b="1"/>
          </a:pPr>
          <a:r>
            <a:rPr lang="tr-TR"/>
            <a:t>Sig = (R, S)</a:t>
          </a:r>
          <a:endParaRPr lang="en-US"/>
        </a:p>
      </dgm:t>
    </dgm:pt>
    <dgm:pt modelId="{B9EDD73C-C8FD-4C60-A6A1-540E19309D7C}" type="parTrans" cxnId="{6EC995C4-88BF-41DC-BDB5-0436B278223B}">
      <dgm:prSet/>
      <dgm:spPr/>
      <dgm:t>
        <a:bodyPr/>
        <a:lstStyle/>
        <a:p>
          <a:endParaRPr lang="en-US"/>
        </a:p>
      </dgm:t>
    </dgm:pt>
    <dgm:pt modelId="{56E3719D-0873-465F-A095-D15EF8E8088F}" type="sibTrans" cxnId="{6EC995C4-88BF-41DC-BDB5-0436B278223B}">
      <dgm:prSet/>
      <dgm:spPr/>
      <dgm:t>
        <a:bodyPr/>
        <a:lstStyle/>
        <a:p>
          <a:endParaRPr lang="en-US"/>
        </a:p>
      </dgm:t>
    </dgm:pt>
    <dgm:pt modelId="{4A9ED5A5-8334-49BD-A107-DB4378320B9E}">
      <dgm:prSet/>
      <dgm:spPr/>
      <dgm:t>
        <a:bodyPr/>
        <a:lstStyle/>
        <a:p>
          <a:pPr>
            <a:lnSpc>
              <a:spcPct val="100000"/>
            </a:lnSpc>
          </a:pPr>
          <a:r>
            <a:rPr lang="en-US" dirty="0"/>
            <a:t>two values R and S</a:t>
          </a:r>
        </a:p>
      </dgm:t>
    </dgm:pt>
    <dgm:pt modelId="{AE6F24C9-6225-43EF-B1B0-9D778909377C}" type="parTrans" cxnId="{53E44E22-CB61-4E82-98D7-6B574B8F927C}">
      <dgm:prSet/>
      <dgm:spPr/>
      <dgm:t>
        <a:bodyPr/>
        <a:lstStyle/>
        <a:p>
          <a:endParaRPr lang="en-US"/>
        </a:p>
      </dgm:t>
    </dgm:pt>
    <dgm:pt modelId="{034ED073-619D-42A5-9F7B-19EEA2497196}" type="sibTrans" cxnId="{53E44E22-CB61-4E82-98D7-6B574B8F927C}">
      <dgm:prSet/>
      <dgm:spPr/>
      <dgm:t>
        <a:bodyPr/>
        <a:lstStyle/>
        <a:p>
          <a:endParaRPr lang="en-US"/>
        </a:p>
      </dgm:t>
    </dgm:pt>
    <dgm:pt modelId="{08411A72-07B7-46C9-9153-3DB2CADAC384}">
      <dgm:prSet/>
      <dgm:spPr/>
      <dgm:t>
        <a:bodyPr/>
        <a:lstStyle/>
        <a:p>
          <a:pPr>
            <a:lnSpc>
              <a:spcPct val="100000"/>
            </a:lnSpc>
          </a:pPr>
          <a:r>
            <a:rPr lang="tr-TR" dirty="0"/>
            <a:t>R &amp; S are</a:t>
          </a:r>
          <a:endParaRPr lang="en-US" dirty="0"/>
        </a:p>
      </dgm:t>
    </dgm:pt>
    <dgm:pt modelId="{AC8D3DFC-8E64-489E-925D-FB03B2BA5F0F}" type="parTrans" cxnId="{2667D957-B14D-4EDA-A52C-97A6F584562C}">
      <dgm:prSet/>
      <dgm:spPr/>
      <dgm:t>
        <a:bodyPr/>
        <a:lstStyle/>
        <a:p>
          <a:endParaRPr lang="en-US"/>
        </a:p>
      </dgm:t>
    </dgm:pt>
    <dgm:pt modelId="{CFF0E065-2875-4403-A6D6-1BE68F930A2B}" type="sibTrans" cxnId="{2667D957-B14D-4EDA-A52C-97A6F584562C}">
      <dgm:prSet/>
      <dgm:spPr/>
      <dgm:t>
        <a:bodyPr/>
        <a:lstStyle/>
        <a:p>
          <a:endParaRPr lang="en-US"/>
        </a:p>
      </dgm:t>
    </dgm:pt>
    <dgm:pt modelId="{2B27264B-5FC0-4365-92E8-D21F1120C073}">
      <dgm:prSet/>
      <dgm:spPr/>
      <dgm:t>
        <a:bodyPr/>
        <a:lstStyle/>
        <a:p>
          <a:pPr>
            <a:lnSpc>
              <a:spcPct val="100000"/>
            </a:lnSpc>
            <a:defRPr b="1"/>
          </a:pPr>
          <a:r>
            <a:rPr lang="tr-TR" i="1"/>
            <a:t>DER</a:t>
          </a:r>
          <a:endParaRPr lang="en-US"/>
        </a:p>
      </dgm:t>
    </dgm:pt>
    <dgm:pt modelId="{E4448ACF-4E17-4B2E-BADA-426949F6BFB1}" type="parTrans" cxnId="{B9A6A4BC-C3C7-43F9-9800-CEF6C5105949}">
      <dgm:prSet/>
      <dgm:spPr/>
      <dgm:t>
        <a:bodyPr/>
        <a:lstStyle/>
        <a:p>
          <a:endParaRPr lang="en-US"/>
        </a:p>
      </dgm:t>
    </dgm:pt>
    <dgm:pt modelId="{B06779B3-F8EB-4017-9D82-379CF1E0D0B3}" type="sibTrans" cxnId="{B9A6A4BC-C3C7-43F9-9800-CEF6C5105949}">
      <dgm:prSet/>
      <dgm:spPr/>
      <dgm:t>
        <a:bodyPr/>
        <a:lstStyle/>
        <a:p>
          <a:endParaRPr lang="en-US"/>
        </a:p>
      </dgm:t>
    </dgm:pt>
    <dgm:pt modelId="{7605C841-6FD2-4C1A-AE6D-C395901FE70E}">
      <dgm:prSet/>
      <dgm:spPr/>
      <dgm:t>
        <a:bodyPr/>
        <a:lstStyle/>
        <a:p>
          <a:pPr>
            <a:lnSpc>
              <a:spcPct val="100000"/>
            </a:lnSpc>
          </a:pPr>
          <a:r>
            <a:rPr lang="en-US" dirty="0"/>
            <a:t>international standard encoding scheme</a:t>
          </a:r>
        </a:p>
      </dgm:t>
    </dgm:pt>
    <dgm:pt modelId="{D7A372F9-9AE9-4C39-8193-E4F04B669428}" type="parTrans" cxnId="{7030B7ED-49C2-426A-8373-9C5B8CFFD6AF}">
      <dgm:prSet/>
      <dgm:spPr/>
      <dgm:t>
        <a:bodyPr/>
        <a:lstStyle/>
        <a:p>
          <a:endParaRPr lang="en-US"/>
        </a:p>
      </dgm:t>
    </dgm:pt>
    <dgm:pt modelId="{B5348EF7-8855-48ED-BE16-1247F27D1CC8}" type="sibTrans" cxnId="{7030B7ED-49C2-426A-8373-9C5B8CFFD6AF}">
      <dgm:prSet/>
      <dgm:spPr/>
      <dgm:t>
        <a:bodyPr/>
        <a:lstStyle/>
        <a:p>
          <a:endParaRPr lang="en-US"/>
        </a:p>
      </dgm:t>
    </dgm:pt>
    <dgm:pt modelId="{B76E1AFF-E412-4ECC-8D27-77AC7836C3EC}">
      <dgm:prSet/>
      <dgm:spPr/>
      <dgm:t>
        <a:bodyPr/>
        <a:lstStyle/>
        <a:p>
          <a:pPr>
            <a:lnSpc>
              <a:spcPct val="100000"/>
            </a:lnSpc>
          </a:pPr>
          <a:r>
            <a:rPr lang="en-US" dirty="0"/>
            <a:t>have been calculated </a:t>
          </a:r>
        </a:p>
      </dgm:t>
    </dgm:pt>
    <dgm:pt modelId="{50184CD7-D12B-4466-B59A-84073FF4391B}" type="parTrans" cxnId="{22BAD224-D5E8-4A73-B685-AFF3C9DCD3CE}">
      <dgm:prSet/>
      <dgm:spPr/>
      <dgm:t>
        <a:bodyPr/>
        <a:lstStyle/>
        <a:p>
          <a:endParaRPr lang="tr-TR"/>
        </a:p>
      </dgm:t>
    </dgm:pt>
    <dgm:pt modelId="{44ED444B-1665-44BB-8A04-04D0FF560334}" type="sibTrans" cxnId="{22BAD224-D5E8-4A73-B685-AFF3C9DCD3CE}">
      <dgm:prSet/>
      <dgm:spPr/>
      <dgm:t>
        <a:bodyPr/>
        <a:lstStyle/>
        <a:p>
          <a:endParaRPr lang="tr-TR"/>
        </a:p>
      </dgm:t>
    </dgm:pt>
    <dgm:pt modelId="{A203C5D9-761D-423D-AF27-85B937C3DD96}">
      <dgm:prSet/>
      <dgm:spPr/>
      <dgm:t>
        <a:bodyPr/>
        <a:lstStyle/>
        <a:p>
          <a:pPr>
            <a:lnSpc>
              <a:spcPct val="100000"/>
            </a:lnSpc>
            <a:defRPr b="1"/>
          </a:pPr>
          <a:r>
            <a:rPr lang="tr-TR" dirty="0"/>
            <a:t>Serialization</a:t>
          </a:r>
          <a:endParaRPr lang="en-US" dirty="0"/>
        </a:p>
      </dgm:t>
    </dgm:pt>
    <dgm:pt modelId="{91D33D27-74D0-48AB-9D51-2F5FE2D2B4B6}" type="parTrans" cxnId="{E6EBDCE5-4885-4A0A-AB36-A6F0D3CCD04D}">
      <dgm:prSet/>
      <dgm:spPr/>
      <dgm:t>
        <a:bodyPr/>
        <a:lstStyle/>
        <a:p>
          <a:endParaRPr lang="tr-TR"/>
        </a:p>
      </dgm:t>
    </dgm:pt>
    <dgm:pt modelId="{014666F9-7E5F-4E92-BB41-4065F3D449BB}" type="sibTrans" cxnId="{E6EBDCE5-4885-4A0A-AB36-A6F0D3CCD04D}">
      <dgm:prSet/>
      <dgm:spPr/>
      <dgm:t>
        <a:bodyPr/>
        <a:lstStyle/>
        <a:p>
          <a:endParaRPr lang="tr-TR"/>
        </a:p>
      </dgm:t>
    </dgm:pt>
    <dgm:pt modelId="{E10ED22F-418E-489B-871B-5E8B8062B6C5}">
      <dgm:prSet/>
      <dgm:spPr/>
      <dgm:t>
        <a:bodyPr/>
        <a:lstStyle/>
        <a:p>
          <a:pPr>
            <a:lnSpc>
              <a:spcPct val="100000"/>
            </a:lnSpc>
          </a:pPr>
          <a:r>
            <a:rPr lang="en-US" i="1" dirty="0"/>
            <a:t>Distinguished</a:t>
          </a:r>
          <a:r>
            <a:rPr lang="tr-TR" i="1" dirty="0"/>
            <a:t> Encoding Rules</a:t>
          </a:r>
          <a:endParaRPr lang="en-US" dirty="0"/>
        </a:p>
      </dgm:t>
    </dgm:pt>
    <dgm:pt modelId="{08F09BD0-0CF3-4398-9DEB-FABD058458AC}" type="parTrans" cxnId="{DC5F8458-21AF-4897-9D81-486F2ECCC5B4}">
      <dgm:prSet/>
      <dgm:spPr/>
      <dgm:t>
        <a:bodyPr/>
        <a:lstStyle/>
        <a:p>
          <a:endParaRPr lang="tr-TR"/>
        </a:p>
      </dgm:t>
    </dgm:pt>
    <dgm:pt modelId="{5E24C380-66C5-4446-82A2-3661CFC26B38}" type="sibTrans" cxnId="{DC5F8458-21AF-4897-9D81-486F2ECCC5B4}">
      <dgm:prSet/>
      <dgm:spPr/>
      <dgm:t>
        <a:bodyPr/>
        <a:lstStyle/>
        <a:p>
          <a:endParaRPr lang="tr-TR"/>
        </a:p>
      </dgm:t>
    </dgm:pt>
    <dgm:pt modelId="{F95CB842-A5C9-4DD5-96C9-613499997CE6}">
      <dgm:prSet/>
      <dgm:spPr/>
      <dgm:t>
        <a:bodyPr/>
        <a:lstStyle/>
        <a:p>
          <a:pPr>
            <a:lnSpc>
              <a:spcPct val="100000"/>
            </a:lnSpc>
          </a:pPr>
          <a:r>
            <a:rPr lang="en-US" dirty="0"/>
            <a:t>serialized into a </a:t>
          </a:r>
          <a:r>
            <a:rPr lang="en-US" dirty="0" err="1"/>
            <a:t>bytestream</a:t>
          </a:r>
          <a:endParaRPr lang="en-US" dirty="0"/>
        </a:p>
      </dgm:t>
    </dgm:pt>
    <dgm:pt modelId="{22EE3743-7635-480C-AEE8-DC22B0464DDB}" type="parTrans" cxnId="{DACF3B39-E661-43C3-9E96-FD4DB3DB380C}">
      <dgm:prSet/>
      <dgm:spPr/>
    </dgm:pt>
    <dgm:pt modelId="{2E80242A-C9E4-4758-9DB2-13E12BD9EF38}" type="sibTrans" cxnId="{DACF3B39-E661-43C3-9E96-FD4DB3DB380C}">
      <dgm:prSet/>
      <dgm:spPr/>
    </dgm:pt>
    <dgm:pt modelId="{A2827CED-010A-4634-B26B-D992D1A9C726}" type="pres">
      <dgm:prSet presAssocID="{BF6C2B55-9AAE-4C5C-A153-E7D502A2AD69}" presName="root" presStyleCnt="0">
        <dgm:presLayoutVars>
          <dgm:dir/>
          <dgm:resizeHandles val="exact"/>
        </dgm:presLayoutVars>
      </dgm:prSet>
      <dgm:spPr/>
    </dgm:pt>
    <dgm:pt modelId="{B8EFC695-EDF8-499D-9250-20C738ECCB72}" type="pres">
      <dgm:prSet presAssocID="{7D0EAB93-A793-41F3-A3A5-7E1FB24A8E84}" presName="compNode" presStyleCnt="0"/>
      <dgm:spPr/>
    </dgm:pt>
    <dgm:pt modelId="{D86B17E2-F767-48CE-8439-99889DE4FC74}" type="pres">
      <dgm:prSet presAssocID="{7D0EAB93-A793-41F3-A3A5-7E1FB24A8E84}" presName="iconRect" presStyleLbl="node1" presStyleIdx="0" presStyleCnt="3"/>
      <dgm:spPr>
        <a:blipFill rotWithShape="1">
          <a:blip xmlns:r="http://schemas.openxmlformats.org/officeDocument/2006/relationships" r:embed="rId1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2"/>
              </a:ext>
            </a:extLst>
          </a:blip>
          <a:srcRect/>
          <a:stretch>
            <a:fillRect/>
          </a:stretch>
        </a:blipFill>
        <a:ln>
          <a:noFill/>
        </a:ln>
      </dgm:spPr>
      <dgm:extLst>
        <a:ext uri="{E40237B7-FDA0-4F09-8148-C483321AD2D9}">
          <dgm14:cNvPr xmlns:dgm14="http://schemas.microsoft.com/office/drawing/2010/diagram" id="0" name="" descr="Bitcoin"/>
        </a:ext>
      </dgm:extLst>
    </dgm:pt>
    <dgm:pt modelId="{F3B1DA96-2E51-4E85-A46E-F1A2166B82F1}" type="pres">
      <dgm:prSet presAssocID="{7D0EAB93-A793-41F3-A3A5-7E1FB24A8E84}" presName="iconSpace" presStyleCnt="0"/>
      <dgm:spPr/>
    </dgm:pt>
    <dgm:pt modelId="{2F3AEC7C-3F21-4A46-9615-537326BC1325}" type="pres">
      <dgm:prSet presAssocID="{7D0EAB93-A793-41F3-A3A5-7E1FB24A8E84}" presName="parTx" presStyleLbl="revTx" presStyleIdx="0" presStyleCnt="6">
        <dgm:presLayoutVars>
          <dgm:chMax val="0"/>
          <dgm:chPref val="0"/>
        </dgm:presLayoutVars>
      </dgm:prSet>
      <dgm:spPr/>
    </dgm:pt>
    <dgm:pt modelId="{1B05F979-665E-489F-9F78-4BB1A624D102}" type="pres">
      <dgm:prSet presAssocID="{7D0EAB93-A793-41F3-A3A5-7E1FB24A8E84}" presName="txSpace" presStyleCnt="0"/>
      <dgm:spPr/>
    </dgm:pt>
    <dgm:pt modelId="{0E6A409B-6774-4E48-840B-19C91AFF1C1E}" type="pres">
      <dgm:prSet presAssocID="{7D0EAB93-A793-41F3-A3A5-7E1FB24A8E84}" presName="desTx" presStyleLbl="revTx" presStyleIdx="1" presStyleCnt="6">
        <dgm:presLayoutVars/>
      </dgm:prSet>
      <dgm:spPr/>
    </dgm:pt>
    <dgm:pt modelId="{8F724225-A7AF-4987-B175-D784330CCEFB}" type="pres">
      <dgm:prSet presAssocID="{56E3719D-0873-465F-A095-D15EF8E8088F}" presName="sibTrans" presStyleCnt="0"/>
      <dgm:spPr/>
    </dgm:pt>
    <dgm:pt modelId="{7DB6326B-0B23-42CE-9369-581B4C2FE1E5}" type="pres">
      <dgm:prSet presAssocID="{A203C5D9-761D-423D-AF27-85B937C3DD96}" presName="compNode" presStyleCnt="0"/>
      <dgm:spPr/>
    </dgm:pt>
    <dgm:pt modelId="{25F13A6D-E2B6-43EE-95E9-D7F1AF80BF5C}" type="pres">
      <dgm:prSet presAssocID="{A203C5D9-761D-423D-AF27-85B937C3DD96}" presName="iconRect" presStyleLbl="node1" presStyleIdx="1" presStyleCnt="3"/>
      <dgm:spPr>
        <a:blipFill>
          <a:blip xmlns:r="http://schemas.openxmlformats.org/officeDocument/2006/relationships" r:embed="rId3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4"/>
              </a:ext>
            </a:extLst>
          </a:blip>
          <a:stretch>
            <a:fillRect/>
          </a:stretch>
        </a:blipFill>
        <a:ln>
          <a:noFill/>
        </a:ln>
      </dgm:spPr>
      <dgm:extLst>
        <a:ext uri="{E40237B7-FDA0-4F09-8148-C483321AD2D9}">
          <dgm14:cNvPr xmlns:dgm14="http://schemas.microsoft.com/office/drawing/2010/diagram" id="0" name="" descr="Checkmark"/>
        </a:ext>
      </dgm:extLst>
    </dgm:pt>
    <dgm:pt modelId="{829F47DE-0E50-4CE5-997F-A33DB49051B4}" type="pres">
      <dgm:prSet presAssocID="{A203C5D9-761D-423D-AF27-85B937C3DD96}" presName="iconSpace" presStyleCnt="0"/>
      <dgm:spPr/>
    </dgm:pt>
    <dgm:pt modelId="{9DA86B89-7CDC-4578-BC72-DD33E5CB859A}" type="pres">
      <dgm:prSet presAssocID="{A203C5D9-761D-423D-AF27-85B937C3DD96}" presName="parTx" presStyleLbl="revTx" presStyleIdx="2" presStyleCnt="6">
        <dgm:presLayoutVars>
          <dgm:chMax val="0"/>
          <dgm:chPref val="0"/>
        </dgm:presLayoutVars>
      </dgm:prSet>
      <dgm:spPr/>
    </dgm:pt>
    <dgm:pt modelId="{D0128B0F-F38E-4301-9A73-D663BD922FDA}" type="pres">
      <dgm:prSet presAssocID="{A203C5D9-761D-423D-AF27-85B937C3DD96}" presName="txSpace" presStyleCnt="0"/>
      <dgm:spPr/>
    </dgm:pt>
    <dgm:pt modelId="{28B15149-7F70-44C4-89B1-699FF6F447BD}" type="pres">
      <dgm:prSet presAssocID="{A203C5D9-761D-423D-AF27-85B937C3DD96}" presName="desTx" presStyleLbl="revTx" presStyleIdx="3" presStyleCnt="6">
        <dgm:presLayoutVars/>
      </dgm:prSet>
      <dgm:spPr/>
    </dgm:pt>
    <dgm:pt modelId="{7F694BC6-FF03-40CF-8ED1-4D7C58C9C324}" type="pres">
      <dgm:prSet presAssocID="{014666F9-7E5F-4E92-BB41-4065F3D449BB}" presName="sibTrans" presStyleCnt="0"/>
      <dgm:spPr/>
    </dgm:pt>
    <dgm:pt modelId="{18BD0507-BC10-4D35-8942-6BECBC284F87}" type="pres">
      <dgm:prSet presAssocID="{2B27264B-5FC0-4365-92E8-D21F1120C073}" presName="compNode" presStyleCnt="0"/>
      <dgm:spPr/>
    </dgm:pt>
    <dgm:pt modelId="{B2235F24-0446-47A2-B291-0CA00F67A55D}" type="pres">
      <dgm:prSet presAssocID="{2B27264B-5FC0-4365-92E8-D21F1120C073}" presName="iconRect" presStyleLbl="node1" presStyleIdx="2" presStyleCnt="3"/>
      <dgm:spPr>
        <a:blipFill>
          <a:blip xmlns:r="http://schemas.openxmlformats.org/officeDocument/2006/relationships" r:embed="rId5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6"/>
              </a:ext>
            </a:extLst>
          </a:blip>
          <a:stretch>
            <a:fillRect/>
          </a:stretch>
        </a:blipFill>
        <a:ln>
          <a:noFill/>
        </a:ln>
      </dgm:spPr>
      <dgm:extLst>
        <a:ext uri="{E40237B7-FDA0-4F09-8148-C483321AD2D9}">
          <dgm14:cNvPr xmlns:dgm14="http://schemas.microsoft.com/office/drawing/2010/diagram" id="0" name="" descr="Skeleton"/>
        </a:ext>
      </dgm:extLst>
    </dgm:pt>
    <dgm:pt modelId="{BAFE9DBB-5BFC-48B1-941E-AE4B77E6936B}" type="pres">
      <dgm:prSet presAssocID="{2B27264B-5FC0-4365-92E8-D21F1120C073}" presName="iconSpace" presStyleCnt="0"/>
      <dgm:spPr/>
    </dgm:pt>
    <dgm:pt modelId="{AAEA473D-71C6-411A-BE54-25CE39B6E601}" type="pres">
      <dgm:prSet presAssocID="{2B27264B-5FC0-4365-92E8-D21F1120C073}" presName="parTx" presStyleLbl="revTx" presStyleIdx="4" presStyleCnt="6">
        <dgm:presLayoutVars>
          <dgm:chMax val="0"/>
          <dgm:chPref val="0"/>
        </dgm:presLayoutVars>
      </dgm:prSet>
      <dgm:spPr/>
    </dgm:pt>
    <dgm:pt modelId="{A5ACD126-9520-4684-87F6-F752C8576304}" type="pres">
      <dgm:prSet presAssocID="{2B27264B-5FC0-4365-92E8-D21F1120C073}" presName="txSpace" presStyleCnt="0"/>
      <dgm:spPr/>
    </dgm:pt>
    <dgm:pt modelId="{89B88F17-A14D-4C7A-87E1-6FB0EA7131AD}" type="pres">
      <dgm:prSet presAssocID="{2B27264B-5FC0-4365-92E8-D21F1120C073}" presName="desTx" presStyleLbl="revTx" presStyleIdx="5" presStyleCnt="6">
        <dgm:presLayoutVars/>
      </dgm:prSet>
      <dgm:spPr/>
    </dgm:pt>
  </dgm:ptLst>
  <dgm:cxnLst>
    <dgm:cxn modelId="{AD2B3820-AAE2-4CCF-9F8A-34E8AAA594FF}" type="presOf" srcId="{B76E1AFF-E412-4ECC-8D27-77AC7836C3EC}" destId="{0E6A409B-6774-4E48-840B-19C91AFF1C1E}" srcOrd="0" destOrd="1" presId="urn:microsoft.com/office/officeart/2018/5/layout/CenteredIconLabelDescriptionList"/>
    <dgm:cxn modelId="{53E44E22-CB61-4E82-98D7-6B574B8F927C}" srcId="{7D0EAB93-A793-41F3-A3A5-7E1FB24A8E84}" destId="{4A9ED5A5-8334-49BD-A107-DB4378320B9E}" srcOrd="0" destOrd="0" parTransId="{AE6F24C9-6225-43EF-B1B0-9D778909377C}" sibTransId="{034ED073-619D-42A5-9F7B-19EEA2497196}"/>
    <dgm:cxn modelId="{22BAD224-D5E8-4A73-B685-AFF3C9DCD3CE}" srcId="{7D0EAB93-A793-41F3-A3A5-7E1FB24A8E84}" destId="{B76E1AFF-E412-4ECC-8D27-77AC7836C3EC}" srcOrd="1" destOrd="0" parTransId="{50184CD7-D12B-4466-B59A-84073FF4391B}" sibTransId="{44ED444B-1665-44BB-8A04-04D0FF560334}"/>
    <dgm:cxn modelId="{DFAE0531-A7C8-4AFB-95F2-EE9305F5366E}" type="presOf" srcId="{2B27264B-5FC0-4365-92E8-D21F1120C073}" destId="{AAEA473D-71C6-411A-BE54-25CE39B6E601}" srcOrd="0" destOrd="0" presId="urn:microsoft.com/office/officeart/2018/5/layout/CenteredIconLabelDescriptionList"/>
    <dgm:cxn modelId="{DACF3B39-E661-43C3-9E96-FD4DB3DB380C}" srcId="{A203C5D9-761D-423D-AF27-85B937C3DD96}" destId="{F95CB842-A5C9-4DD5-96C9-613499997CE6}" srcOrd="1" destOrd="0" parTransId="{22EE3743-7635-480C-AEE8-DC22B0464DDB}" sibTransId="{2E80242A-C9E4-4758-9DB2-13E12BD9EF38}"/>
    <dgm:cxn modelId="{6EF70B62-8830-41F3-84B9-7AFB2E83EB04}" type="presOf" srcId="{7D0EAB93-A793-41F3-A3A5-7E1FB24A8E84}" destId="{2F3AEC7C-3F21-4A46-9615-537326BC1325}" srcOrd="0" destOrd="0" presId="urn:microsoft.com/office/officeart/2018/5/layout/CenteredIconLabelDescriptionList"/>
    <dgm:cxn modelId="{02C35E4E-5232-4DEE-9A3A-2B47FC4243C9}" type="presOf" srcId="{4A9ED5A5-8334-49BD-A107-DB4378320B9E}" destId="{0E6A409B-6774-4E48-840B-19C91AFF1C1E}" srcOrd="0" destOrd="0" presId="urn:microsoft.com/office/officeart/2018/5/layout/CenteredIconLabelDescriptionList"/>
    <dgm:cxn modelId="{DBCEE571-10C0-48E8-9472-5EB4E0C789A7}" type="presOf" srcId="{A203C5D9-761D-423D-AF27-85B937C3DD96}" destId="{9DA86B89-7CDC-4578-BC72-DD33E5CB859A}" srcOrd="0" destOrd="0" presId="urn:microsoft.com/office/officeart/2018/5/layout/CenteredIconLabelDescriptionList"/>
    <dgm:cxn modelId="{2667D957-B14D-4EDA-A52C-97A6F584562C}" srcId="{A203C5D9-761D-423D-AF27-85B937C3DD96}" destId="{08411A72-07B7-46C9-9153-3DB2CADAC384}" srcOrd="0" destOrd="0" parTransId="{AC8D3DFC-8E64-489E-925D-FB03B2BA5F0F}" sibTransId="{CFF0E065-2875-4403-A6D6-1BE68F930A2B}"/>
    <dgm:cxn modelId="{DC5F8458-21AF-4897-9D81-486F2ECCC5B4}" srcId="{2B27264B-5FC0-4365-92E8-D21F1120C073}" destId="{E10ED22F-418E-489B-871B-5E8B8062B6C5}" srcOrd="0" destOrd="0" parTransId="{08F09BD0-0CF3-4398-9DEB-FABD058458AC}" sibTransId="{5E24C380-66C5-4446-82A2-3661CFC26B38}"/>
    <dgm:cxn modelId="{8FDBEF89-22E6-48D0-9718-13E5B04893AC}" type="presOf" srcId="{7605C841-6FD2-4C1A-AE6D-C395901FE70E}" destId="{89B88F17-A14D-4C7A-87E1-6FB0EA7131AD}" srcOrd="0" destOrd="1" presId="urn:microsoft.com/office/officeart/2018/5/layout/CenteredIconLabelDescriptionList"/>
    <dgm:cxn modelId="{50CD4BA2-4542-4065-A5C4-679768D27956}" type="presOf" srcId="{BF6C2B55-9AAE-4C5C-A153-E7D502A2AD69}" destId="{A2827CED-010A-4634-B26B-D992D1A9C726}" srcOrd="0" destOrd="0" presId="urn:microsoft.com/office/officeart/2018/5/layout/CenteredIconLabelDescriptionList"/>
    <dgm:cxn modelId="{B9A6A4BC-C3C7-43F9-9800-CEF6C5105949}" srcId="{BF6C2B55-9AAE-4C5C-A153-E7D502A2AD69}" destId="{2B27264B-5FC0-4365-92E8-D21F1120C073}" srcOrd="2" destOrd="0" parTransId="{E4448ACF-4E17-4B2E-BADA-426949F6BFB1}" sibTransId="{B06779B3-F8EB-4017-9D82-379CF1E0D0B3}"/>
    <dgm:cxn modelId="{6EC995C4-88BF-41DC-BDB5-0436B278223B}" srcId="{BF6C2B55-9AAE-4C5C-A153-E7D502A2AD69}" destId="{7D0EAB93-A793-41F3-A3A5-7E1FB24A8E84}" srcOrd="0" destOrd="0" parTransId="{B9EDD73C-C8FD-4C60-A6A1-540E19309D7C}" sibTransId="{56E3719D-0873-465F-A095-D15EF8E8088F}"/>
    <dgm:cxn modelId="{B976D3C5-6908-4CFF-A6C9-EAB1B8D6CC45}" type="presOf" srcId="{08411A72-07B7-46C9-9153-3DB2CADAC384}" destId="{28B15149-7F70-44C4-89B1-699FF6F447BD}" srcOrd="0" destOrd="0" presId="urn:microsoft.com/office/officeart/2018/5/layout/CenteredIconLabelDescriptionList"/>
    <dgm:cxn modelId="{744EB7D0-CDC3-4382-8FC1-19042C3A4D75}" type="presOf" srcId="{E10ED22F-418E-489B-871B-5E8B8062B6C5}" destId="{89B88F17-A14D-4C7A-87E1-6FB0EA7131AD}" srcOrd="0" destOrd="0" presId="urn:microsoft.com/office/officeart/2018/5/layout/CenteredIconLabelDescriptionList"/>
    <dgm:cxn modelId="{E6EBDCE5-4885-4A0A-AB36-A6F0D3CCD04D}" srcId="{BF6C2B55-9AAE-4C5C-A153-E7D502A2AD69}" destId="{A203C5D9-761D-423D-AF27-85B937C3DD96}" srcOrd="1" destOrd="0" parTransId="{91D33D27-74D0-48AB-9D51-2F5FE2D2B4B6}" sibTransId="{014666F9-7E5F-4E92-BB41-4065F3D449BB}"/>
    <dgm:cxn modelId="{6997ACEA-2E70-40EC-B26D-F524D39F9458}" type="presOf" srcId="{F95CB842-A5C9-4DD5-96C9-613499997CE6}" destId="{28B15149-7F70-44C4-89B1-699FF6F447BD}" srcOrd="0" destOrd="1" presId="urn:microsoft.com/office/officeart/2018/5/layout/CenteredIconLabelDescriptionList"/>
    <dgm:cxn modelId="{7030B7ED-49C2-426A-8373-9C5B8CFFD6AF}" srcId="{2B27264B-5FC0-4365-92E8-D21F1120C073}" destId="{7605C841-6FD2-4C1A-AE6D-C395901FE70E}" srcOrd="1" destOrd="0" parTransId="{D7A372F9-9AE9-4C39-8193-E4F04B669428}" sibTransId="{B5348EF7-8855-48ED-BE16-1247F27D1CC8}"/>
    <dgm:cxn modelId="{698C9441-6AC6-48D7-8F7C-D03200F30B1F}" type="presParOf" srcId="{A2827CED-010A-4634-B26B-D992D1A9C726}" destId="{B8EFC695-EDF8-499D-9250-20C738ECCB72}" srcOrd="0" destOrd="0" presId="urn:microsoft.com/office/officeart/2018/5/layout/CenteredIconLabelDescriptionList"/>
    <dgm:cxn modelId="{6F851C61-DAD5-4F14-805A-3E5100F70D83}" type="presParOf" srcId="{B8EFC695-EDF8-499D-9250-20C738ECCB72}" destId="{D86B17E2-F767-48CE-8439-99889DE4FC74}" srcOrd="0" destOrd="0" presId="urn:microsoft.com/office/officeart/2018/5/layout/CenteredIconLabelDescriptionList"/>
    <dgm:cxn modelId="{7A48B39C-B496-470E-9297-6462D97A2899}" type="presParOf" srcId="{B8EFC695-EDF8-499D-9250-20C738ECCB72}" destId="{F3B1DA96-2E51-4E85-A46E-F1A2166B82F1}" srcOrd="1" destOrd="0" presId="urn:microsoft.com/office/officeart/2018/5/layout/CenteredIconLabelDescriptionList"/>
    <dgm:cxn modelId="{2070DE46-29A0-4D71-9DF3-2434848BFED1}" type="presParOf" srcId="{B8EFC695-EDF8-499D-9250-20C738ECCB72}" destId="{2F3AEC7C-3F21-4A46-9615-537326BC1325}" srcOrd="2" destOrd="0" presId="urn:microsoft.com/office/officeart/2018/5/layout/CenteredIconLabelDescriptionList"/>
    <dgm:cxn modelId="{DA1E590B-0F90-4A11-ACC5-4F01369FEA7D}" type="presParOf" srcId="{B8EFC695-EDF8-499D-9250-20C738ECCB72}" destId="{1B05F979-665E-489F-9F78-4BB1A624D102}" srcOrd="3" destOrd="0" presId="urn:microsoft.com/office/officeart/2018/5/layout/CenteredIconLabelDescriptionList"/>
    <dgm:cxn modelId="{C250965D-EADE-4524-8727-1DD600440B7F}" type="presParOf" srcId="{B8EFC695-EDF8-499D-9250-20C738ECCB72}" destId="{0E6A409B-6774-4E48-840B-19C91AFF1C1E}" srcOrd="4" destOrd="0" presId="urn:microsoft.com/office/officeart/2018/5/layout/CenteredIconLabelDescriptionList"/>
    <dgm:cxn modelId="{A82F6FBB-0FCE-4CF3-8617-119D48D68751}" type="presParOf" srcId="{A2827CED-010A-4634-B26B-D992D1A9C726}" destId="{8F724225-A7AF-4987-B175-D784330CCEFB}" srcOrd="1" destOrd="0" presId="urn:microsoft.com/office/officeart/2018/5/layout/CenteredIconLabelDescriptionList"/>
    <dgm:cxn modelId="{B143BA72-57DA-4EF9-91FD-8867101FAA82}" type="presParOf" srcId="{A2827CED-010A-4634-B26B-D992D1A9C726}" destId="{7DB6326B-0B23-42CE-9369-581B4C2FE1E5}" srcOrd="2" destOrd="0" presId="urn:microsoft.com/office/officeart/2018/5/layout/CenteredIconLabelDescriptionList"/>
    <dgm:cxn modelId="{D2F9C2B1-1CEA-4133-B5BB-89CCDAC00123}" type="presParOf" srcId="{7DB6326B-0B23-42CE-9369-581B4C2FE1E5}" destId="{25F13A6D-E2B6-43EE-95E9-D7F1AF80BF5C}" srcOrd="0" destOrd="0" presId="urn:microsoft.com/office/officeart/2018/5/layout/CenteredIconLabelDescriptionList"/>
    <dgm:cxn modelId="{AB5DDA17-41A9-4699-9CF7-A9A74C95312E}" type="presParOf" srcId="{7DB6326B-0B23-42CE-9369-581B4C2FE1E5}" destId="{829F47DE-0E50-4CE5-997F-A33DB49051B4}" srcOrd="1" destOrd="0" presId="urn:microsoft.com/office/officeart/2018/5/layout/CenteredIconLabelDescriptionList"/>
    <dgm:cxn modelId="{9831917D-84DD-46F9-B4E1-68DBC9606D15}" type="presParOf" srcId="{7DB6326B-0B23-42CE-9369-581B4C2FE1E5}" destId="{9DA86B89-7CDC-4578-BC72-DD33E5CB859A}" srcOrd="2" destOrd="0" presId="urn:microsoft.com/office/officeart/2018/5/layout/CenteredIconLabelDescriptionList"/>
    <dgm:cxn modelId="{D52529C6-8301-4FF0-BE27-AF006D9A71CF}" type="presParOf" srcId="{7DB6326B-0B23-42CE-9369-581B4C2FE1E5}" destId="{D0128B0F-F38E-4301-9A73-D663BD922FDA}" srcOrd="3" destOrd="0" presId="urn:microsoft.com/office/officeart/2018/5/layout/CenteredIconLabelDescriptionList"/>
    <dgm:cxn modelId="{C74E27A9-37B6-48EC-8CFE-7C8F7267FF2D}" type="presParOf" srcId="{7DB6326B-0B23-42CE-9369-581B4C2FE1E5}" destId="{28B15149-7F70-44C4-89B1-699FF6F447BD}" srcOrd="4" destOrd="0" presId="urn:microsoft.com/office/officeart/2018/5/layout/CenteredIconLabelDescriptionList"/>
    <dgm:cxn modelId="{D478A3BF-7DCA-4549-83BF-198848D625CE}" type="presParOf" srcId="{A2827CED-010A-4634-B26B-D992D1A9C726}" destId="{7F694BC6-FF03-40CF-8ED1-4D7C58C9C324}" srcOrd="3" destOrd="0" presId="urn:microsoft.com/office/officeart/2018/5/layout/CenteredIconLabelDescriptionList"/>
    <dgm:cxn modelId="{8E51D744-2253-4688-963D-C03EBB693C97}" type="presParOf" srcId="{A2827CED-010A-4634-B26B-D992D1A9C726}" destId="{18BD0507-BC10-4D35-8942-6BECBC284F87}" srcOrd="4" destOrd="0" presId="urn:microsoft.com/office/officeart/2018/5/layout/CenteredIconLabelDescriptionList"/>
    <dgm:cxn modelId="{616A1D69-C041-4369-99EC-4672D6C06BA9}" type="presParOf" srcId="{18BD0507-BC10-4D35-8942-6BECBC284F87}" destId="{B2235F24-0446-47A2-B291-0CA00F67A55D}" srcOrd="0" destOrd="0" presId="urn:microsoft.com/office/officeart/2018/5/layout/CenteredIconLabelDescriptionList"/>
    <dgm:cxn modelId="{12D34BAA-6DFB-499E-8E81-A03EA8268417}" type="presParOf" srcId="{18BD0507-BC10-4D35-8942-6BECBC284F87}" destId="{BAFE9DBB-5BFC-48B1-941E-AE4B77E6936B}" srcOrd="1" destOrd="0" presId="urn:microsoft.com/office/officeart/2018/5/layout/CenteredIconLabelDescriptionList"/>
    <dgm:cxn modelId="{84C434AD-477C-4154-923F-C51B0F3156D2}" type="presParOf" srcId="{18BD0507-BC10-4D35-8942-6BECBC284F87}" destId="{AAEA473D-71C6-411A-BE54-25CE39B6E601}" srcOrd="2" destOrd="0" presId="urn:microsoft.com/office/officeart/2018/5/layout/CenteredIconLabelDescriptionList"/>
    <dgm:cxn modelId="{E184341C-E9A1-421A-85E3-70BEC1BC08AB}" type="presParOf" srcId="{18BD0507-BC10-4D35-8942-6BECBC284F87}" destId="{A5ACD126-9520-4684-87F6-F752C8576304}" srcOrd="3" destOrd="0" presId="urn:microsoft.com/office/officeart/2018/5/layout/CenteredIconLabelDescriptionList"/>
    <dgm:cxn modelId="{B4E2933C-9FB8-40EE-A5F0-1250DDC59E01}" type="presParOf" srcId="{18BD0507-BC10-4D35-8942-6BECBC284F87}" destId="{89B88F17-A14D-4C7A-87E1-6FB0EA7131AD}" srcOrd="4" destOrd="0" presId="urn:microsoft.com/office/officeart/2018/5/layout/CenteredIconLabelDescriptionList"/>
  </dgm:cxnLst>
  <dgm:bg/>
  <dgm:whole/>
  <dgm:extLst>
    <a:ext uri="http://schemas.microsoft.com/office/drawing/2008/diagram">
      <dsp:dataModelExt xmlns:dsp="http://schemas.microsoft.com/office/drawing/2008/diagram" relId="rId6" minVer="http://schemas.openxmlformats.org/drawingml/2006/diagram"/>
    </a:ext>
  </dgm:extLst>
</dgm:dataModel>
</file>

<file path=ppt/diagrams/data100.xml><?xml version="1.0" encoding="utf-8"?>
<dgm:dataModel xmlns:dgm="http://schemas.openxmlformats.org/drawingml/2006/diagram" xmlns:a="http://schemas.openxmlformats.org/drawingml/2006/main">
  <dgm:ptLst>
    <dgm:pt modelId="{BF6C2B55-9AAE-4C5C-A153-E7D502A2AD69}" type="doc">
      <dgm:prSet loTypeId="urn:microsoft.com/office/officeart/2018/2/layout/IconLabelDescriptionList" loCatId="icon" qsTypeId="urn:microsoft.com/office/officeart/2005/8/quickstyle/simple1" qsCatId="simple" csTypeId="urn:microsoft.com/office/officeart/2018/5/colors/Iconchunking_neutralbg_colorful1" csCatId="colorful" phldr="1"/>
      <dgm:spPr/>
      <dgm:t>
        <a:bodyPr/>
        <a:lstStyle/>
        <a:p>
          <a:endParaRPr lang="en-US"/>
        </a:p>
      </dgm:t>
    </dgm:pt>
    <dgm:pt modelId="{FE1A2343-67B9-4355-98AE-D9CC0FE38BC7}">
      <dgm:prSet/>
      <dgm:spPr/>
      <dgm:t>
        <a:bodyPr/>
        <a:lstStyle/>
        <a:p>
          <a:pPr>
            <a:lnSpc>
              <a:spcPct val="100000"/>
            </a:lnSpc>
            <a:defRPr b="1"/>
          </a:pPr>
          <a:r>
            <a:rPr lang="en-US"/>
            <a:t>transaction</a:t>
          </a:r>
          <a:r>
            <a:rPr lang="tr-TR"/>
            <a:t> </a:t>
          </a:r>
          <a:r>
            <a:rPr lang="en-US"/>
            <a:t>input</a:t>
          </a:r>
        </a:p>
      </dgm:t>
    </dgm:pt>
    <dgm:pt modelId="{E99B907D-7D68-426C-865A-25DF0A7C01A4}" type="parTrans" cxnId="{4320AE4C-4BBC-4A3A-826C-2F6E43D97D15}">
      <dgm:prSet/>
      <dgm:spPr/>
      <dgm:t>
        <a:bodyPr/>
        <a:lstStyle/>
        <a:p>
          <a:endParaRPr lang="en-US"/>
        </a:p>
      </dgm:t>
    </dgm:pt>
    <dgm:pt modelId="{E033C421-26BF-4EE8-857D-13ECCD89DF64}" type="sibTrans" cxnId="{4320AE4C-4BBC-4A3A-826C-2F6E43D97D15}">
      <dgm:prSet/>
      <dgm:spPr/>
      <dgm:t>
        <a:bodyPr/>
        <a:lstStyle/>
        <a:p>
          <a:endParaRPr lang="en-US"/>
        </a:p>
      </dgm:t>
    </dgm:pt>
    <dgm:pt modelId="{6318F160-BA18-4E2E-9B86-BED1D8B3F4DF}">
      <dgm:prSet/>
      <dgm:spPr/>
      <dgm:t>
        <a:bodyPr/>
        <a:lstStyle/>
        <a:p>
          <a:pPr>
            <a:lnSpc>
              <a:spcPct val="100000"/>
            </a:lnSpc>
          </a:pPr>
          <a:r>
            <a:rPr lang="tr-TR"/>
            <a:t>Signature having R &amp; S</a:t>
          </a:r>
          <a:endParaRPr lang="en-US"/>
        </a:p>
      </dgm:t>
    </dgm:pt>
    <dgm:pt modelId="{6E8CE532-6B61-4C93-AA00-4B619487BC88}" type="parTrans" cxnId="{CD12F2C4-1363-418B-BFD1-696E8EA7FC9D}">
      <dgm:prSet/>
      <dgm:spPr/>
      <dgm:t>
        <a:bodyPr/>
        <a:lstStyle/>
        <a:p>
          <a:endParaRPr lang="en-US"/>
        </a:p>
      </dgm:t>
    </dgm:pt>
    <dgm:pt modelId="{D6C7E3F7-64F8-45E1-9E82-5B2DC5A7A924}" type="sibTrans" cxnId="{CD12F2C4-1363-418B-BFD1-696E8EA7FC9D}">
      <dgm:prSet/>
      <dgm:spPr/>
      <dgm:t>
        <a:bodyPr/>
        <a:lstStyle/>
        <a:p>
          <a:endParaRPr lang="en-US"/>
        </a:p>
      </dgm:t>
    </dgm:pt>
    <dgm:pt modelId="{43B39A8F-BA1D-4A1E-978E-0FC45938D308}">
      <dgm:prSet/>
      <dgm:spPr/>
      <dgm:t>
        <a:bodyPr/>
        <a:lstStyle/>
        <a:p>
          <a:pPr>
            <a:lnSpc>
              <a:spcPct val="100000"/>
            </a:lnSpc>
          </a:pPr>
          <a:r>
            <a:rPr lang="tr-TR"/>
            <a:t>9f039ff08df09cbe9f6addac960298cad530a863ea8f53982c09db8f6e381301</a:t>
          </a:r>
          <a:endParaRPr lang="en-US"/>
        </a:p>
      </dgm:t>
    </dgm:pt>
    <dgm:pt modelId="{A3CFE735-FFEB-4357-AA64-2885C3142718}" type="parTrans" cxnId="{8DABDB84-C80E-4A75-9389-E1296C5D10A5}">
      <dgm:prSet/>
      <dgm:spPr/>
      <dgm:t>
        <a:bodyPr/>
        <a:lstStyle/>
        <a:p>
          <a:endParaRPr lang="en-US"/>
        </a:p>
      </dgm:t>
    </dgm:pt>
    <dgm:pt modelId="{857DEB9F-1C59-4FB0-B707-81CE91A3E52B}" type="sibTrans" cxnId="{8DABDB84-C80E-4A75-9389-E1296C5D10A5}">
      <dgm:prSet/>
      <dgm:spPr/>
      <dgm:t>
        <a:bodyPr/>
        <a:lstStyle/>
        <a:p>
          <a:endParaRPr lang="en-US"/>
        </a:p>
      </dgm:t>
    </dgm:pt>
    <dgm:pt modelId="{C83C385A-7873-4F27-8288-C41F66685E29}">
      <dgm:prSet/>
      <dgm:spPr/>
      <dgm:t>
        <a:bodyPr/>
        <a:lstStyle/>
        <a:p>
          <a:pPr>
            <a:lnSpc>
              <a:spcPct val="100000"/>
            </a:lnSpc>
          </a:pPr>
          <a:r>
            <a:rPr lang="en-US"/>
            <a:t>unlocking script contains</a:t>
          </a:r>
        </a:p>
      </dgm:t>
    </dgm:pt>
    <dgm:pt modelId="{10CD1A0E-0477-46B8-8330-4EA7BFBA5882}" type="parTrans" cxnId="{A1DB3E84-BD89-4F30-90B8-65B8C586C836}">
      <dgm:prSet/>
      <dgm:spPr/>
      <dgm:t>
        <a:bodyPr/>
        <a:lstStyle/>
        <a:p>
          <a:endParaRPr lang="tr-TR"/>
        </a:p>
      </dgm:t>
    </dgm:pt>
    <dgm:pt modelId="{DB23F89D-9D17-48BD-98F4-628A5A1DAF6A}" type="sibTrans" cxnId="{A1DB3E84-BD89-4F30-90B8-65B8C586C836}">
      <dgm:prSet/>
      <dgm:spPr/>
      <dgm:t>
        <a:bodyPr/>
        <a:lstStyle/>
        <a:p>
          <a:endParaRPr lang="tr-TR"/>
        </a:p>
      </dgm:t>
    </dgm:pt>
    <dgm:pt modelId="{6FFC2F0B-81C4-45E9-9452-8CE2766F6D01}">
      <dgm:prSet/>
      <dgm:spPr/>
      <dgm:t>
        <a:bodyPr/>
        <a:lstStyle/>
        <a:p>
          <a:pPr>
            <a:lnSpc>
              <a:spcPct val="100000"/>
            </a:lnSpc>
          </a:pPr>
          <a:r>
            <a:rPr lang="en-US"/>
            <a:t>DER-encoded signature</a:t>
          </a:r>
        </a:p>
      </dgm:t>
    </dgm:pt>
    <dgm:pt modelId="{F9765085-96BB-4361-8636-09C280F47913}" type="parTrans" cxnId="{0D697251-B83B-4624-BB58-82553B08AB76}">
      <dgm:prSet/>
      <dgm:spPr/>
      <dgm:t>
        <a:bodyPr/>
        <a:lstStyle/>
        <a:p>
          <a:endParaRPr lang="tr-TR"/>
        </a:p>
      </dgm:t>
    </dgm:pt>
    <dgm:pt modelId="{E1EE0B51-449C-4A33-AEA6-4EA6345280DC}" type="sibTrans" cxnId="{0D697251-B83B-4624-BB58-82553B08AB76}">
      <dgm:prSet/>
      <dgm:spPr/>
      <dgm:t>
        <a:bodyPr/>
        <a:lstStyle/>
        <a:p>
          <a:endParaRPr lang="tr-TR"/>
        </a:p>
      </dgm:t>
    </dgm:pt>
    <dgm:pt modelId="{6B705ADF-AD5E-4919-A052-4B0D226FD04F}">
      <dgm:prSet/>
      <dgm:spPr/>
      <dgm:t>
        <a:bodyPr/>
        <a:lstStyle/>
        <a:p>
          <a:pPr>
            <a:lnSpc>
              <a:spcPct val="100000"/>
            </a:lnSpc>
          </a:pPr>
          <a:r>
            <a:rPr lang="tr-TR"/>
            <a:t>Generated </a:t>
          </a:r>
          <a:r>
            <a:rPr lang="en-US"/>
            <a:t>from Alice’s wallet</a:t>
          </a:r>
        </a:p>
      </dgm:t>
    </dgm:pt>
    <dgm:pt modelId="{F75A135F-0C68-49D3-9884-CECE3007A8D0}" type="parTrans" cxnId="{4776B39E-70EC-4167-998A-7930E85FF754}">
      <dgm:prSet/>
      <dgm:spPr/>
      <dgm:t>
        <a:bodyPr/>
        <a:lstStyle/>
        <a:p>
          <a:endParaRPr lang="tr-TR"/>
        </a:p>
      </dgm:t>
    </dgm:pt>
    <dgm:pt modelId="{9CEC964A-4606-4536-90B7-33440604344F}" type="sibTrans" cxnId="{4776B39E-70EC-4167-998A-7930E85FF754}">
      <dgm:prSet/>
      <dgm:spPr/>
      <dgm:t>
        <a:bodyPr/>
        <a:lstStyle/>
        <a:p>
          <a:endParaRPr lang="tr-TR"/>
        </a:p>
      </dgm:t>
    </dgm:pt>
    <dgm:pt modelId="{3124C2DC-A699-4C8D-9F44-0345BE4CB8BB}">
      <dgm:prSet/>
      <dgm:spPr/>
      <dgm:t>
        <a:bodyPr/>
        <a:lstStyle/>
        <a:p>
          <a:pPr>
            <a:lnSpc>
              <a:spcPct val="100000"/>
            </a:lnSpc>
            <a:defRPr b="1"/>
          </a:pPr>
          <a:r>
            <a:rPr lang="tr-TR"/>
            <a:t>Wallet generation</a:t>
          </a:r>
          <a:endParaRPr lang="en-US"/>
        </a:p>
      </dgm:t>
    </dgm:pt>
    <dgm:pt modelId="{ADEB03F5-F3D4-408D-82D2-8808F93CBE41}" type="parTrans" cxnId="{10BC0969-74BB-46F9-A394-EC85AA6A2335}">
      <dgm:prSet/>
      <dgm:spPr/>
      <dgm:t>
        <a:bodyPr/>
        <a:lstStyle/>
        <a:p>
          <a:endParaRPr lang="tr-TR"/>
        </a:p>
      </dgm:t>
    </dgm:pt>
    <dgm:pt modelId="{54F7C073-4336-4B56-AB6A-26906E141DFE}" type="sibTrans" cxnId="{10BC0969-74BB-46F9-A394-EC85AA6A2335}">
      <dgm:prSet/>
      <dgm:spPr/>
      <dgm:t>
        <a:bodyPr/>
        <a:lstStyle/>
        <a:p>
          <a:endParaRPr lang="tr-TR"/>
        </a:p>
      </dgm:t>
    </dgm:pt>
    <dgm:pt modelId="{4019C8E6-1245-4663-908D-57A0147512CC}">
      <dgm:prSet/>
      <dgm:spPr/>
      <dgm:t>
        <a:bodyPr/>
        <a:lstStyle/>
        <a:p>
          <a:pPr>
            <a:lnSpc>
              <a:spcPct val="100000"/>
            </a:lnSpc>
            <a:defRPr b="1"/>
          </a:pPr>
          <a:r>
            <a:rPr lang="tr-TR"/>
            <a:t>R</a:t>
          </a:r>
          <a:endParaRPr lang="en-US"/>
        </a:p>
      </dgm:t>
    </dgm:pt>
    <dgm:pt modelId="{22A2600D-4346-49CD-9410-26F058C99384}" type="parTrans" cxnId="{9B0ACBEB-F36B-47D6-A1C8-478AC802B7F0}">
      <dgm:prSet/>
      <dgm:spPr/>
      <dgm:t>
        <a:bodyPr/>
        <a:lstStyle/>
        <a:p>
          <a:endParaRPr lang="tr-TR"/>
        </a:p>
      </dgm:t>
    </dgm:pt>
    <dgm:pt modelId="{9F9AF832-F32B-4344-84B1-6020BAF2A934}" type="sibTrans" cxnId="{9B0ACBEB-F36B-47D6-A1C8-478AC802B7F0}">
      <dgm:prSet/>
      <dgm:spPr/>
      <dgm:t>
        <a:bodyPr/>
        <a:lstStyle/>
        <a:p>
          <a:endParaRPr lang="tr-TR"/>
        </a:p>
      </dgm:t>
    </dgm:pt>
    <dgm:pt modelId="{B463B332-B331-4099-B2FE-79487C76F34B}">
      <dgm:prSet/>
      <dgm:spPr/>
      <dgm:t>
        <a:bodyPr/>
        <a:lstStyle/>
        <a:p>
          <a:pPr>
            <a:lnSpc>
              <a:spcPct val="100000"/>
            </a:lnSpc>
          </a:pPr>
          <a:r>
            <a:rPr lang="tr-TR"/>
            <a:t>3045022100884d142d86652a3f47ba4746ec719bbfbd040a570b1deccbb6498c75c4ae24cb02204b</a:t>
          </a:r>
          <a:endParaRPr lang="en-US"/>
        </a:p>
      </dgm:t>
    </dgm:pt>
    <dgm:pt modelId="{4A5A7F42-4382-4BC5-9B32-C26402B56940}" type="parTrans" cxnId="{E94B0650-6025-4712-BF12-5269FE12F2E8}">
      <dgm:prSet/>
      <dgm:spPr/>
      <dgm:t>
        <a:bodyPr/>
        <a:lstStyle/>
        <a:p>
          <a:endParaRPr lang="tr-TR"/>
        </a:p>
      </dgm:t>
    </dgm:pt>
    <dgm:pt modelId="{67623899-DB32-442E-BB50-9360AF16D214}" type="sibTrans" cxnId="{E94B0650-6025-4712-BF12-5269FE12F2E8}">
      <dgm:prSet/>
      <dgm:spPr/>
      <dgm:t>
        <a:bodyPr/>
        <a:lstStyle/>
        <a:p>
          <a:endParaRPr lang="tr-TR"/>
        </a:p>
      </dgm:t>
    </dgm:pt>
    <dgm:pt modelId="{A6094C92-C5DE-4E8B-B614-914E99DF33C5}">
      <dgm:prSet/>
      <dgm:spPr/>
      <dgm:t>
        <a:bodyPr/>
        <a:lstStyle/>
        <a:p>
          <a:pPr>
            <a:lnSpc>
              <a:spcPct val="100000"/>
            </a:lnSpc>
            <a:defRPr b="1"/>
          </a:pPr>
          <a:r>
            <a:rPr lang="tr-TR"/>
            <a:t>S</a:t>
          </a:r>
          <a:endParaRPr lang="en-US"/>
        </a:p>
      </dgm:t>
    </dgm:pt>
    <dgm:pt modelId="{5EFA8C7E-9A8D-4BBF-9A08-76442CC57071}" type="parTrans" cxnId="{08F93BB7-F4BE-44CE-BC4B-6258C4F5CDE9}">
      <dgm:prSet/>
      <dgm:spPr/>
      <dgm:t>
        <a:bodyPr/>
        <a:lstStyle/>
        <a:p>
          <a:endParaRPr lang="tr-TR"/>
        </a:p>
      </dgm:t>
    </dgm:pt>
    <dgm:pt modelId="{57E48003-A00F-457F-A8C7-54A9FBF2DC34}" type="sibTrans" cxnId="{08F93BB7-F4BE-44CE-BC4B-6258C4F5CDE9}">
      <dgm:prSet/>
      <dgm:spPr/>
      <dgm:t>
        <a:bodyPr/>
        <a:lstStyle/>
        <a:p>
          <a:endParaRPr lang="tr-TR"/>
        </a:p>
      </dgm:t>
    </dgm:pt>
    <dgm:pt modelId="{614A138A-8513-4CD5-BED7-2BE1D6EC5FDE}" type="pres">
      <dgm:prSet presAssocID="{BF6C2B55-9AAE-4C5C-A153-E7D502A2AD69}" presName="root" presStyleCnt="0">
        <dgm:presLayoutVars>
          <dgm:dir/>
          <dgm:resizeHandles val="exact"/>
        </dgm:presLayoutVars>
      </dgm:prSet>
      <dgm:spPr/>
    </dgm:pt>
    <dgm:pt modelId="{FCC76E43-D3FB-4C37-85A9-1A36BB286DC9}" type="pres">
      <dgm:prSet presAssocID="{FE1A2343-67B9-4355-98AE-D9CC0FE38BC7}" presName="compNode" presStyleCnt="0"/>
      <dgm:spPr/>
    </dgm:pt>
    <dgm:pt modelId="{9DA8EFD6-D3D0-48C0-A6AD-8DB4AC056B4B}" type="pres">
      <dgm:prSet presAssocID="{FE1A2343-67B9-4355-98AE-D9CC0FE38BC7}" presName="iconRect" presStyleLbl="node1" presStyleIdx="0" presStyleCnt="4"/>
      <dgm:spPr>
        <a:blipFill>
          <a:blip xmlns:r="http://schemas.openxmlformats.org/officeDocument/2006/relationships" r:embed="rId1" cstate="email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2"/>
              </a:ext>
            </a:extLst>
          </a:blip>
          <a:stretch>
            <a:fillRect/>
          </a:stretch>
        </a:blipFill>
        <a:ln>
          <a:noFill/>
        </a:ln>
      </dgm:spPr>
      <dgm:extLst>
        <a:ext uri="{E40237B7-FDA0-4F09-8148-C483321AD2D9}">
          <dgm14:cNvPr xmlns:dgm14="http://schemas.microsoft.com/office/drawing/2010/diagram" id="0" name="" descr="Document"/>
        </a:ext>
      </dgm:extLst>
    </dgm:pt>
    <dgm:pt modelId="{F24EC4BD-1F02-48F0-B002-282AE015F6C3}" type="pres">
      <dgm:prSet presAssocID="{FE1A2343-67B9-4355-98AE-D9CC0FE38BC7}" presName="iconSpace" presStyleCnt="0"/>
      <dgm:spPr/>
    </dgm:pt>
    <dgm:pt modelId="{8A00C952-D1D9-47F3-80D0-90CC13AC32E7}" type="pres">
      <dgm:prSet presAssocID="{FE1A2343-67B9-4355-98AE-D9CC0FE38BC7}" presName="parTx" presStyleLbl="revTx" presStyleIdx="0" presStyleCnt="8">
        <dgm:presLayoutVars>
          <dgm:chMax val="0"/>
          <dgm:chPref val="0"/>
        </dgm:presLayoutVars>
      </dgm:prSet>
      <dgm:spPr/>
    </dgm:pt>
    <dgm:pt modelId="{A5F66C3E-6C01-44AE-A324-33F2A4DA19DB}" type="pres">
      <dgm:prSet presAssocID="{FE1A2343-67B9-4355-98AE-D9CC0FE38BC7}" presName="txSpace" presStyleCnt="0"/>
      <dgm:spPr/>
    </dgm:pt>
    <dgm:pt modelId="{BF0AB6BD-4F9A-48B4-97ED-5AF24E71AC12}" type="pres">
      <dgm:prSet presAssocID="{FE1A2343-67B9-4355-98AE-D9CC0FE38BC7}" presName="desTx" presStyleLbl="revTx" presStyleIdx="1" presStyleCnt="8">
        <dgm:presLayoutVars/>
      </dgm:prSet>
      <dgm:spPr/>
    </dgm:pt>
    <dgm:pt modelId="{C51AE6E2-DE7F-42CD-BFD3-667C3680AF65}" type="pres">
      <dgm:prSet presAssocID="{E033C421-26BF-4EE8-857D-13ECCD89DF64}" presName="sibTrans" presStyleCnt="0"/>
      <dgm:spPr/>
    </dgm:pt>
    <dgm:pt modelId="{E3F4C905-6921-484D-968B-972FFB98D720}" type="pres">
      <dgm:prSet presAssocID="{3124C2DC-A699-4C8D-9F44-0345BE4CB8BB}" presName="compNode" presStyleCnt="0"/>
      <dgm:spPr/>
    </dgm:pt>
    <dgm:pt modelId="{337D349A-DABF-4376-88C7-7054A2B0C20E}" type="pres">
      <dgm:prSet presAssocID="{3124C2DC-A699-4C8D-9F44-0345BE4CB8BB}" presName="iconRect" presStyleLbl="node1" presStyleIdx="1" presStyleCnt="4"/>
      <dgm:spPr>
        <a:blipFill rotWithShape="1">
          <a:blip xmlns:r="http://schemas.openxmlformats.org/officeDocument/2006/relationships" r:embed="rId3" cstate="email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4"/>
              </a:ext>
            </a:extLst>
          </a:blip>
          <a:srcRect/>
          <a:stretch>
            <a:fillRect/>
          </a:stretch>
        </a:blipFill>
      </dgm:spPr>
    </dgm:pt>
    <dgm:pt modelId="{95B6913D-8B12-415A-BF59-5EFDF860B279}" type="pres">
      <dgm:prSet presAssocID="{3124C2DC-A699-4C8D-9F44-0345BE4CB8BB}" presName="iconSpace" presStyleCnt="0"/>
      <dgm:spPr/>
    </dgm:pt>
    <dgm:pt modelId="{D61EC8D0-A2C2-46DD-AF72-FFC3B642D3A8}" type="pres">
      <dgm:prSet presAssocID="{3124C2DC-A699-4C8D-9F44-0345BE4CB8BB}" presName="parTx" presStyleLbl="revTx" presStyleIdx="2" presStyleCnt="8">
        <dgm:presLayoutVars>
          <dgm:chMax val="0"/>
          <dgm:chPref val="0"/>
        </dgm:presLayoutVars>
      </dgm:prSet>
      <dgm:spPr/>
    </dgm:pt>
    <dgm:pt modelId="{79AA298A-A104-4482-9444-89E43ADD0BD5}" type="pres">
      <dgm:prSet presAssocID="{3124C2DC-A699-4C8D-9F44-0345BE4CB8BB}" presName="txSpace" presStyleCnt="0"/>
      <dgm:spPr/>
    </dgm:pt>
    <dgm:pt modelId="{775758B7-DBF1-4188-942A-1AD4CA0C723A}" type="pres">
      <dgm:prSet presAssocID="{3124C2DC-A699-4C8D-9F44-0345BE4CB8BB}" presName="desTx" presStyleLbl="revTx" presStyleIdx="3" presStyleCnt="8">
        <dgm:presLayoutVars/>
      </dgm:prSet>
      <dgm:spPr/>
    </dgm:pt>
    <dgm:pt modelId="{08CC8CA8-12FD-4516-BB1E-F08FFF03FCA9}" type="pres">
      <dgm:prSet presAssocID="{54F7C073-4336-4B56-AB6A-26906E141DFE}" presName="sibTrans" presStyleCnt="0"/>
      <dgm:spPr/>
    </dgm:pt>
    <dgm:pt modelId="{95083526-674C-41EA-B5B9-162FF8A00014}" type="pres">
      <dgm:prSet presAssocID="{4019C8E6-1245-4663-908D-57A0147512CC}" presName="compNode" presStyleCnt="0"/>
      <dgm:spPr/>
    </dgm:pt>
    <dgm:pt modelId="{C3DC7815-B649-4D76-A093-7970FEEAF4D8}" type="pres">
      <dgm:prSet presAssocID="{4019C8E6-1245-4663-908D-57A0147512CC}" presName="iconRect" presStyleLbl="node1" presStyleIdx="2" presStyleCnt="4"/>
      <dgm:spPr>
        <a:blipFill>
          <a:blip xmlns:r="http://schemas.openxmlformats.org/officeDocument/2006/relationships" r:embed="rId5" cstate="email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6"/>
              </a:ext>
            </a:extLst>
          </a:blip>
          <a:stretch>
            <a:fillRect/>
          </a:stretch>
        </a:blipFill>
      </dgm:spPr>
      <dgm:extLst>
        <a:ext uri="{E40237B7-FDA0-4F09-8148-C483321AD2D9}">
          <dgm14:cNvPr xmlns:dgm14="http://schemas.microsoft.com/office/drawing/2010/diagram" id="0" name="" descr="Tanabata Tree"/>
        </a:ext>
      </dgm:extLst>
    </dgm:pt>
    <dgm:pt modelId="{4AC93690-00B6-4EE6-8D27-54BE261D9A2A}" type="pres">
      <dgm:prSet presAssocID="{4019C8E6-1245-4663-908D-57A0147512CC}" presName="iconSpace" presStyleCnt="0"/>
      <dgm:spPr/>
    </dgm:pt>
    <dgm:pt modelId="{215E7114-9067-4822-A3E8-049E82BCC220}" type="pres">
      <dgm:prSet presAssocID="{4019C8E6-1245-4663-908D-57A0147512CC}" presName="parTx" presStyleLbl="revTx" presStyleIdx="4" presStyleCnt="8">
        <dgm:presLayoutVars>
          <dgm:chMax val="0"/>
          <dgm:chPref val="0"/>
        </dgm:presLayoutVars>
      </dgm:prSet>
      <dgm:spPr/>
    </dgm:pt>
    <dgm:pt modelId="{F43DD58B-3381-4EC6-911F-69F460E48F56}" type="pres">
      <dgm:prSet presAssocID="{4019C8E6-1245-4663-908D-57A0147512CC}" presName="txSpace" presStyleCnt="0"/>
      <dgm:spPr/>
    </dgm:pt>
    <dgm:pt modelId="{4F368779-D4DD-468A-A8A3-C863625B94DF}" type="pres">
      <dgm:prSet presAssocID="{4019C8E6-1245-4663-908D-57A0147512CC}" presName="desTx" presStyleLbl="revTx" presStyleIdx="5" presStyleCnt="8">
        <dgm:presLayoutVars/>
      </dgm:prSet>
      <dgm:spPr/>
    </dgm:pt>
    <dgm:pt modelId="{E24CC61E-28E1-4AA8-9307-41857D8CDE0A}" type="pres">
      <dgm:prSet presAssocID="{9F9AF832-F32B-4344-84B1-6020BAF2A934}" presName="sibTrans" presStyleCnt="0"/>
      <dgm:spPr/>
    </dgm:pt>
    <dgm:pt modelId="{E9B3E78D-6C78-43C0-AE06-7DB9B05EDA9D}" type="pres">
      <dgm:prSet presAssocID="{A6094C92-C5DE-4E8B-B614-914E99DF33C5}" presName="compNode" presStyleCnt="0"/>
      <dgm:spPr/>
    </dgm:pt>
    <dgm:pt modelId="{FBCA9C8F-2FF2-4637-9047-77DBE3C7B571}" type="pres">
      <dgm:prSet presAssocID="{A6094C92-C5DE-4E8B-B614-914E99DF33C5}" presName="iconRect" presStyleLbl="node1" presStyleIdx="3" presStyleCnt="4"/>
      <dgm:spPr>
        <a:blipFill>
          <a:blip xmlns:r="http://schemas.openxmlformats.org/officeDocument/2006/relationships" r:embed="rId7" cstate="email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8"/>
              </a:ext>
            </a:extLst>
          </a:blip>
          <a:stretch>
            <a:fillRect/>
          </a:stretch>
        </a:blipFill>
      </dgm:spPr>
      <dgm:extLst>
        <a:ext uri="{E40237B7-FDA0-4F09-8148-C483321AD2D9}">
          <dgm14:cNvPr xmlns:dgm14="http://schemas.microsoft.com/office/drawing/2010/diagram" id="0" name="" descr="Wind Chime"/>
        </a:ext>
      </dgm:extLst>
    </dgm:pt>
    <dgm:pt modelId="{F9E23518-6DCE-41E9-B2BE-53491915F942}" type="pres">
      <dgm:prSet presAssocID="{A6094C92-C5DE-4E8B-B614-914E99DF33C5}" presName="iconSpace" presStyleCnt="0"/>
      <dgm:spPr/>
    </dgm:pt>
    <dgm:pt modelId="{88743895-F2D2-4DE4-B6B5-82535F91056A}" type="pres">
      <dgm:prSet presAssocID="{A6094C92-C5DE-4E8B-B614-914E99DF33C5}" presName="parTx" presStyleLbl="revTx" presStyleIdx="6" presStyleCnt="8">
        <dgm:presLayoutVars>
          <dgm:chMax val="0"/>
          <dgm:chPref val="0"/>
        </dgm:presLayoutVars>
      </dgm:prSet>
      <dgm:spPr/>
    </dgm:pt>
    <dgm:pt modelId="{7AC9F00F-2C67-46C0-B039-74B7F3682C7E}" type="pres">
      <dgm:prSet presAssocID="{A6094C92-C5DE-4E8B-B614-914E99DF33C5}" presName="txSpace" presStyleCnt="0"/>
      <dgm:spPr/>
    </dgm:pt>
    <dgm:pt modelId="{D9D5995B-9DF6-4D8A-9294-CBDB61203D05}" type="pres">
      <dgm:prSet presAssocID="{A6094C92-C5DE-4E8B-B614-914E99DF33C5}" presName="desTx" presStyleLbl="revTx" presStyleIdx="7" presStyleCnt="8">
        <dgm:presLayoutVars/>
      </dgm:prSet>
      <dgm:spPr/>
    </dgm:pt>
  </dgm:ptLst>
  <dgm:cxnLst>
    <dgm:cxn modelId="{67979507-069C-4EED-88CC-3FD4BD389C04}" type="presOf" srcId="{6318F160-BA18-4E2E-9B86-BED1D8B3F4DF}" destId="{775758B7-DBF1-4188-942A-1AD4CA0C723A}" srcOrd="0" destOrd="1" presId="urn:microsoft.com/office/officeart/2018/2/layout/IconLabelDescriptionList"/>
    <dgm:cxn modelId="{9FEA8010-145E-4DFE-8126-A4691F84EB1D}" type="presOf" srcId="{4019C8E6-1245-4663-908D-57A0147512CC}" destId="{215E7114-9067-4822-A3E8-049E82BCC220}" srcOrd="0" destOrd="0" presId="urn:microsoft.com/office/officeart/2018/2/layout/IconLabelDescriptionList"/>
    <dgm:cxn modelId="{5FEE4526-BBDB-4B6E-8AEC-D2C3480FDE91}" type="presOf" srcId="{FE1A2343-67B9-4355-98AE-D9CC0FE38BC7}" destId="{8A00C952-D1D9-47F3-80D0-90CC13AC32E7}" srcOrd="0" destOrd="0" presId="urn:microsoft.com/office/officeart/2018/2/layout/IconLabelDescriptionList"/>
    <dgm:cxn modelId="{E850E52D-5E8E-42AA-918F-6315A1FBE47D}" type="presOf" srcId="{6FFC2F0B-81C4-45E9-9452-8CE2766F6D01}" destId="{BF0AB6BD-4F9A-48B4-97ED-5AF24E71AC12}" srcOrd="0" destOrd="1" presId="urn:microsoft.com/office/officeart/2018/2/layout/IconLabelDescriptionList"/>
    <dgm:cxn modelId="{92910F34-CFA2-4369-AA07-18351B07BA4F}" type="presOf" srcId="{B463B332-B331-4099-B2FE-79487C76F34B}" destId="{4F368779-D4DD-468A-A8A3-C863625B94DF}" srcOrd="0" destOrd="0" presId="urn:microsoft.com/office/officeart/2018/2/layout/IconLabelDescriptionList"/>
    <dgm:cxn modelId="{5D128367-6061-44B8-9051-8A8C28FBB722}" type="presOf" srcId="{BF6C2B55-9AAE-4C5C-A153-E7D502A2AD69}" destId="{614A138A-8513-4CD5-BED7-2BE1D6EC5FDE}" srcOrd="0" destOrd="0" presId="urn:microsoft.com/office/officeart/2018/2/layout/IconLabelDescriptionList"/>
    <dgm:cxn modelId="{10BC0969-74BB-46F9-A394-EC85AA6A2335}" srcId="{BF6C2B55-9AAE-4C5C-A153-E7D502A2AD69}" destId="{3124C2DC-A699-4C8D-9F44-0345BE4CB8BB}" srcOrd="1" destOrd="0" parTransId="{ADEB03F5-F3D4-408D-82D2-8808F93CBE41}" sibTransId="{54F7C073-4336-4B56-AB6A-26906E141DFE}"/>
    <dgm:cxn modelId="{4320AE4C-4BBC-4A3A-826C-2F6E43D97D15}" srcId="{BF6C2B55-9AAE-4C5C-A153-E7D502A2AD69}" destId="{FE1A2343-67B9-4355-98AE-D9CC0FE38BC7}" srcOrd="0" destOrd="0" parTransId="{E99B907D-7D68-426C-865A-25DF0A7C01A4}" sibTransId="{E033C421-26BF-4EE8-857D-13ECCD89DF64}"/>
    <dgm:cxn modelId="{E94B0650-6025-4712-BF12-5269FE12F2E8}" srcId="{4019C8E6-1245-4663-908D-57A0147512CC}" destId="{B463B332-B331-4099-B2FE-79487C76F34B}" srcOrd="0" destOrd="0" parTransId="{4A5A7F42-4382-4BC5-9B32-C26402B56940}" sibTransId="{67623899-DB32-442E-BB50-9360AF16D214}"/>
    <dgm:cxn modelId="{0D697251-B83B-4624-BB58-82553B08AB76}" srcId="{FE1A2343-67B9-4355-98AE-D9CC0FE38BC7}" destId="{6FFC2F0B-81C4-45E9-9452-8CE2766F6D01}" srcOrd="1" destOrd="0" parTransId="{F9765085-96BB-4361-8636-09C280F47913}" sibTransId="{E1EE0B51-449C-4A33-AEA6-4EA6345280DC}"/>
    <dgm:cxn modelId="{2C8F1954-8849-430C-87DE-2CF9BECC8303}" type="presOf" srcId="{6B705ADF-AD5E-4919-A052-4B0D226FD04F}" destId="{775758B7-DBF1-4188-942A-1AD4CA0C723A}" srcOrd="0" destOrd="0" presId="urn:microsoft.com/office/officeart/2018/2/layout/IconLabelDescriptionList"/>
    <dgm:cxn modelId="{2F92EF7E-97FD-43FE-896C-0198BD56A26A}" type="presOf" srcId="{C83C385A-7873-4F27-8288-C41F66685E29}" destId="{BF0AB6BD-4F9A-48B4-97ED-5AF24E71AC12}" srcOrd="0" destOrd="0" presId="urn:microsoft.com/office/officeart/2018/2/layout/IconLabelDescriptionList"/>
    <dgm:cxn modelId="{C3471281-52D2-4805-8FE3-FC80B3DADA3F}" type="presOf" srcId="{A6094C92-C5DE-4E8B-B614-914E99DF33C5}" destId="{88743895-F2D2-4DE4-B6B5-82535F91056A}" srcOrd="0" destOrd="0" presId="urn:microsoft.com/office/officeart/2018/2/layout/IconLabelDescriptionList"/>
    <dgm:cxn modelId="{A1DB3E84-BD89-4F30-90B8-65B8C586C836}" srcId="{FE1A2343-67B9-4355-98AE-D9CC0FE38BC7}" destId="{C83C385A-7873-4F27-8288-C41F66685E29}" srcOrd="0" destOrd="0" parTransId="{10CD1A0E-0477-46B8-8330-4EA7BFBA5882}" sibTransId="{DB23F89D-9D17-48BD-98F4-628A5A1DAF6A}"/>
    <dgm:cxn modelId="{8DABDB84-C80E-4A75-9389-E1296C5D10A5}" srcId="{A6094C92-C5DE-4E8B-B614-914E99DF33C5}" destId="{43B39A8F-BA1D-4A1E-978E-0FC45938D308}" srcOrd="0" destOrd="0" parTransId="{A3CFE735-FFEB-4357-AA64-2885C3142718}" sibTransId="{857DEB9F-1C59-4FB0-B707-81CE91A3E52B}"/>
    <dgm:cxn modelId="{4776B39E-70EC-4167-998A-7930E85FF754}" srcId="{3124C2DC-A699-4C8D-9F44-0345BE4CB8BB}" destId="{6B705ADF-AD5E-4919-A052-4B0D226FD04F}" srcOrd="0" destOrd="0" parTransId="{F75A135F-0C68-49D3-9884-CECE3007A8D0}" sibTransId="{9CEC964A-4606-4536-90B7-33440604344F}"/>
    <dgm:cxn modelId="{F453DAA5-35DD-4023-A9F7-8D3DC15E21B7}" type="presOf" srcId="{3124C2DC-A699-4C8D-9F44-0345BE4CB8BB}" destId="{D61EC8D0-A2C2-46DD-AF72-FFC3B642D3A8}" srcOrd="0" destOrd="0" presId="urn:microsoft.com/office/officeart/2018/2/layout/IconLabelDescriptionList"/>
    <dgm:cxn modelId="{08F93BB7-F4BE-44CE-BC4B-6258C4F5CDE9}" srcId="{BF6C2B55-9AAE-4C5C-A153-E7D502A2AD69}" destId="{A6094C92-C5DE-4E8B-B614-914E99DF33C5}" srcOrd="3" destOrd="0" parTransId="{5EFA8C7E-9A8D-4BBF-9A08-76442CC57071}" sibTransId="{57E48003-A00F-457F-A8C7-54A9FBF2DC34}"/>
    <dgm:cxn modelId="{133035BE-2D4D-444A-B51E-306297071530}" type="presOf" srcId="{43B39A8F-BA1D-4A1E-978E-0FC45938D308}" destId="{D9D5995B-9DF6-4D8A-9294-CBDB61203D05}" srcOrd="0" destOrd="0" presId="urn:microsoft.com/office/officeart/2018/2/layout/IconLabelDescriptionList"/>
    <dgm:cxn modelId="{CD12F2C4-1363-418B-BFD1-696E8EA7FC9D}" srcId="{3124C2DC-A699-4C8D-9F44-0345BE4CB8BB}" destId="{6318F160-BA18-4E2E-9B86-BED1D8B3F4DF}" srcOrd="1" destOrd="0" parTransId="{6E8CE532-6B61-4C93-AA00-4B619487BC88}" sibTransId="{D6C7E3F7-64F8-45E1-9E82-5B2DC5A7A924}"/>
    <dgm:cxn modelId="{9B0ACBEB-F36B-47D6-A1C8-478AC802B7F0}" srcId="{BF6C2B55-9AAE-4C5C-A153-E7D502A2AD69}" destId="{4019C8E6-1245-4663-908D-57A0147512CC}" srcOrd="2" destOrd="0" parTransId="{22A2600D-4346-49CD-9410-26F058C99384}" sibTransId="{9F9AF832-F32B-4344-84B1-6020BAF2A934}"/>
    <dgm:cxn modelId="{E18842D0-8D51-4DE1-8110-6B5D6CD39BCF}" type="presParOf" srcId="{614A138A-8513-4CD5-BED7-2BE1D6EC5FDE}" destId="{FCC76E43-D3FB-4C37-85A9-1A36BB286DC9}" srcOrd="0" destOrd="0" presId="urn:microsoft.com/office/officeart/2018/2/layout/IconLabelDescriptionList"/>
    <dgm:cxn modelId="{648D8E05-7DA4-47E5-8097-B283D01F762A}" type="presParOf" srcId="{FCC76E43-D3FB-4C37-85A9-1A36BB286DC9}" destId="{9DA8EFD6-D3D0-48C0-A6AD-8DB4AC056B4B}" srcOrd="0" destOrd="0" presId="urn:microsoft.com/office/officeart/2018/2/layout/IconLabelDescriptionList"/>
    <dgm:cxn modelId="{F420036A-0E19-4809-9DCB-8EEF39606B49}" type="presParOf" srcId="{FCC76E43-D3FB-4C37-85A9-1A36BB286DC9}" destId="{F24EC4BD-1F02-48F0-B002-282AE015F6C3}" srcOrd="1" destOrd="0" presId="urn:microsoft.com/office/officeart/2018/2/layout/IconLabelDescriptionList"/>
    <dgm:cxn modelId="{F00B062F-9E38-4BCA-A3B0-70E7CE9E7F1F}" type="presParOf" srcId="{FCC76E43-D3FB-4C37-85A9-1A36BB286DC9}" destId="{8A00C952-D1D9-47F3-80D0-90CC13AC32E7}" srcOrd="2" destOrd="0" presId="urn:microsoft.com/office/officeart/2018/2/layout/IconLabelDescriptionList"/>
    <dgm:cxn modelId="{0C92A091-4AC5-43EB-9716-732D10DC0A7F}" type="presParOf" srcId="{FCC76E43-D3FB-4C37-85A9-1A36BB286DC9}" destId="{A5F66C3E-6C01-44AE-A324-33F2A4DA19DB}" srcOrd="3" destOrd="0" presId="urn:microsoft.com/office/officeart/2018/2/layout/IconLabelDescriptionList"/>
    <dgm:cxn modelId="{D123A943-568D-4B5E-8FAD-CD241CBC747A}" type="presParOf" srcId="{FCC76E43-D3FB-4C37-85A9-1A36BB286DC9}" destId="{BF0AB6BD-4F9A-48B4-97ED-5AF24E71AC12}" srcOrd="4" destOrd="0" presId="urn:microsoft.com/office/officeart/2018/2/layout/IconLabelDescriptionList"/>
    <dgm:cxn modelId="{5FDF71AF-BA62-4247-9E6F-E94897A2CD59}" type="presParOf" srcId="{614A138A-8513-4CD5-BED7-2BE1D6EC5FDE}" destId="{C51AE6E2-DE7F-42CD-BFD3-667C3680AF65}" srcOrd="1" destOrd="0" presId="urn:microsoft.com/office/officeart/2018/2/layout/IconLabelDescriptionList"/>
    <dgm:cxn modelId="{E94AB966-5A08-46F5-95D5-B07491155370}" type="presParOf" srcId="{614A138A-8513-4CD5-BED7-2BE1D6EC5FDE}" destId="{E3F4C905-6921-484D-968B-972FFB98D720}" srcOrd="2" destOrd="0" presId="urn:microsoft.com/office/officeart/2018/2/layout/IconLabelDescriptionList"/>
    <dgm:cxn modelId="{C96360D5-D14C-42E1-A12A-7BB4DE6081EB}" type="presParOf" srcId="{E3F4C905-6921-484D-968B-972FFB98D720}" destId="{337D349A-DABF-4376-88C7-7054A2B0C20E}" srcOrd="0" destOrd="0" presId="urn:microsoft.com/office/officeart/2018/2/layout/IconLabelDescriptionList"/>
    <dgm:cxn modelId="{D1044D92-0735-404D-89D7-7B3BBF2B7FC9}" type="presParOf" srcId="{E3F4C905-6921-484D-968B-972FFB98D720}" destId="{95B6913D-8B12-415A-BF59-5EFDF860B279}" srcOrd="1" destOrd="0" presId="urn:microsoft.com/office/officeart/2018/2/layout/IconLabelDescriptionList"/>
    <dgm:cxn modelId="{862A07A0-C338-47C4-A897-0716CFDE46A6}" type="presParOf" srcId="{E3F4C905-6921-484D-968B-972FFB98D720}" destId="{D61EC8D0-A2C2-46DD-AF72-FFC3B642D3A8}" srcOrd="2" destOrd="0" presId="urn:microsoft.com/office/officeart/2018/2/layout/IconLabelDescriptionList"/>
    <dgm:cxn modelId="{23979144-C03A-4D13-970D-0C2B16BA006F}" type="presParOf" srcId="{E3F4C905-6921-484D-968B-972FFB98D720}" destId="{79AA298A-A104-4482-9444-89E43ADD0BD5}" srcOrd="3" destOrd="0" presId="urn:microsoft.com/office/officeart/2018/2/layout/IconLabelDescriptionList"/>
    <dgm:cxn modelId="{61DB8871-03F7-46D1-9515-D03456A5A3F8}" type="presParOf" srcId="{E3F4C905-6921-484D-968B-972FFB98D720}" destId="{775758B7-DBF1-4188-942A-1AD4CA0C723A}" srcOrd="4" destOrd="0" presId="urn:microsoft.com/office/officeart/2018/2/layout/IconLabelDescriptionList"/>
    <dgm:cxn modelId="{00AFB601-0A09-43AE-B37A-0AD42D724ED8}" type="presParOf" srcId="{614A138A-8513-4CD5-BED7-2BE1D6EC5FDE}" destId="{08CC8CA8-12FD-4516-BB1E-F08FFF03FCA9}" srcOrd="3" destOrd="0" presId="urn:microsoft.com/office/officeart/2018/2/layout/IconLabelDescriptionList"/>
    <dgm:cxn modelId="{3F44D107-4083-4201-826D-6DE75F342488}" type="presParOf" srcId="{614A138A-8513-4CD5-BED7-2BE1D6EC5FDE}" destId="{95083526-674C-41EA-B5B9-162FF8A00014}" srcOrd="4" destOrd="0" presId="urn:microsoft.com/office/officeart/2018/2/layout/IconLabelDescriptionList"/>
    <dgm:cxn modelId="{863DA975-9A57-4C1D-A6D7-A95A55D686D4}" type="presParOf" srcId="{95083526-674C-41EA-B5B9-162FF8A00014}" destId="{C3DC7815-B649-4D76-A093-7970FEEAF4D8}" srcOrd="0" destOrd="0" presId="urn:microsoft.com/office/officeart/2018/2/layout/IconLabelDescriptionList"/>
    <dgm:cxn modelId="{10586DF0-16B9-4237-9709-B263DAC6A09D}" type="presParOf" srcId="{95083526-674C-41EA-B5B9-162FF8A00014}" destId="{4AC93690-00B6-4EE6-8D27-54BE261D9A2A}" srcOrd="1" destOrd="0" presId="urn:microsoft.com/office/officeart/2018/2/layout/IconLabelDescriptionList"/>
    <dgm:cxn modelId="{A104025A-F3F4-482D-A922-B772549F029E}" type="presParOf" srcId="{95083526-674C-41EA-B5B9-162FF8A00014}" destId="{215E7114-9067-4822-A3E8-049E82BCC220}" srcOrd="2" destOrd="0" presId="urn:microsoft.com/office/officeart/2018/2/layout/IconLabelDescriptionList"/>
    <dgm:cxn modelId="{37B53384-1ABF-4EC0-BC7B-2A5C3815EACC}" type="presParOf" srcId="{95083526-674C-41EA-B5B9-162FF8A00014}" destId="{F43DD58B-3381-4EC6-911F-69F460E48F56}" srcOrd="3" destOrd="0" presId="urn:microsoft.com/office/officeart/2018/2/layout/IconLabelDescriptionList"/>
    <dgm:cxn modelId="{58223DFE-ACE9-4376-8501-B12DE4622234}" type="presParOf" srcId="{95083526-674C-41EA-B5B9-162FF8A00014}" destId="{4F368779-D4DD-468A-A8A3-C863625B94DF}" srcOrd="4" destOrd="0" presId="urn:microsoft.com/office/officeart/2018/2/layout/IconLabelDescriptionList"/>
    <dgm:cxn modelId="{C6B9A29F-9A7F-41CC-BD3B-7450BDE31855}" type="presParOf" srcId="{614A138A-8513-4CD5-BED7-2BE1D6EC5FDE}" destId="{E24CC61E-28E1-4AA8-9307-41857D8CDE0A}" srcOrd="5" destOrd="0" presId="urn:microsoft.com/office/officeart/2018/2/layout/IconLabelDescriptionList"/>
    <dgm:cxn modelId="{4DAC3BF1-CD86-4C4B-B70E-884802E8DDB4}" type="presParOf" srcId="{614A138A-8513-4CD5-BED7-2BE1D6EC5FDE}" destId="{E9B3E78D-6C78-43C0-AE06-7DB9B05EDA9D}" srcOrd="6" destOrd="0" presId="urn:microsoft.com/office/officeart/2018/2/layout/IconLabelDescriptionList"/>
    <dgm:cxn modelId="{002FEE03-44B8-4F93-8B5B-9F4F2FA47E59}" type="presParOf" srcId="{E9B3E78D-6C78-43C0-AE06-7DB9B05EDA9D}" destId="{FBCA9C8F-2FF2-4637-9047-77DBE3C7B571}" srcOrd="0" destOrd="0" presId="urn:microsoft.com/office/officeart/2018/2/layout/IconLabelDescriptionList"/>
    <dgm:cxn modelId="{979BED4D-1A64-4B13-BDA7-10E883578337}" type="presParOf" srcId="{E9B3E78D-6C78-43C0-AE06-7DB9B05EDA9D}" destId="{F9E23518-6DCE-41E9-B2BE-53491915F942}" srcOrd="1" destOrd="0" presId="urn:microsoft.com/office/officeart/2018/2/layout/IconLabelDescriptionList"/>
    <dgm:cxn modelId="{0EF57076-CD4D-4325-A117-437A3B3BF856}" type="presParOf" srcId="{E9B3E78D-6C78-43C0-AE06-7DB9B05EDA9D}" destId="{88743895-F2D2-4DE4-B6B5-82535F91056A}" srcOrd="2" destOrd="0" presId="urn:microsoft.com/office/officeart/2018/2/layout/IconLabelDescriptionList"/>
    <dgm:cxn modelId="{E9A99361-D01B-45BB-89C7-E21AAE02D70C}" type="presParOf" srcId="{E9B3E78D-6C78-43C0-AE06-7DB9B05EDA9D}" destId="{7AC9F00F-2C67-46C0-B039-74B7F3682C7E}" srcOrd="3" destOrd="0" presId="urn:microsoft.com/office/officeart/2018/2/layout/IconLabelDescriptionList"/>
    <dgm:cxn modelId="{E9ADB3D6-E1B5-4DC0-A451-45F90B7A303D}" type="presParOf" srcId="{E9B3E78D-6C78-43C0-AE06-7DB9B05EDA9D}" destId="{D9D5995B-9DF6-4D8A-9294-CBDB61203D05}" srcOrd="4" destOrd="0" presId="urn:microsoft.com/office/officeart/2018/2/layout/IconLabelDescriptionList"/>
  </dgm:cxnLst>
  <dgm:bg/>
  <dgm:whole/>
  <dgm:extLst>
    <a:ext uri="http://schemas.microsoft.com/office/drawing/2008/diagram">
      <dsp:dataModelExt xmlns:dsp="http://schemas.microsoft.com/office/drawing/2008/diagram" relId="rId6" minVer="http://schemas.openxmlformats.org/drawingml/2006/diagram"/>
    </a:ext>
  </dgm:extLst>
</dgm:dataModel>
</file>

<file path=ppt/diagrams/data101.xml><?xml version="1.0" encoding="utf-8"?>
<dgm:dataModel xmlns:dgm="http://schemas.openxmlformats.org/drawingml/2006/diagram" xmlns:a="http://schemas.openxmlformats.org/drawingml/2006/main">
  <dgm:ptLst>
    <dgm:pt modelId="{EEDEB5D3-D852-4543-AFF2-0C3431734383}" type="doc">
      <dgm:prSet loTypeId="urn:microsoft.com/office/officeart/2018/5/layout/CenteredIconLabelDescriptionList" loCatId="icon" qsTypeId="urn:microsoft.com/office/officeart/2005/8/quickstyle/simple1" qsCatId="simple" csTypeId="urn:microsoft.com/office/officeart/2018/5/colors/Iconchunking_neutralbg_colorful2" csCatId="colorful" phldr="1"/>
      <dgm:spPr/>
      <dgm:t>
        <a:bodyPr/>
        <a:lstStyle/>
        <a:p>
          <a:endParaRPr lang="en-US"/>
        </a:p>
      </dgm:t>
    </dgm:pt>
    <dgm:pt modelId="{8D226497-8BAA-4BB6-BA0B-C2C5A4B593F8}">
      <dgm:prSet/>
      <dgm:spPr/>
      <dgm:t>
        <a:bodyPr/>
        <a:lstStyle/>
        <a:p>
          <a:pPr>
            <a:lnSpc>
              <a:spcPct val="100000"/>
            </a:lnSpc>
            <a:defRPr b="1"/>
          </a:pPr>
          <a:r>
            <a:rPr lang="en-US" dirty="0"/>
            <a:t>That </a:t>
          </a:r>
          <a:r>
            <a:rPr lang="tr-TR" dirty="0"/>
            <a:t>serialized </a:t>
          </a:r>
          <a:r>
            <a:rPr lang="en-US" dirty="0"/>
            <a:t>signature</a:t>
          </a:r>
        </a:p>
      </dgm:t>
    </dgm:pt>
    <dgm:pt modelId="{810931A3-1A8D-4082-9F77-5CC68B38B3F7}" type="parTrans" cxnId="{8574AC3B-7749-48B6-8684-497FCFF2D5BA}">
      <dgm:prSet/>
      <dgm:spPr/>
      <dgm:t>
        <a:bodyPr/>
        <a:lstStyle/>
        <a:p>
          <a:endParaRPr lang="en-US"/>
        </a:p>
      </dgm:t>
    </dgm:pt>
    <dgm:pt modelId="{B6EAC278-E91A-4017-BBCB-36945780ED4C}" type="sibTrans" cxnId="{8574AC3B-7749-48B6-8684-497FCFF2D5BA}">
      <dgm:prSet/>
      <dgm:spPr/>
      <dgm:t>
        <a:bodyPr/>
        <a:lstStyle/>
        <a:p>
          <a:endParaRPr lang="en-US"/>
        </a:p>
      </dgm:t>
    </dgm:pt>
    <dgm:pt modelId="{44440EA5-05E8-468D-B5A5-B1742F16F699}">
      <dgm:prSet/>
      <dgm:spPr/>
      <dgm:t>
        <a:bodyPr/>
        <a:lstStyle/>
        <a:p>
          <a:pPr>
            <a:lnSpc>
              <a:spcPct val="100000"/>
            </a:lnSpc>
            <a:defRPr b="1"/>
          </a:pPr>
          <a:r>
            <a:rPr lang="tr-TR" dirty="0"/>
            <a:t>Signature </a:t>
          </a:r>
          <a:r>
            <a:rPr lang="en-US" dirty="0"/>
            <a:t>prove</a:t>
          </a:r>
          <a:r>
            <a:rPr lang="tr-TR" dirty="0"/>
            <a:t>s</a:t>
          </a:r>
          <a:endParaRPr lang="en-US" dirty="0"/>
        </a:p>
      </dgm:t>
    </dgm:pt>
    <dgm:pt modelId="{9B050A49-4514-453C-9B3E-6F00C30637BE}" type="parTrans" cxnId="{7429E78D-089D-4611-9404-46AB322A4B99}">
      <dgm:prSet/>
      <dgm:spPr/>
      <dgm:t>
        <a:bodyPr/>
        <a:lstStyle/>
        <a:p>
          <a:endParaRPr lang="en-US"/>
        </a:p>
      </dgm:t>
    </dgm:pt>
    <dgm:pt modelId="{F4C3CF58-35A0-4EA1-94E1-7DCE9F9A714A}" type="sibTrans" cxnId="{7429E78D-089D-4611-9404-46AB322A4B99}">
      <dgm:prSet/>
      <dgm:spPr/>
      <dgm:t>
        <a:bodyPr/>
        <a:lstStyle/>
        <a:p>
          <a:endParaRPr lang="en-US"/>
        </a:p>
      </dgm:t>
    </dgm:pt>
    <dgm:pt modelId="{4C2CE1F9-1C50-463B-A369-78DF4EDE886B}">
      <dgm:prSet/>
      <dgm:spPr/>
      <dgm:t>
        <a:bodyPr/>
        <a:lstStyle/>
        <a:p>
          <a:pPr>
            <a:lnSpc>
              <a:spcPct val="100000"/>
            </a:lnSpc>
            <a:defRPr b="1"/>
          </a:pPr>
          <a:r>
            <a:rPr lang="tr-TR"/>
            <a:t>9 Elements</a:t>
          </a:r>
          <a:endParaRPr lang="en-US"/>
        </a:p>
      </dgm:t>
    </dgm:pt>
    <dgm:pt modelId="{2325E277-8156-4D74-AFFF-3B2E02E5D315}" type="parTrans" cxnId="{8E017C1D-08A2-4C55-97B9-86F6B32C19E0}">
      <dgm:prSet/>
      <dgm:spPr/>
      <dgm:t>
        <a:bodyPr/>
        <a:lstStyle/>
        <a:p>
          <a:endParaRPr lang="en-US"/>
        </a:p>
      </dgm:t>
    </dgm:pt>
    <dgm:pt modelId="{A273C59E-D7E6-46BA-99BC-BDFD6F261531}" type="sibTrans" cxnId="{8E017C1D-08A2-4C55-97B9-86F6B32C19E0}">
      <dgm:prSet/>
      <dgm:spPr/>
      <dgm:t>
        <a:bodyPr/>
        <a:lstStyle/>
        <a:p>
          <a:endParaRPr lang="en-US"/>
        </a:p>
      </dgm:t>
    </dgm:pt>
    <dgm:pt modelId="{EADA4268-6953-4B3D-B5AF-F05853368F6C}">
      <dgm:prSet/>
      <dgm:spPr/>
      <dgm:t>
        <a:bodyPr/>
        <a:lstStyle/>
        <a:p>
          <a:pPr>
            <a:lnSpc>
              <a:spcPct val="100000"/>
            </a:lnSpc>
          </a:pPr>
          <a:r>
            <a:rPr lang="en-US" dirty="0"/>
            <a:t>The serialization</a:t>
          </a:r>
          <a:r>
            <a:rPr lang="tr-TR" dirty="0"/>
            <a:t> </a:t>
          </a:r>
          <a:r>
            <a:rPr lang="en-US" dirty="0"/>
            <a:t>format</a:t>
          </a:r>
        </a:p>
      </dgm:t>
    </dgm:pt>
    <dgm:pt modelId="{01FB8153-4B5F-4E55-A978-93B22C7DD0DA}" type="parTrans" cxnId="{4F1BA011-7C7E-4A99-8240-4774CE8D85F6}">
      <dgm:prSet/>
      <dgm:spPr/>
      <dgm:t>
        <a:bodyPr/>
        <a:lstStyle/>
        <a:p>
          <a:endParaRPr lang="en-US"/>
        </a:p>
      </dgm:t>
    </dgm:pt>
    <dgm:pt modelId="{EFF13D34-6B87-4C2A-9BD0-903489D6BB2B}" type="sibTrans" cxnId="{4F1BA011-7C7E-4A99-8240-4774CE8D85F6}">
      <dgm:prSet/>
      <dgm:spPr/>
      <dgm:t>
        <a:bodyPr/>
        <a:lstStyle/>
        <a:p>
          <a:endParaRPr lang="en-US"/>
        </a:p>
      </dgm:t>
    </dgm:pt>
    <dgm:pt modelId="{3F33A886-8326-420E-A125-53D4D5D471D5}">
      <dgm:prSet/>
      <dgm:spPr/>
      <dgm:t>
        <a:bodyPr/>
        <a:lstStyle/>
        <a:p>
          <a:pPr>
            <a:lnSpc>
              <a:spcPct val="100000"/>
            </a:lnSpc>
          </a:pPr>
          <a:r>
            <a:rPr lang="en-US" dirty="0"/>
            <a:t>consists of nine elements</a:t>
          </a:r>
        </a:p>
      </dgm:t>
    </dgm:pt>
    <dgm:pt modelId="{A3D5977F-CB41-462C-8B10-2AFB6224024E}" type="parTrans" cxnId="{A3170677-4EFB-4BF2-B523-71837F00E7F4}">
      <dgm:prSet/>
      <dgm:spPr/>
      <dgm:t>
        <a:bodyPr/>
        <a:lstStyle/>
        <a:p>
          <a:endParaRPr lang="tr-TR"/>
        </a:p>
      </dgm:t>
    </dgm:pt>
    <dgm:pt modelId="{73E1F5AE-A6AD-4D20-A509-4915EFC72CAD}" type="sibTrans" cxnId="{A3170677-4EFB-4BF2-B523-71837F00E7F4}">
      <dgm:prSet/>
      <dgm:spPr/>
      <dgm:t>
        <a:bodyPr/>
        <a:lstStyle/>
        <a:p>
          <a:endParaRPr lang="tr-TR"/>
        </a:p>
      </dgm:t>
    </dgm:pt>
    <dgm:pt modelId="{FACA516B-32A1-4BF4-84F3-A6D4003A905F}">
      <dgm:prSet/>
      <dgm:spPr/>
      <dgm:t>
        <a:bodyPr/>
        <a:lstStyle/>
        <a:p>
          <a:pPr>
            <a:lnSpc>
              <a:spcPct val="100000"/>
            </a:lnSpc>
          </a:pPr>
          <a:r>
            <a:rPr lang="en-US" dirty="0"/>
            <a:t>produced by Alice’s</a:t>
          </a:r>
          <a:r>
            <a:rPr lang="tr-TR" dirty="0"/>
            <a:t> </a:t>
          </a:r>
          <a:r>
            <a:rPr lang="en-US" dirty="0"/>
            <a:t>wallet</a:t>
          </a:r>
        </a:p>
      </dgm:t>
    </dgm:pt>
    <dgm:pt modelId="{B5C60ACC-BD1E-42B2-8A01-D1DA784F9B27}" type="parTrans" cxnId="{29C3025A-8FFA-404F-B155-7BB3432271E4}">
      <dgm:prSet/>
      <dgm:spPr/>
      <dgm:t>
        <a:bodyPr/>
        <a:lstStyle/>
        <a:p>
          <a:endParaRPr lang="tr-TR"/>
        </a:p>
      </dgm:t>
    </dgm:pt>
    <dgm:pt modelId="{27F576D6-6ECF-4852-90BE-7A32239186F1}" type="sibTrans" cxnId="{29C3025A-8FFA-404F-B155-7BB3432271E4}">
      <dgm:prSet/>
      <dgm:spPr/>
      <dgm:t>
        <a:bodyPr/>
        <a:lstStyle/>
        <a:p>
          <a:endParaRPr lang="tr-TR"/>
        </a:p>
      </dgm:t>
    </dgm:pt>
    <dgm:pt modelId="{A757A9D9-3196-4B13-A5BC-DF8D9C0B2347}">
      <dgm:prSet/>
      <dgm:spPr/>
      <dgm:t>
        <a:bodyPr/>
        <a:lstStyle/>
        <a:p>
          <a:pPr>
            <a:lnSpc>
              <a:spcPct val="100000"/>
            </a:lnSpc>
          </a:pPr>
          <a:r>
            <a:rPr lang="tr-TR" dirty="0"/>
            <a:t>Alice</a:t>
          </a:r>
          <a:r>
            <a:rPr lang="en-US" dirty="0"/>
            <a:t> owns the private key</a:t>
          </a:r>
        </a:p>
      </dgm:t>
    </dgm:pt>
    <dgm:pt modelId="{2AAF55B0-65B5-412F-8442-55EBC7E31B13}" type="parTrans" cxnId="{52950DCA-4492-4A1E-91DF-3977F95CB7C8}">
      <dgm:prSet/>
      <dgm:spPr/>
      <dgm:t>
        <a:bodyPr/>
        <a:lstStyle/>
        <a:p>
          <a:endParaRPr lang="tr-TR"/>
        </a:p>
      </dgm:t>
    </dgm:pt>
    <dgm:pt modelId="{06E326E0-00A0-42C2-BD8A-7F5EB9079A89}" type="sibTrans" cxnId="{52950DCA-4492-4A1E-91DF-3977F95CB7C8}">
      <dgm:prSet/>
      <dgm:spPr/>
      <dgm:t>
        <a:bodyPr/>
        <a:lstStyle/>
        <a:p>
          <a:endParaRPr lang="tr-TR"/>
        </a:p>
      </dgm:t>
    </dgm:pt>
    <dgm:pt modelId="{FA059A40-6FC2-4BC6-84D9-DB5DA796500F}">
      <dgm:prSet/>
      <dgm:spPr/>
      <dgm:t>
        <a:bodyPr/>
        <a:lstStyle/>
        <a:p>
          <a:pPr>
            <a:lnSpc>
              <a:spcPct val="100000"/>
            </a:lnSpc>
          </a:pPr>
          <a:r>
            <a:rPr lang="en-US"/>
            <a:t>authorized </a:t>
          </a:r>
          <a:r>
            <a:rPr lang="en-US" dirty="0"/>
            <a:t>to spend that output. </a:t>
          </a:r>
        </a:p>
      </dgm:t>
    </dgm:pt>
    <dgm:pt modelId="{77D8A21C-9E93-4AAF-96B3-159306DF5A48}" type="parTrans" cxnId="{7AC257E1-2B45-4F2B-83BB-1970CE58E784}">
      <dgm:prSet/>
      <dgm:spPr/>
      <dgm:t>
        <a:bodyPr/>
        <a:lstStyle/>
        <a:p>
          <a:endParaRPr lang="tr-TR"/>
        </a:p>
      </dgm:t>
    </dgm:pt>
    <dgm:pt modelId="{7C4283B6-AEFB-4390-BBEA-84B5DF804D32}" type="sibTrans" cxnId="{7AC257E1-2B45-4F2B-83BB-1970CE58E784}">
      <dgm:prSet/>
      <dgm:spPr/>
      <dgm:t>
        <a:bodyPr/>
        <a:lstStyle/>
        <a:p>
          <a:endParaRPr lang="tr-TR"/>
        </a:p>
      </dgm:t>
    </dgm:pt>
    <dgm:pt modelId="{68AD7E68-E26B-4F3A-A17E-BE04864DA197}" type="pres">
      <dgm:prSet presAssocID="{EEDEB5D3-D852-4543-AFF2-0C3431734383}" presName="root" presStyleCnt="0">
        <dgm:presLayoutVars>
          <dgm:dir/>
          <dgm:resizeHandles val="exact"/>
        </dgm:presLayoutVars>
      </dgm:prSet>
      <dgm:spPr/>
    </dgm:pt>
    <dgm:pt modelId="{CD257244-6BD8-41AF-8AE9-BF44FA2B17C6}" type="pres">
      <dgm:prSet presAssocID="{8D226497-8BAA-4BB6-BA0B-C2C5A4B593F8}" presName="compNode" presStyleCnt="0"/>
      <dgm:spPr/>
    </dgm:pt>
    <dgm:pt modelId="{C00FEA6B-10B6-498C-929F-30BC5ECCDD6F}" type="pres">
      <dgm:prSet presAssocID="{8D226497-8BAA-4BB6-BA0B-C2C5A4B593F8}" presName="iconRect" presStyleLbl="node1" presStyleIdx="0" presStyleCnt="3"/>
      <dgm:spPr>
        <a:blipFill rotWithShape="1">
          <a:blip xmlns:r="http://schemas.openxmlformats.org/officeDocument/2006/relationships" r:embed="rId1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2"/>
              </a:ext>
            </a:extLst>
          </a:blip>
          <a:srcRect/>
          <a:stretch>
            <a:fillRect/>
          </a:stretch>
        </a:blipFill>
        <a:ln>
          <a:noFill/>
        </a:ln>
      </dgm:spPr>
      <dgm:extLst>
        <a:ext uri="{E40237B7-FDA0-4F09-8148-C483321AD2D9}">
          <dgm14:cNvPr xmlns:dgm14="http://schemas.microsoft.com/office/drawing/2010/diagram" id="0" name="" descr="Wallet"/>
        </a:ext>
      </dgm:extLst>
    </dgm:pt>
    <dgm:pt modelId="{5C048801-0030-427B-AADA-AC743D4A0224}" type="pres">
      <dgm:prSet presAssocID="{8D226497-8BAA-4BB6-BA0B-C2C5A4B593F8}" presName="iconSpace" presStyleCnt="0"/>
      <dgm:spPr/>
    </dgm:pt>
    <dgm:pt modelId="{7FFDD286-6A34-4F3E-94CB-98A7AE054BCA}" type="pres">
      <dgm:prSet presAssocID="{8D226497-8BAA-4BB6-BA0B-C2C5A4B593F8}" presName="parTx" presStyleLbl="revTx" presStyleIdx="0" presStyleCnt="6">
        <dgm:presLayoutVars>
          <dgm:chMax val="0"/>
          <dgm:chPref val="0"/>
        </dgm:presLayoutVars>
      </dgm:prSet>
      <dgm:spPr/>
    </dgm:pt>
    <dgm:pt modelId="{855E96F2-21DC-4950-9D89-6FE251FBAA29}" type="pres">
      <dgm:prSet presAssocID="{8D226497-8BAA-4BB6-BA0B-C2C5A4B593F8}" presName="txSpace" presStyleCnt="0"/>
      <dgm:spPr/>
    </dgm:pt>
    <dgm:pt modelId="{6DCE6E81-4682-440B-86B9-F13513A24E16}" type="pres">
      <dgm:prSet presAssocID="{8D226497-8BAA-4BB6-BA0B-C2C5A4B593F8}" presName="desTx" presStyleLbl="revTx" presStyleIdx="1" presStyleCnt="6">
        <dgm:presLayoutVars/>
      </dgm:prSet>
      <dgm:spPr/>
    </dgm:pt>
    <dgm:pt modelId="{EB01C0AE-8023-4D90-BC83-1E3C98D49222}" type="pres">
      <dgm:prSet presAssocID="{B6EAC278-E91A-4017-BBCB-36945780ED4C}" presName="sibTrans" presStyleCnt="0"/>
      <dgm:spPr/>
    </dgm:pt>
    <dgm:pt modelId="{ED9EFAFA-67F5-4842-BFE4-3CED284C201E}" type="pres">
      <dgm:prSet presAssocID="{44440EA5-05E8-468D-B5A5-B1742F16F699}" presName="compNode" presStyleCnt="0"/>
      <dgm:spPr/>
    </dgm:pt>
    <dgm:pt modelId="{0A13AE43-8700-49EE-95F0-5357E58614B7}" type="pres">
      <dgm:prSet presAssocID="{44440EA5-05E8-468D-B5A5-B1742F16F699}" presName="iconRect" presStyleLbl="node1" presStyleIdx="1" presStyleCnt="3"/>
      <dgm:spPr>
        <a:blipFill>
          <a:blip xmlns:r="http://schemas.openxmlformats.org/officeDocument/2006/relationships" r:embed="rId3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4"/>
              </a:ext>
            </a:extLst>
          </a:blip>
          <a:stretch>
            <a:fillRect/>
          </a:stretch>
        </a:blipFill>
        <a:ln>
          <a:noFill/>
        </a:ln>
      </dgm:spPr>
      <dgm:extLst>
        <a:ext uri="{E40237B7-FDA0-4F09-8148-C483321AD2D9}">
          <dgm14:cNvPr xmlns:dgm14="http://schemas.microsoft.com/office/drawing/2010/diagram" id="0" name="" descr="Bitcoin"/>
        </a:ext>
      </dgm:extLst>
    </dgm:pt>
    <dgm:pt modelId="{B729F12E-86D6-45EF-AE18-34C736B991E2}" type="pres">
      <dgm:prSet presAssocID="{44440EA5-05E8-468D-B5A5-B1742F16F699}" presName="iconSpace" presStyleCnt="0"/>
      <dgm:spPr/>
    </dgm:pt>
    <dgm:pt modelId="{022CE5C0-5AB9-4976-911D-A5B8080EF6B7}" type="pres">
      <dgm:prSet presAssocID="{44440EA5-05E8-468D-B5A5-B1742F16F699}" presName="parTx" presStyleLbl="revTx" presStyleIdx="2" presStyleCnt="6">
        <dgm:presLayoutVars>
          <dgm:chMax val="0"/>
          <dgm:chPref val="0"/>
        </dgm:presLayoutVars>
      </dgm:prSet>
      <dgm:spPr/>
    </dgm:pt>
    <dgm:pt modelId="{E99E2E00-3C46-4FBC-BDC5-162D83D71523}" type="pres">
      <dgm:prSet presAssocID="{44440EA5-05E8-468D-B5A5-B1742F16F699}" presName="txSpace" presStyleCnt="0"/>
      <dgm:spPr/>
    </dgm:pt>
    <dgm:pt modelId="{3E323C51-452E-49F4-9BBE-0757593C7BBF}" type="pres">
      <dgm:prSet presAssocID="{44440EA5-05E8-468D-B5A5-B1742F16F699}" presName="desTx" presStyleLbl="revTx" presStyleIdx="3" presStyleCnt="6">
        <dgm:presLayoutVars/>
      </dgm:prSet>
      <dgm:spPr/>
    </dgm:pt>
    <dgm:pt modelId="{40E0665D-9FBC-4513-8459-B4D8E29356B2}" type="pres">
      <dgm:prSet presAssocID="{F4C3CF58-35A0-4EA1-94E1-7DCE9F9A714A}" presName="sibTrans" presStyleCnt="0"/>
      <dgm:spPr/>
    </dgm:pt>
    <dgm:pt modelId="{4969E14D-1D56-4BC1-AC48-106116463D84}" type="pres">
      <dgm:prSet presAssocID="{4C2CE1F9-1C50-463B-A369-78DF4EDE886B}" presName="compNode" presStyleCnt="0"/>
      <dgm:spPr/>
    </dgm:pt>
    <dgm:pt modelId="{23DC9EF7-63CD-4734-8C6E-0E2D8F51FBD4}" type="pres">
      <dgm:prSet presAssocID="{4C2CE1F9-1C50-463B-A369-78DF4EDE886B}" presName="iconRect" presStyleLbl="node1" presStyleIdx="2" presStyleCnt="3"/>
      <dgm:spPr>
        <a:blipFill>
          <a:blip xmlns:r="http://schemas.openxmlformats.org/officeDocument/2006/relationships" r:embed="rId5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6"/>
              </a:ext>
            </a:extLst>
          </a:blip>
          <a:stretch>
            <a:fillRect/>
          </a:stretch>
        </a:blipFill>
        <a:ln>
          <a:noFill/>
        </a:ln>
      </dgm:spPr>
      <dgm:extLst>
        <a:ext uri="{E40237B7-FDA0-4F09-8148-C483321AD2D9}">
          <dgm14:cNvPr xmlns:dgm14="http://schemas.microsoft.com/office/drawing/2010/diagram" id="0" name="" descr="Document"/>
        </a:ext>
      </dgm:extLst>
    </dgm:pt>
    <dgm:pt modelId="{839BEA3D-09AF-42BC-8CD6-ECE175348077}" type="pres">
      <dgm:prSet presAssocID="{4C2CE1F9-1C50-463B-A369-78DF4EDE886B}" presName="iconSpace" presStyleCnt="0"/>
      <dgm:spPr/>
    </dgm:pt>
    <dgm:pt modelId="{E1FE3BC6-2D15-445B-8EAA-2D40F661135F}" type="pres">
      <dgm:prSet presAssocID="{4C2CE1F9-1C50-463B-A369-78DF4EDE886B}" presName="parTx" presStyleLbl="revTx" presStyleIdx="4" presStyleCnt="6">
        <dgm:presLayoutVars>
          <dgm:chMax val="0"/>
          <dgm:chPref val="0"/>
        </dgm:presLayoutVars>
      </dgm:prSet>
      <dgm:spPr/>
    </dgm:pt>
    <dgm:pt modelId="{C07A41A1-995D-4600-B284-EB9BF1ABE766}" type="pres">
      <dgm:prSet presAssocID="{4C2CE1F9-1C50-463B-A369-78DF4EDE886B}" presName="txSpace" presStyleCnt="0"/>
      <dgm:spPr/>
    </dgm:pt>
    <dgm:pt modelId="{919E68B8-40D4-4061-8302-0DDFA01CCD48}" type="pres">
      <dgm:prSet presAssocID="{4C2CE1F9-1C50-463B-A369-78DF4EDE886B}" presName="desTx" presStyleLbl="revTx" presStyleIdx="5" presStyleCnt="6">
        <dgm:presLayoutVars/>
      </dgm:prSet>
      <dgm:spPr/>
    </dgm:pt>
  </dgm:ptLst>
  <dgm:cxnLst>
    <dgm:cxn modelId="{4F1BA011-7C7E-4A99-8240-4774CE8D85F6}" srcId="{4C2CE1F9-1C50-463B-A369-78DF4EDE886B}" destId="{EADA4268-6953-4B3D-B5AF-F05853368F6C}" srcOrd="0" destOrd="0" parTransId="{01FB8153-4B5F-4E55-A978-93B22C7DD0DA}" sibTransId="{EFF13D34-6B87-4C2A-9BD0-903489D6BB2B}"/>
    <dgm:cxn modelId="{4FFB6A1D-7647-458F-9688-94DE2E57CF20}" type="presOf" srcId="{8D226497-8BAA-4BB6-BA0B-C2C5A4B593F8}" destId="{7FFDD286-6A34-4F3E-94CB-98A7AE054BCA}" srcOrd="0" destOrd="0" presId="urn:microsoft.com/office/officeart/2018/5/layout/CenteredIconLabelDescriptionList"/>
    <dgm:cxn modelId="{8E017C1D-08A2-4C55-97B9-86F6B32C19E0}" srcId="{EEDEB5D3-D852-4543-AFF2-0C3431734383}" destId="{4C2CE1F9-1C50-463B-A369-78DF4EDE886B}" srcOrd="2" destOrd="0" parTransId="{2325E277-8156-4D74-AFFF-3B2E02E5D315}" sibTransId="{A273C59E-D7E6-46BA-99BC-BDFD6F261531}"/>
    <dgm:cxn modelId="{4C737239-A74D-4579-8D60-3405EDF0B3D3}" type="presOf" srcId="{3F33A886-8326-420E-A125-53D4D5D471D5}" destId="{919E68B8-40D4-4061-8302-0DDFA01CCD48}" srcOrd="0" destOrd="1" presId="urn:microsoft.com/office/officeart/2018/5/layout/CenteredIconLabelDescriptionList"/>
    <dgm:cxn modelId="{8574AC3B-7749-48B6-8684-497FCFF2D5BA}" srcId="{EEDEB5D3-D852-4543-AFF2-0C3431734383}" destId="{8D226497-8BAA-4BB6-BA0B-C2C5A4B593F8}" srcOrd="0" destOrd="0" parTransId="{810931A3-1A8D-4082-9F77-5CC68B38B3F7}" sibTransId="{B6EAC278-E91A-4017-BBCB-36945780ED4C}"/>
    <dgm:cxn modelId="{E08DA752-456E-49F4-99DB-BA479F80B930}" type="presOf" srcId="{A757A9D9-3196-4B13-A5BC-DF8D9C0B2347}" destId="{3E323C51-452E-49F4-9BBE-0757593C7BBF}" srcOrd="0" destOrd="0" presId="urn:microsoft.com/office/officeart/2018/5/layout/CenteredIconLabelDescriptionList"/>
    <dgm:cxn modelId="{7D653F74-8CD6-4759-B38F-64EA35C80A5B}" type="presOf" srcId="{FACA516B-32A1-4BF4-84F3-A6D4003A905F}" destId="{6DCE6E81-4682-440B-86B9-F13513A24E16}" srcOrd="0" destOrd="0" presId="urn:microsoft.com/office/officeart/2018/5/layout/CenteredIconLabelDescriptionList"/>
    <dgm:cxn modelId="{A3170677-4EFB-4BF2-B523-71837F00E7F4}" srcId="{4C2CE1F9-1C50-463B-A369-78DF4EDE886B}" destId="{3F33A886-8326-420E-A125-53D4D5D471D5}" srcOrd="1" destOrd="0" parTransId="{A3D5977F-CB41-462C-8B10-2AFB6224024E}" sibTransId="{73E1F5AE-A6AD-4D20-A509-4915EFC72CAD}"/>
    <dgm:cxn modelId="{29C3025A-8FFA-404F-B155-7BB3432271E4}" srcId="{8D226497-8BAA-4BB6-BA0B-C2C5A4B593F8}" destId="{FACA516B-32A1-4BF4-84F3-A6D4003A905F}" srcOrd="0" destOrd="0" parTransId="{B5C60ACC-BD1E-42B2-8A01-D1DA784F9B27}" sibTransId="{27F576D6-6ECF-4852-90BE-7A32239186F1}"/>
    <dgm:cxn modelId="{7429E78D-089D-4611-9404-46AB322A4B99}" srcId="{EEDEB5D3-D852-4543-AFF2-0C3431734383}" destId="{44440EA5-05E8-468D-B5A5-B1742F16F699}" srcOrd="1" destOrd="0" parTransId="{9B050A49-4514-453C-9B3E-6F00C30637BE}" sibTransId="{F4C3CF58-35A0-4EA1-94E1-7DCE9F9A714A}"/>
    <dgm:cxn modelId="{AE348F8F-0557-44F0-A90C-4E097BAD4623}" type="presOf" srcId="{FA059A40-6FC2-4BC6-84D9-DB5DA796500F}" destId="{3E323C51-452E-49F4-9BBE-0757593C7BBF}" srcOrd="0" destOrd="1" presId="urn:microsoft.com/office/officeart/2018/5/layout/CenteredIconLabelDescriptionList"/>
    <dgm:cxn modelId="{1A7E05A3-70A4-4395-BC19-158430117189}" type="presOf" srcId="{EEDEB5D3-D852-4543-AFF2-0C3431734383}" destId="{68AD7E68-E26B-4F3A-A17E-BE04864DA197}" srcOrd="0" destOrd="0" presId="urn:microsoft.com/office/officeart/2018/5/layout/CenteredIconLabelDescriptionList"/>
    <dgm:cxn modelId="{52950DCA-4492-4A1E-91DF-3977F95CB7C8}" srcId="{44440EA5-05E8-468D-B5A5-B1742F16F699}" destId="{A757A9D9-3196-4B13-A5BC-DF8D9C0B2347}" srcOrd="0" destOrd="0" parTransId="{2AAF55B0-65B5-412F-8442-55EBC7E31B13}" sibTransId="{06E326E0-00A0-42C2-BD8A-7F5EB9079A89}"/>
    <dgm:cxn modelId="{CFEE06DF-C375-46CC-A277-E49B587483F2}" type="presOf" srcId="{EADA4268-6953-4B3D-B5AF-F05853368F6C}" destId="{919E68B8-40D4-4061-8302-0DDFA01CCD48}" srcOrd="0" destOrd="0" presId="urn:microsoft.com/office/officeart/2018/5/layout/CenteredIconLabelDescriptionList"/>
    <dgm:cxn modelId="{7AC257E1-2B45-4F2B-83BB-1970CE58E784}" srcId="{44440EA5-05E8-468D-B5A5-B1742F16F699}" destId="{FA059A40-6FC2-4BC6-84D9-DB5DA796500F}" srcOrd="1" destOrd="0" parTransId="{77D8A21C-9E93-4AAF-96B3-159306DF5A48}" sibTransId="{7C4283B6-AEFB-4390-BBEA-84B5DF804D32}"/>
    <dgm:cxn modelId="{5498E2EF-34F1-495F-86F1-E7DDE1B82878}" type="presOf" srcId="{44440EA5-05E8-468D-B5A5-B1742F16F699}" destId="{022CE5C0-5AB9-4976-911D-A5B8080EF6B7}" srcOrd="0" destOrd="0" presId="urn:microsoft.com/office/officeart/2018/5/layout/CenteredIconLabelDescriptionList"/>
    <dgm:cxn modelId="{E31B6CF9-9876-4213-9A31-E0E43FBFD1B0}" type="presOf" srcId="{4C2CE1F9-1C50-463B-A369-78DF4EDE886B}" destId="{E1FE3BC6-2D15-445B-8EAA-2D40F661135F}" srcOrd="0" destOrd="0" presId="urn:microsoft.com/office/officeart/2018/5/layout/CenteredIconLabelDescriptionList"/>
    <dgm:cxn modelId="{0A29D032-6344-4582-A414-F99E006D9ACE}" type="presParOf" srcId="{68AD7E68-E26B-4F3A-A17E-BE04864DA197}" destId="{CD257244-6BD8-41AF-8AE9-BF44FA2B17C6}" srcOrd="0" destOrd="0" presId="urn:microsoft.com/office/officeart/2018/5/layout/CenteredIconLabelDescriptionList"/>
    <dgm:cxn modelId="{D92DF5C0-6B10-4620-B22C-66CE1B2EFCA0}" type="presParOf" srcId="{CD257244-6BD8-41AF-8AE9-BF44FA2B17C6}" destId="{C00FEA6B-10B6-498C-929F-30BC5ECCDD6F}" srcOrd="0" destOrd="0" presId="urn:microsoft.com/office/officeart/2018/5/layout/CenteredIconLabelDescriptionList"/>
    <dgm:cxn modelId="{706A4DAA-F762-496E-8B58-6C5435297E30}" type="presParOf" srcId="{CD257244-6BD8-41AF-8AE9-BF44FA2B17C6}" destId="{5C048801-0030-427B-AADA-AC743D4A0224}" srcOrd="1" destOrd="0" presId="urn:microsoft.com/office/officeart/2018/5/layout/CenteredIconLabelDescriptionList"/>
    <dgm:cxn modelId="{ACF05ADC-2BC8-4B88-97D5-E51DE4FE32E7}" type="presParOf" srcId="{CD257244-6BD8-41AF-8AE9-BF44FA2B17C6}" destId="{7FFDD286-6A34-4F3E-94CB-98A7AE054BCA}" srcOrd="2" destOrd="0" presId="urn:microsoft.com/office/officeart/2018/5/layout/CenteredIconLabelDescriptionList"/>
    <dgm:cxn modelId="{0EE507CC-F871-41C9-BEC9-815BBF1D1F48}" type="presParOf" srcId="{CD257244-6BD8-41AF-8AE9-BF44FA2B17C6}" destId="{855E96F2-21DC-4950-9D89-6FE251FBAA29}" srcOrd="3" destOrd="0" presId="urn:microsoft.com/office/officeart/2018/5/layout/CenteredIconLabelDescriptionList"/>
    <dgm:cxn modelId="{B379205E-A583-4B16-90DE-E70D63AD3DA5}" type="presParOf" srcId="{CD257244-6BD8-41AF-8AE9-BF44FA2B17C6}" destId="{6DCE6E81-4682-440B-86B9-F13513A24E16}" srcOrd="4" destOrd="0" presId="urn:microsoft.com/office/officeart/2018/5/layout/CenteredIconLabelDescriptionList"/>
    <dgm:cxn modelId="{653370B8-A691-4ECB-99BF-D92A9290ABA7}" type="presParOf" srcId="{68AD7E68-E26B-4F3A-A17E-BE04864DA197}" destId="{EB01C0AE-8023-4D90-BC83-1E3C98D49222}" srcOrd="1" destOrd="0" presId="urn:microsoft.com/office/officeart/2018/5/layout/CenteredIconLabelDescriptionList"/>
    <dgm:cxn modelId="{5C00F2B3-E714-45F5-8D51-F266CD213838}" type="presParOf" srcId="{68AD7E68-E26B-4F3A-A17E-BE04864DA197}" destId="{ED9EFAFA-67F5-4842-BFE4-3CED284C201E}" srcOrd="2" destOrd="0" presId="urn:microsoft.com/office/officeart/2018/5/layout/CenteredIconLabelDescriptionList"/>
    <dgm:cxn modelId="{A1BF947E-C4B0-4862-A016-A65EDAAA3866}" type="presParOf" srcId="{ED9EFAFA-67F5-4842-BFE4-3CED284C201E}" destId="{0A13AE43-8700-49EE-95F0-5357E58614B7}" srcOrd="0" destOrd="0" presId="urn:microsoft.com/office/officeart/2018/5/layout/CenteredIconLabelDescriptionList"/>
    <dgm:cxn modelId="{C9A8FD62-25BC-4593-89E0-78EA45843332}" type="presParOf" srcId="{ED9EFAFA-67F5-4842-BFE4-3CED284C201E}" destId="{B729F12E-86D6-45EF-AE18-34C736B991E2}" srcOrd="1" destOrd="0" presId="urn:microsoft.com/office/officeart/2018/5/layout/CenteredIconLabelDescriptionList"/>
    <dgm:cxn modelId="{E5185487-EA2D-41E6-AB28-F2FD1D70EBEC}" type="presParOf" srcId="{ED9EFAFA-67F5-4842-BFE4-3CED284C201E}" destId="{022CE5C0-5AB9-4976-911D-A5B8080EF6B7}" srcOrd="2" destOrd="0" presId="urn:microsoft.com/office/officeart/2018/5/layout/CenteredIconLabelDescriptionList"/>
    <dgm:cxn modelId="{88ABB5CD-0613-43F8-94A8-56368DDDACC4}" type="presParOf" srcId="{ED9EFAFA-67F5-4842-BFE4-3CED284C201E}" destId="{E99E2E00-3C46-4FBC-BDC5-162D83D71523}" srcOrd="3" destOrd="0" presId="urn:microsoft.com/office/officeart/2018/5/layout/CenteredIconLabelDescriptionList"/>
    <dgm:cxn modelId="{A740E6B3-EF5D-4C46-ABF2-342581BF3FA1}" type="presParOf" srcId="{ED9EFAFA-67F5-4842-BFE4-3CED284C201E}" destId="{3E323C51-452E-49F4-9BBE-0757593C7BBF}" srcOrd="4" destOrd="0" presId="urn:microsoft.com/office/officeart/2018/5/layout/CenteredIconLabelDescriptionList"/>
    <dgm:cxn modelId="{11A82253-7E32-47B4-874A-EFA1B6194310}" type="presParOf" srcId="{68AD7E68-E26B-4F3A-A17E-BE04864DA197}" destId="{40E0665D-9FBC-4513-8459-B4D8E29356B2}" srcOrd="3" destOrd="0" presId="urn:microsoft.com/office/officeart/2018/5/layout/CenteredIconLabelDescriptionList"/>
    <dgm:cxn modelId="{5D5FE390-2BD7-4258-83C4-51C859CC5377}" type="presParOf" srcId="{68AD7E68-E26B-4F3A-A17E-BE04864DA197}" destId="{4969E14D-1D56-4BC1-AC48-106116463D84}" srcOrd="4" destOrd="0" presId="urn:microsoft.com/office/officeart/2018/5/layout/CenteredIconLabelDescriptionList"/>
    <dgm:cxn modelId="{DF078090-41E9-4712-B42E-C11FD226D899}" type="presParOf" srcId="{4969E14D-1D56-4BC1-AC48-106116463D84}" destId="{23DC9EF7-63CD-4734-8C6E-0E2D8F51FBD4}" srcOrd="0" destOrd="0" presId="urn:microsoft.com/office/officeart/2018/5/layout/CenteredIconLabelDescriptionList"/>
    <dgm:cxn modelId="{58BD376E-3FF8-4B76-A523-2943129F0118}" type="presParOf" srcId="{4969E14D-1D56-4BC1-AC48-106116463D84}" destId="{839BEA3D-09AF-42BC-8CD6-ECE175348077}" srcOrd="1" destOrd="0" presId="urn:microsoft.com/office/officeart/2018/5/layout/CenteredIconLabelDescriptionList"/>
    <dgm:cxn modelId="{C9526821-7154-4047-83EE-D6754E500E0B}" type="presParOf" srcId="{4969E14D-1D56-4BC1-AC48-106116463D84}" destId="{E1FE3BC6-2D15-445B-8EAA-2D40F661135F}" srcOrd="2" destOrd="0" presId="urn:microsoft.com/office/officeart/2018/5/layout/CenteredIconLabelDescriptionList"/>
    <dgm:cxn modelId="{E040C380-91AA-46EE-BD65-0212058F8F2B}" type="presParOf" srcId="{4969E14D-1D56-4BC1-AC48-106116463D84}" destId="{C07A41A1-995D-4600-B284-EB9BF1ABE766}" srcOrd="3" destOrd="0" presId="urn:microsoft.com/office/officeart/2018/5/layout/CenteredIconLabelDescriptionList"/>
    <dgm:cxn modelId="{A62FF733-AB29-4EB4-98C6-3ABE6CA80EF4}" type="presParOf" srcId="{4969E14D-1D56-4BC1-AC48-106116463D84}" destId="{919E68B8-40D4-4061-8302-0DDFA01CCD48}" srcOrd="4" destOrd="0" presId="urn:microsoft.com/office/officeart/2018/5/layout/CenteredIconLabelDescriptionList"/>
  </dgm:cxnLst>
  <dgm:bg/>
  <dgm:whole/>
  <dgm:extLst>
    <a:ext uri="http://schemas.microsoft.com/office/drawing/2008/diagram">
      <dsp:dataModelExt xmlns:dsp="http://schemas.microsoft.com/office/drawing/2008/diagram" relId="rId6" minVer="http://schemas.openxmlformats.org/drawingml/2006/diagram"/>
    </a:ext>
  </dgm:extLst>
</dgm:dataModel>
</file>

<file path=ppt/diagrams/data102.xml><?xml version="1.0" encoding="utf-8"?>
<dgm:dataModel xmlns:dgm="http://schemas.openxmlformats.org/drawingml/2006/diagram" xmlns:a="http://schemas.openxmlformats.org/drawingml/2006/main">
  <dgm:ptLst>
    <dgm:pt modelId="{A7A42EC3-47DA-4A3F-98EB-480456ADE911}" type="doc">
      <dgm:prSet loTypeId="urn:microsoft.com/office/officeart/2008/layout/LinedList" loCatId="list" qsTypeId="urn:microsoft.com/office/officeart/2005/8/quickstyle/simple1" qsCatId="simple" csTypeId="urn:microsoft.com/office/officeart/2005/8/colors/accent1_2" csCatId="accent1"/>
      <dgm:spPr/>
      <dgm:t>
        <a:bodyPr/>
        <a:lstStyle/>
        <a:p>
          <a:endParaRPr lang="en-US"/>
        </a:p>
      </dgm:t>
    </dgm:pt>
    <dgm:pt modelId="{EC34B8E5-8407-4995-B782-242BD86A7817}">
      <dgm:prSet/>
      <dgm:spPr/>
      <dgm:t>
        <a:bodyPr/>
        <a:lstStyle/>
        <a:p>
          <a:r>
            <a:rPr lang="en-US"/>
            <a:t>0x30—indicating the start of a DER sequence</a:t>
          </a:r>
        </a:p>
      </dgm:t>
    </dgm:pt>
    <dgm:pt modelId="{2BD842F9-B495-42E9-BE81-EBDD427A49DE}" type="parTrans" cxnId="{32E769D7-767F-49C3-ACCB-80E313FFB1DB}">
      <dgm:prSet/>
      <dgm:spPr/>
      <dgm:t>
        <a:bodyPr/>
        <a:lstStyle/>
        <a:p>
          <a:endParaRPr lang="en-US"/>
        </a:p>
      </dgm:t>
    </dgm:pt>
    <dgm:pt modelId="{44C86133-48E5-437A-A79D-A4C424E4B6A3}" type="sibTrans" cxnId="{32E769D7-767F-49C3-ACCB-80E313FFB1DB}">
      <dgm:prSet/>
      <dgm:spPr/>
      <dgm:t>
        <a:bodyPr/>
        <a:lstStyle/>
        <a:p>
          <a:endParaRPr lang="en-US"/>
        </a:p>
      </dgm:t>
    </dgm:pt>
    <dgm:pt modelId="{AF92C82B-63E1-4E98-ACF3-0603ADAA0AC6}">
      <dgm:prSet/>
      <dgm:spPr/>
      <dgm:t>
        <a:bodyPr/>
        <a:lstStyle/>
        <a:p>
          <a:r>
            <a:rPr lang="en-US"/>
            <a:t>0x45—the length of the sequence (69 bytes)</a:t>
          </a:r>
        </a:p>
      </dgm:t>
    </dgm:pt>
    <dgm:pt modelId="{C583E705-721E-41CE-AF54-C8589312497F}" type="parTrans" cxnId="{D6589E0C-0736-4134-A0BD-79E28963118B}">
      <dgm:prSet/>
      <dgm:spPr/>
      <dgm:t>
        <a:bodyPr/>
        <a:lstStyle/>
        <a:p>
          <a:endParaRPr lang="en-US"/>
        </a:p>
      </dgm:t>
    </dgm:pt>
    <dgm:pt modelId="{09BCE1DA-B308-4682-B638-0F4693CDE77D}" type="sibTrans" cxnId="{D6589E0C-0736-4134-A0BD-79E28963118B}">
      <dgm:prSet/>
      <dgm:spPr/>
      <dgm:t>
        <a:bodyPr/>
        <a:lstStyle/>
        <a:p>
          <a:endParaRPr lang="en-US"/>
        </a:p>
      </dgm:t>
    </dgm:pt>
    <dgm:pt modelId="{3C0926FB-FC04-4223-857C-CC7A81955117}">
      <dgm:prSet/>
      <dgm:spPr/>
      <dgm:t>
        <a:bodyPr/>
        <a:lstStyle/>
        <a:p>
          <a:r>
            <a:rPr lang="en-US"/>
            <a:t>0x02—an integer value follows</a:t>
          </a:r>
        </a:p>
      </dgm:t>
    </dgm:pt>
    <dgm:pt modelId="{BDB9EA79-54BE-40E2-96E8-5E40D0AB2395}" type="parTrans" cxnId="{BF5AB233-5DA1-47EE-9C44-1B61E5FCF46B}">
      <dgm:prSet/>
      <dgm:spPr/>
      <dgm:t>
        <a:bodyPr/>
        <a:lstStyle/>
        <a:p>
          <a:endParaRPr lang="en-US"/>
        </a:p>
      </dgm:t>
    </dgm:pt>
    <dgm:pt modelId="{2FCADCF8-D1D1-4957-9C36-342C63C5C99F}" type="sibTrans" cxnId="{BF5AB233-5DA1-47EE-9C44-1B61E5FCF46B}">
      <dgm:prSet/>
      <dgm:spPr/>
      <dgm:t>
        <a:bodyPr/>
        <a:lstStyle/>
        <a:p>
          <a:endParaRPr lang="en-US"/>
        </a:p>
      </dgm:t>
    </dgm:pt>
    <dgm:pt modelId="{6CE86A69-A442-4485-B469-E2C9C6FBA6B6}">
      <dgm:prSet/>
      <dgm:spPr/>
      <dgm:t>
        <a:bodyPr/>
        <a:lstStyle/>
        <a:p>
          <a:r>
            <a:rPr lang="en-US"/>
            <a:t>0x21—the length of the integer (33 bytes)</a:t>
          </a:r>
        </a:p>
      </dgm:t>
    </dgm:pt>
    <dgm:pt modelId="{51398675-8CA7-45BC-B0A0-1BE0E5A6A2C7}" type="parTrans" cxnId="{28F8C781-E388-411D-8C61-7F9865133EDD}">
      <dgm:prSet/>
      <dgm:spPr/>
      <dgm:t>
        <a:bodyPr/>
        <a:lstStyle/>
        <a:p>
          <a:endParaRPr lang="en-US"/>
        </a:p>
      </dgm:t>
    </dgm:pt>
    <dgm:pt modelId="{5B0671EE-650C-4D83-945B-7D6801F280B6}" type="sibTrans" cxnId="{28F8C781-E388-411D-8C61-7F9865133EDD}">
      <dgm:prSet/>
      <dgm:spPr/>
      <dgm:t>
        <a:bodyPr/>
        <a:lstStyle/>
        <a:p>
          <a:endParaRPr lang="en-US"/>
        </a:p>
      </dgm:t>
    </dgm:pt>
    <dgm:pt modelId="{6A4CDB92-B889-4FD8-9B05-3E4442191D2E}">
      <dgm:prSet/>
      <dgm:spPr/>
      <dgm:t>
        <a:bodyPr/>
        <a:lstStyle/>
        <a:p>
          <a:r>
            <a:rPr lang="tr-TR"/>
            <a:t>R—00884d142d86652a3f47ba4746ec719bbfbd040a570b1deccbb6498c75c4ae24cb</a:t>
          </a:r>
          <a:endParaRPr lang="en-US"/>
        </a:p>
      </dgm:t>
    </dgm:pt>
    <dgm:pt modelId="{B90BDC9F-7877-442E-9FDA-95300AC9877C}" type="parTrans" cxnId="{75822E2A-5704-4D5B-9D56-C37A6B7745A3}">
      <dgm:prSet/>
      <dgm:spPr/>
      <dgm:t>
        <a:bodyPr/>
        <a:lstStyle/>
        <a:p>
          <a:endParaRPr lang="en-US"/>
        </a:p>
      </dgm:t>
    </dgm:pt>
    <dgm:pt modelId="{D9558675-4FA4-4AC3-BBBC-70CE580C4A59}" type="sibTrans" cxnId="{75822E2A-5704-4D5B-9D56-C37A6B7745A3}">
      <dgm:prSet/>
      <dgm:spPr/>
      <dgm:t>
        <a:bodyPr/>
        <a:lstStyle/>
        <a:p>
          <a:endParaRPr lang="en-US"/>
        </a:p>
      </dgm:t>
    </dgm:pt>
    <dgm:pt modelId="{B724DDFE-A1C6-4C7D-9D16-999524A54254}">
      <dgm:prSet/>
      <dgm:spPr/>
      <dgm:t>
        <a:bodyPr/>
        <a:lstStyle/>
        <a:p>
          <a:r>
            <a:rPr lang="tr-TR"/>
            <a:t>0x02—another integer follows</a:t>
          </a:r>
          <a:endParaRPr lang="en-US"/>
        </a:p>
      </dgm:t>
    </dgm:pt>
    <dgm:pt modelId="{786FC78C-0F07-4E18-93BF-396672E367EE}" type="parTrans" cxnId="{F23EB61C-449C-481F-B82F-6845F3944048}">
      <dgm:prSet/>
      <dgm:spPr/>
      <dgm:t>
        <a:bodyPr/>
        <a:lstStyle/>
        <a:p>
          <a:endParaRPr lang="en-US"/>
        </a:p>
      </dgm:t>
    </dgm:pt>
    <dgm:pt modelId="{6BF25F1E-CBFB-444A-A37E-6A0F1F955499}" type="sibTrans" cxnId="{F23EB61C-449C-481F-B82F-6845F3944048}">
      <dgm:prSet/>
      <dgm:spPr/>
      <dgm:t>
        <a:bodyPr/>
        <a:lstStyle/>
        <a:p>
          <a:endParaRPr lang="en-US"/>
        </a:p>
      </dgm:t>
    </dgm:pt>
    <dgm:pt modelId="{31C7A1FF-FBB8-4080-8FB3-920644BDED44}">
      <dgm:prSet/>
      <dgm:spPr/>
      <dgm:t>
        <a:bodyPr/>
        <a:lstStyle/>
        <a:p>
          <a:r>
            <a:rPr lang="en-US"/>
            <a:t>0x20—the length of the integer (32 bytes)</a:t>
          </a:r>
        </a:p>
      </dgm:t>
    </dgm:pt>
    <dgm:pt modelId="{EBD7C4C3-A35D-4310-B5AD-4F22CE175461}" type="parTrans" cxnId="{D5AE15B5-6567-404C-9451-7FD6D49FF81A}">
      <dgm:prSet/>
      <dgm:spPr/>
      <dgm:t>
        <a:bodyPr/>
        <a:lstStyle/>
        <a:p>
          <a:endParaRPr lang="en-US"/>
        </a:p>
      </dgm:t>
    </dgm:pt>
    <dgm:pt modelId="{57B8074F-0F1E-490D-8D63-FE2C052515C9}" type="sibTrans" cxnId="{D5AE15B5-6567-404C-9451-7FD6D49FF81A}">
      <dgm:prSet/>
      <dgm:spPr/>
      <dgm:t>
        <a:bodyPr/>
        <a:lstStyle/>
        <a:p>
          <a:endParaRPr lang="en-US"/>
        </a:p>
      </dgm:t>
    </dgm:pt>
    <dgm:pt modelId="{6BAC213D-4412-4DEA-9FFA-E675930BA605}">
      <dgm:prSet/>
      <dgm:spPr/>
      <dgm:t>
        <a:bodyPr/>
        <a:lstStyle/>
        <a:p>
          <a:r>
            <a:rPr lang="tr-TR"/>
            <a:t>S—4b9f039ff08df09cbe9f6addac960298cad530a863ea8f53982c09db8f6e3813</a:t>
          </a:r>
          <a:endParaRPr lang="en-US"/>
        </a:p>
      </dgm:t>
    </dgm:pt>
    <dgm:pt modelId="{17696F7B-4D54-4FA8-98C8-30DD607DC465}" type="parTrans" cxnId="{1721F174-99C2-4B58-9A4E-3FC7462020BF}">
      <dgm:prSet/>
      <dgm:spPr/>
      <dgm:t>
        <a:bodyPr/>
        <a:lstStyle/>
        <a:p>
          <a:endParaRPr lang="en-US"/>
        </a:p>
      </dgm:t>
    </dgm:pt>
    <dgm:pt modelId="{CD728C98-DDD5-44BE-BE87-DE87527E5688}" type="sibTrans" cxnId="{1721F174-99C2-4B58-9A4E-3FC7462020BF}">
      <dgm:prSet/>
      <dgm:spPr/>
      <dgm:t>
        <a:bodyPr/>
        <a:lstStyle/>
        <a:p>
          <a:endParaRPr lang="en-US"/>
        </a:p>
      </dgm:t>
    </dgm:pt>
    <dgm:pt modelId="{AF65C4D0-105B-4824-932E-E7D1040AA8BE}">
      <dgm:prSet/>
      <dgm:spPr/>
      <dgm:t>
        <a:bodyPr/>
        <a:lstStyle/>
        <a:p>
          <a:r>
            <a:rPr lang="en-US"/>
            <a:t>A suffix (0x01) indicating the type of hash used (SIGHASH_ALL)</a:t>
          </a:r>
        </a:p>
      </dgm:t>
    </dgm:pt>
    <dgm:pt modelId="{94D27EBF-4FEF-4A4D-A91D-3F4AF9834E0D}" type="parTrans" cxnId="{D0089C3A-D176-42F8-9EF1-4E06EC2F1583}">
      <dgm:prSet/>
      <dgm:spPr/>
      <dgm:t>
        <a:bodyPr/>
        <a:lstStyle/>
        <a:p>
          <a:endParaRPr lang="en-US"/>
        </a:p>
      </dgm:t>
    </dgm:pt>
    <dgm:pt modelId="{F090F8E1-F3D1-481F-9973-5D50BB83AB98}" type="sibTrans" cxnId="{D0089C3A-D176-42F8-9EF1-4E06EC2F1583}">
      <dgm:prSet/>
      <dgm:spPr/>
      <dgm:t>
        <a:bodyPr/>
        <a:lstStyle/>
        <a:p>
          <a:endParaRPr lang="en-US"/>
        </a:p>
      </dgm:t>
    </dgm:pt>
    <dgm:pt modelId="{4C4C2F6B-4C26-4194-8BF8-DD7034353349}" type="pres">
      <dgm:prSet presAssocID="{A7A42EC3-47DA-4A3F-98EB-480456ADE911}" presName="vert0" presStyleCnt="0">
        <dgm:presLayoutVars>
          <dgm:dir/>
          <dgm:animOne val="branch"/>
          <dgm:animLvl val="lvl"/>
        </dgm:presLayoutVars>
      </dgm:prSet>
      <dgm:spPr/>
    </dgm:pt>
    <dgm:pt modelId="{F5F4D758-EB59-430D-AF4A-C6F006068672}" type="pres">
      <dgm:prSet presAssocID="{EC34B8E5-8407-4995-B782-242BD86A7817}" presName="thickLine" presStyleLbl="alignNode1" presStyleIdx="0" presStyleCnt="9"/>
      <dgm:spPr/>
    </dgm:pt>
    <dgm:pt modelId="{E489DD53-E900-4953-811F-DEDBF11A25F4}" type="pres">
      <dgm:prSet presAssocID="{EC34B8E5-8407-4995-B782-242BD86A7817}" presName="horz1" presStyleCnt="0"/>
      <dgm:spPr/>
    </dgm:pt>
    <dgm:pt modelId="{7DDADCF1-D2DC-490C-A4BA-C70C66204D39}" type="pres">
      <dgm:prSet presAssocID="{EC34B8E5-8407-4995-B782-242BD86A7817}" presName="tx1" presStyleLbl="revTx" presStyleIdx="0" presStyleCnt="9"/>
      <dgm:spPr/>
    </dgm:pt>
    <dgm:pt modelId="{57E6510C-25B6-452D-BA3E-A3698E53433E}" type="pres">
      <dgm:prSet presAssocID="{EC34B8E5-8407-4995-B782-242BD86A7817}" presName="vert1" presStyleCnt="0"/>
      <dgm:spPr/>
    </dgm:pt>
    <dgm:pt modelId="{FE3723AF-7CBF-4F6F-8A88-3095526FE5BD}" type="pres">
      <dgm:prSet presAssocID="{AF92C82B-63E1-4E98-ACF3-0603ADAA0AC6}" presName="thickLine" presStyleLbl="alignNode1" presStyleIdx="1" presStyleCnt="9"/>
      <dgm:spPr/>
    </dgm:pt>
    <dgm:pt modelId="{9FB2681A-DA81-4972-9E90-922C739FDC2E}" type="pres">
      <dgm:prSet presAssocID="{AF92C82B-63E1-4E98-ACF3-0603ADAA0AC6}" presName="horz1" presStyleCnt="0"/>
      <dgm:spPr/>
    </dgm:pt>
    <dgm:pt modelId="{BCE2A280-3FEE-4FB9-A776-DDF770086F1A}" type="pres">
      <dgm:prSet presAssocID="{AF92C82B-63E1-4E98-ACF3-0603ADAA0AC6}" presName="tx1" presStyleLbl="revTx" presStyleIdx="1" presStyleCnt="9"/>
      <dgm:spPr/>
    </dgm:pt>
    <dgm:pt modelId="{6D4250F2-C4A4-4968-B3D2-8A80DC383D98}" type="pres">
      <dgm:prSet presAssocID="{AF92C82B-63E1-4E98-ACF3-0603ADAA0AC6}" presName="vert1" presStyleCnt="0"/>
      <dgm:spPr/>
    </dgm:pt>
    <dgm:pt modelId="{55C035D6-4A81-4EBA-AAEE-3D7778C8E840}" type="pres">
      <dgm:prSet presAssocID="{3C0926FB-FC04-4223-857C-CC7A81955117}" presName="thickLine" presStyleLbl="alignNode1" presStyleIdx="2" presStyleCnt="9"/>
      <dgm:spPr/>
    </dgm:pt>
    <dgm:pt modelId="{977CD796-A5CE-4195-9900-59A1BAE99AB8}" type="pres">
      <dgm:prSet presAssocID="{3C0926FB-FC04-4223-857C-CC7A81955117}" presName="horz1" presStyleCnt="0"/>
      <dgm:spPr/>
    </dgm:pt>
    <dgm:pt modelId="{E7D5F3E3-0ECB-4CA1-909D-91FD1E7E14B0}" type="pres">
      <dgm:prSet presAssocID="{3C0926FB-FC04-4223-857C-CC7A81955117}" presName="tx1" presStyleLbl="revTx" presStyleIdx="2" presStyleCnt="9"/>
      <dgm:spPr/>
    </dgm:pt>
    <dgm:pt modelId="{2260ADEE-F059-45C7-8EE4-A158383F740C}" type="pres">
      <dgm:prSet presAssocID="{3C0926FB-FC04-4223-857C-CC7A81955117}" presName="vert1" presStyleCnt="0"/>
      <dgm:spPr/>
    </dgm:pt>
    <dgm:pt modelId="{C3BD0433-4281-4B6F-8D72-F383241C5163}" type="pres">
      <dgm:prSet presAssocID="{6CE86A69-A442-4485-B469-E2C9C6FBA6B6}" presName="thickLine" presStyleLbl="alignNode1" presStyleIdx="3" presStyleCnt="9"/>
      <dgm:spPr/>
    </dgm:pt>
    <dgm:pt modelId="{3A92A92B-D7C2-48B1-B317-355676ED4F8E}" type="pres">
      <dgm:prSet presAssocID="{6CE86A69-A442-4485-B469-E2C9C6FBA6B6}" presName="horz1" presStyleCnt="0"/>
      <dgm:spPr/>
    </dgm:pt>
    <dgm:pt modelId="{FC3630B0-54BB-4E73-BC39-CD24CA913408}" type="pres">
      <dgm:prSet presAssocID="{6CE86A69-A442-4485-B469-E2C9C6FBA6B6}" presName="tx1" presStyleLbl="revTx" presStyleIdx="3" presStyleCnt="9"/>
      <dgm:spPr/>
    </dgm:pt>
    <dgm:pt modelId="{C0DA3909-5124-4F71-9F91-97D22963D568}" type="pres">
      <dgm:prSet presAssocID="{6CE86A69-A442-4485-B469-E2C9C6FBA6B6}" presName="vert1" presStyleCnt="0"/>
      <dgm:spPr/>
    </dgm:pt>
    <dgm:pt modelId="{60C8C946-FDC4-4E1E-BEE1-323C5B5F37BF}" type="pres">
      <dgm:prSet presAssocID="{6A4CDB92-B889-4FD8-9B05-3E4442191D2E}" presName="thickLine" presStyleLbl="alignNode1" presStyleIdx="4" presStyleCnt="9"/>
      <dgm:spPr/>
    </dgm:pt>
    <dgm:pt modelId="{2256EA8C-6DE6-40D0-8192-F04C25D299D9}" type="pres">
      <dgm:prSet presAssocID="{6A4CDB92-B889-4FD8-9B05-3E4442191D2E}" presName="horz1" presStyleCnt="0"/>
      <dgm:spPr/>
    </dgm:pt>
    <dgm:pt modelId="{DF2FEBC2-F8BB-4759-A96F-EDC2BC675FBA}" type="pres">
      <dgm:prSet presAssocID="{6A4CDB92-B889-4FD8-9B05-3E4442191D2E}" presName="tx1" presStyleLbl="revTx" presStyleIdx="4" presStyleCnt="9"/>
      <dgm:spPr/>
    </dgm:pt>
    <dgm:pt modelId="{2F976942-CF17-4CEA-BA2B-5259BF331E3D}" type="pres">
      <dgm:prSet presAssocID="{6A4CDB92-B889-4FD8-9B05-3E4442191D2E}" presName="vert1" presStyleCnt="0"/>
      <dgm:spPr/>
    </dgm:pt>
    <dgm:pt modelId="{52BA66C8-A6F6-46D9-A43D-1D2B660974C1}" type="pres">
      <dgm:prSet presAssocID="{B724DDFE-A1C6-4C7D-9D16-999524A54254}" presName="thickLine" presStyleLbl="alignNode1" presStyleIdx="5" presStyleCnt="9"/>
      <dgm:spPr/>
    </dgm:pt>
    <dgm:pt modelId="{1CC3184F-AC51-4B0A-B65A-DFCDAAF46CC4}" type="pres">
      <dgm:prSet presAssocID="{B724DDFE-A1C6-4C7D-9D16-999524A54254}" presName="horz1" presStyleCnt="0"/>
      <dgm:spPr/>
    </dgm:pt>
    <dgm:pt modelId="{05DCEF2F-D6F5-46EB-89CA-D9BA3E01DB6E}" type="pres">
      <dgm:prSet presAssocID="{B724DDFE-A1C6-4C7D-9D16-999524A54254}" presName="tx1" presStyleLbl="revTx" presStyleIdx="5" presStyleCnt="9"/>
      <dgm:spPr/>
    </dgm:pt>
    <dgm:pt modelId="{D11C32D1-A383-4E3C-AAEB-38C39AA45B01}" type="pres">
      <dgm:prSet presAssocID="{B724DDFE-A1C6-4C7D-9D16-999524A54254}" presName="vert1" presStyleCnt="0"/>
      <dgm:spPr/>
    </dgm:pt>
    <dgm:pt modelId="{CB0ED100-1F50-4139-95B8-4D2F22D2D3B7}" type="pres">
      <dgm:prSet presAssocID="{31C7A1FF-FBB8-4080-8FB3-920644BDED44}" presName="thickLine" presStyleLbl="alignNode1" presStyleIdx="6" presStyleCnt="9"/>
      <dgm:spPr/>
    </dgm:pt>
    <dgm:pt modelId="{A9D747BE-F287-4BF7-AD81-D9D631F89F74}" type="pres">
      <dgm:prSet presAssocID="{31C7A1FF-FBB8-4080-8FB3-920644BDED44}" presName="horz1" presStyleCnt="0"/>
      <dgm:spPr/>
    </dgm:pt>
    <dgm:pt modelId="{B9773E24-F7D8-4F3C-A6B7-079D72D38D74}" type="pres">
      <dgm:prSet presAssocID="{31C7A1FF-FBB8-4080-8FB3-920644BDED44}" presName="tx1" presStyleLbl="revTx" presStyleIdx="6" presStyleCnt="9"/>
      <dgm:spPr/>
    </dgm:pt>
    <dgm:pt modelId="{6CDC5AC3-BC84-463A-8742-461D97D22EFF}" type="pres">
      <dgm:prSet presAssocID="{31C7A1FF-FBB8-4080-8FB3-920644BDED44}" presName="vert1" presStyleCnt="0"/>
      <dgm:spPr/>
    </dgm:pt>
    <dgm:pt modelId="{D59E4D04-23DB-43B0-99AB-C29AA97B918B}" type="pres">
      <dgm:prSet presAssocID="{6BAC213D-4412-4DEA-9FFA-E675930BA605}" presName="thickLine" presStyleLbl="alignNode1" presStyleIdx="7" presStyleCnt="9"/>
      <dgm:spPr/>
    </dgm:pt>
    <dgm:pt modelId="{E94F44C6-EA89-4D01-96CF-80B5CF93E526}" type="pres">
      <dgm:prSet presAssocID="{6BAC213D-4412-4DEA-9FFA-E675930BA605}" presName="horz1" presStyleCnt="0"/>
      <dgm:spPr/>
    </dgm:pt>
    <dgm:pt modelId="{81B521BC-343E-48BC-83E6-88E75BDDD257}" type="pres">
      <dgm:prSet presAssocID="{6BAC213D-4412-4DEA-9FFA-E675930BA605}" presName="tx1" presStyleLbl="revTx" presStyleIdx="7" presStyleCnt="9"/>
      <dgm:spPr/>
    </dgm:pt>
    <dgm:pt modelId="{E4F80BB1-7F13-400F-A044-7D626C7A678F}" type="pres">
      <dgm:prSet presAssocID="{6BAC213D-4412-4DEA-9FFA-E675930BA605}" presName="vert1" presStyleCnt="0"/>
      <dgm:spPr/>
    </dgm:pt>
    <dgm:pt modelId="{E227194D-53E9-4D16-B190-F22338C30A65}" type="pres">
      <dgm:prSet presAssocID="{AF65C4D0-105B-4824-932E-E7D1040AA8BE}" presName="thickLine" presStyleLbl="alignNode1" presStyleIdx="8" presStyleCnt="9"/>
      <dgm:spPr/>
    </dgm:pt>
    <dgm:pt modelId="{6208D508-D3F8-4C7D-BD52-E8042B8FCBB4}" type="pres">
      <dgm:prSet presAssocID="{AF65C4D0-105B-4824-932E-E7D1040AA8BE}" presName="horz1" presStyleCnt="0"/>
      <dgm:spPr/>
    </dgm:pt>
    <dgm:pt modelId="{D9DA6FB8-42D2-4639-A636-C563A6BDF810}" type="pres">
      <dgm:prSet presAssocID="{AF65C4D0-105B-4824-932E-E7D1040AA8BE}" presName="tx1" presStyleLbl="revTx" presStyleIdx="8" presStyleCnt="9"/>
      <dgm:spPr/>
    </dgm:pt>
    <dgm:pt modelId="{755358A7-9F50-4669-82AA-C811ED01BBE0}" type="pres">
      <dgm:prSet presAssocID="{AF65C4D0-105B-4824-932E-E7D1040AA8BE}" presName="vert1" presStyleCnt="0"/>
      <dgm:spPr/>
    </dgm:pt>
  </dgm:ptLst>
  <dgm:cxnLst>
    <dgm:cxn modelId="{D6589E0C-0736-4134-A0BD-79E28963118B}" srcId="{A7A42EC3-47DA-4A3F-98EB-480456ADE911}" destId="{AF92C82B-63E1-4E98-ACF3-0603ADAA0AC6}" srcOrd="1" destOrd="0" parTransId="{C583E705-721E-41CE-AF54-C8589312497F}" sibTransId="{09BCE1DA-B308-4682-B638-0F4693CDE77D}"/>
    <dgm:cxn modelId="{F23EB61C-449C-481F-B82F-6845F3944048}" srcId="{A7A42EC3-47DA-4A3F-98EB-480456ADE911}" destId="{B724DDFE-A1C6-4C7D-9D16-999524A54254}" srcOrd="5" destOrd="0" parTransId="{786FC78C-0F07-4E18-93BF-396672E367EE}" sibTransId="{6BF25F1E-CBFB-444A-A37E-6A0F1F955499}"/>
    <dgm:cxn modelId="{75822E2A-5704-4D5B-9D56-C37A6B7745A3}" srcId="{A7A42EC3-47DA-4A3F-98EB-480456ADE911}" destId="{6A4CDB92-B889-4FD8-9B05-3E4442191D2E}" srcOrd="4" destOrd="0" parTransId="{B90BDC9F-7877-442E-9FDA-95300AC9877C}" sibTransId="{D9558675-4FA4-4AC3-BBBC-70CE580C4A59}"/>
    <dgm:cxn modelId="{BF5AB233-5DA1-47EE-9C44-1B61E5FCF46B}" srcId="{A7A42EC3-47DA-4A3F-98EB-480456ADE911}" destId="{3C0926FB-FC04-4223-857C-CC7A81955117}" srcOrd="2" destOrd="0" parTransId="{BDB9EA79-54BE-40E2-96E8-5E40D0AB2395}" sibTransId="{2FCADCF8-D1D1-4957-9C36-342C63C5C99F}"/>
    <dgm:cxn modelId="{D0089C3A-D176-42F8-9EF1-4E06EC2F1583}" srcId="{A7A42EC3-47DA-4A3F-98EB-480456ADE911}" destId="{AF65C4D0-105B-4824-932E-E7D1040AA8BE}" srcOrd="8" destOrd="0" parTransId="{94D27EBF-4FEF-4A4D-A91D-3F4AF9834E0D}" sibTransId="{F090F8E1-F3D1-481F-9973-5D50BB83AB98}"/>
    <dgm:cxn modelId="{28FCE160-D4F1-4D21-9258-12B9EDB0FAF2}" type="presOf" srcId="{6BAC213D-4412-4DEA-9FFA-E675930BA605}" destId="{81B521BC-343E-48BC-83E6-88E75BDDD257}" srcOrd="0" destOrd="0" presId="urn:microsoft.com/office/officeart/2008/layout/LinedList"/>
    <dgm:cxn modelId="{F0E6C461-C00D-466F-9B4D-521AC8DCCC60}" type="presOf" srcId="{3C0926FB-FC04-4223-857C-CC7A81955117}" destId="{E7D5F3E3-0ECB-4CA1-909D-91FD1E7E14B0}" srcOrd="0" destOrd="0" presId="urn:microsoft.com/office/officeart/2008/layout/LinedList"/>
    <dgm:cxn modelId="{8BCFAE68-4793-45E9-95AC-E1A888F8BE2F}" type="presOf" srcId="{31C7A1FF-FBB8-4080-8FB3-920644BDED44}" destId="{B9773E24-F7D8-4F3C-A6B7-079D72D38D74}" srcOrd="0" destOrd="0" presId="urn:microsoft.com/office/officeart/2008/layout/LinedList"/>
    <dgm:cxn modelId="{C8509D6A-5231-49C0-B0CE-DA3DE3A8FEBD}" type="presOf" srcId="{AF65C4D0-105B-4824-932E-E7D1040AA8BE}" destId="{D9DA6FB8-42D2-4639-A636-C563A6BDF810}" srcOrd="0" destOrd="0" presId="urn:microsoft.com/office/officeart/2008/layout/LinedList"/>
    <dgm:cxn modelId="{E7BBF251-BAFA-46B9-9E15-540739D5A92C}" type="presOf" srcId="{B724DDFE-A1C6-4C7D-9D16-999524A54254}" destId="{05DCEF2F-D6F5-46EB-89CA-D9BA3E01DB6E}" srcOrd="0" destOrd="0" presId="urn:microsoft.com/office/officeart/2008/layout/LinedList"/>
    <dgm:cxn modelId="{1721F174-99C2-4B58-9A4E-3FC7462020BF}" srcId="{A7A42EC3-47DA-4A3F-98EB-480456ADE911}" destId="{6BAC213D-4412-4DEA-9FFA-E675930BA605}" srcOrd="7" destOrd="0" parTransId="{17696F7B-4D54-4FA8-98C8-30DD607DC465}" sibTransId="{CD728C98-DDD5-44BE-BE87-DE87527E5688}"/>
    <dgm:cxn modelId="{28F8C781-E388-411D-8C61-7F9865133EDD}" srcId="{A7A42EC3-47DA-4A3F-98EB-480456ADE911}" destId="{6CE86A69-A442-4485-B469-E2C9C6FBA6B6}" srcOrd="3" destOrd="0" parTransId="{51398675-8CA7-45BC-B0A0-1BE0E5A6A2C7}" sibTransId="{5B0671EE-650C-4D83-945B-7D6801F280B6}"/>
    <dgm:cxn modelId="{257CD585-B2EA-4835-90FE-FF7C808C5D8A}" type="presOf" srcId="{6A4CDB92-B889-4FD8-9B05-3E4442191D2E}" destId="{DF2FEBC2-F8BB-4759-A96F-EDC2BC675FBA}" srcOrd="0" destOrd="0" presId="urn:microsoft.com/office/officeart/2008/layout/LinedList"/>
    <dgm:cxn modelId="{FDAA40B4-20B9-400F-8A2D-B6857A5299EF}" type="presOf" srcId="{A7A42EC3-47DA-4A3F-98EB-480456ADE911}" destId="{4C4C2F6B-4C26-4194-8BF8-DD7034353349}" srcOrd="0" destOrd="0" presId="urn:microsoft.com/office/officeart/2008/layout/LinedList"/>
    <dgm:cxn modelId="{D5AE15B5-6567-404C-9451-7FD6D49FF81A}" srcId="{A7A42EC3-47DA-4A3F-98EB-480456ADE911}" destId="{31C7A1FF-FBB8-4080-8FB3-920644BDED44}" srcOrd="6" destOrd="0" parTransId="{EBD7C4C3-A35D-4310-B5AD-4F22CE175461}" sibTransId="{57B8074F-0F1E-490D-8D63-FE2C052515C9}"/>
    <dgm:cxn modelId="{08C2E2C8-3A1D-459D-B8E0-483F216F411F}" type="presOf" srcId="{AF92C82B-63E1-4E98-ACF3-0603ADAA0AC6}" destId="{BCE2A280-3FEE-4FB9-A776-DDF770086F1A}" srcOrd="0" destOrd="0" presId="urn:microsoft.com/office/officeart/2008/layout/LinedList"/>
    <dgm:cxn modelId="{32E769D7-767F-49C3-ACCB-80E313FFB1DB}" srcId="{A7A42EC3-47DA-4A3F-98EB-480456ADE911}" destId="{EC34B8E5-8407-4995-B782-242BD86A7817}" srcOrd="0" destOrd="0" parTransId="{2BD842F9-B495-42E9-BE81-EBDD427A49DE}" sibTransId="{44C86133-48E5-437A-A79D-A4C424E4B6A3}"/>
    <dgm:cxn modelId="{CFD7C9E1-DF07-4D90-B0BA-8092EA096235}" type="presOf" srcId="{EC34B8E5-8407-4995-B782-242BD86A7817}" destId="{7DDADCF1-D2DC-490C-A4BA-C70C66204D39}" srcOrd="0" destOrd="0" presId="urn:microsoft.com/office/officeart/2008/layout/LinedList"/>
    <dgm:cxn modelId="{9289A2EA-79C4-47EC-9147-272D54ECED49}" type="presOf" srcId="{6CE86A69-A442-4485-B469-E2C9C6FBA6B6}" destId="{FC3630B0-54BB-4E73-BC39-CD24CA913408}" srcOrd="0" destOrd="0" presId="urn:microsoft.com/office/officeart/2008/layout/LinedList"/>
    <dgm:cxn modelId="{48C8CDB2-8DD4-4AE1-AB12-3B8F9AEBB4E9}" type="presParOf" srcId="{4C4C2F6B-4C26-4194-8BF8-DD7034353349}" destId="{F5F4D758-EB59-430D-AF4A-C6F006068672}" srcOrd="0" destOrd="0" presId="urn:microsoft.com/office/officeart/2008/layout/LinedList"/>
    <dgm:cxn modelId="{62F5D2CB-FC9C-406E-AA7D-7D0F57766591}" type="presParOf" srcId="{4C4C2F6B-4C26-4194-8BF8-DD7034353349}" destId="{E489DD53-E900-4953-811F-DEDBF11A25F4}" srcOrd="1" destOrd="0" presId="urn:microsoft.com/office/officeart/2008/layout/LinedList"/>
    <dgm:cxn modelId="{72B3D4DA-462C-4550-90DC-14F857C572AB}" type="presParOf" srcId="{E489DD53-E900-4953-811F-DEDBF11A25F4}" destId="{7DDADCF1-D2DC-490C-A4BA-C70C66204D39}" srcOrd="0" destOrd="0" presId="urn:microsoft.com/office/officeart/2008/layout/LinedList"/>
    <dgm:cxn modelId="{09FF0C02-63C1-4161-B396-48EEBDF7B78C}" type="presParOf" srcId="{E489DD53-E900-4953-811F-DEDBF11A25F4}" destId="{57E6510C-25B6-452D-BA3E-A3698E53433E}" srcOrd="1" destOrd="0" presId="urn:microsoft.com/office/officeart/2008/layout/LinedList"/>
    <dgm:cxn modelId="{8CC0B3B3-2000-4D42-B507-E75954FA3551}" type="presParOf" srcId="{4C4C2F6B-4C26-4194-8BF8-DD7034353349}" destId="{FE3723AF-7CBF-4F6F-8A88-3095526FE5BD}" srcOrd="2" destOrd="0" presId="urn:microsoft.com/office/officeart/2008/layout/LinedList"/>
    <dgm:cxn modelId="{2F756B0F-1BEC-40F5-BD03-CB8CAE0A7A79}" type="presParOf" srcId="{4C4C2F6B-4C26-4194-8BF8-DD7034353349}" destId="{9FB2681A-DA81-4972-9E90-922C739FDC2E}" srcOrd="3" destOrd="0" presId="urn:microsoft.com/office/officeart/2008/layout/LinedList"/>
    <dgm:cxn modelId="{077FAA79-0DCB-4B03-B279-8CD9E1151962}" type="presParOf" srcId="{9FB2681A-DA81-4972-9E90-922C739FDC2E}" destId="{BCE2A280-3FEE-4FB9-A776-DDF770086F1A}" srcOrd="0" destOrd="0" presId="urn:microsoft.com/office/officeart/2008/layout/LinedList"/>
    <dgm:cxn modelId="{13D8E291-6053-41CE-AE33-8663CE4310BD}" type="presParOf" srcId="{9FB2681A-DA81-4972-9E90-922C739FDC2E}" destId="{6D4250F2-C4A4-4968-B3D2-8A80DC383D98}" srcOrd="1" destOrd="0" presId="urn:microsoft.com/office/officeart/2008/layout/LinedList"/>
    <dgm:cxn modelId="{B5AA2A6C-F7D3-41C3-9963-BD577FF0030C}" type="presParOf" srcId="{4C4C2F6B-4C26-4194-8BF8-DD7034353349}" destId="{55C035D6-4A81-4EBA-AAEE-3D7778C8E840}" srcOrd="4" destOrd="0" presId="urn:microsoft.com/office/officeart/2008/layout/LinedList"/>
    <dgm:cxn modelId="{8F01D2DF-268E-4BBC-9BAE-BC59F5B16400}" type="presParOf" srcId="{4C4C2F6B-4C26-4194-8BF8-DD7034353349}" destId="{977CD796-A5CE-4195-9900-59A1BAE99AB8}" srcOrd="5" destOrd="0" presId="urn:microsoft.com/office/officeart/2008/layout/LinedList"/>
    <dgm:cxn modelId="{8AC79F00-7ED1-4BBB-9487-DDFE75111BF6}" type="presParOf" srcId="{977CD796-A5CE-4195-9900-59A1BAE99AB8}" destId="{E7D5F3E3-0ECB-4CA1-909D-91FD1E7E14B0}" srcOrd="0" destOrd="0" presId="urn:microsoft.com/office/officeart/2008/layout/LinedList"/>
    <dgm:cxn modelId="{1B49287D-6F34-41F5-A9B1-E78BEA425F20}" type="presParOf" srcId="{977CD796-A5CE-4195-9900-59A1BAE99AB8}" destId="{2260ADEE-F059-45C7-8EE4-A158383F740C}" srcOrd="1" destOrd="0" presId="urn:microsoft.com/office/officeart/2008/layout/LinedList"/>
    <dgm:cxn modelId="{808E1C8F-F311-47B6-9740-E2F213865C75}" type="presParOf" srcId="{4C4C2F6B-4C26-4194-8BF8-DD7034353349}" destId="{C3BD0433-4281-4B6F-8D72-F383241C5163}" srcOrd="6" destOrd="0" presId="urn:microsoft.com/office/officeart/2008/layout/LinedList"/>
    <dgm:cxn modelId="{84661B33-2C53-4EE3-B277-A744387BC3CE}" type="presParOf" srcId="{4C4C2F6B-4C26-4194-8BF8-DD7034353349}" destId="{3A92A92B-D7C2-48B1-B317-355676ED4F8E}" srcOrd="7" destOrd="0" presId="urn:microsoft.com/office/officeart/2008/layout/LinedList"/>
    <dgm:cxn modelId="{3C15C668-3F10-4151-84F3-00E9A5BEE29E}" type="presParOf" srcId="{3A92A92B-D7C2-48B1-B317-355676ED4F8E}" destId="{FC3630B0-54BB-4E73-BC39-CD24CA913408}" srcOrd="0" destOrd="0" presId="urn:microsoft.com/office/officeart/2008/layout/LinedList"/>
    <dgm:cxn modelId="{B1A91D0C-2323-4B2A-AC91-CA1087EAE298}" type="presParOf" srcId="{3A92A92B-D7C2-48B1-B317-355676ED4F8E}" destId="{C0DA3909-5124-4F71-9F91-97D22963D568}" srcOrd="1" destOrd="0" presId="urn:microsoft.com/office/officeart/2008/layout/LinedList"/>
    <dgm:cxn modelId="{D61C61E4-1AB5-4A67-98B7-6B0F2BAD6843}" type="presParOf" srcId="{4C4C2F6B-4C26-4194-8BF8-DD7034353349}" destId="{60C8C946-FDC4-4E1E-BEE1-323C5B5F37BF}" srcOrd="8" destOrd="0" presId="urn:microsoft.com/office/officeart/2008/layout/LinedList"/>
    <dgm:cxn modelId="{E4FB493E-D874-4F67-9432-EE4C4D0B1ED6}" type="presParOf" srcId="{4C4C2F6B-4C26-4194-8BF8-DD7034353349}" destId="{2256EA8C-6DE6-40D0-8192-F04C25D299D9}" srcOrd="9" destOrd="0" presId="urn:microsoft.com/office/officeart/2008/layout/LinedList"/>
    <dgm:cxn modelId="{957DCD41-6E9C-4FE0-9E4F-D7A8EECCE698}" type="presParOf" srcId="{2256EA8C-6DE6-40D0-8192-F04C25D299D9}" destId="{DF2FEBC2-F8BB-4759-A96F-EDC2BC675FBA}" srcOrd="0" destOrd="0" presId="urn:microsoft.com/office/officeart/2008/layout/LinedList"/>
    <dgm:cxn modelId="{DD412E03-E911-44AC-B1F9-83209894164D}" type="presParOf" srcId="{2256EA8C-6DE6-40D0-8192-F04C25D299D9}" destId="{2F976942-CF17-4CEA-BA2B-5259BF331E3D}" srcOrd="1" destOrd="0" presId="urn:microsoft.com/office/officeart/2008/layout/LinedList"/>
    <dgm:cxn modelId="{F596FC55-CC3A-4E95-B4DB-FE339AAF8DEB}" type="presParOf" srcId="{4C4C2F6B-4C26-4194-8BF8-DD7034353349}" destId="{52BA66C8-A6F6-46D9-A43D-1D2B660974C1}" srcOrd="10" destOrd="0" presId="urn:microsoft.com/office/officeart/2008/layout/LinedList"/>
    <dgm:cxn modelId="{D7DFE9A5-0830-4B87-8C46-FB7801EDEB0D}" type="presParOf" srcId="{4C4C2F6B-4C26-4194-8BF8-DD7034353349}" destId="{1CC3184F-AC51-4B0A-B65A-DFCDAAF46CC4}" srcOrd="11" destOrd="0" presId="urn:microsoft.com/office/officeart/2008/layout/LinedList"/>
    <dgm:cxn modelId="{D54414E9-6567-4248-96B7-32DFFB1E3E87}" type="presParOf" srcId="{1CC3184F-AC51-4B0A-B65A-DFCDAAF46CC4}" destId="{05DCEF2F-D6F5-46EB-89CA-D9BA3E01DB6E}" srcOrd="0" destOrd="0" presId="urn:microsoft.com/office/officeart/2008/layout/LinedList"/>
    <dgm:cxn modelId="{701E6E49-A56A-4101-A4B7-FA0B95E8F5DD}" type="presParOf" srcId="{1CC3184F-AC51-4B0A-B65A-DFCDAAF46CC4}" destId="{D11C32D1-A383-4E3C-AAEB-38C39AA45B01}" srcOrd="1" destOrd="0" presId="urn:microsoft.com/office/officeart/2008/layout/LinedList"/>
    <dgm:cxn modelId="{E2F049A3-3EF7-4FF1-8042-D0944B00BCBD}" type="presParOf" srcId="{4C4C2F6B-4C26-4194-8BF8-DD7034353349}" destId="{CB0ED100-1F50-4139-95B8-4D2F22D2D3B7}" srcOrd="12" destOrd="0" presId="urn:microsoft.com/office/officeart/2008/layout/LinedList"/>
    <dgm:cxn modelId="{55F4306C-917C-4170-BA74-233A2968AC5D}" type="presParOf" srcId="{4C4C2F6B-4C26-4194-8BF8-DD7034353349}" destId="{A9D747BE-F287-4BF7-AD81-D9D631F89F74}" srcOrd="13" destOrd="0" presId="urn:microsoft.com/office/officeart/2008/layout/LinedList"/>
    <dgm:cxn modelId="{34EF8198-C593-4B04-A5DE-37723213EA4C}" type="presParOf" srcId="{A9D747BE-F287-4BF7-AD81-D9D631F89F74}" destId="{B9773E24-F7D8-4F3C-A6B7-079D72D38D74}" srcOrd="0" destOrd="0" presId="urn:microsoft.com/office/officeart/2008/layout/LinedList"/>
    <dgm:cxn modelId="{F52B64FC-8CEC-479E-8DA8-2D9B4CEAD477}" type="presParOf" srcId="{A9D747BE-F287-4BF7-AD81-D9D631F89F74}" destId="{6CDC5AC3-BC84-463A-8742-461D97D22EFF}" srcOrd="1" destOrd="0" presId="urn:microsoft.com/office/officeart/2008/layout/LinedList"/>
    <dgm:cxn modelId="{3FDFFE09-B13F-4EB4-B298-15F99E59BE8D}" type="presParOf" srcId="{4C4C2F6B-4C26-4194-8BF8-DD7034353349}" destId="{D59E4D04-23DB-43B0-99AB-C29AA97B918B}" srcOrd="14" destOrd="0" presId="urn:microsoft.com/office/officeart/2008/layout/LinedList"/>
    <dgm:cxn modelId="{F8968B62-1A08-40A2-9D94-9411761CA84C}" type="presParOf" srcId="{4C4C2F6B-4C26-4194-8BF8-DD7034353349}" destId="{E94F44C6-EA89-4D01-96CF-80B5CF93E526}" srcOrd="15" destOrd="0" presId="urn:microsoft.com/office/officeart/2008/layout/LinedList"/>
    <dgm:cxn modelId="{BEC1AC42-EFA0-4F2D-A62D-994D4A2FC907}" type="presParOf" srcId="{E94F44C6-EA89-4D01-96CF-80B5CF93E526}" destId="{81B521BC-343E-48BC-83E6-88E75BDDD257}" srcOrd="0" destOrd="0" presId="urn:microsoft.com/office/officeart/2008/layout/LinedList"/>
    <dgm:cxn modelId="{6AE75F93-743E-46BA-8BAB-8B845ECFD6E8}" type="presParOf" srcId="{E94F44C6-EA89-4D01-96CF-80B5CF93E526}" destId="{E4F80BB1-7F13-400F-A044-7D626C7A678F}" srcOrd="1" destOrd="0" presId="urn:microsoft.com/office/officeart/2008/layout/LinedList"/>
    <dgm:cxn modelId="{2042BE08-2B00-4903-B68B-6096D0663ECC}" type="presParOf" srcId="{4C4C2F6B-4C26-4194-8BF8-DD7034353349}" destId="{E227194D-53E9-4D16-B190-F22338C30A65}" srcOrd="16" destOrd="0" presId="urn:microsoft.com/office/officeart/2008/layout/LinedList"/>
    <dgm:cxn modelId="{7EC9A881-EE40-4E67-8AB9-AD7786D13E7B}" type="presParOf" srcId="{4C4C2F6B-4C26-4194-8BF8-DD7034353349}" destId="{6208D508-D3F8-4C7D-BD52-E8042B8FCBB4}" srcOrd="17" destOrd="0" presId="urn:microsoft.com/office/officeart/2008/layout/LinedList"/>
    <dgm:cxn modelId="{63EF2EA9-E138-4842-A830-B64FB947547D}" type="presParOf" srcId="{6208D508-D3F8-4C7D-BD52-E8042B8FCBB4}" destId="{D9DA6FB8-42D2-4639-A636-C563A6BDF810}" srcOrd="0" destOrd="0" presId="urn:microsoft.com/office/officeart/2008/layout/LinedList"/>
    <dgm:cxn modelId="{D83FF246-611E-4CBC-A513-8FEFE2427C72}" type="presParOf" srcId="{6208D508-D3F8-4C7D-BD52-E8042B8FCBB4}" destId="{755358A7-9F50-4669-82AA-C811ED01BBE0}" srcOrd="1" destOrd="0" presId="urn:microsoft.com/office/officeart/2008/layout/LinedList"/>
  </dgm:cxnLst>
  <dgm:bg/>
  <dgm:whole/>
  <dgm:extLst>
    <a:ext uri="http://schemas.microsoft.com/office/drawing/2008/diagram">
      <dsp:dataModelExt xmlns:dsp="http://schemas.microsoft.com/office/drawing/2008/diagram" relId="rId6" minVer="http://schemas.openxmlformats.org/drawingml/2006/diagram"/>
    </a:ext>
  </dgm:extLst>
</dgm:dataModel>
</file>

<file path=ppt/diagrams/data103.xml><?xml version="1.0" encoding="utf-8"?>
<dgm:dataModel xmlns:dgm="http://schemas.openxmlformats.org/drawingml/2006/diagram" xmlns:a="http://schemas.openxmlformats.org/drawingml/2006/main">
  <dgm:ptLst>
    <dgm:pt modelId="{EDDA384E-2875-4374-92AE-68077A48B9C3}" type="doc">
      <dgm:prSet loTypeId="urn:microsoft.com/office/officeart/2018/2/layout/IconLabelDescriptionList" loCatId="icon" qsTypeId="urn:microsoft.com/office/officeart/2005/8/quickstyle/simple1" qsCatId="simple" csTypeId="urn:microsoft.com/office/officeart/2018/5/colors/Iconchunking_neutralbg_colorful2" csCatId="colorful" phldr="1"/>
      <dgm:spPr/>
      <dgm:t>
        <a:bodyPr/>
        <a:lstStyle/>
        <a:p>
          <a:endParaRPr lang="en-US"/>
        </a:p>
      </dgm:t>
    </dgm:pt>
    <dgm:pt modelId="{E453B8A3-E6C0-4B23-B12D-56EC2A346E2D}">
      <dgm:prSet/>
      <dgm:spPr/>
      <dgm:t>
        <a:bodyPr/>
        <a:lstStyle/>
        <a:p>
          <a:pPr>
            <a:lnSpc>
              <a:spcPct val="100000"/>
            </a:lnSpc>
            <a:defRPr b="1"/>
          </a:pPr>
          <a:r>
            <a:rPr lang="tr-TR"/>
            <a:t>Verification</a:t>
          </a:r>
          <a:endParaRPr lang="en-US"/>
        </a:p>
      </dgm:t>
    </dgm:pt>
    <dgm:pt modelId="{B69ACD7E-FBDF-410C-9D3D-EF726C259554}" type="parTrans" cxnId="{2933B5A3-6FB3-43BA-94CB-AEE699C79FDD}">
      <dgm:prSet/>
      <dgm:spPr/>
      <dgm:t>
        <a:bodyPr/>
        <a:lstStyle/>
        <a:p>
          <a:endParaRPr lang="en-US"/>
        </a:p>
      </dgm:t>
    </dgm:pt>
    <dgm:pt modelId="{3EB81998-DDD1-471A-B395-F875B9C9BE80}" type="sibTrans" cxnId="{2933B5A3-6FB3-43BA-94CB-AEE699C79FDD}">
      <dgm:prSet/>
      <dgm:spPr/>
      <dgm:t>
        <a:bodyPr/>
        <a:lstStyle/>
        <a:p>
          <a:endParaRPr lang="en-US"/>
        </a:p>
      </dgm:t>
    </dgm:pt>
    <dgm:pt modelId="{DFE2C48A-ABFE-4E95-A381-408AABAF12E7}">
      <dgm:prSet/>
      <dgm:spPr/>
      <dgm:t>
        <a:bodyPr/>
        <a:lstStyle/>
        <a:p>
          <a:pPr>
            <a:lnSpc>
              <a:spcPct val="100000"/>
            </a:lnSpc>
          </a:pPr>
          <a:r>
            <a:rPr lang="tr-TR"/>
            <a:t>Certain conditions must hold</a:t>
          </a:r>
          <a:endParaRPr lang="en-US"/>
        </a:p>
      </dgm:t>
    </dgm:pt>
    <dgm:pt modelId="{F79EA610-814D-4722-BA39-A56BDF53E29C}" type="parTrans" cxnId="{DE98432D-1902-44D5-9670-01C6AB2227D6}">
      <dgm:prSet/>
      <dgm:spPr/>
      <dgm:t>
        <a:bodyPr/>
        <a:lstStyle/>
        <a:p>
          <a:endParaRPr lang="tr-TR"/>
        </a:p>
      </dgm:t>
    </dgm:pt>
    <dgm:pt modelId="{EB89403A-4E92-4A3E-BE81-7F672A9D29D1}" type="sibTrans" cxnId="{DE98432D-1902-44D5-9670-01C6AB2227D6}">
      <dgm:prSet/>
      <dgm:spPr/>
      <dgm:t>
        <a:bodyPr/>
        <a:lstStyle/>
        <a:p>
          <a:endParaRPr lang="tr-TR"/>
        </a:p>
      </dgm:t>
    </dgm:pt>
    <dgm:pt modelId="{8CA1A0C2-46FF-4C9D-AC17-D3C98157EC0D}">
      <dgm:prSet/>
      <dgm:spPr/>
      <dgm:t>
        <a:bodyPr/>
        <a:lstStyle/>
        <a:p>
          <a:pPr>
            <a:lnSpc>
              <a:spcPct val="100000"/>
            </a:lnSpc>
          </a:pPr>
          <a:r>
            <a:rPr lang="en-US"/>
            <a:t>on this transaction.</a:t>
          </a:r>
        </a:p>
      </dgm:t>
    </dgm:pt>
    <dgm:pt modelId="{61101CB3-B8B8-481B-A634-531C1AE4E16F}" type="sibTrans" cxnId="{13882446-FD57-4789-8783-E2F087A2B1FF}">
      <dgm:prSet/>
      <dgm:spPr/>
      <dgm:t>
        <a:bodyPr/>
        <a:lstStyle/>
        <a:p>
          <a:endParaRPr lang="en-US"/>
        </a:p>
      </dgm:t>
    </dgm:pt>
    <dgm:pt modelId="{2E8D2B73-D667-4234-8F22-D47BE8F4B086}" type="parTrans" cxnId="{13882446-FD57-4789-8783-E2F087A2B1FF}">
      <dgm:prSet/>
      <dgm:spPr/>
      <dgm:t>
        <a:bodyPr/>
        <a:lstStyle/>
        <a:p>
          <a:endParaRPr lang="en-US"/>
        </a:p>
      </dgm:t>
    </dgm:pt>
    <dgm:pt modelId="{AD17F731-2E7E-4473-A25A-334C1AC701C8}">
      <dgm:prSet/>
      <dgm:spPr/>
      <dgm:t>
        <a:bodyPr/>
        <a:lstStyle/>
        <a:p>
          <a:pPr>
            <a:lnSpc>
              <a:spcPct val="100000"/>
            </a:lnSpc>
            <a:defRPr b="1"/>
          </a:pPr>
          <a:r>
            <a:rPr lang="tr-TR" dirty="0"/>
            <a:t>Meaning of verification</a:t>
          </a:r>
          <a:r>
            <a:rPr lang="en-US" dirty="0"/>
            <a:t> </a:t>
          </a:r>
        </a:p>
      </dgm:t>
    </dgm:pt>
    <dgm:pt modelId="{31AEAB8C-4EF5-45A8-B18C-ADF82250FDEF}" type="sibTrans" cxnId="{5C7E8587-FF7F-4C89-BF74-198203330468}">
      <dgm:prSet/>
      <dgm:spPr/>
      <dgm:t>
        <a:bodyPr/>
        <a:lstStyle/>
        <a:p>
          <a:endParaRPr lang="en-US"/>
        </a:p>
      </dgm:t>
    </dgm:pt>
    <dgm:pt modelId="{D9E5CF47-DBBC-44B9-B55D-6498B2A76FA6}" type="parTrans" cxnId="{5C7E8587-FF7F-4C89-BF74-198203330468}">
      <dgm:prSet/>
      <dgm:spPr/>
      <dgm:t>
        <a:bodyPr/>
        <a:lstStyle/>
        <a:p>
          <a:endParaRPr lang="en-US"/>
        </a:p>
      </dgm:t>
    </dgm:pt>
    <dgm:pt modelId="{D57B98F8-FFD2-4731-8203-AE27F26EDCB1}">
      <dgm:prSet/>
      <dgm:spPr/>
      <dgm:t>
        <a:bodyPr/>
        <a:lstStyle/>
        <a:p>
          <a:pPr>
            <a:lnSpc>
              <a:spcPct val="100000"/>
            </a:lnSpc>
            <a:defRPr b="1"/>
          </a:pPr>
          <a:r>
            <a:rPr lang="en-US"/>
            <a:t>“Only the owner</a:t>
          </a:r>
        </a:p>
      </dgm:t>
    </dgm:pt>
    <dgm:pt modelId="{D0957477-0B3A-4376-A63B-529CBAF7B6D1}" type="sibTrans" cxnId="{0A98F24B-CBCD-4F6A-AE4F-BB56F7BC95D3}">
      <dgm:prSet/>
      <dgm:spPr/>
      <dgm:t>
        <a:bodyPr/>
        <a:lstStyle/>
        <a:p>
          <a:endParaRPr lang="en-US"/>
        </a:p>
      </dgm:t>
    </dgm:pt>
    <dgm:pt modelId="{8AB96260-B7F1-4DA3-A2AF-F44740132433}" type="parTrans" cxnId="{0A98F24B-CBCD-4F6A-AE4F-BB56F7BC95D3}">
      <dgm:prSet/>
      <dgm:spPr/>
      <dgm:t>
        <a:bodyPr/>
        <a:lstStyle/>
        <a:p>
          <a:endParaRPr lang="en-US"/>
        </a:p>
      </dgm:t>
    </dgm:pt>
    <dgm:pt modelId="{19530A73-3830-4048-A690-2E8F116ACC44}">
      <dgm:prSet/>
      <dgm:spPr/>
      <dgm:t>
        <a:bodyPr/>
        <a:lstStyle/>
        <a:p>
          <a:pPr>
            <a:lnSpc>
              <a:spcPct val="100000"/>
            </a:lnSpc>
          </a:pPr>
          <a:r>
            <a:rPr lang="en-US"/>
            <a:t>generated this public key </a:t>
          </a:r>
        </a:p>
      </dgm:t>
    </dgm:pt>
    <dgm:pt modelId="{9C64CDD0-816B-423F-8EBE-CABC17B6596E}" type="sibTrans" cxnId="{43AB1FCA-197A-4376-88C4-F1E20CD39C62}">
      <dgm:prSet/>
      <dgm:spPr/>
      <dgm:t>
        <a:bodyPr/>
        <a:lstStyle/>
        <a:p>
          <a:endParaRPr lang="en-US"/>
        </a:p>
      </dgm:t>
    </dgm:pt>
    <dgm:pt modelId="{56BE77A9-B68B-45FD-A858-D1A671E4BD27}" type="parTrans" cxnId="{43AB1FCA-197A-4376-88C4-F1E20CD39C62}">
      <dgm:prSet/>
      <dgm:spPr/>
      <dgm:t>
        <a:bodyPr/>
        <a:lstStyle/>
        <a:p>
          <a:endParaRPr lang="en-US"/>
        </a:p>
      </dgm:t>
    </dgm:pt>
    <dgm:pt modelId="{E43731A9-9AAB-45D2-94DC-60D969470373}">
      <dgm:prSet/>
      <dgm:spPr/>
      <dgm:t>
        <a:bodyPr/>
        <a:lstStyle/>
        <a:p>
          <a:pPr>
            <a:lnSpc>
              <a:spcPct val="100000"/>
            </a:lnSpc>
            <a:defRPr b="1"/>
          </a:pPr>
          <a:r>
            <a:rPr lang="en-US"/>
            <a:t>could have produced</a:t>
          </a:r>
        </a:p>
      </dgm:t>
    </dgm:pt>
    <dgm:pt modelId="{95198BFA-84CC-4929-90DC-C55E6FF87F6E}" type="sibTrans" cxnId="{6242B615-FADF-44C6-8A13-ABF1C68FFB30}">
      <dgm:prSet/>
      <dgm:spPr/>
      <dgm:t>
        <a:bodyPr/>
        <a:lstStyle/>
        <a:p>
          <a:endParaRPr lang="en-US"/>
        </a:p>
      </dgm:t>
    </dgm:pt>
    <dgm:pt modelId="{C70C63E5-ABF3-4B6A-A7BD-12859E0A868F}" type="parTrans" cxnId="{6242B615-FADF-44C6-8A13-ABF1C68FFB30}">
      <dgm:prSet/>
      <dgm:spPr/>
      <dgm:t>
        <a:bodyPr/>
        <a:lstStyle/>
        <a:p>
          <a:endParaRPr lang="en-US"/>
        </a:p>
      </dgm:t>
    </dgm:pt>
    <dgm:pt modelId="{AEE17E97-D07E-4400-A8F4-94EC26F4557F}">
      <dgm:prSet/>
      <dgm:spPr/>
      <dgm:t>
        <a:bodyPr/>
        <a:lstStyle/>
        <a:p>
          <a:pPr>
            <a:lnSpc>
              <a:spcPct val="100000"/>
            </a:lnSpc>
          </a:pPr>
          <a:r>
            <a:rPr lang="en-US"/>
            <a:t>of the private key</a:t>
          </a:r>
          <a:r>
            <a:rPr lang="tr-TR"/>
            <a:t> that</a:t>
          </a:r>
          <a:endParaRPr lang="en-US"/>
        </a:p>
      </dgm:t>
    </dgm:pt>
    <dgm:pt modelId="{F87D28EF-F3A0-45F3-8DA3-043D570AA5A8}" type="parTrans" cxnId="{A6BBC6EB-E59D-41FA-AE8C-108E9ED02758}">
      <dgm:prSet/>
      <dgm:spPr/>
      <dgm:t>
        <a:bodyPr/>
        <a:lstStyle/>
        <a:p>
          <a:endParaRPr lang="tr-TR"/>
        </a:p>
      </dgm:t>
    </dgm:pt>
    <dgm:pt modelId="{C79AF071-08CD-4E18-85E2-56BB11F2B3FD}" type="sibTrans" cxnId="{A6BBC6EB-E59D-41FA-AE8C-108E9ED02758}">
      <dgm:prSet/>
      <dgm:spPr/>
      <dgm:t>
        <a:bodyPr/>
        <a:lstStyle/>
        <a:p>
          <a:endParaRPr lang="tr-TR"/>
        </a:p>
      </dgm:t>
    </dgm:pt>
    <dgm:pt modelId="{8C6E0C83-92C2-4E78-A2AF-D45F72151EF5}">
      <dgm:prSet/>
      <dgm:spPr/>
      <dgm:t>
        <a:bodyPr/>
        <a:lstStyle/>
        <a:p>
          <a:pPr>
            <a:lnSpc>
              <a:spcPct val="100000"/>
            </a:lnSpc>
          </a:pPr>
          <a:r>
            <a:rPr lang="en-US"/>
            <a:t>this signature </a:t>
          </a:r>
        </a:p>
      </dgm:t>
    </dgm:pt>
    <dgm:pt modelId="{855D9064-2948-4018-B1E3-53C1D323B9A8}" type="parTrans" cxnId="{16129C78-6133-4F52-904A-E95249FCE5D1}">
      <dgm:prSet/>
      <dgm:spPr/>
      <dgm:t>
        <a:bodyPr/>
        <a:lstStyle/>
        <a:p>
          <a:endParaRPr lang="tr-TR"/>
        </a:p>
      </dgm:t>
    </dgm:pt>
    <dgm:pt modelId="{D7DD7968-D695-4697-80DE-434FDF513694}" type="sibTrans" cxnId="{16129C78-6133-4F52-904A-E95249FCE5D1}">
      <dgm:prSet/>
      <dgm:spPr/>
      <dgm:t>
        <a:bodyPr/>
        <a:lstStyle/>
        <a:p>
          <a:endParaRPr lang="tr-TR"/>
        </a:p>
      </dgm:t>
    </dgm:pt>
    <dgm:pt modelId="{F213B37B-0C91-4F72-B258-803772480565}" type="pres">
      <dgm:prSet presAssocID="{EDDA384E-2875-4374-92AE-68077A48B9C3}" presName="root" presStyleCnt="0">
        <dgm:presLayoutVars>
          <dgm:dir/>
          <dgm:resizeHandles val="exact"/>
        </dgm:presLayoutVars>
      </dgm:prSet>
      <dgm:spPr/>
    </dgm:pt>
    <dgm:pt modelId="{9291893B-EE05-4615-893E-57B8BC8114A7}" type="pres">
      <dgm:prSet presAssocID="{E453B8A3-E6C0-4B23-B12D-56EC2A346E2D}" presName="compNode" presStyleCnt="0"/>
      <dgm:spPr/>
    </dgm:pt>
    <dgm:pt modelId="{5CE7D335-5BF5-4B35-AC68-1C39C8F64F5F}" type="pres">
      <dgm:prSet presAssocID="{E453B8A3-E6C0-4B23-B12D-56EC2A346E2D}" presName="iconRect" presStyleLbl="node1" presStyleIdx="0" presStyleCnt="4"/>
      <dgm:spPr>
        <a:blipFill>
          <a:blip xmlns:r="http://schemas.openxmlformats.org/officeDocument/2006/relationships" r:embed="rId1" cstate="email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2"/>
              </a:ext>
            </a:extLst>
          </a:blip>
          <a:stretch>
            <a:fillRect/>
          </a:stretch>
        </a:blipFill>
        <a:ln>
          <a:noFill/>
        </a:ln>
      </dgm:spPr>
      <dgm:extLst>
        <a:ext uri="{E40237B7-FDA0-4F09-8148-C483321AD2D9}">
          <dgm14:cNvPr xmlns:dgm14="http://schemas.microsoft.com/office/drawing/2010/diagram" id="0" name="" descr="Checkmark"/>
        </a:ext>
      </dgm:extLst>
    </dgm:pt>
    <dgm:pt modelId="{F10AD8B7-5E8C-4537-AE12-346AB13D5CF2}" type="pres">
      <dgm:prSet presAssocID="{E453B8A3-E6C0-4B23-B12D-56EC2A346E2D}" presName="iconSpace" presStyleCnt="0"/>
      <dgm:spPr/>
    </dgm:pt>
    <dgm:pt modelId="{1942AB30-2B21-422F-94F5-9D3FADD91809}" type="pres">
      <dgm:prSet presAssocID="{E453B8A3-E6C0-4B23-B12D-56EC2A346E2D}" presName="parTx" presStyleLbl="revTx" presStyleIdx="0" presStyleCnt="8">
        <dgm:presLayoutVars>
          <dgm:chMax val="0"/>
          <dgm:chPref val="0"/>
        </dgm:presLayoutVars>
      </dgm:prSet>
      <dgm:spPr/>
    </dgm:pt>
    <dgm:pt modelId="{559E66B7-2AD8-47AC-9FB5-6688B0293965}" type="pres">
      <dgm:prSet presAssocID="{E453B8A3-E6C0-4B23-B12D-56EC2A346E2D}" presName="txSpace" presStyleCnt="0"/>
      <dgm:spPr/>
    </dgm:pt>
    <dgm:pt modelId="{638DEC15-ABE1-49AA-AC52-5F3929F6769D}" type="pres">
      <dgm:prSet presAssocID="{E453B8A3-E6C0-4B23-B12D-56EC2A346E2D}" presName="desTx" presStyleLbl="revTx" presStyleIdx="1" presStyleCnt="8">
        <dgm:presLayoutVars/>
      </dgm:prSet>
      <dgm:spPr/>
    </dgm:pt>
    <dgm:pt modelId="{8DFE0D57-9CB1-4482-B2B9-5C7838A19308}" type="pres">
      <dgm:prSet presAssocID="{3EB81998-DDD1-471A-B395-F875B9C9BE80}" presName="sibTrans" presStyleCnt="0"/>
      <dgm:spPr/>
    </dgm:pt>
    <dgm:pt modelId="{365F7448-4772-4C70-8867-C7390711B036}" type="pres">
      <dgm:prSet presAssocID="{AD17F731-2E7E-4473-A25A-334C1AC701C8}" presName="compNode" presStyleCnt="0"/>
      <dgm:spPr/>
    </dgm:pt>
    <dgm:pt modelId="{C58EE24C-7BFA-415A-8B5E-44680E8A4F3D}" type="pres">
      <dgm:prSet presAssocID="{AD17F731-2E7E-4473-A25A-334C1AC701C8}" presName="iconRect" presStyleLbl="node1" presStyleIdx="1" presStyleCnt="4"/>
      <dgm:spPr>
        <a:blipFill>
          <a:blip xmlns:r="http://schemas.openxmlformats.org/officeDocument/2006/relationships" r:embed="rId3" cstate="email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4"/>
              </a:ext>
            </a:extLst>
          </a:blip>
          <a:stretch>
            <a:fillRect/>
          </a:stretch>
        </a:blipFill>
        <a:ln>
          <a:noFill/>
        </a:ln>
      </dgm:spPr>
      <dgm:extLst>
        <a:ext uri="{E40237B7-FDA0-4F09-8148-C483321AD2D9}">
          <dgm14:cNvPr xmlns:dgm14="http://schemas.microsoft.com/office/drawing/2010/diagram" id="0" name="" descr="Magnifying glass"/>
        </a:ext>
      </dgm:extLst>
    </dgm:pt>
    <dgm:pt modelId="{0FE2DF44-9AEC-475E-86E9-D9B5116E3A5E}" type="pres">
      <dgm:prSet presAssocID="{AD17F731-2E7E-4473-A25A-334C1AC701C8}" presName="iconSpace" presStyleCnt="0"/>
      <dgm:spPr/>
    </dgm:pt>
    <dgm:pt modelId="{65026C32-32A3-4823-BC44-E37B9B212E5C}" type="pres">
      <dgm:prSet presAssocID="{AD17F731-2E7E-4473-A25A-334C1AC701C8}" presName="parTx" presStyleLbl="revTx" presStyleIdx="2" presStyleCnt="8">
        <dgm:presLayoutVars>
          <dgm:chMax val="0"/>
          <dgm:chPref val="0"/>
        </dgm:presLayoutVars>
      </dgm:prSet>
      <dgm:spPr/>
    </dgm:pt>
    <dgm:pt modelId="{51D0D3DF-9F27-4F74-B686-5A6707838E07}" type="pres">
      <dgm:prSet presAssocID="{AD17F731-2E7E-4473-A25A-334C1AC701C8}" presName="txSpace" presStyleCnt="0"/>
      <dgm:spPr/>
    </dgm:pt>
    <dgm:pt modelId="{84B158E7-7308-4CFE-82D4-E94CA78665C5}" type="pres">
      <dgm:prSet presAssocID="{AD17F731-2E7E-4473-A25A-334C1AC701C8}" presName="desTx" presStyleLbl="revTx" presStyleIdx="3" presStyleCnt="8">
        <dgm:presLayoutVars/>
      </dgm:prSet>
      <dgm:spPr/>
    </dgm:pt>
    <dgm:pt modelId="{7EC20D8E-2C94-4896-A92A-D35ACB6FB455}" type="pres">
      <dgm:prSet presAssocID="{31AEAB8C-4EF5-45A8-B18C-ADF82250FDEF}" presName="sibTrans" presStyleCnt="0"/>
      <dgm:spPr/>
    </dgm:pt>
    <dgm:pt modelId="{0B8864FA-C644-4416-B79F-EDD927DBDD5A}" type="pres">
      <dgm:prSet presAssocID="{D57B98F8-FFD2-4731-8203-AE27F26EDCB1}" presName="compNode" presStyleCnt="0"/>
      <dgm:spPr/>
    </dgm:pt>
    <dgm:pt modelId="{5E7F3BC2-6507-42B8-871C-C13EEDB27A07}" type="pres">
      <dgm:prSet presAssocID="{D57B98F8-FFD2-4731-8203-AE27F26EDCB1}" presName="iconRect" presStyleLbl="node1" presStyleIdx="2" presStyleCnt="4"/>
      <dgm:spPr>
        <a:blipFill>
          <a:blip xmlns:r="http://schemas.openxmlformats.org/officeDocument/2006/relationships" r:embed="rId5" cstate="email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6"/>
              </a:ext>
            </a:extLst>
          </a:blip>
          <a:stretch>
            <a:fillRect/>
          </a:stretch>
        </a:blipFill>
      </dgm:spPr>
      <dgm:extLst>
        <a:ext uri="{E40237B7-FDA0-4F09-8148-C483321AD2D9}">
          <dgm14:cNvPr xmlns:dgm14="http://schemas.microsoft.com/office/drawing/2010/diagram" id="0" name="" descr="Key"/>
        </a:ext>
      </dgm:extLst>
    </dgm:pt>
    <dgm:pt modelId="{6E667E1A-F931-471E-8A5F-7D72F1771B16}" type="pres">
      <dgm:prSet presAssocID="{D57B98F8-FFD2-4731-8203-AE27F26EDCB1}" presName="iconSpace" presStyleCnt="0"/>
      <dgm:spPr/>
    </dgm:pt>
    <dgm:pt modelId="{13BB6AAA-3683-469C-9CCB-A0E1F0FAFFE4}" type="pres">
      <dgm:prSet presAssocID="{D57B98F8-FFD2-4731-8203-AE27F26EDCB1}" presName="parTx" presStyleLbl="revTx" presStyleIdx="4" presStyleCnt="8">
        <dgm:presLayoutVars>
          <dgm:chMax val="0"/>
          <dgm:chPref val="0"/>
        </dgm:presLayoutVars>
      </dgm:prSet>
      <dgm:spPr/>
    </dgm:pt>
    <dgm:pt modelId="{55F559AC-E569-49CA-900E-4F52B1223833}" type="pres">
      <dgm:prSet presAssocID="{D57B98F8-FFD2-4731-8203-AE27F26EDCB1}" presName="txSpace" presStyleCnt="0"/>
      <dgm:spPr/>
    </dgm:pt>
    <dgm:pt modelId="{82721A15-C4AF-4A15-ACF3-4716FEE63739}" type="pres">
      <dgm:prSet presAssocID="{D57B98F8-FFD2-4731-8203-AE27F26EDCB1}" presName="desTx" presStyleLbl="revTx" presStyleIdx="5" presStyleCnt="8">
        <dgm:presLayoutVars/>
      </dgm:prSet>
      <dgm:spPr/>
    </dgm:pt>
    <dgm:pt modelId="{35527B24-AE41-488D-A067-CBBBC9731682}" type="pres">
      <dgm:prSet presAssocID="{D0957477-0B3A-4376-A63B-529CBAF7B6D1}" presName="sibTrans" presStyleCnt="0"/>
      <dgm:spPr/>
    </dgm:pt>
    <dgm:pt modelId="{F354931C-3276-4BCB-982E-8AB03D42F1A8}" type="pres">
      <dgm:prSet presAssocID="{E43731A9-9AAB-45D2-94DC-60D969470373}" presName="compNode" presStyleCnt="0"/>
      <dgm:spPr/>
    </dgm:pt>
    <dgm:pt modelId="{2459485E-06B1-43C2-9EAA-CBA8B276DE3C}" type="pres">
      <dgm:prSet presAssocID="{E43731A9-9AAB-45D2-94DC-60D969470373}" presName="iconRect" presStyleLbl="node1" presStyleIdx="3" presStyleCnt="4"/>
      <dgm:spPr>
        <a:blipFill rotWithShape="1">
          <a:blip xmlns:r="http://schemas.openxmlformats.org/officeDocument/2006/relationships" r:embed="rId7" cstate="email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8"/>
              </a:ext>
            </a:extLst>
          </a:blip>
          <a:srcRect/>
          <a:stretch>
            <a:fillRect/>
          </a:stretch>
        </a:blipFill>
      </dgm:spPr>
      <dgm:extLst>
        <a:ext uri="{E40237B7-FDA0-4F09-8148-C483321AD2D9}">
          <dgm14:cNvPr xmlns:dgm14="http://schemas.microsoft.com/office/drawing/2010/diagram" id="0" name="" descr="Ruble"/>
        </a:ext>
      </dgm:extLst>
    </dgm:pt>
    <dgm:pt modelId="{241464FE-0B78-4135-AADC-7D10E69545A2}" type="pres">
      <dgm:prSet presAssocID="{E43731A9-9AAB-45D2-94DC-60D969470373}" presName="iconSpace" presStyleCnt="0"/>
      <dgm:spPr/>
    </dgm:pt>
    <dgm:pt modelId="{145CC38F-7D05-49DB-86DA-E1290ECF69EB}" type="pres">
      <dgm:prSet presAssocID="{E43731A9-9AAB-45D2-94DC-60D969470373}" presName="parTx" presStyleLbl="revTx" presStyleIdx="6" presStyleCnt="8">
        <dgm:presLayoutVars>
          <dgm:chMax val="0"/>
          <dgm:chPref val="0"/>
        </dgm:presLayoutVars>
      </dgm:prSet>
      <dgm:spPr/>
    </dgm:pt>
    <dgm:pt modelId="{E7B23E48-BA78-4485-BA6E-C31D7217BC85}" type="pres">
      <dgm:prSet presAssocID="{E43731A9-9AAB-45D2-94DC-60D969470373}" presName="txSpace" presStyleCnt="0"/>
      <dgm:spPr/>
    </dgm:pt>
    <dgm:pt modelId="{60C09AF6-ED56-4759-A67F-B1DA4BF5C5CF}" type="pres">
      <dgm:prSet presAssocID="{E43731A9-9AAB-45D2-94DC-60D969470373}" presName="desTx" presStyleLbl="revTx" presStyleIdx="7" presStyleCnt="8">
        <dgm:presLayoutVars/>
      </dgm:prSet>
      <dgm:spPr/>
    </dgm:pt>
  </dgm:ptLst>
  <dgm:cxnLst>
    <dgm:cxn modelId="{3D6F9001-B5ED-45CF-9E19-8F891FB71C3E}" type="presOf" srcId="{DFE2C48A-ABFE-4E95-A381-408AABAF12E7}" destId="{638DEC15-ABE1-49AA-AC52-5F3929F6769D}" srcOrd="0" destOrd="0" presId="urn:microsoft.com/office/officeart/2018/2/layout/IconLabelDescriptionList"/>
    <dgm:cxn modelId="{6242B615-FADF-44C6-8A13-ABF1C68FFB30}" srcId="{EDDA384E-2875-4374-92AE-68077A48B9C3}" destId="{E43731A9-9AAB-45D2-94DC-60D969470373}" srcOrd="3" destOrd="0" parTransId="{C70C63E5-ABF3-4B6A-A7BD-12859E0A868F}" sibTransId="{95198BFA-84CC-4929-90DC-C55E6FF87F6E}"/>
    <dgm:cxn modelId="{DE98432D-1902-44D5-9670-01C6AB2227D6}" srcId="{E453B8A3-E6C0-4B23-B12D-56EC2A346E2D}" destId="{DFE2C48A-ABFE-4E95-A381-408AABAF12E7}" srcOrd="0" destOrd="0" parTransId="{F79EA610-814D-4722-BA39-A56BDF53E29C}" sibTransId="{EB89403A-4E92-4A3E-BE81-7F672A9D29D1}"/>
    <dgm:cxn modelId="{48F4CD3A-C864-4DBA-BDEA-E31B620AE39B}" type="presOf" srcId="{AD17F731-2E7E-4473-A25A-334C1AC701C8}" destId="{65026C32-32A3-4823-BC44-E37B9B212E5C}" srcOrd="0" destOrd="0" presId="urn:microsoft.com/office/officeart/2018/2/layout/IconLabelDescriptionList"/>
    <dgm:cxn modelId="{52401F5F-5D7D-4820-A379-9E39965783E4}" type="presOf" srcId="{19530A73-3830-4048-A690-2E8F116ACC44}" destId="{82721A15-C4AF-4A15-ACF3-4716FEE63739}" srcOrd="0" destOrd="1" presId="urn:microsoft.com/office/officeart/2018/2/layout/IconLabelDescriptionList"/>
    <dgm:cxn modelId="{13882446-FD57-4789-8783-E2F087A2B1FF}" srcId="{E43731A9-9AAB-45D2-94DC-60D969470373}" destId="{8CA1A0C2-46FF-4C9D-AC17-D3C98157EC0D}" srcOrd="1" destOrd="0" parTransId="{2E8D2B73-D667-4234-8F22-D47BE8F4B086}" sibTransId="{61101CB3-B8B8-481B-A634-531C1AE4E16F}"/>
    <dgm:cxn modelId="{85C8306A-824E-4468-898B-15ECBE580BC8}" type="presOf" srcId="{E453B8A3-E6C0-4B23-B12D-56EC2A346E2D}" destId="{1942AB30-2B21-422F-94F5-9D3FADD91809}" srcOrd="0" destOrd="0" presId="urn:microsoft.com/office/officeart/2018/2/layout/IconLabelDescriptionList"/>
    <dgm:cxn modelId="{0A98F24B-CBCD-4F6A-AE4F-BB56F7BC95D3}" srcId="{EDDA384E-2875-4374-92AE-68077A48B9C3}" destId="{D57B98F8-FFD2-4731-8203-AE27F26EDCB1}" srcOrd="2" destOrd="0" parTransId="{8AB96260-B7F1-4DA3-A2AF-F44740132433}" sibTransId="{D0957477-0B3A-4376-A63B-529CBAF7B6D1}"/>
    <dgm:cxn modelId="{5B901A75-6591-416C-B0BE-DA9EC988BD2F}" type="presOf" srcId="{EDDA384E-2875-4374-92AE-68077A48B9C3}" destId="{F213B37B-0C91-4F72-B258-803772480565}" srcOrd="0" destOrd="0" presId="urn:microsoft.com/office/officeart/2018/2/layout/IconLabelDescriptionList"/>
    <dgm:cxn modelId="{16129C78-6133-4F52-904A-E95249FCE5D1}" srcId="{E43731A9-9AAB-45D2-94DC-60D969470373}" destId="{8C6E0C83-92C2-4E78-A2AF-D45F72151EF5}" srcOrd="0" destOrd="0" parTransId="{855D9064-2948-4018-B1E3-53C1D323B9A8}" sibTransId="{D7DD7968-D695-4697-80DE-434FDF513694}"/>
    <dgm:cxn modelId="{5C7E8587-FF7F-4C89-BF74-198203330468}" srcId="{EDDA384E-2875-4374-92AE-68077A48B9C3}" destId="{AD17F731-2E7E-4473-A25A-334C1AC701C8}" srcOrd="1" destOrd="0" parTransId="{D9E5CF47-DBBC-44B9-B55D-6498B2A76FA6}" sibTransId="{31AEAB8C-4EF5-45A8-B18C-ADF82250FDEF}"/>
    <dgm:cxn modelId="{0C9D3688-BC90-44F3-BEDB-8E6A1CF24CA7}" type="presOf" srcId="{AEE17E97-D07E-4400-A8F4-94EC26F4557F}" destId="{82721A15-C4AF-4A15-ACF3-4716FEE63739}" srcOrd="0" destOrd="0" presId="urn:microsoft.com/office/officeart/2018/2/layout/IconLabelDescriptionList"/>
    <dgm:cxn modelId="{40F14B8A-6993-4675-99A6-ECC638056913}" type="presOf" srcId="{D57B98F8-FFD2-4731-8203-AE27F26EDCB1}" destId="{13BB6AAA-3683-469C-9CCB-A0E1F0FAFFE4}" srcOrd="0" destOrd="0" presId="urn:microsoft.com/office/officeart/2018/2/layout/IconLabelDescriptionList"/>
    <dgm:cxn modelId="{2933B5A3-6FB3-43BA-94CB-AEE699C79FDD}" srcId="{EDDA384E-2875-4374-92AE-68077A48B9C3}" destId="{E453B8A3-E6C0-4B23-B12D-56EC2A346E2D}" srcOrd="0" destOrd="0" parTransId="{B69ACD7E-FBDF-410C-9D3D-EF726C259554}" sibTransId="{3EB81998-DDD1-471A-B395-F875B9C9BE80}"/>
    <dgm:cxn modelId="{6D9683B7-C42A-4830-B5D8-F2A7A4DB87B8}" type="presOf" srcId="{8C6E0C83-92C2-4E78-A2AF-D45F72151EF5}" destId="{60C09AF6-ED56-4759-A67F-B1DA4BF5C5CF}" srcOrd="0" destOrd="0" presId="urn:microsoft.com/office/officeart/2018/2/layout/IconLabelDescriptionList"/>
    <dgm:cxn modelId="{43AB1FCA-197A-4376-88C4-F1E20CD39C62}" srcId="{D57B98F8-FFD2-4731-8203-AE27F26EDCB1}" destId="{19530A73-3830-4048-A690-2E8F116ACC44}" srcOrd="1" destOrd="0" parTransId="{56BE77A9-B68B-45FD-A858-D1A671E4BD27}" sibTransId="{9C64CDD0-816B-423F-8EBE-CABC17B6596E}"/>
    <dgm:cxn modelId="{92C847CE-79B9-41EB-A046-DF7805D12B52}" type="presOf" srcId="{E43731A9-9AAB-45D2-94DC-60D969470373}" destId="{145CC38F-7D05-49DB-86DA-E1290ECF69EB}" srcOrd="0" destOrd="0" presId="urn:microsoft.com/office/officeart/2018/2/layout/IconLabelDescriptionList"/>
    <dgm:cxn modelId="{A6BBC6EB-E59D-41FA-AE8C-108E9ED02758}" srcId="{D57B98F8-FFD2-4731-8203-AE27F26EDCB1}" destId="{AEE17E97-D07E-4400-A8F4-94EC26F4557F}" srcOrd="0" destOrd="0" parTransId="{F87D28EF-F3A0-45F3-8DA3-043D570AA5A8}" sibTransId="{C79AF071-08CD-4E18-85E2-56BB11F2B3FD}"/>
    <dgm:cxn modelId="{A0BE5BFF-B710-4E09-8E62-9F9B981BB9E0}" type="presOf" srcId="{8CA1A0C2-46FF-4C9D-AC17-D3C98157EC0D}" destId="{60C09AF6-ED56-4759-A67F-B1DA4BF5C5CF}" srcOrd="0" destOrd="1" presId="urn:microsoft.com/office/officeart/2018/2/layout/IconLabelDescriptionList"/>
    <dgm:cxn modelId="{5EF080FF-5279-4730-A91F-AFAD443C5883}" type="presParOf" srcId="{F213B37B-0C91-4F72-B258-803772480565}" destId="{9291893B-EE05-4615-893E-57B8BC8114A7}" srcOrd="0" destOrd="0" presId="urn:microsoft.com/office/officeart/2018/2/layout/IconLabelDescriptionList"/>
    <dgm:cxn modelId="{DBC75E5B-6381-4674-999C-A649C283065B}" type="presParOf" srcId="{9291893B-EE05-4615-893E-57B8BC8114A7}" destId="{5CE7D335-5BF5-4B35-AC68-1C39C8F64F5F}" srcOrd="0" destOrd="0" presId="urn:microsoft.com/office/officeart/2018/2/layout/IconLabelDescriptionList"/>
    <dgm:cxn modelId="{AD91B6E6-B031-4CF6-B885-BD04F7AD58F6}" type="presParOf" srcId="{9291893B-EE05-4615-893E-57B8BC8114A7}" destId="{F10AD8B7-5E8C-4537-AE12-346AB13D5CF2}" srcOrd="1" destOrd="0" presId="urn:microsoft.com/office/officeart/2018/2/layout/IconLabelDescriptionList"/>
    <dgm:cxn modelId="{182E47B3-0A25-477B-A283-C27D74B13B12}" type="presParOf" srcId="{9291893B-EE05-4615-893E-57B8BC8114A7}" destId="{1942AB30-2B21-422F-94F5-9D3FADD91809}" srcOrd="2" destOrd="0" presId="urn:microsoft.com/office/officeart/2018/2/layout/IconLabelDescriptionList"/>
    <dgm:cxn modelId="{4F57C9B9-E65F-4B71-9DDA-71C13A01C4E4}" type="presParOf" srcId="{9291893B-EE05-4615-893E-57B8BC8114A7}" destId="{559E66B7-2AD8-47AC-9FB5-6688B0293965}" srcOrd="3" destOrd="0" presId="urn:microsoft.com/office/officeart/2018/2/layout/IconLabelDescriptionList"/>
    <dgm:cxn modelId="{F36D6CF8-4E88-4AE0-B633-C06DEDC8042D}" type="presParOf" srcId="{9291893B-EE05-4615-893E-57B8BC8114A7}" destId="{638DEC15-ABE1-49AA-AC52-5F3929F6769D}" srcOrd="4" destOrd="0" presId="urn:microsoft.com/office/officeart/2018/2/layout/IconLabelDescriptionList"/>
    <dgm:cxn modelId="{65C38248-1298-45AF-8CB1-AE37BDB65A77}" type="presParOf" srcId="{F213B37B-0C91-4F72-B258-803772480565}" destId="{8DFE0D57-9CB1-4482-B2B9-5C7838A19308}" srcOrd="1" destOrd="0" presId="urn:microsoft.com/office/officeart/2018/2/layout/IconLabelDescriptionList"/>
    <dgm:cxn modelId="{C5CE4613-67E2-4243-BBAE-CB24E672B4DA}" type="presParOf" srcId="{F213B37B-0C91-4F72-B258-803772480565}" destId="{365F7448-4772-4C70-8867-C7390711B036}" srcOrd="2" destOrd="0" presId="urn:microsoft.com/office/officeart/2018/2/layout/IconLabelDescriptionList"/>
    <dgm:cxn modelId="{F51096C4-19E8-4559-84A1-A430CC9E9E0A}" type="presParOf" srcId="{365F7448-4772-4C70-8867-C7390711B036}" destId="{C58EE24C-7BFA-415A-8B5E-44680E8A4F3D}" srcOrd="0" destOrd="0" presId="urn:microsoft.com/office/officeart/2018/2/layout/IconLabelDescriptionList"/>
    <dgm:cxn modelId="{84CCFB28-1C21-4875-A04A-DBCCC11005FD}" type="presParOf" srcId="{365F7448-4772-4C70-8867-C7390711B036}" destId="{0FE2DF44-9AEC-475E-86E9-D9B5116E3A5E}" srcOrd="1" destOrd="0" presId="urn:microsoft.com/office/officeart/2018/2/layout/IconLabelDescriptionList"/>
    <dgm:cxn modelId="{5F194709-DB66-49D1-A83B-56658D43BDCC}" type="presParOf" srcId="{365F7448-4772-4C70-8867-C7390711B036}" destId="{65026C32-32A3-4823-BC44-E37B9B212E5C}" srcOrd="2" destOrd="0" presId="urn:microsoft.com/office/officeart/2018/2/layout/IconLabelDescriptionList"/>
    <dgm:cxn modelId="{A2641DCC-E0BB-4AD0-A0D0-F92ECEA21DE1}" type="presParOf" srcId="{365F7448-4772-4C70-8867-C7390711B036}" destId="{51D0D3DF-9F27-4F74-B686-5A6707838E07}" srcOrd="3" destOrd="0" presId="urn:microsoft.com/office/officeart/2018/2/layout/IconLabelDescriptionList"/>
    <dgm:cxn modelId="{8E82B869-7803-4B7D-9A22-232BA53F4AEA}" type="presParOf" srcId="{365F7448-4772-4C70-8867-C7390711B036}" destId="{84B158E7-7308-4CFE-82D4-E94CA78665C5}" srcOrd="4" destOrd="0" presId="urn:microsoft.com/office/officeart/2018/2/layout/IconLabelDescriptionList"/>
    <dgm:cxn modelId="{CF19B124-7EE1-4848-B349-D1BD8F26752B}" type="presParOf" srcId="{F213B37B-0C91-4F72-B258-803772480565}" destId="{7EC20D8E-2C94-4896-A92A-D35ACB6FB455}" srcOrd="3" destOrd="0" presId="urn:microsoft.com/office/officeart/2018/2/layout/IconLabelDescriptionList"/>
    <dgm:cxn modelId="{38315187-2E2D-40C6-96F9-F32D848B834F}" type="presParOf" srcId="{F213B37B-0C91-4F72-B258-803772480565}" destId="{0B8864FA-C644-4416-B79F-EDD927DBDD5A}" srcOrd="4" destOrd="0" presId="urn:microsoft.com/office/officeart/2018/2/layout/IconLabelDescriptionList"/>
    <dgm:cxn modelId="{40C9AA64-7438-49C1-9E78-B291ACBE2AFF}" type="presParOf" srcId="{0B8864FA-C644-4416-B79F-EDD927DBDD5A}" destId="{5E7F3BC2-6507-42B8-871C-C13EEDB27A07}" srcOrd="0" destOrd="0" presId="urn:microsoft.com/office/officeart/2018/2/layout/IconLabelDescriptionList"/>
    <dgm:cxn modelId="{44109EAB-7818-4E6C-AB7F-6047A0880654}" type="presParOf" srcId="{0B8864FA-C644-4416-B79F-EDD927DBDD5A}" destId="{6E667E1A-F931-471E-8A5F-7D72F1771B16}" srcOrd="1" destOrd="0" presId="urn:microsoft.com/office/officeart/2018/2/layout/IconLabelDescriptionList"/>
    <dgm:cxn modelId="{2D54E976-E575-4D19-8D25-AFDBF1E71129}" type="presParOf" srcId="{0B8864FA-C644-4416-B79F-EDD927DBDD5A}" destId="{13BB6AAA-3683-469C-9CCB-A0E1F0FAFFE4}" srcOrd="2" destOrd="0" presId="urn:microsoft.com/office/officeart/2018/2/layout/IconLabelDescriptionList"/>
    <dgm:cxn modelId="{A1F0493C-47AF-4718-98CD-C9CE633DCE85}" type="presParOf" srcId="{0B8864FA-C644-4416-B79F-EDD927DBDD5A}" destId="{55F559AC-E569-49CA-900E-4F52B1223833}" srcOrd="3" destOrd="0" presId="urn:microsoft.com/office/officeart/2018/2/layout/IconLabelDescriptionList"/>
    <dgm:cxn modelId="{71C1D8F4-197F-4127-AB15-C2F7F5228D05}" type="presParOf" srcId="{0B8864FA-C644-4416-B79F-EDD927DBDD5A}" destId="{82721A15-C4AF-4A15-ACF3-4716FEE63739}" srcOrd="4" destOrd="0" presId="urn:microsoft.com/office/officeart/2018/2/layout/IconLabelDescriptionList"/>
    <dgm:cxn modelId="{E5C8CC47-7224-4E2E-8981-BAF3C07F3671}" type="presParOf" srcId="{F213B37B-0C91-4F72-B258-803772480565}" destId="{35527B24-AE41-488D-A067-CBBBC9731682}" srcOrd="5" destOrd="0" presId="urn:microsoft.com/office/officeart/2018/2/layout/IconLabelDescriptionList"/>
    <dgm:cxn modelId="{F452106C-EADF-42DF-87E2-223941F416CB}" type="presParOf" srcId="{F213B37B-0C91-4F72-B258-803772480565}" destId="{F354931C-3276-4BCB-982E-8AB03D42F1A8}" srcOrd="6" destOrd="0" presId="urn:microsoft.com/office/officeart/2018/2/layout/IconLabelDescriptionList"/>
    <dgm:cxn modelId="{12FD2FA0-C4D0-4118-A814-B16B1DF71BF7}" type="presParOf" srcId="{F354931C-3276-4BCB-982E-8AB03D42F1A8}" destId="{2459485E-06B1-43C2-9EAA-CBA8B276DE3C}" srcOrd="0" destOrd="0" presId="urn:microsoft.com/office/officeart/2018/2/layout/IconLabelDescriptionList"/>
    <dgm:cxn modelId="{8F85F1F0-526F-4A7C-978B-E1928AFD712F}" type="presParOf" srcId="{F354931C-3276-4BCB-982E-8AB03D42F1A8}" destId="{241464FE-0B78-4135-AADC-7D10E69545A2}" srcOrd="1" destOrd="0" presId="urn:microsoft.com/office/officeart/2018/2/layout/IconLabelDescriptionList"/>
    <dgm:cxn modelId="{FA34366C-926E-458C-B3BC-714EA713EB4F}" type="presParOf" srcId="{F354931C-3276-4BCB-982E-8AB03D42F1A8}" destId="{145CC38F-7D05-49DB-86DA-E1290ECF69EB}" srcOrd="2" destOrd="0" presId="urn:microsoft.com/office/officeart/2018/2/layout/IconLabelDescriptionList"/>
    <dgm:cxn modelId="{61CF68E9-75F5-45FC-B65C-B520D29480B4}" type="presParOf" srcId="{F354931C-3276-4BCB-982E-8AB03D42F1A8}" destId="{E7B23E48-BA78-4485-BA6E-C31D7217BC85}" srcOrd="3" destOrd="0" presId="urn:microsoft.com/office/officeart/2018/2/layout/IconLabelDescriptionList"/>
    <dgm:cxn modelId="{54E9089B-741A-4B27-89A3-1808406A2579}" type="presParOf" srcId="{F354931C-3276-4BCB-982E-8AB03D42F1A8}" destId="{60C09AF6-ED56-4759-A67F-B1DA4BF5C5CF}" srcOrd="4" destOrd="0" presId="urn:microsoft.com/office/officeart/2018/2/layout/IconLabelDescriptionList"/>
  </dgm:cxnLst>
  <dgm:bg/>
  <dgm:whole/>
  <dgm:extLst>
    <a:ext uri="http://schemas.microsoft.com/office/drawing/2008/diagram">
      <dsp:dataModelExt xmlns:dsp="http://schemas.microsoft.com/office/drawing/2008/diagram" relId="rId6" minVer="http://schemas.openxmlformats.org/drawingml/2006/diagram"/>
    </a:ext>
  </dgm:extLst>
</dgm:dataModel>
</file>

<file path=ppt/diagrams/data104.xml><?xml version="1.0" encoding="utf-8"?>
<dgm:dataModel xmlns:dgm="http://schemas.openxmlformats.org/drawingml/2006/diagram" xmlns:a="http://schemas.openxmlformats.org/drawingml/2006/main">
  <dgm:ptLst>
    <dgm:pt modelId="{EDDA384E-2875-4374-92AE-68077A48B9C3}" type="doc">
      <dgm:prSet loTypeId="urn:microsoft.com/office/officeart/2018/2/layout/IconLabelDescriptionList" loCatId="icon" qsTypeId="urn:microsoft.com/office/officeart/2005/8/quickstyle/simple1" qsCatId="simple" csTypeId="urn:microsoft.com/office/officeart/2018/5/colors/Iconchunking_neutralbg_colorful2" csCatId="colorful" phldr="1"/>
      <dgm:spPr/>
      <dgm:t>
        <a:bodyPr/>
        <a:lstStyle/>
        <a:p>
          <a:endParaRPr lang="en-US"/>
        </a:p>
      </dgm:t>
    </dgm:pt>
    <dgm:pt modelId="{DFFC5EF6-A0F0-44B9-BDDC-CBD3C0BF2590}">
      <dgm:prSet/>
      <dgm:spPr/>
      <dgm:t>
        <a:bodyPr/>
        <a:lstStyle/>
        <a:p>
          <a:pPr>
            <a:lnSpc>
              <a:spcPct val="100000"/>
            </a:lnSpc>
          </a:pPr>
          <a:r>
            <a:rPr lang="en-US" dirty="0"/>
            <a:t>the serialized transaction</a:t>
          </a:r>
        </a:p>
      </dgm:t>
    </dgm:pt>
    <dgm:pt modelId="{379B50CB-16AB-4510-A201-6C66BD238723}" type="parTrans" cxnId="{D2E6F3F4-F735-44DC-96C5-BA7629F5BAE0}">
      <dgm:prSet/>
      <dgm:spPr/>
      <dgm:t>
        <a:bodyPr/>
        <a:lstStyle/>
        <a:p>
          <a:endParaRPr lang="en-US"/>
        </a:p>
      </dgm:t>
    </dgm:pt>
    <dgm:pt modelId="{2E995A01-7374-4159-839A-C25CBA61A698}" type="sibTrans" cxnId="{D2E6F3F4-F735-44DC-96C5-BA7629F5BAE0}">
      <dgm:prSet/>
      <dgm:spPr/>
      <dgm:t>
        <a:bodyPr/>
        <a:lstStyle/>
        <a:p>
          <a:endParaRPr lang="en-US"/>
        </a:p>
      </dgm:t>
    </dgm:pt>
    <dgm:pt modelId="{977BBDD5-E6FF-45E0-BAA9-6C87318D0F41}">
      <dgm:prSet/>
      <dgm:spPr/>
      <dgm:t>
        <a:bodyPr/>
        <a:lstStyle/>
        <a:p>
          <a:pPr>
            <a:lnSpc>
              <a:spcPct val="100000"/>
            </a:lnSpc>
          </a:pPr>
          <a:r>
            <a:rPr lang="en-US" dirty="0"/>
            <a:t>the public key</a:t>
          </a:r>
        </a:p>
      </dgm:t>
    </dgm:pt>
    <dgm:pt modelId="{85ADB501-4009-4408-BBA0-EDA21E2DD317}" type="parTrans" cxnId="{DBC8FBFB-7A0C-4D06-85BF-336F45BE2A63}">
      <dgm:prSet/>
      <dgm:spPr/>
      <dgm:t>
        <a:bodyPr/>
        <a:lstStyle/>
        <a:p>
          <a:endParaRPr lang="en-US"/>
        </a:p>
      </dgm:t>
    </dgm:pt>
    <dgm:pt modelId="{612E6261-1600-4E41-8838-272C5691B91C}" type="sibTrans" cxnId="{DBC8FBFB-7A0C-4D06-85BF-336F45BE2A63}">
      <dgm:prSet/>
      <dgm:spPr/>
      <dgm:t>
        <a:bodyPr/>
        <a:lstStyle/>
        <a:p>
          <a:endParaRPr lang="en-US"/>
        </a:p>
      </dgm:t>
    </dgm:pt>
    <dgm:pt modelId="{F3D36DF0-59C3-41F2-9EB3-D7D9B2C12380}">
      <dgm:prSet/>
      <dgm:spPr/>
      <dgm:t>
        <a:bodyPr/>
        <a:lstStyle/>
        <a:p>
          <a:pPr>
            <a:lnSpc>
              <a:spcPct val="100000"/>
            </a:lnSpc>
            <a:defRPr b="1"/>
          </a:pPr>
          <a:r>
            <a:rPr lang="tr-TR"/>
            <a:t>Verification Fields</a:t>
          </a:r>
          <a:endParaRPr lang="en-US"/>
        </a:p>
      </dgm:t>
    </dgm:pt>
    <dgm:pt modelId="{7C3FA4A6-DBE2-471C-A5BA-5F3033730EBF}" type="parTrans" cxnId="{CDF443E8-7C16-4C5F-9AD1-76DA35AC4B26}">
      <dgm:prSet/>
      <dgm:spPr/>
      <dgm:t>
        <a:bodyPr/>
        <a:lstStyle/>
        <a:p>
          <a:endParaRPr lang="tr-TR"/>
        </a:p>
      </dgm:t>
    </dgm:pt>
    <dgm:pt modelId="{941F7957-EC8B-4584-A4F5-9AD1800E43F4}" type="sibTrans" cxnId="{CDF443E8-7C16-4C5F-9AD1-76DA35AC4B26}">
      <dgm:prSet/>
      <dgm:spPr/>
      <dgm:t>
        <a:bodyPr/>
        <a:lstStyle/>
        <a:p>
          <a:endParaRPr lang="tr-TR"/>
        </a:p>
      </dgm:t>
    </dgm:pt>
    <dgm:pt modelId="{AE1966B1-9956-44B0-B49E-F874ECA9C9D9}">
      <dgm:prSet/>
      <dgm:spPr/>
      <dgm:t>
        <a:bodyPr/>
        <a:lstStyle/>
        <a:p>
          <a:pPr>
            <a:lnSpc>
              <a:spcPct val="100000"/>
            </a:lnSpc>
          </a:pPr>
          <a:r>
            <a:rPr lang="tr-TR" dirty="0"/>
            <a:t>T</a:t>
          </a:r>
          <a:r>
            <a:rPr lang="en-US" dirty="0"/>
            <a:t>he signature</a:t>
          </a:r>
          <a:r>
            <a:rPr lang="tr-TR" dirty="0"/>
            <a:t>: </a:t>
          </a:r>
          <a:r>
            <a:rPr lang="en-US" dirty="0"/>
            <a:t>R</a:t>
          </a:r>
          <a:r>
            <a:rPr lang="tr-TR" dirty="0"/>
            <a:t> &amp; </a:t>
          </a:r>
          <a:r>
            <a:rPr lang="en-US" dirty="0"/>
            <a:t>S</a:t>
          </a:r>
        </a:p>
      </dgm:t>
    </dgm:pt>
    <dgm:pt modelId="{D8B18612-199F-4377-89A7-A5A9502365F0}" type="parTrans" cxnId="{BDFDB74B-B6A8-4CF8-AE14-DCAA08F540EC}">
      <dgm:prSet/>
      <dgm:spPr/>
      <dgm:t>
        <a:bodyPr/>
        <a:lstStyle/>
        <a:p>
          <a:endParaRPr lang="tr-TR"/>
        </a:p>
      </dgm:t>
    </dgm:pt>
    <dgm:pt modelId="{BC98F9BE-5259-4F55-9BBA-321013621FA0}" type="sibTrans" cxnId="{BDFDB74B-B6A8-4CF8-AE14-DCAA08F540EC}">
      <dgm:prSet/>
      <dgm:spPr/>
      <dgm:t>
        <a:bodyPr/>
        <a:lstStyle/>
        <a:p>
          <a:endParaRPr lang="tr-TR"/>
        </a:p>
      </dgm:t>
    </dgm:pt>
    <dgm:pt modelId="{50614B5A-98D2-4F20-9698-ED6343FC1175}">
      <dgm:prSet/>
      <dgm:spPr/>
      <dgm:t>
        <a:bodyPr/>
        <a:lstStyle/>
        <a:p>
          <a:pPr>
            <a:lnSpc>
              <a:spcPct val="100000"/>
            </a:lnSpc>
          </a:pPr>
          <a:r>
            <a:rPr lang="tr-TR"/>
            <a:t>Public key is generated</a:t>
          </a:r>
          <a:endParaRPr lang="en-US"/>
        </a:p>
      </dgm:t>
    </dgm:pt>
    <dgm:pt modelId="{042090D7-75E5-4B0F-A316-5D0E6E4F7B8A}" type="parTrans" cxnId="{084030A2-CF5E-404A-9DA7-4951A9BDD9F9}">
      <dgm:prSet/>
      <dgm:spPr/>
      <dgm:t>
        <a:bodyPr/>
        <a:lstStyle/>
        <a:p>
          <a:endParaRPr lang="tr-TR"/>
        </a:p>
      </dgm:t>
    </dgm:pt>
    <dgm:pt modelId="{D19DB4B0-BB89-4A9A-BDDF-4F7D5507CEF9}" type="sibTrans" cxnId="{084030A2-CF5E-404A-9DA7-4951A9BDD9F9}">
      <dgm:prSet/>
      <dgm:spPr/>
      <dgm:t>
        <a:bodyPr/>
        <a:lstStyle/>
        <a:p>
          <a:endParaRPr lang="tr-TR"/>
        </a:p>
      </dgm:t>
    </dgm:pt>
    <dgm:pt modelId="{EB4FD34A-35D2-4BF9-AD57-369FDEFBE854}">
      <dgm:prSet/>
      <dgm:spPr/>
      <dgm:t>
        <a:bodyPr/>
        <a:lstStyle/>
        <a:p>
          <a:pPr>
            <a:lnSpc>
              <a:spcPct val="100000"/>
            </a:lnSpc>
            <a:defRPr b="1"/>
          </a:pPr>
          <a:r>
            <a:rPr lang="tr-TR"/>
            <a:t>Public &amp; Private keys</a:t>
          </a:r>
          <a:endParaRPr lang="en-US"/>
        </a:p>
      </dgm:t>
    </dgm:pt>
    <dgm:pt modelId="{0CC7216E-5188-459A-91DD-3806FF9BB0D8}" type="parTrans" cxnId="{E3E3BAB8-D5FF-4D57-B3DB-28801D69F9F4}">
      <dgm:prSet/>
      <dgm:spPr/>
      <dgm:t>
        <a:bodyPr/>
        <a:lstStyle/>
        <a:p>
          <a:endParaRPr lang="tr-TR"/>
        </a:p>
      </dgm:t>
    </dgm:pt>
    <dgm:pt modelId="{7968E4DF-2C36-403D-80AB-53A34CC7E89A}" type="sibTrans" cxnId="{E3E3BAB8-D5FF-4D57-B3DB-28801D69F9F4}">
      <dgm:prSet/>
      <dgm:spPr/>
      <dgm:t>
        <a:bodyPr/>
        <a:lstStyle/>
        <a:p>
          <a:endParaRPr lang="tr-TR"/>
        </a:p>
      </dgm:t>
    </dgm:pt>
    <dgm:pt modelId="{69854F1D-3C18-43C1-8012-42B883B7CAE4}">
      <dgm:prSet/>
      <dgm:spPr/>
      <dgm:t>
        <a:bodyPr/>
        <a:lstStyle/>
        <a:p>
          <a:pPr>
            <a:lnSpc>
              <a:spcPct val="100000"/>
            </a:lnSpc>
          </a:pPr>
          <a:r>
            <a:rPr lang="tr-TR"/>
            <a:t>by the owner of private key</a:t>
          </a:r>
          <a:endParaRPr lang="en-US"/>
        </a:p>
      </dgm:t>
    </dgm:pt>
    <dgm:pt modelId="{C5754277-29B1-467E-8C21-5C9E43099D94}" type="parTrans" cxnId="{ACF2DA87-6DFF-42F3-B6C0-88AD57A5AA6D}">
      <dgm:prSet/>
      <dgm:spPr/>
      <dgm:t>
        <a:bodyPr/>
        <a:lstStyle/>
        <a:p>
          <a:endParaRPr lang="tr-TR"/>
        </a:p>
      </dgm:t>
    </dgm:pt>
    <dgm:pt modelId="{F2E9A332-3D02-41AB-A8FB-9FECACA8EDA6}" type="sibTrans" cxnId="{ACF2DA87-6DFF-42F3-B6C0-88AD57A5AA6D}">
      <dgm:prSet/>
      <dgm:spPr/>
      <dgm:t>
        <a:bodyPr/>
        <a:lstStyle/>
        <a:p>
          <a:endParaRPr lang="tr-TR"/>
        </a:p>
      </dgm:t>
    </dgm:pt>
    <dgm:pt modelId="{E3C2D905-7F79-4B85-945E-5485E8C6F2FB}">
      <dgm:prSet/>
      <dgm:spPr/>
      <dgm:t>
        <a:bodyPr/>
        <a:lstStyle/>
        <a:p>
          <a:pPr>
            <a:lnSpc>
              <a:spcPct val="100000"/>
            </a:lnSpc>
            <a:defRPr b="1"/>
          </a:pPr>
          <a:r>
            <a:rPr lang="tr-TR"/>
            <a:t>Private Key &amp; Signature</a:t>
          </a:r>
          <a:endParaRPr lang="en-US"/>
        </a:p>
      </dgm:t>
    </dgm:pt>
    <dgm:pt modelId="{BFBC07D8-8AB3-48C8-A039-B2A0FEB429FA}" type="parTrans" cxnId="{EFB8FD88-E930-44F8-A0D9-D7A832AE141F}">
      <dgm:prSet/>
      <dgm:spPr/>
      <dgm:t>
        <a:bodyPr/>
        <a:lstStyle/>
        <a:p>
          <a:endParaRPr lang="tr-TR"/>
        </a:p>
      </dgm:t>
    </dgm:pt>
    <dgm:pt modelId="{96824611-133C-4B1B-98C9-7784406F74A4}" type="sibTrans" cxnId="{EFB8FD88-E930-44F8-A0D9-D7A832AE141F}">
      <dgm:prSet/>
      <dgm:spPr/>
      <dgm:t>
        <a:bodyPr/>
        <a:lstStyle/>
        <a:p>
          <a:endParaRPr lang="tr-TR"/>
        </a:p>
      </dgm:t>
    </dgm:pt>
    <dgm:pt modelId="{4D76D1BD-4A49-46E2-A7BF-3280C5407C20}">
      <dgm:prSet/>
      <dgm:spPr/>
      <dgm:t>
        <a:bodyPr/>
        <a:lstStyle/>
        <a:p>
          <a:pPr>
            <a:lnSpc>
              <a:spcPct val="100000"/>
            </a:lnSpc>
          </a:pPr>
          <a:r>
            <a:rPr lang="tr-TR"/>
            <a:t>the owner of the private key</a:t>
          </a:r>
          <a:endParaRPr lang="en-US"/>
        </a:p>
      </dgm:t>
    </dgm:pt>
    <dgm:pt modelId="{4B495621-5AA0-4264-ADAC-7BF4214A56AE}" type="parTrans" cxnId="{93A3FC60-BBF0-4624-974F-3C2FA0674D87}">
      <dgm:prSet/>
      <dgm:spPr/>
      <dgm:t>
        <a:bodyPr/>
        <a:lstStyle/>
        <a:p>
          <a:endParaRPr lang="tr-TR"/>
        </a:p>
      </dgm:t>
    </dgm:pt>
    <dgm:pt modelId="{86FDBB06-C94D-4F4B-B6FD-2076AA7228AB}" type="sibTrans" cxnId="{93A3FC60-BBF0-4624-974F-3C2FA0674D87}">
      <dgm:prSet/>
      <dgm:spPr/>
      <dgm:t>
        <a:bodyPr/>
        <a:lstStyle/>
        <a:p>
          <a:endParaRPr lang="tr-TR"/>
        </a:p>
      </dgm:t>
    </dgm:pt>
    <dgm:pt modelId="{F0057EC7-2097-4762-B81B-AD4977A571A2}">
      <dgm:prSet/>
      <dgm:spPr/>
      <dgm:t>
        <a:bodyPr/>
        <a:lstStyle/>
        <a:p>
          <a:pPr>
            <a:lnSpc>
              <a:spcPct val="100000"/>
            </a:lnSpc>
          </a:pPr>
          <a:r>
            <a:rPr lang="tr-TR"/>
            <a:t>can generate the digital signature</a:t>
          </a:r>
          <a:endParaRPr lang="en-US"/>
        </a:p>
      </dgm:t>
    </dgm:pt>
    <dgm:pt modelId="{3FD47EDA-9784-4864-B4F3-EE4116765F08}" type="parTrans" cxnId="{4F478B7E-C695-4A19-92D1-DB2D90FAC75F}">
      <dgm:prSet/>
      <dgm:spPr/>
      <dgm:t>
        <a:bodyPr/>
        <a:lstStyle/>
        <a:p>
          <a:endParaRPr lang="tr-TR"/>
        </a:p>
      </dgm:t>
    </dgm:pt>
    <dgm:pt modelId="{E67909DC-98CB-45D5-8AA9-0D258478297C}" type="sibTrans" cxnId="{4F478B7E-C695-4A19-92D1-DB2D90FAC75F}">
      <dgm:prSet/>
      <dgm:spPr/>
      <dgm:t>
        <a:bodyPr/>
        <a:lstStyle/>
        <a:p>
          <a:endParaRPr lang="tr-TR"/>
        </a:p>
      </dgm:t>
    </dgm:pt>
    <dgm:pt modelId="{D5EE4DE4-60F0-4363-88B6-5D33742F3B1C}">
      <dgm:prSet/>
      <dgm:spPr/>
      <dgm:t>
        <a:bodyPr/>
        <a:lstStyle/>
        <a:p>
          <a:pPr>
            <a:lnSpc>
              <a:spcPct val="100000"/>
            </a:lnSpc>
            <a:defRPr b="1"/>
          </a:pPr>
          <a:r>
            <a:rPr lang="tr-TR"/>
            <a:t>Transaction</a:t>
          </a:r>
          <a:endParaRPr lang="en-US"/>
        </a:p>
      </dgm:t>
    </dgm:pt>
    <dgm:pt modelId="{4BFCCA51-28EE-42F4-9393-F94EBF8263AA}" type="parTrans" cxnId="{8C9533BD-EC85-4FCD-B7D1-64DA0510FA91}">
      <dgm:prSet/>
      <dgm:spPr/>
      <dgm:t>
        <a:bodyPr/>
        <a:lstStyle/>
        <a:p>
          <a:endParaRPr lang="tr-TR"/>
        </a:p>
      </dgm:t>
    </dgm:pt>
    <dgm:pt modelId="{01DAC91D-687B-4402-80CD-117075F9B54A}" type="sibTrans" cxnId="{8C9533BD-EC85-4FCD-B7D1-64DA0510FA91}">
      <dgm:prSet/>
      <dgm:spPr/>
      <dgm:t>
        <a:bodyPr/>
        <a:lstStyle/>
        <a:p>
          <a:endParaRPr lang="tr-TR"/>
        </a:p>
      </dgm:t>
    </dgm:pt>
    <dgm:pt modelId="{0FAA0037-0ED1-40F5-BF43-C6CA7A01F53C}">
      <dgm:prSet/>
      <dgm:spPr/>
      <dgm:t>
        <a:bodyPr/>
        <a:lstStyle/>
        <a:p>
          <a:pPr>
            <a:lnSpc>
              <a:spcPct val="100000"/>
            </a:lnSpc>
          </a:pPr>
          <a:r>
            <a:rPr lang="tr-TR"/>
            <a:t>The owner of private key</a:t>
          </a:r>
          <a:endParaRPr lang="en-US"/>
        </a:p>
      </dgm:t>
    </dgm:pt>
    <dgm:pt modelId="{20E5CA13-056E-4D03-845D-A732240489A1}" type="parTrans" cxnId="{6A58863B-DFD8-407F-831E-BA19AAFE909E}">
      <dgm:prSet/>
      <dgm:spPr/>
      <dgm:t>
        <a:bodyPr/>
        <a:lstStyle/>
        <a:p>
          <a:endParaRPr lang="tr-TR"/>
        </a:p>
      </dgm:t>
    </dgm:pt>
    <dgm:pt modelId="{89F58691-6CC1-43CF-A4C0-B92B5EFBCD76}" type="sibTrans" cxnId="{6A58863B-DFD8-407F-831E-BA19AAFE909E}">
      <dgm:prSet/>
      <dgm:spPr/>
      <dgm:t>
        <a:bodyPr/>
        <a:lstStyle/>
        <a:p>
          <a:endParaRPr lang="tr-TR"/>
        </a:p>
      </dgm:t>
    </dgm:pt>
    <dgm:pt modelId="{AAD379AE-3F4D-4491-A249-1494C9307483}">
      <dgm:prSet/>
      <dgm:spPr/>
      <dgm:t>
        <a:bodyPr/>
        <a:lstStyle/>
        <a:p>
          <a:pPr>
            <a:lnSpc>
              <a:spcPct val="100000"/>
            </a:lnSpc>
          </a:pPr>
          <a:r>
            <a:rPr lang="tr-TR"/>
            <a:t>Can generate</a:t>
          </a:r>
          <a:endParaRPr lang="en-US"/>
        </a:p>
      </dgm:t>
    </dgm:pt>
    <dgm:pt modelId="{5588AFFB-ED61-4258-887C-9DE5E3237B6F}" type="parTrans" cxnId="{C28BF84B-AB24-4392-A3F3-64CFA6B24E76}">
      <dgm:prSet/>
      <dgm:spPr/>
      <dgm:t>
        <a:bodyPr/>
        <a:lstStyle/>
        <a:p>
          <a:endParaRPr lang="tr-TR"/>
        </a:p>
      </dgm:t>
    </dgm:pt>
    <dgm:pt modelId="{E8909A8C-0B39-4BE0-BBFC-92FFD11B5BD8}" type="sibTrans" cxnId="{C28BF84B-AB24-4392-A3F3-64CFA6B24E76}">
      <dgm:prSet/>
      <dgm:spPr/>
      <dgm:t>
        <a:bodyPr/>
        <a:lstStyle/>
        <a:p>
          <a:endParaRPr lang="tr-TR"/>
        </a:p>
      </dgm:t>
    </dgm:pt>
    <dgm:pt modelId="{6884A829-5A51-4838-875F-11BEFA487E17}">
      <dgm:prSet/>
      <dgm:spPr/>
      <dgm:t>
        <a:bodyPr/>
        <a:lstStyle/>
        <a:p>
          <a:pPr>
            <a:lnSpc>
              <a:spcPct val="100000"/>
            </a:lnSpc>
          </a:pPr>
          <a:r>
            <a:rPr lang="tr-TR"/>
            <a:t>The signature usint the transaction</a:t>
          </a:r>
          <a:endParaRPr lang="en-US"/>
        </a:p>
      </dgm:t>
    </dgm:pt>
    <dgm:pt modelId="{916FD2A6-AD28-46BD-AAD6-E3C3E40CA0E8}" type="parTrans" cxnId="{60D6E2BE-7E39-4EFA-A1CF-25DF4F71CE47}">
      <dgm:prSet/>
      <dgm:spPr/>
      <dgm:t>
        <a:bodyPr/>
        <a:lstStyle/>
        <a:p>
          <a:endParaRPr lang="tr-TR"/>
        </a:p>
      </dgm:t>
    </dgm:pt>
    <dgm:pt modelId="{0D01F6D5-FAEA-471F-BE17-3B69789CE434}" type="sibTrans" cxnId="{60D6E2BE-7E39-4EFA-A1CF-25DF4F71CE47}">
      <dgm:prSet/>
      <dgm:spPr/>
      <dgm:t>
        <a:bodyPr/>
        <a:lstStyle/>
        <a:p>
          <a:endParaRPr lang="tr-TR"/>
        </a:p>
      </dgm:t>
    </dgm:pt>
    <dgm:pt modelId="{F213B37B-0C91-4F72-B258-803772480565}" type="pres">
      <dgm:prSet presAssocID="{EDDA384E-2875-4374-92AE-68077A48B9C3}" presName="root" presStyleCnt="0">
        <dgm:presLayoutVars>
          <dgm:dir/>
          <dgm:resizeHandles val="exact"/>
        </dgm:presLayoutVars>
      </dgm:prSet>
      <dgm:spPr/>
    </dgm:pt>
    <dgm:pt modelId="{DF046A28-E5FD-4D22-B365-108FF53D1414}" type="pres">
      <dgm:prSet presAssocID="{EB4FD34A-35D2-4BF9-AD57-369FDEFBE854}" presName="compNode" presStyleCnt="0"/>
      <dgm:spPr/>
    </dgm:pt>
    <dgm:pt modelId="{B7776291-F77C-40C3-8EFF-BB162660E3F4}" type="pres">
      <dgm:prSet presAssocID="{EB4FD34A-35D2-4BF9-AD57-369FDEFBE854}" presName="iconRect" presStyleLbl="node1" presStyleIdx="0" presStyleCnt="4"/>
      <dgm:spPr>
        <a:blipFill>
          <a:blip xmlns:r="http://schemas.openxmlformats.org/officeDocument/2006/relationships" r:embed="rId1" cstate="email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2"/>
              </a:ext>
            </a:extLst>
          </a:blip>
          <a:stretch>
            <a:fillRect/>
          </a:stretch>
        </a:blipFill>
      </dgm:spPr>
      <dgm:extLst>
        <a:ext uri="{E40237B7-FDA0-4F09-8148-C483321AD2D9}">
          <dgm14:cNvPr xmlns:dgm14="http://schemas.microsoft.com/office/drawing/2010/diagram" id="0" name="" descr="Key"/>
        </a:ext>
      </dgm:extLst>
    </dgm:pt>
    <dgm:pt modelId="{56AC2B63-D682-49A1-9008-B5E6DC44E7F3}" type="pres">
      <dgm:prSet presAssocID="{EB4FD34A-35D2-4BF9-AD57-369FDEFBE854}" presName="iconSpace" presStyleCnt="0"/>
      <dgm:spPr/>
    </dgm:pt>
    <dgm:pt modelId="{82574523-F4DE-49DC-8C0C-94AD5FBA7600}" type="pres">
      <dgm:prSet presAssocID="{EB4FD34A-35D2-4BF9-AD57-369FDEFBE854}" presName="parTx" presStyleLbl="revTx" presStyleIdx="0" presStyleCnt="8">
        <dgm:presLayoutVars>
          <dgm:chMax val="0"/>
          <dgm:chPref val="0"/>
        </dgm:presLayoutVars>
      </dgm:prSet>
      <dgm:spPr/>
    </dgm:pt>
    <dgm:pt modelId="{0629ABDD-1E98-4788-BB3B-4DFA66C96683}" type="pres">
      <dgm:prSet presAssocID="{EB4FD34A-35D2-4BF9-AD57-369FDEFBE854}" presName="txSpace" presStyleCnt="0"/>
      <dgm:spPr/>
    </dgm:pt>
    <dgm:pt modelId="{CACD85B5-7987-409A-946D-D101467F0E40}" type="pres">
      <dgm:prSet presAssocID="{EB4FD34A-35D2-4BF9-AD57-369FDEFBE854}" presName="desTx" presStyleLbl="revTx" presStyleIdx="1" presStyleCnt="8">
        <dgm:presLayoutVars/>
      </dgm:prSet>
      <dgm:spPr/>
    </dgm:pt>
    <dgm:pt modelId="{05E94B55-DE76-430A-B43A-4957D7B4C53A}" type="pres">
      <dgm:prSet presAssocID="{7968E4DF-2C36-403D-80AB-53A34CC7E89A}" presName="sibTrans" presStyleCnt="0"/>
      <dgm:spPr/>
    </dgm:pt>
    <dgm:pt modelId="{49185477-11B8-4E57-B98D-292AD9B9E426}" type="pres">
      <dgm:prSet presAssocID="{E3C2D905-7F79-4B85-945E-5485E8C6F2FB}" presName="compNode" presStyleCnt="0"/>
      <dgm:spPr/>
    </dgm:pt>
    <dgm:pt modelId="{3DE14231-5819-4C8D-8108-9729D40A1895}" type="pres">
      <dgm:prSet presAssocID="{E3C2D905-7F79-4B85-945E-5485E8C6F2FB}" presName="iconRect" presStyleLbl="node1" presStyleIdx="1" presStyleCnt="4"/>
      <dgm:spPr>
        <a:blipFill rotWithShape="1">
          <a:blip xmlns:r="http://schemas.openxmlformats.org/officeDocument/2006/relationships" r:embed="rId3" cstate="email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4"/>
              </a:ext>
            </a:extLst>
          </a:blip>
          <a:srcRect/>
          <a:stretch>
            <a:fillRect/>
          </a:stretch>
        </a:blipFill>
      </dgm:spPr>
      <dgm:extLst>
        <a:ext uri="{E40237B7-FDA0-4F09-8148-C483321AD2D9}">
          <dgm14:cNvPr xmlns:dgm14="http://schemas.microsoft.com/office/drawing/2010/diagram" id="0" name="" descr="Envelope"/>
        </a:ext>
      </dgm:extLst>
    </dgm:pt>
    <dgm:pt modelId="{5B6B7895-863E-4287-8A35-79E952475F8B}" type="pres">
      <dgm:prSet presAssocID="{E3C2D905-7F79-4B85-945E-5485E8C6F2FB}" presName="iconSpace" presStyleCnt="0"/>
      <dgm:spPr/>
    </dgm:pt>
    <dgm:pt modelId="{82222585-5549-4ED9-846D-E305185FAF5D}" type="pres">
      <dgm:prSet presAssocID="{E3C2D905-7F79-4B85-945E-5485E8C6F2FB}" presName="parTx" presStyleLbl="revTx" presStyleIdx="2" presStyleCnt="8">
        <dgm:presLayoutVars>
          <dgm:chMax val="0"/>
          <dgm:chPref val="0"/>
        </dgm:presLayoutVars>
      </dgm:prSet>
      <dgm:spPr/>
    </dgm:pt>
    <dgm:pt modelId="{D0BF237C-3AF4-4B47-BE90-4E75167BE6FA}" type="pres">
      <dgm:prSet presAssocID="{E3C2D905-7F79-4B85-945E-5485E8C6F2FB}" presName="txSpace" presStyleCnt="0"/>
      <dgm:spPr/>
    </dgm:pt>
    <dgm:pt modelId="{BFBC7CB6-1945-4CC9-B413-98E20AEA84C6}" type="pres">
      <dgm:prSet presAssocID="{E3C2D905-7F79-4B85-945E-5485E8C6F2FB}" presName="desTx" presStyleLbl="revTx" presStyleIdx="3" presStyleCnt="8">
        <dgm:presLayoutVars/>
      </dgm:prSet>
      <dgm:spPr/>
    </dgm:pt>
    <dgm:pt modelId="{5B2E34CB-03FB-4712-AB5C-95701D95138D}" type="pres">
      <dgm:prSet presAssocID="{96824611-133C-4B1B-98C9-7784406F74A4}" presName="sibTrans" presStyleCnt="0"/>
      <dgm:spPr/>
    </dgm:pt>
    <dgm:pt modelId="{7D43AF79-F322-4AC6-909A-C74E6AD1CE0C}" type="pres">
      <dgm:prSet presAssocID="{D5EE4DE4-60F0-4363-88B6-5D33742F3B1C}" presName="compNode" presStyleCnt="0"/>
      <dgm:spPr/>
    </dgm:pt>
    <dgm:pt modelId="{9FD26D72-B8E8-4994-9BAF-DFCAC88AF36C}" type="pres">
      <dgm:prSet presAssocID="{D5EE4DE4-60F0-4363-88B6-5D33742F3B1C}" presName="iconRect" presStyleLbl="node1" presStyleIdx="2" presStyleCnt="4"/>
      <dgm:spPr>
        <a:blipFill>
          <a:blip xmlns:r="http://schemas.openxmlformats.org/officeDocument/2006/relationships" r:embed="rId5" cstate="email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6"/>
              </a:ext>
            </a:extLst>
          </a:blip>
          <a:stretch>
            <a:fillRect/>
          </a:stretch>
        </a:blipFill>
      </dgm:spPr>
      <dgm:extLst>
        <a:ext uri="{E40237B7-FDA0-4F09-8148-C483321AD2D9}">
          <dgm14:cNvPr xmlns:dgm14="http://schemas.microsoft.com/office/drawing/2010/diagram" id="0" name="" descr="Barcode"/>
        </a:ext>
      </dgm:extLst>
    </dgm:pt>
    <dgm:pt modelId="{28E9C823-4C99-4F6A-9CF2-2E125E098861}" type="pres">
      <dgm:prSet presAssocID="{D5EE4DE4-60F0-4363-88B6-5D33742F3B1C}" presName="iconSpace" presStyleCnt="0"/>
      <dgm:spPr/>
    </dgm:pt>
    <dgm:pt modelId="{859E1E07-9537-4DC9-A0E7-453226123D83}" type="pres">
      <dgm:prSet presAssocID="{D5EE4DE4-60F0-4363-88B6-5D33742F3B1C}" presName="parTx" presStyleLbl="revTx" presStyleIdx="4" presStyleCnt="8">
        <dgm:presLayoutVars>
          <dgm:chMax val="0"/>
          <dgm:chPref val="0"/>
        </dgm:presLayoutVars>
      </dgm:prSet>
      <dgm:spPr/>
    </dgm:pt>
    <dgm:pt modelId="{6ED8893A-6385-42F1-8CF9-EEB6794DDCBF}" type="pres">
      <dgm:prSet presAssocID="{D5EE4DE4-60F0-4363-88B6-5D33742F3B1C}" presName="txSpace" presStyleCnt="0"/>
      <dgm:spPr/>
    </dgm:pt>
    <dgm:pt modelId="{D2F7726B-0D2C-439F-A435-38AEE27FA447}" type="pres">
      <dgm:prSet presAssocID="{D5EE4DE4-60F0-4363-88B6-5D33742F3B1C}" presName="desTx" presStyleLbl="revTx" presStyleIdx="5" presStyleCnt="8">
        <dgm:presLayoutVars/>
      </dgm:prSet>
      <dgm:spPr/>
    </dgm:pt>
    <dgm:pt modelId="{4B3B53A5-4EA8-4D01-9936-64551277FAB7}" type="pres">
      <dgm:prSet presAssocID="{01DAC91D-687B-4402-80CD-117075F9B54A}" presName="sibTrans" presStyleCnt="0"/>
      <dgm:spPr/>
    </dgm:pt>
    <dgm:pt modelId="{3F765CA5-3ECE-4A99-AED1-49696EB05516}" type="pres">
      <dgm:prSet presAssocID="{F3D36DF0-59C3-41F2-9EB3-D7D9B2C12380}" presName="compNode" presStyleCnt="0"/>
      <dgm:spPr/>
    </dgm:pt>
    <dgm:pt modelId="{397C7F5C-C3BD-43CD-B7DC-BDDD71AC4331}" type="pres">
      <dgm:prSet presAssocID="{F3D36DF0-59C3-41F2-9EB3-D7D9B2C12380}" presName="iconRect" presStyleLbl="node1" presStyleIdx="3" presStyleCnt="4"/>
      <dgm:spPr>
        <a:blipFill>
          <a:blip xmlns:r="http://schemas.openxmlformats.org/officeDocument/2006/relationships" r:embed="rId7" cstate="email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8"/>
              </a:ext>
            </a:extLst>
          </a:blip>
          <a:stretch>
            <a:fillRect/>
          </a:stretch>
        </a:blipFill>
        <a:ln>
          <a:noFill/>
        </a:ln>
      </dgm:spPr>
      <dgm:extLst>
        <a:ext uri="{E40237B7-FDA0-4F09-8148-C483321AD2D9}">
          <dgm14:cNvPr xmlns:dgm14="http://schemas.microsoft.com/office/drawing/2010/diagram" id="0" name="" descr="Bank Check"/>
        </a:ext>
      </dgm:extLst>
    </dgm:pt>
    <dgm:pt modelId="{26B300A8-6195-4C4A-8201-34F64B633B6A}" type="pres">
      <dgm:prSet presAssocID="{F3D36DF0-59C3-41F2-9EB3-D7D9B2C12380}" presName="iconSpace" presStyleCnt="0"/>
      <dgm:spPr/>
    </dgm:pt>
    <dgm:pt modelId="{0AF8C254-001E-48CE-B0D0-8F3DBF313B2E}" type="pres">
      <dgm:prSet presAssocID="{F3D36DF0-59C3-41F2-9EB3-D7D9B2C12380}" presName="parTx" presStyleLbl="revTx" presStyleIdx="6" presStyleCnt="8">
        <dgm:presLayoutVars>
          <dgm:chMax val="0"/>
          <dgm:chPref val="0"/>
        </dgm:presLayoutVars>
      </dgm:prSet>
      <dgm:spPr/>
    </dgm:pt>
    <dgm:pt modelId="{3DEACF51-B4DE-4998-9837-A38E3CDDF498}" type="pres">
      <dgm:prSet presAssocID="{F3D36DF0-59C3-41F2-9EB3-D7D9B2C12380}" presName="txSpace" presStyleCnt="0"/>
      <dgm:spPr/>
    </dgm:pt>
    <dgm:pt modelId="{4C8D01F3-1C1B-4BA0-8A72-6D77C281B044}" type="pres">
      <dgm:prSet presAssocID="{F3D36DF0-59C3-41F2-9EB3-D7D9B2C12380}" presName="desTx" presStyleLbl="revTx" presStyleIdx="7" presStyleCnt="8">
        <dgm:presLayoutVars/>
      </dgm:prSet>
      <dgm:spPr/>
    </dgm:pt>
  </dgm:ptLst>
  <dgm:cxnLst>
    <dgm:cxn modelId="{A4AB6434-0C93-4A67-93B1-80A389DC6B59}" type="presOf" srcId="{E3C2D905-7F79-4B85-945E-5485E8C6F2FB}" destId="{82222585-5549-4ED9-846D-E305185FAF5D}" srcOrd="0" destOrd="0" presId="urn:microsoft.com/office/officeart/2018/2/layout/IconLabelDescriptionList"/>
    <dgm:cxn modelId="{7F8D1237-7B79-4321-858E-F701F660F0D2}" type="presOf" srcId="{0FAA0037-0ED1-40F5-BF43-C6CA7A01F53C}" destId="{D2F7726B-0D2C-439F-A435-38AEE27FA447}" srcOrd="0" destOrd="0" presId="urn:microsoft.com/office/officeart/2018/2/layout/IconLabelDescriptionList"/>
    <dgm:cxn modelId="{6A58863B-DFD8-407F-831E-BA19AAFE909E}" srcId="{D5EE4DE4-60F0-4363-88B6-5D33742F3B1C}" destId="{0FAA0037-0ED1-40F5-BF43-C6CA7A01F53C}" srcOrd="0" destOrd="0" parTransId="{20E5CA13-056E-4D03-845D-A732240489A1}" sibTransId="{89F58691-6CC1-43CF-A4C0-B92B5EFBCD76}"/>
    <dgm:cxn modelId="{93A3FC60-BBF0-4624-974F-3C2FA0674D87}" srcId="{E3C2D905-7F79-4B85-945E-5485E8C6F2FB}" destId="{4D76D1BD-4A49-46E2-A7BF-3280C5407C20}" srcOrd="0" destOrd="0" parTransId="{4B495621-5AA0-4264-ADAC-7BF4214A56AE}" sibTransId="{86FDBB06-C94D-4F4B-B6FD-2076AA7228AB}"/>
    <dgm:cxn modelId="{4DAC2269-F4BE-4E8C-BAA4-E3B89F80A484}" type="presOf" srcId="{50614B5A-98D2-4F20-9698-ED6343FC1175}" destId="{CACD85B5-7987-409A-946D-D101467F0E40}" srcOrd="0" destOrd="0" presId="urn:microsoft.com/office/officeart/2018/2/layout/IconLabelDescriptionList"/>
    <dgm:cxn modelId="{BDFDB74B-B6A8-4CF8-AE14-DCAA08F540EC}" srcId="{F3D36DF0-59C3-41F2-9EB3-D7D9B2C12380}" destId="{AE1966B1-9956-44B0-B49E-F874ECA9C9D9}" srcOrd="0" destOrd="0" parTransId="{D8B18612-199F-4377-89A7-A5A9502365F0}" sibTransId="{BC98F9BE-5259-4F55-9BBA-321013621FA0}"/>
    <dgm:cxn modelId="{C28BF84B-AB24-4392-A3F3-64CFA6B24E76}" srcId="{D5EE4DE4-60F0-4363-88B6-5D33742F3B1C}" destId="{AAD379AE-3F4D-4491-A249-1494C9307483}" srcOrd="1" destOrd="0" parTransId="{5588AFFB-ED61-4258-887C-9DE5E3237B6F}" sibTransId="{E8909A8C-0B39-4BE0-BBFC-92FFD11B5BD8}"/>
    <dgm:cxn modelId="{3F9D1D70-2A50-4567-9840-ED3A15C52F6F}" type="presOf" srcId="{69854F1D-3C18-43C1-8012-42B883B7CAE4}" destId="{CACD85B5-7987-409A-946D-D101467F0E40}" srcOrd="0" destOrd="1" presId="urn:microsoft.com/office/officeart/2018/2/layout/IconLabelDescriptionList"/>
    <dgm:cxn modelId="{092EAC53-028A-491E-BC5E-88B84EF3DBBE}" type="presOf" srcId="{DFFC5EF6-A0F0-44B9-BDDC-CBD3C0BF2590}" destId="{4C8D01F3-1C1B-4BA0-8A72-6D77C281B044}" srcOrd="0" destOrd="1" presId="urn:microsoft.com/office/officeart/2018/2/layout/IconLabelDescriptionList"/>
    <dgm:cxn modelId="{5B901A75-6591-416C-B0BE-DA9EC988BD2F}" type="presOf" srcId="{EDDA384E-2875-4374-92AE-68077A48B9C3}" destId="{F213B37B-0C91-4F72-B258-803772480565}" srcOrd="0" destOrd="0" presId="urn:microsoft.com/office/officeart/2018/2/layout/IconLabelDescriptionList"/>
    <dgm:cxn modelId="{1B1B3E77-9D61-4F73-8ED2-9FEFEEE05315}" type="presOf" srcId="{F3D36DF0-59C3-41F2-9EB3-D7D9B2C12380}" destId="{0AF8C254-001E-48CE-B0D0-8F3DBF313B2E}" srcOrd="0" destOrd="0" presId="urn:microsoft.com/office/officeart/2018/2/layout/IconLabelDescriptionList"/>
    <dgm:cxn modelId="{4F478B7E-C695-4A19-92D1-DB2D90FAC75F}" srcId="{E3C2D905-7F79-4B85-945E-5485E8C6F2FB}" destId="{F0057EC7-2097-4762-B81B-AD4977A571A2}" srcOrd="1" destOrd="0" parTransId="{3FD47EDA-9784-4864-B4F3-EE4116765F08}" sibTransId="{E67909DC-98CB-45D5-8AA9-0D258478297C}"/>
    <dgm:cxn modelId="{0D5F4685-9966-414C-B409-E8CE686FC34E}" type="presOf" srcId="{6884A829-5A51-4838-875F-11BEFA487E17}" destId="{D2F7726B-0D2C-439F-A435-38AEE27FA447}" srcOrd="0" destOrd="2" presId="urn:microsoft.com/office/officeart/2018/2/layout/IconLabelDescriptionList"/>
    <dgm:cxn modelId="{ACF2DA87-6DFF-42F3-B6C0-88AD57A5AA6D}" srcId="{EB4FD34A-35D2-4BF9-AD57-369FDEFBE854}" destId="{69854F1D-3C18-43C1-8012-42B883B7CAE4}" srcOrd="1" destOrd="0" parTransId="{C5754277-29B1-467E-8C21-5C9E43099D94}" sibTransId="{F2E9A332-3D02-41AB-A8FB-9FECACA8EDA6}"/>
    <dgm:cxn modelId="{EFB8FD88-E930-44F8-A0D9-D7A832AE141F}" srcId="{EDDA384E-2875-4374-92AE-68077A48B9C3}" destId="{E3C2D905-7F79-4B85-945E-5485E8C6F2FB}" srcOrd="1" destOrd="0" parTransId="{BFBC07D8-8AB3-48C8-A039-B2A0FEB429FA}" sibTransId="{96824611-133C-4B1B-98C9-7784406F74A4}"/>
    <dgm:cxn modelId="{EDCD7891-34B5-4E1B-A0BA-5E328CC58C6A}" type="presOf" srcId="{AAD379AE-3F4D-4491-A249-1494C9307483}" destId="{D2F7726B-0D2C-439F-A435-38AEE27FA447}" srcOrd="0" destOrd="1" presId="urn:microsoft.com/office/officeart/2018/2/layout/IconLabelDescriptionList"/>
    <dgm:cxn modelId="{084030A2-CF5E-404A-9DA7-4951A9BDD9F9}" srcId="{EB4FD34A-35D2-4BF9-AD57-369FDEFBE854}" destId="{50614B5A-98D2-4F20-9698-ED6343FC1175}" srcOrd="0" destOrd="0" parTransId="{042090D7-75E5-4B0F-A316-5D0E6E4F7B8A}" sibTransId="{D19DB4B0-BB89-4A9A-BDDF-4F7D5507CEF9}"/>
    <dgm:cxn modelId="{4A23DDB1-4E20-4B48-A1F1-1D6852640F35}" type="presOf" srcId="{F0057EC7-2097-4762-B81B-AD4977A571A2}" destId="{BFBC7CB6-1945-4CC9-B413-98E20AEA84C6}" srcOrd="0" destOrd="1" presId="urn:microsoft.com/office/officeart/2018/2/layout/IconLabelDescriptionList"/>
    <dgm:cxn modelId="{E3E3BAB8-D5FF-4D57-B3DB-28801D69F9F4}" srcId="{EDDA384E-2875-4374-92AE-68077A48B9C3}" destId="{EB4FD34A-35D2-4BF9-AD57-369FDEFBE854}" srcOrd="0" destOrd="0" parTransId="{0CC7216E-5188-459A-91DD-3806FF9BB0D8}" sibTransId="{7968E4DF-2C36-403D-80AB-53A34CC7E89A}"/>
    <dgm:cxn modelId="{8C9533BD-EC85-4FCD-B7D1-64DA0510FA91}" srcId="{EDDA384E-2875-4374-92AE-68077A48B9C3}" destId="{D5EE4DE4-60F0-4363-88B6-5D33742F3B1C}" srcOrd="2" destOrd="0" parTransId="{4BFCCA51-28EE-42F4-9393-F94EBF8263AA}" sibTransId="{01DAC91D-687B-4402-80CD-117075F9B54A}"/>
    <dgm:cxn modelId="{60D6E2BE-7E39-4EFA-A1CF-25DF4F71CE47}" srcId="{D5EE4DE4-60F0-4363-88B6-5D33742F3B1C}" destId="{6884A829-5A51-4838-875F-11BEFA487E17}" srcOrd="2" destOrd="0" parTransId="{916FD2A6-AD28-46BD-AAD6-E3C3E40CA0E8}" sibTransId="{0D01F6D5-FAEA-471F-BE17-3B69789CE434}"/>
    <dgm:cxn modelId="{7709D0C2-90BC-4FAD-8666-CE009111E415}" type="presOf" srcId="{AE1966B1-9956-44B0-B49E-F874ECA9C9D9}" destId="{4C8D01F3-1C1B-4BA0-8A72-6D77C281B044}" srcOrd="0" destOrd="0" presId="urn:microsoft.com/office/officeart/2018/2/layout/IconLabelDescriptionList"/>
    <dgm:cxn modelId="{4758A4D6-E40E-4EDA-953C-177AB57CB051}" type="presOf" srcId="{EB4FD34A-35D2-4BF9-AD57-369FDEFBE854}" destId="{82574523-F4DE-49DC-8C0C-94AD5FBA7600}" srcOrd="0" destOrd="0" presId="urn:microsoft.com/office/officeart/2018/2/layout/IconLabelDescriptionList"/>
    <dgm:cxn modelId="{F1651BDB-6805-4F0F-9922-57C3C5DE55A9}" type="presOf" srcId="{D5EE4DE4-60F0-4363-88B6-5D33742F3B1C}" destId="{859E1E07-9537-4DC9-A0E7-453226123D83}" srcOrd="0" destOrd="0" presId="urn:microsoft.com/office/officeart/2018/2/layout/IconLabelDescriptionList"/>
    <dgm:cxn modelId="{F56689E2-D3B0-406D-A062-4064ADFF7FD5}" type="presOf" srcId="{4D76D1BD-4A49-46E2-A7BF-3280C5407C20}" destId="{BFBC7CB6-1945-4CC9-B413-98E20AEA84C6}" srcOrd="0" destOrd="0" presId="urn:microsoft.com/office/officeart/2018/2/layout/IconLabelDescriptionList"/>
    <dgm:cxn modelId="{CDF443E8-7C16-4C5F-9AD1-76DA35AC4B26}" srcId="{EDDA384E-2875-4374-92AE-68077A48B9C3}" destId="{F3D36DF0-59C3-41F2-9EB3-D7D9B2C12380}" srcOrd="3" destOrd="0" parTransId="{7C3FA4A6-DBE2-471C-A5BA-5F3033730EBF}" sibTransId="{941F7957-EC8B-4584-A4F5-9AD1800E43F4}"/>
    <dgm:cxn modelId="{FE4E23F4-2BF0-497D-A352-9CED72117512}" type="presOf" srcId="{977BBDD5-E6FF-45E0-BAA9-6C87318D0F41}" destId="{4C8D01F3-1C1B-4BA0-8A72-6D77C281B044}" srcOrd="0" destOrd="2" presId="urn:microsoft.com/office/officeart/2018/2/layout/IconLabelDescriptionList"/>
    <dgm:cxn modelId="{D2E6F3F4-F735-44DC-96C5-BA7629F5BAE0}" srcId="{F3D36DF0-59C3-41F2-9EB3-D7D9B2C12380}" destId="{DFFC5EF6-A0F0-44B9-BDDC-CBD3C0BF2590}" srcOrd="1" destOrd="0" parTransId="{379B50CB-16AB-4510-A201-6C66BD238723}" sibTransId="{2E995A01-7374-4159-839A-C25CBA61A698}"/>
    <dgm:cxn modelId="{DBC8FBFB-7A0C-4D06-85BF-336F45BE2A63}" srcId="{F3D36DF0-59C3-41F2-9EB3-D7D9B2C12380}" destId="{977BBDD5-E6FF-45E0-BAA9-6C87318D0F41}" srcOrd="2" destOrd="0" parTransId="{85ADB501-4009-4408-BBA0-EDA21E2DD317}" sibTransId="{612E6261-1600-4E41-8838-272C5691B91C}"/>
    <dgm:cxn modelId="{1F5597D6-37DB-41AA-B40D-8F7930DB3E26}" type="presParOf" srcId="{F213B37B-0C91-4F72-B258-803772480565}" destId="{DF046A28-E5FD-4D22-B365-108FF53D1414}" srcOrd="0" destOrd="0" presId="urn:microsoft.com/office/officeart/2018/2/layout/IconLabelDescriptionList"/>
    <dgm:cxn modelId="{5F98DE0A-8F72-4E19-9B58-6C97F98D3999}" type="presParOf" srcId="{DF046A28-E5FD-4D22-B365-108FF53D1414}" destId="{B7776291-F77C-40C3-8EFF-BB162660E3F4}" srcOrd="0" destOrd="0" presId="urn:microsoft.com/office/officeart/2018/2/layout/IconLabelDescriptionList"/>
    <dgm:cxn modelId="{5AF94674-E3CA-4436-BB81-A5DF23A97BCD}" type="presParOf" srcId="{DF046A28-E5FD-4D22-B365-108FF53D1414}" destId="{56AC2B63-D682-49A1-9008-B5E6DC44E7F3}" srcOrd="1" destOrd="0" presId="urn:microsoft.com/office/officeart/2018/2/layout/IconLabelDescriptionList"/>
    <dgm:cxn modelId="{841DDEBE-AD4E-4422-B853-A92D8A43A39A}" type="presParOf" srcId="{DF046A28-E5FD-4D22-B365-108FF53D1414}" destId="{82574523-F4DE-49DC-8C0C-94AD5FBA7600}" srcOrd="2" destOrd="0" presId="urn:microsoft.com/office/officeart/2018/2/layout/IconLabelDescriptionList"/>
    <dgm:cxn modelId="{23374064-D8FC-4121-B2C6-A636086FB762}" type="presParOf" srcId="{DF046A28-E5FD-4D22-B365-108FF53D1414}" destId="{0629ABDD-1E98-4788-BB3B-4DFA66C96683}" srcOrd="3" destOrd="0" presId="urn:microsoft.com/office/officeart/2018/2/layout/IconLabelDescriptionList"/>
    <dgm:cxn modelId="{40639F92-9D6C-4FD9-A5EE-4A9AEC15CC0F}" type="presParOf" srcId="{DF046A28-E5FD-4D22-B365-108FF53D1414}" destId="{CACD85B5-7987-409A-946D-D101467F0E40}" srcOrd="4" destOrd="0" presId="urn:microsoft.com/office/officeart/2018/2/layout/IconLabelDescriptionList"/>
    <dgm:cxn modelId="{81B84437-F257-458F-8B48-E97AF8DD387B}" type="presParOf" srcId="{F213B37B-0C91-4F72-B258-803772480565}" destId="{05E94B55-DE76-430A-B43A-4957D7B4C53A}" srcOrd="1" destOrd="0" presId="urn:microsoft.com/office/officeart/2018/2/layout/IconLabelDescriptionList"/>
    <dgm:cxn modelId="{44D0AB59-D77F-4466-A720-B453B6A04EE4}" type="presParOf" srcId="{F213B37B-0C91-4F72-B258-803772480565}" destId="{49185477-11B8-4E57-B98D-292AD9B9E426}" srcOrd="2" destOrd="0" presId="urn:microsoft.com/office/officeart/2018/2/layout/IconLabelDescriptionList"/>
    <dgm:cxn modelId="{B2076261-12D2-4CCE-9441-C2AD9CD59062}" type="presParOf" srcId="{49185477-11B8-4E57-B98D-292AD9B9E426}" destId="{3DE14231-5819-4C8D-8108-9729D40A1895}" srcOrd="0" destOrd="0" presId="urn:microsoft.com/office/officeart/2018/2/layout/IconLabelDescriptionList"/>
    <dgm:cxn modelId="{695C6482-62BF-49D5-8140-95667063F639}" type="presParOf" srcId="{49185477-11B8-4E57-B98D-292AD9B9E426}" destId="{5B6B7895-863E-4287-8A35-79E952475F8B}" srcOrd="1" destOrd="0" presId="urn:microsoft.com/office/officeart/2018/2/layout/IconLabelDescriptionList"/>
    <dgm:cxn modelId="{ADC433F4-B6F4-4759-9E27-29F2890CEC6E}" type="presParOf" srcId="{49185477-11B8-4E57-B98D-292AD9B9E426}" destId="{82222585-5549-4ED9-846D-E305185FAF5D}" srcOrd="2" destOrd="0" presId="urn:microsoft.com/office/officeart/2018/2/layout/IconLabelDescriptionList"/>
    <dgm:cxn modelId="{C05DD0C7-73FB-44A3-8088-E4C1D2A496D1}" type="presParOf" srcId="{49185477-11B8-4E57-B98D-292AD9B9E426}" destId="{D0BF237C-3AF4-4B47-BE90-4E75167BE6FA}" srcOrd="3" destOrd="0" presId="urn:microsoft.com/office/officeart/2018/2/layout/IconLabelDescriptionList"/>
    <dgm:cxn modelId="{1BD8D769-4547-463F-A353-E6840724755F}" type="presParOf" srcId="{49185477-11B8-4E57-B98D-292AD9B9E426}" destId="{BFBC7CB6-1945-4CC9-B413-98E20AEA84C6}" srcOrd="4" destOrd="0" presId="urn:microsoft.com/office/officeart/2018/2/layout/IconLabelDescriptionList"/>
    <dgm:cxn modelId="{283E84E0-53F7-49BF-AAEC-E652A5E5AA93}" type="presParOf" srcId="{F213B37B-0C91-4F72-B258-803772480565}" destId="{5B2E34CB-03FB-4712-AB5C-95701D95138D}" srcOrd="3" destOrd="0" presId="urn:microsoft.com/office/officeart/2018/2/layout/IconLabelDescriptionList"/>
    <dgm:cxn modelId="{3824A601-4053-41E6-8994-C94D2B961ACC}" type="presParOf" srcId="{F213B37B-0C91-4F72-B258-803772480565}" destId="{7D43AF79-F322-4AC6-909A-C74E6AD1CE0C}" srcOrd="4" destOrd="0" presId="urn:microsoft.com/office/officeart/2018/2/layout/IconLabelDescriptionList"/>
    <dgm:cxn modelId="{360425FD-38AB-4270-B1D3-8A18174DD137}" type="presParOf" srcId="{7D43AF79-F322-4AC6-909A-C74E6AD1CE0C}" destId="{9FD26D72-B8E8-4994-9BAF-DFCAC88AF36C}" srcOrd="0" destOrd="0" presId="urn:microsoft.com/office/officeart/2018/2/layout/IconLabelDescriptionList"/>
    <dgm:cxn modelId="{0F4D6E3D-0C6E-4F44-900C-E37831E20B2E}" type="presParOf" srcId="{7D43AF79-F322-4AC6-909A-C74E6AD1CE0C}" destId="{28E9C823-4C99-4F6A-9CF2-2E125E098861}" srcOrd="1" destOrd="0" presId="urn:microsoft.com/office/officeart/2018/2/layout/IconLabelDescriptionList"/>
    <dgm:cxn modelId="{A95F87E1-1847-439A-BABB-ACB9EF975C91}" type="presParOf" srcId="{7D43AF79-F322-4AC6-909A-C74E6AD1CE0C}" destId="{859E1E07-9537-4DC9-A0E7-453226123D83}" srcOrd="2" destOrd="0" presId="urn:microsoft.com/office/officeart/2018/2/layout/IconLabelDescriptionList"/>
    <dgm:cxn modelId="{A953E99E-1E32-4698-8DD4-A82443FAD3DE}" type="presParOf" srcId="{7D43AF79-F322-4AC6-909A-C74E6AD1CE0C}" destId="{6ED8893A-6385-42F1-8CF9-EEB6794DDCBF}" srcOrd="3" destOrd="0" presId="urn:microsoft.com/office/officeart/2018/2/layout/IconLabelDescriptionList"/>
    <dgm:cxn modelId="{5D8A1490-8838-4CC4-9535-6FD3C80BE888}" type="presParOf" srcId="{7D43AF79-F322-4AC6-909A-C74E6AD1CE0C}" destId="{D2F7726B-0D2C-439F-A435-38AEE27FA447}" srcOrd="4" destOrd="0" presId="urn:microsoft.com/office/officeart/2018/2/layout/IconLabelDescriptionList"/>
    <dgm:cxn modelId="{F84667F0-80B1-4B14-9860-8E75CD713378}" type="presParOf" srcId="{F213B37B-0C91-4F72-B258-803772480565}" destId="{4B3B53A5-4EA8-4D01-9936-64551277FAB7}" srcOrd="5" destOrd="0" presId="urn:microsoft.com/office/officeart/2018/2/layout/IconLabelDescriptionList"/>
    <dgm:cxn modelId="{7BE1704F-8C6C-46EB-9120-9CA7F406C3B1}" type="presParOf" srcId="{F213B37B-0C91-4F72-B258-803772480565}" destId="{3F765CA5-3ECE-4A99-AED1-49696EB05516}" srcOrd="6" destOrd="0" presId="urn:microsoft.com/office/officeart/2018/2/layout/IconLabelDescriptionList"/>
    <dgm:cxn modelId="{E1896B52-C003-4762-9136-7311326ACDFF}" type="presParOf" srcId="{3F765CA5-3ECE-4A99-AED1-49696EB05516}" destId="{397C7F5C-C3BD-43CD-B7DC-BDDD71AC4331}" srcOrd="0" destOrd="0" presId="urn:microsoft.com/office/officeart/2018/2/layout/IconLabelDescriptionList"/>
    <dgm:cxn modelId="{1C3A479B-A1CE-4ECF-98D9-6FF837C0FCD3}" type="presParOf" srcId="{3F765CA5-3ECE-4A99-AED1-49696EB05516}" destId="{26B300A8-6195-4C4A-8201-34F64B633B6A}" srcOrd="1" destOrd="0" presId="urn:microsoft.com/office/officeart/2018/2/layout/IconLabelDescriptionList"/>
    <dgm:cxn modelId="{81D544BB-C422-4245-814B-7492CBA69BFE}" type="presParOf" srcId="{3F765CA5-3ECE-4A99-AED1-49696EB05516}" destId="{0AF8C254-001E-48CE-B0D0-8F3DBF313B2E}" srcOrd="2" destOrd="0" presId="urn:microsoft.com/office/officeart/2018/2/layout/IconLabelDescriptionList"/>
    <dgm:cxn modelId="{2DCBB228-8020-421B-8F67-247F14263A5F}" type="presParOf" srcId="{3F765CA5-3ECE-4A99-AED1-49696EB05516}" destId="{3DEACF51-B4DE-4998-9837-A38E3CDDF498}" srcOrd="3" destOrd="0" presId="urn:microsoft.com/office/officeart/2018/2/layout/IconLabelDescriptionList"/>
    <dgm:cxn modelId="{BBF681B7-F0F6-455A-8A41-2B5892AABC53}" type="presParOf" srcId="{3F765CA5-3ECE-4A99-AED1-49696EB05516}" destId="{4C8D01F3-1C1B-4BA0-8A72-6D77C281B044}" srcOrd="4" destOrd="0" presId="urn:microsoft.com/office/officeart/2018/2/layout/IconLabelDescriptionList"/>
  </dgm:cxnLst>
  <dgm:bg/>
  <dgm:whole/>
  <dgm:extLst>
    <a:ext uri="http://schemas.microsoft.com/office/drawing/2008/diagram">
      <dsp:dataModelExt xmlns:dsp="http://schemas.microsoft.com/office/drawing/2008/diagram" relId="rId6" minVer="http://schemas.openxmlformats.org/drawingml/2006/diagram"/>
    </a:ext>
  </dgm:extLst>
</dgm:dataModel>
</file>

<file path=ppt/diagrams/data105.xml><?xml version="1.0" encoding="utf-8"?>
<dgm:dataModel xmlns:dgm="http://schemas.openxmlformats.org/drawingml/2006/diagram" xmlns:a="http://schemas.openxmlformats.org/drawingml/2006/main">
  <dgm:ptLst>
    <dgm:pt modelId="{56CF1E4A-1F95-479E-8E32-1EC0AA751072}" type="doc">
      <dgm:prSet loTypeId="urn:microsoft.com/office/officeart/2018/5/layout/CenteredIconLabelDescriptionList" loCatId="icon" qsTypeId="urn:microsoft.com/office/officeart/2005/8/quickstyle/simple1" qsCatId="simple" csTypeId="urn:microsoft.com/office/officeart/2018/5/colors/Iconchunking_neutralbg_accent1_2" csCatId="accent1" phldr="1"/>
      <dgm:spPr/>
      <dgm:t>
        <a:bodyPr/>
        <a:lstStyle/>
        <a:p>
          <a:endParaRPr lang="en-US"/>
        </a:p>
      </dgm:t>
    </dgm:pt>
    <dgm:pt modelId="{F52015F6-8703-40CC-9D83-DB6A92606715}">
      <dgm:prSet/>
      <dgm:spPr/>
      <dgm:t>
        <a:bodyPr/>
        <a:lstStyle/>
        <a:p>
          <a:pPr>
            <a:lnSpc>
              <a:spcPct val="100000"/>
            </a:lnSpc>
            <a:defRPr b="1"/>
          </a:pPr>
          <a:r>
            <a:rPr lang="en-US"/>
            <a:t>The signature verification algorithm</a:t>
          </a:r>
        </a:p>
      </dgm:t>
    </dgm:pt>
    <dgm:pt modelId="{05C8FCCA-E7AA-4691-98FF-EF9EF0BC55E5}" type="parTrans" cxnId="{EE94C3A2-94CB-4CA4-AE7B-8E5BD6E9BE20}">
      <dgm:prSet/>
      <dgm:spPr/>
      <dgm:t>
        <a:bodyPr/>
        <a:lstStyle/>
        <a:p>
          <a:endParaRPr lang="en-US"/>
        </a:p>
      </dgm:t>
    </dgm:pt>
    <dgm:pt modelId="{FE64DCF9-466A-4F53-BFF7-DAC77352663E}" type="sibTrans" cxnId="{EE94C3A2-94CB-4CA4-AE7B-8E5BD6E9BE20}">
      <dgm:prSet/>
      <dgm:spPr/>
      <dgm:t>
        <a:bodyPr/>
        <a:lstStyle/>
        <a:p>
          <a:endParaRPr lang="en-US"/>
        </a:p>
      </dgm:t>
    </dgm:pt>
    <dgm:pt modelId="{4D000195-B726-4D96-9DA6-36ED0ACBE2E9}">
      <dgm:prSet/>
      <dgm:spPr/>
      <dgm:t>
        <a:bodyPr/>
        <a:lstStyle/>
        <a:p>
          <a:pPr>
            <a:lnSpc>
              <a:spcPct val="100000"/>
            </a:lnSpc>
          </a:pPr>
          <a:r>
            <a:rPr lang="en-US"/>
            <a:t>the signer’s public key</a:t>
          </a:r>
        </a:p>
      </dgm:t>
    </dgm:pt>
    <dgm:pt modelId="{0118D337-6D2E-4200-AA09-8CCEF48F20DA}" type="parTrans" cxnId="{329E3B3C-C9AC-477A-AAC6-F9A9A108BF80}">
      <dgm:prSet/>
      <dgm:spPr/>
      <dgm:t>
        <a:bodyPr/>
        <a:lstStyle/>
        <a:p>
          <a:endParaRPr lang="en-US"/>
        </a:p>
      </dgm:t>
    </dgm:pt>
    <dgm:pt modelId="{28EE3833-83A4-41FF-838C-5040B6F505E6}" type="sibTrans" cxnId="{329E3B3C-C9AC-477A-AAC6-F9A9A108BF80}">
      <dgm:prSet/>
      <dgm:spPr/>
      <dgm:t>
        <a:bodyPr/>
        <a:lstStyle/>
        <a:p>
          <a:endParaRPr lang="en-US"/>
        </a:p>
      </dgm:t>
    </dgm:pt>
    <dgm:pt modelId="{2BE11795-1568-41E3-841E-279A936478D7}">
      <dgm:prSet/>
      <dgm:spPr/>
      <dgm:t>
        <a:bodyPr/>
        <a:lstStyle/>
        <a:p>
          <a:pPr>
            <a:lnSpc>
              <a:spcPct val="100000"/>
            </a:lnSpc>
            <a:defRPr b="1"/>
          </a:pPr>
          <a:r>
            <a:rPr lang="en-US"/>
            <a:t>returns</a:t>
          </a:r>
          <a:r>
            <a:rPr lang="tr-TR"/>
            <a:t> </a:t>
          </a:r>
          <a:r>
            <a:rPr lang="en-US"/>
            <a:t>TRUE</a:t>
          </a:r>
        </a:p>
      </dgm:t>
    </dgm:pt>
    <dgm:pt modelId="{7B31CAF8-5BF7-4930-AE0F-9B88FBCCD806}" type="parTrans" cxnId="{80E1CAAF-61EA-480E-AD7E-6F26FDE43B57}">
      <dgm:prSet/>
      <dgm:spPr/>
      <dgm:t>
        <a:bodyPr/>
        <a:lstStyle/>
        <a:p>
          <a:endParaRPr lang="en-US"/>
        </a:p>
      </dgm:t>
    </dgm:pt>
    <dgm:pt modelId="{BB136714-D600-449D-A026-BD678E2EEFF8}" type="sibTrans" cxnId="{80E1CAAF-61EA-480E-AD7E-6F26FDE43B57}">
      <dgm:prSet/>
      <dgm:spPr/>
      <dgm:t>
        <a:bodyPr/>
        <a:lstStyle/>
        <a:p>
          <a:endParaRPr lang="en-US"/>
        </a:p>
      </dgm:t>
    </dgm:pt>
    <dgm:pt modelId="{AE0CA01E-C471-47C3-ADBE-BF42A326077C}">
      <dgm:prSet/>
      <dgm:spPr/>
      <dgm:t>
        <a:bodyPr/>
        <a:lstStyle/>
        <a:p>
          <a:pPr>
            <a:lnSpc>
              <a:spcPct val="100000"/>
            </a:lnSpc>
          </a:pPr>
          <a:r>
            <a:rPr lang="en-US"/>
            <a:t>for this message and public key.</a:t>
          </a:r>
        </a:p>
      </dgm:t>
    </dgm:pt>
    <dgm:pt modelId="{1281DC1C-7FE8-482F-87D9-92B196254B83}" type="parTrans" cxnId="{E16D53D2-B5A9-41A8-AC5A-7A0B0B7F98D2}">
      <dgm:prSet/>
      <dgm:spPr/>
      <dgm:t>
        <a:bodyPr/>
        <a:lstStyle/>
        <a:p>
          <a:endParaRPr lang="en-US"/>
        </a:p>
      </dgm:t>
    </dgm:pt>
    <dgm:pt modelId="{4212451B-67A5-43F3-A52F-DDFE99698EF4}" type="sibTrans" cxnId="{E16D53D2-B5A9-41A8-AC5A-7A0B0B7F98D2}">
      <dgm:prSet/>
      <dgm:spPr/>
      <dgm:t>
        <a:bodyPr/>
        <a:lstStyle/>
        <a:p>
          <a:endParaRPr lang="en-US"/>
        </a:p>
      </dgm:t>
    </dgm:pt>
    <dgm:pt modelId="{E3B39291-7806-48EC-BEED-15FECD6E09AA}">
      <dgm:prSet/>
      <dgm:spPr/>
      <dgm:t>
        <a:bodyPr/>
        <a:lstStyle/>
        <a:p>
          <a:pPr>
            <a:lnSpc>
              <a:spcPct val="100000"/>
            </a:lnSpc>
          </a:pPr>
          <a:r>
            <a:rPr lang="en-US"/>
            <a:t>takes the message</a:t>
          </a:r>
        </a:p>
      </dgm:t>
    </dgm:pt>
    <dgm:pt modelId="{A841D9DE-93C3-49C5-B2CD-6D7F17004771}" type="parTrans" cxnId="{A463CFEA-642E-4BF4-A42C-DB398D02571F}">
      <dgm:prSet/>
      <dgm:spPr/>
      <dgm:t>
        <a:bodyPr/>
        <a:lstStyle/>
        <a:p>
          <a:endParaRPr lang="tr-TR"/>
        </a:p>
      </dgm:t>
    </dgm:pt>
    <dgm:pt modelId="{0EF80340-D46E-4AE7-AA99-1D61E8F6D7D5}" type="sibTrans" cxnId="{A463CFEA-642E-4BF4-A42C-DB398D02571F}">
      <dgm:prSet/>
      <dgm:spPr/>
      <dgm:t>
        <a:bodyPr/>
        <a:lstStyle/>
        <a:p>
          <a:endParaRPr lang="tr-TR"/>
        </a:p>
      </dgm:t>
    </dgm:pt>
    <dgm:pt modelId="{211E7EC2-A1FC-4BEC-A3BD-788F74EBB5A5}">
      <dgm:prSet/>
      <dgm:spPr/>
      <dgm:t>
        <a:bodyPr/>
        <a:lstStyle/>
        <a:p>
          <a:pPr>
            <a:lnSpc>
              <a:spcPct val="100000"/>
            </a:lnSpc>
            <a:defRPr b="1"/>
          </a:pPr>
          <a:r>
            <a:rPr lang="tr-TR"/>
            <a:t>Hash</a:t>
          </a:r>
          <a:endParaRPr lang="en-US"/>
        </a:p>
      </dgm:t>
    </dgm:pt>
    <dgm:pt modelId="{8F9F96F7-9681-44D1-9790-167842EE7915}" type="parTrans" cxnId="{5D2314E0-BCE8-4908-A3F6-1D57D77ACEC1}">
      <dgm:prSet/>
      <dgm:spPr/>
      <dgm:t>
        <a:bodyPr/>
        <a:lstStyle/>
        <a:p>
          <a:endParaRPr lang="tr-TR"/>
        </a:p>
      </dgm:t>
    </dgm:pt>
    <dgm:pt modelId="{5319F97F-0837-4385-A1DC-2F9001520AB6}" type="sibTrans" cxnId="{5D2314E0-BCE8-4908-A3F6-1D57D77ACEC1}">
      <dgm:prSet/>
      <dgm:spPr/>
      <dgm:t>
        <a:bodyPr/>
        <a:lstStyle/>
        <a:p>
          <a:endParaRPr lang="tr-TR"/>
        </a:p>
      </dgm:t>
    </dgm:pt>
    <dgm:pt modelId="{31E14C34-6BDB-48C3-83C9-5D170DC40071}">
      <dgm:prSet/>
      <dgm:spPr/>
      <dgm:t>
        <a:bodyPr/>
        <a:lstStyle/>
        <a:p>
          <a:pPr>
            <a:lnSpc>
              <a:spcPct val="100000"/>
            </a:lnSpc>
          </a:pPr>
          <a:r>
            <a:rPr lang="en-US"/>
            <a:t>a hash of the transaction</a:t>
          </a:r>
        </a:p>
      </dgm:t>
    </dgm:pt>
    <dgm:pt modelId="{34678267-EB06-4129-BC92-945E37C43A30}" type="parTrans" cxnId="{2CAC9E3D-5D5D-450A-8723-B0C1D79B439E}">
      <dgm:prSet/>
      <dgm:spPr/>
      <dgm:t>
        <a:bodyPr/>
        <a:lstStyle/>
        <a:p>
          <a:endParaRPr lang="tr-TR"/>
        </a:p>
      </dgm:t>
    </dgm:pt>
    <dgm:pt modelId="{094767EF-CC99-406D-923B-C0834F05A36C}" type="sibTrans" cxnId="{2CAC9E3D-5D5D-450A-8723-B0C1D79B439E}">
      <dgm:prSet/>
      <dgm:spPr/>
      <dgm:t>
        <a:bodyPr/>
        <a:lstStyle/>
        <a:p>
          <a:endParaRPr lang="tr-TR"/>
        </a:p>
      </dgm:t>
    </dgm:pt>
    <dgm:pt modelId="{FB4D4BCA-D3FE-4876-80E1-E717CA560850}">
      <dgm:prSet/>
      <dgm:spPr/>
      <dgm:t>
        <a:bodyPr/>
        <a:lstStyle/>
        <a:p>
          <a:pPr>
            <a:lnSpc>
              <a:spcPct val="100000"/>
            </a:lnSpc>
          </a:pPr>
          <a:r>
            <a:rPr lang="en-US"/>
            <a:t>or</a:t>
          </a:r>
          <a:r>
            <a:rPr lang="tr-TR"/>
            <a:t> </a:t>
          </a:r>
          <a:r>
            <a:rPr lang="en-US"/>
            <a:t>parts of it</a:t>
          </a:r>
        </a:p>
      </dgm:t>
    </dgm:pt>
    <dgm:pt modelId="{F2E51CC0-A8D5-4DCA-9260-7DE99086F237}" type="parTrans" cxnId="{AF201E87-F990-48A0-9388-1584C9C347EF}">
      <dgm:prSet/>
      <dgm:spPr/>
      <dgm:t>
        <a:bodyPr/>
        <a:lstStyle/>
        <a:p>
          <a:endParaRPr lang="tr-TR"/>
        </a:p>
      </dgm:t>
    </dgm:pt>
    <dgm:pt modelId="{68D99683-F81A-40D1-BB05-A13DBFD37B9E}" type="sibTrans" cxnId="{AF201E87-F990-48A0-9388-1584C9C347EF}">
      <dgm:prSet/>
      <dgm:spPr/>
      <dgm:t>
        <a:bodyPr/>
        <a:lstStyle/>
        <a:p>
          <a:endParaRPr lang="tr-TR"/>
        </a:p>
      </dgm:t>
    </dgm:pt>
    <dgm:pt modelId="{F1AF51B7-9B9B-42F4-9CAB-A1F2982B4B62}">
      <dgm:prSet/>
      <dgm:spPr/>
      <dgm:t>
        <a:bodyPr/>
        <a:lstStyle/>
        <a:p>
          <a:pPr>
            <a:lnSpc>
              <a:spcPct val="100000"/>
            </a:lnSpc>
            <a:defRPr b="1"/>
          </a:pPr>
          <a:r>
            <a:rPr lang="tr-TR"/>
            <a:t>Public key</a:t>
          </a:r>
          <a:endParaRPr lang="en-US"/>
        </a:p>
      </dgm:t>
    </dgm:pt>
    <dgm:pt modelId="{BC25113B-F385-4BF5-BDC8-AC184BA4712F}" type="parTrans" cxnId="{2FFA8B68-A306-4C7C-92C2-CB1DD2E05425}">
      <dgm:prSet/>
      <dgm:spPr/>
      <dgm:t>
        <a:bodyPr/>
        <a:lstStyle/>
        <a:p>
          <a:endParaRPr lang="tr-TR"/>
        </a:p>
      </dgm:t>
    </dgm:pt>
    <dgm:pt modelId="{9DBFBE8E-CC8E-4629-853F-8A11EE573EB9}" type="sibTrans" cxnId="{2FFA8B68-A306-4C7C-92C2-CB1DD2E05425}">
      <dgm:prSet/>
      <dgm:spPr/>
      <dgm:t>
        <a:bodyPr/>
        <a:lstStyle/>
        <a:p>
          <a:endParaRPr lang="tr-TR"/>
        </a:p>
      </dgm:t>
    </dgm:pt>
    <dgm:pt modelId="{A927B90E-8EE8-4EF3-B52E-FDFE5DB8FC2E}">
      <dgm:prSet/>
      <dgm:spPr/>
      <dgm:t>
        <a:bodyPr/>
        <a:lstStyle/>
        <a:p>
          <a:pPr>
            <a:lnSpc>
              <a:spcPct val="100000"/>
            </a:lnSpc>
          </a:pPr>
          <a:r>
            <a:rPr lang="en-US"/>
            <a:t>R and S values</a:t>
          </a:r>
        </a:p>
      </dgm:t>
    </dgm:pt>
    <dgm:pt modelId="{B9CA3F68-0B57-405B-B7C1-D5729F88FE20}" type="parTrans" cxnId="{C69E6445-EDEE-4B27-BCAE-34884AE7855C}">
      <dgm:prSet/>
      <dgm:spPr/>
      <dgm:t>
        <a:bodyPr/>
        <a:lstStyle/>
        <a:p>
          <a:endParaRPr lang="tr-TR"/>
        </a:p>
      </dgm:t>
    </dgm:pt>
    <dgm:pt modelId="{76FDD676-4DB7-454A-BBB0-B8C86C7D6097}" type="sibTrans" cxnId="{C69E6445-EDEE-4B27-BCAE-34884AE7855C}">
      <dgm:prSet/>
      <dgm:spPr/>
      <dgm:t>
        <a:bodyPr/>
        <a:lstStyle/>
        <a:p>
          <a:endParaRPr lang="tr-TR"/>
        </a:p>
      </dgm:t>
    </dgm:pt>
    <dgm:pt modelId="{89A59356-5669-4411-9B6A-9373B5B2673B}">
      <dgm:prSet/>
      <dgm:spPr/>
      <dgm:t>
        <a:bodyPr/>
        <a:lstStyle/>
        <a:p>
          <a:pPr>
            <a:lnSpc>
              <a:spcPct val="100000"/>
            </a:lnSpc>
            <a:defRPr b="1"/>
          </a:pPr>
          <a:r>
            <a:rPr lang="tr-TR"/>
            <a:t>Signature</a:t>
          </a:r>
          <a:endParaRPr lang="en-US"/>
        </a:p>
      </dgm:t>
    </dgm:pt>
    <dgm:pt modelId="{30D22E52-34A7-4B5F-B52F-8F48ECF4F413}" type="parTrans" cxnId="{9B871EB0-FFEB-4E21-9AFE-19D351FE8600}">
      <dgm:prSet/>
      <dgm:spPr/>
      <dgm:t>
        <a:bodyPr/>
        <a:lstStyle/>
        <a:p>
          <a:endParaRPr lang="tr-TR"/>
        </a:p>
      </dgm:t>
    </dgm:pt>
    <dgm:pt modelId="{2FD17631-1DAD-4672-AF4A-42DB588609E4}" type="sibTrans" cxnId="{9B871EB0-FFEB-4E21-9AFE-19D351FE8600}">
      <dgm:prSet/>
      <dgm:spPr/>
      <dgm:t>
        <a:bodyPr/>
        <a:lstStyle/>
        <a:p>
          <a:endParaRPr lang="tr-TR"/>
        </a:p>
      </dgm:t>
    </dgm:pt>
    <dgm:pt modelId="{9909CFA2-FBE4-492A-9902-81A652FE79D4}">
      <dgm:prSet/>
      <dgm:spPr/>
      <dgm:t>
        <a:bodyPr/>
        <a:lstStyle/>
        <a:p>
          <a:pPr>
            <a:lnSpc>
              <a:spcPct val="100000"/>
            </a:lnSpc>
          </a:pPr>
          <a:r>
            <a:rPr lang="en-US"/>
            <a:t>if the signature is valid </a:t>
          </a:r>
        </a:p>
      </dgm:t>
    </dgm:pt>
    <dgm:pt modelId="{FCF45825-3A47-4B2A-A97F-8707536170C8}" type="parTrans" cxnId="{2EED2DEC-EAB8-4DFD-B90D-096C69BEAE03}">
      <dgm:prSet/>
      <dgm:spPr/>
      <dgm:t>
        <a:bodyPr/>
        <a:lstStyle/>
        <a:p>
          <a:endParaRPr lang="tr-TR"/>
        </a:p>
      </dgm:t>
    </dgm:pt>
    <dgm:pt modelId="{062D64AE-DC9F-4C9F-9422-744B5F15D251}" type="sibTrans" cxnId="{2EED2DEC-EAB8-4DFD-B90D-096C69BEAE03}">
      <dgm:prSet/>
      <dgm:spPr/>
      <dgm:t>
        <a:bodyPr/>
        <a:lstStyle/>
        <a:p>
          <a:endParaRPr lang="tr-TR"/>
        </a:p>
      </dgm:t>
    </dgm:pt>
    <dgm:pt modelId="{C80E90A7-797E-473A-A454-77640886F63E}" type="pres">
      <dgm:prSet presAssocID="{56CF1E4A-1F95-479E-8E32-1EC0AA751072}" presName="root" presStyleCnt="0">
        <dgm:presLayoutVars>
          <dgm:dir/>
          <dgm:resizeHandles val="exact"/>
        </dgm:presLayoutVars>
      </dgm:prSet>
      <dgm:spPr/>
    </dgm:pt>
    <dgm:pt modelId="{48DC633A-D2D2-4263-AC11-A77C342F997F}" type="pres">
      <dgm:prSet presAssocID="{F52015F6-8703-40CC-9D83-DB6A92606715}" presName="compNode" presStyleCnt="0"/>
      <dgm:spPr/>
    </dgm:pt>
    <dgm:pt modelId="{5EB38743-2B68-46FC-9F26-A146681560E2}" type="pres">
      <dgm:prSet presAssocID="{F52015F6-8703-40CC-9D83-DB6A92606715}" presName="iconRect" presStyleLbl="node1" presStyleIdx="0" presStyleCnt="5"/>
      <dgm:spPr>
        <a:blipFill>
          <a:blip xmlns:r="http://schemas.openxmlformats.org/officeDocument/2006/relationships" r:embed="rId1" cstate="email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2"/>
              </a:ext>
            </a:extLst>
          </a:blip>
          <a:stretch>
            <a:fillRect/>
          </a:stretch>
        </a:blipFill>
        <a:ln>
          <a:noFill/>
        </a:ln>
      </dgm:spPr>
      <dgm:extLst>
        <a:ext uri="{E40237B7-FDA0-4F09-8148-C483321AD2D9}">
          <dgm14:cNvPr xmlns:dgm14="http://schemas.microsoft.com/office/drawing/2010/diagram" id="0" name="" descr="Phishing"/>
        </a:ext>
      </dgm:extLst>
    </dgm:pt>
    <dgm:pt modelId="{EF92837D-66A4-49CD-8771-F24112584616}" type="pres">
      <dgm:prSet presAssocID="{F52015F6-8703-40CC-9D83-DB6A92606715}" presName="iconSpace" presStyleCnt="0"/>
      <dgm:spPr/>
    </dgm:pt>
    <dgm:pt modelId="{6B22E680-CE95-4BA0-96C2-8FA463282A16}" type="pres">
      <dgm:prSet presAssocID="{F52015F6-8703-40CC-9D83-DB6A92606715}" presName="parTx" presStyleLbl="revTx" presStyleIdx="0" presStyleCnt="10">
        <dgm:presLayoutVars>
          <dgm:chMax val="0"/>
          <dgm:chPref val="0"/>
        </dgm:presLayoutVars>
      </dgm:prSet>
      <dgm:spPr/>
    </dgm:pt>
    <dgm:pt modelId="{1D9D89F0-5BEE-46B6-AF8B-F6849FB1E0B7}" type="pres">
      <dgm:prSet presAssocID="{F52015F6-8703-40CC-9D83-DB6A92606715}" presName="txSpace" presStyleCnt="0"/>
      <dgm:spPr/>
    </dgm:pt>
    <dgm:pt modelId="{968F5CCC-627A-4488-A6B3-AD4212A6D3B0}" type="pres">
      <dgm:prSet presAssocID="{F52015F6-8703-40CC-9D83-DB6A92606715}" presName="desTx" presStyleLbl="revTx" presStyleIdx="1" presStyleCnt="10">
        <dgm:presLayoutVars/>
      </dgm:prSet>
      <dgm:spPr/>
    </dgm:pt>
    <dgm:pt modelId="{3C2B4EC2-5D94-4D7B-879A-B5F5476353BC}" type="pres">
      <dgm:prSet presAssocID="{FE64DCF9-466A-4F53-BFF7-DAC77352663E}" presName="sibTrans" presStyleCnt="0"/>
      <dgm:spPr/>
    </dgm:pt>
    <dgm:pt modelId="{D221D30E-61A3-47C7-A0F1-76410A287037}" type="pres">
      <dgm:prSet presAssocID="{211E7EC2-A1FC-4BEC-A3BD-788F74EBB5A5}" presName="compNode" presStyleCnt="0"/>
      <dgm:spPr/>
    </dgm:pt>
    <dgm:pt modelId="{B2CFD895-CD06-4AF0-AAE9-77402B0F9CDB}" type="pres">
      <dgm:prSet presAssocID="{211E7EC2-A1FC-4BEC-A3BD-788F74EBB5A5}" presName="iconRect" presStyleLbl="node1" presStyleIdx="1" presStyleCnt="5"/>
      <dgm:spPr>
        <a:blipFill>
          <a:blip xmlns:r="http://schemas.openxmlformats.org/officeDocument/2006/relationships" r:embed="rId3" cstate="email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4"/>
              </a:ext>
            </a:extLst>
          </a:blip>
          <a:stretch>
            <a:fillRect/>
          </a:stretch>
        </a:blipFill>
        <a:ln>
          <a:noFill/>
        </a:ln>
      </dgm:spPr>
      <dgm:extLst>
        <a:ext uri="{E40237B7-FDA0-4F09-8148-C483321AD2D9}">
          <dgm14:cNvPr xmlns:dgm14="http://schemas.microsoft.com/office/drawing/2010/diagram" id="0" name="" descr="Id Badge"/>
        </a:ext>
      </dgm:extLst>
    </dgm:pt>
    <dgm:pt modelId="{9A62C129-1AC4-4A38-9F15-771E95D0450F}" type="pres">
      <dgm:prSet presAssocID="{211E7EC2-A1FC-4BEC-A3BD-788F74EBB5A5}" presName="iconSpace" presStyleCnt="0"/>
      <dgm:spPr/>
    </dgm:pt>
    <dgm:pt modelId="{F57A579F-478F-48D1-910E-D2B91E4EA004}" type="pres">
      <dgm:prSet presAssocID="{211E7EC2-A1FC-4BEC-A3BD-788F74EBB5A5}" presName="parTx" presStyleLbl="revTx" presStyleIdx="2" presStyleCnt="10">
        <dgm:presLayoutVars>
          <dgm:chMax val="0"/>
          <dgm:chPref val="0"/>
        </dgm:presLayoutVars>
      </dgm:prSet>
      <dgm:spPr/>
    </dgm:pt>
    <dgm:pt modelId="{69359DE9-2C31-427F-A794-AE65669F8DBB}" type="pres">
      <dgm:prSet presAssocID="{211E7EC2-A1FC-4BEC-A3BD-788F74EBB5A5}" presName="txSpace" presStyleCnt="0"/>
      <dgm:spPr/>
    </dgm:pt>
    <dgm:pt modelId="{C5578B76-B367-4F32-9077-61E56A999717}" type="pres">
      <dgm:prSet presAssocID="{211E7EC2-A1FC-4BEC-A3BD-788F74EBB5A5}" presName="desTx" presStyleLbl="revTx" presStyleIdx="3" presStyleCnt="10">
        <dgm:presLayoutVars/>
      </dgm:prSet>
      <dgm:spPr/>
    </dgm:pt>
    <dgm:pt modelId="{843799E6-8AA7-4EB8-AC8C-003F72FD82DC}" type="pres">
      <dgm:prSet presAssocID="{5319F97F-0837-4385-A1DC-2F9001520AB6}" presName="sibTrans" presStyleCnt="0"/>
      <dgm:spPr/>
    </dgm:pt>
    <dgm:pt modelId="{444CA45F-674E-4D31-9761-FC5DB76FDEB9}" type="pres">
      <dgm:prSet presAssocID="{F1AF51B7-9B9B-42F4-9CAB-A1F2982B4B62}" presName="compNode" presStyleCnt="0"/>
      <dgm:spPr/>
    </dgm:pt>
    <dgm:pt modelId="{DD71D2B0-98AF-41DC-8D17-F2863FD37CF5}" type="pres">
      <dgm:prSet presAssocID="{F1AF51B7-9B9B-42F4-9CAB-A1F2982B4B62}" presName="iconRect" presStyleLbl="node1" presStyleIdx="2" presStyleCnt="5"/>
      <dgm:spPr>
        <a:blipFill rotWithShape="1">
          <a:blip xmlns:r="http://schemas.openxmlformats.org/officeDocument/2006/relationships" r:embed="rId5" cstate="email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6"/>
              </a:ext>
            </a:extLst>
          </a:blip>
          <a:srcRect/>
          <a:stretch>
            <a:fillRect/>
          </a:stretch>
        </a:blipFill>
        <a:ln>
          <a:noFill/>
        </a:ln>
      </dgm:spPr>
      <dgm:extLst>
        <a:ext uri="{E40237B7-FDA0-4F09-8148-C483321AD2D9}">
          <dgm14:cNvPr xmlns:dgm14="http://schemas.microsoft.com/office/drawing/2010/diagram" id="0" name="" descr="Copy"/>
        </a:ext>
      </dgm:extLst>
    </dgm:pt>
    <dgm:pt modelId="{3951184D-68C4-44C1-82D1-159ECB72E6D9}" type="pres">
      <dgm:prSet presAssocID="{F1AF51B7-9B9B-42F4-9CAB-A1F2982B4B62}" presName="iconSpace" presStyleCnt="0"/>
      <dgm:spPr/>
    </dgm:pt>
    <dgm:pt modelId="{2AC1A071-D657-4DC9-AF19-A7B3AFC59C9F}" type="pres">
      <dgm:prSet presAssocID="{F1AF51B7-9B9B-42F4-9CAB-A1F2982B4B62}" presName="parTx" presStyleLbl="revTx" presStyleIdx="4" presStyleCnt="10">
        <dgm:presLayoutVars>
          <dgm:chMax val="0"/>
          <dgm:chPref val="0"/>
        </dgm:presLayoutVars>
      </dgm:prSet>
      <dgm:spPr/>
    </dgm:pt>
    <dgm:pt modelId="{99A72667-E810-43E5-A751-622E3EAF369C}" type="pres">
      <dgm:prSet presAssocID="{F1AF51B7-9B9B-42F4-9CAB-A1F2982B4B62}" presName="txSpace" presStyleCnt="0"/>
      <dgm:spPr/>
    </dgm:pt>
    <dgm:pt modelId="{583696AC-65D5-489F-93CB-691E8683E569}" type="pres">
      <dgm:prSet presAssocID="{F1AF51B7-9B9B-42F4-9CAB-A1F2982B4B62}" presName="desTx" presStyleLbl="revTx" presStyleIdx="5" presStyleCnt="10">
        <dgm:presLayoutVars/>
      </dgm:prSet>
      <dgm:spPr/>
    </dgm:pt>
    <dgm:pt modelId="{70DAEB0A-5351-4FE8-9413-C9226BAEB580}" type="pres">
      <dgm:prSet presAssocID="{9DBFBE8E-CC8E-4629-853F-8A11EE573EB9}" presName="sibTrans" presStyleCnt="0"/>
      <dgm:spPr/>
    </dgm:pt>
    <dgm:pt modelId="{5D4BE9BD-14D0-47F7-BFAB-A7238D619973}" type="pres">
      <dgm:prSet presAssocID="{89A59356-5669-4411-9B6A-9373B5B2673B}" presName="compNode" presStyleCnt="0"/>
      <dgm:spPr/>
    </dgm:pt>
    <dgm:pt modelId="{1209DD64-2A01-4E6C-810E-6E0212EBE7D9}" type="pres">
      <dgm:prSet presAssocID="{89A59356-5669-4411-9B6A-9373B5B2673B}" presName="iconRect" presStyleLbl="node1" presStyleIdx="3" presStyleCnt="5"/>
      <dgm:spPr>
        <a:blipFill>
          <a:blip xmlns:r="http://schemas.openxmlformats.org/officeDocument/2006/relationships" r:embed="rId7" cstate="email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8"/>
              </a:ext>
            </a:extLst>
          </a:blip>
          <a:stretch>
            <a:fillRect/>
          </a:stretch>
        </a:blipFill>
        <a:ln>
          <a:noFill/>
        </a:ln>
      </dgm:spPr>
      <dgm:extLst>
        <a:ext uri="{E40237B7-FDA0-4F09-8148-C483321AD2D9}">
          <dgm14:cNvPr xmlns:dgm14="http://schemas.microsoft.com/office/drawing/2010/diagram" id="0" name="" descr="Ribbon"/>
        </a:ext>
      </dgm:extLst>
    </dgm:pt>
    <dgm:pt modelId="{12FC9755-1DA3-416E-8811-97F5CC58C512}" type="pres">
      <dgm:prSet presAssocID="{89A59356-5669-4411-9B6A-9373B5B2673B}" presName="iconSpace" presStyleCnt="0"/>
      <dgm:spPr/>
    </dgm:pt>
    <dgm:pt modelId="{EDFA28C6-914E-47F5-BC87-B3F2E19FFCE0}" type="pres">
      <dgm:prSet presAssocID="{89A59356-5669-4411-9B6A-9373B5B2673B}" presName="parTx" presStyleLbl="revTx" presStyleIdx="6" presStyleCnt="10">
        <dgm:presLayoutVars>
          <dgm:chMax val="0"/>
          <dgm:chPref val="0"/>
        </dgm:presLayoutVars>
      </dgm:prSet>
      <dgm:spPr/>
    </dgm:pt>
    <dgm:pt modelId="{434E6CB0-A998-458B-AC38-1B5D362C8FA8}" type="pres">
      <dgm:prSet presAssocID="{89A59356-5669-4411-9B6A-9373B5B2673B}" presName="txSpace" presStyleCnt="0"/>
      <dgm:spPr/>
    </dgm:pt>
    <dgm:pt modelId="{1C3E2517-6496-44F7-A2B1-2BC89E3E9CC2}" type="pres">
      <dgm:prSet presAssocID="{89A59356-5669-4411-9B6A-9373B5B2673B}" presName="desTx" presStyleLbl="revTx" presStyleIdx="7" presStyleCnt="10">
        <dgm:presLayoutVars/>
      </dgm:prSet>
      <dgm:spPr/>
    </dgm:pt>
    <dgm:pt modelId="{DBE81AA5-E77D-4B69-B147-BD13A5A8E63C}" type="pres">
      <dgm:prSet presAssocID="{2FD17631-1DAD-4672-AF4A-42DB588609E4}" presName="sibTrans" presStyleCnt="0"/>
      <dgm:spPr/>
    </dgm:pt>
    <dgm:pt modelId="{342C1A39-FACC-4BDE-8664-D2C7386FEDBA}" type="pres">
      <dgm:prSet presAssocID="{2BE11795-1568-41E3-841E-279A936478D7}" presName="compNode" presStyleCnt="0"/>
      <dgm:spPr/>
    </dgm:pt>
    <dgm:pt modelId="{0DCA6255-4A68-4546-B627-817428BD66C2}" type="pres">
      <dgm:prSet presAssocID="{2BE11795-1568-41E3-841E-279A936478D7}" presName="iconRect" presStyleLbl="node1" presStyleIdx="4" presStyleCnt="5"/>
      <dgm:spPr>
        <a:blipFill>
          <a:blip xmlns:r="http://schemas.openxmlformats.org/officeDocument/2006/relationships" r:embed="rId9" cstate="email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10"/>
              </a:ext>
            </a:extLst>
          </a:blip>
          <a:stretch>
            <a:fillRect/>
          </a:stretch>
        </a:blipFill>
        <a:ln>
          <a:noFill/>
        </a:ln>
      </dgm:spPr>
      <dgm:extLst>
        <a:ext uri="{E40237B7-FDA0-4F09-8148-C483321AD2D9}">
          <dgm14:cNvPr xmlns:dgm14="http://schemas.microsoft.com/office/drawing/2010/diagram" id="0" name="" descr="R"/>
        </a:ext>
      </dgm:extLst>
    </dgm:pt>
    <dgm:pt modelId="{87639998-D882-4557-9517-D7C6598D55BA}" type="pres">
      <dgm:prSet presAssocID="{2BE11795-1568-41E3-841E-279A936478D7}" presName="iconSpace" presStyleCnt="0"/>
      <dgm:spPr/>
    </dgm:pt>
    <dgm:pt modelId="{17F57B6A-E297-4150-901A-11DD59EAD294}" type="pres">
      <dgm:prSet presAssocID="{2BE11795-1568-41E3-841E-279A936478D7}" presName="parTx" presStyleLbl="revTx" presStyleIdx="8" presStyleCnt="10">
        <dgm:presLayoutVars>
          <dgm:chMax val="0"/>
          <dgm:chPref val="0"/>
        </dgm:presLayoutVars>
      </dgm:prSet>
      <dgm:spPr/>
    </dgm:pt>
    <dgm:pt modelId="{9DB6D647-D39F-4A42-9047-86944EF7B5AA}" type="pres">
      <dgm:prSet presAssocID="{2BE11795-1568-41E3-841E-279A936478D7}" presName="txSpace" presStyleCnt="0"/>
      <dgm:spPr/>
    </dgm:pt>
    <dgm:pt modelId="{72F5328D-F6F2-4904-A24E-1BD40FFB357A}" type="pres">
      <dgm:prSet presAssocID="{2BE11795-1568-41E3-841E-279A936478D7}" presName="desTx" presStyleLbl="revTx" presStyleIdx="9" presStyleCnt="10">
        <dgm:presLayoutVars/>
      </dgm:prSet>
      <dgm:spPr/>
    </dgm:pt>
  </dgm:ptLst>
  <dgm:cxnLst>
    <dgm:cxn modelId="{709B2024-B061-4E4C-81CA-CB57415692A5}" type="presOf" srcId="{E3B39291-7806-48EC-BEED-15FECD6E09AA}" destId="{968F5CCC-627A-4488-A6B3-AD4212A6D3B0}" srcOrd="0" destOrd="0" presId="urn:microsoft.com/office/officeart/2018/5/layout/CenteredIconLabelDescriptionList"/>
    <dgm:cxn modelId="{E7D7BF3B-EF8B-42B9-83AC-612EF7AEF1E8}" type="presOf" srcId="{9909CFA2-FBE4-492A-9902-81A652FE79D4}" destId="{72F5328D-F6F2-4904-A24E-1BD40FFB357A}" srcOrd="0" destOrd="0" presId="urn:microsoft.com/office/officeart/2018/5/layout/CenteredIconLabelDescriptionList"/>
    <dgm:cxn modelId="{329E3B3C-C9AC-477A-AAC6-F9A9A108BF80}" srcId="{F1AF51B7-9B9B-42F4-9CAB-A1F2982B4B62}" destId="{4D000195-B726-4D96-9DA6-36ED0ACBE2E9}" srcOrd="0" destOrd="0" parTransId="{0118D337-6D2E-4200-AA09-8CCEF48F20DA}" sibTransId="{28EE3833-83A4-41FF-838C-5040B6F505E6}"/>
    <dgm:cxn modelId="{2CAC9E3D-5D5D-450A-8723-B0C1D79B439E}" srcId="{211E7EC2-A1FC-4BEC-A3BD-788F74EBB5A5}" destId="{31E14C34-6BDB-48C3-83C9-5D170DC40071}" srcOrd="0" destOrd="0" parTransId="{34678267-EB06-4129-BC92-945E37C43A30}" sibTransId="{094767EF-CC99-406D-923B-C0834F05A36C}"/>
    <dgm:cxn modelId="{002A495B-2CE9-43E9-8C6E-C3A7EBF4DC0D}" type="presOf" srcId="{4D000195-B726-4D96-9DA6-36ED0ACBE2E9}" destId="{583696AC-65D5-489F-93CB-691E8683E569}" srcOrd="0" destOrd="0" presId="urn:microsoft.com/office/officeart/2018/5/layout/CenteredIconLabelDescriptionList"/>
    <dgm:cxn modelId="{D9862D41-61F3-4F34-A11D-897017970156}" type="presOf" srcId="{A927B90E-8EE8-4EF3-B52E-FDFE5DB8FC2E}" destId="{1C3E2517-6496-44F7-A2B1-2BC89E3E9CC2}" srcOrd="0" destOrd="0" presId="urn:microsoft.com/office/officeart/2018/5/layout/CenteredIconLabelDescriptionList"/>
    <dgm:cxn modelId="{C69E6445-EDEE-4B27-BCAE-34884AE7855C}" srcId="{89A59356-5669-4411-9B6A-9373B5B2673B}" destId="{A927B90E-8EE8-4EF3-B52E-FDFE5DB8FC2E}" srcOrd="0" destOrd="0" parTransId="{B9CA3F68-0B57-405B-B7C1-D5729F88FE20}" sibTransId="{76FDD676-4DB7-454A-BBB0-B8C86C7D6097}"/>
    <dgm:cxn modelId="{2FFA8B68-A306-4C7C-92C2-CB1DD2E05425}" srcId="{56CF1E4A-1F95-479E-8E32-1EC0AA751072}" destId="{F1AF51B7-9B9B-42F4-9CAB-A1F2982B4B62}" srcOrd="2" destOrd="0" parTransId="{BC25113B-F385-4BF5-BDC8-AC184BA4712F}" sibTransId="{9DBFBE8E-CC8E-4629-853F-8A11EE573EB9}"/>
    <dgm:cxn modelId="{C0000652-6EDB-40BD-8EAD-B8CED7000350}" type="presOf" srcId="{AE0CA01E-C471-47C3-ADBE-BF42A326077C}" destId="{72F5328D-F6F2-4904-A24E-1BD40FFB357A}" srcOrd="0" destOrd="1" presId="urn:microsoft.com/office/officeart/2018/5/layout/CenteredIconLabelDescriptionList"/>
    <dgm:cxn modelId="{131AE172-8699-439C-849E-894B87058491}" type="presOf" srcId="{F52015F6-8703-40CC-9D83-DB6A92606715}" destId="{6B22E680-CE95-4BA0-96C2-8FA463282A16}" srcOrd="0" destOrd="0" presId="urn:microsoft.com/office/officeart/2018/5/layout/CenteredIconLabelDescriptionList"/>
    <dgm:cxn modelId="{A137FC55-685B-4657-8375-396D4B13923B}" type="presOf" srcId="{89A59356-5669-4411-9B6A-9373B5B2673B}" destId="{EDFA28C6-914E-47F5-BC87-B3F2E19FFCE0}" srcOrd="0" destOrd="0" presId="urn:microsoft.com/office/officeart/2018/5/layout/CenteredIconLabelDescriptionList"/>
    <dgm:cxn modelId="{BF4CF678-6223-477A-84E8-1B513051CB3F}" type="presOf" srcId="{211E7EC2-A1FC-4BEC-A3BD-788F74EBB5A5}" destId="{F57A579F-478F-48D1-910E-D2B91E4EA004}" srcOrd="0" destOrd="0" presId="urn:microsoft.com/office/officeart/2018/5/layout/CenteredIconLabelDescriptionList"/>
    <dgm:cxn modelId="{AF201E87-F990-48A0-9388-1584C9C347EF}" srcId="{211E7EC2-A1FC-4BEC-A3BD-788F74EBB5A5}" destId="{FB4D4BCA-D3FE-4876-80E1-E717CA560850}" srcOrd="1" destOrd="0" parTransId="{F2E51CC0-A8D5-4DCA-9260-7DE99086F237}" sibTransId="{68D99683-F81A-40D1-BB05-A13DBFD37B9E}"/>
    <dgm:cxn modelId="{31E69C96-9206-4559-A990-BE780F4700CB}" type="presOf" srcId="{F1AF51B7-9B9B-42F4-9CAB-A1F2982B4B62}" destId="{2AC1A071-D657-4DC9-AF19-A7B3AFC59C9F}" srcOrd="0" destOrd="0" presId="urn:microsoft.com/office/officeart/2018/5/layout/CenteredIconLabelDescriptionList"/>
    <dgm:cxn modelId="{EE94C3A2-94CB-4CA4-AE7B-8E5BD6E9BE20}" srcId="{56CF1E4A-1F95-479E-8E32-1EC0AA751072}" destId="{F52015F6-8703-40CC-9D83-DB6A92606715}" srcOrd="0" destOrd="0" parTransId="{05C8FCCA-E7AA-4691-98FF-EF9EF0BC55E5}" sibTransId="{FE64DCF9-466A-4F53-BFF7-DAC77352663E}"/>
    <dgm:cxn modelId="{80E1CAAF-61EA-480E-AD7E-6F26FDE43B57}" srcId="{56CF1E4A-1F95-479E-8E32-1EC0AA751072}" destId="{2BE11795-1568-41E3-841E-279A936478D7}" srcOrd="4" destOrd="0" parTransId="{7B31CAF8-5BF7-4930-AE0F-9B88FBCCD806}" sibTransId="{BB136714-D600-449D-A026-BD678E2EEFF8}"/>
    <dgm:cxn modelId="{9B871EB0-FFEB-4E21-9AFE-19D351FE8600}" srcId="{56CF1E4A-1F95-479E-8E32-1EC0AA751072}" destId="{89A59356-5669-4411-9B6A-9373B5B2673B}" srcOrd="3" destOrd="0" parTransId="{30D22E52-34A7-4B5F-B52F-8F48ECF4F413}" sibTransId="{2FD17631-1DAD-4672-AF4A-42DB588609E4}"/>
    <dgm:cxn modelId="{E54FA1B1-8021-4490-BF68-784438155A00}" type="presOf" srcId="{31E14C34-6BDB-48C3-83C9-5D170DC40071}" destId="{C5578B76-B367-4F32-9077-61E56A999717}" srcOrd="0" destOrd="0" presId="urn:microsoft.com/office/officeart/2018/5/layout/CenteredIconLabelDescriptionList"/>
    <dgm:cxn modelId="{D6FA0BB6-7368-4F0E-9784-0E413D949674}" type="presOf" srcId="{2BE11795-1568-41E3-841E-279A936478D7}" destId="{17F57B6A-E297-4150-901A-11DD59EAD294}" srcOrd="0" destOrd="0" presId="urn:microsoft.com/office/officeart/2018/5/layout/CenteredIconLabelDescriptionList"/>
    <dgm:cxn modelId="{E16D53D2-B5A9-41A8-AC5A-7A0B0B7F98D2}" srcId="{2BE11795-1568-41E3-841E-279A936478D7}" destId="{AE0CA01E-C471-47C3-ADBE-BF42A326077C}" srcOrd="1" destOrd="0" parTransId="{1281DC1C-7FE8-482F-87D9-92B196254B83}" sibTransId="{4212451B-67A5-43F3-A52F-DDFE99698EF4}"/>
    <dgm:cxn modelId="{5D2314E0-BCE8-4908-A3F6-1D57D77ACEC1}" srcId="{56CF1E4A-1F95-479E-8E32-1EC0AA751072}" destId="{211E7EC2-A1FC-4BEC-A3BD-788F74EBB5A5}" srcOrd="1" destOrd="0" parTransId="{8F9F96F7-9681-44D1-9790-167842EE7915}" sibTransId="{5319F97F-0837-4385-A1DC-2F9001520AB6}"/>
    <dgm:cxn modelId="{6C31BAE3-E154-41F4-A363-A9616EDECFC4}" type="presOf" srcId="{56CF1E4A-1F95-479E-8E32-1EC0AA751072}" destId="{C80E90A7-797E-473A-A454-77640886F63E}" srcOrd="0" destOrd="0" presId="urn:microsoft.com/office/officeart/2018/5/layout/CenteredIconLabelDescriptionList"/>
    <dgm:cxn modelId="{2FD97EE7-8C07-4065-9E70-7C7503828901}" type="presOf" srcId="{FB4D4BCA-D3FE-4876-80E1-E717CA560850}" destId="{C5578B76-B367-4F32-9077-61E56A999717}" srcOrd="0" destOrd="1" presId="urn:microsoft.com/office/officeart/2018/5/layout/CenteredIconLabelDescriptionList"/>
    <dgm:cxn modelId="{A463CFEA-642E-4BF4-A42C-DB398D02571F}" srcId="{F52015F6-8703-40CC-9D83-DB6A92606715}" destId="{E3B39291-7806-48EC-BEED-15FECD6E09AA}" srcOrd="0" destOrd="0" parTransId="{A841D9DE-93C3-49C5-B2CD-6D7F17004771}" sibTransId="{0EF80340-D46E-4AE7-AA99-1D61E8F6D7D5}"/>
    <dgm:cxn modelId="{2EED2DEC-EAB8-4DFD-B90D-096C69BEAE03}" srcId="{2BE11795-1568-41E3-841E-279A936478D7}" destId="{9909CFA2-FBE4-492A-9902-81A652FE79D4}" srcOrd="0" destOrd="0" parTransId="{FCF45825-3A47-4B2A-A97F-8707536170C8}" sibTransId="{062D64AE-DC9F-4C9F-9422-744B5F15D251}"/>
    <dgm:cxn modelId="{5FECC078-854A-49E4-A7FC-114481AEFB8B}" type="presParOf" srcId="{C80E90A7-797E-473A-A454-77640886F63E}" destId="{48DC633A-D2D2-4263-AC11-A77C342F997F}" srcOrd="0" destOrd="0" presId="urn:microsoft.com/office/officeart/2018/5/layout/CenteredIconLabelDescriptionList"/>
    <dgm:cxn modelId="{633C0565-FB90-463A-9211-697E926D2242}" type="presParOf" srcId="{48DC633A-D2D2-4263-AC11-A77C342F997F}" destId="{5EB38743-2B68-46FC-9F26-A146681560E2}" srcOrd="0" destOrd="0" presId="urn:microsoft.com/office/officeart/2018/5/layout/CenteredIconLabelDescriptionList"/>
    <dgm:cxn modelId="{E709E8E7-1D4E-4BA0-B650-3C271CD027D4}" type="presParOf" srcId="{48DC633A-D2D2-4263-AC11-A77C342F997F}" destId="{EF92837D-66A4-49CD-8771-F24112584616}" srcOrd="1" destOrd="0" presId="urn:microsoft.com/office/officeart/2018/5/layout/CenteredIconLabelDescriptionList"/>
    <dgm:cxn modelId="{96E4B470-A6E8-4EDC-85F2-6288D73BF3E1}" type="presParOf" srcId="{48DC633A-D2D2-4263-AC11-A77C342F997F}" destId="{6B22E680-CE95-4BA0-96C2-8FA463282A16}" srcOrd="2" destOrd="0" presId="urn:microsoft.com/office/officeart/2018/5/layout/CenteredIconLabelDescriptionList"/>
    <dgm:cxn modelId="{36349F09-02AF-4678-92B1-60B9D5D18A3A}" type="presParOf" srcId="{48DC633A-D2D2-4263-AC11-A77C342F997F}" destId="{1D9D89F0-5BEE-46B6-AF8B-F6849FB1E0B7}" srcOrd="3" destOrd="0" presId="urn:microsoft.com/office/officeart/2018/5/layout/CenteredIconLabelDescriptionList"/>
    <dgm:cxn modelId="{DB242D86-8FAD-4424-B49F-FDB9CA4F91A7}" type="presParOf" srcId="{48DC633A-D2D2-4263-AC11-A77C342F997F}" destId="{968F5CCC-627A-4488-A6B3-AD4212A6D3B0}" srcOrd="4" destOrd="0" presId="urn:microsoft.com/office/officeart/2018/5/layout/CenteredIconLabelDescriptionList"/>
    <dgm:cxn modelId="{80E99E0C-E4CF-4110-9D32-C33A5F0ADDDC}" type="presParOf" srcId="{C80E90A7-797E-473A-A454-77640886F63E}" destId="{3C2B4EC2-5D94-4D7B-879A-B5F5476353BC}" srcOrd="1" destOrd="0" presId="urn:microsoft.com/office/officeart/2018/5/layout/CenteredIconLabelDescriptionList"/>
    <dgm:cxn modelId="{E4C05B54-08B6-4E0C-A8E4-160E4710C2AC}" type="presParOf" srcId="{C80E90A7-797E-473A-A454-77640886F63E}" destId="{D221D30E-61A3-47C7-A0F1-76410A287037}" srcOrd="2" destOrd="0" presId="urn:microsoft.com/office/officeart/2018/5/layout/CenteredIconLabelDescriptionList"/>
    <dgm:cxn modelId="{936B9EB3-D2A5-49FD-818A-8EE025A784DB}" type="presParOf" srcId="{D221D30E-61A3-47C7-A0F1-76410A287037}" destId="{B2CFD895-CD06-4AF0-AAE9-77402B0F9CDB}" srcOrd="0" destOrd="0" presId="urn:microsoft.com/office/officeart/2018/5/layout/CenteredIconLabelDescriptionList"/>
    <dgm:cxn modelId="{3FD138F2-EFE5-4059-905A-6B25B3FFA440}" type="presParOf" srcId="{D221D30E-61A3-47C7-A0F1-76410A287037}" destId="{9A62C129-1AC4-4A38-9F15-771E95D0450F}" srcOrd="1" destOrd="0" presId="urn:microsoft.com/office/officeart/2018/5/layout/CenteredIconLabelDescriptionList"/>
    <dgm:cxn modelId="{52EF591D-78FB-4FC8-B8BB-806BA27D7D8B}" type="presParOf" srcId="{D221D30E-61A3-47C7-A0F1-76410A287037}" destId="{F57A579F-478F-48D1-910E-D2B91E4EA004}" srcOrd="2" destOrd="0" presId="urn:microsoft.com/office/officeart/2018/5/layout/CenteredIconLabelDescriptionList"/>
    <dgm:cxn modelId="{0ED9E5CA-DD6A-457E-B2C2-E28421B83D78}" type="presParOf" srcId="{D221D30E-61A3-47C7-A0F1-76410A287037}" destId="{69359DE9-2C31-427F-A794-AE65669F8DBB}" srcOrd="3" destOrd="0" presId="urn:microsoft.com/office/officeart/2018/5/layout/CenteredIconLabelDescriptionList"/>
    <dgm:cxn modelId="{926F5A90-BCDF-436E-AD96-5E611E4E1A29}" type="presParOf" srcId="{D221D30E-61A3-47C7-A0F1-76410A287037}" destId="{C5578B76-B367-4F32-9077-61E56A999717}" srcOrd="4" destOrd="0" presId="urn:microsoft.com/office/officeart/2018/5/layout/CenteredIconLabelDescriptionList"/>
    <dgm:cxn modelId="{B2C50818-7D57-46AF-AB2C-326BC25271DE}" type="presParOf" srcId="{C80E90A7-797E-473A-A454-77640886F63E}" destId="{843799E6-8AA7-4EB8-AC8C-003F72FD82DC}" srcOrd="3" destOrd="0" presId="urn:microsoft.com/office/officeart/2018/5/layout/CenteredIconLabelDescriptionList"/>
    <dgm:cxn modelId="{E53AE54D-2789-491B-B1BB-259445001DB6}" type="presParOf" srcId="{C80E90A7-797E-473A-A454-77640886F63E}" destId="{444CA45F-674E-4D31-9761-FC5DB76FDEB9}" srcOrd="4" destOrd="0" presId="urn:microsoft.com/office/officeart/2018/5/layout/CenteredIconLabelDescriptionList"/>
    <dgm:cxn modelId="{B803DC5C-510F-4ED8-9251-5DDFC9C65205}" type="presParOf" srcId="{444CA45F-674E-4D31-9761-FC5DB76FDEB9}" destId="{DD71D2B0-98AF-41DC-8D17-F2863FD37CF5}" srcOrd="0" destOrd="0" presId="urn:microsoft.com/office/officeart/2018/5/layout/CenteredIconLabelDescriptionList"/>
    <dgm:cxn modelId="{5393594A-B514-491A-8312-1F29952D3C4D}" type="presParOf" srcId="{444CA45F-674E-4D31-9761-FC5DB76FDEB9}" destId="{3951184D-68C4-44C1-82D1-159ECB72E6D9}" srcOrd="1" destOrd="0" presId="urn:microsoft.com/office/officeart/2018/5/layout/CenteredIconLabelDescriptionList"/>
    <dgm:cxn modelId="{00D16228-ECE5-4C94-A670-09C7C92F9885}" type="presParOf" srcId="{444CA45F-674E-4D31-9761-FC5DB76FDEB9}" destId="{2AC1A071-D657-4DC9-AF19-A7B3AFC59C9F}" srcOrd="2" destOrd="0" presId="urn:microsoft.com/office/officeart/2018/5/layout/CenteredIconLabelDescriptionList"/>
    <dgm:cxn modelId="{A54F01B4-E786-41AE-BD17-4C00874443AF}" type="presParOf" srcId="{444CA45F-674E-4D31-9761-FC5DB76FDEB9}" destId="{99A72667-E810-43E5-A751-622E3EAF369C}" srcOrd="3" destOrd="0" presId="urn:microsoft.com/office/officeart/2018/5/layout/CenteredIconLabelDescriptionList"/>
    <dgm:cxn modelId="{886C0B76-A433-451C-9B02-C22A07155D8C}" type="presParOf" srcId="{444CA45F-674E-4D31-9761-FC5DB76FDEB9}" destId="{583696AC-65D5-489F-93CB-691E8683E569}" srcOrd="4" destOrd="0" presId="urn:microsoft.com/office/officeart/2018/5/layout/CenteredIconLabelDescriptionList"/>
    <dgm:cxn modelId="{60C93022-72C0-4BD1-A4C4-BA2BEF2F7C9A}" type="presParOf" srcId="{C80E90A7-797E-473A-A454-77640886F63E}" destId="{70DAEB0A-5351-4FE8-9413-C9226BAEB580}" srcOrd="5" destOrd="0" presId="urn:microsoft.com/office/officeart/2018/5/layout/CenteredIconLabelDescriptionList"/>
    <dgm:cxn modelId="{486EAA3C-DCEE-46AA-B3A7-F9ACEAE2599C}" type="presParOf" srcId="{C80E90A7-797E-473A-A454-77640886F63E}" destId="{5D4BE9BD-14D0-47F7-BFAB-A7238D619973}" srcOrd="6" destOrd="0" presId="urn:microsoft.com/office/officeart/2018/5/layout/CenteredIconLabelDescriptionList"/>
    <dgm:cxn modelId="{58BB96CD-F6A7-436D-884B-9AEEA4F77DC2}" type="presParOf" srcId="{5D4BE9BD-14D0-47F7-BFAB-A7238D619973}" destId="{1209DD64-2A01-4E6C-810E-6E0212EBE7D9}" srcOrd="0" destOrd="0" presId="urn:microsoft.com/office/officeart/2018/5/layout/CenteredIconLabelDescriptionList"/>
    <dgm:cxn modelId="{DF3DD018-078D-4630-974D-7C8F1BCDFBCB}" type="presParOf" srcId="{5D4BE9BD-14D0-47F7-BFAB-A7238D619973}" destId="{12FC9755-1DA3-416E-8811-97F5CC58C512}" srcOrd="1" destOrd="0" presId="urn:microsoft.com/office/officeart/2018/5/layout/CenteredIconLabelDescriptionList"/>
    <dgm:cxn modelId="{B5E418E1-E3E8-4440-9059-26D67A73A89F}" type="presParOf" srcId="{5D4BE9BD-14D0-47F7-BFAB-A7238D619973}" destId="{EDFA28C6-914E-47F5-BC87-B3F2E19FFCE0}" srcOrd="2" destOrd="0" presId="urn:microsoft.com/office/officeart/2018/5/layout/CenteredIconLabelDescriptionList"/>
    <dgm:cxn modelId="{4E4C9DE7-5C4D-4C85-A662-8A508AFDBD96}" type="presParOf" srcId="{5D4BE9BD-14D0-47F7-BFAB-A7238D619973}" destId="{434E6CB0-A998-458B-AC38-1B5D362C8FA8}" srcOrd="3" destOrd="0" presId="urn:microsoft.com/office/officeart/2018/5/layout/CenteredIconLabelDescriptionList"/>
    <dgm:cxn modelId="{A27451E6-30A1-4CF1-89EB-646740CF0978}" type="presParOf" srcId="{5D4BE9BD-14D0-47F7-BFAB-A7238D619973}" destId="{1C3E2517-6496-44F7-A2B1-2BC89E3E9CC2}" srcOrd="4" destOrd="0" presId="urn:microsoft.com/office/officeart/2018/5/layout/CenteredIconLabelDescriptionList"/>
    <dgm:cxn modelId="{ECF3CDE8-DC62-493A-9E36-7726A33E9ACA}" type="presParOf" srcId="{C80E90A7-797E-473A-A454-77640886F63E}" destId="{DBE81AA5-E77D-4B69-B147-BD13A5A8E63C}" srcOrd="7" destOrd="0" presId="urn:microsoft.com/office/officeart/2018/5/layout/CenteredIconLabelDescriptionList"/>
    <dgm:cxn modelId="{3AB6B596-8D35-433C-8AF7-99E8204A731B}" type="presParOf" srcId="{C80E90A7-797E-473A-A454-77640886F63E}" destId="{342C1A39-FACC-4BDE-8664-D2C7386FEDBA}" srcOrd="8" destOrd="0" presId="urn:microsoft.com/office/officeart/2018/5/layout/CenteredIconLabelDescriptionList"/>
    <dgm:cxn modelId="{7B77947F-CD98-4210-AFE1-27459A0D7466}" type="presParOf" srcId="{342C1A39-FACC-4BDE-8664-D2C7386FEDBA}" destId="{0DCA6255-4A68-4546-B627-817428BD66C2}" srcOrd="0" destOrd="0" presId="urn:microsoft.com/office/officeart/2018/5/layout/CenteredIconLabelDescriptionList"/>
    <dgm:cxn modelId="{BBC53A67-3480-49FD-993A-C85F1FEDEED1}" type="presParOf" srcId="{342C1A39-FACC-4BDE-8664-D2C7386FEDBA}" destId="{87639998-D882-4557-9517-D7C6598D55BA}" srcOrd="1" destOrd="0" presId="urn:microsoft.com/office/officeart/2018/5/layout/CenteredIconLabelDescriptionList"/>
    <dgm:cxn modelId="{4B541032-BE8F-4728-A512-1CEC42650183}" type="presParOf" srcId="{342C1A39-FACC-4BDE-8664-D2C7386FEDBA}" destId="{17F57B6A-E297-4150-901A-11DD59EAD294}" srcOrd="2" destOrd="0" presId="urn:microsoft.com/office/officeart/2018/5/layout/CenteredIconLabelDescriptionList"/>
    <dgm:cxn modelId="{BE34F4B5-CCA2-4234-850C-130F3798A967}" type="presParOf" srcId="{342C1A39-FACC-4BDE-8664-D2C7386FEDBA}" destId="{9DB6D647-D39F-4A42-9047-86944EF7B5AA}" srcOrd="3" destOrd="0" presId="urn:microsoft.com/office/officeart/2018/5/layout/CenteredIconLabelDescriptionList"/>
    <dgm:cxn modelId="{32DD3E29-071C-4381-82C4-370DDB3B7A85}" type="presParOf" srcId="{342C1A39-FACC-4BDE-8664-D2C7386FEDBA}" destId="{72F5328D-F6F2-4904-A24E-1BD40FFB357A}" srcOrd="4" destOrd="0" presId="urn:microsoft.com/office/officeart/2018/5/layout/CenteredIconLabelDescriptionList"/>
  </dgm:cxnLst>
  <dgm:bg/>
  <dgm:whole/>
  <dgm:extLst>
    <a:ext uri="http://schemas.microsoft.com/office/drawing/2008/diagram">
      <dsp:dataModelExt xmlns:dsp="http://schemas.microsoft.com/office/drawing/2008/diagram" relId="rId6" minVer="http://schemas.openxmlformats.org/drawingml/2006/diagram"/>
    </a:ext>
  </dgm:extLst>
</dgm:dataModel>
</file>

<file path=ppt/diagrams/data106.xml><?xml version="1.0" encoding="utf-8"?>
<dgm:dataModel xmlns:dgm="http://schemas.openxmlformats.org/drawingml/2006/diagram" xmlns:a="http://schemas.openxmlformats.org/drawingml/2006/main">
  <dgm:ptLst>
    <dgm:pt modelId="{BCADF877-BE64-4C8A-88CB-17E77318B81B}" type="doc">
      <dgm:prSet loTypeId="urn:microsoft.com/office/officeart/2018/5/layout/CenteredIconLabelDescriptionList" loCatId="icon" qsTypeId="urn:microsoft.com/office/officeart/2005/8/quickstyle/simple1" qsCatId="simple" csTypeId="urn:microsoft.com/office/officeart/2018/5/colors/Iconchunking_neutralbg_colorful1" csCatId="colorful" phldr="1"/>
      <dgm:spPr/>
      <dgm:t>
        <a:bodyPr/>
        <a:lstStyle/>
        <a:p>
          <a:endParaRPr lang="en-US"/>
        </a:p>
      </dgm:t>
    </dgm:pt>
    <dgm:pt modelId="{4F105E89-0A32-452A-BB03-4954D59E0822}">
      <dgm:prSet/>
      <dgm:spPr/>
      <dgm:t>
        <a:bodyPr/>
        <a:lstStyle/>
        <a:p>
          <a:pPr>
            <a:lnSpc>
              <a:spcPct val="100000"/>
            </a:lnSpc>
            <a:defRPr b="1"/>
          </a:pPr>
          <a:r>
            <a:rPr lang="en-US"/>
            <a:t>The blockchain explorer </a:t>
          </a:r>
        </a:p>
      </dgm:t>
    </dgm:pt>
    <dgm:pt modelId="{0090C588-2B97-4F04-8629-F878F400816B}" type="parTrans" cxnId="{05DD4F13-7FD0-48B5-8B0E-534D3E82CFDF}">
      <dgm:prSet/>
      <dgm:spPr/>
      <dgm:t>
        <a:bodyPr/>
        <a:lstStyle/>
        <a:p>
          <a:endParaRPr lang="en-US"/>
        </a:p>
      </dgm:t>
    </dgm:pt>
    <dgm:pt modelId="{9917EC77-F776-4408-9482-4C1B26BB29E7}" type="sibTrans" cxnId="{05DD4F13-7FD0-48B5-8B0E-534D3E82CFDF}">
      <dgm:prSet/>
      <dgm:spPr/>
      <dgm:t>
        <a:bodyPr/>
        <a:lstStyle/>
        <a:p>
          <a:endParaRPr lang="en-US"/>
        </a:p>
      </dgm:t>
    </dgm:pt>
    <dgm:pt modelId="{7401CAED-B42B-465E-9A6B-7B66F499632A}">
      <dgm:prSet/>
      <dgm:spPr/>
      <dgm:t>
        <a:bodyPr/>
        <a:lstStyle/>
        <a:p>
          <a:pPr>
            <a:lnSpc>
              <a:spcPct val="100000"/>
            </a:lnSpc>
          </a:pPr>
          <a:r>
            <a:rPr lang="en-US" dirty="0"/>
            <a:t>keeps a separate database</a:t>
          </a:r>
        </a:p>
      </dgm:t>
    </dgm:pt>
    <dgm:pt modelId="{518F7E89-48AD-4FFB-9CAF-37E249AE418B}" type="parTrans" cxnId="{12E0ECC8-9834-48B8-9983-D85F9F4C1BE5}">
      <dgm:prSet/>
      <dgm:spPr/>
      <dgm:t>
        <a:bodyPr/>
        <a:lstStyle/>
        <a:p>
          <a:endParaRPr lang="en-US"/>
        </a:p>
      </dgm:t>
    </dgm:pt>
    <dgm:pt modelId="{490EA801-E9B6-4107-B1A8-E66CBC6596B1}" type="sibTrans" cxnId="{12E0ECC8-9834-48B8-9983-D85F9F4C1BE5}">
      <dgm:prSet/>
      <dgm:spPr/>
      <dgm:t>
        <a:bodyPr/>
        <a:lstStyle/>
        <a:p>
          <a:endParaRPr lang="en-US"/>
        </a:p>
      </dgm:t>
    </dgm:pt>
    <dgm:pt modelId="{C120E8B9-87FE-400B-B09E-FFC50C7A5CA5}">
      <dgm:prSet/>
      <dgm:spPr/>
      <dgm:t>
        <a:bodyPr/>
        <a:lstStyle/>
        <a:p>
          <a:pPr>
            <a:lnSpc>
              <a:spcPct val="100000"/>
            </a:lnSpc>
          </a:pPr>
          <a:r>
            <a:rPr lang="en-US" dirty="0"/>
            <a:t>UTXO set</a:t>
          </a:r>
        </a:p>
      </dgm:t>
    </dgm:pt>
    <dgm:pt modelId="{559521FA-7195-4704-BA21-4CAE4168E720}" type="parTrans" cxnId="{8A7CC2F5-CB42-465C-B5AF-627006F4DB5C}">
      <dgm:prSet/>
      <dgm:spPr/>
      <dgm:t>
        <a:bodyPr/>
        <a:lstStyle/>
        <a:p>
          <a:endParaRPr lang="en-US"/>
        </a:p>
      </dgm:t>
    </dgm:pt>
    <dgm:pt modelId="{101C0447-4E5D-4F08-87CE-CA28291F754F}" type="sibTrans" cxnId="{8A7CC2F5-CB42-465C-B5AF-627006F4DB5C}">
      <dgm:prSet/>
      <dgm:spPr/>
      <dgm:t>
        <a:bodyPr/>
        <a:lstStyle/>
        <a:p>
          <a:endParaRPr lang="en-US"/>
        </a:p>
      </dgm:t>
    </dgm:pt>
    <dgm:pt modelId="{F8638B43-6957-47B1-AB2E-5A19B274956F}">
      <dgm:prSet/>
      <dgm:spPr/>
      <dgm:t>
        <a:bodyPr/>
        <a:lstStyle/>
        <a:p>
          <a:pPr>
            <a:lnSpc>
              <a:spcPct val="100000"/>
            </a:lnSpc>
            <a:defRPr b="1"/>
          </a:pPr>
          <a:r>
            <a:rPr lang="tr-TR" dirty="0"/>
            <a:t>Monitoring</a:t>
          </a:r>
          <a:endParaRPr lang="en-US" dirty="0"/>
        </a:p>
      </dgm:t>
    </dgm:pt>
    <dgm:pt modelId="{B758E8CC-DCA1-4840-B77A-96F27FB4F0EC}" type="parTrans" cxnId="{85FE5987-5AD6-4505-8ED3-D46E9FC2C46D}">
      <dgm:prSet/>
      <dgm:spPr/>
      <dgm:t>
        <a:bodyPr/>
        <a:lstStyle/>
        <a:p>
          <a:endParaRPr lang="en-US"/>
        </a:p>
      </dgm:t>
    </dgm:pt>
    <dgm:pt modelId="{FF76D1D2-2ABC-46E4-8C85-707D757B2C20}" type="sibTrans" cxnId="{85FE5987-5AD6-4505-8ED3-D46E9FC2C46D}">
      <dgm:prSet/>
      <dgm:spPr/>
      <dgm:t>
        <a:bodyPr/>
        <a:lstStyle/>
        <a:p>
          <a:endParaRPr lang="en-US"/>
        </a:p>
      </dgm:t>
    </dgm:pt>
    <dgm:pt modelId="{BEBAB9BB-D5B1-4D08-8005-11DDEB8C021B}">
      <dgm:prSet/>
      <dgm:spPr/>
      <dgm:t>
        <a:bodyPr/>
        <a:lstStyle/>
        <a:p>
          <a:pPr>
            <a:lnSpc>
              <a:spcPct val="100000"/>
            </a:lnSpc>
          </a:pPr>
          <a:r>
            <a:rPr lang="en-US" dirty="0"/>
            <a:t>add newly created UTXO </a:t>
          </a:r>
        </a:p>
      </dgm:t>
    </dgm:pt>
    <dgm:pt modelId="{69F80EEF-41F9-42E7-8399-C76467463F8B}" type="parTrans" cxnId="{3B7CE059-480B-4243-9FD8-5541AF76965A}">
      <dgm:prSet/>
      <dgm:spPr/>
      <dgm:t>
        <a:bodyPr/>
        <a:lstStyle/>
        <a:p>
          <a:endParaRPr lang="en-US"/>
        </a:p>
      </dgm:t>
    </dgm:pt>
    <dgm:pt modelId="{9ACB9FD7-F7AB-498F-8B36-D12B0FD264CD}" type="sibTrans" cxnId="{3B7CE059-480B-4243-9FD8-5541AF76965A}">
      <dgm:prSet/>
      <dgm:spPr/>
      <dgm:t>
        <a:bodyPr/>
        <a:lstStyle/>
        <a:p>
          <a:endParaRPr lang="en-US"/>
        </a:p>
      </dgm:t>
    </dgm:pt>
    <dgm:pt modelId="{30FD08E5-3B06-4A34-8D4E-B79FAFB5E53F}">
      <dgm:prSet/>
      <dgm:spPr/>
      <dgm:t>
        <a:bodyPr/>
        <a:lstStyle/>
        <a:p>
          <a:pPr>
            <a:lnSpc>
              <a:spcPct val="100000"/>
            </a:lnSpc>
          </a:pPr>
          <a:r>
            <a:rPr lang="en-US" dirty="0"/>
            <a:t>remove spent</a:t>
          </a:r>
          <a:r>
            <a:rPr lang="tr-TR" dirty="0"/>
            <a:t> </a:t>
          </a:r>
          <a:r>
            <a:rPr lang="en-US" dirty="0"/>
            <a:t>UTXO </a:t>
          </a:r>
        </a:p>
      </dgm:t>
    </dgm:pt>
    <dgm:pt modelId="{C83CAA30-9679-4D4A-8020-BE71F6F2248F}" type="parTrans" cxnId="{6B483919-8BA3-4B17-803E-BE785A986385}">
      <dgm:prSet/>
      <dgm:spPr/>
      <dgm:t>
        <a:bodyPr/>
        <a:lstStyle/>
        <a:p>
          <a:endParaRPr lang="en-US"/>
        </a:p>
      </dgm:t>
    </dgm:pt>
    <dgm:pt modelId="{D456CDA4-9CE3-4C24-9EA6-F1FF2935E4CC}" type="sibTrans" cxnId="{6B483919-8BA3-4B17-803E-BE785A986385}">
      <dgm:prSet/>
      <dgm:spPr/>
      <dgm:t>
        <a:bodyPr/>
        <a:lstStyle/>
        <a:p>
          <a:endParaRPr lang="en-US"/>
        </a:p>
      </dgm:t>
    </dgm:pt>
    <dgm:pt modelId="{4FD73BAD-EF1F-4432-9F88-F84A3DDEB63F}">
      <dgm:prSet/>
      <dgm:spPr/>
      <dgm:t>
        <a:bodyPr/>
        <a:lstStyle/>
        <a:p>
          <a:pPr>
            <a:lnSpc>
              <a:spcPct val="100000"/>
            </a:lnSpc>
            <a:defRPr b="1"/>
          </a:pPr>
          <a:r>
            <a:rPr lang="tr-TR" dirty="0"/>
            <a:t>Real time processing</a:t>
          </a:r>
          <a:endParaRPr lang="en-US" dirty="0"/>
        </a:p>
      </dgm:t>
    </dgm:pt>
    <dgm:pt modelId="{B6B60E9F-BD33-407D-8EDF-07A052009CF0}" type="parTrans" cxnId="{1D414A2F-4C65-4C7C-AF55-8ED041D0C18D}">
      <dgm:prSet/>
      <dgm:spPr/>
      <dgm:t>
        <a:bodyPr/>
        <a:lstStyle/>
        <a:p>
          <a:endParaRPr lang="en-US"/>
        </a:p>
      </dgm:t>
    </dgm:pt>
    <dgm:pt modelId="{5B852440-3B3C-4CA9-94A6-F59D7E9AA340}" type="sibTrans" cxnId="{1D414A2F-4C65-4C7C-AF55-8ED041D0C18D}">
      <dgm:prSet/>
      <dgm:spPr/>
      <dgm:t>
        <a:bodyPr/>
        <a:lstStyle/>
        <a:p>
          <a:endParaRPr lang="en-US"/>
        </a:p>
      </dgm:t>
    </dgm:pt>
    <dgm:pt modelId="{6490DD37-4C5C-470D-8C96-6881C9317049}">
      <dgm:prSet/>
      <dgm:spPr/>
      <dgm:t>
        <a:bodyPr/>
        <a:lstStyle/>
        <a:p>
          <a:pPr>
            <a:lnSpc>
              <a:spcPct val="100000"/>
            </a:lnSpc>
          </a:pPr>
          <a:r>
            <a:rPr lang="en-US" dirty="0"/>
            <a:t>monitor the bitcoin network</a:t>
          </a:r>
        </a:p>
      </dgm:t>
    </dgm:pt>
    <dgm:pt modelId="{861CD912-2348-4145-B999-040F03B7073C}" type="parTrans" cxnId="{FB4D36A6-A474-4ABD-9BE1-095677CC3D43}">
      <dgm:prSet/>
      <dgm:spPr/>
      <dgm:t>
        <a:bodyPr/>
        <a:lstStyle/>
        <a:p>
          <a:endParaRPr lang="tr-TR"/>
        </a:p>
      </dgm:t>
    </dgm:pt>
    <dgm:pt modelId="{4556F346-9F04-417D-B329-5B8E78766B1F}" type="sibTrans" cxnId="{FB4D36A6-A474-4ABD-9BE1-095677CC3D43}">
      <dgm:prSet/>
      <dgm:spPr/>
      <dgm:t>
        <a:bodyPr/>
        <a:lstStyle/>
        <a:p>
          <a:endParaRPr lang="tr-TR"/>
        </a:p>
      </dgm:t>
    </dgm:pt>
    <dgm:pt modelId="{00C91FA9-EA0F-4137-BC18-39BC20A5C0C1}">
      <dgm:prSet/>
      <dgm:spPr/>
      <dgm:t>
        <a:bodyPr/>
        <a:lstStyle/>
        <a:p>
          <a:pPr>
            <a:lnSpc>
              <a:spcPct val="100000"/>
            </a:lnSpc>
            <a:defRPr b="1"/>
          </a:pPr>
          <a:r>
            <a:rPr lang="tr-TR" dirty="0"/>
            <a:t>Continues operation</a:t>
          </a:r>
          <a:endParaRPr lang="en-US" dirty="0"/>
        </a:p>
      </dgm:t>
    </dgm:pt>
    <dgm:pt modelId="{0EDDC1E3-C43A-47E2-894E-6A32DA13167A}" type="parTrans" cxnId="{D8200DA8-C546-414D-B757-DA48E492CAB3}">
      <dgm:prSet/>
      <dgm:spPr/>
      <dgm:t>
        <a:bodyPr/>
        <a:lstStyle/>
        <a:p>
          <a:endParaRPr lang="tr-TR"/>
        </a:p>
      </dgm:t>
    </dgm:pt>
    <dgm:pt modelId="{AA76BDB6-42F9-4CDE-A9F6-57676B439D00}" type="sibTrans" cxnId="{D8200DA8-C546-414D-B757-DA48E492CAB3}">
      <dgm:prSet/>
      <dgm:spPr/>
      <dgm:t>
        <a:bodyPr/>
        <a:lstStyle/>
        <a:p>
          <a:endParaRPr lang="tr-TR"/>
        </a:p>
      </dgm:t>
    </dgm:pt>
    <dgm:pt modelId="{A1102317-A169-415F-98D7-67169C77327F}">
      <dgm:prSet/>
      <dgm:spPr/>
      <dgm:t>
        <a:bodyPr/>
        <a:lstStyle/>
        <a:p>
          <a:pPr>
            <a:lnSpc>
              <a:spcPct val="100000"/>
            </a:lnSpc>
          </a:pPr>
          <a:r>
            <a:rPr lang="en-US" dirty="0"/>
            <a:t>unconfirmed transactions</a:t>
          </a:r>
        </a:p>
      </dgm:t>
    </dgm:pt>
    <dgm:pt modelId="{60CB7194-412E-4B7F-87B6-F538FDF71739}" type="parTrans" cxnId="{79C731E5-9775-4981-8325-DC8134A16F99}">
      <dgm:prSet/>
      <dgm:spPr/>
      <dgm:t>
        <a:bodyPr/>
        <a:lstStyle/>
        <a:p>
          <a:endParaRPr lang="tr-TR"/>
        </a:p>
      </dgm:t>
    </dgm:pt>
    <dgm:pt modelId="{7013E1FC-34AE-403D-BA5C-DD6A74572482}" type="sibTrans" cxnId="{79C731E5-9775-4981-8325-DC8134A16F99}">
      <dgm:prSet/>
      <dgm:spPr/>
      <dgm:t>
        <a:bodyPr/>
        <a:lstStyle/>
        <a:p>
          <a:endParaRPr lang="tr-TR"/>
        </a:p>
      </dgm:t>
    </dgm:pt>
    <dgm:pt modelId="{83886B1A-3367-4D46-B7E9-D4B81D3B845A}">
      <dgm:prSet/>
      <dgm:spPr/>
      <dgm:t>
        <a:bodyPr/>
        <a:lstStyle/>
        <a:p>
          <a:pPr>
            <a:lnSpc>
              <a:spcPct val="100000"/>
            </a:lnSpc>
          </a:pPr>
          <a:r>
            <a:rPr lang="en-US"/>
            <a:t>as </a:t>
          </a:r>
          <a:r>
            <a:rPr lang="en-US" dirty="0"/>
            <a:t>they appear in</a:t>
          </a:r>
        </a:p>
      </dgm:t>
    </dgm:pt>
    <dgm:pt modelId="{E7E0DFD5-DB1D-42E4-A34B-9B82018D6C8F}" type="parTrans" cxnId="{BBD0465A-0A3E-4AA1-998B-DA00A4104DEE}">
      <dgm:prSet/>
      <dgm:spPr/>
      <dgm:t>
        <a:bodyPr/>
        <a:lstStyle/>
        <a:p>
          <a:endParaRPr lang="tr-TR"/>
        </a:p>
      </dgm:t>
    </dgm:pt>
    <dgm:pt modelId="{68DBB12A-0974-4FB4-AB38-643FF5CAE2AF}" type="sibTrans" cxnId="{BBD0465A-0A3E-4AA1-998B-DA00A4104DEE}">
      <dgm:prSet/>
      <dgm:spPr/>
      <dgm:t>
        <a:bodyPr/>
        <a:lstStyle/>
        <a:p>
          <a:endParaRPr lang="tr-TR"/>
        </a:p>
      </dgm:t>
    </dgm:pt>
    <dgm:pt modelId="{71F37FD1-0ECF-4DFC-B570-C12C0AEDBB75}">
      <dgm:prSet/>
      <dgm:spPr/>
      <dgm:t>
        <a:bodyPr/>
        <a:lstStyle/>
        <a:p>
          <a:pPr>
            <a:lnSpc>
              <a:spcPct val="100000"/>
            </a:lnSpc>
          </a:pPr>
          <a:r>
            <a:rPr lang="en-US"/>
            <a:t>the </a:t>
          </a:r>
          <a:r>
            <a:rPr lang="en-US" dirty="0"/>
            <a:t>blockchain explorer</a:t>
          </a:r>
        </a:p>
      </dgm:t>
    </dgm:pt>
    <dgm:pt modelId="{897FD32C-ED7A-4FA3-B2A8-A35154CF339D}" type="parTrans" cxnId="{616C3063-5289-409C-A13A-3522E7304B1D}">
      <dgm:prSet/>
      <dgm:spPr/>
    </dgm:pt>
    <dgm:pt modelId="{2859C85C-C211-4C8C-9529-1B905F86BF38}" type="sibTrans" cxnId="{616C3063-5289-409C-A13A-3522E7304B1D}">
      <dgm:prSet/>
      <dgm:spPr/>
    </dgm:pt>
    <dgm:pt modelId="{3C8AD47C-B388-4FD3-9C5F-68166DBED354}">
      <dgm:prSet/>
      <dgm:spPr/>
      <dgm:t>
        <a:bodyPr/>
        <a:lstStyle/>
        <a:p>
          <a:pPr>
            <a:lnSpc>
              <a:spcPct val="100000"/>
            </a:lnSpc>
          </a:pPr>
          <a:r>
            <a:rPr lang="tr-TR" dirty="0"/>
            <a:t>for arrival of new transactions</a:t>
          </a:r>
          <a:endParaRPr lang="en-US" dirty="0"/>
        </a:p>
      </dgm:t>
    </dgm:pt>
    <dgm:pt modelId="{143D92AA-0BDD-4878-9A87-D51612A8A2EF}" type="parTrans" cxnId="{D2C5E6CE-C4FF-4EA0-81B1-5E1BC8AD0807}">
      <dgm:prSet/>
      <dgm:spPr/>
    </dgm:pt>
    <dgm:pt modelId="{5D781D8B-1AFE-4D96-B8FA-684A48A5DB2F}" type="sibTrans" cxnId="{D2C5E6CE-C4FF-4EA0-81B1-5E1BC8AD0807}">
      <dgm:prSet/>
      <dgm:spPr/>
    </dgm:pt>
    <dgm:pt modelId="{DD8533D6-8D2F-4CC1-860A-E317E368AA45}" type="pres">
      <dgm:prSet presAssocID="{BCADF877-BE64-4C8A-88CB-17E77318B81B}" presName="root" presStyleCnt="0">
        <dgm:presLayoutVars>
          <dgm:dir/>
          <dgm:resizeHandles val="exact"/>
        </dgm:presLayoutVars>
      </dgm:prSet>
      <dgm:spPr/>
    </dgm:pt>
    <dgm:pt modelId="{82994DB9-335A-49B2-9987-1428B25C908F}" type="pres">
      <dgm:prSet presAssocID="{4F105E89-0A32-452A-BB03-4954D59E0822}" presName="compNode" presStyleCnt="0"/>
      <dgm:spPr/>
    </dgm:pt>
    <dgm:pt modelId="{C6F26A42-A273-4295-8582-2D3FDFC680C8}" type="pres">
      <dgm:prSet presAssocID="{4F105E89-0A32-452A-BB03-4954D59E0822}" presName="iconRect" presStyleLbl="node1" presStyleIdx="0" presStyleCnt="4"/>
      <dgm:spPr>
        <a:blipFill>
          <a:blip xmlns:r="http://schemas.openxmlformats.org/officeDocument/2006/relationships" r:embed="rId1" cstate="email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2"/>
              </a:ext>
            </a:extLst>
          </a:blip>
          <a:stretch>
            <a:fillRect/>
          </a:stretch>
        </a:blipFill>
        <a:ln>
          <a:noFill/>
        </a:ln>
      </dgm:spPr>
      <dgm:extLst>
        <a:ext uri="{E40237B7-FDA0-4F09-8148-C483321AD2D9}">
          <dgm14:cNvPr xmlns:dgm14="http://schemas.microsoft.com/office/drawing/2010/diagram" id="0" name="" descr="Database"/>
        </a:ext>
      </dgm:extLst>
    </dgm:pt>
    <dgm:pt modelId="{077248B4-3BE3-4AD7-BD1E-5525229EE2D3}" type="pres">
      <dgm:prSet presAssocID="{4F105E89-0A32-452A-BB03-4954D59E0822}" presName="iconSpace" presStyleCnt="0"/>
      <dgm:spPr/>
    </dgm:pt>
    <dgm:pt modelId="{0A34394D-CBC9-405E-B073-4AB0CCAEFF06}" type="pres">
      <dgm:prSet presAssocID="{4F105E89-0A32-452A-BB03-4954D59E0822}" presName="parTx" presStyleLbl="revTx" presStyleIdx="0" presStyleCnt="8">
        <dgm:presLayoutVars>
          <dgm:chMax val="0"/>
          <dgm:chPref val="0"/>
        </dgm:presLayoutVars>
      </dgm:prSet>
      <dgm:spPr/>
    </dgm:pt>
    <dgm:pt modelId="{37E5A691-4517-4808-8A04-7FA0A0B3A27C}" type="pres">
      <dgm:prSet presAssocID="{4F105E89-0A32-452A-BB03-4954D59E0822}" presName="txSpace" presStyleCnt="0"/>
      <dgm:spPr/>
    </dgm:pt>
    <dgm:pt modelId="{B0FC29A3-93F5-4782-A17F-0BC12C499DAA}" type="pres">
      <dgm:prSet presAssocID="{4F105E89-0A32-452A-BB03-4954D59E0822}" presName="desTx" presStyleLbl="revTx" presStyleIdx="1" presStyleCnt="8">
        <dgm:presLayoutVars/>
      </dgm:prSet>
      <dgm:spPr/>
    </dgm:pt>
    <dgm:pt modelId="{B2AD909B-0142-47F6-A7EF-7F27B2B4798A}" type="pres">
      <dgm:prSet presAssocID="{9917EC77-F776-4408-9482-4C1B26BB29E7}" presName="sibTrans" presStyleCnt="0"/>
      <dgm:spPr/>
    </dgm:pt>
    <dgm:pt modelId="{61245513-0CB9-4594-B083-59798D3AB810}" type="pres">
      <dgm:prSet presAssocID="{F8638B43-6957-47B1-AB2E-5A19B274956F}" presName="compNode" presStyleCnt="0"/>
      <dgm:spPr/>
    </dgm:pt>
    <dgm:pt modelId="{49266F3F-50E6-45E1-8E1E-294ACAB60F15}" type="pres">
      <dgm:prSet presAssocID="{F8638B43-6957-47B1-AB2E-5A19B274956F}" presName="iconRect" presStyleLbl="node1" presStyleIdx="1" presStyleCnt="4"/>
      <dgm:spPr>
        <a:blipFill>
          <a:blip xmlns:r="http://schemas.openxmlformats.org/officeDocument/2006/relationships" r:embed="rId3" cstate="email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4"/>
              </a:ext>
            </a:extLst>
          </a:blip>
          <a:stretch>
            <a:fillRect/>
          </a:stretch>
        </a:blipFill>
        <a:ln>
          <a:noFill/>
        </a:ln>
      </dgm:spPr>
      <dgm:extLst>
        <a:ext uri="{E40237B7-FDA0-4F09-8148-C483321AD2D9}">
          <dgm14:cNvPr xmlns:dgm14="http://schemas.microsoft.com/office/drawing/2010/diagram" id="0" name="" descr="Processor"/>
        </a:ext>
      </dgm:extLst>
    </dgm:pt>
    <dgm:pt modelId="{AEB508C1-4F99-46E6-82A4-9A4CA6A2F442}" type="pres">
      <dgm:prSet presAssocID="{F8638B43-6957-47B1-AB2E-5A19B274956F}" presName="iconSpace" presStyleCnt="0"/>
      <dgm:spPr/>
    </dgm:pt>
    <dgm:pt modelId="{C2B56EB2-558D-45FC-837A-5FDF41427225}" type="pres">
      <dgm:prSet presAssocID="{F8638B43-6957-47B1-AB2E-5A19B274956F}" presName="parTx" presStyleLbl="revTx" presStyleIdx="2" presStyleCnt="8">
        <dgm:presLayoutVars>
          <dgm:chMax val="0"/>
          <dgm:chPref val="0"/>
        </dgm:presLayoutVars>
      </dgm:prSet>
      <dgm:spPr/>
    </dgm:pt>
    <dgm:pt modelId="{99A82017-AC20-4F9D-8556-9F6B9C19CB5E}" type="pres">
      <dgm:prSet presAssocID="{F8638B43-6957-47B1-AB2E-5A19B274956F}" presName="txSpace" presStyleCnt="0"/>
      <dgm:spPr/>
    </dgm:pt>
    <dgm:pt modelId="{B62F445F-AAC9-4290-A5EA-5C1387F9A756}" type="pres">
      <dgm:prSet presAssocID="{F8638B43-6957-47B1-AB2E-5A19B274956F}" presName="desTx" presStyleLbl="revTx" presStyleIdx="3" presStyleCnt="8">
        <dgm:presLayoutVars/>
      </dgm:prSet>
      <dgm:spPr/>
    </dgm:pt>
    <dgm:pt modelId="{847E7E38-E738-484D-B43C-C9B00F600F92}" type="pres">
      <dgm:prSet presAssocID="{FF76D1D2-2ABC-46E4-8C85-707D757B2C20}" presName="sibTrans" presStyleCnt="0"/>
      <dgm:spPr/>
    </dgm:pt>
    <dgm:pt modelId="{B874E7F0-BBCE-440C-8745-99632A4763D0}" type="pres">
      <dgm:prSet presAssocID="{00C91FA9-EA0F-4137-BC18-39BC20A5C0C1}" presName="compNode" presStyleCnt="0"/>
      <dgm:spPr/>
    </dgm:pt>
    <dgm:pt modelId="{C995B08C-9A33-4256-BCC2-698A9B33265A}" type="pres">
      <dgm:prSet presAssocID="{00C91FA9-EA0F-4137-BC18-39BC20A5C0C1}" presName="iconRect" presStyleLbl="node1" presStyleIdx="2" presStyleCnt="4"/>
      <dgm:spPr>
        <a:blipFill>
          <a:blip xmlns:r="http://schemas.openxmlformats.org/officeDocument/2006/relationships" r:embed="rId5" cstate="email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6"/>
              </a:ext>
            </a:extLst>
          </a:blip>
          <a:stretch>
            <a:fillRect/>
          </a:stretch>
        </a:blipFill>
        <a:ln>
          <a:noFill/>
        </a:ln>
      </dgm:spPr>
      <dgm:extLst>
        <a:ext uri="{E40237B7-FDA0-4F09-8148-C483321AD2D9}">
          <dgm14:cNvPr xmlns:dgm14="http://schemas.microsoft.com/office/drawing/2010/diagram" id="0" name="" descr="Bitcoin"/>
        </a:ext>
      </dgm:extLst>
    </dgm:pt>
    <dgm:pt modelId="{3B0C1A91-98B2-43C8-AFAB-AEB33ABF51CD}" type="pres">
      <dgm:prSet presAssocID="{00C91FA9-EA0F-4137-BC18-39BC20A5C0C1}" presName="iconSpace" presStyleCnt="0"/>
      <dgm:spPr/>
    </dgm:pt>
    <dgm:pt modelId="{E08CDDD1-281F-4B15-BEB5-6378F352563E}" type="pres">
      <dgm:prSet presAssocID="{00C91FA9-EA0F-4137-BC18-39BC20A5C0C1}" presName="parTx" presStyleLbl="revTx" presStyleIdx="4" presStyleCnt="8">
        <dgm:presLayoutVars>
          <dgm:chMax val="0"/>
          <dgm:chPref val="0"/>
        </dgm:presLayoutVars>
      </dgm:prSet>
      <dgm:spPr/>
    </dgm:pt>
    <dgm:pt modelId="{D3197720-DE8F-4492-A38D-419A9E36F175}" type="pres">
      <dgm:prSet presAssocID="{00C91FA9-EA0F-4137-BC18-39BC20A5C0C1}" presName="txSpace" presStyleCnt="0"/>
      <dgm:spPr/>
    </dgm:pt>
    <dgm:pt modelId="{FEC40038-CC2F-4F91-8461-1FC99B3ED5B4}" type="pres">
      <dgm:prSet presAssocID="{00C91FA9-EA0F-4137-BC18-39BC20A5C0C1}" presName="desTx" presStyleLbl="revTx" presStyleIdx="5" presStyleCnt="8">
        <dgm:presLayoutVars/>
      </dgm:prSet>
      <dgm:spPr/>
    </dgm:pt>
    <dgm:pt modelId="{10F04B07-E8AF-48F1-BA5F-1D2CD589268F}" type="pres">
      <dgm:prSet presAssocID="{AA76BDB6-42F9-4CDE-A9F6-57676B439D00}" presName="sibTrans" presStyleCnt="0"/>
      <dgm:spPr/>
    </dgm:pt>
    <dgm:pt modelId="{A9F056C9-AAE6-4232-97EC-5C5D9CDE6788}" type="pres">
      <dgm:prSet presAssocID="{4FD73BAD-EF1F-4432-9F88-F84A3DDEB63F}" presName="compNode" presStyleCnt="0"/>
      <dgm:spPr/>
    </dgm:pt>
    <dgm:pt modelId="{4C0CD1EB-B5CB-4281-B86A-BF9795FC0148}" type="pres">
      <dgm:prSet presAssocID="{4FD73BAD-EF1F-4432-9F88-F84A3DDEB63F}" presName="iconRect" presStyleLbl="node1" presStyleIdx="3" presStyleCnt="4"/>
      <dgm:spPr>
        <a:blipFill>
          <a:blip xmlns:r="http://schemas.openxmlformats.org/officeDocument/2006/relationships" r:embed="rId7" cstate="email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8"/>
              </a:ext>
            </a:extLst>
          </a:blip>
          <a:stretch>
            <a:fillRect/>
          </a:stretch>
        </a:blipFill>
        <a:ln>
          <a:noFill/>
        </a:ln>
      </dgm:spPr>
      <dgm:extLst>
        <a:ext uri="{E40237B7-FDA0-4F09-8148-C483321AD2D9}">
          <dgm14:cNvPr xmlns:dgm14="http://schemas.microsoft.com/office/drawing/2010/diagram" id="0" name="" descr="Single gear"/>
        </a:ext>
      </dgm:extLst>
    </dgm:pt>
    <dgm:pt modelId="{CFE2F399-E429-4262-B86E-03BC9E74C508}" type="pres">
      <dgm:prSet presAssocID="{4FD73BAD-EF1F-4432-9F88-F84A3DDEB63F}" presName="iconSpace" presStyleCnt="0"/>
      <dgm:spPr/>
    </dgm:pt>
    <dgm:pt modelId="{60431E9A-3C2C-4EF5-89C4-AD899B2615C5}" type="pres">
      <dgm:prSet presAssocID="{4FD73BAD-EF1F-4432-9F88-F84A3DDEB63F}" presName="parTx" presStyleLbl="revTx" presStyleIdx="6" presStyleCnt="8">
        <dgm:presLayoutVars>
          <dgm:chMax val="0"/>
          <dgm:chPref val="0"/>
        </dgm:presLayoutVars>
      </dgm:prSet>
      <dgm:spPr/>
    </dgm:pt>
    <dgm:pt modelId="{9DCAC8E3-00F3-43D8-9226-09E4BB283ACF}" type="pres">
      <dgm:prSet presAssocID="{4FD73BAD-EF1F-4432-9F88-F84A3DDEB63F}" presName="txSpace" presStyleCnt="0"/>
      <dgm:spPr/>
    </dgm:pt>
    <dgm:pt modelId="{EA28324B-6EC8-43AC-B40E-7E022C12435A}" type="pres">
      <dgm:prSet presAssocID="{4FD73BAD-EF1F-4432-9F88-F84A3DDEB63F}" presName="desTx" presStyleLbl="revTx" presStyleIdx="7" presStyleCnt="8">
        <dgm:presLayoutVars/>
      </dgm:prSet>
      <dgm:spPr/>
    </dgm:pt>
  </dgm:ptLst>
  <dgm:cxnLst>
    <dgm:cxn modelId="{05DD4F13-7FD0-48B5-8B0E-534D3E82CFDF}" srcId="{BCADF877-BE64-4C8A-88CB-17E77318B81B}" destId="{4F105E89-0A32-452A-BB03-4954D59E0822}" srcOrd="0" destOrd="0" parTransId="{0090C588-2B97-4F04-8629-F878F400816B}" sibTransId="{9917EC77-F776-4408-9482-4C1B26BB29E7}"/>
    <dgm:cxn modelId="{6B483919-8BA3-4B17-803E-BE785A986385}" srcId="{00C91FA9-EA0F-4137-BC18-39BC20A5C0C1}" destId="{30FD08E5-3B06-4A34-8D4E-B79FAFB5E53F}" srcOrd="1" destOrd="0" parTransId="{C83CAA30-9679-4D4A-8020-BE71F6F2248F}" sibTransId="{D456CDA4-9CE3-4C24-9EA6-F1FF2935E4CC}"/>
    <dgm:cxn modelId="{4733CB1E-C42D-4FF0-8443-CAFBFB8D81AA}" type="presOf" srcId="{4FD73BAD-EF1F-4432-9F88-F84A3DDEB63F}" destId="{60431E9A-3C2C-4EF5-89C4-AD899B2615C5}" srcOrd="0" destOrd="0" presId="urn:microsoft.com/office/officeart/2018/5/layout/CenteredIconLabelDescriptionList"/>
    <dgm:cxn modelId="{7D4FC52C-BCCF-4B01-AB34-9EC178AFB3FE}" type="presOf" srcId="{6490DD37-4C5C-470D-8C96-6881C9317049}" destId="{B62F445F-AAC9-4290-A5EA-5C1387F9A756}" srcOrd="0" destOrd="1" presId="urn:microsoft.com/office/officeart/2018/5/layout/CenteredIconLabelDescriptionList"/>
    <dgm:cxn modelId="{1D414A2F-4C65-4C7C-AF55-8ED041D0C18D}" srcId="{BCADF877-BE64-4C8A-88CB-17E77318B81B}" destId="{4FD73BAD-EF1F-4432-9F88-F84A3DDEB63F}" srcOrd="3" destOrd="0" parTransId="{B6B60E9F-BD33-407D-8EDF-07A052009CF0}" sibTransId="{5B852440-3B3C-4CA9-94A6-F59D7E9AA340}"/>
    <dgm:cxn modelId="{9172005B-8F04-46D4-BC8C-DF91F1A9A59C}" type="presOf" srcId="{A1102317-A169-415F-98D7-67169C77327F}" destId="{EA28324B-6EC8-43AC-B40E-7E022C12435A}" srcOrd="0" destOrd="1" presId="urn:microsoft.com/office/officeart/2018/5/layout/CenteredIconLabelDescriptionList"/>
    <dgm:cxn modelId="{616C3063-5289-409C-A13A-3522E7304B1D}" srcId="{F8638B43-6957-47B1-AB2E-5A19B274956F}" destId="{71F37FD1-0ECF-4DFC-B570-C12C0AEDBB75}" srcOrd="0" destOrd="0" parTransId="{897FD32C-ED7A-4FA3-B2A8-A35154CF339D}" sibTransId="{2859C85C-C211-4C8C-9529-1B905F86BF38}"/>
    <dgm:cxn modelId="{583B8C66-58BA-4C5D-8B21-C2446C5C6F08}" type="presOf" srcId="{BCADF877-BE64-4C8A-88CB-17E77318B81B}" destId="{DD8533D6-8D2F-4CC1-860A-E317E368AA45}" srcOrd="0" destOrd="0" presId="urn:microsoft.com/office/officeart/2018/5/layout/CenteredIconLabelDescriptionList"/>
    <dgm:cxn modelId="{FB8AB56A-D078-4F0F-9987-CD40259B5FF0}" type="presOf" srcId="{3C8AD47C-B388-4FD3-9C5F-68166DBED354}" destId="{B62F445F-AAC9-4290-A5EA-5C1387F9A756}" srcOrd="0" destOrd="2" presId="urn:microsoft.com/office/officeart/2018/5/layout/CenteredIconLabelDescriptionList"/>
    <dgm:cxn modelId="{892ABC50-0C87-49BF-9BC5-8139795CFEEC}" type="presOf" srcId="{71F37FD1-0ECF-4DFC-B570-C12C0AEDBB75}" destId="{B62F445F-AAC9-4290-A5EA-5C1387F9A756}" srcOrd="0" destOrd="0" presId="urn:microsoft.com/office/officeart/2018/5/layout/CenteredIconLabelDescriptionList"/>
    <dgm:cxn modelId="{3B7CE059-480B-4243-9FD8-5541AF76965A}" srcId="{00C91FA9-EA0F-4137-BC18-39BC20A5C0C1}" destId="{BEBAB9BB-D5B1-4D08-8005-11DDEB8C021B}" srcOrd="0" destOrd="0" parTransId="{69F80EEF-41F9-42E7-8399-C76467463F8B}" sibTransId="{9ACB9FD7-F7AB-498F-8B36-D12B0FD264CD}"/>
    <dgm:cxn modelId="{BBD0465A-0A3E-4AA1-998B-DA00A4104DEE}" srcId="{4FD73BAD-EF1F-4432-9F88-F84A3DDEB63F}" destId="{83886B1A-3367-4D46-B7E9-D4B81D3B845A}" srcOrd="0" destOrd="0" parTransId="{E7E0DFD5-DB1D-42E4-A34B-9B82018D6C8F}" sibTransId="{68DBB12A-0974-4FB4-AB38-643FF5CAE2AF}"/>
    <dgm:cxn modelId="{85FE5987-5AD6-4505-8ED3-D46E9FC2C46D}" srcId="{BCADF877-BE64-4C8A-88CB-17E77318B81B}" destId="{F8638B43-6957-47B1-AB2E-5A19B274956F}" srcOrd="1" destOrd="0" parTransId="{B758E8CC-DCA1-4840-B77A-96F27FB4F0EC}" sibTransId="{FF76D1D2-2ABC-46E4-8C85-707D757B2C20}"/>
    <dgm:cxn modelId="{B51B5396-3A55-4D44-9078-BF51AEFC9A5A}" type="presOf" srcId="{83886B1A-3367-4D46-B7E9-D4B81D3B845A}" destId="{EA28324B-6EC8-43AC-B40E-7E022C12435A}" srcOrd="0" destOrd="0" presId="urn:microsoft.com/office/officeart/2018/5/layout/CenteredIconLabelDescriptionList"/>
    <dgm:cxn modelId="{1E82F1A4-19D9-487E-BFF2-E89FF9FD5930}" type="presOf" srcId="{00C91FA9-EA0F-4137-BC18-39BC20A5C0C1}" destId="{E08CDDD1-281F-4B15-BEB5-6378F352563E}" srcOrd="0" destOrd="0" presId="urn:microsoft.com/office/officeart/2018/5/layout/CenteredIconLabelDescriptionList"/>
    <dgm:cxn modelId="{4CC149A5-8032-4915-8871-E0D17316EF18}" type="presOf" srcId="{BEBAB9BB-D5B1-4D08-8005-11DDEB8C021B}" destId="{FEC40038-CC2F-4F91-8461-1FC99B3ED5B4}" srcOrd="0" destOrd="0" presId="urn:microsoft.com/office/officeart/2018/5/layout/CenteredIconLabelDescriptionList"/>
    <dgm:cxn modelId="{FB4D36A6-A474-4ABD-9BE1-095677CC3D43}" srcId="{F8638B43-6957-47B1-AB2E-5A19B274956F}" destId="{6490DD37-4C5C-470D-8C96-6881C9317049}" srcOrd="1" destOrd="0" parTransId="{861CD912-2348-4145-B999-040F03B7073C}" sibTransId="{4556F346-9F04-417D-B329-5B8E78766B1F}"/>
    <dgm:cxn modelId="{D8200DA8-C546-414D-B757-DA48E492CAB3}" srcId="{BCADF877-BE64-4C8A-88CB-17E77318B81B}" destId="{00C91FA9-EA0F-4137-BC18-39BC20A5C0C1}" srcOrd="2" destOrd="0" parTransId="{0EDDC1E3-C43A-47E2-894E-6A32DA13167A}" sibTransId="{AA76BDB6-42F9-4CDE-A9F6-57676B439D00}"/>
    <dgm:cxn modelId="{08B4C1BF-9B92-40F3-A2CD-B5EE428BF27F}" type="presOf" srcId="{C120E8B9-87FE-400B-B09E-FFC50C7A5CA5}" destId="{B0FC29A3-93F5-4782-A17F-0BC12C499DAA}" srcOrd="0" destOrd="1" presId="urn:microsoft.com/office/officeart/2018/5/layout/CenteredIconLabelDescriptionList"/>
    <dgm:cxn modelId="{12E0ECC8-9834-48B8-9983-D85F9F4C1BE5}" srcId="{4F105E89-0A32-452A-BB03-4954D59E0822}" destId="{7401CAED-B42B-465E-9A6B-7B66F499632A}" srcOrd="0" destOrd="0" parTransId="{518F7E89-48AD-4FFB-9CAF-37E249AE418B}" sibTransId="{490EA801-E9B6-4107-B1A8-E66CBC6596B1}"/>
    <dgm:cxn modelId="{F31D83C9-12B5-4F31-852B-4B89F8AA139B}" type="presOf" srcId="{30FD08E5-3B06-4A34-8D4E-B79FAFB5E53F}" destId="{FEC40038-CC2F-4F91-8461-1FC99B3ED5B4}" srcOrd="0" destOrd="1" presId="urn:microsoft.com/office/officeart/2018/5/layout/CenteredIconLabelDescriptionList"/>
    <dgm:cxn modelId="{D2C5E6CE-C4FF-4EA0-81B1-5E1BC8AD0807}" srcId="{F8638B43-6957-47B1-AB2E-5A19B274956F}" destId="{3C8AD47C-B388-4FD3-9C5F-68166DBED354}" srcOrd="2" destOrd="0" parTransId="{143D92AA-0BDD-4878-9A87-D51612A8A2EF}" sibTransId="{5D781D8B-1AFE-4D96-B8FA-684A48A5DB2F}"/>
    <dgm:cxn modelId="{6EA67CE2-9127-435A-9899-312BB18BE8F9}" type="presOf" srcId="{F8638B43-6957-47B1-AB2E-5A19B274956F}" destId="{C2B56EB2-558D-45FC-837A-5FDF41427225}" srcOrd="0" destOrd="0" presId="urn:microsoft.com/office/officeart/2018/5/layout/CenteredIconLabelDescriptionList"/>
    <dgm:cxn modelId="{79C731E5-9775-4981-8325-DC8134A16F99}" srcId="{4FD73BAD-EF1F-4432-9F88-F84A3DDEB63F}" destId="{A1102317-A169-415F-98D7-67169C77327F}" srcOrd="1" destOrd="0" parTransId="{60CB7194-412E-4B7F-87B6-F538FDF71739}" sibTransId="{7013E1FC-34AE-403D-BA5C-DD6A74572482}"/>
    <dgm:cxn modelId="{D5E6C6EB-F4BB-4680-8913-A7BA59030BDD}" type="presOf" srcId="{4F105E89-0A32-452A-BB03-4954D59E0822}" destId="{0A34394D-CBC9-405E-B073-4AB0CCAEFF06}" srcOrd="0" destOrd="0" presId="urn:microsoft.com/office/officeart/2018/5/layout/CenteredIconLabelDescriptionList"/>
    <dgm:cxn modelId="{549C96F0-78E3-4C18-AEDA-E5CDECCDDF98}" type="presOf" srcId="{7401CAED-B42B-465E-9A6B-7B66F499632A}" destId="{B0FC29A3-93F5-4782-A17F-0BC12C499DAA}" srcOrd="0" destOrd="0" presId="urn:microsoft.com/office/officeart/2018/5/layout/CenteredIconLabelDescriptionList"/>
    <dgm:cxn modelId="{8A7CC2F5-CB42-465C-B5AF-627006F4DB5C}" srcId="{4F105E89-0A32-452A-BB03-4954D59E0822}" destId="{C120E8B9-87FE-400B-B09E-FFC50C7A5CA5}" srcOrd="1" destOrd="0" parTransId="{559521FA-7195-4704-BA21-4CAE4168E720}" sibTransId="{101C0447-4E5D-4F08-87CE-CA28291F754F}"/>
    <dgm:cxn modelId="{801358ED-1192-407B-AC7D-2CB47DFFCB9B}" type="presParOf" srcId="{DD8533D6-8D2F-4CC1-860A-E317E368AA45}" destId="{82994DB9-335A-49B2-9987-1428B25C908F}" srcOrd="0" destOrd="0" presId="urn:microsoft.com/office/officeart/2018/5/layout/CenteredIconLabelDescriptionList"/>
    <dgm:cxn modelId="{F2D51FDD-78A1-443D-83C0-97A91890FD1F}" type="presParOf" srcId="{82994DB9-335A-49B2-9987-1428B25C908F}" destId="{C6F26A42-A273-4295-8582-2D3FDFC680C8}" srcOrd="0" destOrd="0" presId="urn:microsoft.com/office/officeart/2018/5/layout/CenteredIconLabelDescriptionList"/>
    <dgm:cxn modelId="{AA6EDC7D-6481-446C-8148-0DC2CED737A8}" type="presParOf" srcId="{82994DB9-335A-49B2-9987-1428B25C908F}" destId="{077248B4-3BE3-4AD7-BD1E-5525229EE2D3}" srcOrd="1" destOrd="0" presId="urn:microsoft.com/office/officeart/2018/5/layout/CenteredIconLabelDescriptionList"/>
    <dgm:cxn modelId="{CD300564-09CE-450B-B392-F0C8B328F923}" type="presParOf" srcId="{82994DB9-335A-49B2-9987-1428B25C908F}" destId="{0A34394D-CBC9-405E-B073-4AB0CCAEFF06}" srcOrd="2" destOrd="0" presId="urn:microsoft.com/office/officeart/2018/5/layout/CenteredIconLabelDescriptionList"/>
    <dgm:cxn modelId="{FCA840D3-9D54-4AFB-84F3-35D705B9E95F}" type="presParOf" srcId="{82994DB9-335A-49B2-9987-1428B25C908F}" destId="{37E5A691-4517-4808-8A04-7FA0A0B3A27C}" srcOrd="3" destOrd="0" presId="urn:microsoft.com/office/officeart/2018/5/layout/CenteredIconLabelDescriptionList"/>
    <dgm:cxn modelId="{71753609-E2F9-40C1-9F2C-841F91F10E23}" type="presParOf" srcId="{82994DB9-335A-49B2-9987-1428B25C908F}" destId="{B0FC29A3-93F5-4782-A17F-0BC12C499DAA}" srcOrd="4" destOrd="0" presId="urn:microsoft.com/office/officeart/2018/5/layout/CenteredIconLabelDescriptionList"/>
    <dgm:cxn modelId="{18A79F59-3EB8-47F2-AD59-DD1C64D5B42F}" type="presParOf" srcId="{DD8533D6-8D2F-4CC1-860A-E317E368AA45}" destId="{B2AD909B-0142-47F6-A7EF-7F27B2B4798A}" srcOrd="1" destOrd="0" presId="urn:microsoft.com/office/officeart/2018/5/layout/CenteredIconLabelDescriptionList"/>
    <dgm:cxn modelId="{88D0243C-0D10-4537-8164-7B655C4EBCD5}" type="presParOf" srcId="{DD8533D6-8D2F-4CC1-860A-E317E368AA45}" destId="{61245513-0CB9-4594-B083-59798D3AB810}" srcOrd="2" destOrd="0" presId="urn:microsoft.com/office/officeart/2018/5/layout/CenteredIconLabelDescriptionList"/>
    <dgm:cxn modelId="{EE29EB2D-4DD8-484F-86BF-90A6EB9AAB89}" type="presParOf" srcId="{61245513-0CB9-4594-B083-59798D3AB810}" destId="{49266F3F-50E6-45E1-8E1E-294ACAB60F15}" srcOrd="0" destOrd="0" presId="urn:microsoft.com/office/officeart/2018/5/layout/CenteredIconLabelDescriptionList"/>
    <dgm:cxn modelId="{D77DF693-402A-4BC8-A439-DB20BBBB58BB}" type="presParOf" srcId="{61245513-0CB9-4594-B083-59798D3AB810}" destId="{AEB508C1-4F99-46E6-82A4-9A4CA6A2F442}" srcOrd="1" destOrd="0" presId="urn:microsoft.com/office/officeart/2018/5/layout/CenteredIconLabelDescriptionList"/>
    <dgm:cxn modelId="{ABBAFD15-CF71-4840-AECE-F1FABCBA6FB0}" type="presParOf" srcId="{61245513-0CB9-4594-B083-59798D3AB810}" destId="{C2B56EB2-558D-45FC-837A-5FDF41427225}" srcOrd="2" destOrd="0" presId="urn:microsoft.com/office/officeart/2018/5/layout/CenteredIconLabelDescriptionList"/>
    <dgm:cxn modelId="{94B9BF90-C2A4-4D2A-9A44-DE28B3BAA378}" type="presParOf" srcId="{61245513-0CB9-4594-B083-59798D3AB810}" destId="{99A82017-AC20-4F9D-8556-9F6B9C19CB5E}" srcOrd="3" destOrd="0" presId="urn:microsoft.com/office/officeart/2018/5/layout/CenteredIconLabelDescriptionList"/>
    <dgm:cxn modelId="{A4D75535-BADE-4EEA-A96A-BECF55308F25}" type="presParOf" srcId="{61245513-0CB9-4594-B083-59798D3AB810}" destId="{B62F445F-AAC9-4290-A5EA-5C1387F9A756}" srcOrd="4" destOrd="0" presId="urn:microsoft.com/office/officeart/2018/5/layout/CenteredIconLabelDescriptionList"/>
    <dgm:cxn modelId="{C15D7AD7-BB45-4BCA-A13C-3BEF071193BE}" type="presParOf" srcId="{DD8533D6-8D2F-4CC1-860A-E317E368AA45}" destId="{847E7E38-E738-484D-B43C-C9B00F600F92}" srcOrd="3" destOrd="0" presId="urn:microsoft.com/office/officeart/2018/5/layout/CenteredIconLabelDescriptionList"/>
    <dgm:cxn modelId="{174129B9-D8D3-422C-9052-28D34C3D6DA8}" type="presParOf" srcId="{DD8533D6-8D2F-4CC1-860A-E317E368AA45}" destId="{B874E7F0-BBCE-440C-8745-99632A4763D0}" srcOrd="4" destOrd="0" presId="urn:microsoft.com/office/officeart/2018/5/layout/CenteredIconLabelDescriptionList"/>
    <dgm:cxn modelId="{54F9E16C-BDEC-4F8B-B687-E21F9868A7A0}" type="presParOf" srcId="{B874E7F0-BBCE-440C-8745-99632A4763D0}" destId="{C995B08C-9A33-4256-BCC2-698A9B33265A}" srcOrd="0" destOrd="0" presId="urn:microsoft.com/office/officeart/2018/5/layout/CenteredIconLabelDescriptionList"/>
    <dgm:cxn modelId="{59A8550C-4384-43C2-B3C6-B0DEBC9E13E3}" type="presParOf" srcId="{B874E7F0-BBCE-440C-8745-99632A4763D0}" destId="{3B0C1A91-98B2-43C8-AFAB-AEB33ABF51CD}" srcOrd="1" destOrd="0" presId="urn:microsoft.com/office/officeart/2018/5/layout/CenteredIconLabelDescriptionList"/>
    <dgm:cxn modelId="{6CEDC6D0-E1E7-4252-8D67-B090914DF5A2}" type="presParOf" srcId="{B874E7F0-BBCE-440C-8745-99632A4763D0}" destId="{E08CDDD1-281F-4B15-BEB5-6378F352563E}" srcOrd="2" destOrd="0" presId="urn:microsoft.com/office/officeart/2018/5/layout/CenteredIconLabelDescriptionList"/>
    <dgm:cxn modelId="{44CE30CC-23CB-4D96-8864-5A1089A4A171}" type="presParOf" srcId="{B874E7F0-BBCE-440C-8745-99632A4763D0}" destId="{D3197720-DE8F-4492-A38D-419A9E36F175}" srcOrd="3" destOrd="0" presId="urn:microsoft.com/office/officeart/2018/5/layout/CenteredIconLabelDescriptionList"/>
    <dgm:cxn modelId="{D0568CCC-7D9E-47ED-BF81-4EEE9DEBE7BB}" type="presParOf" srcId="{B874E7F0-BBCE-440C-8745-99632A4763D0}" destId="{FEC40038-CC2F-4F91-8461-1FC99B3ED5B4}" srcOrd="4" destOrd="0" presId="urn:microsoft.com/office/officeart/2018/5/layout/CenteredIconLabelDescriptionList"/>
    <dgm:cxn modelId="{F0451DDB-64E0-410D-9EB5-DA7ABD10FEBC}" type="presParOf" srcId="{DD8533D6-8D2F-4CC1-860A-E317E368AA45}" destId="{10F04B07-E8AF-48F1-BA5F-1D2CD589268F}" srcOrd="5" destOrd="0" presId="urn:microsoft.com/office/officeart/2018/5/layout/CenteredIconLabelDescriptionList"/>
    <dgm:cxn modelId="{C4719B3A-7EB3-4F7A-A487-16597DB66A32}" type="presParOf" srcId="{DD8533D6-8D2F-4CC1-860A-E317E368AA45}" destId="{A9F056C9-AAE6-4232-97EC-5C5D9CDE6788}" srcOrd="6" destOrd="0" presId="urn:microsoft.com/office/officeart/2018/5/layout/CenteredIconLabelDescriptionList"/>
    <dgm:cxn modelId="{B72DF2BD-088F-4900-AEBE-74DF38A80656}" type="presParOf" srcId="{A9F056C9-AAE6-4232-97EC-5C5D9CDE6788}" destId="{4C0CD1EB-B5CB-4281-B86A-BF9795FC0148}" srcOrd="0" destOrd="0" presId="urn:microsoft.com/office/officeart/2018/5/layout/CenteredIconLabelDescriptionList"/>
    <dgm:cxn modelId="{5A2BA8C7-4D2E-4291-99CC-C5A0304D5CC2}" type="presParOf" srcId="{A9F056C9-AAE6-4232-97EC-5C5D9CDE6788}" destId="{CFE2F399-E429-4262-B86E-03BC9E74C508}" srcOrd="1" destOrd="0" presId="urn:microsoft.com/office/officeart/2018/5/layout/CenteredIconLabelDescriptionList"/>
    <dgm:cxn modelId="{2CD6A82B-754F-4B93-AF37-D0C39571204B}" type="presParOf" srcId="{A9F056C9-AAE6-4232-97EC-5C5D9CDE6788}" destId="{60431E9A-3C2C-4EF5-89C4-AD899B2615C5}" srcOrd="2" destOrd="0" presId="urn:microsoft.com/office/officeart/2018/5/layout/CenteredIconLabelDescriptionList"/>
    <dgm:cxn modelId="{FC6CC7EE-15B0-433C-8C53-C77A2E9796B5}" type="presParOf" srcId="{A9F056C9-AAE6-4232-97EC-5C5D9CDE6788}" destId="{9DCAC8E3-00F3-43D8-9226-09E4BB283ACF}" srcOrd="3" destOrd="0" presId="urn:microsoft.com/office/officeart/2018/5/layout/CenteredIconLabelDescriptionList"/>
    <dgm:cxn modelId="{FCFCE657-FFA8-45ED-AFF6-E8F8C13CDDCB}" type="presParOf" srcId="{A9F056C9-AAE6-4232-97EC-5C5D9CDE6788}" destId="{EA28324B-6EC8-43AC-B40E-7E022C12435A}" srcOrd="4" destOrd="0" presId="urn:microsoft.com/office/officeart/2018/5/layout/CenteredIconLabelDescriptionList"/>
  </dgm:cxnLst>
  <dgm:bg/>
  <dgm:whole/>
  <dgm:extLst>
    <a:ext uri="http://schemas.microsoft.com/office/drawing/2008/diagram">
      <dsp:dataModelExt xmlns:dsp="http://schemas.microsoft.com/office/drawing/2008/diagram" relId="rId6" minVer="http://schemas.openxmlformats.org/drawingml/2006/diagram"/>
    </a:ext>
  </dgm:extLst>
</dgm:dataModel>
</file>

<file path=ppt/diagrams/data107.xml><?xml version="1.0" encoding="utf-8"?>
<dgm:dataModel xmlns:dgm="http://schemas.openxmlformats.org/drawingml/2006/diagram" xmlns:a="http://schemas.openxmlformats.org/drawingml/2006/main">
  <dgm:ptLst>
    <dgm:pt modelId="{2E3B71F7-F388-49D3-B8D6-D4243FC1D9DE}" type="doc">
      <dgm:prSet loTypeId="urn:microsoft.com/office/officeart/2018/5/layout/CenteredIconLabelDescriptionList" loCatId="icon" qsTypeId="urn:microsoft.com/office/officeart/2005/8/quickstyle/simple1" qsCatId="simple" csTypeId="urn:microsoft.com/office/officeart/2018/5/colors/Iconchunking_neutralbg_colorful1" csCatId="colorful" phldr="1"/>
      <dgm:spPr/>
      <dgm:t>
        <a:bodyPr/>
        <a:lstStyle/>
        <a:p>
          <a:endParaRPr lang="en-US"/>
        </a:p>
      </dgm:t>
    </dgm:pt>
    <dgm:pt modelId="{7669DF16-69C2-42F5-B3A3-DCEEBCADDEC7}">
      <dgm:prSet/>
      <dgm:spPr/>
      <dgm:t>
        <a:bodyPr/>
        <a:lstStyle/>
        <a:p>
          <a:pPr>
            <a:lnSpc>
              <a:spcPct val="100000"/>
            </a:lnSpc>
            <a:defRPr b="1"/>
          </a:pPr>
          <a:r>
            <a:rPr lang="tr-TR"/>
            <a:t>Final balance</a:t>
          </a:r>
          <a:endParaRPr lang="en-US"/>
        </a:p>
      </dgm:t>
    </dgm:pt>
    <dgm:pt modelId="{859B5D26-647A-48F6-BE72-F14FBBE34016}" type="parTrans" cxnId="{4721EE42-4159-4F18-B712-80BCDEAC77E8}">
      <dgm:prSet/>
      <dgm:spPr/>
      <dgm:t>
        <a:bodyPr/>
        <a:lstStyle/>
        <a:p>
          <a:endParaRPr lang="en-US"/>
        </a:p>
      </dgm:t>
    </dgm:pt>
    <dgm:pt modelId="{D7EE2ABB-FDEA-4C14-9A6D-A09F3D05032A}" type="sibTrans" cxnId="{4721EE42-4159-4F18-B712-80BCDEAC77E8}">
      <dgm:prSet/>
      <dgm:spPr/>
      <dgm:t>
        <a:bodyPr/>
        <a:lstStyle/>
        <a:p>
          <a:endParaRPr lang="en-US"/>
        </a:p>
      </dgm:t>
    </dgm:pt>
    <dgm:pt modelId="{9E6D5379-5A42-48AA-9F5C-6E817CAAB479}">
      <dgm:prSet/>
      <dgm:spPr/>
      <dgm:t>
        <a:bodyPr/>
        <a:lstStyle/>
        <a:p>
          <a:pPr>
            <a:lnSpc>
              <a:spcPct val="100000"/>
            </a:lnSpc>
            <a:defRPr b="1"/>
          </a:pPr>
          <a:r>
            <a:rPr lang="en-US"/>
            <a:t>depends on</a:t>
          </a:r>
        </a:p>
      </dgm:t>
    </dgm:pt>
    <dgm:pt modelId="{5BAA5218-0D06-44BA-A7B8-EDC616993DE9}" type="parTrans" cxnId="{E937A1DE-9C92-400D-8271-4BC894A66A5B}">
      <dgm:prSet/>
      <dgm:spPr/>
      <dgm:t>
        <a:bodyPr/>
        <a:lstStyle/>
        <a:p>
          <a:endParaRPr lang="en-US"/>
        </a:p>
      </dgm:t>
    </dgm:pt>
    <dgm:pt modelId="{37F3D308-ACD6-48D8-8B99-5AFD05163A82}" type="sibTrans" cxnId="{E937A1DE-9C92-400D-8271-4BC894A66A5B}">
      <dgm:prSet/>
      <dgm:spPr/>
      <dgm:t>
        <a:bodyPr/>
        <a:lstStyle/>
        <a:p>
          <a:endParaRPr lang="en-US"/>
        </a:p>
      </dgm:t>
    </dgm:pt>
    <dgm:pt modelId="{154D3F4D-A6F8-4CF9-8C77-E4F753D82774}">
      <dgm:prSet/>
      <dgm:spPr/>
      <dgm:t>
        <a:bodyPr/>
        <a:lstStyle/>
        <a:p>
          <a:pPr>
            <a:lnSpc>
              <a:spcPct val="100000"/>
            </a:lnSpc>
          </a:pPr>
          <a:r>
            <a:rPr lang="en-US" dirty="0"/>
            <a:t>maintaining consensus</a:t>
          </a:r>
        </a:p>
      </dgm:t>
    </dgm:pt>
    <dgm:pt modelId="{C37D0F70-DE53-4DB7-A7C4-B4E659D8C440}" type="parTrans" cxnId="{FBB10EDA-48CE-4D34-895D-A42016C1309C}">
      <dgm:prSet/>
      <dgm:spPr/>
      <dgm:t>
        <a:bodyPr/>
        <a:lstStyle/>
        <a:p>
          <a:endParaRPr lang="en-US"/>
        </a:p>
      </dgm:t>
    </dgm:pt>
    <dgm:pt modelId="{6D258BE2-5351-4548-A841-1C25F0C68193}" type="sibTrans" cxnId="{FBB10EDA-48CE-4D34-895D-A42016C1309C}">
      <dgm:prSet/>
      <dgm:spPr/>
      <dgm:t>
        <a:bodyPr/>
        <a:lstStyle/>
        <a:p>
          <a:endParaRPr lang="en-US"/>
        </a:p>
      </dgm:t>
    </dgm:pt>
    <dgm:pt modelId="{633F1E60-23EE-4B43-BB94-C8897A1EA85B}">
      <dgm:prSet/>
      <dgm:spPr/>
      <dgm:t>
        <a:bodyPr/>
        <a:lstStyle/>
        <a:p>
          <a:pPr>
            <a:lnSpc>
              <a:spcPct val="100000"/>
            </a:lnSpc>
          </a:pPr>
          <a:r>
            <a:rPr lang="en-US"/>
            <a:t>a complicated</a:t>
          </a:r>
          <a:r>
            <a:rPr lang="tr-TR" dirty="0"/>
            <a:t> </a:t>
          </a:r>
          <a:r>
            <a:rPr lang="en-US" dirty="0"/>
            <a:t>process</a:t>
          </a:r>
        </a:p>
      </dgm:t>
    </dgm:pt>
    <dgm:pt modelId="{E0F1187D-D92C-4B0F-BA4F-AB28DE08CD34}" type="parTrans" cxnId="{E0CECDBE-0A3A-4CAA-8618-2E8C6CFDF34C}">
      <dgm:prSet/>
      <dgm:spPr/>
    </dgm:pt>
    <dgm:pt modelId="{B7A745FA-CDD6-433B-ABFB-0F969E683DF0}" type="sibTrans" cxnId="{E0CECDBE-0A3A-4CAA-8618-2E8C6CFDF34C}">
      <dgm:prSet/>
      <dgm:spPr/>
    </dgm:pt>
    <dgm:pt modelId="{60915176-8FD4-4F18-8F7D-7CCAF8E729D4}">
      <dgm:prSet/>
      <dgm:spPr/>
      <dgm:t>
        <a:bodyPr/>
        <a:lstStyle/>
        <a:p>
          <a:pPr>
            <a:lnSpc>
              <a:spcPct val="100000"/>
            </a:lnSpc>
          </a:pPr>
          <a:r>
            <a:rPr lang="en-US" dirty="0"/>
            <a:t>keeping track of</a:t>
          </a:r>
        </a:p>
      </dgm:t>
    </dgm:pt>
    <dgm:pt modelId="{45C79DE5-B157-41FA-9291-820C7830ECE5}" type="parTrans" cxnId="{7286DBE3-A2B8-4AD7-AC55-9F992210C220}">
      <dgm:prSet/>
      <dgm:spPr/>
    </dgm:pt>
    <dgm:pt modelId="{D1D771AD-77C2-4C02-AD95-1836918F3AA7}" type="sibTrans" cxnId="{7286DBE3-A2B8-4AD7-AC55-9F992210C220}">
      <dgm:prSet/>
      <dgm:spPr/>
    </dgm:pt>
    <dgm:pt modelId="{3A4D88BE-82A9-4B75-A55F-22D5EB9748B5}">
      <dgm:prSet/>
      <dgm:spPr/>
      <dgm:t>
        <a:bodyPr/>
        <a:lstStyle/>
        <a:p>
          <a:pPr>
            <a:lnSpc>
              <a:spcPct val="100000"/>
            </a:lnSpc>
          </a:pPr>
          <a:r>
            <a:rPr lang="en-US" dirty="0"/>
            <a:t>transactions as they propagate</a:t>
          </a:r>
        </a:p>
      </dgm:t>
    </dgm:pt>
    <dgm:pt modelId="{2678CDE8-79AD-4AF8-B07E-994160ABA213}" type="parTrans" cxnId="{BB5637AC-B619-44EB-B606-E14BDE68630F}">
      <dgm:prSet/>
      <dgm:spPr/>
    </dgm:pt>
    <dgm:pt modelId="{AD93E6A1-35B6-498D-B0B0-49847CD51F09}" type="sibTrans" cxnId="{BB5637AC-B619-44EB-B606-E14BDE68630F}">
      <dgm:prSet/>
      <dgm:spPr/>
    </dgm:pt>
    <dgm:pt modelId="{F7E615CE-110D-43B9-83F6-5E344BAD6878}">
      <dgm:prSet/>
      <dgm:spPr/>
      <dgm:t>
        <a:bodyPr/>
        <a:lstStyle/>
        <a:p>
          <a:pPr>
            <a:lnSpc>
              <a:spcPct val="100000"/>
            </a:lnSpc>
            <a:defRPr b="1"/>
          </a:pPr>
          <a:r>
            <a:rPr lang="tr-TR"/>
            <a:t>plus</a:t>
          </a:r>
          <a:endParaRPr lang="en-US"/>
        </a:p>
      </dgm:t>
    </dgm:pt>
    <dgm:pt modelId="{E03272D1-919C-4760-A844-447E84AEDCB1}" type="parTrans" cxnId="{E2995E6E-1D9E-4F3E-98AD-FA47F84E029F}">
      <dgm:prSet/>
      <dgm:spPr/>
    </dgm:pt>
    <dgm:pt modelId="{E833409B-CA18-4D6B-9F2A-DCCD863D9CC3}" type="sibTrans" cxnId="{E2995E6E-1D9E-4F3E-98AD-FA47F84E029F}">
      <dgm:prSet/>
      <dgm:spPr/>
    </dgm:pt>
    <dgm:pt modelId="{A374FD6E-8920-4506-80D1-8ECBACC68397}">
      <dgm:prSet/>
      <dgm:spPr/>
      <dgm:t>
        <a:bodyPr/>
        <a:lstStyle/>
        <a:p>
          <a:pPr>
            <a:lnSpc>
              <a:spcPct val="100000"/>
            </a:lnSpc>
          </a:pPr>
          <a:r>
            <a:rPr lang="en-US"/>
            <a:t>with </a:t>
          </a:r>
          <a:r>
            <a:rPr lang="en-US" dirty="0"/>
            <a:t>the bitcoin network </a:t>
          </a:r>
        </a:p>
      </dgm:t>
    </dgm:pt>
    <dgm:pt modelId="{573E3326-8CE2-4B20-9586-635D0AFA00C8}" type="parTrans" cxnId="{C6458FA5-9B1D-4FDF-8409-D15F42CD9B29}">
      <dgm:prSet/>
      <dgm:spPr/>
    </dgm:pt>
    <dgm:pt modelId="{2B75279B-D0AF-421C-964C-9213FAE8D75E}" type="sibTrans" cxnId="{C6458FA5-9B1D-4FDF-8409-D15F42CD9B29}">
      <dgm:prSet/>
      <dgm:spPr/>
    </dgm:pt>
    <dgm:pt modelId="{677BFC07-2288-4FA9-96CF-AAB41AF82C27}" type="pres">
      <dgm:prSet presAssocID="{2E3B71F7-F388-49D3-B8D6-D4243FC1D9DE}" presName="root" presStyleCnt="0">
        <dgm:presLayoutVars>
          <dgm:dir/>
          <dgm:resizeHandles val="exact"/>
        </dgm:presLayoutVars>
      </dgm:prSet>
      <dgm:spPr/>
    </dgm:pt>
    <dgm:pt modelId="{477476AA-1A4B-4B2A-A788-4745CE50A990}" type="pres">
      <dgm:prSet presAssocID="{7669DF16-69C2-42F5-B3A3-DCEEBCADDEC7}" presName="compNode" presStyleCnt="0"/>
      <dgm:spPr/>
    </dgm:pt>
    <dgm:pt modelId="{1E173726-56A7-4AE4-82A6-577607A9C701}" type="pres">
      <dgm:prSet presAssocID="{7669DF16-69C2-42F5-B3A3-DCEEBCADDEC7}" presName="iconRect" presStyleLbl="node1" presStyleIdx="0" presStyleCnt="3"/>
      <dgm:spPr>
        <a:blipFill>
          <a:blip xmlns:r="http://schemas.openxmlformats.org/officeDocument/2006/relationships" r:embed="rId1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2"/>
              </a:ext>
            </a:extLst>
          </a:blip>
          <a:stretch>
            <a:fillRect/>
          </a:stretch>
        </a:blipFill>
        <a:ln>
          <a:noFill/>
        </a:ln>
      </dgm:spPr>
      <dgm:extLst>
        <a:ext uri="{E40237B7-FDA0-4F09-8148-C483321AD2D9}">
          <dgm14:cNvPr xmlns:dgm14="http://schemas.microsoft.com/office/drawing/2010/diagram" id="0" name="" descr="Scales of Justice"/>
        </a:ext>
      </dgm:extLst>
    </dgm:pt>
    <dgm:pt modelId="{3517C428-FE39-45D7-B62B-2D9416E1834E}" type="pres">
      <dgm:prSet presAssocID="{7669DF16-69C2-42F5-B3A3-DCEEBCADDEC7}" presName="iconSpace" presStyleCnt="0"/>
      <dgm:spPr/>
    </dgm:pt>
    <dgm:pt modelId="{1D486396-96E6-4C20-B168-203B7E61824D}" type="pres">
      <dgm:prSet presAssocID="{7669DF16-69C2-42F5-B3A3-DCEEBCADDEC7}" presName="parTx" presStyleLbl="revTx" presStyleIdx="0" presStyleCnt="6">
        <dgm:presLayoutVars>
          <dgm:chMax val="0"/>
          <dgm:chPref val="0"/>
        </dgm:presLayoutVars>
      </dgm:prSet>
      <dgm:spPr/>
    </dgm:pt>
    <dgm:pt modelId="{3AC9DB58-8867-4667-AF47-A3230301EBEA}" type="pres">
      <dgm:prSet presAssocID="{7669DF16-69C2-42F5-B3A3-DCEEBCADDEC7}" presName="txSpace" presStyleCnt="0"/>
      <dgm:spPr/>
    </dgm:pt>
    <dgm:pt modelId="{67B16F56-048C-4424-A5E5-A695957FB100}" type="pres">
      <dgm:prSet presAssocID="{7669DF16-69C2-42F5-B3A3-DCEEBCADDEC7}" presName="desTx" presStyleLbl="revTx" presStyleIdx="1" presStyleCnt="6">
        <dgm:presLayoutVars/>
      </dgm:prSet>
      <dgm:spPr/>
    </dgm:pt>
    <dgm:pt modelId="{98B8225B-21CB-49EF-AC4E-4FE66996FB3A}" type="pres">
      <dgm:prSet presAssocID="{D7EE2ABB-FDEA-4C14-9A6D-A09F3D05032A}" presName="sibTrans" presStyleCnt="0"/>
      <dgm:spPr/>
    </dgm:pt>
    <dgm:pt modelId="{82CDEA63-1C86-4DF8-838D-BAA2CEC6FF8B}" type="pres">
      <dgm:prSet presAssocID="{9E6D5379-5A42-48AA-9F5C-6E817CAAB479}" presName="compNode" presStyleCnt="0"/>
      <dgm:spPr/>
    </dgm:pt>
    <dgm:pt modelId="{B6E2D38D-213B-42BF-8264-956FF5914418}" type="pres">
      <dgm:prSet presAssocID="{9E6D5379-5A42-48AA-9F5C-6E817CAAB479}" presName="iconRect" presStyleLbl="node1" presStyleIdx="1" presStyleCnt="3"/>
      <dgm:spPr>
        <a:blipFill>
          <a:blip xmlns:r="http://schemas.openxmlformats.org/officeDocument/2006/relationships" r:embed="rId3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4"/>
              </a:ext>
            </a:extLst>
          </a:blip>
          <a:stretch>
            <a:fillRect/>
          </a:stretch>
        </a:blipFill>
        <a:ln>
          <a:noFill/>
        </a:ln>
      </dgm:spPr>
      <dgm:extLst>
        <a:ext uri="{E40237B7-FDA0-4F09-8148-C483321AD2D9}">
          <dgm14:cNvPr xmlns:dgm14="http://schemas.microsoft.com/office/drawing/2010/diagram" id="0" name="" descr="Register"/>
        </a:ext>
      </dgm:extLst>
    </dgm:pt>
    <dgm:pt modelId="{E8A5E7BA-8597-4804-964E-D74BF3B70ECF}" type="pres">
      <dgm:prSet presAssocID="{9E6D5379-5A42-48AA-9F5C-6E817CAAB479}" presName="iconSpace" presStyleCnt="0"/>
      <dgm:spPr/>
    </dgm:pt>
    <dgm:pt modelId="{5F592F1D-647C-4998-A42C-86ECEAC270DD}" type="pres">
      <dgm:prSet presAssocID="{9E6D5379-5A42-48AA-9F5C-6E817CAAB479}" presName="parTx" presStyleLbl="revTx" presStyleIdx="2" presStyleCnt="6">
        <dgm:presLayoutVars>
          <dgm:chMax val="0"/>
          <dgm:chPref val="0"/>
        </dgm:presLayoutVars>
      </dgm:prSet>
      <dgm:spPr/>
    </dgm:pt>
    <dgm:pt modelId="{DEC28861-4816-415E-BEE6-35F9AC28957F}" type="pres">
      <dgm:prSet presAssocID="{9E6D5379-5A42-48AA-9F5C-6E817CAAB479}" presName="txSpace" presStyleCnt="0"/>
      <dgm:spPr/>
    </dgm:pt>
    <dgm:pt modelId="{5BF07EB3-2935-4599-B685-893156DB31B1}" type="pres">
      <dgm:prSet presAssocID="{9E6D5379-5A42-48AA-9F5C-6E817CAAB479}" presName="desTx" presStyleLbl="revTx" presStyleIdx="3" presStyleCnt="6">
        <dgm:presLayoutVars/>
      </dgm:prSet>
      <dgm:spPr/>
    </dgm:pt>
    <dgm:pt modelId="{C25BCE7E-505E-47F7-B964-DED5BA89A6FC}" type="pres">
      <dgm:prSet presAssocID="{37F3D308-ACD6-48D8-8B99-5AFD05163A82}" presName="sibTrans" presStyleCnt="0"/>
      <dgm:spPr/>
    </dgm:pt>
    <dgm:pt modelId="{43B6BB8F-46D9-4CB6-86B7-3FE27F6C3F03}" type="pres">
      <dgm:prSet presAssocID="{F7E615CE-110D-43B9-83F6-5E344BAD6878}" presName="compNode" presStyleCnt="0"/>
      <dgm:spPr/>
    </dgm:pt>
    <dgm:pt modelId="{93A3D16C-8577-4C5D-8A00-1FA0129E2F87}" type="pres">
      <dgm:prSet presAssocID="{F7E615CE-110D-43B9-83F6-5E344BAD6878}" presName="iconRect" presStyleLbl="node1" presStyleIdx="2" presStyleCnt="3"/>
      <dgm:spPr>
        <a:blipFill>
          <a:blip xmlns:r="http://schemas.openxmlformats.org/officeDocument/2006/relationships" r:embed="rId5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6"/>
              </a:ext>
            </a:extLst>
          </a:blip>
          <a:stretch>
            <a:fillRect/>
          </a:stretch>
        </a:blipFill>
        <a:ln>
          <a:noFill/>
        </a:ln>
      </dgm:spPr>
      <dgm:extLst>
        <a:ext uri="{E40237B7-FDA0-4F09-8148-C483321AD2D9}">
          <dgm14:cNvPr xmlns:dgm14="http://schemas.microsoft.com/office/drawing/2010/diagram" id="0" name="" descr="User Network"/>
        </a:ext>
      </dgm:extLst>
    </dgm:pt>
    <dgm:pt modelId="{7A3C494D-F550-42CA-A998-A089A0F23C0E}" type="pres">
      <dgm:prSet presAssocID="{F7E615CE-110D-43B9-83F6-5E344BAD6878}" presName="iconSpace" presStyleCnt="0"/>
      <dgm:spPr/>
    </dgm:pt>
    <dgm:pt modelId="{DADC6296-0AE7-4EBB-8E09-097FFE71D770}" type="pres">
      <dgm:prSet presAssocID="{F7E615CE-110D-43B9-83F6-5E344BAD6878}" presName="parTx" presStyleLbl="revTx" presStyleIdx="4" presStyleCnt="6">
        <dgm:presLayoutVars>
          <dgm:chMax val="0"/>
          <dgm:chPref val="0"/>
        </dgm:presLayoutVars>
      </dgm:prSet>
      <dgm:spPr/>
    </dgm:pt>
    <dgm:pt modelId="{627F8741-734D-40D6-B62F-5367195CB7F4}" type="pres">
      <dgm:prSet presAssocID="{F7E615CE-110D-43B9-83F6-5E344BAD6878}" presName="txSpace" presStyleCnt="0"/>
      <dgm:spPr/>
    </dgm:pt>
    <dgm:pt modelId="{F6DC19B2-9F8C-4751-83C0-5A297B176479}" type="pres">
      <dgm:prSet presAssocID="{F7E615CE-110D-43B9-83F6-5E344BAD6878}" presName="desTx" presStyleLbl="revTx" presStyleIdx="5" presStyleCnt="6">
        <dgm:presLayoutVars/>
      </dgm:prSet>
      <dgm:spPr/>
    </dgm:pt>
  </dgm:ptLst>
  <dgm:cxnLst>
    <dgm:cxn modelId="{C357EF16-3FC9-4A71-A157-3BEE4850DC96}" type="presOf" srcId="{9E6D5379-5A42-48AA-9F5C-6E817CAAB479}" destId="{5F592F1D-647C-4998-A42C-86ECEAC270DD}" srcOrd="0" destOrd="0" presId="urn:microsoft.com/office/officeart/2018/5/layout/CenteredIconLabelDescriptionList"/>
    <dgm:cxn modelId="{C7D76317-133A-464C-AC12-ECD13862B844}" type="presOf" srcId="{2E3B71F7-F388-49D3-B8D6-D4243FC1D9DE}" destId="{677BFC07-2288-4FA9-96CF-AAB41AF82C27}" srcOrd="0" destOrd="0" presId="urn:microsoft.com/office/officeart/2018/5/layout/CenteredIconLabelDescriptionList"/>
    <dgm:cxn modelId="{0F52B022-DB71-4F54-B33B-1D5A8F1456D2}" type="presOf" srcId="{633F1E60-23EE-4B43-BB94-C8897A1EA85B}" destId="{67B16F56-048C-4424-A5E5-A695957FB100}" srcOrd="0" destOrd="0" presId="urn:microsoft.com/office/officeart/2018/5/layout/CenteredIconLabelDescriptionList"/>
    <dgm:cxn modelId="{06E19B27-88F7-4439-9D50-3114E1652097}" type="presOf" srcId="{154D3F4D-A6F8-4CF9-8C77-E4F753D82774}" destId="{F6DC19B2-9F8C-4751-83C0-5A297B176479}" srcOrd="0" destOrd="0" presId="urn:microsoft.com/office/officeart/2018/5/layout/CenteredIconLabelDescriptionList"/>
    <dgm:cxn modelId="{4721EE42-4159-4F18-B712-80BCDEAC77E8}" srcId="{2E3B71F7-F388-49D3-B8D6-D4243FC1D9DE}" destId="{7669DF16-69C2-42F5-B3A3-DCEEBCADDEC7}" srcOrd="0" destOrd="0" parTransId="{859B5D26-647A-48F6-BE72-F14FBBE34016}" sibTransId="{D7EE2ABB-FDEA-4C14-9A6D-A09F3D05032A}"/>
    <dgm:cxn modelId="{4CB60169-0999-49C8-831C-A7F88A9FFBF5}" type="presOf" srcId="{A374FD6E-8920-4506-80D1-8ECBACC68397}" destId="{F6DC19B2-9F8C-4751-83C0-5A297B176479}" srcOrd="0" destOrd="1" presId="urn:microsoft.com/office/officeart/2018/5/layout/CenteredIconLabelDescriptionList"/>
    <dgm:cxn modelId="{E2995E6E-1D9E-4F3E-98AD-FA47F84E029F}" srcId="{2E3B71F7-F388-49D3-B8D6-D4243FC1D9DE}" destId="{F7E615CE-110D-43B9-83F6-5E344BAD6878}" srcOrd="2" destOrd="0" parTransId="{E03272D1-919C-4760-A844-447E84AEDCB1}" sibTransId="{E833409B-CA18-4D6B-9F2A-DCCD863D9CC3}"/>
    <dgm:cxn modelId="{0C3DD980-64AC-454A-B338-2D4AC717550E}" type="presOf" srcId="{F7E615CE-110D-43B9-83F6-5E344BAD6878}" destId="{DADC6296-0AE7-4EBB-8E09-097FFE71D770}" srcOrd="0" destOrd="0" presId="urn:microsoft.com/office/officeart/2018/5/layout/CenteredIconLabelDescriptionList"/>
    <dgm:cxn modelId="{C6458FA5-9B1D-4FDF-8409-D15F42CD9B29}" srcId="{F7E615CE-110D-43B9-83F6-5E344BAD6878}" destId="{A374FD6E-8920-4506-80D1-8ECBACC68397}" srcOrd="1" destOrd="0" parTransId="{573E3326-8CE2-4B20-9586-635D0AFA00C8}" sibTransId="{2B75279B-D0AF-421C-964C-9213FAE8D75E}"/>
    <dgm:cxn modelId="{045123A6-393C-4E2A-8CA7-F422A5B6ACB0}" type="presOf" srcId="{7669DF16-69C2-42F5-B3A3-DCEEBCADDEC7}" destId="{1D486396-96E6-4C20-B168-203B7E61824D}" srcOrd="0" destOrd="0" presId="urn:microsoft.com/office/officeart/2018/5/layout/CenteredIconLabelDescriptionList"/>
    <dgm:cxn modelId="{BB5637AC-B619-44EB-B606-E14BDE68630F}" srcId="{9E6D5379-5A42-48AA-9F5C-6E817CAAB479}" destId="{3A4D88BE-82A9-4B75-A55F-22D5EB9748B5}" srcOrd="1" destOrd="0" parTransId="{2678CDE8-79AD-4AF8-B07E-994160ABA213}" sibTransId="{AD93E6A1-35B6-498D-B0B0-49847CD51F09}"/>
    <dgm:cxn modelId="{46522BBE-83D8-4B4F-A9B8-89121C8258DF}" type="presOf" srcId="{3A4D88BE-82A9-4B75-A55F-22D5EB9748B5}" destId="{5BF07EB3-2935-4599-B685-893156DB31B1}" srcOrd="0" destOrd="1" presId="urn:microsoft.com/office/officeart/2018/5/layout/CenteredIconLabelDescriptionList"/>
    <dgm:cxn modelId="{E0CECDBE-0A3A-4CAA-8618-2E8C6CFDF34C}" srcId="{7669DF16-69C2-42F5-B3A3-DCEEBCADDEC7}" destId="{633F1E60-23EE-4B43-BB94-C8897A1EA85B}" srcOrd="0" destOrd="0" parTransId="{E0F1187D-D92C-4B0F-BA4F-AB28DE08CD34}" sibTransId="{B7A745FA-CDD6-433B-ABFB-0F969E683DF0}"/>
    <dgm:cxn modelId="{FBB10EDA-48CE-4D34-895D-A42016C1309C}" srcId="{F7E615CE-110D-43B9-83F6-5E344BAD6878}" destId="{154D3F4D-A6F8-4CF9-8C77-E4F753D82774}" srcOrd="0" destOrd="0" parTransId="{C37D0F70-DE53-4DB7-A7C4-B4E659D8C440}" sibTransId="{6D258BE2-5351-4548-A841-1C25F0C68193}"/>
    <dgm:cxn modelId="{E937A1DE-9C92-400D-8271-4BC894A66A5B}" srcId="{2E3B71F7-F388-49D3-B8D6-D4243FC1D9DE}" destId="{9E6D5379-5A42-48AA-9F5C-6E817CAAB479}" srcOrd="1" destOrd="0" parTransId="{5BAA5218-0D06-44BA-A7B8-EDC616993DE9}" sibTransId="{37F3D308-ACD6-48D8-8B99-5AFD05163A82}"/>
    <dgm:cxn modelId="{7286DBE3-A2B8-4AD7-AC55-9F992210C220}" srcId="{9E6D5379-5A42-48AA-9F5C-6E817CAAB479}" destId="{60915176-8FD4-4F18-8F7D-7CCAF8E729D4}" srcOrd="0" destOrd="0" parTransId="{45C79DE5-B157-41FA-9291-820C7830ECE5}" sibTransId="{D1D771AD-77C2-4C02-AD95-1836918F3AA7}"/>
    <dgm:cxn modelId="{2BBFC7F0-9B0B-4090-9EB0-9E926EA16916}" type="presOf" srcId="{60915176-8FD4-4F18-8F7D-7CCAF8E729D4}" destId="{5BF07EB3-2935-4599-B685-893156DB31B1}" srcOrd="0" destOrd="0" presId="urn:microsoft.com/office/officeart/2018/5/layout/CenteredIconLabelDescriptionList"/>
    <dgm:cxn modelId="{87E20F93-214D-47AE-A5EB-6006722E964D}" type="presParOf" srcId="{677BFC07-2288-4FA9-96CF-AAB41AF82C27}" destId="{477476AA-1A4B-4B2A-A788-4745CE50A990}" srcOrd="0" destOrd="0" presId="urn:microsoft.com/office/officeart/2018/5/layout/CenteredIconLabelDescriptionList"/>
    <dgm:cxn modelId="{CC2CA90B-3479-4105-8715-EA6A60993314}" type="presParOf" srcId="{477476AA-1A4B-4B2A-A788-4745CE50A990}" destId="{1E173726-56A7-4AE4-82A6-577607A9C701}" srcOrd="0" destOrd="0" presId="urn:microsoft.com/office/officeart/2018/5/layout/CenteredIconLabelDescriptionList"/>
    <dgm:cxn modelId="{AB53A298-6FCD-4846-B53D-5BC4A0116377}" type="presParOf" srcId="{477476AA-1A4B-4B2A-A788-4745CE50A990}" destId="{3517C428-FE39-45D7-B62B-2D9416E1834E}" srcOrd="1" destOrd="0" presId="urn:microsoft.com/office/officeart/2018/5/layout/CenteredIconLabelDescriptionList"/>
    <dgm:cxn modelId="{F142B3B3-5C35-40A4-81DD-1F5994B5D285}" type="presParOf" srcId="{477476AA-1A4B-4B2A-A788-4745CE50A990}" destId="{1D486396-96E6-4C20-B168-203B7E61824D}" srcOrd="2" destOrd="0" presId="urn:microsoft.com/office/officeart/2018/5/layout/CenteredIconLabelDescriptionList"/>
    <dgm:cxn modelId="{A325D96F-F7EB-4126-89EB-E312AE8ED148}" type="presParOf" srcId="{477476AA-1A4B-4B2A-A788-4745CE50A990}" destId="{3AC9DB58-8867-4667-AF47-A3230301EBEA}" srcOrd="3" destOrd="0" presId="urn:microsoft.com/office/officeart/2018/5/layout/CenteredIconLabelDescriptionList"/>
    <dgm:cxn modelId="{B41A1119-E7FA-45DC-B67C-59C9C7D461AB}" type="presParOf" srcId="{477476AA-1A4B-4B2A-A788-4745CE50A990}" destId="{67B16F56-048C-4424-A5E5-A695957FB100}" srcOrd="4" destOrd="0" presId="urn:microsoft.com/office/officeart/2018/5/layout/CenteredIconLabelDescriptionList"/>
    <dgm:cxn modelId="{5E949FA3-C058-4E5B-846B-56F593921E26}" type="presParOf" srcId="{677BFC07-2288-4FA9-96CF-AAB41AF82C27}" destId="{98B8225B-21CB-49EF-AC4E-4FE66996FB3A}" srcOrd="1" destOrd="0" presId="urn:microsoft.com/office/officeart/2018/5/layout/CenteredIconLabelDescriptionList"/>
    <dgm:cxn modelId="{5BB335BC-FBDA-43A6-9832-3BA8E2FB7034}" type="presParOf" srcId="{677BFC07-2288-4FA9-96CF-AAB41AF82C27}" destId="{82CDEA63-1C86-4DF8-838D-BAA2CEC6FF8B}" srcOrd="2" destOrd="0" presId="urn:microsoft.com/office/officeart/2018/5/layout/CenteredIconLabelDescriptionList"/>
    <dgm:cxn modelId="{33CD2768-7422-4309-A491-4EC4AF89B52D}" type="presParOf" srcId="{82CDEA63-1C86-4DF8-838D-BAA2CEC6FF8B}" destId="{B6E2D38D-213B-42BF-8264-956FF5914418}" srcOrd="0" destOrd="0" presId="urn:microsoft.com/office/officeart/2018/5/layout/CenteredIconLabelDescriptionList"/>
    <dgm:cxn modelId="{545636AF-0521-473B-BB17-A6D8985210E4}" type="presParOf" srcId="{82CDEA63-1C86-4DF8-838D-BAA2CEC6FF8B}" destId="{E8A5E7BA-8597-4804-964E-D74BF3B70ECF}" srcOrd="1" destOrd="0" presId="urn:microsoft.com/office/officeart/2018/5/layout/CenteredIconLabelDescriptionList"/>
    <dgm:cxn modelId="{DD484BBB-94E8-42B3-8DDB-4AD527E7D8C6}" type="presParOf" srcId="{82CDEA63-1C86-4DF8-838D-BAA2CEC6FF8B}" destId="{5F592F1D-647C-4998-A42C-86ECEAC270DD}" srcOrd="2" destOrd="0" presId="urn:microsoft.com/office/officeart/2018/5/layout/CenteredIconLabelDescriptionList"/>
    <dgm:cxn modelId="{F08BA037-F6F0-4D56-88F6-754B513B8427}" type="presParOf" srcId="{82CDEA63-1C86-4DF8-838D-BAA2CEC6FF8B}" destId="{DEC28861-4816-415E-BEE6-35F9AC28957F}" srcOrd="3" destOrd="0" presId="urn:microsoft.com/office/officeart/2018/5/layout/CenteredIconLabelDescriptionList"/>
    <dgm:cxn modelId="{CC185107-1CAA-4043-8EFF-4FF35184E7BE}" type="presParOf" srcId="{82CDEA63-1C86-4DF8-838D-BAA2CEC6FF8B}" destId="{5BF07EB3-2935-4599-B685-893156DB31B1}" srcOrd="4" destOrd="0" presId="urn:microsoft.com/office/officeart/2018/5/layout/CenteredIconLabelDescriptionList"/>
    <dgm:cxn modelId="{85FE46F1-0EF7-429B-89B2-0CE483E69FB1}" type="presParOf" srcId="{677BFC07-2288-4FA9-96CF-AAB41AF82C27}" destId="{C25BCE7E-505E-47F7-B964-DED5BA89A6FC}" srcOrd="3" destOrd="0" presId="urn:microsoft.com/office/officeart/2018/5/layout/CenteredIconLabelDescriptionList"/>
    <dgm:cxn modelId="{EF2D323A-9E15-40F8-A4E9-A79052DF1AAA}" type="presParOf" srcId="{677BFC07-2288-4FA9-96CF-AAB41AF82C27}" destId="{43B6BB8F-46D9-4CB6-86B7-3FE27F6C3F03}" srcOrd="4" destOrd="0" presId="urn:microsoft.com/office/officeart/2018/5/layout/CenteredIconLabelDescriptionList"/>
    <dgm:cxn modelId="{991FA7D4-E9D4-4FEC-BDEE-FEC7F42B7B54}" type="presParOf" srcId="{43B6BB8F-46D9-4CB6-86B7-3FE27F6C3F03}" destId="{93A3D16C-8577-4C5D-8A00-1FA0129E2F87}" srcOrd="0" destOrd="0" presId="urn:microsoft.com/office/officeart/2018/5/layout/CenteredIconLabelDescriptionList"/>
    <dgm:cxn modelId="{4DA3F7B2-5140-466A-A834-4C31399C1FE6}" type="presParOf" srcId="{43B6BB8F-46D9-4CB6-86B7-3FE27F6C3F03}" destId="{7A3C494D-F550-42CA-A998-A089A0F23C0E}" srcOrd="1" destOrd="0" presId="urn:microsoft.com/office/officeart/2018/5/layout/CenteredIconLabelDescriptionList"/>
    <dgm:cxn modelId="{9059B542-294A-40D0-B212-389B1BA9B0B1}" type="presParOf" srcId="{43B6BB8F-46D9-4CB6-86B7-3FE27F6C3F03}" destId="{DADC6296-0AE7-4EBB-8E09-097FFE71D770}" srcOrd="2" destOrd="0" presId="urn:microsoft.com/office/officeart/2018/5/layout/CenteredIconLabelDescriptionList"/>
    <dgm:cxn modelId="{4EFBC796-5E58-44E7-9CC9-A1D11DF2F788}" type="presParOf" srcId="{43B6BB8F-46D9-4CB6-86B7-3FE27F6C3F03}" destId="{627F8741-734D-40D6-B62F-5367195CB7F4}" srcOrd="3" destOrd="0" presId="urn:microsoft.com/office/officeart/2018/5/layout/CenteredIconLabelDescriptionList"/>
    <dgm:cxn modelId="{5DC0B30C-7150-4EBB-8CFA-3CF935DED78D}" type="presParOf" srcId="{43B6BB8F-46D9-4CB6-86B7-3FE27F6C3F03}" destId="{F6DC19B2-9F8C-4751-83C0-5A297B176479}" srcOrd="4" destOrd="0" presId="urn:microsoft.com/office/officeart/2018/5/layout/CenteredIconLabelDescriptionList"/>
  </dgm:cxnLst>
  <dgm:bg/>
  <dgm:whole/>
  <dgm:extLst>
    <a:ext uri="http://schemas.microsoft.com/office/drawing/2008/diagram">
      <dsp:dataModelExt xmlns:dsp="http://schemas.microsoft.com/office/drawing/2008/diagram" relId="rId6" minVer="http://schemas.openxmlformats.org/drawingml/2006/diagram"/>
    </a:ext>
  </dgm:extLst>
</dgm:dataModel>
</file>

<file path=ppt/diagrams/data108.xml><?xml version="1.0" encoding="utf-8"?>
<dgm:dataModel xmlns:dgm="http://schemas.openxmlformats.org/drawingml/2006/diagram" xmlns:a="http://schemas.openxmlformats.org/drawingml/2006/main">
  <dgm:ptLst>
    <dgm:pt modelId="{2E3B71F7-F388-49D3-B8D6-D4243FC1D9DE}" type="doc">
      <dgm:prSet loTypeId="urn:microsoft.com/office/officeart/2018/5/layout/CenteredIconLabelDescriptionList" loCatId="icon" qsTypeId="urn:microsoft.com/office/officeart/2005/8/quickstyle/simple1" qsCatId="simple" csTypeId="urn:microsoft.com/office/officeart/2018/5/colors/Iconchunking_neutralbg_colorful2" csCatId="colorful" phldr="1"/>
      <dgm:spPr/>
      <dgm:t>
        <a:bodyPr/>
        <a:lstStyle/>
        <a:p>
          <a:endParaRPr lang="en-US"/>
        </a:p>
      </dgm:t>
    </dgm:pt>
    <dgm:pt modelId="{58DA5BC2-2118-45E6-B3A8-3DF500ED28E8}">
      <dgm:prSet/>
      <dgm:spPr/>
      <dgm:t>
        <a:bodyPr/>
        <a:lstStyle/>
        <a:p>
          <a:pPr>
            <a:lnSpc>
              <a:spcPct val="100000"/>
            </a:lnSpc>
            <a:defRPr b="1"/>
          </a:pPr>
          <a:r>
            <a:rPr lang="tr-TR"/>
            <a:t>Going out of sync</a:t>
          </a:r>
          <a:endParaRPr lang="en-US"/>
        </a:p>
      </dgm:t>
    </dgm:pt>
    <dgm:pt modelId="{E8FD2EF9-E9A9-4203-8086-5604486EBBB7}" type="parTrans" cxnId="{F0DE72B0-4D49-4D96-BD53-E4E3E1545627}">
      <dgm:prSet/>
      <dgm:spPr/>
      <dgm:t>
        <a:bodyPr/>
        <a:lstStyle/>
        <a:p>
          <a:endParaRPr lang="en-US"/>
        </a:p>
      </dgm:t>
    </dgm:pt>
    <dgm:pt modelId="{C06CF5F8-C192-4241-931B-62330C8F30B4}" type="sibTrans" cxnId="{F0DE72B0-4D49-4D96-BD53-E4E3E1545627}">
      <dgm:prSet/>
      <dgm:spPr/>
      <dgm:t>
        <a:bodyPr/>
        <a:lstStyle/>
        <a:p>
          <a:endParaRPr lang="en-US"/>
        </a:p>
      </dgm:t>
    </dgm:pt>
    <dgm:pt modelId="{FD3F32A9-32D8-419F-B3CE-2395E06EB678}">
      <dgm:prSet/>
      <dgm:spPr/>
      <dgm:t>
        <a:bodyPr/>
        <a:lstStyle/>
        <a:p>
          <a:pPr>
            <a:lnSpc>
              <a:spcPct val="100000"/>
            </a:lnSpc>
          </a:pPr>
          <a:r>
            <a:rPr lang="en-US" dirty="0"/>
            <a:t>its perspective of</a:t>
          </a:r>
          <a:r>
            <a:rPr lang="tr-TR" dirty="0"/>
            <a:t> </a:t>
          </a:r>
          <a:r>
            <a:rPr lang="en-US" dirty="0"/>
            <a:t>the UTXO set</a:t>
          </a:r>
        </a:p>
      </dgm:t>
    </dgm:pt>
    <dgm:pt modelId="{542E7004-0435-4CED-91A9-839440FD03E7}" type="parTrans" cxnId="{9D35DBF6-7FEA-432C-8AB9-214B11409266}">
      <dgm:prSet/>
      <dgm:spPr/>
      <dgm:t>
        <a:bodyPr/>
        <a:lstStyle/>
        <a:p>
          <a:endParaRPr lang="en-US"/>
        </a:p>
      </dgm:t>
    </dgm:pt>
    <dgm:pt modelId="{BA912E19-2599-43ED-8319-D95E04B43736}" type="sibTrans" cxnId="{9D35DBF6-7FEA-432C-8AB9-214B11409266}">
      <dgm:prSet/>
      <dgm:spPr/>
      <dgm:t>
        <a:bodyPr/>
        <a:lstStyle/>
        <a:p>
          <a:endParaRPr lang="en-US"/>
        </a:p>
      </dgm:t>
    </dgm:pt>
    <dgm:pt modelId="{E6DD9594-CF60-4A99-BB27-F46A18DCEB7A}">
      <dgm:prSet/>
      <dgm:spPr/>
      <dgm:t>
        <a:bodyPr/>
        <a:lstStyle/>
        <a:p>
          <a:pPr>
            <a:lnSpc>
              <a:spcPct val="100000"/>
            </a:lnSpc>
          </a:pPr>
          <a:r>
            <a:rPr lang="en-US"/>
            <a:t>goes out of sync </a:t>
          </a:r>
        </a:p>
      </dgm:t>
    </dgm:pt>
    <dgm:pt modelId="{E903D362-F3C8-44D7-8249-BC2ADA076343}" type="parTrans" cxnId="{F98A7469-537D-4549-946D-7F9AC3BCAC48}">
      <dgm:prSet/>
      <dgm:spPr/>
    </dgm:pt>
    <dgm:pt modelId="{BE8EFBDB-23F1-4029-94A0-D4F9EA7B1031}" type="sibTrans" cxnId="{F98A7469-537D-4549-946D-7F9AC3BCAC48}">
      <dgm:prSet/>
      <dgm:spPr/>
    </dgm:pt>
    <dgm:pt modelId="{F497DEEE-402C-4249-9AC3-8E17F2A5FAEC}">
      <dgm:prSet/>
      <dgm:spPr/>
      <dgm:t>
        <a:bodyPr/>
        <a:lstStyle/>
        <a:p>
          <a:pPr>
            <a:lnSpc>
              <a:spcPct val="100000"/>
            </a:lnSpc>
          </a:pPr>
          <a:r>
            <a:rPr lang="en-US" dirty="0"/>
            <a:t>is incomplete</a:t>
          </a:r>
        </a:p>
      </dgm:t>
    </dgm:pt>
    <dgm:pt modelId="{F9FAB3EB-D017-452A-9075-754537038A94}" type="parTrans" cxnId="{A1F58892-A4A3-45C0-83EF-B6C78E8CB387}">
      <dgm:prSet/>
      <dgm:spPr/>
    </dgm:pt>
    <dgm:pt modelId="{86F95898-E7B2-4E86-BFB1-64DB284FE1A3}" type="sibTrans" cxnId="{A1F58892-A4A3-45C0-83EF-B6C78E8CB387}">
      <dgm:prSet/>
      <dgm:spPr/>
    </dgm:pt>
    <dgm:pt modelId="{2B4B0A0E-16A6-473C-B270-F99C72D51EAF}">
      <dgm:prSet/>
      <dgm:spPr/>
      <dgm:t>
        <a:bodyPr/>
        <a:lstStyle/>
        <a:p>
          <a:pPr>
            <a:lnSpc>
              <a:spcPct val="100000"/>
            </a:lnSpc>
          </a:pPr>
          <a:r>
            <a:rPr lang="en-US"/>
            <a:t> </a:t>
          </a:r>
          <a:r>
            <a:rPr lang="en-US" dirty="0"/>
            <a:t>or incorrect.</a:t>
          </a:r>
        </a:p>
      </dgm:t>
    </dgm:pt>
    <dgm:pt modelId="{E226A361-21DB-45ED-884A-82B3BA05E848}" type="parTrans" cxnId="{55A5C091-9841-4D61-8601-3D8F40543E2A}">
      <dgm:prSet/>
      <dgm:spPr/>
    </dgm:pt>
    <dgm:pt modelId="{41826CBB-2359-4004-BC3D-42C28C2A93D6}" type="sibTrans" cxnId="{55A5C091-9841-4D61-8601-3D8F40543E2A}">
      <dgm:prSet/>
      <dgm:spPr/>
    </dgm:pt>
    <dgm:pt modelId="{AF9B7183-DF19-48D2-A6DD-044903374AF2}">
      <dgm:prSet/>
      <dgm:spPr/>
      <dgm:t>
        <a:bodyPr/>
        <a:lstStyle/>
        <a:p>
          <a:pPr>
            <a:lnSpc>
              <a:spcPct val="100000"/>
            </a:lnSpc>
          </a:pPr>
          <a:r>
            <a:rPr lang="en-US" dirty="0"/>
            <a:t>Sometimes</a:t>
          </a:r>
          <a:r>
            <a:rPr lang="tr-TR" dirty="0"/>
            <a:t> </a:t>
          </a:r>
          <a:r>
            <a:rPr lang="en-US" dirty="0"/>
            <a:t>the blockchain explorer</a:t>
          </a:r>
        </a:p>
      </dgm:t>
    </dgm:pt>
    <dgm:pt modelId="{6849F2FB-574B-4D5E-A875-B81371FBE165}" type="parTrans" cxnId="{7329CD2C-E227-42BA-BF3F-E4BFA3988844}">
      <dgm:prSet/>
      <dgm:spPr/>
    </dgm:pt>
    <dgm:pt modelId="{9738BB02-5FBC-403E-A24E-CF5183A3F368}" type="sibTrans" cxnId="{7329CD2C-E227-42BA-BF3F-E4BFA3988844}">
      <dgm:prSet/>
      <dgm:spPr/>
    </dgm:pt>
    <dgm:pt modelId="{92553232-C06B-449E-BD6C-76CED54A5544}">
      <dgm:prSet/>
      <dgm:spPr/>
      <dgm:t>
        <a:bodyPr/>
        <a:lstStyle/>
        <a:p>
          <a:pPr>
            <a:lnSpc>
              <a:spcPct val="100000"/>
            </a:lnSpc>
            <a:defRPr b="1"/>
          </a:pPr>
          <a:r>
            <a:rPr lang="tr-TR"/>
            <a:t>Causes</a:t>
          </a:r>
          <a:endParaRPr lang="en-US"/>
        </a:p>
      </dgm:t>
    </dgm:pt>
    <dgm:pt modelId="{D65CD841-0292-45E7-9926-AD34CD1028E4}" type="parTrans" cxnId="{56C30123-07D1-4BE5-AAC1-136DA8D6355B}">
      <dgm:prSet/>
      <dgm:spPr/>
    </dgm:pt>
    <dgm:pt modelId="{57F226F9-85D3-434A-87B8-F2EF1133A3D6}" type="sibTrans" cxnId="{56C30123-07D1-4BE5-AAC1-136DA8D6355B}">
      <dgm:prSet/>
      <dgm:spPr/>
    </dgm:pt>
    <dgm:pt modelId="{FD5E21C4-ECF8-4BE0-9078-EAE6E76FA8B1}" type="pres">
      <dgm:prSet presAssocID="{2E3B71F7-F388-49D3-B8D6-D4243FC1D9DE}" presName="root" presStyleCnt="0">
        <dgm:presLayoutVars>
          <dgm:dir/>
          <dgm:resizeHandles val="exact"/>
        </dgm:presLayoutVars>
      </dgm:prSet>
      <dgm:spPr/>
    </dgm:pt>
    <dgm:pt modelId="{3941A29A-3715-4B5D-B854-357AF97BBBEB}" type="pres">
      <dgm:prSet presAssocID="{58DA5BC2-2118-45E6-B3A8-3DF500ED28E8}" presName="compNode" presStyleCnt="0"/>
      <dgm:spPr/>
    </dgm:pt>
    <dgm:pt modelId="{11BA298A-F9F2-441F-BB38-C61123DA82FF}" type="pres">
      <dgm:prSet presAssocID="{58DA5BC2-2118-45E6-B3A8-3DF500ED28E8}" presName="iconRect" presStyleLbl="node1" presStyleIdx="0" presStyleCnt="2"/>
      <dgm:spPr>
        <a:blipFill>
          <a:blip xmlns:r="http://schemas.openxmlformats.org/officeDocument/2006/relationships" r:embed="rId1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2"/>
              </a:ext>
            </a:extLst>
          </a:blip>
          <a:stretch>
            <a:fillRect/>
          </a:stretch>
        </a:blipFill>
        <a:ln>
          <a:noFill/>
        </a:ln>
      </dgm:spPr>
      <dgm:extLst>
        <a:ext uri="{E40237B7-FDA0-4F09-8148-C483321AD2D9}">
          <dgm14:cNvPr xmlns:dgm14="http://schemas.microsoft.com/office/drawing/2010/diagram" id="0" name="" descr="Cloud Computing"/>
        </a:ext>
      </dgm:extLst>
    </dgm:pt>
    <dgm:pt modelId="{7E079A89-5193-4C8B-81FA-D11A614717C0}" type="pres">
      <dgm:prSet presAssocID="{58DA5BC2-2118-45E6-B3A8-3DF500ED28E8}" presName="iconSpace" presStyleCnt="0"/>
      <dgm:spPr/>
    </dgm:pt>
    <dgm:pt modelId="{86C8968E-E7F9-440F-BD22-6332B69D470E}" type="pres">
      <dgm:prSet presAssocID="{58DA5BC2-2118-45E6-B3A8-3DF500ED28E8}" presName="parTx" presStyleLbl="revTx" presStyleIdx="0" presStyleCnt="4">
        <dgm:presLayoutVars>
          <dgm:chMax val="0"/>
          <dgm:chPref val="0"/>
        </dgm:presLayoutVars>
      </dgm:prSet>
      <dgm:spPr/>
    </dgm:pt>
    <dgm:pt modelId="{32EF3665-92DC-479C-A570-8E794D4C0F59}" type="pres">
      <dgm:prSet presAssocID="{58DA5BC2-2118-45E6-B3A8-3DF500ED28E8}" presName="txSpace" presStyleCnt="0"/>
      <dgm:spPr/>
    </dgm:pt>
    <dgm:pt modelId="{80523132-36A4-43A2-9484-183E51E704D1}" type="pres">
      <dgm:prSet presAssocID="{58DA5BC2-2118-45E6-B3A8-3DF500ED28E8}" presName="desTx" presStyleLbl="revTx" presStyleIdx="1" presStyleCnt="4">
        <dgm:presLayoutVars/>
      </dgm:prSet>
      <dgm:spPr/>
    </dgm:pt>
    <dgm:pt modelId="{FDA64FD1-A485-4723-BCE4-2D2C92682043}" type="pres">
      <dgm:prSet presAssocID="{C06CF5F8-C192-4241-931B-62330C8F30B4}" presName="sibTrans" presStyleCnt="0"/>
      <dgm:spPr/>
    </dgm:pt>
    <dgm:pt modelId="{CBC09553-F786-4B3A-B3B6-B337605575E9}" type="pres">
      <dgm:prSet presAssocID="{92553232-C06B-449E-BD6C-76CED54A5544}" presName="compNode" presStyleCnt="0"/>
      <dgm:spPr/>
    </dgm:pt>
    <dgm:pt modelId="{05A2DA03-F69F-4EED-B6E7-4793E2B4F637}" type="pres">
      <dgm:prSet presAssocID="{92553232-C06B-449E-BD6C-76CED54A5544}" presName="iconRect" presStyleLbl="node1" presStyleIdx="1" presStyleCnt="2"/>
      <dgm:spPr>
        <a:blipFill>
          <a:blip xmlns:r="http://schemas.openxmlformats.org/officeDocument/2006/relationships" r:embed="rId3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4"/>
              </a:ext>
            </a:extLst>
          </a:blip>
          <a:stretch>
            <a:fillRect/>
          </a:stretch>
        </a:blipFill>
        <a:ln>
          <a:noFill/>
        </a:ln>
      </dgm:spPr>
      <dgm:extLst>
        <a:ext uri="{E40237B7-FDA0-4F09-8148-C483321AD2D9}">
          <dgm14:cNvPr xmlns:dgm14="http://schemas.microsoft.com/office/drawing/2010/diagram" id="0" name="" descr="Irritant"/>
        </a:ext>
      </dgm:extLst>
    </dgm:pt>
    <dgm:pt modelId="{38EEC6B3-2FD4-414E-9892-37CED60E9CCE}" type="pres">
      <dgm:prSet presAssocID="{92553232-C06B-449E-BD6C-76CED54A5544}" presName="iconSpace" presStyleCnt="0"/>
      <dgm:spPr/>
    </dgm:pt>
    <dgm:pt modelId="{5E30308E-A9D3-4F82-B4C2-342461E09109}" type="pres">
      <dgm:prSet presAssocID="{92553232-C06B-449E-BD6C-76CED54A5544}" presName="parTx" presStyleLbl="revTx" presStyleIdx="2" presStyleCnt="4">
        <dgm:presLayoutVars>
          <dgm:chMax val="0"/>
          <dgm:chPref val="0"/>
        </dgm:presLayoutVars>
      </dgm:prSet>
      <dgm:spPr/>
    </dgm:pt>
    <dgm:pt modelId="{59E5FC36-B4B9-4BCB-A906-33F03653D99F}" type="pres">
      <dgm:prSet presAssocID="{92553232-C06B-449E-BD6C-76CED54A5544}" presName="txSpace" presStyleCnt="0"/>
      <dgm:spPr/>
    </dgm:pt>
    <dgm:pt modelId="{D8DFC9A0-07C4-4C3D-AACB-167EBD693275}" type="pres">
      <dgm:prSet presAssocID="{92553232-C06B-449E-BD6C-76CED54A5544}" presName="desTx" presStyleLbl="revTx" presStyleIdx="3" presStyleCnt="4">
        <dgm:presLayoutVars/>
      </dgm:prSet>
      <dgm:spPr/>
    </dgm:pt>
  </dgm:ptLst>
  <dgm:cxnLst>
    <dgm:cxn modelId="{56C30123-07D1-4BE5-AAC1-136DA8D6355B}" srcId="{2E3B71F7-F388-49D3-B8D6-D4243FC1D9DE}" destId="{92553232-C06B-449E-BD6C-76CED54A5544}" srcOrd="1" destOrd="0" parTransId="{D65CD841-0292-45E7-9926-AD34CD1028E4}" sibTransId="{57F226F9-85D3-434A-87B8-F2EF1133A3D6}"/>
    <dgm:cxn modelId="{3933A326-FF18-4BB0-BEE6-329663286BEB}" type="presOf" srcId="{2E3B71F7-F388-49D3-B8D6-D4243FC1D9DE}" destId="{FD5E21C4-ECF8-4BE0-9078-EAE6E76FA8B1}" srcOrd="0" destOrd="0" presId="urn:microsoft.com/office/officeart/2018/5/layout/CenteredIconLabelDescriptionList"/>
    <dgm:cxn modelId="{BFB1612A-7114-44A5-84C5-EDBAF70CF5E8}" type="presOf" srcId="{E6DD9594-CF60-4A99-BB27-F46A18DCEB7A}" destId="{80523132-36A4-43A2-9484-183E51E704D1}" srcOrd="0" destOrd="1" presId="urn:microsoft.com/office/officeart/2018/5/layout/CenteredIconLabelDescriptionList"/>
    <dgm:cxn modelId="{7329CD2C-E227-42BA-BF3F-E4BFA3988844}" srcId="{58DA5BC2-2118-45E6-B3A8-3DF500ED28E8}" destId="{AF9B7183-DF19-48D2-A6DD-044903374AF2}" srcOrd="0" destOrd="0" parTransId="{6849F2FB-574B-4D5E-A875-B81371FBE165}" sibTransId="{9738BB02-5FBC-403E-A24E-CF5183A3F368}"/>
    <dgm:cxn modelId="{20EE1C3A-3A64-4D67-9D28-E6FCD4BB4505}" type="presOf" srcId="{F497DEEE-402C-4249-9AC3-8E17F2A5FAEC}" destId="{D8DFC9A0-07C4-4C3D-AACB-167EBD693275}" srcOrd="0" destOrd="1" presId="urn:microsoft.com/office/officeart/2018/5/layout/CenteredIconLabelDescriptionList"/>
    <dgm:cxn modelId="{246A4B45-EAF4-4AF2-851D-C11DB982396D}" type="presOf" srcId="{FD3F32A9-32D8-419F-B3CE-2395E06EB678}" destId="{D8DFC9A0-07C4-4C3D-AACB-167EBD693275}" srcOrd="0" destOrd="0" presId="urn:microsoft.com/office/officeart/2018/5/layout/CenteredIconLabelDescriptionList"/>
    <dgm:cxn modelId="{F98A7469-537D-4549-946D-7F9AC3BCAC48}" srcId="{58DA5BC2-2118-45E6-B3A8-3DF500ED28E8}" destId="{E6DD9594-CF60-4A99-BB27-F46A18DCEB7A}" srcOrd="1" destOrd="0" parTransId="{E903D362-F3C8-44D7-8249-BC2ADA076343}" sibTransId="{BE8EFBDB-23F1-4029-94A0-D4F9EA7B1031}"/>
    <dgm:cxn modelId="{5B106581-5457-4ECD-A576-7B10A58A4EEA}" type="presOf" srcId="{AF9B7183-DF19-48D2-A6DD-044903374AF2}" destId="{80523132-36A4-43A2-9484-183E51E704D1}" srcOrd="0" destOrd="0" presId="urn:microsoft.com/office/officeart/2018/5/layout/CenteredIconLabelDescriptionList"/>
    <dgm:cxn modelId="{55A5C091-9841-4D61-8601-3D8F40543E2A}" srcId="{92553232-C06B-449E-BD6C-76CED54A5544}" destId="{2B4B0A0E-16A6-473C-B270-F99C72D51EAF}" srcOrd="2" destOrd="0" parTransId="{E226A361-21DB-45ED-884A-82B3BA05E848}" sibTransId="{41826CBB-2359-4004-BC3D-42C28C2A93D6}"/>
    <dgm:cxn modelId="{A1F58892-A4A3-45C0-83EF-B6C78E8CB387}" srcId="{92553232-C06B-449E-BD6C-76CED54A5544}" destId="{F497DEEE-402C-4249-9AC3-8E17F2A5FAEC}" srcOrd="1" destOrd="0" parTransId="{F9FAB3EB-D017-452A-9075-754537038A94}" sibTransId="{86F95898-E7B2-4E86-BFB1-64DB284FE1A3}"/>
    <dgm:cxn modelId="{F0DE72B0-4D49-4D96-BD53-E4E3E1545627}" srcId="{2E3B71F7-F388-49D3-B8D6-D4243FC1D9DE}" destId="{58DA5BC2-2118-45E6-B3A8-3DF500ED28E8}" srcOrd="0" destOrd="0" parTransId="{E8FD2EF9-E9A9-4203-8086-5604486EBBB7}" sibTransId="{C06CF5F8-C192-4241-931B-62330C8F30B4}"/>
    <dgm:cxn modelId="{1F1FC9B2-7837-49AC-BCDF-5C848BBBA933}" type="presOf" srcId="{58DA5BC2-2118-45E6-B3A8-3DF500ED28E8}" destId="{86C8968E-E7F9-440F-BD22-6332B69D470E}" srcOrd="0" destOrd="0" presId="urn:microsoft.com/office/officeart/2018/5/layout/CenteredIconLabelDescriptionList"/>
    <dgm:cxn modelId="{7B1051F2-677F-4833-8B70-0D3AB5FB5A81}" type="presOf" srcId="{2B4B0A0E-16A6-473C-B270-F99C72D51EAF}" destId="{D8DFC9A0-07C4-4C3D-AACB-167EBD693275}" srcOrd="0" destOrd="2" presId="urn:microsoft.com/office/officeart/2018/5/layout/CenteredIconLabelDescriptionList"/>
    <dgm:cxn modelId="{9D35DBF6-7FEA-432C-8AB9-214B11409266}" srcId="{92553232-C06B-449E-BD6C-76CED54A5544}" destId="{FD3F32A9-32D8-419F-B3CE-2395E06EB678}" srcOrd="0" destOrd="0" parTransId="{542E7004-0435-4CED-91A9-839440FD03E7}" sibTransId="{BA912E19-2599-43ED-8319-D95E04B43736}"/>
    <dgm:cxn modelId="{18E756FA-8918-4C4D-AF8E-03DEEA3B62D4}" type="presOf" srcId="{92553232-C06B-449E-BD6C-76CED54A5544}" destId="{5E30308E-A9D3-4F82-B4C2-342461E09109}" srcOrd="0" destOrd="0" presId="urn:microsoft.com/office/officeart/2018/5/layout/CenteredIconLabelDescriptionList"/>
    <dgm:cxn modelId="{92E3BFFF-B8E5-4367-8455-575D6A36C738}" type="presParOf" srcId="{FD5E21C4-ECF8-4BE0-9078-EAE6E76FA8B1}" destId="{3941A29A-3715-4B5D-B854-357AF97BBBEB}" srcOrd="0" destOrd="0" presId="urn:microsoft.com/office/officeart/2018/5/layout/CenteredIconLabelDescriptionList"/>
    <dgm:cxn modelId="{59D8A790-B08C-49C2-9CA3-180DB1B2F1E3}" type="presParOf" srcId="{3941A29A-3715-4B5D-B854-357AF97BBBEB}" destId="{11BA298A-F9F2-441F-BB38-C61123DA82FF}" srcOrd="0" destOrd="0" presId="urn:microsoft.com/office/officeart/2018/5/layout/CenteredIconLabelDescriptionList"/>
    <dgm:cxn modelId="{B2DDDE89-3CF4-4483-A13F-87BCF83BE641}" type="presParOf" srcId="{3941A29A-3715-4B5D-B854-357AF97BBBEB}" destId="{7E079A89-5193-4C8B-81FA-D11A614717C0}" srcOrd="1" destOrd="0" presId="urn:microsoft.com/office/officeart/2018/5/layout/CenteredIconLabelDescriptionList"/>
    <dgm:cxn modelId="{865635B1-EC7D-479A-A988-1CFE5D1BA8F9}" type="presParOf" srcId="{3941A29A-3715-4B5D-B854-357AF97BBBEB}" destId="{86C8968E-E7F9-440F-BD22-6332B69D470E}" srcOrd="2" destOrd="0" presId="urn:microsoft.com/office/officeart/2018/5/layout/CenteredIconLabelDescriptionList"/>
    <dgm:cxn modelId="{9342422F-C486-4B4C-BA14-C5E9EFDB5F2C}" type="presParOf" srcId="{3941A29A-3715-4B5D-B854-357AF97BBBEB}" destId="{32EF3665-92DC-479C-A570-8E794D4C0F59}" srcOrd="3" destOrd="0" presId="urn:microsoft.com/office/officeart/2018/5/layout/CenteredIconLabelDescriptionList"/>
    <dgm:cxn modelId="{8D775FAC-E544-49F0-B480-97C2E0011EE5}" type="presParOf" srcId="{3941A29A-3715-4B5D-B854-357AF97BBBEB}" destId="{80523132-36A4-43A2-9484-183E51E704D1}" srcOrd="4" destOrd="0" presId="urn:microsoft.com/office/officeart/2018/5/layout/CenteredIconLabelDescriptionList"/>
    <dgm:cxn modelId="{E6E75513-17B6-4940-B51A-1ECFE0EE1D72}" type="presParOf" srcId="{FD5E21C4-ECF8-4BE0-9078-EAE6E76FA8B1}" destId="{FDA64FD1-A485-4723-BCE4-2D2C92682043}" srcOrd="1" destOrd="0" presId="urn:microsoft.com/office/officeart/2018/5/layout/CenteredIconLabelDescriptionList"/>
    <dgm:cxn modelId="{2D86B3D2-E5BF-4C84-910A-90B36B224D51}" type="presParOf" srcId="{FD5E21C4-ECF8-4BE0-9078-EAE6E76FA8B1}" destId="{CBC09553-F786-4B3A-B3B6-B337605575E9}" srcOrd="2" destOrd="0" presId="urn:microsoft.com/office/officeart/2018/5/layout/CenteredIconLabelDescriptionList"/>
    <dgm:cxn modelId="{EACF0399-7C5E-4A39-B1A8-F3C4D232259F}" type="presParOf" srcId="{CBC09553-F786-4B3A-B3B6-B337605575E9}" destId="{05A2DA03-F69F-4EED-B6E7-4793E2B4F637}" srcOrd="0" destOrd="0" presId="urn:microsoft.com/office/officeart/2018/5/layout/CenteredIconLabelDescriptionList"/>
    <dgm:cxn modelId="{8EAC5ED0-D21A-4D6E-88EF-68A399755C31}" type="presParOf" srcId="{CBC09553-F786-4B3A-B3B6-B337605575E9}" destId="{38EEC6B3-2FD4-414E-9892-37CED60E9CCE}" srcOrd="1" destOrd="0" presId="urn:microsoft.com/office/officeart/2018/5/layout/CenteredIconLabelDescriptionList"/>
    <dgm:cxn modelId="{0A2EBDEF-BDE1-4560-A6CB-93BB60448EE3}" type="presParOf" srcId="{CBC09553-F786-4B3A-B3B6-B337605575E9}" destId="{5E30308E-A9D3-4F82-B4C2-342461E09109}" srcOrd="2" destOrd="0" presId="urn:microsoft.com/office/officeart/2018/5/layout/CenteredIconLabelDescriptionList"/>
    <dgm:cxn modelId="{8C949587-4470-44D3-ADC6-690AA14E730F}" type="presParOf" srcId="{CBC09553-F786-4B3A-B3B6-B337605575E9}" destId="{59E5FC36-B4B9-4BCB-A906-33F03653D99F}" srcOrd="3" destOrd="0" presId="urn:microsoft.com/office/officeart/2018/5/layout/CenteredIconLabelDescriptionList"/>
    <dgm:cxn modelId="{19CDB7C1-36CC-49F4-B1C9-3996B6A83B90}" type="presParOf" srcId="{CBC09553-F786-4B3A-B3B6-B337605575E9}" destId="{D8DFC9A0-07C4-4C3D-AACB-167EBD693275}" srcOrd="4" destOrd="0" presId="urn:microsoft.com/office/officeart/2018/5/layout/CenteredIconLabelDescriptionList"/>
  </dgm:cxnLst>
  <dgm:bg/>
  <dgm:whole/>
  <dgm:extLst>
    <a:ext uri="http://schemas.microsoft.com/office/drawing/2008/diagram">
      <dsp:dataModelExt xmlns:dsp="http://schemas.microsoft.com/office/drawing/2008/diagram" relId="rId6" minVer="http://schemas.openxmlformats.org/drawingml/2006/diagram"/>
    </a:ext>
  </dgm:extLst>
</dgm:dataModel>
</file>

<file path=ppt/diagrams/data109.xml><?xml version="1.0" encoding="utf-8"?>
<dgm:dataModel xmlns:dgm="http://schemas.openxmlformats.org/drawingml/2006/diagram" xmlns:a="http://schemas.openxmlformats.org/drawingml/2006/main">
  <dgm:ptLst>
    <dgm:pt modelId="{97B29910-F476-4CB5-BF3D-E567B6D2E729}" type="doc">
      <dgm:prSet loTypeId="urn:microsoft.com/office/officeart/2018/5/layout/CenteredIconLabelDescriptionList" loCatId="icon" qsTypeId="urn:microsoft.com/office/officeart/2005/8/quickstyle/simple1" qsCatId="simple" csTypeId="urn:microsoft.com/office/officeart/2018/5/colors/Iconchunking_neutralbg_accent1_2" csCatId="accent1" phldr="1"/>
      <dgm:spPr/>
      <dgm:t>
        <a:bodyPr/>
        <a:lstStyle/>
        <a:p>
          <a:endParaRPr lang="en-US"/>
        </a:p>
      </dgm:t>
    </dgm:pt>
    <dgm:pt modelId="{11FF2C12-B439-4CB4-B1D8-F22E4B3A21CF}">
      <dgm:prSet/>
      <dgm:spPr/>
      <dgm:t>
        <a:bodyPr/>
        <a:lstStyle/>
        <a:p>
          <a:pPr>
            <a:lnSpc>
              <a:spcPct val="100000"/>
            </a:lnSpc>
            <a:defRPr b="1"/>
          </a:pPr>
          <a:r>
            <a:rPr lang="tr-TR"/>
            <a:t>Final balance</a:t>
          </a:r>
          <a:endParaRPr lang="en-US"/>
        </a:p>
      </dgm:t>
    </dgm:pt>
    <dgm:pt modelId="{397722DE-02DC-4FC1-9653-09E65C805BCB}" type="parTrans" cxnId="{E182AB4D-F296-4BDE-9124-527799D983CD}">
      <dgm:prSet/>
      <dgm:spPr/>
      <dgm:t>
        <a:bodyPr/>
        <a:lstStyle/>
        <a:p>
          <a:endParaRPr lang="en-US"/>
        </a:p>
      </dgm:t>
    </dgm:pt>
    <dgm:pt modelId="{83076220-6862-40D8-91B8-C432E81134F0}" type="sibTrans" cxnId="{E182AB4D-F296-4BDE-9124-527799D983CD}">
      <dgm:prSet/>
      <dgm:spPr/>
      <dgm:t>
        <a:bodyPr/>
        <a:lstStyle/>
        <a:p>
          <a:endParaRPr lang="en-US"/>
        </a:p>
      </dgm:t>
    </dgm:pt>
    <dgm:pt modelId="{3D483C65-EB85-4405-BD5C-22BE3EFC8448}">
      <dgm:prSet/>
      <dgm:spPr/>
      <dgm:t>
        <a:bodyPr/>
        <a:lstStyle/>
        <a:p>
          <a:pPr>
            <a:lnSpc>
              <a:spcPct val="100000"/>
            </a:lnSpc>
          </a:pPr>
          <a:r>
            <a:rPr lang="tr-TR"/>
            <a:t>the </a:t>
          </a:r>
          <a:r>
            <a:rPr lang="en-US"/>
            <a:t>number</a:t>
          </a:r>
        </a:p>
      </dgm:t>
    </dgm:pt>
    <dgm:pt modelId="{688BFC5C-ACA0-48F3-95AF-3733AC1C739B}" type="parTrans" cxnId="{84929713-C430-4A9F-A4B2-0FB2E5384F63}">
      <dgm:prSet/>
      <dgm:spPr/>
      <dgm:t>
        <a:bodyPr/>
        <a:lstStyle/>
        <a:p>
          <a:endParaRPr lang="tr-TR"/>
        </a:p>
      </dgm:t>
    </dgm:pt>
    <dgm:pt modelId="{8FBD5CAA-7E4E-4295-8381-3E5421A93340}" type="sibTrans" cxnId="{84929713-C430-4A9F-A4B2-0FB2E5384F63}">
      <dgm:prSet/>
      <dgm:spPr/>
      <dgm:t>
        <a:bodyPr/>
        <a:lstStyle/>
        <a:p>
          <a:endParaRPr lang="tr-TR"/>
        </a:p>
      </dgm:t>
    </dgm:pt>
    <dgm:pt modelId="{D1BDA836-D8B4-4727-A402-6E98276BB742}">
      <dgm:prSet/>
      <dgm:spPr/>
      <dgm:t>
        <a:bodyPr/>
        <a:lstStyle/>
        <a:p>
          <a:pPr>
            <a:lnSpc>
              <a:spcPct val="100000"/>
            </a:lnSpc>
            <a:defRPr b="1"/>
          </a:pPr>
          <a:r>
            <a:rPr lang="tr-TR"/>
            <a:t>produced by</a:t>
          </a:r>
          <a:endParaRPr lang="en-US"/>
        </a:p>
      </dgm:t>
    </dgm:pt>
    <dgm:pt modelId="{66AE1AFD-04FE-4211-8630-14869AFBD88B}" type="parTrans" cxnId="{22E4880D-E669-4C4F-A2E8-2906521ECEDD}">
      <dgm:prSet/>
      <dgm:spPr/>
      <dgm:t>
        <a:bodyPr/>
        <a:lstStyle/>
        <a:p>
          <a:endParaRPr lang="tr-TR"/>
        </a:p>
      </dgm:t>
    </dgm:pt>
    <dgm:pt modelId="{1A3CAA1B-7D51-46DB-AA0B-020BE7FC419C}" type="sibTrans" cxnId="{22E4880D-E669-4C4F-A2E8-2906521ECEDD}">
      <dgm:prSet/>
      <dgm:spPr/>
      <dgm:t>
        <a:bodyPr/>
        <a:lstStyle/>
        <a:p>
          <a:endParaRPr lang="tr-TR"/>
        </a:p>
      </dgm:t>
    </dgm:pt>
    <dgm:pt modelId="{C3F2A0B4-0428-4720-A9E6-8CF55C8C42CE}">
      <dgm:prSet/>
      <dgm:spPr/>
      <dgm:t>
        <a:bodyPr/>
        <a:lstStyle/>
        <a:p>
          <a:pPr>
            <a:lnSpc>
              <a:spcPct val="100000"/>
            </a:lnSpc>
          </a:pPr>
          <a:r>
            <a:rPr lang="en-US"/>
            <a:t>the blockchain explorer</a:t>
          </a:r>
        </a:p>
      </dgm:t>
    </dgm:pt>
    <dgm:pt modelId="{EAE4BDA4-2B19-4FC3-B03A-CCAD9A909EEB}" type="parTrans" cxnId="{B27DD484-7098-4706-B20E-732D14D8EBD2}">
      <dgm:prSet/>
      <dgm:spPr/>
      <dgm:t>
        <a:bodyPr/>
        <a:lstStyle/>
        <a:p>
          <a:endParaRPr lang="tr-TR"/>
        </a:p>
      </dgm:t>
    </dgm:pt>
    <dgm:pt modelId="{4A265A41-1090-42FE-9BA1-2C31CE128BCB}" type="sibTrans" cxnId="{B27DD484-7098-4706-B20E-732D14D8EBD2}">
      <dgm:prSet/>
      <dgm:spPr/>
      <dgm:t>
        <a:bodyPr/>
        <a:lstStyle/>
        <a:p>
          <a:endParaRPr lang="tr-TR"/>
        </a:p>
      </dgm:t>
    </dgm:pt>
    <dgm:pt modelId="{FF824C82-6739-4D96-8E0D-DE1A57292B83}">
      <dgm:prSet/>
      <dgm:spPr/>
      <dgm:t>
        <a:bodyPr/>
        <a:lstStyle/>
        <a:p>
          <a:pPr>
            <a:lnSpc>
              <a:spcPct val="100000"/>
            </a:lnSpc>
          </a:pPr>
          <a:r>
            <a:rPr lang="tr-TR"/>
            <a:t>shown to the user</a:t>
          </a:r>
          <a:endParaRPr lang="en-US"/>
        </a:p>
      </dgm:t>
    </dgm:pt>
    <dgm:pt modelId="{D6D2B5C2-7CF5-4D66-B6BD-592AC2234CCC}" type="parTrans" cxnId="{3691DC34-354D-4CBC-A02A-FC7D97BD0182}">
      <dgm:prSet/>
      <dgm:spPr/>
      <dgm:t>
        <a:bodyPr/>
        <a:lstStyle/>
        <a:p>
          <a:endParaRPr lang="tr-TR"/>
        </a:p>
      </dgm:t>
    </dgm:pt>
    <dgm:pt modelId="{D6812768-E664-42D5-8B74-8B4FACDA739D}" type="sibTrans" cxnId="{3691DC34-354D-4CBC-A02A-FC7D97BD0182}">
      <dgm:prSet/>
      <dgm:spPr/>
      <dgm:t>
        <a:bodyPr/>
        <a:lstStyle/>
        <a:p>
          <a:endParaRPr lang="tr-TR"/>
        </a:p>
      </dgm:t>
    </dgm:pt>
    <dgm:pt modelId="{48BA82E7-916F-4D16-A2B2-1014355DFE21}">
      <dgm:prSet/>
      <dgm:spPr/>
      <dgm:t>
        <a:bodyPr/>
        <a:lstStyle/>
        <a:p>
          <a:pPr>
            <a:lnSpc>
              <a:spcPct val="100000"/>
            </a:lnSpc>
            <a:defRPr b="1"/>
          </a:pPr>
          <a:r>
            <a:rPr lang="tr-TR"/>
            <a:t>Operation</a:t>
          </a:r>
          <a:endParaRPr lang="en-US"/>
        </a:p>
      </dgm:t>
    </dgm:pt>
    <dgm:pt modelId="{A40E06A1-DFF0-4F15-A77E-61D902C350EE}" type="parTrans" cxnId="{1D956CEA-E762-4631-9705-9E4BC1EB406E}">
      <dgm:prSet/>
      <dgm:spPr/>
      <dgm:t>
        <a:bodyPr/>
        <a:lstStyle/>
        <a:p>
          <a:endParaRPr lang="tr-TR"/>
        </a:p>
      </dgm:t>
    </dgm:pt>
    <dgm:pt modelId="{394CB018-E7A1-4010-8425-A15E56EDA9D2}" type="sibTrans" cxnId="{1D956CEA-E762-4631-9705-9E4BC1EB406E}">
      <dgm:prSet/>
      <dgm:spPr/>
      <dgm:t>
        <a:bodyPr/>
        <a:lstStyle/>
        <a:p>
          <a:endParaRPr lang="tr-TR"/>
        </a:p>
      </dgm:t>
    </dgm:pt>
    <dgm:pt modelId="{B5E022E5-8965-44DE-99CF-719831FB9B26}">
      <dgm:prSet/>
      <dgm:spPr/>
      <dgm:t>
        <a:bodyPr/>
        <a:lstStyle/>
        <a:p>
          <a:pPr>
            <a:lnSpc>
              <a:spcPct val="100000"/>
            </a:lnSpc>
          </a:pPr>
          <a:r>
            <a:rPr lang="tr-TR"/>
            <a:t>Sum up </a:t>
          </a:r>
          <a:r>
            <a:rPr lang="en-US"/>
            <a:t>the value of</a:t>
          </a:r>
        </a:p>
      </dgm:t>
    </dgm:pt>
    <dgm:pt modelId="{58E7C2F7-5A51-4D29-824C-1E3B89D622D5}" type="parTrans" cxnId="{64986060-FFF8-4205-B289-6F454B338F94}">
      <dgm:prSet/>
      <dgm:spPr/>
      <dgm:t>
        <a:bodyPr/>
        <a:lstStyle/>
        <a:p>
          <a:endParaRPr lang="tr-TR"/>
        </a:p>
      </dgm:t>
    </dgm:pt>
    <dgm:pt modelId="{94FA4B5A-446F-495E-855D-618DAAE69A1E}" type="sibTrans" cxnId="{64986060-FFF8-4205-B289-6F454B338F94}">
      <dgm:prSet/>
      <dgm:spPr/>
      <dgm:t>
        <a:bodyPr/>
        <a:lstStyle/>
        <a:p>
          <a:endParaRPr lang="tr-TR"/>
        </a:p>
      </dgm:t>
    </dgm:pt>
    <dgm:pt modelId="{DA04DFAA-61B6-4A76-AAC2-7B011621BFA9}">
      <dgm:prSet/>
      <dgm:spPr/>
      <dgm:t>
        <a:bodyPr/>
        <a:lstStyle/>
        <a:p>
          <a:pPr>
            <a:lnSpc>
              <a:spcPct val="100000"/>
            </a:lnSpc>
          </a:pPr>
          <a:r>
            <a:rPr lang="en-US"/>
            <a:t> all unspent outputs</a:t>
          </a:r>
        </a:p>
      </dgm:t>
    </dgm:pt>
    <dgm:pt modelId="{E4E921CE-B75A-4D8B-B472-05EDE12161EE}" type="parTrans" cxnId="{B7DC2819-012E-4E37-9FC0-AAD8207D82E4}">
      <dgm:prSet/>
      <dgm:spPr/>
      <dgm:t>
        <a:bodyPr/>
        <a:lstStyle/>
        <a:p>
          <a:endParaRPr lang="tr-TR"/>
        </a:p>
      </dgm:t>
    </dgm:pt>
    <dgm:pt modelId="{E5376C1D-B8CF-4506-A4B6-AB3B56F7C3C6}" type="sibTrans" cxnId="{B7DC2819-012E-4E37-9FC0-AAD8207D82E4}">
      <dgm:prSet/>
      <dgm:spPr/>
      <dgm:t>
        <a:bodyPr/>
        <a:lstStyle/>
        <a:p>
          <a:endParaRPr lang="tr-TR"/>
        </a:p>
      </dgm:t>
    </dgm:pt>
    <dgm:pt modelId="{9F3C0889-0D6B-4108-84C6-23C5CA2309E5}" type="pres">
      <dgm:prSet presAssocID="{97B29910-F476-4CB5-BF3D-E567B6D2E729}" presName="root" presStyleCnt="0">
        <dgm:presLayoutVars>
          <dgm:dir/>
          <dgm:resizeHandles val="exact"/>
        </dgm:presLayoutVars>
      </dgm:prSet>
      <dgm:spPr/>
    </dgm:pt>
    <dgm:pt modelId="{A5E2A2DA-51C4-442B-96D4-56DACCA9BBBD}" type="pres">
      <dgm:prSet presAssocID="{11FF2C12-B439-4CB4-B1D8-F22E4B3A21CF}" presName="compNode" presStyleCnt="0"/>
      <dgm:spPr/>
    </dgm:pt>
    <dgm:pt modelId="{F60DFAB5-2474-4B0B-9823-8B8F195E5C8B}" type="pres">
      <dgm:prSet presAssocID="{11FF2C12-B439-4CB4-B1D8-F22E4B3A21CF}" presName="iconRect" presStyleLbl="node1" presStyleIdx="0" presStyleCnt="3"/>
      <dgm:spPr>
        <a:blipFill>
          <a:blip xmlns:r="http://schemas.openxmlformats.org/officeDocument/2006/relationships" r:embed="rId1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2"/>
              </a:ext>
            </a:extLst>
          </a:blip>
          <a:stretch>
            <a:fillRect/>
          </a:stretch>
        </a:blipFill>
        <a:ln>
          <a:noFill/>
        </a:ln>
      </dgm:spPr>
      <dgm:extLst>
        <a:ext uri="{E40237B7-FDA0-4F09-8148-C483321AD2D9}">
          <dgm14:cNvPr xmlns:dgm14="http://schemas.microsoft.com/office/drawing/2010/diagram" id="0" name="" descr="DominoTile"/>
        </a:ext>
      </dgm:extLst>
    </dgm:pt>
    <dgm:pt modelId="{C3543C4C-BD43-4404-9C26-04C7A97270B8}" type="pres">
      <dgm:prSet presAssocID="{11FF2C12-B439-4CB4-B1D8-F22E4B3A21CF}" presName="iconSpace" presStyleCnt="0"/>
      <dgm:spPr/>
    </dgm:pt>
    <dgm:pt modelId="{3BA96034-9940-42F2-8938-B5EE85EBFBB0}" type="pres">
      <dgm:prSet presAssocID="{11FF2C12-B439-4CB4-B1D8-F22E4B3A21CF}" presName="parTx" presStyleLbl="revTx" presStyleIdx="0" presStyleCnt="6">
        <dgm:presLayoutVars>
          <dgm:chMax val="0"/>
          <dgm:chPref val="0"/>
        </dgm:presLayoutVars>
      </dgm:prSet>
      <dgm:spPr/>
    </dgm:pt>
    <dgm:pt modelId="{3843D3C7-B90E-4D28-9C4C-3DC03F6B46DD}" type="pres">
      <dgm:prSet presAssocID="{11FF2C12-B439-4CB4-B1D8-F22E4B3A21CF}" presName="txSpace" presStyleCnt="0"/>
      <dgm:spPr/>
    </dgm:pt>
    <dgm:pt modelId="{CE337059-573C-41B3-BB0D-05F09BCE8854}" type="pres">
      <dgm:prSet presAssocID="{11FF2C12-B439-4CB4-B1D8-F22E4B3A21CF}" presName="desTx" presStyleLbl="revTx" presStyleIdx="1" presStyleCnt="6">
        <dgm:presLayoutVars/>
      </dgm:prSet>
      <dgm:spPr/>
    </dgm:pt>
    <dgm:pt modelId="{2AA56522-6C70-42E7-8F69-70C4DD0499F3}" type="pres">
      <dgm:prSet presAssocID="{83076220-6862-40D8-91B8-C432E81134F0}" presName="sibTrans" presStyleCnt="0"/>
      <dgm:spPr/>
    </dgm:pt>
    <dgm:pt modelId="{985C57A8-C09C-4A52-8837-5EF5EE9347E6}" type="pres">
      <dgm:prSet presAssocID="{D1BDA836-D8B4-4727-A402-6E98276BB742}" presName="compNode" presStyleCnt="0"/>
      <dgm:spPr/>
    </dgm:pt>
    <dgm:pt modelId="{53B15C1E-239E-434C-ABCC-8B3502213085}" type="pres">
      <dgm:prSet presAssocID="{D1BDA836-D8B4-4727-A402-6E98276BB742}" presName="iconRect" presStyleLbl="node1" presStyleIdx="1" presStyleCnt="3"/>
      <dgm:spPr>
        <a:blipFill>
          <a:blip xmlns:r="http://schemas.openxmlformats.org/officeDocument/2006/relationships" r:embed="rId3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4"/>
              </a:ext>
            </a:extLst>
          </a:blip>
          <a:stretch>
            <a:fillRect/>
          </a:stretch>
        </a:blipFill>
        <a:ln>
          <a:noFill/>
        </a:ln>
      </dgm:spPr>
      <dgm:extLst>
        <a:ext uri="{E40237B7-FDA0-4F09-8148-C483321AD2D9}">
          <dgm14:cNvPr xmlns:dgm14="http://schemas.microsoft.com/office/drawing/2010/diagram" id="0" name="" descr="Processor"/>
        </a:ext>
      </dgm:extLst>
    </dgm:pt>
    <dgm:pt modelId="{BFCB3300-C88B-45A4-B518-64DADEDA3C01}" type="pres">
      <dgm:prSet presAssocID="{D1BDA836-D8B4-4727-A402-6E98276BB742}" presName="iconSpace" presStyleCnt="0"/>
      <dgm:spPr/>
    </dgm:pt>
    <dgm:pt modelId="{09BA6E16-BA64-41A0-8DF5-191C419DFB3C}" type="pres">
      <dgm:prSet presAssocID="{D1BDA836-D8B4-4727-A402-6E98276BB742}" presName="parTx" presStyleLbl="revTx" presStyleIdx="2" presStyleCnt="6">
        <dgm:presLayoutVars>
          <dgm:chMax val="0"/>
          <dgm:chPref val="0"/>
        </dgm:presLayoutVars>
      </dgm:prSet>
      <dgm:spPr/>
    </dgm:pt>
    <dgm:pt modelId="{24601C13-4085-4EFD-B73B-250694308B75}" type="pres">
      <dgm:prSet presAssocID="{D1BDA836-D8B4-4727-A402-6E98276BB742}" presName="txSpace" presStyleCnt="0"/>
      <dgm:spPr/>
    </dgm:pt>
    <dgm:pt modelId="{9ADDDB24-4D05-486A-A157-210EF6EE99DD}" type="pres">
      <dgm:prSet presAssocID="{D1BDA836-D8B4-4727-A402-6E98276BB742}" presName="desTx" presStyleLbl="revTx" presStyleIdx="3" presStyleCnt="6">
        <dgm:presLayoutVars/>
      </dgm:prSet>
      <dgm:spPr/>
    </dgm:pt>
    <dgm:pt modelId="{8EE98524-7A6D-4BB2-8772-4AA0ECBCC7FB}" type="pres">
      <dgm:prSet presAssocID="{1A3CAA1B-7D51-46DB-AA0B-020BE7FC419C}" presName="sibTrans" presStyleCnt="0"/>
      <dgm:spPr/>
    </dgm:pt>
    <dgm:pt modelId="{3955A4FC-6075-43D9-802B-D045B131D170}" type="pres">
      <dgm:prSet presAssocID="{48BA82E7-916F-4D16-A2B2-1014355DFE21}" presName="compNode" presStyleCnt="0"/>
      <dgm:spPr/>
    </dgm:pt>
    <dgm:pt modelId="{884295B0-D580-4BA7-8E65-96B1FF460164}" type="pres">
      <dgm:prSet presAssocID="{48BA82E7-916F-4D16-A2B2-1014355DFE21}" presName="iconRect" presStyleLbl="node1" presStyleIdx="2" presStyleCnt="3"/>
      <dgm:spPr>
        <a:blipFill>
          <a:blip xmlns:r="http://schemas.openxmlformats.org/officeDocument/2006/relationships" r:embed="rId5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6"/>
              </a:ext>
            </a:extLst>
          </a:blip>
          <a:stretch>
            <a:fillRect/>
          </a:stretch>
        </a:blipFill>
      </dgm:spPr>
      <dgm:extLst>
        <a:ext uri="{E40237B7-FDA0-4F09-8148-C483321AD2D9}">
          <dgm14:cNvPr xmlns:dgm14="http://schemas.microsoft.com/office/drawing/2010/diagram" id="0" name="" descr="Calculator"/>
        </a:ext>
      </dgm:extLst>
    </dgm:pt>
    <dgm:pt modelId="{157266DE-63B4-43ED-AC1A-DAFC039E8968}" type="pres">
      <dgm:prSet presAssocID="{48BA82E7-916F-4D16-A2B2-1014355DFE21}" presName="iconSpace" presStyleCnt="0"/>
      <dgm:spPr/>
    </dgm:pt>
    <dgm:pt modelId="{2B85061F-CC2A-427D-A377-10EE25BE1B63}" type="pres">
      <dgm:prSet presAssocID="{48BA82E7-916F-4D16-A2B2-1014355DFE21}" presName="parTx" presStyleLbl="revTx" presStyleIdx="4" presStyleCnt="6">
        <dgm:presLayoutVars>
          <dgm:chMax val="0"/>
          <dgm:chPref val="0"/>
        </dgm:presLayoutVars>
      </dgm:prSet>
      <dgm:spPr/>
    </dgm:pt>
    <dgm:pt modelId="{C5B725F4-999A-402B-8743-BA20606CC7C9}" type="pres">
      <dgm:prSet presAssocID="{48BA82E7-916F-4D16-A2B2-1014355DFE21}" presName="txSpace" presStyleCnt="0"/>
      <dgm:spPr/>
    </dgm:pt>
    <dgm:pt modelId="{DC0A6780-A655-40EB-A100-39E2C452DEBB}" type="pres">
      <dgm:prSet presAssocID="{48BA82E7-916F-4D16-A2B2-1014355DFE21}" presName="desTx" presStyleLbl="revTx" presStyleIdx="5" presStyleCnt="6">
        <dgm:presLayoutVars/>
      </dgm:prSet>
      <dgm:spPr/>
    </dgm:pt>
  </dgm:ptLst>
  <dgm:cxnLst>
    <dgm:cxn modelId="{22E4880D-E669-4C4F-A2E8-2906521ECEDD}" srcId="{97B29910-F476-4CB5-BF3D-E567B6D2E729}" destId="{D1BDA836-D8B4-4727-A402-6E98276BB742}" srcOrd="1" destOrd="0" parTransId="{66AE1AFD-04FE-4211-8630-14869AFBD88B}" sibTransId="{1A3CAA1B-7D51-46DB-AA0B-020BE7FC419C}"/>
    <dgm:cxn modelId="{84929713-C430-4A9F-A4B2-0FB2E5384F63}" srcId="{11FF2C12-B439-4CB4-B1D8-F22E4B3A21CF}" destId="{3D483C65-EB85-4405-BD5C-22BE3EFC8448}" srcOrd="0" destOrd="0" parTransId="{688BFC5C-ACA0-48F3-95AF-3733AC1C739B}" sibTransId="{8FBD5CAA-7E4E-4295-8381-3E5421A93340}"/>
    <dgm:cxn modelId="{B7DC2819-012E-4E37-9FC0-AAD8207D82E4}" srcId="{48BA82E7-916F-4D16-A2B2-1014355DFE21}" destId="{DA04DFAA-61B6-4A76-AAC2-7B011621BFA9}" srcOrd="1" destOrd="0" parTransId="{E4E921CE-B75A-4D8B-B472-05EDE12161EE}" sibTransId="{E5376C1D-B8CF-4506-A4B6-AB3B56F7C3C6}"/>
    <dgm:cxn modelId="{3691DC34-354D-4CBC-A02A-FC7D97BD0182}" srcId="{11FF2C12-B439-4CB4-B1D8-F22E4B3A21CF}" destId="{FF824C82-6739-4D96-8E0D-DE1A57292B83}" srcOrd="1" destOrd="0" parTransId="{D6D2B5C2-7CF5-4D66-B6BD-592AC2234CCC}" sibTransId="{D6812768-E664-42D5-8B74-8B4FACDA739D}"/>
    <dgm:cxn modelId="{A22D5638-BF85-418D-94F4-5F319309300C}" type="presOf" srcId="{48BA82E7-916F-4D16-A2B2-1014355DFE21}" destId="{2B85061F-CC2A-427D-A377-10EE25BE1B63}" srcOrd="0" destOrd="0" presId="urn:microsoft.com/office/officeart/2018/5/layout/CenteredIconLabelDescriptionList"/>
    <dgm:cxn modelId="{64986060-FFF8-4205-B289-6F454B338F94}" srcId="{48BA82E7-916F-4D16-A2B2-1014355DFE21}" destId="{B5E022E5-8965-44DE-99CF-719831FB9B26}" srcOrd="0" destOrd="0" parTransId="{58E7C2F7-5A51-4D29-824C-1E3B89D622D5}" sibTransId="{94FA4B5A-446F-495E-855D-618DAAE69A1E}"/>
    <dgm:cxn modelId="{D43C0448-D85D-4CD3-B2B1-4448558E3209}" type="presOf" srcId="{D1BDA836-D8B4-4727-A402-6E98276BB742}" destId="{09BA6E16-BA64-41A0-8DF5-191C419DFB3C}" srcOrd="0" destOrd="0" presId="urn:microsoft.com/office/officeart/2018/5/layout/CenteredIconLabelDescriptionList"/>
    <dgm:cxn modelId="{6B8F9C6B-6FE1-4933-AE54-F5279B8ABFA8}" type="presOf" srcId="{C3F2A0B4-0428-4720-A9E6-8CF55C8C42CE}" destId="{9ADDDB24-4D05-486A-A157-210EF6EE99DD}" srcOrd="0" destOrd="0" presId="urn:microsoft.com/office/officeart/2018/5/layout/CenteredIconLabelDescriptionList"/>
    <dgm:cxn modelId="{E182AB4D-F296-4BDE-9124-527799D983CD}" srcId="{97B29910-F476-4CB5-BF3D-E567B6D2E729}" destId="{11FF2C12-B439-4CB4-B1D8-F22E4B3A21CF}" srcOrd="0" destOrd="0" parTransId="{397722DE-02DC-4FC1-9653-09E65C805BCB}" sibTransId="{83076220-6862-40D8-91B8-C432E81134F0}"/>
    <dgm:cxn modelId="{EECCC94F-6AF3-4F4B-AA20-DD135824FB73}" type="presOf" srcId="{B5E022E5-8965-44DE-99CF-719831FB9B26}" destId="{DC0A6780-A655-40EB-A100-39E2C452DEBB}" srcOrd="0" destOrd="0" presId="urn:microsoft.com/office/officeart/2018/5/layout/CenteredIconLabelDescriptionList"/>
    <dgm:cxn modelId="{23744450-9FCA-4920-976E-479D34ECFBA5}" type="presOf" srcId="{3D483C65-EB85-4405-BD5C-22BE3EFC8448}" destId="{CE337059-573C-41B3-BB0D-05F09BCE8854}" srcOrd="0" destOrd="0" presId="urn:microsoft.com/office/officeart/2018/5/layout/CenteredIconLabelDescriptionList"/>
    <dgm:cxn modelId="{C2996E5A-1276-41A6-8FF9-9004950FEE1C}" type="presOf" srcId="{11FF2C12-B439-4CB4-B1D8-F22E4B3A21CF}" destId="{3BA96034-9940-42F2-8938-B5EE85EBFBB0}" srcOrd="0" destOrd="0" presId="urn:microsoft.com/office/officeart/2018/5/layout/CenteredIconLabelDescriptionList"/>
    <dgm:cxn modelId="{B27DD484-7098-4706-B20E-732D14D8EBD2}" srcId="{D1BDA836-D8B4-4727-A402-6E98276BB742}" destId="{C3F2A0B4-0428-4720-A9E6-8CF55C8C42CE}" srcOrd="0" destOrd="0" parTransId="{EAE4BDA4-2B19-4FC3-B03A-CCAD9A909EEB}" sibTransId="{4A265A41-1090-42FE-9BA1-2C31CE128BCB}"/>
    <dgm:cxn modelId="{819B2E94-E602-4E89-A8F2-0CA0B31BD2A8}" type="presOf" srcId="{DA04DFAA-61B6-4A76-AAC2-7B011621BFA9}" destId="{DC0A6780-A655-40EB-A100-39E2C452DEBB}" srcOrd="0" destOrd="1" presId="urn:microsoft.com/office/officeart/2018/5/layout/CenteredIconLabelDescriptionList"/>
    <dgm:cxn modelId="{23612AD6-5198-4C49-8E97-E7B034FC169B}" type="presOf" srcId="{FF824C82-6739-4D96-8E0D-DE1A57292B83}" destId="{CE337059-573C-41B3-BB0D-05F09BCE8854}" srcOrd="0" destOrd="1" presId="urn:microsoft.com/office/officeart/2018/5/layout/CenteredIconLabelDescriptionList"/>
    <dgm:cxn modelId="{122BFADF-4E1C-4AB4-A711-194CA09B8378}" type="presOf" srcId="{97B29910-F476-4CB5-BF3D-E567B6D2E729}" destId="{9F3C0889-0D6B-4108-84C6-23C5CA2309E5}" srcOrd="0" destOrd="0" presId="urn:microsoft.com/office/officeart/2018/5/layout/CenteredIconLabelDescriptionList"/>
    <dgm:cxn modelId="{1D956CEA-E762-4631-9705-9E4BC1EB406E}" srcId="{97B29910-F476-4CB5-BF3D-E567B6D2E729}" destId="{48BA82E7-916F-4D16-A2B2-1014355DFE21}" srcOrd="2" destOrd="0" parTransId="{A40E06A1-DFF0-4F15-A77E-61D902C350EE}" sibTransId="{394CB018-E7A1-4010-8425-A15E56EDA9D2}"/>
    <dgm:cxn modelId="{C9D814CF-0E9E-4283-B507-0A64EF656D54}" type="presParOf" srcId="{9F3C0889-0D6B-4108-84C6-23C5CA2309E5}" destId="{A5E2A2DA-51C4-442B-96D4-56DACCA9BBBD}" srcOrd="0" destOrd="0" presId="urn:microsoft.com/office/officeart/2018/5/layout/CenteredIconLabelDescriptionList"/>
    <dgm:cxn modelId="{B3E32504-4B5E-4C7E-AEBA-CE706DADAAA7}" type="presParOf" srcId="{A5E2A2DA-51C4-442B-96D4-56DACCA9BBBD}" destId="{F60DFAB5-2474-4B0B-9823-8B8F195E5C8B}" srcOrd="0" destOrd="0" presId="urn:microsoft.com/office/officeart/2018/5/layout/CenteredIconLabelDescriptionList"/>
    <dgm:cxn modelId="{933C790C-5C6A-47A1-AB3E-CD82FC7B63E3}" type="presParOf" srcId="{A5E2A2DA-51C4-442B-96D4-56DACCA9BBBD}" destId="{C3543C4C-BD43-4404-9C26-04C7A97270B8}" srcOrd="1" destOrd="0" presId="urn:microsoft.com/office/officeart/2018/5/layout/CenteredIconLabelDescriptionList"/>
    <dgm:cxn modelId="{5581BD34-A4EE-47DF-BBEF-522E5D52E865}" type="presParOf" srcId="{A5E2A2DA-51C4-442B-96D4-56DACCA9BBBD}" destId="{3BA96034-9940-42F2-8938-B5EE85EBFBB0}" srcOrd="2" destOrd="0" presId="urn:microsoft.com/office/officeart/2018/5/layout/CenteredIconLabelDescriptionList"/>
    <dgm:cxn modelId="{5EC82251-22C9-4FC5-AB64-2C4735E14BC8}" type="presParOf" srcId="{A5E2A2DA-51C4-442B-96D4-56DACCA9BBBD}" destId="{3843D3C7-B90E-4D28-9C4C-3DC03F6B46DD}" srcOrd="3" destOrd="0" presId="urn:microsoft.com/office/officeart/2018/5/layout/CenteredIconLabelDescriptionList"/>
    <dgm:cxn modelId="{54309EAF-4DCB-4694-9CB9-737F0142B435}" type="presParOf" srcId="{A5E2A2DA-51C4-442B-96D4-56DACCA9BBBD}" destId="{CE337059-573C-41B3-BB0D-05F09BCE8854}" srcOrd="4" destOrd="0" presId="urn:microsoft.com/office/officeart/2018/5/layout/CenteredIconLabelDescriptionList"/>
    <dgm:cxn modelId="{45FA769F-0EA7-4486-B837-A58769E809B5}" type="presParOf" srcId="{9F3C0889-0D6B-4108-84C6-23C5CA2309E5}" destId="{2AA56522-6C70-42E7-8F69-70C4DD0499F3}" srcOrd="1" destOrd="0" presId="urn:microsoft.com/office/officeart/2018/5/layout/CenteredIconLabelDescriptionList"/>
    <dgm:cxn modelId="{9866E11F-373F-4B69-A02E-F684672BD6C6}" type="presParOf" srcId="{9F3C0889-0D6B-4108-84C6-23C5CA2309E5}" destId="{985C57A8-C09C-4A52-8837-5EF5EE9347E6}" srcOrd="2" destOrd="0" presId="urn:microsoft.com/office/officeart/2018/5/layout/CenteredIconLabelDescriptionList"/>
    <dgm:cxn modelId="{2F82B146-6E88-49DE-8C27-3AB10E72518E}" type="presParOf" srcId="{985C57A8-C09C-4A52-8837-5EF5EE9347E6}" destId="{53B15C1E-239E-434C-ABCC-8B3502213085}" srcOrd="0" destOrd="0" presId="urn:microsoft.com/office/officeart/2018/5/layout/CenteredIconLabelDescriptionList"/>
    <dgm:cxn modelId="{896DCCD0-EAD0-4A7E-AB84-115660D91D19}" type="presParOf" srcId="{985C57A8-C09C-4A52-8837-5EF5EE9347E6}" destId="{BFCB3300-C88B-45A4-B518-64DADEDA3C01}" srcOrd="1" destOrd="0" presId="urn:microsoft.com/office/officeart/2018/5/layout/CenteredIconLabelDescriptionList"/>
    <dgm:cxn modelId="{931BED86-E4CE-4708-ACB6-20974060F372}" type="presParOf" srcId="{985C57A8-C09C-4A52-8837-5EF5EE9347E6}" destId="{09BA6E16-BA64-41A0-8DF5-191C419DFB3C}" srcOrd="2" destOrd="0" presId="urn:microsoft.com/office/officeart/2018/5/layout/CenteredIconLabelDescriptionList"/>
    <dgm:cxn modelId="{D87AB36F-7009-4D62-977B-D098A103A877}" type="presParOf" srcId="{985C57A8-C09C-4A52-8837-5EF5EE9347E6}" destId="{24601C13-4085-4EFD-B73B-250694308B75}" srcOrd="3" destOrd="0" presId="urn:microsoft.com/office/officeart/2018/5/layout/CenteredIconLabelDescriptionList"/>
    <dgm:cxn modelId="{1A0BF970-7681-4703-82DC-6EF83D636972}" type="presParOf" srcId="{985C57A8-C09C-4A52-8837-5EF5EE9347E6}" destId="{9ADDDB24-4D05-486A-A157-210EF6EE99DD}" srcOrd="4" destOrd="0" presId="urn:microsoft.com/office/officeart/2018/5/layout/CenteredIconLabelDescriptionList"/>
    <dgm:cxn modelId="{303DE428-1863-43A1-86C1-9502BE6968A8}" type="presParOf" srcId="{9F3C0889-0D6B-4108-84C6-23C5CA2309E5}" destId="{8EE98524-7A6D-4BB2-8772-4AA0ECBCC7FB}" srcOrd="3" destOrd="0" presId="urn:microsoft.com/office/officeart/2018/5/layout/CenteredIconLabelDescriptionList"/>
    <dgm:cxn modelId="{20B8FF04-8FFF-4C2B-BB7B-5047034A957A}" type="presParOf" srcId="{9F3C0889-0D6B-4108-84C6-23C5CA2309E5}" destId="{3955A4FC-6075-43D9-802B-D045B131D170}" srcOrd="4" destOrd="0" presId="urn:microsoft.com/office/officeart/2018/5/layout/CenteredIconLabelDescriptionList"/>
    <dgm:cxn modelId="{9834CBF6-CE60-46E0-A8D1-ABCA474A9E59}" type="presParOf" srcId="{3955A4FC-6075-43D9-802B-D045B131D170}" destId="{884295B0-D580-4BA7-8E65-96B1FF460164}" srcOrd="0" destOrd="0" presId="urn:microsoft.com/office/officeart/2018/5/layout/CenteredIconLabelDescriptionList"/>
    <dgm:cxn modelId="{8B102532-3D3A-4993-AE9A-9EE8E3FAA50D}" type="presParOf" srcId="{3955A4FC-6075-43D9-802B-D045B131D170}" destId="{157266DE-63B4-43ED-AC1A-DAFC039E8968}" srcOrd="1" destOrd="0" presId="urn:microsoft.com/office/officeart/2018/5/layout/CenteredIconLabelDescriptionList"/>
    <dgm:cxn modelId="{FE972C2A-CE7A-406C-AC88-B90221684CAD}" type="presParOf" srcId="{3955A4FC-6075-43D9-802B-D045B131D170}" destId="{2B85061F-CC2A-427D-A377-10EE25BE1B63}" srcOrd="2" destOrd="0" presId="urn:microsoft.com/office/officeart/2018/5/layout/CenteredIconLabelDescriptionList"/>
    <dgm:cxn modelId="{1E137A3B-566D-4117-AF37-67EDE18DD778}" type="presParOf" srcId="{3955A4FC-6075-43D9-802B-D045B131D170}" destId="{C5B725F4-999A-402B-8743-BA20606CC7C9}" srcOrd="3" destOrd="0" presId="urn:microsoft.com/office/officeart/2018/5/layout/CenteredIconLabelDescriptionList"/>
    <dgm:cxn modelId="{AE9D6846-8A07-4971-88EC-F56BDDBA5C80}" type="presParOf" srcId="{3955A4FC-6075-43D9-802B-D045B131D170}" destId="{DC0A6780-A655-40EB-A100-39E2C452DEBB}" srcOrd="4" destOrd="0" presId="urn:microsoft.com/office/officeart/2018/5/layout/CenteredIconLabelDescriptionList"/>
  </dgm:cxnLst>
  <dgm:bg/>
  <dgm:whole/>
  <dgm:extLst>
    <a:ext uri="http://schemas.microsoft.com/office/drawing/2008/diagram">
      <dsp:dataModelExt xmlns:dsp="http://schemas.microsoft.com/office/drawing/2008/diagram" relId="rId6" minVer="http://schemas.openxmlformats.org/drawingml/2006/diagram"/>
    </a:ext>
  </dgm:extLst>
</dgm:dataModel>
</file>

<file path=ppt/diagrams/data110.xml><?xml version="1.0" encoding="utf-8"?>
<dgm:dataModel xmlns:dgm="http://schemas.openxmlformats.org/drawingml/2006/diagram" xmlns:a="http://schemas.openxmlformats.org/drawingml/2006/main">
  <dgm:ptLst>
    <dgm:pt modelId="{97B29910-F476-4CB5-BF3D-E567B6D2E729}" type="doc">
      <dgm:prSet loTypeId="urn:microsoft.com/office/officeart/2018/5/layout/CenteredIconLabelDescriptionList" loCatId="icon" qsTypeId="urn:microsoft.com/office/officeart/2005/8/quickstyle/simple1" qsCatId="simple" csTypeId="urn:microsoft.com/office/officeart/2018/5/colors/Iconchunking_neutralbg_accent0_3" csCatId="mainScheme" phldr="1"/>
      <dgm:spPr/>
      <dgm:t>
        <a:bodyPr/>
        <a:lstStyle/>
        <a:p>
          <a:endParaRPr lang="en-US"/>
        </a:p>
      </dgm:t>
    </dgm:pt>
    <dgm:pt modelId="{237C412F-4964-45CD-892B-99ED7D3E9BD3}">
      <dgm:prSet/>
      <dgm:spPr/>
      <dgm:t>
        <a:bodyPr/>
        <a:lstStyle/>
        <a:p>
          <a:pPr>
            <a:lnSpc>
              <a:spcPct val="100000"/>
            </a:lnSpc>
            <a:defRPr b="1"/>
          </a:pPr>
          <a:r>
            <a:rPr lang="tr-TR" dirty="0"/>
            <a:t>Bitcoin address</a:t>
          </a:r>
          <a:endParaRPr lang="en-US" dirty="0"/>
        </a:p>
      </dgm:t>
    </dgm:pt>
    <dgm:pt modelId="{EB7AD01E-1946-4A27-A767-605F9CAF21E3}" type="parTrans" cxnId="{CB7C5E41-BC20-4722-B1A6-E431A211F784}">
      <dgm:prSet/>
      <dgm:spPr/>
      <dgm:t>
        <a:bodyPr/>
        <a:lstStyle/>
        <a:p>
          <a:endParaRPr lang="en-US"/>
        </a:p>
      </dgm:t>
    </dgm:pt>
    <dgm:pt modelId="{89DF1621-CBB2-4458-8E9B-135FD1B24348}" type="sibTrans" cxnId="{CB7C5E41-BC20-4722-B1A6-E431A211F784}">
      <dgm:prSet/>
      <dgm:spPr/>
      <dgm:t>
        <a:bodyPr/>
        <a:lstStyle/>
        <a:p>
          <a:endParaRPr lang="en-US"/>
        </a:p>
      </dgm:t>
    </dgm:pt>
    <dgm:pt modelId="{AE02BA7D-1F27-4858-A1F5-9BB0A8E5B548}">
      <dgm:prSet/>
      <dgm:spPr/>
      <dgm:t>
        <a:bodyPr/>
        <a:lstStyle/>
        <a:p>
          <a:pPr>
            <a:lnSpc>
              <a:spcPct val="100000"/>
            </a:lnSpc>
          </a:pPr>
          <a:r>
            <a:rPr lang="tr-TR"/>
            <a:t>requires to search</a:t>
          </a:r>
          <a:endParaRPr lang="en-US"/>
        </a:p>
      </dgm:t>
    </dgm:pt>
    <dgm:pt modelId="{AA5E6D31-D5DF-40E2-9FB0-8F955ABD4BE6}" type="parTrans" cxnId="{6A1985C9-F50D-43D3-B956-90286E368F09}">
      <dgm:prSet/>
      <dgm:spPr/>
      <dgm:t>
        <a:bodyPr/>
        <a:lstStyle/>
        <a:p>
          <a:endParaRPr lang="en-US"/>
        </a:p>
      </dgm:t>
    </dgm:pt>
    <dgm:pt modelId="{C49EC59F-DCA8-4D7D-80E8-A233340D4B15}" type="sibTrans" cxnId="{6A1985C9-F50D-43D3-B956-90286E368F09}">
      <dgm:prSet/>
      <dgm:spPr/>
      <dgm:t>
        <a:bodyPr/>
        <a:lstStyle/>
        <a:p>
          <a:endParaRPr lang="en-US"/>
        </a:p>
      </dgm:t>
    </dgm:pt>
    <dgm:pt modelId="{E533F0C5-BFDC-45A4-ACBF-45F81E7695B9}">
      <dgm:prSet/>
      <dgm:spPr/>
      <dgm:t>
        <a:bodyPr/>
        <a:lstStyle/>
        <a:p>
          <a:pPr>
            <a:lnSpc>
              <a:spcPct val="100000"/>
            </a:lnSpc>
            <a:defRPr b="1"/>
          </a:pPr>
          <a:r>
            <a:rPr lang="tr-TR"/>
            <a:t># of transactions</a:t>
          </a:r>
          <a:r>
            <a:rPr lang="en-US"/>
            <a:t> </a:t>
          </a:r>
        </a:p>
      </dgm:t>
    </dgm:pt>
    <dgm:pt modelId="{4727F989-5094-4587-A27D-B27AAA0B3149}" type="parTrans" cxnId="{EA085803-E55D-4C1D-90B2-EE22C8932B48}">
      <dgm:prSet/>
      <dgm:spPr/>
      <dgm:t>
        <a:bodyPr/>
        <a:lstStyle/>
        <a:p>
          <a:endParaRPr lang="en-US"/>
        </a:p>
      </dgm:t>
    </dgm:pt>
    <dgm:pt modelId="{601F8A5B-5F50-4DED-8A22-5331F244AB88}" type="sibTrans" cxnId="{EA085803-E55D-4C1D-90B2-EE22C8932B48}">
      <dgm:prSet/>
      <dgm:spPr/>
      <dgm:t>
        <a:bodyPr/>
        <a:lstStyle/>
        <a:p>
          <a:endParaRPr lang="en-US"/>
        </a:p>
      </dgm:t>
    </dgm:pt>
    <dgm:pt modelId="{4D09E815-98A4-4E30-B629-52C953992709}">
      <dgm:prSet/>
      <dgm:spPr/>
      <dgm:t>
        <a:bodyPr/>
        <a:lstStyle/>
        <a:p>
          <a:pPr>
            <a:lnSpc>
              <a:spcPct val="100000"/>
            </a:lnSpc>
          </a:pPr>
          <a:r>
            <a:rPr lang="en-US"/>
            <a:t>dozens</a:t>
          </a:r>
        </a:p>
      </dgm:t>
    </dgm:pt>
    <dgm:pt modelId="{B63212EE-5569-4966-9011-24814774CDBF}" type="parTrans" cxnId="{A3C47D6F-D38F-487D-8EE5-FD80A0608B75}">
      <dgm:prSet/>
      <dgm:spPr/>
      <dgm:t>
        <a:bodyPr/>
        <a:lstStyle/>
        <a:p>
          <a:endParaRPr lang="en-US"/>
        </a:p>
      </dgm:t>
    </dgm:pt>
    <dgm:pt modelId="{3BCAE825-5979-4556-94AD-9CB1D57D9B47}" type="sibTrans" cxnId="{A3C47D6F-D38F-487D-8EE5-FD80A0608B75}">
      <dgm:prSet/>
      <dgm:spPr/>
      <dgm:t>
        <a:bodyPr/>
        <a:lstStyle/>
        <a:p>
          <a:endParaRPr lang="en-US"/>
        </a:p>
      </dgm:t>
    </dgm:pt>
    <dgm:pt modelId="{C389BA8E-1624-4BC0-A89E-51F33EF27731}">
      <dgm:prSet/>
      <dgm:spPr/>
      <dgm:t>
        <a:bodyPr/>
        <a:lstStyle/>
        <a:p>
          <a:pPr>
            <a:lnSpc>
              <a:spcPct val="100000"/>
            </a:lnSpc>
          </a:pPr>
          <a:r>
            <a:rPr lang="en-US"/>
            <a:t>hundreds of</a:t>
          </a:r>
          <a:r>
            <a:rPr lang="tr-TR"/>
            <a:t> thousands</a:t>
          </a:r>
          <a:endParaRPr lang="en-US"/>
        </a:p>
      </dgm:t>
    </dgm:pt>
    <dgm:pt modelId="{A8BA4CC0-58DA-4381-800D-6EC330B9D70C}" type="parTrans" cxnId="{B3FB1A84-5351-485B-9742-BDC3E213B032}">
      <dgm:prSet/>
      <dgm:spPr/>
      <dgm:t>
        <a:bodyPr/>
        <a:lstStyle/>
        <a:p>
          <a:endParaRPr lang="en-US"/>
        </a:p>
      </dgm:t>
    </dgm:pt>
    <dgm:pt modelId="{94A6A389-F5F5-4752-912D-E7FD441C888D}" type="sibTrans" cxnId="{B3FB1A84-5351-485B-9742-BDC3E213B032}">
      <dgm:prSet/>
      <dgm:spPr/>
      <dgm:t>
        <a:bodyPr/>
        <a:lstStyle/>
        <a:p>
          <a:endParaRPr lang="en-US"/>
        </a:p>
      </dgm:t>
    </dgm:pt>
    <dgm:pt modelId="{BFFDF402-ADB2-4BA3-9EFF-C4019A2CAF8C}">
      <dgm:prSet/>
      <dgm:spPr/>
      <dgm:t>
        <a:bodyPr/>
        <a:lstStyle/>
        <a:p>
          <a:pPr>
            <a:lnSpc>
              <a:spcPct val="100000"/>
            </a:lnSpc>
          </a:pPr>
          <a:r>
            <a:rPr lang="en-US"/>
            <a:t>index</a:t>
          </a:r>
          <a:r>
            <a:rPr lang="tr-TR"/>
            <a:t>es and transactions</a:t>
          </a:r>
          <a:endParaRPr lang="en-US"/>
        </a:p>
      </dgm:t>
    </dgm:pt>
    <dgm:pt modelId="{75C9DDE7-59E2-4A1E-BE0F-6772AEE8E8C6}" type="parTrans" cxnId="{CC456912-EAF3-477E-A0DC-A2E8318A9E34}">
      <dgm:prSet/>
      <dgm:spPr/>
      <dgm:t>
        <a:bodyPr/>
        <a:lstStyle/>
        <a:p>
          <a:endParaRPr lang="tr-TR"/>
        </a:p>
      </dgm:t>
    </dgm:pt>
    <dgm:pt modelId="{D3E2D553-F5F3-43A2-BD29-9B70CA18B2E7}" type="sibTrans" cxnId="{CC456912-EAF3-477E-A0DC-A2E8318A9E34}">
      <dgm:prSet/>
      <dgm:spPr/>
      <dgm:t>
        <a:bodyPr/>
        <a:lstStyle/>
        <a:p>
          <a:endParaRPr lang="tr-TR"/>
        </a:p>
      </dgm:t>
    </dgm:pt>
    <dgm:pt modelId="{ABFFD22D-8DDF-4D0A-9C7C-3D9AC9249E72}">
      <dgm:prSet/>
      <dgm:spPr/>
      <dgm:t>
        <a:bodyPr/>
        <a:lstStyle/>
        <a:p>
          <a:pPr>
            <a:lnSpc>
              <a:spcPct val="100000"/>
            </a:lnSpc>
          </a:pPr>
          <a:r>
            <a:rPr lang="en-US"/>
            <a:t>hundreds</a:t>
          </a:r>
        </a:p>
      </dgm:t>
    </dgm:pt>
    <dgm:pt modelId="{A21E3DBB-B751-4745-8B47-21D72D4FEDD6}" type="parTrans" cxnId="{A60C5340-2267-4466-B7F0-0907BCFF80E2}">
      <dgm:prSet/>
      <dgm:spPr/>
      <dgm:t>
        <a:bodyPr/>
        <a:lstStyle/>
        <a:p>
          <a:endParaRPr lang="tr-TR"/>
        </a:p>
      </dgm:t>
    </dgm:pt>
    <dgm:pt modelId="{7B3C447B-23B0-4F3D-94F5-805DB3D14493}" type="sibTrans" cxnId="{A60C5340-2267-4466-B7F0-0907BCFF80E2}">
      <dgm:prSet/>
      <dgm:spPr/>
      <dgm:t>
        <a:bodyPr/>
        <a:lstStyle/>
        <a:p>
          <a:endParaRPr lang="tr-TR"/>
        </a:p>
      </dgm:t>
    </dgm:pt>
    <dgm:pt modelId="{152524C1-D8BC-4AE9-97B0-8648E4AD9EF2}">
      <dgm:prSet/>
      <dgm:spPr/>
      <dgm:t>
        <a:bodyPr/>
        <a:lstStyle/>
        <a:p>
          <a:pPr>
            <a:lnSpc>
              <a:spcPct val="100000"/>
            </a:lnSpc>
            <a:defRPr b="1"/>
          </a:pPr>
          <a:r>
            <a:rPr lang="tr-TR"/>
            <a:t>Finding the balance</a:t>
          </a:r>
          <a:endParaRPr lang="en-US"/>
        </a:p>
      </dgm:t>
    </dgm:pt>
    <dgm:pt modelId="{D04AE0BC-200D-46F2-AC5D-7489EEEAD846}" type="parTrans" cxnId="{E3985687-FDB6-4969-92CF-C092848D25C6}">
      <dgm:prSet/>
      <dgm:spPr/>
      <dgm:t>
        <a:bodyPr/>
        <a:lstStyle/>
        <a:p>
          <a:endParaRPr lang="tr-TR"/>
        </a:p>
      </dgm:t>
    </dgm:pt>
    <dgm:pt modelId="{5A69AED9-AF18-429E-A410-358509412A11}" type="sibTrans" cxnId="{E3985687-FDB6-4969-92CF-C092848D25C6}">
      <dgm:prSet/>
      <dgm:spPr/>
      <dgm:t>
        <a:bodyPr/>
        <a:lstStyle/>
        <a:p>
          <a:endParaRPr lang="tr-TR"/>
        </a:p>
      </dgm:t>
    </dgm:pt>
    <dgm:pt modelId="{0014D756-4280-47AE-BBAE-74EF4F35707A}">
      <dgm:prSet/>
      <dgm:spPr/>
      <dgm:t>
        <a:bodyPr/>
        <a:lstStyle/>
        <a:p>
          <a:pPr>
            <a:lnSpc>
              <a:spcPct val="100000"/>
            </a:lnSpc>
          </a:pPr>
          <a:r>
            <a:rPr lang="en-US"/>
            <a:t>referencing public key hash</a:t>
          </a:r>
        </a:p>
      </dgm:t>
    </dgm:pt>
    <dgm:pt modelId="{DB52BDBC-2BE0-426B-8B54-FFD08DF6F98D}" type="parTrans" cxnId="{C643664E-C417-48D1-942F-279A34C45436}">
      <dgm:prSet/>
      <dgm:spPr/>
      <dgm:t>
        <a:bodyPr/>
        <a:lstStyle/>
        <a:p>
          <a:endParaRPr lang="tr-TR"/>
        </a:p>
      </dgm:t>
    </dgm:pt>
    <dgm:pt modelId="{9CC8A47F-18B3-4CDB-86BF-94890E5B16ED}" type="sibTrans" cxnId="{C643664E-C417-48D1-942F-279A34C45436}">
      <dgm:prSet/>
      <dgm:spPr/>
      <dgm:t>
        <a:bodyPr/>
        <a:lstStyle/>
        <a:p>
          <a:endParaRPr lang="tr-TR"/>
        </a:p>
      </dgm:t>
    </dgm:pt>
    <dgm:pt modelId="{A96F8A82-0E63-4783-9863-905DFD81E24E}">
      <dgm:prSet/>
      <dgm:spPr/>
      <dgm:t>
        <a:bodyPr/>
        <a:lstStyle/>
        <a:p>
          <a:pPr>
            <a:lnSpc>
              <a:spcPct val="100000"/>
            </a:lnSpc>
          </a:pPr>
          <a:r>
            <a:rPr lang="tr-TR"/>
            <a:t>in UTXO set</a:t>
          </a:r>
          <a:endParaRPr lang="en-US"/>
        </a:p>
      </dgm:t>
    </dgm:pt>
    <dgm:pt modelId="{9A0D975B-0F99-42F5-8E41-47E58F3AB386}" type="parTrans" cxnId="{84651531-C344-47AC-8F3C-481DC129B456}">
      <dgm:prSet/>
      <dgm:spPr/>
      <dgm:t>
        <a:bodyPr/>
        <a:lstStyle/>
        <a:p>
          <a:endParaRPr lang="tr-TR"/>
        </a:p>
      </dgm:t>
    </dgm:pt>
    <dgm:pt modelId="{B7B42FCF-A2AA-433E-A330-02609C29933A}" type="sibTrans" cxnId="{84651531-C344-47AC-8F3C-481DC129B456}">
      <dgm:prSet/>
      <dgm:spPr/>
      <dgm:t>
        <a:bodyPr/>
        <a:lstStyle/>
        <a:p>
          <a:endParaRPr lang="tr-TR"/>
        </a:p>
      </dgm:t>
    </dgm:pt>
    <dgm:pt modelId="{FD92D9A3-B918-4941-ADB3-19B74056F468}" type="pres">
      <dgm:prSet presAssocID="{97B29910-F476-4CB5-BF3D-E567B6D2E729}" presName="root" presStyleCnt="0">
        <dgm:presLayoutVars>
          <dgm:dir/>
          <dgm:resizeHandles val="exact"/>
        </dgm:presLayoutVars>
      </dgm:prSet>
      <dgm:spPr/>
    </dgm:pt>
    <dgm:pt modelId="{97EC6C27-3FE3-47EA-A91D-C2CD65B3C168}" type="pres">
      <dgm:prSet presAssocID="{237C412F-4964-45CD-892B-99ED7D3E9BD3}" presName="compNode" presStyleCnt="0"/>
      <dgm:spPr/>
    </dgm:pt>
    <dgm:pt modelId="{FC66380B-7DF7-4DB3-ABF1-5E4F20FCA58B}" type="pres">
      <dgm:prSet presAssocID="{237C412F-4964-45CD-892B-99ED7D3E9BD3}" presName="iconRect" presStyleLbl="node1" presStyleIdx="0" presStyleCnt="3"/>
      <dgm:spPr>
        <a:blipFill>
          <a:blip xmlns:r="http://schemas.openxmlformats.org/officeDocument/2006/relationships" r:embed="rId1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2"/>
              </a:ext>
            </a:extLst>
          </a:blip>
          <a:stretch>
            <a:fillRect/>
          </a:stretch>
        </a:blipFill>
        <a:ln>
          <a:noFill/>
        </a:ln>
      </dgm:spPr>
      <dgm:extLst>
        <a:ext uri="{E40237B7-FDA0-4F09-8148-C483321AD2D9}">
          <dgm14:cNvPr xmlns:dgm14="http://schemas.microsoft.com/office/drawing/2010/diagram" id="0" name="" descr="Bitcoin"/>
        </a:ext>
      </dgm:extLst>
    </dgm:pt>
    <dgm:pt modelId="{5C263C25-30F8-48C9-AF99-DDAAE5E46ABC}" type="pres">
      <dgm:prSet presAssocID="{237C412F-4964-45CD-892B-99ED7D3E9BD3}" presName="iconSpace" presStyleCnt="0"/>
      <dgm:spPr/>
    </dgm:pt>
    <dgm:pt modelId="{6333AC83-1132-4D0F-BCE0-4952264CE5CB}" type="pres">
      <dgm:prSet presAssocID="{237C412F-4964-45CD-892B-99ED7D3E9BD3}" presName="parTx" presStyleLbl="revTx" presStyleIdx="0" presStyleCnt="6">
        <dgm:presLayoutVars>
          <dgm:chMax val="0"/>
          <dgm:chPref val="0"/>
        </dgm:presLayoutVars>
      </dgm:prSet>
      <dgm:spPr/>
    </dgm:pt>
    <dgm:pt modelId="{A7792B36-95CF-457E-AEE0-A50B3062FA5B}" type="pres">
      <dgm:prSet presAssocID="{237C412F-4964-45CD-892B-99ED7D3E9BD3}" presName="txSpace" presStyleCnt="0"/>
      <dgm:spPr/>
    </dgm:pt>
    <dgm:pt modelId="{08589683-DB8E-490C-9FD0-2257DCF95884}" type="pres">
      <dgm:prSet presAssocID="{237C412F-4964-45CD-892B-99ED7D3E9BD3}" presName="desTx" presStyleLbl="revTx" presStyleIdx="1" presStyleCnt="6">
        <dgm:presLayoutVars/>
      </dgm:prSet>
      <dgm:spPr/>
    </dgm:pt>
    <dgm:pt modelId="{220D2E08-8355-47CB-8D25-BA7B88683B5C}" type="pres">
      <dgm:prSet presAssocID="{89DF1621-CBB2-4458-8E9B-135FD1B24348}" presName="sibTrans" presStyleCnt="0"/>
      <dgm:spPr/>
    </dgm:pt>
    <dgm:pt modelId="{29B4A200-CC36-421C-B9BB-8126CCF9D10F}" type="pres">
      <dgm:prSet presAssocID="{152524C1-D8BC-4AE9-97B0-8648E4AD9EF2}" presName="compNode" presStyleCnt="0"/>
      <dgm:spPr/>
    </dgm:pt>
    <dgm:pt modelId="{7B557538-185F-4CD0-B13C-2AB728E0530F}" type="pres">
      <dgm:prSet presAssocID="{152524C1-D8BC-4AE9-97B0-8648E4AD9EF2}" presName="iconRect" presStyleLbl="node1" presStyleIdx="1" presStyleCnt="3"/>
      <dgm:spPr>
        <a:blipFill>
          <a:blip xmlns:r="http://schemas.openxmlformats.org/officeDocument/2006/relationships" r:embed="rId3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4"/>
              </a:ext>
            </a:extLst>
          </a:blip>
          <a:stretch>
            <a:fillRect/>
          </a:stretch>
        </a:blipFill>
      </dgm:spPr>
      <dgm:extLst>
        <a:ext uri="{E40237B7-FDA0-4F09-8148-C483321AD2D9}">
          <dgm14:cNvPr xmlns:dgm14="http://schemas.microsoft.com/office/drawing/2010/diagram" id="0" name="" descr="Research"/>
        </a:ext>
      </dgm:extLst>
    </dgm:pt>
    <dgm:pt modelId="{85C23FD6-50CE-4AEC-B70B-CABAAC135473}" type="pres">
      <dgm:prSet presAssocID="{152524C1-D8BC-4AE9-97B0-8648E4AD9EF2}" presName="iconSpace" presStyleCnt="0"/>
      <dgm:spPr/>
    </dgm:pt>
    <dgm:pt modelId="{D240EEFF-D516-45C6-BE71-9E6BB8A023C9}" type="pres">
      <dgm:prSet presAssocID="{152524C1-D8BC-4AE9-97B0-8648E4AD9EF2}" presName="parTx" presStyleLbl="revTx" presStyleIdx="2" presStyleCnt="6">
        <dgm:presLayoutVars>
          <dgm:chMax val="0"/>
          <dgm:chPref val="0"/>
        </dgm:presLayoutVars>
      </dgm:prSet>
      <dgm:spPr/>
    </dgm:pt>
    <dgm:pt modelId="{424A9F1A-2386-411F-9895-127A242B1538}" type="pres">
      <dgm:prSet presAssocID="{152524C1-D8BC-4AE9-97B0-8648E4AD9EF2}" presName="txSpace" presStyleCnt="0"/>
      <dgm:spPr/>
    </dgm:pt>
    <dgm:pt modelId="{972162CB-57A0-46B7-AAC1-7FDF0250DA1D}" type="pres">
      <dgm:prSet presAssocID="{152524C1-D8BC-4AE9-97B0-8648E4AD9EF2}" presName="desTx" presStyleLbl="revTx" presStyleIdx="3" presStyleCnt="6">
        <dgm:presLayoutVars/>
      </dgm:prSet>
      <dgm:spPr/>
    </dgm:pt>
    <dgm:pt modelId="{B50BADE4-D8D0-4C91-86C6-A76173A86545}" type="pres">
      <dgm:prSet presAssocID="{5A69AED9-AF18-429E-A410-358509412A11}" presName="sibTrans" presStyleCnt="0"/>
      <dgm:spPr/>
    </dgm:pt>
    <dgm:pt modelId="{FDF1550D-793A-4541-8126-AFE207B76E0C}" type="pres">
      <dgm:prSet presAssocID="{E533F0C5-BFDC-45A4-ACBF-45F81E7695B9}" presName="compNode" presStyleCnt="0"/>
      <dgm:spPr/>
    </dgm:pt>
    <dgm:pt modelId="{FF1AA267-0CAF-4586-B782-4D8BB18E5501}" type="pres">
      <dgm:prSet presAssocID="{E533F0C5-BFDC-45A4-ACBF-45F81E7695B9}" presName="iconRect" presStyleLbl="node1" presStyleIdx="2" presStyleCnt="3"/>
      <dgm:spPr>
        <a:blipFill>
          <a:blip xmlns:r="http://schemas.openxmlformats.org/officeDocument/2006/relationships" r:embed="rId5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6"/>
              </a:ext>
            </a:extLst>
          </a:blip>
          <a:stretch>
            <a:fillRect/>
          </a:stretch>
        </a:blipFill>
        <a:ln>
          <a:noFill/>
        </a:ln>
      </dgm:spPr>
      <dgm:extLst>
        <a:ext uri="{E40237B7-FDA0-4F09-8148-C483321AD2D9}">
          <dgm14:cNvPr xmlns:dgm14="http://schemas.microsoft.com/office/drawing/2010/diagram" id="0" name="" descr="Money"/>
        </a:ext>
      </dgm:extLst>
    </dgm:pt>
    <dgm:pt modelId="{43A69743-3477-4C05-A114-4A6DF1467E20}" type="pres">
      <dgm:prSet presAssocID="{E533F0C5-BFDC-45A4-ACBF-45F81E7695B9}" presName="iconSpace" presStyleCnt="0"/>
      <dgm:spPr/>
    </dgm:pt>
    <dgm:pt modelId="{E56922C9-640E-4925-AB1D-0BACAA701480}" type="pres">
      <dgm:prSet presAssocID="{E533F0C5-BFDC-45A4-ACBF-45F81E7695B9}" presName="parTx" presStyleLbl="revTx" presStyleIdx="4" presStyleCnt="6">
        <dgm:presLayoutVars>
          <dgm:chMax val="0"/>
          <dgm:chPref val="0"/>
        </dgm:presLayoutVars>
      </dgm:prSet>
      <dgm:spPr/>
    </dgm:pt>
    <dgm:pt modelId="{F0381AF7-A0E0-406B-9D7B-9B63AB192BF2}" type="pres">
      <dgm:prSet presAssocID="{E533F0C5-BFDC-45A4-ACBF-45F81E7695B9}" presName="txSpace" presStyleCnt="0"/>
      <dgm:spPr/>
    </dgm:pt>
    <dgm:pt modelId="{DE8B0243-0F00-467B-A0EC-265B432642A7}" type="pres">
      <dgm:prSet presAssocID="{E533F0C5-BFDC-45A4-ACBF-45F81E7695B9}" presName="desTx" presStyleLbl="revTx" presStyleIdx="5" presStyleCnt="6">
        <dgm:presLayoutVars/>
      </dgm:prSet>
      <dgm:spPr/>
    </dgm:pt>
  </dgm:ptLst>
  <dgm:cxnLst>
    <dgm:cxn modelId="{EA085803-E55D-4C1D-90B2-EE22C8932B48}" srcId="{97B29910-F476-4CB5-BF3D-E567B6D2E729}" destId="{E533F0C5-BFDC-45A4-ACBF-45F81E7695B9}" srcOrd="2" destOrd="0" parTransId="{4727F989-5094-4587-A27D-B27AAA0B3149}" sibTransId="{601F8A5B-5F50-4DED-8A22-5331F244AB88}"/>
    <dgm:cxn modelId="{E3AA0B06-54FC-4BD3-AF2E-BAD0CDF2C7A1}" type="presOf" srcId="{C389BA8E-1624-4BC0-A89E-51F33EF27731}" destId="{DE8B0243-0F00-467B-A0EC-265B432642A7}" srcOrd="0" destOrd="2" presId="urn:microsoft.com/office/officeart/2018/5/layout/CenteredIconLabelDescriptionList"/>
    <dgm:cxn modelId="{55BC1208-4910-4938-92C6-56992AB2613A}" type="presOf" srcId="{237C412F-4964-45CD-892B-99ED7D3E9BD3}" destId="{6333AC83-1132-4D0F-BCE0-4952264CE5CB}" srcOrd="0" destOrd="0" presId="urn:microsoft.com/office/officeart/2018/5/layout/CenteredIconLabelDescriptionList"/>
    <dgm:cxn modelId="{CC456912-EAF3-477E-A0DC-A2E8318A9E34}" srcId="{152524C1-D8BC-4AE9-97B0-8648E4AD9EF2}" destId="{BFFDF402-ADB2-4BA3-9EFF-C4019A2CAF8C}" srcOrd="1" destOrd="0" parTransId="{75C9DDE7-59E2-4A1E-BE0F-6772AEE8E8C6}" sibTransId="{D3E2D553-F5F3-43A2-BD29-9B70CA18B2E7}"/>
    <dgm:cxn modelId="{6C8CC81D-6089-40E1-AFFB-CE137F4CB457}" type="presOf" srcId="{AE02BA7D-1F27-4858-A1F5-9BB0A8E5B548}" destId="{972162CB-57A0-46B7-AAC1-7FDF0250DA1D}" srcOrd="0" destOrd="0" presId="urn:microsoft.com/office/officeart/2018/5/layout/CenteredIconLabelDescriptionList"/>
    <dgm:cxn modelId="{FA000C28-3C51-4060-A0B1-2D54F18E9BB3}" type="presOf" srcId="{0014D756-4280-47AE-BBAE-74EF4F35707A}" destId="{08589683-DB8E-490C-9FD0-2257DCF95884}" srcOrd="0" destOrd="0" presId="urn:microsoft.com/office/officeart/2018/5/layout/CenteredIconLabelDescriptionList"/>
    <dgm:cxn modelId="{84651531-C344-47AC-8F3C-481DC129B456}" srcId="{237C412F-4964-45CD-892B-99ED7D3E9BD3}" destId="{A96F8A82-0E63-4783-9863-905DFD81E24E}" srcOrd="1" destOrd="0" parTransId="{9A0D975B-0F99-42F5-8E41-47E58F3AB386}" sibTransId="{B7B42FCF-A2AA-433E-A330-02609C29933A}"/>
    <dgm:cxn modelId="{7973DC37-0D18-493F-85EE-976CB74D085D}" type="presOf" srcId="{4D09E815-98A4-4E30-B629-52C953992709}" destId="{DE8B0243-0F00-467B-A0EC-265B432642A7}" srcOrd="0" destOrd="0" presId="urn:microsoft.com/office/officeart/2018/5/layout/CenteredIconLabelDescriptionList"/>
    <dgm:cxn modelId="{A60C5340-2267-4466-B7F0-0907BCFF80E2}" srcId="{E533F0C5-BFDC-45A4-ACBF-45F81E7695B9}" destId="{ABFFD22D-8DDF-4D0A-9C7C-3D9AC9249E72}" srcOrd="1" destOrd="0" parTransId="{A21E3DBB-B751-4745-8B47-21D72D4FEDD6}" sibTransId="{7B3C447B-23B0-4F3D-94F5-805DB3D14493}"/>
    <dgm:cxn modelId="{CB7C5E41-BC20-4722-B1A6-E431A211F784}" srcId="{97B29910-F476-4CB5-BF3D-E567B6D2E729}" destId="{237C412F-4964-45CD-892B-99ED7D3E9BD3}" srcOrd="0" destOrd="0" parTransId="{EB7AD01E-1946-4A27-A767-605F9CAF21E3}" sibTransId="{89DF1621-CBB2-4458-8E9B-135FD1B24348}"/>
    <dgm:cxn modelId="{7A679561-D98B-4B17-AD3F-7CC766DEA80F}" type="presOf" srcId="{A96F8A82-0E63-4783-9863-905DFD81E24E}" destId="{08589683-DB8E-490C-9FD0-2257DCF95884}" srcOrd="0" destOrd="1" presId="urn:microsoft.com/office/officeart/2018/5/layout/CenteredIconLabelDescriptionList"/>
    <dgm:cxn modelId="{A5D20045-67EF-4235-8795-57AF35C5BF02}" type="presOf" srcId="{E533F0C5-BFDC-45A4-ACBF-45F81E7695B9}" destId="{E56922C9-640E-4925-AB1D-0BACAA701480}" srcOrd="0" destOrd="0" presId="urn:microsoft.com/office/officeart/2018/5/layout/CenteredIconLabelDescriptionList"/>
    <dgm:cxn modelId="{AC671A6B-D3D4-45F0-AA51-BCE8F891FE18}" type="presOf" srcId="{97B29910-F476-4CB5-BF3D-E567B6D2E729}" destId="{FD92D9A3-B918-4941-ADB3-19B74056F468}" srcOrd="0" destOrd="0" presId="urn:microsoft.com/office/officeart/2018/5/layout/CenteredIconLabelDescriptionList"/>
    <dgm:cxn modelId="{C643664E-C417-48D1-942F-279A34C45436}" srcId="{237C412F-4964-45CD-892B-99ED7D3E9BD3}" destId="{0014D756-4280-47AE-BBAE-74EF4F35707A}" srcOrd="0" destOrd="0" parTransId="{DB52BDBC-2BE0-426B-8B54-FFD08DF6F98D}" sibTransId="{9CC8A47F-18B3-4CDB-86BF-94890E5B16ED}"/>
    <dgm:cxn modelId="{A3C47D6F-D38F-487D-8EE5-FD80A0608B75}" srcId="{E533F0C5-BFDC-45A4-ACBF-45F81E7695B9}" destId="{4D09E815-98A4-4E30-B629-52C953992709}" srcOrd="0" destOrd="0" parTransId="{B63212EE-5569-4966-9011-24814774CDBF}" sibTransId="{3BCAE825-5979-4556-94AD-9CB1D57D9B47}"/>
    <dgm:cxn modelId="{A84ADC77-724C-4AF9-B3A0-314C644FAA42}" type="presOf" srcId="{ABFFD22D-8DDF-4D0A-9C7C-3D9AC9249E72}" destId="{DE8B0243-0F00-467B-A0EC-265B432642A7}" srcOrd="0" destOrd="1" presId="urn:microsoft.com/office/officeart/2018/5/layout/CenteredIconLabelDescriptionList"/>
    <dgm:cxn modelId="{B3FB1A84-5351-485B-9742-BDC3E213B032}" srcId="{E533F0C5-BFDC-45A4-ACBF-45F81E7695B9}" destId="{C389BA8E-1624-4BC0-A89E-51F33EF27731}" srcOrd="2" destOrd="0" parTransId="{A8BA4CC0-58DA-4381-800D-6EC330B9D70C}" sibTransId="{94A6A389-F5F5-4752-912D-E7FD441C888D}"/>
    <dgm:cxn modelId="{E3985687-FDB6-4969-92CF-C092848D25C6}" srcId="{97B29910-F476-4CB5-BF3D-E567B6D2E729}" destId="{152524C1-D8BC-4AE9-97B0-8648E4AD9EF2}" srcOrd="1" destOrd="0" parTransId="{D04AE0BC-200D-46F2-AC5D-7489EEEAD846}" sibTransId="{5A69AED9-AF18-429E-A410-358509412A11}"/>
    <dgm:cxn modelId="{2DDC3596-506E-4CF1-BA1C-85EA29B1DB79}" type="presOf" srcId="{152524C1-D8BC-4AE9-97B0-8648E4AD9EF2}" destId="{D240EEFF-D516-45C6-BE71-9E6BB8A023C9}" srcOrd="0" destOrd="0" presId="urn:microsoft.com/office/officeart/2018/5/layout/CenteredIconLabelDescriptionList"/>
    <dgm:cxn modelId="{626227BE-33E6-4540-A590-C004EF7B5A66}" type="presOf" srcId="{BFFDF402-ADB2-4BA3-9EFF-C4019A2CAF8C}" destId="{972162CB-57A0-46B7-AAC1-7FDF0250DA1D}" srcOrd="0" destOrd="1" presId="urn:microsoft.com/office/officeart/2018/5/layout/CenteredIconLabelDescriptionList"/>
    <dgm:cxn modelId="{6A1985C9-F50D-43D3-B956-90286E368F09}" srcId="{152524C1-D8BC-4AE9-97B0-8648E4AD9EF2}" destId="{AE02BA7D-1F27-4858-A1F5-9BB0A8E5B548}" srcOrd="0" destOrd="0" parTransId="{AA5E6D31-D5DF-40E2-9FB0-8F955ABD4BE6}" sibTransId="{C49EC59F-DCA8-4D7D-80E8-A233340D4B15}"/>
    <dgm:cxn modelId="{897A8A42-859B-40B7-8C99-0540A3BEF02B}" type="presParOf" srcId="{FD92D9A3-B918-4941-ADB3-19B74056F468}" destId="{97EC6C27-3FE3-47EA-A91D-C2CD65B3C168}" srcOrd="0" destOrd="0" presId="urn:microsoft.com/office/officeart/2018/5/layout/CenteredIconLabelDescriptionList"/>
    <dgm:cxn modelId="{F1E64C34-0DF7-4CE4-8A99-3C8500F13983}" type="presParOf" srcId="{97EC6C27-3FE3-47EA-A91D-C2CD65B3C168}" destId="{FC66380B-7DF7-4DB3-ABF1-5E4F20FCA58B}" srcOrd="0" destOrd="0" presId="urn:microsoft.com/office/officeart/2018/5/layout/CenteredIconLabelDescriptionList"/>
    <dgm:cxn modelId="{349FE707-C076-4CA3-A93E-825366B62BB4}" type="presParOf" srcId="{97EC6C27-3FE3-47EA-A91D-C2CD65B3C168}" destId="{5C263C25-30F8-48C9-AF99-DDAAE5E46ABC}" srcOrd="1" destOrd="0" presId="urn:microsoft.com/office/officeart/2018/5/layout/CenteredIconLabelDescriptionList"/>
    <dgm:cxn modelId="{E217E9C1-BD75-4EF8-A52C-3C2D4094B5B3}" type="presParOf" srcId="{97EC6C27-3FE3-47EA-A91D-C2CD65B3C168}" destId="{6333AC83-1132-4D0F-BCE0-4952264CE5CB}" srcOrd="2" destOrd="0" presId="urn:microsoft.com/office/officeart/2018/5/layout/CenteredIconLabelDescriptionList"/>
    <dgm:cxn modelId="{59137547-889F-4D9C-85B9-93185A2C6846}" type="presParOf" srcId="{97EC6C27-3FE3-47EA-A91D-C2CD65B3C168}" destId="{A7792B36-95CF-457E-AEE0-A50B3062FA5B}" srcOrd="3" destOrd="0" presId="urn:microsoft.com/office/officeart/2018/5/layout/CenteredIconLabelDescriptionList"/>
    <dgm:cxn modelId="{7B123661-8BC6-481E-95C4-0F58D0BB9AAD}" type="presParOf" srcId="{97EC6C27-3FE3-47EA-A91D-C2CD65B3C168}" destId="{08589683-DB8E-490C-9FD0-2257DCF95884}" srcOrd="4" destOrd="0" presId="urn:microsoft.com/office/officeart/2018/5/layout/CenteredIconLabelDescriptionList"/>
    <dgm:cxn modelId="{C124FBF4-D561-4B8C-AD7A-307E767895A2}" type="presParOf" srcId="{FD92D9A3-B918-4941-ADB3-19B74056F468}" destId="{220D2E08-8355-47CB-8D25-BA7B88683B5C}" srcOrd="1" destOrd="0" presId="urn:microsoft.com/office/officeart/2018/5/layout/CenteredIconLabelDescriptionList"/>
    <dgm:cxn modelId="{950E9EF7-E815-4C29-B015-4F3B91B50D80}" type="presParOf" srcId="{FD92D9A3-B918-4941-ADB3-19B74056F468}" destId="{29B4A200-CC36-421C-B9BB-8126CCF9D10F}" srcOrd="2" destOrd="0" presId="urn:microsoft.com/office/officeart/2018/5/layout/CenteredIconLabelDescriptionList"/>
    <dgm:cxn modelId="{AABD2FAA-69E1-4EE1-9632-76D1E0AC04AB}" type="presParOf" srcId="{29B4A200-CC36-421C-B9BB-8126CCF9D10F}" destId="{7B557538-185F-4CD0-B13C-2AB728E0530F}" srcOrd="0" destOrd="0" presId="urn:microsoft.com/office/officeart/2018/5/layout/CenteredIconLabelDescriptionList"/>
    <dgm:cxn modelId="{2EC6E234-DF52-45C3-93BD-CE08CB3FC4FE}" type="presParOf" srcId="{29B4A200-CC36-421C-B9BB-8126CCF9D10F}" destId="{85C23FD6-50CE-4AEC-B70B-CABAAC135473}" srcOrd="1" destOrd="0" presId="urn:microsoft.com/office/officeart/2018/5/layout/CenteredIconLabelDescriptionList"/>
    <dgm:cxn modelId="{D90CE317-27A7-49BD-A8C6-A4245D708283}" type="presParOf" srcId="{29B4A200-CC36-421C-B9BB-8126CCF9D10F}" destId="{D240EEFF-D516-45C6-BE71-9E6BB8A023C9}" srcOrd="2" destOrd="0" presId="urn:microsoft.com/office/officeart/2018/5/layout/CenteredIconLabelDescriptionList"/>
    <dgm:cxn modelId="{C3C24CFC-59B2-4D43-BC2D-79AE7DF55F9F}" type="presParOf" srcId="{29B4A200-CC36-421C-B9BB-8126CCF9D10F}" destId="{424A9F1A-2386-411F-9895-127A242B1538}" srcOrd="3" destOrd="0" presId="urn:microsoft.com/office/officeart/2018/5/layout/CenteredIconLabelDescriptionList"/>
    <dgm:cxn modelId="{206E3238-889A-40DC-814F-E551EE2EF2B7}" type="presParOf" srcId="{29B4A200-CC36-421C-B9BB-8126CCF9D10F}" destId="{972162CB-57A0-46B7-AAC1-7FDF0250DA1D}" srcOrd="4" destOrd="0" presId="urn:microsoft.com/office/officeart/2018/5/layout/CenteredIconLabelDescriptionList"/>
    <dgm:cxn modelId="{C3A98A4F-F791-477F-B245-3C7E33B76E5A}" type="presParOf" srcId="{FD92D9A3-B918-4941-ADB3-19B74056F468}" destId="{B50BADE4-D8D0-4C91-86C6-A76173A86545}" srcOrd="3" destOrd="0" presId="urn:microsoft.com/office/officeart/2018/5/layout/CenteredIconLabelDescriptionList"/>
    <dgm:cxn modelId="{D7CB5553-4D97-44E8-9483-9C28154F0666}" type="presParOf" srcId="{FD92D9A3-B918-4941-ADB3-19B74056F468}" destId="{FDF1550D-793A-4541-8126-AFE207B76E0C}" srcOrd="4" destOrd="0" presId="urn:microsoft.com/office/officeart/2018/5/layout/CenteredIconLabelDescriptionList"/>
    <dgm:cxn modelId="{717E1C57-CF57-436A-AFE3-10F159DA6399}" type="presParOf" srcId="{FDF1550D-793A-4541-8126-AFE207B76E0C}" destId="{FF1AA267-0CAF-4586-B782-4D8BB18E5501}" srcOrd="0" destOrd="0" presId="urn:microsoft.com/office/officeart/2018/5/layout/CenteredIconLabelDescriptionList"/>
    <dgm:cxn modelId="{AE01B278-FC9D-46F2-B466-97F4F1C8566E}" type="presParOf" srcId="{FDF1550D-793A-4541-8126-AFE207B76E0C}" destId="{43A69743-3477-4C05-A114-4A6DF1467E20}" srcOrd="1" destOrd="0" presId="urn:microsoft.com/office/officeart/2018/5/layout/CenteredIconLabelDescriptionList"/>
    <dgm:cxn modelId="{B71576E0-E395-4272-889A-0C70A86010EB}" type="presParOf" srcId="{FDF1550D-793A-4541-8126-AFE207B76E0C}" destId="{E56922C9-640E-4925-AB1D-0BACAA701480}" srcOrd="2" destOrd="0" presId="urn:microsoft.com/office/officeart/2018/5/layout/CenteredIconLabelDescriptionList"/>
    <dgm:cxn modelId="{130EE75E-0D65-470D-B5E6-7091395B9D1A}" type="presParOf" srcId="{FDF1550D-793A-4541-8126-AFE207B76E0C}" destId="{F0381AF7-A0E0-406B-9D7B-9B63AB192BF2}" srcOrd="3" destOrd="0" presId="urn:microsoft.com/office/officeart/2018/5/layout/CenteredIconLabelDescriptionList"/>
    <dgm:cxn modelId="{04F8958F-4AD0-4FF3-9654-2D278482375F}" type="presParOf" srcId="{FDF1550D-793A-4541-8126-AFE207B76E0C}" destId="{DE8B0243-0F00-467B-A0EC-265B432642A7}" srcOrd="4" destOrd="0" presId="urn:microsoft.com/office/officeart/2018/5/layout/CenteredIconLabelDescriptionList"/>
  </dgm:cxnLst>
  <dgm:bg/>
  <dgm:whole/>
  <dgm:extLst>
    <a:ext uri="http://schemas.microsoft.com/office/drawing/2008/diagram">
      <dsp:dataModelExt xmlns:dsp="http://schemas.microsoft.com/office/drawing/2008/diagram" relId="rId6" minVer="http://schemas.openxmlformats.org/drawingml/2006/diagram"/>
    </a:ext>
  </dgm:extLst>
</dgm:dataModel>
</file>

<file path=ppt/diagrams/data111.xml><?xml version="1.0" encoding="utf-8"?>
<dgm:dataModel xmlns:dgm="http://schemas.openxmlformats.org/drawingml/2006/diagram" xmlns:a="http://schemas.openxmlformats.org/drawingml/2006/main">
  <dgm:ptLst>
    <dgm:pt modelId="{B56EFF07-F619-44CF-9BAA-6C7D336F5420}" type="doc">
      <dgm:prSet loTypeId="urn:microsoft.com/office/officeart/2018/2/layout/IconLabelDescriptionList" loCatId="icon" qsTypeId="urn:microsoft.com/office/officeart/2005/8/quickstyle/simple1" qsCatId="simple" csTypeId="urn:microsoft.com/office/officeart/2018/5/colors/Iconchunking_neutralbg_colorful1" csCatId="colorful" phldr="1"/>
      <dgm:spPr/>
      <dgm:t>
        <a:bodyPr/>
        <a:lstStyle/>
        <a:p>
          <a:endParaRPr lang="tr-TR"/>
        </a:p>
      </dgm:t>
    </dgm:pt>
    <dgm:pt modelId="{C39B30A5-73B7-415C-B676-12BF6CB4007C}">
      <dgm:prSet/>
      <dgm:spPr/>
      <dgm:t>
        <a:bodyPr/>
        <a:lstStyle/>
        <a:p>
          <a:pPr>
            <a:lnSpc>
              <a:spcPct val="100000"/>
            </a:lnSpc>
            <a:defRPr b="1"/>
          </a:pPr>
          <a:r>
            <a:rPr lang="tr-TR"/>
            <a:t>Your opinion</a:t>
          </a:r>
        </a:p>
      </dgm:t>
    </dgm:pt>
    <dgm:pt modelId="{64B03A6B-5C2C-450A-9F2E-2FC84E9A4BE3}" type="parTrans" cxnId="{24B9AC7B-4026-46FA-8EAB-EA72A6A5F2DB}">
      <dgm:prSet/>
      <dgm:spPr/>
      <dgm:t>
        <a:bodyPr/>
        <a:lstStyle/>
        <a:p>
          <a:endParaRPr lang="tr-TR"/>
        </a:p>
      </dgm:t>
    </dgm:pt>
    <dgm:pt modelId="{52881BA2-E7AE-42C4-94D6-6579828C2B87}" type="sibTrans" cxnId="{24B9AC7B-4026-46FA-8EAB-EA72A6A5F2DB}">
      <dgm:prSet/>
      <dgm:spPr/>
      <dgm:t>
        <a:bodyPr/>
        <a:lstStyle/>
        <a:p>
          <a:endParaRPr lang="tr-TR"/>
        </a:p>
      </dgm:t>
    </dgm:pt>
    <dgm:pt modelId="{8841368A-36B1-48FC-A2A5-5D1EB7381265}">
      <dgm:prSet/>
      <dgm:spPr/>
      <dgm:t>
        <a:bodyPr/>
        <a:lstStyle/>
        <a:p>
          <a:pPr>
            <a:lnSpc>
              <a:spcPct val="100000"/>
            </a:lnSpc>
            <a:defRPr b="1"/>
          </a:pPr>
          <a:r>
            <a:rPr lang="tr-TR"/>
            <a:t>Challenging</a:t>
          </a:r>
        </a:p>
      </dgm:t>
    </dgm:pt>
    <dgm:pt modelId="{E54B16FF-61D9-47D5-ABE3-235F1A0D04A3}" type="parTrans" cxnId="{7F6132E2-89E3-4DDC-9C9D-176A50345F17}">
      <dgm:prSet/>
      <dgm:spPr/>
      <dgm:t>
        <a:bodyPr/>
        <a:lstStyle/>
        <a:p>
          <a:endParaRPr lang="tr-TR"/>
        </a:p>
      </dgm:t>
    </dgm:pt>
    <dgm:pt modelId="{4DB2FC51-182E-41E0-8584-5BB6B1D5B605}" type="sibTrans" cxnId="{7F6132E2-89E3-4DDC-9C9D-176A50345F17}">
      <dgm:prSet/>
      <dgm:spPr/>
      <dgm:t>
        <a:bodyPr/>
        <a:lstStyle/>
        <a:p>
          <a:endParaRPr lang="tr-TR"/>
        </a:p>
      </dgm:t>
    </dgm:pt>
    <dgm:pt modelId="{0849733B-2445-43CF-AD92-CD3266E42B5C}">
      <dgm:prSet/>
      <dgm:spPr/>
      <dgm:t>
        <a:bodyPr/>
        <a:lstStyle/>
        <a:p>
          <a:pPr>
            <a:lnSpc>
              <a:spcPct val="100000"/>
            </a:lnSpc>
            <a:defRPr b="1"/>
          </a:pPr>
          <a:r>
            <a:rPr lang="tr-TR"/>
            <a:t>Clarification</a:t>
          </a:r>
        </a:p>
      </dgm:t>
    </dgm:pt>
    <dgm:pt modelId="{3BD14DE0-CED7-4B8C-B815-ED18A6A9F9AD}" type="parTrans" cxnId="{846B5234-B264-4DB9-930B-B894DFBCFBB6}">
      <dgm:prSet/>
      <dgm:spPr/>
      <dgm:t>
        <a:bodyPr/>
        <a:lstStyle/>
        <a:p>
          <a:endParaRPr lang="tr-TR"/>
        </a:p>
      </dgm:t>
    </dgm:pt>
    <dgm:pt modelId="{6F437F73-7249-423F-A6B6-08814B24D355}" type="sibTrans" cxnId="{846B5234-B264-4DB9-930B-B894DFBCFBB6}">
      <dgm:prSet/>
      <dgm:spPr/>
      <dgm:t>
        <a:bodyPr/>
        <a:lstStyle/>
        <a:p>
          <a:endParaRPr lang="tr-TR"/>
        </a:p>
      </dgm:t>
    </dgm:pt>
    <dgm:pt modelId="{732EB7B2-2BCB-44B9-95EB-32AEB4DF1799}">
      <dgm:prSet/>
      <dgm:spPr/>
      <dgm:t>
        <a:bodyPr/>
        <a:lstStyle/>
        <a:p>
          <a:pPr>
            <a:lnSpc>
              <a:spcPct val="100000"/>
            </a:lnSpc>
            <a:defRPr b="1"/>
          </a:pPr>
          <a:r>
            <a:rPr lang="tr-TR"/>
            <a:t>Critical issue</a:t>
          </a:r>
        </a:p>
      </dgm:t>
    </dgm:pt>
    <dgm:pt modelId="{8CE98A37-CA36-4F01-A7EC-15B7D03350F8}" type="parTrans" cxnId="{AEBA1F83-A57A-41DC-8471-30B2A81DE615}">
      <dgm:prSet/>
      <dgm:spPr/>
      <dgm:t>
        <a:bodyPr/>
        <a:lstStyle/>
        <a:p>
          <a:endParaRPr lang="tr-TR"/>
        </a:p>
      </dgm:t>
    </dgm:pt>
    <dgm:pt modelId="{6AFEBCBB-C74E-4589-962E-49FB4A9948F4}" type="sibTrans" cxnId="{AEBA1F83-A57A-41DC-8471-30B2A81DE615}">
      <dgm:prSet/>
      <dgm:spPr/>
      <dgm:t>
        <a:bodyPr/>
        <a:lstStyle/>
        <a:p>
          <a:endParaRPr lang="tr-TR"/>
        </a:p>
      </dgm:t>
    </dgm:pt>
    <dgm:pt modelId="{0C44AAE8-30E4-46E9-ABB1-7C04744FE14C}">
      <dgm:prSet/>
      <dgm:spPr/>
      <dgm:t>
        <a:bodyPr/>
        <a:lstStyle/>
        <a:p>
          <a:pPr>
            <a:lnSpc>
              <a:spcPct val="100000"/>
            </a:lnSpc>
          </a:pPr>
          <a:r>
            <a:rPr lang="en-US"/>
            <a:t>What do you think on this chapter?</a:t>
          </a:r>
          <a:endParaRPr lang="tr-TR"/>
        </a:p>
      </dgm:t>
    </dgm:pt>
    <dgm:pt modelId="{2D00B61B-145C-45FB-B68B-07C28FE7D437}" type="parTrans" cxnId="{E083FBEB-65BE-4ED8-B591-E6E52AF361FD}">
      <dgm:prSet/>
      <dgm:spPr/>
      <dgm:t>
        <a:bodyPr/>
        <a:lstStyle/>
        <a:p>
          <a:endParaRPr lang="tr-TR"/>
        </a:p>
      </dgm:t>
    </dgm:pt>
    <dgm:pt modelId="{DBEFD1DD-AEF4-4349-B4A8-A82A54C69C58}" type="sibTrans" cxnId="{E083FBEB-65BE-4ED8-B591-E6E52AF361FD}">
      <dgm:prSet/>
      <dgm:spPr/>
      <dgm:t>
        <a:bodyPr/>
        <a:lstStyle/>
        <a:p>
          <a:endParaRPr lang="tr-TR"/>
        </a:p>
      </dgm:t>
    </dgm:pt>
    <dgm:pt modelId="{051E10DC-E74A-4906-8F74-B1A3B09A1930}">
      <dgm:prSet/>
      <dgm:spPr/>
      <dgm:t>
        <a:bodyPr/>
        <a:lstStyle/>
        <a:p>
          <a:pPr>
            <a:lnSpc>
              <a:spcPct val="100000"/>
            </a:lnSpc>
          </a:pPr>
          <a:r>
            <a:rPr lang="en-US"/>
            <a:t>What is the most interesting point?</a:t>
          </a:r>
          <a:endParaRPr lang="tr-TR"/>
        </a:p>
      </dgm:t>
    </dgm:pt>
    <dgm:pt modelId="{402AF6CE-A044-4123-8ABD-7A77874723CD}" type="parTrans" cxnId="{F818F593-C936-45B8-AA4C-740B26E81D16}">
      <dgm:prSet/>
      <dgm:spPr/>
      <dgm:t>
        <a:bodyPr/>
        <a:lstStyle/>
        <a:p>
          <a:endParaRPr lang="tr-TR"/>
        </a:p>
      </dgm:t>
    </dgm:pt>
    <dgm:pt modelId="{580C0F77-AD2B-4079-9F03-CC28D940F8E3}" type="sibTrans" cxnId="{F818F593-C936-45B8-AA4C-740B26E81D16}">
      <dgm:prSet/>
      <dgm:spPr/>
      <dgm:t>
        <a:bodyPr/>
        <a:lstStyle/>
        <a:p>
          <a:endParaRPr lang="tr-TR"/>
        </a:p>
      </dgm:t>
    </dgm:pt>
    <dgm:pt modelId="{E5389173-720E-4683-BC63-1EF88F29E563}">
      <dgm:prSet/>
      <dgm:spPr/>
      <dgm:t>
        <a:bodyPr/>
        <a:lstStyle/>
        <a:p>
          <a:pPr>
            <a:lnSpc>
              <a:spcPct val="100000"/>
            </a:lnSpc>
          </a:pPr>
          <a:r>
            <a:rPr lang="en-US"/>
            <a:t>What are the unclarified points?</a:t>
          </a:r>
          <a:endParaRPr lang="tr-TR"/>
        </a:p>
      </dgm:t>
    </dgm:pt>
    <dgm:pt modelId="{34DF1CA1-71D7-4667-99B4-00390D793BD4}" type="parTrans" cxnId="{6A7DCE53-D748-4B65-A773-407BB0F445D3}">
      <dgm:prSet/>
      <dgm:spPr/>
      <dgm:t>
        <a:bodyPr/>
        <a:lstStyle/>
        <a:p>
          <a:endParaRPr lang="tr-TR"/>
        </a:p>
      </dgm:t>
    </dgm:pt>
    <dgm:pt modelId="{7BDB82B9-CAD6-46EA-AC0B-F9A469F62595}" type="sibTrans" cxnId="{6A7DCE53-D748-4B65-A773-407BB0F445D3}">
      <dgm:prSet/>
      <dgm:spPr/>
      <dgm:t>
        <a:bodyPr/>
        <a:lstStyle/>
        <a:p>
          <a:endParaRPr lang="tr-TR"/>
        </a:p>
      </dgm:t>
    </dgm:pt>
    <dgm:pt modelId="{8F873442-61B3-4E56-B25A-2ECB6D315DD7}">
      <dgm:prSet/>
      <dgm:spPr/>
      <dgm:t>
        <a:bodyPr/>
        <a:lstStyle/>
        <a:p>
          <a:pPr>
            <a:lnSpc>
              <a:spcPct val="100000"/>
            </a:lnSpc>
          </a:pPr>
          <a:r>
            <a:rPr lang="en-US" dirty="0"/>
            <a:t>Select and explain a critical </a:t>
          </a:r>
          <a:r>
            <a:rPr lang="en-US" dirty="0" err="1"/>
            <a:t>issu</a:t>
          </a:r>
          <a:r>
            <a:rPr lang="en-US" dirty="0"/>
            <a:t> in this chapter</a:t>
          </a:r>
          <a:endParaRPr lang="tr-TR" dirty="0"/>
        </a:p>
      </dgm:t>
    </dgm:pt>
    <dgm:pt modelId="{8F228638-2AFD-4BEB-B25E-4627DD3D305C}" type="parTrans" cxnId="{27B8C1B9-5A76-450D-8397-E3BE45F16056}">
      <dgm:prSet/>
      <dgm:spPr/>
      <dgm:t>
        <a:bodyPr/>
        <a:lstStyle/>
        <a:p>
          <a:endParaRPr lang="tr-TR"/>
        </a:p>
      </dgm:t>
    </dgm:pt>
    <dgm:pt modelId="{C60EE264-730D-426A-A73E-2BB71EF85F8D}" type="sibTrans" cxnId="{27B8C1B9-5A76-450D-8397-E3BE45F16056}">
      <dgm:prSet/>
      <dgm:spPr/>
      <dgm:t>
        <a:bodyPr/>
        <a:lstStyle/>
        <a:p>
          <a:endParaRPr lang="tr-TR"/>
        </a:p>
      </dgm:t>
    </dgm:pt>
    <dgm:pt modelId="{F6E6DCCC-F1D7-4CD3-BC1E-9F1C3BB99CC5}" type="pres">
      <dgm:prSet presAssocID="{B56EFF07-F619-44CF-9BAA-6C7D336F5420}" presName="root" presStyleCnt="0">
        <dgm:presLayoutVars>
          <dgm:dir/>
          <dgm:resizeHandles val="exact"/>
        </dgm:presLayoutVars>
      </dgm:prSet>
      <dgm:spPr/>
    </dgm:pt>
    <dgm:pt modelId="{82C93A11-5434-43F5-AF34-F358B3E1417A}" type="pres">
      <dgm:prSet presAssocID="{C39B30A5-73B7-415C-B676-12BF6CB4007C}" presName="compNode" presStyleCnt="0"/>
      <dgm:spPr/>
    </dgm:pt>
    <dgm:pt modelId="{21342365-8139-44CC-9018-0EC0A6E492F0}" type="pres">
      <dgm:prSet presAssocID="{C39B30A5-73B7-415C-B676-12BF6CB4007C}" presName="iconRect" presStyleLbl="node1" presStyleIdx="0" presStyleCnt="4"/>
      <dgm:spPr>
        <a:blipFill>
          <a:blip xmlns:r="http://schemas.openxmlformats.org/officeDocument/2006/relationships" r:embed="rId1" cstate="email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2"/>
              </a:ext>
            </a:extLst>
          </a:blip>
          <a:stretch>
            <a:fillRect/>
          </a:stretch>
        </a:blipFill>
        <a:ln>
          <a:noFill/>
        </a:ln>
      </dgm:spPr>
      <dgm:extLst>
        <a:ext uri="{E40237B7-FDA0-4F09-8148-C483321AD2D9}">
          <dgm14:cNvPr xmlns:dgm14="http://schemas.microsoft.com/office/drawing/2010/diagram" id="0" name="" descr="Questions"/>
        </a:ext>
      </dgm:extLst>
    </dgm:pt>
    <dgm:pt modelId="{41A5523A-49C6-40F6-AD18-5C8ED26D05B4}" type="pres">
      <dgm:prSet presAssocID="{C39B30A5-73B7-415C-B676-12BF6CB4007C}" presName="iconSpace" presStyleCnt="0"/>
      <dgm:spPr/>
    </dgm:pt>
    <dgm:pt modelId="{DEA29564-C127-45C9-84FD-FB0D6745C519}" type="pres">
      <dgm:prSet presAssocID="{C39B30A5-73B7-415C-B676-12BF6CB4007C}" presName="parTx" presStyleLbl="revTx" presStyleIdx="0" presStyleCnt="8">
        <dgm:presLayoutVars>
          <dgm:chMax val="0"/>
          <dgm:chPref val="0"/>
        </dgm:presLayoutVars>
      </dgm:prSet>
      <dgm:spPr/>
    </dgm:pt>
    <dgm:pt modelId="{D0399131-81C3-4377-AE9C-B8549CB6F41E}" type="pres">
      <dgm:prSet presAssocID="{C39B30A5-73B7-415C-B676-12BF6CB4007C}" presName="txSpace" presStyleCnt="0"/>
      <dgm:spPr/>
    </dgm:pt>
    <dgm:pt modelId="{7EDEF049-F1A9-4E28-B579-BFFC13E86FAC}" type="pres">
      <dgm:prSet presAssocID="{C39B30A5-73B7-415C-B676-12BF6CB4007C}" presName="desTx" presStyleLbl="revTx" presStyleIdx="1" presStyleCnt="8">
        <dgm:presLayoutVars/>
      </dgm:prSet>
      <dgm:spPr/>
    </dgm:pt>
    <dgm:pt modelId="{64CB4BFC-63C6-4E37-928A-8709BE462918}" type="pres">
      <dgm:prSet presAssocID="{52881BA2-E7AE-42C4-94D6-6579828C2B87}" presName="sibTrans" presStyleCnt="0"/>
      <dgm:spPr/>
    </dgm:pt>
    <dgm:pt modelId="{112265CF-F005-4F97-AFA2-A4862E75FDB9}" type="pres">
      <dgm:prSet presAssocID="{8841368A-36B1-48FC-A2A5-5D1EB7381265}" presName="compNode" presStyleCnt="0"/>
      <dgm:spPr/>
    </dgm:pt>
    <dgm:pt modelId="{5E8F8A7A-9490-44FC-A7E8-40D0F10C7CCC}" type="pres">
      <dgm:prSet presAssocID="{8841368A-36B1-48FC-A2A5-5D1EB7381265}" presName="iconRect" presStyleLbl="node1" presStyleIdx="1" presStyleCnt="4"/>
      <dgm:spPr>
        <a:blipFill>
          <a:blip xmlns:r="http://schemas.openxmlformats.org/officeDocument/2006/relationships" r:embed="rId3" cstate="email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4"/>
              </a:ext>
            </a:extLst>
          </a:blip>
          <a:stretch>
            <a:fillRect/>
          </a:stretch>
        </a:blipFill>
        <a:ln>
          <a:noFill/>
        </a:ln>
      </dgm:spPr>
      <dgm:extLst>
        <a:ext uri="{E40237B7-FDA0-4F09-8148-C483321AD2D9}">
          <dgm14:cNvPr xmlns:dgm14="http://schemas.microsoft.com/office/drawing/2010/diagram" id="0" name="" descr="Maze"/>
        </a:ext>
      </dgm:extLst>
    </dgm:pt>
    <dgm:pt modelId="{2FDCA40F-6985-40F1-BA7F-D3407B367D32}" type="pres">
      <dgm:prSet presAssocID="{8841368A-36B1-48FC-A2A5-5D1EB7381265}" presName="iconSpace" presStyleCnt="0"/>
      <dgm:spPr/>
    </dgm:pt>
    <dgm:pt modelId="{B3186365-AB58-491B-A0A1-62063495E1FB}" type="pres">
      <dgm:prSet presAssocID="{8841368A-36B1-48FC-A2A5-5D1EB7381265}" presName="parTx" presStyleLbl="revTx" presStyleIdx="2" presStyleCnt="8">
        <dgm:presLayoutVars>
          <dgm:chMax val="0"/>
          <dgm:chPref val="0"/>
        </dgm:presLayoutVars>
      </dgm:prSet>
      <dgm:spPr/>
    </dgm:pt>
    <dgm:pt modelId="{169BFA6B-D171-499C-9118-A72B394E41E4}" type="pres">
      <dgm:prSet presAssocID="{8841368A-36B1-48FC-A2A5-5D1EB7381265}" presName="txSpace" presStyleCnt="0"/>
      <dgm:spPr/>
    </dgm:pt>
    <dgm:pt modelId="{503F28B4-419F-4189-8EF1-3AAA5AC2C057}" type="pres">
      <dgm:prSet presAssocID="{8841368A-36B1-48FC-A2A5-5D1EB7381265}" presName="desTx" presStyleLbl="revTx" presStyleIdx="3" presStyleCnt="8">
        <dgm:presLayoutVars/>
      </dgm:prSet>
      <dgm:spPr/>
    </dgm:pt>
    <dgm:pt modelId="{F2AB4FB1-D57C-4C08-8C82-D2BE1613797F}" type="pres">
      <dgm:prSet presAssocID="{4DB2FC51-182E-41E0-8584-5BB6B1D5B605}" presName="sibTrans" presStyleCnt="0"/>
      <dgm:spPr/>
    </dgm:pt>
    <dgm:pt modelId="{775C5914-16C8-429B-A5E7-4D1D04248368}" type="pres">
      <dgm:prSet presAssocID="{0849733B-2445-43CF-AD92-CD3266E42B5C}" presName="compNode" presStyleCnt="0"/>
      <dgm:spPr/>
    </dgm:pt>
    <dgm:pt modelId="{0D1F16E1-001C-4F4B-B5B5-C8F578729E73}" type="pres">
      <dgm:prSet presAssocID="{0849733B-2445-43CF-AD92-CD3266E42B5C}" presName="iconRect" presStyleLbl="node1" presStyleIdx="2" presStyleCnt="4"/>
      <dgm:spPr>
        <a:blipFill>
          <a:blip xmlns:r="http://schemas.openxmlformats.org/officeDocument/2006/relationships" r:embed="rId5" cstate="email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6"/>
              </a:ext>
            </a:extLst>
          </a:blip>
          <a:stretch>
            <a:fillRect/>
          </a:stretch>
        </a:blipFill>
        <a:ln>
          <a:noFill/>
        </a:ln>
      </dgm:spPr>
      <dgm:extLst>
        <a:ext uri="{E40237B7-FDA0-4F09-8148-C483321AD2D9}">
          <dgm14:cNvPr xmlns:dgm14="http://schemas.microsoft.com/office/drawing/2010/diagram" id="0" name="" descr="Question mark"/>
        </a:ext>
      </dgm:extLst>
    </dgm:pt>
    <dgm:pt modelId="{BC830D53-6C14-4FE9-82C9-6FCCFA0EA126}" type="pres">
      <dgm:prSet presAssocID="{0849733B-2445-43CF-AD92-CD3266E42B5C}" presName="iconSpace" presStyleCnt="0"/>
      <dgm:spPr/>
    </dgm:pt>
    <dgm:pt modelId="{3365F64B-08E0-451E-8E23-DCA274503F61}" type="pres">
      <dgm:prSet presAssocID="{0849733B-2445-43CF-AD92-CD3266E42B5C}" presName="parTx" presStyleLbl="revTx" presStyleIdx="4" presStyleCnt="8">
        <dgm:presLayoutVars>
          <dgm:chMax val="0"/>
          <dgm:chPref val="0"/>
        </dgm:presLayoutVars>
      </dgm:prSet>
      <dgm:spPr/>
    </dgm:pt>
    <dgm:pt modelId="{96FD95E1-8664-477F-868B-96E4705D05DE}" type="pres">
      <dgm:prSet presAssocID="{0849733B-2445-43CF-AD92-CD3266E42B5C}" presName="txSpace" presStyleCnt="0"/>
      <dgm:spPr/>
    </dgm:pt>
    <dgm:pt modelId="{6D129A52-35D1-46AF-B09A-DCBC4FE80DBE}" type="pres">
      <dgm:prSet presAssocID="{0849733B-2445-43CF-AD92-CD3266E42B5C}" presName="desTx" presStyleLbl="revTx" presStyleIdx="5" presStyleCnt="8">
        <dgm:presLayoutVars/>
      </dgm:prSet>
      <dgm:spPr/>
    </dgm:pt>
    <dgm:pt modelId="{7F2ABB1B-5674-4600-AF83-D3412F44C875}" type="pres">
      <dgm:prSet presAssocID="{6F437F73-7249-423F-A6B6-08814B24D355}" presName="sibTrans" presStyleCnt="0"/>
      <dgm:spPr/>
    </dgm:pt>
    <dgm:pt modelId="{832D3AE9-724C-4C7F-9316-F0226612D743}" type="pres">
      <dgm:prSet presAssocID="{732EB7B2-2BCB-44B9-95EB-32AEB4DF1799}" presName="compNode" presStyleCnt="0"/>
      <dgm:spPr/>
    </dgm:pt>
    <dgm:pt modelId="{5C86ECA9-317D-4F01-A593-EB77CE907331}" type="pres">
      <dgm:prSet presAssocID="{732EB7B2-2BCB-44B9-95EB-32AEB4DF1799}" presName="iconRect" presStyleLbl="node1" presStyleIdx="3" presStyleCnt="4"/>
      <dgm:spPr>
        <a:blipFill>
          <a:blip xmlns:r="http://schemas.openxmlformats.org/officeDocument/2006/relationships" r:embed="rId7" cstate="email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8"/>
              </a:ext>
            </a:extLst>
          </a:blip>
          <a:stretch>
            <a:fillRect/>
          </a:stretch>
        </a:blipFill>
        <a:ln>
          <a:noFill/>
        </a:ln>
      </dgm:spPr>
      <dgm:extLst>
        <a:ext uri="{E40237B7-FDA0-4F09-8148-C483321AD2D9}">
          <dgm14:cNvPr xmlns:dgm14="http://schemas.microsoft.com/office/drawing/2010/diagram" id="0" name="" descr="Checkmark"/>
        </a:ext>
      </dgm:extLst>
    </dgm:pt>
    <dgm:pt modelId="{6242B411-8FD6-4360-8C8E-E817B6B95DB1}" type="pres">
      <dgm:prSet presAssocID="{732EB7B2-2BCB-44B9-95EB-32AEB4DF1799}" presName="iconSpace" presStyleCnt="0"/>
      <dgm:spPr/>
    </dgm:pt>
    <dgm:pt modelId="{82A97F6A-D049-4802-804D-F4BD9FCB5565}" type="pres">
      <dgm:prSet presAssocID="{732EB7B2-2BCB-44B9-95EB-32AEB4DF1799}" presName="parTx" presStyleLbl="revTx" presStyleIdx="6" presStyleCnt="8">
        <dgm:presLayoutVars>
          <dgm:chMax val="0"/>
          <dgm:chPref val="0"/>
        </dgm:presLayoutVars>
      </dgm:prSet>
      <dgm:spPr/>
    </dgm:pt>
    <dgm:pt modelId="{28FF8D36-55EC-4516-9076-31C7930C6CF9}" type="pres">
      <dgm:prSet presAssocID="{732EB7B2-2BCB-44B9-95EB-32AEB4DF1799}" presName="txSpace" presStyleCnt="0"/>
      <dgm:spPr/>
    </dgm:pt>
    <dgm:pt modelId="{2295EE30-76A9-431A-BE94-B9A9D43B841E}" type="pres">
      <dgm:prSet presAssocID="{732EB7B2-2BCB-44B9-95EB-32AEB4DF1799}" presName="desTx" presStyleLbl="revTx" presStyleIdx="7" presStyleCnt="8">
        <dgm:presLayoutVars/>
      </dgm:prSet>
      <dgm:spPr/>
    </dgm:pt>
  </dgm:ptLst>
  <dgm:cxnLst>
    <dgm:cxn modelId="{5C066B05-1418-4D2B-B050-D86AE53DE4F7}" type="presOf" srcId="{8F873442-61B3-4E56-B25A-2ECB6D315DD7}" destId="{2295EE30-76A9-431A-BE94-B9A9D43B841E}" srcOrd="0" destOrd="0" presId="urn:microsoft.com/office/officeart/2018/2/layout/IconLabelDescriptionList"/>
    <dgm:cxn modelId="{A319A30E-2852-4FF6-B748-FFC2BABDC6E1}" type="presOf" srcId="{E5389173-720E-4683-BC63-1EF88F29E563}" destId="{6D129A52-35D1-46AF-B09A-DCBC4FE80DBE}" srcOrd="0" destOrd="0" presId="urn:microsoft.com/office/officeart/2018/2/layout/IconLabelDescriptionList"/>
    <dgm:cxn modelId="{A99AE80F-985E-4919-BEA1-678DF689D54B}" type="presOf" srcId="{C39B30A5-73B7-415C-B676-12BF6CB4007C}" destId="{DEA29564-C127-45C9-84FD-FB0D6745C519}" srcOrd="0" destOrd="0" presId="urn:microsoft.com/office/officeart/2018/2/layout/IconLabelDescriptionList"/>
    <dgm:cxn modelId="{CE077826-4BBA-4E22-8C9D-13B938B3C45E}" type="presOf" srcId="{0C44AAE8-30E4-46E9-ABB1-7C04744FE14C}" destId="{7EDEF049-F1A9-4E28-B579-BFFC13E86FAC}" srcOrd="0" destOrd="0" presId="urn:microsoft.com/office/officeart/2018/2/layout/IconLabelDescriptionList"/>
    <dgm:cxn modelId="{846B5234-B264-4DB9-930B-B894DFBCFBB6}" srcId="{B56EFF07-F619-44CF-9BAA-6C7D336F5420}" destId="{0849733B-2445-43CF-AD92-CD3266E42B5C}" srcOrd="2" destOrd="0" parTransId="{3BD14DE0-CED7-4B8C-B815-ED18A6A9F9AD}" sibTransId="{6F437F73-7249-423F-A6B6-08814B24D355}"/>
    <dgm:cxn modelId="{690B1539-9912-4CAE-891E-1C3783FEF98E}" type="presOf" srcId="{0849733B-2445-43CF-AD92-CD3266E42B5C}" destId="{3365F64B-08E0-451E-8E23-DCA274503F61}" srcOrd="0" destOrd="0" presId="urn:microsoft.com/office/officeart/2018/2/layout/IconLabelDescriptionList"/>
    <dgm:cxn modelId="{5B65AB3C-BF3B-4DB8-8827-440E20737F5C}" type="presOf" srcId="{732EB7B2-2BCB-44B9-95EB-32AEB4DF1799}" destId="{82A97F6A-D049-4802-804D-F4BD9FCB5565}" srcOrd="0" destOrd="0" presId="urn:microsoft.com/office/officeart/2018/2/layout/IconLabelDescriptionList"/>
    <dgm:cxn modelId="{F39B6E61-FFDE-46B5-9480-ACE5B6C4CDAA}" type="presOf" srcId="{B56EFF07-F619-44CF-9BAA-6C7D336F5420}" destId="{F6E6DCCC-F1D7-4CD3-BC1E-9F1C3BB99CC5}" srcOrd="0" destOrd="0" presId="urn:microsoft.com/office/officeart/2018/2/layout/IconLabelDescriptionList"/>
    <dgm:cxn modelId="{AE41D452-CF30-4E5B-AA27-DE864E4A71AC}" type="presOf" srcId="{051E10DC-E74A-4906-8F74-B1A3B09A1930}" destId="{503F28B4-419F-4189-8EF1-3AAA5AC2C057}" srcOrd="0" destOrd="0" presId="urn:microsoft.com/office/officeart/2018/2/layout/IconLabelDescriptionList"/>
    <dgm:cxn modelId="{6A7DCE53-D748-4B65-A773-407BB0F445D3}" srcId="{0849733B-2445-43CF-AD92-CD3266E42B5C}" destId="{E5389173-720E-4683-BC63-1EF88F29E563}" srcOrd="0" destOrd="0" parTransId="{34DF1CA1-71D7-4667-99B4-00390D793BD4}" sibTransId="{7BDB82B9-CAD6-46EA-AC0B-F9A469F62595}"/>
    <dgm:cxn modelId="{24B9AC7B-4026-46FA-8EAB-EA72A6A5F2DB}" srcId="{B56EFF07-F619-44CF-9BAA-6C7D336F5420}" destId="{C39B30A5-73B7-415C-B676-12BF6CB4007C}" srcOrd="0" destOrd="0" parTransId="{64B03A6B-5C2C-450A-9F2E-2FC84E9A4BE3}" sibTransId="{52881BA2-E7AE-42C4-94D6-6579828C2B87}"/>
    <dgm:cxn modelId="{AEBA1F83-A57A-41DC-8471-30B2A81DE615}" srcId="{B56EFF07-F619-44CF-9BAA-6C7D336F5420}" destId="{732EB7B2-2BCB-44B9-95EB-32AEB4DF1799}" srcOrd="3" destOrd="0" parTransId="{8CE98A37-CA36-4F01-A7EC-15B7D03350F8}" sibTransId="{6AFEBCBB-C74E-4589-962E-49FB4A9948F4}"/>
    <dgm:cxn modelId="{F818F593-C936-45B8-AA4C-740B26E81D16}" srcId="{8841368A-36B1-48FC-A2A5-5D1EB7381265}" destId="{051E10DC-E74A-4906-8F74-B1A3B09A1930}" srcOrd="0" destOrd="0" parTransId="{402AF6CE-A044-4123-8ABD-7A77874723CD}" sibTransId="{580C0F77-AD2B-4079-9F03-CC28D940F8E3}"/>
    <dgm:cxn modelId="{0B73749B-8F2E-4EF8-ABED-5B8B3A199172}" type="presOf" srcId="{8841368A-36B1-48FC-A2A5-5D1EB7381265}" destId="{B3186365-AB58-491B-A0A1-62063495E1FB}" srcOrd="0" destOrd="0" presId="urn:microsoft.com/office/officeart/2018/2/layout/IconLabelDescriptionList"/>
    <dgm:cxn modelId="{27B8C1B9-5A76-450D-8397-E3BE45F16056}" srcId="{732EB7B2-2BCB-44B9-95EB-32AEB4DF1799}" destId="{8F873442-61B3-4E56-B25A-2ECB6D315DD7}" srcOrd="0" destOrd="0" parTransId="{8F228638-2AFD-4BEB-B25E-4627DD3D305C}" sibTransId="{C60EE264-730D-426A-A73E-2BB71EF85F8D}"/>
    <dgm:cxn modelId="{7F6132E2-89E3-4DDC-9C9D-176A50345F17}" srcId="{B56EFF07-F619-44CF-9BAA-6C7D336F5420}" destId="{8841368A-36B1-48FC-A2A5-5D1EB7381265}" srcOrd="1" destOrd="0" parTransId="{E54B16FF-61D9-47D5-ABE3-235F1A0D04A3}" sibTransId="{4DB2FC51-182E-41E0-8584-5BB6B1D5B605}"/>
    <dgm:cxn modelId="{E083FBEB-65BE-4ED8-B591-E6E52AF361FD}" srcId="{C39B30A5-73B7-415C-B676-12BF6CB4007C}" destId="{0C44AAE8-30E4-46E9-ABB1-7C04744FE14C}" srcOrd="0" destOrd="0" parTransId="{2D00B61B-145C-45FB-B68B-07C28FE7D437}" sibTransId="{DBEFD1DD-AEF4-4349-B4A8-A82A54C69C58}"/>
    <dgm:cxn modelId="{646B6BAD-4B36-4E97-9CAC-6A921C880097}" type="presParOf" srcId="{F6E6DCCC-F1D7-4CD3-BC1E-9F1C3BB99CC5}" destId="{82C93A11-5434-43F5-AF34-F358B3E1417A}" srcOrd="0" destOrd="0" presId="urn:microsoft.com/office/officeart/2018/2/layout/IconLabelDescriptionList"/>
    <dgm:cxn modelId="{BDF7FF8A-AAFE-4EEA-A3C5-A6023F785BC4}" type="presParOf" srcId="{82C93A11-5434-43F5-AF34-F358B3E1417A}" destId="{21342365-8139-44CC-9018-0EC0A6E492F0}" srcOrd="0" destOrd="0" presId="urn:microsoft.com/office/officeart/2018/2/layout/IconLabelDescriptionList"/>
    <dgm:cxn modelId="{FF887E34-9868-4C50-AB5E-FF1B689B4232}" type="presParOf" srcId="{82C93A11-5434-43F5-AF34-F358B3E1417A}" destId="{41A5523A-49C6-40F6-AD18-5C8ED26D05B4}" srcOrd="1" destOrd="0" presId="urn:microsoft.com/office/officeart/2018/2/layout/IconLabelDescriptionList"/>
    <dgm:cxn modelId="{5811DDAF-6A25-4B4A-B4D8-6F392EBC09BB}" type="presParOf" srcId="{82C93A11-5434-43F5-AF34-F358B3E1417A}" destId="{DEA29564-C127-45C9-84FD-FB0D6745C519}" srcOrd="2" destOrd="0" presId="urn:microsoft.com/office/officeart/2018/2/layout/IconLabelDescriptionList"/>
    <dgm:cxn modelId="{624190FB-1942-46C7-A7EA-EFACC778BFA4}" type="presParOf" srcId="{82C93A11-5434-43F5-AF34-F358B3E1417A}" destId="{D0399131-81C3-4377-AE9C-B8549CB6F41E}" srcOrd="3" destOrd="0" presId="urn:microsoft.com/office/officeart/2018/2/layout/IconLabelDescriptionList"/>
    <dgm:cxn modelId="{7354A42D-EF4F-42E5-BC24-AC96059ECD7E}" type="presParOf" srcId="{82C93A11-5434-43F5-AF34-F358B3E1417A}" destId="{7EDEF049-F1A9-4E28-B579-BFFC13E86FAC}" srcOrd="4" destOrd="0" presId="urn:microsoft.com/office/officeart/2018/2/layout/IconLabelDescriptionList"/>
    <dgm:cxn modelId="{D5CBAAD7-59B5-4F29-92EC-D3339A36505F}" type="presParOf" srcId="{F6E6DCCC-F1D7-4CD3-BC1E-9F1C3BB99CC5}" destId="{64CB4BFC-63C6-4E37-928A-8709BE462918}" srcOrd="1" destOrd="0" presId="urn:microsoft.com/office/officeart/2018/2/layout/IconLabelDescriptionList"/>
    <dgm:cxn modelId="{6597CB6D-66F7-4F3C-AEBE-F8BE9BAACC2B}" type="presParOf" srcId="{F6E6DCCC-F1D7-4CD3-BC1E-9F1C3BB99CC5}" destId="{112265CF-F005-4F97-AFA2-A4862E75FDB9}" srcOrd="2" destOrd="0" presId="urn:microsoft.com/office/officeart/2018/2/layout/IconLabelDescriptionList"/>
    <dgm:cxn modelId="{67AE2875-7F60-4071-AD0D-B1B3A85EA311}" type="presParOf" srcId="{112265CF-F005-4F97-AFA2-A4862E75FDB9}" destId="{5E8F8A7A-9490-44FC-A7E8-40D0F10C7CCC}" srcOrd="0" destOrd="0" presId="urn:microsoft.com/office/officeart/2018/2/layout/IconLabelDescriptionList"/>
    <dgm:cxn modelId="{1F63DE5F-CF0D-4734-9CA6-BB62A4CAB860}" type="presParOf" srcId="{112265CF-F005-4F97-AFA2-A4862E75FDB9}" destId="{2FDCA40F-6985-40F1-BA7F-D3407B367D32}" srcOrd="1" destOrd="0" presId="urn:microsoft.com/office/officeart/2018/2/layout/IconLabelDescriptionList"/>
    <dgm:cxn modelId="{0AC7ED5D-E009-44BB-9C1A-841D5A425E3A}" type="presParOf" srcId="{112265CF-F005-4F97-AFA2-A4862E75FDB9}" destId="{B3186365-AB58-491B-A0A1-62063495E1FB}" srcOrd="2" destOrd="0" presId="urn:microsoft.com/office/officeart/2018/2/layout/IconLabelDescriptionList"/>
    <dgm:cxn modelId="{C06FD05E-EFAC-4726-BB60-B0D71645409F}" type="presParOf" srcId="{112265CF-F005-4F97-AFA2-A4862E75FDB9}" destId="{169BFA6B-D171-499C-9118-A72B394E41E4}" srcOrd="3" destOrd="0" presId="urn:microsoft.com/office/officeart/2018/2/layout/IconLabelDescriptionList"/>
    <dgm:cxn modelId="{AD3424EB-28D7-4BC7-97CD-CCA4BAC6DFD8}" type="presParOf" srcId="{112265CF-F005-4F97-AFA2-A4862E75FDB9}" destId="{503F28B4-419F-4189-8EF1-3AAA5AC2C057}" srcOrd="4" destOrd="0" presId="urn:microsoft.com/office/officeart/2018/2/layout/IconLabelDescriptionList"/>
    <dgm:cxn modelId="{92F5F187-9B77-4D37-8F76-DE9F9C45D58B}" type="presParOf" srcId="{F6E6DCCC-F1D7-4CD3-BC1E-9F1C3BB99CC5}" destId="{F2AB4FB1-D57C-4C08-8C82-D2BE1613797F}" srcOrd="3" destOrd="0" presId="urn:microsoft.com/office/officeart/2018/2/layout/IconLabelDescriptionList"/>
    <dgm:cxn modelId="{F0CDA6BE-3AD2-4D90-8674-C70CA440F95B}" type="presParOf" srcId="{F6E6DCCC-F1D7-4CD3-BC1E-9F1C3BB99CC5}" destId="{775C5914-16C8-429B-A5E7-4D1D04248368}" srcOrd="4" destOrd="0" presId="urn:microsoft.com/office/officeart/2018/2/layout/IconLabelDescriptionList"/>
    <dgm:cxn modelId="{97AA41A6-7BDC-45DA-9A1F-0BBCA93470D7}" type="presParOf" srcId="{775C5914-16C8-429B-A5E7-4D1D04248368}" destId="{0D1F16E1-001C-4F4B-B5B5-C8F578729E73}" srcOrd="0" destOrd="0" presId="urn:microsoft.com/office/officeart/2018/2/layout/IconLabelDescriptionList"/>
    <dgm:cxn modelId="{0AEF75FA-3E60-4DDA-BCF6-079646678427}" type="presParOf" srcId="{775C5914-16C8-429B-A5E7-4D1D04248368}" destId="{BC830D53-6C14-4FE9-82C9-6FCCFA0EA126}" srcOrd="1" destOrd="0" presId="urn:microsoft.com/office/officeart/2018/2/layout/IconLabelDescriptionList"/>
    <dgm:cxn modelId="{D55C29E9-B37E-45E5-B2BC-E50126B99F90}" type="presParOf" srcId="{775C5914-16C8-429B-A5E7-4D1D04248368}" destId="{3365F64B-08E0-451E-8E23-DCA274503F61}" srcOrd="2" destOrd="0" presId="urn:microsoft.com/office/officeart/2018/2/layout/IconLabelDescriptionList"/>
    <dgm:cxn modelId="{3AA99617-257B-49A6-A741-68663CEBA929}" type="presParOf" srcId="{775C5914-16C8-429B-A5E7-4D1D04248368}" destId="{96FD95E1-8664-477F-868B-96E4705D05DE}" srcOrd="3" destOrd="0" presId="urn:microsoft.com/office/officeart/2018/2/layout/IconLabelDescriptionList"/>
    <dgm:cxn modelId="{32FF883D-F76A-497C-8490-A852F5B4143D}" type="presParOf" srcId="{775C5914-16C8-429B-A5E7-4D1D04248368}" destId="{6D129A52-35D1-46AF-B09A-DCBC4FE80DBE}" srcOrd="4" destOrd="0" presId="urn:microsoft.com/office/officeart/2018/2/layout/IconLabelDescriptionList"/>
    <dgm:cxn modelId="{38BE690F-4C09-455C-9E22-52048FA1B0E9}" type="presParOf" srcId="{F6E6DCCC-F1D7-4CD3-BC1E-9F1C3BB99CC5}" destId="{7F2ABB1B-5674-4600-AF83-D3412F44C875}" srcOrd="5" destOrd="0" presId="urn:microsoft.com/office/officeart/2018/2/layout/IconLabelDescriptionList"/>
    <dgm:cxn modelId="{CE558498-71AD-424C-97F6-62753C5CB43C}" type="presParOf" srcId="{F6E6DCCC-F1D7-4CD3-BC1E-9F1C3BB99CC5}" destId="{832D3AE9-724C-4C7F-9316-F0226612D743}" srcOrd="6" destOrd="0" presId="urn:microsoft.com/office/officeart/2018/2/layout/IconLabelDescriptionList"/>
    <dgm:cxn modelId="{E3803FCA-F1DB-43A3-A7FD-851DC304B5C4}" type="presParOf" srcId="{832D3AE9-724C-4C7F-9316-F0226612D743}" destId="{5C86ECA9-317D-4F01-A593-EB77CE907331}" srcOrd="0" destOrd="0" presId="urn:microsoft.com/office/officeart/2018/2/layout/IconLabelDescriptionList"/>
    <dgm:cxn modelId="{C3B9DDB3-A70D-4635-90C9-A8C83F1C4DD9}" type="presParOf" srcId="{832D3AE9-724C-4C7F-9316-F0226612D743}" destId="{6242B411-8FD6-4360-8C8E-E817B6B95DB1}" srcOrd="1" destOrd="0" presId="urn:microsoft.com/office/officeart/2018/2/layout/IconLabelDescriptionList"/>
    <dgm:cxn modelId="{335CC69C-5EBF-4819-8D13-50092AAA84D3}" type="presParOf" srcId="{832D3AE9-724C-4C7F-9316-F0226612D743}" destId="{82A97F6A-D049-4802-804D-F4BD9FCB5565}" srcOrd="2" destOrd="0" presId="urn:microsoft.com/office/officeart/2018/2/layout/IconLabelDescriptionList"/>
    <dgm:cxn modelId="{3D8DC25A-0710-4BA9-9C88-B51E28B8C328}" type="presParOf" srcId="{832D3AE9-724C-4C7F-9316-F0226612D743}" destId="{28FF8D36-55EC-4516-9076-31C7930C6CF9}" srcOrd="3" destOrd="0" presId="urn:microsoft.com/office/officeart/2018/2/layout/IconLabelDescriptionList"/>
    <dgm:cxn modelId="{C2DFAA3E-158B-416C-95CF-96B69F2F6F9C}" type="presParOf" srcId="{832D3AE9-724C-4C7F-9316-F0226612D743}" destId="{2295EE30-76A9-431A-BE94-B9A9D43B841E}" srcOrd="4" destOrd="0" presId="urn:microsoft.com/office/officeart/2018/2/layout/IconLabelDescriptionList"/>
  </dgm:cxnLst>
  <dgm:bg/>
  <dgm:whole/>
  <dgm:extLst>
    <a:ext uri="http://schemas.microsoft.com/office/drawing/2008/diagram">
      <dsp:dataModelExt xmlns:dsp="http://schemas.microsoft.com/office/drawing/2008/diagram" relId="rId7" minVer="http://schemas.openxmlformats.org/drawingml/2006/diagram"/>
    </a:ext>
  </dgm:extLst>
</dgm:dataModel>
</file>

<file path=ppt/diagrams/drawing1.xml><?xml version="1.0" encoding="utf-8"?>
<dsp:drawing xmlns:dgm="http://schemas.openxmlformats.org/drawingml/2006/diagram" xmlns:dsp="http://schemas.microsoft.com/office/drawing/2008/diagram" xmlns:a="http://schemas.openxmlformats.org/drawingml/2006/main">
  <dsp:spTree>
    <dsp:nvGrpSpPr>
      <dsp:cNvPr id="0" name=""/>
      <dsp:cNvGrpSpPr/>
    </dsp:nvGrpSpPr>
    <dsp:grpSpPr/>
    <dsp:sp modelId="{3EF95C77-01E5-4DE9-8E85-D44BA32A551F}">
      <dsp:nvSpPr>
        <dsp:cNvPr id="0" name=""/>
        <dsp:cNvSpPr/>
      </dsp:nvSpPr>
      <dsp:spPr>
        <a:xfrm>
          <a:off x="0" y="1802"/>
          <a:ext cx="7188200" cy="768071"/>
        </a:xfrm>
        <a:prstGeom prst="roundRect">
          <a:avLst>
            <a:gd name="adj" fmla="val 10000"/>
          </a:avLst>
        </a:prstGeom>
        <a:solidFill>
          <a:schemeClr val="bg1">
            <a:lumMod val="95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/>
      </dsp:style>
    </dsp:sp>
    <dsp:sp modelId="{9D0E9E10-0FE3-4866-A7A6-391A0FFE8B8B}">
      <dsp:nvSpPr>
        <dsp:cNvPr id="0" name=""/>
        <dsp:cNvSpPr/>
      </dsp:nvSpPr>
      <dsp:spPr>
        <a:xfrm>
          <a:off x="232341" y="174618"/>
          <a:ext cx="422439" cy="422439"/>
        </a:xfrm>
        <a:prstGeom prst="rect">
          <a:avLst/>
        </a:prstGeom>
        <a:blipFill>
          <a:blip xmlns:r="http://schemas.openxmlformats.org/officeDocument/2006/relationships" r:embed="rId1" cstate="email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2"/>
              </a:ext>
            </a:extLst>
          </a:blip>
          <a:stretch>
            <a:fillRect/>
          </a:stretch>
        </a:blipFill>
        <a:ln w="12700" cap="flat" cmpd="sng" algn="ctr">
          <a:noFill/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BEBF1CD3-1C24-4829-B845-CCDEB4C789BA}">
      <dsp:nvSpPr>
        <dsp:cNvPr id="0" name=""/>
        <dsp:cNvSpPr/>
      </dsp:nvSpPr>
      <dsp:spPr>
        <a:xfrm>
          <a:off x="887122" y="1802"/>
          <a:ext cx="6301077" cy="768071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81288" tIns="81288" rIns="81288" bIns="81288" numCol="1" spcCol="1270" anchor="ctr" anchorCtr="0">
          <a:noAutofit/>
        </a:bodyPr>
        <a:lstStyle/>
        <a:p>
          <a:pPr marL="0" lvl="0" indent="0" algn="l" defTabSz="8445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tr-TR" sz="1900" kern="1200"/>
            <a:t>Introduction</a:t>
          </a:r>
          <a:endParaRPr lang="en-US" sz="1900" kern="1200" dirty="0"/>
        </a:p>
      </dsp:txBody>
      <dsp:txXfrm>
        <a:off x="887122" y="1802"/>
        <a:ext cx="6301077" cy="768071"/>
      </dsp:txXfrm>
    </dsp:sp>
    <dsp:sp modelId="{F3875F47-3E06-418D-AE2F-EC885DCCAA04}">
      <dsp:nvSpPr>
        <dsp:cNvPr id="0" name=""/>
        <dsp:cNvSpPr/>
      </dsp:nvSpPr>
      <dsp:spPr>
        <a:xfrm>
          <a:off x="0" y="961892"/>
          <a:ext cx="7188200" cy="768071"/>
        </a:xfrm>
        <a:prstGeom prst="roundRect">
          <a:avLst>
            <a:gd name="adj" fmla="val 10000"/>
          </a:avLst>
        </a:prstGeom>
        <a:solidFill>
          <a:schemeClr val="bg1">
            <a:lumMod val="95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/>
      </dsp:style>
    </dsp:sp>
    <dsp:sp modelId="{AD0664E3-EF1D-483F-BAEA-18175EDCBE27}">
      <dsp:nvSpPr>
        <dsp:cNvPr id="0" name=""/>
        <dsp:cNvSpPr/>
      </dsp:nvSpPr>
      <dsp:spPr>
        <a:xfrm>
          <a:off x="232341" y="1134708"/>
          <a:ext cx="422439" cy="422439"/>
        </a:xfrm>
        <a:prstGeom prst="rect">
          <a:avLst/>
        </a:prstGeom>
        <a:blipFill>
          <a:blip xmlns:r="http://schemas.openxmlformats.org/officeDocument/2006/relationships" r:embed="rId3" cstate="email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4"/>
              </a:ext>
            </a:extLst>
          </a:blip>
          <a:stretch>
            <a:fillRect/>
          </a:stretch>
        </a:blipFill>
        <a:ln w="12700" cap="flat" cmpd="sng" algn="ctr">
          <a:noFill/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C066C7C8-F262-4F60-8D63-495C7A11F8B6}">
      <dsp:nvSpPr>
        <dsp:cNvPr id="0" name=""/>
        <dsp:cNvSpPr/>
      </dsp:nvSpPr>
      <dsp:spPr>
        <a:xfrm>
          <a:off x="887122" y="961892"/>
          <a:ext cx="6301077" cy="768071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81288" tIns="81288" rIns="81288" bIns="81288" numCol="1" spcCol="1270" anchor="ctr" anchorCtr="0">
          <a:noAutofit/>
        </a:bodyPr>
        <a:lstStyle/>
        <a:p>
          <a:pPr marL="0" lvl="0" indent="0" algn="l" defTabSz="8445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tr-TR" sz="1900" kern="1200" dirty="0"/>
            <a:t>Transactions in Detail</a:t>
          </a:r>
          <a:endParaRPr lang="en-US" sz="1900" kern="1200" dirty="0"/>
        </a:p>
      </dsp:txBody>
      <dsp:txXfrm>
        <a:off x="887122" y="961892"/>
        <a:ext cx="6301077" cy="768071"/>
      </dsp:txXfrm>
    </dsp:sp>
    <dsp:sp modelId="{C8DE53F2-14FF-46DF-87D0-F380539666DC}">
      <dsp:nvSpPr>
        <dsp:cNvPr id="0" name=""/>
        <dsp:cNvSpPr/>
      </dsp:nvSpPr>
      <dsp:spPr>
        <a:xfrm>
          <a:off x="0" y="1921981"/>
          <a:ext cx="7188200" cy="768071"/>
        </a:xfrm>
        <a:prstGeom prst="roundRect">
          <a:avLst>
            <a:gd name="adj" fmla="val 10000"/>
          </a:avLst>
        </a:prstGeom>
        <a:solidFill>
          <a:schemeClr val="bg1">
            <a:lumMod val="95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/>
      </dsp:style>
    </dsp:sp>
    <dsp:sp modelId="{9F795603-1749-4510-9902-DFDC0D60EF52}">
      <dsp:nvSpPr>
        <dsp:cNvPr id="0" name=""/>
        <dsp:cNvSpPr/>
      </dsp:nvSpPr>
      <dsp:spPr>
        <a:xfrm>
          <a:off x="232341" y="2094797"/>
          <a:ext cx="422439" cy="422439"/>
        </a:xfrm>
        <a:prstGeom prst="rect">
          <a:avLst/>
        </a:prstGeom>
        <a:blipFill>
          <a:blip xmlns:r="http://schemas.openxmlformats.org/officeDocument/2006/relationships" r:embed="rId5" cstate="email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6"/>
              </a:ext>
            </a:extLst>
          </a:blip>
          <a:stretch>
            <a:fillRect/>
          </a:stretch>
        </a:blipFill>
        <a:ln w="12700" cap="flat" cmpd="sng" algn="ctr">
          <a:noFill/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1365FAAB-1223-4A70-84C1-BB0BBE3EE972}">
      <dsp:nvSpPr>
        <dsp:cNvPr id="0" name=""/>
        <dsp:cNvSpPr/>
      </dsp:nvSpPr>
      <dsp:spPr>
        <a:xfrm>
          <a:off x="887122" y="1921981"/>
          <a:ext cx="6301077" cy="768071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81288" tIns="81288" rIns="81288" bIns="81288" numCol="1" spcCol="1270" anchor="ctr" anchorCtr="0">
          <a:noAutofit/>
        </a:bodyPr>
        <a:lstStyle/>
        <a:p>
          <a:pPr marL="0" lvl="0" indent="0" algn="l" defTabSz="8445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tr-TR" sz="1900" kern="1200" dirty="0"/>
            <a:t>Transaction Outputs &amp; Inputs</a:t>
          </a:r>
          <a:endParaRPr lang="en-US" sz="1900" kern="1200" dirty="0"/>
        </a:p>
      </dsp:txBody>
      <dsp:txXfrm>
        <a:off x="887122" y="1921981"/>
        <a:ext cx="6301077" cy="768071"/>
      </dsp:txXfrm>
    </dsp:sp>
    <dsp:sp modelId="{C7B614EE-7177-48AD-BED6-2F1DE56F1629}">
      <dsp:nvSpPr>
        <dsp:cNvPr id="0" name=""/>
        <dsp:cNvSpPr/>
      </dsp:nvSpPr>
      <dsp:spPr>
        <a:xfrm>
          <a:off x="0" y="2882071"/>
          <a:ext cx="7188200" cy="768071"/>
        </a:xfrm>
        <a:prstGeom prst="roundRect">
          <a:avLst>
            <a:gd name="adj" fmla="val 10000"/>
          </a:avLst>
        </a:prstGeom>
        <a:solidFill>
          <a:schemeClr val="bg1">
            <a:lumMod val="95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/>
      </dsp:style>
    </dsp:sp>
    <dsp:sp modelId="{60E0BD20-FD10-4C6F-ABDD-4AD35D2F142E}">
      <dsp:nvSpPr>
        <dsp:cNvPr id="0" name=""/>
        <dsp:cNvSpPr/>
      </dsp:nvSpPr>
      <dsp:spPr>
        <a:xfrm>
          <a:off x="232341" y="3054887"/>
          <a:ext cx="422439" cy="422439"/>
        </a:xfrm>
        <a:prstGeom prst="rect">
          <a:avLst/>
        </a:prstGeom>
        <a:blipFill>
          <a:blip xmlns:r="http://schemas.openxmlformats.org/officeDocument/2006/relationships" r:embed="rId7" cstate="email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8"/>
              </a:ext>
            </a:extLst>
          </a:blip>
          <a:stretch>
            <a:fillRect/>
          </a:stretch>
        </a:blipFill>
        <a:ln w="12700" cap="flat" cmpd="sng" algn="ctr">
          <a:noFill/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01EF3132-59A8-4889-B497-B97432879378}">
      <dsp:nvSpPr>
        <dsp:cNvPr id="0" name=""/>
        <dsp:cNvSpPr/>
      </dsp:nvSpPr>
      <dsp:spPr>
        <a:xfrm>
          <a:off x="887122" y="2882071"/>
          <a:ext cx="6301077" cy="768071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81288" tIns="81288" rIns="81288" bIns="81288" numCol="1" spcCol="1270" anchor="ctr" anchorCtr="0">
          <a:noAutofit/>
        </a:bodyPr>
        <a:lstStyle/>
        <a:p>
          <a:pPr marL="0" lvl="0" indent="0" algn="l" defTabSz="8445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tr-TR" sz="1900" kern="1200" dirty="0"/>
            <a:t>Transaction Script &amp; Script Language</a:t>
          </a:r>
          <a:endParaRPr lang="en-US" sz="1900" kern="1200" dirty="0"/>
        </a:p>
      </dsp:txBody>
      <dsp:txXfrm>
        <a:off x="887122" y="2882071"/>
        <a:ext cx="6301077" cy="768071"/>
      </dsp:txXfrm>
    </dsp:sp>
    <dsp:sp modelId="{654D1AA6-7865-4E89-AF62-A57A014F5653}">
      <dsp:nvSpPr>
        <dsp:cNvPr id="0" name=""/>
        <dsp:cNvSpPr/>
      </dsp:nvSpPr>
      <dsp:spPr>
        <a:xfrm>
          <a:off x="0" y="3842161"/>
          <a:ext cx="7188200" cy="768071"/>
        </a:xfrm>
        <a:prstGeom prst="roundRect">
          <a:avLst>
            <a:gd name="adj" fmla="val 10000"/>
          </a:avLst>
        </a:prstGeom>
        <a:solidFill>
          <a:schemeClr val="bg1">
            <a:lumMod val="95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/>
      </dsp:style>
    </dsp:sp>
    <dsp:sp modelId="{01BD3EFF-14E3-4170-B094-8C3571FF7894}">
      <dsp:nvSpPr>
        <dsp:cNvPr id="0" name=""/>
        <dsp:cNvSpPr/>
      </dsp:nvSpPr>
      <dsp:spPr>
        <a:xfrm>
          <a:off x="232341" y="4014977"/>
          <a:ext cx="422439" cy="422439"/>
        </a:xfrm>
        <a:prstGeom prst="rect">
          <a:avLst/>
        </a:prstGeom>
        <a:blipFill>
          <a:blip xmlns:r="http://schemas.openxmlformats.org/officeDocument/2006/relationships" r:embed="rId9" cstate="email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10"/>
              </a:ext>
            </a:extLst>
          </a:blip>
          <a:stretch>
            <a:fillRect/>
          </a:stretch>
        </a:blipFill>
        <a:ln w="12700" cap="flat" cmpd="sng" algn="ctr">
          <a:noFill/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695C1A11-A5DF-4998-AE8D-0B07D8241865}">
      <dsp:nvSpPr>
        <dsp:cNvPr id="0" name=""/>
        <dsp:cNvSpPr/>
      </dsp:nvSpPr>
      <dsp:spPr>
        <a:xfrm>
          <a:off x="887122" y="3842161"/>
          <a:ext cx="6301077" cy="768071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81288" tIns="81288" rIns="81288" bIns="81288" numCol="1" spcCol="1270" anchor="ctr" anchorCtr="0">
          <a:noAutofit/>
        </a:bodyPr>
        <a:lstStyle/>
        <a:p>
          <a:pPr marL="0" lvl="0" indent="0" algn="l" defTabSz="8445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tr-TR" sz="1900" kern="1200" dirty="0"/>
            <a:t>Digital Signatures</a:t>
          </a:r>
          <a:endParaRPr lang="en-US" sz="1900" kern="1200" dirty="0"/>
        </a:p>
      </dsp:txBody>
      <dsp:txXfrm>
        <a:off x="887122" y="3842161"/>
        <a:ext cx="6301077" cy="768071"/>
      </dsp:txXfrm>
    </dsp:sp>
    <dsp:sp modelId="{0F2DA164-3C73-497E-A83E-279404FCB56C}">
      <dsp:nvSpPr>
        <dsp:cNvPr id="0" name=""/>
        <dsp:cNvSpPr/>
      </dsp:nvSpPr>
      <dsp:spPr>
        <a:xfrm>
          <a:off x="0" y="4802250"/>
          <a:ext cx="7188200" cy="768071"/>
        </a:xfrm>
        <a:prstGeom prst="roundRect">
          <a:avLst>
            <a:gd name="adj" fmla="val 10000"/>
          </a:avLst>
        </a:prstGeom>
        <a:solidFill>
          <a:schemeClr val="bg1">
            <a:lumMod val="95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/>
      </dsp:style>
    </dsp:sp>
    <dsp:sp modelId="{E37925D6-5420-44B1-8613-BD9EE297C707}">
      <dsp:nvSpPr>
        <dsp:cNvPr id="0" name=""/>
        <dsp:cNvSpPr/>
      </dsp:nvSpPr>
      <dsp:spPr>
        <a:xfrm>
          <a:off x="232341" y="4975066"/>
          <a:ext cx="422439" cy="422439"/>
        </a:xfrm>
        <a:prstGeom prst="rect">
          <a:avLst/>
        </a:prstGeom>
        <a:blipFill>
          <a:blip xmlns:r="http://schemas.openxmlformats.org/officeDocument/2006/relationships" r:embed="rId11" cstate="email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12"/>
              </a:ext>
            </a:extLst>
          </a:blip>
          <a:stretch>
            <a:fillRect/>
          </a:stretch>
        </a:blipFill>
        <a:ln w="12700" cap="flat" cmpd="sng" algn="ctr">
          <a:noFill/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9E5B6EC1-9BA7-4301-A552-63DE1DC80D17}">
      <dsp:nvSpPr>
        <dsp:cNvPr id="0" name=""/>
        <dsp:cNvSpPr/>
      </dsp:nvSpPr>
      <dsp:spPr>
        <a:xfrm>
          <a:off x="887122" y="4802250"/>
          <a:ext cx="6301077" cy="768071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81288" tIns="81288" rIns="81288" bIns="81288" numCol="1" spcCol="1270" anchor="ctr" anchorCtr="0">
          <a:noAutofit/>
        </a:bodyPr>
        <a:lstStyle/>
        <a:p>
          <a:pPr marL="0" lvl="0" indent="0" algn="l" defTabSz="8445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tr-TR" sz="1900" kern="1200" dirty="0"/>
            <a:t>Bitcoin Addresses, Balances, &amp; Other Abstractions</a:t>
          </a:r>
          <a:endParaRPr lang="en-US" sz="1900" kern="1200" dirty="0"/>
        </a:p>
      </dsp:txBody>
      <dsp:txXfrm>
        <a:off x="887122" y="4802250"/>
        <a:ext cx="6301077" cy="768071"/>
      </dsp:txXfrm>
    </dsp:sp>
  </dsp:spTree>
</dsp:drawing>
</file>

<file path=ppt/diagrams/drawing2.xml><?xml version="1.0" encoding="utf-8"?>
<dsp:drawing xmlns:dgm="http://schemas.openxmlformats.org/drawingml/2006/diagram" xmlns:dsp="http://schemas.microsoft.com/office/drawing/2008/diagram" xmlns:a="http://schemas.openxmlformats.org/drawingml/2006/main">
  <dsp:spTree>
    <dsp:nvGrpSpPr>
      <dsp:cNvPr id="0" name=""/>
      <dsp:cNvGrpSpPr/>
    </dsp:nvGrpSpPr>
    <dsp:grpSpPr/>
    <dsp:sp modelId="{2E61E969-9D78-4770-812A-D86F6B139FE9}">
      <dsp:nvSpPr>
        <dsp:cNvPr id="0" name=""/>
        <dsp:cNvSpPr/>
      </dsp:nvSpPr>
      <dsp:spPr>
        <a:xfrm>
          <a:off x="8155" y="338293"/>
          <a:ext cx="1011932" cy="1011932"/>
        </a:xfrm>
        <a:prstGeom prst="rect">
          <a:avLst/>
        </a:prstGeom>
        <a:blipFill>
          <a:blip xmlns:r="http://schemas.openxmlformats.org/officeDocument/2006/relationships" r:embed="rId1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2"/>
              </a:ext>
            </a:extLst>
          </a:blip>
          <a:stretch>
            <a:fillRect/>
          </a:stretch>
        </a:blipFill>
        <a:ln w="12700" cap="flat" cmpd="sng" algn="ctr">
          <a:noFill/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35F414F6-E57A-45AC-839E-5ADE16E3BF29}">
      <dsp:nvSpPr>
        <dsp:cNvPr id="0" name=""/>
        <dsp:cNvSpPr/>
      </dsp:nvSpPr>
      <dsp:spPr>
        <a:xfrm>
          <a:off x="8155" y="1478136"/>
          <a:ext cx="2891236" cy="433685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l" defTabSz="12001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  <a:defRPr b="1"/>
          </a:pPr>
          <a:r>
            <a:rPr lang="en-US" sz="2700" kern="1200"/>
            <a:t>Transactions</a:t>
          </a:r>
        </a:p>
      </dsp:txBody>
      <dsp:txXfrm>
        <a:off x="8155" y="1478136"/>
        <a:ext cx="2891236" cy="433685"/>
      </dsp:txXfrm>
    </dsp:sp>
    <dsp:sp modelId="{93174BF6-F480-4625-A04C-5531AD5812CF}">
      <dsp:nvSpPr>
        <dsp:cNvPr id="0" name=""/>
        <dsp:cNvSpPr/>
      </dsp:nvSpPr>
      <dsp:spPr>
        <a:xfrm>
          <a:off x="8155" y="1971315"/>
          <a:ext cx="2891236" cy="1341641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l" defTabSz="7556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700" kern="1200" dirty="0"/>
            <a:t>the most important part</a:t>
          </a:r>
        </a:p>
        <a:p>
          <a:pPr marL="0" lvl="0" indent="0" algn="l" defTabSz="7556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700" kern="1200"/>
            <a:t>of the bitcoin system. </a:t>
          </a:r>
        </a:p>
      </dsp:txBody>
      <dsp:txXfrm>
        <a:off x="8155" y="1971315"/>
        <a:ext cx="2891236" cy="1341641"/>
      </dsp:txXfrm>
    </dsp:sp>
    <dsp:sp modelId="{CE75CFDF-271E-49D9-AAA5-795EE3BDE153}">
      <dsp:nvSpPr>
        <dsp:cNvPr id="0" name=""/>
        <dsp:cNvSpPr/>
      </dsp:nvSpPr>
      <dsp:spPr>
        <a:xfrm>
          <a:off x="3405358" y="338293"/>
          <a:ext cx="1011932" cy="1011932"/>
        </a:xfrm>
        <a:prstGeom prst="rect">
          <a:avLst/>
        </a:prstGeom>
        <a:blipFill>
          <a:blip xmlns:r="http://schemas.openxmlformats.org/officeDocument/2006/relationships" r:embed="rId3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4"/>
              </a:ext>
            </a:extLst>
          </a:blip>
          <a:stretch>
            <a:fillRect/>
          </a:stretch>
        </a:blipFill>
        <a:ln w="12700" cap="flat" cmpd="sng" algn="ctr">
          <a:noFill/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A2994059-D998-4522-B281-DDED17AE613E}">
      <dsp:nvSpPr>
        <dsp:cNvPr id="0" name=""/>
        <dsp:cNvSpPr/>
      </dsp:nvSpPr>
      <dsp:spPr>
        <a:xfrm>
          <a:off x="3405358" y="1478136"/>
          <a:ext cx="2891236" cy="433685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l" defTabSz="12001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  <a:defRPr b="1"/>
          </a:pPr>
          <a:r>
            <a:rPr lang="tr-TR" sz="2700" kern="1200" dirty="0"/>
            <a:t>Most critical part</a:t>
          </a:r>
          <a:endParaRPr lang="en-US" sz="2700" kern="1200" dirty="0"/>
        </a:p>
      </dsp:txBody>
      <dsp:txXfrm>
        <a:off x="3405358" y="1478136"/>
        <a:ext cx="2891236" cy="433685"/>
      </dsp:txXfrm>
    </dsp:sp>
    <dsp:sp modelId="{5BA6F862-6A41-4C2F-B07B-AD43AAF9E093}">
      <dsp:nvSpPr>
        <dsp:cNvPr id="0" name=""/>
        <dsp:cNvSpPr/>
      </dsp:nvSpPr>
      <dsp:spPr>
        <a:xfrm>
          <a:off x="3405358" y="1971315"/>
          <a:ext cx="2891236" cy="1341641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l" defTabSz="7556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700" kern="1200" dirty="0"/>
            <a:t>Everything else in bitcoin</a:t>
          </a:r>
        </a:p>
        <a:p>
          <a:pPr marL="0" lvl="0" indent="0" algn="l" defTabSz="7556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700" kern="1200" dirty="0"/>
            <a:t>is designed</a:t>
          </a:r>
          <a:r>
            <a:rPr lang="tr-TR" sz="1700" kern="1200" dirty="0"/>
            <a:t> for transactions</a:t>
          </a:r>
          <a:endParaRPr lang="en-US" sz="1700" kern="1200" dirty="0"/>
        </a:p>
      </dsp:txBody>
      <dsp:txXfrm>
        <a:off x="3405358" y="1971315"/>
        <a:ext cx="2891236" cy="1341641"/>
      </dsp:txXfrm>
    </dsp:sp>
    <dsp:sp modelId="{719FC935-AEEA-4DFC-B94E-B7C49BE74BC5}">
      <dsp:nvSpPr>
        <dsp:cNvPr id="0" name=""/>
        <dsp:cNvSpPr/>
      </dsp:nvSpPr>
      <dsp:spPr>
        <a:xfrm>
          <a:off x="6802560" y="338293"/>
          <a:ext cx="1011932" cy="1011932"/>
        </a:xfrm>
        <a:prstGeom prst="rect">
          <a:avLst/>
        </a:prstGeom>
        <a:blipFill>
          <a:blip xmlns:r="http://schemas.openxmlformats.org/officeDocument/2006/relationships" r:embed="rId5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6"/>
              </a:ext>
            </a:extLst>
          </a:blip>
          <a:stretch>
            <a:fillRect/>
          </a:stretch>
        </a:blipFill>
        <a:ln w="12700" cap="flat" cmpd="sng" algn="ctr">
          <a:noFill/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388C3F6D-D79C-4402-A3D7-CA96C21375D5}">
      <dsp:nvSpPr>
        <dsp:cNvPr id="0" name=""/>
        <dsp:cNvSpPr/>
      </dsp:nvSpPr>
      <dsp:spPr>
        <a:xfrm>
          <a:off x="6802560" y="1478136"/>
          <a:ext cx="2891236" cy="433685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l" defTabSz="12001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  <a:defRPr b="1"/>
          </a:pPr>
          <a:r>
            <a:rPr lang="tr-TR" sz="2700" kern="1200" dirty="0"/>
            <a:t>Life of </a:t>
          </a:r>
          <a:r>
            <a:rPr lang="tr-TR" sz="2700" kern="1200" dirty="0" err="1"/>
            <a:t>Transaction</a:t>
          </a:r>
          <a:endParaRPr lang="en-US" sz="2700" kern="1200" dirty="0"/>
        </a:p>
      </dsp:txBody>
      <dsp:txXfrm>
        <a:off x="6802560" y="1478136"/>
        <a:ext cx="2891236" cy="433685"/>
      </dsp:txXfrm>
    </dsp:sp>
    <dsp:sp modelId="{4D26FA9D-0A06-4353-A812-29D5CFCFAF2A}">
      <dsp:nvSpPr>
        <dsp:cNvPr id="0" name=""/>
        <dsp:cNvSpPr/>
      </dsp:nvSpPr>
      <dsp:spPr>
        <a:xfrm>
          <a:off x="6802560" y="1971315"/>
          <a:ext cx="2891236" cy="1341641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l" defTabSz="7556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700" kern="1200" dirty="0"/>
            <a:t>created </a:t>
          </a:r>
        </a:p>
        <a:p>
          <a:pPr marL="0" lvl="0" indent="0" algn="l" defTabSz="7556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700" kern="1200" dirty="0"/>
            <a:t>propagated on the network</a:t>
          </a:r>
        </a:p>
        <a:p>
          <a:pPr marL="0" lvl="0" indent="0" algn="l" defTabSz="7556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700" kern="1200" dirty="0"/>
            <a:t>validated</a:t>
          </a:r>
        </a:p>
        <a:p>
          <a:pPr marL="0" lvl="0" indent="0" algn="l" defTabSz="7556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700" kern="1200" dirty="0"/>
            <a:t>added to the global ledger</a:t>
          </a:r>
        </a:p>
      </dsp:txBody>
      <dsp:txXfrm>
        <a:off x="6802560" y="1971315"/>
        <a:ext cx="2891236" cy="1341641"/>
      </dsp:txXfrm>
    </dsp:sp>
  </dsp:spTree>
</dsp:drawing>
</file>

<file path=ppt/diagrams/drawing3.xml><?xml version="1.0" encoding="utf-8"?>
<dsp:drawing xmlns:dgm="http://schemas.openxmlformats.org/drawingml/2006/diagram" xmlns:dsp="http://schemas.microsoft.com/office/drawing/2008/diagram" xmlns:a="http://schemas.openxmlformats.org/drawingml/2006/main">
  <dsp:spTree>
    <dsp:nvGrpSpPr>
      <dsp:cNvPr id="0" name=""/>
      <dsp:cNvGrpSpPr/>
    </dsp:nvGrpSpPr>
    <dsp:grpSpPr/>
    <dsp:sp modelId="{1BC28A3F-F731-4324-831E-F49E0E1CC4E1}">
      <dsp:nvSpPr>
        <dsp:cNvPr id="0" name=""/>
        <dsp:cNvSpPr/>
      </dsp:nvSpPr>
      <dsp:spPr>
        <a:xfrm>
          <a:off x="3421" y="720087"/>
          <a:ext cx="1012921" cy="1012921"/>
        </a:xfrm>
        <a:prstGeom prst="rect">
          <a:avLst/>
        </a:prstGeom>
        <a:blipFill>
          <a:blip xmlns:r="http://schemas.openxmlformats.org/officeDocument/2006/relationships" r:embed="rId1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2"/>
              </a:ext>
            </a:extLst>
          </a:blip>
          <a:stretch>
            <a:fillRect/>
          </a:stretch>
        </a:blipFill>
        <a:ln w="12700" cap="flat" cmpd="sng" algn="ctr">
          <a:noFill/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455AF849-562C-48CF-8B32-537A7B3B5D8F}">
      <dsp:nvSpPr>
        <dsp:cNvPr id="0" name=""/>
        <dsp:cNvSpPr/>
      </dsp:nvSpPr>
      <dsp:spPr>
        <a:xfrm>
          <a:off x="3421" y="1828085"/>
          <a:ext cx="2894062" cy="434109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l" defTabSz="124460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  <a:defRPr b="1"/>
          </a:pPr>
          <a:r>
            <a:rPr lang="en-US" sz="2800" kern="1200" dirty="0"/>
            <a:t>data structures</a:t>
          </a:r>
        </a:p>
      </dsp:txBody>
      <dsp:txXfrm>
        <a:off x="3421" y="1828085"/>
        <a:ext cx="2894062" cy="434109"/>
      </dsp:txXfrm>
    </dsp:sp>
    <dsp:sp modelId="{CA0FA141-131F-4BFF-8EA6-18F0B6ED1E81}">
      <dsp:nvSpPr>
        <dsp:cNvPr id="0" name=""/>
        <dsp:cNvSpPr/>
      </dsp:nvSpPr>
      <dsp:spPr>
        <a:xfrm>
          <a:off x="3421" y="2306416"/>
          <a:ext cx="2894062" cy="624745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l" defTabSz="7556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700" kern="1200" dirty="0"/>
            <a:t>encode the transfer of value</a:t>
          </a:r>
        </a:p>
        <a:p>
          <a:pPr marL="0" lvl="0" indent="0" algn="l" defTabSz="7556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700" kern="1200" dirty="0"/>
            <a:t>between</a:t>
          </a:r>
          <a:r>
            <a:rPr lang="tr-TR" sz="1700" kern="1200" dirty="0"/>
            <a:t> bitcoin </a:t>
          </a:r>
          <a:r>
            <a:rPr lang="en-US" sz="1700" kern="1200" dirty="0"/>
            <a:t>participants </a:t>
          </a:r>
        </a:p>
      </dsp:txBody>
      <dsp:txXfrm>
        <a:off x="3421" y="2306416"/>
        <a:ext cx="2894062" cy="624745"/>
      </dsp:txXfrm>
    </dsp:sp>
    <dsp:sp modelId="{33BFF087-757B-4D56-9BD1-9B80969B8597}">
      <dsp:nvSpPr>
        <dsp:cNvPr id="0" name=""/>
        <dsp:cNvSpPr/>
      </dsp:nvSpPr>
      <dsp:spPr>
        <a:xfrm>
          <a:off x="3403945" y="720087"/>
          <a:ext cx="1012921" cy="1012921"/>
        </a:xfrm>
        <a:prstGeom prst="rect">
          <a:avLst/>
        </a:prstGeom>
        <a:blipFill>
          <a:blip xmlns:r="http://schemas.openxmlformats.org/officeDocument/2006/relationships" r:embed="rId3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4"/>
              </a:ext>
            </a:extLst>
          </a:blip>
          <a:stretch>
            <a:fillRect/>
          </a:stretch>
        </a:blipFill>
        <a:ln w="12700" cap="flat" cmpd="sng" algn="ctr">
          <a:noFill/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6894E6EF-EF53-4B03-8A4A-89E4B74EA935}">
      <dsp:nvSpPr>
        <dsp:cNvPr id="0" name=""/>
        <dsp:cNvSpPr/>
      </dsp:nvSpPr>
      <dsp:spPr>
        <a:xfrm>
          <a:off x="3403945" y="1828085"/>
          <a:ext cx="2894062" cy="434109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l" defTabSz="124460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  <a:defRPr b="1"/>
          </a:pPr>
          <a:r>
            <a:rPr lang="tr-TR" sz="2800" kern="1200" dirty="0"/>
            <a:t>Public Entries</a:t>
          </a:r>
          <a:endParaRPr lang="en-US" sz="2800" kern="1200" dirty="0"/>
        </a:p>
      </dsp:txBody>
      <dsp:txXfrm>
        <a:off x="3403945" y="1828085"/>
        <a:ext cx="2894062" cy="434109"/>
      </dsp:txXfrm>
    </dsp:sp>
    <dsp:sp modelId="{C0A5AF98-5CCA-4F10-8DE0-9C5896233D8E}">
      <dsp:nvSpPr>
        <dsp:cNvPr id="0" name=""/>
        <dsp:cNvSpPr/>
      </dsp:nvSpPr>
      <dsp:spPr>
        <a:xfrm>
          <a:off x="3403945" y="2306416"/>
          <a:ext cx="2894062" cy="624745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l" defTabSz="7556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700" kern="1200" dirty="0"/>
            <a:t>Each transaction is</a:t>
          </a:r>
        </a:p>
        <a:p>
          <a:pPr marL="0" lvl="0" indent="0" algn="l" defTabSz="7556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700" kern="1200" dirty="0"/>
            <a:t>a public entry in blockchain</a:t>
          </a:r>
        </a:p>
      </dsp:txBody>
      <dsp:txXfrm>
        <a:off x="3403945" y="2306416"/>
        <a:ext cx="2894062" cy="624745"/>
      </dsp:txXfrm>
    </dsp:sp>
    <dsp:sp modelId="{42EEDC4E-52BB-4F8A-9DA2-A375004EA538}">
      <dsp:nvSpPr>
        <dsp:cNvPr id="0" name=""/>
        <dsp:cNvSpPr/>
      </dsp:nvSpPr>
      <dsp:spPr>
        <a:xfrm>
          <a:off x="6804468" y="720087"/>
          <a:ext cx="1012921" cy="1012921"/>
        </a:xfrm>
        <a:prstGeom prst="rect">
          <a:avLst/>
        </a:prstGeom>
        <a:blipFill>
          <a:blip xmlns:r="http://schemas.openxmlformats.org/officeDocument/2006/relationships" r:embed="rId5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6"/>
              </a:ext>
            </a:extLst>
          </a:blip>
          <a:stretch>
            <a:fillRect/>
          </a:stretch>
        </a:blipFill>
        <a:ln w="12700" cap="flat" cmpd="sng" algn="ctr">
          <a:noFill/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389CC840-236E-44C5-A3B2-00DC2E28EBEC}">
      <dsp:nvSpPr>
        <dsp:cNvPr id="0" name=""/>
        <dsp:cNvSpPr/>
      </dsp:nvSpPr>
      <dsp:spPr>
        <a:xfrm>
          <a:off x="6804468" y="1828085"/>
          <a:ext cx="2894062" cy="434109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l" defTabSz="124460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  <a:defRPr b="1"/>
          </a:pPr>
          <a:r>
            <a:rPr lang="tr-TR" sz="2800" kern="1200" dirty="0"/>
            <a:t>Bitcoin Blockchain</a:t>
          </a:r>
          <a:endParaRPr lang="en-US" sz="2800" kern="1200" dirty="0"/>
        </a:p>
      </dsp:txBody>
      <dsp:txXfrm>
        <a:off x="6804468" y="1828085"/>
        <a:ext cx="2894062" cy="434109"/>
      </dsp:txXfrm>
    </dsp:sp>
    <dsp:sp modelId="{5AAD3C51-26A4-4A75-B735-A0D6F73CFB3F}">
      <dsp:nvSpPr>
        <dsp:cNvPr id="0" name=""/>
        <dsp:cNvSpPr/>
      </dsp:nvSpPr>
      <dsp:spPr>
        <a:xfrm>
          <a:off x="6804468" y="2306416"/>
          <a:ext cx="2894062" cy="624745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l" defTabSz="7556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700" kern="1200" dirty="0"/>
            <a:t>the global double-entry</a:t>
          </a:r>
        </a:p>
        <a:p>
          <a:pPr marL="0" lvl="0" indent="0" algn="l" defTabSz="7556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700" kern="1200"/>
            <a:t>bookkeeping </a:t>
          </a:r>
          <a:r>
            <a:rPr lang="en-US" sz="1700" kern="1200" dirty="0"/>
            <a:t>ledger</a:t>
          </a:r>
        </a:p>
      </dsp:txBody>
      <dsp:txXfrm>
        <a:off x="6804468" y="2306416"/>
        <a:ext cx="2894062" cy="624745"/>
      </dsp:txXfrm>
    </dsp:sp>
  </dsp:spTree>
</dsp:drawing>
</file>

<file path=ppt/diagrams/drawing4.xml><?xml version="1.0" encoding="utf-8"?>
<dsp:drawing xmlns:dgm="http://schemas.openxmlformats.org/drawingml/2006/diagram" xmlns:dsp="http://schemas.microsoft.com/office/drawing/2008/diagram" xmlns:a="http://schemas.openxmlformats.org/drawingml/2006/main">
  <dsp:spTree>
    <dsp:nvGrpSpPr>
      <dsp:cNvPr id="0" name=""/>
      <dsp:cNvGrpSpPr/>
    </dsp:nvGrpSpPr>
    <dsp:grpSpPr/>
    <dsp:sp modelId="{1BC28A3F-F731-4324-831E-F49E0E1CC4E1}">
      <dsp:nvSpPr>
        <dsp:cNvPr id="0" name=""/>
        <dsp:cNvSpPr/>
      </dsp:nvSpPr>
      <dsp:spPr>
        <a:xfrm>
          <a:off x="3421" y="572819"/>
          <a:ext cx="1012921" cy="1012921"/>
        </a:xfrm>
        <a:prstGeom prst="rect">
          <a:avLst/>
        </a:prstGeom>
        <a:blipFill>
          <a:blip xmlns:r="http://schemas.openxmlformats.org/officeDocument/2006/relationships" r:embed="rId1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2"/>
              </a:ext>
            </a:extLst>
          </a:blip>
          <a:stretch>
            <a:fillRect/>
          </a:stretch>
        </a:blipFill>
        <a:ln w="12700" cap="flat" cmpd="sng" algn="ctr">
          <a:noFill/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455AF849-562C-48CF-8B32-537A7B3B5D8F}">
      <dsp:nvSpPr>
        <dsp:cNvPr id="0" name=""/>
        <dsp:cNvSpPr/>
      </dsp:nvSpPr>
      <dsp:spPr>
        <a:xfrm>
          <a:off x="3421" y="1693483"/>
          <a:ext cx="2894062" cy="434109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l" defTabSz="124460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  <a:defRPr b="1"/>
          </a:pPr>
          <a:r>
            <a:rPr lang="tr-TR" sz="2800" kern="1200" dirty="0"/>
            <a:t>UTXO</a:t>
          </a:r>
          <a:endParaRPr lang="en-US" sz="2800" kern="1200" dirty="0"/>
        </a:p>
      </dsp:txBody>
      <dsp:txXfrm>
        <a:off x="3421" y="1693483"/>
        <a:ext cx="2894062" cy="434109"/>
      </dsp:txXfrm>
    </dsp:sp>
    <dsp:sp modelId="{CA0FA141-131F-4BFF-8EA6-18F0B6ED1E81}">
      <dsp:nvSpPr>
        <dsp:cNvPr id="0" name=""/>
        <dsp:cNvSpPr/>
      </dsp:nvSpPr>
      <dsp:spPr>
        <a:xfrm>
          <a:off x="3421" y="2177704"/>
          <a:ext cx="2894062" cy="900725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l" defTabSz="7556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tr-TR" sz="1700" kern="1200" dirty="0" err="1"/>
            <a:t>Unspent</a:t>
          </a:r>
          <a:r>
            <a:rPr lang="tr-TR" sz="1700" kern="1200" dirty="0"/>
            <a:t> </a:t>
          </a:r>
          <a:r>
            <a:rPr lang="tr-TR" sz="1700" kern="1200" dirty="0" err="1"/>
            <a:t>Transaction</a:t>
          </a:r>
          <a:r>
            <a:rPr lang="tr-TR" sz="1700" kern="1200" dirty="0"/>
            <a:t> </a:t>
          </a:r>
          <a:r>
            <a:rPr lang="tr-TR" sz="1700" kern="1200" dirty="0" err="1"/>
            <a:t>Output</a:t>
          </a:r>
          <a:endParaRPr lang="en-US" sz="1700" kern="1200" dirty="0"/>
        </a:p>
      </dsp:txBody>
      <dsp:txXfrm>
        <a:off x="3421" y="2177704"/>
        <a:ext cx="2894062" cy="900725"/>
      </dsp:txXfrm>
    </dsp:sp>
    <dsp:sp modelId="{33BFF087-757B-4D56-9BD1-9B80969B8597}">
      <dsp:nvSpPr>
        <dsp:cNvPr id="0" name=""/>
        <dsp:cNvSpPr/>
      </dsp:nvSpPr>
      <dsp:spPr>
        <a:xfrm>
          <a:off x="3403945" y="572819"/>
          <a:ext cx="1012921" cy="1012921"/>
        </a:xfrm>
        <a:prstGeom prst="rect">
          <a:avLst/>
        </a:prstGeom>
        <a:blipFill>
          <a:blip xmlns:r="http://schemas.openxmlformats.org/officeDocument/2006/relationships" r:embed="rId3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4"/>
              </a:ext>
            </a:extLst>
          </a:blip>
          <a:stretch>
            <a:fillRect/>
          </a:stretch>
        </a:blipFill>
        <a:ln w="12700" cap="flat" cmpd="sng" algn="ctr">
          <a:noFill/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6894E6EF-EF53-4B03-8A4A-89E4B74EA935}">
      <dsp:nvSpPr>
        <dsp:cNvPr id="0" name=""/>
        <dsp:cNvSpPr/>
      </dsp:nvSpPr>
      <dsp:spPr>
        <a:xfrm>
          <a:off x="3403945" y="1693483"/>
          <a:ext cx="2894062" cy="434109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l" defTabSz="124460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  <a:defRPr b="1"/>
          </a:pPr>
          <a:r>
            <a:rPr lang="tr-TR" sz="2800" kern="1200" dirty="0"/>
            <a:t>TXO</a:t>
          </a:r>
          <a:endParaRPr lang="en-US" sz="2800" kern="1200" dirty="0"/>
        </a:p>
      </dsp:txBody>
      <dsp:txXfrm>
        <a:off x="3403945" y="1693483"/>
        <a:ext cx="2894062" cy="434109"/>
      </dsp:txXfrm>
    </dsp:sp>
    <dsp:sp modelId="{C0A5AF98-5CCA-4F10-8DE0-9C5896233D8E}">
      <dsp:nvSpPr>
        <dsp:cNvPr id="0" name=""/>
        <dsp:cNvSpPr/>
      </dsp:nvSpPr>
      <dsp:spPr>
        <a:xfrm>
          <a:off x="3403945" y="2177704"/>
          <a:ext cx="2894062" cy="900725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l" defTabSz="7556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tr-TR" sz="1700" kern="1200" dirty="0" err="1"/>
            <a:t>Transaction</a:t>
          </a:r>
          <a:r>
            <a:rPr lang="tr-TR" sz="1700" kern="1200" dirty="0"/>
            <a:t> </a:t>
          </a:r>
          <a:r>
            <a:rPr lang="tr-TR" sz="1700" kern="1200" dirty="0" err="1"/>
            <a:t>Output</a:t>
          </a:r>
          <a:endParaRPr lang="en-US" sz="1700" kern="1200" dirty="0"/>
        </a:p>
      </dsp:txBody>
      <dsp:txXfrm>
        <a:off x="3403945" y="2177704"/>
        <a:ext cx="2894062" cy="900725"/>
      </dsp:txXfrm>
    </dsp:sp>
    <dsp:sp modelId="{42EEDC4E-52BB-4F8A-9DA2-A375004EA538}">
      <dsp:nvSpPr>
        <dsp:cNvPr id="0" name=""/>
        <dsp:cNvSpPr/>
      </dsp:nvSpPr>
      <dsp:spPr>
        <a:xfrm>
          <a:off x="6804468" y="572819"/>
          <a:ext cx="1012921" cy="1012921"/>
        </a:xfrm>
        <a:prstGeom prst="rect">
          <a:avLst/>
        </a:prstGeom>
        <a:blipFill>
          <a:blip xmlns:r="http://schemas.openxmlformats.org/officeDocument/2006/relationships" r:embed="rId5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6"/>
              </a:ext>
            </a:extLst>
          </a:blip>
          <a:stretch>
            <a:fillRect/>
          </a:stretch>
        </a:blipFill>
        <a:ln w="12700" cap="flat" cmpd="sng" algn="ctr">
          <a:noFill/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389CC840-236E-44C5-A3B2-00DC2E28EBEC}">
      <dsp:nvSpPr>
        <dsp:cNvPr id="0" name=""/>
        <dsp:cNvSpPr/>
      </dsp:nvSpPr>
      <dsp:spPr>
        <a:xfrm>
          <a:off x="6804468" y="1693483"/>
          <a:ext cx="2894062" cy="434109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l" defTabSz="124460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  <a:defRPr b="1"/>
          </a:pPr>
          <a:r>
            <a:rPr lang="tr-TR" sz="2800" kern="1200" dirty="0" err="1"/>
            <a:t>Spending</a:t>
          </a:r>
          <a:endParaRPr lang="en-US" sz="2800" kern="1200" dirty="0"/>
        </a:p>
      </dsp:txBody>
      <dsp:txXfrm>
        <a:off x="6804468" y="1693483"/>
        <a:ext cx="2894062" cy="434109"/>
      </dsp:txXfrm>
    </dsp:sp>
    <dsp:sp modelId="{5AAD3C51-26A4-4A75-B735-A0D6F73CFB3F}">
      <dsp:nvSpPr>
        <dsp:cNvPr id="0" name=""/>
        <dsp:cNvSpPr/>
      </dsp:nvSpPr>
      <dsp:spPr>
        <a:xfrm>
          <a:off x="6804468" y="2177704"/>
          <a:ext cx="2894062" cy="900725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l" defTabSz="7556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tr-TR" sz="1700" kern="1200" dirty="0"/>
            <a:t>TXO is </a:t>
          </a:r>
          <a:r>
            <a:rPr lang="tr-TR" sz="1700" kern="1200" dirty="0" err="1"/>
            <a:t>unspent</a:t>
          </a:r>
          <a:endParaRPr lang="en-US" sz="1700" kern="1200" dirty="0"/>
        </a:p>
        <a:p>
          <a:pPr marL="0" lvl="0" indent="0" algn="l" defTabSz="7556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tr-TR" sz="1700" kern="1200" dirty="0" err="1"/>
            <a:t>Until</a:t>
          </a:r>
          <a:r>
            <a:rPr lang="tr-TR" sz="1700" kern="1200" dirty="0"/>
            <a:t> </a:t>
          </a:r>
          <a:r>
            <a:rPr lang="tr-TR" sz="1700" kern="1200" dirty="0" err="1"/>
            <a:t>appears</a:t>
          </a:r>
          <a:r>
            <a:rPr lang="tr-TR" sz="1700" kern="1200" dirty="0"/>
            <a:t> in </a:t>
          </a:r>
          <a:r>
            <a:rPr lang="tr-TR" sz="1700" kern="1200" dirty="0" err="1"/>
            <a:t>Input</a:t>
          </a:r>
          <a:r>
            <a:rPr lang="tr-TR" sz="1700" kern="1200" dirty="0"/>
            <a:t> of a </a:t>
          </a:r>
          <a:r>
            <a:rPr lang="tr-TR" sz="1700" kern="1200" dirty="0" err="1"/>
            <a:t>Transaction</a:t>
          </a:r>
          <a:endParaRPr lang="en-US" sz="1700" kern="1200" dirty="0"/>
        </a:p>
      </dsp:txBody>
      <dsp:txXfrm>
        <a:off x="6804468" y="2177704"/>
        <a:ext cx="2894062" cy="900725"/>
      </dsp:txXfrm>
    </dsp:sp>
  </dsp:spTree>
</dsp:drawing>
</file>

<file path=ppt/diagrams/drawing5.xml><?xml version="1.0" encoding="utf-8"?>
<dsp:drawing xmlns:dgm="http://schemas.openxmlformats.org/drawingml/2006/diagram" xmlns:dsp="http://schemas.microsoft.com/office/drawing/2008/diagram" xmlns:a="http://schemas.openxmlformats.org/drawingml/2006/main">
  <dsp:spTree>
    <dsp:nvGrpSpPr>
      <dsp:cNvPr id="0" name=""/>
      <dsp:cNvGrpSpPr/>
    </dsp:nvGrpSpPr>
    <dsp:grpSpPr/>
    <dsp:sp modelId="{97510B7E-EE22-4ED5-90B1-181C788A6BCA}">
      <dsp:nvSpPr>
        <dsp:cNvPr id="0" name=""/>
        <dsp:cNvSpPr/>
      </dsp:nvSpPr>
      <dsp:spPr>
        <a:xfrm>
          <a:off x="558081" y="1004093"/>
          <a:ext cx="595054" cy="595054"/>
        </a:xfrm>
        <a:prstGeom prst="rect">
          <a:avLst/>
        </a:prstGeom>
        <a:blipFill>
          <a:blip xmlns:r="http://schemas.openxmlformats.org/officeDocument/2006/relationships" r:embed="rId1" cstate="email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2"/>
              </a:ext>
            </a:extLst>
          </a:blip>
          <a:stretch>
            <a:fillRect/>
          </a:stretch>
        </a:blipFill>
        <a:ln w="12700" cap="flat" cmpd="sng" algn="ctr">
          <a:noFill/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A8E85B4C-9F05-43EE-AF48-B571B3BFD2EE}">
      <dsp:nvSpPr>
        <dsp:cNvPr id="0" name=""/>
        <dsp:cNvSpPr/>
      </dsp:nvSpPr>
      <dsp:spPr>
        <a:xfrm>
          <a:off x="5531" y="1669800"/>
          <a:ext cx="1700156" cy="255023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71120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  <a:defRPr b="1"/>
          </a:pPr>
          <a:r>
            <a:rPr lang="en-US" sz="1600" kern="1200"/>
            <a:t>Examine</a:t>
          </a:r>
        </a:p>
      </dsp:txBody>
      <dsp:txXfrm>
        <a:off x="5531" y="1669800"/>
        <a:ext cx="1700156" cy="255023"/>
      </dsp:txXfrm>
    </dsp:sp>
    <dsp:sp modelId="{F9925918-5D73-4B25-B1DC-6350FD827EFF}">
      <dsp:nvSpPr>
        <dsp:cNvPr id="0" name=""/>
        <dsp:cNvSpPr/>
      </dsp:nvSpPr>
      <dsp:spPr>
        <a:xfrm>
          <a:off x="5531" y="1957684"/>
          <a:ext cx="1700156" cy="689471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53340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200" kern="1200"/>
            <a:t>various forms of transactions </a:t>
          </a:r>
        </a:p>
      </dsp:txBody>
      <dsp:txXfrm>
        <a:off x="5531" y="1957684"/>
        <a:ext cx="1700156" cy="689471"/>
      </dsp:txXfrm>
    </dsp:sp>
    <dsp:sp modelId="{F37F3371-F8A9-4646-99AE-D7FF16C86468}">
      <dsp:nvSpPr>
        <dsp:cNvPr id="0" name=""/>
        <dsp:cNvSpPr/>
      </dsp:nvSpPr>
      <dsp:spPr>
        <a:xfrm>
          <a:off x="2555765" y="1004093"/>
          <a:ext cx="595054" cy="595054"/>
        </a:xfrm>
        <a:prstGeom prst="rect">
          <a:avLst/>
        </a:prstGeom>
        <a:blipFill>
          <a:blip xmlns:r="http://schemas.openxmlformats.org/officeDocument/2006/relationships" r:embed="rId3" cstate="email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4"/>
              </a:ext>
            </a:extLst>
          </a:blip>
          <a:stretch>
            <a:fillRect/>
          </a:stretch>
        </a:blipFill>
        <a:ln w="12700" cap="flat" cmpd="sng" algn="ctr">
          <a:noFill/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010B72CC-A9E3-4AA0-883B-C8725A8C3F32}">
      <dsp:nvSpPr>
        <dsp:cNvPr id="0" name=""/>
        <dsp:cNvSpPr/>
      </dsp:nvSpPr>
      <dsp:spPr>
        <a:xfrm>
          <a:off x="2003214" y="1669800"/>
          <a:ext cx="1700156" cy="255023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71120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  <a:defRPr b="1"/>
          </a:pPr>
          <a:r>
            <a:rPr lang="tr-TR" sz="1600" kern="1200"/>
            <a:t>Containment</a:t>
          </a:r>
          <a:endParaRPr lang="en-US" sz="1600" kern="1200"/>
        </a:p>
      </dsp:txBody>
      <dsp:txXfrm>
        <a:off x="2003214" y="1669800"/>
        <a:ext cx="1700156" cy="255023"/>
      </dsp:txXfrm>
    </dsp:sp>
    <dsp:sp modelId="{795DAB16-03F4-4044-B4C3-A6E2C88B467E}">
      <dsp:nvSpPr>
        <dsp:cNvPr id="0" name=""/>
        <dsp:cNvSpPr/>
      </dsp:nvSpPr>
      <dsp:spPr>
        <a:xfrm>
          <a:off x="2003214" y="1957684"/>
          <a:ext cx="1700156" cy="689471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53340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200" kern="1200" dirty="0"/>
            <a:t>what they contain</a:t>
          </a:r>
        </a:p>
      </dsp:txBody>
      <dsp:txXfrm>
        <a:off x="2003214" y="1957684"/>
        <a:ext cx="1700156" cy="689471"/>
      </dsp:txXfrm>
    </dsp:sp>
    <dsp:sp modelId="{29CA89EE-423A-4F43-904E-B60E4557DEFD}">
      <dsp:nvSpPr>
        <dsp:cNvPr id="0" name=""/>
        <dsp:cNvSpPr/>
      </dsp:nvSpPr>
      <dsp:spPr>
        <a:xfrm>
          <a:off x="4553449" y="1004093"/>
          <a:ext cx="595054" cy="595054"/>
        </a:xfrm>
        <a:prstGeom prst="rect">
          <a:avLst/>
        </a:prstGeom>
        <a:blipFill>
          <a:blip xmlns:r="http://schemas.openxmlformats.org/officeDocument/2006/relationships" r:embed="rId5" cstate="email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6"/>
              </a:ext>
            </a:extLst>
          </a:blip>
          <a:stretch>
            <a:fillRect/>
          </a:stretch>
        </a:blipFill>
        <a:ln w="12700" cap="flat" cmpd="sng" algn="ctr">
          <a:noFill/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68D79BEC-D537-4461-A769-22430770813C}">
      <dsp:nvSpPr>
        <dsp:cNvPr id="0" name=""/>
        <dsp:cNvSpPr/>
      </dsp:nvSpPr>
      <dsp:spPr>
        <a:xfrm>
          <a:off x="4000898" y="1669800"/>
          <a:ext cx="1700156" cy="255023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71120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  <a:defRPr b="1"/>
          </a:pPr>
          <a:r>
            <a:rPr lang="tr-TR" sz="1600" kern="1200"/>
            <a:t>Creation</a:t>
          </a:r>
          <a:endParaRPr lang="en-US" sz="1600" kern="1200"/>
        </a:p>
      </dsp:txBody>
      <dsp:txXfrm>
        <a:off x="4000898" y="1669800"/>
        <a:ext cx="1700156" cy="255023"/>
      </dsp:txXfrm>
    </dsp:sp>
    <dsp:sp modelId="{8B90C332-DA9A-44F2-83E6-AB50C960A7AD}">
      <dsp:nvSpPr>
        <dsp:cNvPr id="0" name=""/>
        <dsp:cNvSpPr/>
      </dsp:nvSpPr>
      <dsp:spPr>
        <a:xfrm>
          <a:off x="4000898" y="1957684"/>
          <a:ext cx="1700156" cy="689471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53340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200" kern="1200"/>
            <a:t>how to create them</a:t>
          </a:r>
        </a:p>
      </dsp:txBody>
      <dsp:txXfrm>
        <a:off x="4000898" y="1957684"/>
        <a:ext cx="1700156" cy="689471"/>
      </dsp:txXfrm>
    </dsp:sp>
    <dsp:sp modelId="{DDD2607E-3867-489A-A176-0A25F27FD5FD}">
      <dsp:nvSpPr>
        <dsp:cNvPr id="0" name=""/>
        <dsp:cNvSpPr/>
      </dsp:nvSpPr>
      <dsp:spPr>
        <a:xfrm>
          <a:off x="6551132" y="1004093"/>
          <a:ext cx="595054" cy="595054"/>
        </a:xfrm>
        <a:prstGeom prst="rect">
          <a:avLst/>
        </a:prstGeom>
        <a:blipFill>
          <a:blip xmlns:r="http://schemas.openxmlformats.org/officeDocument/2006/relationships" r:embed="rId7" cstate="email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8"/>
              </a:ext>
            </a:extLst>
          </a:blip>
          <a:stretch>
            <a:fillRect/>
          </a:stretch>
        </a:blipFill>
        <a:ln w="12700" cap="flat" cmpd="sng" algn="ctr">
          <a:noFill/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9A236587-1224-4571-A614-40E25622745F}">
      <dsp:nvSpPr>
        <dsp:cNvPr id="0" name=""/>
        <dsp:cNvSpPr/>
      </dsp:nvSpPr>
      <dsp:spPr>
        <a:xfrm>
          <a:off x="5998581" y="1669800"/>
          <a:ext cx="1700156" cy="255023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71120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  <a:defRPr b="1"/>
          </a:pPr>
          <a:r>
            <a:rPr lang="tr-TR" sz="1600" kern="1200"/>
            <a:t>Verification</a:t>
          </a:r>
          <a:endParaRPr lang="en-US" sz="1600" kern="1200"/>
        </a:p>
      </dsp:txBody>
      <dsp:txXfrm>
        <a:off x="5998581" y="1669800"/>
        <a:ext cx="1700156" cy="255023"/>
      </dsp:txXfrm>
    </dsp:sp>
    <dsp:sp modelId="{FEBB7402-EA40-4AC0-999C-86E94244B937}">
      <dsp:nvSpPr>
        <dsp:cNvPr id="0" name=""/>
        <dsp:cNvSpPr/>
      </dsp:nvSpPr>
      <dsp:spPr>
        <a:xfrm>
          <a:off x="5998581" y="1957684"/>
          <a:ext cx="1700156" cy="689471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53340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200" kern="1200"/>
            <a:t>how they are verified </a:t>
          </a:r>
        </a:p>
      </dsp:txBody>
      <dsp:txXfrm>
        <a:off x="5998581" y="1957684"/>
        <a:ext cx="1700156" cy="689471"/>
      </dsp:txXfrm>
    </dsp:sp>
    <dsp:sp modelId="{D2235AEA-1755-4B35-8AE7-1667920D9CAB}">
      <dsp:nvSpPr>
        <dsp:cNvPr id="0" name=""/>
        <dsp:cNvSpPr/>
      </dsp:nvSpPr>
      <dsp:spPr>
        <a:xfrm>
          <a:off x="8548816" y="1004093"/>
          <a:ext cx="595054" cy="595054"/>
        </a:xfrm>
        <a:prstGeom prst="rect">
          <a:avLst/>
        </a:prstGeom>
        <a:blipFill rotWithShape="1">
          <a:blip xmlns:r="http://schemas.openxmlformats.org/officeDocument/2006/relationships" r:embed="rId9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>
            <a:fillRect/>
          </a:stretch>
        </a:blipFill>
        <a:ln w="12700" cap="flat" cmpd="sng" algn="ctr">
          <a:noFill/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CD381A35-D3C6-4606-AD33-1A77C05F3C7E}">
      <dsp:nvSpPr>
        <dsp:cNvPr id="0" name=""/>
        <dsp:cNvSpPr/>
      </dsp:nvSpPr>
      <dsp:spPr>
        <a:xfrm>
          <a:off x="7996265" y="1669800"/>
          <a:ext cx="1700156" cy="255023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71120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  <a:defRPr b="1"/>
          </a:pPr>
          <a:r>
            <a:rPr lang="tr-TR" sz="1600" kern="1200" dirty="0"/>
            <a:t>Stone</a:t>
          </a:r>
          <a:endParaRPr lang="en-US" sz="1600" kern="1200" dirty="0"/>
        </a:p>
      </dsp:txBody>
      <dsp:txXfrm>
        <a:off x="7996265" y="1669800"/>
        <a:ext cx="1700156" cy="255023"/>
      </dsp:txXfrm>
    </dsp:sp>
    <dsp:sp modelId="{97CB33C7-D511-4A0D-8A1C-A4672953CF22}">
      <dsp:nvSpPr>
        <dsp:cNvPr id="0" name=""/>
        <dsp:cNvSpPr/>
      </dsp:nvSpPr>
      <dsp:spPr>
        <a:xfrm>
          <a:off x="7996265" y="1957684"/>
          <a:ext cx="1700156" cy="689471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53340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200" kern="1200"/>
            <a:t>how they </a:t>
          </a:r>
          <a:r>
            <a:rPr lang="tr-TR" sz="1200" kern="1200"/>
            <a:t>become </a:t>
          </a:r>
          <a:r>
            <a:rPr lang="en-US" sz="1200" kern="1200"/>
            <a:t>permanent</a:t>
          </a:r>
          <a:r>
            <a:rPr lang="tr-TR" sz="1200" kern="1200"/>
            <a:t> </a:t>
          </a:r>
          <a:r>
            <a:rPr lang="en-US" sz="1200" kern="1200"/>
            <a:t>record</a:t>
          </a:r>
          <a:r>
            <a:rPr lang="tr-TR" sz="1200" kern="1200"/>
            <a:t>s</a:t>
          </a:r>
          <a:endParaRPr lang="en-US" sz="1200" kern="1200"/>
        </a:p>
      </dsp:txBody>
      <dsp:txXfrm>
        <a:off x="7996265" y="1957684"/>
        <a:ext cx="1700156" cy="689471"/>
      </dsp:txXfrm>
    </dsp:sp>
  </dsp:spTree>
</dsp:drawing>
</file>

<file path=ppt/diagrams/drawing6.xml><?xml version="1.0" encoding="utf-8"?>
<dsp:drawing xmlns:dgm="http://schemas.openxmlformats.org/drawingml/2006/diagram" xmlns:dsp="http://schemas.microsoft.com/office/drawing/2008/diagram" xmlns:a="http://schemas.openxmlformats.org/drawingml/2006/main">
  <dsp:spTree>
    <dsp:nvGrpSpPr>
      <dsp:cNvPr id="0" name=""/>
      <dsp:cNvGrpSpPr/>
    </dsp:nvGrpSpPr>
    <dsp:grpSpPr/>
    <dsp:sp modelId="{57D834A6-A9A7-4215-BC39-C4864DF63FAD}">
      <dsp:nvSpPr>
        <dsp:cNvPr id="0" name=""/>
        <dsp:cNvSpPr/>
      </dsp:nvSpPr>
      <dsp:spPr>
        <a:xfrm>
          <a:off x="698671" y="873322"/>
          <a:ext cx="750093" cy="750093"/>
        </a:xfrm>
        <a:prstGeom prst="rect">
          <a:avLst/>
        </a:prstGeom>
        <a:blipFill>
          <a:blip xmlns:r="http://schemas.openxmlformats.org/officeDocument/2006/relationships" r:embed="rId1" cstate="email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2"/>
              </a:ext>
            </a:extLst>
          </a:blip>
          <a:stretch>
            <a:fillRect/>
          </a:stretch>
        </a:blipFill>
        <a:ln w="12700" cap="flat" cmpd="sng" algn="ctr">
          <a:noFill/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13247A80-D6EE-4D39-8BAF-7B44001846AA}">
      <dsp:nvSpPr>
        <dsp:cNvPr id="0" name=""/>
        <dsp:cNvSpPr/>
      </dsp:nvSpPr>
      <dsp:spPr>
        <a:xfrm>
          <a:off x="2156" y="1705314"/>
          <a:ext cx="2143124" cy="321468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80010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  <a:defRPr b="1"/>
          </a:pPr>
          <a:r>
            <a:rPr lang="en-US" sz="1800" kern="1200"/>
            <a:t>The block explorer</a:t>
          </a:r>
        </a:p>
      </dsp:txBody>
      <dsp:txXfrm>
        <a:off x="2156" y="1705314"/>
        <a:ext cx="2143124" cy="321468"/>
      </dsp:txXfrm>
    </dsp:sp>
    <dsp:sp modelId="{91862266-EDAD-40C2-A6AE-99700D3C2AD3}">
      <dsp:nvSpPr>
        <dsp:cNvPr id="0" name=""/>
        <dsp:cNvSpPr/>
      </dsp:nvSpPr>
      <dsp:spPr>
        <a:xfrm>
          <a:off x="2156" y="2064875"/>
          <a:ext cx="2143124" cy="713052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5778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300" kern="1200"/>
            <a:t>shows a transaction</a:t>
          </a:r>
        </a:p>
      </dsp:txBody>
      <dsp:txXfrm>
        <a:off x="2156" y="2064875"/>
        <a:ext cx="2143124" cy="713052"/>
      </dsp:txXfrm>
    </dsp:sp>
    <dsp:sp modelId="{A20DF11F-F579-4162-BB5A-1ABD544F8659}">
      <dsp:nvSpPr>
        <dsp:cNvPr id="0" name=""/>
        <dsp:cNvSpPr/>
      </dsp:nvSpPr>
      <dsp:spPr>
        <a:xfrm>
          <a:off x="3216843" y="873322"/>
          <a:ext cx="750093" cy="750093"/>
        </a:xfrm>
        <a:prstGeom prst="rect">
          <a:avLst/>
        </a:prstGeom>
        <a:blipFill rotWithShape="1">
          <a:blip xmlns:r="http://schemas.openxmlformats.org/officeDocument/2006/relationships" r:embed="rId3" cstate="email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4"/>
              </a:ext>
            </a:extLst>
          </a:blip>
          <a:srcRect/>
          <a:stretch>
            <a:fillRect/>
          </a:stretch>
        </a:blipFill>
        <a:ln w="12700" cap="flat" cmpd="sng" algn="ctr">
          <a:noFill/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4E5FD1E9-8100-4151-A7C0-8E1A2151861A}">
      <dsp:nvSpPr>
        <dsp:cNvPr id="0" name=""/>
        <dsp:cNvSpPr/>
      </dsp:nvSpPr>
      <dsp:spPr>
        <a:xfrm>
          <a:off x="2520328" y="1705314"/>
          <a:ext cx="2143124" cy="321468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80010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  <a:defRPr b="1"/>
          </a:pPr>
          <a:r>
            <a:rPr lang="tr-TR" sz="1800" kern="1200"/>
            <a:t>Adresses</a:t>
          </a:r>
          <a:endParaRPr lang="en-US" sz="1800" kern="1200"/>
        </a:p>
      </dsp:txBody>
      <dsp:txXfrm>
        <a:off x="2520328" y="1705314"/>
        <a:ext cx="2143124" cy="321468"/>
      </dsp:txXfrm>
    </dsp:sp>
    <dsp:sp modelId="{007B32CF-3FC0-4BDA-8E0C-9CA720904881}">
      <dsp:nvSpPr>
        <dsp:cNvPr id="0" name=""/>
        <dsp:cNvSpPr/>
      </dsp:nvSpPr>
      <dsp:spPr>
        <a:xfrm>
          <a:off x="2520328" y="2064875"/>
          <a:ext cx="2143124" cy="713052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5778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300" kern="1200"/>
            <a:t>from Alice’s “address” </a:t>
          </a:r>
        </a:p>
        <a:p>
          <a:pPr marL="0" lvl="0" indent="0" algn="ctr" defTabSz="5778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300" kern="1200"/>
            <a:t>to Bob’s</a:t>
          </a:r>
          <a:r>
            <a:rPr lang="tr-TR" sz="1300" kern="1200"/>
            <a:t> </a:t>
          </a:r>
          <a:r>
            <a:rPr lang="en-US" sz="1300" kern="1200"/>
            <a:t>“address.” </a:t>
          </a:r>
        </a:p>
      </dsp:txBody>
      <dsp:txXfrm>
        <a:off x="2520328" y="2064875"/>
        <a:ext cx="2143124" cy="713052"/>
      </dsp:txXfrm>
    </dsp:sp>
    <dsp:sp modelId="{82EBA78B-309D-49CC-A5F2-23F757B51CAE}">
      <dsp:nvSpPr>
        <dsp:cNvPr id="0" name=""/>
        <dsp:cNvSpPr/>
      </dsp:nvSpPr>
      <dsp:spPr>
        <a:xfrm>
          <a:off x="5735015" y="873322"/>
          <a:ext cx="750093" cy="750093"/>
        </a:xfrm>
        <a:prstGeom prst="rect">
          <a:avLst/>
        </a:prstGeom>
        <a:blipFill>
          <a:blip xmlns:r="http://schemas.openxmlformats.org/officeDocument/2006/relationships" r:embed="rId5" cstate="email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6"/>
              </a:ext>
            </a:extLst>
          </a:blip>
          <a:stretch>
            <a:fillRect/>
          </a:stretch>
        </a:blipFill>
        <a:ln w="12700" cap="flat" cmpd="sng" algn="ctr">
          <a:noFill/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789DFB29-4D33-407C-A2A4-510B8B065AA7}">
      <dsp:nvSpPr>
        <dsp:cNvPr id="0" name=""/>
        <dsp:cNvSpPr/>
      </dsp:nvSpPr>
      <dsp:spPr>
        <a:xfrm>
          <a:off x="5038499" y="1705314"/>
          <a:ext cx="2143124" cy="321468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80010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  <a:defRPr b="1"/>
          </a:pPr>
          <a:r>
            <a:rPr lang="en-US" sz="1800" kern="1200"/>
            <a:t>a simplified view</a:t>
          </a:r>
        </a:p>
      </dsp:txBody>
      <dsp:txXfrm>
        <a:off x="5038499" y="1705314"/>
        <a:ext cx="2143124" cy="321468"/>
      </dsp:txXfrm>
    </dsp:sp>
    <dsp:sp modelId="{5B020827-AB45-4BE7-A38C-0CDE2F1EC1DF}">
      <dsp:nvSpPr>
        <dsp:cNvPr id="0" name=""/>
        <dsp:cNvSpPr/>
      </dsp:nvSpPr>
      <dsp:spPr>
        <a:xfrm>
          <a:off x="5038499" y="2064875"/>
          <a:ext cx="2143124" cy="713052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5778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300" kern="1200"/>
            <a:t>what is contained</a:t>
          </a:r>
        </a:p>
        <a:p>
          <a:pPr marL="0" lvl="0" indent="0" algn="ctr" defTabSz="5778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300" kern="1200"/>
            <a:t>in a transaction </a:t>
          </a:r>
        </a:p>
      </dsp:txBody>
      <dsp:txXfrm>
        <a:off x="5038499" y="2064875"/>
        <a:ext cx="2143124" cy="713052"/>
      </dsp:txXfrm>
    </dsp:sp>
    <dsp:sp modelId="{C68323B7-2892-4544-8111-C36CCC8D73ED}">
      <dsp:nvSpPr>
        <dsp:cNvPr id="0" name=""/>
        <dsp:cNvSpPr/>
      </dsp:nvSpPr>
      <dsp:spPr>
        <a:xfrm>
          <a:off x="8253187" y="873322"/>
          <a:ext cx="750093" cy="750093"/>
        </a:xfrm>
        <a:prstGeom prst="rect">
          <a:avLst/>
        </a:prstGeom>
        <a:blipFill rotWithShape="1">
          <a:blip xmlns:r="http://schemas.openxmlformats.org/officeDocument/2006/relationships" r:embed="rId7" cstate="email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8"/>
              </a:ext>
            </a:extLst>
          </a:blip>
          <a:srcRect/>
          <a:stretch>
            <a:fillRect/>
          </a:stretch>
        </a:blipFill>
        <a:ln w="12700" cap="flat" cmpd="sng" algn="ctr">
          <a:noFill/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4AFBCC27-763D-48CF-A044-77A177713603}">
      <dsp:nvSpPr>
        <dsp:cNvPr id="0" name=""/>
        <dsp:cNvSpPr/>
      </dsp:nvSpPr>
      <dsp:spPr>
        <a:xfrm>
          <a:off x="7556671" y="1705314"/>
          <a:ext cx="2143124" cy="321468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80010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  <a:defRPr b="1"/>
          </a:pPr>
          <a:r>
            <a:rPr lang="tr-TR" sz="1800" kern="1200" dirty="0" err="1"/>
            <a:t>Artificial</a:t>
          </a:r>
          <a:r>
            <a:rPr lang="tr-TR" sz="1800" kern="1200" dirty="0"/>
            <a:t> </a:t>
          </a:r>
          <a:r>
            <a:rPr lang="tr-TR" sz="1800" kern="1200" dirty="0" err="1"/>
            <a:t>contstruction</a:t>
          </a:r>
          <a:endParaRPr lang="en-US" sz="1800" kern="1200" dirty="0"/>
        </a:p>
      </dsp:txBody>
      <dsp:txXfrm>
        <a:off x="7556671" y="1705314"/>
        <a:ext cx="2143124" cy="321468"/>
      </dsp:txXfrm>
    </dsp:sp>
    <dsp:sp modelId="{C9805B90-2186-43ED-B5B7-99AE861D9A1F}">
      <dsp:nvSpPr>
        <dsp:cNvPr id="0" name=""/>
        <dsp:cNvSpPr/>
      </dsp:nvSpPr>
      <dsp:spPr>
        <a:xfrm>
          <a:off x="7556671" y="2064875"/>
          <a:ext cx="2143124" cy="713052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5778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300" kern="1200" dirty="0"/>
            <a:t>much of the information</a:t>
          </a:r>
          <a:r>
            <a:rPr lang="tr-TR" sz="1300" kern="1200" dirty="0"/>
            <a:t> </a:t>
          </a:r>
          <a:r>
            <a:rPr lang="en-US" sz="1300" kern="1200" dirty="0"/>
            <a:t>shown</a:t>
          </a:r>
        </a:p>
        <a:p>
          <a:pPr marL="0" lvl="0" indent="0" algn="ctr" defTabSz="5778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300" kern="1200" dirty="0"/>
            <a:t>is constructed by the</a:t>
          </a:r>
          <a:r>
            <a:rPr lang="tr-TR" sz="1300" kern="1200" dirty="0"/>
            <a:t> </a:t>
          </a:r>
          <a:r>
            <a:rPr lang="en-US" sz="1300" b="1" kern="1200" dirty="0"/>
            <a:t>block explorer</a:t>
          </a:r>
        </a:p>
      </dsp:txBody>
      <dsp:txXfrm>
        <a:off x="7556671" y="2064875"/>
        <a:ext cx="2143124" cy="713052"/>
      </dsp:txXfrm>
    </dsp:sp>
  </dsp:spTree>
</dsp:drawing>
</file>

<file path=ppt/diagrams/drawing7.xml><?xml version="1.0" encoding="utf-8"?>
<dsp:drawing xmlns:dgm="http://schemas.openxmlformats.org/drawingml/2006/diagram" xmlns:dsp="http://schemas.microsoft.com/office/drawing/2008/diagram" xmlns:a="http://schemas.openxmlformats.org/drawingml/2006/main">
  <dsp:spTree>
    <dsp:nvGrpSpPr>
      <dsp:cNvPr id="0" name=""/>
      <dsp:cNvGrpSpPr/>
    </dsp:nvGrpSpPr>
    <dsp:grpSpPr/>
    <dsp:sp modelId="{2C1FA195-BE51-4393-B84C-6B218E90ED4C}">
      <dsp:nvSpPr>
        <dsp:cNvPr id="0" name=""/>
        <dsp:cNvSpPr/>
      </dsp:nvSpPr>
      <dsp:spPr>
        <a:xfrm>
          <a:off x="698671" y="878938"/>
          <a:ext cx="750093" cy="750093"/>
        </a:xfrm>
        <a:prstGeom prst="rect">
          <a:avLst/>
        </a:prstGeom>
        <a:blipFill>
          <a:blip xmlns:r="http://schemas.openxmlformats.org/officeDocument/2006/relationships" r:embed="rId1" cstate="email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2"/>
              </a:ext>
            </a:extLst>
          </a:blip>
          <a:stretch>
            <a:fillRect/>
          </a:stretch>
        </a:blipFill>
        <a:ln w="12700" cap="flat" cmpd="sng" algn="ctr">
          <a:noFill/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2E8235B2-A733-4EB4-94FE-2CD0502FAF6E}">
      <dsp:nvSpPr>
        <dsp:cNvPr id="0" name=""/>
        <dsp:cNvSpPr/>
      </dsp:nvSpPr>
      <dsp:spPr>
        <a:xfrm>
          <a:off x="2156" y="1710447"/>
          <a:ext cx="2143124" cy="321468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71120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  <a:defRPr b="1"/>
          </a:pPr>
          <a:r>
            <a:rPr lang="tr-TR" sz="1600" kern="1200"/>
            <a:t>Artificial constructs</a:t>
          </a:r>
          <a:endParaRPr lang="en-US" sz="1600" kern="1200"/>
        </a:p>
      </dsp:txBody>
      <dsp:txXfrm>
        <a:off x="2156" y="1710447"/>
        <a:ext cx="2143124" cy="321468"/>
      </dsp:txXfrm>
    </dsp:sp>
    <dsp:sp modelId="{E161B1B5-4DE0-4D6A-A7EB-9935745ED6A5}">
      <dsp:nvSpPr>
        <dsp:cNvPr id="0" name=""/>
        <dsp:cNvSpPr/>
      </dsp:nvSpPr>
      <dsp:spPr>
        <a:xfrm>
          <a:off x="2156" y="2069783"/>
          <a:ext cx="2143124" cy="702527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53340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tr-TR" sz="1200" kern="1200"/>
            <a:t>represented information</a:t>
          </a:r>
          <a:r>
            <a:rPr lang="en-US" sz="1200" kern="1200"/>
            <a:t> </a:t>
          </a:r>
        </a:p>
        <a:p>
          <a:pPr marL="0" lvl="0" indent="0" algn="ctr" defTabSz="53340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200" i="1" kern="1200"/>
            <a:t>not </a:t>
          </a:r>
          <a:r>
            <a:rPr lang="en-US" sz="1200" kern="1200"/>
            <a:t>in the bitcoin system</a:t>
          </a:r>
        </a:p>
      </dsp:txBody>
      <dsp:txXfrm>
        <a:off x="2156" y="2069783"/>
        <a:ext cx="2143124" cy="702527"/>
      </dsp:txXfrm>
    </dsp:sp>
    <dsp:sp modelId="{95737BFF-A64D-44EF-BC56-7640F8362B51}">
      <dsp:nvSpPr>
        <dsp:cNvPr id="0" name=""/>
        <dsp:cNvSpPr/>
      </dsp:nvSpPr>
      <dsp:spPr>
        <a:xfrm>
          <a:off x="3216843" y="878938"/>
          <a:ext cx="750093" cy="750093"/>
        </a:xfrm>
        <a:prstGeom prst="rect">
          <a:avLst/>
        </a:prstGeom>
        <a:blipFill>
          <a:blip xmlns:r="http://schemas.openxmlformats.org/officeDocument/2006/relationships" r:embed="rId3" cstate="email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4"/>
              </a:ext>
            </a:extLst>
          </a:blip>
          <a:stretch>
            <a:fillRect/>
          </a:stretch>
        </a:blipFill>
        <a:ln w="12700" cap="flat" cmpd="sng" algn="ctr">
          <a:noFill/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4D28F6BF-2588-48FE-AF5D-C8A168516F07}">
      <dsp:nvSpPr>
        <dsp:cNvPr id="0" name=""/>
        <dsp:cNvSpPr/>
      </dsp:nvSpPr>
      <dsp:spPr>
        <a:xfrm>
          <a:off x="2520328" y="1710447"/>
          <a:ext cx="2143124" cy="321468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71120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  <a:defRPr b="1"/>
          </a:pPr>
          <a:r>
            <a:rPr lang="tr-TR" sz="1600" kern="1200"/>
            <a:t>Bitcoin command line</a:t>
          </a:r>
          <a:endParaRPr lang="en-US" sz="1600" kern="1200"/>
        </a:p>
      </dsp:txBody>
      <dsp:txXfrm>
        <a:off x="2520328" y="1710447"/>
        <a:ext cx="2143124" cy="321468"/>
      </dsp:txXfrm>
    </dsp:sp>
    <dsp:sp modelId="{5B33DA04-DBAF-4302-8F2E-12CB78641820}">
      <dsp:nvSpPr>
        <dsp:cNvPr id="0" name=""/>
        <dsp:cNvSpPr/>
      </dsp:nvSpPr>
      <dsp:spPr>
        <a:xfrm>
          <a:off x="2520328" y="2069783"/>
          <a:ext cx="2143124" cy="702527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53340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200" kern="1200"/>
            <a:t>Bitcoin Core’s command-line interface </a:t>
          </a:r>
        </a:p>
      </dsp:txBody>
      <dsp:txXfrm>
        <a:off x="2520328" y="2069783"/>
        <a:ext cx="2143124" cy="702527"/>
      </dsp:txXfrm>
    </dsp:sp>
    <dsp:sp modelId="{EE4AA782-BFA0-4E8F-81AE-985ED55C8192}">
      <dsp:nvSpPr>
        <dsp:cNvPr id="0" name=""/>
        <dsp:cNvSpPr/>
      </dsp:nvSpPr>
      <dsp:spPr>
        <a:xfrm>
          <a:off x="5735015" y="878938"/>
          <a:ext cx="750093" cy="750093"/>
        </a:xfrm>
        <a:prstGeom prst="rect">
          <a:avLst/>
        </a:prstGeom>
        <a:blipFill>
          <a:blip xmlns:r="http://schemas.openxmlformats.org/officeDocument/2006/relationships" r:embed="rId5" cstate="email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6"/>
              </a:ext>
            </a:extLst>
          </a:blip>
          <a:stretch>
            <a:fillRect/>
          </a:stretch>
        </a:blipFill>
        <a:ln w="12700" cap="flat" cmpd="sng" algn="ctr">
          <a:noFill/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C8417274-FCB4-4601-811D-6635DFEFA034}">
      <dsp:nvSpPr>
        <dsp:cNvPr id="0" name=""/>
        <dsp:cNvSpPr/>
      </dsp:nvSpPr>
      <dsp:spPr>
        <a:xfrm>
          <a:off x="5038499" y="1710447"/>
          <a:ext cx="2143124" cy="321468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71120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  <a:defRPr b="1"/>
          </a:pPr>
          <a:r>
            <a:rPr lang="tr-TR" sz="1600" kern="1200"/>
            <a:t>Commands</a:t>
          </a:r>
          <a:endParaRPr lang="en-US" sz="1600" kern="1200"/>
        </a:p>
      </dsp:txBody>
      <dsp:txXfrm>
        <a:off x="5038499" y="1710447"/>
        <a:ext cx="2143124" cy="321468"/>
      </dsp:txXfrm>
    </dsp:sp>
    <dsp:sp modelId="{FAFCDA0A-4C1F-4BE2-9AB0-2D2DEFC348CB}">
      <dsp:nvSpPr>
        <dsp:cNvPr id="0" name=""/>
        <dsp:cNvSpPr/>
      </dsp:nvSpPr>
      <dsp:spPr>
        <a:xfrm>
          <a:off x="5038499" y="2069783"/>
          <a:ext cx="2143124" cy="702527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53340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200" kern="1200"/>
            <a:t>getrawtransaction</a:t>
          </a:r>
        </a:p>
        <a:p>
          <a:pPr marL="0" lvl="0" indent="0" algn="ctr" defTabSz="53340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200" kern="1200" dirty="0"/>
            <a:t>decoder</a:t>
          </a:r>
          <a:r>
            <a:rPr lang="tr-TR" sz="1200" kern="1200" dirty="0" err="1"/>
            <a:t>rawtransaction</a:t>
          </a:r>
          <a:endParaRPr lang="en-US" sz="1200" kern="1200" dirty="0"/>
        </a:p>
      </dsp:txBody>
      <dsp:txXfrm>
        <a:off x="5038499" y="2069783"/>
        <a:ext cx="2143124" cy="702527"/>
      </dsp:txXfrm>
    </dsp:sp>
    <dsp:sp modelId="{C8759415-3287-40C5-954B-59E1574232BE}">
      <dsp:nvSpPr>
        <dsp:cNvPr id="0" name=""/>
        <dsp:cNvSpPr/>
      </dsp:nvSpPr>
      <dsp:spPr>
        <a:xfrm>
          <a:off x="8253187" y="878938"/>
          <a:ext cx="750093" cy="750093"/>
        </a:xfrm>
        <a:prstGeom prst="rect">
          <a:avLst/>
        </a:prstGeom>
        <a:blipFill>
          <a:blip xmlns:r="http://schemas.openxmlformats.org/officeDocument/2006/relationships" r:embed="rId7" cstate="email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8"/>
              </a:ext>
            </a:extLst>
          </a:blip>
          <a:stretch>
            <a:fillRect/>
          </a:stretch>
        </a:blipFill>
        <a:ln w="12700" cap="flat" cmpd="sng" algn="ctr">
          <a:noFill/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769E05A9-C39E-42C3-9532-2994137BF193}">
      <dsp:nvSpPr>
        <dsp:cNvPr id="0" name=""/>
        <dsp:cNvSpPr/>
      </dsp:nvSpPr>
      <dsp:spPr>
        <a:xfrm>
          <a:off x="7556671" y="1710447"/>
          <a:ext cx="2143124" cy="321468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71120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  <a:defRPr b="1"/>
          </a:pPr>
          <a:r>
            <a:rPr lang="en-US" sz="1600" kern="1200"/>
            <a:t>Alice’s “raw” transaction</a:t>
          </a:r>
        </a:p>
      </dsp:txBody>
      <dsp:txXfrm>
        <a:off x="7556671" y="1710447"/>
        <a:ext cx="2143124" cy="321468"/>
      </dsp:txXfrm>
    </dsp:sp>
    <dsp:sp modelId="{3C183C3E-182B-4801-A2A9-7631B4990B7C}">
      <dsp:nvSpPr>
        <dsp:cNvPr id="0" name=""/>
        <dsp:cNvSpPr/>
      </dsp:nvSpPr>
      <dsp:spPr>
        <a:xfrm>
          <a:off x="7556671" y="2069783"/>
          <a:ext cx="2143124" cy="702527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53340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200" kern="1200"/>
            <a:t>retrieve</a:t>
          </a:r>
        </a:p>
        <a:p>
          <a:pPr marL="0" lvl="0" indent="0" algn="ctr" defTabSz="53340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200" kern="1200"/>
            <a:t>decode</a:t>
          </a:r>
        </a:p>
        <a:p>
          <a:pPr marL="0" lvl="0" indent="0" algn="ctr" defTabSz="53340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200" kern="1200"/>
            <a:t>see what it contains</a:t>
          </a:r>
        </a:p>
      </dsp:txBody>
      <dsp:txXfrm>
        <a:off x="7556671" y="2069783"/>
        <a:ext cx="2143124" cy="702527"/>
      </dsp:txXfrm>
    </dsp:sp>
  </dsp:spTree>
</dsp:drawing>
</file>

<file path=ppt/diagrams/drawing8.xml><?xml version="1.0" encoding="utf-8"?>
<dsp:drawing xmlns:dgm="http://schemas.openxmlformats.org/drawingml/2006/diagram" xmlns:dsp="http://schemas.microsoft.com/office/drawing/2008/diagram" xmlns:a="http://schemas.openxmlformats.org/drawingml/2006/main">
  <dsp:spTree>
    <dsp:nvGrpSpPr>
      <dsp:cNvPr id="0" name=""/>
      <dsp:cNvGrpSpPr/>
    </dsp:nvGrpSpPr>
    <dsp:grpSpPr/>
    <dsp:sp modelId="{B73B61A8-1C51-4CD5-A1B1-07835473652F}">
      <dsp:nvSpPr>
        <dsp:cNvPr id="0" name=""/>
        <dsp:cNvSpPr/>
      </dsp:nvSpPr>
      <dsp:spPr>
        <a:xfrm>
          <a:off x="2122535" y="60061"/>
          <a:ext cx="1510523" cy="1469393"/>
        </a:xfrm>
        <a:prstGeom prst="rect">
          <a:avLst/>
        </a:prstGeom>
        <a:blipFill>
          <a:blip xmlns:r="http://schemas.openxmlformats.org/officeDocument/2006/relationships" r:embed="rId1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2"/>
              </a:ext>
            </a:extLst>
          </a:blip>
          <a:stretch>
            <a:fillRect/>
          </a:stretch>
        </a:blipFill>
        <a:ln w="12700" cap="flat" cmpd="sng" algn="ctr">
          <a:noFill/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95249F27-EAB7-4CAC-B41F-7984F8E18BA4}">
      <dsp:nvSpPr>
        <dsp:cNvPr id="0" name=""/>
        <dsp:cNvSpPr/>
      </dsp:nvSpPr>
      <dsp:spPr>
        <a:xfrm>
          <a:off x="719906" y="1713987"/>
          <a:ext cx="4315781" cy="629740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160020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  <a:defRPr b="1"/>
          </a:pPr>
          <a:r>
            <a:rPr lang="tr-TR" sz="3600" kern="1200" dirty="0"/>
            <a:t>Where is</a:t>
          </a:r>
          <a:endParaRPr lang="en-US" sz="3600" kern="1200" dirty="0"/>
        </a:p>
      </dsp:txBody>
      <dsp:txXfrm>
        <a:off x="719906" y="1713987"/>
        <a:ext cx="4315781" cy="629740"/>
      </dsp:txXfrm>
    </dsp:sp>
    <dsp:sp modelId="{BEA93B81-B78E-4F3D-9258-083C233CE72D}">
      <dsp:nvSpPr>
        <dsp:cNvPr id="0" name=""/>
        <dsp:cNvSpPr/>
      </dsp:nvSpPr>
      <dsp:spPr>
        <a:xfrm>
          <a:off x="719906" y="2429556"/>
          <a:ext cx="4315781" cy="1921959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7556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700" i="1" kern="1200" dirty="0"/>
            <a:t>Alice’s address? </a:t>
          </a:r>
          <a:endParaRPr lang="en-US" sz="1700" kern="1200" dirty="0"/>
        </a:p>
        <a:p>
          <a:pPr marL="0" lvl="0" indent="0" algn="ctr" defTabSz="7556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700" i="1" kern="1200" dirty="0"/>
            <a:t>Bob’s address? </a:t>
          </a:r>
        </a:p>
        <a:p>
          <a:pPr marL="0" lvl="0" indent="0" algn="ctr" defTabSz="7556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700" i="1" kern="1200" dirty="0"/>
            <a:t>the 0.1 input “sent”</a:t>
          </a:r>
          <a:r>
            <a:rPr lang="tr-TR" sz="1700" i="1" kern="1200" dirty="0"/>
            <a:t> </a:t>
          </a:r>
          <a:r>
            <a:rPr lang="en-US" sz="1700" i="1" kern="1200" dirty="0"/>
            <a:t>by Alice? </a:t>
          </a:r>
        </a:p>
      </dsp:txBody>
      <dsp:txXfrm>
        <a:off x="719906" y="2429556"/>
        <a:ext cx="4315781" cy="1921959"/>
      </dsp:txXfrm>
    </dsp:sp>
    <dsp:sp modelId="{775425AD-8D12-4312-9F2D-D6D4FDB5FCB9}">
      <dsp:nvSpPr>
        <dsp:cNvPr id="0" name=""/>
        <dsp:cNvSpPr/>
      </dsp:nvSpPr>
      <dsp:spPr>
        <a:xfrm>
          <a:off x="7193578" y="60061"/>
          <a:ext cx="1510523" cy="1469393"/>
        </a:xfrm>
        <a:prstGeom prst="rect">
          <a:avLst/>
        </a:prstGeom>
        <a:blipFill>
          <a:blip xmlns:r="http://schemas.openxmlformats.org/officeDocument/2006/relationships" r:embed="rId3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4"/>
              </a:ext>
            </a:extLst>
          </a:blip>
          <a:stretch>
            <a:fillRect/>
          </a:stretch>
        </a:blipFill>
        <a:ln w="12700" cap="flat" cmpd="sng" algn="ctr">
          <a:noFill/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196CF90F-5354-48A7-A971-34C5E4D95334}">
      <dsp:nvSpPr>
        <dsp:cNvPr id="0" name=""/>
        <dsp:cNvSpPr/>
      </dsp:nvSpPr>
      <dsp:spPr>
        <a:xfrm>
          <a:off x="5790949" y="1713987"/>
          <a:ext cx="4315781" cy="629740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160020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  <a:defRPr b="1"/>
          </a:pPr>
          <a:r>
            <a:rPr lang="tr-TR" sz="3600" kern="1200" dirty="0"/>
            <a:t>Not part of</a:t>
          </a:r>
          <a:r>
            <a:rPr lang="en-US" sz="3600" kern="1200" dirty="0"/>
            <a:t> bitcoin</a:t>
          </a:r>
        </a:p>
      </dsp:txBody>
      <dsp:txXfrm>
        <a:off x="5790949" y="1713987"/>
        <a:ext cx="4315781" cy="629740"/>
      </dsp:txXfrm>
    </dsp:sp>
    <dsp:sp modelId="{A55F0006-CC9F-4931-B3E1-F483869272A5}">
      <dsp:nvSpPr>
        <dsp:cNvPr id="0" name=""/>
        <dsp:cNvSpPr/>
      </dsp:nvSpPr>
      <dsp:spPr>
        <a:xfrm>
          <a:off x="5790949" y="2429556"/>
          <a:ext cx="4315781" cy="1921959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7556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700" kern="1200" dirty="0"/>
            <a:t>coins</a:t>
          </a:r>
        </a:p>
        <a:p>
          <a:pPr marL="0" lvl="0" indent="0" algn="ctr" defTabSz="7556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700" kern="1200" dirty="0"/>
            <a:t>senders</a:t>
          </a:r>
        </a:p>
        <a:p>
          <a:pPr marL="0" lvl="0" indent="0" algn="ctr" defTabSz="7556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700" kern="1200" dirty="0"/>
            <a:t>recipients</a:t>
          </a:r>
        </a:p>
        <a:p>
          <a:pPr marL="0" lvl="0" indent="0" algn="ctr" defTabSz="7556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700" kern="1200" dirty="0"/>
            <a:t>balances</a:t>
          </a:r>
        </a:p>
        <a:p>
          <a:pPr marL="0" lvl="0" indent="0" algn="ctr" defTabSz="7556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700" kern="1200" dirty="0"/>
            <a:t>accounts</a:t>
          </a:r>
        </a:p>
        <a:p>
          <a:pPr marL="0" lvl="0" indent="0" algn="ctr" defTabSz="7556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700" kern="1200" dirty="0"/>
            <a:t>addresses</a:t>
          </a:r>
        </a:p>
      </dsp:txBody>
      <dsp:txXfrm>
        <a:off x="5790949" y="2429556"/>
        <a:ext cx="4315781" cy="1921959"/>
      </dsp:txXfrm>
    </dsp:sp>
  </dsp:spTree>
</dsp:drawing>
</file>

<file path=ppt/diagrams/drawing9.xml><?xml version="1.0" encoding="utf-8"?>
<dsp:drawing xmlns:dgm="http://schemas.openxmlformats.org/drawingml/2006/diagram" xmlns:dsp="http://schemas.microsoft.com/office/drawing/2008/diagram" xmlns:a="http://schemas.openxmlformats.org/drawingml/2006/main">
  <dsp:spTree>
    <dsp:nvGrpSpPr>
      <dsp:cNvPr id="0" name=""/>
      <dsp:cNvGrpSpPr/>
    </dsp:nvGrpSpPr>
    <dsp:grpSpPr/>
    <dsp:sp modelId="{214E1557-3BC6-4425-83CA-24C11A6B01CC}">
      <dsp:nvSpPr>
        <dsp:cNvPr id="0" name=""/>
        <dsp:cNvSpPr/>
      </dsp:nvSpPr>
      <dsp:spPr>
        <a:xfrm>
          <a:off x="4297" y="653047"/>
          <a:ext cx="915468" cy="915468"/>
        </a:xfrm>
        <a:prstGeom prst="rect">
          <a:avLst/>
        </a:prstGeom>
        <a:blipFill>
          <a:blip xmlns:r="http://schemas.openxmlformats.org/officeDocument/2006/relationships" r:embed="rId1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2"/>
              </a:ext>
            </a:extLst>
          </a:blip>
          <a:stretch>
            <a:fillRect/>
          </a:stretch>
        </a:blipFill>
        <a:ln w="12700" cap="flat" cmpd="sng" algn="ctr">
          <a:noFill/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577590AE-B09E-43BA-BD02-13B7A14D5E2A}">
      <dsp:nvSpPr>
        <dsp:cNvPr id="0" name=""/>
        <dsp:cNvSpPr/>
      </dsp:nvSpPr>
      <dsp:spPr>
        <a:xfrm>
          <a:off x="4297" y="1669357"/>
          <a:ext cx="2615625" cy="392343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l" defTabSz="11112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  <a:defRPr b="1"/>
          </a:pPr>
          <a:r>
            <a:rPr lang="tr-TR" sz="2500" kern="1200"/>
            <a:t>Constructed</a:t>
          </a:r>
          <a:endParaRPr lang="en-US" sz="2500" kern="1200"/>
        </a:p>
      </dsp:txBody>
      <dsp:txXfrm>
        <a:off x="4297" y="1669357"/>
        <a:ext cx="2615625" cy="392343"/>
      </dsp:txXfrm>
    </dsp:sp>
    <dsp:sp modelId="{5274DB51-C661-46EA-8456-141EC141F7CF}">
      <dsp:nvSpPr>
        <dsp:cNvPr id="0" name=""/>
        <dsp:cNvSpPr/>
      </dsp:nvSpPr>
      <dsp:spPr>
        <a:xfrm>
          <a:off x="4297" y="2108604"/>
          <a:ext cx="2615625" cy="889597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l" defTabSz="7556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700" kern="1200"/>
            <a:t>to make things easier</a:t>
          </a:r>
        </a:p>
        <a:p>
          <a:pPr marL="0" lvl="0" indent="0" algn="l" defTabSz="7556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700" kern="1200"/>
            <a:t>to understand</a:t>
          </a:r>
        </a:p>
      </dsp:txBody>
      <dsp:txXfrm>
        <a:off x="4297" y="2108604"/>
        <a:ext cx="2615625" cy="889597"/>
      </dsp:txXfrm>
    </dsp:sp>
    <dsp:sp modelId="{498C8185-907E-492D-9EDD-7588BCDC4D1D}">
      <dsp:nvSpPr>
        <dsp:cNvPr id="0" name=""/>
        <dsp:cNvSpPr/>
      </dsp:nvSpPr>
      <dsp:spPr>
        <a:xfrm>
          <a:off x="3077656" y="653047"/>
          <a:ext cx="915468" cy="915468"/>
        </a:xfrm>
        <a:prstGeom prst="rect">
          <a:avLst/>
        </a:prstGeom>
        <a:blipFill>
          <a:blip xmlns:r="http://schemas.openxmlformats.org/officeDocument/2006/relationships" r:embed="rId3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4"/>
              </a:ext>
            </a:extLst>
          </a:blip>
          <a:stretch>
            <a:fillRect/>
          </a:stretch>
        </a:blipFill>
        <a:ln w="12700" cap="flat" cmpd="sng" algn="ctr">
          <a:noFill/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DC3FBD09-68C5-414E-8117-A26C1A7C6A1C}">
      <dsp:nvSpPr>
        <dsp:cNvPr id="0" name=""/>
        <dsp:cNvSpPr/>
      </dsp:nvSpPr>
      <dsp:spPr>
        <a:xfrm>
          <a:off x="3077656" y="1669357"/>
          <a:ext cx="2615625" cy="392343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l" defTabSz="11112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  <a:defRPr b="1"/>
          </a:pPr>
          <a:r>
            <a:rPr lang="tr-TR" sz="2500" kern="1200"/>
            <a:t>Real transactions</a:t>
          </a:r>
          <a:endParaRPr lang="en-US" sz="2500" kern="1200"/>
        </a:p>
      </dsp:txBody>
      <dsp:txXfrm>
        <a:off x="3077656" y="1669357"/>
        <a:ext cx="2615625" cy="392343"/>
      </dsp:txXfrm>
    </dsp:sp>
    <dsp:sp modelId="{1B728C9E-FCE3-476B-9754-9D3547F48186}">
      <dsp:nvSpPr>
        <dsp:cNvPr id="0" name=""/>
        <dsp:cNvSpPr/>
      </dsp:nvSpPr>
      <dsp:spPr>
        <a:xfrm>
          <a:off x="3077656" y="2108604"/>
          <a:ext cx="2615625" cy="889597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l" defTabSz="7556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tr-TR" sz="1700" kern="1200"/>
            <a:t>made up of actual data</a:t>
          </a:r>
          <a:endParaRPr lang="en-US" sz="1700" kern="1200"/>
        </a:p>
        <a:p>
          <a:pPr marL="0" lvl="0" indent="0" algn="l" defTabSz="7556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tr-TR" sz="1700" kern="1200"/>
            <a:t>different from what users see</a:t>
          </a:r>
          <a:endParaRPr lang="en-US" sz="1700" kern="1200"/>
        </a:p>
      </dsp:txBody>
      <dsp:txXfrm>
        <a:off x="3077656" y="2108604"/>
        <a:ext cx="2615625" cy="889597"/>
      </dsp:txXfrm>
    </dsp:sp>
    <dsp:sp modelId="{4770580F-99DD-4AC4-BC85-3F00E7BF425F}">
      <dsp:nvSpPr>
        <dsp:cNvPr id="0" name=""/>
        <dsp:cNvSpPr/>
      </dsp:nvSpPr>
      <dsp:spPr>
        <a:xfrm>
          <a:off x="6151015" y="653047"/>
          <a:ext cx="915468" cy="915468"/>
        </a:xfrm>
        <a:prstGeom prst="rect">
          <a:avLst/>
        </a:prstGeom>
        <a:blipFill>
          <a:blip xmlns:r="http://schemas.openxmlformats.org/officeDocument/2006/relationships" r:embed="rId5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6"/>
              </a:ext>
            </a:extLst>
          </a:blip>
          <a:stretch>
            <a:fillRect/>
          </a:stretch>
        </a:blipFill>
        <a:ln w="12700" cap="flat" cmpd="sng" algn="ctr">
          <a:noFill/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278C2666-13C6-43BE-BF4B-DBB42BAF63B1}">
      <dsp:nvSpPr>
        <dsp:cNvPr id="0" name=""/>
        <dsp:cNvSpPr/>
      </dsp:nvSpPr>
      <dsp:spPr>
        <a:xfrm>
          <a:off x="6151015" y="1669357"/>
          <a:ext cx="2615625" cy="392343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l" defTabSz="11112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  <a:defRPr b="1"/>
          </a:pPr>
          <a:r>
            <a:rPr lang="tr-TR" sz="2500" kern="1200"/>
            <a:t>Seems to contain</a:t>
          </a:r>
          <a:endParaRPr lang="en-US" sz="2500" kern="1200"/>
        </a:p>
      </dsp:txBody>
      <dsp:txXfrm>
        <a:off x="6151015" y="1669357"/>
        <a:ext cx="2615625" cy="392343"/>
      </dsp:txXfrm>
    </dsp:sp>
    <dsp:sp modelId="{018F7C9E-4674-4609-B05A-3BF0B3DC9A3B}">
      <dsp:nvSpPr>
        <dsp:cNvPr id="0" name=""/>
        <dsp:cNvSpPr/>
      </dsp:nvSpPr>
      <dsp:spPr>
        <a:xfrm>
          <a:off x="6151015" y="2108604"/>
          <a:ext cx="2615625" cy="889597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l" defTabSz="7556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700" kern="1200"/>
            <a:t>strange</a:t>
          </a:r>
          <a:r>
            <a:rPr lang="tr-TR" sz="1700" kern="1200"/>
            <a:t> &amp;</a:t>
          </a:r>
          <a:r>
            <a:rPr lang="en-US" sz="1700" kern="1200"/>
            <a:t> indecipherable</a:t>
          </a:r>
          <a:r>
            <a:rPr lang="tr-TR" sz="1700" kern="1200"/>
            <a:t> fields</a:t>
          </a:r>
          <a:endParaRPr lang="en-US" sz="1700" kern="1200"/>
        </a:p>
        <a:p>
          <a:pPr marL="0" lvl="0" indent="0" algn="l" defTabSz="7556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700" kern="1200"/>
            <a:t>hexadecimal</a:t>
          </a:r>
          <a:r>
            <a:rPr lang="tr-TR" sz="1700" kern="1200"/>
            <a:t> strings</a:t>
          </a:r>
          <a:endParaRPr lang="en-US" sz="1700" kern="1200"/>
        </a:p>
      </dsp:txBody>
      <dsp:txXfrm>
        <a:off x="6151015" y="2108604"/>
        <a:ext cx="2615625" cy="889597"/>
      </dsp:txXfrm>
    </dsp:sp>
  </dsp:spTree>
</dsp:drawing>
</file>

<file path=ppt/diagrams/drawing10.xml><?xml version="1.0" encoding="utf-8"?>
<dsp:drawing xmlns:dgm="http://schemas.openxmlformats.org/drawingml/2006/diagram" xmlns:dsp="http://schemas.microsoft.com/office/drawing/2008/diagram" xmlns:a="http://schemas.openxmlformats.org/drawingml/2006/main">
  <dsp:spTree>
    <dsp:nvGrpSpPr>
      <dsp:cNvPr id="0" name=""/>
      <dsp:cNvGrpSpPr/>
    </dsp:nvGrpSpPr>
    <dsp:grpSpPr/>
    <dsp:sp modelId="{83950757-81FA-42FE-A9CE-D37142AAE3F8}">
      <dsp:nvSpPr>
        <dsp:cNvPr id="0" name=""/>
        <dsp:cNvSpPr/>
      </dsp:nvSpPr>
      <dsp:spPr>
        <a:xfrm>
          <a:off x="0" y="0"/>
          <a:ext cx="6563311" cy="4172249"/>
        </a:xfrm>
        <a:prstGeom prst="roundRect">
          <a:avLst>
            <a:gd name="adj" fmla="val 10000"/>
          </a:avLst>
        </a:prstGeom>
        <a:solidFill>
          <a:schemeClr val="accent1">
            <a:tint val="4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220980" tIns="220980" rIns="220980" bIns="220980" numCol="1" spcCol="1270" anchor="ctr" anchorCtr="0">
          <a:noAutofit/>
        </a:bodyPr>
        <a:lstStyle/>
        <a:p>
          <a:pPr marL="0" lvl="0" indent="0" algn="ctr" defTabSz="257810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tr-TR" sz="5800" kern="1200" dirty="0"/>
            <a:t>TXO &amp;TXI</a:t>
          </a:r>
          <a:endParaRPr lang="en-US" sz="5800" kern="1200" dirty="0"/>
        </a:p>
      </dsp:txBody>
      <dsp:txXfrm>
        <a:off x="0" y="0"/>
        <a:ext cx="6563311" cy="1251674"/>
      </dsp:txXfrm>
    </dsp:sp>
    <dsp:sp modelId="{DF42EBD9-E031-4E92-BB71-977EC285F3AE}">
      <dsp:nvSpPr>
        <dsp:cNvPr id="0" name=""/>
        <dsp:cNvSpPr/>
      </dsp:nvSpPr>
      <dsp:spPr>
        <a:xfrm>
          <a:off x="656331" y="1251776"/>
          <a:ext cx="5250648" cy="607807"/>
        </a:xfrm>
        <a:prstGeom prst="roundRect">
          <a:avLst>
            <a:gd name="adj" fmla="val 10000"/>
          </a:avLst>
        </a:prstGeom>
        <a:solidFill>
          <a:schemeClr val="accent1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1">
              <a:hueOff val="0"/>
              <a:satOff val="0"/>
              <a:lumOff val="0"/>
              <a:alphaOff val="0"/>
            </a:schemeClr>
          </a:solidFill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81280" tIns="60960" rIns="81280" bIns="60960" numCol="1" spcCol="1270" anchor="ctr" anchorCtr="0">
          <a:noAutofit/>
        </a:bodyPr>
        <a:lstStyle/>
        <a:p>
          <a:pPr marL="0" lvl="0" indent="0" algn="ctr" defTabSz="142240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tr-TR" sz="3200" kern="1200"/>
            <a:t>Transaction </a:t>
          </a:r>
          <a:r>
            <a:rPr lang="tr-TR" sz="3200" kern="1200" dirty="0" err="1"/>
            <a:t>Outputs</a:t>
          </a:r>
          <a:endParaRPr lang="en-US" sz="3200" kern="1200" dirty="0"/>
        </a:p>
      </dsp:txBody>
      <dsp:txXfrm>
        <a:off x="674133" y="1269578"/>
        <a:ext cx="5215044" cy="572203"/>
      </dsp:txXfrm>
    </dsp:sp>
    <dsp:sp modelId="{51A8D042-25D7-4088-B702-CC2FC6303D8B}">
      <dsp:nvSpPr>
        <dsp:cNvPr id="0" name=""/>
        <dsp:cNvSpPr/>
      </dsp:nvSpPr>
      <dsp:spPr>
        <a:xfrm>
          <a:off x="656331" y="1953093"/>
          <a:ext cx="5250648" cy="607807"/>
        </a:xfrm>
        <a:prstGeom prst="roundRect">
          <a:avLst>
            <a:gd name="adj" fmla="val 10000"/>
          </a:avLst>
        </a:prstGeom>
        <a:solidFill>
          <a:schemeClr val="accent1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1">
              <a:hueOff val="0"/>
              <a:satOff val="0"/>
              <a:lumOff val="0"/>
              <a:alphaOff val="0"/>
            </a:schemeClr>
          </a:solidFill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81280" tIns="60960" rIns="81280" bIns="60960" numCol="1" spcCol="1270" anchor="ctr" anchorCtr="0">
          <a:noAutofit/>
        </a:bodyPr>
        <a:lstStyle/>
        <a:p>
          <a:pPr marL="0" lvl="0" indent="0" algn="ctr" defTabSz="142240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tr-TR" sz="3200" kern="1200" dirty="0" err="1"/>
            <a:t>Transaction</a:t>
          </a:r>
          <a:r>
            <a:rPr lang="tr-TR" sz="3200" kern="1200" dirty="0"/>
            <a:t> </a:t>
          </a:r>
          <a:r>
            <a:rPr lang="tr-TR" sz="3200" kern="1200" dirty="0" err="1"/>
            <a:t>Inputs</a:t>
          </a:r>
          <a:endParaRPr lang="en-US" sz="3200" kern="1200" dirty="0"/>
        </a:p>
      </dsp:txBody>
      <dsp:txXfrm>
        <a:off x="674133" y="1970895"/>
        <a:ext cx="5215044" cy="572203"/>
      </dsp:txXfrm>
    </dsp:sp>
    <dsp:sp modelId="{456F44C0-F6AF-487C-A6DC-953AAC1F6E83}">
      <dsp:nvSpPr>
        <dsp:cNvPr id="0" name=""/>
        <dsp:cNvSpPr/>
      </dsp:nvSpPr>
      <dsp:spPr>
        <a:xfrm>
          <a:off x="656331" y="2654410"/>
          <a:ext cx="5250648" cy="607807"/>
        </a:xfrm>
        <a:prstGeom prst="roundRect">
          <a:avLst>
            <a:gd name="adj" fmla="val 10000"/>
          </a:avLst>
        </a:prstGeom>
        <a:solidFill>
          <a:schemeClr val="accent1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1">
              <a:hueOff val="0"/>
              <a:satOff val="0"/>
              <a:lumOff val="0"/>
              <a:alphaOff val="0"/>
            </a:schemeClr>
          </a:solidFill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81280" tIns="60960" rIns="81280" bIns="60960" numCol="1" spcCol="1270" anchor="ctr" anchorCtr="0">
          <a:noAutofit/>
        </a:bodyPr>
        <a:lstStyle/>
        <a:p>
          <a:pPr marL="0" lvl="0" indent="0" algn="ctr" defTabSz="142240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tr-TR" sz="3200" kern="1200" dirty="0" err="1"/>
            <a:t>Transaction</a:t>
          </a:r>
          <a:r>
            <a:rPr lang="tr-TR" sz="3200" kern="1200" dirty="0"/>
            <a:t> </a:t>
          </a:r>
          <a:r>
            <a:rPr lang="tr-TR" sz="3200" kern="1200" dirty="0" err="1"/>
            <a:t>Fees</a:t>
          </a:r>
          <a:endParaRPr lang="en-US" sz="3200" kern="1200" dirty="0"/>
        </a:p>
      </dsp:txBody>
      <dsp:txXfrm>
        <a:off x="674133" y="2672212"/>
        <a:ext cx="5215044" cy="572203"/>
      </dsp:txXfrm>
    </dsp:sp>
    <dsp:sp modelId="{16E4EE12-0D4A-421F-9DF0-8B742A27E5F5}">
      <dsp:nvSpPr>
        <dsp:cNvPr id="0" name=""/>
        <dsp:cNvSpPr/>
      </dsp:nvSpPr>
      <dsp:spPr>
        <a:xfrm>
          <a:off x="656331" y="3355726"/>
          <a:ext cx="5250648" cy="607807"/>
        </a:xfrm>
        <a:prstGeom prst="roundRect">
          <a:avLst>
            <a:gd name="adj" fmla="val 10000"/>
          </a:avLst>
        </a:prstGeom>
        <a:solidFill>
          <a:schemeClr val="accent1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1">
              <a:hueOff val="0"/>
              <a:satOff val="0"/>
              <a:lumOff val="0"/>
              <a:alphaOff val="0"/>
            </a:schemeClr>
          </a:solidFill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81280" tIns="60960" rIns="81280" bIns="60960" numCol="1" spcCol="1270" anchor="ctr" anchorCtr="0">
          <a:noAutofit/>
        </a:bodyPr>
        <a:lstStyle/>
        <a:p>
          <a:pPr marL="0" lvl="0" indent="0" algn="ctr" defTabSz="142240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tr-TR" sz="3200" kern="1200" dirty="0" err="1"/>
            <a:t>Adding</a:t>
          </a:r>
          <a:r>
            <a:rPr lang="tr-TR" sz="3200" kern="1200" dirty="0"/>
            <a:t> </a:t>
          </a:r>
          <a:r>
            <a:rPr lang="tr-TR" sz="3200" kern="1200" dirty="0" err="1"/>
            <a:t>Fees</a:t>
          </a:r>
          <a:r>
            <a:rPr lang="tr-TR" sz="3200" kern="1200" dirty="0"/>
            <a:t> </a:t>
          </a:r>
          <a:r>
            <a:rPr lang="tr-TR" sz="3200" kern="1200" dirty="0" err="1"/>
            <a:t>to</a:t>
          </a:r>
          <a:r>
            <a:rPr lang="tr-TR" sz="3200" kern="1200" dirty="0"/>
            <a:t> </a:t>
          </a:r>
          <a:r>
            <a:rPr lang="tr-TR" sz="3200" kern="1200" dirty="0" err="1"/>
            <a:t>Transactions</a:t>
          </a:r>
          <a:endParaRPr lang="en-US" sz="3200" kern="1200" dirty="0"/>
        </a:p>
      </dsp:txBody>
      <dsp:txXfrm>
        <a:off x="674133" y="3373528"/>
        <a:ext cx="5215044" cy="572203"/>
      </dsp:txXfrm>
    </dsp:sp>
  </dsp:spTree>
</dsp:drawing>
</file>

<file path=ppt/diagrams/drawing11.xml><?xml version="1.0" encoding="utf-8"?>
<dsp:drawing xmlns:dgm="http://schemas.openxmlformats.org/drawingml/2006/diagram" xmlns:dsp="http://schemas.microsoft.com/office/drawing/2008/diagram" xmlns:a="http://schemas.openxmlformats.org/drawingml/2006/main">
  <dsp:spTree>
    <dsp:nvGrpSpPr>
      <dsp:cNvPr id="0" name=""/>
      <dsp:cNvGrpSpPr/>
    </dsp:nvGrpSpPr>
    <dsp:grpSpPr/>
    <dsp:sp modelId="{DC52401D-26F4-4078-85D5-304D27231BC7}">
      <dsp:nvSpPr>
        <dsp:cNvPr id="0" name=""/>
        <dsp:cNvSpPr/>
      </dsp:nvSpPr>
      <dsp:spPr>
        <a:xfrm>
          <a:off x="742" y="934295"/>
          <a:ext cx="660023" cy="660023"/>
        </a:xfrm>
        <a:prstGeom prst="rect">
          <a:avLst/>
        </a:prstGeom>
        <a:blipFill>
          <a:blip xmlns:r="http://schemas.openxmlformats.org/officeDocument/2006/relationships" r:embed="rId1" cstate="email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2"/>
              </a:ext>
            </a:extLst>
          </a:blip>
          <a:stretch>
            <a:fillRect/>
          </a:stretch>
        </a:blipFill>
        <a:ln w="12700" cap="flat" cmpd="sng" algn="ctr">
          <a:noFill/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1F2EE405-DFDF-40B8-A8D6-312B1101AD3A}">
      <dsp:nvSpPr>
        <dsp:cNvPr id="0" name=""/>
        <dsp:cNvSpPr/>
      </dsp:nvSpPr>
      <dsp:spPr>
        <a:xfrm>
          <a:off x="742" y="1670973"/>
          <a:ext cx="1885781" cy="282867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l" defTabSz="80010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  <a:defRPr b="1"/>
          </a:pPr>
          <a:r>
            <a:rPr lang="tr-TR" sz="1800" i="1" kern="1200"/>
            <a:t>transaction output</a:t>
          </a:r>
          <a:endParaRPr lang="en-US" sz="1800" kern="1200"/>
        </a:p>
      </dsp:txBody>
      <dsp:txXfrm>
        <a:off x="742" y="1670973"/>
        <a:ext cx="1885781" cy="282867"/>
      </dsp:txXfrm>
    </dsp:sp>
    <dsp:sp modelId="{AD1615DB-4B73-4F7B-8E46-AF90A116ADE4}">
      <dsp:nvSpPr>
        <dsp:cNvPr id="0" name=""/>
        <dsp:cNvSpPr/>
      </dsp:nvSpPr>
      <dsp:spPr>
        <a:xfrm>
          <a:off x="742" y="1989493"/>
          <a:ext cx="1885781" cy="727460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l" defTabSz="62230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400" kern="1200" dirty="0"/>
            <a:t>The fundamental building block</a:t>
          </a:r>
        </a:p>
        <a:p>
          <a:pPr marL="0" lvl="0" indent="0" algn="l" defTabSz="62230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400" kern="1200" dirty="0"/>
            <a:t>of a bitcoin transaction</a:t>
          </a:r>
        </a:p>
      </dsp:txBody>
      <dsp:txXfrm>
        <a:off x="742" y="1989493"/>
        <a:ext cx="1885781" cy="727460"/>
      </dsp:txXfrm>
    </dsp:sp>
    <dsp:sp modelId="{F5D665A8-F292-4728-BDE6-E40BE13D4C20}">
      <dsp:nvSpPr>
        <dsp:cNvPr id="0" name=""/>
        <dsp:cNvSpPr/>
      </dsp:nvSpPr>
      <dsp:spPr>
        <a:xfrm>
          <a:off x="2216535" y="934295"/>
          <a:ext cx="660023" cy="660023"/>
        </a:xfrm>
        <a:prstGeom prst="rect">
          <a:avLst/>
        </a:prstGeom>
        <a:blipFill>
          <a:blip xmlns:r="http://schemas.openxmlformats.org/officeDocument/2006/relationships" r:embed="rId3" cstate="email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4"/>
              </a:ext>
            </a:extLst>
          </a:blip>
          <a:stretch>
            <a:fillRect/>
          </a:stretch>
        </a:blipFill>
        <a:ln w="12700" cap="flat" cmpd="sng" algn="ctr">
          <a:noFill/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04DB709F-E2FC-4453-BF47-39E39F20B765}">
      <dsp:nvSpPr>
        <dsp:cNvPr id="0" name=""/>
        <dsp:cNvSpPr/>
      </dsp:nvSpPr>
      <dsp:spPr>
        <a:xfrm>
          <a:off x="2216535" y="1670973"/>
          <a:ext cx="1885781" cy="282867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l" defTabSz="80010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  <a:defRPr b="1"/>
          </a:pPr>
          <a:r>
            <a:rPr lang="tr-TR" sz="1800" u="sng" kern="1200" dirty="0"/>
            <a:t>Indivisible</a:t>
          </a:r>
          <a:r>
            <a:rPr lang="tr-TR" sz="1800" kern="1200" dirty="0"/>
            <a:t> Chunks</a:t>
          </a:r>
          <a:endParaRPr lang="en-US" sz="1800" kern="1200" dirty="0"/>
        </a:p>
      </dsp:txBody>
      <dsp:txXfrm>
        <a:off x="2216535" y="1670973"/>
        <a:ext cx="1885781" cy="282867"/>
      </dsp:txXfrm>
    </dsp:sp>
    <dsp:sp modelId="{A72507E2-6EF7-48A0-9E11-14E0C6087597}">
      <dsp:nvSpPr>
        <dsp:cNvPr id="0" name=""/>
        <dsp:cNvSpPr/>
      </dsp:nvSpPr>
      <dsp:spPr>
        <a:xfrm>
          <a:off x="2216535" y="1989493"/>
          <a:ext cx="1885781" cy="727460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l" defTabSz="62230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400" kern="1200"/>
            <a:t>Transaction outputs</a:t>
          </a:r>
        </a:p>
        <a:p>
          <a:pPr marL="0" lvl="0" indent="0" algn="l" defTabSz="62230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400" kern="1200"/>
            <a:t>are indivisible chunks of bitcoin currency</a:t>
          </a:r>
        </a:p>
      </dsp:txBody>
      <dsp:txXfrm>
        <a:off x="2216535" y="1989493"/>
        <a:ext cx="1885781" cy="727460"/>
      </dsp:txXfrm>
    </dsp:sp>
    <dsp:sp modelId="{C8C4F66C-07B0-4481-B3D6-311EC4D2C34D}">
      <dsp:nvSpPr>
        <dsp:cNvPr id="0" name=""/>
        <dsp:cNvSpPr/>
      </dsp:nvSpPr>
      <dsp:spPr>
        <a:xfrm>
          <a:off x="4432328" y="934295"/>
          <a:ext cx="660023" cy="660023"/>
        </a:xfrm>
        <a:prstGeom prst="rect">
          <a:avLst/>
        </a:prstGeom>
        <a:blipFill>
          <a:blip xmlns:r="http://schemas.openxmlformats.org/officeDocument/2006/relationships" r:embed="rId5" cstate="email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6"/>
              </a:ext>
            </a:extLst>
          </a:blip>
          <a:stretch>
            <a:fillRect/>
          </a:stretch>
        </a:blipFill>
        <a:ln w="12700" cap="flat" cmpd="sng" algn="ctr">
          <a:noFill/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48C0FAE1-AB0E-4A58-8CC1-A86AB716BDF2}">
      <dsp:nvSpPr>
        <dsp:cNvPr id="0" name=""/>
        <dsp:cNvSpPr/>
      </dsp:nvSpPr>
      <dsp:spPr>
        <a:xfrm>
          <a:off x="4432328" y="1670973"/>
          <a:ext cx="1885781" cy="282867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l" defTabSz="80010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  <a:defRPr b="1"/>
          </a:pPr>
          <a:r>
            <a:rPr lang="tr-TR" sz="1800" b="1" kern="1200" dirty="0" err="1"/>
            <a:t>Resides</a:t>
          </a:r>
          <a:r>
            <a:rPr lang="tr-TR" sz="1800" b="1" kern="1200" dirty="0"/>
            <a:t> on</a:t>
          </a:r>
          <a:endParaRPr lang="en-US" sz="1800" b="1" kern="1200" dirty="0"/>
        </a:p>
      </dsp:txBody>
      <dsp:txXfrm>
        <a:off x="4432328" y="1670973"/>
        <a:ext cx="1885781" cy="282867"/>
      </dsp:txXfrm>
    </dsp:sp>
    <dsp:sp modelId="{9D757A1E-1BE4-4563-B205-A89634F5D7B0}">
      <dsp:nvSpPr>
        <dsp:cNvPr id="0" name=""/>
        <dsp:cNvSpPr/>
      </dsp:nvSpPr>
      <dsp:spPr>
        <a:xfrm>
          <a:off x="4432328" y="1989493"/>
          <a:ext cx="1885781" cy="727460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l" defTabSz="62230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400" b="0" kern="1200" dirty="0"/>
            <a:t>recorded on the</a:t>
          </a:r>
          <a:r>
            <a:rPr lang="tr-TR" sz="1400" b="0" kern="1200" dirty="0"/>
            <a:t> </a:t>
          </a:r>
          <a:r>
            <a:rPr lang="en-US" sz="1400" b="0" kern="1200" dirty="0"/>
            <a:t>blockchain</a:t>
          </a:r>
        </a:p>
      </dsp:txBody>
      <dsp:txXfrm>
        <a:off x="4432328" y="1989493"/>
        <a:ext cx="1885781" cy="727460"/>
      </dsp:txXfrm>
    </dsp:sp>
  </dsp:spTree>
</dsp:drawing>
</file>

<file path=ppt/diagrams/drawing12.xml><?xml version="1.0" encoding="utf-8"?>
<dsp:drawing xmlns:dgm="http://schemas.openxmlformats.org/drawingml/2006/diagram" xmlns:dsp="http://schemas.microsoft.com/office/drawing/2008/diagram" xmlns:a="http://schemas.openxmlformats.org/drawingml/2006/main">
  <dsp:spTree>
    <dsp:nvGrpSpPr>
      <dsp:cNvPr id="0" name=""/>
      <dsp:cNvGrpSpPr/>
    </dsp:nvGrpSpPr>
    <dsp:grpSpPr/>
    <dsp:sp modelId="{B3D6298F-E130-4F73-B63C-1E2CA54813F1}">
      <dsp:nvSpPr>
        <dsp:cNvPr id="0" name=""/>
        <dsp:cNvSpPr/>
      </dsp:nvSpPr>
      <dsp:spPr>
        <a:xfrm>
          <a:off x="854375" y="794699"/>
          <a:ext cx="915468" cy="915468"/>
        </a:xfrm>
        <a:prstGeom prst="rect">
          <a:avLst/>
        </a:prstGeom>
        <a:blipFill>
          <a:blip xmlns:r="http://schemas.openxmlformats.org/officeDocument/2006/relationships" r:embed="rId1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2"/>
              </a:ext>
            </a:extLst>
          </a:blip>
          <a:stretch>
            <a:fillRect/>
          </a:stretch>
        </a:blipFill>
        <a:ln w="12700" cap="flat" cmpd="sng" algn="ctr">
          <a:noFill/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02494FAC-3B25-4CAE-A78C-A45D65822103}">
      <dsp:nvSpPr>
        <dsp:cNvPr id="0" name=""/>
        <dsp:cNvSpPr/>
      </dsp:nvSpPr>
      <dsp:spPr>
        <a:xfrm>
          <a:off x="4297" y="1798827"/>
          <a:ext cx="2615625" cy="392343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11112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  <a:defRPr b="1"/>
          </a:pPr>
          <a:r>
            <a:rPr lang="tr-TR" sz="2500" kern="1200"/>
            <a:t>Validity</a:t>
          </a:r>
          <a:endParaRPr lang="en-US" sz="2500" kern="1200"/>
        </a:p>
      </dsp:txBody>
      <dsp:txXfrm>
        <a:off x="4297" y="1798827"/>
        <a:ext cx="2615625" cy="392343"/>
      </dsp:txXfrm>
    </dsp:sp>
    <dsp:sp modelId="{B8D4D657-5813-47F6-A45B-E0D0AD72CC1B}">
      <dsp:nvSpPr>
        <dsp:cNvPr id="0" name=""/>
        <dsp:cNvSpPr/>
      </dsp:nvSpPr>
      <dsp:spPr>
        <a:xfrm>
          <a:off x="4297" y="2232408"/>
          <a:ext cx="2615625" cy="624141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7556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700" kern="1200"/>
            <a:t>recognized as valid</a:t>
          </a:r>
        </a:p>
        <a:p>
          <a:pPr marL="0" lvl="0" indent="0" algn="ctr" defTabSz="7556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700" kern="1200"/>
            <a:t>by the entire network</a:t>
          </a:r>
        </a:p>
      </dsp:txBody>
      <dsp:txXfrm>
        <a:off x="4297" y="2232408"/>
        <a:ext cx="2615625" cy="624141"/>
      </dsp:txXfrm>
    </dsp:sp>
    <dsp:sp modelId="{E95688A4-C16C-42F0-9A3A-1ABF2F54F543}">
      <dsp:nvSpPr>
        <dsp:cNvPr id="0" name=""/>
        <dsp:cNvSpPr/>
      </dsp:nvSpPr>
      <dsp:spPr>
        <a:xfrm>
          <a:off x="3927734" y="794699"/>
          <a:ext cx="915468" cy="915468"/>
        </a:xfrm>
        <a:prstGeom prst="rect">
          <a:avLst/>
        </a:prstGeom>
        <a:blipFill>
          <a:blip xmlns:r="http://schemas.openxmlformats.org/officeDocument/2006/relationships" r:embed="rId3">
            <a:extLst>
              <a:ext uri="{96DAC541-7B7A-43D3-8B79-37D633B846F1}">
                <asvg:svgBlip xmlns:asvg="http://schemas.microsoft.com/office/drawing/2016/SVG/main" r:embed="rId4"/>
              </a:ext>
            </a:extLst>
          </a:blip>
          <a:srcRect/>
          <a:stretch>
            <a:fillRect/>
          </a:stretch>
        </a:blipFill>
        <a:ln w="12700" cap="flat" cmpd="sng" algn="ctr">
          <a:noFill/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4546BD8C-F950-4B98-81E2-620411681420}">
      <dsp:nvSpPr>
        <dsp:cNvPr id="0" name=""/>
        <dsp:cNvSpPr/>
      </dsp:nvSpPr>
      <dsp:spPr>
        <a:xfrm>
          <a:off x="3077656" y="1798827"/>
          <a:ext cx="2615625" cy="392343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11112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  <a:defRPr b="1"/>
          </a:pPr>
          <a:r>
            <a:rPr lang="tr-TR" sz="2500" kern="1200"/>
            <a:t>UTXO</a:t>
          </a:r>
          <a:endParaRPr lang="en-US" sz="2500" kern="1200"/>
        </a:p>
      </dsp:txBody>
      <dsp:txXfrm>
        <a:off x="3077656" y="1798827"/>
        <a:ext cx="2615625" cy="392343"/>
      </dsp:txXfrm>
    </dsp:sp>
    <dsp:sp modelId="{F18697C4-73CA-4374-B294-BB7103AE931B}">
      <dsp:nvSpPr>
        <dsp:cNvPr id="0" name=""/>
        <dsp:cNvSpPr/>
      </dsp:nvSpPr>
      <dsp:spPr>
        <a:xfrm>
          <a:off x="3077656" y="2232408"/>
          <a:ext cx="2615625" cy="624141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7556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700" kern="1200"/>
            <a:t>known as</a:t>
          </a:r>
          <a:endParaRPr lang="en-US" sz="1700" b="1" kern="1200"/>
        </a:p>
        <a:p>
          <a:pPr marL="0" lvl="0" indent="0" algn="ctr" defTabSz="7556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700" b="1" i="1" kern="1200"/>
            <a:t>unspent transaction outputs</a:t>
          </a:r>
          <a:endParaRPr lang="tr-TR" sz="1700" kern="1200"/>
        </a:p>
      </dsp:txBody>
      <dsp:txXfrm>
        <a:off x="3077656" y="2232408"/>
        <a:ext cx="2615625" cy="624141"/>
      </dsp:txXfrm>
    </dsp:sp>
    <dsp:sp modelId="{E75DA2C3-AF57-4BF0-A9E2-8D23FD089541}">
      <dsp:nvSpPr>
        <dsp:cNvPr id="0" name=""/>
        <dsp:cNvSpPr/>
      </dsp:nvSpPr>
      <dsp:spPr>
        <a:xfrm>
          <a:off x="7001094" y="794699"/>
          <a:ext cx="915468" cy="915468"/>
        </a:xfrm>
        <a:prstGeom prst="rect">
          <a:avLst/>
        </a:prstGeom>
        <a:blipFill>
          <a:blip xmlns:r="http://schemas.openxmlformats.org/officeDocument/2006/relationships" r:embed="rId5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6"/>
              </a:ext>
            </a:extLst>
          </a:blip>
          <a:stretch>
            <a:fillRect/>
          </a:stretch>
        </a:blipFill>
        <a:ln w="12700" cap="flat" cmpd="sng" algn="ctr">
          <a:solidFill>
            <a:schemeClr val="lt1">
              <a:alpha val="0"/>
              <a:hueOff val="0"/>
              <a:satOff val="0"/>
              <a:lumOff val="0"/>
              <a:alphaOff val="0"/>
            </a:schemeClr>
          </a:solidFill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08FF89F4-C2B2-4CAC-963C-C94DC9EB7B47}">
      <dsp:nvSpPr>
        <dsp:cNvPr id="0" name=""/>
        <dsp:cNvSpPr/>
      </dsp:nvSpPr>
      <dsp:spPr>
        <a:xfrm>
          <a:off x="6151015" y="1798827"/>
          <a:ext cx="2615625" cy="392343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11112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  <a:defRPr b="1"/>
          </a:pPr>
          <a:r>
            <a:rPr lang="tr-TR" sz="2500" kern="1200"/>
            <a:t>Spendable</a:t>
          </a:r>
          <a:endParaRPr lang="en-US" sz="2500" kern="1200"/>
        </a:p>
      </dsp:txBody>
      <dsp:txXfrm>
        <a:off x="6151015" y="1798827"/>
        <a:ext cx="2615625" cy="392343"/>
      </dsp:txXfrm>
    </dsp:sp>
    <dsp:sp modelId="{F8EEAA5C-8503-4840-AAE7-DEFDC994CC12}">
      <dsp:nvSpPr>
        <dsp:cNvPr id="0" name=""/>
        <dsp:cNvSpPr/>
      </dsp:nvSpPr>
      <dsp:spPr>
        <a:xfrm>
          <a:off x="6151015" y="2232408"/>
          <a:ext cx="2615625" cy="624141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7556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700" kern="1200"/>
            <a:t>all</a:t>
          </a:r>
          <a:r>
            <a:rPr lang="tr-TR" sz="1700" kern="1200"/>
            <a:t> </a:t>
          </a:r>
          <a:r>
            <a:rPr lang="en-US" sz="1700" kern="1200"/>
            <a:t>available</a:t>
          </a:r>
          <a:endParaRPr lang="en-US" sz="1700" b="1" kern="1200"/>
        </a:p>
        <a:p>
          <a:pPr marL="0" lvl="0" indent="0" algn="ctr" defTabSz="7556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700" kern="1200"/>
            <a:t>and </a:t>
          </a:r>
          <a:r>
            <a:rPr lang="en-US" sz="1700" b="1" kern="1200"/>
            <a:t>spendable outputs</a:t>
          </a:r>
        </a:p>
      </dsp:txBody>
      <dsp:txXfrm>
        <a:off x="6151015" y="2232408"/>
        <a:ext cx="2615625" cy="624141"/>
      </dsp:txXfrm>
    </dsp:sp>
  </dsp:spTree>
</dsp:drawing>
</file>

<file path=ppt/diagrams/drawing13.xml><?xml version="1.0" encoding="utf-8"?>
<dsp:drawing xmlns:dgm="http://schemas.openxmlformats.org/drawingml/2006/diagram" xmlns:dsp="http://schemas.microsoft.com/office/drawing/2008/diagram" xmlns:a="http://schemas.openxmlformats.org/drawingml/2006/main">
  <dsp:spTree>
    <dsp:nvGrpSpPr>
      <dsp:cNvPr id="0" name=""/>
      <dsp:cNvGrpSpPr/>
    </dsp:nvGrpSpPr>
    <dsp:grpSpPr/>
    <dsp:sp modelId="{C5993440-C8B0-4EBF-8CE2-597242FA08C7}">
      <dsp:nvSpPr>
        <dsp:cNvPr id="0" name=""/>
        <dsp:cNvSpPr/>
      </dsp:nvSpPr>
      <dsp:spPr>
        <a:xfrm>
          <a:off x="558081" y="1004093"/>
          <a:ext cx="595054" cy="595054"/>
        </a:xfrm>
        <a:prstGeom prst="rect">
          <a:avLst/>
        </a:prstGeom>
        <a:blipFill>
          <a:blip xmlns:r="http://schemas.openxmlformats.org/officeDocument/2006/relationships" r:embed="rId1" cstate="email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2"/>
              </a:ext>
            </a:extLst>
          </a:blip>
          <a:stretch>
            <a:fillRect/>
          </a:stretch>
        </a:blipFill>
        <a:ln w="12700" cap="flat" cmpd="sng" algn="ctr">
          <a:noFill/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8CB885C9-5104-48C8-880C-1741F8D2BAEC}">
      <dsp:nvSpPr>
        <dsp:cNvPr id="0" name=""/>
        <dsp:cNvSpPr/>
      </dsp:nvSpPr>
      <dsp:spPr>
        <a:xfrm>
          <a:off x="5531" y="1669800"/>
          <a:ext cx="1700156" cy="255023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71120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  <a:defRPr b="1"/>
          </a:pPr>
          <a:r>
            <a:rPr lang="en-US" sz="1600" i="1" kern="1200"/>
            <a:t>UTXO set </a:t>
          </a:r>
          <a:endParaRPr lang="en-US" sz="1600" kern="1200"/>
        </a:p>
      </dsp:txBody>
      <dsp:txXfrm>
        <a:off x="5531" y="1669800"/>
        <a:ext cx="1700156" cy="255023"/>
      </dsp:txXfrm>
    </dsp:sp>
    <dsp:sp modelId="{560F092B-5193-4CE7-990C-0E5A7517F189}">
      <dsp:nvSpPr>
        <dsp:cNvPr id="0" name=""/>
        <dsp:cNvSpPr/>
      </dsp:nvSpPr>
      <dsp:spPr>
        <a:xfrm>
          <a:off x="5531" y="1957684"/>
          <a:ext cx="1700156" cy="689471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53340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200" kern="1200"/>
            <a:t>The collection of all UTXO</a:t>
          </a:r>
        </a:p>
      </dsp:txBody>
      <dsp:txXfrm>
        <a:off x="5531" y="1957684"/>
        <a:ext cx="1700156" cy="689471"/>
      </dsp:txXfrm>
    </dsp:sp>
    <dsp:sp modelId="{39476292-8827-4784-B06F-A90CA11B0EF7}">
      <dsp:nvSpPr>
        <dsp:cNvPr id="0" name=""/>
        <dsp:cNvSpPr/>
      </dsp:nvSpPr>
      <dsp:spPr>
        <a:xfrm>
          <a:off x="2555765" y="1004093"/>
          <a:ext cx="595054" cy="595054"/>
        </a:xfrm>
        <a:prstGeom prst="rect">
          <a:avLst/>
        </a:prstGeom>
        <a:blipFill>
          <a:blip xmlns:r="http://schemas.openxmlformats.org/officeDocument/2006/relationships" r:embed="rId3" cstate="email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4"/>
              </a:ext>
            </a:extLst>
          </a:blip>
          <a:stretch>
            <a:fillRect/>
          </a:stretch>
        </a:blipFill>
        <a:ln w="12700" cap="flat" cmpd="sng" algn="ctr">
          <a:noFill/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E657E8BC-514B-4EEC-A9D7-4FDB7FDD38A1}">
      <dsp:nvSpPr>
        <dsp:cNvPr id="0" name=""/>
        <dsp:cNvSpPr/>
      </dsp:nvSpPr>
      <dsp:spPr>
        <a:xfrm>
          <a:off x="2003214" y="1669800"/>
          <a:ext cx="1700156" cy="255023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71120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  <a:defRPr b="1"/>
          </a:pPr>
          <a:r>
            <a:rPr lang="en-US" sz="1600" kern="1200"/>
            <a:t>millions of UTXO</a:t>
          </a:r>
          <a:r>
            <a:rPr lang="tr-TR" sz="1600" kern="1200"/>
            <a:t>’s</a:t>
          </a:r>
          <a:endParaRPr lang="en-US" sz="1600" kern="1200"/>
        </a:p>
      </dsp:txBody>
      <dsp:txXfrm>
        <a:off x="2003214" y="1669800"/>
        <a:ext cx="1700156" cy="255023"/>
      </dsp:txXfrm>
    </dsp:sp>
    <dsp:sp modelId="{82D5E4F2-841A-4DF9-B6B4-DFF12B6CBF4E}">
      <dsp:nvSpPr>
        <dsp:cNvPr id="0" name=""/>
        <dsp:cNvSpPr/>
      </dsp:nvSpPr>
      <dsp:spPr>
        <a:xfrm>
          <a:off x="2003214" y="1957684"/>
          <a:ext cx="1700156" cy="689471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53340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tr-TR" sz="1200" kern="1200"/>
            <a:t>at any time</a:t>
          </a:r>
          <a:endParaRPr lang="en-US" sz="1200" kern="1200"/>
        </a:p>
        <a:p>
          <a:pPr marL="0" lvl="0" indent="0" algn="ctr" defTabSz="53340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tr-TR" sz="1200" kern="1200"/>
            <a:t>grows &amp; shrinks</a:t>
          </a:r>
          <a:endParaRPr lang="en-US" sz="1200" kern="1200"/>
        </a:p>
      </dsp:txBody>
      <dsp:txXfrm>
        <a:off x="2003214" y="1957684"/>
        <a:ext cx="1700156" cy="689471"/>
      </dsp:txXfrm>
    </dsp:sp>
    <dsp:sp modelId="{DE413161-E74C-4A8B-BF42-884ED94694EC}">
      <dsp:nvSpPr>
        <dsp:cNvPr id="0" name=""/>
        <dsp:cNvSpPr/>
      </dsp:nvSpPr>
      <dsp:spPr>
        <a:xfrm>
          <a:off x="4553449" y="1004093"/>
          <a:ext cx="595054" cy="595054"/>
        </a:xfrm>
        <a:prstGeom prst="rect">
          <a:avLst/>
        </a:prstGeom>
        <a:blipFill>
          <a:blip xmlns:r="http://schemas.openxmlformats.org/officeDocument/2006/relationships" r:embed="rId5" cstate="email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6"/>
              </a:ext>
            </a:extLst>
          </a:blip>
          <a:stretch>
            <a:fillRect/>
          </a:stretch>
        </a:blipFill>
        <a:ln w="12700" cap="flat" cmpd="sng" algn="ctr">
          <a:noFill/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1EC36572-9F20-4EF4-B339-4A5727D18085}">
      <dsp:nvSpPr>
        <dsp:cNvPr id="0" name=""/>
        <dsp:cNvSpPr/>
      </dsp:nvSpPr>
      <dsp:spPr>
        <a:xfrm>
          <a:off x="4000898" y="1669800"/>
          <a:ext cx="1700156" cy="255023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71120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  <a:defRPr b="1"/>
          </a:pPr>
          <a:r>
            <a:rPr lang="tr-TR" sz="1600" kern="1200"/>
            <a:t>Grows</a:t>
          </a:r>
          <a:endParaRPr lang="en-US" sz="1600" kern="1200"/>
        </a:p>
      </dsp:txBody>
      <dsp:txXfrm>
        <a:off x="4000898" y="1669800"/>
        <a:ext cx="1700156" cy="255023"/>
      </dsp:txXfrm>
    </dsp:sp>
    <dsp:sp modelId="{0B0ECF75-D18F-4CBC-BA66-02406702739D}">
      <dsp:nvSpPr>
        <dsp:cNvPr id="0" name=""/>
        <dsp:cNvSpPr/>
      </dsp:nvSpPr>
      <dsp:spPr>
        <a:xfrm>
          <a:off x="4000898" y="1957684"/>
          <a:ext cx="1700156" cy="689471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53340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tr-TR" sz="1200" kern="1200"/>
            <a:t>when </a:t>
          </a:r>
          <a:r>
            <a:rPr lang="en-US" sz="1200" kern="1200"/>
            <a:t>new UTXO</a:t>
          </a:r>
        </a:p>
        <a:p>
          <a:pPr marL="0" lvl="0" indent="0" algn="ctr" defTabSz="53340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200" kern="1200"/>
            <a:t>is created </a:t>
          </a:r>
        </a:p>
      </dsp:txBody>
      <dsp:txXfrm>
        <a:off x="4000898" y="1957684"/>
        <a:ext cx="1700156" cy="689471"/>
      </dsp:txXfrm>
    </dsp:sp>
    <dsp:sp modelId="{CDFAD901-985C-46EE-9686-3A04DDF3E770}">
      <dsp:nvSpPr>
        <dsp:cNvPr id="0" name=""/>
        <dsp:cNvSpPr/>
      </dsp:nvSpPr>
      <dsp:spPr>
        <a:xfrm>
          <a:off x="6551132" y="1004093"/>
          <a:ext cx="595054" cy="595054"/>
        </a:xfrm>
        <a:prstGeom prst="rect">
          <a:avLst/>
        </a:prstGeom>
        <a:blipFill>
          <a:blip xmlns:r="http://schemas.openxmlformats.org/officeDocument/2006/relationships" r:embed="rId7" cstate="email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8"/>
              </a:ext>
            </a:extLst>
          </a:blip>
          <a:stretch>
            <a:fillRect/>
          </a:stretch>
        </a:blipFill>
        <a:ln w="12700" cap="flat" cmpd="sng" algn="ctr">
          <a:noFill/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7A2D06F4-1164-4F5A-AFD4-4DBF6B852984}">
      <dsp:nvSpPr>
        <dsp:cNvPr id="0" name=""/>
        <dsp:cNvSpPr/>
      </dsp:nvSpPr>
      <dsp:spPr>
        <a:xfrm>
          <a:off x="5998581" y="1669800"/>
          <a:ext cx="1700156" cy="255023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71120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  <a:defRPr b="1"/>
          </a:pPr>
          <a:r>
            <a:rPr lang="tr-TR" sz="1600" kern="1200"/>
            <a:t>Shrinks</a:t>
          </a:r>
          <a:endParaRPr lang="en-US" sz="1600" kern="1200"/>
        </a:p>
      </dsp:txBody>
      <dsp:txXfrm>
        <a:off x="5998581" y="1669800"/>
        <a:ext cx="1700156" cy="255023"/>
      </dsp:txXfrm>
    </dsp:sp>
    <dsp:sp modelId="{80A3E0AB-F441-4236-8B86-67C6D600184D}">
      <dsp:nvSpPr>
        <dsp:cNvPr id="0" name=""/>
        <dsp:cNvSpPr/>
      </dsp:nvSpPr>
      <dsp:spPr>
        <a:xfrm>
          <a:off x="5998581" y="1957684"/>
          <a:ext cx="1700156" cy="689471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53340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200" kern="1200"/>
            <a:t>when</a:t>
          </a:r>
          <a:r>
            <a:rPr lang="tr-TR" sz="1200" kern="1200"/>
            <a:t> </a:t>
          </a:r>
          <a:r>
            <a:rPr lang="en-US" sz="1200" kern="1200"/>
            <a:t>UTXO is consumed</a:t>
          </a:r>
        </a:p>
        <a:p>
          <a:pPr marL="0" lvl="0" indent="0" algn="ctr" defTabSz="53340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tr-TR" sz="1200" kern="1200"/>
            <a:t>means spent</a:t>
          </a:r>
          <a:endParaRPr lang="en-US" sz="1200" kern="1200"/>
        </a:p>
      </dsp:txBody>
      <dsp:txXfrm>
        <a:off x="5998581" y="1957684"/>
        <a:ext cx="1700156" cy="689471"/>
      </dsp:txXfrm>
    </dsp:sp>
    <dsp:sp modelId="{5BC06372-8EC6-41F9-BA4D-01410543DDF3}">
      <dsp:nvSpPr>
        <dsp:cNvPr id="0" name=""/>
        <dsp:cNvSpPr/>
      </dsp:nvSpPr>
      <dsp:spPr>
        <a:xfrm>
          <a:off x="8548816" y="1004093"/>
          <a:ext cx="595054" cy="595054"/>
        </a:xfrm>
        <a:prstGeom prst="rect">
          <a:avLst/>
        </a:prstGeom>
        <a:blipFill>
          <a:blip xmlns:r="http://schemas.openxmlformats.org/officeDocument/2006/relationships" r:embed="rId9" cstate="email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10"/>
              </a:ext>
            </a:extLst>
          </a:blip>
          <a:stretch>
            <a:fillRect/>
          </a:stretch>
        </a:blipFill>
        <a:ln w="12700" cap="flat" cmpd="sng" algn="ctr">
          <a:noFill/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8C052B9E-7214-4169-9962-B1D87062A195}">
      <dsp:nvSpPr>
        <dsp:cNvPr id="0" name=""/>
        <dsp:cNvSpPr/>
      </dsp:nvSpPr>
      <dsp:spPr>
        <a:xfrm>
          <a:off x="7996265" y="1669800"/>
          <a:ext cx="1700156" cy="255023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71120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  <a:defRPr b="1"/>
          </a:pPr>
          <a:r>
            <a:rPr lang="tr-TR" sz="1600" kern="1200"/>
            <a:t>Transactions</a:t>
          </a:r>
          <a:endParaRPr lang="en-US" sz="1600" kern="1200"/>
        </a:p>
      </dsp:txBody>
      <dsp:txXfrm>
        <a:off x="7996265" y="1669800"/>
        <a:ext cx="1700156" cy="255023"/>
      </dsp:txXfrm>
    </dsp:sp>
    <dsp:sp modelId="{2EF797FD-A87C-4CC0-BE62-EB06D9D32F30}">
      <dsp:nvSpPr>
        <dsp:cNvPr id="0" name=""/>
        <dsp:cNvSpPr/>
      </dsp:nvSpPr>
      <dsp:spPr>
        <a:xfrm>
          <a:off x="7996265" y="1957684"/>
          <a:ext cx="1700156" cy="689471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53340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tr-TR" sz="1200" kern="1200"/>
            <a:t>changes the UTXO set</a:t>
          </a:r>
          <a:endParaRPr lang="en-US" sz="1200" kern="1200"/>
        </a:p>
        <a:p>
          <a:pPr marL="0" lvl="0" indent="0" algn="ctr" defTabSz="53340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tr-TR" sz="1200" kern="1200"/>
            <a:t>and its </a:t>
          </a:r>
          <a:r>
            <a:rPr lang="en-US" sz="1200" kern="1200"/>
            <a:t>state</a:t>
          </a:r>
        </a:p>
      </dsp:txBody>
      <dsp:txXfrm>
        <a:off x="7996265" y="1957684"/>
        <a:ext cx="1700156" cy="689471"/>
      </dsp:txXfrm>
    </dsp:sp>
  </dsp:spTree>
</dsp:drawing>
</file>

<file path=ppt/diagrams/drawing14.xml><?xml version="1.0" encoding="utf-8"?>
<dsp:drawing xmlns:dgm="http://schemas.openxmlformats.org/drawingml/2006/diagram" xmlns:dsp="http://schemas.microsoft.com/office/drawing/2008/diagram" xmlns:a="http://schemas.openxmlformats.org/drawingml/2006/main">
  <dsp:spTree>
    <dsp:nvGrpSpPr>
      <dsp:cNvPr id="0" name=""/>
      <dsp:cNvGrpSpPr/>
    </dsp:nvGrpSpPr>
    <dsp:grpSpPr/>
    <dsp:sp modelId="{8DB74353-7612-4AED-8D96-AFE44691A1F4}">
      <dsp:nvSpPr>
        <dsp:cNvPr id="0" name=""/>
        <dsp:cNvSpPr/>
      </dsp:nvSpPr>
      <dsp:spPr>
        <a:xfrm>
          <a:off x="4418" y="651898"/>
          <a:ext cx="834257" cy="834257"/>
        </a:xfrm>
        <a:prstGeom prst="rect">
          <a:avLst/>
        </a:prstGeom>
        <a:blipFill>
          <a:blip xmlns:r="http://schemas.openxmlformats.org/officeDocument/2006/relationships" r:embed="rId1" cstate="email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2"/>
              </a:ext>
            </a:extLst>
          </a:blip>
          <a:stretch>
            <a:fillRect/>
          </a:stretch>
        </a:blipFill>
        <a:ln w="12700" cap="flat" cmpd="sng" algn="ctr">
          <a:noFill/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9A47E5E1-2C24-4D49-98A9-DCB5E92BF195}">
      <dsp:nvSpPr>
        <dsp:cNvPr id="0" name=""/>
        <dsp:cNvSpPr/>
      </dsp:nvSpPr>
      <dsp:spPr>
        <a:xfrm>
          <a:off x="4418" y="1569434"/>
          <a:ext cx="2383593" cy="357539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l" defTabSz="10223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  <a:defRPr b="1"/>
          </a:pPr>
          <a:r>
            <a:rPr lang="tr-TR" sz="2300" kern="1200"/>
            <a:t>Receiving Bitcoin</a:t>
          </a:r>
          <a:endParaRPr lang="en-US" sz="2300" kern="1200"/>
        </a:p>
      </dsp:txBody>
      <dsp:txXfrm>
        <a:off x="4418" y="1569434"/>
        <a:ext cx="2383593" cy="357539"/>
      </dsp:txXfrm>
    </dsp:sp>
    <dsp:sp modelId="{9BB32363-3697-4E9F-8C5F-9B5E448EB538}">
      <dsp:nvSpPr>
        <dsp:cNvPr id="0" name=""/>
        <dsp:cNvSpPr/>
      </dsp:nvSpPr>
      <dsp:spPr>
        <a:xfrm>
          <a:off x="4418" y="1965707"/>
          <a:ext cx="2383593" cy="622898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l" defTabSz="7556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tr-TR" sz="1700" kern="1200"/>
            <a:t>Wallet detects UTXO</a:t>
          </a:r>
          <a:endParaRPr lang="en-US" sz="1700" kern="1200"/>
        </a:p>
        <a:p>
          <a:pPr marL="0" lvl="0" indent="0" algn="l" defTabSz="7556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tr-TR" sz="1700" kern="1200" dirty="0"/>
            <a:t>Can be </a:t>
          </a:r>
          <a:r>
            <a:rPr lang="tr-TR" sz="1700" kern="1200" dirty="0" err="1"/>
            <a:t>spent</a:t>
          </a:r>
          <a:r>
            <a:rPr lang="tr-TR" sz="1700" kern="1200" dirty="0"/>
            <a:t> </a:t>
          </a:r>
          <a:r>
            <a:rPr lang="tr-TR" sz="1700" kern="1200" dirty="0" err="1"/>
            <a:t>with</a:t>
          </a:r>
          <a:r>
            <a:rPr lang="tr-TR" sz="1700" kern="1200" dirty="0"/>
            <a:t> a </a:t>
          </a:r>
          <a:r>
            <a:rPr lang="tr-TR" sz="1700" kern="1200" dirty="0" err="1"/>
            <a:t>key</a:t>
          </a:r>
          <a:r>
            <a:rPr lang="en-US" sz="1700" kern="1200" dirty="0"/>
            <a:t> </a:t>
          </a:r>
        </a:p>
      </dsp:txBody>
      <dsp:txXfrm>
        <a:off x="4418" y="1965707"/>
        <a:ext cx="2383593" cy="622898"/>
      </dsp:txXfrm>
    </dsp:sp>
    <dsp:sp modelId="{C45EB14E-1AFF-4FDD-A4EB-F3DF67980256}">
      <dsp:nvSpPr>
        <dsp:cNvPr id="0" name=""/>
        <dsp:cNvSpPr/>
      </dsp:nvSpPr>
      <dsp:spPr>
        <a:xfrm>
          <a:off x="2805141" y="651898"/>
          <a:ext cx="834257" cy="834257"/>
        </a:xfrm>
        <a:prstGeom prst="rect">
          <a:avLst/>
        </a:prstGeom>
        <a:blipFill>
          <a:blip xmlns:r="http://schemas.openxmlformats.org/officeDocument/2006/relationships" r:embed="rId3" cstate="email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4"/>
              </a:ext>
            </a:extLst>
          </a:blip>
          <a:stretch>
            <a:fillRect/>
          </a:stretch>
        </a:blipFill>
        <a:ln w="12700" cap="flat" cmpd="sng" algn="ctr">
          <a:noFill/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49C13569-6BC3-4F86-9681-8E9FC84325C0}">
      <dsp:nvSpPr>
        <dsp:cNvPr id="0" name=""/>
        <dsp:cNvSpPr/>
      </dsp:nvSpPr>
      <dsp:spPr>
        <a:xfrm>
          <a:off x="2805141" y="1569434"/>
          <a:ext cx="2383593" cy="357539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l" defTabSz="10223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  <a:defRPr b="1"/>
          </a:pPr>
          <a:r>
            <a:rPr lang="tr-TR" sz="2300" kern="1200"/>
            <a:t>Wallet’s key</a:t>
          </a:r>
          <a:endParaRPr lang="en-US" sz="2300" kern="1200"/>
        </a:p>
      </dsp:txBody>
      <dsp:txXfrm>
        <a:off x="2805141" y="1569434"/>
        <a:ext cx="2383593" cy="357539"/>
      </dsp:txXfrm>
    </dsp:sp>
    <dsp:sp modelId="{AA79F08A-5CE8-443C-86E7-EBF00CA69116}">
      <dsp:nvSpPr>
        <dsp:cNvPr id="0" name=""/>
        <dsp:cNvSpPr/>
      </dsp:nvSpPr>
      <dsp:spPr>
        <a:xfrm>
          <a:off x="2805141" y="1965707"/>
          <a:ext cx="2383593" cy="622898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l" defTabSz="7556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tr-TR" sz="1700" b="0" kern="1200" dirty="0" err="1"/>
            <a:t>Transaction</a:t>
          </a:r>
          <a:r>
            <a:rPr lang="tr-TR" sz="1700" b="0" kern="1200" dirty="0"/>
            <a:t> </a:t>
          </a:r>
          <a:r>
            <a:rPr lang="tr-TR" sz="1700" b="0" kern="1200" dirty="0" err="1"/>
            <a:t>output</a:t>
          </a:r>
          <a:endParaRPr lang="en-US" sz="1700" b="0" kern="1200" dirty="0"/>
        </a:p>
        <a:p>
          <a:pPr marL="0" lvl="0" indent="0" algn="l" defTabSz="7556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tr-TR" sz="1700" b="0" kern="1200" dirty="0" err="1"/>
            <a:t>contains</a:t>
          </a:r>
          <a:r>
            <a:rPr lang="tr-TR" sz="1700" b="0" kern="1200" dirty="0"/>
            <a:t> a </a:t>
          </a:r>
          <a:r>
            <a:rPr lang="tr-TR" sz="1700" b="0" kern="1200" dirty="0" err="1"/>
            <a:t>bitcoin</a:t>
          </a:r>
          <a:r>
            <a:rPr lang="tr-TR" sz="1700" b="0" kern="1200" dirty="0"/>
            <a:t> </a:t>
          </a:r>
          <a:r>
            <a:rPr lang="tr-TR" sz="1700" b="0" kern="1200" dirty="0" err="1"/>
            <a:t>address</a:t>
          </a:r>
          <a:endParaRPr lang="en-US" sz="1700" b="0" kern="1200" dirty="0"/>
        </a:p>
      </dsp:txBody>
      <dsp:txXfrm>
        <a:off x="2805141" y="1965707"/>
        <a:ext cx="2383593" cy="622898"/>
      </dsp:txXfrm>
    </dsp:sp>
    <dsp:sp modelId="{226970EE-6C0F-4F26-8A04-4AF7A3AE1B60}">
      <dsp:nvSpPr>
        <dsp:cNvPr id="0" name=""/>
        <dsp:cNvSpPr/>
      </dsp:nvSpPr>
      <dsp:spPr>
        <a:xfrm>
          <a:off x="5605863" y="651898"/>
          <a:ext cx="834257" cy="834257"/>
        </a:xfrm>
        <a:prstGeom prst="rect">
          <a:avLst/>
        </a:prstGeom>
        <a:blipFill>
          <a:blip xmlns:r="http://schemas.openxmlformats.org/officeDocument/2006/relationships" r:embed="rId5" cstate="email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6"/>
              </a:ext>
            </a:extLst>
          </a:blip>
          <a:stretch>
            <a:fillRect/>
          </a:stretch>
        </a:blipFill>
        <a:ln w="12700" cap="flat" cmpd="sng" algn="ctr">
          <a:noFill/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CCD59084-1F88-4592-BC68-F86A1F5A2BCE}">
      <dsp:nvSpPr>
        <dsp:cNvPr id="0" name=""/>
        <dsp:cNvSpPr/>
      </dsp:nvSpPr>
      <dsp:spPr>
        <a:xfrm>
          <a:off x="5605863" y="1569434"/>
          <a:ext cx="2383593" cy="357539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l" defTabSz="10223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  <a:defRPr b="1"/>
          </a:pPr>
          <a:r>
            <a:rPr lang="tr-TR" sz="2300" kern="1200" dirty="0" err="1"/>
            <a:t>Bitcoin</a:t>
          </a:r>
          <a:r>
            <a:rPr lang="tr-TR" sz="2300" kern="1200" dirty="0"/>
            <a:t> </a:t>
          </a:r>
          <a:r>
            <a:rPr lang="tr-TR" sz="2300" kern="1200" dirty="0" err="1"/>
            <a:t>Address</a:t>
          </a:r>
          <a:endParaRPr lang="en-US" sz="2300" kern="1200" dirty="0"/>
        </a:p>
      </dsp:txBody>
      <dsp:txXfrm>
        <a:off x="5605863" y="1569434"/>
        <a:ext cx="2383593" cy="357539"/>
      </dsp:txXfrm>
    </dsp:sp>
    <dsp:sp modelId="{FCA915BA-9257-428A-9AEF-1DAD6994EEC1}">
      <dsp:nvSpPr>
        <dsp:cNvPr id="0" name=""/>
        <dsp:cNvSpPr/>
      </dsp:nvSpPr>
      <dsp:spPr>
        <a:xfrm>
          <a:off x="5605863" y="1965707"/>
          <a:ext cx="2383593" cy="622898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l" defTabSz="7556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tr-TR" sz="1700" kern="1200" dirty="0" err="1"/>
            <a:t>Generated</a:t>
          </a:r>
          <a:r>
            <a:rPr lang="tr-TR" sz="1700" kern="1200" dirty="0"/>
            <a:t> </a:t>
          </a:r>
          <a:r>
            <a:rPr lang="tr-TR" sz="1700" kern="1200" dirty="0" err="1"/>
            <a:t>from</a:t>
          </a:r>
          <a:r>
            <a:rPr lang="tr-TR" sz="1700" kern="1200" dirty="0"/>
            <a:t> </a:t>
          </a:r>
          <a:r>
            <a:rPr lang="tr-TR" sz="1700" kern="1200" dirty="0" err="1"/>
            <a:t>public</a:t>
          </a:r>
          <a:r>
            <a:rPr lang="tr-TR" sz="1700" kern="1200" dirty="0"/>
            <a:t> </a:t>
          </a:r>
          <a:r>
            <a:rPr lang="tr-TR" sz="1700" kern="1200" dirty="0" err="1"/>
            <a:t>key</a:t>
          </a:r>
          <a:endParaRPr lang="en-US" sz="1700" kern="1200" dirty="0"/>
        </a:p>
      </dsp:txBody>
      <dsp:txXfrm>
        <a:off x="5605863" y="1965707"/>
        <a:ext cx="2383593" cy="622898"/>
      </dsp:txXfrm>
    </dsp:sp>
    <dsp:sp modelId="{94ABA78A-3859-4BCE-9F65-E3C33A4610DA}">
      <dsp:nvSpPr>
        <dsp:cNvPr id="0" name=""/>
        <dsp:cNvSpPr/>
      </dsp:nvSpPr>
      <dsp:spPr>
        <a:xfrm>
          <a:off x="8406586" y="651898"/>
          <a:ext cx="834257" cy="834257"/>
        </a:xfrm>
        <a:prstGeom prst="rect">
          <a:avLst/>
        </a:prstGeom>
        <a:blipFill>
          <a:blip xmlns:r="http://schemas.openxmlformats.org/officeDocument/2006/relationships" r:embed="rId7" cstate="email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8"/>
              </a:ext>
            </a:extLst>
          </a:blip>
          <a:stretch>
            <a:fillRect/>
          </a:stretch>
        </a:blipFill>
        <a:ln w="12700" cap="flat" cmpd="sng" algn="ctr">
          <a:noFill/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065B2B11-9441-494F-90DD-73D1A42CE20E}">
      <dsp:nvSpPr>
        <dsp:cNvPr id="0" name=""/>
        <dsp:cNvSpPr/>
      </dsp:nvSpPr>
      <dsp:spPr>
        <a:xfrm>
          <a:off x="8406586" y="1569434"/>
          <a:ext cx="2383593" cy="357539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l" defTabSz="10223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  <a:defRPr b="1"/>
          </a:pPr>
          <a:r>
            <a:rPr lang="tr-TR" sz="2300" kern="1200"/>
            <a:t>Balance</a:t>
          </a:r>
          <a:endParaRPr lang="en-US" sz="2300" kern="1200"/>
        </a:p>
      </dsp:txBody>
      <dsp:txXfrm>
        <a:off x="8406586" y="1569434"/>
        <a:ext cx="2383593" cy="357539"/>
      </dsp:txXfrm>
    </dsp:sp>
    <dsp:sp modelId="{CC6E153B-ED2C-49D9-A5AF-F45EB43E57A5}">
      <dsp:nvSpPr>
        <dsp:cNvPr id="0" name=""/>
        <dsp:cNvSpPr/>
      </dsp:nvSpPr>
      <dsp:spPr>
        <a:xfrm>
          <a:off x="8406586" y="1965707"/>
          <a:ext cx="2383593" cy="622898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l" defTabSz="7556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700" kern="1200"/>
            <a:t>is the </a:t>
          </a:r>
          <a:r>
            <a:rPr lang="en-US" sz="1700" b="1" kern="1200"/>
            <a:t>sum of all UTXO</a:t>
          </a:r>
          <a:endParaRPr lang="en-US" sz="1700" kern="1200"/>
        </a:p>
        <a:p>
          <a:pPr marL="0" lvl="0" indent="0" algn="l" defTabSz="7556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700" kern="1200"/>
            <a:t>user’s wallet can</a:t>
          </a:r>
          <a:r>
            <a:rPr lang="tr-TR" sz="1700" kern="1200"/>
            <a:t> </a:t>
          </a:r>
          <a:r>
            <a:rPr lang="en-US" sz="1700" kern="1200"/>
            <a:t>spend</a:t>
          </a:r>
        </a:p>
      </dsp:txBody>
      <dsp:txXfrm>
        <a:off x="8406586" y="1965707"/>
        <a:ext cx="2383593" cy="622898"/>
      </dsp:txXfrm>
    </dsp:sp>
  </dsp:spTree>
</dsp:drawing>
</file>

<file path=ppt/diagrams/drawing15.xml><?xml version="1.0" encoding="utf-8"?>
<dsp:drawing xmlns:dgm="http://schemas.openxmlformats.org/drawingml/2006/diagram" xmlns:dsp="http://schemas.microsoft.com/office/drawing/2008/diagram" xmlns:a="http://schemas.openxmlformats.org/drawingml/2006/main">
  <dsp:spTree>
    <dsp:nvGrpSpPr>
      <dsp:cNvPr id="0" name=""/>
      <dsp:cNvGrpSpPr/>
    </dsp:nvGrpSpPr>
    <dsp:grpSpPr/>
    <dsp:sp modelId="{2439A954-0CD4-4275-9078-D9F938C42538}">
      <dsp:nvSpPr>
        <dsp:cNvPr id="0" name=""/>
        <dsp:cNvSpPr/>
      </dsp:nvSpPr>
      <dsp:spPr>
        <a:xfrm>
          <a:off x="337" y="632639"/>
          <a:ext cx="1125140" cy="1125140"/>
        </a:xfrm>
        <a:prstGeom prst="rect">
          <a:avLst/>
        </a:prstGeom>
        <a:blipFill>
          <a:blip xmlns:r="http://schemas.openxmlformats.org/officeDocument/2006/relationships" r:embed="rId1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2"/>
              </a:ext>
            </a:extLst>
          </a:blip>
          <a:stretch>
            <a:fillRect/>
          </a:stretch>
        </a:blipFill>
        <a:ln w="12700" cap="flat" cmpd="sng" algn="ctr">
          <a:noFill/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C288062C-D7A7-431B-B922-B574FA9DE88B}">
      <dsp:nvSpPr>
        <dsp:cNvPr id="0" name=""/>
        <dsp:cNvSpPr/>
      </dsp:nvSpPr>
      <dsp:spPr>
        <a:xfrm>
          <a:off x="337" y="1860377"/>
          <a:ext cx="3214687" cy="482203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l" defTabSz="13779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  <a:defRPr b="1"/>
          </a:pPr>
          <a:r>
            <a:rPr lang="tr-TR" sz="3100" kern="1200" dirty="0"/>
            <a:t>UTXO Scattered</a:t>
          </a:r>
          <a:endParaRPr lang="en-US" sz="3100" kern="1200" dirty="0"/>
        </a:p>
      </dsp:txBody>
      <dsp:txXfrm>
        <a:off x="337" y="1860377"/>
        <a:ext cx="3214687" cy="482203"/>
      </dsp:txXfrm>
    </dsp:sp>
    <dsp:sp modelId="{A80FBFB2-F375-49A6-8ACA-82E79572CECC}">
      <dsp:nvSpPr>
        <dsp:cNvPr id="0" name=""/>
        <dsp:cNvSpPr/>
      </dsp:nvSpPr>
      <dsp:spPr>
        <a:xfrm>
          <a:off x="337" y="2390299"/>
          <a:ext cx="3214687" cy="628310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l" defTabSz="7556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700" kern="1200" dirty="0"/>
            <a:t>among hundreds of transactions</a:t>
          </a:r>
        </a:p>
        <a:p>
          <a:pPr marL="0" lvl="0" indent="0" algn="l" defTabSz="7556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700" kern="1200" dirty="0"/>
            <a:t>hundreds of</a:t>
          </a:r>
          <a:r>
            <a:rPr lang="tr-TR" sz="1700" kern="1200" dirty="0"/>
            <a:t> </a:t>
          </a:r>
          <a:r>
            <a:rPr lang="en-US" sz="1700" kern="1200" dirty="0"/>
            <a:t>blocks</a:t>
          </a:r>
        </a:p>
      </dsp:txBody>
      <dsp:txXfrm>
        <a:off x="337" y="2390299"/>
        <a:ext cx="3214687" cy="628310"/>
      </dsp:txXfrm>
    </dsp:sp>
    <dsp:sp modelId="{0944D30F-E6D1-4A5E-9223-AC647106F6C5}">
      <dsp:nvSpPr>
        <dsp:cNvPr id="0" name=""/>
        <dsp:cNvSpPr/>
      </dsp:nvSpPr>
      <dsp:spPr>
        <a:xfrm>
          <a:off x="3777595" y="632639"/>
          <a:ext cx="1125140" cy="1125140"/>
        </a:xfrm>
        <a:prstGeom prst="rect">
          <a:avLst/>
        </a:prstGeom>
        <a:blipFill>
          <a:blip xmlns:r="http://schemas.openxmlformats.org/officeDocument/2006/relationships" r:embed="rId3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4"/>
              </a:ext>
            </a:extLst>
          </a:blip>
          <a:stretch>
            <a:fillRect/>
          </a:stretch>
        </a:blipFill>
        <a:ln w="12700" cap="flat" cmpd="sng" algn="ctr">
          <a:noFill/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EFCF77D7-0CA5-4D99-9632-98B2355FA922}">
      <dsp:nvSpPr>
        <dsp:cNvPr id="0" name=""/>
        <dsp:cNvSpPr/>
      </dsp:nvSpPr>
      <dsp:spPr>
        <a:xfrm>
          <a:off x="3777595" y="1860377"/>
          <a:ext cx="3214687" cy="482203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l" defTabSz="13779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  <a:defRPr b="1"/>
          </a:pPr>
          <a:r>
            <a:rPr lang="tr-TR" sz="3100" kern="1200" dirty="0"/>
            <a:t>calculation</a:t>
          </a:r>
          <a:endParaRPr lang="en-US" sz="3100" kern="1200" dirty="0"/>
        </a:p>
      </dsp:txBody>
      <dsp:txXfrm>
        <a:off x="3777595" y="1860377"/>
        <a:ext cx="3214687" cy="482203"/>
      </dsp:txXfrm>
    </dsp:sp>
    <dsp:sp modelId="{FD40ECCA-8B6B-4A45-9165-7ED7FA2C360B}">
      <dsp:nvSpPr>
        <dsp:cNvPr id="0" name=""/>
        <dsp:cNvSpPr/>
      </dsp:nvSpPr>
      <dsp:spPr>
        <a:xfrm>
          <a:off x="3777595" y="2390299"/>
          <a:ext cx="3214687" cy="628310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l" defTabSz="7556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700" kern="1200" dirty="0"/>
            <a:t>scanning the blockchain</a:t>
          </a:r>
        </a:p>
        <a:p>
          <a:pPr marL="0" lvl="0" indent="0" algn="l" defTabSz="7556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700" kern="1200"/>
            <a:t>aggregating the value of UTXO</a:t>
          </a:r>
        </a:p>
      </dsp:txBody>
      <dsp:txXfrm>
        <a:off x="3777595" y="2390299"/>
        <a:ext cx="3214687" cy="628310"/>
      </dsp:txXfrm>
    </dsp:sp>
  </dsp:spTree>
</dsp:drawing>
</file>

<file path=ppt/diagrams/drawing16.xml><?xml version="1.0" encoding="utf-8"?>
<dsp:drawing xmlns:dgm="http://schemas.openxmlformats.org/drawingml/2006/diagram" xmlns:dsp="http://schemas.microsoft.com/office/drawing/2008/diagram" xmlns:a="http://schemas.openxmlformats.org/drawingml/2006/main">
  <dsp:spTree>
    <dsp:nvGrpSpPr>
      <dsp:cNvPr id="0" name=""/>
      <dsp:cNvGrpSpPr/>
    </dsp:nvGrpSpPr>
    <dsp:grpSpPr/>
    <dsp:sp modelId="{280ACA7A-CB2E-461A-BFFE-73C4E9C39ABC}">
      <dsp:nvSpPr>
        <dsp:cNvPr id="0" name=""/>
        <dsp:cNvSpPr/>
      </dsp:nvSpPr>
      <dsp:spPr>
        <a:xfrm>
          <a:off x="7190" y="331004"/>
          <a:ext cx="1156494" cy="1156494"/>
        </a:xfrm>
        <a:prstGeom prst="rect">
          <a:avLst/>
        </a:prstGeom>
        <a:blipFill>
          <a:blip xmlns:r="http://schemas.openxmlformats.org/officeDocument/2006/relationships" r:embed="rId1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2"/>
              </a:ext>
            </a:extLst>
          </a:blip>
          <a:stretch>
            <a:fillRect/>
          </a:stretch>
        </a:blipFill>
        <a:ln w="12700" cap="flat" cmpd="sng" algn="ctr">
          <a:noFill/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6F40F831-E42A-4839-8BD6-71D879926D40}">
      <dsp:nvSpPr>
        <dsp:cNvPr id="0" name=""/>
        <dsp:cNvSpPr/>
      </dsp:nvSpPr>
      <dsp:spPr>
        <a:xfrm>
          <a:off x="7190" y="1592165"/>
          <a:ext cx="3304270" cy="495640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l" defTabSz="13779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  <a:defRPr b="1"/>
          </a:pPr>
          <a:r>
            <a:rPr lang="en-US" sz="3100" kern="1200" dirty="0"/>
            <a:t>balance</a:t>
          </a:r>
          <a:r>
            <a:rPr lang="tr-TR" sz="3100" kern="1200" dirty="0"/>
            <a:t> is a concept</a:t>
          </a:r>
          <a:endParaRPr lang="en-US" sz="3100" kern="1200" dirty="0"/>
        </a:p>
      </dsp:txBody>
      <dsp:txXfrm>
        <a:off x="7190" y="1592165"/>
        <a:ext cx="3304270" cy="495640"/>
      </dsp:txXfrm>
    </dsp:sp>
    <dsp:sp modelId="{68D3BE6A-C388-4187-9C33-3BFFAF333A80}">
      <dsp:nvSpPr>
        <dsp:cNvPr id="0" name=""/>
        <dsp:cNvSpPr/>
      </dsp:nvSpPr>
      <dsp:spPr>
        <a:xfrm>
          <a:off x="7190" y="2136488"/>
          <a:ext cx="3304270" cy="628632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l" defTabSz="7556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700" u="sng" kern="1200" dirty="0"/>
            <a:t>created</a:t>
          </a:r>
          <a:r>
            <a:rPr lang="en-US" sz="1700" kern="1200" dirty="0"/>
            <a:t> by</a:t>
          </a:r>
        </a:p>
        <a:p>
          <a:pPr marL="0" lvl="0" indent="0" algn="l" defTabSz="7556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700" kern="1200"/>
            <a:t>the </a:t>
          </a:r>
          <a:r>
            <a:rPr lang="en-US" sz="1700" b="1" kern="1200"/>
            <a:t>wallet application</a:t>
          </a:r>
          <a:endParaRPr lang="en-US" sz="1700" kern="1200"/>
        </a:p>
      </dsp:txBody>
      <dsp:txXfrm>
        <a:off x="7190" y="2136488"/>
        <a:ext cx="3304270" cy="628632"/>
      </dsp:txXfrm>
    </dsp:sp>
    <dsp:sp modelId="{1847D2A2-A0F6-424D-961B-D9C1563379AA}">
      <dsp:nvSpPr>
        <dsp:cNvPr id="0" name=""/>
        <dsp:cNvSpPr/>
      </dsp:nvSpPr>
      <dsp:spPr>
        <a:xfrm>
          <a:off x="3889708" y="331004"/>
          <a:ext cx="1156494" cy="1156494"/>
        </a:xfrm>
        <a:prstGeom prst="rect">
          <a:avLst/>
        </a:prstGeom>
        <a:blipFill>
          <a:blip xmlns:r="http://schemas.openxmlformats.org/officeDocument/2006/relationships" r:embed="rId3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4"/>
              </a:ext>
            </a:extLst>
          </a:blip>
          <a:stretch>
            <a:fillRect/>
          </a:stretch>
        </a:blipFill>
        <a:ln w="12700" cap="flat" cmpd="sng" algn="ctr">
          <a:noFill/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74AFD82D-6E03-4E5D-85F5-EF4D0DEB54F6}">
      <dsp:nvSpPr>
        <dsp:cNvPr id="0" name=""/>
        <dsp:cNvSpPr/>
      </dsp:nvSpPr>
      <dsp:spPr>
        <a:xfrm>
          <a:off x="3889708" y="1592165"/>
          <a:ext cx="3304270" cy="495640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l" defTabSz="13779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  <a:defRPr b="1"/>
          </a:pPr>
          <a:r>
            <a:rPr lang="tr-TR" sz="3100" kern="1200" dirty="0"/>
            <a:t>Condition To Spend</a:t>
          </a:r>
          <a:endParaRPr lang="en-US" sz="3100" kern="1200" dirty="0"/>
        </a:p>
      </dsp:txBody>
      <dsp:txXfrm>
        <a:off x="3889708" y="1592165"/>
        <a:ext cx="3304270" cy="495640"/>
      </dsp:txXfrm>
    </dsp:sp>
    <dsp:sp modelId="{6607DE88-1852-4998-9E24-56F4A2B34ED9}">
      <dsp:nvSpPr>
        <dsp:cNvPr id="0" name=""/>
        <dsp:cNvSpPr/>
      </dsp:nvSpPr>
      <dsp:spPr>
        <a:xfrm>
          <a:off x="3889708" y="2136488"/>
          <a:ext cx="3304270" cy="628632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l" defTabSz="7556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700" kern="1200" dirty="0"/>
            <a:t>the wallet can spend</a:t>
          </a:r>
          <a:r>
            <a:rPr lang="tr-TR" sz="1700" kern="1200" dirty="0"/>
            <a:t> UTXO</a:t>
          </a:r>
          <a:endParaRPr lang="en-US" sz="1700" kern="1200" dirty="0"/>
        </a:p>
        <a:p>
          <a:pPr marL="0" lvl="0" indent="0" algn="l" defTabSz="7556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700" kern="1200"/>
            <a:t>with the keys it controls</a:t>
          </a:r>
        </a:p>
      </dsp:txBody>
      <dsp:txXfrm>
        <a:off x="3889708" y="2136488"/>
        <a:ext cx="3304270" cy="628632"/>
      </dsp:txXfrm>
    </dsp:sp>
  </dsp:spTree>
</dsp:drawing>
</file>

<file path=ppt/diagrams/drawing17.xml><?xml version="1.0" encoding="utf-8"?>
<dsp:drawing xmlns:dgm="http://schemas.openxmlformats.org/drawingml/2006/diagram" xmlns:dsp="http://schemas.microsoft.com/office/drawing/2008/diagram" xmlns:a="http://schemas.openxmlformats.org/drawingml/2006/main">
  <dsp:spTree>
    <dsp:nvGrpSpPr>
      <dsp:cNvPr id="0" name=""/>
      <dsp:cNvGrpSpPr/>
    </dsp:nvGrpSpPr>
    <dsp:grpSpPr/>
    <dsp:sp modelId="{295276F1-811C-48FE-AA65-138BDB9D1924}">
      <dsp:nvSpPr>
        <dsp:cNvPr id="0" name=""/>
        <dsp:cNvSpPr/>
      </dsp:nvSpPr>
      <dsp:spPr>
        <a:xfrm>
          <a:off x="774481" y="919083"/>
          <a:ext cx="828351" cy="828351"/>
        </a:xfrm>
        <a:prstGeom prst="rect">
          <a:avLst/>
        </a:prstGeom>
        <a:blipFill rotWithShape="1">
          <a:blip xmlns:r="http://schemas.openxmlformats.org/officeDocument/2006/relationships" r:embed="rId1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>
            <a:fillRect t="-4000" b="-4000"/>
          </a:stretch>
        </a:blipFill>
        <a:ln w="12700" cap="flat" cmpd="sng" algn="ctr">
          <a:noFill/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4A5B35BC-D990-4450-A7B0-67661E35BF1D}">
      <dsp:nvSpPr>
        <dsp:cNvPr id="0" name=""/>
        <dsp:cNvSpPr/>
      </dsp:nvSpPr>
      <dsp:spPr>
        <a:xfrm>
          <a:off x="5297" y="1848089"/>
          <a:ext cx="2366718" cy="355007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97790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  <a:defRPr b="1"/>
          </a:pPr>
          <a:r>
            <a:rPr lang="en-US" sz="2200" kern="1200" dirty="0"/>
            <a:t>wallets </a:t>
          </a:r>
        </a:p>
      </dsp:txBody>
      <dsp:txXfrm>
        <a:off x="5297" y="1848089"/>
        <a:ext cx="2366718" cy="355007"/>
      </dsp:txXfrm>
    </dsp:sp>
    <dsp:sp modelId="{B1320836-02D0-4F0E-AB48-717FD698DC0B}">
      <dsp:nvSpPr>
        <dsp:cNvPr id="0" name=""/>
        <dsp:cNvSpPr/>
      </dsp:nvSpPr>
      <dsp:spPr>
        <a:xfrm>
          <a:off x="5297" y="2249913"/>
          <a:ext cx="2366718" cy="1009970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7556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700" kern="1200" dirty="0"/>
            <a:t>maintain a database</a:t>
          </a:r>
        </a:p>
        <a:p>
          <a:pPr marL="0" lvl="0" indent="0" algn="ctr" defTabSz="7556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700" kern="1200" dirty="0"/>
            <a:t>or use a database service </a:t>
          </a:r>
        </a:p>
      </dsp:txBody>
      <dsp:txXfrm>
        <a:off x="5297" y="2249913"/>
        <a:ext cx="2366718" cy="1009970"/>
      </dsp:txXfrm>
    </dsp:sp>
    <dsp:sp modelId="{1A54239A-4950-4E1A-B59D-EA633557F68F}">
      <dsp:nvSpPr>
        <dsp:cNvPr id="0" name=""/>
        <dsp:cNvSpPr/>
      </dsp:nvSpPr>
      <dsp:spPr>
        <a:xfrm>
          <a:off x="3555375" y="919083"/>
          <a:ext cx="828351" cy="828351"/>
        </a:xfrm>
        <a:prstGeom prst="rect">
          <a:avLst/>
        </a:prstGeom>
        <a:blipFill>
          <a:blip xmlns:r="http://schemas.openxmlformats.org/officeDocument/2006/relationships" r:embed="rId2" cstate="email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3"/>
              </a:ext>
            </a:extLst>
          </a:blip>
          <a:stretch>
            <a:fillRect/>
          </a:stretch>
        </a:blipFill>
        <a:ln w="12700" cap="flat" cmpd="sng" algn="ctr">
          <a:noFill/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3324B262-4204-4A61-8DB1-B6347A1E5C86}">
      <dsp:nvSpPr>
        <dsp:cNvPr id="0" name=""/>
        <dsp:cNvSpPr/>
      </dsp:nvSpPr>
      <dsp:spPr>
        <a:xfrm>
          <a:off x="2786192" y="1848089"/>
          <a:ext cx="2366718" cy="355007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97790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  <a:defRPr b="1"/>
          </a:pPr>
          <a:r>
            <a:rPr lang="tr-TR" sz="2200" kern="1200" dirty="0"/>
            <a:t>Reference</a:t>
          </a:r>
          <a:endParaRPr lang="en-US" sz="2200" kern="1200" dirty="0"/>
        </a:p>
      </dsp:txBody>
      <dsp:txXfrm>
        <a:off x="2786192" y="1848089"/>
        <a:ext cx="2366718" cy="355007"/>
      </dsp:txXfrm>
    </dsp:sp>
    <dsp:sp modelId="{80B129B9-3E77-4908-87B1-DD7BD1F137B0}">
      <dsp:nvSpPr>
        <dsp:cNvPr id="0" name=""/>
        <dsp:cNvSpPr/>
      </dsp:nvSpPr>
      <dsp:spPr>
        <a:xfrm>
          <a:off x="2786192" y="2249913"/>
          <a:ext cx="2366718" cy="1009970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7556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700" kern="1200" dirty="0"/>
            <a:t>store</a:t>
          </a:r>
          <a:r>
            <a:rPr lang="tr-TR" sz="1700" kern="1200" dirty="0"/>
            <a:t> </a:t>
          </a:r>
          <a:r>
            <a:rPr lang="en-US" sz="1700" kern="1200" dirty="0"/>
            <a:t>a quick reference set</a:t>
          </a:r>
        </a:p>
        <a:p>
          <a:pPr marL="0" lvl="0" indent="0" algn="ctr" defTabSz="7556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700" kern="1200"/>
            <a:t>of </a:t>
          </a:r>
          <a:r>
            <a:rPr lang="en-US" sz="1700" kern="1200" dirty="0"/>
            <a:t>all the UTXO </a:t>
          </a:r>
        </a:p>
      </dsp:txBody>
      <dsp:txXfrm>
        <a:off x="2786192" y="2249913"/>
        <a:ext cx="2366718" cy="1009970"/>
      </dsp:txXfrm>
    </dsp:sp>
    <dsp:sp modelId="{6F774987-1E82-4F46-BB18-D43563BACCF4}">
      <dsp:nvSpPr>
        <dsp:cNvPr id="0" name=""/>
        <dsp:cNvSpPr/>
      </dsp:nvSpPr>
      <dsp:spPr>
        <a:xfrm>
          <a:off x="6336270" y="919083"/>
          <a:ext cx="828351" cy="828351"/>
        </a:xfrm>
        <a:prstGeom prst="rect">
          <a:avLst/>
        </a:prstGeom>
        <a:blipFill rotWithShape="1">
          <a:blip xmlns:r="http://schemas.openxmlformats.org/officeDocument/2006/relationships" r:embed="rId4" cstate="email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5"/>
              </a:ext>
            </a:extLst>
          </a:blip>
          <a:srcRect/>
          <a:stretch>
            <a:fillRect/>
          </a:stretch>
        </a:blipFill>
        <a:ln w="12700" cap="flat" cmpd="sng" algn="ctr">
          <a:solidFill>
            <a:schemeClr val="lt1">
              <a:alpha val="0"/>
              <a:hueOff val="0"/>
              <a:satOff val="0"/>
              <a:lumOff val="0"/>
              <a:alphaOff val="0"/>
            </a:schemeClr>
          </a:solidFill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64E3651C-56A0-476F-85CC-FBB2B5E505D0}">
      <dsp:nvSpPr>
        <dsp:cNvPr id="0" name=""/>
        <dsp:cNvSpPr/>
      </dsp:nvSpPr>
      <dsp:spPr>
        <a:xfrm>
          <a:off x="5567086" y="1848089"/>
          <a:ext cx="2366718" cy="355007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97790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  <a:defRPr b="1"/>
          </a:pPr>
          <a:r>
            <a:rPr lang="tr-TR" sz="2200" kern="1200" dirty="0"/>
            <a:t>Quick access</a:t>
          </a:r>
          <a:endParaRPr lang="en-US" sz="2200" kern="1200" dirty="0"/>
        </a:p>
      </dsp:txBody>
      <dsp:txXfrm>
        <a:off x="5567086" y="1848089"/>
        <a:ext cx="2366718" cy="355007"/>
      </dsp:txXfrm>
    </dsp:sp>
    <dsp:sp modelId="{83689334-0766-4808-B318-E4D75ED72DB9}">
      <dsp:nvSpPr>
        <dsp:cNvPr id="0" name=""/>
        <dsp:cNvSpPr/>
      </dsp:nvSpPr>
      <dsp:spPr>
        <a:xfrm>
          <a:off x="5567086" y="2249913"/>
          <a:ext cx="2366718" cy="1009970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7556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tr-TR" sz="1700" kern="1200" dirty="0"/>
            <a:t>to the UTXO</a:t>
          </a:r>
          <a:endParaRPr lang="en-US" sz="1700" kern="1200" dirty="0"/>
        </a:p>
        <a:p>
          <a:pPr marL="0" lvl="0" indent="0" algn="ctr" defTabSz="7556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700" kern="1200"/>
            <a:t>they </a:t>
          </a:r>
          <a:r>
            <a:rPr lang="en-US" sz="1700" kern="1200" dirty="0"/>
            <a:t>can</a:t>
          </a:r>
          <a:r>
            <a:rPr lang="tr-TR" sz="1700" kern="1200" dirty="0"/>
            <a:t> </a:t>
          </a:r>
          <a:r>
            <a:rPr lang="en-US" sz="1700" kern="1200" dirty="0"/>
            <a:t>spend</a:t>
          </a:r>
        </a:p>
        <a:p>
          <a:pPr marL="0" lvl="0" indent="0" algn="ctr" defTabSz="7556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700" kern="1200"/>
            <a:t>with </a:t>
          </a:r>
          <a:r>
            <a:rPr lang="en-US" sz="1700" kern="1200" dirty="0"/>
            <a:t>the keys they control.</a:t>
          </a:r>
        </a:p>
      </dsp:txBody>
      <dsp:txXfrm>
        <a:off x="5567086" y="2249913"/>
        <a:ext cx="2366718" cy="1009970"/>
      </dsp:txXfrm>
    </dsp:sp>
  </dsp:spTree>
</dsp:drawing>
</file>

<file path=ppt/diagrams/drawing18.xml><?xml version="1.0" encoding="utf-8"?>
<dsp:drawing xmlns:dgm="http://schemas.openxmlformats.org/drawingml/2006/diagram" xmlns:dsp="http://schemas.microsoft.com/office/drawing/2008/diagram" xmlns:a="http://schemas.openxmlformats.org/drawingml/2006/main">
  <dsp:spTree>
    <dsp:nvGrpSpPr>
      <dsp:cNvPr id="0" name=""/>
      <dsp:cNvGrpSpPr/>
    </dsp:nvGrpSpPr>
    <dsp:grpSpPr/>
    <dsp:sp modelId="{33859815-061D-491B-A51E-B1C90FFA9CC3}">
      <dsp:nvSpPr>
        <dsp:cNvPr id="0" name=""/>
        <dsp:cNvSpPr/>
      </dsp:nvSpPr>
      <dsp:spPr>
        <a:xfrm>
          <a:off x="2156" y="980025"/>
          <a:ext cx="750093" cy="750093"/>
        </a:xfrm>
        <a:prstGeom prst="rect">
          <a:avLst/>
        </a:prstGeom>
        <a:blipFill>
          <a:blip xmlns:r="http://schemas.openxmlformats.org/officeDocument/2006/relationships" r:embed="rId1" cstate="email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2"/>
              </a:ext>
            </a:extLst>
          </a:blip>
          <a:stretch>
            <a:fillRect/>
          </a:stretch>
        </a:blipFill>
        <a:ln w="12700" cap="flat" cmpd="sng" algn="ctr">
          <a:noFill/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3E1BE0D3-99B0-4E12-969A-D532221F81AC}">
      <dsp:nvSpPr>
        <dsp:cNvPr id="0" name=""/>
        <dsp:cNvSpPr/>
      </dsp:nvSpPr>
      <dsp:spPr>
        <a:xfrm>
          <a:off x="2156" y="1802840"/>
          <a:ext cx="2143124" cy="321468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l" defTabSz="8445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  <a:defRPr b="1"/>
          </a:pPr>
          <a:r>
            <a:rPr lang="en-US" sz="1900" kern="1200"/>
            <a:t>A transaction output</a:t>
          </a:r>
        </a:p>
      </dsp:txBody>
      <dsp:txXfrm>
        <a:off x="2156" y="1802840"/>
        <a:ext cx="2143124" cy="321468"/>
      </dsp:txXfrm>
    </dsp:sp>
    <dsp:sp modelId="{09E30945-C109-431A-8900-46C8C0C02373}">
      <dsp:nvSpPr>
        <dsp:cNvPr id="0" name=""/>
        <dsp:cNvSpPr/>
      </dsp:nvSpPr>
      <dsp:spPr>
        <a:xfrm>
          <a:off x="2156" y="2158133"/>
          <a:ext cx="2143124" cy="513091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l" defTabSz="62230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400" kern="1200"/>
            <a:t>can have </a:t>
          </a:r>
        </a:p>
        <a:p>
          <a:pPr marL="0" lvl="0" indent="0" algn="l" defTabSz="62230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400" kern="1200"/>
            <a:t>an arbitrary integer value </a:t>
          </a:r>
          <a:endParaRPr lang="tr-TR" sz="1400" kern="1200"/>
        </a:p>
      </dsp:txBody>
      <dsp:txXfrm>
        <a:off x="2156" y="2158133"/>
        <a:ext cx="2143124" cy="513091"/>
      </dsp:txXfrm>
    </dsp:sp>
    <dsp:sp modelId="{49E66259-7FDE-4AF6-B599-B274065EC768}">
      <dsp:nvSpPr>
        <dsp:cNvPr id="0" name=""/>
        <dsp:cNvSpPr/>
      </dsp:nvSpPr>
      <dsp:spPr>
        <a:xfrm>
          <a:off x="2520328" y="980025"/>
          <a:ext cx="750093" cy="750093"/>
        </a:xfrm>
        <a:prstGeom prst="rect">
          <a:avLst/>
        </a:prstGeom>
        <a:blipFill>
          <a:blip xmlns:r="http://schemas.openxmlformats.org/officeDocument/2006/relationships" r:embed="rId3" cstate="email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4"/>
              </a:ext>
            </a:extLst>
          </a:blip>
          <a:stretch>
            <a:fillRect/>
          </a:stretch>
        </a:blipFill>
        <a:ln w="12700" cap="flat" cmpd="sng" algn="ctr">
          <a:solidFill>
            <a:schemeClr val="lt1">
              <a:alpha val="0"/>
              <a:hueOff val="0"/>
              <a:satOff val="0"/>
              <a:lumOff val="0"/>
              <a:alphaOff val="0"/>
            </a:schemeClr>
          </a:solidFill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D321D517-C36A-493C-9043-24BF2A14B35B}">
      <dsp:nvSpPr>
        <dsp:cNvPr id="0" name=""/>
        <dsp:cNvSpPr/>
      </dsp:nvSpPr>
      <dsp:spPr>
        <a:xfrm>
          <a:off x="2520328" y="1802840"/>
          <a:ext cx="2143124" cy="321468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l" defTabSz="8445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  <a:defRPr b="1"/>
          </a:pPr>
          <a:r>
            <a:rPr lang="tr-TR" sz="1900" kern="1200"/>
            <a:t>Value</a:t>
          </a:r>
          <a:endParaRPr lang="en-US" sz="1900" kern="1200"/>
        </a:p>
      </dsp:txBody>
      <dsp:txXfrm>
        <a:off x="2520328" y="1802840"/>
        <a:ext cx="2143124" cy="321468"/>
      </dsp:txXfrm>
    </dsp:sp>
    <dsp:sp modelId="{F399270C-FA1B-444D-8A26-10A4E6C56C54}">
      <dsp:nvSpPr>
        <dsp:cNvPr id="0" name=""/>
        <dsp:cNvSpPr/>
      </dsp:nvSpPr>
      <dsp:spPr>
        <a:xfrm>
          <a:off x="2520328" y="2158133"/>
          <a:ext cx="2143124" cy="513091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l" defTabSz="62230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tr-TR" sz="1400" kern="1200"/>
            <a:t>is </a:t>
          </a:r>
          <a:r>
            <a:rPr lang="en-US" sz="1400" kern="1200"/>
            <a:t>denominated</a:t>
          </a:r>
        </a:p>
        <a:p>
          <a:pPr marL="0" lvl="0" indent="0" algn="l" defTabSz="62230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400" kern="1200" dirty="0"/>
            <a:t>as a </a:t>
          </a:r>
          <a:r>
            <a:rPr lang="en-US" sz="1400" u="sng" kern="1200" dirty="0"/>
            <a:t>multiple</a:t>
          </a:r>
          <a:r>
            <a:rPr lang="tr-TR" sz="1400" kern="1200" dirty="0"/>
            <a:t> </a:t>
          </a:r>
          <a:r>
            <a:rPr lang="en-US" sz="1400" kern="1200" dirty="0"/>
            <a:t>of </a:t>
          </a:r>
          <a:r>
            <a:rPr lang="tr-TR" sz="1400" b="1" kern="1200" dirty="0" err="1"/>
            <a:t>Satoshies</a:t>
          </a:r>
          <a:endParaRPr lang="en-US" sz="1400" kern="1200" dirty="0"/>
        </a:p>
      </dsp:txBody>
      <dsp:txXfrm>
        <a:off x="2520328" y="2158133"/>
        <a:ext cx="2143124" cy="513091"/>
      </dsp:txXfrm>
    </dsp:sp>
    <dsp:sp modelId="{3944D94C-EFAA-4A93-BFEB-85D965068789}">
      <dsp:nvSpPr>
        <dsp:cNvPr id="0" name=""/>
        <dsp:cNvSpPr/>
      </dsp:nvSpPr>
      <dsp:spPr>
        <a:xfrm>
          <a:off x="5038499" y="980025"/>
          <a:ext cx="750093" cy="750093"/>
        </a:xfrm>
        <a:prstGeom prst="rect">
          <a:avLst/>
        </a:prstGeom>
        <a:blipFill>
          <a:blip xmlns:r="http://schemas.openxmlformats.org/officeDocument/2006/relationships" r:embed="rId5" cstate="email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6"/>
              </a:ext>
            </a:extLst>
          </a:blip>
          <a:stretch>
            <a:fillRect/>
          </a:stretch>
        </a:blipFill>
        <a:ln w="12700" cap="flat" cmpd="sng" algn="ctr">
          <a:noFill/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4BFE6430-9414-40B5-912E-59C9F66301C8}">
      <dsp:nvSpPr>
        <dsp:cNvPr id="0" name=""/>
        <dsp:cNvSpPr/>
      </dsp:nvSpPr>
      <dsp:spPr>
        <a:xfrm>
          <a:off x="5038499" y="1802840"/>
          <a:ext cx="2143124" cy="321468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l" defTabSz="8445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  <a:defRPr b="1"/>
          </a:pPr>
          <a:r>
            <a:rPr lang="tr-TR" sz="1900" kern="1200" dirty="0" err="1"/>
            <a:t>Division</a:t>
          </a:r>
          <a:r>
            <a:rPr lang="tr-TR" sz="1900" kern="1200" dirty="0"/>
            <a:t> of </a:t>
          </a:r>
          <a:r>
            <a:rPr lang="tr-TR" sz="1900" kern="1200" dirty="0" err="1"/>
            <a:t>Bitcoin</a:t>
          </a:r>
          <a:endParaRPr lang="en-US" sz="1900" kern="1200" dirty="0"/>
        </a:p>
      </dsp:txBody>
      <dsp:txXfrm>
        <a:off x="5038499" y="1802840"/>
        <a:ext cx="2143124" cy="321468"/>
      </dsp:txXfrm>
    </dsp:sp>
    <dsp:sp modelId="{648B9ABD-5A50-480C-A6B2-5463B4A5B9F6}">
      <dsp:nvSpPr>
        <dsp:cNvPr id="0" name=""/>
        <dsp:cNvSpPr/>
      </dsp:nvSpPr>
      <dsp:spPr>
        <a:xfrm>
          <a:off x="5038499" y="2158133"/>
          <a:ext cx="2143124" cy="513091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l" defTabSz="62230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400" kern="1200" dirty="0"/>
            <a:t>bitcoin</a:t>
          </a:r>
          <a:r>
            <a:rPr lang="tr-TR" sz="1400" kern="1200" dirty="0"/>
            <a:t> </a:t>
          </a:r>
          <a:r>
            <a:rPr lang="en-US" sz="1400" kern="1200" dirty="0"/>
            <a:t>can be divided down </a:t>
          </a:r>
        </a:p>
        <a:p>
          <a:pPr marL="0" lvl="0" indent="0" algn="l" defTabSz="62230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400" kern="1200" dirty="0"/>
            <a:t>to </a:t>
          </a:r>
          <a:r>
            <a:rPr lang="tr-TR" sz="1400" kern="1200" dirty="0"/>
            <a:t>Satoshies</a:t>
          </a:r>
          <a:endParaRPr lang="en-US" sz="1400" kern="1200" dirty="0"/>
        </a:p>
      </dsp:txBody>
      <dsp:txXfrm>
        <a:off x="5038499" y="2158133"/>
        <a:ext cx="2143124" cy="513091"/>
      </dsp:txXfrm>
    </dsp:sp>
    <dsp:sp modelId="{5FE5AC07-D736-4F39-B7B5-A4193BE7C5BA}">
      <dsp:nvSpPr>
        <dsp:cNvPr id="0" name=""/>
        <dsp:cNvSpPr/>
      </dsp:nvSpPr>
      <dsp:spPr>
        <a:xfrm>
          <a:off x="7556671" y="980025"/>
          <a:ext cx="750093" cy="750093"/>
        </a:xfrm>
        <a:prstGeom prst="rect">
          <a:avLst/>
        </a:prstGeom>
        <a:blipFill rotWithShape="1">
          <a:blip xmlns:r="http://schemas.openxmlformats.org/officeDocument/2006/relationships" r:embed="rId7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>
            <a:fillRect/>
          </a:stretch>
        </a:blipFill>
        <a:ln w="12700" cap="flat" cmpd="sng" algn="ctr">
          <a:solidFill>
            <a:schemeClr val="lt1">
              <a:alpha val="0"/>
              <a:hueOff val="0"/>
              <a:satOff val="0"/>
              <a:lumOff val="0"/>
              <a:alphaOff val="0"/>
            </a:schemeClr>
          </a:solidFill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5B37CF60-B4C3-4C4B-9647-3044B7D5518D}">
      <dsp:nvSpPr>
        <dsp:cNvPr id="0" name=""/>
        <dsp:cNvSpPr/>
      </dsp:nvSpPr>
      <dsp:spPr>
        <a:xfrm>
          <a:off x="7556671" y="1802840"/>
          <a:ext cx="2143124" cy="321468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l" defTabSz="8445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  <a:defRPr b="1"/>
          </a:pPr>
          <a:r>
            <a:rPr lang="tr-TR" sz="1900" kern="1200"/>
            <a:t>Bitcoin vs Satoshi</a:t>
          </a:r>
          <a:endParaRPr lang="en-US" sz="1900" kern="1200"/>
        </a:p>
      </dsp:txBody>
      <dsp:txXfrm>
        <a:off x="7556671" y="1802840"/>
        <a:ext cx="2143124" cy="321468"/>
      </dsp:txXfrm>
    </dsp:sp>
    <dsp:sp modelId="{C82F430F-6654-4A6C-8884-46B1D798F1E2}">
      <dsp:nvSpPr>
        <dsp:cNvPr id="0" name=""/>
        <dsp:cNvSpPr/>
      </dsp:nvSpPr>
      <dsp:spPr>
        <a:xfrm>
          <a:off x="7556671" y="2158133"/>
          <a:ext cx="2143124" cy="513091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l" defTabSz="62230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tr-TR" sz="1400" kern="1200" dirty="0"/>
            <a:t>1BTC = 100 000 000 Satoshies</a:t>
          </a:r>
          <a:endParaRPr lang="en-US" sz="1400" kern="1200" dirty="0"/>
        </a:p>
      </dsp:txBody>
      <dsp:txXfrm>
        <a:off x="7556671" y="2158133"/>
        <a:ext cx="2143124" cy="513091"/>
      </dsp:txXfrm>
    </dsp:sp>
  </dsp:spTree>
</dsp:drawing>
</file>

<file path=ppt/diagrams/drawing19.xml><?xml version="1.0" encoding="utf-8"?>
<dsp:drawing xmlns:dgm="http://schemas.openxmlformats.org/drawingml/2006/diagram" xmlns:dsp="http://schemas.microsoft.com/office/drawing/2008/diagram" xmlns:a="http://schemas.openxmlformats.org/drawingml/2006/main">
  <dsp:spTree>
    <dsp:nvGrpSpPr>
      <dsp:cNvPr id="0" name=""/>
      <dsp:cNvGrpSpPr/>
    </dsp:nvGrpSpPr>
    <dsp:grpSpPr/>
    <dsp:sp modelId="{C12723F8-6867-42A6-B7DF-1A72ED30BA67}">
      <dsp:nvSpPr>
        <dsp:cNvPr id="0" name=""/>
        <dsp:cNvSpPr/>
      </dsp:nvSpPr>
      <dsp:spPr>
        <a:xfrm>
          <a:off x="698671" y="956759"/>
          <a:ext cx="750093" cy="750093"/>
        </a:xfrm>
        <a:prstGeom prst="rect">
          <a:avLst/>
        </a:prstGeom>
        <a:blipFill>
          <a:blip xmlns:r="http://schemas.openxmlformats.org/officeDocument/2006/relationships" r:embed="rId1" cstate="email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2"/>
              </a:ext>
            </a:extLst>
          </a:blip>
          <a:stretch>
            <a:fillRect/>
          </a:stretch>
        </a:blipFill>
        <a:ln w="12700" cap="flat" cmpd="sng" algn="ctr">
          <a:noFill/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2D50B6C2-BC86-454C-AE6A-824AC1C3C614}">
      <dsp:nvSpPr>
        <dsp:cNvPr id="0" name=""/>
        <dsp:cNvSpPr/>
      </dsp:nvSpPr>
      <dsp:spPr>
        <a:xfrm>
          <a:off x="2156" y="1781575"/>
          <a:ext cx="2143124" cy="321468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88900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  <a:defRPr b="1"/>
          </a:pPr>
          <a:r>
            <a:rPr lang="tr-TR" sz="2000" kern="1200"/>
            <a:t>Output</a:t>
          </a:r>
          <a:endParaRPr lang="en-US" sz="2000" kern="1200"/>
        </a:p>
      </dsp:txBody>
      <dsp:txXfrm>
        <a:off x="2156" y="1781575"/>
        <a:ext cx="2143124" cy="321468"/>
      </dsp:txXfrm>
    </dsp:sp>
    <dsp:sp modelId="{6176ED4F-03B7-44AF-9466-469AC7E5F34C}">
      <dsp:nvSpPr>
        <dsp:cNvPr id="0" name=""/>
        <dsp:cNvSpPr/>
      </dsp:nvSpPr>
      <dsp:spPr>
        <a:xfrm>
          <a:off x="2156" y="2137798"/>
          <a:ext cx="2143124" cy="556691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6667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500" kern="1200"/>
            <a:t>can</a:t>
          </a:r>
          <a:r>
            <a:rPr lang="tr-TR" sz="1500" kern="1200"/>
            <a:t> </a:t>
          </a:r>
          <a:r>
            <a:rPr lang="en-US" sz="1500" kern="1200"/>
            <a:t>have any arbitrary value</a:t>
          </a:r>
        </a:p>
      </dsp:txBody>
      <dsp:txXfrm>
        <a:off x="2156" y="2137798"/>
        <a:ext cx="2143124" cy="556691"/>
      </dsp:txXfrm>
    </dsp:sp>
    <dsp:sp modelId="{5B8DFEF4-C93F-48BF-A249-269FE71CA96D}">
      <dsp:nvSpPr>
        <dsp:cNvPr id="0" name=""/>
        <dsp:cNvSpPr/>
      </dsp:nvSpPr>
      <dsp:spPr>
        <a:xfrm>
          <a:off x="3216843" y="956759"/>
          <a:ext cx="750093" cy="750093"/>
        </a:xfrm>
        <a:prstGeom prst="rect">
          <a:avLst/>
        </a:prstGeom>
        <a:blipFill>
          <a:blip xmlns:r="http://schemas.openxmlformats.org/officeDocument/2006/relationships" r:embed="rId3" cstate="email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4"/>
              </a:ext>
            </a:extLst>
          </a:blip>
          <a:stretch>
            <a:fillRect/>
          </a:stretch>
        </a:blipFill>
        <a:ln w="12700" cap="flat" cmpd="sng" algn="ctr">
          <a:noFill/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EB07DE3C-0F78-4BD5-B5CA-A8BA30D48214}">
      <dsp:nvSpPr>
        <dsp:cNvPr id="0" name=""/>
        <dsp:cNvSpPr/>
      </dsp:nvSpPr>
      <dsp:spPr>
        <a:xfrm>
          <a:off x="2520328" y="1781575"/>
          <a:ext cx="2143124" cy="321468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88900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  <a:defRPr b="1"/>
          </a:pPr>
          <a:r>
            <a:rPr lang="tr-TR" sz="2000" kern="1200"/>
            <a:t>Indivisible</a:t>
          </a:r>
          <a:endParaRPr lang="en-US" sz="2000" kern="1200"/>
        </a:p>
      </dsp:txBody>
      <dsp:txXfrm>
        <a:off x="2520328" y="1781575"/>
        <a:ext cx="2143124" cy="321468"/>
      </dsp:txXfrm>
    </dsp:sp>
    <dsp:sp modelId="{AB5232D0-8BC4-40CC-BED3-8FFE873FC5A7}">
      <dsp:nvSpPr>
        <dsp:cNvPr id="0" name=""/>
        <dsp:cNvSpPr/>
      </dsp:nvSpPr>
      <dsp:spPr>
        <a:xfrm>
          <a:off x="2520328" y="2137798"/>
          <a:ext cx="2143124" cy="556691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6667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500" kern="1200"/>
            <a:t>once created</a:t>
          </a:r>
        </a:p>
        <a:p>
          <a:pPr marL="0" lvl="0" indent="0" algn="ctr" defTabSz="6667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tr-TR" sz="1500" kern="1200" dirty="0"/>
            <a:t>value</a:t>
          </a:r>
          <a:r>
            <a:rPr lang="en-US" sz="1500" kern="1200" dirty="0"/>
            <a:t> is </a:t>
          </a:r>
          <a:r>
            <a:rPr lang="en-US" sz="1500" b="1" kern="1200" dirty="0"/>
            <a:t>indivisible</a:t>
          </a:r>
          <a:endParaRPr lang="en-US" sz="1500" kern="1200" dirty="0"/>
        </a:p>
      </dsp:txBody>
      <dsp:txXfrm>
        <a:off x="2520328" y="2137798"/>
        <a:ext cx="2143124" cy="556691"/>
      </dsp:txXfrm>
    </dsp:sp>
    <dsp:sp modelId="{8C1CE4CB-1692-453E-89F8-CC797AC05954}">
      <dsp:nvSpPr>
        <dsp:cNvPr id="0" name=""/>
        <dsp:cNvSpPr/>
      </dsp:nvSpPr>
      <dsp:spPr>
        <a:xfrm>
          <a:off x="5735015" y="956759"/>
          <a:ext cx="750093" cy="750093"/>
        </a:xfrm>
        <a:prstGeom prst="rect">
          <a:avLst/>
        </a:prstGeom>
        <a:blipFill>
          <a:blip xmlns:r="http://schemas.openxmlformats.org/officeDocument/2006/relationships" r:embed="rId5" cstate="email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6"/>
              </a:ext>
            </a:extLst>
          </a:blip>
          <a:stretch>
            <a:fillRect/>
          </a:stretch>
        </a:blipFill>
        <a:ln w="12700" cap="flat" cmpd="sng" algn="ctr">
          <a:noFill/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0B3191B0-F7F8-45E6-A0F3-A41CB9AD8D3E}">
      <dsp:nvSpPr>
        <dsp:cNvPr id="0" name=""/>
        <dsp:cNvSpPr/>
      </dsp:nvSpPr>
      <dsp:spPr>
        <a:xfrm>
          <a:off x="5038499" y="1781575"/>
          <a:ext cx="2143124" cy="321468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88900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  <a:defRPr b="1"/>
          </a:pPr>
          <a:r>
            <a:rPr lang="tr-TR" sz="2000" kern="1200"/>
            <a:t>Discrete</a:t>
          </a:r>
          <a:r>
            <a:rPr lang="en-US" sz="2000" kern="1200"/>
            <a:t> </a:t>
          </a:r>
        </a:p>
      </dsp:txBody>
      <dsp:txXfrm>
        <a:off x="5038499" y="1781575"/>
        <a:ext cx="2143124" cy="321468"/>
      </dsp:txXfrm>
    </dsp:sp>
    <dsp:sp modelId="{A81A5455-42AE-4934-AF08-FE3156FF43C1}">
      <dsp:nvSpPr>
        <dsp:cNvPr id="0" name=""/>
        <dsp:cNvSpPr/>
      </dsp:nvSpPr>
      <dsp:spPr>
        <a:xfrm>
          <a:off x="5038499" y="2137798"/>
          <a:ext cx="2143124" cy="556691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6667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500" kern="1200"/>
            <a:t>outputs are</a:t>
          </a:r>
        </a:p>
        <a:p>
          <a:pPr marL="0" lvl="0" indent="0" algn="ctr" defTabSz="6667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500" i="1" kern="1200"/>
            <a:t>discrete </a:t>
          </a:r>
          <a:r>
            <a:rPr lang="en-US" sz="1500" kern="1200"/>
            <a:t>units</a:t>
          </a:r>
          <a:r>
            <a:rPr lang="tr-TR" sz="1500" kern="1200"/>
            <a:t> </a:t>
          </a:r>
          <a:r>
            <a:rPr lang="en-US" sz="1500" kern="1200"/>
            <a:t>of value</a:t>
          </a:r>
          <a:r>
            <a:rPr lang="tr-TR" sz="1500" kern="1200"/>
            <a:t>s</a:t>
          </a:r>
          <a:r>
            <a:rPr lang="en-US" sz="1500" kern="1200"/>
            <a:t> </a:t>
          </a:r>
        </a:p>
      </dsp:txBody>
      <dsp:txXfrm>
        <a:off x="5038499" y="2137798"/>
        <a:ext cx="2143124" cy="556691"/>
      </dsp:txXfrm>
    </dsp:sp>
    <dsp:sp modelId="{EBA1DC6F-2B21-4F8E-85BC-59832C9ADD15}">
      <dsp:nvSpPr>
        <dsp:cNvPr id="0" name=""/>
        <dsp:cNvSpPr/>
      </dsp:nvSpPr>
      <dsp:spPr>
        <a:xfrm>
          <a:off x="8253187" y="956759"/>
          <a:ext cx="750093" cy="750093"/>
        </a:xfrm>
        <a:prstGeom prst="rect">
          <a:avLst/>
        </a:prstGeom>
        <a:blipFill>
          <a:blip xmlns:r="http://schemas.openxmlformats.org/officeDocument/2006/relationships" r:embed="rId7" cstate="email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8"/>
              </a:ext>
            </a:extLst>
          </a:blip>
          <a:stretch>
            <a:fillRect/>
          </a:stretch>
        </a:blipFill>
        <a:ln w="12700" cap="flat" cmpd="sng" algn="ctr">
          <a:noFill/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4A9C4F93-F2DB-4D0F-9C7C-826D3F77F9EC}">
      <dsp:nvSpPr>
        <dsp:cNvPr id="0" name=""/>
        <dsp:cNvSpPr/>
      </dsp:nvSpPr>
      <dsp:spPr>
        <a:xfrm>
          <a:off x="7556671" y="1781575"/>
          <a:ext cx="2143124" cy="321468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88900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  <a:defRPr b="1"/>
          </a:pPr>
          <a:r>
            <a:rPr lang="tr-TR" sz="2000" kern="1200"/>
            <a:t>consumption</a:t>
          </a:r>
          <a:endParaRPr lang="en-US" sz="2000" kern="1200"/>
        </a:p>
      </dsp:txBody>
      <dsp:txXfrm>
        <a:off x="7556671" y="1781575"/>
        <a:ext cx="2143124" cy="321468"/>
      </dsp:txXfrm>
    </dsp:sp>
    <dsp:sp modelId="{860AEB66-8C23-43B4-B857-715CC938E15C}">
      <dsp:nvSpPr>
        <dsp:cNvPr id="0" name=""/>
        <dsp:cNvSpPr/>
      </dsp:nvSpPr>
      <dsp:spPr>
        <a:xfrm>
          <a:off x="7556671" y="2137798"/>
          <a:ext cx="2143124" cy="556691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6667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500" kern="1200"/>
            <a:t>An unspent output can </a:t>
          </a:r>
        </a:p>
        <a:p>
          <a:pPr marL="0" lvl="0" indent="0" algn="ctr" defTabSz="6667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500" kern="1200"/>
            <a:t>consumed</a:t>
          </a:r>
          <a:r>
            <a:rPr lang="tr-TR" sz="1500" kern="1200"/>
            <a:t> </a:t>
          </a:r>
          <a:r>
            <a:rPr lang="en-US" sz="1500" kern="1200"/>
            <a:t>in its </a:t>
          </a:r>
          <a:r>
            <a:rPr lang="en-US" sz="1500" b="1" kern="1200"/>
            <a:t>entirety</a:t>
          </a:r>
          <a:endParaRPr lang="en-US" sz="1500" kern="1200"/>
        </a:p>
      </dsp:txBody>
      <dsp:txXfrm>
        <a:off x="7556671" y="2137798"/>
        <a:ext cx="2143124" cy="556691"/>
      </dsp:txXfrm>
    </dsp:sp>
  </dsp:spTree>
</dsp:drawing>
</file>

<file path=ppt/diagrams/drawing20.xml><?xml version="1.0" encoding="utf-8"?>
<dsp:drawing xmlns:dgm="http://schemas.openxmlformats.org/drawingml/2006/diagram" xmlns:dsp="http://schemas.microsoft.com/office/drawing/2008/diagram" xmlns:a="http://schemas.openxmlformats.org/drawingml/2006/main">
  <dsp:spTree>
    <dsp:nvGrpSpPr>
      <dsp:cNvPr id="0" name=""/>
      <dsp:cNvGrpSpPr/>
    </dsp:nvGrpSpPr>
    <dsp:grpSpPr/>
    <dsp:sp modelId="{0A306D8A-4AA7-43A1-B81A-5D1D208418FB}">
      <dsp:nvSpPr>
        <dsp:cNvPr id="0" name=""/>
        <dsp:cNvSpPr/>
      </dsp:nvSpPr>
      <dsp:spPr>
        <a:xfrm>
          <a:off x="854375" y="794699"/>
          <a:ext cx="915468" cy="915468"/>
        </a:xfrm>
        <a:prstGeom prst="rect">
          <a:avLst/>
        </a:prstGeom>
        <a:blipFill>
          <a:blip xmlns:r="http://schemas.openxmlformats.org/officeDocument/2006/relationships" r:embed="rId1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2"/>
              </a:ext>
            </a:extLst>
          </a:blip>
          <a:stretch>
            <a:fillRect/>
          </a:stretch>
        </a:blipFill>
        <a:ln w="12700" cap="flat" cmpd="sng" algn="ctr">
          <a:noFill/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346C237F-0229-4429-8D66-592A0A602556}">
      <dsp:nvSpPr>
        <dsp:cNvPr id="0" name=""/>
        <dsp:cNvSpPr/>
      </dsp:nvSpPr>
      <dsp:spPr>
        <a:xfrm>
          <a:off x="4297" y="1798827"/>
          <a:ext cx="2615625" cy="392343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11112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  <a:defRPr b="1"/>
          </a:pPr>
          <a:r>
            <a:rPr lang="tr-TR" sz="2500" kern="1200"/>
            <a:t>UTXO larger?</a:t>
          </a:r>
          <a:endParaRPr lang="en-US" sz="2500" kern="1200"/>
        </a:p>
      </dsp:txBody>
      <dsp:txXfrm>
        <a:off x="4297" y="1798827"/>
        <a:ext cx="2615625" cy="392343"/>
      </dsp:txXfrm>
    </dsp:sp>
    <dsp:sp modelId="{B2C860AD-413E-41F1-886E-6E0D025D5E25}">
      <dsp:nvSpPr>
        <dsp:cNvPr id="0" name=""/>
        <dsp:cNvSpPr/>
      </dsp:nvSpPr>
      <dsp:spPr>
        <a:xfrm>
          <a:off x="4297" y="2232408"/>
          <a:ext cx="2615625" cy="624141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7556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700" kern="1200"/>
            <a:t>If an UTXO is</a:t>
          </a:r>
          <a:r>
            <a:rPr lang="tr-TR" sz="1700" kern="1200"/>
            <a:t> </a:t>
          </a:r>
          <a:r>
            <a:rPr lang="en-US" sz="1700" kern="1200"/>
            <a:t>larger</a:t>
          </a:r>
        </a:p>
        <a:p>
          <a:pPr marL="0" lvl="0" indent="0" algn="ctr" defTabSz="7556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700" kern="1200"/>
            <a:t>than</a:t>
          </a:r>
          <a:r>
            <a:rPr lang="tr-TR" sz="1700" kern="1200"/>
            <a:t> </a:t>
          </a:r>
          <a:r>
            <a:rPr lang="en-US" sz="1700" kern="1200"/>
            <a:t>the desired value</a:t>
          </a:r>
        </a:p>
      </dsp:txBody>
      <dsp:txXfrm>
        <a:off x="4297" y="2232408"/>
        <a:ext cx="2615625" cy="624141"/>
      </dsp:txXfrm>
    </dsp:sp>
    <dsp:sp modelId="{767CA89B-C9E9-4521-9259-53EB56D47B03}">
      <dsp:nvSpPr>
        <dsp:cNvPr id="0" name=""/>
        <dsp:cNvSpPr/>
      </dsp:nvSpPr>
      <dsp:spPr>
        <a:xfrm>
          <a:off x="3927734" y="794699"/>
          <a:ext cx="915468" cy="915468"/>
        </a:xfrm>
        <a:prstGeom prst="rect">
          <a:avLst/>
        </a:prstGeom>
        <a:blipFill>
          <a:blip xmlns:r="http://schemas.openxmlformats.org/officeDocument/2006/relationships" r:embed="rId3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4"/>
              </a:ext>
            </a:extLst>
          </a:blip>
          <a:stretch>
            <a:fillRect/>
          </a:stretch>
        </a:blipFill>
        <a:ln w="12700" cap="flat" cmpd="sng" algn="ctr">
          <a:noFill/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20B26671-7243-4653-9E27-804FF3B8C2FD}">
      <dsp:nvSpPr>
        <dsp:cNvPr id="0" name=""/>
        <dsp:cNvSpPr/>
      </dsp:nvSpPr>
      <dsp:spPr>
        <a:xfrm>
          <a:off x="3077656" y="1798827"/>
          <a:ext cx="2615625" cy="392343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11112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  <a:defRPr b="1"/>
          </a:pPr>
          <a:r>
            <a:rPr lang="tr-TR" sz="2500" kern="1200"/>
            <a:t>Entirety consumed</a:t>
          </a:r>
          <a:endParaRPr lang="en-US" sz="2500" kern="1200"/>
        </a:p>
      </dsp:txBody>
      <dsp:txXfrm>
        <a:off x="3077656" y="1798827"/>
        <a:ext cx="2615625" cy="392343"/>
      </dsp:txXfrm>
    </dsp:sp>
    <dsp:sp modelId="{00A3FA1D-45F8-4E28-AEA9-B47B3EBEE9C1}">
      <dsp:nvSpPr>
        <dsp:cNvPr id="0" name=""/>
        <dsp:cNvSpPr/>
      </dsp:nvSpPr>
      <dsp:spPr>
        <a:xfrm>
          <a:off x="3077656" y="2232408"/>
          <a:ext cx="2615625" cy="624141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7556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700" kern="1200" dirty="0"/>
            <a:t>it must still be consumed</a:t>
          </a:r>
        </a:p>
        <a:p>
          <a:pPr marL="0" lvl="0" indent="0" algn="ctr" defTabSz="7556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700" kern="1200"/>
            <a:t>in its entirety</a:t>
          </a:r>
        </a:p>
      </dsp:txBody>
      <dsp:txXfrm>
        <a:off x="3077656" y="2232408"/>
        <a:ext cx="2615625" cy="624141"/>
      </dsp:txXfrm>
    </dsp:sp>
    <dsp:sp modelId="{598638A2-BAB6-401A-8076-F762EACD8E24}">
      <dsp:nvSpPr>
        <dsp:cNvPr id="0" name=""/>
        <dsp:cNvSpPr/>
      </dsp:nvSpPr>
      <dsp:spPr>
        <a:xfrm>
          <a:off x="7001094" y="794699"/>
          <a:ext cx="915468" cy="915468"/>
        </a:xfrm>
        <a:prstGeom prst="rect">
          <a:avLst/>
        </a:prstGeom>
        <a:blipFill>
          <a:blip xmlns:r="http://schemas.openxmlformats.org/officeDocument/2006/relationships" r:embed="rId5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6"/>
              </a:ext>
            </a:extLst>
          </a:blip>
          <a:stretch>
            <a:fillRect/>
          </a:stretch>
        </a:blipFill>
        <a:ln w="12700" cap="flat" cmpd="sng" algn="ctr">
          <a:noFill/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24522DD0-7DF1-4310-8C77-AC7D1F7BABF0}">
      <dsp:nvSpPr>
        <dsp:cNvPr id="0" name=""/>
        <dsp:cNvSpPr/>
      </dsp:nvSpPr>
      <dsp:spPr>
        <a:xfrm>
          <a:off x="6151015" y="1798827"/>
          <a:ext cx="2615625" cy="392343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11112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  <a:defRPr b="1"/>
          </a:pPr>
          <a:r>
            <a:rPr lang="tr-TR" sz="2500" kern="1200" dirty="0"/>
            <a:t>Indivisible nature</a:t>
          </a:r>
          <a:endParaRPr lang="en-US" sz="2500" kern="1200" dirty="0"/>
        </a:p>
      </dsp:txBody>
      <dsp:txXfrm>
        <a:off x="6151015" y="1798827"/>
        <a:ext cx="2615625" cy="392343"/>
      </dsp:txXfrm>
    </dsp:sp>
    <dsp:sp modelId="{02DA8B73-44BA-4116-8A4A-CFC201417888}">
      <dsp:nvSpPr>
        <dsp:cNvPr id="0" name=""/>
        <dsp:cNvSpPr/>
      </dsp:nvSpPr>
      <dsp:spPr>
        <a:xfrm>
          <a:off x="6151015" y="2232408"/>
          <a:ext cx="2615625" cy="624141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7556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700" kern="1200"/>
            <a:t>As a result of</a:t>
          </a:r>
        </a:p>
        <a:p>
          <a:pPr marL="0" lvl="0" indent="0" algn="ctr" defTabSz="7556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700" kern="1200"/>
            <a:t>the indivisible nature</a:t>
          </a:r>
        </a:p>
      </dsp:txBody>
      <dsp:txXfrm>
        <a:off x="6151015" y="2232408"/>
        <a:ext cx="2615625" cy="624141"/>
      </dsp:txXfrm>
    </dsp:sp>
  </dsp:spTree>
</dsp:drawing>
</file>

<file path=ppt/diagrams/drawing21.xml><?xml version="1.0" encoding="utf-8"?>
<dsp:drawing xmlns:dgm="http://schemas.openxmlformats.org/drawingml/2006/diagram" xmlns:dsp="http://schemas.microsoft.com/office/drawing/2008/diagram" xmlns:a="http://schemas.openxmlformats.org/drawingml/2006/main">
  <dsp:spTree>
    <dsp:nvGrpSpPr>
      <dsp:cNvPr id="0" name=""/>
      <dsp:cNvGrpSpPr/>
    </dsp:nvGrpSpPr>
    <dsp:grpSpPr/>
    <dsp:sp modelId="{43691383-0F54-4773-915B-E893B8995BFC}">
      <dsp:nvSpPr>
        <dsp:cNvPr id="0" name=""/>
        <dsp:cNvSpPr/>
      </dsp:nvSpPr>
      <dsp:spPr>
        <a:xfrm>
          <a:off x="732141" y="911831"/>
          <a:ext cx="781101" cy="781101"/>
        </a:xfrm>
        <a:prstGeom prst="rect">
          <a:avLst/>
        </a:prstGeom>
        <a:blipFill>
          <a:blip xmlns:r="http://schemas.openxmlformats.org/officeDocument/2006/relationships" r:embed="rId1" cstate="email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2"/>
              </a:ext>
            </a:extLst>
          </a:blip>
          <a:stretch>
            <a:fillRect/>
          </a:stretch>
        </a:blipFill>
        <a:ln w="12700" cap="flat" cmpd="sng" algn="ctr">
          <a:noFill/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D581EA8C-98F9-4FBD-A117-964FB00F6204}">
      <dsp:nvSpPr>
        <dsp:cNvPr id="0" name=""/>
        <dsp:cNvSpPr/>
      </dsp:nvSpPr>
      <dsp:spPr>
        <a:xfrm>
          <a:off x="6833" y="1771519"/>
          <a:ext cx="2231718" cy="334757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9334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  <a:defRPr b="1"/>
          </a:pPr>
          <a:r>
            <a:rPr lang="tr-TR" sz="2100" kern="1200"/>
            <a:t>Example</a:t>
          </a:r>
          <a:endParaRPr lang="en-US" sz="2100" kern="1200"/>
        </a:p>
      </dsp:txBody>
      <dsp:txXfrm>
        <a:off x="6833" y="1771519"/>
        <a:ext cx="2231718" cy="334757"/>
      </dsp:txXfrm>
    </dsp:sp>
    <dsp:sp modelId="{034D016C-52DB-4173-85FB-3BE1DDE94100}">
      <dsp:nvSpPr>
        <dsp:cNvPr id="0" name=""/>
        <dsp:cNvSpPr/>
      </dsp:nvSpPr>
      <dsp:spPr>
        <a:xfrm>
          <a:off x="6833" y="2142829"/>
          <a:ext cx="2231718" cy="596588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71120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600" kern="1200" dirty="0"/>
            <a:t>UTXO worth </a:t>
          </a:r>
          <a:r>
            <a:rPr lang="tr-TR" sz="1600" kern="1200" dirty="0"/>
            <a:t>5</a:t>
          </a:r>
          <a:r>
            <a:rPr lang="en-US" sz="1600" b="1" kern="1200" dirty="0"/>
            <a:t>0</a:t>
          </a:r>
          <a:r>
            <a:rPr lang="en-US" sz="1600" kern="1200" dirty="0"/>
            <a:t> bitcoin </a:t>
          </a:r>
        </a:p>
        <a:p>
          <a:pPr marL="0" lvl="0" indent="0" algn="ctr" defTabSz="71120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600" kern="1200" dirty="0"/>
            <a:t>to pay only </a:t>
          </a:r>
          <a:r>
            <a:rPr lang="tr-TR" sz="1600" kern="1200" dirty="0"/>
            <a:t>0.5</a:t>
          </a:r>
          <a:r>
            <a:rPr lang="en-US" sz="1600" kern="1200" dirty="0"/>
            <a:t> bitcoin </a:t>
          </a:r>
        </a:p>
      </dsp:txBody>
      <dsp:txXfrm>
        <a:off x="6833" y="2142829"/>
        <a:ext cx="2231718" cy="596588"/>
      </dsp:txXfrm>
    </dsp:sp>
    <dsp:sp modelId="{E9771733-3B93-42D3-ABF6-5D22F8849E50}">
      <dsp:nvSpPr>
        <dsp:cNvPr id="0" name=""/>
        <dsp:cNvSpPr/>
      </dsp:nvSpPr>
      <dsp:spPr>
        <a:xfrm>
          <a:off x="3354411" y="911831"/>
          <a:ext cx="781101" cy="781101"/>
        </a:xfrm>
        <a:prstGeom prst="rect">
          <a:avLst/>
        </a:prstGeom>
        <a:blipFill>
          <a:blip xmlns:r="http://schemas.openxmlformats.org/officeDocument/2006/relationships" r:embed="rId3" cstate="email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4"/>
              </a:ext>
            </a:extLst>
          </a:blip>
          <a:stretch>
            <a:fillRect/>
          </a:stretch>
        </a:blipFill>
        <a:ln w="12700" cap="flat" cmpd="sng" algn="ctr">
          <a:noFill/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A2E6A6EB-B548-430C-B7D5-7D40461F2243}">
      <dsp:nvSpPr>
        <dsp:cNvPr id="0" name=""/>
        <dsp:cNvSpPr/>
      </dsp:nvSpPr>
      <dsp:spPr>
        <a:xfrm>
          <a:off x="2629102" y="1771519"/>
          <a:ext cx="2231718" cy="334757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9334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  <a:defRPr b="1"/>
          </a:pPr>
          <a:r>
            <a:rPr lang="tr-TR" sz="2100" kern="1200" dirty="0"/>
            <a:t>First UTXO</a:t>
          </a:r>
          <a:endParaRPr lang="en-US" sz="2100" kern="1200" dirty="0"/>
        </a:p>
      </dsp:txBody>
      <dsp:txXfrm>
        <a:off x="2629102" y="1771519"/>
        <a:ext cx="2231718" cy="334757"/>
      </dsp:txXfrm>
    </dsp:sp>
    <dsp:sp modelId="{3DA7C2FE-D678-43CF-8994-5CBA36815287}">
      <dsp:nvSpPr>
        <dsp:cNvPr id="0" name=""/>
        <dsp:cNvSpPr/>
      </dsp:nvSpPr>
      <dsp:spPr>
        <a:xfrm>
          <a:off x="2629102" y="2142829"/>
          <a:ext cx="2231718" cy="596588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71120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600" kern="1200" dirty="0"/>
            <a:t>paying </a:t>
          </a:r>
          <a:r>
            <a:rPr lang="tr-TR" sz="1600" b="1" kern="1200" dirty="0"/>
            <a:t>0,5</a:t>
          </a:r>
          <a:r>
            <a:rPr lang="en-US" sz="1600" kern="1200" dirty="0"/>
            <a:t> bitcoin</a:t>
          </a:r>
        </a:p>
        <a:p>
          <a:pPr marL="0" lvl="0" indent="0" algn="ctr" defTabSz="71120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600" kern="1200"/>
            <a:t>to recipient</a:t>
          </a:r>
        </a:p>
      </dsp:txBody>
      <dsp:txXfrm>
        <a:off x="2629102" y="2142829"/>
        <a:ext cx="2231718" cy="596588"/>
      </dsp:txXfrm>
    </dsp:sp>
    <dsp:sp modelId="{9F355F0D-5DBE-4100-83C3-D1C83600D565}">
      <dsp:nvSpPr>
        <dsp:cNvPr id="0" name=""/>
        <dsp:cNvSpPr/>
      </dsp:nvSpPr>
      <dsp:spPr>
        <a:xfrm>
          <a:off x="5976680" y="911831"/>
          <a:ext cx="781101" cy="781101"/>
        </a:xfrm>
        <a:prstGeom prst="rect">
          <a:avLst/>
        </a:prstGeom>
        <a:blipFill>
          <a:blip xmlns:r="http://schemas.openxmlformats.org/officeDocument/2006/relationships" r:embed="rId5" cstate="email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6"/>
              </a:ext>
            </a:extLst>
          </a:blip>
          <a:stretch>
            <a:fillRect/>
          </a:stretch>
        </a:blipFill>
        <a:ln w="12700" cap="flat" cmpd="sng" algn="ctr">
          <a:noFill/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8F7C420C-4188-4F03-9D59-1A97BA3EDE39}">
      <dsp:nvSpPr>
        <dsp:cNvPr id="0" name=""/>
        <dsp:cNvSpPr/>
      </dsp:nvSpPr>
      <dsp:spPr>
        <a:xfrm>
          <a:off x="5251372" y="1771519"/>
          <a:ext cx="2231718" cy="334757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9334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  <a:defRPr b="1"/>
          </a:pPr>
          <a:r>
            <a:rPr lang="tr-TR" sz="2100" kern="1200"/>
            <a:t>Second UTXO</a:t>
          </a:r>
          <a:endParaRPr lang="en-US" sz="2100" kern="1200"/>
        </a:p>
      </dsp:txBody>
      <dsp:txXfrm>
        <a:off x="5251372" y="1771519"/>
        <a:ext cx="2231718" cy="334757"/>
      </dsp:txXfrm>
    </dsp:sp>
    <dsp:sp modelId="{6774023A-83A6-4A4F-9DB9-F8455A4D41A7}">
      <dsp:nvSpPr>
        <dsp:cNvPr id="0" name=""/>
        <dsp:cNvSpPr/>
      </dsp:nvSpPr>
      <dsp:spPr>
        <a:xfrm>
          <a:off x="5251372" y="2142829"/>
          <a:ext cx="2231718" cy="596588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71120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600" kern="1200" dirty="0"/>
            <a:t>paying </a:t>
          </a:r>
          <a:r>
            <a:rPr lang="tr-TR" sz="1600" b="1" kern="1200" dirty="0"/>
            <a:t>49.5</a:t>
          </a:r>
          <a:r>
            <a:rPr lang="en-US" sz="1600" kern="1200" dirty="0"/>
            <a:t> bitcoin</a:t>
          </a:r>
        </a:p>
        <a:p>
          <a:pPr marL="0" lvl="0" indent="0" algn="ctr" defTabSz="71120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600" kern="1200" dirty="0"/>
            <a:t>back to </a:t>
          </a:r>
          <a:r>
            <a:rPr lang="tr-TR" sz="1600" kern="1200" dirty="0"/>
            <a:t>own</a:t>
          </a:r>
          <a:r>
            <a:rPr lang="en-US" sz="1600" kern="1200" dirty="0"/>
            <a:t> wallet</a:t>
          </a:r>
        </a:p>
      </dsp:txBody>
      <dsp:txXfrm>
        <a:off x="5251372" y="2142829"/>
        <a:ext cx="2231718" cy="596588"/>
      </dsp:txXfrm>
    </dsp:sp>
  </dsp:spTree>
</dsp:drawing>
</file>

<file path=ppt/diagrams/drawing22.xml><?xml version="1.0" encoding="utf-8"?>
<dsp:drawing xmlns:dgm="http://schemas.openxmlformats.org/drawingml/2006/diagram" xmlns:dsp="http://schemas.microsoft.com/office/drawing/2008/diagram" xmlns:a="http://schemas.openxmlformats.org/drawingml/2006/main">
  <dsp:spTree>
    <dsp:nvGrpSpPr>
      <dsp:cNvPr id="0" name=""/>
      <dsp:cNvGrpSpPr/>
    </dsp:nvGrpSpPr>
    <dsp:grpSpPr/>
    <dsp:sp modelId="{37E4EA65-E916-4221-8916-4F517BDE51F2}">
      <dsp:nvSpPr>
        <dsp:cNvPr id="0" name=""/>
        <dsp:cNvSpPr/>
      </dsp:nvSpPr>
      <dsp:spPr>
        <a:xfrm>
          <a:off x="4820" y="868509"/>
          <a:ext cx="841640" cy="841640"/>
        </a:xfrm>
        <a:prstGeom prst="rect">
          <a:avLst/>
        </a:prstGeom>
        <a:blipFill>
          <a:blip xmlns:r="http://schemas.openxmlformats.org/officeDocument/2006/relationships" r:embed="rId1" cstate="email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2"/>
              </a:ext>
            </a:extLst>
          </a:blip>
          <a:stretch>
            <a:fillRect/>
          </a:stretch>
        </a:blipFill>
        <a:ln w="12700" cap="flat" cmpd="sng" algn="ctr">
          <a:noFill/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D53FF7B0-C6C6-435D-94B5-DBEAE58D91CA}">
      <dsp:nvSpPr>
        <dsp:cNvPr id="0" name=""/>
        <dsp:cNvSpPr/>
      </dsp:nvSpPr>
      <dsp:spPr>
        <a:xfrm>
          <a:off x="4820" y="1792461"/>
          <a:ext cx="2404687" cy="360703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l" defTabSz="9334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  <a:defRPr b="1"/>
          </a:pPr>
          <a:r>
            <a:rPr lang="tr-TR" sz="2100" kern="1200" dirty="0"/>
            <a:t>transaction </a:t>
          </a:r>
          <a:r>
            <a:rPr lang="en-US" sz="2100" kern="1200" dirty="0"/>
            <a:t>creates</a:t>
          </a:r>
        </a:p>
      </dsp:txBody>
      <dsp:txXfrm>
        <a:off x="4820" y="1792461"/>
        <a:ext cx="2404687" cy="360703"/>
      </dsp:txXfrm>
    </dsp:sp>
    <dsp:sp modelId="{06DD38E2-35D2-431B-AE2F-131DBED1CDCD}">
      <dsp:nvSpPr>
        <dsp:cNvPr id="0" name=""/>
        <dsp:cNvSpPr/>
      </dsp:nvSpPr>
      <dsp:spPr>
        <a:xfrm>
          <a:off x="4820" y="2191449"/>
          <a:ext cx="2404687" cy="591291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l" defTabSz="71120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600" kern="1200"/>
            <a:t>new </a:t>
          </a:r>
          <a:r>
            <a:rPr lang="en-US" sz="1600" kern="1200" dirty="0"/>
            <a:t>transaction outputs </a:t>
          </a:r>
        </a:p>
      </dsp:txBody>
      <dsp:txXfrm>
        <a:off x="4820" y="2191449"/>
        <a:ext cx="2404687" cy="591291"/>
      </dsp:txXfrm>
    </dsp:sp>
    <dsp:sp modelId="{8E98AE8D-26B1-4CDD-8E65-6D0B2F3D2BE2}">
      <dsp:nvSpPr>
        <dsp:cNvPr id="0" name=""/>
        <dsp:cNvSpPr/>
      </dsp:nvSpPr>
      <dsp:spPr>
        <a:xfrm>
          <a:off x="2830328" y="868509"/>
          <a:ext cx="841640" cy="841640"/>
        </a:xfrm>
        <a:prstGeom prst="rect">
          <a:avLst/>
        </a:prstGeom>
        <a:blipFill rotWithShape="1">
          <a:blip xmlns:r="http://schemas.openxmlformats.org/officeDocument/2006/relationships" r:embed="rId3" cstate="email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4"/>
              </a:ext>
            </a:extLst>
          </a:blip>
          <a:srcRect/>
          <a:stretch>
            <a:fillRect/>
          </a:stretch>
        </a:blipFill>
        <a:ln w="12700" cap="flat" cmpd="sng" algn="ctr">
          <a:solidFill>
            <a:schemeClr val="lt1">
              <a:alpha val="0"/>
              <a:hueOff val="0"/>
              <a:satOff val="0"/>
              <a:lumOff val="0"/>
              <a:alphaOff val="0"/>
            </a:schemeClr>
          </a:solidFill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A1EF34A0-65A4-413A-B987-C83592AF0C42}">
      <dsp:nvSpPr>
        <dsp:cNvPr id="0" name=""/>
        <dsp:cNvSpPr/>
      </dsp:nvSpPr>
      <dsp:spPr>
        <a:xfrm>
          <a:off x="2830328" y="1792461"/>
          <a:ext cx="2404687" cy="360703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l" defTabSz="9334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  <a:defRPr b="1"/>
          </a:pPr>
          <a:r>
            <a:rPr lang="tr-TR" sz="2100" kern="1200" dirty="0"/>
            <a:t>spend in future</a:t>
          </a:r>
          <a:endParaRPr lang="en-US" sz="2100" kern="1200" dirty="0"/>
        </a:p>
      </dsp:txBody>
      <dsp:txXfrm>
        <a:off x="2830328" y="1792461"/>
        <a:ext cx="2404687" cy="360703"/>
      </dsp:txXfrm>
    </dsp:sp>
    <dsp:sp modelId="{252B9B00-BD90-4719-8C61-E0468FBF8824}">
      <dsp:nvSpPr>
        <dsp:cNvPr id="0" name=""/>
        <dsp:cNvSpPr/>
      </dsp:nvSpPr>
      <dsp:spPr>
        <a:xfrm>
          <a:off x="2830328" y="2191449"/>
          <a:ext cx="2404687" cy="591291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l" defTabSz="71120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tr-TR" sz="1600" kern="1200" dirty="0"/>
            <a:t>new UTXO</a:t>
          </a:r>
          <a:r>
            <a:rPr lang="en-US" sz="1600" kern="1200" dirty="0"/>
            <a:t> can be consumed</a:t>
          </a:r>
        </a:p>
        <a:p>
          <a:pPr marL="0" lvl="0" indent="0" algn="l" defTabSz="71120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600" kern="1200"/>
            <a:t>by </a:t>
          </a:r>
          <a:r>
            <a:rPr lang="en-US" sz="1600" kern="1200" dirty="0"/>
            <a:t>a future transaction</a:t>
          </a:r>
        </a:p>
      </dsp:txBody>
      <dsp:txXfrm>
        <a:off x="2830328" y="2191449"/>
        <a:ext cx="2404687" cy="591291"/>
      </dsp:txXfrm>
    </dsp:sp>
    <dsp:sp modelId="{8AB722C0-4C95-4AA7-ABBB-DE8D81CDB33B}">
      <dsp:nvSpPr>
        <dsp:cNvPr id="0" name=""/>
        <dsp:cNvSpPr/>
      </dsp:nvSpPr>
      <dsp:spPr>
        <a:xfrm>
          <a:off x="5655836" y="868509"/>
          <a:ext cx="841640" cy="841640"/>
        </a:xfrm>
        <a:prstGeom prst="rect">
          <a:avLst/>
        </a:prstGeom>
        <a:blipFill>
          <a:blip xmlns:r="http://schemas.openxmlformats.org/officeDocument/2006/relationships" r:embed="rId5" cstate="email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6"/>
              </a:ext>
            </a:extLst>
          </a:blip>
          <a:stretch>
            <a:fillRect/>
          </a:stretch>
        </a:blipFill>
        <a:ln w="12700" cap="flat" cmpd="sng" algn="ctr">
          <a:noFill/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E0FCAA80-96A4-47BD-8030-88227307DEB9}">
      <dsp:nvSpPr>
        <dsp:cNvPr id="0" name=""/>
        <dsp:cNvSpPr/>
      </dsp:nvSpPr>
      <dsp:spPr>
        <a:xfrm>
          <a:off x="5655836" y="1792461"/>
          <a:ext cx="2404687" cy="360703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l" defTabSz="9334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  <a:defRPr b="1"/>
          </a:pPr>
          <a:r>
            <a:rPr lang="en-US" sz="2100" kern="1200" dirty="0"/>
            <a:t>value move forward </a:t>
          </a:r>
        </a:p>
      </dsp:txBody>
      <dsp:txXfrm>
        <a:off x="5655836" y="1792461"/>
        <a:ext cx="2404687" cy="360703"/>
      </dsp:txXfrm>
    </dsp:sp>
    <dsp:sp modelId="{ED7BA3EA-A59A-4DBC-96BF-7C7C217F6302}">
      <dsp:nvSpPr>
        <dsp:cNvPr id="0" name=""/>
        <dsp:cNvSpPr/>
      </dsp:nvSpPr>
      <dsp:spPr>
        <a:xfrm>
          <a:off x="5655836" y="2191449"/>
          <a:ext cx="2404687" cy="591291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l" defTabSz="71120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600" kern="1200"/>
            <a:t>from owner to owner </a:t>
          </a:r>
        </a:p>
        <a:p>
          <a:pPr marL="0" lvl="0" indent="0" algn="l" defTabSz="71120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600" kern="1200" dirty="0"/>
            <a:t>in a chain of transactions</a:t>
          </a:r>
          <a:r>
            <a:rPr lang="tr-TR" sz="1600" kern="1200" dirty="0"/>
            <a:t> </a:t>
          </a:r>
          <a:endParaRPr lang="en-US" sz="1600" kern="1200" dirty="0"/>
        </a:p>
      </dsp:txBody>
      <dsp:txXfrm>
        <a:off x="5655836" y="2191449"/>
        <a:ext cx="2404687" cy="591291"/>
      </dsp:txXfrm>
    </dsp:sp>
    <dsp:sp modelId="{A99D3A5F-5ED6-4533-8A3A-099A0DA51F5B}">
      <dsp:nvSpPr>
        <dsp:cNvPr id="0" name=""/>
        <dsp:cNvSpPr/>
      </dsp:nvSpPr>
      <dsp:spPr>
        <a:xfrm>
          <a:off x="8481343" y="868509"/>
          <a:ext cx="841640" cy="841640"/>
        </a:xfrm>
        <a:prstGeom prst="rect">
          <a:avLst/>
        </a:prstGeom>
        <a:blipFill rotWithShape="1">
          <a:blip xmlns:r="http://schemas.openxmlformats.org/officeDocument/2006/relationships" r:embed="rId7" cstate="email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8"/>
              </a:ext>
            </a:extLst>
          </a:blip>
          <a:srcRect/>
          <a:stretch>
            <a:fillRect/>
          </a:stretch>
        </a:blipFill>
        <a:ln w="12700" cap="flat" cmpd="sng" algn="ctr">
          <a:solidFill>
            <a:schemeClr val="lt1">
              <a:alpha val="0"/>
              <a:hueOff val="0"/>
              <a:satOff val="0"/>
              <a:lumOff val="0"/>
              <a:alphaOff val="0"/>
            </a:schemeClr>
          </a:solidFill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43E16CA1-3713-4C58-A356-5428D2B1551C}">
      <dsp:nvSpPr>
        <dsp:cNvPr id="0" name=""/>
        <dsp:cNvSpPr/>
      </dsp:nvSpPr>
      <dsp:spPr>
        <a:xfrm>
          <a:off x="8481343" y="1792461"/>
          <a:ext cx="2404687" cy="360703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l" defTabSz="9334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  <a:defRPr b="1"/>
          </a:pPr>
          <a:r>
            <a:rPr lang="tr-TR" sz="2100" kern="1200" dirty="0"/>
            <a:t>transaction is a node</a:t>
          </a:r>
          <a:endParaRPr lang="en-US" sz="2100" kern="1200" dirty="0"/>
        </a:p>
      </dsp:txBody>
      <dsp:txXfrm>
        <a:off x="8481343" y="1792461"/>
        <a:ext cx="2404687" cy="360703"/>
      </dsp:txXfrm>
    </dsp:sp>
    <dsp:sp modelId="{E0467101-BE2A-4189-B722-1A63F82B7D8F}">
      <dsp:nvSpPr>
        <dsp:cNvPr id="0" name=""/>
        <dsp:cNvSpPr/>
      </dsp:nvSpPr>
      <dsp:spPr>
        <a:xfrm>
          <a:off x="8481343" y="2191449"/>
          <a:ext cx="2404687" cy="591291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l" defTabSz="71120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tr-TR" sz="1600" kern="1200" dirty="0"/>
            <a:t>consuming UTXO</a:t>
          </a:r>
          <a:endParaRPr lang="en-US" sz="1600" kern="1200" dirty="0"/>
        </a:p>
        <a:p>
          <a:pPr marL="0" lvl="0" indent="0" algn="l" defTabSz="71120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tr-TR" sz="1600" kern="1200" dirty="0"/>
            <a:t>and creating new UTXO</a:t>
          </a:r>
          <a:endParaRPr lang="en-US" sz="1600" kern="1200" dirty="0"/>
        </a:p>
      </dsp:txBody>
      <dsp:txXfrm>
        <a:off x="8481343" y="2191449"/>
        <a:ext cx="2404687" cy="591291"/>
      </dsp:txXfrm>
    </dsp:sp>
  </dsp:spTree>
</dsp:drawing>
</file>

<file path=ppt/diagrams/drawing23.xml><?xml version="1.0" encoding="utf-8"?>
<dsp:drawing xmlns:dgm="http://schemas.openxmlformats.org/drawingml/2006/diagram" xmlns:dsp="http://schemas.microsoft.com/office/drawing/2008/diagram" xmlns:a="http://schemas.openxmlformats.org/drawingml/2006/main">
  <dsp:spTree>
    <dsp:nvGrpSpPr>
      <dsp:cNvPr id="0" name=""/>
      <dsp:cNvGrpSpPr/>
    </dsp:nvGrpSpPr>
    <dsp:grpSpPr/>
    <dsp:sp modelId="{1A7BD9C8-F133-44D4-8EE8-A3DF9C85430D}">
      <dsp:nvSpPr>
        <dsp:cNvPr id="0" name=""/>
        <dsp:cNvSpPr/>
      </dsp:nvSpPr>
      <dsp:spPr>
        <a:xfrm>
          <a:off x="7045" y="900648"/>
          <a:ext cx="775195" cy="775195"/>
        </a:xfrm>
        <a:prstGeom prst="rect">
          <a:avLst/>
        </a:prstGeom>
        <a:blipFill>
          <a:blip xmlns:r="http://schemas.openxmlformats.org/officeDocument/2006/relationships" r:embed="rId1" cstate="email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2"/>
              </a:ext>
            </a:extLst>
          </a:blip>
          <a:stretch>
            <a:fillRect/>
          </a:stretch>
        </a:blipFill>
        <a:ln w="12700" cap="flat" cmpd="sng" algn="ctr">
          <a:noFill/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950BC6EC-2CEB-47BE-ADC8-C56001B31A7B}">
      <dsp:nvSpPr>
        <dsp:cNvPr id="0" name=""/>
        <dsp:cNvSpPr/>
      </dsp:nvSpPr>
      <dsp:spPr>
        <a:xfrm>
          <a:off x="7045" y="1759113"/>
          <a:ext cx="2214843" cy="332226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l" defTabSz="80010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  <a:defRPr b="1"/>
          </a:pPr>
          <a:r>
            <a:rPr lang="en-US" sz="1800" i="1" kern="1200" dirty="0"/>
            <a:t>Coinbase </a:t>
          </a:r>
          <a:r>
            <a:rPr lang="en-US" sz="1800" kern="1200" dirty="0"/>
            <a:t>transaction</a:t>
          </a:r>
        </a:p>
      </dsp:txBody>
      <dsp:txXfrm>
        <a:off x="7045" y="1759113"/>
        <a:ext cx="2214843" cy="332226"/>
      </dsp:txXfrm>
    </dsp:sp>
    <dsp:sp modelId="{3B8B5463-7D62-4E04-9A3B-B16F2F9DE763}">
      <dsp:nvSpPr>
        <dsp:cNvPr id="0" name=""/>
        <dsp:cNvSpPr/>
      </dsp:nvSpPr>
      <dsp:spPr>
        <a:xfrm>
          <a:off x="7045" y="2130070"/>
          <a:ext cx="2214843" cy="707091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l" defTabSz="5778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tr-TR" sz="1300" kern="1200" dirty="0"/>
            <a:t>First transaction</a:t>
          </a:r>
          <a:endParaRPr lang="en-US" sz="1300" kern="1200" dirty="0"/>
        </a:p>
        <a:p>
          <a:pPr marL="0" lvl="0" indent="0" algn="l" defTabSz="5778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300" kern="1200" dirty="0"/>
            <a:t>in each block</a:t>
          </a:r>
        </a:p>
      </dsp:txBody>
      <dsp:txXfrm>
        <a:off x="7045" y="2130070"/>
        <a:ext cx="2214843" cy="707091"/>
      </dsp:txXfrm>
    </dsp:sp>
    <dsp:sp modelId="{580BAF5B-F571-4846-AEA0-367E12EE19B2}">
      <dsp:nvSpPr>
        <dsp:cNvPr id="0" name=""/>
        <dsp:cNvSpPr/>
      </dsp:nvSpPr>
      <dsp:spPr>
        <a:xfrm>
          <a:off x="2609486" y="900648"/>
          <a:ext cx="775195" cy="775195"/>
        </a:xfrm>
        <a:prstGeom prst="rect">
          <a:avLst/>
        </a:prstGeom>
        <a:blipFill>
          <a:blip xmlns:r="http://schemas.openxmlformats.org/officeDocument/2006/relationships" r:embed="rId3" cstate="email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4"/>
              </a:ext>
            </a:extLst>
          </a:blip>
          <a:stretch>
            <a:fillRect/>
          </a:stretch>
        </a:blipFill>
        <a:ln w="12700" cap="flat" cmpd="sng" algn="ctr">
          <a:noFill/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B58E6072-A855-4ABD-A727-FC1A309215B8}">
      <dsp:nvSpPr>
        <dsp:cNvPr id="0" name=""/>
        <dsp:cNvSpPr/>
      </dsp:nvSpPr>
      <dsp:spPr>
        <a:xfrm>
          <a:off x="2609486" y="1759113"/>
          <a:ext cx="2214843" cy="332226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l" defTabSz="80010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  <a:defRPr b="1"/>
          </a:pPr>
          <a:r>
            <a:rPr lang="tr-TR" sz="1800" kern="1200" dirty="0"/>
            <a:t>Minting</a:t>
          </a:r>
          <a:endParaRPr lang="en-US" sz="1800" kern="1200" dirty="0"/>
        </a:p>
      </dsp:txBody>
      <dsp:txXfrm>
        <a:off x="2609486" y="1759113"/>
        <a:ext cx="2214843" cy="332226"/>
      </dsp:txXfrm>
    </dsp:sp>
    <dsp:sp modelId="{CDF32010-274F-47B4-A53F-FB98EA175748}">
      <dsp:nvSpPr>
        <dsp:cNvPr id="0" name=""/>
        <dsp:cNvSpPr/>
      </dsp:nvSpPr>
      <dsp:spPr>
        <a:xfrm>
          <a:off x="2609486" y="2130070"/>
          <a:ext cx="2214843" cy="707091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l" defTabSz="5778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300" kern="1200" dirty="0"/>
            <a:t>creates brand-new</a:t>
          </a:r>
        </a:p>
        <a:p>
          <a:pPr marL="0" lvl="0" indent="0" algn="l" defTabSz="5778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300" kern="1200"/>
            <a:t>bitcoin </a:t>
          </a:r>
          <a:r>
            <a:rPr lang="en-US" sz="1300" kern="1200" dirty="0"/>
            <a:t>payable </a:t>
          </a:r>
        </a:p>
      </dsp:txBody>
      <dsp:txXfrm>
        <a:off x="2609486" y="2130070"/>
        <a:ext cx="2214843" cy="707091"/>
      </dsp:txXfrm>
    </dsp:sp>
    <dsp:sp modelId="{1C6598DE-86F2-4BDC-98CD-468D6EC811F3}">
      <dsp:nvSpPr>
        <dsp:cNvPr id="0" name=""/>
        <dsp:cNvSpPr/>
      </dsp:nvSpPr>
      <dsp:spPr>
        <a:xfrm>
          <a:off x="5211928" y="900648"/>
          <a:ext cx="775195" cy="775195"/>
        </a:xfrm>
        <a:prstGeom prst="rect">
          <a:avLst/>
        </a:prstGeom>
        <a:blipFill rotWithShape="1">
          <a:blip xmlns:r="http://schemas.openxmlformats.org/officeDocument/2006/relationships" r:embed="rId5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>
            <a:fillRect/>
          </a:stretch>
        </a:blipFill>
        <a:ln w="12700" cap="flat" cmpd="sng" algn="ctr">
          <a:solidFill>
            <a:schemeClr val="lt1">
              <a:alpha val="0"/>
              <a:hueOff val="0"/>
              <a:satOff val="0"/>
              <a:lumOff val="0"/>
              <a:alphaOff val="0"/>
            </a:schemeClr>
          </a:solidFill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A3E2C144-F625-4F84-B7E3-AD7519A3C990}">
      <dsp:nvSpPr>
        <dsp:cNvPr id="0" name=""/>
        <dsp:cNvSpPr/>
      </dsp:nvSpPr>
      <dsp:spPr>
        <a:xfrm>
          <a:off x="5211928" y="1759113"/>
          <a:ext cx="2214843" cy="332226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l" defTabSz="80010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  <a:defRPr b="1"/>
          </a:pPr>
          <a:r>
            <a:rPr lang="tr-TR" sz="1800" kern="1200" dirty="0"/>
            <a:t>Miner’s Reward</a:t>
          </a:r>
          <a:endParaRPr lang="en-US" sz="1800" kern="1200" dirty="0"/>
        </a:p>
      </dsp:txBody>
      <dsp:txXfrm>
        <a:off x="5211928" y="1759113"/>
        <a:ext cx="2214843" cy="332226"/>
      </dsp:txXfrm>
    </dsp:sp>
    <dsp:sp modelId="{D896167A-8D23-41FA-A5F0-9E2F4D6D6DAB}">
      <dsp:nvSpPr>
        <dsp:cNvPr id="0" name=""/>
        <dsp:cNvSpPr/>
      </dsp:nvSpPr>
      <dsp:spPr>
        <a:xfrm>
          <a:off x="5211928" y="2130070"/>
          <a:ext cx="2214843" cy="707091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l" defTabSz="5778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300" kern="1200" dirty="0"/>
            <a:t>for </a:t>
          </a:r>
          <a:r>
            <a:rPr lang="tr-TR" sz="1300" kern="1200" dirty="0"/>
            <a:t>successful </a:t>
          </a:r>
          <a:r>
            <a:rPr lang="en-US" sz="1300" kern="1200" dirty="0"/>
            <a:t>mining</a:t>
          </a:r>
        </a:p>
        <a:p>
          <a:pPr marL="0" lvl="0" indent="0" algn="l" defTabSz="5778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tr-TR" sz="1300" kern="1200" dirty="0"/>
            <a:t>being the first among competitors</a:t>
          </a:r>
          <a:endParaRPr lang="en-US" sz="1300" kern="1200" dirty="0"/>
        </a:p>
      </dsp:txBody>
      <dsp:txXfrm>
        <a:off x="5211928" y="2130070"/>
        <a:ext cx="2214843" cy="707091"/>
      </dsp:txXfrm>
    </dsp:sp>
    <dsp:sp modelId="{7C97DF2B-3B28-4879-9AF3-7609A9913958}">
      <dsp:nvSpPr>
        <dsp:cNvPr id="0" name=""/>
        <dsp:cNvSpPr/>
      </dsp:nvSpPr>
      <dsp:spPr>
        <a:xfrm>
          <a:off x="7814369" y="900648"/>
          <a:ext cx="775195" cy="775195"/>
        </a:xfrm>
        <a:prstGeom prst="rect">
          <a:avLst/>
        </a:prstGeom>
        <a:blipFill>
          <a:blip xmlns:r="http://schemas.openxmlformats.org/officeDocument/2006/relationships" r:embed="rId6" cstate="email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7"/>
              </a:ext>
            </a:extLst>
          </a:blip>
          <a:stretch>
            <a:fillRect/>
          </a:stretch>
        </a:blipFill>
        <a:ln w="12700" cap="flat" cmpd="sng" algn="ctr">
          <a:noFill/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5FDE3D57-F2A8-451A-9F26-D091AD7710B1}">
      <dsp:nvSpPr>
        <dsp:cNvPr id="0" name=""/>
        <dsp:cNvSpPr/>
      </dsp:nvSpPr>
      <dsp:spPr>
        <a:xfrm>
          <a:off x="7814369" y="1759113"/>
          <a:ext cx="2214843" cy="332226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l" defTabSz="80010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  <a:defRPr b="1"/>
          </a:pPr>
          <a:r>
            <a:rPr lang="tr-TR" sz="1800" kern="1200" dirty="0"/>
            <a:t>No UTXO consumption</a:t>
          </a:r>
          <a:r>
            <a:rPr lang="en-US" sz="1800" kern="1200" dirty="0"/>
            <a:t> </a:t>
          </a:r>
        </a:p>
      </dsp:txBody>
      <dsp:txXfrm>
        <a:off x="7814369" y="1759113"/>
        <a:ext cx="2214843" cy="332226"/>
      </dsp:txXfrm>
    </dsp:sp>
    <dsp:sp modelId="{D5BB97D4-1FBF-4BD4-AAF4-FC7EB2768AF0}">
      <dsp:nvSpPr>
        <dsp:cNvPr id="0" name=""/>
        <dsp:cNvSpPr/>
      </dsp:nvSpPr>
      <dsp:spPr>
        <a:xfrm>
          <a:off x="7814369" y="2130070"/>
          <a:ext cx="2214843" cy="707091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l" defTabSz="5778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tr-TR" sz="1300" kern="1200" dirty="0"/>
            <a:t>Coinbase transaction</a:t>
          </a:r>
          <a:endParaRPr lang="en-US" sz="1300" kern="1200" dirty="0"/>
        </a:p>
        <a:p>
          <a:pPr marL="0" lvl="0" indent="0" algn="l" defTabSz="5778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300" kern="1200"/>
            <a:t>does </a:t>
          </a:r>
          <a:r>
            <a:rPr lang="en-US" sz="1300" kern="1200" dirty="0"/>
            <a:t>not </a:t>
          </a:r>
          <a:r>
            <a:rPr lang="en-US" sz="1300" kern="1200"/>
            <a:t>consume</a:t>
          </a:r>
          <a:r>
            <a:rPr lang="tr-TR" sz="1300" kern="1200"/>
            <a:t> </a:t>
          </a:r>
          <a:r>
            <a:rPr lang="en-US" sz="1300" kern="1200"/>
            <a:t>UTXO</a:t>
          </a:r>
          <a:endParaRPr lang="en-US" sz="1300" kern="1200" dirty="0"/>
        </a:p>
      </dsp:txBody>
      <dsp:txXfrm>
        <a:off x="7814369" y="2130070"/>
        <a:ext cx="2214843" cy="707091"/>
      </dsp:txXfrm>
    </dsp:sp>
  </dsp:spTree>
</dsp:drawing>
</file>

<file path=ppt/diagrams/drawing24.xml><?xml version="1.0" encoding="utf-8"?>
<dsp:drawing xmlns:dgm="http://schemas.openxmlformats.org/drawingml/2006/diagram" xmlns:dsp="http://schemas.microsoft.com/office/drawing/2008/diagram" xmlns:a="http://schemas.openxmlformats.org/drawingml/2006/main">
  <dsp:spTree>
    <dsp:nvGrpSpPr>
      <dsp:cNvPr id="0" name=""/>
      <dsp:cNvGrpSpPr/>
    </dsp:nvGrpSpPr>
    <dsp:grpSpPr/>
    <dsp:sp modelId="{305358AA-C8F1-49BF-B38D-C3F55383BE63}">
      <dsp:nvSpPr>
        <dsp:cNvPr id="0" name=""/>
        <dsp:cNvSpPr/>
      </dsp:nvSpPr>
      <dsp:spPr>
        <a:xfrm>
          <a:off x="645482" y="1160245"/>
          <a:ext cx="691031" cy="691031"/>
        </a:xfrm>
        <a:prstGeom prst="rect">
          <a:avLst/>
        </a:prstGeom>
        <a:blipFill>
          <a:blip xmlns:r="http://schemas.openxmlformats.org/officeDocument/2006/relationships" r:embed="rId1" cstate="email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2"/>
              </a:ext>
            </a:extLst>
          </a:blip>
          <a:stretch>
            <a:fillRect/>
          </a:stretch>
        </a:blipFill>
        <a:ln w="12700" cap="flat" cmpd="sng" algn="ctr">
          <a:noFill/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72A50837-6979-481B-BAFF-8056E61E090E}">
      <dsp:nvSpPr>
        <dsp:cNvPr id="0" name=""/>
        <dsp:cNvSpPr/>
      </dsp:nvSpPr>
      <dsp:spPr>
        <a:xfrm>
          <a:off x="3810" y="1932915"/>
          <a:ext cx="1974375" cy="296156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6667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  <a:defRPr b="1"/>
          </a:pPr>
          <a:r>
            <a:rPr lang="en-US" sz="1500" kern="1200"/>
            <a:t>Every bitcoin transaction</a:t>
          </a:r>
        </a:p>
      </dsp:txBody>
      <dsp:txXfrm>
        <a:off x="3810" y="1932915"/>
        <a:ext cx="1974375" cy="296156"/>
      </dsp:txXfrm>
    </dsp:sp>
    <dsp:sp modelId="{EA117A8F-7C3E-4341-8224-3184960CB624}">
      <dsp:nvSpPr>
        <dsp:cNvPr id="0" name=""/>
        <dsp:cNvSpPr/>
      </dsp:nvSpPr>
      <dsp:spPr>
        <a:xfrm>
          <a:off x="3810" y="2267043"/>
          <a:ext cx="1974375" cy="791785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4889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100" kern="1200"/>
            <a:t>creates outputs </a:t>
          </a:r>
        </a:p>
      </dsp:txBody>
      <dsp:txXfrm>
        <a:off x="3810" y="2267043"/>
        <a:ext cx="1974375" cy="791785"/>
      </dsp:txXfrm>
    </dsp:sp>
    <dsp:sp modelId="{0D4A25A0-77DA-461A-9F99-66D367663D77}">
      <dsp:nvSpPr>
        <dsp:cNvPr id="0" name=""/>
        <dsp:cNvSpPr/>
      </dsp:nvSpPr>
      <dsp:spPr>
        <a:xfrm>
          <a:off x="2965372" y="1160245"/>
          <a:ext cx="691031" cy="691031"/>
        </a:xfrm>
        <a:prstGeom prst="rect">
          <a:avLst/>
        </a:prstGeom>
        <a:blipFill>
          <a:blip xmlns:r="http://schemas.openxmlformats.org/officeDocument/2006/relationships" r:embed="rId3" cstate="email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4"/>
              </a:ext>
            </a:extLst>
          </a:blip>
          <a:stretch>
            <a:fillRect/>
          </a:stretch>
        </a:blipFill>
        <a:ln w="12700" cap="flat" cmpd="sng" algn="ctr">
          <a:noFill/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17D32896-4F70-4F3B-A9E9-661652D44E31}">
      <dsp:nvSpPr>
        <dsp:cNvPr id="0" name=""/>
        <dsp:cNvSpPr/>
      </dsp:nvSpPr>
      <dsp:spPr>
        <a:xfrm>
          <a:off x="2323700" y="1932915"/>
          <a:ext cx="1974375" cy="296156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6667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  <a:defRPr b="1"/>
          </a:pPr>
          <a:r>
            <a:rPr lang="tr-TR" sz="1500" kern="1200"/>
            <a:t>Valid transactions</a:t>
          </a:r>
          <a:endParaRPr lang="en-US" sz="1500" kern="1200"/>
        </a:p>
      </dsp:txBody>
      <dsp:txXfrm>
        <a:off x="2323700" y="1932915"/>
        <a:ext cx="1974375" cy="296156"/>
      </dsp:txXfrm>
    </dsp:sp>
    <dsp:sp modelId="{0D9B5CE2-197A-4F35-A22C-6E49F0D964E5}">
      <dsp:nvSpPr>
        <dsp:cNvPr id="0" name=""/>
        <dsp:cNvSpPr/>
      </dsp:nvSpPr>
      <dsp:spPr>
        <a:xfrm>
          <a:off x="2323700" y="2267043"/>
          <a:ext cx="1974375" cy="791785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4889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100" kern="1200"/>
            <a:t>are recorded</a:t>
          </a:r>
        </a:p>
        <a:p>
          <a:pPr marL="0" lvl="0" indent="0" algn="ctr" defTabSz="4889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100" kern="1200"/>
            <a:t>on the bitcoin ledger</a:t>
          </a:r>
        </a:p>
      </dsp:txBody>
      <dsp:txXfrm>
        <a:off x="2323700" y="2267043"/>
        <a:ext cx="1974375" cy="791785"/>
      </dsp:txXfrm>
    </dsp:sp>
    <dsp:sp modelId="{1F1B8D8C-64AE-454E-A876-E05A770C6931}">
      <dsp:nvSpPr>
        <dsp:cNvPr id="0" name=""/>
        <dsp:cNvSpPr/>
      </dsp:nvSpPr>
      <dsp:spPr>
        <a:xfrm>
          <a:off x="5285263" y="1160245"/>
          <a:ext cx="691031" cy="691031"/>
        </a:xfrm>
        <a:prstGeom prst="rect">
          <a:avLst/>
        </a:prstGeom>
        <a:blipFill>
          <a:blip xmlns:r="http://schemas.openxmlformats.org/officeDocument/2006/relationships" r:embed="rId5" cstate="email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6"/>
              </a:ext>
            </a:extLst>
          </a:blip>
          <a:stretch>
            <a:fillRect/>
          </a:stretch>
        </a:blipFill>
        <a:ln w="12700" cap="flat" cmpd="sng" algn="ctr">
          <a:noFill/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1D3D8C79-6124-4DDB-9323-D3E3E5720150}">
      <dsp:nvSpPr>
        <dsp:cNvPr id="0" name=""/>
        <dsp:cNvSpPr/>
      </dsp:nvSpPr>
      <dsp:spPr>
        <a:xfrm>
          <a:off x="4643591" y="1932915"/>
          <a:ext cx="1974375" cy="296156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6667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  <a:defRPr b="1"/>
          </a:pPr>
          <a:r>
            <a:rPr lang="tr-TR" sz="1500" kern="1200"/>
            <a:t>Create UTXO</a:t>
          </a:r>
          <a:r>
            <a:rPr lang="en-US" sz="1500" kern="1200"/>
            <a:t> </a:t>
          </a:r>
        </a:p>
      </dsp:txBody>
      <dsp:txXfrm>
        <a:off x="4643591" y="1932915"/>
        <a:ext cx="1974375" cy="296156"/>
      </dsp:txXfrm>
    </dsp:sp>
    <dsp:sp modelId="{87C5E97F-5527-48D9-AE34-0239D8150A2F}">
      <dsp:nvSpPr>
        <dsp:cNvPr id="0" name=""/>
        <dsp:cNvSpPr/>
      </dsp:nvSpPr>
      <dsp:spPr>
        <a:xfrm>
          <a:off x="4643591" y="2267043"/>
          <a:ext cx="1974375" cy="791785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4889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100" kern="1200"/>
            <a:t>create spendable chunks of bitcoin</a:t>
          </a:r>
        </a:p>
        <a:p>
          <a:pPr marL="0" lvl="0" indent="0" algn="ctr" defTabSz="4889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100" kern="1200"/>
            <a:t>recognized</a:t>
          </a:r>
          <a:r>
            <a:rPr lang="tr-TR" sz="1100" kern="1200"/>
            <a:t> </a:t>
          </a:r>
          <a:r>
            <a:rPr lang="en-US" sz="1100" kern="1200"/>
            <a:t>by the whole network</a:t>
          </a:r>
        </a:p>
      </dsp:txBody>
      <dsp:txXfrm>
        <a:off x="4643591" y="2267043"/>
        <a:ext cx="1974375" cy="791785"/>
      </dsp:txXfrm>
    </dsp:sp>
    <dsp:sp modelId="{4A699E7C-A418-418E-8B6B-1DFAA1C30257}">
      <dsp:nvSpPr>
        <dsp:cNvPr id="0" name=""/>
        <dsp:cNvSpPr/>
      </dsp:nvSpPr>
      <dsp:spPr>
        <a:xfrm>
          <a:off x="7605154" y="1160245"/>
          <a:ext cx="691031" cy="691031"/>
        </a:xfrm>
        <a:prstGeom prst="rect">
          <a:avLst/>
        </a:prstGeom>
        <a:blipFill>
          <a:blip xmlns:r="http://schemas.openxmlformats.org/officeDocument/2006/relationships" r:embed="rId7" cstate="email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8"/>
              </a:ext>
            </a:extLst>
          </a:blip>
          <a:stretch>
            <a:fillRect/>
          </a:stretch>
        </a:blipFill>
        <a:ln w="12700" cap="flat" cmpd="sng" algn="ctr">
          <a:noFill/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5D3929F3-88BD-4D5E-855B-E8B9AFF42DC5}">
      <dsp:nvSpPr>
        <dsp:cNvPr id="0" name=""/>
        <dsp:cNvSpPr/>
      </dsp:nvSpPr>
      <dsp:spPr>
        <a:xfrm>
          <a:off x="6963482" y="1932915"/>
          <a:ext cx="1974375" cy="296156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6667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  <a:defRPr b="1"/>
          </a:pPr>
          <a:r>
            <a:rPr lang="tr-TR" sz="1500" kern="1200"/>
            <a:t>Can be spent</a:t>
          </a:r>
          <a:endParaRPr lang="en-US" sz="1500" kern="1200"/>
        </a:p>
      </dsp:txBody>
      <dsp:txXfrm>
        <a:off x="6963482" y="1932915"/>
        <a:ext cx="1974375" cy="296156"/>
      </dsp:txXfrm>
    </dsp:sp>
    <dsp:sp modelId="{6A7CE3DD-0B72-460D-83EE-3312D58DAB64}">
      <dsp:nvSpPr>
        <dsp:cNvPr id="0" name=""/>
        <dsp:cNvSpPr/>
      </dsp:nvSpPr>
      <dsp:spPr>
        <a:xfrm>
          <a:off x="6963482" y="2267043"/>
          <a:ext cx="1974375" cy="791785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4889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100" kern="1200"/>
            <a:t>available for the owner</a:t>
          </a:r>
        </a:p>
        <a:p>
          <a:pPr marL="0" lvl="0" indent="0" algn="ctr" defTabSz="4889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100" kern="1200"/>
            <a:t>to spend in a</a:t>
          </a:r>
          <a:r>
            <a:rPr lang="tr-TR" sz="1100" kern="1200"/>
            <a:t> future transactions</a:t>
          </a:r>
          <a:endParaRPr lang="en-US" sz="1100" kern="1200"/>
        </a:p>
      </dsp:txBody>
      <dsp:txXfrm>
        <a:off x="6963482" y="2267043"/>
        <a:ext cx="1974375" cy="791785"/>
      </dsp:txXfrm>
    </dsp:sp>
    <dsp:sp modelId="{6F36BACF-A758-464D-B295-845BDD7C4464}">
      <dsp:nvSpPr>
        <dsp:cNvPr id="0" name=""/>
        <dsp:cNvSpPr/>
      </dsp:nvSpPr>
      <dsp:spPr>
        <a:xfrm>
          <a:off x="9925044" y="1160245"/>
          <a:ext cx="691031" cy="691031"/>
        </a:xfrm>
        <a:prstGeom prst="rect">
          <a:avLst/>
        </a:prstGeom>
        <a:blipFill>
          <a:blip xmlns:r="http://schemas.openxmlformats.org/officeDocument/2006/relationships" r:embed="rId9" cstate="email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10"/>
              </a:ext>
            </a:extLst>
          </a:blip>
          <a:stretch>
            <a:fillRect/>
          </a:stretch>
        </a:blipFill>
        <a:ln w="12700" cap="flat" cmpd="sng" algn="ctr">
          <a:noFill/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33382E9A-15E7-47E7-89B6-F829A01EA56D}">
      <dsp:nvSpPr>
        <dsp:cNvPr id="0" name=""/>
        <dsp:cNvSpPr/>
      </dsp:nvSpPr>
      <dsp:spPr>
        <a:xfrm>
          <a:off x="9283372" y="1932915"/>
          <a:ext cx="1974375" cy="296156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6667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  <a:defRPr b="1"/>
          </a:pPr>
          <a:r>
            <a:rPr lang="en-US" sz="1500" kern="1200"/>
            <a:t>UTXO</a:t>
          </a:r>
          <a:r>
            <a:rPr lang="tr-TR" sz="1500" kern="1200"/>
            <a:t> </a:t>
          </a:r>
          <a:r>
            <a:rPr lang="en-US" sz="1500" kern="1200"/>
            <a:t>are tracked</a:t>
          </a:r>
        </a:p>
      </dsp:txBody>
      <dsp:txXfrm>
        <a:off x="9283372" y="1932915"/>
        <a:ext cx="1974375" cy="296156"/>
      </dsp:txXfrm>
    </dsp:sp>
    <dsp:sp modelId="{BED3B391-9B81-4271-B1FE-7F1F9C8BE8B0}">
      <dsp:nvSpPr>
        <dsp:cNvPr id="0" name=""/>
        <dsp:cNvSpPr/>
      </dsp:nvSpPr>
      <dsp:spPr>
        <a:xfrm>
          <a:off x="9283372" y="2267043"/>
          <a:ext cx="1974375" cy="791785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4889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100" kern="1200" dirty="0"/>
            <a:t>by</a:t>
          </a:r>
          <a:r>
            <a:rPr lang="tr-TR" sz="1100" kern="1200" dirty="0"/>
            <a:t> all</a:t>
          </a:r>
          <a:r>
            <a:rPr lang="en-US" sz="1100" kern="1200" dirty="0"/>
            <a:t> full-node</a:t>
          </a:r>
          <a:r>
            <a:rPr lang="tr-TR" sz="1100" kern="1200" dirty="0"/>
            <a:t> </a:t>
          </a:r>
          <a:r>
            <a:rPr lang="en-US" sz="1100" kern="1200" dirty="0"/>
            <a:t>bitcoin client</a:t>
          </a:r>
          <a:r>
            <a:rPr lang="tr-TR" sz="1100" kern="1200" dirty="0"/>
            <a:t>s</a:t>
          </a:r>
          <a:endParaRPr lang="en-US" sz="1100" kern="1200" dirty="0"/>
        </a:p>
      </dsp:txBody>
      <dsp:txXfrm>
        <a:off x="9283372" y="2267043"/>
        <a:ext cx="1974375" cy="791785"/>
      </dsp:txXfrm>
    </dsp:sp>
  </dsp:spTree>
</dsp:drawing>
</file>

<file path=ppt/diagrams/drawing25.xml><?xml version="1.0" encoding="utf-8"?>
<dsp:drawing xmlns:dgm="http://schemas.openxmlformats.org/drawingml/2006/diagram" xmlns:dsp="http://schemas.microsoft.com/office/drawing/2008/diagram" xmlns:a="http://schemas.openxmlformats.org/drawingml/2006/main">
  <dsp:spTree>
    <dsp:nvGrpSpPr>
      <dsp:cNvPr id="0" name=""/>
      <dsp:cNvGrpSpPr/>
    </dsp:nvGrpSpPr>
    <dsp:grpSpPr/>
    <dsp:sp modelId="{0CA83FB3-8CFC-4862-B863-CE3E09E93054}">
      <dsp:nvSpPr>
        <dsp:cNvPr id="0" name=""/>
        <dsp:cNvSpPr/>
      </dsp:nvSpPr>
      <dsp:spPr>
        <a:xfrm>
          <a:off x="4297" y="794699"/>
          <a:ext cx="915468" cy="915468"/>
        </a:xfrm>
        <a:prstGeom prst="rect">
          <a:avLst/>
        </a:prstGeom>
        <a:blipFill>
          <a:blip xmlns:r="http://schemas.openxmlformats.org/officeDocument/2006/relationships" r:embed="rId1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2"/>
              </a:ext>
            </a:extLst>
          </a:blip>
          <a:stretch>
            <a:fillRect/>
          </a:stretch>
        </a:blipFill>
        <a:ln w="12700" cap="flat" cmpd="sng" algn="ctr">
          <a:noFill/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A836D15C-1C2A-4E01-A76E-70F7B1E97196}">
      <dsp:nvSpPr>
        <dsp:cNvPr id="0" name=""/>
        <dsp:cNvSpPr/>
      </dsp:nvSpPr>
      <dsp:spPr>
        <a:xfrm>
          <a:off x="4297" y="1798827"/>
          <a:ext cx="2615625" cy="392343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l" defTabSz="11112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  <a:defRPr b="1"/>
          </a:pPr>
          <a:r>
            <a:rPr lang="tr-TR" sz="2500" kern="1200"/>
            <a:t>Two parts</a:t>
          </a:r>
          <a:endParaRPr lang="en-US" sz="2500" kern="1200"/>
        </a:p>
      </dsp:txBody>
      <dsp:txXfrm>
        <a:off x="4297" y="1798827"/>
        <a:ext cx="2615625" cy="392343"/>
      </dsp:txXfrm>
    </dsp:sp>
    <dsp:sp modelId="{B0C5CE9C-733B-4194-B488-166AFCC68546}">
      <dsp:nvSpPr>
        <dsp:cNvPr id="0" name=""/>
        <dsp:cNvSpPr/>
      </dsp:nvSpPr>
      <dsp:spPr>
        <a:xfrm>
          <a:off x="4297" y="2232408"/>
          <a:ext cx="2615625" cy="624141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l" defTabSz="7556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700" kern="1200"/>
            <a:t>Transaction outputs</a:t>
          </a:r>
        </a:p>
        <a:p>
          <a:pPr marL="0" lvl="0" indent="0" algn="l" defTabSz="7556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700" kern="1200"/>
            <a:t>consist of two parts</a:t>
          </a:r>
        </a:p>
      </dsp:txBody>
      <dsp:txXfrm>
        <a:off x="4297" y="2232408"/>
        <a:ext cx="2615625" cy="624141"/>
      </dsp:txXfrm>
    </dsp:sp>
    <dsp:sp modelId="{5A3B7BFA-3728-46ED-98E4-12A31419AF92}">
      <dsp:nvSpPr>
        <dsp:cNvPr id="0" name=""/>
        <dsp:cNvSpPr/>
      </dsp:nvSpPr>
      <dsp:spPr>
        <a:xfrm>
          <a:off x="3077656" y="794699"/>
          <a:ext cx="915468" cy="915468"/>
        </a:xfrm>
        <a:prstGeom prst="rect">
          <a:avLst/>
        </a:prstGeom>
        <a:blipFill>
          <a:blip xmlns:r="http://schemas.openxmlformats.org/officeDocument/2006/relationships" r:embed="rId3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4"/>
              </a:ext>
            </a:extLst>
          </a:blip>
          <a:stretch>
            <a:fillRect/>
          </a:stretch>
        </a:blipFill>
        <a:ln w="12700" cap="flat" cmpd="sng" algn="ctr">
          <a:noFill/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6B537A54-5F4D-4A43-B2FE-8726D2A63D70}">
      <dsp:nvSpPr>
        <dsp:cNvPr id="0" name=""/>
        <dsp:cNvSpPr/>
      </dsp:nvSpPr>
      <dsp:spPr>
        <a:xfrm>
          <a:off x="3077656" y="1798827"/>
          <a:ext cx="2615625" cy="392343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l" defTabSz="11112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  <a:defRPr b="1"/>
          </a:pPr>
          <a:r>
            <a:rPr lang="tr-TR" sz="2500" kern="1200"/>
            <a:t>Amount</a:t>
          </a:r>
          <a:endParaRPr lang="en-US" sz="2500" kern="1200"/>
        </a:p>
      </dsp:txBody>
      <dsp:txXfrm>
        <a:off x="3077656" y="1798827"/>
        <a:ext cx="2615625" cy="392343"/>
      </dsp:txXfrm>
    </dsp:sp>
    <dsp:sp modelId="{C0936480-7964-403D-A48A-93B5C3E041D0}">
      <dsp:nvSpPr>
        <dsp:cNvPr id="0" name=""/>
        <dsp:cNvSpPr/>
      </dsp:nvSpPr>
      <dsp:spPr>
        <a:xfrm>
          <a:off x="3077656" y="2232408"/>
          <a:ext cx="2615625" cy="624141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l" defTabSz="7556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700" kern="1200"/>
            <a:t>An amount of bitcoin </a:t>
          </a:r>
        </a:p>
        <a:p>
          <a:pPr marL="0" lvl="0" indent="0" algn="l" defTabSz="7556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700" kern="1200"/>
            <a:t>denominated in </a:t>
          </a:r>
          <a:r>
            <a:rPr lang="tr-TR" sz="1700" i="1" kern="1200"/>
            <a:t>Satoshies</a:t>
          </a:r>
          <a:endParaRPr lang="en-US" sz="1700" kern="1200"/>
        </a:p>
      </dsp:txBody>
      <dsp:txXfrm>
        <a:off x="3077656" y="2232408"/>
        <a:ext cx="2615625" cy="624141"/>
      </dsp:txXfrm>
    </dsp:sp>
    <dsp:sp modelId="{230FCF9E-1039-4EA3-BFD1-7F78187557D6}">
      <dsp:nvSpPr>
        <dsp:cNvPr id="0" name=""/>
        <dsp:cNvSpPr/>
      </dsp:nvSpPr>
      <dsp:spPr>
        <a:xfrm>
          <a:off x="6151015" y="794699"/>
          <a:ext cx="915468" cy="915468"/>
        </a:xfrm>
        <a:prstGeom prst="rect">
          <a:avLst/>
        </a:prstGeom>
        <a:blipFill>
          <a:blip xmlns:r="http://schemas.openxmlformats.org/officeDocument/2006/relationships" r:embed="rId5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6"/>
              </a:ext>
            </a:extLst>
          </a:blip>
          <a:stretch>
            <a:fillRect/>
          </a:stretch>
        </a:blipFill>
        <a:ln w="12700" cap="flat" cmpd="sng" algn="ctr">
          <a:noFill/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C9077017-9EE0-4C68-95B6-0DD9C5D42992}">
      <dsp:nvSpPr>
        <dsp:cNvPr id="0" name=""/>
        <dsp:cNvSpPr/>
      </dsp:nvSpPr>
      <dsp:spPr>
        <a:xfrm>
          <a:off x="6151015" y="1798827"/>
          <a:ext cx="2615625" cy="392343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l" defTabSz="11112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  <a:defRPr b="1"/>
          </a:pPr>
          <a:r>
            <a:rPr lang="tr-TR" sz="2500" kern="1200"/>
            <a:t>Locking script</a:t>
          </a:r>
          <a:endParaRPr lang="en-US" sz="2500" kern="1200"/>
        </a:p>
      </dsp:txBody>
      <dsp:txXfrm>
        <a:off x="6151015" y="1798827"/>
        <a:ext cx="2615625" cy="392343"/>
      </dsp:txXfrm>
    </dsp:sp>
    <dsp:sp modelId="{0CBE1D59-E93D-46F9-8CC3-E02082723D4C}">
      <dsp:nvSpPr>
        <dsp:cNvPr id="0" name=""/>
        <dsp:cNvSpPr/>
      </dsp:nvSpPr>
      <dsp:spPr>
        <a:xfrm>
          <a:off x="6151015" y="2232408"/>
          <a:ext cx="2615625" cy="624141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l" defTabSz="7556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tr-TR" sz="1700" kern="1200"/>
            <a:t>conditions to be able</a:t>
          </a:r>
          <a:endParaRPr lang="en-US" sz="1700" kern="1200"/>
        </a:p>
        <a:p>
          <a:pPr marL="0" lvl="0" indent="0" algn="l" defTabSz="7556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tr-TR" sz="1700" kern="1200"/>
            <a:t>to spend the amount</a:t>
          </a:r>
          <a:endParaRPr lang="en-US" sz="1700" kern="1200"/>
        </a:p>
      </dsp:txBody>
      <dsp:txXfrm>
        <a:off x="6151015" y="2232408"/>
        <a:ext cx="2615625" cy="624141"/>
      </dsp:txXfrm>
    </dsp:sp>
  </dsp:spTree>
</dsp:drawing>
</file>

<file path=ppt/diagrams/drawing26.xml><?xml version="1.0" encoding="utf-8"?>
<dsp:drawing xmlns:dgm="http://schemas.openxmlformats.org/drawingml/2006/diagram" xmlns:dsp="http://schemas.microsoft.com/office/drawing/2008/diagram" xmlns:a="http://schemas.openxmlformats.org/drawingml/2006/main">
  <dsp:spTree>
    <dsp:nvGrpSpPr>
      <dsp:cNvPr id="0" name=""/>
      <dsp:cNvGrpSpPr/>
    </dsp:nvGrpSpPr>
    <dsp:grpSpPr/>
    <dsp:sp modelId="{D90B31AB-0E9C-40ED-8F17-24AFDF3BF293}">
      <dsp:nvSpPr>
        <dsp:cNvPr id="0" name=""/>
        <dsp:cNvSpPr/>
      </dsp:nvSpPr>
      <dsp:spPr>
        <a:xfrm>
          <a:off x="0" y="2203722"/>
          <a:ext cx="8770938" cy="1445880"/>
        </a:xfrm>
        <a:prstGeom prst="rect">
          <a:avLst/>
        </a:prstGeom>
        <a:solidFill>
          <a:schemeClr val="accent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1">
              <a:hueOff val="0"/>
              <a:satOff val="0"/>
              <a:lumOff val="0"/>
              <a:alphaOff val="0"/>
            </a:schemeClr>
          </a:solidFill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192024" tIns="192024" rIns="192024" bIns="192024" numCol="1" spcCol="1270" anchor="ctr" anchorCtr="0">
          <a:noAutofit/>
        </a:bodyPr>
        <a:lstStyle/>
        <a:p>
          <a:pPr marL="0" lvl="0" indent="0" algn="ctr" defTabSz="12001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tr-TR" sz="2700" kern="1200" dirty="0"/>
            <a:t>Other names</a:t>
          </a:r>
          <a:r>
            <a:rPr lang="en-US" sz="2700" kern="1200" dirty="0"/>
            <a:t> </a:t>
          </a:r>
        </a:p>
      </dsp:txBody>
      <dsp:txXfrm>
        <a:off x="0" y="2203722"/>
        <a:ext cx="8770938" cy="780775"/>
      </dsp:txXfrm>
    </dsp:sp>
    <dsp:sp modelId="{0B26053A-8784-4142-A6E0-442B34BA75E7}">
      <dsp:nvSpPr>
        <dsp:cNvPr id="0" name=""/>
        <dsp:cNvSpPr/>
      </dsp:nvSpPr>
      <dsp:spPr>
        <a:xfrm>
          <a:off x="4282" y="2955580"/>
          <a:ext cx="2920790" cy="665105"/>
        </a:xfrm>
        <a:prstGeom prst="rect">
          <a:avLst/>
        </a:prstGeom>
        <a:solidFill>
          <a:schemeClr val="accent2">
            <a:tint val="40000"/>
            <a:alpha val="90000"/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accent2">
              <a:tint val="40000"/>
              <a:alpha val="90000"/>
              <a:hueOff val="0"/>
              <a:satOff val="0"/>
              <a:lumOff val="0"/>
              <a:alphaOff val="0"/>
            </a:schemeClr>
          </a:solidFill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184912" tIns="33020" rIns="184912" bIns="33020" numCol="1" spcCol="1270" anchor="ctr" anchorCtr="0">
          <a:noAutofit/>
        </a:bodyPr>
        <a:lstStyle/>
        <a:p>
          <a:pPr marL="0" lvl="0" indent="0" algn="ctr" defTabSz="115570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2600" kern="1200"/>
            <a:t>a </a:t>
          </a:r>
          <a:r>
            <a:rPr lang="en-US" sz="2600" i="1" kern="1200"/>
            <a:t>locking script</a:t>
          </a:r>
          <a:endParaRPr lang="en-US" sz="2600" kern="1200"/>
        </a:p>
      </dsp:txBody>
      <dsp:txXfrm>
        <a:off x="4282" y="2955580"/>
        <a:ext cx="2920790" cy="665105"/>
      </dsp:txXfrm>
    </dsp:sp>
    <dsp:sp modelId="{11A35812-A6E2-4794-B641-2CD0208467FC}">
      <dsp:nvSpPr>
        <dsp:cNvPr id="0" name=""/>
        <dsp:cNvSpPr/>
      </dsp:nvSpPr>
      <dsp:spPr>
        <a:xfrm>
          <a:off x="2925073" y="2955580"/>
          <a:ext cx="2920790" cy="665105"/>
        </a:xfrm>
        <a:prstGeom prst="rect">
          <a:avLst/>
        </a:prstGeom>
        <a:solidFill>
          <a:schemeClr val="accent3">
            <a:tint val="40000"/>
            <a:alpha val="90000"/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accent3">
              <a:tint val="40000"/>
              <a:alpha val="90000"/>
              <a:hueOff val="0"/>
              <a:satOff val="0"/>
              <a:lumOff val="0"/>
              <a:alphaOff val="0"/>
            </a:schemeClr>
          </a:solidFill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184912" tIns="33020" rIns="184912" bIns="33020" numCol="1" spcCol="1270" anchor="ctr" anchorCtr="0">
          <a:noAutofit/>
        </a:bodyPr>
        <a:lstStyle/>
        <a:p>
          <a:pPr marL="0" lvl="0" indent="0" algn="ctr" defTabSz="115570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2600" kern="1200"/>
            <a:t>a </a:t>
          </a:r>
          <a:r>
            <a:rPr lang="en-US" sz="2600" i="1" kern="1200"/>
            <a:t>witness script</a:t>
          </a:r>
          <a:endParaRPr lang="en-US" sz="2600" kern="1200"/>
        </a:p>
      </dsp:txBody>
      <dsp:txXfrm>
        <a:off x="2925073" y="2955580"/>
        <a:ext cx="2920790" cy="665105"/>
      </dsp:txXfrm>
    </dsp:sp>
    <dsp:sp modelId="{687B330F-06A7-4F65-B2D3-DA5874BBBB51}">
      <dsp:nvSpPr>
        <dsp:cNvPr id="0" name=""/>
        <dsp:cNvSpPr/>
      </dsp:nvSpPr>
      <dsp:spPr>
        <a:xfrm>
          <a:off x="5845864" y="2955580"/>
          <a:ext cx="2920790" cy="665105"/>
        </a:xfrm>
        <a:prstGeom prst="rect">
          <a:avLst/>
        </a:prstGeom>
        <a:solidFill>
          <a:schemeClr val="accent4">
            <a:tint val="40000"/>
            <a:alpha val="90000"/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accent4">
              <a:tint val="40000"/>
              <a:alpha val="90000"/>
              <a:hueOff val="0"/>
              <a:satOff val="0"/>
              <a:lumOff val="0"/>
              <a:alphaOff val="0"/>
            </a:schemeClr>
          </a:solidFill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184912" tIns="33020" rIns="184912" bIns="33020" numCol="1" spcCol="1270" anchor="ctr" anchorCtr="0">
          <a:noAutofit/>
        </a:bodyPr>
        <a:lstStyle/>
        <a:p>
          <a:pPr marL="0" lvl="0" indent="0" algn="ctr" defTabSz="115570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2600" kern="1200"/>
            <a:t>or a</a:t>
          </a:r>
          <a:r>
            <a:rPr lang="tr-TR" sz="2600" kern="1200"/>
            <a:t> scriptPubKey</a:t>
          </a:r>
          <a:endParaRPr lang="en-US" sz="2600" kern="1200"/>
        </a:p>
      </dsp:txBody>
      <dsp:txXfrm>
        <a:off x="5845864" y="2955580"/>
        <a:ext cx="2920790" cy="665105"/>
      </dsp:txXfrm>
    </dsp:sp>
    <dsp:sp modelId="{D5532498-4235-41EA-97DC-97B362E7E6D6}">
      <dsp:nvSpPr>
        <dsp:cNvPr id="0" name=""/>
        <dsp:cNvSpPr/>
      </dsp:nvSpPr>
      <dsp:spPr>
        <a:xfrm rot="10800000">
          <a:off x="0" y="1646"/>
          <a:ext cx="8770938" cy="2223764"/>
        </a:xfrm>
        <a:prstGeom prst="upArrowCallout">
          <a:avLst/>
        </a:prstGeom>
        <a:solidFill>
          <a:schemeClr val="accent3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1">
              <a:hueOff val="0"/>
              <a:satOff val="0"/>
              <a:lumOff val="0"/>
              <a:alphaOff val="0"/>
            </a:schemeClr>
          </a:solidFill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192024" tIns="192024" rIns="192024" bIns="192024" numCol="1" spcCol="1270" anchor="ctr" anchorCtr="0">
          <a:noAutofit/>
        </a:bodyPr>
        <a:lstStyle/>
        <a:p>
          <a:pPr marL="0" lvl="0" indent="0" algn="ctr" defTabSz="12001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2700" kern="1200" dirty="0"/>
            <a:t>cryptographic puzzle</a:t>
          </a:r>
        </a:p>
      </dsp:txBody>
      <dsp:txXfrm rot="-10800000">
        <a:off x="0" y="1646"/>
        <a:ext cx="8770938" cy="780541"/>
      </dsp:txXfrm>
    </dsp:sp>
    <dsp:sp modelId="{6D43CF20-B57B-4ED6-9C0A-761C507000EA}">
      <dsp:nvSpPr>
        <dsp:cNvPr id="0" name=""/>
        <dsp:cNvSpPr/>
      </dsp:nvSpPr>
      <dsp:spPr>
        <a:xfrm>
          <a:off x="0" y="782187"/>
          <a:ext cx="4385469" cy="664905"/>
        </a:xfrm>
        <a:prstGeom prst="rect">
          <a:avLst/>
        </a:prstGeom>
        <a:solidFill>
          <a:schemeClr val="accent5">
            <a:tint val="40000"/>
            <a:alpha val="90000"/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accent5">
              <a:tint val="40000"/>
              <a:alpha val="90000"/>
              <a:hueOff val="0"/>
              <a:satOff val="0"/>
              <a:lumOff val="0"/>
              <a:alphaOff val="0"/>
            </a:schemeClr>
          </a:solidFill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184912" tIns="33020" rIns="184912" bIns="33020" numCol="1" spcCol="1270" anchor="ctr" anchorCtr="0">
          <a:noAutofit/>
        </a:bodyPr>
        <a:lstStyle/>
        <a:p>
          <a:pPr marL="0" lvl="0" indent="0" algn="ctr" defTabSz="115570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2600" kern="1200"/>
            <a:t>determines the conditions</a:t>
          </a:r>
        </a:p>
      </dsp:txBody>
      <dsp:txXfrm>
        <a:off x="0" y="782187"/>
        <a:ext cx="4385469" cy="664905"/>
      </dsp:txXfrm>
    </dsp:sp>
    <dsp:sp modelId="{19BD32D4-18AA-4F63-9123-5B2B0AAC7C40}">
      <dsp:nvSpPr>
        <dsp:cNvPr id="0" name=""/>
        <dsp:cNvSpPr/>
      </dsp:nvSpPr>
      <dsp:spPr>
        <a:xfrm>
          <a:off x="4385469" y="782187"/>
          <a:ext cx="4385469" cy="664905"/>
        </a:xfrm>
        <a:prstGeom prst="rect">
          <a:avLst/>
        </a:prstGeom>
        <a:solidFill>
          <a:schemeClr val="accent6">
            <a:tint val="40000"/>
            <a:alpha val="90000"/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accent6">
              <a:tint val="40000"/>
              <a:alpha val="90000"/>
              <a:hueOff val="0"/>
              <a:satOff val="0"/>
              <a:lumOff val="0"/>
              <a:alphaOff val="0"/>
            </a:schemeClr>
          </a:solidFill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184912" tIns="33020" rIns="184912" bIns="33020" numCol="1" spcCol="1270" anchor="ctr" anchorCtr="0">
          <a:noAutofit/>
        </a:bodyPr>
        <a:lstStyle/>
        <a:p>
          <a:pPr marL="0" lvl="0" indent="0" algn="ctr" defTabSz="115570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2600" kern="1200"/>
            <a:t>required to spend the</a:t>
          </a:r>
          <a:r>
            <a:rPr lang="tr-TR" sz="2600" kern="1200"/>
            <a:t> output</a:t>
          </a:r>
          <a:endParaRPr lang="en-US" sz="2600" kern="1200"/>
        </a:p>
      </dsp:txBody>
      <dsp:txXfrm>
        <a:off x="4385469" y="782187"/>
        <a:ext cx="4385469" cy="664905"/>
      </dsp:txXfrm>
    </dsp:sp>
  </dsp:spTree>
</dsp:drawing>
</file>

<file path=ppt/diagrams/drawing27.xml><?xml version="1.0" encoding="utf-8"?>
<dsp:drawing xmlns:dgm="http://schemas.openxmlformats.org/drawingml/2006/diagram" xmlns:dsp="http://schemas.microsoft.com/office/drawing/2008/diagram" xmlns:a="http://schemas.openxmlformats.org/drawingml/2006/main">
  <dsp:spTree>
    <dsp:nvGrpSpPr>
      <dsp:cNvPr id="0" name=""/>
      <dsp:cNvGrpSpPr/>
    </dsp:nvGrpSpPr>
    <dsp:grpSpPr/>
    <dsp:sp modelId="{B58A2005-1AD4-4329-9A52-CC45600AE5ED}">
      <dsp:nvSpPr>
        <dsp:cNvPr id="0" name=""/>
        <dsp:cNvSpPr/>
      </dsp:nvSpPr>
      <dsp:spPr>
        <a:xfrm>
          <a:off x="1270" y="0"/>
          <a:ext cx="3304265" cy="2424582"/>
        </a:xfrm>
        <a:prstGeom prst="roundRect">
          <a:avLst>
            <a:gd name="adj" fmla="val 10000"/>
          </a:avLst>
        </a:prstGeom>
        <a:solidFill>
          <a:schemeClr val="accent1">
            <a:tint val="4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76200" tIns="76200" rIns="76200" bIns="76200" numCol="1" spcCol="1270" anchor="ctr" anchorCtr="0">
          <a:noAutofit/>
        </a:bodyPr>
        <a:lstStyle/>
        <a:p>
          <a:pPr marL="0" lvl="0" indent="0" algn="ctr" defTabSz="88900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2000" kern="1200" dirty="0"/>
            <a:t>transaction contains </a:t>
          </a:r>
          <a:r>
            <a:rPr lang="en-US" sz="2000" b="1" kern="1200" dirty="0"/>
            <a:t>two outputs</a:t>
          </a:r>
          <a:endParaRPr lang="tr-TR" sz="2000" kern="1200" dirty="0"/>
        </a:p>
      </dsp:txBody>
      <dsp:txXfrm>
        <a:off x="1270" y="0"/>
        <a:ext cx="3304265" cy="727374"/>
      </dsp:txXfrm>
    </dsp:sp>
    <dsp:sp modelId="{DB06192E-DADC-4F7B-BB43-0F053E566894}">
      <dsp:nvSpPr>
        <dsp:cNvPr id="0" name=""/>
        <dsp:cNvSpPr/>
      </dsp:nvSpPr>
      <dsp:spPr>
        <a:xfrm>
          <a:off x="331697" y="728084"/>
          <a:ext cx="2643412" cy="731044"/>
        </a:xfrm>
        <a:prstGeom prst="roundRect">
          <a:avLst>
            <a:gd name="adj" fmla="val 10000"/>
          </a:avLst>
        </a:prstGeom>
        <a:solidFill>
          <a:schemeClr val="accent1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1">
              <a:hueOff val="0"/>
              <a:satOff val="0"/>
              <a:lumOff val="0"/>
              <a:alphaOff val="0"/>
            </a:schemeClr>
          </a:solidFill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35560" tIns="26670" rIns="35560" bIns="26670" numCol="1" spcCol="1270" anchor="ctr" anchorCtr="0">
          <a:noAutofit/>
        </a:bodyPr>
        <a:lstStyle/>
        <a:p>
          <a:pPr marL="0" lvl="0" indent="0" algn="ctr" defTabSz="62230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400" kern="1200" dirty="0"/>
            <a:t>a</a:t>
          </a:r>
          <a:r>
            <a:rPr lang="tr-TR" sz="1400" kern="1200" dirty="0"/>
            <a:t> </a:t>
          </a:r>
          <a:r>
            <a:rPr lang="en-US" sz="1400" b="1" kern="1200" dirty="0"/>
            <a:t>value</a:t>
          </a:r>
          <a:endParaRPr lang="tr-TR" sz="1400" kern="1200" dirty="0"/>
        </a:p>
      </dsp:txBody>
      <dsp:txXfrm>
        <a:off x="353109" y="749496"/>
        <a:ext cx="2600588" cy="688220"/>
      </dsp:txXfrm>
    </dsp:sp>
    <dsp:sp modelId="{85566A63-D16B-459F-B6F5-AD96E666E776}">
      <dsp:nvSpPr>
        <dsp:cNvPr id="0" name=""/>
        <dsp:cNvSpPr/>
      </dsp:nvSpPr>
      <dsp:spPr>
        <a:xfrm>
          <a:off x="331697" y="1571597"/>
          <a:ext cx="2643412" cy="731044"/>
        </a:xfrm>
        <a:prstGeom prst="roundRect">
          <a:avLst>
            <a:gd name="adj" fmla="val 10000"/>
          </a:avLst>
        </a:prstGeom>
        <a:solidFill>
          <a:schemeClr val="accent1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1">
              <a:hueOff val="0"/>
              <a:satOff val="0"/>
              <a:lumOff val="0"/>
              <a:alphaOff val="0"/>
            </a:schemeClr>
          </a:solidFill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35560" tIns="26670" rIns="35560" bIns="26670" numCol="1" spcCol="1270" anchor="ctr" anchorCtr="0">
          <a:noAutofit/>
        </a:bodyPr>
        <a:lstStyle/>
        <a:p>
          <a:pPr marL="0" lvl="0" indent="0" algn="ctr" defTabSz="62230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400" kern="1200" dirty="0"/>
            <a:t>a </a:t>
          </a:r>
          <a:r>
            <a:rPr lang="en-US" sz="1400" b="1" kern="1200" dirty="0"/>
            <a:t>cryptographic puzzle</a:t>
          </a:r>
          <a:r>
            <a:rPr lang="en-US" sz="1400" kern="1200" dirty="0"/>
            <a:t>.</a:t>
          </a:r>
          <a:endParaRPr lang="tr-TR" sz="1400" kern="1200" dirty="0"/>
        </a:p>
      </dsp:txBody>
      <dsp:txXfrm>
        <a:off x="353109" y="1593009"/>
        <a:ext cx="2600588" cy="688220"/>
      </dsp:txXfrm>
    </dsp:sp>
    <dsp:sp modelId="{99A16F40-58A7-4283-AA9B-55C13F86CF11}">
      <dsp:nvSpPr>
        <dsp:cNvPr id="0" name=""/>
        <dsp:cNvSpPr/>
      </dsp:nvSpPr>
      <dsp:spPr>
        <a:xfrm>
          <a:off x="3553356" y="0"/>
          <a:ext cx="3304265" cy="2424582"/>
        </a:xfrm>
        <a:prstGeom prst="roundRect">
          <a:avLst>
            <a:gd name="adj" fmla="val 10000"/>
          </a:avLst>
        </a:prstGeom>
        <a:solidFill>
          <a:schemeClr val="accent1">
            <a:tint val="4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76200" tIns="76200" rIns="76200" bIns="76200" numCol="1" spcCol="1270" anchor="ctr" anchorCtr="0">
          <a:noAutofit/>
        </a:bodyPr>
        <a:lstStyle/>
        <a:p>
          <a:pPr marL="0" lvl="0" indent="0" algn="ctr" defTabSz="88900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2000" kern="1200" dirty="0"/>
            <a:t>the value</a:t>
          </a:r>
          <a:endParaRPr lang="tr-TR" sz="2000" kern="1200" dirty="0"/>
        </a:p>
      </dsp:txBody>
      <dsp:txXfrm>
        <a:off x="3553356" y="0"/>
        <a:ext cx="3304265" cy="727374"/>
      </dsp:txXfrm>
    </dsp:sp>
    <dsp:sp modelId="{CB99FEB9-EBCB-4223-B34A-7F90A45F5131}">
      <dsp:nvSpPr>
        <dsp:cNvPr id="0" name=""/>
        <dsp:cNvSpPr/>
      </dsp:nvSpPr>
      <dsp:spPr>
        <a:xfrm>
          <a:off x="3883783" y="728084"/>
          <a:ext cx="2643412" cy="731044"/>
        </a:xfrm>
        <a:prstGeom prst="roundRect">
          <a:avLst>
            <a:gd name="adj" fmla="val 10000"/>
          </a:avLst>
        </a:prstGeom>
        <a:solidFill>
          <a:schemeClr val="accent1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1">
              <a:hueOff val="0"/>
              <a:satOff val="0"/>
              <a:lumOff val="0"/>
              <a:alphaOff val="0"/>
            </a:schemeClr>
          </a:solidFill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35560" tIns="26670" rIns="35560" bIns="26670" numCol="1" spcCol="1270" anchor="ctr" anchorCtr="0">
          <a:noAutofit/>
        </a:bodyPr>
        <a:lstStyle/>
        <a:p>
          <a:pPr marL="0" lvl="0" indent="0" algn="ctr" defTabSz="62230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400" kern="1200" dirty="0"/>
            <a:t>is</a:t>
          </a:r>
          <a:r>
            <a:rPr lang="tr-TR" sz="1400" kern="1200" dirty="0"/>
            <a:t> </a:t>
          </a:r>
          <a:r>
            <a:rPr lang="en-US" sz="1400" kern="1200" dirty="0"/>
            <a:t>shown in </a:t>
          </a:r>
          <a:r>
            <a:rPr lang="en-US" sz="1400" b="1" kern="1200" dirty="0"/>
            <a:t>bitcoin</a:t>
          </a:r>
          <a:endParaRPr lang="tr-TR" sz="1400" kern="1200" dirty="0"/>
        </a:p>
      </dsp:txBody>
      <dsp:txXfrm>
        <a:off x="3905195" y="749496"/>
        <a:ext cx="2600588" cy="688220"/>
      </dsp:txXfrm>
    </dsp:sp>
    <dsp:sp modelId="{1A099AE3-3BEA-4251-BB01-7A4465DA88DC}">
      <dsp:nvSpPr>
        <dsp:cNvPr id="0" name=""/>
        <dsp:cNvSpPr/>
      </dsp:nvSpPr>
      <dsp:spPr>
        <a:xfrm>
          <a:off x="3883783" y="1571597"/>
          <a:ext cx="2643412" cy="731044"/>
        </a:xfrm>
        <a:prstGeom prst="roundRect">
          <a:avLst>
            <a:gd name="adj" fmla="val 10000"/>
          </a:avLst>
        </a:prstGeom>
        <a:solidFill>
          <a:schemeClr val="accent1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1">
              <a:hueOff val="0"/>
              <a:satOff val="0"/>
              <a:lumOff val="0"/>
              <a:alphaOff val="0"/>
            </a:schemeClr>
          </a:solidFill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35560" tIns="26670" rIns="35560" bIns="26670" numCol="1" spcCol="1270" anchor="ctr" anchorCtr="0">
          <a:noAutofit/>
        </a:bodyPr>
        <a:lstStyle/>
        <a:p>
          <a:pPr marL="0" lvl="0" indent="0" algn="ctr" defTabSz="62230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400" u="sng" kern="1200" dirty="0"/>
            <a:t>recorded</a:t>
          </a:r>
          <a:r>
            <a:rPr lang="en-US" sz="1400" kern="1200" dirty="0"/>
            <a:t> as an </a:t>
          </a:r>
          <a:r>
            <a:rPr lang="en-US" sz="1400" b="1" kern="1200" dirty="0"/>
            <a:t>integer</a:t>
          </a:r>
          <a:r>
            <a:rPr lang="en-US" sz="1400" kern="1200" dirty="0"/>
            <a:t> denominated</a:t>
          </a:r>
          <a:r>
            <a:rPr lang="tr-TR" sz="1400" kern="1200" dirty="0"/>
            <a:t> in </a:t>
          </a:r>
          <a:r>
            <a:rPr lang="tr-TR" sz="1400" b="1" kern="1200" dirty="0" err="1"/>
            <a:t>satoshis</a:t>
          </a:r>
          <a:r>
            <a:rPr lang="tr-TR" sz="1400" kern="1200" dirty="0"/>
            <a:t>. </a:t>
          </a:r>
        </a:p>
      </dsp:txBody>
      <dsp:txXfrm>
        <a:off x="3905195" y="1593009"/>
        <a:ext cx="2600588" cy="688220"/>
      </dsp:txXfrm>
    </dsp:sp>
    <dsp:sp modelId="{C8931BE8-48CD-4404-9BE4-FC7C25C5A77D}">
      <dsp:nvSpPr>
        <dsp:cNvPr id="0" name=""/>
        <dsp:cNvSpPr/>
      </dsp:nvSpPr>
      <dsp:spPr>
        <a:xfrm>
          <a:off x="7105442" y="0"/>
          <a:ext cx="3304265" cy="2424582"/>
        </a:xfrm>
        <a:prstGeom prst="roundRect">
          <a:avLst>
            <a:gd name="adj" fmla="val 10000"/>
          </a:avLst>
        </a:prstGeom>
        <a:solidFill>
          <a:schemeClr val="accent1">
            <a:tint val="4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76200" tIns="76200" rIns="76200" bIns="76200" numCol="1" spcCol="1270" anchor="ctr" anchorCtr="0">
          <a:noAutofit/>
        </a:bodyPr>
        <a:lstStyle/>
        <a:p>
          <a:pPr marL="0" lvl="0" indent="0" algn="ctr" defTabSz="88900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2000" kern="1200" dirty="0"/>
            <a:t>the </a:t>
          </a:r>
          <a:r>
            <a:rPr lang="en-US" sz="2000" b="1" kern="1200" dirty="0"/>
            <a:t>cryptographic puzzle</a:t>
          </a:r>
          <a:endParaRPr lang="tr-TR" sz="2000" kern="1200" dirty="0"/>
        </a:p>
      </dsp:txBody>
      <dsp:txXfrm>
        <a:off x="7105442" y="0"/>
        <a:ext cx="3304265" cy="727374"/>
      </dsp:txXfrm>
    </dsp:sp>
    <dsp:sp modelId="{8AF9B7CD-EFB2-446B-9B8C-5804E882BEBB}">
      <dsp:nvSpPr>
        <dsp:cNvPr id="0" name=""/>
        <dsp:cNvSpPr/>
      </dsp:nvSpPr>
      <dsp:spPr>
        <a:xfrm>
          <a:off x="7435868" y="727581"/>
          <a:ext cx="2643412" cy="476333"/>
        </a:xfrm>
        <a:prstGeom prst="roundRect">
          <a:avLst>
            <a:gd name="adj" fmla="val 10000"/>
          </a:avLst>
        </a:prstGeom>
        <a:solidFill>
          <a:schemeClr val="accent1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1">
              <a:hueOff val="0"/>
              <a:satOff val="0"/>
              <a:lumOff val="0"/>
              <a:alphaOff val="0"/>
            </a:schemeClr>
          </a:solidFill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35560" tIns="26670" rIns="35560" bIns="26670" numCol="1" spcCol="1270" anchor="ctr" anchorCtr="0">
          <a:noAutofit/>
        </a:bodyPr>
        <a:lstStyle/>
        <a:p>
          <a:pPr marL="0" lvl="0" indent="0" algn="ctr" defTabSz="62230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400" kern="1200" dirty="0"/>
            <a:t>sets the</a:t>
          </a:r>
          <a:r>
            <a:rPr lang="tr-TR" sz="1400" kern="1200" dirty="0"/>
            <a:t> </a:t>
          </a:r>
          <a:r>
            <a:rPr lang="en-US" sz="1400" kern="1200" dirty="0"/>
            <a:t>conditions for spending</a:t>
          </a:r>
          <a:endParaRPr lang="tr-TR" sz="1400" kern="1200" dirty="0"/>
        </a:p>
      </dsp:txBody>
      <dsp:txXfrm>
        <a:off x="7449819" y="741532"/>
        <a:ext cx="2615510" cy="448431"/>
      </dsp:txXfrm>
    </dsp:sp>
    <dsp:sp modelId="{AD02ADAB-1895-4D73-ACA6-3E5F20128288}">
      <dsp:nvSpPr>
        <dsp:cNvPr id="0" name=""/>
        <dsp:cNvSpPr/>
      </dsp:nvSpPr>
      <dsp:spPr>
        <a:xfrm>
          <a:off x="7435868" y="1277197"/>
          <a:ext cx="2643412" cy="476333"/>
        </a:xfrm>
        <a:prstGeom prst="roundRect">
          <a:avLst>
            <a:gd name="adj" fmla="val 10000"/>
          </a:avLst>
        </a:prstGeom>
        <a:solidFill>
          <a:schemeClr val="accent1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1">
              <a:hueOff val="0"/>
              <a:satOff val="0"/>
              <a:lumOff val="0"/>
              <a:alphaOff val="0"/>
            </a:schemeClr>
          </a:solidFill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35560" tIns="26670" rIns="35560" bIns="26670" numCol="1" spcCol="1270" anchor="ctr" anchorCtr="0">
          <a:noAutofit/>
        </a:bodyPr>
        <a:lstStyle/>
        <a:p>
          <a:pPr marL="0" lvl="0" indent="0" algn="ctr" defTabSz="62230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400" kern="1200" dirty="0" err="1"/>
            <a:t>scriptPubKey</a:t>
          </a:r>
          <a:endParaRPr lang="tr-TR" sz="1400" kern="1200" dirty="0"/>
        </a:p>
      </dsp:txBody>
      <dsp:txXfrm>
        <a:off x="7449819" y="1291148"/>
        <a:ext cx="2615510" cy="448431"/>
      </dsp:txXfrm>
    </dsp:sp>
    <dsp:sp modelId="{B065DF54-95EA-4176-8F08-F7ACF36448A7}">
      <dsp:nvSpPr>
        <dsp:cNvPr id="0" name=""/>
        <dsp:cNvSpPr/>
      </dsp:nvSpPr>
      <dsp:spPr>
        <a:xfrm>
          <a:off x="7435868" y="1826812"/>
          <a:ext cx="2643412" cy="476333"/>
        </a:xfrm>
        <a:prstGeom prst="roundRect">
          <a:avLst>
            <a:gd name="adj" fmla="val 10000"/>
          </a:avLst>
        </a:prstGeom>
        <a:solidFill>
          <a:schemeClr val="accent1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1">
              <a:hueOff val="0"/>
              <a:satOff val="0"/>
              <a:lumOff val="0"/>
              <a:alphaOff val="0"/>
            </a:schemeClr>
          </a:solidFill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35560" tIns="26670" rIns="35560" bIns="26670" numCol="1" spcCol="1270" anchor="ctr" anchorCtr="0">
          <a:noAutofit/>
        </a:bodyPr>
        <a:lstStyle/>
        <a:p>
          <a:pPr marL="0" lvl="0" indent="0" algn="ctr" defTabSz="62230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400" kern="1200" dirty="0"/>
            <a:t>human-readable representation of the script</a:t>
          </a:r>
          <a:endParaRPr lang="tr-TR" sz="1400" kern="1200" dirty="0"/>
        </a:p>
      </dsp:txBody>
      <dsp:txXfrm>
        <a:off x="7449819" y="1840763"/>
        <a:ext cx="2615510" cy="448431"/>
      </dsp:txXfrm>
    </dsp:sp>
  </dsp:spTree>
</dsp:drawing>
</file>

<file path=ppt/diagrams/drawing28.xml><?xml version="1.0" encoding="utf-8"?>
<dsp:drawing xmlns:dgm="http://schemas.openxmlformats.org/drawingml/2006/diagram" xmlns:dsp="http://schemas.microsoft.com/office/drawing/2008/diagram" xmlns:a="http://schemas.openxmlformats.org/drawingml/2006/main">
  <dsp:spTree>
    <dsp:nvGrpSpPr>
      <dsp:cNvPr id="0" name=""/>
      <dsp:cNvGrpSpPr/>
    </dsp:nvGrpSpPr>
    <dsp:grpSpPr/>
    <dsp:sp modelId="{C947EB42-DD4C-45D0-8476-F33904A21FEC}">
      <dsp:nvSpPr>
        <dsp:cNvPr id="0" name=""/>
        <dsp:cNvSpPr/>
      </dsp:nvSpPr>
      <dsp:spPr>
        <a:xfrm>
          <a:off x="3421" y="521670"/>
          <a:ext cx="1012921" cy="1012921"/>
        </a:xfrm>
        <a:prstGeom prst="rect">
          <a:avLst/>
        </a:prstGeom>
        <a:blipFill>
          <a:blip xmlns:r="http://schemas.openxmlformats.org/officeDocument/2006/relationships" r:embed="rId1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2"/>
              </a:ext>
            </a:extLst>
          </a:blip>
          <a:stretch>
            <a:fillRect/>
          </a:stretch>
        </a:blipFill>
        <a:ln w="12700" cap="flat" cmpd="sng" algn="ctr">
          <a:noFill/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DFB31420-438C-46B9-9B91-C6F1FC4FBF1A}">
      <dsp:nvSpPr>
        <dsp:cNvPr id="0" name=""/>
        <dsp:cNvSpPr/>
      </dsp:nvSpPr>
      <dsp:spPr>
        <a:xfrm>
          <a:off x="3421" y="1646732"/>
          <a:ext cx="2894062" cy="434109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l" defTabSz="97790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  <a:defRPr b="1"/>
          </a:pPr>
          <a:r>
            <a:rPr lang="tr-TR" sz="2200" kern="1200" dirty="0"/>
            <a:t>Transaction Serialization</a:t>
          </a:r>
          <a:endParaRPr lang="en-US" sz="2200" kern="1200" dirty="0"/>
        </a:p>
      </dsp:txBody>
      <dsp:txXfrm>
        <a:off x="3421" y="1646732"/>
        <a:ext cx="2894062" cy="434109"/>
      </dsp:txXfrm>
    </dsp:sp>
    <dsp:sp modelId="{F26B4FEE-093D-4B74-A803-A615B990F323}">
      <dsp:nvSpPr>
        <dsp:cNvPr id="0" name=""/>
        <dsp:cNvSpPr/>
      </dsp:nvSpPr>
      <dsp:spPr>
        <a:xfrm>
          <a:off x="3421" y="2132999"/>
          <a:ext cx="2894062" cy="996579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l" defTabSz="7556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700" kern="1200"/>
            <a:t>also known as a byte stream</a:t>
          </a:r>
          <a:endParaRPr lang="en-US" sz="1700" kern="1200" dirty="0"/>
        </a:p>
      </dsp:txBody>
      <dsp:txXfrm>
        <a:off x="3421" y="2132999"/>
        <a:ext cx="2894062" cy="996579"/>
      </dsp:txXfrm>
    </dsp:sp>
    <dsp:sp modelId="{B737E3E6-3880-42B0-8109-CF30845A31BA}">
      <dsp:nvSpPr>
        <dsp:cNvPr id="0" name=""/>
        <dsp:cNvSpPr/>
      </dsp:nvSpPr>
      <dsp:spPr>
        <a:xfrm>
          <a:off x="3403945" y="521670"/>
          <a:ext cx="1012921" cy="1012921"/>
        </a:xfrm>
        <a:prstGeom prst="rect">
          <a:avLst/>
        </a:prstGeom>
        <a:blipFill rotWithShape="1">
          <a:blip xmlns:r="http://schemas.openxmlformats.org/officeDocument/2006/relationships" r:embed="rId3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4"/>
              </a:ext>
            </a:extLst>
          </a:blip>
          <a:srcRect/>
          <a:stretch>
            <a:fillRect/>
          </a:stretch>
        </a:blipFill>
        <a:ln w="12700" cap="flat" cmpd="sng" algn="ctr">
          <a:solidFill>
            <a:schemeClr val="lt1">
              <a:alpha val="0"/>
              <a:hueOff val="0"/>
              <a:satOff val="0"/>
              <a:lumOff val="0"/>
              <a:alphaOff val="0"/>
            </a:schemeClr>
          </a:solidFill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1514B0C5-88F1-44D2-9EE9-FBAC4B83E60A}">
      <dsp:nvSpPr>
        <dsp:cNvPr id="0" name=""/>
        <dsp:cNvSpPr/>
      </dsp:nvSpPr>
      <dsp:spPr>
        <a:xfrm>
          <a:off x="3403945" y="1646732"/>
          <a:ext cx="2894062" cy="434109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l" defTabSz="97790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  <a:defRPr b="1"/>
          </a:pPr>
          <a:r>
            <a:rPr lang="en-US" sz="2200" kern="1200"/>
            <a:t>Serialization</a:t>
          </a:r>
          <a:endParaRPr lang="en-US" sz="2200" kern="1200" dirty="0"/>
        </a:p>
      </dsp:txBody>
      <dsp:txXfrm>
        <a:off x="3403945" y="1646732"/>
        <a:ext cx="2894062" cy="434109"/>
      </dsp:txXfrm>
    </dsp:sp>
    <dsp:sp modelId="{DBA2C556-D8B3-4112-A102-1EAEA77A7EAD}">
      <dsp:nvSpPr>
        <dsp:cNvPr id="0" name=""/>
        <dsp:cNvSpPr/>
      </dsp:nvSpPr>
      <dsp:spPr>
        <a:xfrm>
          <a:off x="3403945" y="2132999"/>
          <a:ext cx="2894062" cy="996579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l" defTabSz="7556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700" kern="1200" dirty="0"/>
            <a:t>converting the data structure</a:t>
          </a:r>
        </a:p>
        <a:p>
          <a:pPr marL="0" lvl="0" indent="0" algn="l" defTabSz="7556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tr-TR" sz="1700" kern="1200" dirty="0"/>
            <a:t>to transmit </a:t>
          </a:r>
          <a:r>
            <a:rPr lang="en-US" sz="1700" kern="1200" dirty="0"/>
            <a:t>one byte at a time </a:t>
          </a:r>
        </a:p>
      </dsp:txBody>
      <dsp:txXfrm>
        <a:off x="3403945" y="2132999"/>
        <a:ext cx="2894062" cy="996579"/>
      </dsp:txXfrm>
    </dsp:sp>
    <dsp:sp modelId="{2A5DAB42-0DA6-480A-8862-142E66BA5A44}">
      <dsp:nvSpPr>
        <dsp:cNvPr id="0" name=""/>
        <dsp:cNvSpPr/>
      </dsp:nvSpPr>
      <dsp:spPr>
        <a:xfrm>
          <a:off x="6804468" y="521670"/>
          <a:ext cx="1012921" cy="1012921"/>
        </a:xfrm>
        <a:prstGeom prst="rect">
          <a:avLst/>
        </a:prstGeom>
        <a:blipFill>
          <a:blip xmlns:r="http://schemas.openxmlformats.org/officeDocument/2006/relationships" r:embed="rId5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6"/>
              </a:ext>
            </a:extLst>
          </a:blip>
          <a:stretch>
            <a:fillRect/>
          </a:stretch>
        </a:blipFill>
        <a:ln w="12700" cap="flat" cmpd="sng" algn="ctr">
          <a:noFill/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59EEC2BC-5336-494E-BFE3-A7E06FECA382}">
      <dsp:nvSpPr>
        <dsp:cNvPr id="0" name=""/>
        <dsp:cNvSpPr/>
      </dsp:nvSpPr>
      <dsp:spPr>
        <a:xfrm>
          <a:off x="6804468" y="1646732"/>
          <a:ext cx="2894062" cy="434109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l" defTabSz="97790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  <a:defRPr b="1"/>
          </a:pPr>
          <a:r>
            <a:rPr lang="tr-TR" sz="2200" kern="1200" dirty="0"/>
            <a:t>Usage</a:t>
          </a:r>
          <a:endParaRPr lang="en-US" sz="2200" kern="1200" dirty="0"/>
        </a:p>
      </dsp:txBody>
      <dsp:txXfrm>
        <a:off x="6804468" y="1646732"/>
        <a:ext cx="2894062" cy="434109"/>
      </dsp:txXfrm>
    </dsp:sp>
    <dsp:sp modelId="{261F9065-AD33-45EB-AB60-AE39F3050735}">
      <dsp:nvSpPr>
        <dsp:cNvPr id="0" name=""/>
        <dsp:cNvSpPr/>
      </dsp:nvSpPr>
      <dsp:spPr>
        <a:xfrm>
          <a:off x="6804468" y="2132999"/>
          <a:ext cx="2894062" cy="996579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l" defTabSz="7556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tr-TR" sz="1700" kern="1200" dirty="0"/>
            <a:t>to transmit </a:t>
          </a:r>
          <a:r>
            <a:rPr lang="en-US" sz="1700" kern="1200" dirty="0"/>
            <a:t>over the network </a:t>
          </a:r>
        </a:p>
        <a:p>
          <a:pPr marL="0" lvl="0" indent="0" algn="l" defTabSz="7556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700" kern="1200" dirty="0"/>
            <a:t>exchange between applications</a:t>
          </a:r>
        </a:p>
        <a:p>
          <a:pPr marL="0" lvl="0" indent="0" algn="l" defTabSz="7556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700" kern="1200" dirty="0"/>
            <a:t>storage in a file</a:t>
          </a:r>
          <a:endParaRPr lang="tr-TR" sz="1700" kern="1200"/>
        </a:p>
      </dsp:txBody>
      <dsp:txXfrm>
        <a:off x="6804468" y="2132999"/>
        <a:ext cx="2894062" cy="996579"/>
      </dsp:txXfrm>
    </dsp:sp>
  </dsp:spTree>
</dsp:drawing>
</file>

<file path=ppt/diagrams/drawing29.xml><?xml version="1.0" encoding="utf-8"?>
<dsp:drawing xmlns:dgm="http://schemas.openxmlformats.org/drawingml/2006/diagram" xmlns:dsp="http://schemas.microsoft.com/office/drawing/2008/diagram" xmlns:a="http://schemas.openxmlformats.org/drawingml/2006/main">
  <dsp:spTree>
    <dsp:nvGrpSpPr>
      <dsp:cNvPr id="0" name=""/>
      <dsp:cNvGrpSpPr/>
    </dsp:nvGrpSpPr>
    <dsp:grpSpPr/>
    <dsp:sp modelId="{5AD61A6B-AFCA-4BDF-8C07-4163B85C5D96}">
      <dsp:nvSpPr>
        <dsp:cNvPr id="0" name=""/>
        <dsp:cNvSpPr/>
      </dsp:nvSpPr>
      <dsp:spPr>
        <a:xfrm>
          <a:off x="1556976" y="341413"/>
          <a:ext cx="1512000" cy="1512000"/>
        </a:xfrm>
        <a:prstGeom prst="rect">
          <a:avLst/>
        </a:prstGeom>
        <a:blipFill rotWithShape="1">
          <a:blip xmlns:r="http://schemas.openxmlformats.org/officeDocument/2006/relationships" r:embed="rId1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2"/>
              </a:ext>
            </a:extLst>
          </a:blip>
          <a:srcRect/>
          <a:stretch>
            <a:fillRect/>
          </a:stretch>
        </a:blipFill>
        <a:ln w="12700" cap="flat" cmpd="sng" algn="ctr">
          <a:noFill/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B35FADF0-3C28-4856-8EC5-6C5E56FE8955}">
      <dsp:nvSpPr>
        <dsp:cNvPr id="0" name=""/>
        <dsp:cNvSpPr/>
      </dsp:nvSpPr>
      <dsp:spPr>
        <a:xfrm>
          <a:off x="152976" y="1981055"/>
          <a:ext cx="4320000" cy="648000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160020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  <a:defRPr b="1"/>
          </a:pPr>
          <a:r>
            <a:rPr lang="tr-TR" sz="3600" kern="1200"/>
            <a:t>Not preferred</a:t>
          </a:r>
          <a:endParaRPr lang="en-US" sz="3600" kern="1200"/>
        </a:p>
      </dsp:txBody>
      <dsp:txXfrm>
        <a:off x="152976" y="1981055"/>
        <a:ext cx="4320000" cy="648000"/>
      </dsp:txXfrm>
    </dsp:sp>
    <dsp:sp modelId="{DE6766C9-85FC-435E-8058-37ED857172A3}">
      <dsp:nvSpPr>
        <dsp:cNvPr id="0" name=""/>
        <dsp:cNvSpPr/>
      </dsp:nvSpPr>
      <dsp:spPr>
        <a:xfrm>
          <a:off x="152976" y="2688423"/>
          <a:ext cx="4320000" cy="621412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7556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tr-TR" sz="1700" kern="1200"/>
            <a:t>Storing </a:t>
          </a:r>
          <a:r>
            <a:rPr lang="tr-TR" sz="1700" kern="1200" dirty="0"/>
            <a:t>transactions</a:t>
          </a:r>
          <a:endParaRPr lang="en-US" sz="1700" kern="1200" dirty="0"/>
        </a:p>
        <a:p>
          <a:pPr marL="0" lvl="0" indent="0" algn="ctr" defTabSz="7556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700" kern="1200" dirty="0"/>
            <a:t>internally as </a:t>
          </a:r>
          <a:r>
            <a:rPr lang="en-US" sz="1700" kern="1200" dirty="0" err="1"/>
            <a:t>bytestreams</a:t>
          </a:r>
          <a:r>
            <a:rPr lang="tr-TR" sz="1700" kern="1200" dirty="0"/>
            <a:t> </a:t>
          </a:r>
          <a:endParaRPr lang="en-US" sz="1700" kern="1200" dirty="0"/>
        </a:p>
      </dsp:txBody>
      <dsp:txXfrm>
        <a:off x="152976" y="2688423"/>
        <a:ext cx="4320000" cy="621412"/>
      </dsp:txXfrm>
    </dsp:sp>
    <dsp:sp modelId="{59C50AB8-0D38-4713-BABF-054B47AA85B8}">
      <dsp:nvSpPr>
        <dsp:cNvPr id="0" name=""/>
        <dsp:cNvSpPr/>
      </dsp:nvSpPr>
      <dsp:spPr>
        <a:xfrm>
          <a:off x="6632976" y="341413"/>
          <a:ext cx="1512000" cy="1512000"/>
        </a:xfrm>
        <a:prstGeom prst="rect">
          <a:avLst/>
        </a:prstGeom>
        <a:blipFill rotWithShape="1">
          <a:blip xmlns:r="http://schemas.openxmlformats.org/officeDocument/2006/relationships" r:embed="rId3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4"/>
              </a:ext>
            </a:extLst>
          </a:blip>
          <a:srcRect/>
          <a:stretch>
            <a:fillRect/>
          </a:stretch>
        </a:blipFill>
        <a:ln w="12700" cap="flat" cmpd="sng" algn="ctr">
          <a:noFill/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40EFEBB3-F9F0-4109-BA12-42E6DB656F06}">
      <dsp:nvSpPr>
        <dsp:cNvPr id="0" name=""/>
        <dsp:cNvSpPr/>
      </dsp:nvSpPr>
      <dsp:spPr>
        <a:xfrm>
          <a:off x="5228976" y="1981055"/>
          <a:ext cx="4320000" cy="648000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160020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  <a:defRPr b="1"/>
          </a:pPr>
          <a:r>
            <a:rPr lang="tr-TR" sz="3600" kern="1200"/>
            <a:t>Reason</a:t>
          </a:r>
          <a:endParaRPr lang="en-US" sz="3600" kern="1200"/>
        </a:p>
      </dsp:txBody>
      <dsp:txXfrm>
        <a:off x="5228976" y="1981055"/>
        <a:ext cx="4320000" cy="648000"/>
      </dsp:txXfrm>
    </dsp:sp>
    <dsp:sp modelId="{C16A725F-12C4-47B0-ABCD-BAF500974970}">
      <dsp:nvSpPr>
        <dsp:cNvPr id="0" name=""/>
        <dsp:cNvSpPr/>
      </dsp:nvSpPr>
      <dsp:spPr>
        <a:xfrm>
          <a:off x="5228976" y="2688423"/>
          <a:ext cx="4320000" cy="621412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7556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700" kern="1200" dirty="0"/>
            <a:t>require complex parsing </a:t>
          </a:r>
        </a:p>
        <a:p>
          <a:pPr marL="0" lvl="0" indent="0" algn="ctr" defTabSz="7556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700" kern="1200" dirty="0"/>
            <a:t>to access a single</a:t>
          </a:r>
          <a:r>
            <a:rPr lang="tr-TR" sz="1700" kern="1200" dirty="0"/>
            <a:t> </a:t>
          </a:r>
          <a:r>
            <a:rPr lang="en-US" sz="1700" kern="1200" dirty="0"/>
            <a:t>field </a:t>
          </a:r>
        </a:p>
      </dsp:txBody>
      <dsp:txXfrm>
        <a:off x="5228976" y="2688423"/>
        <a:ext cx="4320000" cy="621412"/>
      </dsp:txXfrm>
    </dsp:sp>
  </dsp:spTree>
</dsp:drawing>
</file>

<file path=ppt/diagrams/drawing30.xml><?xml version="1.0" encoding="utf-8"?>
<dsp:drawing xmlns:dgm="http://schemas.openxmlformats.org/drawingml/2006/diagram" xmlns:dsp="http://schemas.microsoft.com/office/drawing/2008/diagram" xmlns:a="http://schemas.openxmlformats.org/drawingml/2006/main">
  <dsp:spTree>
    <dsp:nvGrpSpPr>
      <dsp:cNvPr id="0" name=""/>
      <dsp:cNvGrpSpPr/>
    </dsp:nvGrpSpPr>
    <dsp:grpSpPr/>
    <dsp:sp modelId="{8C48B816-2204-42E3-9AE9-2964AEF666B2}">
      <dsp:nvSpPr>
        <dsp:cNvPr id="0" name=""/>
        <dsp:cNvSpPr/>
      </dsp:nvSpPr>
      <dsp:spPr>
        <a:xfrm rot="5400000">
          <a:off x="6126659" y="-2514505"/>
          <a:ext cx="941337" cy="6209249"/>
        </a:xfrm>
        <a:prstGeom prst="round2SameRect">
          <a:avLst/>
        </a:prstGeom>
        <a:solidFill>
          <a:schemeClr val="accent2">
            <a:tint val="40000"/>
            <a:alpha val="90000"/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accent2">
              <a:tint val="40000"/>
              <a:alpha val="90000"/>
              <a:hueOff val="0"/>
              <a:satOff val="0"/>
              <a:lumOff val="0"/>
              <a:alphaOff val="0"/>
            </a:schemeClr>
          </a:solidFill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91440" tIns="45720" rIns="91440" bIns="45720" numCol="1" spcCol="1270" anchor="ctr" anchorCtr="0">
          <a:noAutofit/>
        </a:bodyPr>
        <a:lstStyle/>
        <a:p>
          <a:pPr marL="228600" lvl="1" indent="-228600" algn="l" defTabSz="1066800">
            <a:lnSpc>
              <a:spcPct val="90000"/>
            </a:lnSpc>
            <a:spcBef>
              <a:spcPct val="0"/>
            </a:spcBef>
            <a:spcAft>
              <a:spcPct val="15000"/>
            </a:spcAft>
            <a:buChar char="•"/>
          </a:pPr>
          <a:r>
            <a:rPr lang="en-US" sz="2400" kern="1200" dirty="0"/>
            <a:t>store transactions</a:t>
          </a:r>
          <a:r>
            <a:rPr lang="tr-TR" sz="2400" kern="1200" dirty="0"/>
            <a:t> </a:t>
          </a:r>
          <a:r>
            <a:rPr lang="en-US" sz="2400" kern="1200" dirty="0"/>
            <a:t>internally </a:t>
          </a:r>
        </a:p>
        <a:p>
          <a:pPr marL="228600" lvl="1" indent="-228600" algn="l" defTabSz="1066800">
            <a:lnSpc>
              <a:spcPct val="90000"/>
            </a:lnSpc>
            <a:spcBef>
              <a:spcPct val="0"/>
            </a:spcBef>
            <a:spcAft>
              <a:spcPct val="15000"/>
            </a:spcAft>
            <a:buChar char="•"/>
          </a:pPr>
          <a:r>
            <a:rPr lang="en-US" sz="2400" kern="1200" dirty="0"/>
            <a:t>in data structures</a:t>
          </a:r>
        </a:p>
      </dsp:txBody>
      <dsp:txXfrm rot="-5400000">
        <a:off x="3492703" y="165403"/>
        <a:ext cx="6163297" cy="849433"/>
      </dsp:txXfrm>
    </dsp:sp>
    <dsp:sp modelId="{97D69A61-23BF-4252-B1FC-E499257EF12A}">
      <dsp:nvSpPr>
        <dsp:cNvPr id="0" name=""/>
        <dsp:cNvSpPr/>
      </dsp:nvSpPr>
      <dsp:spPr>
        <a:xfrm>
          <a:off x="0" y="1782"/>
          <a:ext cx="3492703" cy="1176672"/>
        </a:xfrm>
        <a:prstGeom prst="roundRect">
          <a:avLst/>
        </a:prstGeom>
        <a:solidFill>
          <a:schemeClr val="accent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1">
              <a:hueOff val="0"/>
              <a:satOff val="0"/>
              <a:lumOff val="0"/>
              <a:alphaOff val="0"/>
            </a:schemeClr>
          </a:solidFill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129540" tIns="64770" rIns="129540" bIns="64770" numCol="1" spcCol="1270" anchor="ctr" anchorCtr="0">
          <a:noAutofit/>
        </a:bodyPr>
        <a:lstStyle/>
        <a:p>
          <a:pPr marL="0" lvl="0" indent="0" algn="ctr" defTabSz="151130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tr-TR" sz="3400" kern="1200" dirty="0"/>
            <a:t>Preferred storage</a:t>
          </a:r>
          <a:endParaRPr lang="en-US" sz="3400" kern="1200" dirty="0"/>
        </a:p>
      </dsp:txBody>
      <dsp:txXfrm>
        <a:off x="57440" y="59222"/>
        <a:ext cx="3377823" cy="1061792"/>
      </dsp:txXfrm>
    </dsp:sp>
    <dsp:sp modelId="{D0A048AC-2C2A-49D2-8FBC-61752AB5385F}">
      <dsp:nvSpPr>
        <dsp:cNvPr id="0" name=""/>
        <dsp:cNvSpPr/>
      </dsp:nvSpPr>
      <dsp:spPr>
        <a:xfrm rot="5400000">
          <a:off x="6126659" y="-1278999"/>
          <a:ext cx="941337" cy="6209249"/>
        </a:xfrm>
        <a:prstGeom prst="round2SameRect">
          <a:avLst/>
        </a:prstGeom>
        <a:solidFill>
          <a:schemeClr val="accent2">
            <a:tint val="40000"/>
            <a:alpha val="90000"/>
            <a:hueOff val="-3704447"/>
            <a:satOff val="-534"/>
            <a:lumOff val="729"/>
            <a:alphaOff val="0"/>
          </a:schemeClr>
        </a:solidFill>
        <a:ln w="12700" cap="flat" cmpd="sng" algn="ctr">
          <a:solidFill>
            <a:schemeClr val="accent2">
              <a:tint val="40000"/>
              <a:alpha val="90000"/>
              <a:hueOff val="-3704447"/>
              <a:satOff val="-534"/>
              <a:lumOff val="729"/>
              <a:alphaOff val="0"/>
            </a:schemeClr>
          </a:solidFill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91440" tIns="45720" rIns="91440" bIns="45720" numCol="1" spcCol="1270" anchor="ctr" anchorCtr="0">
          <a:noAutofit/>
        </a:bodyPr>
        <a:lstStyle/>
        <a:p>
          <a:pPr marL="228600" lvl="1" indent="-228600" algn="l" defTabSz="1066800">
            <a:lnSpc>
              <a:spcPct val="90000"/>
            </a:lnSpc>
            <a:spcBef>
              <a:spcPct val="0"/>
            </a:spcBef>
            <a:spcAft>
              <a:spcPct val="15000"/>
            </a:spcAft>
            <a:buChar char="•"/>
          </a:pPr>
          <a:r>
            <a:rPr lang="en-US" sz="2400" kern="1200" dirty="0"/>
            <a:t>usually object-oriented structures</a:t>
          </a:r>
        </a:p>
      </dsp:txBody>
      <dsp:txXfrm rot="-5400000">
        <a:off x="3492703" y="1400909"/>
        <a:ext cx="6163297" cy="849433"/>
      </dsp:txXfrm>
    </dsp:sp>
    <dsp:sp modelId="{0CBCC67C-67B0-495C-8149-1E7ECB48B2FE}">
      <dsp:nvSpPr>
        <dsp:cNvPr id="0" name=""/>
        <dsp:cNvSpPr/>
      </dsp:nvSpPr>
      <dsp:spPr>
        <a:xfrm>
          <a:off x="0" y="1237288"/>
          <a:ext cx="3492703" cy="1176672"/>
        </a:xfrm>
        <a:prstGeom prst="roundRect">
          <a:avLst/>
        </a:prstGeom>
        <a:solidFill>
          <a:schemeClr val="accent2">
            <a:hueOff val="-3703935"/>
            <a:satOff val="-1375"/>
            <a:lumOff val="3138"/>
            <a:alphaOff val="0"/>
          </a:schemeClr>
        </a:solidFill>
        <a:ln w="12700" cap="flat" cmpd="sng" algn="ctr">
          <a:solidFill>
            <a:schemeClr val="lt1">
              <a:hueOff val="0"/>
              <a:satOff val="0"/>
              <a:lumOff val="0"/>
              <a:alphaOff val="0"/>
            </a:schemeClr>
          </a:solidFill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129540" tIns="64770" rIns="129540" bIns="64770" numCol="1" spcCol="1270" anchor="ctr" anchorCtr="0">
          <a:noAutofit/>
        </a:bodyPr>
        <a:lstStyle/>
        <a:p>
          <a:pPr marL="0" lvl="0" indent="0" algn="ctr" defTabSz="151130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tr-TR" sz="3400" kern="1200" dirty="0"/>
            <a:t>Data structures</a:t>
          </a:r>
          <a:endParaRPr lang="en-US" sz="3400" kern="1200" dirty="0"/>
        </a:p>
      </dsp:txBody>
      <dsp:txXfrm>
        <a:off x="57440" y="1294728"/>
        <a:ext cx="3377823" cy="1061792"/>
      </dsp:txXfrm>
    </dsp:sp>
    <dsp:sp modelId="{F5B33C40-4F1C-415C-A0B1-E750B6389DC5}">
      <dsp:nvSpPr>
        <dsp:cNvPr id="0" name=""/>
        <dsp:cNvSpPr/>
      </dsp:nvSpPr>
      <dsp:spPr>
        <a:xfrm rot="5400000">
          <a:off x="6126659" y="-43493"/>
          <a:ext cx="941337" cy="6209249"/>
        </a:xfrm>
        <a:prstGeom prst="round2SameRect">
          <a:avLst/>
        </a:prstGeom>
        <a:solidFill>
          <a:schemeClr val="accent2">
            <a:tint val="40000"/>
            <a:alpha val="90000"/>
            <a:hueOff val="-7408895"/>
            <a:satOff val="-1068"/>
            <a:lumOff val="1459"/>
            <a:alphaOff val="0"/>
          </a:schemeClr>
        </a:solidFill>
        <a:ln w="12700" cap="flat" cmpd="sng" algn="ctr">
          <a:solidFill>
            <a:schemeClr val="accent2">
              <a:tint val="40000"/>
              <a:alpha val="90000"/>
              <a:hueOff val="-7408895"/>
              <a:satOff val="-1068"/>
              <a:lumOff val="1459"/>
              <a:alphaOff val="0"/>
            </a:schemeClr>
          </a:solidFill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91440" tIns="45720" rIns="91440" bIns="45720" numCol="1" spcCol="1270" anchor="ctr" anchorCtr="0">
          <a:noAutofit/>
        </a:bodyPr>
        <a:lstStyle/>
        <a:p>
          <a:pPr marL="228600" lvl="1" indent="-228600" algn="l" defTabSz="1066800">
            <a:lnSpc>
              <a:spcPct val="90000"/>
            </a:lnSpc>
            <a:spcBef>
              <a:spcPct val="0"/>
            </a:spcBef>
            <a:spcAft>
              <a:spcPct val="15000"/>
            </a:spcAft>
            <a:buChar char="•"/>
          </a:pPr>
          <a:r>
            <a:rPr lang="en-US" sz="2400" kern="1200" dirty="0"/>
            <a:t>For convenience</a:t>
          </a:r>
        </a:p>
        <a:p>
          <a:pPr marL="228600" lvl="1" indent="-228600" algn="l" defTabSz="1066800">
            <a:lnSpc>
              <a:spcPct val="90000"/>
            </a:lnSpc>
            <a:spcBef>
              <a:spcPct val="0"/>
            </a:spcBef>
            <a:spcAft>
              <a:spcPct val="15000"/>
            </a:spcAft>
            <a:buChar char="•"/>
          </a:pPr>
          <a:r>
            <a:rPr lang="en-US" sz="2400" kern="1200"/>
            <a:t>and </a:t>
          </a:r>
          <a:r>
            <a:rPr lang="en-US" sz="2400" kern="1200" dirty="0"/>
            <a:t>readability</a:t>
          </a:r>
        </a:p>
      </dsp:txBody>
      <dsp:txXfrm rot="-5400000">
        <a:off x="3492703" y="2636415"/>
        <a:ext cx="6163297" cy="849433"/>
      </dsp:txXfrm>
    </dsp:sp>
    <dsp:sp modelId="{98807683-BDE1-4211-987D-BA24294564C0}">
      <dsp:nvSpPr>
        <dsp:cNvPr id="0" name=""/>
        <dsp:cNvSpPr/>
      </dsp:nvSpPr>
      <dsp:spPr>
        <a:xfrm>
          <a:off x="0" y="2472794"/>
          <a:ext cx="3492703" cy="1176672"/>
        </a:xfrm>
        <a:prstGeom prst="roundRect">
          <a:avLst/>
        </a:prstGeom>
        <a:solidFill>
          <a:schemeClr val="accent2">
            <a:hueOff val="-7407870"/>
            <a:satOff val="-2749"/>
            <a:lumOff val="6275"/>
            <a:alphaOff val="0"/>
          </a:schemeClr>
        </a:solidFill>
        <a:ln w="12700" cap="flat" cmpd="sng" algn="ctr">
          <a:solidFill>
            <a:schemeClr val="lt1">
              <a:hueOff val="0"/>
              <a:satOff val="0"/>
              <a:lumOff val="0"/>
              <a:alphaOff val="0"/>
            </a:schemeClr>
          </a:solidFill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129540" tIns="64770" rIns="129540" bIns="64770" numCol="1" spcCol="1270" anchor="ctr" anchorCtr="0">
          <a:noAutofit/>
        </a:bodyPr>
        <a:lstStyle/>
        <a:p>
          <a:pPr marL="0" lvl="0" indent="0" algn="ctr" defTabSz="151130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tr-TR" sz="3400" kern="1200" dirty="0"/>
            <a:t>Reason</a:t>
          </a:r>
          <a:endParaRPr lang="en-US" sz="3400" kern="1200" dirty="0"/>
        </a:p>
      </dsp:txBody>
      <dsp:txXfrm>
        <a:off x="57440" y="2530234"/>
        <a:ext cx="3377823" cy="1061792"/>
      </dsp:txXfrm>
    </dsp:sp>
  </dsp:spTree>
</dsp:drawing>
</file>

<file path=ppt/diagrams/drawing31.xml><?xml version="1.0" encoding="utf-8"?>
<dsp:drawing xmlns:dgm="http://schemas.openxmlformats.org/drawingml/2006/diagram" xmlns:dsp="http://schemas.microsoft.com/office/drawing/2008/diagram" xmlns:a="http://schemas.openxmlformats.org/drawingml/2006/main">
  <dsp:spTree>
    <dsp:nvGrpSpPr>
      <dsp:cNvPr id="0" name=""/>
      <dsp:cNvGrpSpPr/>
    </dsp:nvGrpSpPr>
    <dsp:grpSpPr/>
    <dsp:sp modelId="{EB1F1989-E9F1-4108-8857-8C5C4A55CFAC}">
      <dsp:nvSpPr>
        <dsp:cNvPr id="0" name=""/>
        <dsp:cNvSpPr/>
      </dsp:nvSpPr>
      <dsp:spPr>
        <a:xfrm>
          <a:off x="698671" y="660719"/>
          <a:ext cx="750093" cy="750093"/>
        </a:xfrm>
        <a:prstGeom prst="rect">
          <a:avLst/>
        </a:prstGeom>
        <a:blipFill>
          <a:blip xmlns:r="http://schemas.openxmlformats.org/officeDocument/2006/relationships" r:embed="rId1" cstate="email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2"/>
              </a:ext>
            </a:extLst>
          </a:blip>
          <a:stretch>
            <a:fillRect/>
          </a:stretch>
        </a:blipFill>
        <a:ln w="12700" cap="flat" cmpd="sng" algn="ctr">
          <a:noFill/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6CE1D601-7EDF-4A5F-9627-14462BEC809A}">
      <dsp:nvSpPr>
        <dsp:cNvPr id="0" name=""/>
        <dsp:cNvSpPr/>
      </dsp:nvSpPr>
      <dsp:spPr>
        <a:xfrm>
          <a:off x="2156" y="1510994"/>
          <a:ext cx="2143124" cy="321468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88900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  <a:defRPr b="1"/>
          </a:pPr>
          <a:r>
            <a:rPr lang="tr-TR" sz="2000" kern="1200" dirty="0"/>
            <a:t>Deserialization</a:t>
          </a:r>
          <a:endParaRPr lang="en-US" sz="2000" kern="1200" dirty="0"/>
        </a:p>
      </dsp:txBody>
      <dsp:txXfrm>
        <a:off x="2156" y="1510994"/>
        <a:ext cx="2143124" cy="321468"/>
      </dsp:txXfrm>
    </dsp:sp>
    <dsp:sp modelId="{56D6B185-3357-43C3-8A5A-CFF135DED988}">
      <dsp:nvSpPr>
        <dsp:cNvPr id="0" name=""/>
        <dsp:cNvSpPr/>
      </dsp:nvSpPr>
      <dsp:spPr>
        <a:xfrm>
          <a:off x="2156" y="1879059"/>
          <a:ext cx="2143124" cy="1111470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6667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tr-TR" sz="1500" kern="1200" dirty="0"/>
            <a:t>Parsing </a:t>
          </a:r>
          <a:r>
            <a:rPr lang="en-US" sz="1500" kern="1200" dirty="0"/>
            <a:t>from</a:t>
          </a:r>
        </a:p>
        <a:p>
          <a:pPr marL="0" lvl="0" indent="0" algn="ctr" defTabSz="6667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500" b="1" kern="1200" dirty="0"/>
            <a:t>the byte-stream </a:t>
          </a:r>
          <a:r>
            <a:rPr lang="en-US" sz="1500" kern="1200" dirty="0"/>
            <a:t>representation</a:t>
          </a:r>
        </a:p>
        <a:p>
          <a:pPr marL="0" lvl="0" indent="0" algn="ctr" defTabSz="6667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tr-TR" sz="1500" kern="1200" dirty="0"/>
            <a:t>to internal</a:t>
          </a:r>
          <a:r>
            <a:rPr lang="en-US" sz="1500" kern="1200" dirty="0"/>
            <a:t> data structure</a:t>
          </a:r>
        </a:p>
      </dsp:txBody>
      <dsp:txXfrm>
        <a:off x="2156" y="1879059"/>
        <a:ext cx="2143124" cy="1111470"/>
      </dsp:txXfrm>
    </dsp:sp>
    <dsp:sp modelId="{2794BBB2-F34B-410B-A5A8-C34265EE75A0}">
      <dsp:nvSpPr>
        <dsp:cNvPr id="0" name=""/>
        <dsp:cNvSpPr/>
      </dsp:nvSpPr>
      <dsp:spPr>
        <a:xfrm>
          <a:off x="3216843" y="660719"/>
          <a:ext cx="750093" cy="750093"/>
        </a:xfrm>
        <a:prstGeom prst="rect">
          <a:avLst/>
        </a:prstGeom>
        <a:blipFill>
          <a:blip xmlns:r="http://schemas.openxmlformats.org/officeDocument/2006/relationships" r:embed="rId3" cstate="email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4"/>
              </a:ext>
            </a:extLst>
          </a:blip>
          <a:stretch>
            <a:fillRect/>
          </a:stretch>
        </a:blipFill>
        <a:ln w="12700" cap="flat" cmpd="sng" algn="ctr">
          <a:noFill/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7FBA698C-50EE-48F0-AB4C-0706FC455D1B}">
      <dsp:nvSpPr>
        <dsp:cNvPr id="0" name=""/>
        <dsp:cNvSpPr/>
      </dsp:nvSpPr>
      <dsp:spPr>
        <a:xfrm>
          <a:off x="2520328" y="1510994"/>
          <a:ext cx="2143124" cy="321468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88900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  <a:defRPr b="1"/>
          </a:pPr>
          <a:r>
            <a:rPr lang="tr-TR" sz="2000" kern="1200" dirty="0"/>
            <a:t>Serialization</a:t>
          </a:r>
          <a:r>
            <a:rPr lang="en-US" sz="2000" kern="1200" dirty="0"/>
            <a:t> </a:t>
          </a:r>
        </a:p>
      </dsp:txBody>
      <dsp:txXfrm>
        <a:off x="2520328" y="1510994"/>
        <a:ext cx="2143124" cy="321468"/>
      </dsp:txXfrm>
    </dsp:sp>
    <dsp:sp modelId="{DE6C56DF-D94C-4397-A9E6-1A8E981B98DD}">
      <dsp:nvSpPr>
        <dsp:cNvPr id="0" name=""/>
        <dsp:cNvSpPr/>
      </dsp:nvSpPr>
      <dsp:spPr>
        <a:xfrm>
          <a:off x="2520328" y="1879059"/>
          <a:ext cx="2143124" cy="1111470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6667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tr-TR" sz="1500" kern="1200" dirty="0"/>
            <a:t>Converting data structure</a:t>
          </a:r>
          <a:endParaRPr lang="en-US" sz="1500" kern="1200" dirty="0"/>
        </a:p>
        <a:p>
          <a:pPr marL="0" lvl="0" indent="0" algn="ctr" defTabSz="6667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tr-TR" sz="1500" kern="1200" dirty="0"/>
            <a:t>to Byte-stream</a:t>
          </a:r>
          <a:endParaRPr lang="en-US" sz="1500" kern="1200" dirty="0"/>
        </a:p>
      </dsp:txBody>
      <dsp:txXfrm>
        <a:off x="2520328" y="1879059"/>
        <a:ext cx="2143124" cy="1111470"/>
      </dsp:txXfrm>
    </dsp:sp>
    <dsp:sp modelId="{DF6897F6-BEC9-448B-867A-B49047D9EF39}">
      <dsp:nvSpPr>
        <dsp:cNvPr id="0" name=""/>
        <dsp:cNvSpPr/>
      </dsp:nvSpPr>
      <dsp:spPr>
        <a:xfrm>
          <a:off x="5735015" y="660719"/>
          <a:ext cx="750093" cy="750093"/>
        </a:xfrm>
        <a:prstGeom prst="rect">
          <a:avLst/>
        </a:prstGeom>
        <a:blipFill rotWithShape="1">
          <a:blip xmlns:r="http://schemas.openxmlformats.org/officeDocument/2006/relationships" r:embed="rId5" cstate="email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6"/>
              </a:ext>
            </a:extLst>
          </a:blip>
          <a:srcRect/>
          <a:stretch>
            <a:fillRect/>
          </a:stretch>
        </a:blipFill>
        <a:ln w="12700" cap="flat" cmpd="sng" algn="ctr">
          <a:solidFill>
            <a:schemeClr val="lt1">
              <a:alpha val="0"/>
              <a:hueOff val="0"/>
              <a:satOff val="0"/>
              <a:lumOff val="0"/>
              <a:alphaOff val="0"/>
            </a:schemeClr>
          </a:solidFill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BAFB96ED-BC3C-4343-AD4B-EAE6C97C11B9}">
      <dsp:nvSpPr>
        <dsp:cNvPr id="0" name=""/>
        <dsp:cNvSpPr/>
      </dsp:nvSpPr>
      <dsp:spPr>
        <a:xfrm>
          <a:off x="5038499" y="1510994"/>
          <a:ext cx="2143124" cy="321468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88900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  <a:defRPr b="1"/>
          </a:pPr>
          <a:r>
            <a:rPr lang="en-US" sz="2000" kern="1200" dirty="0"/>
            <a:t>for</a:t>
          </a:r>
        </a:p>
      </dsp:txBody>
      <dsp:txXfrm>
        <a:off x="5038499" y="1510994"/>
        <a:ext cx="2143124" cy="321468"/>
      </dsp:txXfrm>
    </dsp:sp>
    <dsp:sp modelId="{95C7022C-30B1-42F3-978F-885F398B2C37}">
      <dsp:nvSpPr>
        <dsp:cNvPr id="0" name=""/>
        <dsp:cNvSpPr/>
      </dsp:nvSpPr>
      <dsp:spPr>
        <a:xfrm>
          <a:off x="5038499" y="1879059"/>
          <a:ext cx="2143124" cy="1111470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6667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500" kern="1200" dirty="0"/>
            <a:t>transmission over </a:t>
          </a:r>
          <a:r>
            <a:rPr lang="en-US" sz="1500" kern="1200"/>
            <a:t>the</a:t>
          </a:r>
          <a:r>
            <a:rPr lang="tr-TR" sz="1500" kern="1200"/>
            <a:t> </a:t>
          </a:r>
          <a:r>
            <a:rPr lang="en-US" sz="1500" kern="1200"/>
            <a:t>network </a:t>
          </a:r>
          <a:endParaRPr lang="en-US" sz="1500" kern="1200" dirty="0"/>
        </a:p>
      </dsp:txBody>
      <dsp:txXfrm>
        <a:off x="5038499" y="1879059"/>
        <a:ext cx="2143124" cy="1111470"/>
      </dsp:txXfrm>
    </dsp:sp>
    <dsp:sp modelId="{F6CDBF7C-FDB6-4411-B29E-1AA6E0FDF466}">
      <dsp:nvSpPr>
        <dsp:cNvPr id="0" name=""/>
        <dsp:cNvSpPr/>
      </dsp:nvSpPr>
      <dsp:spPr>
        <a:xfrm>
          <a:off x="8253187" y="660719"/>
          <a:ext cx="750093" cy="750093"/>
        </a:xfrm>
        <a:prstGeom prst="rect">
          <a:avLst/>
        </a:prstGeom>
        <a:blipFill>
          <a:blip xmlns:r="http://schemas.openxmlformats.org/officeDocument/2006/relationships" r:embed="rId7" cstate="email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8"/>
              </a:ext>
            </a:extLst>
          </a:blip>
          <a:stretch>
            <a:fillRect/>
          </a:stretch>
        </a:blipFill>
        <a:ln w="12700" cap="flat" cmpd="sng" algn="ctr">
          <a:noFill/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B110DF9E-5A30-4B52-9839-695A29D9833C}">
      <dsp:nvSpPr>
        <dsp:cNvPr id="0" name=""/>
        <dsp:cNvSpPr/>
      </dsp:nvSpPr>
      <dsp:spPr>
        <a:xfrm>
          <a:off x="7556671" y="1510994"/>
          <a:ext cx="2143124" cy="321468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88900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  <a:defRPr b="1"/>
          </a:pPr>
          <a:r>
            <a:rPr lang="en-US" sz="2000" kern="1200" dirty="0"/>
            <a:t>bitcoin libraries</a:t>
          </a:r>
        </a:p>
      </dsp:txBody>
      <dsp:txXfrm>
        <a:off x="7556671" y="1510994"/>
        <a:ext cx="2143124" cy="321468"/>
      </dsp:txXfrm>
    </dsp:sp>
    <dsp:sp modelId="{C0537BD2-6766-4DA3-9AAF-96AEE1103E8E}">
      <dsp:nvSpPr>
        <dsp:cNvPr id="0" name=""/>
        <dsp:cNvSpPr/>
      </dsp:nvSpPr>
      <dsp:spPr>
        <a:xfrm>
          <a:off x="7556671" y="1879059"/>
          <a:ext cx="2143124" cy="1111470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6667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500" kern="1200" dirty="0"/>
            <a:t>have built-in functions </a:t>
          </a:r>
        </a:p>
        <a:p>
          <a:pPr marL="0" lvl="0" indent="0" algn="ctr" defTabSz="6667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500" kern="1200" dirty="0"/>
            <a:t>for serialization and deserialization.</a:t>
          </a:r>
        </a:p>
      </dsp:txBody>
      <dsp:txXfrm>
        <a:off x="7556671" y="1879059"/>
        <a:ext cx="2143124" cy="1111470"/>
      </dsp:txXfrm>
    </dsp:sp>
  </dsp:spTree>
</dsp:drawing>
</file>

<file path=ppt/diagrams/drawing32.xml><?xml version="1.0" encoding="utf-8"?>
<dsp:drawing xmlns:dgm="http://schemas.openxmlformats.org/drawingml/2006/diagram" xmlns:dsp="http://schemas.microsoft.com/office/drawing/2008/diagram" xmlns:a="http://schemas.openxmlformats.org/drawingml/2006/main">
  <dsp:spTree>
    <dsp:nvGrpSpPr>
      <dsp:cNvPr id="0" name=""/>
      <dsp:cNvGrpSpPr/>
    </dsp:nvGrpSpPr>
    <dsp:grpSpPr/>
    <dsp:sp modelId="{D9CFA0FD-BFC9-418F-847E-EE7C4ABC733B}">
      <dsp:nvSpPr>
        <dsp:cNvPr id="0" name=""/>
        <dsp:cNvSpPr/>
      </dsp:nvSpPr>
      <dsp:spPr>
        <a:xfrm>
          <a:off x="0" y="147110"/>
          <a:ext cx="8454191" cy="576000"/>
        </a:xfrm>
        <a:prstGeom prst="rect">
          <a:avLst/>
        </a:prstGeom>
        <a:solidFill>
          <a:schemeClr val="accent1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accent1">
              <a:hueOff val="0"/>
              <a:satOff val="0"/>
              <a:lumOff val="0"/>
              <a:alphaOff val="0"/>
            </a:schemeClr>
          </a:solidFill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142240" tIns="81280" rIns="142240" bIns="81280" numCol="1" spcCol="1270" anchor="ctr" anchorCtr="0">
          <a:noAutofit/>
        </a:bodyPr>
        <a:lstStyle/>
        <a:p>
          <a:pPr marL="0" lvl="0" indent="0" algn="ctr" defTabSz="88900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2000" kern="1200" dirty="0"/>
            <a:t>There are two outputs in the highlighted section, each serialized</a:t>
          </a:r>
        </a:p>
      </dsp:txBody>
      <dsp:txXfrm>
        <a:off x="0" y="147110"/>
        <a:ext cx="8454191" cy="576000"/>
      </dsp:txXfrm>
    </dsp:sp>
    <dsp:sp modelId="{4A06373C-C100-444B-8F4A-E30859AF9954}">
      <dsp:nvSpPr>
        <dsp:cNvPr id="0" name=""/>
        <dsp:cNvSpPr/>
      </dsp:nvSpPr>
      <dsp:spPr>
        <a:xfrm>
          <a:off x="0" y="723110"/>
          <a:ext cx="8454191" cy="2195999"/>
        </a:xfrm>
        <a:prstGeom prst="rect">
          <a:avLst/>
        </a:prstGeom>
        <a:solidFill>
          <a:schemeClr val="accent1">
            <a:alpha val="90000"/>
            <a:tint val="40000"/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accent1">
              <a:alpha val="90000"/>
              <a:tint val="40000"/>
              <a:hueOff val="0"/>
              <a:satOff val="0"/>
              <a:lumOff val="0"/>
              <a:alphaOff val="0"/>
            </a:schemeClr>
          </a:solidFill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106680" tIns="106680" rIns="142240" bIns="160020" numCol="1" spcCol="1270" anchor="t" anchorCtr="0">
          <a:noAutofit/>
        </a:bodyPr>
        <a:lstStyle/>
        <a:p>
          <a:pPr marL="228600" lvl="1" indent="-228600" algn="l" defTabSz="889000">
            <a:lnSpc>
              <a:spcPct val="90000"/>
            </a:lnSpc>
            <a:spcBef>
              <a:spcPct val="0"/>
            </a:spcBef>
            <a:spcAft>
              <a:spcPct val="15000"/>
            </a:spcAft>
            <a:buChar char="•"/>
          </a:pPr>
          <a:r>
            <a:rPr lang="en-US" sz="2000" kern="1200" dirty="0"/>
            <a:t>The value of 0.015 bitcoin is </a:t>
          </a:r>
          <a:r>
            <a:rPr lang="en-US" sz="2000" b="1" kern="1200" dirty="0"/>
            <a:t>1,500,000</a:t>
          </a:r>
          <a:r>
            <a:rPr lang="en-US" sz="2000" kern="1200" dirty="0"/>
            <a:t> </a:t>
          </a:r>
          <a:r>
            <a:rPr lang="en-US" sz="2000" kern="1200" dirty="0" err="1"/>
            <a:t>satoshis</a:t>
          </a:r>
          <a:r>
            <a:rPr lang="en-US" sz="2000" kern="1200" dirty="0"/>
            <a:t>. </a:t>
          </a:r>
        </a:p>
        <a:p>
          <a:pPr marL="228600" lvl="1" indent="-228600" algn="l" defTabSz="889000">
            <a:lnSpc>
              <a:spcPct val="90000"/>
            </a:lnSpc>
            <a:spcBef>
              <a:spcPct val="0"/>
            </a:spcBef>
            <a:spcAft>
              <a:spcPct val="15000"/>
            </a:spcAft>
            <a:buChar char="•"/>
          </a:pPr>
          <a:r>
            <a:rPr lang="en-US" sz="2000" kern="1200" dirty="0"/>
            <a:t>That’s </a:t>
          </a:r>
          <a:r>
            <a:rPr lang="en-US" sz="2000" b="1" kern="1200" dirty="0"/>
            <a:t>16 e3 60 </a:t>
          </a:r>
          <a:r>
            <a:rPr lang="en-US" sz="2000" kern="1200" dirty="0"/>
            <a:t>in hexadecimal.</a:t>
          </a:r>
        </a:p>
        <a:p>
          <a:pPr marL="228600" lvl="1" indent="-228600" algn="l" defTabSz="889000">
            <a:lnSpc>
              <a:spcPct val="90000"/>
            </a:lnSpc>
            <a:spcBef>
              <a:spcPct val="0"/>
            </a:spcBef>
            <a:spcAft>
              <a:spcPct val="15000"/>
            </a:spcAft>
            <a:buChar char="•"/>
          </a:pPr>
          <a:r>
            <a:rPr lang="en-US" sz="2000" kern="1200"/>
            <a:t>In the serialized transaction, the value </a:t>
          </a:r>
          <a:r>
            <a:rPr lang="en-US" sz="2000" b="1" kern="1200"/>
            <a:t>16</a:t>
          </a:r>
          <a:r>
            <a:rPr lang="en-US" sz="2000" kern="1200"/>
            <a:t> </a:t>
          </a:r>
          <a:r>
            <a:rPr lang="en-US" sz="2000" b="1" kern="1200"/>
            <a:t>e3</a:t>
          </a:r>
          <a:r>
            <a:rPr lang="en-US" sz="2000" kern="1200"/>
            <a:t> </a:t>
          </a:r>
          <a:r>
            <a:rPr lang="en-US" sz="2000" b="1" kern="1200"/>
            <a:t>60</a:t>
          </a:r>
          <a:r>
            <a:rPr lang="en-US" sz="2000" kern="1200"/>
            <a:t> is encoded in little-endian</a:t>
          </a:r>
        </a:p>
        <a:p>
          <a:pPr marL="228600" lvl="1" indent="-228600" algn="l" defTabSz="889000">
            <a:lnSpc>
              <a:spcPct val="90000"/>
            </a:lnSpc>
            <a:spcBef>
              <a:spcPct val="0"/>
            </a:spcBef>
            <a:spcAft>
              <a:spcPct val="15000"/>
            </a:spcAft>
            <a:buChar char="•"/>
          </a:pPr>
          <a:r>
            <a:rPr lang="en-US" sz="2000" kern="1200"/>
            <a:t>least-significant-byte-first</a:t>
          </a:r>
          <a:r>
            <a:rPr lang="tr-TR" sz="2000" kern="1200"/>
            <a:t> </a:t>
          </a:r>
          <a:r>
            <a:rPr lang="en-US" sz="2000" kern="1200"/>
            <a:t>byte order</a:t>
          </a:r>
        </a:p>
        <a:p>
          <a:pPr marL="228600" lvl="1" indent="-228600" algn="l" defTabSz="889000">
            <a:lnSpc>
              <a:spcPct val="90000"/>
            </a:lnSpc>
            <a:spcBef>
              <a:spcPct val="0"/>
            </a:spcBef>
            <a:spcAft>
              <a:spcPct val="15000"/>
            </a:spcAft>
            <a:buChar char="•"/>
          </a:pPr>
          <a:r>
            <a:rPr lang="en-US" sz="2000" kern="1200"/>
            <a:t>so it looks like </a:t>
          </a:r>
          <a:r>
            <a:rPr lang="en-US" sz="2000" b="1" kern="1200"/>
            <a:t>60</a:t>
          </a:r>
          <a:r>
            <a:rPr lang="en-US" sz="2000" kern="1200"/>
            <a:t> </a:t>
          </a:r>
          <a:r>
            <a:rPr lang="en-US" sz="2000" b="1" kern="1200"/>
            <a:t>e3</a:t>
          </a:r>
          <a:r>
            <a:rPr lang="en-US" sz="2000" kern="1200"/>
            <a:t> </a:t>
          </a:r>
          <a:r>
            <a:rPr lang="en-US" sz="2000" b="1" kern="1200"/>
            <a:t>16</a:t>
          </a:r>
          <a:endParaRPr lang="en-US" sz="2000" kern="1200"/>
        </a:p>
        <a:p>
          <a:pPr marL="228600" lvl="1" indent="-228600" algn="l" defTabSz="889000">
            <a:lnSpc>
              <a:spcPct val="90000"/>
            </a:lnSpc>
            <a:spcBef>
              <a:spcPct val="0"/>
            </a:spcBef>
            <a:spcAft>
              <a:spcPct val="15000"/>
            </a:spcAft>
            <a:buChar char="•"/>
          </a:pPr>
          <a:r>
            <a:rPr lang="en-US" sz="2000" kern="1200" dirty="0"/>
            <a:t>The </a:t>
          </a:r>
          <a:r>
            <a:rPr lang="en-US" sz="2000" i="1" kern="1200" dirty="0" err="1"/>
            <a:t>scriptPubKey</a:t>
          </a:r>
          <a:r>
            <a:rPr lang="en-US" sz="2000" kern="1200" dirty="0"/>
            <a:t> length is </a:t>
          </a:r>
          <a:r>
            <a:rPr lang="en-US" sz="2000" b="1" kern="1200" dirty="0"/>
            <a:t>25</a:t>
          </a:r>
          <a:r>
            <a:rPr lang="en-US" sz="2000" kern="1200" dirty="0"/>
            <a:t> bytes, which is </a:t>
          </a:r>
          <a:r>
            <a:rPr lang="en-US" sz="2000" b="1" kern="1200" dirty="0"/>
            <a:t>19</a:t>
          </a:r>
          <a:r>
            <a:rPr lang="en-US" sz="2000" kern="1200" dirty="0"/>
            <a:t> in hexadecimal.</a:t>
          </a:r>
        </a:p>
      </dsp:txBody>
      <dsp:txXfrm>
        <a:off x="0" y="723110"/>
        <a:ext cx="8454191" cy="2195999"/>
      </dsp:txXfrm>
    </dsp:sp>
  </dsp:spTree>
</dsp:drawing>
</file>

<file path=ppt/diagrams/drawing33.xml><?xml version="1.0" encoding="utf-8"?>
<dsp:drawing xmlns:dgm="http://schemas.openxmlformats.org/drawingml/2006/diagram" xmlns:dsp="http://schemas.microsoft.com/office/drawing/2008/diagram" xmlns:a="http://schemas.openxmlformats.org/drawingml/2006/main">
  <dsp:spTree>
    <dsp:nvGrpSpPr>
      <dsp:cNvPr id="0" name=""/>
      <dsp:cNvGrpSpPr/>
    </dsp:nvGrpSpPr>
    <dsp:grpSpPr/>
    <dsp:sp modelId="{3B0874D1-B7AF-43F0-9489-E0555D79CECA}">
      <dsp:nvSpPr>
        <dsp:cNvPr id="0" name=""/>
        <dsp:cNvSpPr/>
      </dsp:nvSpPr>
      <dsp:spPr>
        <a:xfrm>
          <a:off x="4389" y="0"/>
          <a:ext cx="4222550" cy="3651504"/>
        </a:xfrm>
        <a:prstGeom prst="roundRect">
          <a:avLst>
            <a:gd name="adj" fmla="val 10000"/>
          </a:avLst>
        </a:prstGeom>
        <a:solidFill>
          <a:schemeClr val="accent1">
            <a:tint val="4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148590" tIns="148590" rIns="148590" bIns="148590" numCol="1" spcCol="1270" anchor="ctr" anchorCtr="0">
          <a:noAutofit/>
        </a:bodyPr>
        <a:lstStyle/>
        <a:p>
          <a:pPr marL="0" lvl="0" indent="0" algn="ctr" defTabSz="17335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3900" kern="1200" dirty="0"/>
            <a:t>Transaction inputs</a:t>
          </a:r>
        </a:p>
      </dsp:txBody>
      <dsp:txXfrm>
        <a:off x="4389" y="0"/>
        <a:ext cx="4222550" cy="1095451"/>
      </dsp:txXfrm>
    </dsp:sp>
    <dsp:sp modelId="{789E96F8-D7EA-4548-B449-E3EA484A308E}">
      <dsp:nvSpPr>
        <dsp:cNvPr id="0" name=""/>
        <dsp:cNvSpPr/>
      </dsp:nvSpPr>
      <dsp:spPr>
        <a:xfrm>
          <a:off x="426644" y="1096520"/>
          <a:ext cx="3378040" cy="1100978"/>
        </a:xfrm>
        <a:prstGeom prst="roundRect">
          <a:avLst>
            <a:gd name="adj" fmla="val 10000"/>
          </a:avLst>
        </a:prstGeom>
        <a:solidFill>
          <a:schemeClr val="accent1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1">
              <a:hueOff val="0"/>
              <a:satOff val="0"/>
              <a:lumOff val="0"/>
              <a:alphaOff val="0"/>
            </a:schemeClr>
          </a:solidFill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81280" tIns="60960" rIns="81280" bIns="60960" numCol="1" spcCol="1270" anchor="ctr" anchorCtr="0">
          <a:noAutofit/>
        </a:bodyPr>
        <a:lstStyle/>
        <a:p>
          <a:pPr marL="0" lvl="0" indent="0" algn="ctr" defTabSz="142240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tr-TR" sz="3200" kern="1200" dirty="0"/>
            <a:t>Identify </a:t>
          </a:r>
          <a:r>
            <a:rPr lang="en-US" sz="3200" kern="1200" dirty="0"/>
            <a:t>UTXO</a:t>
          </a:r>
        </a:p>
      </dsp:txBody>
      <dsp:txXfrm>
        <a:off x="458891" y="1128767"/>
        <a:ext cx="3313546" cy="1036484"/>
      </dsp:txXfrm>
    </dsp:sp>
    <dsp:sp modelId="{213E08CD-EEB3-4C7C-AABC-3161CA886F67}">
      <dsp:nvSpPr>
        <dsp:cNvPr id="0" name=""/>
        <dsp:cNvSpPr/>
      </dsp:nvSpPr>
      <dsp:spPr>
        <a:xfrm>
          <a:off x="426644" y="2366880"/>
          <a:ext cx="3378040" cy="1100978"/>
        </a:xfrm>
        <a:prstGeom prst="roundRect">
          <a:avLst>
            <a:gd name="adj" fmla="val 10000"/>
          </a:avLst>
        </a:prstGeom>
        <a:solidFill>
          <a:schemeClr val="accent1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1">
              <a:hueOff val="0"/>
              <a:satOff val="0"/>
              <a:lumOff val="0"/>
              <a:alphaOff val="0"/>
            </a:schemeClr>
          </a:solidFill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81280" tIns="60960" rIns="81280" bIns="60960" numCol="1" spcCol="1270" anchor="ctr" anchorCtr="0">
          <a:noAutofit/>
        </a:bodyPr>
        <a:lstStyle/>
        <a:p>
          <a:pPr marL="0" lvl="0" indent="0" algn="ctr" defTabSz="142240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tr-TR" sz="3200" kern="1200" dirty="0"/>
            <a:t>to </a:t>
          </a:r>
          <a:r>
            <a:rPr lang="en-US" sz="3200" kern="1200" dirty="0"/>
            <a:t>be consumed </a:t>
          </a:r>
        </a:p>
      </dsp:txBody>
      <dsp:txXfrm>
        <a:off x="458891" y="2399127"/>
        <a:ext cx="3313546" cy="1036484"/>
      </dsp:txXfrm>
    </dsp:sp>
    <dsp:sp modelId="{48739AAE-242A-4B09-8FB9-246038DDF090}">
      <dsp:nvSpPr>
        <dsp:cNvPr id="0" name=""/>
        <dsp:cNvSpPr/>
      </dsp:nvSpPr>
      <dsp:spPr>
        <a:xfrm>
          <a:off x="4543631" y="0"/>
          <a:ext cx="4222550" cy="3651504"/>
        </a:xfrm>
        <a:prstGeom prst="roundRect">
          <a:avLst>
            <a:gd name="adj" fmla="val 10000"/>
          </a:avLst>
        </a:prstGeom>
        <a:solidFill>
          <a:schemeClr val="accent1">
            <a:tint val="4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148590" tIns="148590" rIns="148590" bIns="148590" numCol="1" spcCol="1270" anchor="ctr" anchorCtr="0">
          <a:noAutofit/>
        </a:bodyPr>
        <a:lstStyle/>
        <a:p>
          <a:pPr marL="0" lvl="0" indent="0" algn="ctr" defTabSz="17335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tr-TR" sz="3900" kern="1200" dirty="0" err="1"/>
            <a:t>Proof</a:t>
          </a:r>
          <a:r>
            <a:rPr lang="tr-TR" sz="3900" kern="1200" dirty="0"/>
            <a:t> of </a:t>
          </a:r>
          <a:r>
            <a:rPr lang="tr-TR" sz="3900" kern="1200" dirty="0" err="1"/>
            <a:t>Ownership</a:t>
          </a:r>
          <a:endParaRPr lang="en-US" sz="3900" kern="1200" dirty="0"/>
        </a:p>
      </dsp:txBody>
      <dsp:txXfrm>
        <a:off x="4543631" y="0"/>
        <a:ext cx="4222550" cy="1095451"/>
      </dsp:txXfrm>
    </dsp:sp>
    <dsp:sp modelId="{6D0325E9-53FC-4917-BA29-0BDEB94AC2E1}">
      <dsp:nvSpPr>
        <dsp:cNvPr id="0" name=""/>
        <dsp:cNvSpPr/>
      </dsp:nvSpPr>
      <dsp:spPr>
        <a:xfrm>
          <a:off x="4965886" y="1096520"/>
          <a:ext cx="3378040" cy="1100978"/>
        </a:xfrm>
        <a:prstGeom prst="roundRect">
          <a:avLst>
            <a:gd name="adj" fmla="val 10000"/>
          </a:avLst>
        </a:prstGeom>
        <a:solidFill>
          <a:schemeClr val="accent1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1">
              <a:hueOff val="0"/>
              <a:satOff val="0"/>
              <a:lumOff val="0"/>
              <a:alphaOff val="0"/>
            </a:schemeClr>
          </a:solidFill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81280" tIns="60960" rIns="81280" bIns="60960" numCol="1" spcCol="1270" anchor="ctr" anchorCtr="0">
          <a:noAutofit/>
        </a:bodyPr>
        <a:lstStyle/>
        <a:p>
          <a:pPr marL="0" lvl="0" indent="0" algn="ctr" defTabSz="142240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3200" kern="1200" dirty="0"/>
            <a:t>provide</a:t>
          </a:r>
          <a:r>
            <a:rPr lang="tr-TR" sz="3200" kern="1200" dirty="0"/>
            <a:t> </a:t>
          </a:r>
          <a:r>
            <a:rPr lang="en-US" sz="3200" kern="1200" dirty="0"/>
            <a:t>proof of ownership </a:t>
          </a:r>
        </a:p>
      </dsp:txBody>
      <dsp:txXfrm>
        <a:off x="4998133" y="1128767"/>
        <a:ext cx="3313546" cy="1036484"/>
      </dsp:txXfrm>
    </dsp:sp>
    <dsp:sp modelId="{C05E951C-853A-4280-B595-E34611F35704}">
      <dsp:nvSpPr>
        <dsp:cNvPr id="0" name=""/>
        <dsp:cNvSpPr/>
      </dsp:nvSpPr>
      <dsp:spPr>
        <a:xfrm>
          <a:off x="4965886" y="2366880"/>
          <a:ext cx="3378040" cy="1100978"/>
        </a:xfrm>
        <a:prstGeom prst="roundRect">
          <a:avLst>
            <a:gd name="adj" fmla="val 10000"/>
          </a:avLst>
        </a:prstGeom>
        <a:solidFill>
          <a:schemeClr val="accent1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1">
              <a:hueOff val="0"/>
              <a:satOff val="0"/>
              <a:lumOff val="0"/>
              <a:alphaOff val="0"/>
            </a:schemeClr>
          </a:solidFill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81280" tIns="60960" rIns="81280" bIns="60960" numCol="1" spcCol="1270" anchor="ctr" anchorCtr="0">
          <a:noAutofit/>
        </a:bodyPr>
        <a:lstStyle/>
        <a:p>
          <a:pPr marL="0" lvl="0" indent="0" algn="ctr" defTabSz="142240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3200" kern="1200" dirty="0"/>
            <a:t>through an unlocking script</a:t>
          </a:r>
        </a:p>
      </dsp:txBody>
      <dsp:txXfrm>
        <a:off x="4998133" y="2399127"/>
        <a:ext cx="3313546" cy="1036484"/>
      </dsp:txXfrm>
    </dsp:sp>
  </dsp:spTree>
</dsp:drawing>
</file>

<file path=ppt/diagrams/drawing34.xml><?xml version="1.0" encoding="utf-8"?>
<dsp:drawing xmlns:dgm="http://schemas.openxmlformats.org/drawingml/2006/diagram" xmlns:dsp="http://schemas.microsoft.com/office/drawing/2008/diagram" xmlns:a="http://schemas.openxmlformats.org/drawingml/2006/main">
  <dsp:spTree>
    <dsp:nvGrpSpPr>
      <dsp:cNvPr id="0" name=""/>
      <dsp:cNvGrpSpPr/>
    </dsp:nvGrpSpPr>
    <dsp:grpSpPr/>
    <dsp:sp modelId="{13B1A3FB-E520-4F4A-979C-89304D2695E6}">
      <dsp:nvSpPr>
        <dsp:cNvPr id="0" name=""/>
        <dsp:cNvSpPr/>
      </dsp:nvSpPr>
      <dsp:spPr>
        <a:xfrm>
          <a:off x="698671" y="738540"/>
          <a:ext cx="750093" cy="750093"/>
        </a:xfrm>
        <a:prstGeom prst="rect">
          <a:avLst/>
        </a:prstGeom>
        <a:blipFill>
          <a:blip xmlns:r="http://schemas.openxmlformats.org/officeDocument/2006/relationships" r:embed="rId1" cstate="email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2"/>
              </a:ext>
            </a:extLst>
          </a:blip>
          <a:stretch>
            <a:fillRect/>
          </a:stretch>
        </a:blipFill>
        <a:ln w="12700" cap="flat" cmpd="sng" algn="ctr">
          <a:noFill/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1FD0AC18-C71A-4543-99DE-383B18BD86C7}">
      <dsp:nvSpPr>
        <dsp:cNvPr id="0" name=""/>
        <dsp:cNvSpPr/>
      </dsp:nvSpPr>
      <dsp:spPr>
        <a:xfrm>
          <a:off x="2156" y="1582123"/>
          <a:ext cx="2143124" cy="321468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80010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  <a:defRPr b="1"/>
          </a:pPr>
          <a:r>
            <a:rPr lang="en-US" sz="1800" kern="1200"/>
            <a:t>To build a transaction, </a:t>
          </a:r>
        </a:p>
      </dsp:txBody>
      <dsp:txXfrm>
        <a:off x="2156" y="1582123"/>
        <a:ext cx="2143124" cy="321468"/>
      </dsp:txXfrm>
    </dsp:sp>
    <dsp:sp modelId="{B8548D2A-9BE1-4B5E-A8BD-EDAEA39BB9DC}">
      <dsp:nvSpPr>
        <dsp:cNvPr id="0" name=""/>
        <dsp:cNvSpPr/>
      </dsp:nvSpPr>
      <dsp:spPr>
        <a:xfrm>
          <a:off x="2156" y="1947075"/>
          <a:ext cx="2143124" cy="965634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62230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400" kern="1200" dirty="0"/>
            <a:t>a wallet selects from the UTXO it controls</a:t>
          </a:r>
        </a:p>
      </dsp:txBody>
      <dsp:txXfrm>
        <a:off x="2156" y="1947075"/>
        <a:ext cx="2143124" cy="965634"/>
      </dsp:txXfrm>
    </dsp:sp>
    <dsp:sp modelId="{D9BFD6C5-B7C5-4D06-8D9E-83EEC0D53763}">
      <dsp:nvSpPr>
        <dsp:cNvPr id="0" name=""/>
        <dsp:cNvSpPr/>
      </dsp:nvSpPr>
      <dsp:spPr>
        <a:xfrm>
          <a:off x="3216843" y="738540"/>
          <a:ext cx="750093" cy="750093"/>
        </a:xfrm>
        <a:prstGeom prst="rect">
          <a:avLst/>
        </a:prstGeom>
        <a:blipFill>
          <a:blip xmlns:r="http://schemas.openxmlformats.org/officeDocument/2006/relationships" r:embed="rId3" cstate="email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4"/>
              </a:ext>
            </a:extLst>
          </a:blip>
          <a:stretch>
            <a:fillRect/>
          </a:stretch>
        </a:blipFill>
        <a:ln w="12700" cap="flat" cmpd="sng" algn="ctr">
          <a:noFill/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3CCEB318-2604-46A2-A6B2-CBC127FBF344}">
      <dsp:nvSpPr>
        <dsp:cNvPr id="0" name=""/>
        <dsp:cNvSpPr/>
      </dsp:nvSpPr>
      <dsp:spPr>
        <a:xfrm>
          <a:off x="2520328" y="1582123"/>
          <a:ext cx="2143124" cy="321468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80010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  <a:defRPr b="1"/>
          </a:pPr>
          <a:r>
            <a:rPr lang="tr-TR" sz="1800" kern="1200"/>
            <a:t>Enough Value</a:t>
          </a:r>
          <a:endParaRPr lang="en-US" sz="1800" kern="1200"/>
        </a:p>
      </dsp:txBody>
      <dsp:txXfrm>
        <a:off x="2520328" y="1582123"/>
        <a:ext cx="2143124" cy="321468"/>
      </dsp:txXfrm>
    </dsp:sp>
    <dsp:sp modelId="{58CE3573-8548-472E-8C76-61B74A245BF7}">
      <dsp:nvSpPr>
        <dsp:cNvPr id="0" name=""/>
        <dsp:cNvSpPr/>
      </dsp:nvSpPr>
      <dsp:spPr>
        <a:xfrm>
          <a:off x="2520328" y="1947075"/>
          <a:ext cx="2143124" cy="965634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62230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400" kern="1200" dirty="0"/>
            <a:t>UTXO</a:t>
          </a:r>
          <a:r>
            <a:rPr lang="tr-TR" sz="1400" kern="1200" dirty="0"/>
            <a:t> </a:t>
          </a:r>
          <a:r>
            <a:rPr lang="tr-TR" sz="1400" kern="1200" dirty="0" err="1"/>
            <a:t>must</a:t>
          </a:r>
          <a:r>
            <a:rPr lang="tr-TR" sz="1400" kern="1200" dirty="0"/>
            <a:t> be </a:t>
          </a:r>
          <a:r>
            <a:rPr lang="en-US" sz="1400" kern="1200" dirty="0"/>
            <a:t>with</a:t>
          </a:r>
          <a:r>
            <a:rPr lang="tr-TR" sz="1400" kern="1200" dirty="0"/>
            <a:t> </a:t>
          </a:r>
          <a:r>
            <a:rPr lang="en-US" sz="1400" kern="1200" dirty="0"/>
            <a:t>enough value</a:t>
          </a:r>
        </a:p>
        <a:p>
          <a:pPr marL="0" lvl="0" indent="0" algn="ctr" defTabSz="62230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400" kern="1200" dirty="0"/>
            <a:t>to make the requested payment. </a:t>
          </a:r>
        </a:p>
      </dsp:txBody>
      <dsp:txXfrm>
        <a:off x="2520328" y="1947075"/>
        <a:ext cx="2143124" cy="965634"/>
      </dsp:txXfrm>
    </dsp:sp>
    <dsp:sp modelId="{A6FD6CD9-876D-4FF0-A3B8-4B47704E25C0}">
      <dsp:nvSpPr>
        <dsp:cNvPr id="0" name=""/>
        <dsp:cNvSpPr/>
      </dsp:nvSpPr>
      <dsp:spPr>
        <a:xfrm>
          <a:off x="5735015" y="738540"/>
          <a:ext cx="750093" cy="750093"/>
        </a:xfrm>
        <a:prstGeom prst="rect">
          <a:avLst/>
        </a:prstGeom>
        <a:blipFill>
          <a:blip xmlns:r="http://schemas.openxmlformats.org/officeDocument/2006/relationships" r:embed="rId5" cstate="email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6"/>
              </a:ext>
            </a:extLst>
          </a:blip>
          <a:stretch>
            <a:fillRect/>
          </a:stretch>
        </a:blipFill>
        <a:ln w="12700" cap="flat" cmpd="sng" algn="ctr">
          <a:noFill/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5889C171-6225-46A2-B55F-63790314E499}">
      <dsp:nvSpPr>
        <dsp:cNvPr id="0" name=""/>
        <dsp:cNvSpPr/>
      </dsp:nvSpPr>
      <dsp:spPr>
        <a:xfrm>
          <a:off x="5038499" y="1582123"/>
          <a:ext cx="2143124" cy="321468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80010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  <a:defRPr b="1"/>
          </a:pPr>
          <a:r>
            <a:rPr lang="tr-TR" sz="1800" kern="1200" dirty="0"/>
            <a:t>Wallet creates</a:t>
          </a:r>
          <a:endParaRPr lang="en-US" sz="1800" kern="1200" dirty="0"/>
        </a:p>
      </dsp:txBody>
      <dsp:txXfrm>
        <a:off x="5038499" y="1582123"/>
        <a:ext cx="2143124" cy="321468"/>
      </dsp:txXfrm>
    </dsp:sp>
    <dsp:sp modelId="{27D67446-7980-445F-B5CB-3B2922D09B2A}">
      <dsp:nvSpPr>
        <dsp:cNvPr id="0" name=""/>
        <dsp:cNvSpPr/>
      </dsp:nvSpPr>
      <dsp:spPr>
        <a:xfrm>
          <a:off x="5038499" y="1947075"/>
          <a:ext cx="2143124" cy="965634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62230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tr-TR" sz="1400" kern="1200" dirty="0"/>
            <a:t>One input for each spending</a:t>
          </a:r>
          <a:endParaRPr lang="en-US" sz="1400" kern="1200" dirty="0"/>
        </a:p>
      </dsp:txBody>
      <dsp:txXfrm>
        <a:off x="5038499" y="1947075"/>
        <a:ext cx="2143124" cy="965634"/>
      </dsp:txXfrm>
    </dsp:sp>
    <dsp:sp modelId="{F6689CA5-986C-4718-B1BE-E873BCB2DBD1}">
      <dsp:nvSpPr>
        <dsp:cNvPr id="0" name=""/>
        <dsp:cNvSpPr/>
      </dsp:nvSpPr>
      <dsp:spPr>
        <a:xfrm>
          <a:off x="8253187" y="738540"/>
          <a:ext cx="750093" cy="750093"/>
        </a:xfrm>
        <a:prstGeom prst="rect">
          <a:avLst/>
        </a:prstGeom>
        <a:blipFill rotWithShape="1">
          <a:blip xmlns:r="http://schemas.openxmlformats.org/officeDocument/2006/relationships" r:embed="rId7" cstate="email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8"/>
              </a:ext>
            </a:extLst>
          </a:blip>
          <a:srcRect/>
          <a:stretch>
            <a:fillRect/>
          </a:stretch>
        </a:blipFill>
        <a:ln w="12700" cap="flat" cmpd="sng" algn="ctr">
          <a:solidFill>
            <a:schemeClr val="lt1">
              <a:alpha val="0"/>
              <a:hueOff val="0"/>
              <a:satOff val="0"/>
              <a:lumOff val="0"/>
              <a:alphaOff val="0"/>
            </a:schemeClr>
          </a:solidFill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292D0B99-3908-4417-A80A-E39D57842BFE}">
      <dsp:nvSpPr>
        <dsp:cNvPr id="0" name=""/>
        <dsp:cNvSpPr/>
      </dsp:nvSpPr>
      <dsp:spPr>
        <a:xfrm>
          <a:off x="7556671" y="1582123"/>
          <a:ext cx="2143124" cy="321468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80010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  <a:defRPr b="1"/>
          </a:pPr>
          <a:r>
            <a:rPr lang="tr-TR" sz="1800" kern="1200" dirty="0"/>
            <a:t>Content</a:t>
          </a:r>
          <a:endParaRPr lang="en-US" sz="1800" kern="1200" dirty="0"/>
        </a:p>
      </dsp:txBody>
      <dsp:txXfrm>
        <a:off x="7556671" y="1582123"/>
        <a:ext cx="2143124" cy="321468"/>
      </dsp:txXfrm>
    </dsp:sp>
    <dsp:sp modelId="{4E923F45-6191-43DE-A3DE-653D971AE75F}">
      <dsp:nvSpPr>
        <dsp:cNvPr id="0" name=""/>
        <dsp:cNvSpPr/>
      </dsp:nvSpPr>
      <dsp:spPr>
        <a:xfrm>
          <a:off x="7556671" y="1947075"/>
          <a:ext cx="2143124" cy="965634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62230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tr-TR" sz="1400" kern="1200" dirty="0"/>
            <a:t>UTXO </a:t>
          </a:r>
          <a:r>
            <a:rPr lang="en-US" sz="1400" kern="1200" dirty="0"/>
            <a:t>that will be consumed </a:t>
          </a:r>
        </a:p>
        <a:p>
          <a:pPr marL="0" lvl="0" indent="0" algn="ctr" defTabSz="62230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400" kern="1200" dirty="0"/>
            <a:t>an unlocking script</a:t>
          </a:r>
        </a:p>
      </dsp:txBody>
      <dsp:txXfrm>
        <a:off x="7556671" y="1947075"/>
        <a:ext cx="2143124" cy="965634"/>
      </dsp:txXfrm>
    </dsp:sp>
  </dsp:spTree>
</dsp:drawing>
</file>

<file path=ppt/diagrams/drawing35.xml><?xml version="1.0" encoding="utf-8"?>
<dsp:drawing xmlns:dgm="http://schemas.openxmlformats.org/drawingml/2006/diagram" xmlns:dsp="http://schemas.microsoft.com/office/drawing/2008/diagram" xmlns:a="http://schemas.openxmlformats.org/drawingml/2006/main">
  <dsp:spTree>
    <dsp:nvGrpSpPr>
      <dsp:cNvPr id="0" name=""/>
      <dsp:cNvGrpSpPr/>
    </dsp:nvGrpSpPr>
    <dsp:grpSpPr/>
    <dsp:sp modelId="{898378E2-B442-4550-B9BB-B0A9C63E92A6}">
      <dsp:nvSpPr>
        <dsp:cNvPr id="0" name=""/>
        <dsp:cNvSpPr/>
      </dsp:nvSpPr>
      <dsp:spPr>
        <a:xfrm>
          <a:off x="2156" y="660719"/>
          <a:ext cx="750093" cy="750093"/>
        </a:xfrm>
        <a:prstGeom prst="rect">
          <a:avLst/>
        </a:prstGeom>
        <a:blipFill>
          <a:blip xmlns:r="http://schemas.openxmlformats.org/officeDocument/2006/relationships" r:embed="rId1" cstate="email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2"/>
              </a:ext>
            </a:extLst>
          </a:blip>
          <a:stretch>
            <a:fillRect/>
          </a:stretch>
        </a:blipFill>
        <a:ln w="12700" cap="flat" cmpd="sng" algn="ctr">
          <a:noFill/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814F29E8-756E-4FE4-ABBA-3482ADFB08B2}">
      <dsp:nvSpPr>
        <dsp:cNvPr id="0" name=""/>
        <dsp:cNvSpPr/>
      </dsp:nvSpPr>
      <dsp:spPr>
        <a:xfrm>
          <a:off x="2156" y="1510994"/>
          <a:ext cx="2143124" cy="321468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l" defTabSz="88900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  <a:defRPr b="1"/>
          </a:pPr>
          <a:r>
            <a:rPr lang="tr-TR" sz="2000" kern="1200" dirty="0"/>
            <a:t>Input content</a:t>
          </a:r>
          <a:endParaRPr lang="en-US" sz="2000" kern="1200" dirty="0"/>
        </a:p>
      </dsp:txBody>
      <dsp:txXfrm>
        <a:off x="2156" y="1510994"/>
        <a:ext cx="2143124" cy="321468"/>
      </dsp:txXfrm>
    </dsp:sp>
    <dsp:sp modelId="{A030ED20-8A2C-4CE8-B75E-F4512F42213F}">
      <dsp:nvSpPr>
        <dsp:cNvPr id="0" name=""/>
        <dsp:cNvSpPr/>
      </dsp:nvSpPr>
      <dsp:spPr>
        <a:xfrm>
          <a:off x="2156" y="1879059"/>
          <a:ext cx="2143124" cy="1111470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</dsp:sp>
    <dsp:sp modelId="{1C9AC27E-AFD9-46DA-8F4A-08A410687F28}">
      <dsp:nvSpPr>
        <dsp:cNvPr id="0" name=""/>
        <dsp:cNvSpPr/>
      </dsp:nvSpPr>
      <dsp:spPr>
        <a:xfrm>
          <a:off x="2520328" y="660719"/>
          <a:ext cx="750093" cy="750093"/>
        </a:xfrm>
        <a:prstGeom prst="rect">
          <a:avLst/>
        </a:prstGeom>
        <a:blipFill rotWithShape="1">
          <a:blip xmlns:r="http://schemas.openxmlformats.org/officeDocument/2006/relationships" r:embed="rId3" cstate="email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4"/>
              </a:ext>
            </a:extLst>
          </a:blip>
          <a:srcRect/>
          <a:stretch>
            <a:fillRect/>
          </a:stretch>
        </a:blipFill>
        <a:ln w="12700" cap="flat" cmpd="sng" algn="ctr">
          <a:solidFill>
            <a:schemeClr val="lt1">
              <a:alpha val="0"/>
              <a:hueOff val="0"/>
              <a:satOff val="0"/>
              <a:lumOff val="0"/>
              <a:alphaOff val="0"/>
            </a:schemeClr>
          </a:solidFill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51CA3F5A-F620-4D96-BBEE-F1957610028E}">
      <dsp:nvSpPr>
        <dsp:cNvPr id="0" name=""/>
        <dsp:cNvSpPr/>
      </dsp:nvSpPr>
      <dsp:spPr>
        <a:xfrm>
          <a:off x="2520328" y="1510994"/>
          <a:ext cx="2143124" cy="321468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l" defTabSz="88900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  <a:defRPr b="1"/>
          </a:pPr>
          <a:r>
            <a:rPr lang="tr-TR" sz="2000" kern="1200" dirty="0"/>
            <a:t>UTXO reference</a:t>
          </a:r>
          <a:endParaRPr lang="en-US" sz="2000" kern="1200" dirty="0"/>
        </a:p>
      </dsp:txBody>
      <dsp:txXfrm>
        <a:off x="2520328" y="1510994"/>
        <a:ext cx="2143124" cy="321468"/>
      </dsp:txXfrm>
    </dsp:sp>
    <dsp:sp modelId="{F490A19C-126E-444B-B853-387E963FD67D}">
      <dsp:nvSpPr>
        <dsp:cNvPr id="0" name=""/>
        <dsp:cNvSpPr/>
      </dsp:nvSpPr>
      <dsp:spPr>
        <a:xfrm>
          <a:off x="2520328" y="1879059"/>
          <a:ext cx="2143124" cy="1111470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l" defTabSz="6667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500" kern="1200" dirty="0"/>
            <a:t>The </a:t>
          </a:r>
          <a:r>
            <a:rPr lang="tr-TR" sz="1500" kern="1200" dirty="0"/>
            <a:t>1st</a:t>
          </a:r>
          <a:r>
            <a:rPr lang="en-US" sz="1500" kern="1200" dirty="0"/>
            <a:t> part</a:t>
          </a:r>
        </a:p>
        <a:p>
          <a:pPr marL="0" lvl="0" indent="0" algn="l" defTabSz="6667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500" kern="1200" dirty="0"/>
            <a:t>a pointer</a:t>
          </a:r>
          <a:r>
            <a:rPr lang="tr-TR" sz="1500" kern="1200" dirty="0"/>
            <a:t> </a:t>
          </a:r>
          <a:r>
            <a:rPr lang="en-US" sz="1500" kern="1200" dirty="0"/>
            <a:t>to an UTXO </a:t>
          </a:r>
          <a:r>
            <a:rPr lang="tr-TR" sz="1500" kern="1200" dirty="0"/>
            <a:t>in Blockchain transction</a:t>
          </a:r>
          <a:endParaRPr lang="en-US" sz="1500" kern="1200" dirty="0"/>
        </a:p>
        <a:p>
          <a:pPr marL="0" lvl="0" indent="0" algn="l" defTabSz="6667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500" kern="1200" dirty="0"/>
            <a:t>and sequence number</a:t>
          </a:r>
          <a:r>
            <a:rPr lang="tr-TR" sz="1500" kern="1200" dirty="0"/>
            <a:t> </a:t>
          </a:r>
          <a:r>
            <a:rPr lang="en-US" sz="1500" kern="1200" dirty="0"/>
            <a:t> </a:t>
          </a:r>
        </a:p>
      </dsp:txBody>
      <dsp:txXfrm>
        <a:off x="2520328" y="1879059"/>
        <a:ext cx="2143124" cy="1111470"/>
      </dsp:txXfrm>
    </dsp:sp>
    <dsp:sp modelId="{9D837908-ACBB-402F-B0D1-D0FFE98BFC8C}">
      <dsp:nvSpPr>
        <dsp:cNvPr id="0" name=""/>
        <dsp:cNvSpPr/>
      </dsp:nvSpPr>
      <dsp:spPr>
        <a:xfrm>
          <a:off x="5038499" y="660719"/>
          <a:ext cx="750093" cy="750093"/>
        </a:xfrm>
        <a:prstGeom prst="rect">
          <a:avLst/>
        </a:prstGeom>
        <a:blipFill>
          <a:blip xmlns:r="http://schemas.openxmlformats.org/officeDocument/2006/relationships" r:embed="rId5" cstate="email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6"/>
              </a:ext>
            </a:extLst>
          </a:blip>
          <a:stretch>
            <a:fillRect/>
          </a:stretch>
        </a:blipFill>
        <a:ln w="12700" cap="flat" cmpd="sng" algn="ctr">
          <a:noFill/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9FBFA155-1242-4D51-B0A4-1A730674290B}">
      <dsp:nvSpPr>
        <dsp:cNvPr id="0" name=""/>
        <dsp:cNvSpPr/>
      </dsp:nvSpPr>
      <dsp:spPr>
        <a:xfrm>
          <a:off x="5038499" y="1510994"/>
          <a:ext cx="2143124" cy="321468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l" defTabSz="88900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  <a:defRPr b="1"/>
          </a:pPr>
          <a:r>
            <a:rPr lang="tr-TR" sz="2000" kern="1200" dirty="0"/>
            <a:t>Unlocking script</a:t>
          </a:r>
          <a:endParaRPr lang="en-US" sz="2000" kern="1200" dirty="0"/>
        </a:p>
      </dsp:txBody>
      <dsp:txXfrm>
        <a:off x="5038499" y="1510994"/>
        <a:ext cx="2143124" cy="321468"/>
      </dsp:txXfrm>
    </dsp:sp>
    <dsp:sp modelId="{C67FEEAC-9E3C-47D1-AB65-DD7B87037DAD}">
      <dsp:nvSpPr>
        <dsp:cNvPr id="0" name=""/>
        <dsp:cNvSpPr/>
      </dsp:nvSpPr>
      <dsp:spPr>
        <a:xfrm>
          <a:off x="5038499" y="1879059"/>
          <a:ext cx="2143124" cy="1111470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l" defTabSz="6667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tr-TR" sz="1500" kern="1200"/>
            <a:t>2nd</a:t>
          </a:r>
          <a:r>
            <a:rPr lang="en-US" sz="1500" kern="1200"/>
            <a:t> </a:t>
          </a:r>
          <a:r>
            <a:rPr lang="en-US" sz="1500" kern="1200" dirty="0"/>
            <a:t>part</a:t>
          </a:r>
        </a:p>
        <a:p>
          <a:pPr marL="0" lvl="0" indent="0" algn="l" defTabSz="6667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tr-TR" sz="1500" kern="1200" dirty="0"/>
            <a:t>constructed byt </a:t>
          </a:r>
          <a:r>
            <a:rPr lang="en-US" sz="1500" kern="1200" dirty="0"/>
            <a:t>the wallet</a:t>
          </a:r>
        </a:p>
      </dsp:txBody>
      <dsp:txXfrm>
        <a:off x="5038499" y="1879059"/>
        <a:ext cx="2143124" cy="1111470"/>
      </dsp:txXfrm>
    </dsp:sp>
    <dsp:sp modelId="{880711A3-8EE0-4154-B672-A4288635B1FF}">
      <dsp:nvSpPr>
        <dsp:cNvPr id="0" name=""/>
        <dsp:cNvSpPr/>
      </dsp:nvSpPr>
      <dsp:spPr>
        <a:xfrm>
          <a:off x="7556671" y="660719"/>
          <a:ext cx="750093" cy="750093"/>
        </a:xfrm>
        <a:prstGeom prst="rect">
          <a:avLst/>
        </a:prstGeom>
        <a:blipFill rotWithShape="1">
          <a:blip xmlns:r="http://schemas.openxmlformats.org/officeDocument/2006/relationships" r:embed="rId7" cstate="email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8"/>
              </a:ext>
            </a:extLst>
          </a:blip>
          <a:srcRect/>
          <a:stretch>
            <a:fillRect/>
          </a:stretch>
        </a:blipFill>
        <a:ln w="12700" cap="flat" cmpd="sng" algn="ctr">
          <a:solidFill>
            <a:schemeClr val="lt1">
              <a:alpha val="0"/>
              <a:hueOff val="0"/>
              <a:satOff val="0"/>
              <a:lumOff val="0"/>
              <a:alphaOff val="0"/>
            </a:schemeClr>
          </a:solidFill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EFA14A7B-E164-459C-B6E0-5F3AB0A89A63}">
      <dsp:nvSpPr>
        <dsp:cNvPr id="0" name=""/>
        <dsp:cNvSpPr/>
      </dsp:nvSpPr>
      <dsp:spPr>
        <a:xfrm>
          <a:off x="7556671" y="1510994"/>
          <a:ext cx="2143124" cy="321468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l" defTabSz="88900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  <a:defRPr b="1"/>
          </a:pPr>
          <a:r>
            <a:rPr lang="tr-TR" sz="2000" kern="1200" dirty="0"/>
            <a:t>To</a:t>
          </a:r>
          <a:endParaRPr lang="en-US" sz="2000" kern="1200" dirty="0"/>
        </a:p>
      </dsp:txBody>
      <dsp:txXfrm>
        <a:off x="7556671" y="1510994"/>
        <a:ext cx="2143124" cy="321468"/>
      </dsp:txXfrm>
    </dsp:sp>
    <dsp:sp modelId="{820E5BE0-0A85-47AE-9B26-2D46CB29E119}">
      <dsp:nvSpPr>
        <dsp:cNvPr id="0" name=""/>
        <dsp:cNvSpPr/>
      </dsp:nvSpPr>
      <dsp:spPr>
        <a:xfrm>
          <a:off x="7556671" y="1879059"/>
          <a:ext cx="2143124" cy="1111470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l" defTabSz="6667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500" kern="1200" dirty="0"/>
            <a:t>satisfy the spending conditions</a:t>
          </a:r>
        </a:p>
        <a:p>
          <a:pPr marL="0" lvl="0" indent="0" algn="l" defTabSz="6667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500" kern="1200" dirty="0"/>
            <a:t>set in</a:t>
          </a:r>
          <a:r>
            <a:rPr lang="tr-TR" sz="1500" kern="1200" dirty="0"/>
            <a:t> </a:t>
          </a:r>
          <a:r>
            <a:rPr lang="en-US" sz="1500" kern="1200" dirty="0"/>
            <a:t>the UTXO</a:t>
          </a:r>
        </a:p>
      </dsp:txBody>
      <dsp:txXfrm>
        <a:off x="7556671" y="1879059"/>
        <a:ext cx="2143124" cy="1111470"/>
      </dsp:txXfrm>
    </dsp:sp>
  </dsp:spTree>
</dsp:drawing>
</file>

<file path=ppt/diagrams/drawing36.xml><?xml version="1.0" encoding="utf-8"?>
<dsp:drawing xmlns:dgm="http://schemas.openxmlformats.org/drawingml/2006/diagram" xmlns:dsp="http://schemas.microsoft.com/office/drawing/2008/diagram" xmlns:a="http://schemas.openxmlformats.org/drawingml/2006/main">
  <dsp:spTree>
    <dsp:nvGrpSpPr>
      <dsp:cNvPr id="0" name=""/>
      <dsp:cNvGrpSpPr/>
    </dsp:nvGrpSpPr>
    <dsp:grpSpPr/>
    <dsp:sp modelId="{717A60CA-561A-404A-BC9F-29FAEB76F7B9}">
      <dsp:nvSpPr>
        <dsp:cNvPr id="0" name=""/>
        <dsp:cNvSpPr/>
      </dsp:nvSpPr>
      <dsp:spPr>
        <a:xfrm>
          <a:off x="943992" y="715224"/>
          <a:ext cx="1012921" cy="1012921"/>
        </a:xfrm>
        <a:prstGeom prst="rect">
          <a:avLst/>
        </a:prstGeom>
        <a:blipFill>
          <a:blip xmlns:r="http://schemas.openxmlformats.org/officeDocument/2006/relationships" r:embed="rId1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2"/>
              </a:ext>
            </a:extLst>
          </a:blip>
          <a:stretch>
            <a:fillRect/>
          </a:stretch>
        </a:blipFill>
        <a:ln w="12700" cap="flat" cmpd="sng" algn="ctr">
          <a:noFill/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E26396E7-1A72-45E1-AB66-AADBC07BE226}">
      <dsp:nvSpPr>
        <dsp:cNvPr id="0" name=""/>
        <dsp:cNvSpPr/>
      </dsp:nvSpPr>
      <dsp:spPr>
        <a:xfrm>
          <a:off x="3421" y="1823640"/>
          <a:ext cx="2894062" cy="434109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124460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  <a:defRPr b="1"/>
          </a:pPr>
          <a:r>
            <a:rPr lang="en-US" sz="2800" kern="1200" dirty="0"/>
            <a:t>unlocking script</a:t>
          </a:r>
        </a:p>
      </dsp:txBody>
      <dsp:txXfrm>
        <a:off x="3421" y="1823640"/>
        <a:ext cx="2894062" cy="434109"/>
      </dsp:txXfrm>
    </dsp:sp>
    <dsp:sp modelId="{16CE1368-B62D-48CB-8809-065F210D76AB}">
      <dsp:nvSpPr>
        <dsp:cNvPr id="0" name=""/>
        <dsp:cNvSpPr/>
      </dsp:nvSpPr>
      <dsp:spPr>
        <a:xfrm>
          <a:off x="3421" y="2302165"/>
          <a:ext cx="2894062" cy="633860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7556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700" kern="1200" dirty="0"/>
            <a:t>proving</a:t>
          </a:r>
          <a:r>
            <a:rPr lang="tr-TR" sz="1700" kern="1200" dirty="0"/>
            <a:t> </a:t>
          </a:r>
          <a:r>
            <a:rPr lang="en-US" sz="1700" kern="1200" dirty="0"/>
            <a:t>ownership of the bitcoin</a:t>
          </a:r>
          <a:endParaRPr lang="en-US" sz="1700" b="1" kern="1200" dirty="0"/>
        </a:p>
      </dsp:txBody>
      <dsp:txXfrm>
        <a:off x="3421" y="2302165"/>
        <a:ext cx="2894062" cy="633860"/>
      </dsp:txXfrm>
    </dsp:sp>
    <dsp:sp modelId="{4749F76C-963C-407D-8C6E-37EC155C83E1}">
      <dsp:nvSpPr>
        <dsp:cNvPr id="0" name=""/>
        <dsp:cNvSpPr/>
      </dsp:nvSpPr>
      <dsp:spPr>
        <a:xfrm>
          <a:off x="4344515" y="715224"/>
          <a:ext cx="1012921" cy="1012921"/>
        </a:xfrm>
        <a:prstGeom prst="rect">
          <a:avLst/>
        </a:prstGeom>
        <a:blipFill rotWithShape="1">
          <a:blip xmlns:r="http://schemas.openxmlformats.org/officeDocument/2006/relationships" r:embed="rId3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4"/>
              </a:ext>
            </a:extLst>
          </a:blip>
          <a:srcRect/>
          <a:stretch>
            <a:fillRect/>
          </a:stretch>
        </a:blipFill>
        <a:ln w="12700" cap="flat" cmpd="sng" algn="ctr">
          <a:solidFill>
            <a:schemeClr val="lt1">
              <a:alpha val="0"/>
              <a:hueOff val="0"/>
              <a:satOff val="0"/>
              <a:lumOff val="0"/>
              <a:alphaOff val="0"/>
            </a:schemeClr>
          </a:solidFill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E59445EB-90B8-400B-8492-56C4986C14C6}">
      <dsp:nvSpPr>
        <dsp:cNvPr id="0" name=""/>
        <dsp:cNvSpPr/>
      </dsp:nvSpPr>
      <dsp:spPr>
        <a:xfrm>
          <a:off x="3403945" y="1823640"/>
          <a:ext cx="2894062" cy="434109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124460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  <a:defRPr b="1"/>
          </a:pPr>
          <a:r>
            <a:rPr lang="tr-TR" sz="2800" b="1" kern="1200" dirty="0"/>
            <a:t>Content</a:t>
          </a:r>
          <a:endParaRPr lang="en-US" sz="2800" b="1" kern="1200" dirty="0"/>
        </a:p>
      </dsp:txBody>
      <dsp:txXfrm>
        <a:off x="3403945" y="1823640"/>
        <a:ext cx="2894062" cy="434109"/>
      </dsp:txXfrm>
    </dsp:sp>
    <dsp:sp modelId="{E1F75254-CAB8-4733-9D1D-DFC2F6D98D04}">
      <dsp:nvSpPr>
        <dsp:cNvPr id="0" name=""/>
        <dsp:cNvSpPr/>
      </dsp:nvSpPr>
      <dsp:spPr>
        <a:xfrm>
          <a:off x="3403945" y="2302165"/>
          <a:ext cx="2894062" cy="633860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7556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tr-TR" sz="1700" kern="1200" dirty="0"/>
            <a:t>Usually </a:t>
          </a:r>
          <a:r>
            <a:rPr lang="en-US" sz="1700" kern="1200" dirty="0"/>
            <a:t>is a </a:t>
          </a:r>
          <a:r>
            <a:rPr lang="en-US" sz="1700" b="1" kern="1200" dirty="0"/>
            <a:t>digital signature </a:t>
          </a:r>
        </a:p>
        <a:p>
          <a:pPr marL="0" lvl="0" indent="0" algn="ctr" defTabSz="7556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700" kern="1200" dirty="0"/>
            <a:t>and public key. </a:t>
          </a:r>
        </a:p>
      </dsp:txBody>
      <dsp:txXfrm>
        <a:off x="3403945" y="2302165"/>
        <a:ext cx="2894062" cy="633860"/>
      </dsp:txXfrm>
    </dsp:sp>
    <dsp:sp modelId="{D348B67B-CE7C-4A3C-A338-9CEF1198BB84}">
      <dsp:nvSpPr>
        <dsp:cNvPr id="0" name=""/>
        <dsp:cNvSpPr/>
      </dsp:nvSpPr>
      <dsp:spPr>
        <a:xfrm>
          <a:off x="7745039" y="715224"/>
          <a:ext cx="1012921" cy="1012921"/>
        </a:xfrm>
        <a:prstGeom prst="rect">
          <a:avLst/>
        </a:prstGeom>
        <a:blipFill>
          <a:blip xmlns:r="http://schemas.openxmlformats.org/officeDocument/2006/relationships" r:embed="rId5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6"/>
              </a:ext>
            </a:extLst>
          </a:blip>
          <a:stretch>
            <a:fillRect/>
          </a:stretch>
        </a:blipFill>
        <a:ln w="12700" cap="flat" cmpd="sng" algn="ctr">
          <a:noFill/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0DC21F2B-71DF-449B-90F7-20F652D78E07}">
      <dsp:nvSpPr>
        <dsp:cNvPr id="0" name=""/>
        <dsp:cNvSpPr/>
      </dsp:nvSpPr>
      <dsp:spPr>
        <a:xfrm>
          <a:off x="6804468" y="1823640"/>
          <a:ext cx="2894062" cy="434109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124460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  <a:defRPr b="1"/>
          </a:pPr>
          <a:r>
            <a:rPr lang="tr-TR" sz="2800" kern="1200"/>
            <a:t>Exceptions</a:t>
          </a:r>
          <a:endParaRPr lang="en-US" sz="2800" kern="1200"/>
        </a:p>
      </dsp:txBody>
      <dsp:txXfrm>
        <a:off x="6804468" y="1823640"/>
        <a:ext cx="2894062" cy="434109"/>
      </dsp:txXfrm>
    </dsp:sp>
    <dsp:sp modelId="{09D768CD-DEEB-4EE5-811D-E13666447554}">
      <dsp:nvSpPr>
        <dsp:cNvPr id="0" name=""/>
        <dsp:cNvSpPr/>
      </dsp:nvSpPr>
      <dsp:spPr>
        <a:xfrm>
          <a:off x="6804468" y="2302165"/>
          <a:ext cx="2894062" cy="633860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7556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700" kern="1200" dirty="0"/>
            <a:t>not all unlocking scripts</a:t>
          </a:r>
        </a:p>
        <a:p>
          <a:pPr marL="0" lvl="0" indent="0" algn="ctr" defTabSz="7556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700" kern="1200" dirty="0"/>
            <a:t>contain signatures</a:t>
          </a:r>
        </a:p>
      </dsp:txBody>
      <dsp:txXfrm>
        <a:off x="6804468" y="2302165"/>
        <a:ext cx="2894062" cy="633860"/>
      </dsp:txXfrm>
    </dsp:sp>
  </dsp:spTree>
</dsp:drawing>
</file>

<file path=ppt/diagrams/drawing37.xml><?xml version="1.0" encoding="utf-8"?>
<dsp:drawing xmlns:dgm="http://schemas.openxmlformats.org/drawingml/2006/diagram" xmlns:dsp="http://schemas.microsoft.com/office/drawing/2008/diagram" xmlns:a="http://schemas.openxmlformats.org/drawingml/2006/main">
  <dsp:spTree>
    <dsp:nvGrpSpPr>
      <dsp:cNvPr id="0" name=""/>
      <dsp:cNvGrpSpPr/>
    </dsp:nvGrpSpPr>
    <dsp:grpSpPr/>
    <dsp:sp modelId="{3CB29960-92C8-46A7-8B70-4FA89A588BE6}">
      <dsp:nvSpPr>
        <dsp:cNvPr id="0" name=""/>
        <dsp:cNvSpPr/>
      </dsp:nvSpPr>
      <dsp:spPr>
        <a:xfrm>
          <a:off x="1922162" y="341413"/>
          <a:ext cx="1512000" cy="1512000"/>
        </a:xfrm>
        <a:prstGeom prst="rect">
          <a:avLst/>
        </a:prstGeom>
        <a:blipFill rotWithShape="1">
          <a:blip xmlns:r="http://schemas.openxmlformats.org/officeDocument/2006/relationships" r:embed="rId1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2"/>
              </a:ext>
            </a:extLst>
          </a:blip>
          <a:srcRect/>
          <a:stretch>
            <a:fillRect/>
          </a:stretch>
        </a:blipFill>
        <a:ln w="12700" cap="flat" cmpd="sng" algn="ctr">
          <a:noFill/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ADA8B683-31B9-4587-838D-5A16A8BABDB1}">
      <dsp:nvSpPr>
        <dsp:cNvPr id="0" name=""/>
        <dsp:cNvSpPr/>
      </dsp:nvSpPr>
      <dsp:spPr>
        <a:xfrm>
          <a:off x="518162" y="1981055"/>
          <a:ext cx="4320000" cy="648000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160020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  <a:defRPr b="1"/>
          </a:pPr>
          <a:r>
            <a:rPr lang="tr-TR" sz="3600" kern="1200"/>
            <a:t>The unlocking </a:t>
          </a:r>
          <a:r>
            <a:rPr lang="en-US" sz="3600" kern="1200"/>
            <a:t>script</a:t>
          </a:r>
        </a:p>
      </dsp:txBody>
      <dsp:txXfrm>
        <a:off x="518162" y="1981055"/>
        <a:ext cx="4320000" cy="648000"/>
      </dsp:txXfrm>
    </dsp:sp>
    <dsp:sp modelId="{EF6A1519-A72D-4574-8219-7D73F892D3E9}">
      <dsp:nvSpPr>
        <dsp:cNvPr id="0" name=""/>
        <dsp:cNvSpPr/>
      </dsp:nvSpPr>
      <dsp:spPr>
        <a:xfrm>
          <a:off x="518162" y="2688423"/>
          <a:ext cx="4320000" cy="621412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7556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700" kern="1200" dirty="0"/>
            <a:t>is constructed</a:t>
          </a:r>
        </a:p>
        <a:p>
          <a:pPr marL="0" lvl="0" indent="0" algn="ctr" defTabSz="7556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700" kern="1200" dirty="0"/>
            <a:t>by </a:t>
          </a:r>
          <a:r>
            <a:rPr lang="tr-TR" sz="1700" kern="1200" dirty="0" err="1"/>
            <a:t>sender</a:t>
          </a:r>
          <a:r>
            <a:rPr lang="en-US" sz="1700" kern="1200" dirty="0"/>
            <a:t>’s wallet</a:t>
          </a:r>
        </a:p>
      </dsp:txBody>
      <dsp:txXfrm>
        <a:off x="518162" y="2688423"/>
        <a:ext cx="4320000" cy="621412"/>
      </dsp:txXfrm>
    </dsp:sp>
  </dsp:spTree>
</dsp:drawing>
</file>

<file path=ppt/diagrams/drawing38.xml><?xml version="1.0" encoding="utf-8"?>
<dsp:drawing xmlns:dgm="http://schemas.openxmlformats.org/drawingml/2006/diagram" xmlns:dsp="http://schemas.microsoft.com/office/drawing/2008/diagram" xmlns:a="http://schemas.openxmlformats.org/drawingml/2006/main">
  <dsp:spTree>
    <dsp:nvGrpSpPr>
      <dsp:cNvPr id="0" name=""/>
      <dsp:cNvGrpSpPr/>
    </dsp:nvGrpSpPr>
    <dsp:grpSpPr/>
    <dsp:sp modelId="{88EF19AE-E429-4277-99BB-CD68A7E5B2B0}">
      <dsp:nvSpPr>
        <dsp:cNvPr id="0" name=""/>
        <dsp:cNvSpPr/>
      </dsp:nvSpPr>
      <dsp:spPr>
        <a:xfrm>
          <a:off x="698671" y="956759"/>
          <a:ext cx="750093" cy="750093"/>
        </a:xfrm>
        <a:prstGeom prst="rect">
          <a:avLst/>
        </a:prstGeom>
        <a:blipFill>
          <a:blip xmlns:r="http://schemas.openxmlformats.org/officeDocument/2006/relationships" r:embed="rId1" cstate="email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2"/>
              </a:ext>
            </a:extLst>
          </a:blip>
          <a:stretch>
            <a:fillRect/>
          </a:stretch>
        </a:blipFill>
        <a:ln w="12700" cap="flat" cmpd="sng" algn="ctr">
          <a:noFill/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8404F58D-CEA7-4241-A042-F6373FB8446A}">
      <dsp:nvSpPr>
        <dsp:cNvPr id="0" name=""/>
        <dsp:cNvSpPr/>
      </dsp:nvSpPr>
      <dsp:spPr>
        <a:xfrm>
          <a:off x="2156" y="1781575"/>
          <a:ext cx="2143124" cy="321468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88900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  <a:defRPr b="1"/>
          </a:pPr>
          <a:r>
            <a:rPr lang="tr-TR" sz="2000" kern="1200"/>
            <a:t>The unlocking script</a:t>
          </a:r>
          <a:endParaRPr lang="en-US" sz="2000" kern="1200"/>
        </a:p>
      </dsp:txBody>
      <dsp:txXfrm>
        <a:off x="2156" y="1781575"/>
        <a:ext cx="2143124" cy="321468"/>
      </dsp:txXfrm>
    </dsp:sp>
    <dsp:sp modelId="{EFC37F09-8FA7-4DB1-8638-11503DB38BDF}">
      <dsp:nvSpPr>
        <dsp:cNvPr id="0" name=""/>
        <dsp:cNvSpPr/>
      </dsp:nvSpPr>
      <dsp:spPr>
        <a:xfrm>
          <a:off x="2156" y="2137798"/>
          <a:ext cx="2143124" cy="556691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6667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tr-TR" sz="1500" kern="1200"/>
            <a:t>Construction steps</a:t>
          </a:r>
          <a:endParaRPr lang="en-US" sz="1500" kern="1200"/>
        </a:p>
      </dsp:txBody>
      <dsp:txXfrm>
        <a:off x="2156" y="2137798"/>
        <a:ext cx="2143124" cy="556691"/>
      </dsp:txXfrm>
    </dsp:sp>
    <dsp:sp modelId="{5AF69A1F-365F-4960-B51A-76D6E99BB768}">
      <dsp:nvSpPr>
        <dsp:cNvPr id="0" name=""/>
        <dsp:cNvSpPr/>
      </dsp:nvSpPr>
      <dsp:spPr>
        <a:xfrm>
          <a:off x="3216843" y="956759"/>
          <a:ext cx="750093" cy="750093"/>
        </a:xfrm>
        <a:prstGeom prst="rect">
          <a:avLst/>
        </a:prstGeom>
        <a:blipFill>
          <a:blip xmlns:r="http://schemas.openxmlformats.org/officeDocument/2006/relationships" r:embed="rId3" cstate="email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4"/>
              </a:ext>
            </a:extLst>
          </a:blip>
          <a:stretch>
            <a:fillRect/>
          </a:stretch>
        </a:blipFill>
        <a:ln w="12700" cap="flat" cmpd="sng" algn="ctr">
          <a:noFill/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B8F7C7F8-8CE2-4C9A-ABFD-6614DB57DAA2}">
      <dsp:nvSpPr>
        <dsp:cNvPr id="0" name=""/>
        <dsp:cNvSpPr/>
      </dsp:nvSpPr>
      <dsp:spPr>
        <a:xfrm>
          <a:off x="2520328" y="1781575"/>
          <a:ext cx="2143124" cy="321468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88900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  <a:defRPr b="1"/>
          </a:pPr>
          <a:r>
            <a:rPr lang="tr-TR" sz="2000" kern="1200"/>
            <a:t>1</a:t>
          </a:r>
          <a:endParaRPr lang="en-US" sz="2000" kern="1200"/>
        </a:p>
      </dsp:txBody>
      <dsp:txXfrm>
        <a:off x="2520328" y="1781575"/>
        <a:ext cx="2143124" cy="321468"/>
      </dsp:txXfrm>
    </dsp:sp>
    <dsp:sp modelId="{4DC8A78C-7173-4FBF-BF20-856833EB7C02}">
      <dsp:nvSpPr>
        <dsp:cNvPr id="0" name=""/>
        <dsp:cNvSpPr/>
      </dsp:nvSpPr>
      <dsp:spPr>
        <a:xfrm>
          <a:off x="2520328" y="2137798"/>
          <a:ext cx="2143124" cy="556691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6667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tr-TR" sz="1500" kern="1200"/>
            <a:t>retrieve</a:t>
          </a:r>
          <a:r>
            <a:rPr lang="en-US" sz="1500" kern="1200"/>
            <a:t> the referenced UTXO </a:t>
          </a:r>
        </a:p>
      </dsp:txBody>
      <dsp:txXfrm>
        <a:off x="2520328" y="2137798"/>
        <a:ext cx="2143124" cy="556691"/>
      </dsp:txXfrm>
    </dsp:sp>
    <dsp:sp modelId="{EB034AC7-605D-418B-8CDB-747247E24B2C}">
      <dsp:nvSpPr>
        <dsp:cNvPr id="0" name=""/>
        <dsp:cNvSpPr/>
      </dsp:nvSpPr>
      <dsp:spPr>
        <a:xfrm>
          <a:off x="5735015" y="956759"/>
          <a:ext cx="750093" cy="750093"/>
        </a:xfrm>
        <a:prstGeom prst="rect">
          <a:avLst/>
        </a:prstGeom>
        <a:blipFill>
          <a:blip xmlns:r="http://schemas.openxmlformats.org/officeDocument/2006/relationships" r:embed="rId5" cstate="email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6"/>
              </a:ext>
            </a:extLst>
          </a:blip>
          <a:stretch>
            <a:fillRect/>
          </a:stretch>
        </a:blipFill>
        <a:ln w="12700" cap="flat" cmpd="sng" algn="ctr">
          <a:noFill/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78649013-0012-48CA-A6D0-2E07DE45FAB3}">
      <dsp:nvSpPr>
        <dsp:cNvPr id="0" name=""/>
        <dsp:cNvSpPr/>
      </dsp:nvSpPr>
      <dsp:spPr>
        <a:xfrm>
          <a:off x="5038499" y="1781575"/>
          <a:ext cx="2143124" cy="321468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88900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  <a:defRPr b="1"/>
          </a:pPr>
          <a:r>
            <a:rPr lang="tr-TR" sz="2000" kern="1200"/>
            <a:t>2</a:t>
          </a:r>
          <a:endParaRPr lang="en-US" sz="2000" kern="1200"/>
        </a:p>
      </dsp:txBody>
      <dsp:txXfrm>
        <a:off x="5038499" y="1781575"/>
        <a:ext cx="2143124" cy="321468"/>
      </dsp:txXfrm>
    </dsp:sp>
    <dsp:sp modelId="{2ADCF681-5A75-4BB5-B2E1-7DA4917467F5}">
      <dsp:nvSpPr>
        <dsp:cNvPr id="0" name=""/>
        <dsp:cNvSpPr/>
      </dsp:nvSpPr>
      <dsp:spPr>
        <a:xfrm>
          <a:off x="5038499" y="2137798"/>
          <a:ext cx="2143124" cy="556691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6667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tr-TR" sz="1500" kern="1200"/>
            <a:t>examine </a:t>
          </a:r>
          <a:r>
            <a:rPr lang="en-US" sz="1500" kern="1200"/>
            <a:t>its locking script </a:t>
          </a:r>
        </a:p>
      </dsp:txBody>
      <dsp:txXfrm>
        <a:off x="5038499" y="2137798"/>
        <a:ext cx="2143124" cy="556691"/>
      </dsp:txXfrm>
    </dsp:sp>
    <dsp:sp modelId="{8006D986-9FCD-419B-8B45-25D99C7D7E59}">
      <dsp:nvSpPr>
        <dsp:cNvPr id="0" name=""/>
        <dsp:cNvSpPr/>
      </dsp:nvSpPr>
      <dsp:spPr>
        <a:xfrm>
          <a:off x="8253187" y="956759"/>
          <a:ext cx="750093" cy="750093"/>
        </a:xfrm>
        <a:prstGeom prst="rect">
          <a:avLst/>
        </a:prstGeom>
        <a:blipFill>
          <a:blip xmlns:r="http://schemas.openxmlformats.org/officeDocument/2006/relationships" r:embed="rId7" cstate="email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8"/>
              </a:ext>
            </a:extLst>
          </a:blip>
          <a:stretch>
            <a:fillRect/>
          </a:stretch>
        </a:blipFill>
        <a:ln w="12700" cap="flat" cmpd="sng" algn="ctr">
          <a:noFill/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52478294-01D9-4C2E-95B7-6E3AEC8248C3}">
      <dsp:nvSpPr>
        <dsp:cNvPr id="0" name=""/>
        <dsp:cNvSpPr/>
      </dsp:nvSpPr>
      <dsp:spPr>
        <a:xfrm>
          <a:off x="7556671" y="1781575"/>
          <a:ext cx="2143124" cy="321468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88900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  <a:defRPr b="1"/>
          </a:pPr>
          <a:r>
            <a:rPr lang="tr-TR" sz="2000" kern="1200"/>
            <a:t>3</a:t>
          </a:r>
          <a:endParaRPr lang="en-US" sz="2000" kern="1200"/>
        </a:p>
      </dsp:txBody>
      <dsp:txXfrm>
        <a:off x="7556671" y="1781575"/>
        <a:ext cx="2143124" cy="321468"/>
      </dsp:txXfrm>
    </dsp:sp>
    <dsp:sp modelId="{F7ABF7A2-97EB-4AD6-B651-F66A69E7D8C2}">
      <dsp:nvSpPr>
        <dsp:cNvPr id="0" name=""/>
        <dsp:cNvSpPr/>
      </dsp:nvSpPr>
      <dsp:spPr>
        <a:xfrm>
          <a:off x="7556671" y="2137798"/>
          <a:ext cx="2143124" cy="556691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6667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500" kern="1200"/>
            <a:t>build the unlocking script</a:t>
          </a:r>
        </a:p>
        <a:p>
          <a:pPr marL="0" lvl="0" indent="0" algn="ctr" defTabSz="6667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500" kern="1200"/>
            <a:t>to</a:t>
          </a:r>
          <a:r>
            <a:rPr lang="tr-TR" sz="1500" kern="1200"/>
            <a:t> satisfy it</a:t>
          </a:r>
          <a:endParaRPr lang="en-US" sz="1500" kern="1200"/>
        </a:p>
      </dsp:txBody>
      <dsp:txXfrm>
        <a:off x="7556671" y="2137798"/>
        <a:ext cx="2143124" cy="556691"/>
      </dsp:txXfrm>
    </dsp:sp>
  </dsp:spTree>
</dsp:drawing>
</file>

<file path=ppt/diagrams/drawing39.xml><?xml version="1.0" encoding="utf-8"?>
<dsp:drawing xmlns:dgm="http://schemas.openxmlformats.org/drawingml/2006/diagram" xmlns:dsp="http://schemas.microsoft.com/office/drawing/2008/diagram" xmlns:a="http://schemas.openxmlformats.org/drawingml/2006/main">
  <dsp:spTree>
    <dsp:nvGrpSpPr>
      <dsp:cNvPr id="0" name=""/>
      <dsp:cNvGrpSpPr/>
    </dsp:nvGrpSpPr>
    <dsp:grpSpPr/>
    <dsp:sp modelId="{A4B488D4-5887-448D-A677-FD4C0DF32773}">
      <dsp:nvSpPr>
        <dsp:cNvPr id="0" name=""/>
        <dsp:cNvSpPr/>
      </dsp:nvSpPr>
      <dsp:spPr>
        <a:xfrm>
          <a:off x="943992" y="571666"/>
          <a:ext cx="1012921" cy="1012921"/>
        </a:xfrm>
        <a:prstGeom prst="rect">
          <a:avLst/>
        </a:prstGeom>
        <a:blipFill>
          <a:blip xmlns:r="http://schemas.openxmlformats.org/officeDocument/2006/relationships" r:embed="rId1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2"/>
              </a:ext>
            </a:extLst>
          </a:blip>
          <a:stretch>
            <a:fillRect/>
          </a:stretch>
        </a:blipFill>
        <a:ln w="12700" cap="flat" cmpd="sng" algn="ctr">
          <a:noFill/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DC564BCD-AFEE-4154-BC99-76EB939F9435}">
      <dsp:nvSpPr>
        <dsp:cNvPr id="0" name=""/>
        <dsp:cNvSpPr/>
      </dsp:nvSpPr>
      <dsp:spPr>
        <a:xfrm>
          <a:off x="3421" y="1692428"/>
          <a:ext cx="2894062" cy="434109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124460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  <a:defRPr b="1"/>
          </a:pPr>
          <a:r>
            <a:rPr lang="tr-TR" sz="2800" kern="1200" dirty="0"/>
            <a:t>Transaction </a:t>
          </a:r>
          <a:r>
            <a:rPr lang="en-US" sz="2800" kern="1200" dirty="0"/>
            <a:t>input </a:t>
          </a:r>
        </a:p>
      </dsp:txBody>
      <dsp:txXfrm>
        <a:off x="3421" y="1692428"/>
        <a:ext cx="2894062" cy="434109"/>
      </dsp:txXfrm>
    </dsp:sp>
    <dsp:sp modelId="{CC700629-6590-4F3C-A88A-721A681EBBF0}">
      <dsp:nvSpPr>
        <dsp:cNvPr id="0" name=""/>
        <dsp:cNvSpPr/>
      </dsp:nvSpPr>
      <dsp:spPr>
        <a:xfrm>
          <a:off x="3421" y="2176696"/>
          <a:ext cx="2894062" cy="902886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7556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tr-TR" sz="1700" kern="1200" dirty="0"/>
            <a:t>is just </a:t>
          </a:r>
          <a:r>
            <a:rPr lang="en-US" sz="1700" kern="1200" dirty="0"/>
            <a:t>a reference to the transaction</a:t>
          </a:r>
        </a:p>
        <a:p>
          <a:pPr marL="0" lvl="0" indent="0" algn="ctr" defTabSz="7556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700" kern="1200" dirty="0"/>
            <a:t>containing</a:t>
          </a:r>
          <a:r>
            <a:rPr lang="tr-TR" sz="1700" kern="1200" dirty="0"/>
            <a:t> UTXO</a:t>
          </a:r>
          <a:r>
            <a:rPr lang="en-US" sz="1700" kern="1200" dirty="0"/>
            <a:t> </a:t>
          </a:r>
        </a:p>
      </dsp:txBody>
      <dsp:txXfrm>
        <a:off x="3421" y="2176696"/>
        <a:ext cx="2894062" cy="902886"/>
      </dsp:txXfrm>
    </dsp:sp>
    <dsp:sp modelId="{B19E3897-3D53-400B-A32B-A5043B4DF0A0}">
      <dsp:nvSpPr>
        <dsp:cNvPr id="0" name=""/>
        <dsp:cNvSpPr/>
      </dsp:nvSpPr>
      <dsp:spPr>
        <a:xfrm>
          <a:off x="4344515" y="571666"/>
          <a:ext cx="1012921" cy="1012921"/>
        </a:xfrm>
        <a:prstGeom prst="rect">
          <a:avLst/>
        </a:prstGeom>
        <a:blipFill rotWithShape="1">
          <a:blip xmlns:r="http://schemas.openxmlformats.org/officeDocument/2006/relationships" r:embed="rId3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4"/>
              </a:ext>
            </a:extLst>
          </a:blip>
          <a:srcRect/>
          <a:stretch>
            <a:fillRect/>
          </a:stretch>
        </a:blipFill>
        <a:ln w="12700" cap="flat" cmpd="sng" algn="ctr">
          <a:solidFill>
            <a:schemeClr val="lt1">
              <a:alpha val="0"/>
              <a:hueOff val="0"/>
              <a:satOff val="0"/>
              <a:lumOff val="0"/>
              <a:alphaOff val="0"/>
            </a:schemeClr>
          </a:solidFill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C61AE18B-9C74-4C55-A419-9CACD727D105}">
      <dsp:nvSpPr>
        <dsp:cNvPr id="0" name=""/>
        <dsp:cNvSpPr/>
      </dsp:nvSpPr>
      <dsp:spPr>
        <a:xfrm>
          <a:off x="3403945" y="1692428"/>
          <a:ext cx="2894062" cy="434109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124460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  <a:defRPr b="1"/>
          </a:pPr>
          <a:r>
            <a:rPr lang="tr-TR" sz="2800" kern="1200" dirty="0"/>
            <a:t>Retrieve</a:t>
          </a:r>
          <a:endParaRPr lang="en-US" sz="2800" kern="1200" dirty="0"/>
        </a:p>
      </dsp:txBody>
      <dsp:txXfrm>
        <a:off x="3403945" y="1692428"/>
        <a:ext cx="2894062" cy="434109"/>
      </dsp:txXfrm>
    </dsp:sp>
    <dsp:sp modelId="{783E3EAA-96D5-49FC-B482-CC724D311FBD}">
      <dsp:nvSpPr>
        <dsp:cNvPr id="0" name=""/>
        <dsp:cNvSpPr/>
      </dsp:nvSpPr>
      <dsp:spPr>
        <a:xfrm>
          <a:off x="3403945" y="2176696"/>
          <a:ext cx="2894062" cy="902886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7556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tr-TR" sz="1700" kern="1200" dirty="0"/>
            <a:t>Transaction of UTXO</a:t>
          </a:r>
          <a:endParaRPr lang="en-US" sz="1700" kern="1200" dirty="0"/>
        </a:p>
      </dsp:txBody>
      <dsp:txXfrm>
        <a:off x="3403945" y="2176696"/>
        <a:ext cx="2894062" cy="902886"/>
      </dsp:txXfrm>
    </dsp:sp>
    <dsp:sp modelId="{CFDA4D2E-721B-4F6C-ACD6-15FC0466C44C}">
      <dsp:nvSpPr>
        <dsp:cNvPr id="0" name=""/>
        <dsp:cNvSpPr/>
      </dsp:nvSpPr>
      <dsp:spPr>
        <a:xfrm>
          <a:off x="7745039" y="571666"/>
          <a:ext cx="1012921" cy="1012921"/>
        </a:xfrm>
        <a:prstGeom prst="rect">
          <a:avLst/>
        </a:prstGeom>
        <a:blipFill>
          <a:blip xmlns:r="http://schemas.openxmlformats.org/officeDocument/2006/relationships" r:embed="rId5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6"/>
              </a:ext>
            </a:extLst>
          </a:blip>
          <a:stretch>
            <a:fillRect/>
          </a:stretch>
        </a:blipFill>
        <a:ln w="12700" cap="flat" cmpd="sng" algn="ctr">
          <a:noFill/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1A10DE15-4B1D-4326-81EA-C66B53C2F39A}">
      <dsp:nvSpPr>
        <dsp:cNvPr id="0" name=""/>
        <dsp:cNvSpPr/>
      </dsp:nvSpPr>
      <dsp:spPr>
        <a:xfrm>
          <a:off x="6804468" y="1692428"/>
          <a:ext cx="2894062" cy="434109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124460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  <a:defRPr b="1"/>
          </a:pPr>
          <a:r>
            <a:rPr lang="tr-TR" sz="2800" kern="1200" dirty="0"/>
            <a:t>Details</a:t>
          </a:r>
          <a:endParaRPr lang="en-US" sz="2800" kern="1200" dirty="0"/>
        </a:p>
      </dsp:txBody>
      <dsp:txXfrm>
        <a:off x="6804468" y="1692428"/>
        <a:ext cx="2894062" cy="434109"/>
      </dsp:txXfrm>
    </dsp:sp>
    <dsp:sp modelId="{7F28BDE5-22C8-4271-AF52-7D1606B52C2D}">
      <dsp:nvSpPr>
        <dsp:cNvPr id="0" name=""/>
        <dsp:cNvSpPr/>
      </dsp:nvSpPr>
      <dsp:spPr>
        <a:xfrm>
          <a:off x="6804468" y="2176696"/>
          <a:ext cx="2894062" cy="902886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7556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tr-TR" sz="1700" kern="1200" dirty="0"/>
            <a:t>the </a:t>
          </a:r>
          <a:r>
            <a:rPr lang="en-US" sz="1700" kern="1200" dirty="0"/>
            <a:t>amount in </a:t>
          </a:r>
          <a:r>
            <a:rPr lang="tr-TR" sz="1700" kern="1200" dirty="0"/>
            <a:t>Satoshies</a:t>
          </a:r>
          <a:endParaRPr lang="en-US" sz="1700" kern="1200" dirty="0"/>
        </a:p>
        <a:p>
          <a:pPr marL="0" lvl="0" indent="0" algn="ctr" defTabSz="7556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700" kern="1200" dirty="0"/>
            <a:t>the locking script</a:t>
          </a:r>
        </a:p>
      </dsp:txBody>
      <dsp:txXfrm>
        <a:off x="6804468" y="2176696"/>
        <a:ext cx="2894062" cy="902886"/>
      </dsp:txXfrm>
    </dsp:sp>
  </dsp:spTree>
</dsp:drawing>
</file>

<file path=ppt/diagrams/drawing40.xml><?xml version="1.0" encoding="utf-8"?>
<dsp:drawing xmlns:dgm="http://schemas.openxmlformats.org/drawingml/2006/diagram" xmlns:dsp="http://schemas.microsoft.com/office/drawing/2008/diagram" xmlns:a="http://schemas.openxmlformats.org/drawingml/2006/main">
  <dsp:spTree>
    <dsp:nvGrpSpPr>
      <dsp:cNvPr id="0" name=""/>
      <dsp:cNvGrpSpPr/>
    </dsp:nvGrpSpPr>
    <dsp:grpSpPr/>
    <dsp:sp modelId="{6E49C9EA-5B14-44C2-BAA7-CC12A4512878}">
      <dsp:nvSpPr>
        <dsp:cNvPr id="0" name=""/>
        <dsp:cNvSpPr/>
      </dsp:nvSpPr>
      <dsp:spPr>
        <a:xfrm>
          <a:off x="4297" y="602153"/>
          <a:ext cx="915468" cy="915468"/>
        </a:xfrm>
        <a:prstGeom prst="rect">
          <a:avLst/>
        </a:prstGeom>
        <a:blipFill>
          <a:blip xmlns:r="http://schemas.openxmlformats.org/officeDocument/2006/relationships" r:embed="rId1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2"/>
              </a:ext>
            </a:extLst>
          </a:blip>
          <a:stretch>
            <a:fillRect/>
          </a:stretch>
        </a:blipFill>
        <a:ln w="12700" cap="flat" cmpd="sng" algn="ctr">
          <a:noFill/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F224DA4C-5AC6-451E-B9A2-A231838FE0BF}">
      <dsp:nvSpPr>
        <dsp:cNvPr id="0" name=""/>
        <dsp:cNvSpPr/>
      </dsp:nvSpPr>
      <dsp:spPr>
        <a:xfrm>
          <a:off x="4297" y="1622840"/>
          <a:ext cx="2615625" cy="392343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l" defTabSz="11112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  <a:defRPr b="1"/>
          </a:pPr>
          <a:r>
            <a:rPr lang="tr-TR" sz="2500" kern="1200" dirty="0"/>
            <a:t>Finding the fee</a:t>
          </a:r>
          <a:r>
            <a:rPr lang="en-US" sz="2500" kern="1200" dirty="0"/>
            <a:t> </a:t>
          </a:r>
        </a:p>
      </dsp:txBody>
      <dsp:txXfrm>
        <a:off x="4297" y="1622840"/>
        <a:ext cx="2615625" cy="392343"/>
      </dsp:txXfrm>
    </dsp:sp>
    <dsp:sp modelId="{2B0702EB-34E6-4FCD-BF05-2E15E1AC3282}">
      <dsp:nvSpPr>
        <dsp:cNvPr id="0" name=""/>
        <dsp:cNvSpPr/>
      </dsp:nvSpPr>
      <dsp:spPr>
        <a:xfrm>
          <a:off x="4297" y="2064123"/>
          <a:ext cx="2615625" cy="984973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l" defTabSz="7556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700" kern="1200" dirty="0"/>
            <a:t>use the referenced UTXO </a:t>
          </a:r>
        </a:p>
        <a:p>
          <a:pPr marL="0" lvl="0" indent="0" algn="l" defTabSz="7556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700" kern="1200" dirty="0"/>
            <a:t>to calculate the</a:t>
          </a:r>
          <a:r>
            <a:rPr lang="tr-TR" sz="1700" kern="1200" dirty="0"/>
            <a:t> </a:t>
          </a:r>
          <a:r>
            <a:rPr lang="en-US" sz="1700" kern="1200" dirty="0"/>
            <a:t>fees</a:t>
          </a:r>
        </a:p>
        <a:p>
          <a:pPr marL="0" lvl="0" indent="0" algn="l" defTabSz="7556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700" kern="1200" dirty="0"/>
            <a:t> </a:t>
          </a:r>
          <a:r>
            <a:rPr lang="tr-TR" sz="1700" kern="1200" dirty="0"/>
            <a:t>to </a:t>
          </a:r>
          <a:r>
            <a:rPr lang="en-US" sz="1700" kern="1200" dirty="0"/>
            <a:t>be paid in </a:t>
          </a:r>
          <a:r>
            <a:rPr lang="tr-TR" sz="1700" kern="1200" dirty="0"/>
            <a:t>the</a:t>
          </a:r>
          <a:r>
            <a:rPr lang="en-US" sz="1700" kern="1200" dirty="0"/>
            <a:t> transaction</a:t>
          </a:r>
          <a:endParaRPr lang="tr-TR" sz="1700" kern="1200"/>
        </a:p>
      </dsp:txBody>
      <dsp:txXfrm>
        <a:off x="4297" y="2064123"/>
        <a:ext cx="2615625" cy="984973"/>
      </dsp:txXfrm>
    </dsp:sp>
    <dsp:sp modelId="{54C2BBA8-BAC8-4B92-9637-108A1789A9BA}">
      <dsp:nvSpPr>
        <dsp:cNvPr id="0" name=""/>
        <dsp:cNvSpPr/>
      </dsp:nvSpPr>
      <dsp:spPr>
        <a:xfrm>
          <a:off x="3077656" y="602153"/>
          <a:ext cx="915468" cy="915468"/>
        </a:xfrm>
        <a:prstGeom prst="rect">
          <a:avLst/>
        </a:prstGeom>
        <a:blipFill rotWithShape="1">
          <a:blip xmlns:r="http://schemas.openxmlformats.org/officeDocument/2006/relationships" r:embed="rId3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4"/>
              </a:ext>
            </a:extLst>
          </a:blip>
          <a:srcRect/>
          <a:stretch>
            <a:fillRect/>
          </a:stretch>
        </a:blipFill>
        <a:ln w="12700" cap="flat" cmpd="sng" algn="ctr">
          <a:solidFill>
            <a:schemeClr val="lt1">
              <a:alpha val="0"/>
              <a:hueOff val="0"/>
              <a:satOff val="0"/>
              <a:lumOff val="0"/>
              <a:alphaOff val="0"/>
            </a:schemeClr>
          </a:solidFill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F5A6CC4A-B178-4410-A639-05ED43FF08D8}">
      <dsp:nvSpPr>
        <dsp:cNvPr id="0" name=""/>
        <dsp:cNvSpPr/>
      </dsp:nvSpPr>
      <dsp:spPr>
        <a:xfrm>
          <a:off x="3077656" y="1622840"/>
          <a:ext cx="2615625" cy="392343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l" defTabSz="11112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  <a:defRPr b="1"/>
          </a:pPr>
          <a:r>
            <a:rPr lang="tr-TR" sz="2500" kern="1200" dirty="0"/>
            <a:t>Reason</a:t>
          </a:r>
        </a:p>
      </dsp:txBody>
      <dsp:txXfrm>
        <a:off x="3077656" y="1622840"/>
        <a:ext cx="2615625" cy="392343"/>
      </dsp:txXfrm>
    </dsp:sp>
    <dsp:sp modelId="{65E15406-552C-4F8C-AFBC-6FCE91823F75}">
      <dsp:nvSpPr>
        <dsp:cNvPr id="0" name=""/>
        <dsp:cNvSpPr/>
      </dsp:nvSpPr>
      <dsp:spPr>
        <a:xfrm>
          <a:off x="3077656" y="2064123"/>
          <a:ext cx="2615625" cy="984973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l" defTabSz="7556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700" kern="1200" dirty="0"/>
            <a:t>the value of the input</a:t>
          </a:r>
        </a:p>
        <a:p>
          <a:pPr marL="0" lvl="0" indent="0" algn="l" defTabSz="7556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700" kern="1200" dirty="0"/>
            <a:t> is</a:t>
          </a:r>
          <a:r>
            <a:rPr lang="tr-TR" sz="1700" kern="1200" dirty="0"/>
            <a:t> </a:t>
          </a:r>
          <a:r>
            <a:rPr lang="en-US" sz="1700" kern="1200" dirty="0"/>
            <a:t>not explicitly stated</a:t>
          </a:r>
        </a:p>
      </dsp:txBody>
      <dsp:txXfrm>
        <a:off x="3077656" y="2064123"/>
        <a:ext cx="2615625" cy="984973"/>
      </dsp:txXfrm>
    </dsp:sp>
    <dsp:sp modelId="{72BC8B45-C1A2-40AD-9757-657EB97BF46A}">
      <dsp:nvSpPr>
        <dsp:cNvPr id="0" name=""/>
        <dsp:cNvSpPr/>
      </dsp:nvSpPr>
      <dsp:spPr>
        <a:xfrm>
          <a:off x="6151015" y="602153"/>
          <a:ext cx="915468" cy="915468"/>
        </a:xfrm>
        <a:prstGeom prst="rect">
          <a:avLst/>
        </a:prstGeom>
        <a:blipFill>
          <a:blip xmlns:r="http://schemas.openxmlformats.org/officeDocument/2006/relationships" r:embed="rId5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6"/>
              </a:ext>
            </a:extLst>
          </a:blip>
          <a:stretch>
            <a:fillRect/>
          </a:stretch>
        </a:blipFill>
        <a:ln w="12700" cap="flat" cmpd="sng" algn="ctr">
          <a:noFill/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CB45061A-A1A4-43FF-AF93-8E232D0D2642}">
      <dsp:nvSpPr>
        <dsp:cNvPr id="0" name=""/>
        <dsp:cNvSpPr/>
      </dsp:nvSpPr>
      <dsp:spPr>
        <a:xfrm>
          <a:off x="6151015" y="1622840"/>
          <a:ext cx="2615625" cy="392343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l" defTabSz="11112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  <a:defRPr b="1"/>
          </a:pPr>
          <a:r>
            <a:rPr lang="tr-TR" sz="2500" kern="1200" dirty="0"/>
            <a:t>Validation process</a:t>
          </a:r>
          <a:endParaRPr lang="en-US" sz="2500" kern="1200" dirty="0"/>
        </a:p>
      </dsp:txBody>
      <dsp:txXfrm>
        <a:off x="6151015" y="1622840"/>
        <a:ext cx="2615625" cy="392343"/>
      </dsp:txXfrm>
    </dsp:sp>
    <dsp:sp modelId="{52ACE7BC-324C-4998-BC8F-828F569B8FBC}">
      <dsp:nvSpPr>
        <dsp:cNvPr id="0" name=""/>
        <dsp:cNvSpPr/>
      </dsp:nvSpPr>
      <dsp:spPr>
        <a:xfrm>
          <a:off x="6151015" y="2064123"/>
          <a:ext cx="2615625" cy="984973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l" defTabSz="7556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700" kern="1200" dirty="0"/>
            <a:t>every validating node</a:t>
          </a:r>
        </a:p>
        <a:p>
          <a:pPr marL="0" lvl="0" indent="0" algn="l" defTabSz="7556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700" kern="1200" dirty="0"/>
            <a:t>will also to</a:t>
          </a:r>
          <a:r>
            <a:rPr lang="tr-TR" sz="1700" kern="1200" dirty="0"/>
            <a:t> </a:t>
          </a:r>
          <a:r>
            <a:rPr lang="en-US" sz="1700" kern="1200" dirty="0"/>
            <a:t>retrieve the UTXO </a:t>
          </a:r>
        </a:p>
        <a:p>
          <a:pPr marL="0" lvl="0" indent="0" algn="l" defTabSz="7556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700" kern="1200" dirty="0"/>
            <a:t>to validate </a:t>
          </a:r>
          <a:r>
            <a:rPr lang="en-US" sz="1700" kern="1200"/>
            <a:t>the transaction</a:t>
          </a:r>
          <a:endParaRPr lang="en-US" sz="1700" kern="1200" dirty="0"/>
        </a:p>
      </dsp:txBody>
      <dsp:txXfrm>
        <a:off x="6151015" y="2064123"/>
        <a:ext cx="2615625" cy="984973"/>
      </dsp:txXfrm>
    </dsp:sp>
  </dsp:spTree>
</dsp:drawing>
</file>

<file path=ppt/diagrams/drawing41.xml><?xml version="1.0" encoding="utf-8"?>
<dsp:drawing xmlns:dgm="http://schemas.openxmlformats.org/drawingml/2006/diagram" xmlns:dsp="http://schemas.microsoft.com/office/drawing/2008/diagram" xmlns:a="http://schemas.openxmlformats.org/drawingml/2006/main">
  <dsp:spTree>
    <dsp:nvGrpSpPr>
      <dsp:cNvPr id="0" name=""/>
      <dsp:cNvGrpSpPr/>
    </dsp:nvGrpSpPr>
    <dsp:grpSpPr/>
    <dsp:sp modelId="{6474F91E-FA7A-4517-B863-E50D0463F34F}">
      <dsp:nvSpPr>
        <dsp:cNvPr id="0" name=""/>
        <dsp:cNvSpPr/>
      </dsp:nvSpPr>
      <dsp:spPr>
        <a:xfrm>
          <a:off x="3849" y="290875"/>
          <a:ext cx="1410117" cy="1410117"/>
        </a:xfrm>
        <a:prstGeom prst="rect">
          <a:avLst/>
        </a:prstGeom>
        <a:blipFill>
          <a:blip xmlns:r="http://schemas.openxmlformats.org/officeDocument/2006/relationships" r:embed="rId1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2"/>
              </a:ext>
            </a:extLst>
          </a:blip>
          <a:srcRect/>
          <a:stretch>
            <a:fillRect/>
          </a:stretch>
        </a:blipFill>
        <a:ln w="12700" cap="flat" cmpd="sng" algn="ctr">
          <a:noFill/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B479952A-8F61-4DA0-A2C1-477620587EF4}">
      <dsp:nvSpPr>
        <dsp:cNvPr id="0" name=""/>
        <dsp:cNvSpPr/>
      </dsp:nvSpPr>
      <dsp:spPr>
        <a:xfrm>
          <a:off x="3849" y="1832991"/>
          <a:ext cx="4028906" cy="604335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l" defTabSz="8445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  <a:defRPr b="1"/>
          </a:pPr>
          <a:r>
            <a:rPr lang="en-US" sz="1900" kern="1200"/>
            <a:t>Transactions on their own seem incomplete </a:t>
          </a:r>
        </a:p>
      </dsp:txBody>
      <dsp:txXfrm>
        <a:off x="3849" y="1832991"/>
        <a:ext cx="4028906" cy="604335"/>
      </dsp:txXfrm>
    </dsp:sp>
    <dsp:sp modelId="{6BA94A8E-F5B9-43D5-B615-A7B06370D8E5}">
      <dsp:nvSpPr>
        <dsp:cNvPr id="0" name=""/>
        <dsp:cNvSpPr/>
      </dsp:nvSpPr>
      <dsp:spPr>
        <a:xfrm>
          <a:off x="3849" y="2498722"/>
          <a:ext cx="4028906" cy="861905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l" defTabSz="6667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500" kern="1200"/>
            <a:t>because they lack context. </a:t>
          </a:r>
        </a:p>
      </dsp:txBody>
      <dsp:txXfrm>
        <a:off x="3849" y="2498722"/>
        <a:ext cx="4028906" cy="861905"/>
      </dsp:txXfrm>
    </dsp:sp>
    <dsp:sp modelId="{B10DEFE8-1A83-41E0-9909-70629F6ED9A3}">
      <dsp:nvSpPr>
        <dsp:cNvPr id="0" name=""/>
        <dsp:cNvSpPr/>
      </dsp:nvSpPr>
      <dsp:spPr>
        <a:xfrm>
          <a:off x="4737814" y="290875"/>
          <a:ext cx="1410117" cy="1410117"/>
        </a:xfrm>
        <a:prstGeom prst="rect">
          <a:avLst/>
        </a:prstGeom>
        <a:blipFill>
          <a:blip xmlns:r="http://schemas.openxmlformats.org/officeDocument/2006/relationships" r:embed="rId3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4"/>
              </a:ext>
            </a:extLst>
          </a:blip>
          <a:stretch>
            <a:fillRect/>
          </a:stretch>
        </a:blipFill>
        <a:ln w="12700" cap="flat" cmpd="sng" algn="ctr">
          <a:noFill/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B15FB84F-78A8-4AF1-887E-F3AA86FA740B}">
      <dsp:nvSpPr>
        <dsp:cNvPr id="0" name=""/>
        <dsp:cNvSpPr/>
      </dsp:nvSpPr>
      <dsp:spPr>
        <a:xfrm>
          <a:off x="4737814" y="1832991"/>
          <a:ext cx="4028906" cy="604335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l" defTabSz="8445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  <a:defRPr b="1"/>
          </a:pPr>
          <a:r>
            <a:rPr lang="en-US" sz="1900" kern="1200"/>
            <a:t>They reference</a:t>
          </a:r>
          <a:r>
            <a:rPr lang="tr-TR" sz="1900" kern="1200"/>
            <a:t> </a:t>
          </a:r>
          <a:r>
            <a:rPr lang="en-US" sz="1900" kern="1200"/>
            <a:t>UTXO in their inputs </a:t>
          </a:r>
        </a:p>
      </dsp:txBody>
      <dsp:txXfrm>
        <a:off x="4737814" y="1832991"/>
        <a:ext cx="4028906" cy="604335"/>
      </dsp:txXfrm>
    </dsp:sp>
    <dsp:sp modelId="{B514FBAF-494C-40AC-B022-FE5D780A6CDD}">
      <dsp:nvSpPr>
        <dsp:cNvPr id="0" name=""/>
        <dsp:cNvSpPr/>
      </dsp:nvSpPr>
      <dsp:spPr>
        <a:xfrm>
          <a:off x="4737814" y="2498722"/>
          <a:ext cx="4028906" cy="861905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l" defTabSz="6667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500" kern="1200"/>
            <a:t>but without retrieving that UTXO </a:t>
          </a:r>
        </a:p>
        <a:p>
          <a:pPr marL="0" lvl="0" indent="0" algn="l" defTabSz="6667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500" kern="1200"/>
            <a:t>we cannot know the value of</a:t>
          </a:r>
          <a:r>
            <a:rPr lang="tr-TR" sz="1500" kern="1200"/>
            <a:t> </a:t>
          </a:r>
          <a:r>
            <a:rPr lang="en-US" sz="1500" kern="1200"/>
            <a:t>the inputs </a:t>
          </a:r>
        </a:p>
        <a:p>
          <a:pPr marL="0" lvl="0" indent="0" algn="l" defTabSz="6667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500" kern="1200"/>
            <a:t>or their locking conditions.</a:t>
          </a:r>
        </a:p>
      </dsp:txBody>
      <dsp:txXfrm>
        <a:off x="4737814" y="2498722"/>
        <a:ext cx="4028906" cy="861905"/>
      </dsp:txXfrm>
    </dsp:sp>
  </dsp:spTree>
</dsp:drawing>
</file>

<file path=ppt/diagrams/drawing42.xml><?xml version="1.0" encoding="utf-8"?>
<dsp:drawing xmlns:dgm="http://schemas.openxmlformats.org/drawingml/2006/diagram" xmlns:dsp="http://schemas.microsoft.com/office/drawing/2008/diagram" xmlns:a="http://schemas.openxmlformats.org/drawingml/2006/main">
  <dsp:spTree>
    <dsp:nvGrpSpPr>
      <dsp:cNvPr id="0" name=""/>
      <dsp:cNvGrpSpPr/>
    </dsp:nvGrpSpPr>
    <dsp:grpSpPr/>
    <dsp:sp modelId="{C2A4C316-24C2-4303-BA55-588EF27442D8}">
      <dsp:nvSpPr>
        <dsp:cNvPr id="0" name=""/>
        <dsp:cNvSpPr/>
      </dsp:nvSpPr>
      <dsp:spPr>
        <a:xfrm>
          <a:off x="943992" y="709959"/>
          <a:ext cx="1012921" cy="1012921"/>
        </a:xfrm>
        <a:prstGeom prst="rect">
          <a:avLst/>
        </a:prstGeom>
        <a:blipFill>
          <a:blip xmlns:r="http://schemas.openxmlformats.org/officeDocument/2006/relationships" r:embed="rId1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2"/>
              </a:ext>
            </a:extLst>
          </a:blip>
          <a:stretch>
            <a:fillRect/>
          </a:stretch>
        </a:blipFill>
        <a:ln w="12700" cap="flat" cmpd="sng" algn="ctr">
          <a:noFill/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F8BF3A24-51D0-4A29-9F2B-7C919B4B76AA}">
      <dsp:nvSpPr>
        <dsp:cNvPr id="0" name=""/>
        <dsp:cNvSpPr/>
      </dsp:nvSpPr>
      <dsp:spPr>
        <a:xfrm>
          <a:off x="3421" y="1818828"/>
          <a:ext cx="2894062" cy="434109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62230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  <a:defRPr b="1"/>
          </a:pPr>
          <a:r>
            <a:rPr lang="en-US" sz="1400" kern="1200"/>
            <a:t>For example, </a:t>
          </a:r>
        </a:p>
      </dsp:txBody>
      <dsp:txXfrm>
        <a:off x="3421" y="1818828"/>
        <a:ext cx="2894062" cy="434109"/>
      </dsp:txXfrm>
    </dsp:sp>
    <dsp:sp modelId="{6E8DE4DA-13F4-4676-9D40-715059FB4AB3}">
      <dsp:nvSpPr>
        <dsp:cNvPr id="0" name=""/>
        <dsp:cNvSpPr/>
      </dsp:nvSpPr>
      <dsp:spPr>
        <a:xfrm>
          <a:off x="3421" y="2297564"/>
          <a:ext cx="2894062" cy="643726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4889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100" kern="1200"/>
            <a:t>to calculate the amount paid in fees, </a:t>
          </a:r>
        </a:p>
        <a:p>
          <a:pPr marL="0" lvl="0" indent="0" algn="ctr" defTabSz="4889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100" kern="1200"/>
            <a:t>you must</a:t>
          </a:r>
          <a:r>
            <a:rPr lang="tr-TR" sz="1100" kern="1200"/>
            <a:t> </a:t>
          </a:r>
          <a:r>
            <a:rPr lang="en-US" sz="1100" kern="1200"/>
            <a:t>know the sum of the values of inputs and outputs. </a:t>
          </a:r>
        </a:p>
      </dsp:txBody>
      <dsp:txXfrm>
        <a:off x="3421" y="2297564"/>
        <a:ext cx="2894062" cy="643726"/>
      </dsp:txXfrm>
    </dsp:sp>
    <dsp:sp modelId="{AFC5B96A-1BC4-4FF2-95CE-8DAEA34BB816}">
      <dsp:nvSpPr>
        <dsp:cNvPr id="0" name=""/>
        <dsp:cNvSpPr/>
      </dsp:nvSpPr>
      <dsp:spPr>
        <a:xfrm>
          <a:off x="4344515" y="709959"/>
          <a:ext cx="1012921" cy="1012921"/>
        </a:xfrm>
        <a:prstGeom prst="rect">
          <a:avLst/>
        </a:prstGeom>
        <a:blipFill>
          <a:blip xmlns:r="http://schemas.openxmlformats.org/officeDocument/2006/relationships" r:embed="rId3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4"/>
              </a:ext>
            </a:extLst>
          </a:blip>
          <a:stretch>
            <a:fillRect/>
          </a:stretch>
        </a:blipFill>
        <a:ln w="12700" cap="flat" cmpd="sng" algn="ctr">
          <a:noFill/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A0856E4A-0AAC-4685-8DF0-A5C26D49299C}">
      <dsp:nvSpPr>
        <dsp:cNvPr id="0" name=""/>
        <dsp:cNvSpPr/>
      </dsp:nvSpPr>
      <dsp:spPr>
        <a:xfrm>
          <a:off x="3403945" y="1818828"/>
          <a:ext cx="2894062" cy="434109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62230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  <a:defRPr b="1"/>
          </a:pPr>
          <a:r>
            <a:rPr lang="en-US" sz="1400" kern="1200"/>
            <a:t>But without retrieving the UTXO</a:t>
          </a:r>
          <a:r>
            <a:rPr lang="tr-TR" sz="1400" kern="1200"/>
            <a:t> </a:t>
          </a:r>
          <a:r>
            <a:rPr lang="en-US" sz="1400" kern="1200"/>
            <a:t>referenced in the inputs, </a:t>
          </a:r>
        </a:p>
      </dsp:txBody>
      <dsp:txXfrm>
        <a:off x="3403945" y="1818828"/>
        <a:ext cx="2894062" cy="434109"/>
      </dsp:txXfrm>
    </dsp:sp>
    <dsp:sp modelId="{2CB61EB8-1DCA-4A1D-8963-C5C3AC16446A}">
      <dsp:nvSpPr>
        <dsp:cNvPr id="0" name=""/>
        <dsp:cNvSpPr/>
      </dsp:nvSpPr>
      <dsp:spPr>
        <a:xfrm>
          <a:off x="3403945" y="2297564"/>
          <a:ext cx="2894062" cy="643726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4889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100" kern="1200"/>
            <a:t>you do not know their value. </a:t>
          </a:r>
        </a:p>
      </dsp:txBody>
      <dsp:txXfrm>
        <a:off x="3403945" y="2297564"/>
        <a:ext cx="2894062" cy="643726"/>
      </dsp:txXfrm>
    </dsp:sp>
    <dsp:sp modelId="{8BD461B0-1FCE-4A10-94DF-C4529B324077}">
      <dsp:nvSpPr>
        <dsp:cNvPr id="0" name=""/>
        <dsp:cNvSpPr/>
      </dsp:nvSpPr>
      <dsp:spPr>
        <a:xfrm>
          <a:off x="7745039" y="709959"/>
          <a:ext cx="1012921" cy="1012921"/>
        </a:xfrm>
        <a:prstGeom prst="rect">
          <a:avLst/>
        </a:prstGeom>
        <a:blipFill>
          <a:blip xmlns:r="http://schemas.openxmlformats.org/officeDocument/2006/relationships" r:embed="rId5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6"/>
              </a:ext>
            </a:extLst>
          </a:blip>
          <a:stretch>
            <a:fillRect/>
          </a:stretch>
        </a:blipFill>
        <a:ln w="12700" cap="flat" cmpd="sng" algn="ctr">
          <a:noFill/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EABF1B46-ACF9-4622-A109-0CEC5767CD00}">
      <dsp:nvSpPr>
        <dsp:cNvPr id="0" name=""/>
        <dsp:cNvSpPr/>
      </dsp:nvSpPr>
      <dsp:spPr>
        <a:xfrm>
          <a:off x="6804468" y="1818828"/>
          <a:ext cx="2894062" cy="434109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62230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  <a:defRPr b="1"/>
          </a:pPr>
          <a:r>
            <a:rPr lang="en-US" sz="1400" kern="1200"/>
            <a:t>So a seemingly simple operation</a:t>
          </a:r>
        </a:p>
      </dsp:txBody>
      <dsp:txXfrm>
        <a:off x="6804468" y="1818828"/>
        <a:ext cx="2894062" cy="434109"/>
      </dsp:txXfrm>
    </dsp:sp>
    <dsp:sp modelId="{220211A7-3237-4F8D-971C-B7567390C3E2}">
      <dsp:nvSpPr>
        <dsp:cNvPr id="0" name=""/>
        <dsp:cNvSpPr/>
      </dsp:nvSpPr>
      <dsp:spPr>
        <a:xfrm>
          <a:off x="6804468" y="2297564"/>
          <a:ext cx="2894062" cy="643726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4889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100" kern="1200" dirty="0"/>
            <a:t>like counting fees in a single transaction</a:t>
          </a:r>
        </a:p>
        <a:p>
          <a:pPr marL="0" lvl="0" indent="0" algn="ctr" defTabSz="4889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100" kern="1200" dirty="0"/>
            <a:t>in fact involves multiple steps </a:t>
          </a:r>
        </a:p>
        <a:p>
          <a:pPr marL="0" lvl="0" indent="0" algn="ctr" defTabSz="4889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100" kern="1200" dirty="0"/>
            <a:t>and data</a:t>
          </a:r>
          <a:r>
            <a:rPr lang="tr-TR" sz="1100" kern="1200" dirty="0"/>
            <a:t> </a:t>
          </a:r>
          <a:r>
            <a:rPr lang="tr-TR" sz="1100" kern="1200" dirty="0" err="1"/>
            <a:t>from</a:t>
          </a:r>
          <a:r>
            <a:rPr lang="tr-TR" sz="1100" kern="1200" dirty="0"/>
            <a:t> </a:t>
          </a:r>
          <a:r>
            <a:rPr lang="tr-TR" sz="1100" kern="1200" dirty="0" err="1"/>
            <a:t>multiple</a:t>
          </a:r>
          <a:r>
            <a:rPr lang="tr-TR" sz="1100" kern="1200" dirty="0"/>
            <a:t> </a:t>
          </a:r>
          <a:r>
            <a:rPr lang="tr-TR" sz="1100" kern="1200" dirty="0" err="1"/>
            <a:t>transactions</a:t>
          </a:r>
          <a:r>
            <a:rPr lang="tr-TR" sz="1100" kern="1200" dirty="0"/>
            <a:t>.</a:t>
          </a:r>
          <a:endParaRPr lang="en-US" sz="1100" kern="1200" dirty="0"/>
        </a:p>
      </dsp:txBody>
      <dsp:txXfrm>
        <a:off x="6804468" y="2297564"/>
        <a:ext cx="2894062" cy="643726"/>
      </dsp:txXfrm>
    </dsp:sp>
  </dsp:spTree>
</dsp:drawing>
</file>

<file path=ppt/diagrams/drawing43.xml><?xml version="1.0" encoding="utf-8"?>
<dsp:drawing xmlns:dgm="http://schemas.openxmlformats.org/drawingml/2006/diagram" xmlns:dsp="http://schemas.microsoft.com/office/drawing/2008/diagram" xmlns:a="http://schemas.openxmlformats.org/drawingml/2006/main">
  <dsp:spTree>
    <dsp:nvGrpSpPr>
      <dsp:cNvPr id="0" name=""/>
      <dsp:cNvGrpSpPr/>
    </dsp:nvGrpSpPr>
    <dsp:grpSpPr/>
    <dsp:sp modelId="{641D61DE-DA2E-4F76-B0FA-1B6C53FA3094}">
      <dsp:nvSpPr>
        <dsp:cNvPr id="0" name=""/>
        <dsp:cNvSpPr/>
      </dsp:nvSpPr>
      <dsp:spPr>
        <a:xfrm>
          <a:off x="3639" y="284"/>
          <a:ext cx="10120171" cy="664499"/>
        </a:xfrm>
        <a:prstGeom prst="roundRect">
          <a:avLst>
            <a:gd name="adj" fmla="val 10000"/>
          </a:avLst>
        </a:prstGeom>
        <a:solidFill>
          <a:schemeClr val="accent1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1">
              <a:hueOff val="0"/>
              <a:satOff val="0"/>
              <a:lumOff val="0"/>
              <a:alphaOff val="0"/>
            </a:schemeClr>
          </a:solidFill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106680" tIns="106680" rIns="106680" bIns="106680" numCol="1" spcCol="1270" anchor="ctr" anchorCtr="0">
          <a:noAutofit/>
        </a:bodyPr>
        <a:lstStyle/>
        <a:p>
          <a:pPr marL="0" lvl="0" indent="0" algn="ctr" defTabSz="124460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tr-TR" sz="2800" kern="1200" dirty="0" err="1"/>
            <a:t>Retrieve</a:t>
          </a:r>
          <a:r>
            <a:rPr lang="tr-TR" sz="2800" kern="1200" dirty="0"/>
            <a:t> </a:t>
          </a:r>
          <a:r>
            <a:rPr lang="tr-TR" sz="2800" kern="1200" dirty="0" err="1"/>
            <a:t>referenced</a:t>
          </a:r>
          <a:r>
            <a:rPr lang="tr-TR" sz="2800" kern="1200" dirty="0"/>
            <a:t> UTXO</a:t>
          </a:r>
        </a:p>
      </dsp:txBody>
      <dsp:txXfrm>
        <a:off x="23102" y="19747"/>
        <a:ext cx="10081245" cy="625573"/>
      </dsp:txXfrm>
    </dsp:sp>
    <dsp:sp modelId="{43EEAAA6-7ABA-4924-AA00-ADFCE6F0451B}">
      <dsp:nvSpPr>
        <dsp:cNvPr id="0" name=""/>
        <dsp:cNvSpPr/>
      </dsp:nvSpPr>
      <dsp:spPr>
        <a:xfrm>
          <a:off x="3639" y="904875"/>
          <a:ext cx="3194498" cy="664499"/>
        </a:xfrm>
        <a:prstGeom prst="roundRect">
          <a:avLst>
            <a:gd name="adj" fmla="val 10000"/>
          </a:avLst>
        </a:prstGeom>
        <a:solidFill>
          <a:schemeClr val="accent1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1">
              <a:hueOff val="0"/>
              <a:satOff val="0"/>
              <a:lumOff val="0"/>
              <a:alphaOff val="0"/>
            </a:schemeClr>
          </a:solidFill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4770" tIns="64770" rIns="64770" bIns="64770" numCol="1" spcCol="1270" anchor="ctr" anchorCtr="0">
          <a:noAutofit/>
        </a:bodyPr>
        <a:lstStyle/>
        <a:p>
          <a:pPr marL="0" lvl="0" indent="0" algn="ctr" defTabSz="7556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700" kern="1200" dirty="0"/>
            <a:t>use the same sequence of commands with Bitcoin Core</a:t>
          </a:r>
          <a:endParaRPr lang="tr-TR" sz="1700" kern="1200" dirty="0"/>
        </a:p>
      </dsp:txBody>
      <dsp:txXfrm>
        <a:off x="23102" y="924338"/>
        <a:ext cx="3155572" cy="625573"/>
      </dsp:txXfrm>
    </dsp:sp>
    <dsp:sp modelId="{042D3223-5E18-4CE5-8A70-3C99FD896A41}">
      <dsp:nvSpPr>
        <dsp:cNvPr id="0" name=""/>
        <dsp:cNvSpPr/>
      </dsp:nvSpPr>
      <dsp:spPr>
        <a:xfrm>
          <a:off x="3466476" y="904875"/>
          <a:ext cx="3194498" cy="664499"/>
        </a:xfrm>
        <a:prstGeom prst="roundRect">
          <a:avLst>
            <a:gd name="adj" fmla="val 10000"/>
          </a:avLst>
        </a:prstGeom>
        <a:solidFill>
          <a:schemeClr val="accent1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1">
              <a:hueOff val="0"/>
              <a:satOff val="0"/>
              <a:lumOff val="0"/>
              <a:alphaOff val="0"/>
            </a:schemeClr>
          </a:solidFill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4770" tIns="64770" rIns="64770" bIns="64770" numCol="1" spcCol="1270" anchor="ctr" anchorCtr="0">
          <a:noAutofit/>
        </a:bodyPr>
        <a:lstStyle/>
        <a:p>
          <a:pPr marL="0" lvl="0" indent="0" algn="ctr" defTabSz="7556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tr-TR" sz="1700" kern="1200" dirty="0" err="1"/>
            <a:t>to</a:t>
          </a:r>
          <a:r>
            <a:rPr lang="en-US" sz="1700" kern="1200" dirty="0"/>
            <a:t> get the UTXO referenced </a:t>
          </a:r>
          <a:endParaRPr lang="tr-TR" sz="1700" kern="1200" dirty="0"/>
        </a:p>
      </dsp:txBody>
      <dsp:txXfrm>
        <a:off x="3485939" y="924338"/>
        <a:ext cx="3155572" cy="625573"/>
      </dsp:txXfrm>
    </dsp:sp>
    <dsp:sp modelId="{4ED16BDB-52C4-4E59-9409-0179D59441EB}">
      <dsp:nvSpPr>
        <dsp:cNvPr id="0" name=""/>
        <dsp:cNvSpPr/>
      </dsp:nvSpPr>
      <dsp:spPr>
        <a:xfrm>
          <a:off x="6929312" y="904875"/>
          <a:ext cx="3194498" cy="664499"/>
        </a:xfrm>
        <a:prstGeom prst="roundRect">
          <a:avLst>
            <a:gd name="adj" fmla="val 10000"/>
          </a:avLst>
        </a:prstGeom>
        <a:solidFill>
          <a:schemeClr val="accent1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1">
              <a:hueOff val="0"/>
              <a:satOff val="0"/>
              <a:lumOff val="0"/>
              <a:alphaOff val="0"/>
            </a:schemeClr>
          </a:solidFill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4770" tIns="64770" rIns="64770" bIns="64770" numCol="1" spcCol="1270" anchor="ctr" anchorCtr="0">
          <a:noAutofit/>
        </a:bodyPr>
        <a:lstStyle/>
        <a:p>
          <a:pPr marL="0" lvl="0" indent="0" algn="ctr" defTabSz="7556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700" kern="1200" dirty="0"/>
            <a:t>in the preceding input</a:t>
          </a:r>
          <a:endParaRPr lang="tr-TR" sz="1700" kern="1200" dirty="0"/>
        </a:p>
      </dsp:txBody>
      <dsp:txXfrm>
        <a:off x="6948775" y="924338"/>
        <a:ext cx="3155572" cy="625573"/>
      </dsp:txXfrm>
    </dsp:sp>
  </dsp:spTree>
</dsp:drawing>
</file>

<file path=ppt/diagrams/drawing44.xml><?xml version="1.0" encoding="utf-8"?>
<dsp:drawing xmlns:dgm="http://schemas.openxmlformats.org/drawingml/2006/diagram" xmlns:dsp="http://schemas.microsoft.com/office/drawing/2008/diagram" xmlns:a="http://schemas.openxmlformats.org/drawingml/2006/main">
  <dsp:spTree>
    <dsp:nvGrpSpPr>
      <dsp:cNvPr id="0" name=""/>
      <dsp:cNvGrpSpPr/>
    </dsp:nvGrpSpPr>
    <dsp:grpSpPr/>
    <dsp:sp modelId="{AA7B33FA-5095-4393-913F-D7FDEFA648E6}">
      <dsp:nvSpPr>
        <dsp:cNvPr id="0" name=""/>
        <dsp:cNvSpPr/>
      </dsp:nvSpPr>
      <dsp:spPr>
        <a:xfrm>
          <a:off x="5419" y="0"/>
          <a:ext cx="5213292" cy="1200329"/>
        </a:xfrm>
        <a:prstGeom prst="roundRect">
          <a:avLst>
            <a:gd name="adj" fmla="val 10000"/>
          </a:avLst>
        </a:prstGeom>
        <a:solidFill>
          <a:schemeClr val="accent1">
            <a:tint val="4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60960" tIns="60960" rIns="60960" bIns="60960" numCol="1" spcCol="1270" anchor="ctr" anchorCtr="0">
          <a:noAutofit/>
        </a:bodyPr>
        <a:lstStyle/>
        <a:p>
          <a:pPr marL="0" lvl="0" indent="0" algn="ctr" defTabSz="71120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tr-TR" sz="1600" kern="1200" dirty="0" err="1"/>
            <a:t>This</a:t>
          </a:r>
          <a:r>
            <a:rPr lang="tr-TR" sz="1600" kern="1200" dirty="0"/>
            <a:t> UTXO</a:t>
          </a:r>
          <a:r>
            <a:rPr lang="en-US" sz="1600" kern="1200" dirty="0"/>
            <a:t> </a:t>
          </a:r>
          <a:endParaRPr lang="tr-TR" sz="1600" kern="1200" dirty="0"/>
        </a:p>
      </dsp:txBody>
      <dsp:txXfrm>
        <a:off x="5419" y="0"/>
        <a:ext cx="5213292" cy="360098"/>
      </dsp:txXfrm>
    </dsp:sp>
    <dsp:sp modelId="{29A93C2D-FCB1-4392-B153-0B260130576D}">
      <dsp:nvSpPr>
        <dsp:cNvPr id="0" name=""/>
        <dsp:cNvSpPr/>
      </dsp:nvSpPr>
      <dsp:spPr>
        <a:xfrm>
          <a:off x="526748" y="360450"/>
          <a:ext cx="4170634" cy="361915"/>
        </a:xfrm>
        <a:prstGeom prst="roundRect">
          <a:avLst>
            <a:gd name="adj" fmla="val 10000"/>
          </a:avLst>
        </a:prstGeom>
        <a:solidFill>
          <a:schemeClr val="accent1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1">
              <a:hueOff val="0"/>
              <a:satOff val="0"/>
              <a:lumOff val="0"/>
              <a:alphaOff val="0"/>
            </a:schemeClr>
          </a:solidFill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48260" tIns="36195" rIns="48260" bIns="36195" numCol="1" spcCol="1270" anchor="ctr" anchorCtr="0">
          <a:noAutofit/>
        </a:bodyPr>
        <a:lstStyle/>
        <a:p>
          <a:pPr marL="0" lvl="0" indent="0" algn="ctr" defTabSz="8445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900" kern="1200" dirty="0"/>
            <a:t>has a value of 0.1 BTC</a:t>
          </a:r>
          <a:endParaRPr lang="tr-TR" sz="1900" kern="1200" dirty="0"/>
        </a:p>
      </dsp:txBody>
      <dsp:txXfrm>
        <a:off x="537348" y="371050"/>
        <a:ext cx="4149434" cy="340715"/>
      </dsp:txXfrm>
    </dsp:sp>
    <dsp:sp modelId="{F4714B07-153D-431E-83BA-073BF51A5E5F}">
      <dsp:nvSpPr>
        <dsp:cNvPr id="0" name=""/>
        <dsp:cNvSpPr/>
      </dsp:nvSpPr>
      <dsp:spPr>
        <a:xfrm>
          <a:off x="526748" y="778045"/>
          <a:ext cx="4170634" cy="361915"/>
        </a:xfrm>
        <a:prstGeom prst="roundRect">
          <a:avLst>
            <a:gd name="adj" fmla="val 10000"/>
          </a:avLst>
        </a:prstGeom>
        <a:solidFill>
          <a:schemeClr val="accent1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1">
              <a:hueOff val="0"/>
              <a:satOff val="0"/>
              <a:lumOff val="0"/>
              <a:alphaOff val="0"/>
            </a:schemeClr>
          </a:solidFill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48260" tIns="36195" rIns="48260" bIns="36195" numCol="1" spcCol="1270" anchor="ctr" anchorCtr="0">
          <a:noAutofit/>
        </a:bodyPr>
        <a:lstStyle/>
        <a:p>
          <a:pPr marL="0" lvl="0" indent="0" algn="ctr" defTabSz="8445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900" kern="1200" dirty="0"/>
            <a:t>has a locking script</a:t>
          </a:r>
          <a:endParaRPr lang="tr-TR" sz="1900" kern="1200" dirty="0"/>
        </a:p>
      </dsp:txBody>
      <dsp:txXfrm>
        <a:off x="537348" y="788645"/>
        <a:ext cx="4149434" cy="340715"/>
      </dsp:txXfrm>
    </dsp:sp>
    <dsp:sp modelId="{3FCC96F0-0A25-4E63-8B65-8DFE7653B217}">
      <dsp:nvSpPr>
        <dsp:cNvPr id="0" name=""/>
        <dsp:cNvSpPr/>
      </dsp:nvSpPr>
      <dsp:spPr>
        <a:xfrm>
          <a:off x="5609708" y="0"/>
          <a:ext cx="5213292" cy="1200329"/>
        </a:xfrm>
        <a:prstGeom prst="roundRect">
          <a:avLst>
            <a:gd name="adj" fmla="val 10000"/>
          </a:avLst>
        </a:prstGeom>
        <a:solidFill>
          <a:schemeClr val="accent1">
            <a:tint val="4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60960" tIns="60960" rIns="60960" bIns="60960" numCol="1" spcCol="1270" anchor="ctr" anchorCtr="0">
          <a:noAutofit/>
        </a:bodyPr>
        <a:lstStyle/>
        <a:p>
          <a:pPr marL="0" lvl="0" indent="0" algn="ctr" defTabSz="71120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600" kern="1200" dirty="0"/>
            <a:t>script</a:t>
          </a:r>
          <a:r>
            <a:rPr lang="tr-TR" sz="1600" kern="1200" dirty="0"/>
            <a:t> </a:t>
          </a:r>
          <a:r>
            <a:rPr lang="en-US" sz="1600" kern="1200" dirty="0" err="1"/>
            <a:t>PubKey</a:t>
          </a:r>
          <a:endParaRPr lang="tr-TR" sz="1600" kern="1200" dirty="0"/>
        </a:p>
      </dsp:txBody>
      <dsp:txXfrm>
        <a:off x="5609708" y="0"/>
        <a:ext cx="5213292" cy="360098"/>
      </dsp:txXfrm>
    </dsp:sp>
    <dsp:sp modelId="{477AB247-5619-4B02-B031-4CCB52DCBCCF}">
      <dsp:nvSpPr>
        <dsp:cNvPr id="0" name=""/>
        <dsp:cNvSpPr/>
      </dsp:nvSpPr>
      <dsp:spPr>
        <a:xfrm>
          <a:off x="6131038" y="360098"/>
          <a:ext cx="4170634" cy="780213"/>
        </a:xfrm>
        <a:prstGeom prst="roundRect">
          <a:avLst>
            <a:gd name="adj" fmla="val 10000"/>
          </a:avLst>
        </a:prstGeom>
        <a:solidFill>
          <a:schemeClr val="accent1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1">
              <a:hueOff val="0"/>
              <a:satOff val="0"/>
              <a:lumOff val="0"/>
              <a:alphaOff val="0"/>
            </a:schemeClr>
          </a:solidFill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40640" tIns="30480" rIns="40640" bIns="30480" numCol="1" spcCol="1270" anchor="ctr" anchorCtr="0">
          <a:noAutofit/>
        </a:bodyPr>
        <a:lstStyle/>
        <a:p>
          <a:pPr marL="0" lvl="0" indent="0" algn="ctr" defTabSz="71120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600" kern="1200" dirty="0"/>
            <a:t>contains “OP_DUP OP_HASH160</a:t>
          </a:r>
          <a:r>
            <a:rPr lang="tr-TR" sz="1600" kern="1200" dirty="0"/>
            <a:t> </a:t>
          </a:r>
          <a:r>
            <a:rPr lang="tr-TR" sz="1600" kern="1200" dirty="0">
              <a:solidFill>
                <a:srgbClr val="CD3300"/>
              </a:solidFill>
              <a:latin typeface="UbuntuMono-Regular"/>
            </a:rPr>
            <a:t>7f9b1a7fb68d60c536c2fd8aeaa53a8f3cc025a8 </a:t>
          </a:r>
          <a:r>
            <a:rPr lang="tr-TR" sz="1600" kern="1200" dirty="0">
              <a:solidFill>
                <a:prstClr val="white"/>
              </a:solidFill>
              <a:latin typeface="Calibri" panose="020F0502020204030204"/>
              <a:ea typeface="+mn-ea"/>
              <a:cs typeface="+mn-cs"/>
            </a:rPr>
            <a:t>OP_EQUALVERIFY OP_CHECKSIG</a:t>
          </a:r>
          <a:r>
            <a:rPr lang="en-US" sz="1600" kern="1200" dirty="0"/>
            <a:t>”.</a:t>
          </a:r>
          <a:endParaRPr lang="tr-TR" sz="1600" kern="1200" dirty="0"/>
        </a:p>
      </dsp:txBody>
      <dsp:txXfrm>
        <a:off x="6153890" y="382950"/>
        <a:ext cx="4124930" cy="734509"/>
      </dsp:txXfrm>
    </dsp:sp>
  </dsp:spTree>
</dsp:drawing>
</file>

<file path=ppt/diagrams/drawing45.xml><?xml version="1.0" encoding="utf-8"?>
<dsp:drawing xmlns:dgm="http://schemas.openxmlformats.org/drawingml/2006/diagram" xmlns:dsp="http://schemas.microsoft.com/office/drawing/2008/diagram" xmlns:a="http://schemas.openxmlformats.org/drawingml/2006/main">
  <dsp:spTree>
    <dsp:nvGrpSpPr>
      <dsp:cNvPr id="0" name=""/>
      <dsp:cNvGrpSpPr/>
    </dsp:nvGrpSpPr>
    <dsp:grpSpPr/>
    <dsp:sp modelId="{63A05262-6739-4E64-9F46-3E9262E4E615}">
      <dsp:nvSpPr>
        <dsp:cNvPr id="0" name=""/>
        <dsp:cNvSpPr/>
      </dsp:nvSpPr>
      <dsp:spPr>
        <a:xfrm>
          <a:off x="0" y="125878"/>
          <a:ext cx="6619286" cy="518400"/>
        </a:xfrm>
        <a:prstGeom prst="rect">
          <a:avLst/>
        </a:prstGeom>
        <a:solidFill>
          <a:schemeClr val="accent1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accent1">
              <a:hueOff val="0"/>
              <a:satOff val="0"/>
              <a:lumOff val="0"/>
              <a:alphaOff val="0"/>
            </a:schemeClr>
          </a:solidFill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128016" tIns="73152" rIns="128016" bIns="73152" numCol="1" spcCol="1270" anchor="ctr" anchorCtr="0">
          <a:noAutofit/>
        </a:bodyPr>
        <a:lstStyle/>
        <a:p>
          <a:pPr marL="0" lvl="0" indent="0" algn="ctr" defTabSz="80010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800" kern="1200"/>
            <a:t>When transactions are serialized for transmission on the network, </a:t>
          </a:r>
        </a:p>
      </dsp:txBody>
      <dsp:txXfrm>
        <a:off x="0" y="125878"/>
        <a:ext cx="6619286" cy="518400"/>
      </dsp:txXfrm>
    </dsp:sp>
    <dsp:sp modelId="{121E86D7-2A60-40C4-9A69-70330B704A6A}">
      <dsp:nvSpPr>
        <dsp:cNvPr id="0" name=""/>
        <dsp:cNvSpPr/>
      </dsp:nvSpPr>
      <dsp:spPr>
        <a:xfrm>
          <a:off x="0" y="644278"/>
          <a:ext cx="6619286" cy="790560"/>
        </a:xfrm>
        <a:prstGeom prst="rect">
          <a:avLst/>
        </a:prstGeom>
        <a:solidFill>
          <a:schemeClr val="accent1">
            <a:alpha val="90000"/>
            <a:tint val="40000"/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accent1">
              <a:alpha val="90000"/>
              <a:tint val="40000"/>
              <a:hueOff val="0"/>
              <a:satOff val="0"/>
              <a:lumOff val="0"/>
              <a:alphaOff val="0"/>
            </a:schemeClr>
          </a:solidFill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96012" tIns="96012" rIns="128016" bIns="144018" numCol="1" spcCol="1270" anchor="t" anchorCtr="0">
          <a:noAutofit/>
        </a:bodyPr>
        <a:lstStyle/>
        <a:p>
          <a:pPr marL="171450" lvl="1" indent="-171450" algn="l" defTabSz="800100">
            <a:lnSpc>
              <a:spcPct val="90000"/>
            </a:lnSpc>
            <a:spcBef>
              <a:spcPct val="0"/>
            </a:spcBef>
            <a:spcAft>
              <a:spcPct val="15000"/>
            </a:spcAft>
            <a:buChar char="•"/>
          </a:pPr>
          <a:r>
            <a:rPr lang="en-US" sz="1800" kern="1200" dirty="0"/>
            <a:t>their inputs are</a:t>
          </a:r>
          <a:r>
            <a:rPr lang="tr-TR" sz="1800" kern="1200" dirty="0"/>
            <a:t> </a:t>
          </a:r>
          <a:r>
            <a:rPr lang="en-US" sz="1800" kern="1200" dirty="0"/>
            <a:t>encoded </a:t>
          </a:r>
        </a:p>
        <a:p>
          <a:pPr marL="171450" lvl="1" indent="-171450" algn="l" defTabSz="800100">
            <a:lnSpc>
              <a:spcPct val="90000"/>
            </a:lnSpc>
            <a:spcBef>
              <a:spcPct val="0"/>
            </a:spcBef>
            <a:spcAft>
              <a:spcPct val="15000"/>
            </a:spcAft>
            <a:buChar char="•"/>
          </a:pPr>
          <a:r>
            <a:rPr lang="en-US" sz="1800" kern="1200" dirty="0"/>
            <a:t>into a byte stream</a:t>
          </a:r>
        </a:p>
      </dsp:txBody>
      <dsp:txXfrm>
        <a:off x="0" y="644278"/>
        <a:ext cx="6619286" cy="790560"/>
      </dsp:txXfrm>
    </dsp:sp>
  </dsp:spTree>
</dsp:drawing>
</file>

<file path=ppt/diagrams/drawing46.xml><?xml version="1.0" encoding="utf-8"?>
<dsp:drawing xmlns:dgm="http://schemas.openxmlformats.org/drawingml/2006/diagram" xmlns:dsp="http://schemas.microsoft.com/office/drawing/2008/diagram" xmlns:a="http://schemas.openxmlformats.org/drawingml/2006/main">
  <dsp:spTree>
    <dsp:nvGrpSpPr>
      <dsp:cNvPr id="0" name=""/>
      <dsp:cNvGrpSpPr/>
    </dsp:nvGrpSpPr>
    <dsp:grpSpPr/>
    <dsp:sp modelId="{234A5F83-B30A-4A08-A6E1-9D319080DDA3}">
      <dsp:nvSpPr>
        <dsp:cNvPr id="0" name=""/>
        <dsp:cNvSpPr/>
      </dsp:nvSpPr>
      <dsp:spPr>
        <a:xfrm>
          <a:off x="2926" y="994466"/>
          <a:ext cx="538207" cy="538207"/>
        </a:xfrm>
        <a:prstGeom prst="rect">
          <a:avLst/>
        </a:prstGeom>
        <a:blipFill>
          <a:blip xmlns:r="http://schemas.openxmlformats.org/officeDocument/2006/relationships" r:embed="rId1" cstate="email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2"/>
              </a:ext>
            </a:extLst>
          </a:blip>
          <a:stretch>
            <a:fillRect/>
          </a:stretch>
        </a:blipFill>
        <a:ln w="12700" cap="flat" cmpd="sng" algn="ctr">
          <a:noFill/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B6903534-EF21-4C73-A405-FB84B3D6E637}">
      <dsp:nvSpPr>
        <dsp:cNvPr id="0" name=""/>
        <dsp:cNvSpPr/>
      </dsp:nvSpPr>
      <dsp:spPr>
        <a:xfrm>
          <a:off x="2926" y="1604153"/>
          <a:ext cx="1537734" cy="439695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l" defTabSz="62230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  <a:defRPr b="1"/>
          </a:pPr>
          <a:r>
            <a:rPr lang="en-US" sz="1400" kern="1200"/>
            <a:t>transaction fees</a:t>
          </a:r>
        </a:p>
      </dsp:txBody>
      <dsp:txXfrm>
        <a:off x="2926" y="1604153"/>
        <a:ext cx="1537734" cy="439695"/>
      </dsp:txXfrm>
    </dsp:sp>
    <dsp:sp modelId="{E3068FBC-4A1F-43B8-A527-0BAE520CF177}">
      <dsp:nvSpPr>
        <dsp:cNvPr id="0" name=""/>
        <dsp:cNvSpPr/>
      </dsp:nvSpPr>
      <dsp:spPr>
        <a:xfrm>
          <a:off x="2926" y="2077095"/>
          <a:ext cx="1537734" cy="579688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l" defTabSz="4889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tr-TR" sz="1100" kern="1200" err="1"/>
            <a:t>Optional</a:t>
          </a:r>
          <a:endParaRPr lang="en-US" sz="1100" kern="1200"/>
        </a:p>
      </dsp:txBody>
      <dsp:txXfrm>
        <a:off x="2926" y="2077095"/>
        <a:ext cx="1537734" cy="579688"/>
      </dsp:txXfrm>
    </dsp:sp>
    <dsp:sp modelId="{F8176C88-19C2-49F5-82BA-2932A9A623D9}">
      <dsp:nvSpPr>
        <dsp:cNvPr id="0" name=""/>
        <dsp:cNvSpPr/>
      </dsp:nvSpPr>
      <dsp:spPr>
        <a:xfrm>
          <a:off x="1809763" y="994466"/>
          <a:ext cx="538207" cy="538207"/>
        </a:xfrm>
        <a:prstGeom prst="rect">
          <a:avLst/>
        </a:prstGeom>
        <a:blipFill>
          <a:blip xmlns:r="http://schemas.openxmlformats.org/officeDocument/2006/relationships" r:embed="rId3" cstate="email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4"/>
              </a:ext>
            </a:extLst>
          </a:blip>
          <a:stretch>
            <a:fillRect/>
          </a:stretch>
        </a:blipFill>
        <a:ln w="12700" cap="flat" cmpd="sng" algn="ctr">
          <a:solidFill>
            <a:schemeClr val="lt1">
              <a:alpha val="0"/>
              <a:hueOff val="0"/>
              <a:satOff val="0"/>
              <a:lumOff val="0"/>
              <a:alphaOff val="0"/>
            </a:schemeClr>
          </a:solidFill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68173E7F-32B8-497F-8D4E-EC5235C8342B}">
      <dsp:nvSpPr>
        <dsp:cNvPr id="0" name=""/>
        <dsp:cNvSpPr/>
      </dsp:nvSpPr>
      <dsp:spPr>
        <a:xfrm>
          <a:off x="1809763" y="1604153"/>
          <a:ext cx="1537734" cy="439695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l" defTabSz="62230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  <a:defRPr b="1"/>
          </a:pPr>
          <a:r>
            <a:rPr lang="tr-TR" sz="1400" kern="1200"/>
            <a:t>Rationale</a:t>
          </a:r>
          <a:endParaRPr lang="en-US" sz="1400" kern="1200"/>
        </a:p>
      </dsp:txBody>
      <dsp:txXfrm>
        <a:off x="1809763" y="1604153"/>
        <a:ext cx="1537734" cy="439695"/>
      </dsp:txXfrm>
    </dsp:sp>
    <dsp:sp modelId="{5732CD1C-CED7-43C4-B532-CB3B34381EC4}">
      <dsp:nvSpPr>
        <dsp:cNvPr id="0" name=""/>
        <dsp:cNvSpPr/>
      </dsp:nvSpPr>
      <dsp:spPr>
        <a:xfrm>
          <a:off x="1809763" y="2077095"/>
          <a:ext cx="1537734" cy="579688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l" defTabSz="4889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100" kern="1200" dirty="0"/>
            <a:t>compensate the bitcoin miners </a:t>
          </a:r>
        </a:p>
        <a:p>
          <a:pPr marL="0" lvl="0" indent="0" algn="l" defTabSz="4889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100" kern="1200"/>
            <a:t>for</a:t>
          </a:r>
          <a:r>
            <a:rPr lang="tr-TR" sz="1100" kern="1200"/>
            <a:t> </a:t>
          </a:r>
          <a:r>
            <a:rPr lang="en-US" sz="1100" kern="1200"/>
            <a:t>securing the network</a:t>
          </a:r>
        </a:p>
      </dsp:txBody>
      <dsp:txXfrm>
        <a:off x="1809763" y="2077095"/>
        <a:ext cx="1537734" cy="579688"/>
      </dsp:txXfrm>
    </dsp:sp>
    <dsp:sp modelId="{B7AB1697-1E94-40C7-8A51-B3E13E9D987A}">
      <dsp:nvSpPr>
        <dsp:cNvPr id="0" name=""/>
        <dsp:cNvSpPr/>
      </dsp:nvSpPr>
      <dsp:spPr>
        <a:xfrm>
          <a:off x="3616601" y="892426"/>
          <a:ext cx="538207" cy="538207"/>
        </a:xfrm>
        <a:prstGeom prst="rect">
          <a:avLst/>
        </a:prstGeom>
        <a:blipFill>
          <a:blip xmlns:r="http://schemas.openxmlformats.org/officeDocument/2006/relationships" r:embed="rId5" cstate="email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6"/>
              </a:ext>
            </a:extLst>
          </a:blip>
          <a:srcRect/>
          <a:stretch>
            <a:fillRect/>
          </a:stretch>
        </a:blipFill>
        <a:ln w="12700" cap="flat" cmpd="sng" algn="ctr">
          <a:solidFill>
            <a:schemeClr val="lt1">
              <a:alpha val="0"/>
              <a:hueOff val="0"/>
              <a:satOff val="0"/>
              <a:lumOff val="0"/>
              <a:alphaOff val="0"/>
            </a:schemeClr>
          </a:solidFill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5DEE41BB-68C9-43EA-8728-42312BF33E95}">
      <dsp:nvSpPr>
        <dsp:cNvPr id="0" name=""/>
        <dsp:cNvSpPr/>
      </dsp:nvSpPr>
      <dsp:spPr>
        <a:xfrm>
          <a:off x="3616601" y="1510888"/>
          <a:ext cx="1537734" cy="439695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l" defTabSz="62230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  <a:defRPr b="1"/>
          </a:pPr>
          <a:r>
            <a:rPr lang="tr-TR" sz="1400" kern="1200" dirty="0" err="1"/>
            <a:t>Additional</a:t>
          </a:r>
          <a:r>
            <a:rPr lang="tr-TR" sz="1400" kern="1200" dirty="0"/>
            <a:t> </a:t>
          </a:r>
          <a:r>
            <a:rPr lang="tr-TR" sz="1400" kern="1200" dirty="0" err="1"/>
            <a:t>security</a:t>
          </a:r>
          <a:endParaRPr lang="en-US" sz="1400" kern="1200" dirty="0"/>
        </a:p>
      </dsp:txBody>
      <dsp:txXfrm>
        <a:off x="3616601" y="1510888"/>
        <a:ext cx="1537734" cy="439695"/>
      </dsp:txXfrm>
    </dsp:sp>
    <dsp:sp modelId="{223CDC3A-81AC-4D8D-8203-4683563149CE}">
      <dsp:nvSpPr>
        <dsp:cNvPr id="0" name=""/>
        <dsp:cNvSpPr/>
      </dsp:nvSpPr>
      <dsp:spPr>
        <a:xfrm>
          <a:off x="3616601" y="1987912"/>
          <a:ext cx="1537734" cy="770910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l" defTabSz="4889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100" kern="1200" dirty="0" err="1"/>
            <a:t>mak</a:t>
          </a:r>
          <a:r>
            <a:rPr lang="tr-TR" sz="1100" kern="1200" dirty="0"/>
            <a:t>es </a:t>
          </a:r>
          <a:r>
            <a:rPr lang="en-US" sz="1100" kern="1200" dirty="0"/>
            <a:t>it economically infeasible for attackers </a:t>
          </a:r>
        </a:p>
        <a:p>
          <a:pPr marL="0" lvl="0" indent="0" algn="l" defTabSz="4889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100" kern="1200"/>
            <a:t>to flood the network with transactions</a:t>
          </a:r>
        </a:p>
      </dsp:txBody>
      <dsp:txXfrm>
        <a:off x="3616601" y="1987912"/>
        <a:ext cx="1537734" cy="770910"/>
      </dsp:txXfrm>
    </dsp:sp>
    <dsp:sp modelId="{A3F5C5DC-2F08-4AB8-923C-7A4DADCB3092}">
      <dsp:nvSpPr>
        <dsp:cNvPr id="0" name=""/>
        <dsp:cNvSpPr/>
      </dsp:nvSpPr>
      <dsp:spPr>
        <a:xfrm>
          <a:off x="5423439" y="892426"/>
          <a:ext cx="538207" cy="538207"/>
        </a:xfrm>
        <a:prstGeom prst="rect">
          <a:avLst/>
        </a:prstGeom>
        <a:blipFill>
          <a:blip xmlns:r="http://schemas.openxmlformats.org/officeDocument/2006/relationships" r:embed="rId7" cstate="email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8"/>
              </a:ext>
            </a:extLst>
          </a:blip>
          <a:stretch>
            <a:fillRect/>
          </a:stretch>
        </a:blipFill>
        <a:ln w="12700" cap="flat" cmpd="sng" algn="ctr">
          <a:noFill/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79D099A9-DC32-4697-944A-DABF49F69AA3}">
      <dsp:nvSpPr>
        <dsp:cNvPr id="0" name=""/>
        <dsp:cNvSpPr/>
      </dsp:nvSpPr>
      <dsp:spPr>
        <a:xfrm>
          <a:off x="5423439" y="1510888"/>
          <a:ext cx="1537734" cy="439695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l" defTabSz="62230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  <a:defRPr b="1"/>
          </a:pPr>
          <a:r>
            <a:rPr lang="tr-TR" sz="1400" kern="1200"/>
            <a:t>Fee </a:t>
          </a:r>
          <a:r>
            <a:rPr lang="tr-TR" sz="1400" kern="1200" dirty="0" err="1"/>
            <a:t>inclusion</a:t>
          </a:r>
          <a:endParaRPr lang="en-US" sz="1400" kern="1200" dirty="0"/>
        </a:p>
      </dsp:txBody>
      <dsp:txXfrm>
        <a:off x="5423439" y="1510888"/>
        <a:ext cx="1537734" cy="439695"/>
      </dsp:txXfrm>
    </dsp:sp>
    <dsp:sp modelId="{CAD241CD-7912-4134-9361-0E1CBE3ACEAD}">
      <dsp:nvSpPr>
        <dsp:cNvPr id="0" name=""/>
        <dsp:cNvSpPr/>
      </dsp:nvSpPr>
      <dsp:spPr>
        <a:xfrm>
          <a:off x="5423439" y="1987912"/>
          <a:ext cx="1537734" cy="770910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l" defTabSz="4889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100" kern="1200"/>
            <a:t>Most </a:t>
          </a:r>
          <a:r>
            <a:rPr lang="en-US" sz="1100" kern="1200" dirty="0"/>
            <a:t>wallets calculate </a:t>
          </a:r>
        </a:p>
        <a:p>
          <a:pPr marL="0" lvl="0" indent="0" algn="l" defTabSz="4889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100" kern="1200" dirty="0"/>
            <a:t>and include transaction fees automatically.</a:t>
          </a:r>
        </a:p>
      </dsp:txBody>
      <dsp:txXfrm>
        <a:off x="5423439" y="1987912"/>
        <a:ext cx="1537734" cy="770910"/>
      </dsp:txXfrm>
    </dsp:sp>
    <dsp:sp modelId="{FCF64485-B078-4656-8639-D2EBCF9922F7}">
      <dsp:nvSpPr>
        <dsp:cNvPr id="0" name=""/>
        <dsp:cNvSpPr/>
      </dsp:nvSpPr>
      <dsp:spPr>
        <a:xfrm>
          <a:off x="7230277" y="892426"/>
          <a:ext cx="538207" cy="538207"/>
        </a:xfrm>
        <a:prstGeom prst="rect">
          <a:avLst/>
        </a:prstGeom>
        <a:blipFill>
          <a:blip xmlns:r="http://schemas.openxmlformats.org/officeDocument/2006/relationships" r:embed="rId9" cstate="email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10"/>
              </a:ext>
            </a:extLst>
          </a:blip>
          <a:stretch>
            <a:fillRect/>
          </a:stretch>
        </a:blipFill>
        <a:ln w="12700" cap="flat" cmpd="sng" algn="ctr">
          <a:noFill/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A6765034-1D8A-4172-AB67-0E3F7E47910F}">
      <dsp:nvSpPr>
        <dsp:cNvPr id="0" name=""/>
        <dsp:cNvSpPr/>
      </dsp:nvSpPr>
      <dsp:spPr>
        <a:xfrm>
          <a:off x="7230277" y="1510888"/>
          <a:ext cx="1537734" cy="439695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l" defTabSz="62230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  <a:defRPr b="1"/>
          </a:pPr>
          <a:r>
            <a:rPr lang="tr-TR" sz="1400" kern="1200" dirty="0" err="1"/>
            <a:t>Programmatic</a:t>
          </a:r>
          <a:r>
            <a:rPr lang="tr-TR" sz="1400" kern="1200" dirty="0"/>
            <a:t> &amp; </a:t>
          </a:r>
          <a:r>
            <a:rPr lang="tr-TR" sz="1400" kern="1200" dirty="0" err="1"/>
            <a:t>Command</a:t>
          </a:r>
          <a:r>
            <a:rPr lang="tr-TR" sz="1400" kern="1200" dirty="0"/>
            <a:t> </a:t>
          </a:r>
          <a:r>
            <a:rPr lang="tr-TR" sz="1400" kern="1200" dirty="0" err="1"/>
            <a:t>line</a:t>
          </a:r>
          <a:endParaRPr lang="en-US" sz="1400" kern="1200" dirty="0"/>
        </a:p>
      </dsp:txBody>
      <dsp:txXfrm>
        <a:off x="7230277" y="1510888"/>
        <a:ext cx="1537734" cy="439695"/>
      </dsp:txXfrm>
    </dsp:sp>
    <dsp:sp modelId="{41A05177-428C-402A-A15F-E59EC37ECDB2}">
      <dsp:nvSpPr>
        <dsp:cNvPr id="0" name=""/>
        <dsp:cNvSpPr/>
      </dsp:nvSpPr>
      <dsp:spPr>
        <a:xfrm>
          <a:off x="7230277" y="1987912"/>
          <a:ext cx="1537734" cy="770910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l" defTabSz="4889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100" kern="1200" dirty="0"/>
            <a:t>must manually </a:t>
          </a:r>
          <a:r>
            <a:rPr lang="tr-TR" sz="1100" kern="1200" dirty="0"/>
            <a:t>be </a:t>
          </a:r>
          <a:r>
            <a:rPr lang="en-US" sz="1100" kern="1200" dirty="0"/>
            <a:t>account</a:t>
          </a:r>
          <a:r>
            <a:rPr lang="tr-TR" sz="1100" kern="1200" dirty="0" err="1"/>
            <a:t>ed</a:t>
          </a:r>
          <a:r>
            <a:rPr lang="en-US" sz="1100" kern="1200" dirty="0"/>
            <a:t> for</a:t>
          </a:r>
        </a:p>
        <a:p>
          <a:pPr marL="0" lvl="0" indent="0" algn="l" defTabSz="4889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100" kern="1200" dirty="0"/>
            <a:t>and include </a:t>
          </a:r>
          <a:r>
            <a:rPr lang="tr-TR" sz="1100" kern="1200" dirty="0" err="1"/>
            <a:t>transactions</a:t>
          </a:r>
          <a:endParaRPr lang="en-US" sz="1100" kern="1200" dirty="0"/>
        </a:p>
      </dsp:txBody>
      <dsp:txXfrm>
        <a:off x="7230277" y="1987912"/>
        <a:ext cx="1537734" cy="770910"/>
      </dsp:txXfrm>
    </dsp:sp>
  </dsp:spTree>
</dsp:drawing>
</file>

<file path=ppt/diagrams/drawing47.xml><?xml version="1.0" encoding="utf-8"?>
<dsp:drawing xmlns:dgm="http://schemas.openxmlformats.org/drawingml/2006/diagram" xmlns:dsp="http://schemas.microsoft.com/office/drawing/2008/diagram" xmlns:a="http://schemas.openxmlformats.org/drawingml/2006/main">
  <dsp:spTree>
    <dsp:nvGrpSpPr>
      <dsp:cNvPr id="0" name=""/>
      <dsp:cNvGrpSpPr/>
    </dsp:nvGrpSpPr>
    <dsp:grpSpPr/>
    <dsp:sp modelId="{F923012A-6DF1-4840-8F83-04F4CD0C0620}">
      <dsp:nvSpPr>
        <dsp:cNvPr id="0" name=""/>
        <dsp:cNvSpPr/>
      </dsp:nvSpPr>
      <dsp:spPr>
        <a:xfrm>
          <a:off x="4349" y="669640"/>
          <a:ext cx="677742" cy="677742"/>
        </a:xfrm>
        <a:prstGeom prst="rect">
          <a:avLst/>
        </a:prstGeom>
        <a:blipFill>
          <a:blip xmlns:r="http://schemas.openxmlformats.org/officeDocument/2006/relationships" r:embed="rId1" cstate="email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2"/>
              </a:ext>
            </a:extLst>
          </a:blip>
          <a:stretch>
            <a:fillRect/>
          </a:stretch>
        </a:blipFill>
        <a:ln w="12700" cap="flat" cmpd="sng" algn="ctr">
          <a:noFill/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4B393F09-803B-40FA-8926-0D01EF069222}">
      <dsp:nvSpPr>
        <dsp:cNvPr id="0" name=""/>
        <dsp:cNvSpPr/>
      </dsp:nvSpPr>
      <dsp:spPr>
        <a:xfrm>
          <a:off x="4349" y="1446797"/>
          <a:ext cx="1936406" cy="290460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l" defTabSz="80010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  <a:defRPr b="1"/>
          </a:pPr>
          <a:r>
            <a:rPr lang="tr-TR" sz="1800" kern="1200" dirty="0" err="1"/>
            <a:t>Prevents</a:t>
          </a:r>
          <a:r>
            <a:rPr lang="tr-TR" sz="1800" kern="1200" dirty="0"/>
            <a:t> </a:t>
          </a:r>
          <a:r>
            <a:rPr lang="tr-TR" sz="1800" kern="1200" dirty="0" err="1"/>
            <a:t>abuse</a:t>
          </a:r>
          <a:endParaRPr lang="en-US" sz="1800" kern="1200" dirty="0"/>
        </a:p>
      </dsp:txBody>
      <dsp:txXfrm>
        <a:off x="4349" y="1446797"/>
        <a:ext cx="1936406" cy="290460"/>
      </dsp:txXfrm>
    </dsp:sp>
    <dsp:sp modelId="{0A8CB1BE-8953-43C3-9B78-969655F5F84F}">
      <dsp:nvSpPr>
        <dsp:cNvPr id="0" name=""/>
        <dsp:cNvSpPr/>
      </dsp:nvSpPr>
      <dsp:spPr>
        <a:xfrm>
          <a:off x="4349" y="1783497"/>
          <a:ext cx="1936406" cy="1198112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l" defTabSz="62230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400" kern="1200" dirty="0"/>
            <a:t>serve as an incentive </a:t>
          </a:r>
        </a:p>
        <a:p>
          <a:pPr marL="0" lvl="0" indent="0" algn="l" defTabSz="62230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400" kern="1200" dirty="0"/>
            <a:t>by imposing a small cost</a:t>
          </a:r>
          <a:r>
            <a:rPr lang="tr-TR" sz="1400" kern="1200" dirty="0"/>
            <a:t> </a:t>
          </a:r>
          <a:r>
            <a:rPr lang="en-US" sz="1400" kern="1200" dirty="0"/>
            <a:t>on every transaction</a:t>
          </a:r>
        </a:p>
      </dsp:txBody>
      <dsp:txXfrm>
        <a:off x="4349" y="1783497"/>
        <a:ext cx="1936406" cy="1198112"/>
      </dsp:txXfrm>
    </dsp:sp>
    <dsp:sp modelId="{994D4CA9-39F1-47F4-99DD-475A6B2FDCF8}">
      <dsp:nvSpPr>
        <dsp:cNvPr id="0" name=""/>
        <dsp:cNvSpPr/>
      </dsp:nvSpPr>
      <dsp:spPr>
        <a:xfrm>
          <a:off x="2279627" y="669640"/>
          <a:ext cx="677742" cy="677742"/>
        </a:xfrm>
        <a:prstGeom prst="rect">
          <a:avLst/>
        </a:prstGeom>
        <a:blipFill>
          <a:blip xmlns:r="http://schemas.openxmlformats.org/officeDocument/2006/relationships" r:embed="rId3" cstate="email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4"/>
              </a:ext>
            </a:extLst>
          </a:blip>
          <a:stretch>
            <a:fillRect/>
          </a:stretch>
        </a:blipFill>
        <a:ln w="12700" cap="flat" cmpd="sng" algn="ctr">
          <a:noFill/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8BA93B50-D1BF-481E-B8DF-127D1C7221D1}">
      <dsp:nvSpPr>
        <dsp:cNvPr id="0" name=""/>
        <dsp:cNvSpPr/>
      </dsp:nvSpPr>
      <dsp:spPr>
        <a:xfrm>
          <a:off x="2279627" y="1446797"/>
          <a:ext cx="1936406" cy="290460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l" defTabSz="80010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  <a:defRPr b="1"/>
          </a:pPr>
          <a:r>
            <a:rPr lang="tr-TR" sz="1800" kern="1200" dirty="0" err="1"/>
            <a:t>Miner</a:t>
          </a:r>
          <a:r>
            <a:rPr lang="tr-TR" sz="1800" kern="1200" dirty="0"/>
            <a:t> </a:t>
          </a:r>
          <a:r>
            <a:rPr lang="tr-TR" sz="1800" kern="1200" dirty="0" err="1"/>
            <a:t>collects</a:t>
          </a:r>
          <a:endParaRPr lang="en-US" sz="1800" kern="1200" dirty="0"/>
        </a:p>
      </dsp:txBody>
      <dsp:txXfrm>
        <a:off x="2279627" y="1446797"/>
        <a:ext cx="1936406" cy="290460"/>
      </dsp:txXfrm>
    </dsp:sp>
    <dsp:sp modelId="{4DD7FED1-49CA-4497-8698-595E4A70857D}">
      <dsp:nvSpPr>
        <dsp:cNvPr id="0" name=""/>
        <dsp:cNvSpPr/>
      </dsp:nvSpPr>
      <dsp:spPr>
        <a:xfrm>
          <a:off x="2279627" y="1783497"/>
          <a:ext cx="1936406" cy="1198112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l" defTabSz="62230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400" kern="1200" dirty="0"/>
            <a:t>fees are collected by the miner </a:t>
          </a:r>
        </a:p>
      </dsp:txBody>
      <dsp:txXfrm>
        <a:off x="2279627" y="1783497"/>
        <a:ext cx="1936406" cy="1198112"/>
      </dsp:txXfrm>
    </dsp:sp>
    <dsp:sp modelId="{54841E79-02F0-423A-805F-1ADD940C8808}">
      <dsp:nvSpPr>
        <dsp:cNvPr id="0" name=""/>
        <dsp:cNvSpPr/>
      </dsp:nvSpPr>
      <dsp:spPr>
        <a:xfrm>
          <a:off x="4554904" y="669640"/>
          <a:ext cx="677742" cy="677742"/>
        </a:xfrm>
        <a:prstGeom prst="rect">
          <a:avLst/>
        </a:prstGeom>
        <a:blipFill>
          <a:blip xmlns:r="http://schemas.openxmlformats.org/officeDocument/2006/relationships" r:embed="rId5" cstate="email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6"/>
              </a:ext>
            </a:extLst>
          </a:blip>
          <a:stretch>
            <a:fillRect/>
          </a:stretch>
        </a:blipFill>
        <a:ln w="12700" cap="flat" cmpd="sng" algn="ctr">
          <a:noFill/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930DC2D0-95BE-4463-8EE4-99413CAFEEA2}">
      <dsp:nvSpPr>
        <dsp:cNvPr id="0" name=""/>
        <dsp:cNvSpPr/>
      </dsp:nvSpPr>
      <dsp:spPr>
        <a:xfrm>
          <a:off x="4554904" y="1446797"/>
          <a:ext cx="1936406" cy="290460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l" defTabSz="80010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  <a:defRPr b="1"/>
          </a:pPr>
          <a:r>
            <a:rPr lang="tr-TR" sz="1800" kern="1200" dirty="0" err="1"/>
            <a:t>Fees</a:t>
          </a:r>
          <a:r>
            <a:rPr lang="tr-TR" sz="1800" kern="1200" dirty="0"/>
            <a:t> on </a:t>
          </a:r>
          <a:r>
            <a:rPr lang="tr-TR" sz="1800" kern="1200" dirty="0" err="1"/>
            <a:t>Kilobytes</a:t>
          </a:r>
          <a:r>
            <a:rPr lang="tr-TR" sz="1800" kern="1200" dirty="0"/>
            <a:t> </a:t>
          </a:r>
          <a:endParaRPr lang="en-US" sz="1800" kern="1200" dirty="0"/>
        </a:p>
      </dsp:txBody>
      <dsp:txXfrm>
        <a:off x="4554904" y="1446797"/>
        <a:ext cx="1936406" cy="290460"/>
      </dsp:txXfrm>
    </dsp:sp>
    <dsp:sp modelId="{D2FB6E68-883F-4208-9361-AE99F21865D2}">
      <dsp:nvSpPr>
        <dsp:cNvPr id="0" name=""/>
        <dsp:cNvSpPr/>
      </dsp:nvSpPr>
      <dsp:spPr>
        <a:xfrm>
          <a:off x="4554904" y="1783497"/>
          <a:ext cx="1936406" cy="1198112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l" defTabSz="62230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tr-TR" sz="1400" kern="1200" dirty="0" err="1"/>
            <a:t>Fees</a:t>
          </a:r>
          <a:r>
            <a:rPr lang="tr-TR" sz="1400" kern="1200" dirty="0"/>
            <a:t> </a:t>
          </a:r>
          <a:r>
            <a:rPr lang="tr-TR" sz="1400" kern="1200" dirty="0" err="1"/>
            <a:t>are</a:t>
          </a:r>
          <a:r>
            <a:rPr lang="tr-TR" sz="1400" kern="1200" dirty="0"/>
            <a:t> </a:t>
          </a:r>
          <a:r>
            <a:rPr lang="en-US" sz="1400" kern="1200" dirty="0"/>
            <a:t>based on the </a:t>
          </a:r>
          <a:r>
            <a:rPr lang="en-US" sz="1400" b="1" kern="1200" dirty="0"/>
            <a:t>size</a:t>
          </a:r>
          <a:r>
            <a:rPr lang="en-US" sz="1400" kern="1200" dirty="0"/>
            <a:t> of the transaction in kilobytes </a:t>
          </a:r>
        </a:p>
        <a:p>
          <a:pPr marL="0" lvl="0" indent="0" algn="l" defTabSz="62230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400" b="1" kern="1200"/>
            <a:t>not</a:t>
          </a:r>
          <a:r>
            <a:rPr lang="tr-TR" sz="1400" b="1" kern="1200"/>
            <a:t> </a:t>
          </a:r>
          <a:r>
            <a:rPr lang="en-US" sz="1400" b="1" kern="1200"/>
            <a:t>the value </a:t>
          </a:r>
          <a:r>
            <a:rPr lang="en-US" sz="1400" kern="1200"/>
            <a:t>of the transaction in bitcoin. </a:t>
          </a:r>
        </a:p>
      </dsp:txBody>
      <dsp:txXfrm>
        <a:off x="4554904" y="1783497"/>
        <a:ext cx="1936406" cy="1198112"/>
      </dsp:txXfrm>
    </dsp:sp>
    <dsp:sp modelId="{ED5A75EC-6BED-4507-B2F3-AB7D23B4020C}">
      <dsp:nvSpPr>
        <dsp:cNvPr id="0" name=""/>
        <dsp:cNvSpPr/>
      </dsp:nvSpPr>
      <dsp:spPr>
        <a:xfrm>
          <a:off x="6830181" y="669640"/>
          <a:ext cx="677742" cy="677742"/>
        </a:xfrm>
        <a:prstGeom prst="rect">
          <a:avLst/>
        </a:prstGeom>
        <a:blipFill>
          <a:blip xmlns:r="http://schemas.openxmlformats.org/officeDocument/2006/relationships" r:embed="rId7" cstate="email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8"/>
              </a:ext>
            </a:extLst>
          </a:blip>
          <a:stretch>
            <a:fillRect/>
          </a:stretch>
        </a:blipFill>
        <a:ln w="12700" cap="flat" cmpd="sng" algn="ctr">
          <a:noFill/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881574FD-E6E9-4822-B2EF-05821C50118F}">
      <dsp:nvSpPr>
        <dsp:cNvPr id="0" name=""/>
        <dsp:cNvSpPr/>
      </dsp:nvSpPr>
      <dsp:spPr>
        <a:xfrm>
          <a:off x="6830181" y="1446797"/>
          <a:ext cx="1936406" cy="290460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l" defTabSz="80010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  <a:defRPr b="1"/>
          </a:pPr>
          <a:r>
            <a:rPr lang="tr-TR" sz="1800" kern="1200" dirty="0"/>
            <a:t>Market </a:t>
          </a:r>
          <a:r>
            <a:rPr lang="tr-TR" sz="1800" kern="1200" dirty="0" err="1"/>
            <a:t>influenced</a:t>
          </a:r>
          <a:endParaRPr lang="en-US" sz="1800" kern="1200" dirty="0"/>
        </a:p>
      </dsp:txBody>
      <dsp:txXfrm>
        <a:off x="6830181" y="1446797"/>
        <a:ext cx="1936406" cy="290460"/>
      </dsp:txXfrm>
    </dsp:sp>
    <dsp:sp modelId="{BA77DAF5-D0A2-4ACA-B0E8-20AEC6E6C0AE}">
      <dsp:nvSpPr>
        <dsp:cNvPr id="0" name=""/>
        <dsp:cNvSpPr/>
      </dsp:nvSpPr>
      <dsp:spPr>
        <a:xfrm>
          <a:off x="6830181" y="1783497"/>
          <a:ext cx="1936406" cy="1198112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l" defTabSz="62230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400" kern="1200" dirty="0"/>
            <a:t>Overall, transaction fees</a:t>
          </a:r>
        </a:p>
        <a:p>
          <a:pPr marL="0" lvl="0" indent="0" algn="l" defTabSz="62230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400" kern="1200" dirty="0"/>
            <a:t>based on market</a:t>
          </a:r>
          <a:r>
            <a:rPr lang="tr-TR" sz="1400" kern="1200" dirty="0"/>
            <a:t> </a:t>
          </a:r>
          <a:r>
            <a:rPr lang="en-US" sz="1400" kern="1200" dirty="0"/>
            <a:t>forces within the bitcoin network.</a:t>
          </a:r>
        </a:p>
      </dsp:txBody>
      <dsp:txXfrm>
        <a:off x="6830181" y="1783497"/>
        <a:ext cx="1936406" cy="1198112"/>
      </dsp:txXfrm>
    </dsp:sp>
  </dsp:spTree>
</dsp:drawing>
</file>

<file path=ppt/diagrams/drawing48.xml><?xml version="1.0" encoding="utf-8"?>
<dsp:drawing xmlns:dgm="http://schemas.openxmlformats.org/drawingml/2006/diagram" xmlns:dsp="http://schemas.microsoft.com/office/drawing/2008/diagram" xmlns:a="http://schemas.openxmlformats.org/drawingml/2006/main">
  <dsp:spTree>
    <dsp:nvGrpSpPr>
      <dsp:cNvPr id="0" name=""/>
      <dsp:cNvGrpSpPr/>
    </dsp:nvGrpSpPr>
    <dsp:grpSpPr/>
    <dsp:sp modelId="{55F6CD1A-1FD6-4428-AC58-0DA7BF2DE58C}">
      <dsp:nvSpPr>
        <dsp:cNvPr id="0" name=""/>
        <dsp:cNvSpPr/>
      </dsp:nvSpPr>
      <dsp:spPr>
        <a:xfrm>
          <a:off x="6891" y="631837"/>
          <a:ext cx="749361" cy="749361"/>
        </a:xfrm>
        <a:prstGeom prst="rect">
          <a:avLst/>
        </a:prstGeom>
        <a:blipFill>
          <a:blip xmlns:r="http://schemas.openxmlformats.org/officeDocument/2006/relationships" r:embed="rId1" cstate="email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2"/>
              </a:ext>
            </a:extLst>
          </a:blip>
          <a:stretch>
            <a:fillRect/>
          </a:stretch>
        </a:blipFill>
        <a:ln w="12700" cap="flat" cmpd="sng" algn="ctr">
          <a:noFill/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62BC95A1-1B72-4155-83A0-1D558AA5225F}">
      <dsp:nvSpPr>
        <dsp:cNvPr id="0" name=""/>
        <dsp:cNvSpPr/>
      </dsp:nvSpPr>
      <dsp:spPr>
        <a:xfrm>
          <a:off x="6891" y="1483864"/>
          <a:ext cx="2141032" cy="441587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l" defTabSz="62230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  <a:defRPr b="1"/>
          </a:pPr>
          <a:r>
            <a:rPr lang="en-US" sz="1400" kern="1200"/>
            <a:t>Miners prioritize transactions </a:t>
          </a:r>
        </a:p>
      </dsp:txBody>
      <dsp:txXfrm>
        <a:off x="6891" y="1483864"/>
        <a:ext cx="2141032" cy="441587"/>
      </dsp:txXfrm>
    </dsp:sp>
    <dsp:sp modelId="{17B871F9-B945-4DFB-8245-236EFA69E149}">
      <dsp:nvSpPr>
        <dsp:cNvPr id="0" name=""/>
        <dsp:cNvSpPr/>
      </dsp:nvSpPr>
      <dsp:spPr>
        <a:xfrm>
          <a:off x="6891" y="1973203"/>
          <a:ext cx="2141032" cy="1046208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l" defTabSz="4889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100" kern="1200" dirty="0"/>
            <a:t>based on many</a:t>
          </a:r>
          <a:r>
            <a:rPr lang="tr-TR" sz="1100" kern="1200" dirty="0"/>
            <a:t> </a:t>
          </a:r>
          <a:r>
            <a:rPr lang="en-US" sz="1100" kern="1200" dirty="0"/>
            <a:t>different criteria</a:t>
          </a:r>
        </a:p>
        <a:p>
          <a:pPr marL="0" lvl="0" indent="0" algn="l" defTabSz="4889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tr-TR" sz="1100" kern="1200" dirty="0" err="1"/>
            <a:t>including</a:t>
          </a:r>
          <a:r>
            <a:rPr lang="tr-TR" sz="1100" kern="1200" dirty="0"/>
            <a:t> </a:t>
          </a:r>
          <a:r>
            <a:rPr lang="en-US" sz="1100" kern="1200" dirty="0"/>
            <a:t>fees, </a:t>
          </a:r>
        </a:p>
        <a:p>
          <a:pPr marL="0" lvl="0" indent="0" algn="l" defTabSz="4889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100" kern="1200" dirty="0"/>
            <a:t>and might even process transactions for free </a:t>
          </a:r>
        </a:p>
        <a:p>
          <a:pPr marL="0" lvl="0" indent="0" algn="l" defTabSz="4889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100" kern="1200"/>
            <a:t>under</a:t>
          </a:r>
          <a:r>
            <a:rPr lang="tr-TR" sz="1100" kern="1200"/>
            <a:t> </a:t>
          </a:r>
          <a:r>
            <a:rPr lang="en-US" sz="1100" kern="1200"/>
            <a:t>certain circumstances. </a:t>
          </a:r>
        </a:p>
      </dsp:txBody>
      <dsp:txXfrm>
        <a:off x="6891" y="1973203"/>
        <a:ext cx="2141032" cy="1046208"/>
      </dsp:txXfrm>
    </dsp:sp>
    <dsp:sp modelId="{8BEE6437-8CE2-4565-8C33-80262CDD2014}">
      <dsp:nvSpPr>
        <dsp:cNvPr id="0" name=""/>
        <dsp:cNvSpPr/>
      </dsp:nvSpPr>
      <dsp:spPr>
        <a:xfrm>
          <a:off x="2522604" y="631837"/>
          <a:ext cx="749361" cy="749361"/>
        </a:xfrm>
        <a:prstGeom prst="rect">
          <a:avLst/>
        </a:prstGeom>
        <a:blipFill>
          <a:blip xmlns:r="http://schemas.openxmlformats.org/officeDocument/2006/relationships" r:embed="rId3" cstate="email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4"/>
              </a:ext>
            </a:extLst>
          </a:blip>
          <a:stretch>
            <a:fillRect/>
          </a:stretch>
        </a:blipFill>
        <a:ln w="12700" cap="flat" cmpd="sng" algn="ctr">
          <a:noFill/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BCCFA630-6E2C-48A7-8CCE-DBC4517B4CEC}">
      <dsp:nvSpPr>
        <dsp:cNvPr id="0" name=""/>
        <dsp:cNvSpPr/>
      </dsp:nvSpPr>
      <dsp:spPr>
        <a:xfrm>
          <a:off x="2522604" y="1483864"/>
          <a:ext cx="2141032" cy="441587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l" defTabSz="62230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  <a:defRPr b="1"/>
          </a:pPr>
          <a:r>
            <a:rPr lang="tr-TR" sz="1400" kern="1200" dirty="0" err="1"/>
            <a:t>Priority</a:t>
          </a:r>
          <a:r>
            <a:rPr lang="tr-TR" sz="1400" kern="1200" dirty="0"/>
            <a:t> of </a:t>
          </a:r>
          <a:r>
            <a:rPr lang="en-US" sz="1400" kern="1200" dirty="0"/>
            <a:t>Transaction</a:t>
          </a:r>
        </a:p>
      </dsp:txBody>
      <dsp:txXfrm>
        <a:off x="2522604" y="1483864"/>
        <a:ext cx="2141032" cy="441587"/>
      </dsp:txXfrm>
    </dsp:sp>
    <dsp:sp modelId="{6ED57E6F-87BA-4083-A04C-526E478829EF}">
      <dsp:nvSpPr>
        <dsp:cNvPr id="0" name=""/>
        <dsp:cNvSpPr/>
      </dsp:nvSpPr>
      <dsp:spPr>
        <a:xfrm>
          <a:off x="2522604" y="1973203"/>
          <a:ext cx="2141032" cy="1046208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l" defTabSz="4889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100" kern="1200" dirty="0"/>
            <a:t>Fees</a:t>
          </a:r>
          <a:r>
            <a:rPr lang="tr-TR" sz="1100" kern="1200" dirty="0"/>
            <a:t> </a:t>
          </a:r>
          <a:r>
            <a:rPr lang="en-US" sz="1100" kern="1200" dirty="0"/>
            <a:t>affect the processing priority</a:t>
          </a:r>
        </a:p>
      </dsp:txBody>
      <dsp:txXfrm>
        <a:off x="2522604" y="1973203"/>
        <a:ext cx="2141032" cy="1046208"/>
      </dsp:txXfrm>
    </dsp:sp>
    <dsp:sp modelId="{7D20A6CB-85DE-47AF-BACB-4D4D8254F681}">
      <dsp:nvSpPr>
        <dsp:cNvPr id="0" name=""/>
        <dsp:cNvSpPr/>
      </dsp:nvSpPr>
      <dsp:spPr>
        <a:xfrm>
          <a:off x="5038316" y="631837"/>
          <a:ext cx="749361" cy="749361"/>
        </a:xfrm>
        <a:prstGeom prst="rect">
          <a:avLst/>
        </a:prstGeom>
        <a:blipFill>
          <a:blip xmlns:r="http://schemas.openxmlformats.org/officeDocument/2006/relationships" r:embed="rId5" cstate="email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6"/>
              </a:ext>
            </a:extLst>
          </a:blip>
          <a:stretch>
            <a:fillRect/>
          </a:stretch>
        </a:blipFill>
        <a:ln w="12700" cap="flat" cmpd="sng" algn="ctr">
          <a:noFill/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2CFA43D9-D938-4A85-952E-8E41327C49CF}">
      <dsp:nvSpPr>
        <dsp:cNvPr id="0" name=""/>
        <dsp:cNvSpPr/>
      </dsp:nvSpPr>
      <dsp:spPr>
        <a:xfrm>
          <a:off x="5038316" y="1483864"/>
          <a:ext cx="2141032" cy="441587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l" defTabSz="62230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  <a:defRPr b="1"/>
          </a:pPr>
          <a:r>
            <a:rPr lang="tr-TR" sz="1400" kern="1200" dirty="0" err="1"/>
            <a:t>Fast</a:t>
          </a:r>
          <a:r>
            <a:rPr lang="tr-TR" sz="1400" kern="1200" dirty="0"/>
            <a:t> </a:t>
          </a:r>
          <a:r>
            <a:rPr lang="tr-TR" sz="1400" kern="1200" dirty="0" err="1"/>
            <a:t>process</a:t>
          </a:r>
          <a:endParaRPr lang="en-US" sz="1400" kern="1200" dirty="0"/>
        </a:p>
      </dsp:txBody>
      <dsp:txXfrm>
        <a:off x="5038316" y="1483864"/>
        <a:ext cx="2141032" cy="441587"/>
      </dsp:txXfrm>
    </dsp:sp>
    <dsp:sp modelId="{8F55CD74-BE9D-498C-8919-9FBEE6EB487E}">
      <dsp:nvSpPr>
        <dsp:cNvPr id="0" name=""/>
        <dsp:cNvSpPr/>
      </dsp:nvSpPr>
      <dsp:spPr>
        <a:xfrm>
          <a:off x="5038316" y="1973203"/>
          <a:ext cx="2141032" cy="1046208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l" defTabSz="4889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100" kern="1200"/>
            <a:t>a</a:t>
          </a:r>
          <a:r>
            <a:rPr lang="tr-TR" sz="1100" kern="1200"/>
            <a:t> </a:t>
          </a:r>
          <a:r>
            <a:rPr lang="en-US" sz="1100" kern="1200" dirty="0"/>
            <a:t>transaction with sufficient fees </a:t>
          </a:r>
        </a:p>
        <a:p>
          <a:pPr marL="0" lvl="0" indent="0" algn="l" defTabSz="4889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100" kern="1200"/>
            <a:t>is likely to be included in the next block mined,</a:t>
          </a:r>
          <a:r>
            <a:rPr lang="tr-TR" sz="1100" kern="1200"/>
            <a:t> </a:t>
          </a:r>
          <a:endParaRPr lang="en-US" sz="1100" kern="1200"/>
        </a:p>
      </dsp:txBody>
      <dsp:txXfrm>
        <a:off x="5038316" y="1973203"/>
        <a:ext cx="2141032" cy="1046208"/>
      </dsp:txXfrm>
    </dsp:sp>
    <dsp:sp modelId="{7E04DA7C-FD7D-4C9C-9948-FB6401D8BBF9}">
      <dsp:nvSpPr>
        <dsp:cNvPr id="0" name=""/>
        <dsp:cNvSpPr/>
      </dsp:nvSpPr>
      <dsp:spPr>
        <a:xfrm>
          <a:off x="7554029" y="631837"/>
          <a:ext cx="749361" cy="749361"/>
        </a:xfrm>
        <a:prstGeom prst="rect">
          <a:avLst/>
        </a:prstGeom>
        <a:blipFill>
          <a:blip xmlns:r="http://schemas.openxmlformats.org/officeDocument/2006/relationships" r:embed="rId7" cstate="email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8"/>
              </a:ext>
            </a:extLst>
          </a:blip>
          <a:stretch>
            <a:fillRect/>
          </a:stretch>
        </a:blipFill>
        <a:ln w="12700" cap="flat" cmpd="sng" algn="ctr">
          <a:noFill/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7476F5D9-72F7-4210-9305-FAD5F7EB59D0}">
      <dsp:nvSpPr>
        <dsp:cNvPr id="0" name=""/>
        <dsp:cNvSpPr/>
      </dsp:nvSpPr>
      <dsp:spPr>
        <a:xfrm>
          <a:off x="7554029" y="1483864"/>
          <a:ext cx="2141032" cy="441587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l" defTabSz="62230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  <a:defRPr b="1"/>
          </a:pPr>
          <a:r>
            <a:rPr lang="tr-TR" sz="1400" kern="1200" dirty="0" err="1"/>
            <a:t>Delayed</a:t>
          </a:r>
          <a:r>
            <a:rPr lang="tr-TR" sz="1400" kern="1200" dirty="0"/>
            <a:t> </a:t>
          </a:r>
          <a:r>
            <a:rPr lang="tr-TR" sz="1400" kern="1200" dirty="0" err="1"/>
            <a:t>process</a:t>
          </a:r>
          <a:endParaRPr lang="en-US" sz="1400" kern="1200" dirty="0"/>
        </a:p>
      </dsp:txBody>
      <dsp:txXfrm>
        <a:off x="7554029" y="1483864"/>
        <a:ext cx="2141032" cy="441587"/>
      </dsp:txXfrm>
    </dsp:sp>
    <dsp:sp modelId="{8272CDA7-1399-4FE7-AF85-3D11EDD879DF}">
      <dsp:nvSpPr>
        <dsp:cNvPr id="0" name=""/>
        <dsp:cNvSpPr/>
      </dsp:nvSpPr>
      <dsp:spPr>
        <a:xfrm>
          <a:off x="7554029" y="1973203"/>
          <a:ext cx="2141032" cy="1046208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l" defTabSz="4889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100" kern="1200"/>
            <a:t>a </a:t>
          </a:r>
          <a:r>
            <a:rPr lang="en-US" sz="1100" kern="1200" dirty="0"/>
            <a:t>transaction with insufficient or no fees</a:t>
          </a:r>
        </a:p>
        <a:p>
          <a:pPr marL="0" lvl="0" indent="0" algn="l" defTabSz="4889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100" kern="1200" dirty="0"/>
            <a:t>might be delayed</a:t>
          </a:r>
        </a:p>
        <a:p>
          <a:pPr marL="0" lvl="0" indent="0" algn="l" defTabSz="4889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100" kern="1200" dirty="0"/>
            <a:t>or not processed at all</a:t>
          </a:r>
        </a:p>
      </dsp:txBody>
      <dsp:txXfrm>
        <a:off x="7554029" y="1973203"/>
        <a:ext cx="2141032" cy="1046208"/>
      </dsp:txXfrm>
    </dsp:sp>
  </dsp:spTree>
</dsp:drawing>
</file>

<file path=ppt/diagrams/drawing49.xml><?xml version="1.0" encoding="utf-8"?>
<dsp:drawing xmlns:dgm="http://schemas.openxmlformats.org/drawingml/2006/diagram" xmlns:dsp="http://schemas.microsoft.com/office/drawing/2008/diagram" xmlns:a="http://schemas.openxmlformats.org/drawingml/2006/main">
  <dsp:spTree>
    <dsp:nvGrpSpPr>
      <dsp:cNvPr id="0" name=""/>
      <dsp:cNvGrpSpPr/>
    </dsp:nvGrpSpPr>
    <dsp:grpSpPr/>
    <dsp:sp modelId="{04D38989-0E2F-4A8B-AC7F-BD2A125B4414}">
      <dsp:nvSpPr>
        <dsp:cNvPr id="0" name=""/>
        <dsp:cNvSpPr/>
      </dsp:nvSpPr>
      <dsp:spPr>
        <a:xfrm>
          <a:off x="702726" y="711115"/>
          <a:ext cx="749361" cy="749361"/>
        </a:xfrm>
        <a:prstGeom prst="rect">
          <a:avLst/>
        </a:prstGeom>
        <a:blipFill>
          <a:blip xmlns:r="http://schemas.openxmlformats.org/officeDocument/2006/relationships" r:embed="rId1" cstate="email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2"/>
              </a:ext>
            </a:extLst>
          </a:blip>
          <a:stretch>
            <a:fillRect/>
          </a:stretch>
        </a:blipFill>
        <a:ln w="12700" cap="flat" cmpd="sng" algn="ctr">
          <a:noFill/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4660023B-D0C5-4934-B25A-2C5AA499A7AE}">
      <dsp:nvSpPr>
        <dsp:cNvPr id="0" name=""/>
        <dsp:cNvSpPr/>
      </dsp:nvSpPr>
      <dsp:spPr>
        <a:xfrm>
          <a:off x="6891" y="1556324"/>
          <a:ext cx="2141032" cy="321154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6667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  <a:defRPr b="1"/>
          </a:pPr>
          <a:r>
            <a:rPr lang="tr-TR" sz="1500" kern="1200"/>
            <a:t>First </a:t>
          </a:r>
          <a:r>
            <a:rPr lang="tr-TR" sz="1500" kern="1200" err="1"/>
            <a:t>approach</a:t>
          </a:r>
          <a:r>
            <a:rPr lang="tr-TR" sz="1500" kern="1200"/>
            <a:t>: </a:t>
          </a:r>
          <a:r>
            <a:rPr lang="tr-TR" sz="1500" kern="1200" err="1"/>
            <a:t>Fixed</a:t>
          </a:r>
          <a:r>
            <a:rPr lang="tr-TR" sz="1500" kern="1200"/>
            <a:t> </a:t>
          </a:r>
          <a:r>
            <a:rPr lang="tr-TR" sz="1500" kern="1200" err="1"/>
            <a:t>fees</a:t>
          </a:r>
          <a:endParaRPr lang="en-US" sz="1500" kern="1200"/>
        </a:p>
      </dsp:txBody>
      <dsp:txXfrm>
        <a:off x="6891" y="1556324"/>
        <a:ext cx="2141032" cy="321154"/>
      </dsp:txXfrm>
    </dsp:sp>
    <dsp:sp modelId="{74B08B75-C82D-49F0-A1AC-6A3140A50BB4}">
      <dsp:nvSpPr>
        <dsp:cNvPr id="0" name=""/>
        <dsp:cNvSpPr/>
      </dsp:nvSpPr>
      <dsp:spPr>
        <a:xfrm>
          <a:off x="6891" y="1922059"/>
          <a:ext cx="2141032" cy="1018075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4889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100" kern="1200"/>
            <a:t>, transaction fees were fixed</a:t>
          </a:r>
        </a:p>
        <a:p>
          <a:pPr marL="0" lvl="0" indent="0" algn="ctr" defTabSz="4889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100" kern="1200"/>
            <a:t>constant</a:t>
          </a:r>
          <a:r>
            <a:rPr lang="tr-TR" sz="1100" kern="1200"/>
            <a:t> </a:t>
          </a:r>
          <a:r>
            <a:rPr lang="en-US" sz="1100" kern="1200"/>
            <a:t>across the network. </a:t>
          </a:r>
        </a:p>
      </dsp:txBody>
      <dsp:txXfrm>
        <a:off x="6891" y="1922059"/>
        <a:ext cx="2141032" cy="1018075"/>
      </dsp:txXfrm>
    </dsp:sp>
    <dsp:sp modelId="{83982031-6D75-414B-ABC5-2C4256AB473A}">
      <dsp:nvSpPr>
        <dsp:cNvPr id="0" name=""/>
        <dsp:cNvSpPr/>
      </dsp:nvSpPr>
      <dsp:spPr>
        <a:xfrm>
          <a:off x="3218439" y="711115"/>
          <a:ext cx="749361" cy="749361"/>
        </a:xfrm>
        <a:prstGeom prst="rect">
          <a:avLst/>
        </a:prstGeom>
        <a:blipFill>
          <a:blip xmlns:r="http://schemas.openxmlformats.org/officeDocument/2006/relationships" r:embed="rId3" cstate="email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4"/>
              </a:ext>
            </a:extLst>
          </a:blip>
          <a:stretch>
            <a:fillRect/>
          </a:stretch>
        </a:blipFill>
        <a:ln w="12700" cap="flat" cmpd="sng" algn="ctr">
          <a:noFill/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441EC925-89F6-43E9-BFDF-2E065F549F11}">
      <dsp:nvSpPr>
        <dsp:cNvPr id="0" name=""/>
        <dsp:cNvSpPr/>
      </dsp:nvSpPr>
      <dsp:spPr>
        <a:xfrm>
          <a:off x="2522604" y="1556324"/>
          <a:ext cx="2141032" cy="321154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6667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  <a:defRPr b="1"/>
          </a:pPr>
          <a:r>
            <a:rPr lang="en-US" sz="1500" kern="1200"/>
            <a:t>Gradually</a:t>
          </a:r>
          <a:r>
            <a:rPr lang="tr-TR" sz="1500" kern="1200"/>
            <a:t> </a:t>
          </a:r>
          <a:r>
            <a:rPr lang="en-US" sz="1500" kern="1200"/>
            <a:t>relaxed</a:t>
          </a:r>
        </a:p>
      </dsp:txBody>
      <dsp:txXfrm>
        <a:off x="2522604" y="1556324"/>
        <a:ext cx="2141032" cy="321154"/>
      </dsp:txXfrm>
    </dsp:sp>
    <dsp:sp modelId="{E7BAF01A-B961-49D2-BA9F-09F458B3434C}">
      <dsp:nvSpPr>
        <dsp:cNvPr id="0" name=""/>
        <dsp:cNvSpPr/>
      </dsp:nvSpPr>
      <dsp:spPr>
        <a:xfrm>
          <a:off x="2522604" y="1922059"/>
          <a:ext cx="2141032" cy="1018075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4889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100" kern="1200"/>
            <a:t>influenced by</a:t>
          </a:r>
          <a:r>
            <a:rPr lang="tr-TR" sz="1100" kern="1200"/>
            <a:t> </a:t>
          </a:r>
          <a:r>
            <a:rPr lang="en-US" sz="1100" kern="1200"/>
            <a:t>market forces </a:t>
          </a:r>
        </a:p>
        <a:p>
          <a:pPr marL="0" lvl="0" indent="0" algn="ctr" defTabSz="4889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100" kern="1200"/>
            <a:t>network capacity</a:t>
          </a:r>
        </a:p>
        <a:p>
          <a:pPr marL="0" lvl="0" indent="0" algn="ctr" defTabSz="4889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100" kern="1200"/>
            <a:t>transaction volume</a:t>
          </a:r>
        </a:p>
      </dsp:txBody>
      <dsp:txXfrm>
        <a:off x="2522604" y="1922059"/>
        <a:ext cx="2141032" cy="1018075"/>
      </dsp:txXfrm>
    </dsp:sp>
    <dsp:sp modelId="{52595DB7-2B67-4502-8782-6C46CC1A5FD3}">
      <dsp:nvSpPr>
        <dsp:cNvPr id="0" name=""/>
        <dsp:cNvSpPr/>
      </dsp:nvSpPr>
      <dsp:spPr>
        <a:xfrm>
          <a:off x="5734152" y="711115"/>
          <a:ext cx="749361" cy="749361"/>
        </a:xfrm>
        <a:prstGeom prst="rect">
          <a:avLst/>
        </a:prstGeom>
        <a:blipFill>
          <a:blip xmlns:r="http://schemas.openxmlformats.org/officeDocument/2006/relationships" r:embed="rId5" cstate="email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6"/>
              </a:ext>
            </a:extLst>
          </a:blip>
          <a:stretch>
            <a:fillRect/>
          </a:stretch>
        </a:blipFill>
        <a:ln w="12700" cap="flat" cmpd="sng" algn="ctr">
          <a:noFill/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929E568E-7A60-48D2-89C0-0F9ED9CCD3BB}">
      <dsp:nvSpPr>
        <dsp:cNvPr id="0" name=""/>
        <dsp:cNvSpPr/>
      </dsp:nvSpPr>
      <dsp:spPr>
        <a:xfrm>
          <a:off x="5038316" y="1556324"/>
          <a:ext cx="2141032" cy="321154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6667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  <a:defRPr b="1"/>
          </a:pPr>
          <a:r>
            <a:rPr lang="tr-TR" sz="1500" kern="1200" err="1"/>
            <a:t>Radical</a:t>
          </a:r>
          <a:r>
            <a:rPr lang="tr-TR" sz="1500" kern="1200"/>
            <a:t> </a:t>
          </a:r>
          <a:r>
            <a:rPr lang="tr-TR" sz="1500" kern="1200" err="1"/>
            <a:t>change</a:t>
          </a:r>
          <a:r>
            <a:rPr lang="tr-TR" sz="1500" kern="1200"/>
            <a:t> </a:t>
          </a:r>
          <a:r>
            <a:rPr lang="tr-TR" sz="1500" kern="1200" err="1"/>
            <a:t>from</a:t>
          </a:r>
          <a:r>
            <a:rPr lang="en-US" sz="1500" kern="1200"/>
            <a:t> 2016 </a:t>
          </a:r>
        </a:p>
      </dsp:txBody>
      <dsp:txXfrm>
        <a:off x="5038316" y="1556324"/>
        <a:ext cx="2141032" cy="321154"/>
      </dsp:txXfrm>
    </dsp:sp>
    <dsp:sp modelId="{92781CE3-ABB8-4D0C-8D62-58C70071DF12}">
      <dsp:nvSpPr>
        <dsp:cNvPr id="0" name=""/>
        <dsp:cNvSpPr/>
      </dsp:nvSpPr>
      <dsp:spPr>
        <a:xfrm>
          <a:off x="5038316" y="1922059"/>
          <a:ext cx="2141032" cy="1018075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4889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100" kern="1200"/>
            <a:t>capacity limits created competition between transactions</a:t>
          </a:r>
        </a:p>
        <a:p>
          <a:pPr marL="0" lvl="0" indent="0" algn="ctr" defTabSz="4889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100" kern="1200"/>
            <a:t>resulting in higher fees</a:t>
          </a:r>
        </a:p>
        <a:p>
          <a:pPr marL="0" lvl="0" indent="0" algn="ctr" defTabSz="4889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100" kern="1200"/>
            <a:t>making free transactions a thing of the</a:t>
          </a:r>
          <a:r>
            <a:rPr lang="tr-TR" sz="1100" kern="1200"/>
            <a:t> </a:t>
          </a:r>
          <a:r>
            <a:rPr lang="en-US" sz="1100" kern="1200"/>
            <a:t>past</a:t>
          </a:r>
        </a:p>
      </dsp:txBody>
      <dsp:txXfrm>
        <a:off x="5038316" y="1922059"/>
        <a:ext cx="2141032" cy="1018075"/>
      </dsp:txXfrm>
    </dsp:sp>
    <dsp:sp modelId="{CFA2B9BC-A2DE-47DF-981E-C238C5E746C9}">
      <dsp:nvSpPr>
        <dsp:cNvPr id="0" name=""/>
        <dsp:cNvSpPr/>
      </dsp:nvSpPr>
      <dsp:spPr>
        <a:xfrm>
          <a:off x="8249864" y="711115"/>
          <a:ext cx="749361" cy="749361"/>
        </a:xfrm>
        <a:prstGeom prst="rect">
          <a:avLst/>
        </a:prstGeom>
        <a:blipFill>
          <a:blip xmlns:r="http://schemas.openxmlformats.org/officeDocument/2006/relationships" r:embed="rId7" cstate="email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8"/>
              </a:ext>
            </a:extLst>
          </a:blip>
          <a:srcRect/>
          <a:stretch>
            <a:fillRect/>
          </a:stretch>
        </a:blipFill>
        <a:ln w="12700" cap="flat" cmpd="sng" algn="ctr">
          <a:noFill/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7472DA41-E0E0-488B-B65C-423D3B337D07}">
      <dsp:nvSpPr>
        <dsp:cNvPr id="0" name=""/>
        <dsp:cNvSpPr/>
      </dsp:nvSpPr>
      <dsp:spPr>
        <a:xfrm>
          <a:off x="7554029" y="1556324"/>
          <a:ext cx="2141032" cy="321154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6667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  <a:defRPr b="1"/>
          </a:pPr>
          <a:r>
            <a:rPr lang="tr-TR" sz="1500" kern="1200"/>
            <a:t>Not </a:t>
          </a:r>
          <a:r>
            <a:rPr lang="tr-TR" sz="1500" kern="1200" err="1"/>
            <a:t>minded</a:t>
          </a:r>
          <a:r>
            <a:rPr lang="tr-TR" sz="1500" kern="1200"/>
            <a:t> </a:t>
          </a:r>
          <a:r>
            <a:rPr lang="tr-TR" sz="1500" kern="1200" err="1"/>
            <a:t>transactions</a:t>
          </a:r>
          <a:endParaRPr lang="en-US" sz="1500" kern="1200"/>
        </a:p>
      </dsp:txBody>
      <dsp:txXfrm>
        <a:off x="7554029" y="1556324"/>
        <a:ext cx="2141032" cy="321154"/>
      </dsp:txXfrm>
    </dsp:sp>
    <dsp:sp modelId="{A8FE9EEC-9284-43A1-945F-08E19E51DCA0}">
      <dsp:nvSpPr>
        <dsp:cNvPr id="0" name=""/>
        <dsp:cNvSpPr/>
      </dsp:nvSpPr>
      <dsp:spPr>
        <a:xfrm>
          <a:off x="7554029" y="1922059"/>
          <a:ext cx="2141032" cy="1018075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4889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100" kern="1200"/>
            <a:t>Zero fee or very low fee transactions</a:t>
          </a:r>
        </a:p>
        <a:p>
          <a:pPr marL="0" lvl="0" indent="0" algn="ctr" defTabSz="4889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100" kern="1200"/>
            <a:t>rarely get mined</a:t>
          </a:r>
        </a:p>
        <a:p>
          <a:pPr marL="0" lvl="0" indent="0" algn="ctr" defTabSz="4889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100" kern="1200"/>
            <a:t>even be propagated across the network.</a:t>
          </a:r>
        </a:p>
      </dsp:txBody>
      <dsp:txXfrm>
        <a:off x="7554029" y="1922059"/>
        <a:ext cx="2141032" cy="1018075"/>
      </dsp:txXfrm>
    </dsp:sp>
  </dsp:spTree>
</dsp:drawing>
</file>

<file path=ppt/diagrams/drawing50.xml><?xml version="1.0" encoding="utf-8"?>
<dsp:drawing xmlns:dgm="http://schemas.openxmlformats.org/drawingml/2006/diagram" xmlns:dsp="http://schemas.microsoft.com/office/drawing/2008/diagram" xmlns:a="http://schemas.openxmlformats.org/drawingml/2006/main">
  <dsp:spTree>
    <dsp:nvGrpSpPr>
      <dsp:cNvPr id="0" name=""/>
      <dsp:cNvGrpSpPr/>
    </dsp:nvGrpSpPr>
    <dsp:grpSpPr/>
    <dsp:sp modelId="{E474D163-5894-4059-9366-960F3D317340}">
      <dsp:nvSpPr>
        <dsp:cNvPr id="0" name=""/>
        <dsp:cNvSpPr/>
      </dsp:nvSpPr>
      <dsp:spPr>
        <a:xfrm>
          <a:off x="8628" y="376652"/>
          <a:ext cx="677080" cy="677080"/>
        </a:xfrm>
        <a:prstGeom prst="rect">
          <a:avLst/>
        </a:prstGeom>
        <a:blipFill>
          <a:blip xmlns:r="http://schemas.openxmlformats.org/officeDocument/2006/relationships" r:embed="rId1" cstate="email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2"/>
              </a:ext>
            </a:extLst>
          </a:blip>
          <a:stretch>
            <a:fillRect/>
          </a:stretch>
        </a:blipFill>
        <a:ln w="12700" cap="flat" cmpd="sng" algn="ctr">
          <a:noFill/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FC32E7FE-58EC-4E33-949D-E7EEF69B3227}">
      <dsp:nvSpPr>
        <dsp:cNvPr id="0" name=""/>
        <dsp:cNvSpPr/>
      </dsp:nvSpPr>
      <dsp:spPr>
        <a:xfrm>
          <a:off x="8628" y="1178344"/>
          <a:ext cx="1934515" cy="290177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l" defTabSz="80010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  <a:defRPr b="1"/>
          </a:pPr>
          <a:r>
            <a:rPr lang="en-US" sz="1800" i="1" kern="1200" dirty="0" err="1"/>
            <a:t>minrelaytxfee</a:t>
          </a:r>
          <a:endParaRPr lang="en-US" sz="1800" kern="1200" dirty="0"/>
        </a:p>
      </dsp:txBody>
      <dsp:txXfrm>
        <a:off x="8628" y="1178344"/>
        <a:ext cx="1934515" cy="290177"/>
      </dsp:txXfrm>
    </dsp:sp>
    <dsp:sp modelId="{21DD8313-9FE1-4F05-A1CB-BC4ECCF65592}">
      <dsp:nvSpPr>
        <dsp:cNvPr id="0" name=""/>
        <dsp:cNvSpPr/>
      </dsp:nvSpPr>
      <dsp:spPr>
        <a:xfrm>
          <a:off x="8628" y="1526480"/>
          <a:ext cx="1934515" cy="1748117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l" defTabSz="62230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400" kern="1200"/>
            <a:t>In Bitcoin Core, fee relay policies </a:t>
          </a:r>
        </a:p>
        <a:p>
          <a:pPr marL="0" lvl="0" indent="0" algn="l" defTabSz="62230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400" kern="1200" dirty="0"/>
            <a:t>are set by the </a:t>
          </a:r>
          <a:r>
            <a:rPr lang="en-US" sz="1400" i="1" kern="1200" dirty="0" err="1"/>
            <a:t>minrelaytxfee</a:t>
          </a:r>
          <a:r>
            <a:rPr lang="en-US" sz="1400" kern="1200" dirty="0"/>
            <a:t> option.</a:t>
          </a:r>
        </a:p>
      </dsp:txBody>
      <dsp:txXfrm>
        <a:off x="8628" y="1526480"/>
        <a:ext cx="1934515" cy="1748117"/>
      </dsp:txXfrm>
    </dsp:sp>
    <dsp:sp modelId="{01068F45-7CCE-49F8-8A9F-119A3CE53177}">
      <dsp:nvSpPr>
        <dsp:cNvPr id="0" name=""/>
        <dsp:cNvSpPr/>
      </dsp:nvSpPr>
      <dsp:spPr>
        <a:xfrm>
          <a:off x="2281683" y="376652"/>
          <a:ext cx="677080" cy="677080"/>
        </a:xfrm>
        <a:prstGeom prst="rect">
          <a:avLst/>
        </a:prstGeom>
        <a:blipFill>
          <a:blip xmlns:r="http://schemas.openxmlformats.org/officeDocument/2006/relationships" r:embed="rId3" cstate="email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4"/>
              </a:ext>
            </a:extLst>
          </a:blip>
          <a:stretch>
            <a:fillRect/>
          </a:stretch>
        </a:blipFill>
        <a:ln w="12700" cap="flat" cmpd="sng" algn="ctr">
          <a:noFill/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930CF601-104E-4551-9680-E22B5008F504}">
      <dsp:nvSpPr>
        <dsp:cNvPr id="0" name=""/>
        <dsp:cNvSpPr/>
      </dsp:nvSpPr>
      <dsp:spPr>
        <a:xfrm>
          <a:off x="2281683" y="1178344"/>
          <a:ext cx="1934515" cy="290177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l" defTabSz="80010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  <a:defRPr b="1"/>
          </a:pPr>
          <a:r>
            <a:rPr lang="en-US" sz="1800" kern="1200" dirty="0"/>
            <a:t>current</a:t>
          </a:r>
          <a:r>
            <a:rPr lang="tr-TR" sz="1800" kern="1200" dirty="0"/>
            <a:t> </a:t>
          </a:r>
          <a:r>
            <a:rPr lang="en-US" sz="1800" kern="1200" dirty="0"/>
            <a:t>default</a:t>
          </a:r>
        </a:p>
      </dsp:txBody>
      <dsp:txXfrm>
        <a:off x="2281683" y="1178344"/>
        <a:ext cx="1934515" cy="290177"/>
      </dsp:txXfrm>
    </dsp:sp>
    <dsp:sp modelId="{C7E82562-ED05-4F13-8262-E3310487D7AF}">
      <dsp:nvSpPr>
        <dsp:cNvPr id="0" name=""/>
        <dsp:cNvSpPr/>
      </dsp:nvSpPr>
      <dsp:spPr>
        <a:xfrm>
          <a:off x="2281683" y="1526480"/>
          <a:ext cx="1934515" cy="1748117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l" defTabSz="62230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400" i="1" kern="1200"/>
            <a:t>minrelaytxfee</a:t>
          </a:r>
          <a:r>
            <a:rPr lang="en-US" sz="1400" kern="1200"/>
            <a:t> </a:t>
          </a:r>
          <a:r>
            <a:rPr lang="en-US" sz="1400" kern="1200" dirty="0"/>
            <a:t>is </a:t>
          </a:r>
        </a:p>
        <a:p>
          <a:pPr marL="0" lvl="0" indent="0" algn="l" defTabSz="62230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400" kern="1200" dirty="0"/>
            <a:t>0.00001 bitcoin</a:t>
          </a:r>
          <a:r>
            <a:rPr lang="tr-TR" sz="1400" kern="1200" dirty="0"/>
            <a:t>/KB</a:t>
          </a:r>
          <a:endParaRPr lang="en-US" sz="1400" kern="1200" dirty="0"/>
        </a:p>
        <a:p>
          <a:pPr marL="0" lvl="0" indent="0" algn="l" defTabSz="62230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400" kern="1200" dirty="0"/>
            <a:t>a hundredth of a </a:t>
          </a:r>
          <a:r>
            <a:rPr lang="en-US" sz="1400" kern="1200" dirty="0" err="1"/>
            <a:t>millibitcoin</a:t>
          </a:r>
          <a:r>
            <a:rPr lang="en-US" sz="1400" kern="1200" dirty="0"/>
            <a:t> per kilobyte.</a:t>
          </a:r>
        </a:p>
      </dsp:txBody>
      <dsp:txXfrm>
        <a:off x="2281683" y="1526480"/>
        <a:ext cx="1934515" cy="1748117"/>
      </dsp:txXfrm>
    </dsp:sp>
    <dsp:sp modelId="{6E93FF15-E18B-454E-BAC9-3D413EF048EE}">
      <dsp:nvSpPr>
        <dsp:cNvPr id="0" name=""/>
        <dsp:cNvSpPr/>
      </dsp:nvSpPr>
      <dsp:spPr>
        <a:xfrm>
          <a:off x="4554739" y="376652"/>
          <a:ext cx="677080" cy="677080"/>
        </a:xfrm>
        <a:prstGeom prst="rect">
          <a:avLst/>
        </a:prstGeom>
        <a:blipFill>
          <a:blip xmlns:r="http://schemas.openxmlformats.org/officeDocument/2006/relationships" r:embed="rId5" cstate="email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6"/>
              </a:ext>
            </a:extLst>
          </a:blip>
          <a:stretch>
            <a:fillRect/>
          </a:stretch>
        </a:blipFill>
        <a:ln w="12700" cap="flat" cmpd="sng" algn="ctr">
          <a:noFill/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85279B31-82B1-4C56-B3B8-0EA7EAD88C1F}">
      <dsp:nvSpPr>
        <dsp:cNvPr id="0" name=""/>
        <dsp:cNvSpPr/>
      </dsp:nvSpPr>
      <dsp:spPr>
        <a:xfrm>
          <a:off x="4554739" y="1178344"/>
          <a:ext cx="1934515" cy="290177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l" defTabSz="80010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  <a:defRPr b="1"/>
          </a:pPr>
          <a:r>
            <a:rPr lang="tr-TR" sz="1800" kern="1200" dirty="0" err="1"/>
            <a:t>Free</a:t>
          </a:r>
          <a:endParaRPr lang="en-US" sz="1800" kern="1200" dirty="0"/>
        </a:p>
      </dsp:txBody>
      <dsp:txXfrm>
        <a:off x="4554739" y="1178344"/>
        <a:ext cx="1934515" cy="290177"/>
      </dsp:txXfrm>
    </dsp:sp>
    <dsp:sp modelId="{C23A87DC-9D5D-472A-9439-307C9F6BB364}">
      <dsp:nvSpPr>
        <dsp:cNvPr id="0" name=""/>
        <dsp:cNvSpPr/>
      </dsp:nvSpPr>
      <dsp:spPr>
        <a:xfrm>
          <a:off x="4554739" y="1526480"/>
          <a:ext cx="1934515" cy="1748117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l" defTabSz="62230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400" kern="1200"/>
            <a:t>transactions </a:t>
          </a:r>
          <a:r>
            <a:rPr lang="en-US" sz="1400" kern="1200" dirty="0"/>
            <a:t>with a fee less than 0.0001 bitcoin</a:t>
          </a:r>
        </a:p>
        <a:p>
          <a:pPr marL="0" lvl="0" indent="0" algn="l" defTabSz="62230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400" kern="1200"/>
            <a:t>are treated</a:t>
          </a:r>
          <a:r>
            <a:rPr lang="tr-TR" sz="1400" kern="1200"/>
            <a:t> </a:t>
          </a:r>
          <a:r>
            <a:rPr lang="en-US" sz="1400" kern="1200"/>
            <a:t>as free </a:t>
          </a:r>
        </a:p>
        <a:p>
          <a:pPr marL="0" lvl="0" indent="0" algn="l" defTabSz="62230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tr-TR" sz="1400" kern="1200" dirty="0" err="1"/>
            <a:t>are</a:t>
          </a:r>
          <a:r>
            <a:rPr lang="tr-TR" sz="1400" kern="1200" dirty="0"/>
            <a:t> </a:t>
          </a:r>
          <a:r>
            <a:rPr lang="en-US" sz="1400" kern="1200" dirty="0"/>
            <a:t>only relayed if there is space in the </a:t>
          </a:r>
          <a:r>
            <a:rPr lang="en-US" sz="1400" kern="1200" dirty="0" err="1"/>
            <a:t>mempool</a:t>
          </a:r>
          <a:endParaRPr lang="en-US" sz="1400" kern="1200" dirty="0"/>
        </a:p>
        <a:p>
          <a:pPr marL="0" lvl="0" indent="0" algn="l" defTabSz="62230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400" kern="1200"/>
            <a:t>otherwise, they are</a:t>
          </a:r>
          <a:r>
            <a:rPr lang="tr-TR" sz="1400" kern="1200"/>
            <a:t> </a:t>
          </a:r>
          <a:r>
            <a:rPr lang="en-US" sz="1400" kern="1200"/>
            <a:t>dropped. </a:t>
          </a:r>
        </a:p>
      </dsp:txBody>
      <dsp:txXfrm>
        <a:off x="4554739" y="1526480"/>
        <a:ext cx="1934515" cy="1748117"/>
      </dsp:txXfrm>
    </dsp:sp>
    <dsp:sp modelId="{4A85381A-B7A8-41A1-9F84-2D9EEBDD095C}">
      <dsp:nvSpPr>
        <dsp:cNvPr id="0" name=""/>
        <dsp:cNvSpPr/>
      </dsp:nvSpPr>
      <dsp:spPr>
        <a:xfrm>
          <a:off x="6827794" y="376652"/>
          <a:ext cx="677080" cy="677080"/>
        </a:xfrm>
        <a:prstGeom prst="rect">
          <a:avLst/>
        </a:prstGeom>
        <a:blipFill>
          <a:blip xmlns:r="http://schemas.openxmlformats.org/officeDocument/2006/relationships" r:embed="rId7" cstate="email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8"/>
              </a:ext>
            </a:extLst>
          </a:blip>
          <a:stretch>
            <a:fillRect/>
          </a:stretch>
        </a:blipFill>
        <a:ln w="12700" cap="flat" cmpd="sng" algn="ctr">
          <a:noFill/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6E7AD1F3-47A9-4BC3-B615-02A94CFBB325}">
      <dsp:nvSpPr>
        <dsp:cNvPr id="0" name=""/>
        <dsp:cNvSpPr/>
      </dsp:nvSpPr>
      <dsp:spPr>
        <a:xfrm>
          <a:off x="6827794" y="1178344"/>
          <a:ext cx="1934515" cy="290177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l" defTabSz="80010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  <a:defRPr b="1"/>
          </a:pPr>
          <a:r>
            <a:rPr lang="tr-TR" sz="1800" kern="1200" dirty="0" err="1"/>
            <a:t>Override</a:t>
          </a:r>
          <a:r>
            <a:rPr lang="tr-TR" sz="1800" kern="1200" dirty="0"/>
            <a:t> </a:t>
          </a:r>
          <a:r>
            <a:rPr lang="tr-TR" sz="1800" kern="1200" dirty="0" err="1"/>
            <a:t>default</a:t>
          </a:r>
          <a:endParaRPr lang="en-US" sz="1800" kern="1200" dirty="0"/>
        </a:p>
      </dsp:txBody>
      <dsp:txXfrm>
        <a:off x="6827794" y="1178344"/>
        <a:ext cx="1934515" cy="290177"/>
      </dsp:txXfrm>
    </dsp:sp>
    <dsp:sp modelId="{64513761-8D4E-4727-86B9-000868DC03E6}">
      <dsp:nvSpPr>
        <dsp:cNvPr id="0" name=""/>
        <dsp:cNvSpPr/>
      </dsp:nvSpPr>
      <dsp:spPr>
        <a:xfrm>
          <a:off x="6827794" y="1526480"/>
          <a:ext cx="1934515" cy="1748117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l" defTabSz="62230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400" kern="1200"/>
            <a:t>Bitcoin </a:t>
          </a:r>
          <a:r>
            <a:rPr lang="en-US" sz="1400" kern="1200" dirty="0"/>
            <a:t>nodes can override the default fee relay policy </a:t>
          </a:r>
        </a:p>
        <a:p>
          <a:pPr marL="0" lvl="0" indent="0" algn="l" defTabSz="62230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400" kern="1200" dirty="0"/>
            <a:t>by adjusting the value</a:t>
          </a:r>
          <a:r>
            <a:rPr lang="tr-TR" sz="1400" kern="1200" dirty="0"/>
            <a:t> of </a:t>
          </a:r>
          <a:r>
            <a:rPr lang="tr-TR" sz="1400" i="1" kern="1200" dirty="0" err="1"/>
            <a:t>minrelaytxfee</a:t>
          </a:r>
          <a:endParaRPr lang="en-US" sz="1400" kern="1200" dirty="0"/>
        </a:p>
      </dsp:txBody>
      <dsp:txXfrm>
        <a:off x="6827794" y="1526480"/>
        <a:ext cx="1934515" cy="1748117"/>
      </dsp:txXfrm>
    </dsp:sp>
  </dsp:spTree>
</dsp:drawing>
</file>

<file path=ppt/diagrams/drawing51.xml><?xml version="1.0" encoding="utf-8"?>
<dsp:drawing xmlns:dgm="http://schemas.openxmlformats.org/drawingml/2006/diagram" xmlns:dsp="http://schemas.microsoft.com/office/drawing/2008/diagram" xmlns:a="http://schemas.openxmlformats.org/drawingml/2006/main">
  <dsp:spTree>
    <dsp:nvGrpSpPr>
      <dsp:cNvPr id="0" name=""/>
      <dsp:cNvGrpSpPr/>
    </dsp:nvGrpSpPr>
    <dsp:grpSpPr/>
    <dsp:sp modelId="{E7696E4D-EF10-4458-B785-0BAACA38A604}">
      <dsp:nvSpPr>
        <dsp:cNvPr id="0" name=""/>
        <dsp:cNvSpPr/>
      </dsp:nvSpPr>
      <dsp:spPr>
        <a:xfrm>
          <a:off x="698671" y="780759"/>
          <a:ext cx="750093" cy="750093"/>
        </a:xfrm>
        <a:prstGeom prst="rect">
          <a:avLst/>
        </a:prstGeom>
        <a:blipFill>
          <a:blip xmlns:r="http://schemas.openxmlformats.org/officeDocument/2006/relationships" r:embed="rId1" cstate="email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2"/>
              </a:ext>
            </a:extLst>
          </a:blip>
          <a:stretch>
            <a:fillRect/>
          </a:stretch>
        </a:blipFill>
        <a:ln w="12700" cap="flat" cmpd="sng" algn="ctr">
          <a:noFill/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B7E4A198-C416-478D-8C21-5D6B063335AE}">
      <dsp:nvSpPr>
        <dsp:cNvPr id="0" name=""/>
        <dsp:cNvSpPr/>
      </dsp:nvSpPr>
      <dsp:spPr>
        <a:xfrm>
          <a:off x="2156" y="1620712"/>
          <a:ext cx="2143124" cy="442019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62230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  <a:defRPr b="1"/>
          </a:pPr>
          <a:r>
            <a:rPr lang="en-US" sz="1400" kern="1200"/>
            <a:t>Any bitcoin service that creates transactions, </a:t>
          </a:r>
        </a:p>
      </dsp:txBody>
      <dsp:txXfrm>
        <a:off x="2156" y="1620712"/>
        <a:ext cx="2143124" cy="442019"/>
      </dsp:txXfrm>
    </dsp:sp>
    <dsp:sp modelId="{FDA25D4D-49C5-46E8-AE18-D1366C5B8ECA}">
      <dsp:nvSpPr>
        <dsp:cNvPr id="0" name=""/>
        <dsp:cNvSpPr/>
      </dsp:nvSpPr>
      <dsp:spPr>
        <a:xfrm>
          <a:off x="2156" y="2104526"/>
          <a:ext cx="2143124" cy="765963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4889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100" kern="1200"/>
            <a:t>including wallets, exchanges, retail</a:t>
          </a:r>
          <a:r>
            <a:rPr lang="tr-TR" sz="1100" kern="1200"/>
            <a:t> </a:t>
          </a:r>
          <a:r>
            <a:rPr lang="en-US" sz="1100" kern="1200"/>
            <a:t>applications, etc., </a:t>
          </a:r>
        </a:p>
        <a:p>
          <a:pPr marL="0" lvl="0" indent="0" algn="ctr" defTabSz="4889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100" i="1" kern="1200" dirty="0"/>
            <a:t>must </a:t>
          </a:r>
          <a:r>
            <a:rPr lang="en-US" sz="1100" kern="1200" dirty="0"/>
            <a:t>implement dynamic fees</a:t>
          </a:r>
        </a:p>
      </dsp:txBody>
      <dsp:txXfrm>
        <a:off x="2156" y="2104526"/>
        <a:ext cx="2143124" cy="765963"/>
      </dsp:txXfrm>
    </dsp:sp>
    <dsp:sp modelId="{FCD3D836-C01E-446A-A99E-DA23C85C224A}">
      <dsp:nvSpPr>
        <dsp:cNvPr id="0" name=""/>
        <dsp:cNvSpPr/>
      </dsp:nvSpPr>
      <dsp:spPr>
        <a:xfrm>
          <a:off x="3216843" y="780759"/>
          <a:ext cx="750093" cy="750093"/>
        </a:xfrm>
        <a:prstGeom prst="rect">
          <a:avLst/>
        </a:prstGeom>
        <a:blipFill>
          <a:blip xmlns:r="http://schemas.openxmlformats.org/officeDocument/2006/relationships" r:embed="rId3" cstate="email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4"/>
              </a:ext>
            </a:extLst>
          </a:blip>
          <a:stretch>
            <a:fillRect/>
          </a:stretch>
        </a:blipFill>
        <a:ln w="12700" cap="flat" cmpd="sng" algn="ctr">
          <a:noFill/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76E7F13D-1B02-4175-9836-2B556F65A27B}">
      <dsp:nvSpPr>
        <dsp:cNvPr id="0" name=""/>
        <dsp:cNvSpPr/>
      </dsp:nvSpPr>
      <dsp:spPr>
        <a:xfrm>
          <a:off x="2520328" y="1620712"/>
          <a:ext cx="2143124" cy="442019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62230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  <a:defRPr b="1"/>
          </a:pPr>
          <a:r>
            <a:rPr lang="en-US" sz="1400" kern="1200"/>
            <a:t>Dynamic fees can be implemented</a:t>
          </a:r>
        </a:p>
      </dsp:txBody>
      <dsp:txXfrm>
        <a:off x="2520328" y="1620712"/>
        <a:ext cx="2143124" cy="442019"/>
      </dsp:txXfrm>
    </dsp:sp>
    <dsp:sp modelId="{98E87F1C-BA7A-4685-8557-5083AFC8DAE8}">
      <dsp:nvSpPr>
        <dsp:cNvPr id="0" name=""/>
        <dsp:cNvSpPr/>
      </dsp:nvSpPr>
      <dsp:spPr>
        <a:xfrm>
          <a:off x="2520328" y="2104526"/>
          <a:ext cx="2143124" cy="765963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4889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100" kern="1200"/>
            <a:t>through a third-party fee estimation service </a:t>
          </a:r>
        </a:p>
        <a:p>
          <a:pPr marL="0" lvl="0" indent="0" algn="ctr" defTabSz="4889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100" kern="1200"/>
            <a:t>or with a built-in fee estimation algorithm.</a:t>
          </a:r>
        </a:p>
      </dsp:txBody>
      <dsp:txXfrm>
        <a:off x="2520328" y="2104526"/>
        <a:ext cx="2143124" cy="765963"/>
      </dsp:txXfrm>
    </dsp:sp>
    <dsp:sp modelId="{8E2BA724-F481-4B03-A4A4-79D63DC89EB8}">
      <dsp:nvSpPr>
        <dsp:cNvPr id="0" name=""/>
        <dsp:cNvSpPr/>
      </dsp:nvSpPr>
      <dsp:spPr>
        <a:xfrm>
          <a:off x="5735015" y="780759"/>
          <a:ext cx="750093" cy="750093"/>
        </a:xfrm>
        <a:prstGeom prst="rect">
          <a:avLst/>
        </a:prstGeom>
        <a:blipFill>
          <a:blip xmlns:r="http://schemas.openxmlformats.org/officeDocument/2006/relationships" r:embed="rId5" cstate="email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6"/>
              </a:ext>
            </a:extLst>
          </a:blip>
          <a:stretch>
            <a:fillRect/>
          </a:stretch>
        </a:blipFill>
        <a:ln w="12700" cap="flat" cmpd="sng" algn="ctr">
          <a:noFill/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9DABD9E3-C14C-403E-A690-A3279206E9EC}">
      <dsp:nvSpPr>
        <dsp:cNvPr id="0" name=""/>
        <dsp:cNvSpPr/>
      </dsp:nvSpPr>
      <dsp:spPr>
        <a:xfrm>
          <a:off x="5038499" y="1620712"/>
          <a:ext cx="2143124" cy="442019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62230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  <a:defRPr b="1"/>
          </a:pPr>
          <a:r>
            <a:rPr lang="en-US" sz="1400" kern="1200" dirty="0"/>
            <a:t>If you’re unsure</a:t>
          </a:r>
        </a:p>
      </dsp:txBody>
      <dsp:txXfrm>
        <a:off x="5038499" y="1620712"/>
        <a:ext cx="2143124" cy="442019"/>
      </dsp:txXfrm>
    </dsp:sp>
    <dsp:sp modelId="{BA37BE67-2C01-4643-BD81-31AA031333D4}">
      <dsp:nvSpPr>
        <dsp:cNvPr id="0" name=""/>
        <dsp:cNvSpPr/>
      </dsp:nvSpPr>
      <dsp:spPr>
        <a:xfrm>
          <a:off x="5038499" y="2104526"/>
          <a:ext cx="2143124" cy="765963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4889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100" kern="1200"/>
            <a:t>begin with a third-party service </a:t>
          </a:r>
        </a:p>
      </dsp:txBody>
      <dsp:txXfrm>
        <a:off x="5038499" y="2104526"/>
        <a:ext cx="2143124" cy="765963"/>
      </dsp:txXfrm>
    </dsp:sp>
    <dsp:sp modelId="{35751EA4-14E2-4DEB-8445-B128C7A9F94A}">
      <dsp:nvSpPr>
        <dsp:cNvPr id="0" name=""/>
        <dsp:cNvSpPr/>
      </dsp:nvSpPr>
      <dsp:spPr>
        <a:xfrm>
          <a:off x="8253187" y="780759"/>
          <a:ext cx="750093" cy="750093"/>
        </a:xfrm>
        <a:prstGeom prst="rect">
          <a:avLst/>
        </a:prstGeom>
        <a:blipFill>
          <a:blip xmlns:r="http://schemas.openxmlformats.org/officeDocument/2006/relationships" r:embed="rId7" cstate="email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8"/>
              </a:ext>
            </a:extLst>
          </a:blip>
          <a:stretch>
            <a:fillRect/>
          </a:stretch>
        </a:blipFill>
        <a:ln w="12700" cap="flat" cmpd="sng" algn="ctr">
          <a:noFill/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0306BCF2-B0A0-475E-8606-3825CDF4AE5F}">
      <dsp:nvSpPr>
        <dsp:cNvPr id="0" name=""/>
        <dsp:cNvSpPr/>
      </dsp:nvSpPr>
      <dsp:spPr>
        <a:xfrm>
          <a:off x="7556671" y="1620712"/>
          <a:ext cx="2143124" cy="442019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62230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  <a:defRPr b="1"/>
          </a:pPr>
          <a:r>
            <a:rPr lang="en-US" sz="1400" kern="1200"/>
            <a:t>as you gain experience</a:t>
          </a:r>
          <a:r>
            <a:rPr lang="tr-TR" sz="1400" kern="1200"/>
            <a:t> </a:t>
          </a:r>
          <a:endParaRPr lang="en-US" sz="1400" kern="1200"/>
        </a:p>
      </dsp:txBody>
      <dsp:txXfrm>
        <a:off x="7556671" y="1620712"/>
        <a:ext cx="2143124" cy="442019"/>
      </dsp:txXfrm>
    </dsp:sp>
    <dsp:sp modelId="{C5EF32E0-A975-4AAD-A189-E2C0F0A9FCE3}">
      <dsp:nvSpPr>
        <dsp:cNvPr id="0" name=""/>
        <dsp:cNvSpPr/>
      </dsp:nvSpPr>
      <dsp:spPr>
        <a:xfrm>
          <a:off x="7556671" y="2104526"/>
          <a:ext cx="2143124" cy="765963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4889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100" kern="1200"/>
            <a:t>design and implement your own algorithm </a:t>
          </a:r>
        </a:p>
        <a:p>
          <a:pPr marL="0" lvl="0" indent="0" algn="ctr" defTabSz="4889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100" kern="1200"/>
            <a:t>to remove the third-party</a:t>
          </a:r>
          <a:r>
            <a:rPr lang="tr-TR" sz="1100" kern="1200"/>
            <a:t> </a:t>
          </a:r>
          <a:r>
            <a:rPr lang="en-US" sz="1100" kern="1200"/>
            <a:t>dependency.</a:t>
          </a:r>
        </a:p>
      </dsp:txBody>
      <dsp:txXfrm>
        <a:off x="7556671" y="2104526"/>
        <a:ext cx="2143124" cy="765963"/>
      </dsp:txXfrm>
    </dsp:sp>
  </dsp:spTree>
</dsp:drawing>
</file>

<file path=ppt/diagrams/drawing52.xml><?xml version="1.0" encoding="utf-8"?>
<dsp:drawing xmlns:dgm="http://schemas.openxmlformats.org/drawingml/2006/diagram" xmlns:dsp="http://schemas.microsoft.com/office/drawing/2008/diagram" xmlns:a="http://schemas.openxmlformats.org/drawingml/2006/main">
  <dsp:spTree>
    <dsp:nvGrpSpPr>
      <dsp:cNvPr id="0" name=""/>
      <dsp:cNvGrpSpPr/>
    </dsp:nvGrpSpPr>
    <dsp:grpSpPr/>
    <dsp:sp modelId="{DB5CD813-875F-41FA-AF91-B2462AE050B9}">
      <dsp:nvSpPr>
        <dsp:cNvPr id="0" name=""/>
        <dsp:cNvSpPr/>
      </dsp:nvSpPr>
      <dsp:spPr>
        <a:xfrm>
          <a:off x="8575" y="490341"/>
          <a:ext cx="914574" cy="914574"/>
        </a:xfrm>
        <a:prstGeom prst="rect">
          <a:avLst/>
        </a:prstGeom>
        <a:blipFill>
          <a:blip xmlns:r="http://schemas.openxmlformats.org/officeDocument/2006/relationships" r:embed="rId1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2"/>
              </a:ext>
            </a:extLst>
          </a:blip>
          <a:stretch>
            <a:fillRect/>
          </a:stretch>
        </a:blipFill>
        <a:ln w="12700" cap="flat" cmpd="sng" algn="ctr">
          <a:noFill/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CFC2BCB5-76C6-4AD6-8D1A-DE809325D887}">
      <dsp:nvSpPr>
        <dsp:cNvPr id="0" name=""/>
        <dsp:cNvSpPr/>
      </dsp:nvSpPr>
      <dsp:spPr>
        <a:xfrm>
          <a:off x="8575" y="1519750"/>
          <a:ext cx="2613070" cy="391960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l" defTabSz="7556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  <a:defRPr b="1"/>
          </a:pPr>
          <a:r>
            <a:rPr lang="en-US" sz="1700" kern="1200" dirty="0"/>
            <a:t>calculate the appropriate fee </a:t>
          </a:r>
        </a:p>
      </dsp:txBody>
      <dsp:txXfrm>
        <a:off x="8575" y="1519750"/>
        <a:ext cx="2613070" cy="391960"/>
      </dsp:txXfrm>
    </dsp:sp>
    <dsp:sp modelId="{8EC05F6D-0884-47A1-BF16-68F97AB675AF}">
      <dsp:nvSpPr>
        <dsp:cNvPr id="0" name=""/>
        <dsp:cNvSpPr/>
      </dsp:nvSpPr>
      <dsp:spPr>
        <a:xfrm>
          <a:off x="8575" y="1965122"/>
          <a:ext cx="2613070" cy="1195786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l" defTabSz="5778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300" kern="1200"/>
            <a:t>based on capacity and the</a:t>
          </a:r>
          <a:r>
            <a:rPr lang="tr-TR" sz="1300" kern="1200"/>
            <a:t> </a:t>
          </a:r>
          <a:r>
            <a:rPr lang="en-US" sz="1300" kern="1200"/>
            <a:t>fees </a:t>
          </a:r>
        </a:p>
        <a:p>
          <a:pPr marL="0" lvl="0" indent="0" algn="l" defTabSz="5778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300" kern="1200"/>
            <a:t>offered by “competing” transactions</a:t>
          </a:r>
        </a:p>
      </dsp:txBody>
      <dsp:txXfrm>
        <a:off x="8575" y="1965122"/>
        <a:ext cx="2613070" cy="1195786"/>
      </dsp:txXfrm>
    </dsp:sp>
    <dsp:sp modelId="{333F8DEF-6B88-4CCA-A994-782AC6A9C1EC}">
      <dsp:nvSpPr>
        <dsp:cNvPr id="0" name=""/>
        <dsp:cNvSpPr/>
      </dsp:nvSpPr>
      <dsp:spPr>
        <a:xfrm>
          <a:off x="3078933" y="490341"/>
          <a:ext cx="914574" cy="914574"/>
        </a:xfrm>
        <a:prstGeom prst="rect">
          <a:avLst/>
        </a:prstGeom>
        <a:blipFill>
          <a:blip xmlns:r="http://schemas.openxmlformats.org/officeDocument/2006/relationships" r:embed="rId3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4"/>
              </a:ext>
            </a:extLst>
          </a:blip>
          <a:stretch>
            <a:fillRect/>
          </a:stretch>
        </a:blipFill>
        <a:ln w="12700" cap="flat" cmpd="sng" algn="ctr">
          <a:noFill/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9162472A-0EE7-4EF8-8879-4D238FDB7465}">
      <dsp:nvSpPr>
        <dsp:cNvPr id="0" name=""/>
        <dsp:cNvSpPr/>
      </dsp:nvSpPr>
      <dsp:spPr>
        <a:xfrm>
          <a:off x="3078933" y="1519750"/>
          <a:ext cx="2613070" cy="391960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l" defTabSz="7556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  <a:defRPr b="1"/>
          </a:pPr>
          <a:r>
            <a:rPr lang="en-US" sz="1700" kern="1200"/>
            <a:t>These algorithms range </a:t>
          </a:r>
        </a:p>
      </dsp:txBody>
      <dsp:txXfrm>
        <a:off x="3078933" y="1519750"/>
        <a:ext cx="2613070" cy="391960"/>
      </dsp:txXfrm>
    </dsp:sp>
    <dsp:sp modelId="{57E63858-B446-497E-B522-471CCFCC77BE}">
      <dsp:nvSpPr>
        <dsp:cNvPr id="0" name=""/>
        <dsp:cNvSpPr/>
      </dsp:nvSpPr>
      <dsp:spPr>
        <a:xfrm>
          <a:off x="3078933" y="1965122"/>
          <a:ext cx="2613070" cy="1195786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l" defTabSz="5778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300" kern="1200" dirty="0"/>
            <a:t>from simplistic</a:t>
          </a:r>
        </a:p>
        <a:p>
          <a:pPr marL="114300" lvl="1" indent="-114300" algn="l" defTabSz="577850">
            <a:lnSpc>
              <a:spcPct val="90000"/>
            </a:lnSpc>
            <a:spcBef>
              <a:spcPct val="0"/>
            </a:spcBef>
            <a:spcAft>
              <a:spcPct val="15000"/>
            </a:spcAft>
            <a:buChar char="•"/>
          </a:pPr>
          <a:r>
            <a:rPr lang="en-US" sz="1300" kern="1200" dirty="0"/>
            <a:t>average</a:t>
          </a:r>
        </a:p>
        <a:p>
          <a:pPr marL="114300" lvl="1" indent="-114300" algn="l" defTabSz="577850">
            <a:lnSpc>
              <a:spcPct val="90000"/>
            </a:lnSpc>
            <a:spcBef>
              <a:spcPct val="0"/>
            </a:spcBef>
            <a:spcAft>
              <a:spcPct val="15000"/>
            </a:spcAft>
            <a:buChar char="•"/>
          </a:pPr>
          <a:r>
            <a:rPr lang="en-US" sz="1300" kern="1200" dirty="0"/>
            <a:t>median fee in the last block</a:t>
          </a:r>
        </a:p>
        <a:p>
          <a:pPr marL="0" lvl="0" indent="0" algn="l" defTabSz="5778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300" kern="1200" dirty="0"/>
            <a:t>to sophisticated</a:t>
          </a:r>
        </a:p>
        <a:p>
          <a:pPr marL="114300" lvl="1" indent="-114300" algn="l" defTabSz="577850">
            <a:lnSpc>
              <a:spcPct val="90000"/>
            </a:lnSpc>
            <a:spcBef>
              <a:spcPct val="0"/>
            </a:spcBef>
            <a:spcAft>
              <a:spcPct val="15000"/>
            </a:spcAft>
            <a:buChar char="•"/>
          </a:pPr>
          <a:r>
            <a:rPr lang="en-US" sz="1300" kern="1200" dirty="0"/>
            <a:t>statistical analysis)</a:t>
          </a:r>
        </a:p>
      </dsp:txBody>
      <dsp:txXfrm>
        <a:off x="3078933" y="1965122"/>
        <a:ext cx="2613070" cy="1195786"/>
      </dsp:txXfrm>
    </dsp:sp>
    <dsp:sp modelId="{8D9EF45B-703E-498A-869C-D4382D949984}">
      <dsp:nvSpPr>
        <dsp:cNvPr id="0" name=""/>
        <dsp:cNvSpPr/>
      </dsp:nvSpPr>
      <dsp:spPr>
        <a:xfrm>
          <a:off x="6149291" y="490341"/>
          <a:ext cx="914574" cy="914574"/>
        </a:xfrm>
        <a:prstGeom prst="rect">
          <a:avLst/>
        </a:prstGeom>
        <a:blipFill>
          <a:blip xmlns:r="http://schemas.openxmlformats.org/officeDocument/2006/relationships" r:embed="rId5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6"/>
              </a:ext>
            </a:extLst>
          </a:blip>
          <a:stretch>
            <a:fillRect/>
          </a:stretch>
        </a:blipFill>
        <a:ln w="12700" cap="flat" cmpd="sng" algn="ctr">
          <a:noFill/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6C7AB4AC-8A58-4533-8F13-6A681D8BCF61}">
      <dsp:nvSpPr>
        <dsp:cNvPr id="0" name=""/>
        <dsp:cNvSpPr/>
      </dsp:nvSpPr>
      <dsp:spPr>
        <a:xfrm>
          <a:off x="6149291" y="1519750"/>
          <a:ext cx="2613070" cy="391960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l" defTabSz="7556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  <a:defRPr b="1"/>
          </a:pPr>
          <a:r>
            <a:rPr lang="en-US" sz="1700" kern="1200"/>
            <a:t>They</a:t>
          </a:r>
          <a:r>
            <a:rPr lang="tr-TR" sz="1700" kern="1200"/>
            <a:t> </a:t>
          </a:r>
          <a:r>
            <a:rPr lang="en-US" sz="1700" kern="1200"/>
            <a:t>estimate </a:t>
          </a:r>
        </a:p>
      </dsp:txBody>
      <dsp:txXfrm>
        <a:off x="6149291" y="1519750"/>
        <a:ext cx="2613070" cy="391960"/>
      </dsp:txXfrm>
    </dsp:sp>
    <dsp:sp modelId="{47378F8C-508B-4A54-8039-98F3ABFD6CE9}">
      <dsp:nvSpPr>
        <dsp:cNvPr id="0" name=""/>
        <dsp:cNvSpPr/>
      </dsp:nvSpPr>
      <dsp:spPr>
        <a:xfrm>
          <a:off x="6149291" y="1965122"/>
          <a:ext cx="2613070" cy="1195786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l" defTabSz="5778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300" kern="1200"/>
            <a:t>the necessary fee (in satoshis per byte) </a:t>
          </a:r>
        </a:p>
        <a:p>
          <a:pPr marL="0" lvl="0" indent="0" algn="l" defTabSz="5778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300" kern="1200"/>
            <a:t>that will give a transaction a high</a:t>
          </a:r>
          <a:r>
            <a:rPr lang="tr-TR" sz="1300" kern="1200"/>
            <a:t> </a:t>
          </a:r>
          <a:r>
            <a:rPr lang="en-US" sz="1300" kern="1200"/>
            <a:t>probability of being selected </a:t>
          </a:r>
        </a:p>
        <a:p>
          <a:pPr marL="0" lvl="0" indent="0" algn="l" defTabSz="5778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300" kern="1200"/>
            <a:t>and included within a certain number of blocks.</a:t>
          </a:r>
        </a:p>
      </dsp:txBody>
      <dsp:txXfrm>
        <a:off x="6149291" y="1965122"/>
        <a:ext cx="2613070" cy="1195786"/>
      </dsp:txXfrm>
    </dsp:sp>
  </dsp:spTree>
</dsp:drawing>
</file>

<file path=ppt/diagrams/drawing53.xml><?xml version="1.0" encoding="utf-8"?>
<dsp:drawing xmlns:dgm="http://schemas.openxmlformats.org/drawingml/2006/diagram" xmlns:dsp="http://schemas.microsoft.com/office/drawing/2008/diagram" xmlns:a="http://schemas.openxmlformats.org/drawingml/2006/main">
  <dsp:spTree>
    <dsp:nvGrpSpPr>
      <dsp:cNvPr id="0" name=""/>
      <dsp:cNvGrpSpPr/>
    </dsp:nvGrpSpPr>
    <dsp:grpSpPr/>
    <dsp:sp modelId="{7EA02DBE-F11F-4481-9465-99AB84F46094}">
      <dsp:nvSpPr>
        <dsp:cNvPr id="0" name=""/>
        <dsp:cNvSpPr/>
      </dsp:nvSpPr>
      <dsp:spPr>
        <a:xfrm>
          <a:off x="943992" y="686822"/>
          <a:ext cx="1012921" cy="1012921"/>
        </a:xfrm>
        <a:prstGeom prst="rect">
          <a:avLst/>
        </a:prstGeom>
        <a:blipFill>
          <a:blip xmlns:r="http://schemas.openxmlformats.org/officeDocument/2006/relationships" r:embed="rId1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2"/>
              </a:ext>
            </a:extLst>
          </a:blip>
          <a:stretch>
            <a:fillRect/>
          </a:stretch>
        </a:blipFill>
        <a:ln w="12700" cap="flat" cmpd="sng" algn="ctr">
          <a:noFill/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5104C154-2830-4DE7-91FC-5A20516D041C}">
      <dsp:nvSpPr>
        <dsp:cNvPr id="0" name=""/>
        <dsp:cNvSpPr/>
      </dsp:nvSpPr>
      <dsp:spPr>
        <a:xfrm>
          <a:off x="3421" y="1797681"/>
          <a:ext cx="2894062" cy="434109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7556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  <a:defRPr b="1"/>
          </a:pPr>
          <a:r>
            <a:rPr lang="tr-TR" sz="1700" kern="1200"/>
            <a:t>Most </a:t>
          </a:r>
          <a:r>
            <a:rPr lang="en-US" sz="1700" kern="1200"/>
            <a:t>services offer users </a:t>
          </a:r>
        </a:p>
      </dsp:txBody>
      <dsp:txXfrm>
        <a:off x="3421" y="1797681"/>
        <a:ext cx="2894062" cy="434109"/>
      </dsp:txXfrm>
    </dsp:sp>
    <dsp:sp modelId="{FE810472-2F9B-4578-8CC6-4188C428ECAF}">
      <dsp:nvSpPr>
        <dsp:cNvPr id="0" name=""/>
        <dsp:cNvSpPr/>
      </dsp:nvSpPr>
      <dsp:spPr>
        <a:xfrm>
          <a:off x="3421" y="2277343"/>
          <a:ext cx="2894062" cy="687084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5778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300" kern="1200"/>
            <a:t>the option of choosing </a:t>
          </a:r>
        </a:p>
        <a:p>
          <a:pPr marL="0" lvl="0" indent="0" algn="ctr" defTabSz="5778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300" kern="1200"/>
            <a:t>high, medium, or low priority fees. </a:t>
          </a:r>
        </a:p>
      </dsp:txBody>
      <dsp:txXfrm>
        <a:off x="3421" y="2277343"/>
        <a:ext cx="2894062" cy="687084"/>
      </dsp:txXfrm>
    </dsp:sp>
    <dsp:sp modelId="{FB0E8B65-E5E8-4F99-8E89-3C9016AF67F8}">
      <dsp:nvSpPr>
        <dsp:cNvPr id="0" name=""/>
        <dsp:cNvSpPr/>
      </dsp:nvSpPr>
      <dsp:spPr>
        <a:xfrm>
          <a:off x="4344515" y="686822"/>
          <a:ext cx="1012921" cy="1012921"/>
        </a:xfrm>
        <a:prstGeom prst="rect">
          <a:avLst/>
        </a:prstGeom>
        <a:blipFill>
          <a:blip xmlns:r="http://schemas.openxmlformats.org/officeDocument/2006/relationships" r:embed="rId3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4"/>
              </a:ext>
            </a:extLst>
          </a:blip>
          <a:stretch>
            <a:fillRect/>
          </a:stretch>
        </a:blipFill>
        <a:ln w="12700" cap="flat" cmpd="sng" algn="ctr">
          <a:noFill/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C186FBC1-7084-4565-811F-FA5F2652E3DD}">
      <dsp:nvSpPr>
        <dsp:cNvPr id="0" name=""/>
        <dsp:cNvSpPr/>
      </dsp:nvSpPr>
      <dsp:spPr>
        <a:xfrm>
          <a:off x="3403945" y="1797681"/>
          <a:ext cx="2894062" cy="434109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7556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  <a:defRPr b="1"/>
          </a:pPr>
          <a:r>
            <a:rPr lang="en-US" sz="1700" kern="1200"/>
            <a:t>High</a:t>
          </a:r>
          <a:r>
            <a:rPr lang="tr-TR" sz="1700" kern="1200"/>
            <a:t> </a:t>
          </a:r>
          <a:r>
            <a:rPr lang="en-US" sz="1700" kern="1200"/>
            <a:t>priority means </a:t>
          </a:r>
        </a:p>
      </dsp:txBody>
      <dsp:txXfrm>
        <a:off x="3403945" y="1797681"/>
        <a:ext cx="2894062" cy="434109"/>
      </dsp:txXfrm>
    </dsp:sp>
    <dsp:sp modelId="{893D797C-B578-4C88-8807-99C571DA4CBD}">
      <dsp:nvSpPr>
        <dsp:cNvPr id="0" name=""/>
        <dsp:cNvSpPr/>
      </dsp:nvSpPr>
      <dsp:spPr>
        <a:xfrm>
          <a:off x="3403945" y="2277343"/>
          <a:ext cx="2894062" cy="687084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5778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300" kern="1200"/>
            <a:t>users pay higher fees but the transaction is likely </a:t>
          </a:r>
        </a:p>
        <a:p>
          <a:pPr marL="0" lvl="0" indent="0" algn="ctr" defTabSz="5778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300" kern="1200"/>
            <a:t>to be included in the</a:t>
          </a:r>
          <a:r>
            <a:rPr lang="tr-TR" sz="1300" kern="1200"/>
            <a:t> </a:t>
          </a:r>
          <a:r>
            <a:rPr lang="en-US" sz="1300" kern="1200"/>
            <a:t>next block. </a:t>
          </a:r>
        </a:p>
      </dsp:txBody>
      <dsp:txXfrm>
        <a:off x="3403945" y="2277343"/>
        <a:ext cx="2894062" cy="687084"/>
      </dsp:txXfrm>
    </dsp:sp>
    <dsp:sp modelId="{22ECF860-E0D9-419F-9CE6-610C42D90145}">
      <dsp:nvSpPr>
        <dsp:cNvPr id="0" name=""/>
        <dsp:cNvSpPr/>
      </dsp:nvSpPr>
      <dsp:spPr>
        <a:xfrm>
          <a:off x="7745039" y="686822"/>
          <a:ext cx="1012921" cy="1012921"/>
        </a:xfrm>
        <a:prstGeom prst="rect">
          <a:avLst/>
        </a:prstGeom>
        <a:blipFill>
          <a:blip xmlns:r="http://schemas.openxmlformats.org/officeDocument/2006/relationships" r:embed="rId5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6"/>
              </a:ext>
            </a:extLst>
          </a:blip>
          <a:stretch>
            <a:fillRect/>
          </a:stretch>
        </a:blipFill>
        <a:ln w="12700" cap="flat" cmpd="sng" algn="ctr">
          <a:noFill/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63DD4361-F03C-440F-AC83-51115AEDD4C5}">
      <dsp:nvSpPr>
        <dsp:cNvPr id="0" name=""/>
        <dsp:cNvSpPr/>
      </dsp:nvSpPr>
      <dsp:spPr>
        <a:xfrm>
          <a:off x="6804468" y="1797681"/>
          <a:ext cx="2894062" cy="434109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7556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  <a:defRPr b="1"/>
          </a:pPr>
          <a:r>
            <a:rPr lang="en-US" sz="1700" kern="1200"/>
            <a:t>Medium and low priority means </a:t>
          </a:r>
        </a:p>
      </dsp:txBody>
      <dsp:txXfrm>
        <a:off x="6804468" y="1797681"/>
        <a:ext cx="2894062" cy="434109"/>
      </dsp:txXfrm>
    </dsp:sp>
    <dsp:sp modelId="{BE70C1B0-167C-4E70-9384-1DE7719B4C46}">
      <dsp:nvSpPr>
        <dsp:cNvPr id="0" name=""/>
        <dsp:cNvSpPr/>
      </dsp:nvSpPr>
      <dsp:spPr>
        <a:xfrm>
          <a:off x="6804468" y="2277343"/>
          <a:ext cx="2894062" cy="687084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5778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300" kern="1200"/>
            <a:t>users pay lower transaction fees </a:t>
          </a:r>
        </a:p>
        <a:p>
          <a:pPr marL="0" lvl="0" indent="0" algn="ctr" defTabSz="5778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300" kern="1200"/>
            <a:t>but the</a:t>
          </a:r>
          <a:r>
            <a:rPr lang="tr-TR" sz="1300" kern="1200"/>
            <a:t> </a:t>
          </a:r>
          <a:r>
            <a:rPr lang="en-US" sz="1300" kern="1200"/>
            <a:t>transactions may take much longer to confirm.</a:t>
          </a:r>
        </a:p>
      </dsp:txBody>
      <dsp:txXfrm>
        <a:off x="6804468" y="2277343"/>
        <a:ext cx="2894062" cy="687084"/>
      </dsp:txXfrm>
    </dsp:sp>
  </dsp:spTree>
</dsp:drawing>
</file>

<file path=ppt/diagrams/drawing54.xml><?xml version="1.0" encoding="utf-8"?>
<dsp:drawing xmlns:dgm="http://schemas.openxmlformats.org/drawingml/2006/diagram" xmlns:dsp="http://schemas.microsoft.com/office/drawing/2008/diagram" xmlns:a="http://schemas.openxmlformats.org/drawingml/2006/main">
  <dsp:spTree>
    <dsp:nvGrpSpPr>
      <dsp:cNvPr id="0" name=""/>
      <dsp:cNvGrpSpPr/>
    </dsp:nvGrpSpPr>
    <dsp:grpSpPr/>
    <dsp:sp modelId="{186B4ECA-EEFF-4470-B2B5-159E4FBFDE51}">
      <dsp:nvSpPr>
        <dsp:cNvPr id="0" name=""/>
        <dsp:cNvSpPr/>
      </dsp:nvSpPr>
      <dsp:spPr>
        <a:xfrm>
          <a:off x="698671" y="879740"/>
          <a:ext cx="750093" cy="750093"/>
        </a:xfrm>
        <a:prstGeom prst="rect">
          <a:avLst/>
        </a:prstGeom>
        <a:blipFill>
          <a:blip xmlns:r="http://schemas.openxmlformats.org/officeDocument/2006/relationships" r:embed="rId1" cstate="email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2"/>
              </a:ext>
            </a:extLst>
          </a:blip>
          <a:stretch>
            <a:fillRect/>
          </a:stretch>
        </a:blipFill>
        <a:ln w="12700" cap="flat" cmpd="sng" algn="ctr">
          <a:noFill/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6078E070-075C-4026-8A7D-ED40CB801871}">
      <dsp:nvSpPr>
        <dsp:cNvPr id="0" name=""/>
        <dsp:cNvSpPr/>
      </dsp:nvSpPr>
      <dsp:spPr>
        <a:xfrm>
          <a:off x="2156" y="1711180"/>
          <a:ext cx="2143124" cy="442019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62230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  <a:defRPr b="1"/>
          </a:pPr>
          <a:r>
            <a:rPr lang="en-US" sz="1400" kern="1200"/>
            <a:t>The data structure of transactions </a:t>
          </a:r>
        </a:p>
      </dsp:txBody>
      <dsp:txXfrm>
        <a:off x="2156" y="1711180"/>
        <a:ext cx="2143124" cy="442019"/>
      </dsp:txXfrm>
    </dsp:sp>
    <dsp:sp modelId="{404C7440-2EE1-457C-ABE6-AEC20907E668}">
      <dsp:nvSpPr>
        <dsp:cNvPr id="0" name=""/>
        <dsp:cNvSpPr/>
      </dsp:nvSpPr>
      <dsp:spPr>
        <a:xfrm>
          <a:off x="2156" y="2191035"/>
          <a:ext cx="2143124" cy="580473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4889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100" kern="1200"/>
            <a:t>does not have a field for fees. </a:t>
          </a:r>
        </a:p>
      </dsp:txBody>
      <dsp:txXfrm>
        <a:off x="2156" y="2191035"/>
        <a:ext cx="2143124" cy="580473"/>
      </dsp:txXfrm>
    </dsp:sp>
    <dsp:sp modelId="{4DD17C13-418E-4278-A712-596C73FE610E}">
      <dsp:nvSpPr>
        <dsp:cNvPr id="0" name=""/>
        <dsp:cNvSpPr/>
      </dsp:nvSpPr>
      <dsp:spPr>
        <a:xfrm>
          <a:off x="3216843" y="879740"/>
          <a:ext cx="750093" cy="750093"/>
        </a:xfrm>
        <a:prstGeom prst="rect">
          <a:avLst/>
        </a:prstGeom>
        <a:blipFill>
          <a:blip xmlns:r="http://schemas.openxmlformats.org/officeDocument/2006/relationships" r:embed="rId3" cstate="email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4"/>
              </a:ext>
            </a:extLst>
          </a:blip>
          <a:stretch>
            <a:fillRect/>
          </a:stretch>
        </a:blipFill>
        <a:ln w="12700" cap="flat" cmpd="sng" algn="ctr">
          <a:noFill/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5A3BBAF2-61C2-4754-8ACB-291F15249C72}">
      <dsp:nvSpPr>
        <dsp:cNvPr id="0" name=""/>
        <dsp:cNvSpPr/>
      </dsp:nvSpPr>
      <dsp:spPr>
        <a:xfrm>
          <a:off x="2520328" y="1711180"/>
          <a:ext cx="2143124" cy="442019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62230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  <a:defRPr b="1"/>
          </a:pPr>
          <a:r>
            <a:rPr lang="en-US" sz="1400" kern="1200"/>
            <a:t>fees are</a:t>
          </a:r>
          <a:r>
            <a:rPr lang="tr-TR" sz="1400" kern="1200"/>
            <a:t> </a:t>
          </a:r>
          <a:r>
            <a:rPr lang="en-US" sz="1400" kern="1200"/>
            <a:t>implied </a:t>
          </a:r>
        </a:p>
      </dsp:txBody>
      <dsp:txXfrm>
        <a:off x="2520328" y="1711180"/>
        <a:ext cx="2143124" cy="442019"/>
      </dsp:txXfrm>
    </dsp:sp>
    <dsp:sp modelId="{A31D2662-890F-4DAD-9800-4336C72E980D}">
      <dsp:nvSpPr>
        <dsp:cNvPr id="0" name=""/>
        <dsp:cNvSpPr/>
      </dsp:nvSpPr>
      <dsp:spPr>
        <a:xfrm>
          <a:off x="2520328" y="2191035"/>
          <a:ext cx="2143124" cy="580473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4889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100" kern="1200"/>
            <a:t>as the difference between the sum of inputs </a:t>
          </a:r>
        </a:p>
        <a:p>
          <a:pPr marL="0" lvl="0" indent="0" algn="ctr" defTabSz="4889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100" kern="1200"/>
            <a:t>and the sum of outputs.</a:t>
          </a:r>
        </a:p>
      </dsp:txBody>
      <dsp:txXfrm>
        <a:off x="2520328" y="2191035"/>
        <a:ext cx="2143124" cy="580473"/>
      </dsp:txXfrm>
    </dsp:sp>
    <dsp:sp modelId="{C81757C6-6024-42FA-923E-742EC30CD53D}">
      <dsp:nvSpPr>
        <dsp:cNvPr id="0" name=""/>
        <dsp:cNvSpPr/>
      </dsp:nvSpPr>
      <dsp:spPr>
        <a:xfrm>
          <a:off x="5735015" y="879740"/>
          <a:ext cx="750093" cy="750093"/>
        </a:xfrm>
        <a:prstGeom prst="rect">
          <a:avLst/>
        </a:prstGeom>
        <a:blipFill>
          <a:blip xmlns:r="http://schemas.openxmlformats.org/officeDocument/2006/relationships" r:embed="rId5" cstate="email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6"/>
              </a:ext>
            </a:extLst>
          </a:blip>
          <a:stretch>
            <a:fillRect/>
          </a:stretch>
        </a:blipFill>
        <a:ln w="12700" cap="flat" cmpd="sng" algn="ctr">
          <a:noFill/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7FA8380B-1DDC-44EE-B1B5-D5048B6114E6}">
      <dsp:nvSpPr>
        <dsp:cNvPr id="0" name=""/>
        <dsp:cNvSpPr/>
      </dsp:nvSpPr>
      <dsp:spPr>
        <a:xfrm>
          <a:off x="5038499" y="1711180"/>
          <a:ext cx="2143124" cy="442019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62230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  <a:defRPr b="1"/>
          </a:pPr>
          <a:r>
            <a:rPr lang="en-US" sz="1400" kern="1200"/>
            <a:t>Any</a:t>
          </a:r>
          <a:r>
            <a:rPr lang="tr-TR" sz="1400" kern="1200"/>
            <a:t> </a:t>
          </a:r>
          <a:r>
            <a:rPr lang="en-US" sz="1400" kern="1200"/>
            <a:t>excess amount </a:t>
          </a:r>
        </a:p>
      </dsp:txBody>
      <dsp:txXfrm>
        <a:off x="5038499" y="1711180"/>
        <a:ext cx="2143124" cy="442019"/>
      </dsp:txXfrm>
    </dsp:sp>
    <dsp:sp modelId="{3BA98E8B-5282-4823-AF90-F09A91C6FD76}">
      <dsp:nvSpPr>
        <dsp:cNvPr id="0" name=""/>
        <dsp:cNvSpPr/>
      </dsp:nvSpPr>
      <dsp:spPr>
        <a:xfrm>
          <a:off x="5038499" y="2191035"/>
          <a:ext cx="2143124" cy="580473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4889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100" kern="1200"/>
            <a:t>that remains after all outputs</a:t>
          </a:r>
        </a:p>
        <a:p>
          <a:pPr marL="0" lvl="0" indent="0" algn="ctr" defTabSz="4889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100" kern="1200"/>
            <a:t>have been deducted </a:t>
          </a:r>
        </a:p>
      </dsp:txBody>
      <dsp:txXfrm>
        <a:off x="5038499" y="2191035"/>
        <a:ext cx="2143124" cy="580473"/>
      </dsp:txXfrm>
    </dsp:sp>
    <dsp:sp modelId="{3F7776F3-5826-4C1D-8233-2F30BF5EBD9D}">
      <dsp:nvSpPr>
        <dsp:cNvPr id="0" name=""/>
        <dsp:cNvSpPr/>
      </dsp:nvSpPr>
      <dsp:spPr>
        <a:xfrm>
          <a:off x="8253187" y="879740"/>
          <a:ext cx="750093" cy="750093"/>
        </a:xfrm>
        <a:prstGeom prst="rect">
          <a:avLst/>
        </a:prstGeom>
        <a:blipFill>
          <a:blip xmlns:r="http://schemas.openxmlformats.org/officeDocument/2006/relationships" r:embed="rId7" cstate="email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8"/>
              </a:ext>
            </a:extLst>
          </a:blip>
          <a:stretch>
            <a:fillRect/>
          </a:stretch>
        </a:blipFill>
        <a:ln w="12700" cap="flat" cmpd="sng" algn="ctr">
          <a:noFill/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3721B393-378A-4916-A2EF-EE7E328AE983}">
      <dsp:nvSpPr>
        <dsp:cNvPr id="0" name=""/>
        <dsp:cNvSpPr/>
      </dsp:nvSpPr>
      <dsp:spPr>
        <a:xfrm>
          <a:off x="7556671" y="1711180"/>
          <a:ext cx="2143124" cy="442019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62230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  <a:defRPr b="1"/>
          </a:pPr>
          <a:r>
            <a:rPr lang="en-US" sz="1400" kern="1200"/>
            <a:t>from all inputs is the</a:t>
          </a:r>
          <a:r>
            <a:rPr lang="tr-TR" sz="1400" kern="1200"/>
            <a:t> </a:t>
          </a:r>
          <a:r>
            <a:rPr lang="en-US" sz="1400" kern="1200"/>
            <a:t>fee </a:t>
          </a:r>
        </a:p>
      </dsp:txBody>
      <dsp:txXfrm>
        <a:off x="7556671" y="1711180"/>
        <a:ext cx="2143124" cy="442019"/>
      </dsp:txXfrm>
    </dsp:sp>
    <dsp:sp modelId="{2F1CD0E0-BF29-41E3-8FEF-F17DE2DC8A09}">
      <dsp:nvSpPr>
        <dsp:cNvPr id="0" name=""/>
        <dsp:cNvSpPr/>
      </dsp:nvSpPr>
      <dsp:spPr>
        <a:xfrm>
          <a:off x="7556671" y="2191035"/>
          <a:ext cx="2143124" cy="580473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4889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100" kern="1200"/>
            <a:t>that is collected by the miners:</a:t>
          </a:r>
        </a:p>
        <a:p>
          <a:pPr marL="0" lvl="0" indent="0" algn="ctr" defTabSz="4889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100" kern="1200"/>
            <a:t>Fees = Sum(Inputs) – Sum(Outputs)</a:t>
          </a:r>
        </a:p>
      </dsp:txBody>
      <dsp:txXfrm>
        <a:off x="7556671" y="2191035"/>
        <a:ext cx="2143124" cy="580473"/>
      </dsp:txXfrm>
    </dsp:sp>
  </dsp:spTree>
</dsp:drawing>
</file>

<file path=ppt/diagrams/drawing55.xml><?xml version="1.0" encoding="utf-8"?>
<dsp:drawing xmlns:dgm="http://schemas.openxmlformats.org/drawingml/2006/diagram" xmlns:dsp="http://schemas.microsoft.com/office/drawing/2008/diagram" xmlns:a="http://schemas.openxmlformats.org/drawingml/2006/main">
  <dsp:spTree>
    <dsp:nvGrpSpPr>
      <dsp:cNvPr id="0" name=""/>
      <dsp:cNvGrpSpPr/>
    </dsp:nvGrpSpPr>
    <dsp:grpSpPr/>
    <dsp:sp modelId="{DA3258D4-423D-4634-9692-C42061586CF4}">
      <dsp:nvSpPr>
        <dsp:cNvPr id="0" name=""/>
        <dsp:cNvSpPr/>
      </dsp:nvSpPr>
      <dsp:spPr>
        <a:xfrm>
          <a:off x="4297" y="879740"/>
          <a:ext cx="915468" cy="915468"/>
        </a:xfrm>
        <a:prstGeom prst="rect">
          <a:avLst/>
        </a:prstGeom>
        <a:blipFill>
          <a:blip xmlns:r="http://schemas.openxmlformats.org/officeDocument/2006/relationships" r:embed="rId1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2"/>
              </a:ext>
            </a:extLst>
          </a:blip>
          <a:stretch>
            <a:fillRect/>
          </a:stretch>
        </a:blipFill>
        <a:ln w="12700" cap="flat" cmpd="sng" algn="ctr">
          <a:noFill/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3D42B134-7F11-4495-A527-CE11CE12BB62}">
      <dsp:nvSpPr>
        <dsp:cNvPr id="0" name=""/>
        <dsp:cNvSpPr/>
      </dsp:nvSpPr>
      <dsp:spPr>
        <a:xfrm>
          <a:off x="4297" y="1876555"/>
          <a:ext cx="2615625" cy="441386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l" defTabSz="62230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  <a:defRPr b="1"/>
          </a:pPr>
          <a:r>
            <a:rPr lang="en-US" sz="1400" kern="1200"/>
            <a:t>if you consume a 20-bitcoin UTXO </a:t>
          </a:r>
        </a:p>
      </dsp:txBody>
      <dsp:txXfrm>
        <a:off x="4297" y="1876555"/>
        <a:ext cx="2615625" cy="441386"/>
      </dsp:txXfrm>
    </dsp:sp>
    <dsp:sp modelId="{F998E9E1-E396-4AC1-8FBF-2D2C8D626A86}">
      <dsp:nvSpPr>
        <dsp:cNvPr id="0" name=""/>
        <dsp:cNvSpPr/>
      </dsp:nvSpPr>
      <dsp:spPr>
        <a:xfrm>
          <a:off x="4297" y="2355777"/>
          <a:ext cx="2615625" cy="415731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l" defTabSz="4889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100" kern="1200"/>
            <a:t>to make a 1-bitcoin payment, </a:t>
          </a:r>
        </a:p>
      </dsp:txBody>
      <dsp:txXfrm>
        <a:off x="4297" y="2355777"/>
        <a:ext cx="2615625" cy="415731"/>
      </dsp:txXfrm>
    </dsp:sp>
    <dsp:sp modelId="{EF9C339F-D13B-4222-9BED-4D1D9280EFF1}">
      <dsp:nvSpPr>
        <dsp:cNvPr id="0" name=""/>
        <dsp:cNvSpPr/>
      </dsp:nvSpPr>
      <dsp:spPr>
        <a:xfrm>
          <a:off x="3077656" y="879740"/>
          <a:ext cx="915468" cy="915468"/>
        </a:xfrm>
        <a:prstGeom prst="rect">
          <a:avLst/>
        </a:prstGeom>
        <a:blipFill>
          <a:blip xmlns:r="http://schemas.openxmlformats.org/officeDocument/2006/relationships" r:embed="rId3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4"/>
              </a:ext>
            </a:extLst>
          </a:blip>
          <a:stretch>
            <a:fillRect/>
          </a:stretch>
        </a:blipFill>
        <a:ln w="12700" cap="flat" cmpd="sng" algn="ctr">
          <a:noFill/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746C4901-823E-407E-B9D0-9DFEF882158F}">
      <dsp:nvSpPr>
        <dsp:cNvPr id="0" name=""/>
        <dsp:cNvSpPr/>
      </dsp:nvSpPr>
      <dsp:spPr>
        <a:xfrm>
          <a:off x="3077656" y="1876555"/>
          <a:ext cx="2615625" cy="441386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l" defTabSz="62230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  <a:defRPr b="1"/>
          </a:pPr>
          <a:r>
            <a:rPr lang="en-US" sz="1400" kern="1200"/>
            <a:t>You</a:t>
          </a:r>
          <a:r>
            <a:rPr lang="tr-TR" sz="1400" kern="1200"/>
            <a:t> </a:t>
          </a:r>
          <a:r>
            <a:rPr lang="en-US" sz="1400" kern="1200"/>
            <a:t>must include a 19-bitcoin change output </a:t>
          </a:r>
        </a:p>
      </dsp:txBody>
      <dsp:txXfrm>
        <a:off x="3077656" y="1876555"/>
        <a:ext cx="2615625" cy="441386"/>
      </dsp:txXfrm>
    </dsp:sp>
    <dsp:sp modelId="{4F86A541-6B24-489A-9966-A10E076F5571}">
      <dsp:nvSpPr>
        <dsp:cNvPr id="0" name=""/>
        <dsp:cNvSpPr/>
      </dsp:nvSpPr>
      <dsp:spPr>
        <a:xfrm>
          <a:off x="3077656" y="2355777"/>
          <a:ext cx="2615625" cy="415731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l" defTabSz="4889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100" kern="1200"/>
            <a:t>back to your wallet. </a:t>
          </a:r>
        </a:p>
      </dsp:txBody>
      <dsp:txXfrm>
        <a:off x="3077656" y="2355777"/>
        <a:ext cx="2615625" cy="415731"/>
      </dsp:txXfrm>
    </dsp:sp>
    <dsp:sp modelId="{623D49B2-DB91-43CD-9690-D1FECF5C160B}">
      <dsp:nvSpPr>
        <dsp:cNvPr id="0" name=""/>
        <dsp:cNvSpPr/>
      </dsp:nvSpPr>
      <dsp:spPr>
        <a:xfrm>
          <a:off x="6151015" y="879740"/>
          <a:ext cx="915468" cy="915468"/>
        </a:xfrm>
        <a:prstGeom prst="rect">
          <a:avLst/>
        </a:prstGeom>
        <a:blipFill>
          <a:blip xmlns:r="http://schemas.openxmlformats.org/officeDocument/2006/relationships" r:embed="rId5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6"/>
              </a:ext>
            </a:extLst>
          </a:blip>
          <a:stretch>
            <a:fillRect/>
          </a:stretch>
        </a:blipFill>
        <a:ln w="12700" cap="flat" cmpd="sng" algn="ctr">
          <a:noFill/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BC911EA4-723E-4673-9ECA-F91B20FDB081}">
      <dsp:nvSpPr>
        <dsp:cNvPr id="0" name=""/>
        <dsp:cNvSpPr/>
      </dsp:nvSpPr>
      <dsp:spPr>
        <a:xfrm>
          <a:off x="6151015" y="1876555"/>
          <a:ext cx="2615625" cy="441386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l" defTabSz="62230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  <a:defRPr b="1"/>
          </a:pPr>
          <a:r>
            <a:rPr lang="en-US" sz="1400" kern="1200"/>
            <a:t>Otherwise, the 19-bitcoin “leftover” </a:t>
          </a:r>
        </a:p>
      </dsp:txBody>
      <dsp:txXfrm>
        <a:off x="6151015" y="1876555"/>
        <a:ext cx="2615625" cy="441386"/>
      </dsp:txXfrm>
    </dsp:sp>
    <dsp:sp modelId="{56337D91-BE30-47D8-AEC3-B030E923AD4A}">
      <dsp:nvSpPr>
        <dsp:cNvPr id="0" name=""/>
        <dsp:cNvSpPr/>
      </dsp:nvSpPr>
      <dsp:spPr>
        <a:xfrm>
          <a:off x="6151015" y="2355777"/>
          <a:ext cx="2615625" cy="415731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l" defTabSz="4889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100" kern="1200"/>
            <a:t>will be counted as a transaction fee </a:t>
          </a:r>
        </a:p>
        <a:p>
          <a:pPr marL="0" lvl="0" indent="0" algn="l" defTabSz="4889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100" kern="1200"/>
            <a:t>and will be collected by the</a:t>
          </a:r>
          <a:r>
            <a:rPr lang="tr-TR" sz="1100" kern="1200"/>
            <a:t> miner</a:t>
          </a:r>
          <a:endParaRPr lang="en-US" sz="1100" kern="1200"/>
        </a:p>
      </dsp:txBody>
      <dsp:txXfrm>
        <a:off x="6151015" y="2355777"/>
        <a:ext cx="2615625" cy="415731"/>
      </dsp:txXfrm>
    </dsp:sp>
  </dsp:spTree>
</dsp:drawing>
</file>

<file path=ppt/diagrams/drawing56.xml><?xml version="1.0" encoding="utf-8"?>
<dsp:drawing xmlns:dgm="http://schemas.openxmlformats.org/drawingml/2006/diagram" xmlns:dsp="http://schemas.microsoft.com/office/drawing/2008/diagram" xmlns:a="http://schemas.openxmlformats.org/drawingml/2006/main">
  <dsp:spTree>
    <dsp:nvGrpSpPr>
      <dsp:cNvPr id="0" name=""/>
      <dsp:cNvGrpSpPr/>
    </dsp:nvGrpSpPr>
    <dsp:grpSpPr/>
    <dsp:sp modelId="{EF625A96-3FA0-40B9-86E2-ABC9777F1FEC}">
      <dsp:nvSpPr>
        <dsp:cNvPr id="0" name=""/>
        <dsp:cNvSpPr/>
      </dsp:nvSpPr>
      <dsp:spPr>
        <a:xfrm>
          <a:off x="0" y="47891"/>
          <a:ext cx="6563311" cy="815490"/>
        </a:xfrm>
        <a:prstGeom prst="roundRect">
          <a:avLst/>
        </a:prstGeom>
        <a:solidFill>
          <a:schemeClr val="accent1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1">
              <a:hueOff val="0"/>
              <a:satOff val="0"/>
              <a:lumOff val="0"/>
              <a:alphaOff val="0"/>
            </a:schemeClr>
          </a:solidFill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129540" tIns="129540" rIns="129540" bIns="129540" numCol="1" spcCol="1270" anchor="ctr" anchorCtr="0">
          <a:noAutofit/>
        </a:bodyPr>
        <a:lstStyle/>
        <a:p>
          <a:pPr marL="0" lvl="0" indent="0" algn="l" defTabSz="151130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tr-TR" sz="3400" kern="1200"/>
            <a:t>Turing Incompleteness</a:t>
          </a:r>
          <a:endParaRPr lang="en-US" sz="3400" kern="1200"/>
        </a:p>
      </dsp:txBody>
      <dsp:txXfrm>
        <a:off x="39809" y="87700"/>
        <a:ext cx="6483693" cy="735872"/>
      </dsp:txXfrm>
    </dsp:sp>
    <dsp:sp modelId="{2DD0E88D-B6A5-4763-8920-351635D8FB09}">
      <dsp:nvSpPr>
        <dsp:cNvPr id="0" name=""/>
        <dsp:cNvSpPr/>
      </dsp:nvSpPr>
      <dsp:spPr>
        <a:xfrm>
          <a:off x="0" y="961302"/>
          <a:ext cx="6563311" cy="815490"/>
        </a:xfrm>
        <a:prstGeom prst="roundRect">
          <a:avLst/>
        </a:prstGeom>
        <a:solidFill>
          <a:schemeClr val="accent1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1">
              <a:hueOff val="0"/>
              <a:satOff val="0"/>
              <a:lumOff val="0"/>
              <a:alphaOff val="0"/>
            </a:schemeClr>
          </a:solidFill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129540" tIns="129540" rIns="129540" bIns="129540" numCol="1" spcCol="1270" anchor="ctr" anchorCtr="0">
          <a:noAutofit/>
        </a:bodyPr>
        <a:lstStyle/>
        <a:p>
          <a:pPr marL="0" lvl="0" indent="0" algn="l" defTabSz="151130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tr-TR" sz="3400" kern="1200"/>
            <a:t>Stateless Verification</a:t>
          </a:r>
          <a:endParaRPr lang="en-US" sz="3400" kern="1200"/>
        </a:p>
      </dsp:txBody>
      <dsp:txXfrm>
        <a:off x="39809" y="1001111"/>
        <a:ext cx="6483693" cy="735872"/>
      </dsp:txXfrm>
    </dsp:sp>
    <dsp:sp modelId="{215295F8-44E4-4871-89C1-C3B5BB6DBE02}">
      <dsp:nvSpPr>
        <dsp:cNvPr id="0" name=""/>
        <dsp:cNvSpPr/>
      </dsp:nvSpPr>
      <dsp:spPr>
        <a:xfrm>
          <a:off x="0" y="1874712"/>
          <a:ext cx="6563311" cy="815490"/>
        </a:xfrm>
        <a:prstGeom prst="roundRect">
          <a:avLst/>
        </a:prstGeom>
        <a:solidFill>
          <a:schemeClr val="accent1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1">
              <a:hueOff val="0"/>
              <a:satOff val="0"/>
              <a:lumOff val="0"/>
              <a:alphaOff val="0"/>
            </a:schemeClr>
          </a:solidFill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129540" tIns="129540" rIns="129540" bIns="129540" numCol="1" spcCol="1270" anchor="ctr" anchorCtr="0">
          <a:noAutofit/>
        </a:bodyPr>
        <a:lstStyle/>
        <a:p>
          <a:pPr marL="0" lvl="0" indent="0" algn="l" defTabSz="151130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tr-TR" sz="3400" kern="1200"/>
            <a:t>Script Construction</a:t>
          </a:r>
          <a:endParaRPr lang="en-US" sz="3400" kern="1200"/>
        </a:p>
      </dsp:txBody>
      <dsp:txXfrm>
        <a:off x="39809" y="1914521"/>
        <a:ext cx="6483693" cy="735872"/>
      </dsp:txXfrm>
    </dsp:sp>
    <dsp:sp modelId="{02245F6F-97AE-4291-A50B-04D9A79F9D57}">
      <dsp:nvSpPr>
        <dsp:cNvPr id="0" name=""/>
        <dsp:cNvSpPr/>
      </dsp:nvSpPr>
      <dsp:spPr>
        <a:xfrm>
          <a:off x="0" y="2788122"/>
          <a:ext cx="6563311" cy="815490"/>
        </a:xfrm>
        <a:prstGeom prst="roundRect">
          <a:avLst/>
        </a:prstGeom>
        <a:solidFill>
          <a:schemeClr val="accent1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1">
              <a:hueOff val="0"/>
              <a:satOff val="0"/>
              <a:lumOff val="0"/>
              <a:alphaOff val="0"/>
            </a:schemeClr>
          </a:solidFill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129540" tIns="129540" rIns="129540" bIns="129540" numCol="1" spcCol="1270" anchor="ctr" anchorCtr="0">
          <a:noAutofit/>
        </a:bodyPr>
        <a:lstStyle/>
        <a:p>
          <a:pPr marL="0" lvl="0" indent="0" algn="l" defTabSz="151130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tr-TR" sz="3400" kern="1200"/>
            <a:t>Pay-to-Public-Key-Hash</a:t>
          </a:r>
          <a:endParaRPr lang="en-US" sz="3400" kern="1200"/>
        </a:p>
      </dsp:txBody>
      <dsp:txXfrm>
        <a:off x="39809" y="2827931"/>
        <a:ext cx="6483693" cy="735872"/>
      </dsp:txXfrm>
    </dsp:sp>
  </dsp:spTree>
</dsp:drawing>
</file>

<file path=ppt/diagrams/drawing57.xml><?xml version="1.0" encoding="utf-8"?>
<dsp:drawing xmlns:dgm="http://schemas.openxmlformats.org/drawingml/2006/diagram" xmlns:dsp="http://schemas.microsoft.com/office/drawing/2008/diagram" xmlns:a="http://schemas.openxmlformats.org/drawingml/2006/main">
  <dsp:spTree>
    <dsp:nvGrpSpPr>
      <dsp:cNvPr id="0" name=""/>
      <dsp:cNvGrpSpPr/>
    </dsp:nvGrpSpPr>
    <dsp:grpSpPr/>
    <dsp:sp modelId="{95C70451-9A36-4317-A0C0-1C0CFFF85D7A}">
      <dsp:nvSpPr>
        <dsp:cNvPr id="0" name=""/>
        <dsp:cNvSpPr/>
      </dsp:nvSpPr>
      <dsp:spPr>
        <a:xfrm>
          <a:off x="698671" y="672478"/>
          <a:ext cx="750093" cy="750093"/>
        </a:xfrm>
        <a:prstGeom prst="rect">
          <a:avLst/>
        </a:prstGeom>
        <a:blipFill>
          <a:blip xmlns:r="http://schemas.openxmlformats.org/officeDocument/2006/relationships" r:embed="rId1" cstate="email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2"/>
              </a:ext>
            </a:extLst>
          </a:blip>
          <a:stretch>
            <a:fillRect/>
          </a:stretch>
        </a:blipFill>
        <a:ln w="12700" cap="flat" cmpd="sng" algn="ctr">
          <a:noFill/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069A56EA-F587-4A09-873A-AA0E3CA9D432}">
      <dsp:nvSpPr>
        <dsp:cNvPr id="0" name=""/>
        <dsp:cNvSpPr/>
      </dsp:nvSpPr>
      <dsp:spPr>
        <a:xfrm>
          <a:off x="2156" y="1521742"/>
          <a:ext cx="2143124" cy="321468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71120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  <a:defRPr b="1"/>
          </a:pPr>
          <a:r>
            <a:rPr lang="en-US" sz="1600" i="1" kern="1200"/>
            <a:t>Script </a:t>
          </a:r>
          <a:endParaRPr lang="en-US" sz="1600" kern="1200"/>
        </a:p>
      </dsp:txBody>
      <dsp:txXfrm>
        <a:off x="2156" y="1521742"/>
        <a:ext cx="2143124" cy="321468"/>
      </dsp:txXfrm>
    </dsp:sp>
    <dsp:sp modelId="{708700FB-2CAE-4BA5-BC6E-3768246DCE49}">
      <dsp:nvSpPr>
        <dsp:cNvPr id="0" name=""/>
        <dsp:cNvSpPr/>
      </dsp:nvSpPr>
      <dsp:spPr>
        <a:xfrm>
          <a:off x="2156" y="1889337"/>
          <a:ext cx="2143124" cy="1089434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53340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200" kern="1200"/>
            <a:t>The bitcoin transaction script language, </a:t>
          </a:r>
        </a:p>
        <a:p>
          <a:pPr marL="0" lvl="0" indent="0" algn="ctr" defTabSz="53340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200" kern="1200"/>
            <a:t>a Forth-like reverse-polish</a:t>
          </a:r>
          <a:r>
            <a:rPr lang="tr-TR" sz="1200" kern="1200"/>
            <a:t> </a:t>
          </a:r>
          <a:r>
            <a:rPr lang="en-US" sz="1200" kern="1200"/>
            <a:t>notation stack-based execution language.</a:t>
          </a:r>
        </a:p>
      </dsp:txBody>
      <dsp:txXfrm>
        <a:off x="2156" y="1889337"/>
        <a:ext cx="2143124" cy="1089434"/>
      </dsp:txXfrm>
    </dsp:sp>
    <dsp:sp modelId="{087DBDEC-8AF8-44D8-8E84-FCA4B62D7DCB}">
      <dsp:nvSpPr>
        <dsp:cNvPr id="0" name=""/>
        <dsp:cNvSpPr/>
      </dsp:nvSpPr>
      <dsp:spPr>
        <a:xfrm>
          <a:off x="3216843" y="672478"/>
          <a:ext cx="750093" cy="750093"/>
        </a:xfrm>
        <a:prstGeom prst="rect">
          <a:avLst/>
        </a:prstGeom>
        <a:blipFill>
          <a:blip xmlns:r="http://schemas.openxmlformats.org/officeDocument/2006/relationships" r:embed="rId3" cstate="email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4"/>
              </a:ext>
            </a:extLst>
          </a:blip>
          <a:stretch>
            <a:fillRect/>
          </a:stretch>
        </a:blipFill>
        <a:ln w="12700" cap="flat" cmpd="sng" algn="ctr">
          <a:noFill/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F5103DB1-7617-40D3-92A8-EA9288C35BE7}">
      <dsp:nvSpPr>
        <dsp:cNvPr id="0" name=""/>
        <dsp:cNvSpPr/>
      </dsp:nvSpPr>
      <dsp:spPr>
        <a:xfrm>
          <a:off x="2520328" y="1521742"/>
          <a:ext cx="2143124" cy="321468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71120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  <a:defRPr b="1"/>
          </a:pPr>
          <a:r>
            <a:rPr lang="en-US" sz="1600" kern="1200"/>
            <a:t>very simple language</a:t>
          </a:r>
        </a:p>
      </dsp:txBody>
      <dsp:txXfrm>
        <a:off x="2520328" y="1521742"/>
        <a:ext cx="2143124" cy="321468"/>
      </dsp:txXfrm>
    </dsp:sp>
    <dsp:sp modelId="{CA3BAF6E-ADA9-409E-9BEC-D734FBE2516D}">
      <dsp:nvSpPr>
        <dsp:cNvPr id="0" name=""/>
        <dsp:cNvSpPr/>
      </dsp:nvSpPr>
      <dsp:spPr>
        <a:xfrm>
          <a:off x="2520328" y="1889337"/>
          <a:ext cx="2143124" cy="1089434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53340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200" kern="1200"/>
            <a:t>designed to be limited in scope</a:t>
          </a:r>
        </a:p>
      </dsp:txBody>
      <dsp:txXfrm>
        <a:off x="2520328" y="1889337"/>
        <a:ext cx="2143124" cy="1089434"/>
      </dsp:txXfrm>
    </dsp:sp>
    <dsp:sp modelId="{DA3AFDC5-D5A3-486A-B636-4F04CE15A493}">
      <dsp:nvSpPr>
        <dsp:cNvPr id="0" name=""/>
        <dsp:cNvSpPr/>
      </dsp:nvSpPr>
      <dsp:spPr>
        <a:xfrm>
          <a:off x="5735015" y="672478"/>
          <a:ext cx="750093" cy="750093"/>
        </a:xfrm>
        <a:prstGeom prst="rect">
          <a:avLst/>
        </a:prstGeom>
        <a:blipFill>
          <a:blip xmlns:r="http://schemas.openxmlformats.org/officeDocument/2006/relationships" r:embed="rId5" cstate="email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6"/>
              </a:ext>
            </a:extLst>
          </a:blip>
          <a:stretch>
            <a:fillRect/>
          </a:stretch>
        </a:blipFill>
        <a:ln w="12700" cap="flat" cmpd="sng" algn="ctr">
          <a:noFill/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008CF1E4-4C8A-4536-9DB8-81B3A9FE97CB}">
      <dsp:nvSpPr>
        <dsp:cNvPr id="0" name=""/>
        <dsp:cNvSpPr/>
      </dsp:nvSpPr>
      <dsp:spPr>
        <a:xfrm>
          <a:off x="5038499" y="1521742"/>
          <a:ext cx="2143124" cy="321468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71120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  <a:defRPr b="1"/>
          </a:pPr>
          <a:r>
            <a:rPr lang="tr-TR" sz="1600" kern="1200"/>
            <a:t>Wide range of Hardware</a:t>
          </a:r>
          <a:endParaRPr lang="en-US" sz="1600" kern="1200"/>
        </a:p>
      </dsp:txBody>
      <dsp:txXfrm>
        <a:off x="5038499" y="1521742"/>
        <a:ext cx="2143124" cy="321468"/>
      </dsp:txXfrm>
    </dsp:sp>
    <dsp:sp modelId="{76AC2149-1DDA-416D-8B8A-6F3E3A24E9E1}">
      <dsp:nvSpPr>
        <dsp:cNvPr id="0" name=""/>
        <dsp:cNvSpPr/>
      </dsp:nvSpPr>
      <dsp:spPr>
        <a:xfrm>
          <a:off x="5038499" y="1889337"/>
          <a:ext cx="2143124" cy="1089434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53340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200" kern="1200"/>
            <a:t>executable</a:t>
          </a:r>
          <a:r>
            <a:rPr lang="tr-TR" sz="1200" kern="1200"/>
            <a:t> </a:t>
          </a:r>
          <a:r>
            <a:rPr lang="en-US" sz="1200" kern="1200"/>
            <a:t>on a range of hardware, </a:t>
          </a:r>
        </a:p>
        <a:p>
          <a:pPr marL="0" lvl="0" indent="0" algn="ctr" defTabSz="53340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200" kern="1200"/>
            <a:t>perhaps as simple as an embedded device. </a:t>
          </a:r>
        </a:p>
        <a:p>
          <a:pPr marL="0" lvl="0" indent="0" algn="ctr" defTabSz="53340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200" kern="1200"/>
            <a:t>requires</a:t>
          </a:r>
          <a:r>
            <a:rPr lang="tr-TR" sz="1200" kern="1200"/>
            <a:t> </a:t>
          </a:r>
          <a:r>
            <a:rPr lang="en-US" sz="1200" kern="1200"/>
            <a:t>minimal processing </a:t>
          </a:r>
        </a:p>
      </dsp:txBody>
      <dsp:txXfrm>
        <a:off x="5038499" y="1889337"/>
        <a:ext cx="2143124" cy="1089434"/>
      </dsp:txXfrm>
    </dsp:sp>
    <dsp:sp modelId="{D0EB9361-4AF6-45CF-A571-D645DA031E3A}">
      <dsp:nvSpPr>
        <dsp:cNvPr id="0" name=""/>
        <dsp:cNvSpPr/>
      </dsp:nvSpPr>
      <dsp:spPr>
        <a:xfrm>
          <a:off x="8253187" y="672478"/>
          <a:ext cx="750093" cy="750093"/>
        </a:xfrm>
        <a:prstGeom prst="rect">
          <a:avLst/>
        </a:prstGeom>
        <a:blipFill>
          <a:blip xmlns:r="http://schemas.openxmlformats.org/officeDocument/2006/relationships" r:embed="rId7" cstate="email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8"/>
              </a:ext>
            </a:extLst>
          </a:blip>
          <a:stretch>
            <a:fillRect/>
          </a:stretch>
        </a:blipFill>
        <a:ln w="12700" cap="flat" cmpd="sng" algn="ctr">
          <a:noFill/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18A6E57A-9EC2-49F0-B29F-3EC834A40CD9}">
      <dsp:nvSpPr>
        <dsp:cNvPr id="0" name=""/>
        <dsp:cNvSpPr/>
      </dsp:nvSpPr>
      <dsp:spPr>
        <a:xfrm>
          <a:off x="7556671" y="1521742"/>
          <a:ext cx="2143124" cy="321468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71120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  <a:defRPr b="1"/>
          </a:pPr>
          <a:r>
            <a:rPr lang="tr-TR" sz="1600" kern="1200"/>
            <a:t>security feature</a:t>
          </a:r>
          <a:endParaRPr lang="en-US" sz="1600" kern="1200"/>
        </a:p>
      </dsp:txBody>
      <dsp:txXfrm>
        <a:off x="7556671" y="1521742"/>
        <a:ext cx="2143124" cy="321468"/>
      </dsp:txXfrm>
    </dsp:sp>
    <dsp:sp modelId="{17A26CB4-DF6E-446B-A339-CB504C6154DB}">
      <dsp:nvSpPr>
        <dsp:cNvPr id="0" name=""/>
        <dsp:cNvSpPr/>
      </dsp:nvSpPr>
      <dsp:spPr>
        <a:xfrm>
          <a:off x="7556671" y="1889337"/>
          <a:ext cx="2143124" cy="1089434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53340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200" kern="1200" dirty="0"/>
            <a:t>cannot do many of the fancy things </a:t>
          </a:r>
        </a:p>
        <a:p>
          <a:pPr marL="0" lvl="0" indent="0" algn="ctr" defTabSz="53340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200" kern="1200"/>
            <a:t>modern programming</a:t>
          </a:r>
          <a:r>
            <a:rPr lang="tr-TR" sz="1200" kern="1200"/>
            <a:t> languages can do.</a:t>
          </a:r>
          <a:endParaRPr lang="en-US" sz="1200" kern="1200"/>
        </a:p>
      </dsp:txBody>
      <dsp:txXfrm>
        <a:off x="7556671" y="1889337"/>
        <a:ext cx="2143124" cy="1089434"/>
      </dsp:txXfrm>
    </dsp:sp>
  </dsp:spTree>
</dsp:drawing>
</file>

<file path=ppt/diagrams/drawing58.xml><?xml version="1.0" encoding="utf-8"?>
<dsp:drawing xmlns:dgm="http://schemas.openxmlformats.org/drawingml/2006/diagram" xmlns:dsp="http://schemas.microsoft.com/office/drawing/2008/diagram" xmlns:a="http://schemas.openxmlformats.org/drawingml/2006/main">
  <dsp:spTree>
    <dsp:nvGrpSpPr>
      <dsp:cNvPr id="0" name=""/>
      <dsp:cNvGrpSpPr/>
    </dsp:nvGrpSpPr>
    <dsp:grpSpPr/>
    <dsp:sp modelId="{300C66A9-E203-4295-AB18-7E3269F2FB9D}">
      <dsp:nvSpPr>
        <dsp:cNvPr id="0" name=""/>
        <dsp:cNvSpPr/>
      </dsp:nvSpPr>
      <dsp:spPr>
        <a:xfrm>
          <a:off x="943992" y="744156"/>
          <a:ext cx="1012921" cy="1012921"/>
        </a:xfrm>
        <a:prstGeom prst="rect">
          <a:avLst/>
        </a:prstGeom>
        <a:blipFill>
          <a:blip xmlns:r="http://schemas.openxmlformats.org/officeDocument/2006/relationships" r:embed="rId1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2"/>
              </a:ext>
            </a:extLst>
          </a:blip>
          <a:stretch>
            <a:fillRect/>
          </a:stretch>
        </a:blipFill>
        <a:ln w="12700" cap="flat" cmpd="sng" algn="ctr">
          <a:noFill/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E6958455-20A9-46BA-B486-18FFA3FE4D49}">
      <dsp:nvSpPr>
        <dsp:cNvPr id="0" name=""/>
        <dsp:cNvSpPr/>
      </dsp:nvSpPr>
      <dsp:spPr>
        <a:xfrm>
          <a:off x="3421" y="1850084"/>
          <a:ext cx="2894062" cy="434109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6667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  <a:defRPr b="1"/>
          </a:pPr>
          <a:r>
            <a:rPr lang="en-US" sz="1500" kern="1200"/>
            <a:t>Today, most transactions </a:t>
          </a:r>
          <a:r>
            <a:rPr lang="tr-TR" sz="1500" kern="1200"/>
            <a:t>on Bitcoin</a:t>
          </a:r>
          <a:r>
            <a:rPr lang="en-US" sz="1500" kern="1200"/>
            <a:t> </a:t>
          </a:r>
        </a:p>
      </dsp:txBody>
      <dsp:txXfrm>
        <a:off x="3421" y="1850084"/>
        <a:ext cx="2894062" cy="434109"/>
      </dsp:txXfrm>
    </dsp:sp>
    <dsp:sp modelId="{C66E48DC-3A16-4798-A48C-6A91F48D6807}">
      <dsp:nvSpPr>
        <dsp:cNvPr id="0" name=""/>
        <dsp:cNvSpPr/>
      </dsp:nvSpPr>
      <dsp:spPr>
        <a:xfrm>
          <a:off x="3421" y="2327452"/>
          <a:ext cx="2894062" cy="579641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4889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100" kern="1200"/>
            <a:t>have the form “Payment</a:t>
          </a:r>
          <a:r>
            <a:rPr lang="tr-TR" sz="1100" kern="1200"/>
            <a:t> </a:t>
          </a:r>
          <a:r>
            <a:rPr lang="en-US" sz="1100" kern="1200"/>
            <a:t>to Bob’s bitcoin address” </a:t>
          </a:r>
        </a:p>
        <a:p>
          <a:pPr marL="0" lvl="0" indent="0" algn="ctr" defTabSz="4889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100" kern="1200"/>
            <a:t>are based on a script called a Pay-to-Public-Key-Hash script. </a:t>
          </a:r>
        </a:p>
      </dsp:txBody>
      <dsp:txXfrm>
        <a:off x="3421" y="2327452"/>
        <a:ext cx="2894062" cy="579641"/>
      </dsp:txXfrm>
    </dsp:sp>
    <dsp:sp modelId="{FB5C0CEA-E4BB-4765-8E06-F4E43265D073}">
      <dsp:nvSpPr>
        <dsp:cNvPr id="0" name=""/>
        <dsp:cNvSpPr/>
      </dsp:nvSpPr>
      <dsp:spPr>
        <a:xfrm>
          <a:off x="4344515" y="744156"/>
          <a:ext cx="1012921" cy="1012921"/>
        </a:xfrm>
        <a:prstGeom prst="rect">
          <a:avLst/>
        </a:prstGeom>
        <a:blipFill>
          <a:blip xmlns:r="http://schemas.openxmlformats.org/officeDocument/2006/relationships" r:embed="rId3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4"/>
              </a:ext>
            </a:extLst>
          </a:blip>
          <a:stretch>
            <a:fillRect/>
          </a:stretch>
        </a:blipFill>
        <a:ln w="12700" cap="flat" cmpd="sng" algn="ctr">
          <a:noFill/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346508C3-7BAB-4093-A6B9-0D83C90A260C}">
      <dsp:nvSpPr>
        <dsp:cNvPr id="0" name=""/>
        <dsp:cNvSpPr/>
      </dsp:nvSpPr>
      <dsp:spPr>
        <a:xfrm>
          <a:off x="3403945" y="1850084"/>
          <a:ext cx="2894062" cy="434109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6667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  <a:defRPr b="1"/>
          </a:pPr>
          <a:r>
            <a:rPr lang="en-US" sz="1500" kern="1200"/>
            <a:t>However, bitcoin transactions </a:t>
          </a:r>
        </a:p>
      </dsp:txBody>
      <dsp:txXfrm>
        <a:off x="3403945" y="1850084"/>
        <a:ext cx="2894062" cy="434109"/>
      </dsp:txXfrm>
    </dsp:sp>
    <dsp:sp modelId="{2D028A97-CCFC-460C-B058-ADD110D8FE58}">
      <dsp:nvSpPr>
        <dsp:cNvPr id="0" name=""/>
        <dsp:cNvSpPr/>
      </dsp:nvSpPr>
      <dsp:spPr>
        <a:xfrm>
          <a:off x="3403945" y="2327452"/>
          <a:ext cx="2894062" cy="579641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4889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100" kern="1200"/>
            <a:t>are not limited to the “Payment to Bob’s</a:t>
          </a:r>
          <a:r>
            <a:rPr lang="tr-TR" sz="1100" kern="1200"/>
            <a:t> </a:t>
          </a:r>
          <a:r>
            <a:rPr lang="en-US" sz="1100" kern="1200"/>
            <a:t>bitcoin address” script. </a:t>
          </a:r>
        </a:p>
      </dsp:txBody>
      <dsp:txXfrm>
        <a:off x="3403945" y="2327452"/>
        <a:ext cx="2894062" cy="579641"/>
      </dsp:txXfrm>
    </dsp:sp>
    <dsp:sp modelId="{C0D56613-3E9D-4379-A6B0-FCEB3D6CE5C7}">
      <dsp:nvSpPr>
        <dsp:cNvPr id="0" name=""/>
        <dsp:cNvSpPr/>
      </dsp:nvSpPr>
      <dsp:spPr>
        <a:xfrm>
          <a:off x="7745039" y="744156"/>
          <a:ext cx="1012921" cy="1012921"/>
        </a:xfrm>
        <a:prstGeom prst="rect">
          <a:avLst/>
        </a:prstGeom>
        <a:blipFill>
          <a:blip xmlns:r="http://schemas.openxmlformats.org/officeDocument/2006/relationships" r:embed="rId5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6"/>
              </a:ext>
            </a:extLst>
          </a:blip>
          <a:stretch>
            <a:fillRect/>
          </a:stretch>
        </a:blipFill>
        <a:ln w="12700" cap="flat" cmpd="sng" algn="ctr">
          <a:noFill/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449B973D-81DE-4962-B513-279F4092B6A5}">
      <dsp:nvSpPr>
        <dsp:cNvPr id="0" name=""/>
        <dsp:cNvSpPr/>
      </dsp:nvSpPr>
      <dsp:spPr>
        <a:xfrm>
          <a:off x="6804468" y="1850084"/>
          <a:ext cx="2894062" cy="434109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6667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  <a:defRPr b="1"/>
          </a:pPr>
          <a:r>
            <a:rPr lang="en-US" sz="1500" kern="1200"/>
            <a:t>locking scripts can be written </a:t>
          </a:r>
        </a:p>
      </dsp:txBody>
      <dsp:txXfrm>
        <a:off x="6804468" y="1850084"/>
        <a:ext cx="2894062" cy="434109"/>
      </dsp:txXfrm>
    </dsp:sp>
    <dsp:sp modelId="{FE1EFDD2-4555-4888-891F-113AF677AD3F}">
      <dsp:nvSpPr>
        <dsp:cNvPr id="0" name=""/>
        <dsp:cNvSpPr/>
      </dsp:nvSpPr>
      <dsp:spPr>
        <a:xfrm>
          <a:off x="6804468" y="2327452"/>
          <a:ext cx="2894062" cy="579641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4889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100" kern="1200"/>
            <a:t>to express a vast variety</a:t>
          </a:r>
          <a:r>
            <a:rPr lang="tr-TR" sz="1100" kern="1200"/>
            <a:t> of complex conditions.</a:t>
          </a:r>
          <a:endParaRPr lang="en-US" sz="1100" kern="1200"/>
        </a:p>
      </dsp:txBody>
      <dsp:txXfrm>
        <a:off x="6804468" y="2327452"/>
        <a:ext cx="2894062" cy="579641"/>
      </dsp:txXfrm>
    </dsp:sp>
  </dsp:spTree>
</dsp:drawing>
</file>

<file path=ppt/diagrams/drawing59.xml><?xml version="1.0" encoding="utf-8"?>
<dsp:drawing xmlns:dgm="http://schemas.openxmlformats.org/drawingml/2006/diagram" xmlns:dsp="http://schemas.microsoft.com/office/drawing/2008/diagram" xmlns:a="http://schemas.openxmlformats.org/drawingml/2006/main">
  <dsp:spTree>
    <dsp:nvGrpSpPr>
      <dsp:cNvPr id="0" name=""/>
      <dsp:cNvGrpSpPr/>
    </dsp:nvGrpSpPr>
    <dsp:grpSpPr/>
    <dsp:sp modelId="{E833C9F8-E8F3-41A7-862B-A88445B951FA}">
      <dsp:nvSpPr>
        <dsp:cNvPr id="0" name=""/>
        <dsp:cNvSpPr/>
      </dsp:nvSpPr>
      <dsp:spPr>
        <a:xfrm>
          <a:off x="698671" y="879740"/>
          <a:ext cx="750093" cy="750093"/>
        </a:xfrm>
        <a:prstGeom prst="rect">
          <a:avLst/>
        </a:prstGeom>
        <a:blipFill>
          <a:blip xmlns:r="http://schemas.openxmlformats.org/officeDocument/2006/relationships" r:embed="rId1" cstate="email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2"/>
              </a:ext>
            </a:extLst>
          </a:blip>
          <a:stretch>
            <a:fillRect/>
          </a:stretch>
        </a:blipFill>
        <a:ln w="12700" cap="flat" cmpd="sng" algn="ctr">
          <a:noFill/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44706854-183C-4A21-BDCE-DABBBA84D33A}">
      <dsp:nvSpPr>
        <dsp:cNvPr id="0" name=""/>
        <dsp:cNvSpPr/>
      </dsp:nvSpPr>
      <dsp:spPr>
        <a:xfrm>
          <a:off x="2156" y="1711180"/>
          <a:ext cx="2143124" cy="442019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62230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  <a:defRPr b="1"/>
          </a:pPr>
          <a:r>
            <a:rPr lang="en-US" sz="1400" kern="1200"/>
            <a:t>Bitcoin transaction validation </a:t>
          </a:r>
        </a:p>
      </dsp:txBody>
      <dsp:txXfrm>
        <a:off x="2156" y="1711180"/>
        <a:ext cx="2143124" cy="442019"/>
      </dsp:txXfrm>
    </dsp:sp>
    <dsp:sp modelId="{31C892C5-9847-451E-9DDC-D8B416B82CB9}">
      <dsp:nvSpPr>
        <dsp:cNvPr id="0" name=""/>
        <dsp:cNvSpPr/>
      </dsp:nvSpPr>
      <dsp:spPr>
        <a:xfrm>
          <a:off x="2156" y="2191035"/>
          <a:ext cx="2143124" cy="580473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4889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100" kern="1200"/>
            <a:t>is not based on a static pattern, </a:t>
          </a:r>
        </a:p>
      </dsp:txBody>
      <dsp:txXfrm>
        <a:off x="2156" y="2191035"/>
        <a:ext cx="2143124" cy="580473"/>
      </dsp:txXfrm>
    </dsp:sp>
    <dsp:sp modelId="{0E6D552F-BB7C-4992-A3F8-D1C52AE933E1}">
      <dsp:nvSpPr>
        <dsp:cNvPr id="0" name=""/>
        <dsp:cNvSpPr/>
      </dsp:nvSpPr>
      <dsp:spPr>
        <a:xfrm>
          <a:off x="3216843" y="879740"/>
          <a:ext cx="750093" cy="750093"/>
        </a:xfrm>
        <a:prstGeom prst="rect">
          <a:avLst/>
        </a:prstGeom>
        <a:blipFill>
          <a:blip xmlns:r="http://schemas.openxmlformats.org/officeDocument/2006/relationships" r:embed="rId3" cstate="email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4"/>
              </a:ext>
            </a:extLst>
          </a:blip>
          <a:stretch>
            <a:fillRect/>
          </a:stretch>
        </a:blipFill>
        <a:ln w="12700" cap="flat" cmpd="sng" algn="ctr">
          <a:noFill/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7689E8EB-F818-40CC-8585-7030FDB97793}">
      <dsp:nvSpPr>
        <dsp:cNvPr id="0" name=""/>
        <dsp:cNvSpPr/>
      </dsp:nvSpPr>
      <dsp:spPr>
        <a:xfrm>
          <a:off x="2520328" y="1711180"/>
          <a:ext cx="2143124" cy="442019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62230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  <a:defRPr b="1"/>
          </a:pPr>
          <a:r>
            <a:rPr lang="en-US" sz="1400" kern="1200"/>
            <a:t>achieved through </a:t>
          </a:r>
        </a:p>
      </dsp:txBody>
      <dsp:txXfrm>
        <a:off x="2520328" y="1711180"/>
        <a:ext cx="2143124" cy="442019"/>
      </dsp:txXfrm>
    </dsp:sp>
    <dsp:sp modelId="{9F25568A-6B4B-41B3-91CC-84B8D2306769}">
      <dsp:nvSpPr>
        <dsp:cNvPr id="0" name=""/>
        <dsp:cNvSpPr/>
      </dsp:nvSpPr>
      <dsp:spPr>
        <a:xfrm>
          <a:off x="2520328" y="2191035"/>
          <a:ext cx="2143124" cy="580473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4889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100" kern="1200"/>
            <a:t>the execution of a scripting language.</a:t>
          </a:r>
        </a:p>
      </dsp:txBody>
      <dsp:txXfrm>
        <a:off x="2520328" y="2191035"/>
        <a:ext cx="2143124" cy="580473"/>
      </dsp:txXfrm>
    </dsp:sp>
    <dsp:sp modelId="{B72D70A2-0E1D-4C17-9541-E89765E45984}">
      <dsp:nvSpPr>
        <dsp:cNvPr id="0" name=""/>
        <dsp:cNvSpPr/>
      </dsp:nvSpPr>
      <dsp:spPr>
        <a:xfrm>
          <a:off x="5735015" y="879740"/>
          <a:ext cx="750093" cy="750093"/>
        </a:xfrm>
        <a:prstGeom prst="rect">
          <a:avLst/>
        </a:prstGeom>
        <a:blipFill>
          <a:blip xmlns:r="http://schemas.openxmlformats.org/officeDocument/2006/relationships" r:embed="rId5" cstate="email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6"/>
              </a:ext>
            </a:extLst>
          </a:blip>
          <a:stretch>
            <a:fillRect/>
          </a:stretch>
        </a:blipFill>
        <a:ln w="12700" cap="flat" cmpd="sng" algn="ctr">
          <a:noFill/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09BAD31B-73D3-40BE-A5E8-8417DA7AE58C}">
      <dsp:nvSpPr>
        <dsp:cNvPr id="0" name=""/>
        <dsp:cNvSpPr/>
      </dsp:nvSpPr>
      <dsp:spPr>
        <a:xfrm>
          <a:off x="5038499" y="1711180"/>
          <a:ext cx="2143124" cy="442019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62230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  <a:defRPr b="1"/>
          </a:pPr>
          <a:r>
            <a:rPr lang="en-US" sz="1400" kern="1200"/>
            <a:t>This language allows </a:t>
          </a:r>
        </a:p>
      </dsp:txBody>
      <dsp:txXfrm>
        <a:off x="5038499" y="1711180"/>
        <a:ext cx="2143124" cy="442019"/>
      </dsp:txXfrm>
    </dsp:sp>
    <dsp:sp modelId="{9BABBBA3-D32F-4519-8164-7B4FE87C01EA}">
      <dsp:nvSpPr>
        <dsp:cNvPr id="0" name=""/>
        <dsp:cNvSpPr/>
      </dsp:nvSpPr>
      <dsp:spPr>
        <a:xfrm>
          <a:off x="5038499" y="2191035"/>
          <a:ext cx="2143124" cy="580473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4889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100" kern="1200"/>
            <a:t>for a nearly infinite variety of conditions </a:t>
          </a:r>
        </a:p>
        <a:p>
          <a:pPr marL="0" lvl="0" indent="0" algn="ctr" defTabSz="4889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100" kern="1200"/>
            <a:t>to be</a:t>
          </a:r>
          <a:r>
            <a:rPr lang="tr-TR" sz="1100" kern="1200"/>
            <a:t> </a:t>
          </a:r>
          <a:r>
            <a:rPr lang="en-US" sz="1100" kern="1200"/>
            <a:t>expressed. </a:t>
          </a:r>
        </a:p>
      </dsp:txBody>
      <dsp:txXfrm>
        <a:off x="5038499" y="2191035"/>
        <a:ext cx="2143124" cy="580473"/>
      </dsp:txXfrm>
    </dsp:sp>
    <dsp:sp modelId="{A2D61D5C-03A6-4177-80D7-D1B387953A54}">
      <dsp:nvSpPr>
        <dsp:cNvPr id="0" name=""/>
        <dsp:cNvSpPr/>
      </dsp:nvSpPr>
      <dsp:spPr>
        <a:xfrm>
          <a:off x="8253187" y="879740"/>
          <a:ext cx="750093" cy="750093"/>
        </a:xfrm>
        <a:prstGeom prst="rect">
          <a:avLst/>
        </a:prstGeom>
        <a:blipFill>
          <a:blip xmlns:r="http://schemas.openxmlformats.org/officeDocument/2006/relationships" r:embed="rId7" cstate="email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8"/>
              </a:ext>
            </a:extLst>
          </a:blip>
          <a:stretch>
            <a:fillRect/>
          </a:stretch>
        </a:blipFill>
        <a:ln w="12700" cap="flat" cmpd="sng" algn="ctr">
          <a:noFill/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536DBD3E-44BA-4FD0-9393-7299084ED742}">
      <dsp:nvSpPr>
        <dsp:cNvPr id="0" name=""/>
        <dsp:cNvSpPr/>
      </dsp:nvSpPr>
      <dsp:spPr>
        <a:xfrm>
          <a:off x="7556671" y="1711180"/>
          <a:ext cx="2143124" cy="442019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62230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  <a:defRPr b="1"/>
          </a:pPr>
          <a:r>
            <a:rPr lang="en-US" sz="1400" kern="1200"/>
            <a:t>This is how bitcoin gets </a:t>
          </a:r>
        </a:p>
      </dsp:txBody>
      <dsp:txXfrm>
        <a:off x="7556671" y="1711180"/>
        <a:ext cx="2143124" cy="442019"/>
      </dsp:txXfrm>
    </dsp:sp>
    <dsp:sp modelId="{1ACDDE43-0C94-4299-9480-6B0FC77106F9}">
      <dsp:nvSpPr>
        <dsp:cNvPr id="0" name=""/>
        <dsp:cNvSpPr/>
      </dsp:nvSpPr>
      <dsp:spPr>
        <a:xfrm>
          <a:off x="7556671" y="2191035"/>
          <a:ext cx="2143124" cy="580473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4889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100" kern="1200"/>
            <a:t>the power of “programmable</a:t>
          </a:r>
          <a:r>
            <a:rPr lang="tr-TR" sz="1100" kern="1200"/>
            <a:t> money.”</a:t>
          </a:r>
          <a:endParaRPr lang="en-US" sz="1100" kern="1200"/>
        </a:p>
      </dsp:txBody>
      <dsp:txXfrm>
        <a:off x="7556671" y="2191035"/>
        <a:ext cx="2143124" cy="580473"/>
      </dsp:txXfrm>
    </dsp:sp>
  </dsp:spTree>
</dsp:drawing>
</file>

<file path=ppt/diagrams/drawing60.xml><?xml version="1.0" encoding="utf-8"?>
<dsp:drawing xmlns:dgm="http://schemas.openxmlformats.org/drawingml/2006/diagram" xmlns:dsp="http://schemas.microsoft.com/office/drawing/2008/diagram" xmlns:a="http://schemas.openxmlformats.org/drawingml/2006/main">
  <dsp:spTree>
    <dsp:nvGrpSpPr>
      <dsp:cNvPr id="0" name=""/>
      <dsp:cNvGrpSpPr/>
    </dsp:nvGrpSpPr>
    <dsp:grpSpPr/>
    <dsp:sp modelId="{214903EA-1F80-412F-A52E-A5AC86586051}">
      <dsp:nvSpPr>
        <dsp:cNvPr id="0" name=""/>
        <dsp:cNvSpPr/>
      </dsp:nvSpPr>
      <dsp:spPr>
        <a:xfrm>
          <a:off x="4349" y="692810"/>
          <a:ext cx="677742" cy="677742"/>
        </a:xfrm>
        <a:prstGeom prst="rect">
          <a:avLst/>
        </a:prstGeom>
        <a:blipFill>
          <a:blip xmlns:r="http://schemas.openxmlformats.org/officeDocument/2006/relationships" r:embed="rId1" cstate="email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2"/>
              </a:ext>
            </a:extLst>
          </a:blip>
          <a:stretch>
            <a:fillRect/>
          </a:stretch>
        </a:blipFill>
        <a:ln w="12700" cap="flat" cmpd="sng" algn="ctr">
          <a:noFill/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F7335EBE-F87C-4C93-B2C4-C76C9B03AF27}">
      <dsp:nvSpPr>
        <dsp:cNvPr id="0" name=""/>
        <dsp:cNvSpPr/>
      </dsp:nvSpPr>
      <dsp:spPr>
        <a:xfrm>
          <a:off x="4349" y="1467974"/>
          <a:ext cx="1936406" cy="435691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l" defTabSz="62230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  <a:defRPr b="1"/>
          </a:pPr>
          <a:r>
            <a:rPr lang="en-US" sz="1400" kern="1200" dirty="0"/>
            <a:t>The bitcoin transaction script language </a:t>
          </a:r>
        </a:p>
      </dsp:txBody>
      <dsp:txXfrm>
        <a:off x="4349" y="1467974"/>
        <a:ext cx="1936406" cy="435691"/>
      </dsp:txXfrm>
    </dsp:sp>
    <dsp:sp modelId="{CD995CC2-D886-46B6-8D3C-F7CB8CBD116A}">
      <dsp:nvSpPr>
        <dsp:cNvPr id="0" name=""/>
        <dsp:cNvSpPr/>
      </dsp:nvSpPr>
      <dsp:spPr>
        <a:xfrm>
          <a:off x="4349" y="1948978"/>
          <a:ext cx="1936406" cy="1009460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l" defTabSz="4889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100" kern="1200"/>
            <a:t>contains many operators, </a:t>
          </a:r>
        </a:p>
      </dsp:txBody>
      <dsp:txXfrm>
        <a:off x="4349" y="1948978"/>
        <a:ext cx="1936406" cy="1009460"/>
      </dsp:txXfrm>
    </dsp:sp>
    <dsp:sp modelId="{B06A8C78-7D5A-46F0-87DB-F000ADE60C76}">
      <dsp:nvSpPr>
        <dsp:cNvPr id="0" name=""/>
        <dsp:cNvSpPr/>
      </dsp:nvSpPr>
      <dsp:spPr>
        <a:xfrm>
          <a:off x="2279627" y="692810"/>
          <a:ext cx="677742" cy="677742"/>
        </a:xfrm>
        <a:prstGeom prst="rect">
          <a:avLst/>
        </a:prstGeom>
        <a:blipFill>
          <a:blip xmlns:r="http://schemas.openxmlformats.org/officeDocument/2006/relationships" r:embed="rId3" cstate="email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4"/>
              </a:ext>
            </a:extLst>
          </a:blip>
          <a:stretch>
            <a:fillRect/>
          </a:stretch>
        </a:blipFill>
        <a:ln w="12700" cap="flat" cmpd="sng" algn="ctr">
          <a:noFill/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49155353-E244-4558-99F7-B9CBFA82FACA}">
      <dsp:nvSpPr>
        <dsp:cNvPr id="0" name=""/>
        <dsp:cNvSpPr/>
      </dsp:nvSpPr>
      <dsp:spPr>
        <a:xfrm>
          <a:off x="2279627" y="1467974"/>
          <a:ext cx="1936406" cy="435691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l" defTabSz="62230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  <a:defRPr b="1"/>
          </a:pPr>
          <a:r>
            <a:rPr lang="en-US" sz="1400" kern="1200"/>
            <a:t>limited in one important way</a:t>
          </a:r>
        </a:p>
      </dsp:txBody>
      <dsp:txXfrm>
        <a:off x="2279627" y="1467974"/>
        <a:ext cx="1936406" cy="435691"/>
      </dsp:txXfrm>
    </dsp:sp>
    <dsp:sp modelId="{160F6F95-5FBF-4066-9A06-5D42C1360B76}">
      <dsp:nvSpPr>
        <dsp:cNvPr id="0" name=""/>
        <dsp:cNvSpPr/>
      </dsp:nvSpPr>
      <dsp:spPr>
        <a:xfrm>
          <a:off x="2279627" y="1948978"/>
          <a:ext cx="1936406" cy="1009460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l" defTabSz="4889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100" kern="1200" dirty="0"/>
            <a:t>there are no loops </a:t>
          </a:r>
        </a:p>
        <a:p>
          <a:pPr marL="0" lvl="0" indent="0" algn="l" defTabSz="4889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100" kern="1200"/>
            <a:t>or complex flow control capabilities</a:t>
          </a:r>
        </a:p>
        <a:p>
          <a:pPr marL="0" lvl="0" indent="0" algn="l" defTabSz="4889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100" kern="1200" dirty="0"/>
            <a:t>other than conditional flow control. </a:t>
          </a:r>
        </a:p>
      </dsp:txBody>
      <dsp:txXfrm>
        <a:off x="2279627" y="1948978"/>
        <a:ext cx="1936406" cy="1009460"/>
      </dsp:txXfrm>
    </dsp:sp>
    <dsp:sp modelId="{60532F42-D775-4804-9F3B-6254C0C40643}">
      <dsp:nvSpPr>
        <dsp:cNvPr id="0" name=""/>
        <dsp:cNvSpPr/>
      </dsp:nvSpPr>
      <dsp:spPr>
        <a:xfrm>
          <a:off x="4554904" y="692810"/>
          <a:ext cx="677742" cy="677742"/>
        </a:xfrm>
        <a:prstGeom prst="rect">
          <a:avLst/>
        </a:prstGeom>
        <a:blipFill>
          <a:blip xmlns:r="http://schemas.openxmlformats.org/officeDocument/2006/relationships" r:embed="rId5" cstate="email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6"/>
              </a:ext>
            </a:extLst>
          </a:blip>
          <a:stretch>
            <a:fillRect/>
          </a:stretch>
        </a:blipFill>
        <a:ln w="12700" cap="flat" cmpd="sng" algn="ctr">
          <a:noFill/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07FAF07D-FA88-4490-B9B6-904194F8A8A4}">
      <dsp:nvSpPr>
        <dsp:cNvPr id="0" name=""/>
        <dsp:cNvSpPr/>
      </dsp:nvSpPr>
      <dsp:spPr>
        <a:xfrm>
          <a:off x="4554904" y="1467974"/>
          <a:ext cx="1936406" cy="435691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l" defTabSz="62230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  <a:defRPr b="1"/>
          </a:pPr>
          <a:r>
            <a:rPr lang="en-US" sz="1400" kern="1200"/>
            <a:t>This ensures that </a:t>
          </a:r>
        </a:p>
      </dsp:txBody>
      <dsp:txXfrm>
        <a:off x="4554904" y="1467974"/>
        <a:ext cx="1936406" cy="435691"/>
      </dsp:txXfrm>
    </dsp:sp>
    <dsp:sp modelId="{1B995A40-477F-4B63-9451-10BA18B8A3CE}">
      <dsp:nvSpPr>
        <dsp:cNvPr id="0" name=""/>
        <dsp:cNvSpPr/>
      </dsp:nvSpPr>
      <dsp:spPr>
        <a:xfrm>
          <a:off x="4554904" y="1948978"/>
          <a:ext cx="1936406" cy="1009460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l" defTabSz="4889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100" kern="1200" dirty="0"/>
            <a:t>the language is </a:t>
          </a:r>
          <a:r>
            <a:rPr lang="en-US" sz="1100" b="1" kern="1200" dirty="0"/>
            <a:t>not</a:t>
          </a:r>
          <a:r>
            <a:rPr lang="en-US" sz="1100" kern="1200" dirty="0"/>
            <a:t> </a:t>
          </a:r>
          <a:r>
            <a:rPr lang="en-US" sz="1100" i="1" kern="1200" dirty="0"/>
            <a:t>Turing</a:t>
          </a:r>
          <a:r>
            <a:rPr lang="tr-TR" sz="1100" i="1" kern="1200" dirty="0"/>
            <a:t> </a:t>
          </a:r>
          <a:r>
            <a:rPr lang="en-US" sz="1100" i="1" kern="1200" dirty="0"/>
            <a:t>Complete</a:t>
          </a:r>
          <a:endParaRPr lang="en-US" sz="1100" kern="1200" dirty="0"/>
        </a:p>
      </dsp:txBody>
      <dsp:txXfrm>
        <a:off x="4554904" y="1948978"/>
        <a:ext cx="1936406" cy="1009460"/>
      </dsp:txXfrm>
    </dsp:sp>
    <dsp:sp modelId="{1C60F6DA-DD4A-4A47-977C-0FC9CE44E957}">
      <dsp:nvSpPr>
        <dsp:cNvPr id="0" name=""/>
        <dsp:cNvSpPr/>
      </dsp:nvSpPr>
      <dsp:spPr>
        <a:xfrm>
          <a:off x="6830181" y="692810"/>
          <a:ext cx="677742" cy="677742"/>
        </a:xfrm>
        <a:prstGeom prst="rect">
          <a:avLst/>
        </a:prstGeom>
        <a:blipFill>
          <a:blip xmlns:r="http://schemas.openxmlformats.org/officeDocument/2006/relationships" r:embed="rId7" cstate="email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8"/>
              </a:ext>
            </a:extLst>
          </a:blip>
          <a:stretch>
            <a:fillRect/>
          </a:stretch>
        </a:blipFill>
        <a:ln w="12700" cap="flat" cmpd="sng" algn="ctr">
          <a:noFill/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7255B36E-4E1A-4C64-8203-40BEBC3559B8}">
      <dsp:nvSpPr>
        <dsp:cNvPr id="0" name=""/>
        <dsp:cNvSpPr/>
      </dsp:nvSpPr>
      <dsp:spPr>
        <a:xfrm>
          <a:off x="6830181" y="1467974"/>
          <a:ext cx="1936406" cy="435691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l" defTabSz="62230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  <a:defRPr b="1"/>
          </a:pPr>
          <a:r>
            <a:rPr lang="en-US" sz="1400" kern="1200"/>
            <a:t>meaning that </a:t>
          </a:r>
        </a:p>
      </dsp:txBody>
      <dsp:txXfrm>
        <a:off x="6830181" y="1467974"/>
        <a:ext cx="1936406" cy="435691"/>
      </dsp:txXfrm>
    </dsp:sp>
    <dsp:sp modelId="{1163F2C1-8BDE-4BDA-8B67-64E3008BB7D5}">
      <dsp:nvSpPr>
        <dsp:cNvPr id="0" name=""/>
        <dsp:cNvSpPr/>
      </dsp:nvSpPr>
      <dsp:spPr>
        <a:xfrm>
          <a:off x="6830181" y="1948978"/>
          <a:ext cx="1936406" cy="1009460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l" defTabSz="4889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100" kern="1200" dirty="0"/>
            <a:t>scripts have </a:t>
          </a:r>
          <a:r>
            <a:rPr lang="en-US" sz="1100" b="1" kern="1200" dirty="0"/>
            <a:t>limited complexity </a:t>
          </a:r>
        </a:p>
        <a:p>
          <a:pPr marL="0" lvl="0" indent="0" algn="l" defTabSz="4889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100" kern="1200"/>
            <a:t>and predictable execution</a:t>
          </a:r>
          <a:r>
            <a:rPr lang="tr-TR" sz="1100" kern="1200"/>
            <a:t> times.</a:t>
          </a:r>
          <a:endParaRPr lang="en-US" sz="1100" kern="1200"/>
        </a:p>
      </dsp:txBody>
      <dsp:txXfrm>
        <a:off x="6830181" y="1948978"/>
        <a:ext cx="1936406" cy="1009460"/>
      </dsp:txXfrm>
    </dsp:sp>
  </dsp:spTree>
</dsp:drawing>
</file>

<file path=ppt/diagrams/drawing61.xml><?xml version="1.0" encoding="utf-8"?>
<dsp:drawing xmlns:dgm="http://schemas.openxmlformats.org/drawingml/2006/diagram" xmlns:dsp="http://schemas.microsoft.com/office/drawing/2008/diagram" xmlns:a="http://schemas.openxmlformats.org/drawingml/2006/main">
  <dsp:spTree>
    <dsp:nvGrpSpPr>
      <dsp:cNvPr id="0" name=""/>
      <dsp:cNvGrpSpPr/>
    </dsp:nvGrpSpPr>
    <dsp:grpSpPr/>
    <dsp:sp modelId="{94AFEDD7-5FDE-41D7-BAD8-7145A51E1FC8}">
      <dsp:nvSpPr>
        <dsp:cNvPr id="0" name=""/>
        <dsp:cNvSpPr/>
      </dsp:nvSpPr>
      <dsp:spPr>
        <a:xfrm>
          <a:off x="943992" y="572819"/>
          <a:ext cx="1012921" cy="1012921"/>
        </a:xfrm>
        <a:prstGeom prst="rect">
          <a:avLst/>
        </a:prstGeom>
        <a:blipFill>
          <a:blip xmlns:r="http://schemas.openxmlformats.org/officeDocument/2006/relationships" r:embed="rId1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2"/>
              </a:ext>
            </a:extLst>
          </a:blip>
          <a:stretch>
            <a:fillRect/>
          </a:stretch>
        </a:blipFill>
        <a:ln w="12700" cap="flat" cmpd="sng" algn="ctr">
          <a:noFill/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E62C9628-34C4-46AF-8ACE-716D864451C4}">
      <dsp:nvSpPr>
        <dsp:cNvPr id="0" name=""/>
        <dsp:cNvSpPr/>
      </dsp:nvSpPr>
      <dsp:spPr>
        <a:xfrm>
          <a:off x="3421" y="1693483"/>
          <a:ext cx="2894062" cy="434109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10223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  <a:defRPr b="1"/>
          </a:pPr>
          <a:r>
            <a:rPr lang="tr-TR" sz="2300" kern="1200"/>
            <a:t>Limitation</a:t>
          </a:r>
          <a:endParaRPr lang="en-US" sz="2300" kern="1200"/>
        </a:p>
      </dsp:txBody>
      <dsp:txXfrm>
        <a:off x="3421" y="1693483"/>
        <a:ext cx="2894062" cy="434109"/>
      </dsp:txXfrm>
    </dsp:sp>
    <dsp:sp modelId="{6DBAFCE1-59BE-467D-8E61-0F9F63CE65F1}">
      <dsp:nvSpPr>
        <dsp:cNvPr id="0" name=""/>
        <dsp:cNvSpPr/>
      </dsp:nvSpPr>
      <dsp:spPr>
        <a:xfrm>
          <a:off x="3421" y="2177704"/>
          <a:ext cx="2894062" cy="900725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7556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tr-TR" sz="1700" kern="1200" dirty="0"/>
            <a:t>This is a</a:t>
          </a:r>
          <a:r>
            <a:rPr lang="en-US" sz="1700" kern="1200" dirty="0"/>
            <a:t> limited language </a:t>
          </a:r>
        </a:p>
      </dsp:txBody>
      <dsp:txXfrm>
        <a:off x="3421" y="2177704"/>
        <a:ext cx="2894062" cy="900725"/>
      </dsp:txXfrm>
    </dsp:sp>
    <dsp:sp modelId="{E6310FAC-82A0-4969-A67D-89670EDBD1D8}">
      <dsp:nvSpPr>
        <dsp:cNvPr id="0" name=""/>
        <dsp:cNvSpPr/>
      </dsp:nvSpPr>
      <dsp:spPr>
        <a:xfrm>
          <a:off x="4344515" y="572819"/>
          <a:ext cx="1012921" cy="1012921"/>
        </a:xfrm>
        <a:prstGeom prst="rect">
          <a:avLst/>
        </a:prstGeom>
        <a:blipFill>
          <a:blip xmlns:r="http://schemas.openxmlformats.org/officeDocument/2006/relationships" r:embed="rId3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4"/>
              </a:ext>
            </a:extLst>
          </a:blip>
          <a:stretch>
            <a:fillRect/>
          </a:stretch>
        </a:blipFill>
        <a:ln w="12700" cap="flat" cmpd="sng" algn="ctr">
          <a:noFill/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7803BB3D-69BF-4D9C-AB09-1542CB8C084F}">
      <dsp:nvSpPr>
        <dsp:cNvPr id="0" name=""/>
        <dsp:cNvSpPr/>
      </dsp:nvSpPr>
      <dsp:spPr>
        <a:xfrm>
          <a:off x="3403945" y="1693483"/>
          <a:ext cx="2894062" cy="434109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10223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  <a:defRPr b="1"/>
          </a:pPr>
          <a:r>
            <a:rPr lang="tr-TR" sz="2300" kern="1200"/>
            <a:t>To </a:t>
          </a:r>
          <a:r>
            <a:rPr lang="en-US" sz="2300" kern="1200"/>
            <a:t>prevent</a:t>
          </a:r>
          <a:r>
            <a:rPr lang="tr-TR" sz="2300" kern="1200"/>
            <a:t> vulnerability</a:t>
          </a:r>
          <a:endParaRPr lang="en-US" sz="2300" kern="1200"/>
        </a:p>
      </dsp:txBody>
      <dsp:txXfrm>
        <a:off x="3403945" y="1693483"/>
        <a:ext cx="2894062" cy="434109"/>
      </dsp:txXfrm>
    </dsp:sp>
    <dsp:sp modelId="{C8324AC7-F196-4858-BEBE-5DD86FB12AAF}">
      <dsp:nvSpPr>
        <dsp:cNvPr id="0" name=""/>
        <dsp:cNvSpPr/>
      </dsp:nvSpPr>
      <dsp:spPr>
        <a:xfrm>
          <a:off x="3403945" y="2177704"/>
          <a:ext cx="2894062" cy="900725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7556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tr-TR" sz="1700" kern="1200" dirty="0"/>
            <a:t>against</a:t>
          </a:r>
          <a:endParaRPr lang="en-US" sz="1700" kern="1200" dirty="0"/>
        </a:p>
        <a:p>
          <a:pPr marL="0" lvl="0" indent="0" algn="ctr" defTabSz="7556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700" kern="1200"/>
            <a:t>the </a:t>
          </a:r>
          <a:r>
            <a:rPr lang="en-US" sz="1700" kern="1200" dirty="0"/>
            <a:t>transaction validation</a:t>
          </a:r>
          <a:r>
            <a:rPr lang="tr-TR" sz="1700" kern="1200" dirty="0"/>
            <a:t> </a:t>
          </a:r>
          <a:r>
            <a:rPr lang="en-US" sz="1700" kern="1200" dirty="0"/>
            <a:t>mechanism </a:t>
          </a:r>
        </a:p>
      </dsp:txBody>
      <dsp:txXfrm>
        <a:off x="3403945" y="2177704"/>
        <a:ext cx="2894062" cy="900725"/>
      </dsp:txXfrm>
    </dsp:sp>
    <dsp:sp modelId="{C4A7C834-AEF7-43B6-99C6-22396C969074}">
      <dsp:nvSpPr>
        <dsp:cNvPr id="0" name=""/>
        <dsp:cNvSpPr/>
      </dsp:nvSpPr>
      <dsp:spPr>
        <a:xfrm>
          <a:off x="7745039" y="572819"/>
          <a:ext cx="1012921" cy="1012921"/>
        </a:xfrm>
        <a:prstGeom prst="rect">
          <a:avLst/>
        </a:prstGeom>
        <a:blipFill>
          <a:blip xmlns:r="http://schemas.openxmlformats.org/officeDocument/2006/relationships" r:embed="rId5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6"/>
              </a:ext>
            </a:extLst>
          </a:blip>
          <a:stretch>
            <a:fillRect/>
          </a:stretch>
        </a:blipFill>
        <a:ln w="12700" cap="flat" cmpd="sng" algn="ctr">
          <a:noFill/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1D28C375-8D8F-45CD-A27F-BEB43AFA4030}">
      <dsp:nvSpPr>
        <dsp:cNvPr id="0" name=""/>
        <dsp:cNvSpPr/>
      </dsp:nvSpPr>
      <dsp:spPr>
        <a:xfrm>
          <a:off x="6804468" y="1693483"/>
          <a:ext cx="2894062" cy="434109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10223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  <a:defRPr b="1"/>
          </a:pPr>
          <a:r>
            <a:rPr lang="tr-TR" sz="2300" i="1" kern="1200"/>
            <a:t>Script</a:t>
          </a:r>
          <a:r>
            <a:rPr lang="tr-TR" sz="2300" kern="1200"/>
            <a:t> </a:t>
          </a:r>
          <a:r>
            <a:rPr lang="en-US" sz="2300" kern="1200"/>
            <a:t>cannot be used </a:t>
          </a:r>
        </a:p>
      </dsp:txBody>
      <dsp:txXfrm>
        <a:off x="6804468" y="1693483"/>
        <a:ext cx="2894062" cy="434109"/>
      </dsp:txXfrm>
    </dsp:sp>
    <dsp:sp modelId="{AF7E81FE-498E-450F-8A72-8745D5FF49C4}">
      <dsp:nvSpPr>
        <dsp:cNvPr id="0" name=""/>
        <dsp:cNvSpPr/>
      </dsp:nvSpPr>
      <dsp:spPr>
        <a:xfrm>
          <a:off x="6804468" y="2177704"/>
          <a:ext cx="2894062" cy="900725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7556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700" kern="1200" dirty="0"/>
            <a:t>to create an infinite loop </a:t>
          </a:r>
        </a:p>
        <a:p>
          <a:pPr marL="0" lvl="0" indent="0" algn="ctr" defTabSz="7556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700" kern="1200" dirty="0"/>
            <a:t>or other form of “logic bomb” </a:t>
          </a:r>
        </a:p>
      </dsp:txBody>
      <dsp:txXfrm>
        <a:off x="6804468" y="2177704"/>
        <a:ext cx="2894062" cy="900725"/>
      </dsp:txXfrm>
    </dsp:sp>
  </dsp:spTree>
</dsp:drawing>
</file>

<file path=ppt/diagrams/drawing62.xml><?xml version="1.0" encoding="utf-8"?>
<dsp:drawing xmlns:dgm="http://schemas.openxmlformats.org/drawingml/2006/diagram" xmlns:dsp="http://schemas.microsoft.com/office/drawing/2008/diagram" xmlns:a="http://schemas.openxmlformats.org/drawingml/2006/main">
  <dsp:spTree>
    <dsp:nvGrpSpPr>
      <dsp:cNvPr id="0" name=""/>
      <dsp:cNvGrpSpPr/>
    </dsp:nvGrpSpPr>
    <dsp:grpSpPr/>
    <dsp:sp modelId="{3FC4DBB7-4245-48BD-B01E-2385AABAEC03}">
      <dsp:nvSpPr>
        <dsp:cNvPr id="0" name=""/>
        <dsp:cNvSpPr/>
      </dsp:nvSpPr>
      <dsp:spPr>
        <a:xfrm>
          <a:off x="943992" y="522157"/>
          <a:ext cx="1012921" cy="1012921"/>
        </a:xfrm>
        <a:prstGeom prst="rect">
          <a:avLst/>
        </a:prstGeom>
        <a:blipFill>
          <a:blip xmlns:r="http://schemas.openxmlformats.org/officeDocument/2006/relationships" r:embed="rId1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2"/>
              </a:ext>
            </a:extLst>
          </a:blip>
          <a:stretch>
            <a:fillRect/>
          </a:stretch>
        </a:blipFill>
        <a:ln w="12700" cap="flat" cmpd="sng" algn="ctr">
          <a:noFill/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810800D2-3CF2-4A6F-9057-7D6DFD0294B7}">
      <dsp:nvSpPr>
        <dsp:cNvPr id="0" name=""/>
        <dsp:cNvSpPr/>
      </dsp:nvSpPr>
      <dsp:spPr>
        <a:xfrm>
          <a:off x="3421" y="1647177"/>
          <a:ext cx="2894062" cy="434109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124460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  <a:defRPr b="1"/>
          </a:pPr>
          <a:r>
            <a:rPr lang="tr-TR" sz="2800" kern="1200"/>
            <a:t>DAD Risk </a:t>
          </a:r>
          <a:endParaRPr lang="en-US" sz="2800" kern="1200"/>
        </a:p>
      </dsp:txBody>
      <dsp:txXfrm>
        <a:off x="3421" y="1647177"/>
        <a:ext cx="2894062" cy="434109"/>
      </dsp:txXfrm>
    </dsp:sp>
    <dsp:sp modelId="{B5325781-7BE6-4FCC-8F6A-6C25E933588A}">
      <dsp:nvSpPr>
        <dsp:cNvPr id="0" name=""/>
        <dsp:cNvSpPr/>
      </dsp:nvSpPr>
      <dsp:spPr>
        <a:xfrm>
          <a:off x="3421" y="2133425"/>
          <a:ext cx="2894062" cy="995666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7556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tr-TR" sz="1700" kern="1200" dirty="0"/>
            <a:t>DAD </a:t>
          </a:r>
          <a:r>
            <a:rPr lang="en-US" sz="1700" kern="1200" dirty="0"/>
            <a:t>denial-of-service attack</a:t>
          </a:r>
        </a:p>
        <a:p>
          <a:pPr marL="0" lvl="0" indent="0" algn="ctr" defTabSz="7556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tr-TR" sz="1700" kern="1200" dirty="0"/>
            <a:t>against the bitcoin network</a:t>
          </a:r>
          <a:endParaRPr lang="tr-TR" sz="1700" kern="1200"/>
        </a:p>
      </dsp:txBody>
      <dsp:txXfrm>
        <a:off x="3421" y="2133425"/>
        <a:ext cx="2894062" cy="995666"/>
      </dsp:txXfrm>
    </dsp:sp>
    <dsp:sp modelId="{9D4562C3-4825-418D-8A1E-25E89240616C}">
      <dsp:nvSpPr>
        <dsp:cNvPr id="0" name=""/>
        <dsp:cNvSpPr/>
      </dsp:nvSpPr>
      <dsp:spPr>
        <a:xfrm>
          <a:off x="4344515" y="522157"/>
          <a:ext cx="1012921" cy="1012921"/>
        </a:xfrm>
        <a:prstGeom prst="rect">
          <a:avLst/>
        </a:prstGeom>
        <a:blipFill>
          <a:blip xmlns:r="http://schemas.openxmlformats.org/officeDocument/2006/relationships" r:embed="rId3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4"/>
              </a:ext>
            </a:extLst>
          </a:blip>
          <a:stretch>
            <a:fillRect/>
          </a:stretch>
        </a:blipFill>
        <a:ln w="12700" cap="flat" cmpd="sng" algn="ctr">
          <a:noFill/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CE071CF1-AB10-47A2-975F-1DAB356E8F7E}">
      <dsp:nvSpPr>
        <dsp:cNvPr id="0" name=""/>
        <dsp:cNvSpPr/>
      </dsp:nvSpPr>
      <dsp:spPr>
        <a:xfrm>
          <a:off x="3403945" y="1647177"/>
          <a:ext cx="2894062" cy="434109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124460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  <a:defRPr b="1"/>
          </a:pPr>
          <a:r>
            <a:rPr lang="tr-TR" sz="2800" kern="1200"/>
            <a:t>Method</a:t>
          </a:r>
          <a:endParaRPr lang="en-US" sz="2800" kern="1200"/>
        </a:p>
      </dsp:txBody>
      <dsp:txXfrm>
        <a:off x="3403945" y="1647177"/>
        <a:ext cx="2894062" cy="434109"/>
      </dsp:txXfrm>
    </dsp:sp>
    <dsp:sp modelId="{9652E76E-848A-4952-AE4B-C3960CABA7C8}">
      <dsp:nvSpPr>
        <dsp:cNvPr id="0" name=""/>
        <dsp:cNvSpPr/>
      </dsp:nvSpPr>
      <dsp:spPr>
        <a:xfrm>
          <a:off x="3403945" y="2133425"/>
          <a:ext cx="2894062" cy="995666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7556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700" kern="1200" dirty="0"/>
            <a:t>infinite loop</a:t>
          </a:r>
        </a:p>
        <a:p>
          <a:pPr marL="0" lvl="0" indent="0" algn="ctr" defTabSz="7556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700" kern="1200" dirty="0"/>
            <a:t>could be embedded in a transaction</a:t>
          </a:r>
        </a:p>
      </dsp:txBody>
      <dsp:txXfrm>
        <a:off x="3403945" y="2133425"/>
        <a:ext cx="2894062" cy="995666"/>
      </dsp:txXfrm>
    </dsp:sp>
    <dsp:sp modelId="{9A0EDD4C-53E5-4663-828E-4F8D20B123B5}">
      <dsp:nvSpPr>
        <dsp:cNvPr id="0" name=""/>
        <dsp:cNvSpPr/>
      </dsp:nvSpPr>
      <dsp:spPr>
        <a:xfrm>
          <a:off x="7745039" y="522157"/>
          <a:ext cx="1012921" cy="1012921"/>
        </a:xfrm>
        <a:prstGeom prst="rect">
          <a:avLst/>
        </a:prstGeom>
        <a:blipFill>
          <a:blip xmlns:r="http://schemas.openxmlformats.org/officeDocument/2006/relationships" r:embed="rId5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6"/>
              </a:ext>
            </a:extLst>
          </a:blip>
          <a:stretch>
            <a:fillRect/>
          </a:stretch>
        </a:blipFill>
        <a:ln w="12700" cap="flat" cmpd="sng" algn="ctr">
          <a:noFill/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0D986385-ED7F-4D19-B9CF-31CA937B2405}">
      <dsp:nvSpPr>
        <dsp:cNvPr id="0" name=""/>
        <dsp:cNvSpPr/>
      </dsp:nvSpPr>
      <dsp:spPr>
        <a:xfrm>
          <a:off x="6804468" y="1647177"/>
          <a:ext cx="2894062" cy="434109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124460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  <a:defRPr b="1"/>
          </a:pPr>
          <a:r>
            <a:rPr lang="tr-TR" sz="2800" kern="1200"/>
            <a:t>Impact on Network</a:t>
          </a:r>
          <a:r>
            <a:rPr lang="en-US" sz="2800" kern="1200"/>
            <a:t> </a:t>
          </a:r>
        </a:p>
      </dsp:txBody>
      <dsp:txXfrm>
        <a:off x="6804468" y="1647177"/>
        <a:ext cx="2894062" cy="434109"/>
      </dsp:txXfrm>
    </dsp:sp>
    <dsp:sp modelId="{56C468E7-FE1A-4833-988D-8D76827A44D1}">
      <dsp:nvSpPr>
        <dsp:cNvPr id="0" name=""/>
        <dsp:cNvSpPr/>
      </dsp:nvSpPr>
      <dsp:spPr>
        <a:xfrm>
          <a:off x="6804468" y="2133425"/>
          <a:ext cx="2894062" cy="995666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7556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700" u="sng" kern="1200" dirty="0"/>
            <a:t>every</a:t>
          </a:r>
          <a:r>
            <a:rPr lang="en-US" sz="1700" kern="1200" dirty="0"/>
            <a:t> transaction is </a:t>
          </a:r>
          <a:r>
            <a:rPr lang="en-US" sz="1700" b="1" kern="1200" dirty="0"/>
            <a:t>validated</a:t>
          </a:r>
          <a:r>
            <a:rPr lang="en-US" sz="1700" kern="1200" dirty="0"/>
            <a:t> </a:t>
          </a:r>
        </a:p>
        <a:p>
          <a:pPr marL="0" lvl="0" indent="0" algn="ctr" defTabSz="7556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700" kern="1200" dirty="0"/>
            <a:t>by </a:t>
          </a:r>
          <a:r>
            <a:rPr lang="en-US" sz="1700" u="sng" kern="1200" dirty="0"/>
            <a:t>every</a:t>
          </a:r>
          <a:r>
            <a:rPr lang="en-US" sz="1700" kern="1200" dirty="0"/>
            <a:t> </a:t>
          </a:r>
          <a:r>
            <a:rPr lang="en-US" sz="1700" b="1" kern="1200" dirty="0"/>
            <a:t>full</a:t>
          </a:r>
          <a:r>
            <a:rPr lang="tr-TR" sz="1700" b="1" kern="1200" dirty="0"/>
            <a:t> </a:t>
          </a:r>
          <a:r>
            <a:rPr lang="en-US" sz="1700" b="1" kern="1200" dirty="0"/>
            <a:t>node</a:t>
          </a:r>
          <a:endParaRPr lang="en-US" sz="1700" kern="1200" dirty="0"/>
        </a:p>
        <a:p>
          <a:pPr marL="0" lvl="0" indent="0" algn="ctr" defTabSz="7556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700" kern="1200" dirty="0"/>
            <a:t>on the bitcoin network</a:t>
          </a:r>
        </a:p>
      </dsp:txBody>
      <dsp:txXfrm>
        <a:off x="6804468" y="2133425"/>
        <a:ext cx="2894062" cy="995666"/>
      </dsp:txXfrm>
    </dsp:sp>
  </dsp:spTree>
</dsp:drawing>
</file>

<file path=ppt/diagrams/drawing63.xml><?xml version="1.0" encoding="utf-8"?>
<dsp:drawing xmlns:dgm="http://schemas.openxmlformats.org/drawingml/2006/diagram" xmlns:dsp="http://schemas.microsoft.com/office/drawing/2008/diagram" xmlns:a="http://schemas.openxmlformats.org/drawingml/2006/main">
  <dsp:spTree>
    <dsp:nvGrpSpPr>
      <dsp:cNvPr id="0" name=""/>
      <dsp:cNvGrpSpPr/>
    </dsp:nvGrpSpPr>
    <dsp:grpSpPr/>
    <dsp:sp modelId="{22360C6E-95E8-4A8C-AE2F-90A3F91CC206}">
      <dsp:nvSpPr>
        <dsp:cNvPr id="0" name=""/>
        <dsp:cNvSpPr/>
      </dsp:nvSpPr>
      <dsp:spPr>
        <a:xfrm>
          <a:off x="4297" y="788181"/>
          <a:ext cx="915468" cy="915468"/>
        </a:xfrm>
        <a:prstGeom prst="rect">
          <a:avLst/>
        </a:prstGeom>
        <a:blipFill>
          <a:blip xmlns:r="http://schemas.openxmlformats.org/officeDocument/2006/relationships" r:embed="rId1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2"/>
              </a:ext>
            </a:extLst>
          </a:blip>
          <a:stretch>
            <a:fillRect/>
          </a:stretch>
        </a:blipFill>
        <a:ln w="12700" cap="flat" cmpd="sng" algn="ctr">
          <a:noFill/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2E05EA76-CB98-4421-9CF9-7BD1F6E35C20}">
      <dsp:nvSpPr>
        <dsp:cNvPr id="0" name=""/>
        <dsp:cNvSpPr/>
      </dsp:nvSpPr>
      <dsp:spPr>
        <a:xfrm>
          <a:off x="4297" y="1792869"/>
          <a:ext cx="2615625" cy="441386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l" defTabSz="62230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  <a:defRPr b="1"/>
          </a:pPr>
          <a:r>
            <a:rPr lang="tr-TR" sz="1400" kern="1200"/>
            <a:t>Script </a:t>
          </a:r>
          <a:r>
            <a:rPr lang="en-US" sz="1400" kern="1200"/>
            <a:t>is stateless</a:t>
          </a:r>
        </a:p>
      </dsp:txBody>
      <dsp:txXfrm>
        <a:off x="4297" y="1792869"/>
        <a:ext cx="2615625" cy="441386"/>
      </dsp:txXfrm>
    </dsp:sp>
    <dsp:sp modelId="{FD6774E2-6FC8-4DE6-9289-38DE3F57F894}">
      <dsp:nvSpPr>
        <dsp:cNvPr id="0" name=""/>
        <dsp:cNvSpPr/>
      </dsp:nvSpPr>
      <dsp:spPr>
        <a:xfrm>
          <a:off x="4297" y="2275754"/>
          <a:ext cx="2615625" cy="587314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l" defTabSz="4889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100" kern="1200" dirty="0"/>
            <a:t>there is no state prior to</a:t>
          </a:r>
          <a:r>
            <a:rPr lang="tr-TR" sz="1100" kern="1200" dirty="0"/>
            <a:t> </a:t>
          </a:r>
          <a:r>
            <a:rPr lang="en-US" sz="1100" kern="1200" dirty="0"/>
            <a:t>execution of the script </a:t>
          </a:r>
        </a:p>
        <a:p>
          <a:pPr marL="0" lvl="0" indent="0" algn="l" defTabSz="4889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100" kern="1200"/>
            <a:t>or state saved after execution of the script. </a:t>
          </a:r>
        </a:p>
      </dsp:txBody>
      <dsp:txXfrm>
        <a:off x="4297" y="2275754"/>
        <a:ext cx="2615625" cy="587314"/>
      </dsp:txXfrm>
    </dsp:sp>
    <dsp:sp modelId="{EE43EFAB-229F-4D38-884B-241B7B189176}">
      <dsp:nvSpPr>
        <dsp:cNvPr id="0" name=""/>
        <dsp:cNvSpPr/>
      </dsp:nvSpPr>
      <dsp:spPr>
        <a:xfrm>
          <a:off x="3077656" y="788181"/>
          <a:ext cx="915468" cy="915468"/>
        </a:xfrm>
        <a:prstGeom prst="rect">
          <a:avLst/>
        </a:prstGeom>
        <a:blipFill>
          <a:blip xmlns:r="http://schemas.openxmlformats.org/officeDocument/2006/relationships" r:embed="rId3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4"/>
              </a:ext>
            </a:extLst>
          </a:blip>
          <a:stretch>
            <a:fillRect/>
          </a:stretch>
        </a:blipFill>
        <a:ln w="12700" cap="flat" cmpd="sng" algn="ctr">
          <a:noFill/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440E08B5-3F87-432D-BAB5-12E24B9CB30D}">
      <dsp:nvSpPr>
        <dsp:cNvPr id="0" name=""/>
        <dsp:cNvSpPr/>
      </dsp:nvSpPr>
      <dsp:spPr>
        <a:xfrm>
          <a:off x="3077656" y="1792869"/>
          <a:ext cx="2615625" cy="441386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l" defTabSz="62230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  <a:defRPr b="1"/>
          </a:pPr>
          <a:r>
            <a:rPr lang="en-US" sz="1400" kern="1200"/>
            <a:t>all the</a:t>
          </a:r>
          <a:r>
            <a:rPr lang="tr-TR" sz="1400" kern="1200"/>
            <a:t> </a:t>
          </a:r>
          <a:r>
            <a:rPr lang="en-US" sz="1400" kern="1200"/>
            <a:t>information needed to execute a script </a:t>
          </a:r>
        </a:p>
      </dsp:txBody>
      <dsp:txXfrm>
        <a:off x="3077656" y="1792869"/>
        <a:ext cx="2615625" cy="441386"/>
      </dsp:txXfrm>
    </dsp:sp>
    <dsp:sp modelId="{BB19B1B4-B82B-417A-8E5C-C0F0FEAA4C42}">
      <dsp:nvSpPr>
        <dsp:cNvPr id="0" name=""/>
        <dsp:cNvSpPr/>
      </dsp:nvSpPr>
      <dsp:spPr>
        <a:xfrm>
          <a:off x="3077656" y="2275754"/>
          <a:ext cx="2615625" cy="587314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l" defTabSz="4889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100" kern="1200" dirty="0"/>
            <a:t>is contained within the script </a:t>
          </a:r>
        </a:p>
      </dsp:txBody>
      <dsp:txXfrm>
        <a:off x="3077656" y="2275754"/>
        <a:ext cx="2615625" cy="587314"/>
      </dsp:txXfrm>
    </dsp:sp>
    <dsp:sp modelId="{70ABC3D9-ECE3-46BA-889A-689D39AB7881}">
      <dsp:nvSpPr>
        <dsp:cNvPr id="0" name=""/>
        <dsp:cNvSpPr/>
      </dsp:nvSpPr>
      <dsp:spPr>
        <a:xfrm>
          <a:off x="6151015" y="788181"/>
          <a:ext cx="915468" cy="915468"/>
        </a:xfrm>
        <a:prstGeom prst="rect">
          <a:avLst/>
        </a:prstGeom>
        <a:blipFill>
          <a:blip xmlns:r="http://schemas.openxmlformats.org/officeDocument/2006/relationships" r:embed="rId5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6"/>
              </a:ext>
            </a:extLst>
          </a:blip>
          <a:stretch>
            <a:fillRect/>
          </a:stretch>
        </a:blipFill>
        <a:ln w="12700" cap="flat" cmpd="sng" algn="ctr">
          <a:noFill/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12EBAA52-A5FD-4FB8-A496-C161D27ECC94}">
      <dsp:nvSpPr>
        <dsp:cNvPr id="0" name=""/>
        <dsp:cNvSpPr/>
      </dsp:nvSpPr>
      <dsp:spPr>
        <a:xfrm>
          <a:off x="6151015" y="1792869"/>
          <a:ext cx="2615625" cy="441386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l" defTabSz="62230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  <a:defRPr b="1"/>
          </a:pPr>
          <a:r>
            <a:rPr lang="en-US" sz="1400" kern="1200"/>
            <a:t>A script will</a:t>
          </a:r>
          <a:r>
            <a:rPr lang="tr-TR" sz="1400" kern="1200"/>
            <a:t> </a:t>
          </a:r>
          <a:r>
            <a:rPr lang="en-US" sz="1400" kern="1200"/>
            <a:t>predictably execute </a:t>
          </a:r>
        </a:p>
      </dsp:txBody>
      <dsp:txXfrm>
        <a:off x="6151015" y="1792869"/>
        <a:ext cx="2615625" cy="441386"/>
      </dsp:txXfrm>
    </dsp:sp>
    <dsp:sp modelId="{73BA3729-6E38-47B2-91E1-F8C08C1DD4DF}">
      <dsp:nvSpPr>
        <dsp:cNvPr id="0" name=""/>
        <dsp:cNvSpPr/>
      </dsp:nvSpPr>
      <dsp:spPr>
        <a:xfrm>
          <a:off x="6151015" y="2275754"/>
          <a:ext cx="2615625" cy="587314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l" defTabSz="4889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100" kern="1200"/>
            <a:t>the same way on any system.</a:t>
          </a:r>
        </a:p>
      </dsp:txBody>
      <dsp:txXfrm>
        <a:off x="6151015" y="2275754"/>
        <a:ext cx="2615625" cy="587314"/>
      </dsp:txXfrm>
    </dsp:sp>
  </dsp:spTree>
</dsp:drawing>
</file>

<file path=ppt/diagrams/drawing64.xml><?xml version="1.0" encoding="utf-8"?>
<dsp:drawing xmlns:dgm="http://schemas.openxmlformats.org/drawingml/2006/diagram" xmlns:dsp="http://schemas.microsoft.com/office/drawing/2008/diagram" xmlns:a="http://schemas.openxmlformats.org/drawingml/2006/main">
  <dsp:spTree>
    <dsp:nvGrpSpPr>
      <dsp:cNvPr id="0" name=""/>
      <dsp:cNvGrpSpPr/>
    </dsp:nvGrpSpPr>
    <dsp:grpSpPr/>
    <dsp:sp modelId="{D7512AAD-641A-42F9-BF4C-B567FE5381D0}">
      <dsp:nvSpPr>
        <dsp:cNvPr id="0" name=""/>
        <dsp:cNvSpPr/>
      </dsp:nvSpPr>
      <dsp:spPr>
        <a:xfrm>
          <a:off x="4297" y="787479"/>
          <a:ext cx="915468" cy="915468"/>
        </a:xfrm>
        <a:prstGeom prst="rect">
          <a:avLst/>
        </a:prstGeom>
        <a:blipFill>
          <a:blip xmlns:r="http://schemas.openxmlformats.org/officeDocument/2006/relationships" r:embed="rId1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2"/>
              </a:ext>
            </a:extLst>
          </a:blip>
          <a:stretch>
            <a:fillRect/>
          </a:stretch>
        </a:blipFill>
        <a:ln w="12700" cap="flat" cmpd="sng" algn="ctr">
          <a:noFill/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29628E4F-CC0D-490C-B5D5-0588E2BBDA18}">
      <dsp:nvSpPr>
        <dsp:cNvPr id="0" name=""/>
        <dsp:cNvSpPr/>
      </dsp:nvSpPr>
      <dsp:spPr>
        <a:xfrm>
          <a:off x="4297" y="1792228"/>
          <a:ext cx="2615625" cy="392343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l" defTabSz="71120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  <a:defRPr b="1"/>
          </a:pPr>
          <a:r>
            <a:rPr lang="en-US" sz="1600" kern="1200" dirty="0"/>
            <a:t>If your system verifies a script, </a:t>
          </a:r>
        </a:p>
      </dsp:txBody>
      <dsp:txXfrm>
        <a:off x="4297" y="1792228"/>
        <a:ext cx="2615625" cy="392343"/>
      </dsp:txXfrm>
    </dsp:sp>
    <dsp:sp modelId="{1FA7E7DE-8F0F-49F1-960B-EB8D69FA97A1}">
      <dsp:nvSpPr>
        <dsp:cNvPr id="0" name=""/>
        <dsp:cNvSpPr/>
      </dsp:nvSpPr>
      <dsp:spPr>
        <a:xfrm>
          <a:off x="4297" y="2226097"/>
          <a:ext cx="2615625" cy="637672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l" defTabSz="53340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200" kern="1200"/>
            <a:t>you</a:t>
          </a:r>
          <a:r>
            <a:rPr lang="tr-TR" sz="1200" kern="1200"/>
            <a:t> </a:t>
          </a:r>
          <a:r>
            <a:rPr lang="en-US" sz="1200" kern="1200"/>
            <a:t>can be sure that every other system in the bitcoin network </a:t>
          </a:r>
        </a:p>
        <a:p>
          <a:pPr marL="0" lvl="0" indent="0" algn="l" defTabSz="53340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200" kern="1200" dirty="0"/>
            <a:t>will also verify the script</a:t>
          </a:r>
        </a:p>
      </dsp:txBody>
      <dsp:txXfrm>
        <a:off x="4297" y="2226097"/>
        <a:ext cx="2615625" cy="637672"/>
      </dsp:txXfrm>
    </dsp:sp>
    <dsp:sp modelId="{E420D6BD-85DE-4111-8C31-1A86D9EE7608}">
      <dsp:nvSpPr>
        <dsp:cNvPr id="0" name=""/>
        <dsp:cNvSpPr/>
      </dsp:nvSpPr>
      <dsp:spPr>
        <a:xfrm>
          <a:off x="3077656" y="787479"/>
          <a:ext cx="915468" cy="915468"/>
        </a:xfrm>
        <a:prstGeom prst="rect">
          <a:avLst/>
        </a:prstGeom>
        <a:blipFill>
          <a:blip xmlns:r="http://schemas.openxmlformats.org/officeDocument/2006/relationships" r:embed="rId3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4"/>
              </a:ext>
            </a:extLst>
          </a:blip>
          <a:stretch>
            <a:fillRect/>
          </a:stretch>
        </a:blipFill>
        <a:ln w="12700" cap="flat" cmpd="sng" algn="ctr">
          <a:noFill/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C99D2FAC-D44F-4D14-8A09-BD9CD045B21F}">
      <dsp:nvSpPr>
        <dsp:cNvPr id="0" name=""/>
        <dsp:cNvSpPr/>
      </dsp:nvSpPr>
      <dsp:spPr>
        <a:xfrm>
          <a:off x="3077656" y="1792228"/>
          <a:ext cx="2615625" cy="392343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l" defTabSz="71120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  <a:defRPr b="1"/>
          </a:pPr>
          <a:r>
            <a:rPr lang="en-US" sz="1600" kern="1200"/>
            <a:t>a valid transaction </a:t>
          </a:r>
        </a:p>
      </dsp:txBody>
      <dsp:txXfrm>
        <a:off x="3077656" y="1792228"/>
        <a:ext cx="2615625" cy="392343"/>
      </dsp:txXfrm>
    </dsp:sp>
    <dsp:sp modelId="{D90E984F-F68D-4D8C-893D-442675D2195C}">
      <dsp:nvSpPr>
        <dsp:cNvPr id="0" name=""/>
        <dsp:cNvSpPr/>
      </dsp:nvSpPr>
      <dsp:spPr>
        <a:xfrm>
          <a:off x="3077656" y="2226097"/>
          <a:ext cx="2615625" cy="637672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l" defTabSz="53340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200" kern="1200" dirty="0"/>
            <a:t>is valid for everyone</a:t>
          </a:r>
        </a:p>
        <a:p>
          <a:pPr marL="0" lvl="0" indent="0" algn="l" defTabSz="53340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200" kern="1200" dirty="0"/>
            <a:t>and everyone knows this </a:t>
          </a:r>
        </a:p>
      </dsp:txBody>
      <dsp:txXfrm>
        <a:off x="3077656" y="2226097"/>
        <a:ext cx="2615625" cy="637672"/>
      </dsp:txXfrm>
    </dsp:sp>
    <dsp:sp modelId="{F8A120FE-4684-4AE4-BB36-440B67303D2E}">
      <dsp:nvSpPr>
        <dsp:cNvPr id="0" name=""/>
        <dsp:cNvSpPr/>
      </dsp:nvSpPr>
      <dsp:spPr>
        <a:xfrm>
          <a:off x="6151015" y="787479"/>
          <a:ext cx="915468" cy="915468"/>
        </a:xfrm>
        <a:prstGeom prst="rect">
          <a:avLst/>
        </a:prstGeom>
        <a:blipFill>
          <a:blip xmlns:r="http://schemas.openxmlformats.org/officeDocument/2006/relationships" r:embed="rId5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6"/>
              </a:ext>
            </a:extLst>
          </a:blip>
          <a:stretch>
            <a:fillRect/>
          </a:stretch>
        </a:blipFill>
        <a:ln w="12700" cap="flat" cmpd="sng" algn="ctr">
          <a:noFill/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C2E01548-4759-4BF3-A0C5-432796C3F8B3}">
      <dsp:nvSpPr>
        <dsp:cNvPr id="0" name=""/>
        <dsp:cNvSpPr/>
      </dsp:nvSpPr>
      <dsp:spPr>
        <a:xfrm>
          <a:off x="6151015" y="1792228"/>
          <a:ext cx="2615625" cy="392343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l" defTabSz="71120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  <a:defRPr b="1"/>
          </a:pPr>
          <a:r>
            <a:rPr lang="en-US" sz="1600" kern="1200" dirty="0"/>
            <a:t>Predictability</a:t>
          </a:r>
          <a:r>
            <a:rPr lang="tr-TR" sz="1600" kern="1200" dirty="0"/>
            <a:t> is </a:t>
          </a:r>
          <a:r>
            <a:rPr lang="tr-TR" sz="1600" kern="1200" dirty="0" err="1"/>
            <a:t>essential</a:t>
          </a:r>
          <a:endParaRPr lang="en-US" sz="1600" kern="1200" dirty="0"/>
        </a:p>
      </dsp:txBody>
      <dsp:txXfrm>
        <a:off x="6151015" y="1792228"/>
        <a:ext cx="2615625" cy="392343"/>
      </dsp:txXfrm>
    </dsp:sp>
    <dsp:sp modelId="{16CD1940-E5FF-4C29-9A0D-22AAF89B781A}">
      <dsp:nvSpPr>
        <dsp:cNvPr id="0" name=""/>
        <dsp:cNvSpPr/>
      </dsp:nvSpPr>
      <dsp:spPr>
        <a:xfrm>
          <a:off x="6151015" y="2226097"/>
          <a:ext cx="2615625" cy="637672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l" defTabSz="53340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200" kern="1200" dirty="0"/>
            <a:t>an essential benefit of the bitcoin system.</a:t>
          </a:r>
        </a:p>
      </dsp:txBody>
      <dsp:txXfrm>
        <a:off x="6151015" y="2226097"/>
        <a:ext cx="2615625" cy="637672"/>
      </dsp:txXfrm>
    </dsp:sp>
  </dsp:spTree>
</dsp:drawing>
</file>

<file path=ppt/diagrams/drawing65.xml><?xml version="1.0" encoding="utf-8"?>
<dsp:drawing xmlns:dgm="http://schemas.openxmlformats.org/drawingml/2006/diagram" xmlns:dsp="http://schemas.microsoft.com/office/drawing/2008/diagram" xmlns:a="http://schemas.openxmlformats.org/drawingml/2006/main">
  <dsp:spTree>
    <dsp:nvGrpSpPr>
      <dsp:cNvPr id="0" name=""/>
      <dsp:cNvGrpSpPr/>
    </dsp:nvGrpSpPr>
    <dsp:grpSpPr/>
    <dsp:sp modelId="{44050019-5662-490D-B681-B2222D7BD951}">
      <dsp:nvSpPr>
        <dsp:cNvPr id="0" name=""/>
        <dsp:cNvSpPr/>
      </dsp:nvSpPr>
      <dsp:spPr>
        <a:xfrm>
          <a:off x="698671" y="793095"/>
          <a:ext cx="750093" cy="750093"/>
        </a:xfrm>
        <a:prstGeom prst="rect">
          <a:avLst/>
        </a:prstGeom>
        <a:blipFill>
          <a:blip xmlns:r="http://schemas.openxmlformats.org/officeDocument/2006/relationships" r:embed="rId1" cstate="email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2"/>
              </a:ext>
            </a:extLst>
          </a:blip>
          <a:stretch>
            <a:fillRect/>
          </a:stretch>
        </a:blipFill>
        <a:ln w="12700" cap="flat" cmpd="sng" algn="ctr">
          <a:noFill/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C110D612-3638-46A1-B767-09C188BF24BB}">
      <dsp:nvSpPr>
        <dsp:cNvPr id="0" name=""/>
        <dsp:cNvSpPr/>
      </dsp:nvSpPr>
      <dsp:spPr>
        <a:xfrm>
          <a:off x="2156" y="1631986"/>
          <a:ext cx="2143124" cy="321468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88900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  <a:defRPr b="1"/>
          </a:pPr>
          <a:r>
            <a:rPr lang="tr-TR" sz="2000" kern="1200"/>
            <a:t>Validation</a:t>
          </a:r>
          <a:endParaRPr lang="en-US" sz="2000" kern="1200"/>
        </a:p>
      </dsp:txBody>
      <dsp:txXfrm>
        <a:off x="2156" y="1631986"/>
        <a:ext cx="2143124" cy="321468"/>
      </dsp:txXfrm>
    </dsp:sp>
    <dsp:sp modelId="{E1F314CE-A378-4FE5-BD8C-C4C2EE6235B6}">
      <dsp:nvSpPr>
        <dsp:cNvPr id="0" name=""/>
        <dsp:cNvSpPr/>
      </dsp:nvSpPr>
      <dsp:spPr>
        <a:xfrm>
          <a:off x="2156" y="1994756"/>
          <a:ext cx="2143124" cy="863398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6667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500" kern="1200"/>
            <a:t>Bitcoin’s transaction validation engine </a:t>
          </a:r>
        </a:p>
      </dsp:txBody>
      <dsp:txXfrm>
        <a:off x="2156" y="1994756"/>
        <a:ext cx="2143124" cy="863398"/>
      </dsp:txXfrm>
    </dsp:sp>
    <dsp:sp modelId="{A4E1D40E-8D80-4C05-9891-1CAE1E250198}">
      <dsp:nvSpPr>
        <dsp:cNvPr id="0" name=""/>
        <dsp:cNvSpPr/>
      </dsp:nvSpPr>
      <dsp:spPr>
        <a:xfrm>
          <a:off x="3216843" y="793095"/>
          <a:ext cx="750093" cy="750093"/>
        </a:xfrm>
        <a:prstGeom prst="rect">
          <a:avLst/>
        </a:prstGeom>
        <a:blipFill rotWithShape="1">
          <a:blip xmlns:r="http://schemas.openxmlformats.org/officeDocument/2006/relationships" r:embed="rId3" cstate="email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4"/>
              </a:ext>
            </a:extLst>
          </a:blip>
          <a:srcRect/>
          <a:stretch>
            <a:fillRect/>
          </a:stretch>
        </a:blipFill>
        <a:ln w="12700" cap="flat" cmpd="sng" algn="ctr">
          <a:solidFill>
            <a:schemeClr val="lt1">
              <a:alpha val="0"/>
              <a:hueOff val="0"/>
              <a:satOff val="0"/>
              <a:lumOff val="0"/>
              <a:alphaOff val="0"/>
            </a:schemeClr>
          </a:solidFill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05A93959-D9ED-4EBF-8D63-3342EB176A65}">
      <dsp:nvSpPr>
        <dsp:cNvPr id="0" name=""/>
        <dsp:cNvSpPr/>
      </dsp:nvSpPr>
      <dsp:spPr>
        <a:xfrm>
          <a:off x="2520328" y="1631986"/>
          <a:ext cx="2143124" cy="321468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88900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  <a:defRPr b="1"/>
          </a:pPr>
          <a:r>
            <a:rPr lang="en-US" sz="2000" kern="1200"/>
            <a:t>two types of scripts</a:t>
          </a:r>
        </a:p>
      </dsp:txBody>
      <dsp:txXfrm>
        <a:off x="2520328" y="1631986"/>
        <a:ext cx="2143124" cy="321468"/>
      </dsp:txXfrm>
    </dsp:sp>
    <dsp:sp modelId="{70DAE289-A1C5-43F6-85F7-E8996238ECEB}">
      <dsp:nvSpPr>
        <dsp:cNvPr id="0" name=""/>
        <dsp:cNvSpPr/>
      </dsp:nvSpPr>
      <dsp:spPr>
        <a:xfrm>
          <a:off x="2520328" y="1994756"/>
          <a:ext cx="2143124" cy="863398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6667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500" kern="1200"/>
            <a:t>to validate transactions</a:t>
          </a:r>
        </a:p>
        <a:p>
          <a:pPr marL="0" lvl="0" indent="0" algn="ctr" defTabSz="6667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tr-TR" sz="1500" kern="1200"/>
            <a:t>locking script</a:t>
          </a:r>
          <a:endParaRPr lang="en-US" sz="1500" kern="1200"/>
        </a:p>
        <a:p>
          <a:pPr marL="0" lvl="0" indent="0" algn="ctr" defTabSz="6667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tr-TR" sz="1500" kern="1200"/>
            <a:t>unlocking script</a:t>
          </a:r>
          <a:endParaRPr lang="en-US" sz="1500" kern="1200"/>
        </a:p>
      </dsp:txBody>
      <dsp:txXfrm>
        <a:off x="2520328" y="1994756"/>
        <a:ext cx="2143124" cy="863398"/>
      </dsp:txXfrm>
    </dsp:sp>
    <dsp:sp modelId="{508D067E-1A46-43AC-BF14-2F0F29B0165F}">
      <dsp:nvSpPr>
        <dsp:cNvPr id="0" name=""/>
        <dsp:cNvSpPr/>
      </dsp:nvSpPr>
      <dsp:spPr>
        <a:xfrm>
          <a:off x="5735015" y="793095"/>
          <a:ext cx="750093" cy="750093"/>
        </a:xfrm>
        <a:prstGeom prst="rect">
          <a:avLst/>
        </a:prstGeom>
        <a:blipFill>
          <a:blip xmlns:r="http://schemas.openxmlformats.org/officeDocument/2006/relationships" r:embed="rId5" cstate="email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6"/>
              </a:ext>
            </a:extLst>
          </a:blip>
          <a:stretch>
            <a:fillRect/>
          </a:stretch>
        </a:blipFill>
        <a:ln w="12700" cap="flat" cmpd="sng" algn="ctr">
          <a:noFill/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25C09422-0C11-43AF-97AA-EC5F3427F2B2}">
      <dsp:nvSpPr>
        <dsp:cNvPr id="0" name=""/>
        <dsp:cNvSpPr/>
      </dsp:nvSpPr>
      <dsp:spPr>
        <a:xfrm>
          <a:off x="5038499" y="1631986"/>
          <a:ext cx="2143124" cy="321468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88900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  <a:defRPr b="1"/>
          </a:pPr>
          <a:r>
            <a:rPr lang="en-US" sz="2000" kern="1200"/>
            <a:t>locking script</a:t>
          </a:r>
        </a:p>
      </dsp:txBody>
      <dsp:txXfrm>
        <a:off x="5038499" y="1631986"/>
        <a:ext cx="2143124" cy="321468"/>
      </dsp:txXfrm>
    </dsp:sp>
    <dsp:sp modelId="{8ED6F823-B18A-4D96-B80C-B160DCCA4F6E}">
      <dsp:nvSpPr>
        <dsp:cNvPr id="0" name=""/>
        <dsp:cNvSpPr/>
      </dsp:nvSpPr>
      <dsp:spPr>
        <a:xfrm>
          <a:off x="5038499" y="1994756"/>
          <a:ext cx="2143124" cy="863398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6667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500" kern="1200"/>
            <a:t>spending condition</a:t>
          </a:r>
          <a:r>
            <a:rPr lang="tr-TR" sz="1500" kern="1200"/>
            <a:t>s</a:t>
          </a:r>
          <a:endParaRPr lang="en-US" sz="1500" kern="1200"/>
        </a:p>
        <a:p>
          <a:pPr marL="0" lvl="0" indent="0" algn="ctr" defTabSz="6667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500" kern="1200"/>
            <a:t>placed on an output </a:t>
          </a:r>
        </a:p>
      </dsp:txBody>
      <dsp:txXfrm>
        <a:off x="5038499" y="1994756"/>
        <a:ext cx="2143124" cy="863398"/>
      </dsp:txXfrm>
    </dsp:sp>
    <dsp:sp modelId="{269B621E-A046-4534-81B7-0667CF73FABC}">
      <dsp:nvSpPr>
        <dsp:cNvPr id="0" name=""/>
        <dsp:cNvSpPr/>
      </dsp:nvSpPr>
      <dsp:spPr>
        <a:xfrm>
          <a:off x="8253187" y="793095"/>
          <a:ext cx="750093" cy="750093"/>
        </a:xfrm>
        <a:prstGeom prst="rect">
          <a:avLst/>
        </a:prstGeom>
        <a:blipFill>
          <a:blip xmlns:r="http://schemas.openxmlformats.org/officeDocument/2006/relationships" r:embed="rId7" cstate="email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8"/>
              </a:ext>
            </a:extLst>
          </a:blip>
          <a:stretch>
            <a:fillRect/>
          </a:stretch>
        </a:blipFill>
        <a:ln w="12700" cap="flat" cmpd="sng" algn="ctr">
          <a:noFill/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859226AD-4E23-45DB-86C1-5A2D9284134E}">
      <dsp:nvSpPr>
        <dsp:cNvPr id="0" name=""/>
        <dsp:cNvSpPr/>
      </dsp:nvSpPr>
      <dsp:spPr>
        <a:xfrm>
          <a:off x="7556671" y="1631986"/>
          <a:ext cx="2143124" cy="321468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88900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  <a:defRPr b="1"/>
          </a:pPr>
          <a:r>
            <a:rPr lang="en-US" sz="2000" kern="1200"/>
            <a:t>unlocking script</a:t>
          </a:r>
        </a:p>
      </dsp:txBody>
      <dsp:txXfrm>
        <a:off x="7556671" y="1631986"/>
        <a:ext cx="2143124" cy="321468"/>
      </dsp:txXfrm>
    </dsp:sp>
    <dsp:sp modelId="{AC33396F-D732-4E5D-861F-B0CEFB3914B3}">
      <dsp:nvSpPr>
        <dsp:cNvPr id="0" name=""/>
        <dsp:cNvSpPr/>
      </dsp:nvSpPr>
      <dsp:spPr>
        <a:xfrm>
          <a:off x="7556671" y="1994756"/>
          <a:ext cx="2143124" cy="863398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6667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500" kern="1200"/>
            <a:t>allows the output to be spent</a:t>
          </a:r>
        </a:p>
      </dsp:txBody>
      <dsp:txXfrm>
        <a:off x="7556671" y="1994756"/>
        <a:ext cx="2143124" cy="863398"/>
      </dsp:txXfrm>
    </dsp:sp>
  </dsp:spTree>
</dsp:drawing>
</file>

<file path=ppt/diagrams/drawing66.xml><?xml version="1.0" encoding="utf-8"?>
<dsp:drawing xmlns:dgm="http://schemas.openxmlformats.org/drawingml/2006/diagram" xmlns:dsp="http://schemas.microsoft.com/office/drawing/2008/diagram" xmlns:a="http://schemas.openxmlformats.org/drawingml/2006/main">
  <dsp:spTree>
    <dsp:nvGrpSpPr>
      <dsp:cNvPr id="0" name=""/>
      <dsp:cNvGrpSpPr/>
    </dsp:nvGrpSpPr>
    <dsp:grpSpPr/>
    <dsp:sp modelId="{508D067E-1A46-43AC-BF14-2F0F29B0165F}">
      <dsp:nvSpPr>
        <dsp:cNvPr id="0" name=""/>
        <dsp:cNvSpPr/>
      </dsp:nvSpPr>
      <dsp:spPr>
        <a:xfrm>
          <a:off x="1556976" y="341413"/>
          <a:ext cx="1512000" cy="1512000"/>
        </a:xfrm>
        <a:prstGeom prst="rect">
          <a:avLst/>
        </a:prstGeom>
        <a:blipFill rotWithShape="1">
          <a:blip xmlns:r="http://schemas.openxmlformats.org/officeDocument/2006/relationships" r:embed="rId1"/>
          <a:srcRect/>
          <a:stretch>
            <a:fillRect/>
          </a:stretch>
        </a:blipFill>
        <a:ln w="12700" cap="flat" cmpd="sng" algn="ctr">
          <a:noFill/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25C09422-0C11-43AF-97AA-EC5F3427F2B2}">
      <dsp:nvSpPr>
        <dsp:cNvPr id="0" name=""/>
        <dsp:cNvSpPr/>
      </dsp:nvSpPr>
      <dsp:spPr>
        <a:xfrm>
          <a:off x="152976" y="1981055"/>
          <a:ext cx="4320000" cy="648000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160020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  <a:defRPr b="1"/>
          </a:pPr>
          <a:r>
            <a:rPr lang="en-US" sz="3600" kern="1200"/>
            <a:t>locking script</a:t>
          </a:r>
        </a:p>
      </dsp:txBody>
      <dsp:txXfrm>
        <a:off x="152976" y="1981055"/>
        <a:ext cx="4320000" cy="648000"/>
      </dsp:txXfrm>
    </dsp:sp>
    <dsp:sp modelId="{8ED6F823-B18A-4D96-B80C-B160DCCA4F6E}">
      <dsp:nvSpPr>
        <dsp:cNvPr id="0" name=""/>
        <dsp:cNvSpPr/>
      </dsp:nvSpPr>
      <dsp:spPr>
        <a:xfrm>
          <a:off x="152976" y="2688423"/>
          <a:ext cx="4320000" cy="621412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7556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700" kern="1200" dirty="0"/>
            <a:t>specifies</a:t>
          </a:r>
          <a:r>
            <a:rPr lang="tr-TR" sz="1700" kern="1200" dirty="0"/>
            <a:t> </a:t>
          </a:r>
          <a:r>
            <a:rPr lang="en-US" sz="1700" kern="1200" dirty="0"/>
            <a:t>the conditions</a:t>
          </a:r>
        </a:p>
        <a:p>
          <a:pPr marL="0" lvl="0" indent="0" algn="ctr" defTabSz="7556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700" kern="1200"/>
            <a:t>to </a:t>
          </a:r>
          <a:r>
            <a:rPr lang="en-US" sz="1700" kern="1200" dirty="0"/>
            <a:t>spend the output in the future</a:t>
          </a:r>
        </a:p>
      </dsp:txBody>
      <dsp:txXfrm>
        <a:off x="152976" y="2688423"/>
        <a:ext cx="4320000" cy="621412"/>
      </dsp:txXfrm>
    </dsp:sp>
    <dsp:sp modelId="{269B621E-A046-4534-81B7-0667CF73FABC}">
      <dsp:nvSpPr>
        <dsp:cNvPr id="0" name=""/>
        <dsp:cNvSpPr/>
      </dsp:nvSpPr>
      <dsp:spPr>
        <a:xfrm>
          <a:off x="6632976" y="341413"/>
          <a:ext cx="1512000" cy="1512000"/>
        </a:xfrm>
        <a:prstGeom prst="rect">
          <a:avLst/>
        </a:prstGeom>
        <a:blipFill rotWithShape="1">
          <a:blip xmlns:r="http://schemas.openxmlformats.org/officeDocument/2006/relationships" r:embed="rId2"/>
          <a:srcRect/>
          <a:stretch>
            <a:fillRect/>
          </a:stretch>
        </a:blipFill>
        <a:ln w="12700" cap="flat" cmpd="sng" algn="ctr">
          <a:noFill/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859226AD-4E23-45DB-86C1-5A2D9284134E}">
      <dsp:nvSpPr>
        <dsp:cNvPr id="0" name=""/>
        <dsp:cNvSpPr/>
      </dsp:nvSpPr>
      <dsp:spPr>
        <a:xfrm>
          <a:off x="5228976" y="1981055"/>
          <a:ext cx="4320000" cy="648000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160020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  <a:defRPr b="1"/>
          </a:pPr>
          <a:r>
            <a:rPr lang="en-US" sz="3600" kern="1200"/>
            <a:t>unlocking script</a:t>
          </a:r>
        </a:p>
      </dsp:txBody>
      <dsp:txXfrm>
        <a:off x="5228976" y="1981055"/>
        <a:ext cx="4320000" cy="648000"/>
      </dsp:txXfrm>
    </dsp:sp>
    <dsp:sp modelId="{AC33396F-D732-4E5D-861F-B0CEFB3914B3}">
      <dsp:nvSpPr>
        <dsp:cNvPr id="0" name=""/>
        <dsp:cNvSpPr/>
      </dsp:nvSpPr>
      <dsp:spPr>
        <a:xfrm>
          <a:off x="5228976" y="2688423"/>
          <a:ext cx="4320000" cy="621412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7556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700" kern="1200" dirty="0"/>
            <a:t>“solves”</a:t>
          </a:r>
          <a:r>
            <a:rPr lang="tr-TR" sz="1700" kern="1200" dirty="0"/>
            <a:t>:</a:t>
          </a:r>
          <a:r>
            <a:rPr lang="en-US" sz="1700" kern="1200" dirty="0"/>
            <a:t> satisfies the conditions</a:t>
          </a:r>
        </a:p>
        <a:p>
          <a:pPr marL="0" lvl="0" indent="0" algn="ctr" defTabSz="7556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700" kern="1200"/>
            <a:t>placed </a:t>
          </a:r>
          <a:r>
            <a:rPr lang="en-US" sz="1700" kern="1200" dirty="0"/>
            <a:t>on an</a:t>
          </a:r>
          <a:r>
            <a:rPr lang="tr-TR" sz="1700" kern="1200" dirty="0"/>
            <a:t> </a:t>
          </a:r>
          <a:r>
            <a:rPr lang="en-US" sz="1700" kern="1200" dirty="0"/>
            <a:t>output </a:t>
          </a:r>
        </a:p>
      </dsp:txBody>
      <dsp:txXfrm>
        <a:off x="5228976" y="2688423"/>
        <a:ext cx="4320000" cy="621412"/>
      </dsp:txXfrm>
    </dsp:sp>
  </dsp:spTree>
</dsp:drawing>
</file>

<file path=ppt/diagrams/drawing67.xml><?xml version="1.0" encoding="utf-8"?>
<dsp:drawing xmlns:dgm="http://schemas.openxmlformats.org/drawingml/2006/diagram" xmlns:dsp="http://schemas.microsoft.com/office/drawing/2008/diagram" xmlns:a="http://schemas.openxmlformats.org/drawingml/2006/main">
  <dsp:spTree>
    <dsp:nvGrpSpPr>
      <dsp:cNvPr id="0" name=""/>
      <dsp:cNvGrpSpPr/>
    </dsp:nvGrpSpPr>
    <dsp:grpSpPr/>
    <dsp:sp modelId="{3E871728-9766-4DAB-B0D7-92FCD1D7E759}">
      <dsp:nvSpPr>
        <dsp:cNvPr id="0" name=""/>
        <dsp:cNvSpPr/>
      </dsp:nvSpPr>
      <dsp:spPr>
        <a:xfrm>
          <a:off x="1031865" y="419225"/>
          <a:ext cx="1108898" cy="1108898"/>
        </a:xfrm>
        <a:prstGeom prst="rect">
          <a:avLst/>
        </a:prstGeom>
        <a:blipFill rotWithShape="1">
          <a:blip xmlns:r="http://schemas.openxmlformats.org/officeDocument/2006/relationships" r:embed="rId1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2"/>
              </a:ext>
            </a:extLst>
          </a:blip>
          <a:srcRect/>
          <a:stretch>
            <a:fillRect/>
          </a:stretch>
        </a:blipFill>
        <a:ln w="12700" cap="flat" cmpd="sng" algn="ctr">
          <a:noFill/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14CCB13A-B89F-4733-AFD5-EFA441BB7F2D}">
      <dsp:nvSpPr>
        <dsp:cNvPr id="0" name=""/>
        <dsp:cNvSpPr/>
      </dsp:nvSpPr>
      <dsp:spPr>
        <a:xfrm>
          <a:off x="2174" y="1657624"/>
          <a:ext cx="3168281" cy="475242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133350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  <a:defRPr b="1"/>
          </a:pPr>
          <a:r>
            <a:rPr lang="tr-TR" sz="3000" kern="1200" dirty="0" err="1"/>
            <a:t>Historical</a:t>
          </a:r>
          <a:r>
            <a:rPr lang="tr-TR" sz="3000" kern="1200" dirty="0"/>
            <a:t>  name</a:t>
          </a:r>
          <a:endParaRPr lang="en-US" sz="3000" kern="1200" dirty="0"/>
        </a:p>
      </dsp:txBody>
      <dsp:txXfrm>
        <a:off x="2174" y="1657624"/>
        <a:ext cx="3168281" cy="475242"/>
      </dsp:txXfrm>
    </dsp:sp>
    <dsp:sp modelId="{1BEA09AC-99D8-4385-A98E-5FBC99E50400}">
      <dsp:nvSpPr>
        <dsp:cNvPr id="0" name=""/>
        <dsp:cNvSpPr/>
      </dsp:nvSpPr>
      <dsp:spPr>
        <a:xfrm>
          <a:off x="2174" y="2193100"/>
          <a:ext cx="3168281" cy="1237779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l" defTabSz="7556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700" i="1" kern="1200" dirty="0" err="1"/>
            <a:t>scriptPubKey</a:t>
          </a:r>
          <a:endParaRPr lang="en-US" sz="1700" kern="1200" dirty="0"/>
        </a:p>
        <a:p>
          <a:pPr marL="0" lvl="0" indent="0" algn="l" defTabSz="7556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tr-TR" sz="1700" kern="1200" dirty="0" err="1"/>
            <a:t>contains</a:t>
          </a:r>
          <a:endParaRPr lang="en-US" sz="1700" kern="1200" dirty="0"/>
        </a:p>
        <a:p>
          <a:pPr marL="171450" lvl="1" indent="-171450" algn="l" defTabSz="755650">
            <a:lnSpc>
              <a:spcPct val="90000"/>
            </a:lnSpc>
            <a:spcBef>
              <a:spcPct val="0"/>
            </a:spcBef>
            <a:spcAft>
              <a:spcPct val="15000"/>
            </a:spcAft>
            <a:buChar char="•"/>
          </a:pPr>
          <a:r>
            <a:rPr lang="en-US" sz="1700" b="1" kern="1200" dirty="0"/>
            <a:t>public</a:t>
          </a:r>
          <a:r>
            <a:rPr lang="en-US" sz="1700" kern="1200" dirty="0"/>
            <a:t> key</a:t>
          </a:r>
        </a:p>
        <a:p>
          <a:pPr marL="171450" lvl="1" indent="-171450" algn="l" defTabSz="755650">
            <a:lnSpc>
              <a:spcPct val="90000"/>
            </a:lnSpc>
            <a:spcBef>
              <a:spcPct val="0"/>
            </a:spcBef>
            <a:spcAft>
              <a:spcPct val="15000"/>
            </a:spcAft>
            <a:buChar char="•"/>
          </a:pPr>
          <a:r>
            <a:rPr lang="tr-TR" sz="1700" kern="1200"/>
            <a:t>or </a:t>
          </a:r>
          <a:r>
            <a:rPr lang="tr-TR" sz="1700" b="1" kern="1200" dirty="0" err="1"/>
            <a:t>bitcoin</a:t>
          </a:r>
          <a:r>
            <a:rPr lang="tr-TR" sz="1700" b="1" kern="1200" dirty="0"/>
            <a:t> </a:t>
          </a:r>
          <a:r>
            <a:rPr lang="tr-TR" sz="1700" b="1" kern="1200" dirty="0" err="1"/>
            <a:t>address</a:t>
          </a:r>
          <a:endParaRPr lang="en-US" sz="1700" kern="1200" dirty="0"/>
        </a:p>
      </dsp:txBody>
      <dsp:txXfrm>
        <a:off x="2174" y="2193100"/>
        <a:ext cx="3168281" cy="1237779"/>
      </dsp:txXfrm>
    </dsp:sp>
    <dsp:sp modelId="{E135FE6E-F3F0-478C-8E40-6D66E9061E49}">
      <dsp:nvSpPr>
        <dsp:cNvPr id="0" name=""/>
        <dsp:cNvSpPr/>
      </dsp:nvSpPr>
      <dsp:spPr>
        <a:xfrm>
          <a:off x="4754596" y="419225"/>
          <a:ext cx="1108898" cy="1108898"/>
        </a:xfrm>
        <a:prstGeom prst="rect">
          <a:avLst/>
        </a:prstGeom>
        <a:blipFill>
          <a:blip xmlns:r="http://schemas.openxmlformats.org/officeDocument/2006/relationships" r:embed="rId3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4"/>
              </a:ext>
            </a:extLst>
          </a:blip>
          <a:stretch>
            <a:fillRect/>
          </a:stretch>
        </a:blipFill>
        <a:ln w="12700" cap="flat" cmpd="sng" algn="ctr">
          <a:solidFill>
            <a:schemeClr val="lt1">
              <a:alpha val="0"/>
              <a:hueOff val="0"/>
              <a:satOff val="0"/>
              <a:lumOff val="0"/>
              <a:alphaOff val="0"/>
            </a:schemeClr>
          </a:solidFill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1F778B30-9AF3-470E-B6E0-F1DEA0CC54F0}">
      <dsp:nvSpPr>
        <dsp:cNvPr id="0" name=""/>
        <dsp:cNvSpPr/>
      </dsp:nvSpPr>
      <dsp:spPr>
        <a:xfrm>
          <a:off x="3724904" y="1657624"/>
          <a:ext cx="3168281" cy="475242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133350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  <a:defRPr b="1"/>
          </a:pPr>
          <a:r>
            <a:rPr lang="en-US" sz="3000" b="1" kern="1200"/>
            <a:t>bitcoin</a:t>
          </a:r>
          <a:r>
            <a:rPr lang="tr-TR" sz="3000" b="1" kern="1200"/>
            <a:t> address</a:t>
          </a:r>
          <a:endParaRPr lang="en-US" sz="3000" kern="1200"/>
        </a:p>
      </dsp:txBody>
      <dsp:txXfrm>
        <a:off x="3724904" y="1657624"/>
        <a:ext cx="3168281" cy="475242"/>
      </dsp:txXfrm>
    </dsp:sp>
    <dsp:sp modelId="{D00AA5FD-BBCA-4AA8-9293-777FC6AE7030}">
      <dsp:nvSpPr>
        <dsp:cNvPr id="0" name=""/>
        <dsp:cNvSpPr/>
      </dsp:nvSpPr>
      <dsp:spPr>
        <a:xfrm>
          <a:off x="3724904" y="2193100"/>
          <a:ext cx="3168281" cy="1237779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7556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tr-TR" sz="1700" b="0" kern="1200"/>
            <a:t>hash of a public key</a:t>
          </a:r>
          <a:r>
            <a:rPr lang="en-US" sz="1700" kern="1200"/>
            <a:t> </a:t>
          </a:r>
          <a:endParaRPr lang="en-US" sz="1700" b="0" kern="1200"/>
        </a:p>
      </dsp:txBody>
      <dsp:txXfrm>
        <a:off x="3724904" y="2193100"/>
        <a:ext cx="3168281" cy="1237779"/>
      </dsp:txXfrm>
    </dsp:sp>
    <dsp:sp modelId="{6FC43753-3938-4E7A-95AC-6B61A2456848}">
      <dsp:nvSpPr>
        <dsp:cNvPr id="0" name=""/>
        <dsp:cNvSpPr/>
      </dsp:nvSpPr>
      <dsp:spPr>
        <a:xfrm>
          <a:off x="8477326" y="419225"/>
          <a:ext cx="1108898" cy="1108898"/>
        </a:xfrm>
        <a:prstGeom prst="rect">
          <a:avLst/>
        </a:prstGeom>
        <a:blipFill>
          <a:blip xmlns:r="http://schemas.openxmlformats.org/officeDocument/2006/relationships" r:embed="rId5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6"/>
              </a:ext>
            </a:extLst>
          </a:blip>
          <a:stretch>
            <a:fillRect/>
          </a:stretch>
        </a:blipFill>
        <a:ln w="12700" cap="flat" cmpd="sng" algn="ctr">
          <a:noFill/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3B995CBE-96EF-4779-8C54-B9E80FF536EA}">
      <dsp:nvSpPr>
        <dsp:cNvPr id="0" name=""/>
        <dsp:cNvSpPr/>
      </dsp:nvSpPr>
      <dsp:spPr>
        <a:xfrm>
          <a:off x="7447635" y="1657624"/>
          <a:ext cx="3168281" cy="475242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133350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  <a:defRPr b="1"/>
          </a:pPr>
          <a:r>
            <a:rPr lang="tr-TR" sz="3000" kern="1200"/>
            <a:t>Other names</a:t>
          </a:r>
          <a:endParaRPr lang="en-US" sz="3000" kern="1200"/>
        </a:p>
      </dsp:txBody>
      <dsp:txXfrm>
        <a:off x="7447635" y="1657624"/>
        <a:ext cx="3168281" cy="475242"/>
      </dsp:txXfrm>
    </dsp:sp>
    <dsp:sp modelId="{13A12C13-5EDF-46B5-AB4C-5525B42B65E2}">
      <dsp:nvSpPr>
        <dsp:cNvPr id="0" name=""/>
        <dsp:cNvSpPr/>
      </dsp:nvSpPr>
      <dsp:spPr>
        <a:xfrm>
          <a:off x="7447635" y="2193100"/>
          <a:ext cx="3168281" cy="1237779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7556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700" i="1" kern="1200"/>
            <a:t>witness script</a:t>
          </a:r>
          <a:endParaRPr lang="en-US" sz="1700" kern="1200"/>
        </a:p>
        <a:p>
          <a:pPr marL="0" lvl="0" indent="0" algn="ctr" defTabSz="7556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tr-TR" sz="1700" i="1" kern="1200"/>
            <a:t>cryptographic puzzle</a:t>
          </a:r>
          <a:endParaRPr lang="en-US" sz="1700" kern="1200"/>
        </a:p>
      </dsp:txBody>
      <dsp:txXfrm>
        <a:off x="7447635" y="2193100"/>
        <a:ext cx="3168281" cy="1237779"/>
      </dsp:txXfrm>
    </dsp:sp>
  </dsp:spTree>
</dsp:drawing>
</file>

<file path=ppt/diagrams/drawing68.xml><?xml version="1.0" encoding="utf-8"?>
<dsp:drawing xmlns:dgm="http://schemas.openxmlformats.org/drawingml/2006/diagram" xmlns:dsp="http://schemas.microsoft.com/office/drawing/2008/diagram" xmlns:a="http://schemas.openxmlformats.org/drawingml/2006/main">
  <dsp:spTree>
    <dsp:nvGrpSpPr>
      <dsp:cNvPr id="0" name=""/>
      <dsp:cNvGrpSpPr/>
    </dsp:nvGrpSpPr>
    <dsp:grpSpPr/>
    <dsp:sp modelId="{FB26B821-E1F6-4DF8-8748-61AD7B1F8348}">
      <dsp:nvSpPr>
        <dsp:cNvPr id="0" name=""/>
        <dsp:cNvSpPr/>
      </dsp:nvSpPr>
      <dsp:spPr>
        <a:xfrm>
          <a:off x="943992" y="720087"/>
          <a:ext cx="1012921" cy="1012921"/>
        </a:xfrm>
        <a:prstGeom prst="rect">
          <a:avLst/>
        </a:prstGeom>
        <a:blipFill>
          <a:blip xmlns:r="http://schemas.openxmlformats.org/officeDocument/2006/relationships" r:embed="rId1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2"/>
              </a:ext>
            </a:extLst>
          </a:blip>
          <a:stretch>
            <a:fillRect/>
          </a:stretch>
        </a:blipFill>
        <a:ln w="12700" cap="flat" cmpd="sng" algn="ctr">
          <a:noFill/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A9F0AEB9-A0E6-43F4-9B93-F01F69E81359}">
      <dsp:nvSpPr>
        <dsp:cNvPr id="0" name=""/>
        <dsp:cNvSpPr/>
      </dsp:nvSpPr>
      <dsp:spPr>
        <a:xfrm>
          <a:off x="3421" y="1828085"/>
          <a:ext cx="2894062" cy="434109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124460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  <a:defRPr b="1"/>
          </a:pPr>
          <a:r>
            <a:rPr lang="tr-TR" sz="2800" kern="1200"/>
            <a:t>Unlocking script</a:t>
          </a:r>
          <a:endParaRPr lang="en-US" sz="2800" kern="1200"/>
        </a:p>
      </dsp:txBody>
      <dsp:txXfrm>
        <a:off x="3421" y="1828085"/>
        <a:ext cx="2894062" cy="434109"/>
      </dsp:txXfrm>
    </dsp:sp>
    <dsp:sp modelId="{D15D844A-2364-4AE1-A75D-F5923123BCC0}">
      <dsp:nvSpPr>
        <dsp:cNvPr id="0" name=""/>
        <dsp:cNvSpPr/>
      </dsp:nvSpPr>
      <dsp:spPr>
        <a:xfrm>
          <a:off x="3421" y="2306416"/>
          <a:ext cx="2894062" cy="624745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7556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tr-TR" sz="1700" kern="1200" dirty="0"/>
            <a:t>Historical name: </a:t>
          </a:r>
          <a:r>
            <a:rPr lang="en-US" sz="1700" i="1" kern="1200" dirty="0" err="1"/>
            <a:t>scriptSig</a:t>
          </a:r>
          <a:endParaRPr lang="en-US" sz="1700" kern="1200" dirty="0"/>
        </a:p>
        <a:p>
          <a:pPr marL="0" lvl="0" indent="0" algn="ctr" defTabSz="7556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tr-TR" sz="1700" kern="1200" dirty="0"/>
            <a:t>exists in </a:t>
          </a:r>
          <a:r>
            <a:rPr lang="en-US" sz="1700" kern="1200" dirty="0"/>
            <a:t>every transaction input</a:t>
          </a:r>
        </a:p>
      </dsp:txBody>
      <dsp:txXfrm>
        <a:off x="3421" y="2306416"/>
        <a:ext cx="2894062" cy="624745"/>
      </dsp:txXfrm>
    </dsp:sp>
    <dsp:sp modelId="{A6C313E5-4981-48E1-A0FE-7878D54F3F8D}">
      <dsp:nvSpPr>
        <dsp:cNvPr id="0" name=""/>
        <dsp:cNvSpPr/>
      </dsp:nvSpPr>
      <dsp:spPr>
        <a:xfrm>
          <a:off x="4344515" y="720087"/>
          <a:ext cx="1012921" cy="1012921"/>
        </a:xfrm>
        <a:prstGeom prst="rect">
          <a:avLst/>
        </a:prstGeom>
        <a:blipFill rotWithShape="1">
          <a:blip xmlns:r="http://schemas.openxmlformats.org/officeDocument/2006/relationships" r:embed="rId3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4"/>
              </a:ext>
            </a:extLst>
          </a:blip>
          <a:srcRect/>
          <a:stretch>
            <a:fillRect/>
          </a:stretch>
        </a:blipFill>
        <a:ln w="12700" cap="flat" cmpd="sng" algn="ctr">
          <a:solidFill>
            <a:schemeClr val="lt1">
              <a:alpha val="0"/>
              <a:hueOff val="0"/>
              <a:satOff val="0"/>
              <a:lumOff val="0"/>
              <a:alphaOff val="0"/>
            </a:schemeClr>
          </a:solidFill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59053944-7D3F-4079-B695-396903DA14E5}">
      <dsp:nvSpPr>
        <dsp:cNvPr id="0" name=""/>
        <dsp:cNvSpPr/>
      </dsp:nvSpPr>
      <dsp:spPr>
        <a:xfrm>
          <a:off x="3403945" y="1828085"/>
          <a:ext cx="2894062" cy="434109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124460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  <a:defRPr b="1"/>
          </a:pPr>
          <a:r>
            <a:rPr lang="en-US" sz="2800" kern="1200" dirty="0" err="1"/>
            <a:t>scriptSig</a:t>
          </a:r>
          <a:r>
            <a:rPr lang="tr-TR" sz="2800" kern="1200" dirty="0"/>
            <a:t> = Witness</a:t>
          </a:r>
          <a:endParaRPr lang="en-US" sz="2800" kern="1200" dirty="0"/>
        </a:p>
      </dsp:txBody>
      <dsp:txXfrm>
        <a:off x="3403945" y="1828085"/>
        <a:ext cx="2894062" cy="434109"/>
      </dsp:txXfrm>
    </dsp:sp>
    <dsp:sp modelId="{415A1145-6D22-46C4-AA2E-120EE09241DE}">
      <dsp:nvSpPr>
        <dsp:cNvPr id="0" name=""/>
        <dsp:cNvSpPr/>
      </dsp:nvSpPr>
      <dsp:spPr>
        <a:xfrm>
          <a:off x="3403945" y="2306416"/>
          <a:ext cx="2894062" cy="624745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7556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tr-TR" sz="1700" kern="1200" dirty="0"/>
            <a:t>Can also be </a:t>
          </a:r>
          <a:r>
            <a:rPr lang="en-US" sz="1700" kern="1200" dirty="0"/>
            <a:t>referred to </a:t>
          </a:r>
        </a:p>
        <a:p>
          <a:pPr marL="0" lvl="0" indent="0" algn="ctr" defTabSz="7556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700" kern="1200" dirty="0"/>
            <a:t>as a </a:t>
          </a:r>
          <a:r>
            <a:rPr lang="en-US" sz="1700" i="1" kern="1200" dirty="0"/>
            <a:t>witness</a:t>
          </a:r>
          <a:endParaRPr lang="en-US" sz="1700" kern="1200" dirty="0"/>
        </a:p>
      </dsp:txBody>
      <dsp:txXfrm>
        <a:off x="3403945" y="2306416"/>
        <a:ext cx="2894062" cy="624745"/>
      </dsp:txXfrm>
    </dsp:sp>
    <dsp:sp modelId="{96EE227D-C471-4F17-8BC9-6192E53992AB}">
      <dsp:nvSpPr>
        <dsp:cNvPr id="0" name=""/>
        <dsp:cNvSpPr/>
      </dsp:nvSpPr>
      <dsp:spPr>
        <a:xfrm>
          <a:off x="7745039" y="720087"/>
          <a:ext cx="1012921" cy="1012921"/>
        </a:xfrm>
        <a:prstGeom prst="rect">
          <a:avLst/>
        </a:prstGeom>
        <a:blipFill>
          <a:blip xmlns:r="http://schemas.openxmlformats.org/officeDocument/2006/relationships" r:embed="rId5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6"/>
              </a:ext>
            </a:extLst>
          </a:blip>
          <a:stretch>
            <a:fillRect/>
          </a:stretch>
        </a:blipFill>
        <a:ln w="12700" cap="flat" cmpd="sng" algn="ctr">
          <a:noFill/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F89905CB-3B6E-4608-B262-4162D61EF505}">
      <dsp:nvSpPr>
        <dsp:cNvPr id="0" name=""/>
        <dsp:cNvSpPr/>
      </dsp:nvSpPr>
      <dsp:spPr>
        <a:xfrm>
          <a:off x="6804468" y="1828085"/>
          <a:ext cx="2894062" cy="434109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124460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  <a:defRPr b="1"/>
          </a:pPr>
          <a:r>
            <a:rPr lang="tr-TR" sz="2800" kern="1200" dirty="0"/>
            <a:t>Digital Signature</a:t>
          </a:r>
          <a:endParaRPr lang="en-US" sz="2800" kern="1200" dirty="0"/>
        </a:p>
      </dsp:txBody>
      <dsp:txXfrm>
        <a:off x="6804468" y="1828085"/>
        <a:ext cx="2894062" cy="434109"/>
      </dsp:txXfrm>
    </dsp:sp>
    <dsp:sp modelId="{9D4C3E80-C0AC-4C8B-8A04-D9DCA713DAA5}">
      <dsp:nvSpPr>
        <dsp:cNvPr id="0" name=""/>
        <dsp:cNvSpPr/>
      </dsp:nvSpPr>
      <dsp:spPr>
        <a:xfrm>
          <a:off x="6804468" y="2306416"/>
          <a:ext cx="2894062" cy="624745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7556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tr-TR" sz="1700" kern="1200" dirty="0"/>
            <a:t>contain a digital signature</a:t>
          </a:r>
          <a:endParaRPr lang="en-US" sz="1700" kern="1200" dirty="0"/>
        </a:p>
        <a:p>
          <a:pPr marL="0" lvl="0" indent="0" algn="ctr" defTabSz="7556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tr-TR" sz="1700" kern="1200" dirty="0"/>
            <a:t>produced from the </a:t>
          </a:r>
          <a:r>
            <a:rPr lang="en-US" sz="1700" kern="1200" dirty="0"/>
            <a:t>private key</a:t>
          </a:r>
        </a:p>
      </dsp:txBody>
      <dsp:txXfrm>
        <a:off x="6804468" y="2306416"/>
        <a:ext cx="2894062" cy="624745"/>
      </dsp:txXfrm>
    </dsp:sp>
  </dsp:spTree>
</dsp:drawing>
</file>

<file path=ppt/diagrams/drawing69.xml><?xml version="1.0" encoding="utf-8"?>
<dsp:drawing xmlns:dgm="http://schemas.openxmlformats.org/drawingml/2006/diagram" xmlns:dsp="http://schemas.microsoft.com/office/drawing/2008/diagram" xmlns:a="http://schemas.openxmlformats.org/drawingml/2006/main">
  <dsp:spTree>
    <dsp:nvGrpSpPr>
      <dsp:cNvPr id="0" name=""/>
      <dsp:cNvGrpSpPr/>
    </dsp:nvGrpSpPr>
    <dsp:grpSpPr/>
    <dsp:sp modelId="{1C6A4C77-C18F-4DA7-B90C-A78D6F5528AE}">
      <dsp:nvSpPr>
        <dsp:cNvPr id="0" name=""/>
        <dsp:cNvSpPr/>
      </dsp:nvSpPr>
      <dsp:spPr>
        <a:xfrm>
          <a:off x="943992" y="578084"/>
          <a:ext cx="1012921" cy="1012921"/>
        </a:xfrm>
        <a:prstGeom prst="rect">
          <a:avLst/>
        </a:prstGeom>
        <a:blipFill>
          <a:blip xmlns:r="http://schemas.openxmlformats.org/officeDocument/2006/relationships" r:embed="rId1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2"/>
              </a:ext>
            </a:extLst>
          </a:blip>
          <a:stretch>
            <a:fillRect/>
          </a:stretch>
        </a:blipFill>
        <a:ln w="12700" cap="flat" cmpd="sng" algn="ctr">
          <a:noFill/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08242974-FABC-4328-8E23-44C00B31DE01}">
      <dsp:nvSpPr>
        <dsp:cNvPr id="0" name=""/>
        <dsp:cNvSpPr/>
      </dsp:nvSpPr>
      <dsp:spPr>
        <a:xfrm>
          <a:off x="3421" y="1698295"/>
          <a:ext cx="2894062" cy="434109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124460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  <a:defRPr b="1"/>
          </a:pPr>
          <a:r>
            <a:rPr lang="en-US" sz="2800" kern="1200" dirty="0"/>
            <a:t>Every </a:t>
          </a:r>
          <a:r>
            <a:rPr lang="tr-TR" sz="2800" kern="1200" dirty="0"/>
            <a:t>Bitcoin </a:t>
          </a:r>
          <a:r>
            <a:rPr lang="en-US" sz="2800" kern="1200" dirty="0"/>
            <a:t>node </a:t>
          </a:r>
        </a:p>
      </dsp:txBody>
      <dsp:txXfrm>
        <a:off x="3421" y="1698295"/>
        <a:ext cx="2894062" cy="434109"/>
      </dsp:txXfrm>
    </dsp:sp>
    <dsp:sp modelId="{314BD639-DD8D-4617-8491-0CAF843D5FEB}">
      <dsp:nvSpPr>
        <dsp:cNvPr id="0" name=""/>
        <dsp:cNvSpPr/>
      </dsp:nvSpPr>
      <dsp:spPr>
        <a:xfrm>
          <a:off x="3421" y="2182306"/>
          <a:ext cx="2894062" cy="890858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7556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700" kern="1200" dirty="0"/>
            <a:t>will validate</a:t>
          </a:r>
        </a:p>
        <a:p>
          <a:pPr marL="0" lvl="0" indent="0" algn="ctr" defTabSz="7556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700" kern="1200" dirty="0"/>
            <a:t>transactions </a:t>
          </a:r>
        </a:p>
      </dsp:txBody>
      <dsp:txXfrm>
        <a:off x="3421" y="2182306"/>
        <a:ext cx="2894062" cy="890858"/>
      </dsp:txXfrm>
    </dsp:sp>
    <dsp:sp modelId="{6F1CDEA9-F433-4EC7-9EE7-02BA38E54BE0}">
      <dsp:nvSpPr>
        <dsp:cNvPr id="0" name=""/>
        <dsp:cNvSpPr/>
      </dsp:nvSpPr>
      <dsp:spPr>
        <a:xfrm>
          <a:off x="4344515" y="578084"/>
          <a:ext cx="1012921" cy="1012921"/>
        </a:xfrm>
        <a:prstGeom prst="rect">
          <a:avLst/>
        </a:prstGeom>
        <a:blipFill>
          <a:blip xmlns:r="http://schemas.openxmlformats.org/officeDocument/2006/relationships" r:embed="rId3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4"/>
              </a:ext>
            </a:extLst>
          </a:blip>
          <a:stretch>
            <a:fillRect/>
          </a:stretch>
        </a:blipFill>
        <a:ln w="12700" cap="flat" cmpd="sng" algn="ctr">
          <a:noFill/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FE2A982C-BFCB-4F8A-8F26-4BFEE89A81F4}">
      <dsp:nvSpPr>
        <dsp:cNvPr id="0" name=""/>
        <dsp:cNvSpPr/>
      </dsp:nvSpPr>
      <dsp:spPr>
        <a:xfrm>
          <a:off x="3403945" y="1698295"/>
          <a:ext cx="2894062" cy="434109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124460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  <a:defRPr b="1"/>
          </a:pPr>
          <a:r>
            <a:rPr lang="tr-TR" sz="2800" kern="1200" dirty="0"/>
            <a:t>Validation</a:t>
          </a:r>
          <a:endParaRPr lang="en-US" sz="2800" kern="1200" dirty="0"/>
        </a:p>
      </dsp:txBody>
      <dsp:txXfrm>
        <a:off x="3403945" y="1698295"/>
        <a:ext cx="2894062" cy="434109"/>
      </dsp:txXfrm>
    </dsp:sp>
    <dsp:sp modelId="{DFD92586-191A-4D78-A5D6-344DFDF951EE}">
      <dsp:nvSpPr>
        <dsp:cNvPr id="0" name=""/>
        <dsp:cNvSpPr/>
      </dsp:nvSpPr>
      <dsp:spPr>
        <a:xfrm>
          <a:off x="3403945" y="2182306"/>
          <a:ext cx="2894062" cy="890858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7556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700" kern="1200" dirty="0"/>
            <a:t>executing the locking</a:t>
          </a:r>
        </a:p>
        <a:p>
          <a:pPr marL="0" lvl="0" indent="0" algn="ctr" defTabSz="7556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700" kern="1200" dirty="0"/>
            <a:t>and</a:t>
          </a:r>
          <a:r>
            <a:rPr lang="tr-TR" sz="1700" kern="1200" dirty="0"/>
            <a:t> </a:t>
          </a:r>
          <a:r>
            <a:rPr lang="en-US" sz="1700" kern="1200" dirty="0"/>
            <a:t>unlocking scripts together</a:t>
          </a:r>
        </a:p>
      </dsp:txBody>
      <dsp:txXfrm>
        <a:off x="3403945" y="2182306"/>
        <a:ext cx="2894062" cy="890858"/>
      </dsp:txXfrm>
    </dsp:sp>
    <dsp:sp modelId="{0E4DAE8B-A2E0-48E2-BF47-843F5A2CCBE1}">
      <dsp:nvSpPr>
        <dsp:cNvPr id="0" name=""/>
        <dsp:cNvSpPr/>
      </dsp:nvSpPr>
      <dsp:spPr>
        <a:xfrm>
          <a:off x="7745039" y="578084"/>
          <a:ext cx="1012921" cy="1012921"/>
        </a:xfrm>
        <a:prstGeom prst="rect">
          <a:avLst/>
        </a:prstGeom>
        <a:blipFill>
          <a:blip xmlns:r="http://schemas.openxmlformats.org/officeDocument/2006/relationships" r:embed="rId5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6"/>
              </a:ext>
            </a:extLst>
          </a:blip>
          <a:stretch>
            <a:fillRect/>
          </a:stretch>
        </a:blipFill>
        <a:ln w="12700" cap="flat" cmpd="sng" algn="ctr">
          <a:noFill/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A258FE7D-1FB0-4049-877D-49277AF3D021}">
      <dsp:nvSpPr>
        <dsp:cNvPr id="0" name=""/>
        <dsp:cNvSpPr/>
      </dsp:nvSpPr>
      <dsp:spPr>
        <a:xfrm>
          <a:off x="6804468" y="1698295"/>
          <a:ext cx="2894062" cy="434109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124460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  <a:defRPr b="1"/>
          </a:pPr>
          <a:r>
            <a:rPr lang="tr-TR" sz="2800" kern="1200" dirty="0"/>
            <a:t>UTXO</a:t>
          </a:r>
          <a:endParaRPr lang="en-US" sz="2800" kern="1200" dirty="0"/>
        </a:p>
      </dsp:txBody>
      <dsp:txXfrm>
        <a:off x="6804468" y="1698295"/>
        <a:ext cx="2894062" cy="434109"/>
      </dsp:txXfrm>
    </dsp:sp>
    <dsp:sp modelId="{A8D025E3-F06D-4394-B7DF-F54005D5FEF8}">
      <dsp:nvSpPr>
        <dsp:cNvPr id="0" name=""/>
        <dsp:cNvSpPr/>
      </dsp:nvSpPr>
      <dsp:spPr>
        <a:xfrm>
          <a:off x="6804468" y="2182306"/>
          <a:ext cx="2894062" cy="890858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7556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700" kern="1200" dirty="0"/>
            <a:t>unlocking script</a:t>
          </a:r>
        </a:p>
        <a:p>
          <a:pPr marL="0" lvl="0" indent="0" algn="ctr" defTabSz="7556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700" kern="1200" dirty="0"/>
            <a:t>refers to a</a:t>
          </a:r>
          <a:r>
            <a:rPr lang="tr-TR" sz="1700" kern="1200" dirty="0"/>
            <a:t> </a:t>
          </a:r>
          <a:r>
            <a:rPr lang="en-US" sz="1700" kern="1200" dirty="0"/>
            <a:t>previously existing UTXO</a:t>
          </a:r>
        </a:p>
      </dsp:txBody>
      <dsp:txXfrm>
        <a:off x="6804468" y="2182306"/>
        <a:ext cx="2894062" cy="890858"/>
      </dsp:txXfrm>
    </dsp:sp>
  </dsp:spTree>
</dsp:drawing>
</file>

<file path=ppt/diagrams/drawing70.xml><?xml version="1.0" encoding="utf-8"?>
<dsp:drawing xmlns:dgm="http://schemas.openxmlformats.org/drawingml/2006/diagram" xmlns:dsp="http://schemas.microsoft.com/office/drawing/2008/diagram" xmlns:a="http://schemas.openxmlformats.org/drawingml/2006/main">
  <dsp:spTree>
    <dsp:nvGrpSpPr>
      <dsp:cNvPr id="0" name=""/>
      <dsp:cNvGrpSpPr/>
    </dsp:nvGrpSpPr>
    <dsp:grpSpPr/>
    <dsp:sp modelId="{E83F0BA4-0737-4E42-97AC-12A9400EFA60}">
      <dsp:nvSpPr>
        <dsp:cNvPr id="0" name=""/>
        <dsp:cNvSpPr/>
      </dsp:nvSpPr>
      <dsp:spPr>
        <a:xfrm>
          <a:off x="3421" y="522727"/>
          <a:ext cx="1012921" cy="1012921"/>
        </a:xfrm>
        <a:prstGeom prst="rect">
          <a:avLst/>
        </a:prstGeom>
        <a:blipFill>
          <a:blip xmlns:r="http://schemas.openxmlformats.org/officeDocument/2006/relationships" r:embed="rId1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2"/>
              </a:ext>
            </a:extLst>
          </a:blip>
          <a:stretch>
            <a:fillRect/>
          </a:stretch>
        </a:blipFill>
        <a:ln w="12700" cap="flat" cmpd="sng" algn="ctr">
          <a:noFill/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4F7C7CDF-3B65-479B-8C57-5156C4EE63F8}">
      <dsp:nvSpPr>
        <dsp:cNvPr id="0" name=""/>
        <dsp:cNvSpPr/>
      </dsp:nvSpPr>
      <dsp:spPr>
        <a:xfrm>
          <a:off x="3421" y="1647698"/>
          <a:ext cx="2894062" cy="434109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l" defTabSz="124460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  <a:defRPr b="1"/>
          </a:pPr>
          <a:r>
            <a:rPr lang="en-US" sz="2800" kern="1200" dirty="0"/>
            <a:t>unlocking </a:t>
          </a:r>
          <a:r>
            <a:rPr lang="tr-TR" sz="2800" kern="1200" dirty="0"/>
            <a:t>script</a:t>
          </a:r>
          <a:endParaRPr lang="en-US" sz="2800" kern="1200" dirty="0"/>
        </a:p>
      </dsp:txBody>
      <dsp:txXfrm>
        <a:off x="3421" y="1647698"/>
        <a:ext cx="2894062" cy="434109"/>
      </dsp:txXfrm>
    </dsp:sp>
    <dsp:sp modelId="{BEB2B343-CAE5-4B71-B5BE-009A04AB72A2}">
      <dsp:nvSpPr>
        <dsp:cNvPr id="0" name=""/>
        <dsp:cNvSpPr/>
      </dsp:nvSpPr>
      <dsp:spPr>
        <a:xfrm>
          <a:off x="3421" y="2133924"/>
          <a:ext cx="2894062" cy="994598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l" defTabSz="7556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700" kern="1200" dirty="0"/>
            <a:t>retrieve the UTXO</a:t>
          </a:r>
        </a:p>
        <a:p>
          <a:pPr marL="0" lvl="0" indent="0" algn="l" defTabSz="7556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700" kern="1200" dirty="0"/>
            <a:t>copy the locking script</a:t>
          </a:r>
        </a:p>
        <a:p>
          <a:pPr marL="0" lvl="0" indent="0" algn="l" defTabSz="7556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700" kern="1200" dirty="0"/>
            <a:t>from that</a:t>
          </a:r>
          <a:r>
            <a:rPr lang="tr-TR" sz="1700" kern="1200" dirty="0"/>
            <a:t> </a:t>
          </a:r>
          <a:r>
            <a:rPr lang="en-US" sz="1700" kern="1200" dirty="0"/>
            <a:t>UTXO</a:t>
          </a:r>
        </a:p>
      </dsp:txBody>
      <dsp:txXfrm>
        <a:off x="3421" y="2133924"/>
        <a:ext cx="2894062" cy="994598"/>
      </dsp:txXfrm>
    </dsp:sp>
    <dsp:sp modelId="{43868135-0DAD-41D0-9B26-F14E6F940474}">
      <dsp:nvSpPr>
        <dsp:cNvPr id="0" name=""/>
        <dsp:cNvSpPr/>
      </dsp:nvSpPr>
      <dsp:spPr>
        <a:xfrm>
          <a:off x="3403945" y="522727"/>
          <a:ext cx="1012921" cy="1012921"/>
        </a:xfrm>
        <a:prstGeom prst="rect">
          <a:avLst/>
        </a:prstGeom>
        <a:blipFill>
          <a:blip xmlns:r="http://schemas.openxmlformats.org/officeDocument/2006/relationships" r:embed="rId3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4"/>
              </a:ext>
            </a:extLst>
          </a:blip>
          <a:stretch>
            <a:fillRect/>
          </a:stretch>
        </a:blipFill>
        <a:ln w="12700" cap="flat" cmpd="sng" algn="ctr">
          <a:noFill/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5FA1D25E-A5C3-4DED-88C1-C6FAD40D504C}">
      <dsp:nvSpPr>
        <dsp:cNvPr id="0" name=""/>
        <dsp:cNvSpPr/>
      </dsp:nvSpPr>
      <dsp:spPr>
        <a:xfrm>
          <a:off x="3403945" y="1647698"/>
          <a:ext cx="2894062" cy="434109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l" defTabSz="124460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  <a:defRPr b="1"/>
          </a:pPr>
          <a:r>
            <a:rPr lang="tr-TR" sz="2800" kern="1200"/>
            <a:t>Execute</a:t>
          </a:r>
          <a:endParaRPr lang="en-US" sz="2800" kern="1200"/>
        </a:p>
      </dsp:txBody>
      <dsp:txXfrm>
        <a:off x="3403945" y="1647698"/>
        <a:ext cx="2894062" cy="434109"/>
      </dsp:txXfrm>
    </dsp:sp>
    <dsp:sp modelId="{D73E4412-E4FC-40E7-928A-A677496D0DB2}">
      <dsp:nvSpPr>
        <dsp:cNvPr id="0" name=""/>
        <dsp:cNvSpPr/>
      </dsp:nvSpPr>
      <dsp:spPr>
        <a:xfrm>
          <a:off x="3403945" y="2133924"/>
          <a:ext cx="2894062" cy="994598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l" defTabSz="7556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700" kern="1200"/>
            <a:t>unlocking </a:t>
          </a:r>
          <a:r>
            <a:rPr lang="en-US" sz="1700" kern="1200" dirty="0"/>
            <a:t>and locking script </a:t>
          </a:r>
        </a:p>
        <a:p>
          <a:pPr marL="0" lvl="0" indent="0" algn="l" defTabSz="7556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700" kern="1200" dirty="0"/>
            <a:t>in sequence </a:t>
          </a:r>
        </a:p>
      </dsp:txBody>
      <dsp:txXfrm>
        <a:off x="3403945" y="2133924"/>
        <a:ext cx="2894062" cy="994598"/>
      </dsp:txXfrm>
    </dsp:sp>
    <dsp:sp modelId="{3DB03B5A-666B-4D68-88EB-623D81488A58}">
      <dsp:nvSpPr>
        <dsp:cNvPr id="0" name=""/>
        <dsp:cNvSpPr/>
      </dsp:nvSpPr>
      <dsp:spPr>
        <a:xfrm>
          <a:off x="6804468" y="522727"/>
          <a:ext cx="1012921" cy="1012921"/>
        </a:xfrm>
        <a:prstGeom prst="rect">
          <a:avLst/>
        </a:prstGeom>
        <a:blipFill>
          <a:blip xmlns:r="http://schemas.openxmlformats.org/officeDocument/2006/relationships" r:embed="rId5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6"/>
              </a:ext>
            </a:extLst>
          </a:blip>
          <a:stretch>
            <a:fillRect/>
          </a:stretch>
        </a:blipFill>
        <a:ln w="12700" cap="flat" cmpd="sng" algn="ctr">
          <a:noFill/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1A49B877-2E51-48E2-95DE-ED14145F27D4}">
      <dsp:nvSpPr>
        <dsp:cNvPr id="0" name=""/>
        <dsp:cNvSpPr/>
      </dsp:nvSpPr>
      <dsp:spPr>
        <a:xfrm>
          <a:off x="6804468" y="1647698"/>
          <a:ext cx="2894062" cy="434109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l" defTabSz="124460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  <a:defRPr b="1"/>
          </a:pPr>
          <a:r>
            <a:rPr lang="en-US" sz="2800" kern="1200"/>
            <a:t>The input is</a:t>
          </a:r>
          <a:r>
            <a:rPr lang="tr-TR" sz="2800" kern="1200"/>
            <a:t> </a:t>
          </a:r>
          <a:r>
            <a:rPr lang="en-US" sz="2800" kern="1200"/>
            <a:t>valid </a:t>
          </a:r>
        </a:p>
      </dsp:txBody>
      <dsp:txXfrm>
        <a:off x="6804468" y="1647698"/>
        <a:ext cx="2894062" cy="434109"/>
      </dsp:txXfrm>
    </dsp:sp>
    <dsp:sp modelId="{C1E31B2D-3ADC-4EF0-93F1-BD0CB869E58D}">
      <dsp:nvSpPr>
        <dsp:cNvPr id="0" name=""/>
        <dsp:cNvSpPr/>
      </dsp:nvSpPr>
      <dsp:spPr>
        <a:xfrm>
          <a:off x="6804468" y="2133924"/>
          <a:ext cx="2894062" cy="994598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l" defTabSz="7556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700" kern="1200" dirty="0"/>
            <a:t>if the unlocking script</a:t>
          </a:r>
        </a:p>
        <a:p>
          <a:pPr marL="0" lvl="0" indent="0" algn="l" defTabSz="7556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700" kern="1200"/>
            <a:t>satisfies</a:t>
          </a:r>
          <a:r>
            <a:rPr lang="tr-TR" sz="1700" kern="1200"/>
            <a:t> </a:t>
          </a:r>
          <a:r>
            <a:rPr lang="en-US" sz="1700" kern="1200" dirty="0"/>
            <a:t>the locking script conditions</a:t>
          </a:r>
        </a:p>
      </dsp:txBody>
      <dsp:txXfrm>
        <a:off x="6804468" y="2133924"/>
        <a:ext cx="2894062" cy="994598"/>
      </dsp:txXfrm>
    </dsp:sp>
  </dsp:spTree>
</dsp:drawing>
</file>

<file path=ppt/diagrams/drawing71.xml><?xml version="1.0" encoding="utf-8"?>
<dsp:drawing xmlns:dgm="http://schemas.openxmlformats.org/drawingml/2006/diagram" xmlns:dsp="http://schemas.microsoft.com/office/drawing/2008/diagram" xmlns:a="http://schemas.openxmlformats.org/drawingml/2006/main">
  <dsp:spTree>
    <dsp:nvGrpSpPr>
      <dsp:cNvPr id="0" name=""/>
      <dsp:cNvGrpSpPr/>
    </dsp:nvGrpSpPr>
    <dsp:grpSpPr/>
    <dsp:sp modelId="{E33F2705-1437-4939-B2D9-425972A4D6A0}">
      <dsp:nvSpPr>
        <dsp:cNvPr id="0" name=""/>
        <dsp:cNvSpPr/>
      </dsp:nvSpPr>
      <dsp:spPr>
        <a:xfrm>
          <a:off x="0" y="1780"/>
          <a:ext cx="11314528" cy="0"/>
        </a:xfrm>
        <a:prstGeom prst="line">
          <a:avLst/>
        </a:prstGeom>
        <a:solidFill>
          <a:schemeClr val="accent1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accent1">
              <a:hueOff val="0"/>
              <a:satOff val="0"/>
              <a:lumOff val="0"/>
              <a:alphaOff val="0"/>
            </a:schemeClr>
          </a:solidFill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86B67D31-F5A8-4487-A7DD-0C18956F795F}">
      <dsp:nvSpPr>
        <dsp:cNvPr id="0" name=""/>
        <dsp:cNvSpPr/>
      </dsp:nvSpPr>
      <dsp:spPr>
        <a:xfrm>
          <a:off x="0" y="1780"/>
          <a:ext cx="2262905" cy="1214315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91440" tIns="91440" rIns="91440" bIns="91440" numCol="1" spcCol="1270" anchor="t" anchorCtr="0">
          <a:noAutofit/>
        </a:bodyPr>
        <a:lstStyle/>
        <a:p>
          <a:pPr marL="0" lvl="0" indent="0" algn="l" defTabSz="106680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2400" kern="1200" dirty="0"/>
            <a:t>Locking script (</a:t>
          </a:r>
          <a:r>
            <a:rPr lang="en-US" sz="2400" kern="1200" dirty="0" err="1"/>
            <a:t>Prevİous</a:t>
          </a:r>
          <a:r>
            <a:rPr lang="en-US" sz="2400" kern="1200" dirty="0"/>
            <a:t> UTXO-Alice)</a:t>
          </a:r>
        </a:p>
      </dsp:txBody>
      <dsp:txXfrm>
        <a:off x="0" y="1780"/>
        <a:ext cx="2262905" cy="1214315"/>
      </dsp:txXfrm>
    </dsp:sp>
    <dsp:sp modelId="{0D40867B-8C8E-4372-BE3A-D8A452AB4B5D}">
      <dsp:nvSpPr>
        <dsp:cNvPr id="0" name=""/>
        <dsp:cNvSpPr/>
      </dsp:nvSpPr>
      <dsp:spPr>
        <a:xfrm>
          <a:off x="2432623" y="56922"/>
          <a:ext cx="8881904" cy="1102844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99060" tIns="99060" rIns="99060" bIns="99060" numCol="1" spcCol="1270" anchor="t" anchorCtr="0">
          <a:noAutofit/>
        </a:bodyPr>
        <a:lstStyle/>
        <a:p>
          <a:pPr marL="0" lvl="0" indent="0" algn="l" defTabSz="115570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2600" kern="1200"/>
            <a:t>DUP HASH160 &lt;PubKHash&gt; EQUALVERIFY CHCKSIG</a:t>
          </a:r>
        </a:p>
      </dsp:txBody>
      <dsp:txXfrm>
        <a:off x="2432623" y="56922"/>
        <a:ext cx="8881904" cy="1102844"/>
      </dsp:txXfrm>
    </dsp:sp>
    <dsp:sp modelId="{C9C655D8-44D0-465A-A6CF-154E1497A773}">
      <dsp:nvSpPr>
        <dsp:cNvPr id="0" name=""/>
        <dsp:cNvSpPr/>
      </dsp:nvSpPr>
      <dsp:spPr>
        <a:xfrm>
          <a:off x="2262905" y="1159767"/>
          <a:ext cx="9051622" cy="0"/>
        </a:xfrm>
        <a:prstGeom prst="line">
          <a:avLst/>
        </a:prstGeom>
        <a:solidFill>
          <a:schemeClr val="accent1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accent1">
              <a:tint val="50000"/>
              <a:hueOff val="0"/>
              <a:satOff val="0"/>
              <a:lumOff val="0"/>
              <a:alphaOff val="0"/>
            </a:schemeClr>
          </a:solidFill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/>
      </dsp:style>
    </dsp:sp>
    <dsp:sp modelId="{E3806491-B021-4931-8EA4-18F092130107}">
      <dsp:nvSpPr>
        <dsp:cNvPr id="0" name=""/>
        <dsp:cNvSpPr/>
      </dsp:nvSpPr>
      <dsp:spPr>
        <a:xfrm>
          <a:off x="0" y="1216095"/>
          <a:ext cx="11314528" cy="0"/>
        </a:xfrm>
        <a:prstGeom prst="line">
          <a:avLst/>
        </a:prstGeom>
        <a:solidFill>
          <a:schemeClr val="accent1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accent1">
              <a:hueOff val="0"/>
              <a:satOff val="0"/>
              <a:lumOff val="0"/>
              <a:alphaOff val="0"/>
            </a:schemeClr>
          </a:solidFill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0882363B-68CA-4164-9E49-DE8698420CD2}">
      <dsp:nvSpPr>
        <dsp:cNvPr id="0" name=""/>
        <dsp:cNvSpPr/>
      </dsp:nvSpPr>
      <dsp:spPr>
        <a:xfrm>
          <a:off x="0" y="1216095"/>
          <a:ext cx="2262905" cy="1214315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91440" tIns="91440" rIns="91440" bIns="91440" numCol="1" spcCol="1270" anchor="t" anchorCtr="0">
          <a:noAutofit/>
        </a:bodyPr>
        <a:lstStyle/>
        <a:p>
          <a:pPr marL="0" lvl="0" indent="0" algn="l" defTabSz="106680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2400" kern="1200"/>
            <a:t>Unlocking script (INP-Bob)</a:t>
          </a:r>
        </a:p>
      </dsp:txBody>
      <dsp:txXfrm>
        <a:off x="0" y="1216095"/>
        <a:ext cx="2262905" cy="1214315"/>
      </dsp:txXfrm>
    </dsp:sp>
    <dsp:sp modelId="{635AFF14-E4BF-4058-BA2E-5A5167461D61}">
      <dsp:nvSpPr>
        <dsp:cNvPr id="0" name=""/>
        <dsp:cNvSpPr/>
      </dsp:nvSpPr>
      <dsp:spPr>
        <a:xfrm>
          <a:off x="2432623" y="1271238"/>
          <a:ext cx="8881904" cy="1102844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99060" tIns="99060" rIns="99060" bIns="99060" numCol="1" spcCol="1270" anchor="t" anchorCtr="0">
          <a:noAutofit/>
        </a:bodyPr>
        <a:lstStyle/>
        <a:p>
          <a:pPr marL="0" lvl="0" indent="0" algn="l" defTabSz="115570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2600" kern="1200"/>
            <a:t>&lt;sig&gt; &lt;pubK&gt;</a:t>
          </a:r>
        </a:p>
      </dsp:txBody>
      <dsp:txXfrm>
        <a:off x="2432623" y="1271238"/>
        <a:ext cx="8881904" cy="1102844"/>
      </dsp:txXfrm>
    </dsp:sp>
    <dsp:sp modelId="{937DE8FB-E80F-46A0-9F5B-F280C194B716}">
      <dsp:nvSpPr>
        <dsp:cNvPr id="0" name=""/>
        <dsp:cNvSpPr/>
      </dsp:nvSpPr>
      <dsp:spPr>
        <a:xfrm>
          <a:off x="2262905" y="2374083"/>
          <a:ext cx="9051622" cy="0"/>
        </a:xfrm>
        <a:prstGeom prst="line">
          <a:avLst/>
        </a:prstGeom>
        <a:solidFill>
          <a:schemeClr val="accent1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accent1">
              <a:tint val="50000"/>
              <a:hueOff val="0"/>
              <a:satOff val="0"/>
              <a:lumOff val="0"/>
              <a:alphaOff val="0"/>
            </a:schemeClr>
          </a:solidFill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/>
      </dsp:style>
    </dsp:sp>
    <dsp:sp modelId="{6890FCFF-8478-4C43-AFFA-5B507A4AE1A0}">
      <dsp:nvSpPr>
        <dsp:cNvPr id="0" name=""/>
        <dsp:cNvSpPr/>
      </dsp:nvSpPr>
      <dsp:spPr>
        <a:xfrm>
          <a:off x="0" y="2430411"/>
          <a:ext cx="11314528" cy="0"/>
        </a:xfrm>
        <a:prstGeom prst="line">
          <a:avLst/>
        </a:prstGeom>
        <a:solidFill>
          <a:schemeClr val="accent1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accent1">
              <a:hueOff val="0"/>
              <a:satOff val="0"/>
              <a:lumOff val="0"/>
              <a:alphaOff val="0"/>
            </a:schemeClr>
          </a:solidFill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F13F4F9A-6191-4C02-89FB-16A35CC0515A}">
      <dsp:nvSpPr>
        <dsp:cNvPr id="0" name=""/>
        <dsp:cNvSpPr/>
      </dsp:nvSpPr>
      <dsp:spPr>
        <a:xfrm>
          <a:off x="0" y="2430411"/>
          <a:ext cx="2262905" cy="1214315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91440" tIns="91440" rIns="91440" bIns="91440" numCol="1" spcCol="1270" anchor="t" anchorCtr="0">
          <a:noAutofit/>
        </a:bodyPr>
        <a:lstStyle/>
        <a:p>
          <a:pPr marL="0" lvl="0" indent="0" algn="l" defTabSz="106680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2400" kern="1200"/>
            <a:t>Verification script</a:t>
          </a:r>
        </a:p>
      </dsp:txBody>
      <dsp:txXfrm>
        <a:off x="0" y="2430411"/>
        <a:ext cx="2262905" cy="1214315"/>
      </dsp:txXfrm>
    </dsp:sp>
    <dsp:sp modelId="{BCCF35ED-3248-477F-8FCB-D1C8F8C0EDC2}">
      <dsp:nvSpPr>
        <dsp:cNvPr id="0" name=""/>
        <dsp:cNvSpPr/>
      </dsp:nvSpPr>
      <dsp:spPr>
        <a:xfrm>
          <a:off x="2432623" y="2458634"/>
          <a:ext cx="8881904" cy="564466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99060" tIns="99060" rIns="99060" bIns="99060" numCol="1" spcCol="1270" anchor="t" anchorCtr="0">
          <a:noAutofit/>
        </a:bodyPr>
        <a:lstStyle/>
        <a:p>
          <a:pPr marL="0" lvl="0" indent="0" algn="l" defTabSz="115570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2600" kern="1200"/>
            <a:t>Unlocking script Locking Script</a:t>
          </a:r>
        </a:p>
      </dsp:txBody>
      <dsp:txXfrm>
        <a:off x="2432623" y="2458634"/>
        <a:ext cx="8881904" cy="564466"/>
      </dsp:txXfrm>
    </dsp:sp>
    <dsp:sp modelId="{5A63CF24-46F1-47AA-9BC5-53FF7680D2C5}">
      <dsp:nvSpPr>
        <dsp:cNvPr id="0" name=""/>
        <dsp:cNvSpPr/>
      </dsp:nvSpPr>
      <dsp:spPr>
        <a:xfrm>
          <a:off x="2262905" y="3023101"/>
          <a:ext cx="9051622" cy="0"/>
        </a:xfrm>
        <a:prstGeom prst="line">
          <a:avLst/>
        </a:prstGeom>
        <a:solidFill>
          <a:schemeClr val="accent1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accent1">
              <a:tint val="50000"/>
              <a:hueOff val="0"/>
              <a:satOff val="0"/>
              <a:lumOff val="0"/>
              <a:alphaOff val="0"/>
            </a:schemeClr>
          </a:solidFill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/>
      </dsp:style>
    </dsp:sp>
    <dsp:sp modelId="{820D8CB5-C6D5-4013-88D5-9B901E07BF2E}">
      <dsp:nvSpPr>
        <dsp:cNvPr id="0" name=""/>
        <dsp:cNvSpPr/>
      </dsp:nvSpPr>
      <dsp:spPr>
        <a:xfrm>
          <a:off x="2432623" y="3051324"/>
          <a:ext cx="8881904" cy="564466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99060" tIns="99060" rIns="99060" bIns="99060" numCol="1" spcCol="1270" anchor="t" anchorCtr="0">
          <a:noAutofit/>
        </a:bodyPr>
        <a:lstStyle/>
        <a:p>
          <a:pPr marL="0" lvl="0" indent="0" algn="l" defTabSz="115570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2600" kern="1200"/>
            <a:t>&lt;sig&gt; &lt;pubK&gt; DUP HASH160 &lt;PubKHash&gt; EQUALVERIFY CHCKSIG</a:t>
          </a:r>
        </a:p>
      </dsp:txBody>
      <dsp:txXfrm>
        <a:off x="2432623" y="3051324"/>
        <a:ext cx="8881904" cy="564466"/>
      </dsp:txXfrm>
    </dsp:sp>
    <dsp:sp modelId="{A84A3DB4-7D4B-406F-A5B9-D364E71090C1}">
      <dsp:nvSpPr>
        <dsp:cNvPr id="0" name=""/>
        <dsp:cNvSpPr/>
      </dsp:nvSpPr>
      <dsp:spPr>
        <a:xfrm>
          <a:off x="2262905" y="3615791"/>
          <a:ext cx="9051622" cy="0"/>
        </a:xfrm>
        <a:prstGeom prst="line">
          <a:avLst/>
        </a:prstGeom>
        <a:solidFill>
          <a:schemeClr val="accent1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accent1">
              <a:tint val="50000"/>
              <a:hueOff val="0"/>
              <a:satOff val="0"/>
              <a:lumOff val="0"/>
              <a:alphaOff val="0"/>
            </a:schemeClr>
          </a:solidFill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/>
      </dsp:style>
    </dsp:sp>
  </dsp:spTree>
</dsp:drawing>
</file>

<file path=ppt/diagrams/drawing72.xml><?xml version="1.0" encoding="utf-8"?>
<dsp:drawing xmlns:dgm="http://schemas.openxmlformats.org/drawingml/2006/diagram" xmlns:dsp="http://schemas.microsoft.com/office/drawing/2008/diagram" xmlns:a="http://schemas.openxmlformats.org/drawingml/2006/main">
  <dsp:spTree>
    <dsp:nvGrpSpPr>
      <dsp:cNvPr id="0" name=""/>
      <dsp:cNvGrpSpPr/>
    </dsp:nvGrpSpPr>
    <dsp:grpSpPr/>
    <dsp:sp modelId="{0F8C0FB1-3E75-4BFD-8D9A-FD2F1E0500B3}">
      <dsp:nvSpPr>
        <dsp:cNvPr id="0" name=""/>
        <dsp:cNvSpPr/>
      </dsp:nvSpPr>
      <dsp:spPr>
        <a:xfrm>
          <a:off x="49" y="17286"/>
          <a:ext cx="4724946" cy="316800"/>
        </a:xfrm>
        <a:prstGeom prst="rect">
          <a:avLst/>
        </a:prstGeom>
        <a:solidFill>
          <a:schemeClr val="accent1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accent1">
              <a:hueOff val="0"/>
              <a:satOff val="0"/>
              <a:lumOff val="0"/>
              <a:alphaOff val="0"/>
            </a:schemeClr>
          </a:solidFill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78232" tIns="44704" rIns="78232" bIns="44704" numCol="1" spcCol="1270" anchor="ctr" anchorCtr="0">
          <a:noAutofit/>
        </a:bodyPr>
        <a:lstStyle/>
        <a:p>
          <a:pPr marL="0" lvl="0" indent="0" algn="ctr" defTabSz="4889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100" kern="1200" dirty="0"/>
            <a:t>payment to a public key hash</a:t>
          </a:r>
          <a:r>
            <a:rPr lang="tr-TR" sz="1100" kern="1200" dirty="0"/>
            <a:t> </a:t>
          </a:r>
          <a:r>
            <a:rPr lang="en-US" sz="1100" kern="1200" dirty="0"/>
            <a:t>example</a:t>
          </a:r>
          <a:endParaRPr lang="tr-TR" sz="1100" kern="1200" dirty="0"/>
        </a:p>
      </dsp:txBody>
      <dsp:txXfrm>
        <a:off x="49" y="17286"/>
        <a:ext cx="4724946" cy="316800"/>
      </dsp:txXfrm>
    </dsp:sp>
    <dsp:sp modelId="{DC168D75-5A7D-4A7E-B13F-D2EF25D572A3}">
      <dsp:nvSpPr>
        <dsp:cNvPr id="0" name=""/>
        <dsp:cNvSpPr/>
      </dsp:nvSpPr>
      <dsp:spPr>
        <a:xfrm>
          <a:off x="49" y="334086"/>
          <a:ext cx="4724946" cy="664289"/>
        </a:xfrm>
        <a:prstGeom prst="rect">
          <a:avLst/>
        </a:prstGeom>
        <a:solidFill>
          <a:schemeClr val="accent1">
            <a:alpha val="90000"/>
            <a:tint val="40000"/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accent1">
              <a:alpha val="90000"/>
              <a:tint val="40000"/>
              <a:hueOff val="0"/>
              <a:satOff val="0"/>
              <a:lumOff val="0"/>
              <a:alphaOff val="0"/>
            </a:schemeClr>
          </a:solidFill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58674" tIns="58674" rIns="78232" bIns="88011" numCol="1" spcCol="1270" anchor="t" anchorCtr="0">
          <a:noAutofit/>
        </a:bodyPr>
        <a:lstStyle/>
        <a:p>
          <a:pPr marL="57150" lvl="1" indent="-57150" algn="l" defTabSz="488950">
            <a:lnSpc>
              <a:spcPct val="90000"/>
            </a:lnSpc>
            <a:spcBef>
              <a:spcPct val="0"/>
            </a:spcBef>
            <a:spcAft>
              <a:spcPct val="15000"/>
            </a:spcAft>
            <a:buChar char="•"/>
          </a:pPr>
          <a:r>
            <a:rPr lang="en-US" sz="1100" kern="1200" dirty="0"/>
            <a:t>unlocking</a:t>
          </a:r>
          <a:r>
            <a:rPr lang="tr-TR" sz="1100" kern="1200" dirty="0"/>
            <a:t> </a:t>
          </a:r>
          <a:r>
            <a:rPr lang="en-US" sz="1100" kern="1200" dirty="0"/>
            <a:t>script</a:t>
          </a:r>
          <a:endParaRPr lang="tr-TR" sz="1100" kern="1200" dirty="0"/>
        </a:p>
        <a:p>
          <a:pPr marL="57150" lvl="1" indent="-57150" algn="l" defTabSz="488950">
            <a:lnSpc>
              <a:spcPct val="90000"/>
            </a:lnSpc>
            <a:spcBef>
              <a:spcPct val="0"/>
            </a:spcBef>
            <a:spcAft>
              <a:spcPct val="15000"/>
            </a:spcAft>
            <a:buChar char="•"/>
          </a:pPr>
          <a:r>
            <a:rPr lang="en-US" sz="1100" kern="1200" dirty="0"/>
            <a:t>locking script </a:t>
          </a:r>
          <a:endParaRPr lang="tr-TR" sz="1100" kern="1200" dirty="0"/>
        </a:p>
      </dsp:txBody>
      <dsp:txXfrm>
        <a:off x="49" y="334086"/>
        <a:ext cx="4724946" cy="664289"/>
      </dsp:txXfrm>
    </dsp:sp>
    <dsp:sp modelId="{E087ECFE-8C96-4BD0-9090-B3EB956815B5}">
      <dsp:nvSpPr>
        <dsp:cNvPr id="0" name=""/>
        <dsp:cNvSpPr/>
      </dsp:nvSpPr>
      <dsp:spPr>
        <a:xfrm>
          <a:off x="5386488" y="17286"/>
          <a:ext cx="4724946" cy="316800"/>
        </a:xfrm>
        <a:prstGeom prst="rect">
          <a:avLst/>
        </a:prstGeom>
        <a:solidFill>
          <a:schemeClr val="accent1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accent1">
              <a:hueOff val="0"/>
              <a:satOff val="0"/>
              <a:lumOff val="0"/>
              <a:alphaOff val="0"/>
            </a:schemeClr>
          </a:solidFill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78232" tIns="44704" rIns="78232" bIns="44704" numCol="1" spcCol="1270" anchor="ctr" anchorCtr="0">
          <a:noAutofit/>
        </a:bodyPr>
        <a:lstStyle/>
        <a:p>
          <a:pPr marL="0" lvl="0" indent="0" algn="ctr" defTabSz="4889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100" kern="1200" dirty="0"/>
            <a:t>combined</a:t>
          </a:r>
          <a:r>
            <a:rPr lang="tr-TR" sz="1100" kern="1200" dirty="0"/>
            <a:t> </a:t>
          </a:r>
          <a:r>
            <a:rPr lang="en-US" sz="1100" kern="1200" dirty="0"/>
            <a:t>script</a:t>
          </a:r>
          <a:endParaRPr lang="tr-TR" sz="1100" kern="1200" dirty="0"/>
        </a:p>
      </dsp:txBody>
      <dsp:txXfrm>
        <a:off x="5386488" y="17286"/>
        <a:ext cx="4724946" cy="316800"/>
      </dsp:txXfrm>
    </dsp:sp>
    <dsp:sp modelId="{82ADDCF2-FA21-46FA-B98A-84A593FBE5D8}">
      <dsp:nvSpPr>
        <dsp:cNvPr id="0" name=""/>
        <dsp:cNvSpPr/>
      </dsp:nvSpPr>
      <dsp:spPr>
        <a:xfrm>
          <a:off x="5386488" y="334086"/>
          <a:ext cx="4724946" cy="664289"/>
        </a:xfrm>
        <a:prstGeom prst="rect">
          <a:avLst/>
        </a:prstGeom>
        <a:solidFill>
          <a:schemeClr val="accent1">
            <a:alpha val="90000"/>
            <a:tint val="40000"/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accent1">
              <a:alpha val="90000"/>
              <a:tint val="40000"/>
              <a:hueOff val="0"/>
              <a:satOff val="0"/>
              <a:lumOff val="0"/>
              <a:alphaOff val="0"/>
            </a:schemeClr>
          </a:solidFill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58674" tIns="58674" rIns="78232" bIns="88011" numCol="1" spcCol="1270" anchor="t" anchorCtr="0">
          <a:noAutofit/>
        </a:bodyPr>
        <a:lstStyle/>
        <a:p>
          <a:pPr marL="57150" lvl="1" indent="-57150" algn="l" defTabSz="488950">
            <a:lnSpc>
              <a:spcPct val="90000"/>
            </a:lnSpc>
            <a:spcBef>
              <a:spcPct val="0"/>
            </a:spcBef>
            <a:spcAft>
              <a:spcPct val="15000"/>
            </a:spcAft>
            <a:buChar char="•"/>
          </a:pPr>
          <a:r>
            <a:rPr lang="en-US" sz="1100" kern="1200" dirty="0"/>
            <a:t>resulting from the concatenation of</a:t>
          </a:r>
          <a:endParaRPr lang="tr-TR" sz="1100" kern="1200" dirty="0"/>
        </a:p>
        <a:p>
          <a:pPr marL="57150" lvl="1" indent="-57150" algn="l" defTabSz="488950">
            <a:lnSpc>
              <a:spcPct val="90000"/>
            </a:lnSpc>
            <a:spcBef>
              <a:spcPct val="0"/>
            </a:spcBef>
            <a:spcAft>
              <a:spcPct val="15000"/>
            </a:spcAft>
            <a:buChar char="•"/>
          </a:pPr>
          <a:r>
            <a:rPr lang="en-US" sz="1100" kern="1200" dirty="0"/>
            <a:t>The</a:t>
          </a:r>
          <a:r>
            <a:rPr lang="tr-TR" sz="1100" kern="1200" dirty="0"/>
            <a:t> </a:t>
          </a:r>
          <a:r>
            <a:rPr lang="en-US" sz="1100" kern="1200" dirty="0"/>
            <a:t>unlocking and locking scripts</a:t>
          </a:r>
          <a:endParaRPr lang="tr-TR" sz="1100" kern="1200" dirty="0"/>
        </a:p>
        <a:p>
          <a:pPr marL="57150" lvl="1" indent="-57150" algn="l" defTabSz="488950">
            <a:lnSpc>
              <a:spcPct val="90000"/>
            </a:lnSpc>
            <a:spcBef>
              <a:spcPct val="0"/>
            </a:spcBef>
            <a:spcAft>
              <a:spcPct val="15000"/>
            </a:spcAft>
            <a:buChar char="•"/>
          </a:pPr>
          <a:r>
            <a:rPr lang="en-US" sz="1100" kern="1200" dirty="0"/>
            <a:t>prior to</a:t>
          </a:r>
          <a:r>
            <a:rPr lang="tr-TR" sz="1100" kern="1200" dirty="0"/>
            <a:t> </a:t>
          </a:r>
          <a:r>
            <a:rPr lang="tr-TR" sz="1100" kern="1200" dirty="0" err="1"/>
            <a:t>script</a:t>
          </a:r>
          <a:r>
            <a:rPr lang="tr-TR" sz="1100" kern="1200" dirty="0"/>
            <a:t> </a:t>
          </a:r>
          <a:r>
            <a:rPr lang="tr-TR" sz="1100" kern="1200" dirty="0" err="1"/>
            <a:t>validation</a:t>
          </a:r>
          <a:endParaRPr lang="tr-TR" sz="1100" kern="1200" dirty="0"/>
        </a:p>
      </dsp:txBody>
      <dsp:txXfrm>
        <a:off x="5386488" y="334086"/>
        <a:ext cx="4724946" cy="664289"/>
      </dsp:txXfrm>
    </dsp:sp>
  </dsp:spTree>
</dsp:drawing>
</file>

<file path=ppt/diagrams/drawing73.xml><?xml version="1.0" encoding="utf-8"?>
<dsp:drawing xmlns:dgm="http://schemas.openxmlformats.org/drawingml/2006/diagram" xmlns:dsp="http://schemas.microsoft.com/office/drawing/2008/diagram" xmlns:a="http://schemas.openxmlformats.org/drawingml/2006/main">
  <dsp:spTree>
    <dsp:nvGrpSpPr>
      <dsp:cNvPr id="0" name=""/>
      <dsp:cNvGrpSpPr/>
    </dsp:nvGrpSpPr>
    <dsp:grpSpPr/>
    <dsp:sp modelId="{F1CF57E5-3A74-4ED5-A631-E2FDB4A01399}">
      <dsp:nvSpPr>
        <dsp:cNvPr id="0" name=""/>
        <dsp:cNvSpPr/>
      </dsp:nvSpPr>
      <dsp:spPr>
        <a:xfrm>
          <a:off x="1063230" y="753899"/>
          <a:ext cx="1138429" cy="1138429"/>
        </a:xfrm>
        <a:prstGeom prst="rect">
          <a:avLst/>
        </a:prstGeom>
        <a:blipFill>
          <a:blip xmlns:r="http://schemas.openxmlformats.org/officeDocument/2006/relationships" r:embed="rId1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2"/>
              </a:ext>
            </a:extLst>
          </a:blip>
          <a:stretch>
            <a:fillRect/>
          </a:stretch>
        </a:blipFill>
        <a:ln w="12700" cap="flat" cmpd="sng" algn="ctr">
          <a:noFill/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0BC3FA94-E6F9-469F-BC64-86F92595E06C}">
      <dsp:nvSpPr>
        <dsp:cNvPr id="0" name=""/>
        <dsp:cNvSpPr/>
      </dsp:nvSpPr>
      <dsp:spPr>
        <a:xfrm>
          <a:off x="6116" y="1995807"/>
          <a:ext cx="3252656" cy="487898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13779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  <a:defRPr b="1"/>
          </a:pPr>
          <a:r>
            <a:rPr lang="tr-TR" sz="3100" kern="1200" dirty="0"/>
            <a:t>Protected</a:t>
          </a:r>
          <a:endParaRPr lang="en-US" sz="3100" kern="1200" dirty="0"/>
        </a:p>
      </dsp:txBody>
      <dsp:txXfrm>
        <a:off x="6116" y="1995807"/>
        <a:ext cx="3252656" cy="487898"/>
      </dsp:txXfrm>
    </dsp:sp>
    <dsp:sp modelId="{CDB0BE74-ED8B-44F2-97C9-F21148624871}">
      <dsp:nvSpPr>
        <dsp:cNvPr id="0" name=""/>
        <dsp:cNvSpPr/>
      </dsp:nvSpPr>
      <dsp:spPr>
        <a:xfrm>
          <a:off x="6116" y="2531835"/>
          <a:ext cx="3252656" cy="628539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7556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tr-TR" sz="1700" kern="1200" dirty="0"/>
            <a:t>only valid transaction can spend</a:t>
          </a:r>
          <a:endParaRPr lang="en-US" sz="1700" kern="1200" dirty="0"/>
        </a:p>
        <a:p>
          <a:pPr marL="0" lvl="0" indent="0" algn="ctr" defTabSz="7556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700" kern="1200"/>
            <a:t>unaffected by failed attempts</a:t>
          </a:r>
          <a:endParaRPr lang="en-US" sz="1700" kern="1200" dirty="0"/>
        </a:p>
      </dsp:txBody>
      <dsp:txXfrm>
        <a:off x="6116" y="2531835"/>
        <a:ext cx="3252656" cy="628539"/>
      </dsp:txXfrm>
    </dsp:sp>
    <dsp:sp modelId="{6268A423-A686-4425-9BE1-C95FA5498564}">
      <dsp:nvSpPr>
        <dsp:cNvPr id="0" name=""/>
        <dsp:cNvSpPr/>
      </dsp:nvSpPr>
      <dsp:spPr>
        <a:xfrm>
          <a:off x="4885101" y="753899"/>
          <a:ext cx="1138429" cy="1138429"/>
        </a:xfrm>
        <a:prstGeom prst="rect">
          <a:avLst/>
        </a:prstGeom>
        <a:blipFill rotWithShape="1">
          <a:blip xmlns:r="http://schemas.openxmlformats.org/officeDocument/2006/relationships" r:embed="rId3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4"/>
              </a:ext>
            </a:extLst>
          </a:blip>
          <a:srcRect/>
          <a:stretch>
            <a:fillRect/>
          </a:stretch>
        </a:blipFill>
        <a:ln w="12700" cap="flat" cmpd="sng" algn="ctr">
          <a:solidFill>
            <a:schemeClr val="lt1">
              <a:alpha val="0"/>
              <a:hueOff val="0"/>
              <a:satOff val="0"/>
              <a:lumOff val="0"/>
              <a:alphaOff val="0"/>
            </a:schemeClr>
          </a:solidFill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5FD92DCB-3B29-4452-A47D-C923C53102EF}">
      <dsp:nvSpPr>
        <dsp:cNvPr id="0" name=""/>
        <dsp:cNvSpPr/>
      </dsp:nvSpPr>
      <dsp:spPr>
        <a:xfrm>
          <a:off x="3827987" y="1995807"/>
          <a:ext cx="3252656" cy="487898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13779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  <a:defRPr b="1"/>
          </a:pPr>
          <a:r>
            <a:rPr lang="tr-TR" sz="3100" kern="1200" dirty="0"/>
            <a:t>Permenant</a:t>
          </a:r>
          <a:endParaRPr lang="en-US" sz="3100" kern="1200" dirty="0"/>
        </a:p>
      </dsp:txBody>
      <dsp:txXfrm>
        <a:off x="3827987" y="1995807"/>
        <a:ext cx="3252656" cy="487898"/>
      </dsp:txXfrm>
    </dsp:sp>
    <dsp:sp modelId="{CD718B6D-36BC-4589-B7D2-CCFFCBDA6198}">
      <dsp:nvSpPr>
        <dsp:cNvPr id="0" name=""/>
        <dsp:cNvSpPr/>
      </dsp:nvSpPr>
      <dsp:spPr>
        <a:xfrm>
          <a:off x="3827987" y="2531835"/>
          <a:ext cx="3252656" cy="628539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7556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700" kern="1200" dirty="0"/>
            <a:t>permanently recorded</a:t>
          </a:r>
        </a:p>
        <a:p>
          <a:pPr marL="0" lvl="0" indent="0" algn="ctr" defTabSz="7556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700" kern="1200"/>
            <a:t>in </a:t>
          </a:r>
          <a:r>
            <a:rPr lang="en-US" sz="1700" kern="1200" dirty="0"/>
            <a:t>the </a:t>
          </a:r>
          <a:r>
            <a:rPr lang="en-US" sz="1700" kern="1200"/>
            <a:t>blockchain  </a:t>
          </a:r>
          <a:endParaRPr lang="en-US" sz="1700" kern="1200" dirty="0"/>
        </a:p>
      </dsp:txBody>
      <dsp:txXfrm>
        <a:off x="3827987" y="2531835"/>
        <a:ext cx="3252656" cy="628539"/>
      </dsp:txXfrm>
    </dsp:sp>
    <dsp:sp modelId="{D995174A-0B05-4388-A4EC-8057C8866533}">
      <dsp:nvSpPr>
        <dsp:cNvPr id="0" name=""/>
        <dsp:cNvSpPr/>
      </dsp:nvSpPr>
      <dsp:spPr>
        <a:xfrm>
          <a:off x="8706972" y="753899"/>
          <a:ext cx="1138429" cy="1138429"/>
        </a:xfrm>
        <a:prstGeom prst="rect">
          <a:avLst/>
        </a:prstGeom>
        <a:blipFill>
          <a:blip xmlns:r="http://schemas.openxmlformats.org/officeDocument/2006/relationships" r:embed="rId5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6"/>
              </a:ext>
            </a:extLst>
          </a:blip>
          <a:stretch>
            <a:fillRect/>
          </a:stretch>
        </a:blipFill>
        <a:ln w="12700" cap="flat" cmpd="sng" algn="ctr">
          <a:noFill/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9AEC0D94-A0C3-4675-9103-9DC2943F0560}">
      <dsp:nvSpPr>
        <dsp:cNvPr id="0" name=""/>
        <dsp:cNvSpPr/>
      </dsp:nvSpPr>
      <dsp:spPr>
        <a:xfrm>
          <a:off x="7649858" y="1995807"/>
          <a:ext cx="3252656" cy="487898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13779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  <a:defRPr b="1"/>
          </a:pPr>
          <a:r>
            <a:rPr lang="tr-TR" sz="3100" kern="1200" dirty="0"/>
            <a:t>Valid transaction</a:t>
          </a:r>
          <a:endParaRPr lang="en-US" sz="3100" kern="1200" dirty="0"/>
        </a:p>
      </dsp:txBody>
      <dsp:txXfrm>
        <a:off x="7649858" y="1995807"/>
        <a:ext cx="3252656" cy="487898"/>
      </dsp:txXfrm>
    </dsp:sp>
    <dsp:sp modelId="{A88ABB9D-ADB0-450D-ADDD-1959ECC73E7F}">
      <dsp:nvSpPr>
        <dsp:cNvPr id="0" name=""/>
        <dsp:cNvSpPr/>
      </dsp:nvSpPr>
      <dsp:spPr>
        <a:xfrm>
          <a:off x="7649858" y="2531835"/>
          <a:ext cx="3252656" cy="628539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7556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700" kern="1200" dirty="0"/>
            <a:t>correctly satisfies</a:t>
          </a:r>
          <a:r>
            <a:rPr lang="tr-TR" sz="1700" kern="1200" dirty="0"/>
            <a:t> output </a:t>
          </a:r>
          <a:r>
            <a:rPr lang="en-US" sz="1700" kern="1200" dirty="0"/>
            <a:t>conditions</a:t>
          </a:r>
        </a:p>
        <a:p>
          <a:pPr marL="0" lvl="0" indent="0" algn="ctr" defTabSz="7556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tr-TR" sz="1700" kern="1200" dirty="0"/>
            <a:t>removes from UTXO SET</a:t>
          </a:r>
          <a:endParaRPr lang="en-US" sz="1700" kern="1200" dirty="0"/>
        </a:p>
      </dsp:txBody>
      <dsp:txXfrm>
        <a:off x="7649858" y="2531835"/>
        <a:ext cx="3252656" cy="628539"/>
      </dsp:txXfrm>
    </dsp:sp>
  </dsp:spTree>
</dsp:drawing>
</file>

<file path=ppt/diagrams/drawing74.xml><?xml version="1.0" encoding="utf-8"?>
<dsp:drawing xmlns:dgm="http://schemas.openxmlformats.org/drawingml/2006/diagram" xmlns:dsp="http://schemas.microsoft.com/office/drawing/2008/diagram" xmlns:a="http://schemas.openxmlformats.org/drawingml/2006/main">
  <dsp:spTree>
    <dsp:nvGrpSpPr>
      <dsp:cNvPr id="0" name=""/>
      <dsp:cNvGrpSpPr/>
    </dsp:nvGrpSpPr>
    <dsp:grpSpPr/>
    <dsp:sp modelId="{61A191FE-8C93-4D5E-9FDD-E2759DA5E5B8}">
      <dsp:nvSpPr>
        <dsp:cNvPr id="0" name=""/>
        <dsp:cNvSpPr/>
      </dsp:nvSpPr>
      <dsp:spPr>
        <a:xfrm>
          <a:off x="943992" y="522157"/>
          <a:ext cx="1012921" cy="1012921"/>
        </a:xfrm>
        <a:prstGeom prst="rect">
          <a:avLst/>
        </a:prstGeom>
        <a:blipFill>
          <a:blip xmlns:r="http://schemas.openxmlformats.org/officeDocument/2006/relationships" r:embed="rId1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2"/>
              </a:ext>
            </a:extLst>
          </a:blip>
          <a:stretch>
            <a:fillRect/>
          </a:stretch>
        </a:blipFill>
        <a:ln w="12700" cap="flat" cmpd="sng" algn="ctr">
          <a:noFill/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940EDA44-BBED-4FE8-BE14-6B466E023A0D}">
      <dsp:nvSpPr>
        <dsp:cNvPr id="0" name=""/>
        <dsp:cNvSpPr/>
      </dsp:nvSpPr>
      <dsp:spPr>
        <a:xfrm>
          <a:off x="3421" y="1647177"/>
          <a:ext cx="2894062" cy="434109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124460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  <a:defRPr b="1"/>
          </a:pPr>
          <a:r>
            <a:rPr lang="tr-TR" sz="2800" kern="1200"/>
            <a:t>Stack-based</a:t>
          </a:r>
          <a:endParaRPr lang="en-US" sz="2800" kern="1200"/>
        </a:p>
      </dsp:txBody>
      <dsp:txXfrm>
        <a:off x="3421" y="1647177"/>
        <a:ext cx="2894062" cy="434109"/>
      </dsp:txXfrm>
    </dsp:sp>
    <dsp:sp modelId="{816EFBC6-C1C7-47FB-8D15-2BBFA6E9CE78}">
      <dsp:nvSpPr>
        <dsp:cNvPr id="0" name=""/>
        <dsp:cNvSpPr/>
      </dsp:nvSpPr>
      <dsp:spPr>
        <a:xfrm>
          <a:off x="3421" y="2133425"/>
          <a:ext cx="2894062" cy="995666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7556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700" kern="1200" dirty="0"/>
            <a:t>Bitcoin’s scripting language</a:t>
          </a:r>
        </a:p>
        <a:p>
          <a:pPr marL="0" lvl="0" indent="0" algn="ctr" defTabSz="7556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tr-TR" sz="1700" kern="1200" dirty="0"/>
            <a:t>is </a:t>
          </a:r>
          <a:r>
            <a:rPr lang="en-US" sz="1700" kern="1200" dirty="0"/>
            <a:t>a stack-based language </a:t>
          </a:r>
        </a:p>
      </dsp:txBody>
      <dsp:txXfrm>
        <a:off x="3421" y="2133425"/>
        <a:ext cx="2894062" cy="995666"/>
      </dsp:txXfrm>
    </dsp:sp>
    <dsp:sp modelId="{F348CAF0-5754-40EB-860C-A667FB785356}">
      <dsp:nvSpPr>
        <dsp:cNvPr id="0" name=""/>
        <dsp:cNvSpPr/>
      </dsp:nvSpPr>
      <dsp:spPr>
        <a:xfrm>
          <a:off x="4344515" y="522157"/>
          <a:ext cx="1012921" cy="1012921"/>
        </a:xfrm>
        <a:prstGeom prst="rect">
          <a:avLst/>
        </a:prstGeom>
        <a:blipFill>
          <a:blip xmlns:r="http://schemas.openxmlformats.org/officeDocument/2006/relationships" r:embed="rId3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4"/>
              </a:ext>
            </a:extLst>
          </a:blip>
          <a:stretch>
            <a:fillRect/>
          </a:stretch>
        </a:blipFill>
        <a:ln w="12700" cap="flat" cmpd="sng" algn="ctr">
          <a:noFill/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677D47C5-2185-41C8-90F6-4D71D91499BA}">
      <dsp:nvSpPr>
        <dsp:cNvPr id="0" name=""/>
        <dsp:cNvSpPr/>
      </dsp:nvSpPr>
      <dsp:spPr>
        <a:xfrm>
          <a:off x="3403945" y="1647177"/>
          <a:ext cx="2894062" cy="434109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124460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  <a:defRPr b="1"/>
          </a:pPr>
          <a:r>
            <a:rPr lang="tr-TR" sz="2800" kern="1200" dirty="0"/>
            <a:t>Stack-based</a:t>
          </a:r>
          <a:endParaRPr lang="en-US" sz="2800" kern="1200" dirty="0"/>
        </a:p>
      </dsp:txBody>
      <dsp:txXfrm>
        <a:off x="3403945" y="1647177"/>
        <a:ext cx="2894062" cy="434109"/>
      </dsp:txXfrm>
    </dsp:sp>
    <dsp:sp modelId="{F084A1C6-6C7A-4197-9C6A-1A08593117BD}">
      <dsp:nvSpPr>
        <dsp:cNvPr id="0" name=""/>
        <dsp:cNvSpPr/>
      </dsp:nvSpPr>
      <dsp:spPr>
        <a:xfrm>
          <a:off x="3403945" y="2133425"/>
          <a:ext cx="2894062" cy="995666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7556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tr-TR" sz="1700" kern="1200" dirty="0"/>
            <a:t>Script is processed</a:t>
          </a:r>
          <a:endParaRPr lang="en-US" sz="1700" kern="1200" dirty="0"/>
        </a:p>
        <a:p>
          <a:pPr marL="0" lvl="0" indent="0" algn="ctr" defTabSz="7556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tr-TR" sz="1700" kern="1200" dirty="0"/>
            <a:t>using a stack</a:t>
          </a:r>
          <a:endParaRPr lang="en-US" sz="1700" kern="1200" dirty="0"/>
        </a:p>
      </dsp:txBody>
      <dsp:txXfrm>
        <a:off x="3403945" y="2133425"/>
        <a:ext cx="2894062" cy="995666"/>
      </dsp:txXfrm>
    </dsp:sp>
    <dsp:sp modelId="{9A366590-59A2-4788-AE7A-554CC4C21D26}">
      <dsp:nvSpPr>
        <dsp:cNvPr id="0" name=""/>
        <dsp:cNvSpPr/>
      </dsp:nvSpPr>
      <dsp:spPr>
        <a:xfrm>
          <a:off x="7745039" y="522157"/>
          <a:ext cx="1012921" cy="1012921"/>
        </a:xfrm>
        <a:prstGeom prst="rect">
          <a:avLst/>
        </a:prstGeom>
        <a:blipFill>
          <a:blip xmlns:r="http://schemas.openxmlformats.org/officeDocument/2006/relationships" r:embed="rId5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6"/>
              </a:ext>
            </a:extLst>
          </a:blip>
          <a:stretch>
            <a:fillRect/>
          </a:stretch>
        </a:blipFill>
        <a:ln w="12700" cap="flat" cmpd="sng" algn="ctr">
          <a:noFill/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DD1964E2-0CA7-4D2B-938C-E7E781E14B34}">
      <dsp:nvSpPr>
        <dsp:cNvPr id="0" name=""/>
        <dsp:cNvSpPr/>
      </dsp:nvSpPr>
      <dsp:spPr>
        <a:xfrm>
          <a:off x="6804468" y="1647177"/>
          <a:ext cx="2894062" cy="434109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124460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  <a:defRPr b="1"/>
          </a:pPr>
          <a:r>
            <a:rPr lang="tr-TR" sz="2800" kern="1200"/>
            <a:t>Processing</a:t>
          </a:r>
          <a:endParaRPr lang="en-US" sz="2800" kern="1200"/>
        </a:p>
      </dsp:txBody>
      <dsp:txXfrm>
        <a:off x="6804468" y="1647177"/>
        <a:ext cx="2894062" cy="434109"/>
      </dsp:txXfrm>
    </dsp:sp>
    <dsp:sp modelId="{4DD57750-4AB6-45AC-B966-53597412D678}">
      <dsp:nvSpPr>
        <dsp:cNvPr id="0" name=""/>
        <dsp:cNvSpPr/>
      </dsp:nvSpPr>
      <dsp:spPr>
        <a:xfrm>
          <a:off x="6804468" y="2133425"/>
          <a:ext cx="2894062" cy="995666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7556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700" kern="1200" dirty="0"/>
            <a:t>executes the script </a:t>
          </a:r>
        </a:p>
        <a:p>
          <a:pPr marL="0" lvl="0" indent="0" algn="ctr" defTabSz="7556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700" kern="1200" dirty="0"/>
            <a:t>by processing each item</a:t>
          </a:r>
        </a:p>
        <a:p>
          <a:pPr marL="0" lvl="0" indent="0" algn="ctr" defTabSz="7556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700" kern="1200"/>
            <a:t>from </a:t>
          </a:r>
          <a:r>
            <a:rPr lang="en-US" sz="1700" kern="1200" dirty="0"/>
            <a:t>left to right.</a:t>
          </a:r>
        </a:p>
      </dsp:txBody>
      <dsp:txXfrm>
        <a:off x="6804468" y="2133425"/>
        <a:ext cx="2894062" cy="995666"/>
      </dsp:txXfrm>
    </dsp:sp>
  </dsp:spTree>
</dsp:drawing>
</file>

<file path=ppt/diagrams/drawing75.xml><?xml version="1.0" encoding="utf-8"?>
<dsp:drawing xmlns:dgm="http://schemas.openxmlformats.org/drawingml/2006/diagram" xmlns:dsp="http://schemas.microsoft.com/office/drawing/2008/diagram" xmlns:a="http://schemas.openxmlformats.org/drawingml/2006/main">
  <dsp:spTree>
    <dsp:nvGrpSpPr>
      <dsp:cNvPr id="0" name=""/>
      <dsp:cNvGrpSpPr/>
    </dsp:nvGrpSpPr>
    <dsp:grpSpPr/>
    <dsp:sp modelId="{B627DE30-5C3E-4120-AEDC-7F33D087E675}">
      <dsp:nvSpPr>
        <dsp:cNvPr id="0" name=""/>
        <dsp:cNvSpPr/>
      </dsp:nvSpPr>
      <dsp:spPr>
        <a:xfrm>
          <a:off x="943992" y="720087"/>
          <a:ext cx="1012921" cy="1012921"/>
        </a:xfrm>
        <a:prstGeom prst="rect">
          <a:avLst/>
        </a:prstGeom>
        <a:blipFill>
          <a:blip xmlns:r="http://schemas.openxmlformats.org/officeDocument/2006/relationships" r:embed="rId1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2"/>
              </a:ext>
            </a:extLst>
          </a:blip>
          <a:stretch>
            <a:fillRect/>
          </a:stretch>
        </a:blipFill>
        <a:ln w="12700" cap="flat" cmpd="sng" algn="ctr">
          <a:noFill/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8360BAE2-E590-4C72-AC49-4938E38AB093}">
      <dsp:nvSpPr>
        <dsp:cNvPr id="0" name=""/>
        <dsp:cNvSpPr/>
      </dsp:nvSpPr>
      <dsp:spPr>
        <a:xfrm>
          <a:off x="3421" y="1828085"/>
          <a:ext cx="2894062" cy="434109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124460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  <a:defRPr b="1"/>
          </a:pPr>
          <a:r>
            <a:rPr lang="tr-TR" sz="2800" kern="1200"/>
            <a:t>Push </a:t>
          </a:r>
          <a:r>
            <a:rPr lang="en-US" sz="2800" kern="1200"/>
            <a:t>Numbers</a:t>
          </a:r>
        </a:p>
      </dsp:txBody>
      <dsp:txXfrm>
        <a:off x="3421" y="1828085"/>
        <a:ext cx="2894062" cy="434109"/>
      </dsp:txXfrm>
    </dsp:sp>
    <dsp:sp modelId="{60200547-5A81-4F99-98BA-A96AB206FAF3}">
      <dsp:nvSpPr>
        <dsp:cNvPr id="0" name=""/>
        <dsp:cNvSpPr/>
      </dsp:nvSpPr>
      <dsp:spPr>
        <a:xfrm>
          <a:off x="3421" y="2306416"/>
          <a:ext cx="2894062" cy="624745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7556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700" kern="1200" dirty="0"/>
            <a:t>data </a:t>
          </a:r>
          <a:r>
            <a:rPr lang="en-US" sz="1700" b="1" kern="1200" dirty="0"/>
            <a:t>constants</a:t>
          </a:r>
        </a:p>
        <a:p>
          <a:pPr marL="0" lvl="0" indent="0" algn="ctr" defTabSz="7556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700" kern="1200" dirty="0"/>
            <a:t>are </a:t>
          </a:r>
          <a:r>
            <a:rPr lang="en-US" sz="1700" u="sng" kern="1200" dirty="0"/>
            <a:t>pushed</a:t>
          </a:r>
          <a:r>
            <a:rPr lang="en-US" sz="1700" kern="1200" dirty="0"/>
            <a:t> onto the stack. </a:t>
          </a:r>
        </a:p>
      </dsp:txBody>
      <dsp:txXfrm>
        <a:off x="3421" y="2306416"/>
        <a:ext cx="2894062" cy="624745"/>
      </dsp:txXfrm>
    </dsp:sp>
    <dsp:sp modelId="{82F58878-9CF6-443C-ACA4-D9BF1A472E32}">
      <dsp:nvSpPr>
        <dsp:cNvPr id="0" name=""/>
        <dsp:cNvSpPr/>
      </dsp:nvSpPr>
      <dsp:spPr>
        <a:xfrm>
          <a:off x="4344515" y="720087"/>
          <a:ext cx="1012921" cy="1012921"/>
        </a:xfrm>
        <a:prstGeom prst="rect">
          <a:avLst/>
        </a:prstGeom>
        <a:blipFill>
          <a:blip xmlns:r="http://schemas.openxmlformats.org/officeDocument/2006/relationships" r:embed="rId3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4"/>
              </a:ext>
            </a:extLst>
          </a:blip>
          <a:stretch>
            <a:fillRect/>
          </a:stretch>
        </a:blipFill>
        <a:ln w="12700" cap="flat" cmpd="sng" algn="ctr">
          <a:noFill/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F7FD9FBB-1D22-4A47-973F-831EDE58F4B2}">
      <dsp:nvSpPr>
        <dsp:cNvPr id="0" name=""/>
        <dsp:cNvSpPr/>
      </dsp:nvSpPr>
      <dsp:spPr>
        <a:xfrm>
          <a:off x="3403945" y="1828085"/>
          <a:ext cx="2894062" cy="434109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124460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  <a:defRPr b="1"/>
          </a:pPr>
          <a:r>
            <a:rPr lang="tr-TR" sz="2800" kern="1200"/>
            <a:t>Pop for </a:t>
          </a:r>
          <a:r>
            <a:rPr lang="en-US" sz="2800" kern="1200"/>
            <a:t>Operators</a:t>
          </a:r>
        </a:p>
      </dsp:txBody>
      <dsp:txXfrm>
        <a:off x="3403945" y="1828085"/>
        <a:ext cx="2894062" cy="434109"/>
      </dsp:txXfrm>
    </dsp:sp>
    <dsp:sp modelId="{F0A1FE84-B6A9-43C6-B02E-4394E68E5AAB}">
      <dsp:nvSpPr>
        <dsp:cNvPr id="0" name=""/>
        <dsp:cNvSpPr/>
      </dsp:nvSpPr>
      <dsp:spPr>
        <a:xfrm>
          <a:off x="3403945" y="2306416"/>
          <a:ext cx="2894062" cy="624745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7556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700" u="sng" kern="1200" dirty="0"/>
            <a:t>pop</a:t>
          </a:r>
          <a:r>
            <a:rPr lang="tr-TR" sz="1700" kern="1200" dirty="0"/>
            <a:t> </a:t>
          </a:r>
          <a:r>
            <a:rPr lang="tr-TR" sz="1700" b="1" kern="1200" dirty="0"/>
            <a:t>numbers</a:t>
          </a:r>
          <a:r>
            <a:rPr lang="en-US" sz="1700" kern="1200" dirty="0"/>
            <a:t> from the stack </a:t>
          </a:r>
        </a:p>
        <a:p>
          <a:pPr marL="0" lvl="0" indent="0" algn="ctr" defTabSz="7556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700" kern="1200" dirty="0"/>
            <a:t>act on them</a:t>
          </a:r>
        </a:p>
      </dsp:txBody>
      <dsp:txXfrm>
        <a:off x="3403945" y="2306416"/>
        <a:ext cx="2894062" cy="624745"/>
      </dsp:txXfrm>
    </dsp:sp>
    <dsp:sp modelId="{E24709BB-FCCE-4279-949C-ABBC679EAEEA}">
      <dsp:nvSpPr>
        <dsp:cNvPr id="0" name=""/>
        <dsp:cNvSpPr/>
      </dsp:nvSpPr>
      <dsp:spPr>
        <a:xfrm>
          <a:off x="7745039" y="720087"/>
          <a:ext cx="1012921" cy="1012921"/>
        </a:xfrm>
        <a:prstGeom prst="rect">
          <a:avLst/>
        </a:prstGeom>
        <a:blipFill>
          <a:blip xmlns:r="http://schemas.openxmlformats.org/officeDocument/2006/relationships" r:embed="rId5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6"/>
              </a:ext>
            </a:extLst>
          </a:blip>
          <a:stretch>
            <a:fillRect/>
          </a:stretch>
        </a:blipFill>
        <a:ln w="12700" cap="flat" cmpd="sng" algn="ctr">
          <a:noFill/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0A49A3AF-B2B6-438F-91ED-2C4E22B6B16E}">
      <dsp:nvSpPr>
        <dsp:cNvPr id="0" name=""/>
        <dsp:cNvSpPr/>
      </dsp:nvSpPr>
      <dsp:spPr>
        <a:xfrm>
          <a:off x="6804468" y="1828085"/>
          <a:ext cx="2894062" cy="434109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124460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  <a:defRPr b="1"/>
          </a:pPr>
          <a:r>
            <a:rPr lang="tr-TR" sz="2800" kern="1200"/>
            <a:t>Push the results</a:t>
          </a:r>
          <a:endParaRPr lang="en-US" sz="2800" kern="1200"/>
        </a:p>
      </dsp:txBody>
      <dsp:txXfrm>
        <a:off x="6804468" y="1828085"/>
        <a:ext cx="2894062" cy="434109"/>
      </dsp:txXfrm>
    </dsp:sp>
    <dsp:sp modelId="{97060336-D581-4241-A338-E27F92E0D289}">
      <dsp:nvSpPr>
        <dsp:cNvPr id="0" name=""/>
        <dsp:cNvSpPr/>
      </dsp:nvSpPr>
      <dsp:spPr>
        <a:xfrm>
          <a:off x="6804468" y="2306416"/>
          <a:ext cx="2894062" cy="624745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7556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700" u="sng" kern="1200" dirty="0"/>
            <a:t>push</a:t>
          </a:r>
          <a:r>
            <a:rPr lang="en-US" sz="1700" kern="1200" dirty="0"/>
            <a:t> a </a:t>
          </a:r>
          <a:r>
            <a:rPr lang="en-US" sz="1700" b="1" kern="1200" dirty="0"/>
            <a:t>result</a:t>
          </a:r>
        </a:p>
        <a:p>
          <a:pPr marL="0" lvl="0" indent="0" algn="ctr" defTabSz="7556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700" kern="1200" dirty="0"/>
            <a:t>onto the stack</a:t>
          </a:r>
        </a:p>
      </dsp:txBody>
      <dsp:txXfrm>
        <a:off x="6804468" y="2306416"/>
        <a:ext cx="2894062" cy="624745"/>
      </dsp:txXfrm>
    </dsp:sp>
  </dsp:spTree>
</dsp:drawing>
</file>

<file path=ppt/diagrams/drawing76.xml><?xml version="1.0" encoding="utf-8"?>
<dsp:drawing xmlns:dgm="http://schemas.openxmlformats.org/drawingml/2006/diagram" xmlns:dsp="http://schemas.microsoft.com/office/drawing/2008/diagram" xmlns:a="http://schemas.openxmlformats.org/drawingml/2006/main">
  <dsp:spTree>
    <dsp:nvGrpSpPr>
      <dsp:cNvPr id="0" name=""/>
      <dsp:cNvGrpSpPr/>
    </dsp:nvGrpSpPr>
    <dsp:grpSpPr/>
    <dsp:sp modelId="{4B91879F-F32C-43AE-84C3-B38269B040C3}">
      <dsp:nvSpPr>
        <dsp:cNvPr id="0" name=""/>
        <dsp:cNvSpPr/>
      </dsp:nvSpPr>
      <dsp:spPr>
        <a:xfrm>
          <a:off x="698671" y="956759"/>
          <a:ext cx="750093" cy="750093"/>
        </a:xfrm>
        <a:prstGeom prst="rect">
          <a:avLst/>
        </a:prstGeom>
        <a:blipFill>
          <a:blip xmlns:r="http://schemas.openxmlformats.org/officeDocument/2006/relationships" r:embed="rId1" cstate="email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2"/>
              </a:ext>
            </a:extLst>
          </a:blip>
          <a:stretch>
            <a:fillRect/>
          </a:stretch>
        </a:blipFill>
        <a:ln w="12700" cap="flat" cmpd="sng" algn="ctr">
          <a:noFill/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3C0642F2-DB99-4649-9F0E-A13FCE7B8B1A}">
      <dsp:nvSpPr>
        <dsp:cNvPr id="0" name=""/>
        <dsp:cNvSpPr/>
      </dsp:nvSpPr>
      <dsp:spPr>
        <a:xfrm>
          <a:off x="2156" y="1781575"/>
          <a:ext cx="2143124" cy="321468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88900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  <a:defRPr b="1"/>
          </a:pPr>
          <a:r>
            <a:rPr lang="en-US" sz="2000" kern="1200"/>
            <a:t>OP_ADD</a:t>
          </a:r>
        </a:p>
      </dsp:txBody>
      <dsp:txXfrm>
        <a:off x="2156" y="1781575"/>
        <a:ext cx="2143124" cy="321468"/>
      </dsp:txXfrm>
    </dsp:sp>
    <dsp:sp modelId="{017C3AEC-38E4-4C8D-B46C-200307EE0DA3}">
      <dsp:nvSpPr>
        <dsp:cNvPr id="0" name=""/>
        <dsp:cNvSpPr/>
      </dsp:nvSpPr>
      <dsp:spPr>
        <a:xfrm>
          <a:off x="2156" y="2137798"/>
          <a:ext cx="2143124" cy="556691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</dsp:sp>
    <dsp:sp modelId="{09C48E5B-3FCE-45F5-AC35-58BF7ECA8308}">
      <dsp:nvSpPr>
        <dsp:cNvPr id="0" name=""/>
        <dsp:cNvSpPr/>
      </dsp:nvSpPr>
      <dsp:spPr>
        <a:xfrm>
          <a:off x="3216843" y="956759"/>
          <a:ext cx="750093" cy="750093"/>
        </a:xfrm>
        <a:prstGeom prst="rect">
          <a:avLst/>
        </a:prstGeom>
        <a:blipFill>
          <a:blip xmlns:r="http://schemas.openxmlformats.org/officeDocument/2006/relationships" r:embed="rId3" cstate="email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4"/>
              </a:ext>
            </a:extLst>
          </a:blip>
          <a:stretch>
            <a:fillRect/>
          </a:stretch>
        </a:blipFill>
        <a:ln w="12700" cap="flat" cmpd="sng" algn="ctr">
          <a:noFill/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89299FB0-0857-4A09-9738-CF392A90D08D}">
      <dsp:nvSpPr>
        <dsp:cNvPr id="0" name=""/>
        <dsp:cNvSpPr/>
      </dsp:nvSpPr>
      <dsp:spPr>
        <a:xfrm>
          <a:off x="2520328" y="1781575"/>
          <a:ext cx="2143124" cy="321468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88900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  <a:defRPr b="1"/>
          </a:pPr>
          <a:r>
            <a:rPr lang="tr-TR" sz="2000" kern="1200"/>
            <a:t>Pop two items</a:t>
          </a:r>
          <a:endParaRPr lang="en-US" sz="2000" kern="1200"/>
        </a:p>
      </dsp:txBody>
      <dsp:txXfrm>
        <a:off x="2520328" y="1781575"/>
        <a:ext cx="2143124" cy="321468"/>
      </dsp:txXfrm>
    </dsp:sp>
    <dsp:sp modelId="{E1D4F321-1C26-4820-9121-2F301F85A4A3}">
      <dsp:nvSpPr>
        <dsp:cNvPr id="0" name=""/>
        <dsp:cNvSpPr/>
      </dsp:nvSpPr>
      <dsp:spPr>
        <a:xfrm>
          <a:off x="2520328" y="2137798"/>
          <a:ext cx="2143124" cy="556691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6667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500" kern="1200" dirty="0"/>
            <a:t> will pop two items</a:t>
          </a:r>
        </a:p>
        <a:p>
          <a:pPr marL="0" lvl="0" indent="0" algn="ctr" defTabSz="6667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500" kern="1200" dirty="0"/>
            <a:t>from the stack</a:t>
          </a:r>
        </a:p>
      </dsp:txBody>
      <dsp:txXfrm>
        <a:off x="2520328" y="2137798"/>
        <a:ext cx="2143124" cy="556691"/>
      </dsp:txXfrm>
    </dsp:sp>
    <dsp:sp modelId="{8B64623A-AAE0-4022-8909-C9DEF0F281BB}">
      <dsp:nvSpPr>
        <dsp:cNvPr id="0" name=""/>
        <dsp:cNvSpPr/>
      </dsp:nvSpPr>
      <dsp:spPr>
        <a:xfrm>
          <a:off x="5735015" y="956759"/>
          <a:ext cx="750093" cy="750093"/>
        </a:xfrm>
        <a:prstGeom prst="rect">
          <a:avLst/>
        </a:prstGeom>
        <a:blipFill>
          <a:blip xmlns:r="http://schemas.openxmlformats.org/officeDocument/2006/relationships" r:embed="rId5" cstate="email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6"/>
              </a:ext>
            </a:extLst>
          </a:blip>
          <a:stretch>
            <a:fillRect/>
          </a:stretch>
        </a:blipFill>
        <a:ln w="12700" cap="flat" cmpd="sng" algn="ctr">
          <a:noFill/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101E7DC2-09AA-47DE-8B9D-5BD04E10AD97}">
      <dsp:nvSpPr>
        <dsp:cNvPr id="0" name=""/>
        <dsp:cNvSpPr/>
      </dsp:nvSpPr>
      <dsp:spPr>
        <a:xfrm>
          <a:off x="5038499" y="1781575"/>
          <a:ext cx="2143124" cy="321468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88900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  <a:defRPr b="1"/>
          </a:pPr>
          <a:r>
            <a:rPr lang="tr-TR" sz="2000" kern="1200"/>
            <a:t>Add</a:t>
          </a:r>
          <a:endParaRPr lang="en-US" sz="2000" kern="1200"/>
        </a:p>
      </dsp:txBody>
      <dsp:txXfrm>
        <a:off x="5038499" y="1781575"/>
        <a:ext cx="2143124" cy="321468"/>
      </dsp:txXfrm>
    </dsp:sp>
    <dsp:sp modelId="{4394F399-4011-4286-8531-36C1A31F26EE}">
      <dsp:nvSpPr>
        <dsp:cNvPr id="0" name=""/>
        <dsp:cNvSpPr/>
      </dsp:nvSpPr>
      <dsp:spPr>
        <a:xfrm>
          <a:off x="5038499" y="2137798"/>
          <a:ext cx="2143124" cy="556691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6667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500" kern="1200" dirty="0"/>
            <a:t>add them </a:t>
          </a:r>
        </a:p>
      </dsp:txBody>
      <dsp:txXfrm>
        <a:off x="5038499" y="2137798"/>
        <a:ext cx="2143124" cy="556691"/>
      </dsp:txXfrm>
    </dsp:sp>
    <dsp:sp modelId="{6EAB5DDE-F70D-4E49-BBBE-F7F45379FFC5}">
      <dsp:nvSpPr>
        <dsp:cNvPr id="0" name=""/>
        <dsp:cNvSpPr/>
      </dsp:nvSpPr>
      <dsp:spPr>
        <a:xfrm>
          <a:off x="8253187" y="956759"/>
          <a:ext cx="750093" cy="750093"/>
        </a:xfrm>
        <a:prstGeom prst="rect">
          <a:avLst/>
        </a:prstGeom>
        <a:blipFill>
          <a:blip xmlns:r="http://schemas.openxmlformats.org/officeDocument/2006/relationships" r:embed="rId7" cstate="email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8"/>
              </a:ext>
            </a:extLst>
          </a:blip>
          <a:stretch>
            <a:fillRect/>
          </a:stretch>
        </a:blipFill>
        <a:ln w="12700" cap="flat" cmpd="sng" algn="ctr">
          <a:noFill/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1F8A2D2C-C8E9-41EF-B105-1D0BC2103909}">
      <dsp:nvSpPr>
        <dsp:cNvPr id="0" name=""/>
        <dsp:cNvSpPr/>
      </dsp:nvSpPr>
      <dsp:spPr>
        <a:xfrm>
          <a:off x="7556671" y="1781575"/>
          <a:ext cx="2143124" cy="321468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88900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  <a:defRPr b="1"/>
          </a:pPr>
          <a:r>
            <a:rPr lang="tr-TR" sz="2000" kern="1200"/>
            <a:t>Push the reuls</a:t>
          </a:r>
          <a:endParaRPr lang="en-US" sz="2000" kern="1200"/>
        </a:p>
      </dsp:txBody>
      <dsp:txXfrm>
        <a:off x="7556671" y="1781575"/>
        <a:ext cx="2143124" cy="321468"/>
      </dsp:txXfrm>
    </dsp:sp>
    <dsp:sp modelId="{F4EE2FB3-F2E1-4B7A-ADF2-92D1E30196CA}">
      <dsp:nvSpPr>
        <dsp:cNvPr id="0" name=""/>
        <dsp:cNvSpPr/>
      </dsp:nvSpPr>
      <dsp:spPr>
        <a:xfrm>
          <a:off x="7556671" y="2137798"/>
          <a:ext cx="2143124" cy="556691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6667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500" kern="1200" dirty="0"/>
            <a:t>push the</a:t>
          </a:r>
          <a:r>
            <a:rPr lang="tr-TR" sz="1500" kern="1200" dirty="0"/>
            <a:t> </a:t>
          </a:r>
          <a:r>
            <a:rPr lang="en-US" sz="1500" kern="1200" dirty="0"/>
            <a:t>resulting sum</a:t>
          </a:r>
        </a:p>
        <a:p>
          <a:pPr marL="0" lvl="0" indent="0" algn="ctr" defTabSz="6667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500" kern="1200" dirty="0"/>
            <a:t>onto the stack</a:t>
          </a:r>
        </a:p>
      </dsp:txBody>
      <dsp:txXfrm>
        <a:off x="7556671" y="2137798"/>
        <a:ext cx="2143124" cy="556691"/>
      </dsp:txXfrm>
    </dsp:sp>
  </dsp:spTree>
</dsp:drawing>
</file>

<file path=ppt/diagrams/drawing77.xml><?xml version="1.0" encoding="utf-8"?>
<dsp:drawing xmlns:dgm="http://schemas.openxmlformats.org/drawingml/2006/diagram" xmlns:dsp="http://schemas.microsoft.com/office/drawing/2008/diagram" xmlns:a="http://schemas.openxmlformats.org/drawingml/2006/main">
  <dsp:spTree>
    <dsp:nvGrpSpPr>
      <dsp:cNvPr id="0" name=""/>
      <dsp:cNvGrpSpPr/>
    </dsp:nvGrpSpPr>
    <dsp:grpSpPr/>
    <dsp:sp modelId="{F9DC3975-93D1-4471-A806-2F6A784FB2AF}">
      <dsp:nvSpPr>
        <dsp:cNvPr id="0" name=""/>
        <dsp:cNvSpPr/>
      </dsp:nvSpPr>
      <dsp:spPr>
        <a:xfrm>
          <a:off x="698671" y="980025"/>
          <a:ext cx="750093" cy="750093"/>
        </a:xfrm>
        <a:prstGeom prst="rect">
          <a:avLst/>
        </a:prstGeom>
        <a:blipFill>
          <a:blip xmlns:r="http://schemas.openxmlformats.org/officeDocument/2006/relationships" r:embed="rId1" cstate="email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2"/>
              </a:ext>
            </a:extLst>
          </a:blip>
          <a:stretch>
            <a:fillRect/>
          </a:stretch>
        </a:blipFill>
        <a:ln w="12700" cap="flat" cmpd="sng" algn="ctr">
          <a:noFill/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09137D21-84B7-42A2-AB4B-B43888FD58B6}">
      <dsp:nvSpPr>
        <dsp:cNvPr id="0" name=""/>
        <dsp:cNvSpPr/>
      </dsp:nvSpPr>
      <dsp:spPr>
        <a:xfrm>
          <a:off x="2156" y="1802840"/>
          <a:ext cx="2143124" cy="321468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80010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  <a:defRPr b="1"/>
          </a:pPr>
          <a:r>
            <a:rPr lang="en-US" sz="1800" kern="1200"/>
            <a:t>Conditional operators</a:t>
          </a:r>
        </a:p>
      </dsp:txBody>
      <dsp:txXfrm>
        <a:off x="2156" y="1802840"/>
        <a:ext cx="2143124" cy="321468"/>
      </dsp:txXfrm>
    </dsp:sp>
    <dsp:sp modelId="{6890E906-3FFE-4828-921B-B2E8E5467F7F}">
      <dsp:nvSpPr>
        <dsp:cNvPr id="0" name=""/>
        <dsp:cNvSpPr/>
      </dsp:nvSpPr>
      <dsp:spPr>
        <a:xfrm>
          <a:off x="2156" y="2158133"/>
          <a:ext cx="2143124" cy="513091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62230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400" kern="1200"/>
            <a:t>evaluate a condition</a:t>
          </a:r>
        </a:p>
        <a:p>
          <a:pPr marL="0" lvl="0" indent="0" algn="ctr" defTabSz="62230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tr-TR" sz="1400" kern="1200" err="1"/>
            <a:t>produces</a:t>
          </a:r>
          <a:r>
            <a:rPr lang="tr-TR" sz="1400" kern="1200"/>
            <a:t> </a:t>
          </a:r>
          <a:r>
            <a:rPr lang="en-US" sz="1400" kern="1200"/>
            <a:t>a Boolean result</a:t>
          </a:r>
        </a:p>
      </dsp:txBody>
      <dsp:txXfrm>
        <a:off x="2156" y="2158133"/>
        <a:ext cx="2143124" cy="513091"/>
      </dsp:txXfrm>
    </dsp:sp>
    <dsp:sp modelId="{028171D1-DCEE-4FB8-93F8-CF84459B3828}">
      <dsp:nvSpPr>
        <dsp:cNvPr id="0" name=""/>
        <dsp:cNvSpPr/>
      </dsp:nvSpPr>
      <dsp:spPr>
        <a:xfrm>
          <a:off x="3216843" y="980025"/>
          <a:ext cx="750093" cy="750093"/>
        </a:xfrm>
        <a:prstGeom prst="rect">
          <a:avLst/>
        </a:prstGeom>
        <a:blipFill>
          <a:blip xmlns:r="http://schemas.openxmlformats.org/officeDocument/2006/relationships" r:embed="rId3" cstate="email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4"/>
              </a:ext>
            </a:extLst>
          </a:blip>
          <a:stretch>
            <a:fillRect/>
          </a:stretch>
        </a:blipFill>
        <a:ln w="12700" cap="flat" cmpd="sng" algn="ctr">
          <a:noFill/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22F61CCA-8842-444D-ACF5-BB3C0AD1B429}">
      <dsp:nvSpPr>
        <dsp:cNvPr id="0" name=""/>
        <dsp:cNvSpPr/>
      </dsp:nvSpPr>
      <dsp:spPr>
        <a:xfrm>
          <a:off x="2520328" y="1802840"/>
          <a:ext cx="2143124" cy="321468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80010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  <a:defRPr b="1"/>
          </a:pPr>
          <a:r>
            <a:rPr lang="tr-TR" sz="1800" kern="1200"/>
            <a:t>Boolean Results</a:t>
          </a:r>
          <a:endParaRPr lang="en-US" sz="1800" kern="1200"/>
        </a:p>
      </dsp:txBody>
      <dsp:txXfrm>
        <a:off x="2520328" y="1802840"/>
        <a:ext cx="2143124" cy="321468"/>
      </dsp:txXfrm>
    </dsp:sp>
    <dsp:sp modelId="{A292BB6C-F8A0-4DE3-8AC9-16C6CD98337A}">
      <dsp:nvSpPr>
        <dsp:cNvPr id="0" name=""/>
        <dsp:cNvSpPr/>
      </dsp:nvSpPr>
      <dsp:spPr>
        <a:xfrm>
          <a:off x="2520328" y="2158133"/>
          <a:ext cx="2143124" cy="513091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62230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400" kern="1200"/>
            <a:t>TRUE</a:t>
          </a:r>
        </a:p>
        <a:p>
          <a:pPr marL="0" lvl="0" indent="0" algn="ctr" defTabSz="62230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400" kern="1200"/>
            <a:t>FALSE</a:t>
          </a:r>
        </a:p>
      </dsp:txBody>
      <dsp:txXfrm>
        <a:off x="2520328" y="2158133"/>
        <a:ext cx="2143124" cy="513091"/>
      </dsp:txXfrm>
    </dsp:sp>
    <dsp:sp modelId="{4279C00E-E517-444A-8EEC-ADE5CCF6FD8E}">
      <dsp:nvSpPr>
        <dsp:cNvPr id="0" name=""/>
        <dsp:cNvSpPr/>
      </dsp:nvSpPr>
      <dsp:spPr>
        <a:xfrm>
          <a:off x="5735015" y="980025"/>
          <a:ext cx="750093" cy="750093"/>
        </a:xfrm>
        <a:prstGeom prst="rect">
          <a:avLst/>
        </a:prstGeom>
        <a:blipFill>
          <a:blip xmlns:r="http://schemas.openxmlformats.org/officeDocument/2006/relationships" r:embed="rId5" cstate="email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6"/>
              </a:ext>
            </a:extLst>
          </a:blip>
          <a:stretch>
            <a:fillRect/>
          </a:stretch>
        </a:blipFill>
        <a:ln w="12700" cap="flat" cmpd="sng" algn="ctr">
          <a:noFill/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E73AEB10-66B0-4E8D-A0D1-4AC34BDBF304}">
      <dsp:nvSpPr>
        <dsp:cNvPr id="0" name=""/>
        <dsp:cNvSpPr/>
      </dsp:nvSpPr>
      <dsp:spPr>
        <a:xfrm>
          <a:off x="5038499" y="1802840"/>
          <a:ext cx="2143124" cy="321468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80010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  <a:defRPr b="1"/>
          </a:pPr>
          <a:r>
            <a:rPr lang="en-US" sz="1800" kern="1200"/>
            <a:t>TRUE</a:t>
          </a:r>
        </a:p>
      </dsp:txBody>
      <dsp:txXfrm>
        <a:off x="5038499" y="1802840"/>
        <a:ext cx="2143124" cy="321468"/>
      </dsp:txXfrm>
    </dsp:sp>
    <dsp:sp modelId="{29C1C765-E0CD-42DC-9867-85C35BF5918C}">
      <dsp:nvSpPr>
        <dsp:cNvPr id="0" name=""/>
        <dsp:cNvSpPr/>
      </dsp:nvSpPr>
      <dsp:spPr>
        <a:xfrm>
          <a:off x="5038499" y="2158133"/>
          <a:ext cx="2143124" cy="513091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62230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400" kern="1200"/>
            <a:t>represented by</a:t>
          </a:r>
        </a:p>
        <a:p>
          <a:pPr marL="0" lvl="0" indent="0" algn="ctr" defTabSz="62230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400" kern="1200"/>
            <a:t>the number </a:t>
          </a:r>
          <a:r>
            <a:rPr lang="en-US" sz="1400" b="1" kern="1200"/>
            <a:t>1</a:t>
          </a:r>
        </a:p>
      </dsp:txBody>
      <dsp:txXfrm>
        <a:off x="5038499" y="2158133"/>
        <a:ext cx="2143124" cy="513091"/>
      </dsp:txXfrm>
    </dsp:sp>
    <dsp:sp modelId="{D28ECCF4-6CA4-4993-8312-6159171C8495}">
      <dsp:nvSpPr>
        <dsp:cNvPr id="0" name=""/>
        <dsp:cNvSpPr/>
      </dsp:nvSpPr>
      <dsp:spPr>
        <a:xfrm>
          <a:off x="8253187" y="980025"/>
          <a:ext cx="750093" cy="750093"/>
        </a:xfrm>
        <a:prstGeom prst="rect">
          <a:avLst/>
        </a:prstGeom>
        <a:blipFill>
          <a:blip xmlns:r="http://schemas.openxmlformats.org/officeDocument/2006/relationships" r:embed="rId7" cstate="email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8"/>
              </a:ext>
            </a:extLst>
          </a:blip>
          <a:stretch>
            <a:fillRect/>
          </a:stretch>
        </a:blipFill>
        <a:ln w="12700" cap="flat" cmpd="sng" algn="ctr">
          <a:noFill/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F3B7A533-7FE0-4E01-942D-268823C527CD}">
      <dsp:nvSpPr>
        <dsp:cNvPr id="0" name=""/>
        <dsp:cNvSpPr/>
      </dsp:nvSpPr>
      <dsp:spPr>
        <a:xfrm>
          <a:off x="7556671" y="1802840"/>
          <a:ext cx="2143124" cy="321468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80010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  <a:defRPr b="1"/>
          </a:pPr>
          <a:r>
            <a:rPr lang="en-US" sz="1800" kern="1200"/>
            <a:t>FALSE</a:t>
          </a:r>
        </a:p>
      </dsp:txBody>
      <dsp:txXfrm>
        <a:off x="7556671" y="1802840"/>
        <a:ext cx="2143124" cy="321468"/>
      </dsp:txXfrm>
    </dsp:sp>
    <dsp:sp modelId="{551B7959-692C-4C24-AC9A-E25813CD5195}">
      <dsp:nvSpPr>
        <dsp:cNvPr id="0" name=""/>
        <dsp:cNvSpPr/>
      </dsp:nvSpPr>
      <dsp:spPr>
        <a:xfrm>
          <a:off x="7556671" y="2158133"/>
          <a:ext cx="2143124" cy="513091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62230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400" kern="1200"/>
            <a:t>represented by</a:t>
          </a:r>
        </a:p>
        <a:p>
          <a:pPr marL="0" lvl="0" indent="0" algn="ctr" defTabSz="62230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tr-TR" sz="1400" kern="1200"/>
            <a:t>the number </a:t>
          </a:r>
          <a:r>
            <a:rPr lang="en-US" sz="1400" b="1" kern="1200"/>
            <a:t>zero</a:t>
          </a:r>
        </a:p>
      </dsp:txBody>
      <dsp:txXfrm>
        <a:off x="7556671" y="2158133"/>
        <a:ext cx="2143124" cy="513091"/>
      </dsp:txXfrm>
    </dsp:sp>
  </dsp:spTree>
</dsp:drawing>
</file>

<file path=ppt/diagrams/drawing78.xml><?xml version="1.0" encoding="utf-8"?>
<dsp:drawing xmlns:dgm="http://schemas.openxmlformats.org/drawingml/2006/diagram" xmlns:dsp="http://schemas.microsoft.com/office/drawing/2008/diagram" xmlns:a="http://schemas.openxmlformats.org/drawingml/2006/main">
  <dsp:spTree>
    <dsp:nvGrpSpPr>
      <dsp:cNvPr id="0" name=""/>
      <dsp:cNvGrpSpPr/>
    </dsp:nvGrpSpPr>
    <dsp:grpSpPr/>
    <dsp:sp modelId="{5227EB7D-E6D7-4AA0-ADA0-6C2D2EF897F7}">
      <dsp:nvSpPr>
        <dsp:cNvPr id="0" name=""/>
        <dsp:cNvSpPr/>
      </dsp:nvSpPr>
      <dsp:spPr>
        <a:xfrm>
          <a:off x="779369" y="991278"/>
          <a:ext cx="831304" cy="831304"/>
        </a:xfrm>
        <a:prstGeom prst="rect">
          <a:avLst/>
        </a:prstGeom>
        <a:blipFill>
          <a:blip xmlns:r="http://schemas.openxmlformats.org/officeDocument/2006/relationships" r:embed="rId1" cstate="email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2"/>
              </a:ext>
            </a:extLst>
          </a:blip>
          <a:stretch>
            <a:fillRect/>
          </a:stretch>
        </a:blipFill>
        <a:ln w="12700" cap="flat" cmpd="sng" algn="ctr">
          <a:noFill/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74C656D6-207B-4EAF-96FF-538340D6E22B}">
      <dsp:nvSpPr>
        <dsp:cNvPr id="0" name=""/>
        <dsp:cNvSpPr/>
      </dsp:nvSpPr>
      <dsp:spPr>
        <a:xfrm>
          <a:off x="7443" y="1905646"/>
          <a:ext cx="2375156" cy="356273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97790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  <a:defRPr b="1"/>
          </a:pPr>
          <a:r>
            <a:rPr lang="en-US" sz="2200" kern="1200" dirty="0"/>
            <a:t>pops</a:t>
          </a:r>
        </a:p>
      </dsp:txBody>
      <dsp:txXfrm>
        <a:off x="7443" y="1905646"/>
        <a:ext cx="2375156" cy="356273"/>
      </dsp:txXfrm>
    </dsp:sp>
    <dsp:sp modelId="{E59482E0-3E66-4D37-B2FF-8188E149B8B8}">
      <dsp:nvSpPr>
        <dsp:cNvPr id="0" name=""/>
        <dsp:cNvSpPr/>
      </dsp:nvSpPr>
      <dsp:spPr>
        <a:xfrm>
          <a:off x="7443" y="2300554"/>
          <a:ext cx="2375156" cy="622440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7556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tr-TR" sz="1700" kern="1200" dirty="0"/>
            <a:t>two</a:t>
          </a:r>
          <a:r>
            <a:rPr lang="en-US" sz="1700" kern="1200" dirty="0"/>
            <a:t> items</a:t>
          </a:r>
        </a:p>
        <a:p>
          <a:pPr marL="0" lvl="0" indent="0" algn="ctr" defTabSz="7556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700" kern="1200"/>
            <a:t>from </a:t>
          </a:r>
          <a:r>
            <a:rPr lang="en-US" sz="1700" kern="1200" dirty="0"/>
            <a:t>the stack </a:t>
          </a:r>
        </a:p>
      </dsp:txBody>
      <dsp:txXfrm>
        <a:off x="7443" y="2300554"/>
        <a:ext cx="2375156" cy="622440"/>
      </dsp:txXfrm>
    </dsp:sp>
    <dsp:sp modelId="{3A2C0E26-7937-4C1F-B308-F343462DE7FB}">
      <dsp:nvSpPr>
        <dsp:cNvPr id="0" name=""/>
        <dsp:cNvSpPr/>
      </dsp:nvSpPr>
      <dsp:spPr>
        <a:xfrm>
          <a:off x="3570178" y="991278"/>
          <a:ext cx="831304" cy="831304"/>
        </a:xfrm>
        <a:prstGeom prst="rect">
          <a:avLst/>
        </a:prstGeom>
        <a:blipFill>
          <a:blip xmlns:r="http://schemas.openxmlformats.org/officeDocument/2006/relationships" r:embed="rId3" cstate="email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4"/>
              </a:ext>
            </a:extLst>
          </a:blip>
          <a:stretch>
            <a:fillRect/>
          </a:stretch>
        </a:blipFill>
        <a:ln w="12700" cap="flat" cmpd="sng" algn="ctr">
          <a:noFill/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DCCABEF3-82EE-4351-B355-CCFE8BE45152}">
      <dsp:nvSpPr>
        <dsp:cNvPr id="0" name=""/>
        <dsp:cNvSpPr/>
      </dsp:nvSpPr>
      <dsp:spPr>
        <a:xfrm>
          <a:off x="2798252" y="1905646"/>
          <a:ext cx="2375156" cy="356273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97790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  <a:defRPr b="1"/>
          </a:pPr>
          <a:r>
            <a:rPr lang="tr-TR" sz="2200" kern="1200" dirty="0"/>
            <a:t>Push</a:t>
          </a:r>
          <a:endParaRPr lang="en-US" sz="2200" kern="1200" dirty="0"/>
        </a:p>
      </dsp:txBody>
      <dsp:txXfrm>
        <a:off x="2798252" y="1905646"/>
        <a:ext cx="2375156" cy="356273"/>
      </dsp:txXfrm>
    </dsp:sp>
    <dsp:sp modelId="{42AA94CF-C0F8-4F5C-9D94-220A0F933D5B}">
      <dsp:nvSpPr>
        <dsp:cNvPr id="0" name=""/>
        <dsp:cNvSpPr/>
      </dsp:nvSpPr>
      <dsp:spPr>
        <a:xfrm>
          <a:off x="2798252" y="2300554"/>
          <a:ext cx="2375156" cy="622440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7556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700" b="1" kern="1200" dirty="0"/>
            <a:t>TRUE</a:t>
          </a:r>
          <a:r>
            <a:rPr lang="tr-TR" sz="1700" kern="1200" dirty="0"/>
            <a:t>: </a:t>
          </a:r>
          <a:r>
            <a:rPr lang="en-US" sz="1700" kern="1200" dirty="0"/>
            <a:t>they are equal </a:t>
          </a:r>
        </a:p>
        <a:p>
          <a:pPr marL="0" lvl="0" indent="0" algn="ctr" defTabSz="7556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700" b="1" kern="1200" dirty="0"/>
            <a:t>FALSE</a:t>
          </a:r>
          <a:r>
            <a:rPr lang="tr-TR" sz="1700" kern="1200" dirty="0"/>
            <a:t>: </a:t>
          </a:r>
          <a:r>
            <a:rPr lang="en-US" sz="1700" kern="1200" dirty="0"/>
            <a:t>they are not equal</a:t>
          </a:r>
        </a:p>
      </dsp:txBody>
      <dsp:txXfrm>
        <a:off x="2798252" y="2300554"/>
        <a:ext cx="2375156" cy="622440"/>
      </dsp:txXfrm>
    </dsp:sp>
    <dsp:sp modelId="{AEBBDC45-0096-4162-BCC8-700AAF602E09}">
      <dsp:nvSpPr>
        <dsp:cNvPr id="0" name=""/>
        <dsp:cNvSpPr/>
      </dsp:nvSpPr>
      <dsp:spPr>
        <a:xfrm>
          <a:off x="6360986" y="991278"/>
          <a:ext cx="831304" cy="831304"/>
        </a:xfrm>
        <a:prstGeom prst="rect">
          <a:avLst/>
        </a:prstGeom>
        <a:blipFill>
          <a:blip xmlns:r="http://schemas.openxmlformats.org/officeDocument/2006/relationships" r:embed="rId5" cstate="email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6"/>
              </a:ext>
            </a:extLst>
          </a:blip>
          <a:stretch>
            <a:fillRect/>
          </a:stretch>
        </a:blipFill>
        <a:ln w="12700" cap="flat" cmpd="sng" algn="ctr">
          <a:noFill/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3BB7772A-0E43-4D43-82A7-92FBB9374706}">
      <dsp:nvSpPr>
        <dsp:cNvPr id="0" name=""/>
        <dsp:cNvSpPr/>
      </dsp:nvSpPr>
      <dsp:spPr>
        <a:xfrm>
          <a:off x="5589061" y="1905646"/>
          <a:ext cx="2375156" cy="356273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97790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  <a:defRPr b="1"/>
          </a:pPr>
          <a:r>
            <a:rPr lang="tr-TR" sz="2200" kern="1200" dirty="0"/>
            <a:t>Remaining Stack</a:t>
          </a:r>
          <a:endParaRPr lang="en-US" sz="2200" kern="1200" dirty="0"/>
        </a:p>
      </dsp:txBody>
      <dsp:txXfrm>
        <a:off x="5589061" y="1905646"/>
        <a:ext cx="2375156" cy="356273"/>
      </dsp:txXfrm>
    </dsp:sp>
    <dsp:sp modelId="{E819298B-5149-4582-A9A5-348F1BF020F6}">
      <dsp:nvSpPr>
        <dsp:cNvPr id="0" name=""/>
        <dsp:cNvSpPr/>
      </dsp:nvSpPr>
      <dsp:spPr>
        <a:xfrm>
          <a:off x="5589061" y="2300554"/>
          <a:ext cx="2375156" cy="622440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7556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tr-TR" sz="1700" kern="1200" dirty="0"/>
            <a:t>TRUE or</a:t>
          </a:r>
          <a:endParaRPr lang="en-US" sz="1700" kern="1200" dirty="0"/>
        </a:p>
        <a:p>
          <a:pPr marL="0" lvl="0" indent="0" algn="ctr" defTabSz="7556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tr-TR" sz="1700" kern="1200" dirty="0"/>
            <a:t>any other result</a:t>
          </a:r>
          <a:endParaRPr lang="en-US" sz="1700" kern="1200" dirty="0"/>
        </a:p>
      </dsp:txBody>
      <dsp:txXfrm>
        <a:off x="5589061" y="2300554"/>
        <a:ext cx="2375156" cy="622440"/>
      </dsp:txXfrm>
    </dsp:sp>
    <dsp:sp modelId="{8CD6F0B8-02C9-4BD6-B889-EDCF0A2B2F8D}">
      <dsp:nvSpPr>
        <dsp:cNvPr id="0" name=""/>
        <dsp:cNvSpPr/>
      </dsp:nvSpPr>
      <dsp:spPr>
        <a:xfrm>
          <a:off x="9151795" y="991278"/>
          <a:ext cx="831304" cy="831304"/>
        </a:xfrm>
        <a:prstGeom prst="rect">
          <a:avLst/>
        </a:prstGeom>
        <a:blipFill>
          <a:blip xmlns:r="http://schemas.openxmlformats.org/officeDocument/2006/relationships" r:embed="rId7" cstate="email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8"/>
              </a:ext>
            </a:extLst>
          </a:blip>
          <a:stretch>
            <a:fillRect/>
          </a:stretch>
        </a:blipFill>
        <a:ln w="12700" cap="flat" cmpd="sng" algn="ctr">
          <a:noFill/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EAD8290E-EA12-4598-A941-D8E334612694}">
      <dsp:nvSpPr>
        <dsp:cNvPr id="0" name=""/>
        <dsp:cNvSpPr/>
      </dsp:nvSpPr>
      <dsp:spPr>
        <a:xfrm>
          <a:off x="8379869" y="1905646"/>
          <a:ext cx="2375156" cy="356273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97790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  <a:defRPr b="1"/>
          </a:pPr>
          <a:r>
            <a:rPr lang="tr-TR" sz="2200" kern="1200" dirty="0" err="1"/>
            <a:t>Valid</a:t>
          </a:r>
          <a:endParaRPr lang="en-US" sz="2200" kern="1200" dirty="0"/>
        </a:p>
      </dsp:txBody>
      <dsp:txXfrm>
        <a:off x="8379869" y="1905646"/>
        <a:ext cx="2375156" cy="356273"/>
      </dsp:txXfrm>
    </dsp:sp>
    <dsp:sp modelId="{BFCC2199-E352-4083-8FC1-99DE7A5793C8}">
      <dsp:nvSpPr>
        <dsp:cNvPr id="0" name=""/>
        <dsp:cNvSpPr/>
      </dsp:nvSpPr>
      <dsp:spPr>
        <a:xfrm>
          <a:off x="8379869" y="2300554"/>
          <a:ext cx="2375156" cy="622440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7556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tr-TR" sz="1700" kern="1200" dirty="0" err="1"/>
            <a:t>if</a:t>
          </a:r>
          <a:r>
            <a:rPr lang="tr-TR" sz="1700" kern="1200" dirty="0"/>
            <a:t> </a:t>
          </a:r>
          <a:r>
            <a:rPr lang="tr-TR" sz="1700" kern="1200" dirty="0" err="1"/>
            <a:t>the</a:t>
          </a:r>
          <a:r>
            <a:rPr lang="tr-TR" sz="1700" kern="1200" dirty="0"/>
            <a:t> </a:t>
          </a:r>
          <a:r>
            <a:rPr lang="tr-TR" sz="1700" kern="1200" dirty="0" err="1"/>
            <a:t>result</a:t>
          </a:r>
          <a:r>
            <a:rPr lang="tr-TR" sz="1700" kern="1200" dirty="0"/>
            <a:t> is TRUE</a:t>
          </a:r>
        </a:p>
        <a:p>
          <a:pPr marL="0" lvl="0" indent="0" algn="ctr" defTabSz="7556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700" kern="1200" dirty="0"/>
            <a:t>signifies a valid transaction</a:t>
          </a:r>
        </a:p>
      </dsp:txBody>
      <dsp:txXfrm>
        <a:off x="8379869" y="2300554"/>
        <a:ext cx="2375156" cy="622440"/>
      </dsp:txXfrm>
    </dsp:sp>
  </dsp:spTree>
</dsp:drawing>
</file>

<file path=ppt/diagrams/drawing79.xml><?xml version="1.0" encoding="utf-8"?>
<dsp:drawing xmlns:dgm="http://schemas.openxmlformats.org/drawingml/2006/diagram" xmlns:dsp="http://schemas.microsoft.com/office/drawing/2008/diagram" xmlns:a="http://schemas.openxmlformats.org/drawingml/2006/main">
  <dsp:spTree>
    <dsp:nvGrpSpPr>
      <dsp:cNvPr id="0" name=""/>
      <dsp:cNvGrpSpPr/>
    </dsp:nvGrpSpPr>
    <dsp:grpSpPr/>
    <dsp:sp modelId="{18E78F76-F903-4E34-9904-9C54F1CA1D8D}">
      <dsp:nvSpPr>
        <dsp:cNvPr id="0" name=""/>
        <dsp:cNvSpPr/>
      </dsp:nvSpPr>
      <dsp:spPr>
        <a:xfrm>
          <a:off x="1556976" y="341413"/>
          <a:ext cx="1512000" cy="1512000"/>
        </a:xfrm>
        <a:prstGeom prst="rect">
          <a:avLst/>
        </a:prstGeom>
        <a:blipFill>
          <a:blip xmlns:r="http://schemas.openxmlformats.org/officeDocument/2006/relationships" r:embed="rId1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2"/>
              </a:ext>
            </a:extLst>
          </a:blip>
          <a:stretch>
            <a:fillRect/>
          </a:stretch>
        </a:blipFill>
        <a:ln w="12700" cap="flat" cmpd="sng" algn="ctr">
          <a:noFill/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D23C2D62-9EF8-4336-937E-D551600462AB}">
      <dsp:nvSpPr>
        <dsp:cNvPr id="0" name=""/>
        <dsp:cNvSpPr/>
      </dsp:nvSpPr>
      <dsp:spPr>
        <a:xfrm>
          <a:off x="152976" y="1981055"/>
          <a:ext cx="4320000" cy="648000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160020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  <a:defRPr b="1"/>
          </a:pPr>
          <a:r>
            <a:rPr lang="tr-TR" sz="3600" kern="1200"/>
            <a:t>Original approach</a:t>
          </a:r>
          <a:endParaRPr lang="en-US" sz="3600" kern="1200"/>
        </a:p>
      </dsp:txBody>
      <dsp:txXfrm>
        <a:off x="152976" y="1981055"/>
        <a:ext cx="4320000" cy="648000"/>
      </dsp:txXfrm>
    </dsp:sp>
    <dsp:sp modelId="{0A8F1A87-6DB9-4ADE-B59D-4C8CFEDC5F58}">
      <dsp:nvSpPr>
        <dsp:cNvPr id="0" name=""/>
        <dsp:cNvSpPr/>
      </dsp:nvSpPr>
      <dsp:spPr>
        <a:xfrm>
          <a:off x="152976" y="2688423"/>
          <a:ext cx="4320000" cy="621412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7556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tr-TR" sz="1700" kern="1200"/>
            <a:t>for execution</a:t>
          </a:r>
          <a:endParaRPr lang="en-US" sz="1700" kern="1200"/>
        </a:p>
        <a:p>
          <a:pPr marL="0" lvl="0" indent="0" algn="ctr" defTabSz="7556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700" kern="1200"/>
            <a:t>unlocking</a:t>
          </a:r>
          <a:r>
            <a:rPr lang="tr-TR" sz="1700" kern="1200"/>
            <a:t> </a:t>
          </a:r>
          <a:r>
            <a:rPr lang="en-US" sz="1700" kern="1200"/>
            <a:t>and locking scripts</a:t>
          </a:r>
        </a:p>
      </dsp:txBody>
      <dsp:txXfrm>
        <a:off x="152976" y="2688423"/>
        <a:ext cx="4320000" cy="621412"/>
      </dsp:txXfrm>
    </dsp:sp>
    <dsp:sp modelId="{406E4C27-2871-4058-9CA5-767B0ACA4F22}">
      <dsp:nvSpPr>
        <dsp:cNvPr id="0" name=""/>
        <dsp:cNvSpPr/>
      </dsp:nvSpPr>
      <dsp:spPr>
        <a:xfrm>
          <a:off x="6632976" y="341413"/>
          <a:ext cx="1512000" cy="1512000"/>
        </a:xfrm>
        <a:prstGeom prst="rect">
          <a:avLst/>
        </a:prstGeom>
        <a:blipFill rotWithShape="1">
          <a:blip xmlns:r="http://schemas.openxmlformats.org/officeDocument/2006/relationships" r:embed="rId3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4"/>
              </a:ext>
            </a:extLst>
          </a:blip>
          <a:srcRect/>
          <a:stretch>
            <a:fillRect/>
          </a:stretch>
        </a:blipFill>
        <a:ln w="12700" cap="flat" cmpd="sng" algn="ctr">
          <a:solidFill>
            <a:schemeClr val="lt1">
              <a:alpha val="0"/>
              <a:hueOff val="0"/>
              <a:satOff val="0"/>
              <a:lumOff val="0"/>
              <a:alphaOff val="0"/>
            </a:schemeClr>
          </a:solidFill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11A98131-EC59-4BE2-827A-F0BA2298CACD}">
      <dsp:nvSpPr>
        <dsp:cNvPr id="0" name=""/>
        <dsp:cNvSpPr/>
      </dsp:nvSpPr>
      <dsp:spPr>
        <a:xfrm>
          <a:off x="5228976" y="1981055"/>
          <a:ext cx="4320000" cy="648000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160020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  <a:defRPr b="1"/>
          </a:pPr>
          <a:r>
            <a:rPr lang="tr-TR" sz="3600" kern="1200"/>
            <a:t>Execution</a:t>
          </a:r>
          <a:endParaRPr lang="en-US" sz="3600" kern="1200"/>
        </a:p>
      </dsp:txBody>
      <dsp:txXfrm>
        <a:off x="5228976" y="1981055"/>
        <a:ext cx="4320000" cy="648000"/>
      </dsp:txXfrm>
    </dsp:sp>
    <dsp:sp modelId="{E1E2A004-2608-4344-B89B-ACE046514F48}">
      <dsp:nvSpPr>
        <dsp:cNvPr id="0" name=""/>
        <dsp:cNvSpPr/>
      </dsp:nvSpPr>
      <dsp:spPr>
        <a:xfrm>
          <a:off x="5228976" y="2688423"/>
          <a:ext cx="4320000" cy="621412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7556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tr-TR" sz="1700" kern="1200"/>
            <a:t>scripts are</a:t>
          </a:r>
          <a:r>
            <a:rPr lang="en-US" sz="1700" kern="1200"/>
            <a:t> concatenated</a:t>
          </a:r>
        </a:p>
        <a:p>
          <a:pPr marL="0" lvl="0" indent="0" algn="ctr" defTabSz="7556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700" kern="1200"/>
            <a:t>and executed in</a:t>
          </a:r>
          <a:r>
            <a:rPr lang="tr-TR" sz="1700" kern="1200"/>
            <a:t> </a:t>
          </a:r>
          <a:r>
            <a:rPr lang="en-US" sz="1700" kern="1200"/>
            <a:t>sequence</a:t>
          </a:r>
        </a:p>
      </dsp:txBody>
      <dsp:txXfrm>
        <a:off x="5228976" y="2688423"/>
        <a:ext cx="4320000" cy="621412"/>
      </dsp:txXfrm>
    </dsp:sp>
  </dsp:spTree>
</dsp:drawing>
</file>

<file path=ppt/diagrams/drawing80.xml><?xml version="1.0" encoding="utf-8"?>
<dsp:drawing xmlns:dgm="http://schemas.openxmlformats.org/drawingml/2006/diagram" xmlns:dsp="http://schemas.microsoft.com/office/drawing/2008/diagram" xmlns:a="http://schemas.openxmlformats.org/drawingml/2006/main">
  <dsp:spTree>
    <dsp:nvGrpSpPr>
      <dsp:cNvPr id="0" name=""/>
      <dsp:cNvGrpSpPr/>
    </dsp:nvGrpSpPr>
    <dsp:grpSpPr/>
    <dsp:sp modelId="{4D382C0C-E768-4B54-818A-608381EEF313}">
      <dsp:nvSpPr>
        <dsp:cNvPr id="0" name=""/>
        <dsp:cNvSpPr/>
      </dsp:nvSpPr>
      <dsp:spPr>
        <a:xfrm>
          <a:off x="943992" y="756992"/>
          <a:ext cx="1012921" cy="1012921"/>
        </a:xfrm>
        <a:prstGeom prst="rect">
          <a:avLst/>
        </a:prstGeom>
        <a:blipFill rotWithShape="1">
          <a:blip xmlns:r="http://schemas.openxmlformats.org/officeDocument/2006/relationships" r:embed="rId1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2"/>
              </a:ext>
            </a:extLst>
          </a:blip>
          <a:srcRect/>
          <a:stretch>
            <a:fillRect/>
          </a:stretch>
        </a:blipFill>
        <a:ln w="12700" cap="flat" cmpd="sng" algn="ctr">
          <a:solidFill>
            <a:schemeClr val="lt1">
              <a:alpha val="0"/>
              <a:hueOff val="0"/>
              <a:satOff val="0"/>
              <a:lumOff val="0"/>
              <a:alphaOff val="0"/>
            </a:schemeClr>
          </a:solidFill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0945EF06-0DD3-4496-A472-62C51259E52B}">
      <dsp:nvSpPr>
        <dsp:cNvPr id="0" name=""/>
        <dsp:cNvSpPr/>
      </dsp:nvSpPr>
      <dsp:spPr>
        <a:xfrm>
          <a:off x="3421" y="1861816"/>
          <a:ext cx="2894062" cy="434109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88900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  <a:defRPr b="1"/>
          </a:pPr>
          <a:r>
            <a:rPr lang="tr-TR" sz="2000" kern="1200" dirty="0"/>
            <a:t>Execution separated</a:t>
          </a:r>
          <a:endParaRPr lang="en-US" sz="2000" kern="1200" dirty="0"/>
        </a:p>
      </dsp:txBody>
      <dsp:txXfrm>
        <a:off x="3421" y="1861816"/>
        <a:ext cx="2894062" cy="434109"/>
      </dsp:txXfrm>
    </dsp:sp>
    <dsp:sp modelId="{9F852989-488F-4D7B-B51C-750EFAD5C432}">
      <dsp:nvSpPr>
        <dsp:cNvPr id="0" name=""/>
        <dsp:cNvSpPr/>
      </dsp:nvSpPr>
      <dsp:spPr>
        <a:xfrm>
          <a:off x="3421" y="2338671"/>
          <a:ext cx="2894062" cy="555585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6667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tr-TR" sz="1500" kern="1200" dirty="0"/>
            <a:t>In </a:t>
          </a:r>
          <a:r>
            <a:rPr lang="en-US" sz="1500" kern="1200" dirty="0"/>
            <a:t>2010</a:t>
          </a:r>
          <a:r>
            <a:rPr lang="tr-TR" sz="1500" kern="1200" dirty="0"/>
            <a:t> </a:t>
          </a:r>
          <a:r>
            <a:rPr lang="en-US" sz="1500" kern="1200" dirty="0"/>
            <a:t>the scripts</a:t>
          </a:r>
          <a:r>
            <a:rPr lang="tr-TR" sz="1500" kern="1200" dirty="0"/>
            <a:t> </a:t>
          </a:r>
          <a:r>
            <a:rPr lang="en-US" sz="1500" kern="1200" dirty="0"/>
            <a:t>are</a:t>
          </a:r>
        </a:p>
        <a:p>
          <a:pPr marL="0" lvl="0" indent="0" algn="ctr" defTabSz="6667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500" kern="1200"/>
            <a:t>executed</a:t>
          </a:r>
          <a:r>
            <a:rPr lang="tr-TR" sz="1500" kern="1200"/>
            <a:t> </a:t>
          </a:r>
          <a:r>
            <a:rPr lang="en-US" sz="1500" kern="1200" dirty="0"/>
            <a:t>separately</a:t>
          </a:r>
          <a:r>
            <a:rPr lang="tr-TR" sz="1500" kern="1200" dirty="0"/>
            <a:t> </a:t>
          </a:r>
          <a:endParaRPr lang="en-US" sz="1500" kern="1200" dirty="0"/>
        </a:p>
      </dsp:txBody>
      <dsp:txXfrm>
        <a:off x="3421" y="2338671"/>
        <a:ext cx="2894062" cy="555585"/>
      </dsp:txXfrm>
    </dsp:sp>
    <dsp:sp modelId="{5B77E6D8-F29E-457F-96F2-3EF074826C34}">
      <dsp:nvSpPr>
        <dsp:cNvPr id="0" name=""/>
        <dsp:cNvSpPr/>
      </dsp:nvSpPr>
      <dsp:spPr>
        <a:xfrm>
          <a:off x="4344515" y="756992"/>
          <a:ext cx="1012921" cy="1012921"/>
        </a:xfrm>
        <a:prstGeom prst="rect">
          <a:avLst/>
        </a:prstGeom>
        <a:blipFill>
          <a:blip xmlns:r="http://schemas.openxmlformats.org/officeDocument/2006/relationships" r:embed="rId3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4"/>
              </a:ext>
            </a:extLst>
          </a:blip>
          <a:stretch>
            <a:fillRect/>
          </a:stretch>
        </a:blipFill>
        <a:ln w="12700" cap="flat" cmpd="sng" algn="ctr">
          <a:noFill/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8BB746E8-5739-4387-AA75-A64F3009C081}">
      <dsp:nvSpPr>
        <dsp:cNvPr id="0" name=""/>
        <dsp:cNvSpPr/>
      </dsp:nvSpPr>
      <dsp:spPr>
        <a:xfrm>
          <a:off x="3403945" y="1861816"/>
          <a:ext cx="2894062" cy="434109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88900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  <a:defRPr b="1"/>
          </a:pPr>
          <a:r>
            <a:rPr lang="tr-TR" sz="2000" kern="1200" dirty="0"/>
            <a:t>Security</a:t>
          </a:r>
          <a:endParaRPr lang="en-US" sz="2000" kern="1200" dirty="0"/>
        </a:p>
      </dsp:txBody>
      <dsp:txXfrm>
        <a:off x="3403945" y="1861816"/>
        <a:ext cx="2894062" cy="434109"/>
      </dsp:txXfrm>
    </dsp:sp>
    <dsp:sp modelId="{EBD6D62C-48C5-4812-B555-BC1ED2E7DEBF}">
      <dsp:nvSpPr>
        <dsp:cNvPr id="0" name=""/>
        <dsp:cNvSpPr/>
      </dsp:nvSpPr>
      <dsp:spPr>
        <a:xfrm>
          <a:off x="3403945" y="2338671"/>
          <a:ext cx="2894062" cy="555585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6667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500" kern="1200" dirty="0"/>
            <a:t>For security reasons</a:t>
          </a:r>
        </a:p>
        <a:p>
          <a:pPr marL="0" lvl="0" indent="0" algn="ctr" defTabSz="6667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tr-TR" sz="1500" kern="1200" dirty="0"/>
            <a:t>due to a vulnerability</a:t>
          </a:r>
          <a:endParaRPr lang="en-US" sz="1500" kern="1200" dirty="0"/>
        </a:p>
      </dsp:txBody>
      <dsp:txXfrm>
        <a:off x="3403945" y="2338671"/>
        <a:ext cx="2894062" cy="555585"/>
      </dsp:txXfrm>
    </dsp:sp>
    <dsp:sp modelId="{40617267-2AFA-4080-A2B7-FB265F290068}">
      <dsp:nvSpPr>
        <dsp:cNvPr id="0" name=""/>
        <dsp:cNvSpPr/>
      </dsp:nvSpPr>
      <dsp:spPr>
        <a:xfrm>
          <a:off x="7745039" y="756992"/>
          <a:ext cx="1012921" cy="1012921"/>
        </a:xfrm>
        <a:prstGeom prst="rect">
          <a:avLst/>
        </a:prstGeom>
        <a:blipFill>
          <a:blip xmlns:r="http://schemas.openxmlformats.org/officeDocument/2006/relationships" r:embed="rId3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4"/>
              </a:ext>
            </a:extLst>
          </a:blip>
          <a:stretch>
            <a:fillRect/>
          </a:stretch>
        </a:blipFill>
        <a:ln w="12700" cap="flat" cmpd="sng" algn="ctr">
          <a:solidFill>
            <a:schemeClr val="lt1">
              <a:alpha val="0"/>
              <a:hueOff val="0"/>
              <a:satOff val="0"/>
              <a:lumOff val="0"/>
              <a:alphaOff val="0"/>
            </a:schemeClr>
          </a:solidFill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78F4ED87-73A6-4163-BF8D-C7CC332A55B1}">
      <dsp:nvSpPr>
        <dsp:cNvPr id="0" name=""/>
        <dsp:cNvSpPr/>
      </dsp:nvSpPr>
      <dsp:spPr>
        <a:xfrm>
          <a:off x="6804468" y="1861816"/>
          <a:ext cx="2894062" cy="434109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88900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  <a:defRPr b="1"/>
          </a:pPr>
          <a:r>
            <a:rPr lang="en-US" sz="2000" kern="1200" dirty="0"/>
            <a:t>malformed unlocking script </a:t>
          </a:r>
        </a:p>
      </dsp:txBody>
      <dsp:txXfrm>
        <a:off x="6804468" y="1861816"/>
        <a:ext cx="2894062" cy="434109"/>
      </dsp:txXfrm>
    </dsp:sp>
    <dsp:sp modelId="{F6C8252C-05AE-4C58-9068-CADBF079B8F6}">
      <dsp:nvSpPr>
        <dsp:cNvPr id="0" name=""/>
        <dsp:cNvSpPr/>
      </dsp:nvSpPr>
      <dsp:spPr>
        <a:xfrm>
          <a:off x="6804468" y="2338671"/>
          <a:ext cx="2894062" cy="555585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6667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500" kern="1200"/>
            <a:t>to push data onto the stack</a:t>
          </a:r>
          <a:r>
            <a:rPr lang="tr-TR" sz="1500" kern="1200"/>
            <a:t> </a:t>
          </a:r>
          <a:endParaRPr lang="en-US" sz="1500" kern="1200"/>
        </a:p>
        <a:p>
          <a:pPr marL="0" lvl="0" indent="0" algn="ctr" defTabSz="6667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500" kern="1200"/>
            <a:t>and corrupt the locking script</a:t>
          </a:r>
        </a:p>
      </dsp:txBody>
      <dsp:txXfrm>
        <a:off x="6804468" y="2338671"/>
        <a:ext cx="2894062" cy="555585"/>
      </dsp:txXfrm>
    </dsp:sp>
  </dsp:spTree>
</dsp:drawing>
</file>

<file path=ppt/diagrams/drawing81.xml><?xml version="1.0" encoding="utf-8"?>
<dsp:drawing xmlns:dgm="http://schemas.openxmlformats.org/drawingml/2006/diagram" xmlns:dsp="http://schemas.microsoft.com/office/drawing/2008/diagram" xmlns:a="http://schemas.openxmlformats.org/drawingml/2006/main">
  <dsp:spTree>
    <dsp:nvGrpSpPr>
      <dsp:cNvPr id="0" name=""/>
      <dsp:cNvGrpSpPr/>
    </dsp:nvGrpSpPr>
    <dsp:grpSpPr/>
    <dsp:sp modelId="{96674AC8-0187-4CCE-BD1F-763A5F1E642D}">
      <dsp:nvSpPr>
        <dsp:cNvPr id="0" name=""/>
        <dsp:cNvSpPr/>
      </dsp:nvSpPr>
      <dsp:spPr>
        <a:xfrm>
          <a:off x="3421" y="756992"/>
          <a:ext cx="1012921" cy="1012921"/>
        </a:xfrm>
        <a:prstGeom prst="rect">
          <a:avLst/>
        </a:prstGeom>
        <a:blipFill>
          <a:blip xmlns:r="http://schemas.openxmlformats.org/officeDocument/2006/relationships" r:embed="rId1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2"/>
              </a:ext>
            </a:extLst>
          </a:blip>
          <a:stretch>
            <a:fillRect/>
          </a:stretch>
        </a:blipFill>
        <a:ln w="12700" cap="flat" cmpd="sng" algn="ctr">
          <a:noFill/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2861D398-36D2-4275-820F-290F1FFB4307}">
      <dsp:nvSpPr>
        <dsp:cNvPr id="0" name=""/>
        <dsp:cNvSpPr/>
      </dsp:nvSpPr>
      <dsp:spPr>
        <a:xfrm>
          <a:off x="3421" y="1861816"/>
          <a:ext cx="2894062" cy="434109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l" defTabSz="88900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  <a:defRPr b="1"/>
          </a:pPr>
          <a:r>
            <a:rPr lang="tr-TR" sz="2000" kern="1200"/>
            <a:t>Start with unlocking script</a:t>
          </a:r>
          <a:endParaRPr lang="en-US" sz="2000" kern="1200"/>
        </a:p>
      </dsp:txBody>
      <dsp:txXfrm>
        <a:off x="3421" y="1861816"/>
        <a:ext cx="2894062" cy="434109"/>
      </dsp:txXfrm>
    </dsp:sp>
    <dsp:sp modelId="{CF5C8AB4-2854-4D0A-A593-2084BFC3DB26}">
      <dsp:nvSpPr>
        <dsp:cNvPr id="0" name=""/>
        <dsp:cNvSpPr/>
      </dsp:nvSpPr>
      <dsp:spPr>
        <a:xfrm>
          <a:off x="3421" y="2338671"/>
          <a:ext cx="2894062" cy="555585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l" defTabSz="6667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500" kern="1200" dirty="0"/>
            <a:t>the unlocking script</a:t>
          </a:r>
        </a:p>
        <a:p>
          <a:pPr marL="0" lvl="0" indent="0" algn="l" defTabSz="6667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500" kern="1200" dirty="0"/>
            <a:t>is executed </a:t>
          </a:r>
          <a:r>
            <a:rPr lang="tr-TR" sz="1500" kern="1200" dirty="0"/>
            <a:t>first</a:t>
          </a:r>
          <a:endParaRPr lang="en-US" sz="1500" kern="1200" dirty="0"/>
        </a:p>
      </dsp:txBody>
      <dsp:txXfrm>
        <a:off x="3421" y="2338671"/>
        <a:ext cx="2894062" cy="555585"/>
      </dsp:txXfrm>
    </dsp:sp>
    <dsp:sp modelId="{5854FBAC-069A-49DF-8D2A-12FF4EE45BFA}">
      <dsp:nvSpPr>
        <dsp:cNvPr id="0" name=""/>
        <dsp:cNvSpPr/>
      </dsp:nvSpPr>
      <dsp:spPr>
        <a:xfrm>
          <a:off x="3403945" y="756992"/>
          <a:ext cx="1012921" cy="1012921"/>
        </a:xfrm>
        <a:prstGeom prst="rect">
          <a:avLst/>
        </a:prstGeom>
        <a:blipFill>
          <a:blip xmlns:r="http://schemas.openxmlformats.org/officeDocument/2006/relationships" r:embed="rId3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4"/>
              </a:ext>
            </a:extLst>
          </a:blip>
          <a:stretch>
            <a:fillRect/>
          </a:stretch>
        </a:blipFill>
        <a:ln w="12700" cap="flat" cmpd="sng" algn="ctr">
          <a:noFill/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84D35FE0-F27B-4D0A-9A20-BCC817C83E68}">
      <dsp:nvSpPr>
        <dsp:cNvPr id="0" name=""/>
        <dsp:cNvSpPr/>
      </dsp:nvSpPr>
      <dsp:spPr>
        <a:xfrm>
          <a:off x="3403945" y="1861816"/>
          <a:ext cx="2894062" cy="434109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l" defTabSz="88900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  <a:defRPr b="1"/>
          </a:pPr>
          <a:r>
            <a:rPr lang="tr-TR" sz="2000" kern="1200"/>
            <a:t>If no error encountered</a:t>
          </a:r>
          <a:r>
            <a:rPr lang="en-US" sz="2000" kern="1200"/>
            <a:t> </a:t>
          </a:r>
        </a:p>
      </dsp:txBody>
      <dsp:txXfrm>
        <a:off x="3403945" y="1861816"/>
        <a:ext cx="2894062" cy="434109"/>
      </dsp:txXfrm>
    </dsp:sp>
    <dsp:sp modelId="{D8C307EB-AF85-4ED3-BB51-725441DC9407}">
      <dsp:nvSpPr>
        <dsp:cNvPr id="0" name=""/>
        <dsp:cNvSpPr/>
      </dsp:nvSpPr>
      <dsp:spPr>
        <a:xfrm>
          <a:off x="3403945" y="2338671"/>
          <a:ext cx="2894062" cy="555585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l" defTabSz="6667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500" kern="1200" dirty="0"/>
            <a:t>the main stack</a:t>
          </a:r>
          <a:r>
            <a:rPr lang="tr-TR" sz="1500" kern="1200" dirty="0"/>
            <a:t> </a:t>
          </a:r>
          <a:r>
            <a:rPr lang="en-US" sz="1500" kern="1200" dirty="0"/>
            <a:t>is copied</a:t>
          </a:r>
        </a:p>
        <a:p>
          <a:pPr marL="0" lvl="0" indent="0" algn="l" defTabSz="6667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500" kern="1200" dirty="0"/>
            <a:t>the locking script</a:t>
          </a:r>
          <a:r>
            <a:rPr lang="tr-TR" sz="1500" kern="1200" dirty="0"/>
            <a:t> </a:t>
          </a:r>
          <a:r>
            <a:rPr lang="en-US" sz="1500" kern="1200" dirty="0"/>
            <a:t>is executed</a:t>
          </a:r>
        </a:p>
      </dsp:txBody>
      <dsp:txXfrm>
        <a:off x="3403945" y="2338671"/>
        <a:ext cx="2894062" cy="555585"/>
      </dsp:txXfrm>
    </dsp:sp>
    <dsp:sp modelId="{88D7BC51-9F17-4089-A0E8-D57B5ED42895}">
      <dsp:nvSpPr>
        <dsp:cNvPr id="0" name=""/>
        <dsp:cNvSpPr/>
      </dsp:nvSpPr>
      <dsp:spPr>
        <a:xfrm>
          <a:off x="6804468" y="756992"/>
          <a:ext cx="1012921" cy="1012921"/>
        </a:xfrm>
        <a:prstGeom prst="rect">
          <a:avLst/>
        </a:prstGeom>
        <a:blipFill>
          <a:blip xmlns:r="http://schemas.openxmlformats.org/officeDocument/2006/relationships" r:embed="rId5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6"/>
              </a:ext>
            </a:extLst>
          </a:blip>
          <a:stretch>
            <a:fillRect/>
          </a:stretch>
        </a:blipFill>
        <a:ln w="12700" cap="flat" cmpd="sng" algn="ctr">
          <a:noFill/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1D38CE4A-4E4A-4184-BBF0-90E9B5B94781}">
      <dsp:nvSpPr>
        <dsp:cNvPr id="0" name=""/>
        <dsp:cNvSpPr/>
      </dsp:nvSpPr>
      <dsp:spPr>
        <a:xfrm>
          <a:off x="6804468" y="1861816"/>
          <a:ext cx="2894062" cy="434109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l" defTabSz="88900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  <a:defRPr b="1"/>
          </a:pPr>
          <a:r>
            <a:rPr lang="tr-TR" sz="2000" kern="1200"/>
            <a:t>No error means</a:t>
          </a:r>
          <a:endParaRPr lang="en-US" sz="2000" kern="1200"/>
        </a:p>
      </dsp:txBody>
      <dsp:txXfrm>
        <a:off x="6804468" y="1861816"/>
        <a:ext cx="2894062" cy="434109"/>
      </dsp:txXfrm>
    </dsp:sp>
    <dsp:sp modelId="{56DC55CC-93C8-43FA-83F1-5B7750B90B4F}">
      <dsp:nvSpPr>
        <dsp:cNvPr id="0" name=""/>
        <dsp:cNvSpPr/>
      </dsp:nvSpPr>
      <dsp:spPr>
        <a:xfrm>
          <a:off x="6804468" y="2338671"/>
          <a:ext cx="2894062" cy="555585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l" defTabSz="6667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500" kern="1200" dirty="0"/>
            <a:t>no “dangling” operators</a:t>
          </a:r>
        </a:p>
        <a:p>
          <a:pPr marL="0" lvl="0" indent="0" algn="l" defTabSz="6667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500" kern="1200"/>
            <a:t>left</a:t>
          </a:r>
          <a:r>
            <a:rPr lang="tr-TR" sz="1500" kern="1200"/>
            <a:t> </a:t>
          </a:r>
          <a:r>
            <a:rPr lang="en-US" sz="1500" kern="1200"/>
            <a:t>over</a:t>
          </a:r>
          <a:endParaRPr lang="en-US" sz="1500" kern="1200" dirty="0"/>
        </a:p>
      </dsp:txBody>
      <dsp:txXfrm>
        <a:off x="6804468" y="2338671"/>
        <a:ext cx="2894062" cy="555585"/>
      </dsp:txXfrm>
    </dsp:sp>
  </dsp:spTree>
</dsp:drawing>
</file>

<file path=ppt/diagrams/drawing82.xml><?xml version="1.0" encoding="utf-8"?>
<dsp:drawing xmlns:dgm="http://schemas.openxmlformats.org/drawingml/2006/diagram" xmlns:dsp="http://schemas.microsoft.com/office/drawing/2008/diagram" xmlns:a="http://schemas.openxmlformats.org/drawingml/2006/main">
  <dsp:spTree>
    <dsp:nvGrpSpPr>
      <dsp:cNvPr id="0" name=""/>
      <dsp:cNvGrpSpPr/>
    </dsp:nvGrpSpPr>
    <dsp:grpSpPr/>
    <dsp:sp modelId="{8286E2B8-CE3B-4E29-B8BF-300CD155319E}">
      <dsp:nvSpPr>
        <dsp:cNvPr id="0" name=""/>
        <dsp:cNvSpPr/>
      </dsp:nvSpPr>
      <dsp:spPr>
        <a:xfrm>
          <a:off x="943992" y="584670"/>
          <a:ext cx="1012921" cy="1012921"/>
        </a:xfrm>
        <a:prstGeom prst="rect">
          <a:avLst/>
        </a:prstGeom>
        <a:blipFill>
          <a:blip xmlns:r="http://schemas.openxmlformats.org/officeDocument/2006/relationships" r:embed="rId1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2"/>
              </a:ext>
            </a:extLst>
          </a:blip>
          <a:stretch>
            <a:fillRect/>
          </a:stretch>
        </a:blipFill>
        <a:ln w="12700" cap="flat" cmpd="sng" algn="ctr">
          <a:noFill/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7D65BDA6-7ECC-468D-ABD8-4481409BA606}">
      <dsp:nvSpPr>
        <dsp:cNvPr id="0" name=""/>
        <dsp:cNvSpPr/>
      </dsp:nvSpPr>
      <dsp:spPr>
        <a:xfrm>
          <a:off x="3421" y="1704314"/>
          <a:ext cx="2894062" cy="434109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88900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  <a:defRPr b="1"/>
          </a:pPr>
          <a:r>
            <a:rPr lang="tr-TR" sz="2000" kern="1200"/>
            <a:t>Success of unlocking script</a:t>
          </a:r>
          <a:endParaRPr lang="en-US" sz="2000" kern="1200"/>
        </a:p>
      </dsp:txBody>
      <dsp:txXfrm>
        <a:off x="3421" y="1704314"/>
        <a:ext cx="2894062" cy="434109"/>
      </dsp:txXfrm>
    </dsp:sp>
    <dsp:sp modelId="{7F51058A-1CBD-463A-9EDA-B47E50EC7A23}">
      <dsp:nvSpPr>
        <dsp:cNvPr id="0" name=""/>
        <dsp:cNvSpPr/>
      </dsp:nvSpPr>
      <dsp:spPr>
        <a:xfrm>
          <a:off x="3421" y="2188061"/>
          <a:ext cx="2894062" cy="878517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6667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500" kern="1200" dirty="0"/>
            <a:t>result is “TRUE”</a:t>
          </a:r>
        </a:p>
        <a:p>
          <a:pPr marL="0" lvl="0" indent="0" algn="ctr" defTabSz="6667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500" kern="1200"/>
            <a:t>the </a:t>
          </a:r>
          <a:r>
            <a:rPr lang="en-US" sz="1500" kern="1200" dirty="0"/>
            <a:t>unlocking script has succeeded</a:t>
          </a:r>
        </a:p>
      </dsp:txBody>
      <dsp:txXfrm>
        <a:off x="3421" y="2188061"/>
        <a:ext cx="2894062" cy="878517"/>
      </dsp:txXfrm>
    </dsp:sp>
    <dsp:sp modelId="{D13CB0D2-8516-4A40-B22E-07610A77350C}">
      <dsp:nvSpPr>
        <dsp:cNvPr id="0" name=""/>
        <dsp:cNvSpPr/>
      </dsp:nvSpPr>
      <dsp:spPr>
        <a:xfrm>
          <a:off x="4344515" y="584670"/>
          <a:ext cx="1012921" cy="1012921"/>
        </a:xfrm>
        <a:prstGeom prst="rect">
          <a:avLst/>
        </a:prstGeom>
        <a:blipFill>
          <a:blip xmlns:r="http://schemas.openxmlformats.org/officeDocument/2006/relationships" r:embed="rId3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4"/>
              </a:ext>
            </a:extLst>
          </a:blip>
          <a:stretch>
            <a:fillRect/>
          </a:stretch>
        </a:blipFill>
        <a:ln w="12700" cap="flat" cmpd="sng" algn="ctr">
          <a:noFill/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1EBDC164-A691-484E-8E2F-BF2DE4F5DD6A}">
      <dsp:nvSpPr>
        <dsp:cNvPr id="0" name=""/>
        <dsp:cNvSpPr/>
      </dsp:nvSpPr>
      <dsp:spPr>
        <a:xfrm>
          <a:off x="3403945" y="1704314"/>
          <a:ext cx="2894062" cy="434109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88900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  <a:defRPr b="1"/>
          </a:pPr>
          <a:r>
            <a:rPr lang="tr-TR" sz="2000" kern="1200"/>
            <a:t>Outcome</a:t>
          </a:r>
          <a:endParaRPr lang="en-US" sz="2000" kern="1200"/>
        </a:p>
      </dsp:txBody>
      <dsp:txXfrm>
        <a:off x="3403945" y="1704314"/>
        <a:ext cx="2894062" cy="434109"/>
      </dsp:txXfrm>
    </dsp:sp>
    <dsp:sp modelId="{184A911D-CA04-4A85-BDD4-FB515EE02C24}">
      <dsp:nvSpPr>
        <dsp:cNvPr id="0" name=""/>
        <dsp:cNvSpPr/>
      </dsp:nvSpPr>
      <dsp:spPr>
        <a:xfrm>
          <a:off x="3403945" y="2188061"/>
          <a:ext cx="2894062" cy="878517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6667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500" kern="1200" dirty="0"/>
            <a:t>locking script</a:t>
          </a:r>
          <a:r>
            <a:rPr lang="tr-TR" sz="1500" kern="1200" dirty="0"/>
            <a:t> conditions</a:t>
          </a:r>
          <a:endParaRPr lang="en-US" sz="1500" kern="1200" dirty="0"/>
        </a:p>
        <a:p>
          <a:pPr marL="0" lvl="0" indent="0" algn="ctr" defTabSz="6667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tr-TR" sz="1500" kern="1200"/>
            <a:t>are resolved</a:t>
          </a:r>
          <a:endParaRPr lang="en-US" sz="1500" kern="1200" dirty="0"/>
        </a:p>
      </dsp:txBody>
      <dsp:txXfrm>
        <a:off x="3403945" y="2188061"/>
        <a:ext cx="2894062" cy="878517"/>
      </dsp:txXfrm>
    </dsp:sp>
    <dsp:sp modelId="{0E7BC0B9-4B91-4442-BC0C-4EC1EBE92B17}">
      <dsp:nvSpPr>
        <dsp:cNvPr id="0" name=""/>
        <dsp:cNvSpPr/>
      </dsp:nvSpPr>
      <dsp:spPr>
        <a:xfrm>
          <a:off x="7745039" y="584670"/>
          <a:ext cx="1012921" cy="1012921"/>
        </a:xfrm>
        <a:prstGeom prst="rect">
          <a:avLst/>
        </a:prstGeom>
        <a:blipFill>
          <a:blip xmlns:r="http://schemas.openxmlformats.org/officeDocument/2006/relationships" r:embed="rId5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6"/>
              </a:ext>
            </a:extLst>
          </a:blip>
          <a:stretch>
            <a:fillRect/>
          </a:stretch>
        </a:blipFill>
        <a:ln w="12700" cap="flat" cmpd="sng" algn="ctr">
          <a:noFill/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15DD278B-EDCA-4B95-8691-9D6779FF79EC}">
      <dsp:nvSpPr>
        <dsp:cNvPr id="0" name=""/>
        <dsp:cNvSpPr/>
      </dsp:nvSpPr>
      <dsp:spPr>
        <a:xfrm>
          <a:off x="6804468" y="1704314"/>
          <a:ext cx="2894062" cy="434109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88900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  <a:defRPr b="1"/>
          </a:pPr>
          <a:r>
            <a:rPr lang="tr-TR" sz="2000" kern="1200" dirty="0"/>
            <a:t>TRUE means</a:t>
          </a:r>
          <a:endParaRPr lang="en-US" sz="2000" kern="1200" dirty="0"/>
        </a:p>
      </dsp:txBody>
      <dsp:txXfrm>
        <a:off x="6804468" y="1704314"/>
        <a:ext cx="2894062" cy="434109"/>
      </dsp:txXfrm>
    </dsp:sp>
    <dsp:sp modelId="{0A4AD8C1-EDD6-4450-9E1A-7A350C8E07EE}">
      <dsp:nvSpPr>
        <dsp:cNvPr id="0" name=""/>
        <dsp:cNvSpPr/>
      </dsp:nvSpPr>
      <dsp:spPr>
        <a:xfrm>
          <a:off x="6804468" y="2188061"/>
          <a:ext cx="2894062" cy="878517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6667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tr-TR" sz="1500" kern="1200" dirty="0"/>
            <a:t>a valid spend</a:t>
          </a:r>
          <a:endParaRPr lang="en-US" sz="1500" kern="1200" dirty="0"/>
        </a:p>
        <a:p>
          <a:pPr marL="0" lvl="0" indent="0" algn="ctr" defTabSz="6667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500" kern="1200" dirty="0"/>
            <a:t>the input is</a:t>
          </a:r>
          <a:r>
            <a:rPr lang="tr-TR" sz="1500" kern="1200" dirty="0"/>
            <a:t> </a:t>
          </a:r>
          <a:r>
            <a:rPr lang="en-US" sz="1500" kern="1200" dirty="0"/>
            <a:t>a valid authorization</a:t>
          </a:r>
        </a:p>
        <a:p>
          <a:pPr marL="0" lvl="0" indent="0" algn="ctr" defTabSz="6667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500" kern="1200" dirty="0"/>
            <a:t>to spend the UTXO</a:t>
          </a:r>
        </a:p>
      </dsp:txBody>
      <dsp:txXfrm>
        <a:off x="6804468" y="2188061"/>
        <a:ext cx="2894062" cy="878517"/>
      </dsp:txXfrm>
    </dsp:sp>
  </dsp:spTree>
</dsp:drawing>
</file>

<file path=ppt/diagrams/drawing83.xml><?xml version="1.0" encoding="utf-8"?>
<dsp:drawing xmlns:dgm="http://schemas.openxmlformats.org/drawingml/2006/diagram" xmlns:dsp="http://schemas.microsoft.com/office/drawing/2008/diagram" xmlns:a="http://schemas.openxmlformats.org/drawingml/2006/main">
  <dsp:spTree>
    <dsp:nvGrpSpPr>
      <dsp:cNvPr id="0" name=""/>
      <dsp:cNvGrpSpPr/>
    </dsp:nvGrpSpPr>
    <dsp:grpSpPr/>
    <dsp:sp modelId="{F2BF3F52-1B74-4600-8907-B34AA7B97C5C}">
      <dsp:nvSpPr>
        <dsp:cNvPr id="0" name=""/>
        <dsp:cNvSpPr/>
      </dsp:nvSpPr>
      <dsp:spPr>
        <a:xfrm>
          <a:off x="1556976" y="341413"/>
          <a:ext cx="1512000" cy="1512000"/>
        </a:xfrm>
        <a:prstGeom prst="rect">
          <a:avLst/>
        </a:prstGeom>
        <a:blipFill>
          <a:blip xmlns:r="http://schemas.openxmlformats.org/officeDocument/2006/relationships" r:embed="rId1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2"/>
              </a:ext>
            </a:extLst>
          </a:blip>
          <a:stretch>
            <a:fillRect/>
          </a:stretch>
        </a:blipFill>
        <a:ln w="12700" cap="flat" cmpd="sng" algn="ctr">
          <a:noFill/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3A5B9B02-78BE-4E4D-B5B5-AFC33A45C784}">
      <dsp:nvSpPr>
        <dsp:cNvPr id="0" name=""/>
        <dsp:cNvSpPr/>
      </dsp:nvSpPr>
      <dsp:spPr>
        <a:xfrm>
          <a:off x="152976" y="1981055"/>
          <a:ext cx="4320000" cy="648000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160020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  <a:defRPr b="1"/>
          </a:pPr>
          <a:r>
            <a:rPr lang="tr-TR" sz="3600" kern="1200" dirty="0"/>
            <a:t>invalid</a:t>
          </a:r>
          <a:endParaRPr lang="en-US" sz="3600" kern="1200" dirty="0"/>
        </a:p>
      </dsp:txBody>
      <dsp:txXfrm>
        <a:off x="152976" y="1981055"/>
        <a:ext cx="4320000" cy="648000"/>
      </dsp:txXfrm>
    </dsp:sp>
    <dsp:sp modelId="{E7DCAAE6-8E99-4369-AF27-7BA79A0A4999}">
      <dsp:nvSpPr>
        <dsp:cNvPr id="0" name=""/>
        <dsp:cNvSpPr/>
      </dsp:nvSpPr>
      <dsp:spPr>
        <a:xfrm>
          <a:off x="152976" y="2688423"/>
          <a:ext cx="4320000" cy="621412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7556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700" kern="1200"/>
            <a:t>If </a:t>
          </a:r>
          <a:r>
            <a:rPr lang="en-US" sz="1700" kern="1200" dirty="0"/>
            <a:t>any result</a:t>
          </a:r>
        </a:p>
        <a:p>
          <a:pPr marL="0" lvl="0" indent="0" algn="ctr" defTabSz="7556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700" kern="1200" dirty="0"/>
            <a:t>other than “TRUE” </a:t>
          </a:r>
        </a:p>
      </dsp:txBody>
      <dsp:txXfrm>
        <a:off x="152976" y="2688423"/>
        <a:ext cx="4320000" cy="621412"/>
      </dsp:txXfrm>
    </dsp:sp>
    <dsp:sp modelId="{B3124732-A7F2-4A00-902A-C889EE1A8477}">
      <dsp:nvSpPr>
        <dsp:cNvPr id="0" name=""/>
        <dsp:cNvSpPr/>
      </dsp:nvSpPr>
      <dsp:spPr>
        <a:xfrm>
          <a:off x="6632976" y="341413"/>
          <a:ext cx="1512000" cy="1512000"/>
        </a:xfrm>
        <a:prstGeom prst="rect">
          <a:avLst/>
        </a:prstGeom>
        <a:blipFill>
          <a:blip xmlns:r="http://schemas.openxmlformats.org/officeDocument/2006/relationships" r:embed="rId3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4"/>
              </a:ext>
            </a:extLst>
          </a:blip>
          <a:stretch>
            <a:fillRect/>
          </a:stretch>
        </a:blipFill>
        <a:ln w="12700" cap="flat" cmpd="sng" algn="ctr">
          <a:noFill/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C13CF91C-0671-4ADF-900A-C517645C272E}">
      <dsp:nvSpPr>
        <dsp:cNvPr id="0" name=""/>
        <dsp:cNvSpPr/>
      </dsp:nvSpPr>
      <dsp:spPr>
        <a:xfrm>
          <a:off x="5228976" y="1981055"/>
          <a:ext cx="4320000" cy="648000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160020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  <a:defRPr b="1"/>
          </a:pPr>
          <a:r>
            <a:rPr lang="tr-TR" sz="3600" kern="1200" dirty="0"/>
            <a:t>May </a:t>
          </a:r>
          <a:r>
            <a:rPr lang="en-US" sz="3600" kern="1200" dirty="0"/>
            <a:t>remain</a:t>
          </a:r>
        </a:p>
      </dsp:txBody>
      <dsp:txXfrm>
        <a:off x="5228976" y="1981055"/>
        <a:ext cx="4320000" cy="648000"/>
      </dsp:txXfrm>
    </dsp:sp>
    <dsp:sp modelId="{CCA955FE-C4A3-4CA5-9C85-4D74449399EC}">
      <dsp:nvSpPr>
        <dsp:cNvPr id="0" name=""/>
        <dsp:cNvSpPr/>
      </dsp:nvSpPr>
      <dsp:spPr>
        <a:xfrm>
          <a:off x="5228976" y="2688423"/>
          <a:ext cx="4320000" cy="621412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7556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700" kern="1200"/>
            <a:t>after </a:t>
          </a:r>
          <a:r>
            <a:rPr lang="en-US" sz="1700" kern="1200" dirty="0"/>
            <a:t>execution of</a:t>
          </a:r>
        </a:p>
        <a:p>
          <a:pPr marL="0" lvl="0" indent="0" algn="ctr" defTabSz="7556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700" kern="1200" dirty="0"/>
            <a:t>the</a:t>
          </a:r>
          <a:r>
            <a:rPr lang="tr-TR" sz="1700" kern="1200" dirty="0"/>
            <a:t> </a:t>
          </a:r>
          <a:r>
            <a:rPr lang="en-US" sz="1700" kern="1200" dirty="0"/>
            <a:t>combined script</a:t>
          </a:r>
        </a:p>
      </dsp:txBody>
      <dsp:txXfrm>
        <a:off x="5228976" y="2688423"/>
        <a:ext cx="4320000" cy="621412"/>
      </dsp:txXfrm>
    </dsp:sp>
  </dsp:spTree>
</dsp:drawing>
</file>

<file path=ppt/diagrams/drawing84.xml><?xml version="1.0" encoding="utf-8"?>
<dsp:drawing xmlns:dgm="http://schemas.openxmlformats.org/drawingml/2006/diagram" xmlns:dsp="http://schemas.microsoft.com/office/drawing/2008/diagram" xmlns:a="http://schemas.openxmlformats.org/drawingml/2006/main">
  <dsp:spTree>
    <dsp:nvGrpSpPr>
      <dsp:cNvPr id="0" name=""/>
      <dsp:cNvGrpSpPr/>
    </dsp:nvGrpSpPr>
    <dsp:grpSpPr/>
    <dsp:sp modelId="{36DB00E7-1CB9-4CC5-9760-FFAAB92B61DA}">
      <dsp:nvSpPr>
        <dsp:cNvPr id="0" name=""/>
        <dsp:cNvSpPr/>
      </dsp:nvSpPr>
      <dsp:spPr>
        <a:xfrm>
          <a:off x="943992" y="522157"/>
          <a:ext cx="1012921" cy="1012921"/>
        </a:xfrm>
        <a:prstGeom prst="rect">
          <a:avLst/>
        </a:prstGeom>
        <a:blipFill>
          <a:blip xmlns:r="http://schemas.openxmlformats.org/officeDocument/2006/relationships" r:embed="rId1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2"/>
              </a:ext>
            </a:extLst>
          </a:blip>
          <a:stretch>
            <a:fillRect/>
          </a:stretch>
        </a:blipFill>
        <a:ln w="12700" cap="flat" cmpd="sng" algn="ctr">
          <a:noFill/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FAA8CC5F-2DC0-4414-BD18-85078E801883}">
      <dsp:nvSpPr>
        <dsp:cNvPr id="0" name=""/>
        <dsp:cNvSpPr/>
      </dsp:nvSpPr>
      <dsp:spPr>
        <a:xfrm>
          <a:off x="3421" y="1647177"/>
          <a:ext cx="2894062" cy="434109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10223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  <a:defRPr b="1"/>
          </a:pPr>
          <a:r>
            <a:rPr lang="en-US" sz="2300" b="1" kern="1200"/>
            <a:t>Pay-to-Public-Key-Hash</a:t>
          </a:r>
          <a:endParaRPr lang="en-US" sz="2300" kern="1200" dirty="0"/>
        </a:p>
      </dsp:txBody>
      <dsp:txXfrm>
        <a:off x="3421" y="1647177"/>
        <a:ext cx="2894062" cy="434109"/>
      </dsp:txXfrm>
    </dsp:sp>
    <dsp:sp modelId="{7E86E862-6FF7-4F84-B767-9E62458D32E3}">
      <dsp:nvSpPr>
        <dsp:cNvPr id="0" name=""/>
        <dsp:cNvSpPr/>
      </dsp:nvSpPr>
      <dsp:spPr>
        <a:xfrm>
          <a:off x="3421" y="2133425"/>
          <a:ext cx="2894062" cy="995666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7556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700" kern="1200" dirty="0"/>
            <a:t>spend outputs</a:t>
          </a:r>
          <a:r>
            <a:rPr lang="tr-TR" sz="1700" kern="1200" dirty="0"/>
            <a:t> </a:t>
          </a:r>
          <a:r>
            <a:rPr lang="en-US" sz="1700" kern="1200" dirty="0"/>
            <a:t>locked</a:t>
          </a:r>
        </a:p>
        <a:p>
          <a:pPr marL="0" lvl="0" indent="0" algn="ctr" defTabSz="7556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700" kern="1200"/>
            <a:t>with</a:t>
          </a:r>
          <a:r>
            <a:rPr lang="tr-TR" sz="1700" kern="1200"/>
            <a:t> </a:t>
          </a:r>
          <a:r>
            <a:rPr lang="tr-TR" sz="1700" kern="1200" dirty="0"/>
            <a:t>a public key</a:t>
          </a:r>
          <a:endParaRPr lang="en-US" sz="1700" kern="1200" dirty="0"/>
        </a:p>
      </dsp:txBody>
      <dsp:txXfrm>
        <a:off x="3421" y="2133425"/>
        <a:ext cx="2894062" cy="995666"/>
      </dsp:txXfrm>
    </dsp:sp>
    <dsp:sp modelId="{2F0289A8-8145-4DF7-A49F-14EF79AE4A16}">
      <dsp:nvSpPr>
        <dsp:cNvPr id="0" name=""/>
        <dsp:cNvSpPr/>
      </dsp:nvSpPr>
      <dsp:spPr>
        <a:xfrm>
          <a:off x="4344515" y="522157"/>
          <a:ext cx="1012921" cy="1012921"/>
        </a:xfrm>
        <a:prstGeom prst="rect">
          <a:avLst/>
        </a:prstGeom>
        <a:blipFill>
          <a:blip xmlns:r="http://schemas.openxmlformats.org/officeDocument/2006/relationships" r:embed="rId3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4"/>
              </a:ext>
            </a:extLst>
          </a:blip>
          <a:stretch>
            <a:fillRect/>
          </a:stretch>
        </a:blipFill>
        <a:ln w="12700" cap="flat" cmpd="sng" algn="ctr">
          <a:noFill/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443D8ABA-82F0-4689-A18E-E395B0EB97F2}">
      <dsp:nvSpPr>
        <dsp:cNvPr id="0" name=""/>
        <dsp:cNvSpPr/>
      </dsp:nvSpPr>
      <dsp:spPr>
        <a:xfrm>
          <a:off x="3403945" y="1647177"/>
          <a:ext cx="2894062" cy="434109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10223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  <a:defRPr b="1"/>
          </a:pPr>
          <a:r>
            <a:rPr lang="tr-TR" sz="2300" kern="1200" dirty="0"/>
            <a:t>Common in Bitcoin</a:t>
          </a:r>
          <a:endParaRPr lang="en-US" sz="2300" kern="1200" dirty="0"/>
        </a:p>
      </dsp:txBody>
      <dsp:txXfrm>
        <a:off x="3403945" y="1647177"/>
        <a:ext cx="2894062" cy="434109"/>
      </dsp:txXfrm>
    </dsp:sp>
    <dsp:sp modelId="{4DA3D910-0878-462C-BB6B-6E76117E9D57}">
      <dsp:nvSpPr>
        <dsp:cNvPr id="0" name=""/>
        <dsp:cNvSpPr/>
      </dsp:nvSpPr>
      <dsp:spPr>
        <a:xfrm>
          <a:off x="3403945" y="2133425"/>
          <a:ext cx="2894062" cy="995666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7556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tr-TR" sz="1700" kern="1200" dirty="0"/>
            <a:t>majority of transactions</a:t>
          </a:r>
          <a:endParaRPr lang="en-US" sz="1700" kern="1200" dirty="0"/>
        </a:p>
        <a:p>
          <a:pPr marL="0" lvl="0" indent="0" algn="ctr" defTabSz="7556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700" kern="1200" dirty="0"/>
            <a:t>processed on the bitcoin network </a:t>
          </a:r>
        </a:p>
      </dsp:txBody>
      <dsp:txXfrm>
        <a:off x="3403945" y="2133425"/>
        <a:ext cx="2894062" cy="995666"/>
      </dsp:txXfrm>
    </dsp:sp>
    <dsp:sp modelId="{337A8F7D-64B9-46F5-979E-18A7BBA2A225}">
      <dsp:nvSpPr>
        <dsp:cNvPr id="0" name=""/>
        <dsp:cNvSpPr/>
      </dsp:nvSpPr>
      <dsp:spPr>
        <a:xfrm>
          <a:off x="7745039" y="522157"/>
          <a:ext cx="1012921" cy="1012921"/>
        </a:xfrm>
        <a:prstGeom prst="rect">
          <a:avLst/>
        </a:prstGeom>
        <a:blipFill>
          <a:blip xmlns:r="http://schemas.openxmlformats.org/officeDocument/2006/relationships" r:embed="rId5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6"/>
              </a:ext>
            </a:extLst>
          </a:blip>
          <a:stretch>
            <a:fillRect/>
          </a:stretch>
        </a:blipFill>
        <a:ln w="12700" cap="flat" cmpd="sng" algn="ctr">
          <a:noFill/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C1DA10E8-B71E-455C-AC8D-F282A6148D25}">
      <dsp:nvSpPr>
        <dsp:cNvPr id="0" name=""/>
        <dsp:cNvSpPr/>
      </dsp:nvSpPr>
      <dsp:spPr>
        <a:xfrm>
          <a:off x="6804468" y="1647177"/>
          <a:ext cx="2894062" cy="434109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10223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  <a:defRPr b="1"/>
          </a:pPr>
          <a:r>
            <a:rPr lang="tr-TR" sz="2300" kern="1200"/>
            <a:t>Contains</a:t>
          </a:r>
          <a:endParaRPr lang="en-US" sz="2300" kern="1200"/>
        </a:p>
      </dsp:txBody>
      <dsp:txXfrm>
        <a:off x="6804468" y="1647177"/>
        <a:ext cx="2894062" cy="434109"/>
      </dsp:txXfrm>
    </dsp:sp>
    <dsp:sp modelId="{89E01691-C5EA-4243-AE1E-8BA2AA17CEDC}">
      <dsp:nvSpPr>
        <dsp:cNvPr id="0" name=""/>
        <dsp:cNvSpPr/>
      </dsp:nvSpPr>
      <dsp:spPr>
        <a:xfrm>
          <a:off x="6804468" y="2133425"/>
          <a:ext cx="2894062" cy="995666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7556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700" kern="1200" dirty="0"/>
            <a:t>a</a:t>
          </a:r>
          <a:r>
            <a:rPr lang="tr-TR" sz="1700" kern="1200" dirty="0"/>
            <a:t> </a:t>
          </a:r>
          <a:r>
            <a:rPr lang="en-US" sz="1700" kern="1200" dirty="0"/>
            <a:t>locking script </a:t>
          </a:r>
        </a:p>
        <a:p>
          <a:pPr marL="0" lvl="0" indent="0" algn="ctr" defTabSz="7556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700" kern="1200" dirty="0"/>
            <a:t>locks the output</a:t>
          </a:r>
        </a:p>
        <a:p>
          <a:pPr marL="0" lvl="0" indent="0" algn="ctr" defTabSz="7556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700" kern="1200" dirty="0"/>
            <a:t>to a public key hash</a:t>
          </a:r>
        </a:p>
      </dsp:txBody>
      <dsp:txXfrm>
        <a:off x="6804468" y="2133425"/>
        <a:ext cx="2894062" cy="995666"/>
      </dsp:txXfrm>
    </dsp:sp>
  </dsp:spTree>
</dsp:drawing>
</file>

<file path=ppt/diagrams/drawing85.xml><?xml version="1.0" encoding="utf-8"?>
<dsp:drawing xmlns:dgm="http://schemas.openxmlformats.org/drawingml/2006/diagram" xmlns:dsp="http://schemas.microsoft.com/office/drawing/2008/diagram" xmlns:a="http://schemas.openxmlformats.org/drawingml/2006/main">
  <dsp:spTree>
    <dsp:nvGrpSpPr>
      <dsp:cNvPr id="0" name=""/>
      <dsp:cNvGrpSpPr/>
    </dsp:nvGrpSpPr>
    <dsp:grpSpPr/>
    <dsp:sp modelId="{36DB00E7-1CB9-4CC5-9760-FFAAB92B61DA}">
      <dsp:nvSpPr>
        <dsp:cNvPr id="0" name=""/>
        <dsp:cNvSpPr/>
      </dsp:nvSpPr>
      <dsp:spPr>
        <a:xfrm>
          <a:off x="943992" y="522157"/>
          <a:ext cx="1012921" cy="1012921"/>
        </a:xfrm>
        <a:prstGeom prst="rect">
          <a:avLst/>
        </a:prstGeom>
        <a:blipFill>
          <a:blip xmlns:r="http://schemas.openxmlformats.org/officeDocument/2006/relationships" r:embed="rId1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2"/>
              </a:ext>
            </a:extLst>
          </a:blip>
          <a:stretch>
            <a:fillRect/>
          </a:stretch>
        </a:blipFill>
        <a:ln w="12700" cap="flat" cmpd="sng" algn="ctr">
          <a:noFill/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FAA8CC5F-2DC0-4414-BD18-85078E801883}">
      <dsp:nvSpPr>
        <dsp:cNvPr id="0" name=""/>
        <dsp:cNvSpPr/>
      </dsp:nvSpPr>
      <dsp:spPr>
        <a:xfrm>
          <a:off x="3421" y="1647177"/>
          <a:ext cx="2894062" cy="434109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124460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  <a:defRPr b="1"/>
          </a:pPr>
          <a:r>
            <a:rPr lang="tr-TR" sz="2800" kern="1200" dirty="0"/>
            <a:t>Public key hash</a:t>
          </a:r>
          <a:endParaRPr lang="en-US" sz="2800" kern="1200" dirty="0"/>
        </a:p>
      </dsp:txBody>
      <dsp:txXfrm>
        <a:off x="3421" y="1647177"/>
        <a:ext cx="2894062" cy="434109"/>
      </dsp:txXfrm>
    </dsp:sp>
    <dsp:sp modelId="{7E86E862-6FF7-4F84-B767-9E62458D32E3}">
      <dsp:nvSpPr>
        <dsp:cNvPr id="0" name=""/>
        <dsp:cNvSpPr/>
      </dsp:nvSpPr>
      <dsp:spPr>
        <a:xfrm>
          <a:off x="3421" y="2133425"/>
          <a:ext cx="2894062" cy="995666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7556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700" kern="1200" dirty="0"/>
            <a:t>known</a:t>
          </a:r>
          <a:r>
            <a:rPr lang="tr-TR" sz="1700" kern="1200" dirty="0"/>
            <a:t> </a:t>
          </a:r>
          <a:r>
            <a:rPr lang="en-US" sz="1700" kern="1200" dirty="0"/>
            <a:t>as a</a:t>
          </a:r>
          <a:r>
            <a:rPr lang="tr-TR" sz="1700" kern="1200" dirty="0"/>
            <a:t> </a:t>
          </a:r>
          <a:r>
            <a:rPr lang="en-US" sz="1700" kern="1200" dirty="0"/>
            <a:t>bitcoin address</a:t>
          </a:r>
        </a:p>
        <a:p>
          <a:pPr marL="0" lvl="0" indent="0" algn="ctr" defTabSz="7556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tr-TR" sz="1700" kern="1200" dirty="0"/>
            <a:t>generated by hashing public key</a:t>
          </a:r>
          <a:endParaRPr lang="en-US" sz="1700" kern="1200" dirty="0"/>
        </a:p>
      </dsp:txBody>
      <dsp:txXfrm>
        <a:off x="3421" y="2133425"/>
        <a:ext cx="2894062" cy="995666"/>
      </dsp:txXfrm>
    </dsp:sp>
    <dsp:sp modelId="{2F0289A8-8145-4DF7-A49F-14EF79AE4A16}">
      <dsp:nvSpPr>
        <dsp:cNvPr id="0" name=""/>
        <dsp:cNvSpPr/>
      </dsp:nvSpPr>
      <dsp:spPr>
        <a:xfrm>
          <a:off x="4344515" y="522157"/>
          <a:ext cx="1012921" cy="1012921"/>
        </a:xfrm>
        <a:prstGeom prst="rect">
          <a:avLst/>
        </a:prstGeom>
        <a:blipFill>
          <a:blip xmlns:r="http://schemas.openxmlformats.org/officeDocument/2006/relationships" r:embed="rId3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4"/>
              </a:ext>
            </a:extLst>
          </a:blip>
          <a:stretch>
            <a:fillRect/>
          </a:stretch>
        </a:blipFill>
        <a:ln w="12700" cap="flat" cmpd="sng" algn="ctr">
          <a:noFill/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443D8ABA-82F0-4689-A18E-E395B0EB97F2}">
      <dsp:nvSpPr>
        <dsp:cNvPr id="0" name=""/>
        <dsp:cNvSpPr/>
      </dsp:nvSpPr>
      <dsp:spPr>
        <a:xfrm>
          <a:off x="3403945" y="1647177"/>
          <a:ext cx="2894062" cy="434109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124460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  <a:defRPr b="1"/>
          </a:pPr>
          <a:r>
            <a:rPr lang="tr-TR" sz="2800" kern="1200" dirty="0"/>
            <a:t>Spending</a:t>
          </a:r>
          <a:endParaRPr lang="en-US" sz="2800" kern="1200" dirty="0"/>
        </a:p>
      </dsp:txBody>
      <dsp:txXfrm>
        <a:off x="3403945" y="1647177"/>
        <a:ext cx="2894062" cy="434109"/>
      </dsp:txXfrm>
    </dsp:sp>
    <dsp:sp modelId="{4DA3D910-0878-462C-BB6B-6E76117E9D57}">
      <dsp:nvSpPr>
        <dsp:cNvPr id="0" name=""/>
        <dsp:cNvSpPr/>
      </dsp:nvSpPr>
      <dsp:spPr>
        <a:xfrm>
          <a:off x="3403945" y="2133425"/>
          <a:ext cx="2894062" cy="995666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7556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tr-TR" sz="1700" kern="1200" dirty="0"/>
            <a:t>unlocking </a:t>
          </a:r>
          <a:r>
            <a:rPr lang="en-US" sz="1700" kern="1200" dirty="0"/>
            <a:t>P2PKH script</a:t>
          </a:r>
          <a:r>
            <a:rPr lang="tr-TR" sz="1700" kern="1200" dirty="0"/>
            <a:t> output</a:t>
          </a:r>
          <a:endParaRPr lang="en-US" sz="1700" kern="1200" dirty="0"/>
        </a:p>
        <a:p>
          <a:pPr marL="0" lvl="0" indent="0" algn="ctr" defTabSz="7556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700" kern="1200" dirty="0"/>
            <a:t>by presenting</a:t>
          </a:r>
          <a:r>
            <a:rPr lang="tr-TR" sz="1700" kern="1200" dirty="0"/>
            <a:t> </a:t>
          </a:r>
          <a:r>
            <a:rPr lang="en-US" sz="1700" kern="1200" dirty="0"/>
            <a:t>a public key </a:t>
          </a:r>
        </a:p>
        <a:p>
          <a:pPr marL="0" lvl="0" indent="0" algn="ctr" defTabSz="7556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700" kern="1200" dirty="0"/>
            <a:t>and a digital signature</a:t>
          </a:r>
        </a:p>
      </dsp:txBody>
      <dsp:txXfrm>
        <a:off x="3403945" y="2133425"/>
        <a:ext cx="2894062" cy="995666"/>
      </dsp:txXfrm>
    </dsp:sp>
    <dsp:sp modelId="{337A8F7D-64B9-46F5-979E-18A7BBA2A225}">
      <dsp:nvSpPr>
        <dsp:cNvPr id="0" name=""/>
        <dsp:cNvSpPr/>
      </dsp:nvSpPr>
      <dsp:spPr>
        <a:xfrm>
          <a:off x="7745039" y="522157"/>
          <a:ext cx="1012921" cy="1012921"/>
        </a:xfrm>
        <a:prstGeom prst="rect">
          <a:avLst/>
        </a:prstGeom>
        <a:blipFill>
          <a:blip xmlns:r="http://schemas.openxmlformats.org/officeDocument/2006/relationships" r:embed="rId5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6"/>
              </a:ext>
            </a:extLst>
          </a:blip>
          <a:stretch>
            <a:fillRect/>
          </a:stretch>
        </a:blipFill>
        <a:ln w="12700" cap="flat" cmpd="sng" algn="ctr">
          <a:noFill/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C1DA10E8-B71E-455C-AC8D-F282A6148D25}">
      <dsp:nvSpPr>
        <dsp:cNvPr id="0" name=""/>
        <dsp:cNvSpPr/>
      </dsp:nvSpPr>
      <dsp:spPr>
        <a:xfrm>
          <a:off x="6804468" y="1647177"/>
          <a:ext cx="2894062" cy="434109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124460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  <a:defRPr b="1"/>
          </a:pPr>
          <a:r>
            <a:rPr lang="tr-TR" sz="2800" kern="1200"/>
            <a:t>digital </a:t>
          </a:r>
          <a:r>
            <a:rPr lang="en-US" sz="2800" kern="1200"/>
            <a:t>signature</a:t>
          </a:r>
          <a:endParaRPr lang="en-US" sz="2800" kern="1200" dirty="0"/>
        </a:p>
      </dsp:txBody>
      <dsp:txXfrm>
        <a:off x="6804468" y="1647177"/>
        <a:ext cx="2894062" cy="434109"/>
      </dsp:txXfrm>
    </dsp:sp>
    <dsp:sp modelId="{89E01691-C5EA-4243-AE1E-8BA2AA17CEDC}">
      <dsp:nvSpPr>
        <dsp:cNvPr id="0" name=""/>
        <dsp:cNvSpPr/>
      </dsp:nvSpPr>
      <dsp:spPr>
        <a:xfrm>
          <a:off x="6804468" y="2133425"/>
          <a:ext cx="2894062" cy="995666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7556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tr-TR" sz="1700" kern="1200" dirty="0"/>
            <a:t>produced from </a:t>
          </a:r>
          <a:r>
            <a:rPr lang="en-US" sz="1700" kern="1200" dirty="0"/>
            <a:t>the private key</a:t>
          </a:r>
        </a:p>
        <a:p>
          <a:pPr marL="0" lvl="0" indent="0" algn="ctr" defTabSz="7556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tr-TR" sz="1700" kern="1200" dirty="0"/>
            <a:t>of the public key</a:t>
          </a:r>
          <a:endParaRPr lang="en-US" sz="1700" kern="1200" dirty="0"/>
        </a:p>
      </dsp:txBody>
      <dsp:txXfrm>
        <a:off x="6804468" y="2133425"/>
        <a:ext cx="2894062" cy="995666"/>
      </dsp:txXfrm>
    </dsp:sp>
  </dsp:spTree>
</dsp:drawing>
</file>

<file path=ppt/diagrams/drawing86.xml><?xml version="1.0" encoding="utf-8"?>
<dsp:drawing xmlns:dgm="http://schemas.openxmlformats.org/drawingml/2006/diagram" xmlns:dsp="http://schemas.microsoft.com/office/drawing/2008/diagram" xmlns:a="http://schemas.openxmlformats.org/drawingml/2006/main">
  <dsp:spTree>
    <dsp:nvGrpSpPr>
      <dsp:cNvPr id="0" name=""/>
      <dsp:cNvGrpSpPr/>
    </dsp:nvGrpSpPr>
    <dsp:grpSpPr/>
    <dsp:sp modelId="{8AA49A61-1E1C-489B-B433-33A7B18FB5F7}">
      <dsp:nvSpPr>
        <dsp:cNvPr id="0" name=""/>
        <dsp:cNvSpPr/>
      </dsp:nvSpPr>
      <dsp:spPr>
        <a:xfrm>
          <a:off x="4297" y="899797"/>
          <a:ext cx="915468" cy="915468"/>
        </a:xfrm>
        <a:prstGeom prst="rect">
          <a:avLst/>
        </a:prstGeom>
        <a:blipFill>
          <a:blip xmlns:r="http://schemas.openxmlformats.org/officeDocument/2006/relationships" r:embed="rId1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2"/>
              </a:ext>
            </a:extLst>
          </a:blip>
          <a:stretch>
            <a:fillRect/>
          </a:stretch>
        </a:blipFill>
        <a:ln w="12700" cap="flat" cmpd="sng" algn="ctr">
          <a:noFill/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E5CCDCB7-5825-4F33-92B9-ACDAEEBB6DEC}">
      <dsp:nvSpPr>
        <dsp:cNvPr id="0" name=""/>
        <dsp:cNvSpPr/>
      </dsp:nvSpPr>
      <dsp:spPr>
        <a:xfrm>
          <a:off x="4297" y="1894887"/>
          <a:ext cx="2615625" cy="441386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l" defTabSz="62230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  <a:defRPr b="1"/>
          </a:pPr>
          <a:r>
            <a:rPr lang="en-US" sz="1400" kern="1200"/>
            <a:t>Alice made a payment</a:t>
          </a:r>
          <a:r>
            <a:rPr lang="tr-TR" sz="1400" kern="1200"/>
            <a:t> </a:t>
          </a:r>
          <a:r>
            <a:rPr lang="en-US" sz="1400" kern="1200"/>
            <a:t>of 0.015 bitcoin</a:t>
          </a:r>
        </a:p>
      </dsp:txBody>
      <dsp:txXfrm>
        <a:off x="4297" y="1894887"/>
        <a:ext cx="2615625" cy="441386"/>
      </dsp:txXfrm>
    </dsp:sp>
    <dsp:sp modelId="{FA4ECFF5-5733-4984-9FDB-34774083ED04}">
      <dsp:nvSpPr>
        <dsp:cNvPr id="0" name=""/>
        <dsp:cNvSpPr/>
      </dsp:nvSpPr>
      <dsp:spPr>
        <a:xfrm>
          <a:off x="4297" y="2373307"/>
          <a:ext cx="2615625" cy="378144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l" defTabSz="4889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100" kern="1200"/>
            <a:t>to the cafe’s bitcoin address. </a:t>
          </a:r>
        </a:p>
      </dsp:txBody>
      <dsp:txXfrm>
        <a:off x="4297" y="2373307"/>
        <a:ext cx="2615625" cy="378144"/>
      </dsp:txXfrm>
    </dsp:sp>
    <dsp:sp modelId="{DA02A2D1-FB0D-4EE6-82B2-12D27354A2EC}">
      <dsp:nvSpPr>
        <dsp:cNvPr id="0" name=""/>
        <dsp:cNvSpPr/>
      </dsp:nvSpPr>
      <dsp:spPr>
        <a:xfrm>
          <a:off x="3077656" y="899797"/>
          <a:ext cx="915468" cy="915468"/>
        </a:xfrm>
        <a:prstGeom prst="rect">
          <a:avLst/>
        </a:prstGeom>
        <a:blipFill>
          <a:blip xmlns:r="http://schemas.openxmlformats.org/officeDocument/2006/relationships" r:embed="rId3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4"/>
              </a:ext>
            </a:extLst>
          </a:blip>
          <a:stretch>
            <a:fillRect/>
          </a:stretch>
        </a:blipFill>
        <a:ln w="12700" cap="flat" cmpd="sng" algn="ctr">
          <a:noFill/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1A0E2B10-75E2-44B9-82DE-F10063C05878}">
      <dsp:nvSpPr>
        <dsp:cNvPr id="0" name=""/>
        <dsp:cNvSpPr/>
      </dsp:nvSpPr>
      <dsp:spPr>
        <a:xfrm>
          <a:off x="3077656" y="1894887"/>
          <a:ext cx="2615625" cy="441386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l" defTabSz="62230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  <a:defRPr b="1"/>
          </a:pPr>
          <a:r>
            <a:rPr lang="en-US" sz="1400" kern="1200"/>
            <a:t>That transaction output </a:t>
          </a:r>
        </a:p>
      </dsp:txBody>
      <dsp:txXfrm>
        <a:off x="3077656" y="1894887"/>
        <a:ext cx="2615625" cy="441386"/>
      </dsp:txXfrm>
    </dsp:sp>
    <dsp:sp modelId="{28C72399-87DA-4162-AA6E-574E93408900}">
      <dsp:nvSpPr>
        <dsp:cNvPr id="0" name=""/>
        <dsp:cNvSpPr/>
      </dsp:nvSpPr>
      <dsp:spPr>
        <a:xfrm>
          <a:off x="3077656" y="2373307"/>
          <a:ext cx="2615625" cy="378144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l" defTabSz="4889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100" kern="1200" dirty="0"/>
            <a:t>would have a</a:t>
          </a:r>
          <a:r>
            <a:rPr lang="tr-TR" sz="1100" kern="1200" dirty="0"/>
            <a:t> </a:t>
          </a:r>
          <a:r>
            <a:rPr lang="en-US" sz="1100" kern="1200" dirty="0"/>
            <a:t>locking script</a:t>
          </a:r>
        </a:p>
      </dsp:txBody>
      <dsp:txXfrm>
        <a:off x="3077656" y="2373307"/>
        <a:ext cx="2615625" cy="378144"/>
      </dsp:txXfrm>
    </dsp:sp>
    <dsp:sp modelId="{61AC6AE5-3596-429A-8B56-F1FAB43415C6}">
      <dsp:nvSpPr>
        <dsp:cNvPr id="0" name=""/>
        <dsp:cNvSpPr/>
      </dsp:nvSpPr>
      <dsp:spPr>
        <a:xfrm>
          <a:off x="6151015" y="899797"/>
          <a:ext cx="915468" cy="915468"/>
        </a:xfrm>
        <a:prstGeom prst="rect">
          <a:avLst/>
        </a:prstGeom>
        <a:blipFill>
          <a:blip xmlns:r="http://schemas.openxmlformats.org/officeDocument/2006/relationships" r:embed="rId5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6"/>
              </a:ext>
            </a:extLst>
          </a:blip>
          <a:stretch>
            <a:fillRect/>
          </a:stretch>
        </a:blipFill>
        <a:ln w="12700" cap="flat" cmpd="sng" algn="ctr">
          <a:noFill/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28B1EF41-1E6C-4008-A1B6-AD0F08540B3D}">
      <dsp:nvSpPr>
        <dsp:cNvPr id="0" name=""/>
        <dsp:cNvSpPr/>
      </dsp:nvSpPr>
      <dsp:spPr>
        <a:xfrm>
          <a:off x="6151015" y="1894887"/>
          <a:ext cx="2615625" cy="441386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l" defTabSz="62230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  <a:defRPr b="1"/>
          </a:pPr>
          <a:r>
            <a:rPr lang="tr-TR" sz="1400" kern="1200"/>
            <a:t>Locking script</a:t>
          </a:r>
          <a:endParaRPr lang="en-US" sz="1400" kern="1200"/>
        </a:p>
      </dsp:txBody>
      <dsp:txXfrm>
        <a:off x="6151015" y="1894887"/>
        <a:ext cx="2615625" cy="441386"/>
      </dsp:txXfrm>
    </dsp:sp>
    <dsp:sp modelId="{2E70AD51-FFB0-43FA-B9D3-C76B85946888}">
      <dsp:nvSpPr>
        <dsp:cNvPr id="0" name=""/>
        <dsp:cNvSpPr/>
      </dsp:nvSpPr>
      <dsp:spPr>
        <a:xfrm>
          <a:off x="6151015" y="2373307"/>
          <a:ext cx="2615625" cy="378144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l" defTabSz="4889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100" kern="1200" dirty="0"/>
            <a:t>OP_DUP OP_HASH160 &lt;Cafe Public Key Hash&gt; OP_EQUALVERIFY OP_CHECKSIG</a:t>
          </a:r>
        </a:p>
      </dsp:txBody>
      <dsp:txXfrm>
        <a:off x="6151015" y="2373307"/>
        <a:ext cx="2615625" cy="378144"/>
      </dsp:txXfrm>
    </dsp:sp>
  </dsp:spTree>
</dsp:drawing>
</file>

<file path=ppt/diagrams/drawing87.xml><?xml version="1.0" encoding="utf-8"?>
<dsp:drawing xmlns:dgm="http://schemas.openxmlformats.org/drawingml/2006/diagram" xmlns:dsp="http://schemas.microsoft.com/office/drawing/2008/diagram" xmlns:a="http://schemas.openxmlformats.org/drawingml/2006/main">
  <dsp:spTree>
    <dsp:nvGrpSpPr>
      <dsp:cNvPr id="0" name=""/>
      <dsp:cNvGrpSpPr/>
    </dsp:nvGrpSpPr>
    <dsp:grpSpPr/>
    <dsp:sp modelId="{0949D368-27A7-4537-8CCB-58B56D6D41F2}">
      <dsp:nvSpPr>
        <dsp:cNvPr id="0" name=""/>
        <dsp:cNvSpPr/>
      </dsp:nvSpPr>
      <dsp:spPr>
        <a:xfrm>
          <a:off x="943992" y="286228"/>
          <a:ext cx="1012921" cy="1012921"/>
        </a:xfrm>
        <a:prstGeom prst="rect">
          <a:avLst/>
        </a:prstGeom>
        <a:blipFill>
          <a:blip xmlns:r="http://schemas.openxmlformats.org/officeDocument/2006/relationships" r:embed="rId1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2"/>
              </a:ext>
            </a:extLst>
          </a:blip>
          <a:stretch>
            <a:fillRect/>
          </a:stretch>
        </a:blipFill>
        <a:ln w="12700" cap="flat" cmpd="sng" algn="ctr">
          <a:noFill/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EC013E23-7453-4756-9044-F3718497E7A5}">
      <dsp:nvSpPr>
        <dsp:cNvPr id="0" name=""/>
        <dsp:cNvSpPr/>
      </dsp:nvSpPr>
      <dsp:spPr>
        <a:xfrm>
          <a:off x="3421" y="1431538"/>
          <a:ext cx="2894062" cy="434109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97790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  <a:defRPr b="1"/>
          </a:pPr>
          <a:r>
            <a:rPr lang="tr-TR" sz="2200" kern="1200"/>
            <a:t>Locking script</a:t>
          </a:r>
          <a:endParaRPr lang="en-US" sz="2200" kern="1200"/>
        </a:p>
      </dsp:txBody>
      <dsp:txXfrm>
        <a:off x="3421" y="1431538"/>
        <a:ext cx="2894062" cy="434109"/>
      </dsp:txXfrm>
    </dsp:sp>
    <dsp:sp modelId="{EBD6FA49-94BE-4FCA-9CE1-4CAABDF0F20A}">
      <dsp:nvSpPr>
        <dsp:cNvPr id="0" name=""/>
        <dsp:cNvSpPr/>
      </dsp:nvSpPr>
      <dsp:spPr>
        <a:xfrm>
          <a:off x="3421" y="1927223"/>
          <a:ext cx="2894062" cy="1437797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71120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600" kern="1200" dirty="0"/>
            <a:t>OP_DUP OP_HASH160 &lt;Cafe Public Key Hash&gt; OP_EQUALVERIFY OP_CHECKSIG</a:t>
          </a:r>
        </a:p>
      </dsp:txBody>
      <dsp:txXfrm>
        <a:off x="3421" y="1927223"/>
        <a:ext cx="2894062" cy="1437797"/>
      </dsp:txXfrm>
    </dsp:sp>
    <dsp:sp modelId="{94360A84-A99A-4854-8E30-B2A3D39FF1C3}">
      <dsp:nvSpPr>
        <dsp:cNvPr id="0" name=""/>
        <dsp:cNvSpPr/>
      </dsp:nvSpPr>
      <dsp:spPr>
        <a:xfrm>
          <a:off x="4344515" y="286228"/>
          <a:ext cx="1012921" cy="1012921"/>
        </a:xfrm>
        <a:prstGeom prst="rect">
          <a:avLst/>
        </a:prstGeom>
        <a:blipFill>
          <a:blip xmlns:r="http://schemas.openxmlformats.org/officeDocument/2006/relationships" r:embed="rId3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4"/>
              </a:ext>
            </a:extLst>
          </a:blip>
          <a:stretch>
            <a:fillRect/>
          </a:stretch>
        </a:blipFill>
        <a:ln w="12700" cap="flat" cmpd="sng" algn="ctr">
          <a:noFill/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7E20978A-8426-4BB4-8127-DCF7C59C2CB4}">
      <dsp:nvSpPr>
        <dsp:cNvPr id="0" name=""/>
        <dsp:cNvSpPr/>
      </dsp:nvSpPr>
      <dsp:spPr>
        <a:xfrm>
          <a:off x="3403945" y="1431538"/>
          <a:ext cx="2894062" cy="434109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97790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  <a:defRPr b="1"/>
          </a:pPr>
          <a:r>
            <a:rPr lang="en-US" sz="2200" kern="1200"/>
            <a:t>The Cafe Public Key Hash </a:t>
          </a:r>
        </a:p>
      </dsp:txBody>
      <dsp:txXfrm>
        <a:off x="3403945" y="1431538"/>
        <a:ext cx="2894062" cy="434109"/>
      </dsp:txXfrm>
    </dsp:sp>
    <dsp:sp modelId="{BB045F20-29C9-438C-B3CF-8F50C7919EA8}">
      <dsp:nvSpPr>
        <dsp:cNvPr id="0" name=""/>
        <dsp:cNvSpPr/>
      </dsp:nvSpPr>
      <dsp:spPr>
        <a:xfrm>
          <a:off x="3403945" y="1927223"/>
          <a:ext cx="2894062" cy="1437797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71120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600" kern="1200" dirty="0"/>
            <a:t>is bitcoin address of the cafe </a:t>
          </a:r>
        </a:p>
        <a:p>
          <a:pPr marL="0" lvl="0" indent="0" algn="ctr" defTabSz="71120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600" kern="1200" dirty="0"/>
            <a:t>without</a:t>
          </a:r>
          <a:r>
            <a:rPr lang="tr-TR" sz="1600" kern="1200" dirty="0"/>
            <a:t> </a:t>
          </a:r>
          <a:r>
            <a:rPr lang="en-US" sz="1600" kern="1200" dirty="0"/>
            <a:t>the Base58Check encoding. </a:t>
          </a:r>
        </a:p>
      </dsp:txBody>
      <dsp:txXfrm>
        <a:off x="3403945" y="1927223"/>
        <a:ext cx="2894062" cy="1437797"/>
      </dsp:txXfrm>
    </dsp:sp>
    <dsp:sp modelId="{E0E48731-0A9E-4BD4-BECB-C216E2C7784A}">
      <dsp:nvSpPr>
        <dsp:cNvPr id="0" name=""/>
        <dsp:cNvSpPr/>
      </dsp:nvSpPr>
      <dsp:spPr>
        <a:xfrm>
          <a:off x="7745039" y="286228"/>
          <a:ext cx="1012921" cy="1012921"/>
        </a:xfrm>
        <a:prstGeom prst="rect">
          <a:avLst/>
        </a:prstGeom>
        <a:blipFill>
          <a:blip xmlns:r="http://schemas.openxmlformats.org/officeDocument/2006/relationships" r:embed="rId5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6"/>
              </a:ext>
            </a:extLst>
          </a:blip>
          <a:stretch>
            <a:fillRect/>
          </a:stretch>
        </a:blipFill>
        <a:ln w="12700" cap="flat" cmpd="sng" algn="ctr">
          <a:noFill/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253D2357-4447-427B-963B-F5CC859F8979}">
      <dsp:nvSpPr>
        <dsp:cNvPr id="0" name=""/>
        <dsp:cNvSpPr/>
      </dsp:nvSpPr>
      <dsp:spPr>
        <a:xfrm>
          <a:off x="6804468" y="1431538"/>
          <a:ext cx="2894062" cy="434109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97790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  <a:defRPr b="1"/>
          </a:pPr>
          <a:r>
            <a:rPr lang="en-US" sz="2200" kern="1200"/>
            <a:t>hexadecimal</a:t>
          </a:r>
          <a:r>
            <a:rPr lang="tr-TR" sz="2200" kern="1200"/>
            <a:t> </a:t>
          </a:r>
          <a:r>
            <a:rPr lang="en-US" sz="2200" kern="1200"/>
            <a:t>encoding</a:t>
          </a:r>
        </a:p>
      </dsp:txBody>
      <dsp:txXfrm>
        <a:off x="6804468" y="1431538"/>
        <a:ext cx="2894062" cy="434109"/>
      </dsp:txXfrm>
    </dsp:sp>
    <dsp:sp modelId="{3FB4D199-1705-4868-A6DE-DF1CD795867D}">
      <dsp:nvSpPr>
        <dsp:cNvPr id="0" name=""/>
        <dsp:cNvSpPr/>
      </dsp:nvSpPr>
      <dsp:spPr>
        <a:xfrm>
          <a:off x="6804468" y="1927223"/>
          <a:ext cx="2894062" cy="1437797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71120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600" kern="1200" dirty="0"/>
            <a:t>Most applications show </a:t>
          </a:r>
          <a:r>
            <a:rPr lang="tr-TR" sz="1600" kern="1200" dirty="0"/>
            <a:t> </a:t>
          </a:r>
          <a:r>
            <a:rPr lang="en-US" sz="1600" kern="1200" dirty="0"/>
            <a:t>the </a:t>
          </a:r>
          <a:r>
            <a:rPr lang="en-US" sz="1600" i="1" kern="1200" dirty="0"/>
            <a:t>public key hash</a:t>
          </a:r>
          <a:endParaRPr lang="en-US" sz="1600" kern="1200" dirty="0"/>
        </a:p>
        <a:p>
          <a:pPr marL="0" lvl="0" indent="0" algn="ctr" defTabSz="71120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600" kern="1200" dirty="0"/>
            <a:t>in hexadecimal</a:t>
          </a:r>
          <a:r>
            <a:rPr lang="tr-TR" sz="1600" kern="1200" dirty="0"/>
            <a:t> </a:t>
          </a:r>
          <a:r>
            <a:rPr lang="en-US" sz="1600" kern="1200" dirty="0"/>
            <a:t>encoding</a:t>
          </a:r>
        </a:p>
        <a:p>
          <a:pPr marL="0" lvl="0" indent="0" algn="ctr" defTabSz="71120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600" kern="1200" dirty="0"/>
            <a:t>not Base58Check format that</a:t>
          </a:r>
          <a:r>
            <a:rPr lang="tr-TR" sz="1600" kern="1200" dirty="0"/>
            <a:t> begins with a “1.”</a:t>
          </a:r>
          <a:endParaRPr lang="en-US" sz="1600" kern="1200" dirty="0"/>
        </a:p>
      </dsp:txBody>
      <dsp:txXfrm>
        <a:off x="6804468" y="1927223"/>
        <a:ext cx="2894062" cy="1437797"/>
      </dsp:txXfrm>
    </dsp:sp>
  </dsp:spTree>
</dsp:drawing>
</file>

<file path=ppt/diagrams/drawing88.xml><?xml version="1.0" encoding="utf-8"?>
<dsp:drawing xmlns:dgm="http://schemas.openxmlformats.org/drawingml/2006/diagram" xmlns:dsp="http://schemas.microsoft.com/office/drawing/2008/diagram" xmlns:a="http://schemas.openxmlformats.org/drawingml/2006/main">
  <dsp:spTree>
    <dsp:nvGrpSpPr>
      <dsp:cNvPr id="0" name=""/>
      <dsp:cNvGrpSpPr/>
    </dsp:nvGrpSpPr>
    <dsp:grpSpPr/>
    <dsp:sp modelId="{EACD19F5-64A8-4BBD-8D47-5ADDF223314D}">
      <dsp:nvSpPr>
        <dsp:cNvPr id="0" name=""/>
        <dsp:cNvSpPr/>
      </dsp:nvSpPr>
      <dsp:spPr>
        <a:xfrm>
          <a:off x="1556976" y="341413"/>
          <a:ext cx="1512000" cy="1512000"/>
        </a:xfrm>
        <a:prstGeom prst="rect">
          <a:avLst/>
        </a:prstGeom>
        <a:blipFill>
          <a:blip xmlns:r="http://schemas.openxmlformats.org/officeDocument/2006/relationships" r:embed="rId1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2"/>
              </a:ext>
            </a:extLst>
          </a:blip>
          <a:stretch>
            <a:fillRect/>
          </a:stretch>
        </a:blipFill>
        <a:ln w="12700" cap="flat" cmpd="sng" algn="ctr">
          <a:noFill/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B26EC05F-6778-49C2-A3D5-F31BDBE42227}">
      <dsp:nvSpPr>
        <dsp:cNvPr id="0" name=""/>
        <dsp:cNvSpPr/>
      </dsp:nvSpPr>
      <dsp:spPr>
        <a:xfrm>
          <a:off x="152976" y="1981055"/>
          <a:ext cx="4320000" cy="648000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160020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  <a:defRPr b="1"/>
          </a:pPr>
          <a:r>
            <a:rPr lang="tr-TR" sz="3600" kern="1200"/>
            <a:t>Locking script</a:t>
          </a:r>
          <a:endParaRPr lang="en-US" sz="3600" kern="1200"/>
        </a:p>
      </dsp:txBody>
      <dsp:txXfrm>
        <a:off x="152976" y="1981055"/>
        <a:ext cx="4320000" cy="648000"/>
      </dsp:txXfrm>
    </dsp:sp>
    <dsp:sp modelId="{A7810F94-32FC-4982-98CC-A1AFDA1EAB03}">
      <dsp:nvSpPr>
        <dsp:cNvPr id="0" name=""/>
        <dsp:cNvSpPr/>
      </dsp:nvSpPr>
      <dsp:spPr>
        <a:xfrm>
          <a:off x="152976" y="2688423"/>
          <a:ext cx="4320000" cy="621412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7556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700" kern="1200" dirty="0"/>
            <a:t>OP_DUP OP_HASH160 &lt;Cafe Public Key Hash&gt; OP_EQUALVERIFY OP_CHECKSIG</a:t>
          </a:r>
        </a:p>
      </dsp:txBody>
      <dsp:txXfrm>
        <a:off x="152976" y="2688423"/>
        <a:ext cx="4320000" cy="621412"/>
      </dsp:txXfrm>
    </dsp:sp>
    <dsp:sp modelId="{89B7CDB2-C686-4B49-9051-8FDEC7215505}">
      <dsp:nvSpPr>
        <dsp:cNvPr id="0" name=""/>
        <dsp:cNvSpPr/>
      </dsp:nvSpPr>
      <dsp:spPr>
        <a:xfrm>
          <a:off x="6632976" y="341413"/>
          <a:ext cx="1512000" cy="1512000"/>
        </a:xfrm>
        <a:prstGeom prst="rect">
          <a:avLst/>
        </a:prstGeom>
        <a:blipFill>
          <a:blip xmlns:r="http://schemas.openxmlformats.org/officeDocument/2006/relationships" r:embed="rId3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4"/>
              </a:ext>
            </a:extLst>
          </a:blip>
          <a:stretch>
            <a:fillRect/>
          </a:stretch>
        </a:blipFill>
        <a:ln w="12700" cap="flat" cmpd="sng" algn="ctr">
          <a:noFill/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F0F0461E-0B2E-4A85-956A-D632052EC92B}">
      <dsp:nvSpPr>
        <dsp:cNvPr id="0" name=""/>
        <dsp:cNvSpPr/>
      </dsp:nvSpPr>
      <dsp:spPr>
        <a:xfrm>
          <a:off x="5228976" y="1981055"/>
          <a:ext cx="4320000" cy="648000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160020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  <a:defRPr b="1"/>
          </a:pPr>
          <a:r>
            <a:rPr lang="tr-TR" sz="3600" kern="1200"/>
            <a:t>To be specified</a:t>
          </a:r>
          <a:endParaRPr lang="en-US" sz="3600" kern="1200"/>
        </a:p>
      </dsp:txBody>
      <dsp:txXfrm>
        <a:off x="5228976" y="1981055"/>
        <a:ext cx="4320000" cy="648000"/>
      </dsp:txXfrm>
    </dsp:sp>
    <dsp:sp modelId="{9842497C-144F-4447-B748-BA3EA99FE192}">
      <dsp:nvSpPr>
        <dsp:cNvPr id="0" name=""/>
        <dsp:cNvSpPr/>
      </dsp:nvSpPr>
      <dsp:spPr>
        <a:xfrm>
          <a:off x="5228976" y="2688423"/>
          <a:ext cx="4320000" cy="621412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7556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tr-TR" sz="1700" kern="1200" dirty="0"/>
            <a:t>need </a:t>
          </a:r>
          <a:r>
            <a:rPr lang="en-US" sz="1700" kern="1200" dirty="0"/>
            <a:t>an unlocking script of the form</a:t>
          </a:r>
        </a:p>
        <a:p>
          <a:pPr marL="0" lvl="0" indent="0" algn="ctr" defTabSz="7556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700" kern="1200" dirty="0"/>
            <a:t>&lt;Cafe Signature&gt; &lt;Cafe Public Key&gt;</a:t>
          </a:r>
        </a:p>
      </dsp:txBody>
      <dsp:txXfrm>
        <a:off x="5228976" y="2688423"/>
        <a:ext cx="4320000" cy="621412"/>
      </dsp:txXfrm>
    </dsp:sp>
  </dsp:spTree>
</dsp:drawing>
</file>

<file path=ppt/diagrams/drawing89.xml><?xml version="1.0" encoding="utf-8"?>
<dsp:drawing xmlns:dgm="http://schemas.openxmlformats.org/drawingml/2006/diagram" xmlns:dsp="http://schemas.microsoft.com/office/drawing/2008/diagram" xmlns:a="http://schemas.openxmlformats.org/drawingml/2006/main">
  <dsp:spTree>
    <dsp:nvGrpSpPr>
      <dsp:cNvPr id="0" name=""/>
      <dsp:cNvGrpSpPr/>
    </dsp:nvGrpSpPr>
    <dsp:grpSpPr/>
    <dsp:sp modelId="{C9D90601-1BA7-4792-BEEE-9C1E21803B75}">
      <dsp:nvSpPr>
        <dsp:cNvPr id="0" name=""/>
        <dsp:cNvSpPr/>
      </dsp:nvSpPr>
      <dsp:spPr>
        <a:xfrm>
          <a:off x="1556976" y="51216"/>
          <a:ext cx="1512000" cy="1512000"/>
        </a:xfrm>
        <a:prstGeom prst="rect">
          <a:avLst/>
        </a:prstGeom>
        <a:blipFill>
          <a:blip xmlns:r="http://schemas.openxmlformats.org/officeDocument/2006/relationships" r:embed="rId1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2"/>
              </a:ext>
            </a:extLst>
          </a:blip>
          <a:stretch>
            <a:fillRect/>
          </a:stretch>
        </a:blipFill>
        <a:ln w="12700" cap="flat" cmpd="sng" algn="ctr">
          <a:noFill/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9A6536AC-0E91-4D7B-BB58-20889B1D580E}">
      <dsp:nvSpPr>
        <dsp:cNvPr id="0" name=""/>
        <dsp:cNvSpPr/>
      </dsp:nvSpPr>
      <dsp:spPr>
        <a:xfrm>
          <a:off x="152976" y="1715815"/>
          <a:ext cx="4320000" cy="648000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160020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  <a:defRPr b="1"/>
          </a:pPr>
          <a:r>
            <a:rPr lang="tr-TR" sz="3600" kern="1200"/>
            <a:t>Combination</a:t>
          </a:r>
          <a:endParaRPr lang="en-US" sz="3600" kern="1200"/>
        </a:p>
      </dsp:txBody>
      <dsp:txXfrm>
        <a:off x="152976" y="1715815"/>
        <a:ext cx="4320000" cy="648000"/>
      </dsp:txXfrm>
    </dsp:sp>
    <dsp:sp modelId="{DCA35BF0-0411-45E3-9333-D4C7327FD61C}">
      <dsp:nvSpPr>
        <dsp:cNvPr id="0" name=""/>
        <dsp:cNvSpPr/>
      </dsp:nvSpPr>
      <dsp:spPr>
        <a:xfrm>
          <a:off x="152976" y="2434792"/>
          <a:ext cx="4320000" cy="1165241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7556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700" kern="1200" dirty="0"/>
            <a:t>The two scripts together</a:t>
          </a:r>
        </a:p>
        <a:p>
          <a:pPr marL="0" lvl="0" indent="0" algn="ctr" defTabSz="7556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700" kern="1200" dirty="0"/>
            <a:t>would form the combined validation script</a:t>
          </a:r>
        </a:p>
      </dsp:txBody>
      <dsp:txXfrm>
        <a:off x="152976" y="2434792"/>
        <a:ext cx="4320000" cy="1165241"/>
      </dsp:txXfrm>
    </dsp:sp>
    <dsp:sp modelId="{DF860A43-269B-4597-9A7D-742E6C3F722F}">
      <dsp:nvSpPr>
        <dsp:cNvPr id="0" name=""/>
        <dsp:cNvSpPr/>
      </dsp:nvSpPr>
      <dsp:spPr>
        <a:xfrm>
          <a:off x="6632976" y="51216"/>
          <a:ext cx="1512000" cy="1512000"/>
        </a:xfrm>
        <a:prstGeom prst="rect">
          <a:avLst/>
        </a:prstGeom>
        <a:blipFill>
          <a:blip xmlns:r="http://schemas.openxmlformats.org/officeDocument/2006/relationships" r:embed="rId3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4"/>
              </a:ext>
            </a:extLst>
          </a:blip>
          <a:stretch>
            <a:fillRect/>
          </a:stretch>
        </a:blipFill>
        <a:ln w="12700" cap="flat" cmpd="sng" algn="ctr">
          <a:noFill/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B79FB52E-CABA-4D8F-8B89-89B7DD8880A2}">
      <dsp:nvSpPr>
        <dsp:cNvPr id="0" name=""/>
        <dsp:cNvSpPr/>
      </dsp:nvSpPr>
      <dsp:spPr>
        <a:xfrm>
          <a:off x="5228976" y="1715815"/>
          <a:ext cx="4320000" cy="648000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160020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  <a:defRPr b="1"/>
          </a:pPr>
          <a:r>
            <a:rPr lang="en-US" sz="3600" kern="1200"/>
            <a:t>validation script</a:t>
          </a:r>
        </a:p>
      </dsp:txBody>
      <dsp:txXfrm>
        <a:off x="5228976" y="1715815"/>
        <a:ext cx="4320000" cy="648000"/>
      </dsp:txXfrm>
    </dsp:sp>
    <dsp:sp modelId="{3D8E0EEB-B35A-4FC4-ACC2-D3A23C87CC84}">
      <dsp:nvSpPr>
        <dsp:cNvPr id="0" name=""/>
        <dsp:cNvSpPr/>
      </dsp:nvSpPr>
      <dsp:spPr>
        <a:xfrm>
          <a:off x="5228976" y="2434792"/>
          <a:ext cx="4320000" cy="1165241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7556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700" kern="1200"/>
            <a:t>&lt;</a:t>
          </a:r>
          <a:r>
            <a:rPr lang="en-US" sz="1700" kern="1200" dirty="0"/>
            <a:t>Cafe Signature&gt; &lt;Cafe Public Key&gt; OP_DUP OP_HASH160</a:t>
          </a:r>
        </a:p>
        <a:p>
          <a:pPr marL="0" lvl="0" indent="0" algn="ctr" defTabSz="7556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700" kern="1200" dirty="0"/>
            <a:t>&lt;Cafe Public Key Hash&gt; OP_EQUALVERIFY OP_CHECKSIG</a:t>
          </a:r>
        </a:p>
      </dsp:txBody>
      <dsp:txXfrm>
        <a:off x="5228976" y="2434792"/>
        <a:ext cx="4320000" cy="1165241"/>
      </dsp:txXfrm>
    </dsp:sp>
  </dsp:spTree>
</dsp:drawing>
</file>

<file path=ppt/diagrams/drawing90.xml><?xml version="1.0" encoding="utf-8"?>
<dsp:drawing xmlns:dgm="http://schemas.openxmlformats.org/drawingml/2006/diagram" xmlns:dsp="http://schemas.microsoft.com/office/drawing/2008/diagram" xmlns:a="http://schemas.openxmlformats.org/drawingml/2006/main">
  <dsp:spTree>
    <dsp:nvGrpSpPr>
      <dsp:cNvPr id="0" name=""/>
      <dsp:cNvGrpSpPr/>
    </dsp:nvGrpSpPr>
    <dsp:grpSpPr/>
    <dsp:sp modelId="{3852185B-F754-4932-8CDF-2E20BC7912B8}">
      <dsp:nvSpPr>
        <dsp:cNvPr id="0" name=""/>
        <dsp:cNvSpPr/>
      </dsp:nvSpPr>
      <dsp:spPr>
        <a:xfrm>
          <a:off x="1556976" y="144483"/>
          <a:ext cx="1512000" cy="1512000"/>
        </a:xfrm>
        <a:prstGeom prst="rect">
          <a:avLst/>
        </a:prstGeom>
        <a:blipFill>
          <a:blip xmlns:r="http://schemas.openxmlformats.org/officeDocument/2006/relationships" r:embed="rId1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2"/>
              </a:ext>
            </a:extLst>
          </a:blip>
          <a:stretch>
            <a:fillRect/>
          </a:stretch>
        </a:blipFill>
        <a:ln w="12700" cap="flat" cmpd="sng" algn="ctr">
          <a:noFill/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892A39F8-F565-4D87-9F6D-E33CDA4B9970}">
      <dsp:nvSpPr>
        <dsp:cNvPr id="0" name=""/>
        <dsp:cNvSpPr/>
      </dsp:nvSpPr>
      <dsp:spPr>
        <a:xfrm>
          <a:off x="152976" y="1801062"/>
          <a:ext cx="4320000" cy="648000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160020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  <a:defRPr b="1"/>
          </a:pPr>
          <a:r>
            <a:rPr lang="tr-TR" sz="3600" kern="1200"/>
            <a:t>Evaluate to TRUE</a:t>
          </a:r>
          <a:endParaRPr lang="en-US" sz="3600" kern="1200"/>
        </a:p>
      </dsp:txBody>
      <dsp:txXfrm>
        <a:off x="152976" y="1801062"/>
        <a:ext cx="4320000" cy="648000"/>
      </dsp:txXfrm>
    </dsp:sp>
    <dsp:sp modelId="{F054EA6F-A7BB-460B-826B-E0326BA7D208}">
      <dsp:nvSpPr>
        <dsp:cNvPr id="0" name=""/>
        <dsp:cNvSpPr/>
      </dsp:nvSpPr>
      <dsp:spPr>
        <a:xfrm>
          <a:off x="152976" y="2516307"/>
          <a:ext cx="4320000" cy="990458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7556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700" kern="1200" dirty="0"/>
            <a:t>When executed</a:t>
          </a:r>
          <a:r>
            <a:rPr lang="tr-TR" sz="1700" kern="1200" dirty="0"/>
            <a:t> </a:t>
          </a:r>
          <a:r>
            <a:rPr lang="en-US" sz="1700" kern="1200" dirty="0"/>
            <a:t>combined script</a:t>
          </a:r>
        </a:p>
        <a:p>
          <a:pPr marL="0" lvl="0" indent="0" algn="ctr" defTabSz="7556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700" kern="1200"/>
            <a:t>will </a:t>
          </a:r>
          <a:r>
            <a:rPr lang="en-US" sz="1700" kern="1200" dirty="0"/>
            <a:t>evaluate to TRUE </a:t>
          </a:r>
        </a:p>
      </dsp:txBody>
      <dsp:txXfrm>
        <a:off x="152976" y="2516307"/>
        <a:ext cx="4320000" cy="990458"/>
      </dsp:txXfrm>
    </dsp:sp>
    <dsp:sp modelId="{6A533B83-D8CF-463E-96D3-6EC0EC80AD3D}">
      <dsp:nvSpPr>
        <dsp:cNvPr id="0" name=""/>
        <dsp:cNvSpPr/>
      </dsp:nvSpPr>
      <dsp:spPr>
        <a:xfrm>
          <a:off x="6632976" y="144483"/>
          <a:ext cx="1512000" cy="1512000"/>
        </a:xfrm>
        <a:prstGeom prst="rect">
          <a:avLst/>
        </a:prstGeom>
        <a:blipFill>
          <a:blip xmlns:r="http://schemas.openxmlformats.org/officeDocument/2006/relationships" r:embed="rId3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4"/>
              </a:ext>
            </a:extLst>
          </a:blip>
          <a:stretch>
            <a:fillRect/>
          </a:stretch>
        </a:blipFill>
        <a:ln w="12700" cap="flat" cmpd="sng" algn="ctr">
          <a:noFill/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14D0841E-505A-43FA-A79E-6AB4C7A799B5}">
      <dsp:nvSpPr>
        <dsp:cNvPr id="0" name=""/>
        <dsp:cNvSpPr/>
      </dsp:nvSpPr>
      <dsp:spPr>
        <a:xfrm>
          <a:off x="5228976" y="1801062"/>
          <a:ext cx="4320000" cy="648000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160020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  <a:defRPr b="1"/>
          </a:pPr>
          <a:r>
            <a:rPr lang="tr-TR" sz="3600" kern="1200"/>
            <a:t>Condition</a:t>
          </a:r>
          <a:endParaRPr lang="en-US" sz="3600" kern="1200"/>
        </a:p>
      </dsp:txBody>
      <dsp:txXfrm>
        <a:off x="5228976" y="1801062"/>
        <a:ext cx="4320000" cy="648000"/>
      </dsp:txXfrm>
    </dsp:sp>
    <dsp:sp modelId="{745105C8-E43F-4DE1-B5C9-DB194998C958}">
      <dsp:nvSpPr>
        <dsp:cNvPr id="0" name=""/>
        <dsp:cNvSpPr/>
      </dsp:nvSpPr>
      <dsp:spPr>
        <a:xfrm>
          <a:off x="5228976" y="2516307"/>
          <a:ext cx="4320000" cy="990458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7556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700" kern="1200" dirty="0"/>
            <a:t>if, and only if</a:t>
          </a:r>
        </a:p>
        <a:p>
          <a:pPr marL="0" lvl="0" indent="0" algn="ctr" defTabSz="7556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700" kern="1200"/>
            <a:t>the</a:t>
          </a:r>
          <a:r>
            <a:rPr lang="tr-TR" sz="1700" kern="1200"/>
            <a:t> </a:t>
          </a:r>
          <a:r>
            <a:rPr lang="en-US" sz="1700" kern="1200" dirty="0"/>
            <a:t>unlocking script matches</a:t>
          </a:r>
        </a:p>
        <a:p>
          <a:pPr marL="0" lvl="0" indent="0" algn="ctr" defTabSz="7556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700" kern="1200"/>
            <a:t>the conditions set by the locking script. I</a:t>
          </a:r>
        </a:p>
      </dsp:txBody>
      <dsp:txXfrm>
        <a:off x="5228976" y="2516307"/>
        <a:ext cx="4320000" cy="990458"/>
      </dsp:txXfrm>
    </dsp:sp>
  </dsp:spTree>
</dsp:drawing>
</file>

<file path=ppt/diagrams/drawing91.xml><?xml version="1.0" encoding="utf-8"?>
<dsp:drawing xmlns:dgm="http://schemas.openxmlformats.org/drawingml/2006/diagram" xmlns:dsp="http://schemas.microsoft.com/office/drawing/2008/diagram" xmlns:a="http://schemas.openxmlformats.org/drawingml/2006/main">
  <dsp:spTree>
    <dsp:nvGrpSpPr>
      <dsp:cNvPr id="0" name=""/>
      <dsp:cNvGrpSpPr/>
    </dsp:nvGrpSpPr>
    <dsp:grpSpPr/>
    <dsp:sp modelId="{4BC29708-0BDF-4FB9-8138-41A82F116AF5}">
      <dsp:nvSpPr>
        <dsp:cNvPr id="0" name=""/>
        <dsp:cNvSpPr/>
      </dsp:nvSpPr>
      <dsp:spPr>
        <a:xfrm>
          <a:off x="0" y="4353"/>
          <a:ext cx="7188200" cy="927236"/>
        </a:xfrm>
        <a:prstGeom prst="roundRect">
          <a:avLst>
            <a:gd name="adj" fmla="val 10000"/>
          </a:avLst>
        </a:prstGeom>
        <a:solidFill>
          <a:schemeClr val="bg1">
            <a:lumMod val="95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/>
      </dsp:style>
    </dsp:sp>
    <dsp:sp modelId="{CBC879A8-6BEE-4281-9E6B-10D57FE79372}">
      <dsp:nvSpPr>
        <dsp:cNvPr id="0" name=""/>
        <dsp:cNvSpPr/>
      </dsp:nvSpPr>
      <dsp:spPr>
        <a:xfrm>
          <a:off x="280489" y="212981"/>
          <a:ext cx="509980" cy="509980"/>
        </a:xfrm>
        <a:prstGeom prst="rect">
          <a:avLst/>
        </a:prstGeom>
        <a:blipFill>
          <a:blip xmlns:r="http://schemas.openxmlformats.org/officeDocument/2006/relationships" r:embed="rId1" cstate="email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2"/>
              </a:ext>
            </a:extLst>
          </a:blip>
          <a:stretch>
            <a:fillRect/>
          </a:stretch>
        </a:blipFill>
        <a:ln w="12700" cap="flat" cmpd="sng" algn="ctr">
          <a:noFill/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5C9D91C8-3A13-46E9-A57A-6E1FA85D54C5}">
      <dsp:nvSpPr>
        <dsp:cNvPr id="0" name=""/>
        <dsp:cNvSpPr/>
      </dsp:nvSpPr>
      <dsp:spPr>
        <a:xfrm>
          <a:off x="1070958" y="4353"/>
          <a:ext cx="6117241" cy="927236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98133" tIns="98133" rIns="98133" bIns="98133" numCol="1" spcCol="1270" anchor="ctr" anchorCtr="0">
          <a:noAutofit/>
        </a:bodyPr>
        <a:lstStyle/>
        <a:p>
          <a:pPr marL="0" lvl="0" indent="0" algn="l" defTabSz="8445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tr-TR" sz="1900" kern="1200"/>
            <a:t>How Digital Signatures Work</a:t>
          </a:r>
          <a:endParaRPr lang="en-US" sz="1900" kern="1200"/>
        </a:p>
      </dsp:txBody>
      <dsp:txXfrm>
        <a:off x="1070958" y="4353"/>
        <a:ext cx="6117241" cy="927236"/>
      </dsp:txXfrm>
    </dsp:sp>
    <dsp:sp modelId="{88D61511-83D1-4BFA-B2E3-D07B63F892CC}">
      <dsp:nvSpPr>
        <dsp:cNvPr id="0" name=""/>
        <dsp:cNvSpPr/>
      </dsp:nvSpPr>
      <dsp:spPr>
        <a:xfrm>
          <a:off x="0" y="1163398"/>
          <a:ext cx="7188200" cy="927236"/>
        </a:xfrm>
        <a:prstGeom prst="roundRect">
          <a:avLst>
            <a:gd name="adj" fmla="val 10000"/>
          </a:avLst>
        </a:prstGeom>
        <a:solidFill>
          <a:schemeClr val="bg1">
            <a:lumMod val="95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/>
      </dsp:style>
    </dsp:sp>
    <dsp:sp modelId="{0C219EDD-F4B9-40C2-802B-C12AB61C01F4}">
      <dsp:nvSpPr>
        <dsp:cNvPr id="0" name=""/>
        <dsp:cNvSpPr/>
      </dsp:nvSpPr>
      <dsp:spPr>
        <a:xfrm>
          <a:off x="280489" y="1372026"/>
          <a:ext cx="509980" cy="509980"/>
        </a:xfrm>
        <a:prstGeom prst="rect">
          <a:avLst/>
        </a:prstGeom>
        <a:blipFill>
          <a:blip xmlns:r="http://schemas.openxmlformats.org/officeDocument/2006/relationships" r:embed="rId3" cstate="email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4"/>
              </a:ext>
            </a:extLst>
          </a:blip>
          <a:stretch>
            <a:fillRect/>
          </a:stretch>
        </a:blipFill>
        <a:ln w="12700" cap="flat" cmpd="sng" algn="ctr">
          <a:noFill/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7B9F9777-388E-402A-B746-BD83D78E09EA}">
      <dsp:nvSpPr>
        <dsp:cNvPr id="0" name=""/>
        <dsp:cNvSpPr/>
      </dsp:nvSpPr>
      <dsp:spPr>
        <a:xfrm>
          <a:off x="1070958" y="1163398"/>
          <a:ext cx="6117241" cy="927236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98133" tIns="98133" rIns="98133" bIns="98133" numCol="1" spcCol="1270" anchor="ctr" anchorCtr="0">
          <a:noAutofit/>
        </a:bodyPr>
        <a:lstStyle/>
        <a:p>
          <a:pPr marL="0" lvl="0" indent="0" algn="l" defTabSz="8445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tr-TR" sz="1900" kern="1200" dirty="0"/>
            <a:t>Verifying the Signature</a:t>
          </a:r>
          <a:endParaRPr lang="en-US" sz="1900" kern="1200" dirty="0"/>
        </a:p>
      </dsp:txBody>
      <dsp:txXfrm>
        <a:off x="1070958" y="1163398"/>
        <a:ext cx="6117241" cy="927236"/>
      </dsp:txXfrm>
    </dsp:sp>
    <dsp:sp modelId="{825A7E42-5383-4022-9659-C7F60A271303}">
      <dsp:nvSpPr>
        <dsp:cNvPr id="0" name=""/>
        <dsp:cNvSpPr/>
      </dsp:nvSpPr>
      <dsp:spPr>
        <a:xfrm>
          <a:off x="0" y="2322444"/>
          <a:ext cx="7188200" cy="927236"/>
        </a:xfrm>
        <a:prstGeom prst="roundRect">
          <a:avLst>
            <a:gd name="adj" fmla="val 10000"/>
          </a:avLst>
        </a:prstGeom>
        <a:solidFill>
          <a:schemeClr val="bg1">
            <a:lumMod val="95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/>
      </dsp:style>
    </dsp:sp>
    <dsp:sp modelId="{AA8FCC45-6EF1-4A26-BB7F-8E17BDAD4B83}">
      <dsp:nvSpPr>
        <dsp:cNvPr id="0" name=""/>
        <dsp:cNvSpPr/>
      </dsp:nvSpPr>
      <dsp:spPr>
        <a:xfrm>
          <a:off x="280489" y="2531072"/>
          <a:ext cx="509980" cy="509980"/>
        </a:xfrm>
        <a:prstGeom prst="rect">
          <a:avLst/>
        </a:prstGeom>
        <a:blipFill>
          <a:blip xmlns:r="http://schemas.openxmlformats.org/officeDocument/2006/relationships" r:embed="rId5" cstate="email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6"/>
              </a:ext>
            </a:extLst>
          </a:blip>
          <a:stretch>
            <a:fillRect/>
          </a:stretch>
        </a:blipFill>
        <a:ln w="12700" cap="flat" cmpd="sng" algn="ctr">
          <a:noFill/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E7E6B4B7-13AA-47CE-8783-C853377E0824}">
      <dsp:nvSpPr>
        <dsp:cNvPr id="0" name=""/>
        <dsp:cNvSpPr/>
      </dsp:nvSpPr>
      <dsp:spPr>
        <a:xfrm>
          <a:off x="1070958" y="2322444"/>
          <a:ext cx="6117241" cy="927236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98133" tIns="98133" rIns="98133" bIns="98133" numCol="1" spcCol="1270" anchor="ctr" anchorCtr="0">
          <a:noAutofit/>
        </a:bodyPr>
        <a:lstStyle/>
        <a:p>
          <a:pPr marL="0" lvl="0" indent="0" algn="l" defTabSz="8445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tr-TR" sz="1900" kern="1200"/>
            <a:t>Signature Hash Types</a:t>
          </a:r>
          <a:endParaRPr lang="en-US" sz="1900" kern="1200"/>
        </a:p>
      </dsp:txBody>
      <dsp:txXfrm>
        <a:off x="1070958" y="2322444"/>
        <a:ext cx="6117241" cy="927236"/>
      </dsp:txXfrm>
    </dsp:sp>
    <dsp:sp modelId="{FBAB4708-EAE5-4E27-970D-C4375F1EE861}">
      <dsp:nvSpPr>
        <dsp:cNvPr id="0" name=""/>
        <dsp:cNvSpPr/>
      </dsp:nvSpPr>
      <dsp:spPr>
        <a:xfrm>
          <a:off x="0" y="3481489"/>
          <a:ext cx="7188200" cy="927236"/>
        </a:xfrm>
        <a:prstGeom prst="roundRect">
          <a:avLst>
            <a:gd name="adj" fmla="val 10000"/>
          </a:avLst>
        </a:prstGeom>
        <a:solidFill>
          <a:schemeClr val="bg1">
            <a:lumMod val="95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/>
      </dsp:style>
    </dsp:sp>
    <dsp:sp modelId="{DC1E1E0F-C3AE-4DFE-9E5F-BBA55C66A341}">
      <dsp:nvSpPr>
        <dsp:cNvPr id="0" name=""/>
        <dsp:cNvSpPr/>
      </dsp:nvSpPr>
      <dsp:spPr>
        <a:xfrm>
          <a:off x="280489" y="3690118"/>
          <a:ext cx="509980" cy="509980"/>
        </a:xfrm>
        <a:prstGeom prst="rect">
          <a:avLst/>
        </a:prstGeom>
        <a:blipFill>
          <a:blip xmlns:r="http://schemas.openxmlformats.org/officeDocument/2006/relationships" r:embed="rId7" cstate="email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8"/>
              </a:ext>
            </a:extLst>
          </a:blip>
          <a:stretch>
            <a:fillRect/>
          </a:stretch>
        </a:blipFill>
        <a:ln w="12700" cap="flat" cmpd="sng" algn="ctr">
          <a:noFill/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58201355-5708-4D11-A17D-B479FFEC3598}">
      <dsp:nvSpPr>
        <dsp:cNvPr id="0" name=""/>
        <dsp:cNvSpPr/>
      </dsp:nvSpPr>
      <dsp:spPr>
        <a:xfrm>
          <a:off x="1070958" y="3481489"/>
          <a:ext cx="6117241" cy="927236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98133" tIns="98133" rIns="98133" bIns="98133" numCol="1" spcCol="1270" anchor="ctr" anchorCtr="0">
          <a:noAutofit/>
        </a:bodyPr>
        <a:lstStyle/>
        <a:p>
          <a:pPr marL="0" lvl="0" indent="0" algn="l" defTabSz="8445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tr-TR" sz="1900" kern="1200"/>
            <a:t>ECDSA Math</a:t>
          </a:r>
          <a:endParaRPr lang="en-US" sz="1900" kern="1200"/>
        </a:p>
      </dsp:txBody>
      <dsp:txXfrm>
        <a:off x="1070958" y="3481489"/>
        <a:ext cx="6117241" cy="927236"/>
      </dsp:txXfrm>
    </dsp:sp>
    <dsp:sp modelId="{A9B4E732-E131-4DEA-8C01-A1BEB9C68F29}">
      <dsp:nvSpPr>
        <dsp:cNvPr id="0" name=""/>
        <dsp:cNvSpPr/>
      </dsp:nvSpPr>
      <dsp:spPr>
        <a:xfrm>
          <a:off x="0" y="4640535"/>
          <a:ext cx="7188200" cy="927236"/>
        </a:xfrm>
        <a:prstGeom prst="roundRect">
          <a:avLst>
            <a:gd name="adj" fmla="val 10000"/>
          </a:avLst>
        </a:prstGeom>
        <a:solidFill>
          <a:schemeClr val="bg1">
            <a:lumMod val="95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/>
      </dsp:style>
    </dsp:sp>
    <dsp:sp modelId="{8EFF8E74-CD64-4CA6-8E77-48D17E7BD541}">
      <dsp:nvSpPr>
        <dsp:cNvPr id="0" name=""/>
        <dsp:cNvSpPr/>
      </dsp:nvSpPr>
      <dsp:spPr>
        <a:xfrm>
          <a:off x="280489" y="4849163"/>
          <a:ext cx="509980" cy="509980"/>
        </a:xfrm>
        <a:prstGeom prst="rect">
          <a:avLst/>
        </a:prstGeom>
        <a:blipFill>
          <a:blip xmlns:r="http://schemas.openxmlformats.org/officeDocument/2006/relationships" r:embed="rId9" cstate="email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10"/>
              </a:ext>
            </a:extLst>
          </a:blip>
          <a:stretch>
            <a:fillRect/>
          </a:stretch>
        </a:blipFill>
        <a:ln w="12700" cap="flat" cmpd="sng" algn="ctr">
          <a:noFill/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696175EA-FD01-46D2-9869-C5F1AA2B7B1C}">
      <dsp:nvSpPr>
        <dsp:cNvPr id="0" name=""/>
        <dsp:cNvSpPr/>
      </dsp:nvSpPr>
      <dsp:spPr>
        <a:xfrm>
          <a:off x="1070958" y="4640535"/>
          <a:ext cx="6117241" cy="927236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98133" tIns="98133" rIns="98133" bIns="98133" numCol="1" spcCol="1270" anchor="ctr" anchorCtr="0">
          <a:noAutofit/>
        </a:bodyPr>
        <a:lstStyle/>
        <a:p>
          <a:pPr marL="0" lvl="0" indent="0" algn="l" defTabSz="8445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tr-TR" sz="1900" kern="1200"/>
            <a:t>The Importance of Randomness</a:t>
          </a:r>
          <a:endParaRPr lang="en-US" sz="1900" kern="1200"/>
        </a:p>
      </dsp:txBody>
      <dsp:txXfrm>
        <a:off x="1070958" y="4640535"/>
        <a:ext cx="6117241" cy="927236"/>
      </dsp:txXfrm>
    </dsp:sp>
  </dsp:spTree>
</dsp:drawing>
</file>

<file path=ppt/diagrams/drawing92.xml><?xml version="1.0" encoding="utf-8"?>
<dsp:drawing xmlns:dgm="http://schemas.openxmlformats.org/drawingml/2006/diagram" xmlns:dsp="http://schemas.microsoft.com/office/drawing/2008/diagram" xmlns:a="http://schemas.openxmlformats.org/drawingml/2006/main">
  <dsp:spTree>
    <dsp:nvGrpSpPr>
      <dsp:cNvPr id="0" name=""/>
      <dsp:cNvGrpSpPr/>
    </dsp:nvGrpSpPr>
    <dsp:grpSpPr/>
    <dsp:sp modelId="{A9353010-AE70-40D0-9545-99CC0E119596}">
      <dsp:nvSpPr>
        <dsp:cNvPr id="0" name=""/>
        <dsp:cNvSpPr/>
      </dsp:nvSpPr>
      <dsp:spPr>
        <a:xfrm>
          <a:off x="947807" y="343822"/>
          <a:ext cx="1011932" cy="1011932"/>
        </a:xfrm>
        <a:prstGeom prst="rect">
          <a:avLst/>
        </a:prstGeom>
        <a:blipFill>
          <a:blip xmlns:r="http://schemas.openxmlformats.org/officeDocument/2006/relationships" r:embed="rId1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2"/>
              </a:ext>
            </a:extLst>
          </a:blip>
          <a:stretch>
            <a:fillRect/>
          </a:stretch>
        </a:blipFill>
        <a:ln w="12700" cap="flat" cmpd="sng" algn="ctr">
          <a:noFill/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C834A2B3-BF63-4DCF-90E2-FC37CAD1146D}">
      <dsp:nvSpPr>
        <dsp:cNvPr id="0" name=""/>
        <dsp:cNvSpPr/>
      </dsp:nvSpPr>
      <dsp:spPr>
        <a:xfrm>
          <a:off x="8155" y="1483190"/>
          <a:ext cx="2891236" cy="433685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12001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  <a:defRPr b="1"/>
          </a:pPr>
          <a:r>
            <a:rPr lang="en-US" sz="2700" i="1" kern="1200"/>
            <a:t>ECDSA</a:t>
          </a:r>
          <a:endParaRPr lang="en-US" sz="2700" kern="1200"/>
        </a:p>
      </dsp:txBody>
      <dsp:txXfrm>
        <a:off x="8155" y="1483190"/>
        <a:ext cx="2891236" cy="433685"/>
      </dsp:txXfrm>
    </dsp:sp>
    <dsp:sp modelId="{047CEB92-0950-4B5B-B616-9BD6B6640A47}">
      <dsp:nvSpPr>
        <dsp:cNvPr id="0" name=""/>
        <dsp:cNvSpPr/>
      </dsp:nvSpPr>
      <dsp:spPr>
        <a:xfrm>
          <a:off x="8155" y="1976148"/>
          <a:ext cx="2891236" cy="1331279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7556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700" i="1" kern="1200"/>
            <a:t>Elliptic Curve Digital Signature</a:t>
          </a:r>
          <a:r>
            <a:rPr lang="tr-TR" sz="1700" i="1" kern="1200"/>
            <a:t> </a:t>
          </a:r>
          <a:r>
            <a:rPr lang="en-US" sz="1700" i="1" kern="1200"/>
            <a:t>Algorithm</a:t>
          </a:r>
          <a:endParaRPr lang="en-US" sz="1700" kern="1200"/>
        </a:p>
        <a:p>
          <a:pPr marL="0" lvl="0" indent="0" algn="ctr" defTabSz="7556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700" kern="1200"/>
            <a:t>based on</a:t>
          </a:r>
          <a:r>
            <a:rPr lang="tr-TR" sz="1700" kern="1200"/>
            <a:t> </a:t>
          </a:r>
          <a:r>
            <a:rPr lang="en-US" sz="1700" kern="1200"/>
            <a:t>elliptic curve private/public key pairs</a:t>
          </a:r>
        </a:p>
      </dsp:txBody>
      <dsp:txXfrm>
        <a:off x="8155" y="1976148"/>
        <a:ext cx="2891236" cy="1331279"/>
      </dsp:txXfrm>
    </dsp:sp>
    <dsp:sp modelId="{C35B5D7B-4BD4-4462-A95A-3E219CE173B1}">
      <dsp:nvSpPr>
        <dsp:cNvPr id="0" name=""/>
        <dsp:cNvSpPr/>
      </dsp:nvSpPr>
      <dsp:spPr>
        <a:xfrm>
          <a:off x="4345010" y="343822"/>
          <a:ext cx="1011932" cy="1011932"/>
        </a:xfrm>
        <a:prstGeom prst="rect">
          <a:avLst/>
        </a:prstGeom>
        <a:blipFill rotWithShape="1">
          <a:blip xmlns:r="http://schemas.openxmlformats.org/officeDocument/2006/relationships" r:embed="rId3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4"/>
              </a:ext>
            </a:extLst>
          </a:blip>
          <a:srcRect/>
          <a:stretch>
            <a:fillRect/>
          </a:stretch>
        </a:blipFill>
        <a:ln w="12700" cap="flat" cmpd="sng" algn="ctr">
          <a:solidFill>
            <a:schemeClr val="lt1">
              <a:alpha val="0"/>
              <a:hueOff val="0"/>
              <a:satOff val="0"/>
              <a:lumOff val="0"/>
              <a:alphaOff val="0"/>
            </a:schemeClr>
          </a:solidFill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85C3726E-38B1-4F65-B226-34B46F402B9F}">
      <dsp:nvSpPr>
        <dsp:cNvPr id="0" name=""/>
        <dsp:cNvSpPr/>
      </dsp:nvSpPr>
      <dsp:spPr>
        <a:xfrm>
          <a:off x="3405358" y="1483190"/>
          <a:ext cx="2891236" cy="433685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12001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  <a:defRPr b="1"/>
          </a:pPr>
          <a:r>
            <a:rPr lang="tr-TR" sz="2700" kern="1200"/>
            <a:t>Bitcoin’s Algorithm</a:t>
          </a:r>
          <a:endParaRPr lang="en-US" sz="2700" kern="1200"/>
        </a:p>
      </dsp:txBody>
      <dsp:txXfrm>
        <a:off x="3405358" y="1483190"/>
        <a:ext cx="2891236" cy="433685"/>
      </dsp:txXfrm>
    </dsp:sp>
    <dsp:sp modelId="{85029BCC-CAFA-452B-81FB-499ADD7BDD77}">
      <dsp:nvSpPr>
        <dsp:cNvPr id="0" name=""/>
        <dsp:cNvSpPr/>
      </dsp:nvSpPr>
      <dsp:spPr>
        <a:xfrm>
          <a:off x="3405358" y="1976148"/>
          <a:ext cx="2891236" cy="1331279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7556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700" kern="1200"/>
            <a:t>The digital signature algorithm</a:t>
          </a:r>
        </a:p>
        <a:p>
          <a:pPr marL="0" lvl="0" indent="0" algn="ctr" defTabSz="7556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700" kern="1200"/>
            <a:t>used in bitcoin</a:t>
          </a:r>
        </a:p>
      </dsp:txBody>
      <dsp:txXfrm>
        <a:off x="3405358" y="1976148"/>
        <a:ext cx="2891236" cy="1331279"/>
      </dsp:txXfrm>
    </dsp:sp>
    <dsp:sp modelId="{F02FF4BD-3D97-40D1-93E2-EE1EAF9EDD2E}">
      <dsp:nvSpPr>
        <dsp:cNvPr id="0" name=""/>
        <dsp:cNvSpPr/>
      </dsp:nvSpPr>
      <dsp:spPr>
        <a:xfrm>
          <a:off x="7742212" y="343822"/>
          <a:ext cx="1011932" cy="1011932"/>
        </a:xfrm>
        <a:prstGeom prst="rect">
          <a:avLst/>
        </a:prstGeom>
        <a:blipFill rotWithShape="1">
          <a:blip xmlns:r="http://schemas.openxmlformats.org/officeDocument/2006/relationships" r:embed="rId5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6"/>
              </a:ext>
            </a:extLst>
          </a:blip>
          <a:srcRect/>
          <a:stretch>
            <a:fillRect/>
          </a:stretch>
        </a:blipFill>
        <a:ln w="12700" cap="flat" cmpd="sng" algn="ctr">
          <a:noFill/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14E4A5ED-7C36-4F17-8FCD-C1D3FD8AEDB6}">
      <dsp:nvSpPr>
        <dsp:cNvPr id="0" name=""/>
        <dsp:cNvSpPr/>
      </dsp:nvSpPr>
      <dsp:spPr>
        <a:xfrm>
          <a:off x="6802560" y="1483190"/>
          <a:ext cx="2891236" cy="433685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12001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  <a:defRPr b="1"/>
          </a:pPr>
          <a:r>
            <a:rPr lang="en-US" sz="2700" kern="1200" dirty="0"/>
            <a:t>script functions </a:t>
          </a:r>
        </a:p>
      </dsp:txBody>
      <dsp:txXfrm>
        <a:off x="6802560" y="1483190"/>
        <a:ext cx="2891236" cy="433685"/>
      </dsp:txXfrm>
    </dsp:sp>
    <dsp:sp modelId="{D04B6F68-063C-4D39-A577-88952C32DA4E}">
      <dsp:nvSpPr>
        <dsp:cNvPr id="0" name=""/>
        <dsp:cNvSpPr/>
      </dsp:nvSpPr>
      <dsp:spPr>
        <a:xfrm>
          <a:off x="6802560" y="1976148"/>
          <a:ext cx="2891236" cy="1331279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7556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700" kern="1200" dirty="0"/>
            <a:t>OP_CHECKSIG</a:t>
          </a:r>
        </a:p>
        <a:p>
          <a:pPr marL="0" lvl="0" indent="0" algn="ctr" defTabSz="7556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tr-TR" sz="1700" kern="1200" dirty="0"/>
            <a:t>OP_CHECKSIGVERIFY</a:t>
          </a:r>
          <a:endParaRPr lang="en-US" sz="1700" kern="1200" dirty="0"/>
        </a:p>
        <a:p>
          <a:pPr marL="0" lvl="0" indent="0" algn="ctr" defTabSz="7556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tr-TR" sz="1700" kern="1200" dirty="0"/>
            <a:t>OP_CHECKMULTISIG </a:t>
          </a:r>
          <a:endParaRPr lang="en-US" sz="1700" kern="1200" dirty="0"/>
        </a:p>
        <a:p>
          <a:pPr marL="0" lvl="0" indent="0" algn="ctr" defTabSz="7556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tr-TR" sz="1700" kern="1200" dirty="0"/>
            <a:t>OP_CHECKMULTISIGVERIFY</a:t>
          </a:r>
          <a:endParaRPr lang="en-US" sz="1700" kern="1200" dirty="0"/>
        </a:p>
      </dsp:txBody>
      <dsp:txXfrm>
        <a:off x="6802560" y="1976148"/>
        <a:ext cx="2891236" cy="1331279"/>
      </dsp:txXfrm>
    </dsp:sp>
  </dsp:spTree>
</dsp:drawing>
</file>

<file path=ppt/diagrams/drawing93.xml><?xml version="1.0" encoding="utf-8"?>
<dsp:drawing xmlns:dgm="http://schemas.openxmlformats.org/drawingml/2006/diagram" xmlns:dsp="http://schemas.microsoft.com/office/drawing/2008/diagram" xmlns:a="http://schemas.openxmlformats.org/drawingml/2006/main">
  <dsp:spTree>
    <dsp:nvGrpSpPr>
      <dsp:cNvPr id="0" name=""/>
      <dsp:cNvGrpSpPr/>
    </dsp:nvGrpSpPr>
    <dsp:grpSpPr/>
    <dsp:sp modelId="{B5B6F51C-3A07-4F85-9254-BDFE041A8AA1}">
      <dsp:nvSpPr>
        <dsp:cNvPr id="0" name=""/>
        <dsp:cNvSpPr/>
      </dsp:nvSpPr>
      <dsp:spPr>
        <a:xfrm>
          <a:off x="943992" y="720087"/>
          <a:ext cx="1012921" cy="1012921"/>
        </a:xfrm>
        <a:prstGeom prst="rect">
          <a:avLst/>
        </a:prstGeom>
        <a:blipFill>
          <a:blip xmlns:r="http://schemas.openxmlformats.org/officeDocument/2006/relationships" r:embed="rId1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2"/>
              </a:ext>
            </a:extLst>
          </a:blip>
          <a:stretch>
            <a:fillRect/>
          </a:stretch>
        </a:blipFill>
        <a:ln w="12700" cap="flat" cmpd="sng" algn="ctr">
          <a:noFill/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07A1E823-1F4B-47AC-9B78-8BB7A9F4D5D5}">
      <dsp:nvSpPr>
        <dsp:cNvPr id="0" name=""/>
        <dsp:cNvSpPr/>
      </dsp:nvSpPr>
      <dsp:spPr>
        <a:xfrm>
          <a:off x="3421" y="1828085"/>
          <a:ext cx="2894062" cy="434109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124460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  <a:defRPr b="1"/>
          </a:pPr>
          <a:r>
            <a:rPr lang="tr-TR" sz="2800" kern="1200"/>
            <a:t>Owner</a:t>
          </a:r>
          <a:endParaRPr lang="en-US" sz="2800" kern="1200"/>
        </a:p>
      </dsp:txBody>
      <dsp:txXfrm>
        <a:off x="3421" y="1828085"/>
        <a:ext cx="2894062" cy="434109"/>
      </dsp:txXfrm>
    </dsp:sp>
    <dsp:sp modelId="{926A1B54-CB6D-42BD-8C08-E0A2EB68FB8C}">
      <dsp:nvSpPr>
        <dsp:cNvPr id="0" name=""/>
        <dsp:cNvSpPr/>
      </dsp:nvSpPr>
      <dsp:spPr>
        <a:xfrm>
          <a:off x="3421" y="2306416"/>
          <a:ext cx="2894062" cy="624745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7556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700" kern="1200"/>
            <a:t>has </a:t>
          </a:r>
          <a:r>
            <a:rPr lang="tr-TR" sz="1700" i="1" kern="1200"/>
            <a:t>authorization</a:t>
          </a:r>
          <a:endParaRPr lang="en-US" sz="1700" kern="1200"/>
        </a:p>
        <a:p>
          <a:pPr marL="0" lvl="0" indent="0" algn="ctr" defTabSz="7556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tr-TR" sz="1700" i="1" kern="1200"/>
            <a:t>in</a:t>
          </a:r>
          <a:r>
            <a:rPr lang="en-US" sz="1700" kern="1200"/>
            <a:t> spending of funds</a:t>
          </a:r>
        </a:p>
      </dsp:txBody>
      <dsp:txXfrm>
        <a:off x="3421" y="2306416"/>
        <a:ext cx="2894062" cy="624745"/>
      </dsp:txXfrm>
    </dsp:sp>
    <dsp:sp modelId="{6B41D9D8-8422-4192-8FDB-BDCF4230A09D}">
      <dsp:nvSpPr>
        <dsp:cNvPr id="0" name=""/>
        <dsp:cNvSpPr/>
      </dsp:nvSpPr>
      <dsp:spPr>
        <a:xfrm>
          <a:off x="4344515" y="720087"/>
          <a:ext cx="1012921" cy="1012921"/>
        </a:xfrm>
        <a:prstGeom prst="rect">
          <a:avLst/>
        </a:prstGeom>
        <a:blipFill>
          <a:blip xmlns:r="http://schemas.openxmlformats.org/officeDocument/2006/relationships" r:embed="rId3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4"/>
              </a:ext>
            </a:extLst>
          </a:blip>
          <a:stretch>
            <a:fillRect/>
          </a:stretch>
        </a:blipFill>
        <a:ln w="12700" cap="flat" cmpd="sng" algn="ctr">
          <a:solidFill>
            <a:schemeClr val="lt1">
              <a:alpha val="0"/>
              <a:hueOff val="0"/>
              <a:satOff val="0"/>
              <a:lumOff val="0"/>
              <a:alphaOff val="0"/>
            </a:schemeClr>
          </a:solidFill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7E7059A7-7638-4009-85C1-CC98544E27AA}">
      <dsp:nvSpPr>
        <dsp:cNvPr id="0" name=""/>
        <dsp:cNvSpPr/>
      </dsp:nvSpPr>
      <dsp:spPr>
        <a:xfrm>
          <a:off x="3403945" y="1828085"/>
          <a:ext cx="2894062" cy="434109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124460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  <a:defRPr b="1"/>
          </a:pPr>
          <a:r>
            <a:rPr lang="tr-TR" sz="2800" kern="1200"/>
            <a:t>Proof of Ownership</a:t>
          </a:r>
          <a:endParaRPr lang="en-US" sz="2800" kern="1200"/>
        </a:p>
      </dsp:txBody>
      <dsp:txXfrm>
        <a:off x="3403945" y="1828085"/>
        <a:ext cx="2894062" cy="434109"/>
      </dsp:txXfrm>
    </dsp:sp>
    <dsp:sp modelId="{B60533D0-BB4D-4FBA-B69C-5EDB763A74E9}">
      <dsp:nvSpPr>
        <dsp:cNvPr id="0" name=""/>
        <dsp:cNvSpPr/>
      </dsp:nvSpPr>
      <dsp:spPr>
        <a:xfrm>
          <a:off x="3403945" y="2306416"/>
          <a:ext cx="2894062" cy="624745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7556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tr-TR" sz="1700" kern="1200"/>
            <a:t>the digital signature</a:t>
          </a:r>
          <a:endParaRPr lang="en-US" sz="1700" kern="1200"/>
        </a:p>
        <a:p>
          <a:pPr marL="0" lvl="0" indent="0" algn="ctr" defTabSz="7556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tr-TR" sz="1700" kern="1200"/>
            <a:t>implies the ownership</a:t>
          </a:r>
          <a:endParaRPr lang="en-US" sz="1700" kern="1200"/>
        </a:p>
      </dsp:txBody>
      <dsp:txXfrm>
        <a:off x="3403945" y="2306416"/>
        <a:ext cx="2894062" cy="624745"/>
      </dsp:txXfrm>
    </dsp:sp>
    <dsp:sp modelId="{68283DBF-B6D7-41BE-B469-451E164FF3FB}">
      <dsp:nvSpPr>
        <dsp:cNvPr id="0" name=""/>
        <dsp:cNvSpPr/>
      </dsp:nvSpPr>
      <dsp:spPr>
        <a:xfrm>
          <a:off x="7745039" y="720087"/>
          <a:ext cx="1012921" cy="1012921"/>
        </a:xfrm>
        <a:prstGeom prst="rect">
          <a:avLst/>
        </a:prstGeom>
        <a:blipFill rotWithShape="1">
          <a:blip xmlns:r="http://schemas.openxmlformats.org/officeDocument/2006/relationships" r:embed="rId5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6"/>
              </a:ext>
            </a:extLst>
          </a:blip>
          <a:srcRect/>
          <a:stretch>
            <a:fillRect/>
          </a:stretch>
        </a:blipFill>
        <a:ln w="12700" cap="flat" cmpd="sng" algn="ctr">
          <a:solidFill>
            <a:schemeClr val="lt1">
              <a:alpha val="0"/>
              <a:hueOff val="0"/>
              <a:satOff val="0"/>
              <a:lumOff val="0"/>
              <a:alphaOff val="0"/>
            </a:schemeClr>
          </a:solidFill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66179598-59AA-4F40-9BDE-4FFA39E3DB28}">
      <dsp:nvSpPr>
        <dsp:cNvPr id="0" name=""/>
        <dsp:cNvSpPr/>
      </dsp:nvSpPr>
      <dsp:spPr>
        <a:xfrm>
          <a:off x="6804468" y="1828085"/>
          <a:ext cx="2894062" cy="434109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124460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  <a:defRPr b="1"/>
          </a:pPr>
          <a:r>
            <a:rPr lang="tr-TR" sz="2800" kern="1200"/>
            <a:t>Digital signature</a:t>
          </a:r>
          <a:endParaRPr lang="en-US" sz="2800" kern="1200"/>
        </a:p>
      </dsp:txBody>
      <dsp:txXfrm>
        <a:off x="6804468" y="1828085"/>
        <a:ext cx="2894062" cy="434109"/>
      </dsp:txXfrm>
    </dsp:sp>
    <dsp:sp modelId="{73FF0917-C1B8-48B1-89B8-01B5CE09FFDF}">
      <dsp:nvSpPr>
        <dsp:cNvPr id="0" name=""/>
        <dsp:cNvSpPr/>
      </dsp:nvSpPr>
      <dsp:spPr>
        <a:xfrm>
          <a:off x="6804468" y="2306416"/>
          <a:ext cx="2894062" cy="624745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7556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700" kern="1200"/>
            <a:t>proves</a:t>
          </a:r>
          <a:r>
            <a:rPr lang="tr-TR" sz="1700" kern="1200"/>
            <a:t> </a:t>
          </a:r>
          <a:r>
            <a:rPr lang="en-US" sz="1700" kern="1200"/>
            <a:t>the owner</a:t>
          </a:r>
          <a:r>
            <a:rPr lang="tr-TR" sz="1700" kern="1200"/>
            <a:t>ship</a:t>
          </a:r>
          <a:endParaRPr lang="en-US" sz="1700" kern="1200"/>
        </a:p>
        <a:p>
          <a:pPr marL="0" lvl="0" indent="0" algn="ctr" defTabSz="7556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tr-TR" sz="1700" kern="1200"/>
            <a:t>to</a:t>
          </a:r>
          <a:r>
            <a:rPr lang="en-US" sz="1700" kern="1200"/>
            <a:t> the private key</a:t>
          </a:r>
        </a:p>
      </dsp:txBody>
      <dsp:txXfrm>
        <a:off x="6804468" y="2306416"/>
        <a:ext cx="2894062" cy="624745"/>
      </dsp:txXfrm>
    </dsp:sp>
  </dsp:spTree>
</dsp:drawing>
</file>

<file path=ppt/diagrams/drawing94.xml><?xml version="1.0" encoding="utf-8"?>
<dsp:drawing xmlns:dgm="http://schemas.openxmlformats.org/drawingml/2006/diagram" xmlns:dsp="http://schemas.microsoft.com/office/drawing/2008/diagram" xmlns:a="http://schemas.openxmlformats.org/drawingml/2006/main">
  <dsp:spTree>
    <dsp:nvGrpSpPr>
      <dsp:cNvPr id="0" name=""/>
      <dsp:cNvGrpSpPr/>
    </dsp:nvGrpSpPr>
    <dsp:grpSpPr/>
    <dsp:sp modelId="{6A1DBCE6-5F21-4273-87B7-B73D31B9BC50}">
      <dsp:nvSpPr>
        <dsp:cNvPr id="0" name=""/>
        <dsp:cNvSpPr/>
      </dsp:nvSpPr>
      <dsp:spPr>
        <a:xfrm>
          <a:off x="943992" y="775444"/>
          <a:ext cx="1012921" cy="1012921"/>
        </a:xfrm>
        <a:prstGeom prst="rect">
          <a:avLst/>
        </a:prstGeom>
        <a:blipFill>
          <a:blip xmlns:r="http://schemas.openxmlformats.org/officeDocument/2006/relationships" r:embed="rId1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2"/>
              </a:ext>
            </a:extLst>
          </a:blip>
          <a:stretch>
            <a:fillRect/>
          </a:stretch>
        </a:blipFill>
        <a:ln w="12700" cap="flat" cmpd="sng" algn="ctr">
          <a:noFill/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B07CD2A7-19F0-44A9-A126-A4E98B2B1361}">
      <dsp:nvSpPr>
        <dsp:cNvPr id="0" name=""/>
        <dsp:cNvSpPr/>
      </dsp:nvSpPr>
      <dsp:spPr>
        <a:xfrm>
          <a:off x="3421" y="1878682"/>
          <a:ext cx="2894062" cy="434109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8445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  <a:defRPr b="1"/>
          </a:pPr>
          <a:r>
            <a:rPr lang="tr-TR" sz="1900" kern="1200"/>
            <a:t>Transaction Unmodifiability</a:t>
          </a:r>
          <a:endParaRPr lang="en-US" sz="1900" kern="1200"/>
        </a:p>
      </dsp:txBody>
      <dsp:txXfrm>
        <a:off x="3421" y="1878682"/>
        <a:ext cx="2894062" cy="434109"/>
      </dsp:txXfrm>
    </dsp:sp>
    <dsp:sp modelId="{B45B442A-803B-475F-9A4D-7B5ACBCAFE9D}">
      <dsp:nvSpPr>
        <dsp:cNvPr id="0" name=""/>
        <dsp:cNvSpPr/>
      </dsp:nvSpPr>
      <dsp:spPr>
        <a:xfrm>
          <a:off x="3421" y="2354798"/>
          <a:ext cx="2894062" cy="521006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62230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400" kern="1200"/>
            <a:t>the signature proves</a:t>
          </a:r>
        </a:p>
        <a:p>
          <a:pPr marL="0" lvl="0" indent="0" algn="ctr" defTabSz="62230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400" kern="1200"/>
            <a:t>have not and </a:t>
          </a:r>
          <a:r>
            <a:rPr lang="en-US" sz="1400" i="1" kern="1200"/>
            <a:t>cannot be modified</a:t>
          </a:r>
          <a:endParaRPr lang="en-US" sz="1400" kern="1200"/>
        </a:p>
      </dsp:txBody>
      <dsp:txXfrm>
        <a:off x="3421" y="2354798"/>
        <a:ext cx="2894062" cy="521006"/>
      </dsp:txXfrm>
    </dsp:sp>
    <dsp:sp modelId="{5B891E12-2C4D-4C1E-9C07-525E7934E86A}">
      <dsp:nvSpPr>
        <dsp:cNvPr id="0" name=""/>
        <dsp:cNvSpPr/>
      </dsp:nvSpPr>
      <dsp:spPr>
        <a:xfrm>
          <a:off x="4344515" y="775444"/>
          <a:ext cx="1012921" cy="1012921"/>
        </a:xfrm>
        <a:prstGeom prst="rect">
          <a:avLst/>
        </a:prstGeom>
        <a:blipFill rotWithShape="1">
          <a:blip xmlns:r="http://schemas.openxmlformats.org/officeDocument/2006/relationships" r:embed="rId3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4"/>
              </a:ext>
            </a:extLst>
          </a:blip>
          <a:srcRect/>
          <a:stretch>
            <a:fillRect/>
          </a:stretch>
        </a:blipFill>
        <a:ln w="12700" cap="flat" cmpd="sng" algn="ctr">
          <a:solidFill>
            <a:schemeClr val="lt1">
              <a:alpha val="0"/>
              <a:hueOff val="0"/>
              <a:satOff val="0"/>
              <a:lumOff val="0"/>
              <a:alphaOff val="0"/>
            </a:schemeClr>
          </a:solidFill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22ED8819-379F-44A5-A9B0-1109B94CEDCE}">
      <dsp:nvSpPr>
        <dsp:cNvPr id="0" name=""/>
        <dsp:cNvSpPr/>
      </dsp:nvSpPr>
      <dsp:spPr>
        <a:xfrm>
          <a:off x="3403945" y="1878682"/>
          <a:ext cx="2894062" cy="434109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8445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  <a:defRPr b="1"/>
          </a:pPr>
          <a:r>
            <a:rPr lang="tr-TR" sz="1900" kern="1200" dirty="0"/>
            <a:t>Validation</a:t>
          </a:r>
          <a:endParaRPr lang="en-US" sz="1900" kern="1200" dirty="0"/>
        </a:p>
      </dsp:txBody>
      <dsp:txXfrm>
        <a:off x="3403945" y="1878682"/>
        <a:ext cx="2894062" cy="434109"/>
      </dsp:txXfrm>
    </dsp:sp>
    <dsp:sp modelId="{4EF6A2D2-8AE3-422B-88D0-8E1C402B5B90}">
      <dsp:nvSpPr>
        <dsp:cNvPr id="0" name=""/>
        <dsp:cNvSpPr/>
      </dsp:nvSpPr>
      <dsp:spPr>
        <a:xfrm>
          <a:off x="3403945" y="2354798"/>
          <a:ext cx="2894062" cy="521006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62230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tr-TR" sz="1400" kern="1200" dirty="0"/>
            <a:t>Once signed </a:t>
          </a:r>
          <a:r>
            <a:rPr lang="en-US" sz="1400" kern="1200" dirty="0"/>
            <a:t>by anyone</a:t>
          </a:r>
        </a:p>
        <a:p>
          <a:pPr marL="0" lvl="0" indent="0" algn="ctr" defTabSz="62230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400" kern="1200" dirty="0"/>
            <a:t>after it has been signed</a:t>
          </a:r>
        </a:p>
      </dsp:txBody>
      <dsp:txXfrm>
        <a:off x="3403945" y="2354798"/>
        <a:ext cx="2894062" cy="521006"/>
      </dsp:txXfrm>
    </dsp:sp>
    <dsp:sp modelId="{EB54EBA6-E5AE-4FE8-9502-EDAEDEE38C48}">
      <dsp:nvSpPr>
        <dsp:cNvPr id="0" name=""/>
        <dsp:cNvSpPr/>
      </dsp:nvSpPr>
      <dsp:spPr>
        <a:xfrm>
          <a:off x="7745039" y="775444"/>
          <a:ext cx="1012921" cy="1012921"/>
        </a:xfrm>
        <a:prstGeom prst="rect">
          <a:avLst/>
        </a:prstGeom>
        <a:blipFill rotWithShape="1">
          <a:blip xmlns:r="http://schemas.openxmlformats.org/officeDocument/2006/relationships" r:embed="rId5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6"/>
              </a:ext>
            </a:extLst>
          </a:blip>
          <a:srcRect/>
          <a:stretch>
            <a:fillRect/>
          </a:stretch>
        </a:blipFill>
        <a:ln w="12700" cap="flat" cmpd="sng" algn="ctr">
          <a:solidFill>
            <a:schemeClr val="lt1">
              <a:alpha val="0"/>
              <a:hueOff val="0"/>
              <a:satOff val="0"/>
              <a:lumOff val="0"/>
              <a:alphaOff val="0"/>
            </a:schemeClr>
          </a:solidFill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23D31F49-4AFC-481D-BBA9-ACCA5214D753}">
      <dsp:nvSpPr>
        <dsp:cNvPr id="0" name=""/>
        <dsp:cNvSpPr/>
      </dsp:nvSpPr>
      <dsp:spPr>
        <a:xfrm>
          <a:off x="6804468" y="1878682"/>
          <a:ext cx="2894062" cy="434109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8445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  <a:defRPr b="1"/>
          </a:pPr>
          <a:r>
            <a:rPr lang="tr-TR" sz="1900" kern="1200"/>
            <a:t>Full </a:t>
          </a:r>
          <a:r>
            <a:rPr lang="tr-TR" sz="1900" kern="1200" dirty="0"/>
            <a:t>or Partial</a:t>
          </a:r>
          <a:endParaRPr lang="en-US" sz="1900" kern="1200" dirty="0"/>
        </a:p>
      </dsp:txBody>
      <dsp:txXfrm>
        <a:off x="6804468" y="1878682"/>
        <a:ext cx="2894062" cy="434109"/>
      </dsp:txXfrm>
    </dsp:sp>
    <dsp:sp modelId="{D0B11C5C-BFF9-437C-A99E-8B3573C1E170}">
      <dsp:nvSpPr>
        <dsp:cNvPr id="0" name=""/>
        <dsp:cNvSpPr/>
      </dsp:nvSpPr>
      <dsp:spPr>
        <a:xfrm>
          <a:off x="6804468" y="2354798"/>
          <a:ext cx="2894062" cy="521006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62230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400" kern="1200"/>
            <a:t>transaction</a:t>
          </a:r>
          <a:r>
            <a:rPr lang="tr-TR" sz="1400" kern="1200"/>
            <a:t> fully</a:t>
          </a:r>
          <a:endParaRPr lang="en-US" sz="1400" kern="1200"/>
        </a:p>
        <a:p>
          <a:pPr marL="0" lvl="0" indent="0" algn="ctr" defTabSz="62230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tr-TR" sz="1400" kern="1200"/>
            <a:t>or its </a:t>
          </a:r>
          <a:r>
            <a:rPr lang="en-US" sz="1400" kern="1200"/>
            <a:t>specific parts</a:t>
          </a:r>
        </a:p>
      </dsp:txBody>
      <dsp:txXfrm>
        <a:off x="6804468" y="2354798"/>
        <a:ext cx="2894062" cy="521006"/>
      </dsp:txXfrm>
    </dsp:sp>
  </dsp:spTree>
</dsp:drawing>
</file>

<file path=ppt/diagrams/drawing95.xml><?xml version="1.0" encoding="utf-8"?>
<dsp:drawing xmlns:dgm="http://schemas.openxmlformats.org/drawingml/2006/diagram" xmlns:dsp="http://schemas.microsoft.com/office/drawing/2008/diagram" xmlns:a="http://schemas.openxmlformats.org/drawingml/2006/main">
  <dsp:spTree>
    <dsp:nvGrpSpPr>
      <dsp:cNvPr id="0" name=""/>
      <dsp:cNvGrpSpPr/>
    </dsp:nvGrpSpPr>
    <dsp:grpSpPr/>
    <dsp:sp modelId="{C36FBF25-48F6-4521-8764-7FDB5FC91074}">
      <dsp:nvSpPr>
        <dsp:cNvPr id="0" name=""/>
        <dsp:cNvSpPr/>
      </dsp:nvSpPr>
      <dsp:spPr>
        <a:xfrm>
          <a:off x="1556976" y="341413"/>
          <a:ext cx="1512000" cy="1512000"/>
        </a:xfrm>
        <a:prstGeom prst="rect">
          <a:avLst/>
        </a:prstGeom>
        <a:blipFill rotWithShape="1">
          <a:blip xmlns:r="http://schemas.openxmlformats.org/officeDocument/2006/relationships" r:embed="rId1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2"/>
              </a:ext>
            </a:extLst>
          </a:blip>
          <a:srcRect/>
          <a:stretch>
            <a:fillRect/>
          </a:stretch>
        </a:blipFill>
        <a:ln w="12700" cap="flat" cmpd="sng" algn="ctr">
          <a:solidFill>
            <a:schemeClr val="lt1">
              <a:alpha val="0"/>
              <a:hueOff val="0"/>
              <a:satOff val="0"/>
              <a:lumOff val="0"/>
              <a:alphaOff val="0"/>
            </a:schemeClr>
          </a:solidFill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533DD774-158E-4250-8A95-43A6D0C9CEDE}">
      <dsp:nvSpPr>
        <dsp:cNvPr id="0" name=""/>
        <dsp:cNvSpPr/>
      </dsp:nvSpPr>
      <dsp:spPr>
        <a:xfrm>
          <a:off x="152976" y="1981055"/>
          <a:ext cx="4320000" cy="648000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13779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  <a:defRPr b="1"/>
          </a:pPr>
          <a:r>
            <a:rPr lang="tr-TR" sz="3100" kern="1200"/>
            <a:t>Mathematical scheme</a:t>
          </a:r>
          <a:endParaRPr lang="en-US" sz="3100" kern="1200"/>
        </a:p>
      </dsp:txBody>
      <dsp:txXfrm>
        <a:off x="152976" y="1981055"/>
        <a:ext cx="4320000" cy="648000"/>
      </dsp:txXfrm>
    </dsp:sp>
    <dsp:sp modelId="{8B4C3001-74EC-4EB7-A659-9CA135EB9B7C}">
      <dsp:nvSpPr>
        <dsp:cNvPr id="0" name=""/>
        <dsp:cNvSpPr/>
      </dsp:nvSpPr>
      <dsp:spPr>
        <a:xfrm>
          <a:off x="152976" y="2688423"/>
          <a:ext cx="4320000" cy="621412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7556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700" kern="1200"/>
            <a:t>A digital signature is</a:t>
          </a:r>
        </a:p>
        <a:p>
          <a:pPr marL="0" lvl="0" indent="0" algn="ctr" defTabSz="7556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700" kern="1200"/>
            <a:t>a </a:t>
          </a:r>
          <a:r>
            <a:rPr lang="en-US" sz="1700" i="1" kern="1200"/>
            <a:t>mathematical scheme </a:t>
          </a:r>
          <a:endParaRPr lang="en-US" sz="1700" kern="1200"/>
        </a:p>
      </dsp:txBody>
      <dsp:txXfrm>
        <a:off x="152976" y="2688423"/>
        <a:ext cx="4320000" cy="621412"/>
      </dsp:txXfrm>
    </dsp:sp>
    <dsp:sp modelId="{5B539BC8-DBB2-45CE-A03E-EE01145850CF}">
      <dsp:nvSpPr>
        <dsp:cNvPr id="0" name=""/>
        <dsp:cNvSpPr/>
      </dsp:nvSpPr>
      <dsp:spPr>
        <a:xfrm>
          <a:off x="6632976" y="341413"/>
          <a:ext cx="1512000" cy="1512000"/>
        </a:xfrm>
        <a:prstGeom prst="rect">
          <a:avLst/>
        </a:prstGeom>
        <a:blipFill rotWithShape="1">
          <a:blip xmlns:r="http://schemas.openxmlformats.org/officeDocument/2006/relationships" r:embed="rId3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4"/>
              </a:ext>
            </a:extLst>
          </a:blip>
          <a:srcRect/>
          <a:stretch>
            <a:fillRect/>
          </a:stretch>
        </a:blipFill>
        <a:ln w="12700" cap="flat" cmpd="sng" algn="ctr">
          <a:solidFill>
            <a:schemeClr val="lt1">
              <a:alpha val="0"/>
              <a:hueOff val="0"/>
              <a:satOff val="0"/>
              <a:lumOff val="0"/>
              <a:alphaOff val="0"/>
            </a:schemeClr>
          </a:solidFill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734B9394-0452-4078-9AC2-FE56B4541B9C}">
      <dsp:nvSpPr>
        <dsp:cNvPr id="0" name=""/>
        <dsp:cNvSpPr/>
      </dsp:nvSpPr>
      <dsp:spPr>
        <a:xfrm>
          <a:off x="5228976" y="1981055"/>
          <a:ext cx="4320000" cy="648000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13779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  <a:defRPr b="1"/>
          </a:pPr>
          <a:r>
            <a:rPr lang="en-US" sz="3100" kern="1200"/>
            <a:t>consists of two </a:t>
          </a:r>
          <a:r>
            <a:rPr lang="tr-TR" sz="3100" kern="1200"/>
            <a:t>algorithms</a:t>
          </a:r>
          <a:endParaRPr lang="en-US" sz="3100" kern="1200"/>
        </a:p>
      </dsp:txBody>
      <dsp:txXfrm>
        <a:off x="5228976" y="1981055"/>
        <a:ext cx="4320000" cy="648000"/>
      </dsp:txXfrm>
    </dsp:sp>
    <dsp:sp modelId="{9CF018DF-D01D-40CC-BFEB-A54907C1FD78}">
      <dsp:nvSpPr>
        <dsp:cNvPr id="0" name=""/>
        <dsp:cNvSpPr/>
      </dsp:nvSpPr>
      <dsp:spPr>
        <a:xfrm>
          <a:off x="5228976" y="2688423"/>
          <a:ext cx="4320000" cy="621412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7556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tr-TR" sz="1700" kern="1200"/>
            <a:t>signature generation</a:t>
          </a:r>
          <a:endParaRPr lang="en-US" sz="1700" kern="1200"/>
        </a:p>
        <a:p>
          <a:pPr marL="0" lvl="0" indent="0" algn="ctr" defTabSz="7556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tr-TR" sz="1700" kern="1200"/>
            <a:t>signature verification</a:t>
          </a:r>
          <a:endParaRPr lang="en-US" sz="1700" kern="1200"/>
        </a:p>
      </dsp:txBody>
      <dsp:txXfrm>
        <a:off x="5228976" y="2688423"/>
        <a:ext cx="4320000" cy="621412"/>
      </dsp:txXfrm>
    </dsp:sp>
  </dsp:spTree>
</dsp:drawing>
</file>

<file path=ppt/diagrams/drawing96.xml><?xml version="1.0" encoding="utf-8"?>
<dsp:drawing xmlns:dgm="http://schemas.openxmlformats.org/drawingml/2006/diagram" xmlns:dsp="http://schemas.microsoft.com/office/drawing/2008/diagram" xmlns:a="http://schemas.openxmlformats.org/drawingml/2006/main">
  <dsp:spTree>
    <dsp:nvGrpSpPr>
      <dsp:cNvPr id="0" name=""/>
      <dsp:cNvGrpSpPr/>
    </dsp:nvGrpSpPr>
    <dsp:grpSpPr/>
    <dsp:sp modelId="{F794F42A-A51D-4FA0-8968-0A6108460A94}">
      <dsp:nvSpPr>
        <dsp:cNvPr id="0" name=""/>
        <dsp:cNvSpPr/>
      </dsp:nvSpPr>
      <dsp:spPr>
        <a:xfrm>
          <a:off x="943992" y="522727"/>
          <a:ext cx="1012921" cy="1012921"/>
        </a:xfrm>
        <a:prstGeom prst="rect">
          <a:avLst/>
        </a:prstGeom>
        <a:blipFill rotWithShape="1">
          <a:blip xmlns:r="http://schemas.openxmlformats.org/officeDocument/2006/relationships" r:embed="rId1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2"/>
              </a:ext>
            </a:extLst>
          </a:blip>
          <a:srcRect/>
          <a:stretch>
            <a:fillRect/>
          </a:stretch>
        </a:blipFill>
        <a:ln w="12700" cap="flat" cmpd="sng" algn="ctr">
          <a:noFill/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5AD9BFF4-E858-4FFB-A7A2-5E96B61FFC69}">
      <dsp:nvSpPr>
        <dsp:cNvPr id="0" name=""/>
        <dsp:cNvSpPr/>
      </dsp:nvSpPr>
      <dsp:spPr>
        <a:xfrm>
          <a:off x="3421" y="1647698"/>
          <a:ext cx="2894062" cy="434109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115570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  <a:defRPr b="1"/>
          </a:pPr>
          <a:r>
            <a:rPr lang="tr-TR" sz="2600" kern="1200"/>
            <a:t>Signature generation</a:t>
          </a:r>
          <a:endParaRPr lang="en-US" sz="2600" kern="1200"/>
        </a:p>
      </dsp:txBody>
      <dsp:txXfrm>
        <a:off x="3421" y="1647698"/>
        <a:ext cx="2894062" cy="434109"/>
      </dsp:txXfrm>
    </dsp:sp>
    <dsp:sp modelId="{F7BA8DAE-6373-4035-BCD3-AC42A912354B}">
      <dsp:nvSpPr>
        <dsp:cNvPr id="0" name=""/>
        <dsp:cNvSpPr/>
      </dsp:nvSpPr>
      <dsp:spPr>
        <a:xfrm>
          <a:off x="3421" y="2133924"/>
          <a:ext cx="2894062" cy="994598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7556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700" kern="1200" dirty="0"/>
            <a:t>signature</a:t>
          </a:r>
          <a:r>
            <a:rPr lang="tr-TR" sz="1700" kern="1200" dirty="0"/>
            <a:t> is generated</a:t>
          </a:r>
          <a:endParaRPr lang="en-US" sz="1700" kern="1200" dirty="0"/>
        </a:p>
        <a:p>
          <a:pPr marL="0" lvl="0" indent="0" algn="ctr" defTabSz="7556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700" kern="1200" dirty="0"/>
            <a:t>using a </a:t>
          </a:r>
          <a:r>
            <a:rPr lang="tr-TR" sz="1700" kern="1200" dirty="0"/>
            <a:t>signing</a:t>
          </a:r>
          <a:r>
            <a:rPr lang="en-US" sz="1700" kern="1200" dirty="0"/>
            <a:t> key</a:t>
          </a:r>
        </a:p>
        <a:p>
          <a:pPr marL="0" lvl="0" indent="0" algn="ctr" defTabSz="7556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tr-TR" sz="1700" kern="1200" dirty="0"/>
            <a:t>and</a:t>
          </a:r>
          <a:r>
            <a:rPr lang="en-US" sz="1700" kern="1200" dirty="0"/>
            <a:t> a</a:t>
          </a:r>
          <a:r>
            <a:rPr lang="tr-TR" sz="1700" kern="1200" dirty="0"/>
            <a:t> </a:t>
          </a:r>
          <a:r>
            <a:rPr lang="en-US" sz="1700" kern="1200" dirty="0"/>
            <a:t>message</a:t>
          </a:r>
        </a:p>
      </dsp:txBody>
      <dsp:txXfrm>
        <a:off x="3421" y="2133924"/>
        <a:ext cx="2894062" cy="994598"/>
      </dsp:txXfrm>
    </dsp:sp>
    <dsp:sp modelId="{C90085A6-65C6-41A9-8FE1-430BDBF0542A}">
      <dsp:nvSpPr>
        <dsp:cNvPr id="0" name=""/>
        <dsp:cNvSpPr/>
      </dsp:nvSpPr>
      <dsp:spPr>
        <a:xfrm>
          <a:off x="4344515" y="522727"/>
          <a:ext cx="1012921" cy="1012921"/>
        </a:xfrm>
        <a:prstGeom prst="rect">
          <a:avLst/>
        </a:prstGeom>
        <a:blipFill rotWithShape="1">
          <a:blip xmlns:r="http://schemas.openxmlformats.org/officeDocument/2006/relationships" r:embed="rId3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4"/>
              </a:ext>
            </a:extLst>
          </a:blip>
          <a:srcRect/>
          <a:stretch>
            <a:fillRect/>
          </a:stretch>
        </a:blipFill>
        <a:ln w="12700" cap="flat" cmpd="sng" algn="ctr">
          <a:solidFill>
            <a:schemeClr val="lt1">
              <a:alpha val="0"/>
              <a:hueOff val="0"/>
              <a:satOff val="0"/>
              <a:lumOff val="0"/>
              <a:alphaOff val="0"/>
            </a:schemeClr>
          </a:solidFill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DE9608C6-C6DF-4341-9B42-2EEFF8BE441B}">
      <dsp:nvSpPr>
        <dsp:cNvPr id="0" name=""/>
        <dsp:cNvSpPr/>
      </dsp:nvSpPr>
      <dsp:spPr>
        <a:xfrm>
          <a:off x="3403945" y="1647698"/>
          <a:ext cx="2894062" cy="434109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115570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  <a:defRPr b="1"/>
          </a:pPr>
          <a:r>
            <a:rPr lang="en-US" sz="2600" kern="1200"/>
            <a:t>the signing key </a:t>
          </a:r>
        </a:p>
      </dsp:txBody>
      <dsp:txXfrm>
        <a:off x="3403945" y="1647698"/>
        <a:ext cx="2894062" cy="434109"/>
      </dsp:txXfrm>
    </dsp:sp>
    <dsp:sp modelId="{4A0BD925-9151-48DB-AFFB-66C304A7BA7B}">
      <dsp:nvSpPr>
        <dsp:cNvPr id="0" name=""/>
        <dsp:cNvSpPr/>
      </dsp:nvSpPr>
      <dsp:spPr>
        <a:xfrm>
          <a:off x="3403945" y="2133924"/>
          <a:ext cx="2894062" cy="994598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7556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tr-TR" sz="1700" kern="1200"/>
            <a:t>the</a:t>
          </a:r>
          <a:r>
            <a:rPr lang="en-US" sz="1700" kern="1200"/>
            <a:t> private key</a:t>
          </a:r>
        </a:p>
      </dsp:txBody>
      <dsp:txXfrm>
        <a:off x="3403945" y="2133924"/>
        <a:ext cx="2894062" cy="994598"/>
      </dsp:txXfrm>
    </dsp:sp>
    <dsp:sp modelId="{0B75608F-D9D9-4273-9213-85BFE1B68335}">
      <dsp:nvSpPr>
        <dsp:cNvPr id="0" name=""/>
        <dsp:cNvSpPr/>
      </dsp:nvSpPr>
      <dsp:spPr>
        <a:xfrm>
          <a:off x="7745039" y="522727"/>
          <a:ext cx="1012921" cy="1012921"/>
        </a:xfrm>
        <a:prstGeom prst="rect">
          <a:avLst/>
        </a:prstGeom>
        <a:blipFill rotWithShape="1">
          <a:blip xmlns:r="http://schemas.openxmlformats.org/officeDocument/2006/relationships" r:embed="rId5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6"/>
              </a:ext>
            </a:extLst>
          </a:blip>
          <a:srcRect/>
          <a:stretch>
            <a:fillRect/>
          </a:stretch>
        </a:blipFill>
        <a:ln w="12700" cap="flat" cmpd="sng" algn="ctr">
          <a:solidFill>
            <a:schemeClr val="lt1">
              <a:alpha val="0"/>
              <a:hueOff val="0"/>
              <a:satOff val="0"/>
              <a:lumOff val="0"/>
              <a:alphaOff val="0"/>
            </a:schemeClr>
          </a:solidFill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3BFD2126-A8E1-488A-8CB6-971E7A1B1786}">
      <dsp:nvSpPr>
        <dsp:cNvPr id="0" name=""/>
        <dsp:cNvSpPr/>
      </dsp:nvSpPr>
      <dsp:spPr>
        <a:xfrm>
          <a:off x="6804468" y="1647698"/>
          <a:ext cx="2894062" cy="434109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115570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  <a:defRPr b="1"/>
          </a:pPr>
          <a:r>
            <a:rPr lang="tr-TR" sz="2600" kern="1200"/>
            <a:t>message</a:t>
          </a:r>
          <a:endParaRPr lang="en-US" sz="2600" kern="1200"/>
        </a:p>
      </dsp:txBody>
      <dsp:txXfrm>
        <a:off x="6804468" y="1647698"/>
        <a:ext cx="2894062" cy="434109"/>
      </dsp:txXfrm>
    </dsp:sp>
    <dsp:sp modelId="{54B146B8-E0F8-427B-813F-75BBB5E10CBD}">
      <dsp:nvSpPr>
        <dsp:cNvPr id="0" name=""/>
        <dsp:cNvSpPr/>
      </dsp:nvSpPr>
      <dsp:spPr>
        <a:xfrm>
          <a:off x="6804468" y="2133924"/>
          <a:ext cx="2894062" cy="994598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7556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700" kern="1200"/>
            <a:t>the transaction</a:t>
          </a:r>
        </a:p>
      </dsp:txBody>
      <dsp:txXfrm>
        <a:off x="6804468" y="2133924"/>
        <a:ext cx="2894062" cy="994598"/>
      </dsp:txXfrm>
    </dsp:sp>
  </dsp:spTree>
</dsp:drawing>
</file>

<file path=ppt/diagrams/drawing97.xml><?xml version="1.0" encoding="utf-8"?>
<dsp:drawing xmlns:dgm="http://schemas.openxmlformats.org/drawingml/2006/diagram" xmlns:dsp="http://schemas.microsoft.com/office/drawing/2008/diagram" xmlns:a="http://schemas.openxmlformats.org/drawingml/2006/main">
  <dsp:spTree>
    <dsp:nvGrpSpPr>
      <dsp:cNvPr id="0" name=""/>
      <dsp:cNvGrpSpPr/>
    </dsp:nvGrpSpPr>
    <dsp:grpSpPr/>
    <dsp:sp modelId="{2BC61F81-47F5-456A-9614-870F255590C9}">
      <dsp:nvSpPr>
        <dsp:cNvPr id="0" name=""/>
        <dsp:cNvSpPr/>
      </dsp:nvSpPr>
      <dsp:spPr>
        <a:xfrm>
          <a:off x="1556976" y="144053"/>
          <a:ext cx="1512000" cy="1512000"/>
        </a:xfrm>
        <a:prstGeom prst="rect">
          <a:avLst/>
        </a:prstGeom>
        <a:blipFill>
          <a:blip xmlns:r="http://schemas.openxmlformats.org/officeDocument/2006/relationships" r:embed="rId1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2"/>
              </a:ext>
            </a:extLst>
          </a:blip>
          <a:stretch>
            <a:fillRect/>
          </a:stretch>
        </a:blipFill>
        <a:ln w="12700" cap="flat" cmpd="sng" algn="ctr">
          <a:noFill/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04D1481E-07FE-4D1C-AA89-8A54DED1E80A}">
      <dsp:nvSpPr>
        <dsp:cNvPr id="0" name=""/>
        <dsp:cNvSpPr/>
      </dsp:nvSpPr>
      <dsp:spPr>
        <a:xfrm>
          <a:off x="152976" y="1800668"/>
          <a:ext cx="4320000" cy="648000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160020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  <a:defRPr b="1"/>
          </a:pPr>
          <a:r>
            <a:rPr lang="tr-TR" sz="3600" kern="1200"/>
            <a:t>Signature verification</a:t>
          </a:r>
          <a:endParaRPr lang="en-US" sz="3600" kern="1200"/>
        </a:p>
      </dsp:txBody>
      <dsp:txXfrm>
        <a:off x="152976" y="1800668"/>
        <a:ext cx="4320000" cy="648000"/>
      </dsp:txXfrm>
    </dsp:sp>
    <dsp:sp modelId="{9E7B9103-F5EC-41F5-8A0B-4EAD88FAAB9F}">
      <dsp:nvSpPr>
        <dsp:cNvPr id="0" name=""/>
        <dsp:cNvSpPr/>
      </dsp:nvSpPr>
      <dsp:spPr>
        <a:xfrm>
          <a:off x="152976" y="2515931"/>
          <a:ext cx="4320000" cy="991265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7556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700" kern="1200"/>
            <a:t>an algorithm</a:t>
          </a:r>
        </a:p>
        <a:p>
          <a:pPr marL="0" lvl="0" indent="0" algn="ctr" defTabSz="7556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700" kern="1200"/>
            <a:t>allows anyone</a:t>
          </a:r>
        </a:p>
        <a:p>
          <a:pPr marL="0" lvl="0" indent="0" algn="ctr" defTabSz="7556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700" kern="1200"/>
            <a:t>to verify</a:t>
          </a:r>
          <a:r>
            <a:rPr lang="tr-TR" sz="1700" kern="1200"/>
            <a:t> </a:t>
          </a:r>
          <a:r>
            <a:rPr lang="en-US" sz="1700" kern="1200"/>
            <a:t>the signature </a:t>
          </a:r>
        </a:p>
      </dsp:txBody>
      <dsp:txXfrm>
        <a:off x="152976" y="2515931"/>
        <a:ext cx="4320000" cy="991265"/>
      </dsp:txXfrm>
    </dsp:sp>
    <dsp:sp modelId="{8506FC9B-F7B8-4B69-BE41-8B6C6ED4ED0E}">
      <dsp:nvSpPr>
        <dsp:cNvPr id="0" name=""/>
        <dsp:cNvSpPr/>
      </dsp:nvSpPr>
      <dsp:spPr>
        <a:xfrm>
          <a:off x="6632976" y="144053"/>
          <a:ext cx="1512000" cy="1512000"/>
        </a:xfrm>
        <a:prstGeom prst="rect">
          <a:avLst/>
        </a:prstGeom>
        <a:blipFill rotWithShape="1">
          <a:blip xmlns:r="http://schemas.openxmlformats.org/officeDocument/2006/relationships" r:embed="rId3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4"/>
              </a:ext>
            </a:extLst>
          </a:blip>
          <a:srcRect/>
          <a:stretch>
            <a:fillRect/>
          </a:stretch>
        </a:blipFill>
        <a:ln w="12700" cap="flat" cmpd="sng" algn="ctr">
          <a:solidFill>
            <a:schemeClr val="lt1">
              <a:alpha val="0"/>
              <a:hueOff val="0"/>
              <a:satOff val="0"/>
              <a:lumOff val="0"/>
              <a:alphaOff val="0"/>
            </a:schemeClr>
          </a:solidFill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F5B3CDFA-CCB6-4263-9275-9FE4AA2956B2}">
      <dsp:nvSpPr>
        <dsp:cNvPr id="0" name=""/>
        <dsp:cNvSpPr/>
      </dsp:nvSpPr>
      <dsp:spPr>
        <a:xfrm>
          <a:off x="5228976" y="1800668"/>
          <a:ext cx="4320000" cy="648000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160020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  <a:defRPr b="1"/>
          </a:pPr>
          <a:r>
            <a:rPr lang="en-US" sz="3600" kern="1200"/>
            <a:t>given</a:t>
          </a:r>
        </a:p>
      </dsp:txBody>
      <dsp:txXfrm>
        <a:off x="5228976" y="1800668"/>
        <a:ext cx="4320000" cy="648000"/>
      </dsp:txXfrm>
    </dsp:sp>
    <dsp:sp modelId="{1BA4222D-8C9E-4A6B-8438-150134D61081}">
      <dsp:nvSpPr>
        <dsp:cNvPr id="0" name=""/>
        <dsp:cNvSpPr/>
      </dsp:nvSpPr>
      <dsp:spPr>
        <a:xfrm>
          <a:off x="5228976" y="2515931"/>
          <a:ext cx="4320000" cy="991265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7556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700" kern="1200"/>
            <a:t>the message</a:t>
          </a:r>
        </a:p>
        <a:p>
          <a:pPr marL="0" lvl="0" indent="0" algn="ctr" defTabSz="7556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700" kern="1200"/>
            <a:t>and a public key</a:t>
          </a:r>
        </a:p>
      </dsp:txBody>
      <dsp:txXfrm>
        <a:off x="5228976" y="2515931"/>
        <a:ext cx="4320000" cy="991265"/>
      </dsp:txXfrm>
    </dsp:sp>
  </dsp:spTree>
</dsp:drawing>
</file>

<file path=ppt/diagrams/drawing98.xml><?xml version="1.0" encoding="utf-8"?>
<dsp:drawing xmlns:dgm="http://schemas.openxmlformats.org/drawingml/2006/diagram" xmlns:dsp="http://schemas.microsoft.com/office/drawing/2008/diagram" xmlns:a="http://schemas.openxmlformats.org/drawingml/2006/main">
  <dsp:spTree>
    <dsp:nvGrpSpPr>
      <dsp:cNvPr id="0" name=""/>
      <dsp:cNvGrpSpPr/>
    </dsp:nvGrpSpPr>
    <dsp:grpSpPr/>
    <dsp:sp modelId="{397EB192-2AB7-4057-B083-B24CC8C2F0CC}">
      <dsp:nvSpPr>
        <dsp:cNvPr id="0" name=""/>
        <dsp:cNvSpPr/>
      </dsp:nvSpPr>
      <dsp:spPr>
        <a:xfrm>
          <a:off x="517676" y="1085248"/>
          <a:ext cx="555925" cy="555925"/>
        </a:xfrm>
        <a:prstGeom prst="rect">
          <a:avLst/>
        </a:prstGeom>
        <a:blipFill>
          <a:blip xmlns:r="http://schemas.openxmlformats.org/officeDocument/2006/relationships" r:embed="rId1" cstate="email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2"/>
              </a:ext>
            </a:extLst>
          </a:blip>
          <a:stretch>
            <a:fillRect/>
          </a:stretch>
        </a:blipFill>
        <a:ln w="12700" cap="flat" cmpd="sng" algn="ctr">
          <a:noFill/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8E7878CF-99A9-4BC4-8AC5-BF1A5C75A04F}">
      <dsp:nvSpPr>
        <dsp:cNvPr id="0" name=""/>
        <dsp:cNvSpPr/>
      </dsp:nvSpPr>
      <dsp:spPr>
        <a:xfrm>
          <a:off x="1460" y="1717536"/>
          <a:ext cx="1588359" cy="238253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6667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  <a:defRPr b="1"/>
          </a:pPr>
          <a:r>
            <a:rPr lang="tr-TR" sz="1500" kern="1200"/>
            <a:t>Formula</a:t>
          </a:r>
          <a:endParaRPr lang="en-US" sz="1500" kern="1200"/>
        </a:p>
      </dsp:txBody>
      <dsp:txXfrm>
        <a:off x="1460" y="1717536"/>
        <a:ext cx="1588359" cy="238253"/>
      </dsp:txXfrm>
    </dsp:sp>
    <dsp:sp modelId="{9E7B8240-436E-45D8-942A-BCFCB21FFE05}">
      <dsp:nvSpPr>
        <dsp:cNvPr id="0" name=""/>
        <dsp:cNvSpPr/>
      </dsp:nvSpPr>
      <dsp:spPr>
        <a:xfrm>
          <a:off x="1460" y="1991307"/>
          <a:ext cx="1588359" cy="869802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4889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da-DK" sz="1100" i="1" kern="1200" dirty="0"/>
            <a:t>Sig </a:t>
          </a:r>
          <a:r>
            <a:rPr lang="da-DK" sz="1100" kern="1200" dirty="0"/>
            <a:t>= </a:t>
          </a:r>
          <a:r>
            <a:rPr lang="da-DK" sz="1100" i="1" kern="1200" dirty="0"/>
            <a:t>F</a:t>
          </a:r>
          <a:r>
            <a:rPr lang="da-DK" sz="1100" i="1" kern="1200" baseline="-25000" dirty="0"/>
            <a:t>sig</a:t>
          </a:r>
          <a:r>
            <a:rPr lang="da-DK" sz="1100" i="1" kern="1200" dirty="0"/>
            <a:t> </a:t>
          </a:r>
          <a:r>
            <a:rPr lang="tr-TR" sz="1100" i="1" kern="1200" dirty="0"/>
            <a:t>(</a:t>
          </a:r>
          <a:r>
            <a:rPr lang="da-DK" sz="1100" i="1" kern="1200" dirty="0"/>
            <a:t>F</a:t>
          </a:r>
          <a:r>
            <a:rPr lang="da-DK" sz="1100" i="1" kern="1200" baseline="-25000" dirty="0"/>
            <a:t>hash</a:t>
          </a:r>
          <a:r>
            <a:rPr lang="da-DK" sz="1100" i="1" kern="1200" dirty="0"/>
            <a:t> </a:t>
          </a:r>
          <a:r>
            <a:rPr lang="tr-TR" sz="1100" i="1" kern="1200" dirty="0"/>
            <a:t>(</a:t>
          </a:r>
          <a:r>
            <a:rPr lang="da-DK" sz="1100" i="1" kern="1200" dirty="0"/>
            <a:t>m</a:t>
          </a:r>
          <a:r>
            <a:rPr lang="tr-TR" sz="1100" i="1" kern="1200" dirty="0"/>
            <a:t>)</a:t>
          </a:r>
          <a:r>
            <a:rPr lang="da-DK" sz="1100" i="1" kern="1200" dirty="0"/>
            <a:t> </a:t>
          </a:r>
          <a:r>
            <a:rPr lang="da-DK" sz="1100" kern="1200" dirty="0"/>
            <a:t>, </a:t>
          </a:r>
          <a:r>
            <a:rPr lang="da-DK" sz="1100" i="1" kern="1200" dirty="0"/>
            <a:t>dA</a:t>
          </a:r>
          <a:r>
            <a:rPr lang="tr-TR" sz="1100" i="1" kern="1200" dirty="0"/>
            <a:t>)</a:t>
          </a:r>
          <a:endParaRPr lang="en-US" sz="1100" kern="1200" dirty="0"/>
        </a:p>
      </dsp:txBody>
      <dsp:txXfrm>
        <a:off x="1460" y="1991307"/>
        <a:ext cx="1588359" cy="869802"/>
      </dsp:txXfrm>
    </dsp:sp>
    <dsp:sp modelId="{6F84CE40-8A66-411B-9A08-93A176147445}">
      <dsp:nvSpPr>
        <dsp:cNvPr id="0" name=""/>
        <dsp:cNvSpPr/>
      </dsp:nvSpPr>
      <dsp:spPr>
        <a:xfrm>
          <a:off x="2383999" y="1085248"/>
          <a:ext cx="555925" cy="555925"/>
        </a:xfrm>
        <a:prstGeom prst="rect">
          <a:avLst/>
        </a:prstGeom>
        <a:blipFill rotWithShape="1">
          <a:blip xmlns:r="http://schemas.openxmlformats.org/officeDocument/2006/relationships" r:embed="rId3" cstate="email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4"/>
              </a:ext>
            </a:extLst>
          </a:blip>
          <a:srcRect/>
          <a:stretch>
            <a:fillRect/>
          </a:stretch>
        </a:blipFill>
        <a:ln w="12700" cap="flat" cmpd="sng" algn="ctr">
          <a:noFill/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46EAED2A-DA03-456B-B551-CE6B9B9445FB}">
      <dsp:nvSpPr>
        <dsp:cNvPr id="0" name=""/>
        <dsp:cNvSpPr/>
      </dsp:nvSpPr>
      <dsp:spPr>
        <a:xfrm>
          <a:off x="1867782" y="1717536"/>
          <a:ext cx="1588359" cy="238253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6667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  <a:defRPr b="1"/>
          </a:pPr>
          <a:r>
            <a:rPr lang="en-US" sz="1500" i="1" kern="1200"/>
            <a:t>Sig</a:t>
          </a:r>
          <a:endParaRPr lang="en-US" sz="1500" kern="1200"/>
        </a:p>
      </dsp:txBody>
      <dsp:txXfrm>
        <a:off x="1867782" y="1717536"/>
        <a:ext cx="1588359" cy="238253"/>
      </dsp:txXfrm>
    </dsp:sp>
    <dsp:sp modelId="{0F4113C3-9C83-4418-8B1F-BF98DADBBA8D}">
      <dsp:nvSpPr>
        <dsp:cNvPr id="0" name=""/>
        <dsp:cNvSpPr/>
      </dsp:nvSpPr>
      <dsp:spPr>
        <a:xfrm>
          <a:off x="1867782" y="1991307"/>
          <a:ext cx="1588359" cy="869802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4889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100" kern="1200" dirty="0"/>
            <a:t>the signature</a:t>
          </a:r>
        </a:p>
        <a:p>
          <a:pPr marL="0" lvl="0" indent="0" algn="ctr" defTabSz="4889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tr-TR" sz="1100" kern="1200"/>
            <a:t>Sig </a:t>
          </a:r>
          <a:r>
            <a:rPr lang="tr-TR" sz="1100" kern="1200" dirty="0"/>
            <a:t>= (R, S)</a:t>
          </a:r>
          <a:endParaRPr lang="en-US" sz="1100" kern="1200" dirty="0"/>
        </a:p>
      </dsp:txBody>
      <dsp:txXfrm>
        <a:off x="1867782" y="1991307"/>
        <a:ext cx="1588359" cy="869802"/>
      </dsp:txXfrm>
    </dsp:sp>
    <dsp:sp modelId="{0CE975EE-242E-487B-AD30-476C333E2AE2}">
      <dsp:nvSpPr>
        <dsp:cNvPr id="0" name=""/>
        <dsp:cNvSpPr/>
      </dsp:nvSpPr>
      <dsp:spPr>
        <a:xfrm>
          <a:off x="4250321" y="1085248"/>
          <a:ext cx="555925" cy="555925"/>
        </a:xfrm>
        <a:prstGeom prst="rect">
          <a:avLst/>
        </a:prstGeom>
        <a:blipFill>
          <a:blip xmlns:r="http://schemas.openxmlformats.org/officeDocument/2006/relationships" r:embed="rId5" cstate="email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6"/>
              </a:ext>
            </a:extLst>
          </a:blip>
          <a:stretch>
            <a:fillRect/>
          </a:stretch>
        </a:blipFill>
        <a:ln w="12700" cap="flat" cmpd="sng" algn="ctr">
          <a:noFill/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D44D3BE1-F254-459D-A97C-202C6CC4BBE3}">
      <dsp:nvSpPr>
        <dsp:cNvPr id="0" name=""/>
        <dsp:cNvSpPr/>
      </dsp:nvSpPr>
      <dsp:spPr>
        <a:xfrm>
          <a:off x="3734104" y="1717536"/>
          <a:ext cx="1588359" cy="238253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6667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  <a:defRPr b="1"/>
          </a:pPr>
          <a:r>
            <a:rPr lang="en-US" sz="1500" i="1" kern="1200"/>
            <a:t>dA</a:t>
          </a:r>
          <a:endParaRPr lang="en-US" sz="1500" kern="1200"/>
        </a:p>
      </dsp:txBody>
      <dsp:txXfrm>
        <a:off x="3734104" y="1717536"/>
        <a:ext cx="1588359" cy="238253"/>
      </dsp:txXfrm>
    </dsp:sp>
    <dsp:sp modelId="{AF629624-ACE6-46A8-BCD7-F3904054F42D}">
      <dsp:nvSpPr>
        <dsp:cNvPr id="0" name=""/>
        <dsp:cNvSpPr/>
      </dsp:nvSpPr>
      <dsp:spPr>
        <a:xfrm>
          <a:off x="3734104" y="1991307"/>
          <a:ext cx="1588359" cy="869802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4889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100" kern="1200"/>
            <a:t>the </a:t>
          </a:r>
          <a:r>
            <a:rPr lang="en-US" sz="1100" kern="1200" dirty="0"/>
            <a:t>signing private key</a:t>
          </a:r>
        </a:p>
      </dsp:txBody>
      <dsp:txXfrm>
        <a:off x="3734104" y="1991307"/>
        <a:ext cx="1588359" cy="869802"/>
      </dsp:txXfrm>
    </dsp:sp>
    <dsp:sp modelId="{608B36B5-2588-4191-A50A-11D467346705}">
      <dsp:nvSpPr>
        <dsp:cNvPr id="0" name=""/>
        <dsp:cNvSpPr/>
      </dsp:nvSpPr>
      <dsp:spPr>
        <a:xfrm>
          <a:off x="6116643" y="1085248"/>
          <a:ext cx="555925" cy="555925"/>
        </a:xfrm>
        <a:prstGeom prst="rect">
          <a:avLst/>
        </a:prstGeom>
        <a:blipFill>
          <a:blip xmlns:r="http://schemas.openxmlformats.org/officeDocument/2006/relationships" r:embed="rId7" cstate="email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8"/>
              </a:ext>
            </a:extLst>
          </a:blip>
          <a:stretch>
            <a:fillRect/>
          </a:stretch>
        </a:blipFill>
        <a:ln w="12700" cap="flat" cmpd="sng" algn="ctr">
          <a:noFill/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86DF2600-DC4B-4ED7-84B6-FBFB1338DC3C}">
      <dsp:nvSpPr>
        <dsp:cNvPr id="0" name=""/>
        <dsp:cNvSpPr/>
      </dsp:nvSpPr>
      <dsp:spPr>
        <a:xfrm>
          <a:off x="5600426" y="1717536"/>
          <a:ext cx="1588359" cy="238253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6667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  <a:defRPr b="1"/>
          </a:pPr>
          <a:r>
            <a:rPr lang="en-US" sz="1500" i="1" kern="1200"/>
            <a:t>m</a:t>
          </a:r>
          <a:endParaRPr lang="en-US" sz="1500" kern="1200"/>
        </a:p>
      </dsp:txBody>
      <dsp:txXfrm>
        <a:off x="5600426" y="1717536"/>
        <a:ext cx="1588359" cy="238253"/>
      </dsp:txXfrm>
    </dsp:sp>
    <dsp:sp modelId="{FBA46910-DE52-4B41-9F4B-30EEAC7E6E46}">
      <dsp:nvSpPr>
        <dsp:cNvPr id="0" name=""/>
        <dsp:cNvSpPr/>
      </dsp:nvSpPr>
      <dsp:spPr>
        <a:xfrm>
          <a:off x="5600426" y="1991307"/>
          <a:ext cx="1588359" cy="869802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4889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100" kern="1200" dirty="0"/>
            <a:t>the transaction</a:t>
          </a:r>
        </a:p>
        <a:p>
          <a:pPr marL="0" lvl="0" indent="0" algn="ctr" defTabSz="4889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100" kern="1200" dirty="0"/>
            <a:t>or parts of it</a:t>
          </a:r>
        </a:p>
      </dsp:txBody>
      <dsp:txXfrm>
        <a:off x="5600426" y="1991307"/>
        <a:ext cx="1588359" cy="869802"/>
      </dsp:txXfrm>
    </dsp:sp>
    <dsp:sp modelId="{086E8993-C971-4EB9-BE85-0647807F9300}">
      <dsp:nvSpPr>
        <dsp:cNvPr id="0" name=""/>
        <dsp:cNvSpPr/>
      </dsp:nvSpPr>
      <dsp:spPr>
        <a:xfrm>
          <a:off x="7982966" y="1085248"/>
          <a:ext cx="555925" cy="555925"/>
        </a:xfrm>
        <a:prstGeom prst="rect">
          <a:avLst/>
        </a:prstGeom>
        <a:blipFill>
          <a:blip xmlns:r="http://schemas.openxmlformats.org/officeDocument/2006/relationships" r:embed="rId9" cstate="email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10"/>
              </a:ext>
            </a:extLst>
          </a:blip>
          <a:stretch>
            <a:fillRect/>
          </a:stretch>
        </a:blipFill>
        <a:ln w="12700" cap="flat" cmpd="sng" algn="ctr">
          <a:noFill/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D4780D1B-00CF-47D2-8FEE-213AAE88FDA2}">
      <dsp:nvSpPr>
        <dsp:cNvPr id="0" name=""/>
        <dsp:cNvSpPr/>
      </dsp:nvSpPr>
      <dsp:spPr>
        <a:xfrm>
          <a:off x="7466749" y="1717536"/>
          <a:ext cx="1588359" cy="238253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6667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  <a:defRPr b="1"/>
          </a:pPr>
          <a:r>
            <a:rPr lang="en-US" sz="1500" i="1" kern="1200"/>
            <a:t>F</a:t>
          </a:r>
          <a:r>
            <a:rPr lang="en-US" sz="1500" i="1" kern="1200" baseline="-25000"/>
            <a:t>hash</a:t>
          </a:r>
          <a:endParaRPr lang="en-US" sz="1500" kern="1200"/>
        </a:p>
      </dsp:txBody>
      <dsp:txXfrm>
        <a:off x="7466749" y="1717536"/>
        <a:ext cx="1588359" cy="238253"/>
      </dsp:txXfrm>
    </dsp:sp>
    <dsp:sp modelId="{9E85C192-071C-4D3E-921C-C4C09D24A2FC}">
      <dsp:nvSpPr>
        <dsp:cNvPr id="0" name=""/>
        <dsp:cNvSpPr/>
      </dsp:nvSpPr>
      <dsp:spPr>
        <a:xfrm>
          <a:off x="7466749" y="1991307"/>
          <a:ext cx="1588359" cy="869802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4889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100" kern="1200" dirty="0"/>
            <a:t>the hashing function</a:t>
          </a:r>
        </a:p>
      </dsp:txBody>
      <dsp:txXfrm>
        <a:off x="7466749" y="1991307"/>
        <a:ext cx="1588359" cy="869802"/>
      </dsp:txXfrm>
    </dsp:sp>
    <dsp:sp modelId="{A0AED4B0-1C74-48EC-AAEC-D9C71C645460}">
      <dsp:nvSpPr>
        <dsp:cNvPr id="0" name=""/>
        <dsp:cNvSpPr/>
      </dsp:nvSpPr>
      <dsp:spPr>
        <a:xfrm>
          <a:off x="9849288" y="1085248"/>
          <a:ext cx="555925" cy="555925"/>
        </a:xfrm>
        <a:prstGeom prst="rect">
          <a:avLst/>
        </a:prstGeom>
        <a:blipFill>
          <a:blip xmlns:r="http://schemas.openxmlformats.org/officeDocument/2006/relationships" r:embed="rId11" cstate="email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12"/>
              </a:ext>
            </a:extLst>
          </a:blip>
          <a:stretch>
            <a:fillRect/>
          </a:stretch>
        </a:blipFill>
        <a:ln w="12700" cap="flat" cmpd="sng" algn="ctr">
          <a:noFill/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95D11A78-CB35-4820-852F-898029DFAE2B}">
      <dsp:nvSpPr>
        <dsp:cNvPr id="0" name=""/>
        <dsp:cNvSpPr/>
      </dsp:nvSpPr>
      <dsp:spPr>
        <a:xfrm>
          <a:off x="9333071" y="1717536"/>
          <a:ext cx="1588359" cy="238253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6667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  <a:defRPr b="1"/>
          </a:pPr>
          <a:r>
            <a:rPr lang="en-US" sz="1500" i="1" kern="1200"/>
            <a:t>F</a:t>
          </a:r>
          <a:r>
            <a:rPr lang="en-US" sz="1500" i="1" kern="1200" baseline="-25000"/>
            <a:t>sig</a:t>
          </a:r>
          <a:endParaRPr lang="en-US" sz="1500" kern="1200"/>
        </a:p>
      </dsp:txBody>
      <dsp:txXfrm>
        <a:off x="9333071" y="1717536"/>
        <a:ext cx="1588359" cy="238253"/>
      </dsp:txXfrm>
    </dsp:sp>
    <dsp:sp modelId="{8933DB97-C717-4A5F-8BB8-D56249AAEB07}">
      <dsp:nvSpPr>
        <dsp:cNvPr id="0" name=""/>
        <dsp:cNvSpPr/>
      </dsp:nvSpPr>
      <dsp:spPr>
        <a:xfrm>
          <a:off x="9333071" y="1991307"/>
          <a:ext cx="1588359" cy="869802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4889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100" kern="1200"/>
            <a:t>the </a:t>
          </a:r>
          <a:r>
            <a:rPr lang="en-US" sz="1100" kern="1200" dirty="0"/>
            <a:t>signing algorithm</a:t>
          </a:r>
        </a:p>
      </dsp:txBody>
      <dsp:txXfrm>
        <a:off x="9333071" y="1991307"/>
        <a:ext cx="1588359" cy="869802"/>
      </dsp:txXfrm>
    </dsp:sp>
  </dsp:spTree>
</dsp:drawing>
</file>

<file path=ppt/diagrams/drawing99.xml><?xml version="1.0" encoding="utf-8"?>
<dsp:drawing xmlns:dgm="http://schemas.openxmlformats.org/drawingml/2006/diagram" xmlns:dsp="http://schemas.microsoft.com/office/drawing/2008/diagram" xmlns:a="http://schemas.openxmlformats.org/drawingml/2006/main">
  <dsp:spTree>
    <dsp:nvGrpSpPr>
      <dsp:cNvPr id="0" name=""/>
      <dsp:cNvGrpSpPr/>
    </dsp:nvGrpSpPr>
    <dsp:grpSpPr/>
    <dsp:sp modelId="{D86B17E2-F767-48CE-8439-99889DE4FC74}">
      <dsp:nvSpPr>
        <dsp:cNvPr id="0" name=""/>
        <dsp:cNvSpPr/>
      </dsp:nvSpPr>
      <dsp:spPr>
        <a:xfrm>
          <a:off x="943992" y="578084"/>
          <a:ext cx="1012921" cy="1012921"/>
        </a:xfrm>
        <a:prstGeom prst="rect">
          <a:avLst/>
        </a:prstGeom>
        <a:blipFill rotWithShape="1">
          <a:blip xmlns:r="http://schemas.openxmlformats.org/officeDocument/2006/relationships" r:embed="rId1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2"/>
              </a:ext>
            </a:extLst>
          </a:blip>
          <a:srcRect/>
          <a:stretch>
            <a:fillRect/>
          </a:stretch>
        </a:blipFill>
        <a:ln w="12700" cap="flat" cmpd="sng" algn="ctr">
          <a:noFill/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2F3AEC7C-3F21-4A46-9615-537326BC1325}">
      <dsp:nvSpPr>
        <dsp:cNvPr id="0" name=""/>
        <dsp:cNvSpPr/>
      </dsp:nvSpPr>
      <dsp:spPr>
        <a:xfrm>
          <a:off x="3421" y="1698295"/>
          <a:ext cx="2894062" cy="434109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124460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  <a:defRPr b="1"/>
          </a:pPr>
          <a:r>
            <a:rPr lang="tr-TR" sz="2800" kern="1200"/>
            <a:t>Sig = (R, S)</a:t>
          </a:r>
          <a:endParaRPr lang="en-US" sz="2800" kern="1200"/>
        </a:p>
      </dsp:txBody>
      <dsp:txXfrm>
        <a:off x="3421" y="1698295"/>
        <a:ext cx="2894062" cy="434109"/>
      </dsp:txXfrm>
    </dsp:sp>
    <dsp:sp modelId="{0E6A409B-6774-4E48-840B-19C91AFF1C1E}">
      <dsp:nvSpPr>
        <dsp:cNvPr id="0" name=""/>
        <dsp:cNvSpPr/>
      </dsp:nvSpPr>
      <dsp:spPr>
        <a:xfrm>
          <a:off x="3421" y="2182306"/>
          <a:ext cx="2894062" cy="890858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7556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700" kern="1200" dirty="0"/>
            <a:t>two values R and S</a:t>
          </a:r>
        </a:p>
        <a:p>
          <a:pPr marL="0" lvl="0" indent="0" algn="ctr" defTabSz="7556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700" kern="1200" dirty="0"/>
            <a:t>have been calculated </a:t>
          </a:r>
        </a:p>
      </dsp:txBody>
      <dsp:txXfrm>
        <a:off x="3421" y="2182306"/>
        <a:ext cx="2894062" cy="890858"/>
      </dsp:txXfrm>
    </dsp:sp>
    <dsp:sp modelId="{25F13A6D-E2B6-43EE-95E9-D7F1AF80BF5C}">
      <dsp:nvSpPr>
        <dsp:cNvPr id="0" name=""/>
        <dsp:cNvSpPr/>
      </dsp:nvSpPr>
      <dsp:spPr>
        <a:xfrm>
          <a:off x="4344515" y="578084"/>
          <a:ext cx="1012921" cy="1012921"/>
        </a:xfrm>
        <a:prstGeom prst="rect">
          <a:avLst/>
        </a:prstGeom>
        <a:blipFill>
          <a:blip xmlns:r="http://schemas.openxmlformats.org/officeDocument/2006/relationships" r:embed="rId3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4"/>
              </a:ext>
            </a:extLst>
          </a:blip>
          <a:stretch>
            <a:fillRect/>
          </a:stretch>
        </a:blipFill>
        <a:ln w="12700" cap="flat" cmpd="sng" algn="ctr">
          <a:noFill/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9DA86B89-7CDC-4578-BC72-DD33E5CB859A}">
      <dsp:nvSpPr>
        <dsp:cNvPr id="0" name=""/>
        <dsp:cNvSpPr/>
      </dsp:nvSpPr>
      <dsp:spPr>
        <a:xfrm>
          <a:off x="3403945" y="1698295"/>
          <a:ext cx="2894062" cy="434109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124460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  <a:defRPr b="1"/>
          </a:pPr>
          <a:r>
            <a:rPr lang="tr-TR" sz="2800" kern="1200" dirty="0"/>
            <a:t>Serialization</a:t>
          </a:r>
          <a:endParaRPr lang="en-US" sz="2800" kern="1200" dirty="0"/>
        </a:p>
      </dsp:txBody>
      <dsp:txXfrm>
        <a:off x="3403945" y="1698295"/>
        <a:ext cx="2894062" cy="434109"/>
      </dsp:txXfrm>
    </dsp:sp>
    <dsp:sp modelId="{28B15149-7F70-44C4-89B1-699FF6F447BD}">
      <dsp:nvSpPr>
        <dsp:cNvPr id="0" name=""/>
        <dsp:cNvSpPr/>
      </dsp:nvSpPr>
      <dsp:spPr>
        <a:xfrm>
          <a:off x="3403945" y="2182306"/>
          <a:ext cx="2894062" cy="890858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7556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tr-TR" sz="1700" kern="1200" dirty="0"/>
            <a:t>R &amp; S are</a:t>
          </a:r>
          <a:endParaRPr lang="en-US" sz="1700" kern="1200" dirty="0"/>
        </a:p>
        <a:p>
          <a:pPr marL="0" lvl="0" indent="0" algn="ctr" defTabSz="7556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700" kern="1200" dirty="0"/>
            <a:t>serialized into a </a:t>
          </a:r>
          <a:r>
            <a:rPr lang="en-US" sz="1700" kern="1200" dirty="0" err="1"/>
            <a:t>bytestream</a:t>
          </a:r>
          <a:endParaRPr lang="en-US" sz="1700" kern="1200" dirty="0"/>
        </a:p>
      </dsp:txBody>
      <dsp:txXfrm>
        <a:off x="3403945" y="2182306"/>
        <a:ext cx="2894062" cy="890858"/>
      </dsp:txXfrm>
    </dsp:sp>
    <dsp:sp modelId="{B2235F24-0446-47A2-B291-0CA00F67A55D}">
      <dsp:nvSpPr>
        <dsp:cNvPr id="0" name=""/>
        <dsp:cNvSpPr/>
      </dsp:nvSpPr>
      <dsp:spPr>
        <a:xfrm>
          <a:off x="7745039" y="578084"/>
          <a:ext cx="1012921" cy="1012921"/>
        </a:xfrm>
        <a:prstGeom prst="rect">
          <a:avLst/>
        </a:prstGeom>
        <a:blipFill>
          <a:blip xmlns:r="http://schemas.openxmlformats.org/officeDocument/2006/relationships" r:embed="rId5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6"/>
              </a:ext>
            </a:extLst>
          </a:blip>
          <a:stretch>
            <a:fillRect/>
          </a:stretch>
        </a:blipFill>
        <a:ln w="12700" cap="flat" cmpd="sng" algn="ctr">
          <a:noFill/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AAEA473D-71C6-411A-BE54-25CE39B6E601}">
      <dsp:nvSpPr>
        <dsp:cNvPr id="0" name=""/>
        <dsp:cNvSpPr/>
      </dsp:nvSpPr>
      <dsp:spPr>
        <a:xfrm>
          <a:off x="6804468" y="1698295"/>
          <a:ext cx="2894062" cy="434109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124460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  <a:defRPr b="1"/>
          </a:pPr>
          <a:r>
            <a:rPr lang="tr-TR" sz="2800" i="1" kern="1200"/>
            <a:t>DER</a:t>
          </a:r>
          <a:endParaRPr lang="en-US" sz="2800" kern="1200"/>
        </a:p>
      </dsp:txBody>
      <dsp:txXfrm>
        <a:off x="6804468" y="1698295"/>
        <a:ext cx="2894062" cy="434109"/>
      </dsp:txXfrm>
    </dsp:sp>
    <dsp:sp modelId="{89B88F17-A14D-4C7A-87E1-6FB0EA7131AD}">
      <dsp:nvSpPr>
        <dsp:cNvPr id="0" name=""/>
        <dsp:cNvSpPr/>
      </dsp:nvSpPr>
      <dsp:spPr>
        <a:xfrm>
          <a:off x="6804468" y="2182306"/>
          <a:ext cx="2894062" cy="890858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7556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700" i="1" kern="1200" dirty="0"/>
            <a:t>Distinguished</a:t>
          </a:r>
          <a:r>
            <a:rPr lang="tr-TR" sz="1700" i="1" kern="1200" dirty="0"/>
            <a:t> Encoding Rules</a:t>
          </a:r>
          <a:endParaRPr lang="en-US" sz="1700" kern="1200" dirty="0"/>
        </a:p>
        <a:p>
          <a:pPr marL="0" lvl="0" indent="0" algn="ctr" defTabSz="7556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700" kern="1200" dirty="0"/>
            <a:t>international standard encoding scheme</a:t>
          </a:r>
        </a:p>
      </dsp:txBody>
      <dsp:txXfrm>
        <a:off x="6804468" y="2182306"/>
        <a:ext cx="2894062" cy="890858"/>
      </dsp:txXfrm>
    </dsp:sp>
  </dsp:spTree>
</dsp:drawing>
</file>

<file path=ppt/diagrams/drawing100.xml><?xml version="1.0" encoding="utf-8"?>
<dsp:drawing xmlns:dgm="http://schemas.openxmlformats.org/drawingml/2006/diagram" xmlns:dsp="http://schemas.microsoft.com/office/drawing/2008/diagram" xmlns:a="http://schemas.openxmlformats.org/drawingml/2006/main">
  <dsp:spTree>
    <dsp:nvGrpSpPr>
      <dsp:cNvPr id="0" name=""/>
      <dsp:cNvGrpSpPr/>
    </dsp:nvGrpSpPr>
    <dsp:grpSpPr/>
    <dsp:sp modelId="{9DA8EFD6-D3D0-48C0-A6AD-8DB4AC056B4B}">
      <dsp:nvSpPr>
        <dsp:cNvPr id="0" name=""/>
        <dsp:cNvSpPr/>
      </dsp:nvSpPr>
      <dsp:spPr>
        <a:xfrm>
          <a:off x="18944" y="677670"/>
          <a:ext cx="820839" cy="820839"/>
        </a:xfrm>
        <a:prstGeom prst="rect">
          <a:avLst/>
        </a:prstGeom>
        <a:blipFill>
          <a:blip xmlns:r="http://schemas.openxmlformats.org/officeDocument/2006/relationships" r:embed="rId1" cstate="email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2"/>
              </a:ext>
            </a:extLst>
          </a:blip>
          <a:stretch>
            <a:fillRect/>
          </a:stretch>
        </a:blipFill>
        <a:ln w="12700" cap="flat" cmpd="sng" algn="ctr">
          <a:noFill/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8A00C952-D1D9-47F3-80D0-90CC13AC32E7}">
      <dsp:nvSpPr>
        <dsp:cNvPr id="0" name=""/>
        <dsp:cNvSpPr/>
      </dsp:nvSpPr>
      <dsp:spPr>
        <a:xfrm>
          <a:off x="18944" y="1600956"/>
          <a:ext cx="2345256" cy="351788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l" defTabSz="97790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  <a:defRPr b="1"/>
          </a:pPr>
          <a:r>
            <a:rPr lang="en-US" sz="2200" kern="1200"/>
            <a:t>transaction</a:t>
          </a:r>
          <a:r>
            <a:rPr lang="tr-TR" sz="2200" kern="1200"/>
            <a:t> </a:t>
          </a:r>
          <a:r>
            <a:rPr lang="en-US" sz="2200" kern="1200"/>
            <a:t>input</a:t>
          </a:r>
        </a:p>
      </dsp:txBody>
      <dsp:txXfrm>
        <a:off x="18944" y="1600956"/>
        <a:ext cx="2345256" cy="351788"/>
      </dsp:txXfrm>
    </dsp:sp>
    <dsp:sp modelId="{BF0AB6BD-4F9A-48B4-97ED-5AF24E71AC12}">
      <dsp:nvSpPr>
        <dsp:cNvPr id="0" name=""/>
        <dsp:cNvSpPr/>
      </dsp:nvSpPr>
      <dsp:spPr>
        <a:xfrm>
          <a:off x="18944" y="2000394"/>
          <a:ext cx="2345256" cy="1059746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l" defTabSz="7556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700" kern="1200"/>
            <a:t>unlocking script contains</a:t>
          </a:r>
        </a:p>
        <a:p>
          <a:pPr marL="0" lvl="0" indent="0" algn="l" defTabSz="7556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700" kern="1200"/>
            <a:t>DER-encoded signature</a:t>
          </a:r>
        </a:p>
      </dsp:txBody>
      <dsp:txXfrm>
        <a:off x="18944" y="2000394"/>
        <a:ext cx="2345256" cy="1059746"/>
      </dsp:txXfrm>
    </dsp:sp>
    <dsp:sp modelId="{337D349A-DABF-4376-88C7-7054A2B0C20E}">
      <dsp:nvSpPr>
        <dsp:cNvPr id="0" name=""/>
        <dsp:cNvSpPr/>
      </dsp:nvSpPr>
      <dsp:spPr>
        <a:xfrm>
          <a:off x="2774621" y="677670"/>
          <a:ext cx="820839" cy="820839"/>
        </a:xfrm>
        <a:prstGeom prst="rect">
          <a:avLst/>
        </a:prstGeom>
        <a:blipFill rotWithShape="1">
          <a:blip xmlns:r="http://schemas.openxmlformats.org/officeDocument/2006/relationships" r:embed="rId3" cstate="email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4"/>
              </a:ext>
            </a:extLst>
          </a:blip>
          <a:srcRect/>
          <a:stretch>
            <a:fillRect/>
          </a:stretch>
        </a:blipFill>
        <a:ln w="12700" cap="flat" cmpd="sng" algn="ctr">
          <a:solidFill>
            <a:schemeClr val="lt1">
              <a:alpha val="0"/>
              <a:hueOff val="0"/>
              <a:satOff val="0"/>
              <a:lumOff val="0"/>
              <a:alphaOff val="0"/>
            </a:schemeClr>
          </a:solidFill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D61EC8D0-A2C2-46DD-AF72-FFC3B642D3A8}">
      <dsp:nvSpPr>
        <dsp:cNvPr id="0" name=""/>
        <dsp:cNvSpPr/>
      </dsp:nvSpPr>
      <dsp:spPr>
        <a:xfrm>
          <a:off x="2774621" y="1600956"/>
          <a:ext cx="2345256" cy="351788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l" defTabSz="97790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  <a:defRPr b="1"/>
          </a:pPr>
          <a:r>
            <a:rPr lang="tr-TR" sz="2200" kern="1200"/>
            <a:t>Wallet generation</a:t>
          </a:r>
          <a:endParaRPr lang="en-US" sz="2200" kern="1200"/>
        </a:p>
      </dsp:txBody>
      <dsp:txXfrm>
        <a:off x="2774621" y="1600956"/>
        <a:ext cx="2345256" cy="351788"/>
      </dsp:txXfrm>
    </dsp:sp>
    <dsp:sp modelId="{775758B7-DBF1-4188-942A-1AD4CA0C723A}">
      <dsp:nvSpPr>
        <dsp:cNvPr id="0" name=""/>
        <dsp:cNvSpPr/>
      </dsp:nvSpPr>
      <dsp:spPr>
        <a:xfrm>
          <a:off x="2774621" y="2000394"/>
          <a:ext cx="2345256" cy="1059746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l" defTabSz="7556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tr-TR" sz="1700" kern="1200"/>
            <a:t>Generated </a:t>
          </a:r>
          <a:r>
            <a:rPr lang="en-US" sz="1700" kern="1200"/>
            <a:t>from Alice’s wallet</a:t>
          </a:r>
        </a:p>
        <a:p>
          <a:pPr marL="0" lvl="0" indent="0" algn="l" defTabSz="7556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tr-TR" sz="1700" kern="1200"/>
            <a:t>Signature having R &amp; S</a:t>
          </a:r>
          <a:endParaRPr lang="en-US" sz="1700" kern="1200"/>
        </a:p>
      </dsp:txBody>
      <dsp:txXfrm>
        <a:off x="2774621" y="2000394"/>
        <a:ext cx="2345256" cy="1059746"/>
      </dsp:txXfrm>
    </dsp:sp>
    <dsp:sp modelId="{C3DC7815-B649-4D76-A093-7970FEEAF4D8}">
      <dsp:nvSpPr>
        <dsp:cNvPr id="0" name=""/>
        <dsp:cNvSpPr/>
      </dsp:nvSpPr>
      <dsp:spPr>
        <a:xfrm>
          <a:off x="5530297" y="677670"/>
          <a:ext cx="820839" cy="820839"/>
        </a:xfrm>
        <a:prstGeom prst="rect">
          <a:avLst/>
        </a:prstGeom>
        <a:blipFill>
          <a:blip xmlns:r="http://schemas.openxmlformats.org/officeDocument/2006/relationships" r:embed="rId5" cstate="email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6"/>
              </a:ext>
            </a:extLst>
          </a:blip>
          <a:stretch>
            <a:fillRect/>
          </a:stretch>
        </a:blipFill>
        <a:ln w="12700" cap="flat" cmpd="sng" algn="ctr">
          <a:solidFill>
            <a:schemeClr val="lt1">
              <a:alpha val="0"/>
              <a:hueOff val="0"/>
              <a:satOff val="0"/>
              <a:lumOff val="0"/>
              <a:alphaOff val="0"/>
            </a:schemeClr>
          </a:solidFill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215E7114-9067-4822-A3E8-049E82BCC220}">
      <dsp:nvSpPr>
        <dsp:cNvPr id="0" name=""/>
        <dsp:cNvSpPr/>
      </dsp:nvSpPr>
      <dsp:spPr>
        <a:xfrm>
          <a:off x="5530297" y="1600956"/>
          <a:ext cx="2345256" cy="351788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l" defTabSz="97790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  <a:defRPr b="1"/>
          </a:pPr>
          <a:r>
            <a:rPr lang="tr-TR" sz="2200" kern="1200"/>
            <a:t>R</a:t>
          </a:r>
          <a:endParaRPr lang="en-US" sz="2200" kern="1200"/>
        </a:p>
      </dsp:txBody>
      <dsp:txXfrm>
        <a:off x="5530297" y="1600956"/>
        <a:ext cx="2345256" cy="351788"/>
      </dsp:txXfrm>
    </dsp:sp>
    <dsp:sp modelId="{4F368779-D4DD-468A-A8A3-C863625B94DF}">
      <dsp:nvSpPr>
        <dsp:cNvPr id="0" name=""/>
        <dsp:cNvSpPr/>
      </dsp:nvSpPr>
      <dsp:spPr>
        <a:xfrm>
          <a:off x="5530297" y="2000394"/>
          <a:ext cx="2345256" cy="1059746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l" defTabSz="7556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tr-TR" sz="1700" kern="1200"/>
            <a:t>3045022100884d142d86652a3f47ba4746ec719bbfbd040a570b1deccbb6498c75c4ae24cb02204b</a:t>
          </a:r>
          <a:endParaRPr lang="en-US" sz="1700" kern="1200"/>
        </a:p>
      </dsp:txBody>
      <dsp:txXfrm>
        <a:off x="5530297" y="2000394"/>
        <a:ext cx="2345256" cy="1059746"/>
      </dsp:txXfrm>
    </dsp:sp>
    <dsp:sp modelId="{FBCA9C8F-2FF2-4637-9047-77DBE3C7B571}">
      <dsp:nvSpPr>
        <dsp:cNvPr id="0" name=""/>
        <dsp:cNvSpPr/>
      </dsp:nvSpPr>
      <dsp:spPr>
        <a:xfrm>
          <a:off x="8285973" y="677670"/>
          <a:ext cx="820839" cy="820839"/>
        </a:xfrm>
        <a:prstGeom prst="rect">
          <a:avLst/>
        </a:prstGeom>
        <a:blipFill>
          <a:blip xmlns:r="http://schemas.openxmlformats.org/officeDocument/2006/relationships" r:embed="rId7" cstate="email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8"/>
              </a:ext>
            </a:extLst>
          </a:blip>
          <a:stretch>
            <a:fillRect/>
          </a:stretch>
        </a:blipFill>
        <a:ln w="12700" cap="flat" cmpd="sng" algn="ctr">
          <a:solidFill>
            <a:schemeClr val="lt1">
              <a:alpha val="0"/>
              <a:hueOff val="0"/>
              <a:satOff val="0"/>
              <a:lumOff val="0"/>
              <a:alphaOff val="0"/>
            </a:schemeClr>
          </a:solidFill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88743895-F2D2-4DE4-B6B5-82535F91056A}">
      <dsp:nvSpPr>
        <dsp:cNvPr id="0" name=""/>
        <dsp:cNvSpPr/>
      </dsp:nvSpPr>
      <dsp:spPr>
        <a:xfrm>
          <a:off x="8285973" y="1600956"/>
          <a:ext cx="2345256" cy="351788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l" defTabSz="97790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  <a:defRPr b="1"/>
          </a:pPr>
          <a:r>
            <a:rPr lang="tr-TR" sz="2200" kern="1200"/>
            <a:t>S</a:t>
          </a:r>
          <a:endParaRPr lang="en-US" sz="2200" kern="1200"/>
        </a:p>
      </dsp:txBody>
      <dsp:txXfrm>
        <a:off x="8285973" y="1600956"/>
        <a:ext cx="2345256" cy="351788"/>
      </dsp:txXfrm>
    </dsp:sp>
    <dsp:sp modelId="{D9D5995B-9DF6-4D8A-9294-CBDB61203D05}">
      <dsp:nvSpPr>
        <dsp:cNvPr id="0" name=""/>
        <dsp:cNvSpPr/>
      </dsp:nvSpPr>
      <dsp:spPr>
        <a:xfrm>
          <a:off x="8285973" y="2000394"/>
          <a:ext cx="2345256" cy="1059746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l" defTabSz="7556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tr-TR" sz="1700" kern="1200"/>
            <a:t>9f039ff08df09cbe9f6addac960298cad530a863ea8f53982c09db8f6e381301</a:t>
          </a:r>
          <a:endParaRPr lang="en-US" sz="1700" kern="1200"/>
        </a:p>
      </dsp:txBody>
      <dsp:txXfrm>
        <a:off x="8285973" y="2000394"/>
        <a:ext cx="2345256" cy="1059746"/>
      </dsp:txXfrm>
    </dsp:sp>
  </dsp:spTree>
</dsp:drawing>
</file>

<file path=ppt/diagrams/drawing101.xml><?xml version="1.0" encoding="utf-8"?>
<dsp:drawing xmlns:dgm="http://schemas.openxmlformats.org/drawingml/2006/diagram" xmlns:dsp="http://schemas.microsoft.com/office/drawing/2008/diagram" xmlns:a="http://schemas.openxmlformats.org/drawingml/2006/main">
  <dsp:spTree>
    <dsp:nvGrpSpPr>
      <dsp:cNvPr id="0" name=""/>
      <dsp:cNvGrpSpPr/>
    </dsp:nvGrpSpPr>
    <dsp:grpSpPr/>
    <dsp:sp modelId="{C00FEA6B-10B6-498C-929F-30BC5ECCDD6F}">
      <dsp:nvSpPr>
        <dsp:cNvPr id="0" name=""/>
        <dsp:cNvSpPr/>
      </dsp:nvSpPr>
      <dsp:spPr>
        <a:xfrm>
          <a:off x="943992" y="715224"/>
          <a:ext cx="1012921" cy="1012921"/>
        </a:xfrm>
        <a:prstGeom prst="rect">
          <a:avLst/>
        </a:prstGeom>
        <a:blipFill rotWithShape="1">
          <a:blip xmlns:r="http://schemas.openxmlformats.org/officeDocument/2006/relationships" r:embed="rId1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2"/>
              </a:ext>
            </a:extLst>
          </a:blip>
          <a:srcRect/>
          <a:stretch>
            <a:fillRect/>
          </a:stretch>
        </a:blipFill>
        <a:ln w="12700" cap="flat" cmpd="sng" algn="ctr">
          <a:noFill/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7FFDD286-6A34-4F3E-94CB-98A7AE054BCA}">
      <dsp:nvSpPr>
        <dsp:cNvPr id="0" name=""/>
        <dsp:cNvSpPr/>
      </dsp:nvSpPr>
      <dsp:spPr>
        <a:xfrm>
          <a:off x="3421" y="1823640"/>
          <a:ext cx="2894062" cy="434109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97790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  <a:defRPr b="1"/>
          </a:pPr>
          <a:r>
            <a:rPr lang="en-US" sz="2200" kern="1200" dirty="0"/>
            <a:t>That </a:t>
          </a:r>
          <a:r>
            <a:rPr lang="tr-TR" sz="2200" kern="1200" dirty="0"/>
            <a:t>serialized </a:t>
          </a:r>
          <a:r>
            <a:rPr lang="en-US" sz="2200" kern="1200" dirty="0"/>
            <a:t>signature</a:t>
          </a:r>
        </a:p>
      </dsp:txBody>
      <dsp:txXfrm>
        <a:off x="3421" y="1823640"/>
        <a:ext cx="2894062" cy="434109"/>
      </dsp:txXfrm>
    </dsp:sp>
    <dsp:sp modelId="{6DCE6E81-4682-440B-86B9-F13513A24E16}">
      <dsp:nvSpPr>
        <dsp:cNvPr id="0" name=""/>
        <dsp:cNvSpPr/>
      </dsp:nvSpPr>
      <dsp:spPr>
        <a:xfrm>
          <a:off x="3421" y="2302165"/>
          <a:ext cx="2894062" cy="633860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7556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700" kern="1200" dirty="0"/>
            <a:t>produced by Alice’s</a:t>
          </a:r>
          <a:r>
            <a:rPr lang="tr-TR" sz="1700" kern="1200" dirty="0"/>
            <a:t> </a:t>
          </a:r>
          <a:r>
            <a:rPr lang="en-US" sz="1700" kern="1200" dirty="0"/>
            <a:t>wallet</a:t>
          </a:r>
        </a:p>
      </dsp:txBody>
      <dsp:txXfrm>
        <a:off x="3421" y="2302165"/>
        <a:ext cx="2894062" cy="633860"/>
      </dsp:txXfrm>
    </dsp:sp>
    <dsp:sp modelId="{0A13AE43-8700-49EE-95F0-5357E58614B7}">
      <dsp:nvSpPr>
        <dsp:cNvPr id="0" name=""/>
        <dsp:cNvSpPr/>
      </dsp:nvSpPr>
      <dsp:spPr>
        <a:xfrm>
          <a:off x="4344515" y="715224"/>
          <a:ext cx="1012921" cy="1012921"/>
        </a:xfrm>
        <a:prstGeom prst="rect">
          <a:avLst/>
        </a:prstGeom>
        <a:blipFill>
          <a:blip xmlns:r="http://schemas.openxmlformats.org/officeDocument/2006/relationships" r:embed="rId3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4"/>
              </a:ext>
            </a:extLst>
          </a:blip>
          <a:stretch>
            <a:fillRect/>
          </a:stretch>
        </a:blipFill>
        <a:ln w="12700" cap="flat" cmpd="sng" algn="ctr">
          <a:noFill/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022CE5C0-5AB9-4976-911D-A5B8080EF6B7}">
      <dsp:nvSpPr>
        <dsp:cNvPr id="0" name=""/>
        <dsp:cNvSpPr/>
      </dsp:nvSpPr>
      <dsp:spPr>
        <a:xfrm>
          <a:off x="3403945" y="1823640"/>
          <a:ext cx="2894062" cy="434109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97790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  <a:defRPr b="1"/>
          </a:pPr>
          <a:r>
            <a:rPr lang="tr-TR" sz="2200" kern="1200" dirty="0"/>
            <a:t>Signature </a:t>
          </a:r>
          <a:r>
            <a:rPr lang="en-US" sz="2200" kern="1200" dirty="0"/>
            <a:t>prove</a:t>
          </a:r>
          <a:r>
            <a:rPr lang="tr-TR" sz="2200" kern="1200" dirty="0"/>
            <a:t>s</a:t>
          </a:r>
          <a:endParaRPr lang="en-US" sz="2200" kern="1200" dirty="0"/>
        </a:p>
      </dsp:txBody>
      <dsp:txXfrm>
        <a:off x="3403945" y="1823640"/>
        <a:ext cx="2894062" cy="434109"/>
      </dsp:txXfrm>
    </dsp:sp>
    <dsp:sp modelId="{3E323C51-452E-49F4-9BBE-0757593C7BBF}">
      <dsp:nvSpPr>
        <dsp:cNvPr id="0" name=""/>
        <dsp:cNvSpPr/>
      </dsp:nvSpPr>
      <dsp:spPr>
        <a:xfrm>
          <a:off x="3403945" y="2302165"/>
          <a:ext cx="2894062" cy="633860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7556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tr-TR" sz="1700" kern="1200" dirty="0"/>
            <a:t>Alice</a:t>
          </a:r>
          <a:r>
            <a:rPr lang="en-US" sz="1700" kern="1200" dirty="0"/>
            <a:t> owns the private key</a:t>
          </a:r>
        </a:p>
        <a:p>
          <a:pPr marL="0" lvl="0" indent="0" algn="ctr" defTabSz="7556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700" kern="1200"/>
            <a:t>authorized </a:t>
          </a:r>
          <a:r>
            <a:rPr lang="en-US" sz="1700" kern="1200" dirty="0"/>
            <a:t>to spend that output. </a:t>
          </a:r>
        </a:p>
      </dsp:txBody>
      <dsp:txXfrm>
        <a:off x="3403945" y="2302165"/>
        <a:ext cx="2894062" cy="633860"/>
      </dsp:txXfrm>
    </dsp:sp>
    <dsp:sp modelId="{23DC9EF7-63CD-4734-8C6E-0E2D8F51FBD4}">
      <dsp:nvSpPr>
        <dsp:cNvPr id="0" name=""/>
        <dsp:cNvSpPr/>
      </dsp:nvSpPr>
      <dsp:spPr>
        <a:xfrm>
          <a:off x="7745039" y="715224"/>
          <a:ext cx="1012921" cy="1012921"/>
        </a:xfrm>
        <a:prstGeom prst="rect">
          <a:avLst/>
        </a:prstGeom>
        <a:blipFill>
          <a:blip xmlns:r="http://schemas.openxmlformats.org/officeDocument/2006/relationships" r:embed="rId5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6"/>
              </a:ext>
            </a:extLst>
          </a:blip>
          <a:stretch>
            <a:fillRect/>
          </a:stretch>
        </a:blipFill>
        <a:ln w="12700" cap="flat" cmpd="sng" algn="ctr">
          <a:noFill/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E1FE3BC6-2D15-445B-8EAA-2D40F661135F}">
      <dsp:nvSpPr>
        <dsp:cNvPr id="0" name=""/>
        <dsp:cNvSpPr/>
      </dsp:nvSpPr>
      <dsp:spPr>
        <a:xfrm>
          <a:off x="6804468" y="1823640"/>
          <a:ext cx="2894062" cy="434109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97790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  <a:defRPr b="1"/>
          </a:pPr>
          <a:r>
            <a:rPr lang="tr-TR" sz="2200" kern="1200"/>
            <a:t>9 Elements</a:t>
          </a:r>
          <a:endParaRPr lang="en-US" sz="2200" kern="1200"/>
        </a:p>
      </dsp:txBody>
      <dsp:txXfrm>
        <a:off x="6804468" y="1823640"/>
        <a:ext cx="2894062" cy="434109"/>
      </dsp:txXfrm>
    </dsp:sp>
    <dsp:sp modelId="{919E68B8-40D4-4061-8302-0DDFA01CCD48}">
      <dsp:nvSpPr>
        <dsp:cNvPr id="0" name=""/>
        <dsp:cNvSpPr/>
      </dsp:nvSpPr>
      <dsp:spPr>
        <a:xfrm>
          <a:off x="6804468" y="2302165"/>
          <a:ext cx="2894062" cy="633860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7556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700" kern="1200" dirty="0"/>
            <a:t>The serialization</a:t>
          </a:r>
          <a:r>
            <a:rPr lang="tr-TR" sz="1700" kern="1200" dirty="0"/>
            <a:t> </a:t>
          </a:r>
          <a:r>
            <a:rPr lang="en-US" sz="1700" kern="1200" dirty="0"/>
            <a:t>format</a:t>
          </a:r>
        </a:p>
        <a:p>
          <a:pPr marL="0" lvl="0" indent="0" algn="ctr" defTabSz="7556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700" kern="1200" dirty="0"/>
            <a:t>consists of nine elements</a:t>
          </a:r>
        </a:p>
      </dsp:txBody>
      <dsp:txXfrm>
        <a:off x="6804468" y="2302165"/>
        <a:ext cx="2894062" cy="633860"/>
      </dsp:txXfrm>
    </dsp:sp>
  </dsp:spTree>
</dsp:drawing>
</file>

<file path=ppt/diagrams/drawing102.xml><?xml version="1.0" encoding="utf-8"?>
<dsp:drawing xmlns:dgm="http://schemas.openxmlformats.org/drawingml/2006/diagram" xmlns:dsp="http://schemas.microsoft.com/office/drawing/2008/diagram" xmlns:a="http://schemas.openxmlformats.org/drawingml/2006/main">
  <dsp:spTree>
    <dsp:nvGrpSpPr>
      <dsp:cNvPr id="0" name=""/>
      <dsp:cNvGrpSpPr/>
    </dsp:nvGrpSpPr>
    <dsp:grpSpPr/>
    <dsp:sp modelId="{F5F4D758-EB59-430D-AF4A-C6F006068672}">
      <dsp:nvSpPr>
        <dsp:cNvPr id="0" name=""/>
        <dsp:cNvSpPr/>
      </dsp:nvSpPr>
      <dsp:spPr>
        <a:xfrm>
          <a:off x="0" y="522"/>
          <a:ext cx="9169619" cy="0"/>
        </a:xfrm>
        <a:prstGeom prst="line">
          <a:avLst/>
        </a:prstGeom>
        <a:solidFill>
          <a:schemeClr val="accent1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accent1">
              <a:hueOff val="0"/>
              <a:satOff val="0"/>
              <a:lumOff val="0"/>
              <a:alphaOff val="0"/>
            </a:schemeClr>
          </a:solidFill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7DDADCF1-D2DC-490C-A4BA-C70C66204D39}">
      <dsp:nvSpPr>
        <dsp:cNvPr id="0" name=""/>
        <dsp:cNvSpPr/>
      </dsp:nvSpPr>
      <dsp:spPr>
        <a:xfrm>
          <a:off x="0" y="522"/>
          <a:ext cx="9169619" cy="475074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76200" tIns="76200" rIns="76200" bIns="76200" numCol="1" spcCol="1270" anchor="t" anchorCtr="0">
          <a:noAutofit/>
        </a:bodyPr>
        <a:lstStyle/>
        <a:p>
          <a:pPr marL="0" lvl="0" indent="0" algn="l" defTabSz="88900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2000" kern="1200"/>
            <a:t>0x30—indicating the start of a DER sequence</a:t>
          </a:r>
        </a:p>
      </dsp:txBody>
      <dsp:txXfrm>
        <a:off x="0" y="522"/>
        <a:ext cx="9169619" cy="475074"/>
      </dsp:txXfrm>
    </dsp:sp>
    <dsp:sp modelId="{FE3723AF-7CBF-4F6F-8A88-3095526FE5BD}">
      <dsp:nvSpPr>
        <dsp:cNvPr id="0" name=""/>
        <dsp:cNvSpPr/>
      </dsp:nvSpPr>
      <dsp:spPr>
        <a:xfrm>
          <a:off x="0" y="475596"/>
          <a:ext cx="9169619" cy="0"/>
        </a:xfrm>
        <a:prstGeom prst="line">
          <a:avLst/>
        </a:prstGeom>
        <a:solidFill>
          <a:schemeClr val="accent1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accent1">
              <a:hueOff val="0"/>
              <a:satOff val="0"/>
              <a:lumOff val="0"/>
              <a:alphaOff val="0"/>
            </a:schemeClr>
          </a:solidFill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BCE2A280-3FEE-4FB9-A776-DDF770086F1A}">
      <dsp:nvSpPr>
        <dsp:cNvPr id="0" name=""/>
        <dsp:cNvSpPr/>
      </dsp:nvSpPr>
      <dsp:spPr>
        <a:xfrm>
          <a:off x="0" y="475596"/>
          <a:ext cx="9169619" cy="475074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76200" tIns="76200" rIns="76200" bIns="76200" numCol="1" spcCol="1270" anchor="t" anchorCtr="0">
          <a:noAutofit/>
        </a:bodyPr>
        <a:lstStyle/>
        <a:p>
          <a:pPr marL="0" lvl="0" indent="0" algn="l" defTabSz="88900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2000" kern="1200"/>
            <a:t>0x45—the length of the sequence (69 bytes)</a:t>
          </a:r>
        </a:p>
      </dsp:txBody>
      <dsp:txXfrm>
        <a:off x="0" y="475596"/>
        <a:ext cx="9169619" cy="475074"/>
      </dsp:txXfrm>
    </dsp:sp>
    <dsp:sp modelId="{55C035D6-4A81-4EBA-AAEE-3D7778C8E840}">
      <dsp:nvSpPr>
        <dsp:cNvPr id="0" name=""/>
        <dsp:cNvSpPr/>
      </dsp:nvSpPr>
      <dsp:spPr>
        <a:xfrm>
          <a:off x="0" y="950670"/>
          <a:ext cx="9169619" cy="0"/>
        </a:xfrm>
        <a:prstGeom prst="line">
          <a:avLst/>
        </a:prstGeom>
        <a:solidFill>
          <a:schemeClr val="accent1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accent1">
              <a:hueOff val="0"/>
              <a:satOff val="0"/>
              <a:lumOff val="0"/>
              <a:alphaOff val="0"/>
            </a:schemeClr>
          </a:solidFill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E7D5F3E3-0ECB-4CA1-909D-91FD1E7E14B0}">
      <dsp:nvSpPr>
        <dsp:cNvPr id="0" name=""/>
        <dsp:cNvSpPr/>
      </dsp:nvSpPr>
      <dsp:spPr>
        <a:xfrm>
          <a:off x="0" y="950670"/>
          <a:ext cx="9169619" cy="475074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76200" tIns="76200" rIns="76200" bIns="76200" numCol="1" spcCol="1270" anchor="t" anchorCtr="0">
          <a:noAutofit/>
        </a:bodyPr>
        <a:lstStyle/>
        <a:p>
          <a:pPr marL="0" lvl="0" indent="0" algn="l" defTabSz="88900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2000" kern="1200"/>
            <a:t>0x02—an integer value follows</a:t>
          </a:r>
        </a:p>
      </dsp:txBody>
      <dsp:txXfrm>
        <a:off x="0" y="950670"/>
        <a:ext cx="9169619" cy="475074"/>
      </dsp:txXfrm>
    </dsp:sp>
    <dsp:sp modelId="{C3BD0433-4281-4B6F-8D72-F383241C5163}">
      <dsp:nvSpPr>
        <dsp:cNvPr id="0" name=""/>
        <dsp:cNvSpPr/>
      </dsp:nvSpPr>
      <dsp:spPr>
        <a:xfrm>
          <a:off x="0" y="1425744"/>
          <a:ext cx="9169619" cy="0"/>
        </a:xfrm>
        <a:prstGeom prst="line">
          <a:avLst/>
        </a:prstGeom>
        <a:solidFill>
          <a:schemeClr val="accent1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accent1">
              <a:hueOff val="0"/>
              <a:satOff val="0"/>
              <a:lumOff val="0"/>
              <a:alphaOff val="0"/>
            </a:schemeClr>
          </a:solidFill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FC3630B0-54BB-4E73-BC39-CD24CA913408}">
      <dsp:nvSpPr>
        <dsp:cNvPr id="0" name=""/>
        <dsp:cNvSpPr/>
      </dsp:nvSpPr>
      <dsp:spPr>
        <a:xfrm>
          <a:off x="0" y="1425744"/>
          <a:ext cx="9169619" cy="475074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76200" tIns="76200" rIns="76200" bIns="76200" numCol="1" spcCol="1270" anchor="t" anchorCtr="0">
          <a:noAutofit/>
        </a:bodyPr>
        <a:lstStyle/>
        <a:p>
          <a:pPr marL="0" lvl="0" indent="0" algn="l" defTabSz="88900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2000" kern="1200"/>
            <a:t>0x21—the length of the integer (33 bytes)</a:t>
          </a:r>
        </a:p>
      </dsp:txBody>
      <dsp:txXfrm>
        <a:off x="0" y="1425744"/>
        <a:ext cx="9169619" cy="475074"/>
      </dsp:txXfrm>
    </dsp:sp>
    <dsp:sp modelId="{60C8C946-FDC4-4E1E-BEE1-323C5B5F37BF}">
      <dsp:nvSpPr>
        <dsp:cNvPr id="0" name=""/>
        <dsp:cNvSpPr/>
      </dsp:nvSpPr>
      <dsp:spPr>
        <a:xfrm>
          <a:off x="0" y="1900818"/>
          <a:ext cx="9169619" cy="0"/>
        </a:xfrm>
        <a:prstGeom prst="line">
          <a:avLst/>
        </a:prstGeom>
        <a:solidFill>
          <a:schemeClr val="accent1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accent1">
              <a:hueOff val="0"/>
              <a:satOff val="0"/>
              <a:lumOff val="0"/>
              <a:alphaOff val="0"/>
            </a:schemeClr>
          </a:solidFill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DF2FEBC2-F8BB-4759-A96F-EDC2BC675FBA}">
      <dsp:nvSpPr>
        <dsp:cNvPr id="0" name=""/>
        <dsp:cNvSpPr/>
      </dsp:nvSpPr>
      <dsp:spPr>
        <a:xfrm>
          <a:off x="0" y="1900818"/>
          <a:ext cx="9169619" cy="475074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76200" tIns="76200" rIns="76200" bIns="76200" numCol="1" spcCol="1270" anchor="t" anchorCtr="0">
          <a:noAutofit/>
        </a:bodyPr>
        <a:lstStyle/>
        <a:p>
          <a:pPr marL="0" lvl="0" indent="0" algn="l" defTabSz="88900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tr-TR" sz="2000" kern="1200"/>
            <a:t>R—00884d142d86652a3f47ba4746ec719bbfbd040a570b1deccbb6498c75c4ae24cb</a:t>
          </a:r>
          <a:endParaRPr lang="en-US" sz="2000" kern="1200"/>
        </a:p>
      </dsp:txBody>
      <dsp:txXfrm>
        <a:off x="0" y="1900818"/>
        <a:ext cx="9169619" cy="475074"/>
      </dsp:txXfrm>
    </dsp:sp>
    <dsp:sp modelId="{52BA66C8-A6F6-46D9-A43D-1D2B660974C1}">
      <dsp:nvSpPr>
        <dsp:cNvPr id="0" name=""/>
        <dsp:cNvSpPr/>
      </dsp:nvSpPr>
      <dsp:spPr>
        <a:xfrm>
          <a:off x="0" y="2375893"/>
          <a:ext cx="9169619" cy="0"/>
        </a:xfrm>
        <a:prstGeom prst="line">
          <a:avLst/>
        </a:prstGeom>
        <a:solidFill>
          <a:schemeClr val="accent1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accent1">
              <a:hueOff val="0"/>
              <a:satOff val="0"/>
              <a:lumOff val="0"/>
              <a:alphaOff val="0"/>
            </a:schemeClr>
          </a:solidFill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05DCEF2F-D6F5-46EB-89CA-D9BA3E01DB6E}">
      <dsp:nvSpPr>
        <dsp:cNvPr id="0" name=""/>
        <dsp:cNvSpPr/>
      </dsp:nvSpPr>
      <dsp:spPr>
        <a:xfrm>
          <a:off x="0" y="2375893"/>
          <a:ext cx="9169619" cy="475074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76200" tIns="76200" rIns="76200" bIns="76200" numCol="1" spcCol="1270" anchor="t" anchorCtr="0">
          <a:noAutofit/>
        </a:bodyPr>
        <a:lstStyle/>
        <a:p>
          <a:pPr marL="0" lvl="0" indent="0" algn="l" defTabSz="88900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tr-TR" sz="2000" kern="1200"/>
            <a:t>0x02—another integer follows</a:t>
          </a:r>
          <a:endParaRPr lang="en-US" sz="2000" kern="1200"/>
        </a:p>
      </dsp:txBody>
      <dsp:txXfrm>
        <a:off x="0" y="2375893"/>
        <a:ext cx="9169619" cy="475074"/>
      </dsp:txXfrm>
    </dsp:sp>
    <dsp:sp modelId="{CB0ED100-1F50-4139-95B8-4D2F22D2D3B7}">
      <dsp:nvSpPr>
        <dsp:cNvPr id="0" name=""/>
        <dsp:cNvSpPr/>
      </dsp:nvSpPr>
      <dsp:spPr>
        <a:xfrm>
          <a:off x="0" y="2850967"/>
          <a:ext cx="9169619" cy="0"/>
        </a:xfrm>
        <a:prstGeom prst="line">
          <a:avLst/>
        </a:prstGeom>
        <a:solidFill>
          <a:schemeClr val="accent1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accent1">
              <a:hueOff val="0"/>
              <a:satOff val="0"/>
              <a:lumOff val="0"/>
              <a:alphaOff val="0"/>
            </a:schemeClr>
          </a:solidFill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B9773E24-F7D8-4F3C-A6B7-079D72D38D74}">
      <dsp:nvSpPr>
        <dsp:cNvPr id="0" name=""/>
        <dsp:cNvSpPr/>
      </dsp:nvSpPr>
      <dsp:spPr>
        <a:xfrm>
          <a:off x="0" y="2850967"/>
          <a:ext cx="9169619" cy="475074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76200" tIns="76200" rIns="76200" bIns="76200" numCol="1" spcCol="1270" anchor="t" anchorCtr="0">
          <a:noAutofit/>
        </a:bodyPr>
        <a:lstStyle/>
        <a:p>
          <a:pPr marL="0" lvl="0" indent="0" algn="l" defTabSz="88900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2000" kern="1200"/>
            <a:t>0x20—the length of the integer (32 bytes)</a:t>
          </a:r>
        </a:p>
      </dsp:txBody>
      <dsp:txXfrm>
        <a:off x="0" y="2850967"/>
        <a:ext cx="9169619" cy="475074"/>
      </dsp:txXfrm>
    </dsp:sp>
    <dsp:sp modelId="{D59E4D04-23DB-43B0-99AB-C29AA97B918B}">
      <dsp:nvSpPr>
        <dsp:cNvPr id="0" name=""/>
        <dsp:cNvSpPr/>
      </dsp:nvSpPr>
      <dsp:spPr>
        <a:xfrm>
          <a:off x="0" y="3326041"/>
          <a:ext cx="9169619" cy="0"/>
        </a:xfrm>
        <a:prstGeom prst="line">
          <a:avLst/>
        </a:prstGeom>
        <a:solidFill>
          <a:schemeClr val="accent1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accent1">
              <a:hueOff val="0"/>
              <a:satOff val="0"/>
              <a:lumOff val="0"/>
              <a:alphaOff val="0"/>
            </a:schemeClr>
          </a:solidFill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81B521BC-343E-48BC-83E6-88E75BDDD257}">
      <dsp:nvSpPr>
        <dsp:cNvPr id="0" name=""/>
        <dsp:cNvSpPr/>
      </dsp:nvSpPr>
      <dsp:spPr>
        <a:xfrm>
          <a:off x="0" y="3326041"/>
          <a:ext cx="9169619" cy="475074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76200" tIns="76200" rIns="76200" bIns="76200" numCol="1" spcCol="1270" anchor="t" anchorCtr="0">
          <a:noAutofit/>
        </a:bodyPr>
        <a:lstStyle/>
        <a:p>
          <a:pPr marL="0" lvl="0" indent="0" algn="l" defTabSz="88900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tr-TR" sz="2000" kern="1200"/>
            <a:t>S—4b9f039ff08df09cbe9f6addac960298cad530a863ea8f53982c09db8f6e3813</a:t>
          </a:r>
          <a:endParaRPr lang="en-US" sz="2000" kern="1200"/>
        </a:p>
      </dsp:txBody>
      <dsp:txXfrm>
        <a:off x="0" y="3326041"/>
        <a:ext cx="9169619" cy="475074"/>
      </dsp:txXfrm>
    </dsp:sp>
    <dsp:sp modelId="{E227194D-53E9-4D16-B190-F22338C30A65}">
      <dsp:nvSpPr>
        <dsp:cNvPr id="0" name=""/>
        <dsp:cNvSpPr/>
      </dsp:nvSpPr>
      <dsp:spPr>
        <a:xfrm>
          <a:off x="0" y="3801115"/>
          <a:ext cx="9169619" cy="0"/>
        </a:xfrm>
        <a:prstGeom prst="line">
          <a:avLst/>
        </a:prstGeom>
        <a:solidFill>
          <a:schemeClr val="accent1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accent1">
              <a:hueOff val="0"/>
              <a:satOff val="0"/>
              <a:lumOff val="0"/>
              <a:alphaOff val="0"/>
            </a:schemeClr>
          </a:solidFill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D9DA6FB8-42D2-4639-A636-C563A6BDF810}">
      <dsp:nvSpPr>
        <dsp:cNvPr id="0" name=""/>
        <dsp:cNvSpPr/>
      </dsp:nvSpPr>
      <dsp:spPr>
        <a:xfrm>
          <a:off x="0" y="3801115"/>
          <a:ext cx="9169619" cy="475074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76200" tIns="76200" rIns="76200" bIns="76200" numCol="1" spcCol="1270" anchor="t" anchorCtr="0">
          <a:noAutofit/>
        </a:bodyPr>
        <a:lstStyle/>
        <a:p>
          <a:pPr marL="0" lvl="0" indent="0" algn="l" defTabSz="88900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2000" kern="1200"/>
            <a:t>A suffix (0x01) indicating the type of hash used (SIGHASH_ALL)</a:t>
          </a:r>
        </a:p>
      </dsp:txBody>
      <dsp:txXfrm>
        <a:off x="0" y="3801115"/>
        <a:ext cx="9169619" cy="475074"/>
      </dsp:txXfrm>
    </dsp:sp>
  </dsp:spTree>
</dsp:drawing>
</file>

<file path=ppt/diagrams/drawing103.xml><?xml version="1.0" encoding="utf-8"?>
<dsp:drawing xmlns:dgm="http://schemas.openxmlformats.org/drawingml/2006/diagram" xmlns:dsp="http://schemas.microsoft.com/office/drawing/2008/diagram" xmlns:a="http://schemas.openxmlformats.org/drawingml/2006/main">
  <dsp:spTree>
    <dsp:nvGrpSpPr>
      <dsp:cNvPr id="0" name=""/>
      <dsp:cNvGrpSpPr/>
    </dsp:nvGrpSpPr>
    <dsp:grpSpPr/>
    <dsp:sp modelId="{5CE7D335-5BF5-4B35-AC68-1C39C8F64F5F}">
      <dsp:nvSpPr>
        <dsp:cNvPr id="0" name=""/>
        <dsp:cNvSpPr/>
      </dsp:nvSpPr>
      <dsp:spPr>
        <a:xfrm>
          <a:off x="2156" y="996070"/>
          <a:ext cx="750093" cy="750093"/>
        </a:xfrm>
        <a:prstGeom prst="rect">
          <a:avLst/>
        </a:prstGeom>
        <a:blipFill>
          <a:blip xmlns:r="http://schemas.openxmlformats.org/officeDocument/2006/relationships" r:embed="rId1" cstate="email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2"/>
              </a:ext>
            </a:extLst>
          </a:blip>
          <a:stretch>
            <a:fillRect/>
          </a:stretch>
        </a:blipFill>
        <a:ln w="12700" cap="flat" cmpd="sng" algn="ctr">
          <a:noFill/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1942AB30-2B21-422F-94F5-9D3FADD91809}">
      <dsp:nvSpPr>
        <dsp:cNvPr id="0" name=""/>
        <dsp:cNvSpPr/>
      </dsp:nvSpPr>
      <dsp:spPr>
        <a:xfrm>
          <a:off x="2156" y="1817506"/>
          <a:ext cx="2143124" cy="321468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l" defTabSz="7556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  <a:defRPr b="1"/>
          </a:pPr>
          <a:r>
            <a:rPr lang="tr-TR" sz="1700" kern="1200"/>
            <a:t>Verification</a:t>
          </a:r>
          <a:endParaRPr lang="en-US" sz="1700" kern="1200"/>
        </a:p>
      </dsp:txBody>
      <dsp:txXfrm>
        <a:off x="2156" y="1817506"/>
        <a:ext cx="2143124" cy="321468"/>
      </dsp:txXfrm>
    </dsp:sp>
    <dsp:sp modelId="{638DEC15-ABE1-49AA-AC52-5F3929F6769D}">
      <dsp:nvSpPr>
        <dsp:cNvPr id="0" name=""/>
        <dsp:cNvSpPr/>
      </dsp:nvSpPr>
      <dsp:spPr>
        <a:xfrm>
          <a:off x="2156" y="2172157"/>
          <a:ext cx="2143124" cy="483021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l" defTabSz="5778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tr-TR" sz="1300" kern="1200"/>
            <a:t>Certain conditions must hold</a:t>
          </a:r>
          <a:endParaRPr lang="en-US" sz="1300" kern="1200"/>
        </a:p>
      </dsp:txBody>
      <dsp:txXfrm>
        <a:off x="2156" y="2172157"/>
        <a:ext cx="2143124" cy="483021"/>
      </dsp:txXfrm>
    </dsp:sp>
    <dsp:sp modelId="{C58EE24C-7BFA-415A-8B5E-44680E8A4F3D}">
      <dsp:nvSpPr>
        <dsp:cNvPr id="0" name=""/>
        <dsp:cNvSpPr/>
      </dsp:nvSpPr>
      <dsp:spPr>
        <a:xfrm>
          <a:off x="2520328" y="996070"/>
          <a:ext cx="750093" cy="750093"/>
        </a:xfrm>
        <a:prstGeom prst="rect">
          <a:avLst/>
        </a:prstGeom>
        <a:blipFill>
          <a:blip xmlns:r="http://schemas.openxmlformats.org/officeDocument/2006/relationships" r:embed="rId3" cstate="email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4"/>
              </a:ext>
            </a:extLst>
          </a:blip>
          <a:stretch>
            <a:fillRect/>
          </a:stretch>
        </a:blipFill>
        <a:ln w="12700" cap="flat" cmpd="sng" algn="ctr">
          <a:noFill/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65026C32-32A3-4823-BC44-E37B9B212E5C}">
      <dsp:nvSpPr>
        <dsp:cNvPr id="0" name=""/>
        <dsp:cNvSpPr/>
      </dsp:nvSpPr>
      <dsp:spPr>
        <a:xfrm>
          <a:off x="2520328" y="1817506"/>
          <a:ext cx="2143124" cy="321468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l" defTabSz="7556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  <a:defRPr b="1"/>
          </a:pPr>
          <a:r>
            <a:rPr lang="tr-TR" sz="1700" kern="1200" dirty="0"/>
            <a:t>Meaning of verification</a:t>
          </a:r>
          <a:r>
            <a:rPr lang="en-US" sz="1700" kern="1200" dirty="0"/>
            <a:t> </a:t>
          </a:r>
        </a:p>
      </dsp:txBody>
      <dsp:txXfrm>
        <a:off x="2520328" y="1817506"/>
        <a:ext cx="2143124" cy="321468"/>
      </dsp:txXfrm>
    </dsp:sp>
    <dsp:sp modelId="{84B158E7-7308-4CFE-82D4-E94CA78665C5}">
      <dsp:nvSpPr>
        <dsp:cNvPr id="0" name=""/>
        <dsp:cNvSpPr/>
      </dsp:nvSpPr>
      <dsp:spPr>
        <a:xfrm>
          <a:off x="2520328" y="2172157"/>
          <a:ext cx="2143124" cy="483021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</dsp:sp>
    <dsp:sp modelId="{5E7F3BC2-6507-42B8-871C-C13EEDB27A07}">
      <dsp:nvSpPr>
        <dsp:cNvPr id="0" name=""/>
        <dsp:cNvSpPr/>
      </dsp:nvSpPr>
      <dsp:spPr>
        <a:xfrm>
          <a:off x="5038499" y="996070"/>
          <a:ext cx="750093" cy="750093"/>
        </a:xfrm>
        <a:prstGeom prst="rect">
          <a:avLst/>
        </a:prstGeom>
        <a:blipFill>
          <a:blip xmlns:r="http://schemas.openxmlformats.org/officeDocument/2006/relationships" r:embed="rId5" cstate="email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6"/>
              </a:ext>
            </a:extLst>
          </a:blip>
          <a:stretch>
            <a:fillRect/>
          </a:stretch>
        </a:blipFill>
        <a:ln w="12700" cap="flat" cmpd="sng" algn="ctr">
          <a:solidFill>
            <a:schemeClr val="lt1">
              <a:alpha val="0"/>
              <a:hueOff val="0"/>
              <a:satOff val="0"/>
              <a:lumOff val="0"/>
              <a:alphaOff val="0"/>
            </a:schemeClr>
          </a:solidFill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13BB6AAA-3683-469C-9CCB-A0E1F0FAFFE4}">
      <dsp:nvSpPr>
        <dsp:cNvPr id="0" name=""/>
        <dsp:cNvSpPr/>
      </dsp:nvSpPr>
      <dsp:spPr>
        <a:xfrm>
          <a:off x="5038499" y="1817506"/>
          <a:ext cx="2143124" cy="321468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l" defTabSz="7556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  <a:defRPr b="1"/>
          </a:pPr>
          <a:r>
            <a:rPr lang="en-US" sz="1700" kern="1200"/>
            <a:t>“Only the owner</a:t>
          </a:r>
        </a:p>
      </dsp:txBody>
      <dsp:txXfrm>
        <a:off x="5038499" y="1817506"/>
        <a:ext cx="2143124" cy="321468"/>
      </dsp:txXfrm>
    </dsp:sp>
    <dsp:sp modelId="{82721A15-C4AF-4A15-ACF3-4716FEE63739}">
      <dsp:nvSpPr>
        <dsp:cNvPr id="0" name=""/>
        <dsp:cNvSpPr/>
      </dsp:nvSpPr>
      <dsp:spPr>
        <a:xfrm>
          <a:off x="5038499" y="2172157"/>
          <a:ext cx="2143124" cy="483021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l" defTabSz="5778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300" kern="1200"/>
            <a:t>of the private key</a:t>
          </a:r>
          <a:r>
            <a:rPr lang="tr-TR" sz="1300" kern="1200"/>
            <a:t> that</a:t>
          </a:r>
          <a:endParaRPr lang="en-US" sz="1300" kern="1200"/>
        </a:p>
        <a:p>
          <a:pPr marL="0" lvl="0" indent="0" algn="l" defTabSz="5778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300" kern="1200"/>
            <a:t>generated this public key </a:t>
          </a:r>
        </a:p>
      </dsp:txBody>
      <dsp:txXfrm>
        <a:off x="5038499" y="2172157"/>
        <a:ext cx="2143124" cy="483021"/>
      </dsp:txXfrm>
    </dsp:sp>
    <dsp:sp modelId="{2459485E-06B1-43C2-9EAA-CBA8B276DE3C}">
      <dsp:nvSpPr>
        <dsp:cNvPr id="0" name=""/>
        <dsp:cNvSpPr/>
      </dsp:nvSpPr>
      <dsp:spPr>
        <a:xfrm>
          <a:off x="7556671" y="996070"/>
          <a:ext cx="750093" cy="750093"/>
        </a:xfrm>
        <a:prstGeom prst="rect">
          <a:avLst/>
        </a:prstGeom>
        <a:blipFill rotWithShape="1">
          <a:blip xmlns:r="http://schemas.openxmlformats.org/officeDocument/2006/relationships" r:embed="rId7" cstate="email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8"/>
              </a:ext>
            </a:extLst>
          </a:blip>
          <a:srcRect/>
          <a:stretch>
            <a:fillRect/>
          </a:stretch>
        </a:blipFill>
        <a:ln w="12700" cap="flat" cmpd="sng" algn="ctr">
          <a:solidFill>
            <a:schemeClr val="lt1">
              <a:alpha val="0"/>
              <a:hueOff val="0"/>
              <a:satOff val="0"/>
              <a:lumOff val="0"/>
              <a:alphaOff val="0"/>
            </a:schemeClr>
          </a:solidFill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145CC38F-7D05-49DB-86DA-E1290ECF69EB}">
      <dsp:nvSpPr>
        <dsp:cNvPr id="0" name=""/>
        <dsp:cNvSpPr/>
      </dsp:nvSpPr>
      <dsp:spPr>
        <a:xfrm>
          <a:off x="7556671" y="1817506"/>
          <a:ext cx="2143124" cy="321468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l" defTabSz="7556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  <a:defRPr b="1"/>
          </a:pPr>
          <a:r>
            <a:rPr lang="en-US" sz="1700" kern="1200"/>
            <a:t>could have produced</a:t>
          </a:r>
        </a:p>
      </dsp:txBody>
      <dsp:txXfrm>
        <a:off x="7556671" y="1817506"/>
        <a:ext cx="2143124" cy="321468"/>
      </dsp:txXfrm>
    </dsp:sp>
    <dsp:sp modelId="{60C09AF6-ED56-4759-A67F-B1DA4BF5C5CF}">
      <dsp:nvSpPr>
        <dsp:cNvPr id="0" name=""/>
        <dsp:cNvSpPr/>
      </dsp:nvSpPr>
      <dsp:spPr>
        <a:xfrm>
          <a:off x="7556671" y="2172157"/>
          <a:ext cx="2143124" cy="483021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l" defTabSz="5778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300" kern="1200"/>
            <a:t>this signature </a:t>
          </a:r>
        </a:p>
        <a:p>
          <a:pPr marL="0" lvl="0" indent="0" algn="l" defTabSz="5778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300" kern="1200"/>
            <a:t>on this transaction.</a:t>
          </a:r>
        </a:p>
      </dsp:txBody>
      <dsp:txXfrm>
        <a:off x="7556671" y="2172157"/>
        <a:ext cx="2143124" cy="483021"/>
      </dsp:txXfrm>
    </dsp:sp>
  </dsp:spTree>
</dsp:drawing>
</file>

<file path=ppt/diagrams/drawing104.xml><?xml version="1.0" encoding="utf-8"?>
<dsp:drawing xmlns:dgm="http://schemas.openxmlformats.org/drawingml/2006/diagram" xmlns:dsp="http://schemas.microsoft.com/office/drawing/2008/diagram" xmlns:a="http://schemas.openxmlformats.org/drawingml/2006/main">
  <dsp:spTree>
    <dsp:nvGrpSpPr>
      <dsp:cNvPr id="0" name=""/>
      <dsp:cNvGrpSpPr/>
    </dsp:nvGrpSpPr>
    <dsp:grpSpPr/>
    <dsp:sp modelId="{B7776291-F77C-40C3-8EFF-BB162660E3F4}">
      <dsp:nvSpPr>
        <dsp:cNvPr id="0" name=""/>
        <dsp:cNvSpPr/>
      </dsp:nvSpPr>
      <dsp:spPr>
        <a:xfrm>
          <a:off x="2156" y="726562"/>
          <a:ext cx="750093" cy="750093"/>
        </a:xfrm>
        <a:prstGeom prst="rect">
          <a:avLst/>
        </a:prstGeom>
        <a:blipFill>
          <a:blip xmlns:r="http://schemas.openxmlformats.org/officeDocument/2006/relationships" r:embed="rId1" cstate="email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2"/>
              </a:ext>
            </a:extLst>
          </a:blip>
          <a:stretch>
            <a:fillRect/>
          </a:stretch>
        </a:blipFill>
        <a:ln w="12700" cap="flat" cmpd="sng" algn="ctr">
          <a:solidFill>
            <a:schemeClr val="lt1">
              <a:alpha val="0"/>
              <a:hueOff val="0"/>
              <a:satOff val="0"/>
              <a:lumOff val="0"/>
              <a:alphaOff val="0"/>
            </a:schemeClr>
          </a:solidFill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82574523-F4DE-49DC-8C0C-94AD5FBA7600}">
      <dsp:nvSpPr>
        <dsp:cNvPr id="0" name=""/>
        <dsp:cNvSpPr/>
      </dsp:nvSpPr>
      <dsp:spPr>
        <a:xfrm>
          <a:off x="2156" y="1571175"/>
          <a:ext cx="2143124" cy="321468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l" defTabSz="7556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  <a:defRPr b="1"/>
          </a:pPr>
          <a:r>
            <a:rPr lang="tr-TR" sz="1700" kern="1200"/>
            <a:t>Public &amp; Private keys</a:t>
          </a:r>
          <a:endParaRPr lang="en-US" sz="1700" kern="1200"/>
        </a:p>
      </dsp:txBody>
      <dsp:txXfrm>
        <a:off x="2156" y="1571175"/>
        <a:ext cx="2143124" cy="321468"/>
      </dsp:txXfrm>
    </dsp:sp>
    <dsp:sp modelId="{CACD85B5-7987-409A-946D-D101467F0E40}">
      <dsp:nvSpPr>
        <dsp:cNvPr id="0" name=""/>
        <dsp:cNvSpPr/>
      </dsp:nvSpPr>
      <dsp:spPr>
        <a:xfrm>
          <a:off x="2156" y="1936606"/>
          <a:ext cx="2143124" cy="988080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l" defTabSz="5778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tr-TR" sz="1300" kern="1200"/>
            <a:t>Public key is generated</a:t>
          </a:r>
          <a:endParaRPr lang="en-US" sz="1300" kern="1200"/>
        </a:p>
        <a:p>
          <a:pPr marL="0" lvl="0" indent="0" algn="l" defTabSz="5778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tr-TR" sz="1300" kern="1200"/>
            <a:t>by the owner of private key</a:t>
          </a:r>
          <a:endParaRPr lang="en-US" sz="1300" kern="1200"/>
        </a:p>
      </dsp:txBody>
      <dsp:txXfrm>
        <a:off x="2156" y="1936606"/>
        <a:ext cx="2143124" cy="988080"/>
      </dsp:txXfrm>
    </dsp:sp>
    <dsp:sp modelId="{3DE14231-5819-4C8D-8108-9729D40A1895}">
      <dsp:nvSpPr>
        <dsp:cNvPr id="0" name=""/>
        <dsp:cNvSpPr/>
      </dsp:nvSpPr>
      <dsp:spPr>
        <a:xfrm>
          <a:off x="2520328" y="726562"/>
          <a:ext cx="750093" cy="750093"/>
        </a:xfrm>
        <a:prstGeom prst="rect">
          <a:avLst/>
        </a:prstGeom>
        <a:blipFill rotWithShape="1">
          <a:blip xmlns:r="http://schemas.openxmlformats.org/officeDocument/2006/relationships" r:embed="rId3" cstate="email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4"/>
              </a:ext>
            </a:extLst>
          </a:blip>
          <a:srcRect/>
          <a:stretch>
            <a:fillRect/>
          </a:stretch>
        </a:blipFill>
        <a:ln w="12700" cap="flat" cmpd="sng" algn="ctr">
          <a:solidFill>
            <a:schemeClr val="lt1">
              <a:alpha val="0"/>
              <a:hueOff val="0"/>
              <a:satOff val="0"/>
              <a:lumOff val="0"/>
              <a:alphaOff val="0"/>
            </a:schemeClr>
          </a:solidFill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82222585-5549-4ED9-846D-E305185FAF5D}">
      <dsp:nvSpPr>
        <dsp:cNvPr id="0" name=""/>
        <dsp:cNvSpPr/>
      </dsp:nvSpPr>
      <dsp:spPr>
        <a:xfrm>
          <a:off x="2520328" y="1571175"/>
          <a:ext cx="2143124" cy="321468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l" defTabSz="7556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  <a:defRPr b="1"/>
          </a:pPr>
          <a:r>
            <a:rPr lang="tr-TR" sz="1700" kern="1200"/>
            <a:t>Private Key &amp; Signature</a:t>
          </a:r>
          <a:endParaRPr lang="en-US" sz="1700" kern="1200"/>
        </a:p>
      </dsp:txBody>
      <dsp:txXfrm>
        <a:off x="2520328" y="1571175"/>
        <a:ext cx="2143124" cy="321468"/>
      </dsp:txXfrm>
    </dsp:sp>
    <dsp:sp modelId="{BFBC7CB6-1945-4CC9-B413-98E20AEA84C6}">
      <dsp:nvSpPr>
        <dsp:cNvPr id="0" name=""/>
        <dsp:cNvSpPr/>
      </dsp:nvSpPr>
      <dsp:spPr>
        <a:xfrm>
          <a:off x="2520328" y="1936606"/>
          <a:ext cx="2143124" cy="988080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l" defTabSz="5778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tr-TR" sz="1300" kern="1200"/>
            <a:t>the owner of the private key</a:t>
          </a:r>
          <a:endParaRPr lang="en-US" sz="1300" kern="1200"/>
        </a:p>
        <a:p>
          <a:pPr marL="0" lvl="0" indent="0" algn="l" defTabSz="5778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tr-TR" sz="1300" kern="1200"/>
            <a:t>can generate the digital signature</a:t>
          </a:r>
          <a:endParaRPr lang="en-US" sz="1300" kern="1200"/>
        </a:p>
      </dsp:txBody>
      <dsp:txXfrm>
        <a:off x="2520328" y="1936606"/>
        <a:ext cx="2143124" cy="988080"/>
      </dsp:txXfrm>
    </dsp:sp>
    <dsp:sp modelId="{9FD26D72-B8E8-4994-9BAF-DFCAC88AF36C}">
      <dsp:nvSpPr>
        <dsp:cNvPr id="0" name=""/>
        <dsp:cNvSpPr/>
      </dsp:nvSpPr>
      <dsp:spPr>
        <a:xfrm>
          <a:off x="5038499" y="726562"/>
          <a:ext cx="750093" cy="750093"/>
        </a:xfrm>
        <a:prstGeom prst="rect">
          <a:avLst/>
        </a:prstGeom>
        <a:blipFill>
          <a:blip xmlns:r="http://schemas.openxmlformats.org/officeDocument/2006/relationships" r:embed="rId5" cstate="email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6"/>
              </a:ext>
            </a:extLst>
          </a:blip>
          <a:stretch>
            <a:fillRect/>
          </a:stretch>
        </a:blipFill>
        <a:ln w="12700" cap="flat" cmpd="sng" algn="ctr">
          <a:solidFill>
            <a:schemeClr val="lt1">
              <a:alpha val="0"/>
              <a:hueOff val="0"/>
              <a:satOff val="0"/>
              <a:lumOff val="0"/>
              <a:alphaOff val="0"/>
            </a:schemeClr>
          </a:solidFill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859E1E07-9537-4DC9-A0E7-453226123D83}">
      <dsp:nvSpPr>
        <dsp:cNvPr id="0" name=""/>
        <dsp:cNvSpPr/>
      </dsp:nvSpPr>
      <dsp:spPr>
        <a:xfrm>
          <a:off x="5038499" y="1571175"/>
          <a:ext cx="2143124" cy="321468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l" defTabSz="7556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  <a:defRPr b="1"/>
          </a:pPr>
          <a:r>
            <a:rPr lang="tr-TR" sz="1700" kern="1200"/>
            <a:t>Transaction</a:t>
          </a:r>
          <a:endParaRPr lang="en-US" sz="1700" kern="1200"/>
        </a:p>
      </dsp:txBody>
      <dsp:txXfrm>
        <a:off x="5038499" y="1571175"/>
        <a:ext cx="2143124" cy="321468"/>
      </dsp:txXfrm>
    </dsp:sp>
    <dsp:sp modelId="{D2F7726B-0D2C-439F-A435-38AEE27FA447}">
      <dsp:nvSpPr>
        <dsp:cNvPr id="0" name=""/>
        <dsp:cNvSpPr/>
      </dsp:nvSpPr>
      <dsp:spPr>
        <a:xfrm>
          <a:off x="5038499" y="1936606"/>
          <a:ext cx="2143124" cy="988080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l" defTabSz="5778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tr-TR" sz="1300" kern="1200"/>
            <a:t>The owner of private key</a:t>
          </a:r>
          <a:endParaRPr lang="en-US" sz="1300" kern="1200"/>
        </a:p>
        <a:p>
          <a:pPr marL="0" lvl="0" indent="0" algn="l" defTabSz="5778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tr-TR" sz="1300" kern="1200"/>
            <a:t>Can generate</a:t>
          </a:r>
          <a:endParaRPr lang="en-US" sz="1300" kern="1200"/>
        </a:p>
        <a:p>
          <a:pPr marL="0" lvl="0" indent="0" algn="l" defTabSz="5778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tr-TR" sz="1300" kern="1200"/>
            <a:t>The signature usint the transaction</a:t>
          </a:r>
          <a:endParaRPr lang="en-US" sz="1300" kern="1200"/>
        </a:p>
      </dsp:txBody>
      <dsp:txXfrm>
        <a:off x="5038499" y="1936606"/>
        <a:ext cx="2143124" cy="988080"/>
      </dsp:txXfrm>
    </dsp:sp>
    <dsp:sp modelId="{397C7F5C-C3BD-43CD-B7DC-BDDD71AC4331}">
      <dsp:nvSpPr>
        <dsp:cNvPr id="0" name=""/>
        <dsp:cNvSpPr/>
      </dsp:nvSpPr>
      <dsp:spPr>
        <a:xfrm>
          <a:off x="7556671" y="726562"/>
          <a:ext cx="750093" cy="750093"/>
        </a:xfrm>
        <a:prstGeom prst="rect">
          <a:avLst/>
        </a:prstGeom>
        <a:blipFill>
          <a:blip xmlns:r="http://schemas.openxmlformats.org/officeDocument/2006/relationships" r:embed="rId7" cstate="email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8"/>
              </a:ext>
            </a:extLst>
          </a:blip>
          <a:stretch>
            <a:fillRect/>
          </a:stretch>
        </a:blipFill>
        <a:ln w="12700" cap="flat" cmpd="sng" algn="ctr">
          <a:noFill/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0AF8C254-001E-48CE-B0D0-8F3DBF313B2E}">
      <dsp:nvSpPr>
        <dsp:cNvPr id="0" name=""/>
        <dsp:cNvSpPr/>
      </dsp:nvSpPr>
      <dsp:spPr>
        <a:xfrm>
          <a:off x="7556671" y="1571175"/>
          <a:ext cx="2143124" cy="321468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l" defTabSz="7556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  <a:defRPr b="1"/>
          </a:pPr>
          <a:r>
            <a:rPr lang="tr-TR" sz="1700" kern="1200"/>
            <a:t>Verification Fields</a:t>
          </a:r>
          <a:endParaRPr lang="en-US" sz="1700" kern="1200"/>
        </a:p>
      </dsp:txBody>
      <dsp:txXfrm>
        <a:off x="7556671" y="1571175"/>
        <a:ext cx="2143124" cy="321468"/>
      </dsp:txXfrm>
    </dsp:sp>
    <dsp:sp modelId="{4C8D01F3-1C1B-4BA0-8A72-6D77C281B044}">
      <dsp:nvSpPr>
        <dsp:cNvPr id="0" name=""/>
        <dsp:cNvSpPr/>
      </dsp:nvSpPr>
      <dsp:spPr>
        <a:xfrm>
          <a:off x="7556671" y="1936606"/>
          <a:ext cx="2143124" cy="988080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l" defTabSz="5778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tr-TR" sz="1300" kern="1200" dirty="0"/>
            <a:t>T</a:t>
          </a:r>
          <a:r>
            <a:rPr lang="en-US" sz="1300" kern="1200" dirty="0"/>
            <a:t>he signature</a:t>
          </a:r>
          <a:r>
            <a:rPr lang="tr-TR" sz="1300" kern="1200" dirty="0"/>
            <a:t>: </a:t>
          </a:r>
          <a:r>
            <a:rPr lang="en-US" sz="1300" kern="1200" dirty="0"/>
            <a:t>R</a:t>
          </a:r>
          <a:r>
            <a:rPr lang="tr-TR" sz="1300" kern="1200" dirty="0"/>
            <a:t> &amp; </a:t>
          </a:r>
          <a:r>
            <a:rPr lang="en-US" sz="1300" kern="1200" dirty="0"/>
            <a:t>S</a:t>
          </a:r>
        </a:p>
        <a:p>
          <a:pPr marL="0" lvl="0" indent="0" algn="l" defTabSz="5778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300" kern="1200" dirty="0"/>
            <a:t>the serialized transaction</a:t>
          </a:r>
        </a:p>
        <a:p>
          <a:pPr marL="0" lvl="0" indent="0" algn="l" defTabSz="5778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300" kern="1200" dirty="0"/>
            <a:t>the public key</a:t>
          </a:r>
        </a:p>
      </dsp:txBody>
      <dsp:txXfrm>
        <a:off x="7556671" y="1936606"/>
        <a:ext cx="2143124" cy="988080"/>
      </dsp:txXfrm>
    </dsp:sp>
  </dsp:spTree>
</dsp:drawing>
</file>

<file path=ppt/diagrams/drawing105.xml><?xml version="1.0" encoding="utf-8"?>
<dsp:drawing xmlns:dgm="http://schemas.openxmlformats.org/drawingml/2006/diagram" xmlns:dsp="http://schemas.microsoft.com/office/drawing/2008/diagram" xmlns:a="http://schemas.openxmlformats.org/drawingml/2006/main">
  <dsp:spTree>
    <dsp:nvGrpSpPr>
      <dsp:cNvPr id="0" name=""/>
      <dsp:cNvGrpSpPr/>
    </dsp:nvGrpSpPr>
    <dsp:grpSpPr/>
    <dsp:sp modelId="{5EB38743-2B68-46FC-9F26-A146681560E2}">
      <dsp:nvSpPr>
        <dsp:cNvPr id="0" name=""/>
        <dsp:cNvSpPr/>
      </dsp:nvSpPr>
      <dsp:spPr>
        <a:xfrm>
          <a:off x="558081" y="962375"/>
          <a:ext cx="595054" cy="595054"/>
        </a:xfrm>
        <a:prstGeom prst="rect">
          <a:avLst/>
        </a:prstGeom>
        <a:blipFill>
          <a:blip xmlns:r="http://schemas.openxmlformats.org/officeDocument/2006/relationships" r:embed="rId1" cstate="email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2"/>
              </a:ext>
            </a:extLst>
          </a:blip>
          <a:stretch>
            <a:fillRect/>
          </a:stretch>
        </a:blipFill>
        <a:ln w="12700" cap="flat" cmpd="sng" algn="ctr">
          <a:noFill/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6B22E680-CE95-4BA0-96C2-8FA463282A16}">
      <dsp:nvSpPr>
        <dsp:cNvPr id="0" name=""/>
        <dsp:cNvSpPr/>
      </dsp:nvSpPr>
      <dsp:spPr>
        <a:xfrm>
          <a:off x="5531" y="1631669"/>
          <a:ext cx="1700156" cy="438321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62230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  <a:defRPr b="1"/>
          </a:pPr>
          <a:r>
            <a:rPr lang="en-US" sz="1400" kern="1200"/>
            <a:t>The signature verification algorithm</a:t>
          </a:r>
        </a:p>
      </dsp:txBody>
      <dsp:txXfrm>
        <a:off x="5531" y="1631669"/>
        <a:ext cx="1700156" cy="438321"/>
      </dsp:txXfrm>
    </dsp:sp>
    <dsp:sp modelId="{968F5CCC-627A-4488-A6B3-AD4212A6D3B0}">
      <dsp:nvSpPr>
        <dsp:cNvPr id="0" name=""/>
        <dsp:cNvSpPr/>
      </dsp:nvSpPr>
      <dsp:spPr>
        <a:xfrm>
          <a:off x="5531" y="2104521"/>
          <a:ext cx="1700156" cy="584353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4889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100" kern="1200"/>
            <a:t>takes the message</a:t>
          </a:r>
        </a:p>
      </dsp:txBody>
      <dsp:txXfrm>
        <a:off x="5531" y="2104521"/>
        <a:ext cx="1700156" cy="584353"/>
      </dsp:txXfrm>
    </dsp:sp>
    <dsp:sp modelId="{B2CFD895-CD06-4AF0-AAE9-77402B0F9CDB}">
      <dsp:nvSpPr>
        <dsp:cNvPr id="0" name=""/>
        <dsp:cNvSpPr/>
      </dsp:nvSpPr>
      <dsp:spPr>
        <a:xfrm>
          <a:off x="2555765" y="962375"/>
          <a:ext cx="595054" cy="595054"/>
        </a:xfrm>
        <a:prstGeom prst="rect">
          <a:avLst/>
        </a:prstGeom>
        <a:blipFill>
          <a:blip xmlns:r="http://schemas.openxmlformats.org/officeDocument/2006/relationships" r:embed="rId3" cstate="email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4"/>
              </a:ext>
            </a:extLst>
          </a:blip>
          <a:stretch>
            <a:fillRect/>
          </a:stretch>
        </a:blipFill>
        <a:ln w="12700" cap="flat" cmpd="sng" algn="ctr">
          <a:noFill/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F57A579F-478F-48D1-910E-D2B91E4EA004}">
      <dsp:nvSpPr>
        <dsp:cNvPr id="0" name=""/>
        <dsp:cNvSpPr/>
      </dsp:nvSpPr>
      <dsp:spPr>
        <a:xfrm>
          <a:off x="2003214" y="1631669"/>
          <a:ext cx="1700156" cy="438321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62230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  <a:defRPr b="1"/>
          </a:pPr>
          <a:r>
            <a:rPr lang="tr-TR" sz="1400" kern="1200"/>
            <a:t>Hash</a:t>
          </a:r>
          <a:endParaRPr lang="en-US" sz="1400" kern="1200"/>
        </a:p>
      </dsp:txBody>
      <dsp:txXfrm>
        <a:off x="2003214" y="1631669"/>
        <a:ext cx="1700156" cy="438321"/>
      </dsp:txXfrm>
    </dsp:sp>
    <dsp:sp modelId="{C5578B76-B367-4F32-9077-61E56A999717}">
      <dsp:nvSpPr>
        <dsp:cNvPr id="0" name=""/>
        <dsp:cNvSpPr/>
      </dsp:nvSpPr>
      <dsp:spPr>
        <a:xfrm>
          <a:off x="2003214" y="2104521"/>
          <a:ext cx="1700156" cy="584353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4889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100" kern="1200"/>
            <a:t>a hash of the transaction</a:t>
          </a:r>
        </a:p>
        <a:p>
          <a:pPr marL="0" lvl="0" indent="0" algn="ctr" defTabSz="4889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100" kern="1200"/>
            <a:t>or</a:t>
          </a:r>
          <a:r>
            <a:rPr lang="tr-TR" sz="1100" kern="1200"/>
            <a:t> </a:t>
          </a:r>
          <a:r>
            <a:rPr lang="en-US" sz="1100" kern="1200"/>
            <a:t>parts of it</a:t>
          </a:r>
        </a:p>
      </dsp:txBody>
      <dsp:txXfrm>
        <a:off x="2003214" y="2104521"/>
        <a:ext cx="1700156" cy="584353"/>
      </dsp:txXfrm>
    </dsp:sp>
    <dsp:sp modelId="{DD71D2B0-98AF-41DC-8D17-F2863FD37CF5}">
      <dsp:nvSpPr>
        <dsp:cNvPr id="0" name=""/>
        <dsp:cNvSpPr/>
      </dsp:nvSpPr>
      <dsp:spPr>
        <a:xfrm>
          <a:off x="4553449" y="962375"/>
          <a:ext cx="595054" cy="595054"/>
        </a:xfrm>
        <a:prstGeom prst="rect">
          <a:avLst/>
        </a:prstGeom>
        <a:blipFill rotWithShape="1">
          <a:blip xmlns:r="http://schemas.openxmlformats.org/officeDocument/2006/relationships" r:embed="rId5" cstate="email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6"/>
              </a:ext>
            </a:extLst>
          </a:blip>
          <a:srcRect/>
          <a:stretch>
            <a:fillRect/>
          </a:stretch>
        </a:blipFill>
        <a:ln w="12700" cap="flat" cmpd="sng" algn="ctr">
          <a:noFill/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2AC1A071-D657-4DC9-AF19-A7B3AFC59C9F}">
      <dsp:nvSpPr>
        <dsp:cNvPr id="0" name=""/>
        <dsp:cNvSpPr/>
      </dsp:nvSpPr>
      <dsp:spPr>
        <a:xfrm>
          <a:off x="4000898" y="1631669"/>
          <a:ext cx="1700156" cy="438321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62230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  <a:defRPr b="1"/>
          </a:pPr>
          <a:r>
            <a:rPr lang="tr-TR" sz="1400" kern="1200"/>
            <a:t>Public key</a:t>
          </a:r>
          <a:endParaRPr lang="en-US" sz="1400" kern="1200"/>
        </a:p>
      </dsp:txBody>
      <dsp:txXfrm>
        <a:off x="4000898" y="1631669"/>
        <a:ext cx="1700156" cy="438321"/>
      </dsp:txXfrm>
    </dsp:sp>
    <dsp:sp modelId="{583696AC-65D5-489F-93CB-691E8683E569}">
      <dsp:nvSpPr>
        <dsp:cNvPr id="0" name=""/>
        <dsp:cNvSpPr/>
      </dsp:nvSpPr>
      <dsp:spPr>
        <a:xfrm>
          <a:off x="4000898" y="2104521"/>
          <a:ext cx="1700156" cy="584353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4889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100" kern="1200"/>
            <a:t>the signer’s public key</a:t>
          </a:r>
        </a:p>
      </dsp:txBody>
      <dsp:txXfrm>
        <a:off x="4000898" y="2104521"/>
        <a:ext cx="1700156" cy="584353"/>
      </dsp:txXfrm>
    </dsp:sp>
    <dsp:sp modelId="{1209DD64-2A01-4E6C-810E-6E0212EBE7D9}">
      <dsp:nvSpPr>
        <dsp:cNvPr id="0" name=""/>
        <dsp:cNvSpPr/>
      </dsp:nvSpPr>
      <dsp:spPr>
        <a:xfrm>
          <a:off x="6551132" y="962375"/>
          <a:ext cx="595054" cy="595054"/>
        </a:xfrm>
        <a:prstGeom prst="rect">
          <a:avLst/>
        </a:prstGeom>
        <a:blipFill>
          <a:blip xmlns:r="http://schemas.openxmlformats.org/officeDocument/2006/relationships" r:embed="rId7" cstate="email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8"/>
              </a:ext>
            </a:extLst>
          </a:blip>
          <a:stretch>
            <a:fillRect/>
          </a:stretch>
        </a:blipFill>
        <a:ln w="12700" cap="flat" cmpd="sng" algn="ctr">
          <a:noFill/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EDFA28C6-914E-47F5-BC87-B3F2E19FFCE0}">
      <dsp:nvSpPr>
        <dsp:cNvPr id="0" name=""/>
        <dsp:cNvSpPr/>
      </dsp:nvSpPr>
      <dsp:spPr>
        <a:xfrm>
          <a:off x="5998581" y="1631669"/>
          <a:ext cx="1700156" cy="438321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62230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  <a:defRPr b="1"/>
          </a:pPr>
          <a:r>
            <a:rPr lang="tr-TR" sz="1400" kern="1200"/>
            <a:t>Signature</a:t>
          </a:r>
          <a:endParaRPr lang="en-US" sz="1400" kern="1200"/>
        </a:p>
      </dsp:txBody>
      <dsp:txXfrm>
        <a:off x="5998581" y="1631669"/>
        <a:ext cx="1700156" cy="438321"/>
      </dsp:txXfrm>
    </dsp:sp>
    <dsp:sp modelId="{1C3E2517-6496-44F7-A2B1-2BC89E3E9CC2}">
      <dsp:nvSpPr>
        <dsp:cNvPr id="0" name=""/>
        <dsp:cNvSpPr/>
      </dsp:nvSpPr>
      <dsp:spPr>
        <a:xfrm>
          <a:off x="5998581" y="2104521"/>
          <a:ext cx="1700156" cy="584353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4889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100" kern="1200"/>
            <a:t>R and S values</a:t>
          </a:r>
        </a:p>
      </dsp:txBody>
      <dsp:txXfrm>
        <a:off x="5998581" y="2104521"/>
        <a:ext cx="1700156" cy="584353"/>
      </dsp:txXfrm>
    </dsp:sp>
    <dsp:sp modelId="{0DCA6255-4A68-4546-B627-817428BD66C2}">
      <dsp:nvSpPr>
        <dsp:cNvPr id="0" name=""/>
        <dsp:cNvSpPr/>
      </dsp:nvSpPr>
      <dsp:spPr>
        <a:xfrm>
          <a:off x="8548816" y="962375"/>
          <a:ext cx="595054" cy="595054"/>
        </a:xfrm>
        <a:prstGeom prst="rect">
          <a:avLst/>
        </a:prstGeom>
        <a:blipFill>
          <a:blip xmlns:r="http://schemas.openxmlformats.org/officeDocument/2006/relationships" r:embed="rId9" cstate="email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10"/>
              </a:ext>
            </a:extLst>
          </a:blip>
          <a:stretch>
            <a:fillRect/>
          </a:stretch>
        </a:blipFill>
        <a:ln w="12700" cap="flat" cmpd="sng" algn="ctr">
          <a:noFill/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17F57B6A-E297-4150-901A-11DD59EAD294}">
      <dsp:nvSpPr>
        <dsp:cNvPr id="0" name=""/>
        <dsp:cNvSpPr/>
      </dsp:nvSpPr>
      <dsp:spPr>
        <a:xfrm>
          <a:off x="7996265" y="1631669"/>
          <a:ext cx="1700156" cy="438321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62230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  <a:defRPr b="1"/>
          </a:pPr>
          <a:r>
            <a:rPr lang="en-US" sz="1400" kern="1200"/>
            <a:t>returns</a:t>
          </a:r>
          <a:r>
            <a:rPr lang="tr-TR" sz="1400" kern="1200"/>
            <a:t> </a:t>
          </a:r>
          <a:r>
            <a:rPr lang="en-US" sz="1400" kern="1200"/>
            <a:t>TRUE</a:t>
          </a:r>
        </a:p>
      </dsp:txBody>
      <dsp:txXfrm>
        <a:off x="7996265" y="1631669"/>
        <a:ext cx="1700156" cy="438321"/>
      </dsp:txXfrm>
    </dsp:sp>
    <dsp:sp modelId="{72F5328D-F6F2-4904-A24E-1BD40FFB357A}">
      <dsp:nvSpPr>
        <dsp:cNvPr id="0" name=""/>
        <dsp:cNvSpPr/>
      </dsp:nvSpPr>
      <dsp:spPr>
        <a:xfrm>
          <a:off x="7996265" y="2104521"/>
          <a:ext cx="1700156" cy="584353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4889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100" kern="1200"/>
            <a:t>if the signature is valid </a:t>
          </a:r>
        </a:p>
        <a:p>
          <a:pPr marL="0" lvl="0" indent="0" algn="ctr" defTabSz="4889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100" kern="1200"/>
            <a:t>for this message and public key.</a:t>
          </a:r>
        </a:p>
      </dsp:txBody>
      <dsp:txXfrm>
        <a:off x="7996265" y="2104521"/>
        <a:ext cx="1700156" cy="584353"/>
      </dsp:txXfrm>
    </dsp:sp>
  </dsp:spTree>
</dsp:drawing>
</file>

<file path=ppt/diagrams/drawing106.xml><?xml version="1.0" encoding="utf-8"?>
<dsp:drawing xmlns:dgm="http://schemas.openxmlformats.org/drawingml/2006/diagram" xmlns:dsp="http://schemas.microsoft.com/office/drawing/2008/diagram" xmlns:a="http://schemas.openxmlformats.org/drawingml/2006/main">
  <dsp:spTree>
    <dsp:nvGrpSpPr>
      <dsp:cNvPr id="0" name=""/>
      <dsp:cNvGrpSpPr/>
    </dsp:nvGrpSpPr>
    <dsp:grpSpPr/>
    <dsp:sp modelId="{C6F26A42-A273-4295-8582-2D3FDFC680C8}">
      <dsp:nvSpPr>
        <dsp:cNvPr id="0" name=""/>
        <dsp:cNvSpPr/>
      </dsp:nvSpPr>
      <dsp:spPr>
        <a:xfrm>
          <a:off x="698671" y="836362"/>
          <a:ext cx="750093" cy="750093"/>
        </a:xfrm>
        <a:prstGeom prst="rect">
          <a:avLst/>
        </a:prstGeom>
        <a:blipFill>
          <a:blip xmlns:r="http://schemas.openxmlformats.org/officeDocument/2006/relationships" r:embed="rId1" cstate="email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2"/>
              </a:ext>
            </a:extLst>
          </a:blip>
          <a:stretch>
            <a:fillRect/>
          </a:stretch>
        </a:blipFill>
        <a:ln w="12700" cap="flat" cmpd="sng" algn="ctr">
          <a:noFill/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0A34394D-CBC9-405E-B073-4AB0CCAEFF06}">
      <dsp:nvSpPr>
        <dsp:cNvPr id="0" name=""/>
        <dsp:cNvSpPr/>
      </dsp:nvSpPr>
      <dsp:spPr>
        <a:xfrm>
          <a:off x="2156" y="1671532"/>
          <a:ext cx="2143124" cy="321468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7556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  <a:defRPr b="1"/>
          </a:pPr>
          <a:r>
            <a:rPr lang="en-US" sz="1700" kern="1200"/>
            <a:t>The blockchain explorer </a:t>
          </a:r>
        </a:p>
      </dsp:txBody>
      <dsp:txXfrm>
        <a:off x="2156" y="1671532"/>
        <a:ext cx="2143124" cy="321468"/>
      </dsp:txXfrm>
    </dsp:sp>
    <dsp:sp modelId="{B0FC29A3-93F5-4782-A17F-0BC12C499DAA}">
      <dsp:nvSpPr>
        <dsp:cNvPr id="0" name=""/>
        <dsp:cNvSpPr/>
      </dsp:nvSpPr>
      <dsp:spPr>
        <a:xfrm>
          <a:off x="2156" y="2032571"/>
          <a:ext cx="2143124" cy="782315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5778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300" kern="1200" dirty="0"/>
            <a:t>keeps a separate database</a:t>
          </a:r>
        </a:p>
        <a:p>
          <a:pPr marL="0" lvl="0" indent="0" algn="ctr" defTabSz="5778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300" kern="1200" dirty="0"/>
            <a:t>UTXO set</a:t>
          </a:r>
        </a:p>
      </dsp:txBody>
      <dsp:txXfrm>
        <a:off x="2156" y="2032571"/>
        <a:ext cx="2143124" cy="782315"/>
      </dsp:txXfrm>
    </dsp:sp>
    <dsp:sp modelId="{49266F3F-50E6-45E1-8E1E-294ACAB60F15}">
      <dsp:nvSpPr>
        <dsp:cNvPr id="0" name=""/>
        <dsp:cNvSpPr/>
      </dsp:nvSpPr>
      <dsp:spPr>
        <a:xfrm>
          <a:off x="3216843" y="836362"/>
          <a:ext cx="750093" cy="750093"/>
        </a:xfrm>
        <a:prstGeom prst="rect">
          <a:avLst/>
        </a:prstGeom>
        <a:blipFill>
          <a:blip xmlns:r="http://schemas.openxmlformats.org/officeDocument/2006/relationships" r:embed="rId3" cstate="email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4"/>
              </a:ext>
            </a:extLst>
          </a:blip>
          <a:stretch>
            <a:fillRect/>
          </a:stretch>
        </a:blipFill>
        <a:ln w="12700" cap="flat" cmpd="sng" algn="ctr">
          <a:noFill/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C2B56EB2-558D-45FC-837A-5FDF41427225}">
      <dsp:nvSpPr>
        <dsp:cNvPr id="0" name=""/>
        <dsp:cNvSpPr/>
      </dsp:nvSpPr>
      <dsp:spPr>
        <a:xfrm>
          <a:off x="2520328" y="1671532"/>
          <a:ext cx="2143124" cy="321468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7556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  <a:defRPr b="1"/>
          </a:pPr>
          <a:r>
            <a:rPr lang="tr-TR" sz="1700" kern="1200" dirty="0"/>
            <a:t>Monitoring</a:t>
          </a:r>
          <a:endParaRPr lang="en-US" sz="1700" kern="1200" dirty="0"/>
        </a:p>
      </dsp:txBody>
      <dsp:txXfrm>
        <a:off x="2520328" y="1671532"/>
        <a:ext cx="2143124" cy="321468"/>
      </dsp:txXfrm>
    </dsp:sp>
    <dsp:sp modelId="{B62F445F-AAC9-4290-A5EA-5C1387F9A756}">
      <dsp:nvSpPr>
        <dsp:cNvPr id="0" name=""/>
        <dsp:cNvSpPr/>
      </dsp:nvSpPr>
      <dsp:spPr>
        <a:xfrm>
          <a:off x="2520328" y="2032571"/>
          <a:ext cx="2143124" cy="782315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5778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300" kern="1200"/>
            <a:t>the </a:t>
          </a:r>
          <a:r>
            <a:rPr lang="en-US" sz="1300" kern="1200" dirty="0"/>
            <a:t>blockchain explorer</a:t>
          </a:r>
        </a:p>
        <a:p>
          <a:pPr marL="0" lvl="0" indent="0" algn="ctr" defTabSz="5778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300" kern="1200" dirty="0"/>
            <a:t>monitor the bitcoin network</a:t>
          </a:r>
        </a:p>
        <a:p>
          <a:pPr marL="0" lvl="0" indent="0" algn="ctr" defTabSz="5778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tr-TR" sz="1300" kern="1200" dirty="0"/>
            <a:t>for arrival of new transactions</a:t>
          </a:r>
          <a:endParaRPr lang="en-US" sz="1300" kern="1200" dirty="0"/>
        </a:p>
      </dsp:txBody>
      <dsp:txXfrm>
        <a:off x="2520328" y="2032571"/>
        <a:ext cx="2143124" cy="782315"/>
      </dsp:txXfrm>
    </dsp:sp>
    <dsp:sp modelId="{C995B08C-9A33-4256-BCC2-698A9B33265A}">
      <dsp:nvSpPr>
        <dsp:cNvPr id="0" name=""/>
        <dsp:cNvSpPr/>
      </dsp:nvSpPr>
      <dsp:spPr>
        <a:xfrm>
          <a:off x="5735015" y="836362"/>
          <a:ext cx="750093" cy="750093"/>
        </a:xfrm>
        <a:prstGeom prst="rect">
          <a:avLst/>
        </a:prstGeom>
        <a:blipFill>
          <a:blip xmlns:r="http://schemas.openxmlformats.org/officeDocument/2006/relationships" r:embed="rId5" cstate="email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6"/>
              </a:ext>
            </a:extLst>
          </a:blip>
          <a:stretch>
            <a:fillRect/>
          </a:stretch>
        </a:blipFill>
        <a:ln w="12700" cap="flat" cmpd="sng" algn="ctr">
          <a:noFill/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E08CDDD1-281F-4B15-BEB5-6378F352563E}">
      <dsp:nvSpPr>
        <dsp:cNvPr id="0" name=""/>
        <dsp:cNvSpPr/>
      </dsp:nvSpPr>
      <dsp:spPr>
        <a:xfrm>
          <a:off x="5038499" y="1671532"/>
          <a:ext cx="2143124" cy="321468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7556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  <a:defRPr b="1"/>
          </a:pPr>
          <a:r>
            <a:rPr lang="tr-TR" sz="1700" kern="1200" dirty="0"/>
            <a:t>Continues operation</a:t>
          </a:r>
          <a:endParaRPr lang="en-US" sz="1700" kern="1200" dirty="0"/>
        </a:p>
      </dsp:txBody>
      <dsp:txXfrm>
        <a:off x="5038499" y="1671532"/>
        <a:ext cx="2143124" cy="321468"/>
      </dsp:txXfrm>
    </dsp:sp>
    <dsp:sp modelId="{FEC40038-CC2F-4F91-8461-1FC99B3ED5B4}">
      <dsp:nvSpPr>
        <dsp:cNvPr id="0" name=""/>
        <dsp:cNvSpPr/>
      </dsp:nvSpPr>
      <dsp:spPr>
        <a:xfrm>
          <a:off x="5038499" y="2032571"/>
          <a:ext cx="2143124" cy="782315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5778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300" kern="1200" dirty="0"/>
            <a:t>add newly created UTXO </a:t>
          </a:r>
        </a:p>
        <a:p>
          <a:pPr marL="0" lvl="0" indent="0" algn="ctr" defTabSz="5778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300" kern="1200" dirty="0"/>
            <a:t>remove spent</a:t>
          </a:r>
          <a:r>
            <a:rPr lang="tr-TR" sz="1300" kern="1200" dirty="0"/>
            <a:t> </a:t>
          </a:r>
          <a:r>
            <a:rPr lang="en-US" sz="1300" kern="1200" dirty="0"/>
            <a:t>UTXO </a:t>
          </a:r>
        </a:p>
      </dsp:txBody>
      <dsp:txXfrm>
        <a:off x="5038499" y="2032571"/>
        <a:ext cx="2143124" cy="782315"/>
      </dsp:txXfrm>
    </dsp:sp>
    <dsp:sp modelId="{4C0CD1EB-B5CB-4281-B86A-BF9795FC0148}">
      <dsp:nvSpPr>
        <dsp:cNvPr id="0" name=""/>
        <dsp:cNvSpPr/>
      </dsp:nvSpPr>
      <dsp:spPr>
        <a:xfrm>
          <a:off x="8253187" y="836362"/>
          <a:ext cx="750093" cy="750093"/>
        </a:xfrm>
        <a:prstGeom prst="rect">
          <a:avLst/>
        </a:prstGeom>
        <a:blipFill>
          <a:blip xmlns:r="http://schemas.openxmlformats.org/officeDocument/2006/relationships" r:embed="rId7" cstate="email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8"/>
              </a:ext>
            </a:extLst>
          </a:blip>
          <a:stretch>
            <a:fillRect/>
          </a:stretch>
        </a:blipFill>
        <a:ln w="12700" cap="flat" cmpd="sng" algn="ctr">
          <a:noFill/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60431E9A-3C2C-4EF5-89C4-AD899B2615C5}">
      <dsp:nvSpPr>
        <dsp:cNvPr id="0" name=""/>
        <dsp:cNvSpPr/>
      </dsp:nvSpPr>
      <dsp:spPr>
        <a:xfrm>
          <a:off x="7556671" y="1671532"/>
          <a:ext cx="2143124" cy="321468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7556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  <a:defRPr b="1"/>
          </a:pPr>
          <a:r>
            <a:rPr lang="tr-TR" sz="1700" kern="1200" dirty="0"/>
            <a:t>Real time processing</a:t>
          </a:r>
          <a:endParaRPr lang="en-US" sz="1700" kern="1200" dirty="0"/>
        </a:p>
      </dsp:txBody>
      <dsp:txXfrm>
        <a:off x="7556671" y="1671532"/>
        <a:ext cx="2143124" cy="321468"/>
      </dsp:txXfrm>
    </dsp:sp>
    <dsp:sp modelId="{EA28324B-6EC8-43AC-B40E-7E022C12435A}">
      <dsp:nvSpPr>
        <dsp:cNvPr id="0" name=""/>
        <dsp:cNvSpPr/>
      </dsp:nvSpPr>
      <dsp:spPr>
        <a:xfrm>
          <a:off x="7556671" y="2032571"/>
          <a:ext cx="2143124" cy="782315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5778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300" kern="1200"/>
            <a:t>as </a:t>
          </a:r>
          <a:r>
            <a:rPr lang="en-US" sz="1300" kern="1200" dirty="0"/>
            <a:t>they appear in</a:t>
          </a:r>
        </a:p>
        <a:p>
          <a:pPr marL="0" lvl="0" indent="0" algn="ctr" defTabSz="5778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300" kern="1200" dirty="0"/>
            <a:t>unconfirmed transactions</a:t>
          </a:r>
        </a:p>
      </dsp:txBody>
      <dsp:txXfrm>
        <a:off x="7556671" y="2032571"/>
        <a:ext cx="2143124" cy="782315"/>
      </dsp:txXfrm>
    </dsp:sp>
  </dsp:spTree>
</dsp:drawing>
</file>

<file path=ppt/diagrams/drawing107.xml><?xml version="1.0" encoding="utf-8"?>
<dsp:drawing xmlns:dgm="http://schemas.openxmlformats.org/drawingml/2006/diagram" xmlns:dsp="http://schemas.microsoft.com/office/drawing/2008/diagram" xmlns:a="http://schemas.openxmlformats.org/drawingml/2006/main">
  <dsp:spTree>
    <dsp:nvGrpSpPr>
      <dsp:cNvPr id="0" name=""/>
      <dsp:cNvGrpSpPr/>
    </dsp:nvGrpSpPr>
    <dsp:grpSpPr/>
    <dsp:sp modelId="{1E173726-56A7-4AE4-82A6-577607A9C701}">
      <dsp:nvSpPr>
        <dsp:cNvPr id="0" name=""/>
        <dsp:cNvSpPr/>
      </dsp:nvSpPr>
      <dsp:spPr>
        <a:xfrm>
          <a:off x="943992" y="715224"/>
          <a:ext cx="1012921" cy="1012921"/>
        </a:xfrm>
        <a:prstGeom prst="rect">
          <a:avLst/>
        </a:prstGeom>
        <a:blipFill>
          <a:blip xmlns:r="http://schemas.openxmlformats.org/officeDocument/2006/relationships" r:embed="rId1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2"/>
              </a:ext>
            </a:extLst>
          </a:blip>
          <a:stretch>
            <a:fillRect/>
          </a:stretch>
        </a:blipFill>
        <a:ln w="12700" cap="flat" cmpd="sng" algn="ctr">
          <a:noFill/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1D486396-96E6-4C20-B168-203B7E61824D}">
      <dsp:nvSpPr>
        <dsp:cNvPr id="0" name=""/>
        <dsp:cNvSpPr/>
      </dsp:nvSpPr>
      <dsp:spPr>
        <a:xfrm>
          <a:off x="3421" y="1823640"/>
          <a:ext cx="2894062" cy="434109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124460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  <a:defRPr b="1"/>
          </a:pPr>
          <a:r>
            <a:rPr lang="tr-TR" sz="2800" kern="1200"/>
            <a:t>Final balance</a:t>
          </a:r>
          <a:endParaRPr lang="en-US" sz="2800" kern="1200"/>
        </a:p>
      </dsp:txBody>
      <dsp:txXfrm>
        <a:off x="3421" y="1823640"/>
        <a:ext cx="2894062" cy="434109"/>
      </dsp:txXfrm>
    </dsp:sp>
    <dsp:sp modelId="{67B16F56-048C-4424-A5E5-A695957FB100}">
      <dsp:nvSpPr>
        <dsp:cNvPr id="0" name=""/>
        <dsp:cNvSpPr/>
      </dsp:nvSpPr>
      <dsp:spPr>
        <a:xfrm>
          <a:off x="3421" y="2302165"/>
          <a:ext cx="2894062" cy="633860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7556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700" kern="1200"/>
            <a:t>a complicated</a:t>
          </a:r>
          <a:r>
            <a:rPr lang="tr-TR" sz="1700" kern="1200" dirty="0"/>
            <a:t> </a:t>
          </a:r>
          <a:r>
            <a:rPr lang="en-US" sz="1700" kern="1200" dirty="0"/>
            <a:t>process</a:t>
          </a:r>
        </a:p>
      </dsp:txBody>
      <dsp:txXfrm>
        <a:off x="3421" y="2302165"/>
        <a:ext cx="2894062" cy="633860"/>
      </dsp:txXfrm>
    </dsp:sp>
    <dsp:sp modelId="{B6E2D38D-213B-42BF-8264-956FF5914418}">
      <dsp:nvSpPr>
        <dsp:cNvPr id="0" name=""/>
        <dsp:cNvSpPr/>
      </dsp:nvSpPr>
      <dsp:spPr>
        <a:xfrm>
          <a:off x="4344515" y="715224"/>
          <a:ext cx="1012921" cy="1012921"/>
        </a:xfrm>
        <a:prstGeom prst="rect">
          <a:avLst/>
        </a:prstGeom>
        <a:blipFill>
          <a:blip xmlns:r="http://schemas.openxmlformats.org/officeDocument/2006/relationships" r:embed="rId3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4"/>
              </a:ext>
            </a:extLst>
          </a:blip>
          <a:stretch>
            <a:fillRect/>
          </a:stretch>
        </a:blipFill>
        <a:ln w="12700" cap="flat" cmpd="sng" algn="ctr">
          <a:noFill/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5F592F1D-647C-4998-A42C-86ECEAC270DD}">
      <dsp:nvSpPr>
        <dsp:cNvPr id="0" name=""/>
        <dsp:cNvSpPr/>
      </dsp:nvSpPr>
      <dsp:spPr>
        <a:xfrm>
          <a:off x="3403945" y="1823640"/>
          <a:ext cx="2894062" cy="434109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124460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  <a:defRPr b="1"/>
          </a:pPr>
          <a:r>
            <a:rPr lang="en-US" sz="2800" kern="1200"/>
            <a:t>depends on</a:t>
          </a:r>
        </a:p>
      </dsp:txBody>
      <dsp:txXfrm>
        <a:off x="3403945" y="1823640"/>
        <a:ext cx="2894062" cy="434109"/>
      </dsp:txXfrm>
    </dsp:sp>
    <dsp:sp modelId="{5BF07EB3-2935-4599-B685-893156DB31B1}">
      <dsp:nvSpPr>
        <dsp:cNvPr id="0" name=""/>
        <dsp:cNvSpPr/>
      </dsp:nvSpPr>
      <dsp:spPr>
        <a:xfrm>
          <a:off x="3403945" y="2302165"/>
          <a:ext cx="2894062" cy="633860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7556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700" kern="1200" dirty="0"/>
            <a:t>keeping track of</a:t>
          </a:r>
        </a:p>
        <a:p>
          <a:pPr marL="0" lvl="0" indent="0" algn="ctr" defTabSz="7556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700" kern="1200" dirty="0"/>
            <a:t>transactions as they propagate</a:t>
          </a:r>
        </a:p>
      </dsp:txBody>
      <dsp:txXfrm>
        <a:off x="3403945" y="2302165"/>
        <a:ext cx="2894062" cy="633860"/>
      </dsp:txXfrm>
    </dsp:sp>
    <dsp:sp modelId="{93A3D16C-8577-4C5D-8A00-1FA0129E2F87}">
      <dsp:nvSpPr>
        <dsp:cNvPr id="0" name=""/>
        <dsp:cNvSpPr/>
      </dsp:nvSpPr>
      <dsp:spPr>
        <a:xfrm>
          <a:off x="7745039" y="715224"/>
          <a:ext cx="1012921" cy="1012921"/>
        </a:xfrm>
        <a:prstGeom prst="rect">
          <a:avLst/>
        </a:prstGeom>
        <a:blipFill>
          <a:blip xmlns:r="http://schemas.openxmlformats.org/officeDocument/2006/relationships" r:embed="rId5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6"/>
              </a:ext>
            </a:extLst>
          </a:blip>
          <a:stretch>
            <a:fillRect/>
          </a:stretch>
        </a:blipFill>
        <a:ln w="12700" cap="flat" cmpd="sng" algn="ctr">
          <a:noFill/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DADC6296-0AE7-4EBB-8E09-097FFE71D770}">
      <dsp:nvSpPr>
        <dsp:cNvPr id="0" name=""/>
        <dsp:cNvSpPr/>
      </dsp:nvSpPr>
      <dsp:spPr>
        <a:xfrm>
          <a:off x="6804468" y="1823640"/>
          <a:ext cx="2894062" cy="434109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124460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  <a:defRPr b="1"/>
          </a:pPr>
          <a:r>
            <a:rPr lang="tr-TR" sz="2800" kern="1200"/>
            <a:t>plus</a:t>
          </a:r>
          <a:endParaRPr lang="en-US" sz="2800" kern="1200"/>
        </a:p>
      </dsp:txBody>
      <dsp:txXfrm>
        <a:off x="6804468" y="1823640"/>
        <a:ext cx="2894062" cy="434109"/>
      </dsp:txXfrm>
    </dsp:sp>
    <dsp:sp modelId="{F6DC19B2-9F8C-4751-83C0-5A297B176479}">
      <dsp:nvSpPr>
        <dsp:cNvPr id="0" name=""/>
        <dsp:cNvSpPr/>
      </dsp:nvSpPr>
      <dsp:spPr>
        <a:xfrm>
          <a:off x="6804468" y="2302165"/>
          <a:ext cx="2894062" cy="633860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7556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700" kern="1200" dirty="0"/>
            <a:t>maintaining consensus</a:t>
          </a:r>
        </a:p>
        <a:p>
          <a:pPr marL="0" lvl="0" indent="0" algn="ctr" defTabSz="7556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700" kern="1200"/>
            <a:t>with </a:t>
          </a:r>
          <a:r>
            <a:rPr lang="en-US" sz="1700" kern="1200" dirty="0"/>
            <a:t>the bitcoin network </a:t>
          </a:r>
        </a:p>
      </dsp:txBody>
      <dsp:txXfrm>
        <a:off x="6804468" y="2302165"/>
        <a:ext cx="2894062" cy="633860"/>
      </dsp:txXfrm>
    </dsp:sp>
  </dsp:spTree>
</dsp:drawing>
</file>

<file path=ppt/diagrams/drawing108.xml><?xml version="1.0" encoding="utf-8"?>
<dsp:drawing xmlns:dgm="http://schemas.openxmlformats.org/drawingml/2006/diagram" xmlns:dsp="http://schemas.microsoft.com/office/drawing/2008/diagram" xmlns:a="http://schemas.openxmlformats.org/drawingml/2006/main">
  <dsp:spTree>
    <dsp:nvGrpSpPr>
      <dsp:cNvPr id="0" name=""/>
      <dsp:cNvGrpSpPr/>
    </dsp:nvGrpSpPr>
    <dsp:grpSpPr/>
    <dsp:sp modelId="{11BA298A-F9F2-441F-BB38-C61123DA82FF}">
      <dsp:nvSpPr>
        <dsp:cNvPr id="0" name=""/>
        <dsp:cNvSpPr/>
      </dsp:nvSpPr>
      <dsp:spPr>
        <a:xfrm>
          <a:off x="1556976" y="144483"/>
          <a:ext cx="1512000" cy="1512000"/>
        </a:xfrm>
        <a:prstGeom prst="rect">
          <a:avLst/>
        </a:prstGeom>
        <a:blipFill>
          <a:blip xmlns:r="http://schemas.openxmlformats.org/officeDocument/2006/relationships" r:embed="rId1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2"/>
              </a:ext>
            </a:extLst>
          </a:blip>
          <a:stretch>
            <a:fillRect/>
          </a:stretch>
        </a:blipFill>
        <a:ln w="12700" cap="flat" cmpd="sng" algn="ctr">
          <a:noFill/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86C8968E-E7F9-440F-BD22-6332B69D470E}">
      <dsp:nvSpPr>
        <dsp:cNvPr id="0" name=""/>
        <dsp:cNvSpPr/>
      </dsp:nvSpPr>
      <dsp:spPr>
        <a:xfrm>
          <a:off x="152976" y="1801062"/>
          <a:ext cx="4320000" cy="648000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160020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  <a:defRPr b="1"/>
          </a:pPr>
          <a:r>
            <a:rPr lang="tr-TR" sz="3600" kern="1200"/>
            <a:t>Going out of sync</a:t>
          </a:r>
          <a:endParaRPr lang="en-US" sz="3600" kern="1200"/>
        </a:p>
      </dsp:txBody>
      <dsp:txXfrm>
        <a:off x="152976" y="1801062"/>
        <a:ext cx="4320000" cy="648000"/>
      </dsp:txXfrm>
    </dsp:sp>
    <dsp:sp modelId="{80523132-36A4-43A2-9484-183E51E704D1}">
      <dsp:nvSpPr>
        <dsp:cNvPr id="0" name=""/>
        <dsp:cNvSpPr/>
      </dsp:nvSpPr>
      <dsp:spPr>
        <a:xfrm>
          <a:off x="152976" y="2516307"/>
          <a:ext cx="4320000" cy="990458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7556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700" kern="1200" dirty="0"/>
            <a:t>Sometimes</a:t>
          </a:r>
          <a:r>
            <a:rPr lang="tr-TR" sz="1700" kern="1200" dirty="0"/>
            <a:t> </a:t>
          </a:r>
          <a:r>
            <a:rPr lang="en-US" sz="1700" kern="1200" dirty="0"/>
            <a:t>the blockchain explorer</a:t>
          </a:r>
        </a:p>
        <a:p>
          <a:pPr marL="0" lvl="0" indent="0" algn="ctr" defTabSz="7556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700" kern="1200"/>
            <a:t>goes out of sync </a:t>
          </a:r>
        </a:p>
      </dsp:txBody>
      <dsp:txXfrm>
        <a:off x="152976" y="2516307"/>
        <a:ext cx="4320000" cy="990458"/>
      </dsp:txXfrm>
    </dsp:sp>
    <dsp:sp modelId="{05A2DA03-F69F-4EED-B6E7-4793E2B4F637}">
      <dsp:nvSpPr>
        <dsp:cNvPr id="0" name=""/>
        <dsp:cNvSpPr/>
      </dsp:nvSpPr>
      <dsp:spPr>
        <a:xfrm>
          <a:off x="6632976" y="144483"/>
          <a:ext cx="1512000" cy="1512000"/>
        </a:xfrm>
        <a:prstGeom prst="rect">
          <a:avLst/>
        </a:prstGeom>
        <a:blipFill>
          <a:blip xmlns:r="http://schemas.openxmlformats.org/officeDocument/2006/relationships" r:embed="rId3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4"/>
              </a:ext>
            </a:extLst>
          </a:blip>
          <a:stretch>
            <a:fillRect/>
          </a:stretch>
        </a:blipFill>
        <a:ln w="12700" cap="flat" cmpd="sng" algn="ctr">
          <a:noFill/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5E30308E-A9D3-4F82-B4C2-342461E09109}">
      <dsp:nvSpPr>
        <dsp:cNvPr id="0" name=""/>
        <dsp:cNvSpPr/>
      </dsp:nvSpPr>
      <dsp:spPr>
        <a:xfrm>
          <a:off x="5228976" y="1801062"/>
          <a:ext cx="4320000" cy="648000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160020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  <a:defRPr b="1"/>
          </a:pPr>
          <a:r>
            <a:rPr lang="tr-TR" sz="3600" kern="1200"/>
            <a:t>Causes</a:t>
          </a:r>
          <a:endParaRPr lang="en-US" sz="3600" kern="1200"/>
        </a:p>
      </dsp:txBody>
      <dsp:txXfrm>
        <a:off x="5228976" y="1801062"/>
        <a:ext cx="4320000" cy="648000"/>
      </dsp:txXfrm>
    </dsp:sp>
    <dsp:sp modelId="{D8DFC9A0-07C4-4C3D-AACB-167EBD693275}">
      <dsp:nvSpPr>
        <dsp:cNvPr id="0" name=""/>
        <dsp:cNvSpPr/>
      </dsp:nvSpPr>
      <dsp:spPr>
        <a:xfrm>
          <a:off x="5228976" y="2516307"/>
          <a:ext cx="4320000" cy="990458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7556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700" kern="1200" dirty="0"/>
            <a:t>its perspective of</a:t>
          </a:r>
          <a:r>
            <a:rPr lang="tr-TR" sz="1700" kern="1200" dirty="0"/>
            <a:t> </a:t>
          </a:r>
          <a:r>
            <a:rPr lang="en-US" sz="1700" kern="1200" dirty="0"/>
            <a:t>the UTXO set</a:t>
          </a:r>
        </a:p>
        <a:p>
          <a:pPr marL="0" lvl="0" indent="0" algn="ctr" defTabSz="7556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700" kern="1200" dirty="0"/>
            <a:t>is incomplete</a:t>
          </a:r>
        </a:p>
        <a:p>
          <a:pPr marL="0" lvl="0" indent="0" algn="ctr" defTabSz="7556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700" kern="1200"/>
            <a:t> </a:t>
          </a:r>
          <a:r>
            <a:rPr lang="en-US" sz="1700" kern="1200" dirty="0"/>
            <a:t>or incorrect.</a:t>
          </a:r>
        </a:p>
      </dsp:txBody>
      <dsp:txXfrm>
        <a:off x="5228976" y="2516307"/>
        <a:ext cx="4320000" cy="990458"/>
      </dsp:txXfrm>
    </dsp:sp>
  </dsp:spTree>
</dsp:drawing>
</file>

<file path=ppt/diagrams/drawing109.xml><?xml version="1.0" encoding="utf-8"?>
<dsp:drawing xmlns:dgm="http://schemas.openxmlformats.org/drawingml/2006/diagram" xmlns:dsp="http://schemas.microsoft.com/office/drawing/2008/diagram" xmlns:a="http://schemas.openxmlformats.org/drawingml/2006/main">
  <dsp:spTree>
    <dsp:nvGrpSpPr>
      <dsp:cNvPr id="0" name=""/>
      <dsp:cNvGrpSpPr/>
    </dsp:nvGrpSpPr>
    <dsp:grpSpPr/>
    <dsp:sp modelId="{F60DFAB5-2474-4B0B-9823-8B8F195E5C8B}">
      <dsp:nvSpPr>
        <dsp:cNvPr id="0" name=""/>
        <dsp:cNvSpPr/>
      </dsp:nvSpPr>
      <dsp:spPr>
        <a:xfrm>
          <a:off x="943992" y="720087"/>
          <a:ext cx="1012921" cy="1012921"/>
        </a:xfrm>
        <a:prstGeom prst="rect">
          <a:avLst/>
        </a:prstGeom>
        <a:blipFill>
          <a:blip xmlns:r="http://schemas.openxmlformats.org/officeDocument/2006/relationships" r:embed="rId1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2"/>
              </a:ext>
            </a:extLst>
          </a:blip>
          <a:stretch>
            <a:fillRect/>
          </a:stretch>
        </a:blipFill>
        <a:ln w="12700" cap="flat" cmpd="sng" algn="ctr">
          <a:noFill/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3BA96034-9940-42F2-8938-B5EE85EBFBB0}">
      <dsp:nvSpPr>
        <dsp:cNvPr id="0" name=""/>
        <dsp:cNvSpPr/>
      </dsp:nvSpPr>
      <dsp:spPr>
        <a:xfrm>
          <a:off x="3421" y="1828085"/>
          <a:ext cx="2894062" cy="434109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124460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  <a:defRPr b="1"/>
          </a:pPr>
          <a:r>
            <a:rPr lang="tr-TR" sz="2800" kern="1200"/>
            <a:t>Final balance</a:t>
          </a:r>
          <a:endParaRPr lang="en-US" sz="2800" kern="1200"/>
        </a:p>
      </dsp:txBody>
      <dsp:txXfrm>
        <a:off x="3421" y="1828085"/>
        <a:ext cx="2894062" cy="434109"/>
      </dsp:txXfrm>
    </dsp:sp>
    <dsp:sp modelId="{CE337059-573C-41B3-BB0D-05F09BCE8854}">
      <dsp:nvSpPr>
        <dsp:cNvPr id="0" name=""/>
        <dsp:cNvSpPr/>
      </dsp:nvSpPr>
      <dsp:spPr>
        <a:xfrm>
          <a:off x="3421" y="2306416"/>
          <a:ext cx="2894062" cy="624745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7556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tr-TR" sz="1700" kern="1200"/>
            <a:t>the </a:t>
          </a:r>
          <a:r>
            <a:rPr lang="en-US" sz="1700" kern="1200"/>
            <a:t>number</a:t>
          </a:r>
        </a:p>
        <a:p>
          <a:pPr marL="0" lvl="0" indent="0" algn="ctr" defTabSz="7556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tr-TR" sz="1700" kern="1200"/>
            <a:t>shown to the user</a:t>
          </a:r>
          <a:endParaRPr lang="en-US" sz="1700" kern="1200"/>
        </a:p>
      </dsp:txBody>
      <dsp:txXfrm>
        <a:off x="3421" y="2306416"/>
        <a:ext cx="2894062" cy="624745"/>
      </dsp:txXfrm>
    </dsp:sp>
    <dsp:sp modelId="{53B15C1E-239E-434C-ABCC-8B3502213085}">
      <dsp:nvSpPr>
        <dsp:cNvPr id="0" name=""/>
        <dsp:cNvSpPr/>
      </dsp:nvSpPr>
      <dsp:spPr>
        <a:xfrm>
          <a:off x="4344515" y="720087"/>
          <a:ext cx="1012921" cy="1012921"/>
        </a:xfrm>
        <a:prstGeom prst="rect">
          <a:avLst/>
        </a:prstGeom>
        <a:blipFill>
          <a:blip xmlns:r="http://schemas.openxmlformats.org/officeDocument/2006/relationships" r:embed="rId3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4"/>
              </a:ext>
            </a:extLst>
          </a:blip>
          <a:stretch>
            <a:fillRect/>
          </a:stretch>
        </a:blipFill>
        <a:ln w="12700" cap="flat" cmpd="sng" algn="ctr">
          <a:noFill/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09BA6E16-BA64-41A0-8DF5-191C419DFB3C}">
      <dsp:nvSpPr>
        <dsp:cNvPr id="0" name=""/>
        <dsp:cNvSpPr/>
      </dsp:nvSpPr>
      <dsp:spPr>
        <a:xfrm>
          <a:off x="3403945" y="1828085"/>
          <a:ext cx="2894062" cy="434109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124460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  <a:defRPr b="1"/>
          </a:pPr>
          <a:r>
            <a:rPr lang="tr-TR" sz="2800" kern="1200"/>
            <a:t>produced by</a:t>
          </a:r>
          <a:endParaRPr lang="en-US" sz="2800" kern="1200"/>
        </a:p>
      </dsp:txBody>
      <dsp:txXfrm>
        <a:off x="3403945" y="1828085"/>
        <a:ext cx="2894062" cy="434109"/>
      </dsp:txXfrm>
    </dsp:sp>
    <dsp:sp modelId="{9ADDDB24-4D05-486A-A157-210EF6EE99DD}">
      <dsp:nvSpPr>
        <dsp:cNvPr id="0" name=""/>
        <dsp:cNvSpPr/>
      </dsp:nvSpPr>
      <dsp:spPr>
        <a:xfrm>
          <a:off x="3403945" y="2306416"/>
          <a:ext cx="2894062" cy="624745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7556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700" kern="1200"/>
            <a:t>the blockchain explorer</a:t>
          </a:r>
        </a:p>
      </dsp:txBody>
      <dsp:txXfrm>
        <a:off x="3403945" y="2306416"/>
        <a:ext cx="2894062" cy="624745"/>
      </dsp:txXfrm>
    </dsp:sp>
    <dsp:sp modelId="{884295B0-D580-4BA7-8E65-96B1FF460164}">
      <dsp:nvSpPr>
        <dsp:cNvPr id="0" name=""/>
        <dsp:cNvSpPr/>
      </dsp:nvSpPr>
      <dsp:spPr>
        <a:xfrm>
          <a:off x="7745039" y="720087"/>
          <a:ext cx="1012921" cy="1012921"/>
        </a:xfrm>
        <a:prstGeom prst="rect">
          <a:avLst/>
        </a:prstGeom>
        <a:blipFill>
          <a:blip xmlns:r="http://schemas.openxmlformats.org/officeDocument/2006/relationships" r:embed="rId5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6"/>
              </a:ext>
            </a:extLst>
          </a:blip>
          <a:stretch>
            <a:fillRect/>
          </a:stretch>
        </a:blipFill>
        <a:ln w="12700" cap="flat" cmpd="sng" algn="ctr">
          <a:solidFill>
            <a:schemeClr val="lt1">
              <a:alpha val="0"/>
              <a:hueOff val="0"/>
              <a:satOff val="0"/>
              <a:lumOff val="0"/>
              <a:alphaOff val="0"/>
            </a:schemeClr>
          </a:solidFill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2B85061F-CC2A-427D-A377-10EE25BE1B63}">
      <dsp:nvSpPr>
        <dsp:cNvPr id="0" name=""/>
        <dsp:cNvSpPr/>
      </dsp:nvSpPr>
      <dsp:spPr>
        <a:xfrm>
          <a:off x="6804468" y="1828085"/>
          <a:ext cx="2894062" cy="434109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124460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  <a:defRPr b="1"/>
          </a:pPr>
          <a:r>
            <a:rPr lang="tr-TR" sz="2800" kern="1200"/>
            <a:t>Operation</a:t>
          </a:r>
          <a:endParaRPr lang="en-US" sz="2800" kern="1200"/>
        </a:p>
      </dsp:txBody>
      <dsp:txXfrm>
        <a:off x="6804468" y="1828085"/>
        <a:ext cx="2894062" cy="434109"/>
      </dsp:txXfrm>
    </dsp:sp>
    <dsp:sp modelId="{DC0A6780-A655-40EB-A100-39E2C452DEBB}">
      <dsp:nvSpPr>
        <dsp:cNvPr id="0" name=""/>
        <dsp:cNvSpPr/>
      </dsp:nvSpPr>
      <dsp:spPr>
        <a:xfrm>
          <a:off x="6804468" y="2306416"/>
          <a:ext cx="2894062" cy="624745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7556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tr-TR" sz="1700" kern="1200"/>
            <a:t>Sum up </a:t>
          </a:r>
          <a:r>
            <a:rPr lang="en-US" sz="1700" kern="1200"/>
            <a:t>the value of</a:t>
          </a:r>
        </a:p>
        <a:p>
          <a:pPr marL="0" lvl="0" indent="0" algn="ctr" defTabSz="7556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700" kern="1200"/>
            <a:t> all unspent outputs</a:t>
          </a:r>
        </a:p>
      </dsp:txBody>
      <dsp:txXfrm>
        <a:off x="6804468" y="2306416"/>
        <a:ext cx="2894062" cy="624745"/>
      </dsp:txXfrm>
    </dsp:sp>
  </dsp:spTree>
</dsp:drawing>
</file>

<file path=ppt/diagrams/drawing110.xml><?xml version="1.0" encoding="utf-8"?>
<dsp:drawing xmlns:dgm="http://schemas.openxmlformats.org/drawingml/2006/diagram" xmlns:dsp="http://schemas.microsoft.com/office/drawing/2008/diagram" xmlns:a="http://schemas.openxmlformats.org/drawingml/2006/main">
  <dsp:spTree>
    <dsp:nvGrpSpPr>
      <dsp:cNvPr id="0" name=""/>
      <dsp:cNvGrpSpPr/>
    </dsp:nvGrpSpPr>
    <dsp:grpSpPr/>
    <dsp:sp modelId="{FC66380B-7DF7-4DB3-ABF1-5E4F20FCA58B}">
      <dsp:nvSpPr>
        <dsp:cNvPr id="0" name=""/>
        <dsp:cNvSpPr/>
      </dsp:nvSpPr>
      <dsp:spPr>
        <a:xfrm>
          <a:off x="943992" y="522157"/>
          <a:ext cx="1012921" cy="1012921"/>
        </a:xfrm>
        <a:prstGeom prst="rect">
          <a:avLst/>
        </a:prstGeom>
        <a:blipFill>
          <a:blip xmlns:r="http://schemas.openxmlformats.org/officeDocument/2006/relationships" r:embed="rId1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2"/>
              </a:ext>
            </a:extLst>
          </a:blip>
          <a:stretch>
            <a:fillRect/>
          </a:stretch>
        </a:blipFill>
        <a:ln w="12700" cap="flat" cmpd="sng" algn="ctr">
          <a:noFill/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6333AC83-1132-4D0F-BCE0-4952264CE5CB}">
      <dsp:nvSpPr>
        <dsp:cNvPr id="0" name=""/>
        <dsp:cNvSpPr/>
      </dsp:nvSpPr>
      <dsp:spPr>
        <a:xfrm>
          <a:off x="3421" y="1647177"/>
          <a:ext cx="2894062" cy="434109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124460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  <a:defRPr b="1"/>
          </a:pPr>
          <a:r>
            <a:rPr lang="tr-TR" sz="2800" kern="1200" dirty="0"/>
            <a:t>Bitcoin address</a:t>
          </a:r>
          <a:endParaRPr lang="en-US" sz="2800" kern="1200" dirty="0"/>
        </a:p>
      </dsp:txBody>
      <dsp:txXfrm>
        <a:off x="3421" y="1647177"/>
        <a:ext cx="2894062" cy="434109"/>
      </dsp:txXfrm>
    </dsp:sp>
    <dsp:sp modelId="{08589683-DB8E-490C-9FD0-2257DCF95884}">
      <dsp:nvSpPr>
        <dsp:cNvPr id="0" name=""/>
        <dsp:cNvSpPr/>
      </dsp:nvSpPr>
      <dsp:spPr>
        <a:xfrm>
          <a:off x="3421" y="2133425"/>
          <a:ext cx="2894062" cy="995666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7556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700" kern="1200"/>
            <a:t>referencing public key hash</a:t>
          </a:r>
        </a:p>
        <a:p>
          <a:pPr marL="0" lvl="0" indent="0" algn="ctr" defTabSz="7556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tr-TR" sz="1700" kern="1200"/>
            <a:t>in UTXO set</a:t>
          </a:r>
          <a:endParaRPr lang="en-US" sz="1700" kern="1200"/>
        </a:p>
      </dsp:txBody>
      <dsp:txXfrm>
        <a:off x="3421" y="2133425"/>
        <a:ext cx="2894062" cy="995666"/>
      </dsp:txXfrm>
    </dsp:sp>
    <dsp:sp modelId="{7B557538-185F-4CD0-B13C-2AB728E0530F}">
      <dsp:nvSpPr>
        <dsp:cNvPr id="0" name=""/>
        <dsp:cNvSpPr/>
      </dsp:nvSpPr>
      <dsp:spPr>
        <a:xfrm>
          <a:off x="4344515" y="522157"/>
          <a:ext cx="1012921" cy="1012921"/>
        </a:xfrm>
        <a:prstGeom prst="rect">
          <a:avLst/>
        </a:prstGeom>
        <a:blipFill>
          <a:blip xmlns:r="http://schemas.openxmlformats.org/officeDocument/2006/relationships" r:embed="rId3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4"/>
              </a:ext>
            </a:extLst>
          </a:blip>
          <a:stretch>
            <a:fillRect/>
          </a:stretch>
        </a:blipFill>
        <a:ln w="12700" cap="flat" cmpd="sng" algn="ctr">
          <a:solidFill>
            <a:schemeClr val="lt2">
              <a:alpha val="0"/>
              <a:hueOff val="0"/>
              <a:satOff val="0"/>
              <a:lumOff val="0"/>
              <a:alphaOff val="0"/>
            </a:schemeClr>
          </a:solidFill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D240EEFF-D516-45C6-BE71-9E6BB8A023C9}">
      <dsp:nvSpPr>
        <dsp:cNvPr id="0" name=""/>
        <dsp:cNvSpPr/>
      </dsp:nvSpPr>
      <dsp:spPr>
        <a:xfrm>
          <a:off x="3403945" y="1647177"/>
          <a:ext cx="2894062" cy="434109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124460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  <a:defRPr b="1"/>
          </a:pPr>
          <a:r>
            <a:rPr lang="tr-TR" sz="2800" kern="1200"/>
            <a:t>Finding the balance</a:t>
          </a:r>
          <a:endParaRPr lang="en-US" sz="2800" kern="1200"/>
        </a:p>
      </dsp:txBody>
      <dsp:txXfrm>
        <a:off x="3403945" y="1647177"/>
        <a:ext cx="2894062" cy="434109"/>
      </dsp:txXfrm>
    </dsp:sp>
    <dsp:sp modelId="{972162CB-57A0-46B7-AAC1-7FDF0250DA1D}">
      <dsp:nvSpPr>
        <dsp:cNvPr id="0" name=""/>
        <dsp:cNvSpPr/>
      </dsp:nvSpPr>
      <dsp:spPr>
        <a:xfrm>
          <a:off x="3403945" y="2133425"/>
          <a:ext cx="2894062" cy="995666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7556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tr-TR" sz="1700" kern="1200"/>
            <a:t>requires to search</a:t>
          </a:r>
          <a:endParaRPr lang="en-US" sz="1700" kern="1200"/>
        </a:p>
        <a:p>
          <a:pPr marL="0" lvl="0" indent="0" algn="ctr" defTabSz="7556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700" kern="1200"/>
            <a:t>index</a:t>
          </a:r>
          <a:r>
            <a:rPr lang="tr-TR" sz="1700" kern="1200"/>
            <a:t>es and transactions</a:t>
          </a:r>
          <a:endParaRPr lang="en-US" sz="1700" kern="1200"/>
        </a:p>
      </dsp:txBody>
      <dsp:txXfrm>
        <a:off x="3403945" y="2133425"/>
        <a:ext cx="2894062" cy="995666"/>
      </dsp:txXfrm>
    </dsp:sp>
    <dsp:sp modelId="{FF1AA267-0CAF-4586-B782-4D8BB18E5501}">
      <dsp:nvSpPr>
        <dsp:cNvPr id="0" name=""/>
        <dsp:cNvSpPr/>
      </dsp:nvSpPr>
      <dsp:spPr>
        <a:xfrm>
          <a:off x="7745039" y="522157"/>
          <a:ext cx="1012921" cy="1012921"/>
        </a:xfrm>
        <a:prstGeom prst="rect">
          <a:avLst/>
        </a:prstGeom>
        <a:blipFill>
          <a:blip xmlns:r="http://schemas.openxmlformats.org/officeDocument/2006/relationships" r:embed="rId5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6"/>
              </a:ext>
            </a:extLst>
          </a:blip>
          <a:stretch>
            <a:fillRect/>
          </a:stretch>
        </a:blipFill>
        <a:ln w="12700" cap="flat" cmpd="sng" algn="ctr">
          <a:noFill/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E56922C9-640E-4925-AB1D-0BACAA701480}">
      <dsp:nvSpPr>
        <dsp:cNvPr id="0" name=""/>
        <dsp:cNvSpPr/>
      </dsp:nvSpPr>
      <dsp:spPr>
        <a:xfrm>
          <a:off x="6804468" y="1647177"/>
          <a:ext cx="2894062" cy="434109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124460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  <a:defRPr b="1"/>
          </a:pPr>
          <a:r>
            <a:rPr lang="tr-TR" sz="2800" kern="1200"/>
            <a:t># of transactions</a:t>
          </a:r>
          <a:r>
            <a:rPr lang="en-US" sz="2800" kern="1200"/>
            <a:t> </a:t>
          </a:r>
        </a:p>
      </dsp:txBody>
      <dsp:txXfrm>
        <a:off x="6804468" y="1647177"/>
        <a:ext cx="2894062" cy="434109"/>
      </dsp:txXfrm>
    </dsp:sp>
    <dsp:sp modelId="{DE8B0243-0F00-467B-A0EC-265B432642A7}">
      <dsp:nvSpPr>
        <dsp:cNvPr id="0" name=""/>
        <dsp:cNvSpPr/>
      </dsp:nvSpPr>
      <dsp:spPr>
        <a:xfrm>
          <a:off x="6804468" y="2133425"/>
          <a:ext cx="2894062" cy="995666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7556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700" kern="1200"/>
            <a:t>dozens</a:t>
          </a:r>
        </a:p>
        <a:p>
          <a:pPr marL="0" lvl="0" indent="0" algn="ctr" defTabSz="7556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700" kern="1200"/>
            <a:t>hundreds</a:t>
          </a:r>
        </a:p>
        <a:p>
          <a:pPr marL="0" lvl="0" indent="0" algn="ctr" defTabSz="7556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700" kern="1200"/>
            <a:t>hundreds of</a:t>
          </a:r>
          <a:r>
            <a:rPr lang="tr-TR" sz="1700" kern="1200"/>
            <a:t> thousands</a:t>
          </a:r>
          <a:endParaRPr lang="en-US" sz="1700" kern="1200"/>
        </a:p>
      </dsp:txBody>
      <dsp:txXfrm>
        <a:off x="6804468" y="2133425"/>
        <a:ext cx="2894062" cy="995666"/>
      </dsp:txXfrm>
    </dsp:sp>
  </dsp:spTree>
</dsp:drawing>
</file>

<file path=ppt/diagrams/drawing111.xml><?xml version="1.0" encoding="utf-8"?>
<dsp:drawing xmlns:dgm="http://schemas.openxmlformats.org/drawingml/2006/diagram" xmlns:dsp="http://schemas.microsoft.com/office/drawing/2008/diagram" xmlns:a="http://schemas.openxmlformats.org/drawingml/2006/main">
  <dsp:spTree>
    <dsp:nvGrpSpPr>
      <dsp:cNvPr id="0" name=""/>
      <dsp:cNvGrpSpPr/>
    </dsp:nvGrpSpPr>
    <dsp:grpSpPr/>
    <dsp:sp modelId="{21342365-8139-44CC-9018-0EC0A6E492F0}">
      <dsp:nvSpPr>
        <dsp:cNvPr id="0" name=""/>
        <dsp:cNvSpPr/>
      </dsp:nvSpPr>
      <dsp:spPr>
        <a:xfrm>
          <a:off x="84" y="878946"/>
          <a:ext cx="482097" cy="482097"/>
        </a:xfrm>
        <a:prstGeom prst="rect">
          <a:avLst/>
        </a:prstGeom>
        <a:blipFill>
          <a:blip xmlns:r="http://schemas.openxmlformats.org/officeDocument/2006/relationships" r:embed="rId1" cstate="email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2"/>
              </a:ext>
            </a:extLst>
          </a:blip>
          <a:stretch>
            <a:fillRect/>
          </a:stretch>
        </a:blipFill>
        <a:ln w="12700" cap="flat" cmpd="sng" algn="ctr">
          <a:noFill/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DEA29564-C127-45C9-84FD-FB0D6745C519}">
      <dsp:nvSpPr>
        <dsp:cNvPr id="0" name=""/>
        <dsp:cNvSpPr/>
      </dsp:nvSpPr>
      <dsp:spPr>
        <a:xfrm>
          <a:off x="84" y="1422889"/>
          <a:ext cx="1377421" cy="219526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l" defTabSz="62230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  <a:defRPr b="1"/>
          </a:pPr>
          <a:r>
            <a:rPr lang="tr-TR" sz="1400" kern="1200"/>
            <a:t>Your opinion</a:t>
          </a:r>
        </a:p>
      </dsp:txBody>
      <dsp:txXfrm>
        <a:off x="84" y="1422889"/>
        <a:ext cx="1377421" cy="219526"/>
      </dsp:txXfrm>
    </dsp:sp>
    <dsp:sp modelId="{7EDEF049-F1A9-4E28-B579-BFFC13E86FAC}">
      <dsp:nvSpPr>
        <dsp:cNvPr id="0" name=""/>
        <dsp:cNvSpPr/>
      </dsp:nvSpPr>
      <dsp:spPr>
        <a:xfrm>
          <a:off x="84" y="1671181"/>
          <a:ext cx="1377421" cy="646039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l" defTabSz="4889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100" kern="1200"/>
            <a:t>What do you think on this chapter?</a:t>
          </a:r>
          <a:endParaRPr lang="tr-TR" sz="1100" kern="1200"/>
        </a:p>
      </dsp:txBody>
      <dsp:txXfrm>
        <a:off x="84" y="1671181"/>
        <a:ext cx="1377421" cy="646039"/>
      </dsp:txXfrm>
    </dsp:sp>
    <dsp:sp modelId="{5E8F8A7A-9490-44FC-A7E8-40D0F10C7CCC}">
      <dsp:nvSpPr>
        <dsp:cNvPr id="0" name=""/>
        <dsp:cNvSpPr/>
      </dsp:nvSpPr>
      <dsp:spPr>
        <a:xfrm>
          <a:off x="1618555" y="878946"/>
          <a:ext cx="482097" cy="482097"/>
        </a:xfrm>
        <a:prstGeom prst="rect">
          <a:avLst/>
        </a:prstGeom>
        <a:blipFill>
          <a:blip xmlns:r="http://schemas.openxmlformats.org/officeDocument/2006/relationships" r:embed="rId3" cstate="email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4"/>
              </a:ext>
            </a:extLst>
          </a:blip>
          <a:stretch>
            <a:fillRect/>
          </a:stretch>
        </a:blipFill>
        <a:ln w="12700" cap="flat" cmpd="sng" algn="ctr">
          <a:noFill/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B3186365-AB58-491B-A0A1-62063495E1FB}">
      <dsp:nvSpPr>
        <dsp:cNvPr id="0" name=""/>
        <dsp:cNvSpPr/>
      </dsp:nvSpPr>
      <dsp:spPr>
        <a:xfrm>
          <a:off x="1618555" y="1422889"/>
          <a:ext cx="1377421" cy="219526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l" defTabSz="62230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  <a:defRPr b="1"/>
          </a:pPr>
          <a:r>
            <a:rPr lang="tr-TR" sz="1400" kern="1200"/>
            <a:t>Challenging</a:t>
          </a:r>
        </a:p>
      </dsp:txBody>
      <dsp:txXfrm>
        <a:off x="1618555" y="1422889"/>
        <a:ext cx="1377421" cy="219526"/>
      </dsp:txXfrm>
    </dsp:sp>
    <dsp:sp modelId="{503F28B4-419F-4189-8EF1-3AAA5AC2C057}">
      <dsp:nvSpPr>
        <dsp:cNvPr id="0" name=""/>
        <dsp:cNvSpPr/>
      </dsp:nvSpPr>
      <dsp:spPr>
        <a:xfrm>
          <a:off x="1618555" y="1671181"/>
          <a:ext cx="1377421" cy="646039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l" defTabSz="4889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100" kern="1200"/>
            <a:t>What is the most interesting point?</a:t>
          </a:r>
          <a:endParaRPr lang="tr-TR" sz="1100" kern="1200"/>
        </a:p>
      </dsp:txBody>
      <dsp:txXfrm>
        <a:off x="1618555" y="1671181"/>
        <a:ext cx="1377421" cy="646039"/>
      </dsp:txXfrm>
    </dsp:sp>
    <dsp:sp modelId="{0D1F16E1-001C-4F4B-B5B5-C8F578729E73}">
      <dsp:nvSpPr>
        <dsp:cNvPr id="0" name=""/>
        <dsp:cNvSpPr/>
      </dsp:nvSpPr>
      <dsp:spPr>
        <a:xfrm>
          <a:off x="3237025" y="878946"/>
          <a:ext cx="482097" cy="482097"/>
        </a:xfrm>
        <a:prstGeom prst="rect">
          <a:avLst/>
        </a:prstGeom>
        <a:blipFill>
          <a:blip xmlns:r="http://schemas.openxmlformats.org/officeDocument/2006/relationships" r:embed="rId5" cstate="email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6"/>
              </a:ext>
            </a:extLst>
          </a:blip>
          <a:stretch>
            <a:fillRect/>
          </a:stretch>
        </a:blipFill>
        <a:ln w="12700" cap="flat" cmpd="sng" algn="ctr">
          <a:noFill/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3365F64B-08E0-451E-8E23-DCA274503F61}">
      <dsp:nvSpPr>
        <dsp:cNvPr id="0" name=""/>
        <dsp:cNvSpPr/>
      </dsp:nvSpPr>
      <dsp:spPr>
        <a:xfrm>
          <a:off x="3237025" y="1422889"/>
          <a:ext cx="1377421" cy="219526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l" defTabSz="62230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  <a:defRPr b="1"/>
          </a:pPr>
          <a:r>
            <a:rPr lang="tr-TR" sz="1400" kern="1200"/>
            <a:t>Clarification</a:t>
          </a:r>
        </a:p>
      </dsp:txBody>
      <dsp:txXfrm>
        <a:off x="3237025" y="1422889"/>
        <a:ext cx="1377421" cy="219526"/>
      </dsp:txXfrm>
    </dsp:sp>
    <dsp:sp modelId="{6D129A52-35D1-46AF-B09A-DCBC4FE80DBE}">
      <dsp:nvSpPr>
        <dsp:cNvPr id="0" name=""/>
        <dsp:cNvSpPr/>
      </dsp:nvSpPr>
      <dsp:spPr>
        <a:xfrm>
          <a:off x="3237025" y="1671181"/>
          <a:ext cx="1377421" cy="646039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l" defTabSz="4889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100" kern="1200"/>
            <a:t>What are the unclarified points?</a:t>
          </a:r>
          <a:endParaRPr lang="tr-TR" sz="1100" kern="1200"/>
        </a:p>
      </dsp:txBody>
      <dsp:txXfrm>
        <a:off x="3237025" y="1671181"/>
        <a:ext cx="1377421" cy="646039"/>
      </dsp:txXfrm>
    </dsp:sp>
    <dsp:sp modelId="{5C86ECA9-317D-4F01-A593-EB77CE907331}">
      <dsp:nvSpPr>
        <dsp:cNvPr id="0" name=""/>
        <dsp:cNvSpPr/>
      </dsp:nvSpPr>
      <dsp:spPr>
        <a:xfrm>
          <a:off x="4855496" y="878946"/>
          <a:ext cx="482097" cy="482097"/>
        </a:xfrm>
        <a:prstGeom prst="rect">
          <a:avLst/>
        </a:prstGeom>
        <a:blipFill>
          <a:blip xmlns:r="http://schemas.openxmlformats.org/officeDocument/2006/relationships" r:embed="rId7" cstate="email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8"/>
              </a:ext>
            </a:extLst>
          </a:blip>
          <a:stretch>
            <a:fillRect/>
          </a:stretch>
        </a:blipFill>
        <a:ln w="12700" cap="flat" cmpd="sng" algn="ctr">
          <a:noFill/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82A97F6A-D049-4802-804D-F4BD9FCB5565}">
      <dsp:nvSpPr>
        <dsp:cNvPr id="0" name=""/>
        <dsp:cNvSpPr/>
      </dsp:nvSpPr>
      <dsp:spPr>
        <a:xfrm>
          <a:off x="4855496" y="1422889"/>
          <a:ext cx="1377421" cy="219526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l" defTabSz="62230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  <a:defRPr b="1"/>
          </a:pPr>
          <a:r>
            <a:rPr lang="tr-TR" sz="1400" kern="1200"/>
            <a:t>Critical issue</a:t>
          </a:r>
        </a:p>
      </dsp:txBody>
      <dsp:txXfrm>
        <a:off x="4855496" y="1422889"/>
        <a:ext cx="1377421" cy="219526"/>
      </dsp:txXfrm>
    </dsp:sp>
    <dsp:sp modelId="{2295EE30-76A9-431A-BE94-B9A9D43B841E}">
      <dsp:nvSpPr>
        <dsp:cNvPr id="0" name=""/>
        <dsp:cNvSpPr/>
      </dsp:nvSpPr>
      <dsp:spPr>
        <a:xfrm>
          <a:off x="4855496" y="1671181"/>
          <a:ext cx="1377421" cy="646039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l" defTabSz="4889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100" kern="1200" dirty="0"/>
            <a:t>Select and explain a critical </a:t>
          </a:r>
          <a:r>
            <a:rPr lang="en-US" sz="1100" kern="1200" dirty="0" err="1"/>
            <a:t>issu</a:t>
          </a:r>
          <a:r>
            <a:rPr lang="en-US" sz="1100" kern="1200" dirty="0"/>
            <a:t> in this chapter</a:t>
          </a:r>
          <a:endParaRPr lang="tr-TR" sz="1100" kern="1200" dirty="0"/>
        </a:p>
      </dsp:txBody>
      <dsp:txXfrm>
        <a:off x="4855496" y="1671181"/>
        <a:ext cx="1377421" cy="646039"/>
      </dsp:txXfrm>
    </dsp:sp>
  </dsp:spTree>
</dsp:drawing>
</file>

<file path=ppt/diagrams/layout1.xml><?xml version="1.0" encoding="utf-8"?>
<dgm:layoutDef xmlns:dgm="http://schemas.openxmlformats.org/drawingml/2006/diagram" xmlns:a="http://schemas.openxmlformats.org/drawingml/2006/main" uniqueId="urn:microsoft.com/office/officeart/2018/2/layout/IconVerticalSolidList">
  <dgm:title val="Icon Vertical Solid List"/>
  <dgm:desc val="Use to show a series of visuals from top to bottom with Level 1 or Level 1 and Level 2 text grouped in a shape. Works best with icons or small pictures with lengthier descriptions."/>
  <dgm:catLst>
    <dgm:cat type="icon" pri="500"/>
  </dgm:catLst>
  <dgm:sampData useDef="1">
    <dgm:dataModel>
      <dgm:ptLst/>
      <dgm:bg/>
      <dgm:whole/>
    </dgm:dataModel>
  </dgm:sampData>
  <dgm:styleData useDef="1">
    <dgm:dataModel>
      <dgm:ptLst/>
      <dgm:bg/>
      <dgm:whole/>
    </dgm:dataModel>
  </dgm:styleData>
  <dgm:clrData useDef="1">
    <dgm:dataModel>
      <dgm:ptLst/>
      <dgm:bg/>
      <dgm:whole/>
    </dgm:dataModel>
  </dgm:clrData>
  <dgm:layoutNode name="root">
    <dgm:varLst>
      <dgm:dir/>
      <dgm:resizeHandles val="exact"/>
    </dgm:varLst>
    <dgm:choose name="Name0">
      <dgm:if name="Name1" axis="self" func="var" arg="dir" op="equ" val="norm">
        <dgm:alg type="lin">
          <dgm:param type="linDir" val="fromT"/>
          <dgm:param type="nodeHorzAlign" val="l"/>
        </dgm:alg>
      </dgm:if>
      <dgm:else name="Name2">
        <dgm:alg type="lin">
          <dgm:param type="linDir" val="fromT"/>
          <dgm:param type="nodeHorzAlign" val="r"/>
        </dgm:alg>
      </dgm:else>
    </dgm:choose>
    <dgm:shape xmlns:r="http://schemas.openxmlformats.org/officeDocument/2006/relationships" r:blip="">
      <dgm:adjLst/>
    </dgm:shape>
    <dgm:presOf/>
    <dgm:choose name="Name3">
      <dgm:if name="Name4" axis="ch" ptType="node" func="cnt" op="lte" val="3">
        <dgm:constrLst>
          <dgm:constr type="h" for="ch" forName="compNode" refType="h" fact="0.3"/>
          <dgm:constr type="w" for="ch" forName="compNode" refType="w"/>
          <dgm:constr type="h" for="ch" forName="sibTrans" refType="h" refFor="ch" refForName="compNode" fact="0.25"/>
          <dgm:constr type="primFontSz" for="des" forName="parTx" val="25"/>
          <dgm:constr type="primFontSz" for="des" forName="desTx" refType="primFontSz" refFor="des" refForName="parTx" op="lte" fact="0.75"/>
          <dgm:constr type="h" for="des" forName="compNode" op="equ"/>
          <dgm:constr type="h" for="des" forName="bgRect" op="equ"/>
          <dgm:constr type="h" for="des" forName="iconRect" op="equ"/>
          <dgm:constr type="w" for="des" forName="iconRect" op="equ"/>
          <dgm:constr type="h" for="des" forName="spaceRect" op="equ"/>
          <dgm:constr type="h" for="des" forName="parTx" op="equ"/>
          <dgm:constr type="h" for="des" forName="desTx" op="equ"/>
        </dgm:constrLst>
      </dgm:if>
      <dgm:if name="Name5" axis="ch" ptType="node" func="cnt" op="lte" val="4">
        <dgm:constrLst>
          <dgm:constr type="h" for="ch" forName="compNode" refType="h" fact="0.3"/>
          <dgm:constr type="w" for="ch" forName="compNode" refType="w"/>
          <dgm:constr type="h" for="ch" forName="sibTrans" refType="h" refFor="ch" refForName="compNode" fact="0.25"/>
          <dgm:constr type="primFontSz" for="des" forName="parTx" val="22"/>
          <dgm:constr type="primFontSz" for="des" forName="desTx" refType="primFontSz" refFor="des" refForName="parTx" op="lte" fact="0.75"/>
          <dgm:constr type="h" for="des" forName="compNode" op="equ"/>
          <dgm:constr type="h" for="des" forName="bgRect" op="equ"/>
          <dgm:constr type="h" for="des" forName="iconRect" op="equ"/>
          <dgm:constr type="w" for="des" forName="iconRect" op="equ"/>
          <dgm:constr type="h" for="des" forName="spaceRect" op="equ"/>
          <dgm:constr type="h" for="des" forName="parTx" op="equ"/>
          <dgm:constr type="h" for="des" forName="desTx" op="equ"/>
        </dgm:constrLst>
      </dgm:if>
      <dgm:if name="Name6" axis="ch" ptType="node" func="cnt" op="lte" val="6">
        <dgm:constrLst>
          <dgm:constr type="h" for="ch" forName="compNode" refType="h" fact="0.3"/>
          <dgm:constr type="w" for="ch" forName="compNode" refType="w"/>
          <dgm:constr type="h" for="ch" forName="sibTrans" refType="h" refFor="ch" refForName="compNode" fact="0.25"/>
          <dgm:constr type="primFontSz" for="des" forName="parTx" val="19"/>
          <dgm:constr type="primFontSz" for="des" forName="desTx" refType="primFontSz" refFor="des" refForName="parTx" op="lte" fact="0.75"/>
          <dgm:constr type="h" for="des" forName="compNode" op="equ"/>
          <dgm:constr type="h" for="des" forName="bgRect" op="equ"/>
          <dgm:constr type="h" for="des" forName="iconRect" op="equ"/>
          <dgm:constr type="w" for="des" forName="iconRect" op="equ"/>
          <dgm:constr type="h" for="des" forName="spaceRect" op="equ"/>
          <dgm:constr type="h" for="des" forName="parTx" op="equ"/>
          <dgm:constr type="h" for="des" forName="desTx" op="equ"/>
        </dgm:constrLst>
      </dgm:if>
      <dgm:else name="Name7">
        <dgm:constrLst>
          <dgm:constr type="h" for="ch" forName="compNode" refType="h" fact="0.3"/>
          <dgm:constr type="w" for="ch" forName="compNode" refType="w"/>
          <dgm:constr type="h" for="ch" forName="sibTrans" refType="h" refFor="ch" refForName="compNode" fact="0.25"/>
          <dgm:constr type="primFontSz" for="des" forName="parTx" val="16"/>
          <dgm:constr type="primFontSz" for="des" forName="desTx" refType="primFontSz" refFor="des" refForName="parTx" op="lte" fact="0.75"/>
          <dgm:constr type="h" for="des" forName="compNode" op="equ"/>
          <dgm:constr type="h" for="des" forName="bgRect" op="equ"/>
          <dgm:constr type="h" for="des" forName="iconRect" op="equ"/>
          <dgm:constr type="w" for="des" forName="iconRect" op="equ"/>
          <dgm:constr type="h" for="des" forName="spaceRect" op="equ"/>
          <dgm:constr type="h" for="des" forName="parTx" op="equ"/>
          <dgm:constr type="h" for="des" forName="desTx" op="equ"/>
        </dgm:constrLst>
      </dgm:else>
    </dgm:choose>
    <dgm:ruleLst>
      <dgm:rule type="h" for="ch" forName="compNode" val="0" fact="NaN" max="NaN"/>
    </dgm:ruleLst>
    <dgm:forEach name="Name8" axis="ch" ptType="node">
      <dgm:layoutNode name="compNode">
        <dgm:alg type="composite"/>
        <dgm:shape xmlns:r="http://schemas.openxmlformats.org/officeDocument/2006/relationships" r:blip="">
          <dgm:adjLst/>
        </dgm:shape>
        <dgm:presOf axis="self"/>
        <dgm:choose name="Name9">
          <dgm:if name="Name10" axis="ch" ptType="node" func="cnt" op="gte" val="1">
            <dgm:constrLst>
              <dgm:constr type="w" for="ch" forName="bgRect" refType="w"/>
              <dgm:constr type="h" for="ch" forName="bgRect" refType="h"/>
              <dgm:constr type="l" for="ch" forName="bgRect"/>
              <dgm:constr type="t" for="ch" forName="bgRect"/>
              <dgm:constr type="h" for="ch" forName="iconRect" refType="h" fact="0.55"/>
              <dgm:constr type="w" for="ch" forName="iconRect" refType="h" refFor="ch" refForName="iconRect"/>
              <dgm:constr type="l" for="ch" forName="iconRect" refType="h" refFor="ch" refForName="iconRect" fact="0.55"/>
              <dgm:constr type="ctrY" for="ch" forName="iconRect" refType="ctrY" refFor="ch" refForName="bgRect"/>
              <dgm:constr type="w" for="ch" forName="spaceRect" refType="l" refFor="ch" refForName="iconRect"/>
              <dgm:constr type="h" for="ch" forName="spaceRect" refType="h"/>
              <dgm:constr type="l" for="ch" forName="spaceRect" refType="r" refFor="ch" refForName="iconRect"/>
              <dgm:constr type="t" for="ch" forName="spaceRect"/>
              <dgm:constr type="w" for="ch" forName="parTx" refType="w" fact="0.45"/>
              <dgm:constr type="h" for="ch" forName="parTx" refType="h"/>
              <dgm:constr type="l" for="ch" forName="parTx" refType="r" refFor="ch" refForName="spaceRect"/>
              <dgm:constr type="t" for="ch" forName="parTx"/>
              <dgm:constr type="h" for="ch" forName="desTx" refType="h"/>
              <dgm:constr type="l" for="ch" forName="desTx" refType="r" refFor="ch" refForName="parTx"/>
              <dgm:constr type="t" for="ch" forName="desTx"/>
            </dgm:constrLst>
          </dgm:if>
          <dgm:else name="Name11">
            <dgm:constrLst>
              <dgm:constr type="w" for="ch" forName="bgRect" refType="w"/>
              <dgm:constr type="h" for="ch" forName="bgRect" refType="h"/>
              <dgm:constr type="l" for="ch" forName="bgRect"/>
              <dgm:constr type="t" for="ch" forName="bgRect"/>
              <dgm:constr type="h" for="ch" forName="iconRect" refType="h" fact="0.55"/>
              <dgm:constr type="w" for="ch" forName="iconRect" refType="h" refFor="ch" refForName="iconRect"/>
              <dgm:constr type="l" for="ch" forName="iconRect" refType="h" refFor="ch" refForName="iconRect" fact="0.55"/>
              <dgm:constr type="ctrY" for="ch" forName="iconRect" refType="ctrY" refFor="ch" refForName="bgRect"/>
              <dgm:constr type="w" for="ch" forName="spaceRect" refType="l" refFor="ch" refForName="iconRect"/>
              <dgm:constr type="h" for="ch" forName="spaceRect" refType="h"/>
              <dgm:constr type="l" for="ch" forName="spaceRect" refType="r" refFor="ch" refForName="iconRect"/>
              <dgm:constr type="t" for="ch" forName="spaceRect"/>
              <dgm:constr type="h" for="ch" forName="parTx" refType="h"/>
              <dgm:constr type="l" for="ch" forName="parTx" refType="r" refFor="ch" refForName="spaceRect"/>
              <dgm:constr type="t" for="ch" forName="parTx"/>
            </dgm:constrLst>
          </dgm:else>
        </dgm:choose>
        <dgm:ruleLst>
          <dgm:rule type="h" val="INF" fact="NaN" max="NaN"/>
        </dgm:ruleLst>
        <dgm:layoutNode name="bgRect" styleLbl="bgShp">
          <dgm:alg type="sp"/>
          <dgm:shape xmlns:r="http://schemas.openxmlformats.org/officeDocument/2006/relationships" type="roundRect" r:blip="">
            <dgm:adjLst>
              <dgm:adj idx="1" val="0.1"/>
            </dgm:adjLst>
          </dgm:shape>
          <dgm:presOf/>
          <dgm:constrLst/>
          <dgm:ruleLst/>
        </dgm:layoutNode>
        <dgm:layoutNode name="iconRect" styleLbl="node1">
          <dgm:alg type="sp"/>
          <dgm:shape xmlns:r="http://schemas.openxmlformats.org/officeDocument/2006/relationships" type="rect" r:blip="" blipPhldr="1">
            <dgm:adjLst/>
          </dgm:shape>
          <dgm:presOf/>
          <dgm:constrLst/>
          <dgm:ruleLst/>
        </dgm:layoutNode>
        <dgm:layoutNode name="spaceRect">
          <dgm:alg type="sp"/>
          <dgm:shape xmlns:r="http://schemas.openxmlformats.org/officeDocument/2006/relationships" r:blip="">
            <dgm:adjLst/>
          </dgm:shape>
          <dgm:presOf/>
          <dgm:constrLst/>
          <dgm:ruleLst/>
        </dgm:layoutNode>
        <dgm:layoutNode name="parTx" styleLbl="revTx">
          <dgm:varLst>
            <dgm:chMax val="0"/>
            <dgm:chPref val="0"/>
          </dgm:varLst>
          <dgm:alg type="tx">
            <dgm:param type="txAnchorVert" val="mid"/>
            <dgm:param type="parTxLTRAlign" val="l"/>
            <dgm:param type="shpTxLTRAlignCh" val="l"/>
            <dgm:param type="parTxRTLAlign" val="r"/>
            <dgm:param type="shpTxRTLAlignCh" val="r"/>
          </dgm:alg>
          <dgm:shape xmlns:r="http://schemas.openxmlformats.org/officeDocument/2006/relationships" type="rect" r:blip="">
            <dgm:adjLst/>
          </dgm:shape>
          <dgm:presOf axis="self" ptType="node"/>
          <dgm:constrLst>
            <dgm:constr type="lMarg" refType="h" fact="0.3"/>
            <dgm:constr type="rMarg" refType="h" fact="0.3"/>
            <dgm:constr type="tMarg" refType="h" fact="0.3"/>
            <dgm:constr type="bMarg" refType="h" fact="0.3"/>
          </dgm:constrLst>
          <dgm:ruleLst>
            <dgm:rule type="primFontSz" val="14" fact="NaN" max="NaN"/>
            <dgm:rule type="h" val="INF" fact="NaN" max="NaN"/>
          </dgm:ruleLst>
        </dgm:layoutNode>
        <dgm:choose name="Name12">
          <dgm:if name="Name13" axis="ch" ptType="node" func="cnt" op="gte" val="1">
            <dgm:layoutNode name="desTx" styleLbl="revTx">
              <dgm:varLst/>
              <dgm:alg type="tx">
                <dgm:param type="txAnchorVertCh" val="mid"/>
                <dgm:param type="parTxLTRAlign" val="l"/>
                <dgm:param type="shpTxLTRAlignCh" val="l"/>
                <dgm:param type="parTxRTLAlign" val="r"/>
                <dgm:param type="shpTxRTLAlignCh" val="r"/>
                <dgm:param type="stBulletLvl" val="0"/>
              </dgm:alg>
              <dgm:shape xmlns:r="http://schemas.openxmlformats.org/officeDocument/2006/relationships" type="rect" r:blip="">
                <dgm:adjLst/>
              </dgm:shape>
              <dgm:presOf axis="des" ptType="node"/>
              <dgm:constrLst>
                <dgm:constr type="primFontSz" val="18"/>
                <dgm:constr type="secFontSz" refType="primFontSz"/>
                <dgm:constr type="lMarg" refType="h" fact="0.3"/>
                <dgm:constr type="rMarg" refType="h" fact="0.3"/>
                <dgm:constr type="tMarg" refType="h" fact="0.3"/>
                <dgm:constr type="bMarg" refType="h" fact="0.3"/>
              </dgm:constrLst>
              <dgm:ruleLst>
                <dgm:rule type="primFontSz" val="11" fact="NaN" max="NaN"/>
              </dgm:ruleLst>
            </dgm:layoutNode>
          </dgm:if>
          <dgm:else name="Name14"/>
        </dgm:choose>
      </dgm:layoutNode>
      <dgm:forEach name="Name15" axis="followSib" ptType="sibTrans" cnt="1">
        <dgm:layoutNode name="sibTrans">
          <dgm:alg type="sp"/>
          <dgm:shape xmlns:r="http://schemas.openxmlformats.org/officeDocument/2006/relationships" r:blip="">
            <dgm:adjLst/>
          </dgm:shape>
          <dgm:presOf axis="self"/>
          <dgm:constrLst/>
          <dgm:ruleLst/>
        </dgm:layoutNode>
      </dgm:forEach>
    </dgm:forEach>
  </dgm:layoutNode>
  <dgm:extLst>
    <a:ext uri="{68A01E43-0DF5-4B5B-8FA6-DAF915123BFB}">
      <dgm1612:lstStyle xmlns:dgm1612="http://schemas.microsoft.com/office/drawing/2016/12/diagram">
        <a:lvl1pPr>
          <a:lnSpc>
            <a:spcPct val="100000"/>
          </a:lnSpc>
        </a:lvl1pPr>
        <a:lvl2pPr>
          <a:lnSpc>
            <a:spcPct val="100000"/>
          </a:lnSpc>
        </a:lvl2pPr>
      </dgm1612:lstStyle>
    </a:ext>
  </dgm:extLst>
</dgm:layoutDef>
</file>

<file path=ppt/diagrams/layout2.xml><?xml version="1.0" encoding="utf-8"?>
<dgm:layoutDef xmlns:dgm="http://schemas.openxmlformats.org/drawingml/2006/diagram" xmlns:a="http://schemas.openxmlformats.org/drawingml/2006/main" uniqueId="urn:microsoft.com/office/officeart/2018/2/layout/IconLabelDescriptionList">
  <dgm:title val="Icon Label Description List"/>
  <dgm:desc val="Use to show non-sequential or grouped chunks of information. The placeholder holds an icon or small picture, and corresponding text boxes show Level 1 and Level 2 text respectively. Works well for minimal Level 1 text accompanied by lengthier Level two text."/>
  <dgm:catLst>
    <dgm:cat type="icon" pri="500"/>
  </dgm:catLst>
  <dgm:sampData useDef="1">
    <dgm:dataModel>
      <dgm:ptLst/>
      <dgm:bg/>
      <dgm:whole/>
    </dgm:dataModel>
  </dgm:sampData>
  <dgm:styleData useDef="1">
    <dgm:dataModel>
      <dgm:ptLst/>
      <dgm:bg/>
      <dgm:whole/>
    </dgm:dataModel>
  </dgm:styleData>
  <dgm:clrData useDef="1">
    <dgm:dataModel>
      <dgm:ptLst/>
      <dgm:bg/>
      <dgm:whole/>
    </dgm:dataModel>
  </dgm:clrData>
  <dgm:layoutNode name="root">
    <dgm:varLst>
      <dgm:dir/>
      <dgm:resizeHandles val="exact"/>
    </dgm:varLst>
    <dgm:choose name="Name0">
      <dgm:if name="Name1" axis="self" func="var" arg="dir" op="equ" val="norm">
        <dgm:alg type="lin"/>
      </dgm:if>
      <dgm:else name="Name2">
        <dgm:alg type="lin">
          <dgm:param type="linDir" val="fromR"/>
        </dgm:alg>
      </dgm:else>
    </dgm:choose>
    <dgm:shape xmlns:r="http://schemas.openxmlformats.org/officeDocument/2006/relationships" r:blip="">
      <dgm:adjLst/>
    </dgm:shape>
    <dgm:presOf/>
    <dgm:constrLst>
      <dgm:constr type="h" for="ch" forName="compNode" refType="h" fact="0.45"/>
      <dgm:constr type="w" for="ch" forName="compNode" val="120"/>
      <dgm:constr type="w" for="ch" forName="sibTrans" refType="w" refFor="ch" refForName="compNode" fact="0.175"/>
      <dgm:constr type="primFontSz" for="des" forName="parTx" val="36"/>
      <dgm:constr type="primFontSz" for="des" forName="desTx" refType="primFontSz" refFor="des" refForName="parTx" op="lte" fact="0.75"/>
      <dgm:constr type="h" for="des" forName="compNode" op="equ"/>
      <dgm:constr type="h" for="des" forName="iconRect" op="equ"/>
      <dgm:constr type="w" for="des" forName="iconRect" op="equ"/>
      <dgm:constr type="h" for="des" forName="iconSpace" op="equ"/>
      <dgm:constr type="h" for="des" forName="parTx" op="equ"/>
      <dgm:constr type="h" for="des" forName="txSpace" op="equ"/>
      <dgm:constr type="h" for="des" forName="desTx" op="equ"/>
    </dgm:constrLst>
    <dgm:ruleLst>
      <dgm:rule type="w" for="ch" forName="compNode" val="0" fact="NaN" max="NaN"/>
    </dgm:ruleLst>
    <dgm:forEach name="Name3" axis="ch" ptType="node">
      <dgm:layoutNode name="compNode">
        <dgm:alg type="composite"/>
        <dgm:shape xmlns:r="http://schemas.openxmlformats.org/officeDocument/2006/relationships" r:blip="">
          <dgm:adjLst/>
        </dgm:shape>
        <dgm:presOf axis="self"/>
        <dgm:constrLst>
          <dgm:constr type="w" for="ch" forName="iconRect" refType="w" fact="0.35"/>
          <dgm:constr type="h" for="ch" forName="iconRect" refType="w" refFor="ch" refForName="iconRect"/>
          <dgm:constr type="l" for="ch" forName="iconRect"/>
          <dgm:constr type="t" for="ch" forName="iconRect"/>
          <dgm:constr type="w" for="ch" forName="iconSpace" refType="w"/>
          <dgm:constr type="h" for="ch" forName="iconSpace" refType="h" fact="0.043"/>
          <dgm:constr type="l" for="ch" forName="iconSpace"/>
          <dgm:constr type="t" for="ch" forName="iconSpace" refType="b" refFor="ch" refForName="iconRect"/>
          <dgm:constr type="w" for="ch" forName="parTx" refType="w"/>
          <dgm:constr type="h" for="ch" forName="parTx" refType="w" fact="0.15"/>
          <dgm:constr type="l" for="ch" forName="parTx"/>
          <dgm:constr type="t" for="ch" forName="parTx" refType="b" refFor="ch" refForName="iconSpace"/>
          <dgm:constr type="h" for="ch" forName="txSpace" refType="h" fact="0.02"/>
          <dgm:constr type="w" for="ch" forName="txSpace" refType="w"/>
          <dgm:constr type="l" for="ch" forName="txSpace"/>
          <dgm:constr type="t" for="ch" forName="txSpace" refType="b" refFor="ch" refForName="parTx"/>
          <dgm:constr type="w" for="ch" forName="desTx" refType="w"/>
          <dgm:constr type="l" for="ch" forName="desTx"/>
          <dgm:constr type="t" for="ch" forName="desTx" refType="b" refFor="ch" refForName="txSpace"/>
        </dgm:constrLst>
        <dgm:ruleLst>
          <dgm:rule type="h" val="INF" fact="NaN" max="NaN"/>
        </dgm:ruleLst>
        <dgm:layoutNode name="iconRect" styleLbl="node1">
          <dgm:alg type="sp"/>
          <dgm:shape xmlns:r="http://schemas.openxmlformats.org/officeDocument/2006/relationships" type="rect" r:blip="" blipPhldr="1">
            <dgm:adjLst/>
          </dgm:shape>
          <dgm:presOf/>
          <dgm:constrLst/>
          <dgm:ruleLst/>
        </dgm:layoutNode>
        <dgm:layoutNode name="iconSpace">
          <dgm:alg type="sp"/>
          <dgm:shape xmlns:r="http://schemas.openxmlformats.org/officeDocument/2006/relationships" r:blip="">
            <dgm:adjLst/>
          </dgm:shape>
          <dgm:presOf/>
          <dgm:constrLst/>
          <dgm:ruleLst/>
        </dgm:layoutNode>
        <dgm:layoutNode name="parTx" styleLbl="revTx">
          <dgm:varLst>
            <dgm:chMax val="0"/>
            <dgm:chPref val="0"/>
          </dgm:varLst>
          <dgm:alg type="tx">
            <dgm:param type="txAnchorVert" val="t"/>
            <dgm:param type="parTxLTRAlign" val="l"/>
            <dgm:param type="shpTxLTRAlignCh" val="l"/>
            <dgm:param type="parTxRTLAlign" val="r"/>
            <dgm:param type="shpTxRTLAlignCh" val="r"/>
          </dgm:alg>
          <dgm:shape xmlns:r="http://schemas.openxmlformats.org/officeDocument/2006/relationships" type="rect" r:blip="">
            <dgm:adjLst/>
          </dgm:shape>
          <dgm:presOf axis="self" ptType="node"/>
          <dgm:constrLst>
            <dgm:constr type="lMarg"/>
            <dgm:constr type="rMarg"/>
            <dgm:constr type="tMarg"/>
            <dgm:constr type="bMarg"/>
          </dgm:constrLst>
          <dgm:ruleLst>
            <dgm:rule type="primFontSz" val="14" fact="NaN" max="NaN"/>
            <dgm:rule type="h" val="INF" fact="NaN" max="NaN"/>
          </dgm:ruleLst>
        </dgm:layoutNode>
        <dgm:layoutNode name="txSpace">
          <dgm:alg type="sp"/>
          <dgm:shape xmlns:r="http://schemas.openxmlformats.org/officeDocument/2006/relationships" r:blip="">
            <dgm:adjLst/>
          </dgm:shape>
          <dgm:presOf/>
          <dgm:constrLst/>
          <dgm:ruleLst/>
        </dgm:layoutNode>
        <dgm:layoutNode name="desTx" styleLbl="revTx">
          <dgm:varLst/>
          <dgm:alg type="tx">
            <dgm:param type="stBulletLvl" val="0"/>
            <dgm:param type="txAnchorVert" val="t"/>
            <dgm:param type="parTxLTRAlign" val="l"/>
            <dgm:param type="shpTxLTRAlignCh" val="l"/>
            <dgm:param type="parTxRTLAlign" val="r"/>
            <dgm:param type="shpTxRTLAlignCh" val="r"/>
          </dgm:alg>
          <dgm:shape xmlns:r="http://schemas.openxmlformats.org/officeDocument/2006/relationships" type="rect" r:blip="">
            <dgm:adjLst/>
          </dgm:shape>
          <dgm:presOf axis="des" ptType="node"/>
          <dgm:constrLst>
            <dgm:constr type="secFontSz" refType="primFontSz"/>
            <dgm:constr type="lMarg"/>
            <dgm:constr type="rMarg"/>
            <dgm:constr type="tMarg"/>
            <dgm:constr type="bMarg"/>
          </dgm:constrLst>
          <dgm:ruleLst>
            <dgm:rule type="primFontSz" val="NaN" fact="NaN" max="17"/>
            <dgm:rule type="h" val="INF" fact="NaN" max="NaN"/>
          </dgm:ruleLst>
        </dgm:layoutNode>
      </dgm:layoutNode>
      <dgm:forEach name="Name4" axis="followSib" ptType="sibTrans" cnt="1">
        <dgm:layoutNode name="sibTrans">
          <dgm:alg type="sp"/>
          <dgm:shape xmlns:r="http://schemas.openxmlformats.org/officeDocument/2006/relationships" r:blip="">
            <dgm:adjLst/>
          </dgm:shape>
          <dgm:presOf axis="self"/>
          <dgm:constrLst/>
          <dgm:ruleLst/>
        </dgm:layoutNode>
      </dgm:forEach>
    </dgm:forEach>
  </dgm:layoutNode>
  <dgm:extLst>
    <a:ext uri="{68A01E43-0DF5-4B5B-8FA6-DAF915123BFB}">
      <dgm1612:lstStyle xmlns:dgm1612="http://schemas.microsoft.com/office/drawing/2016/12/diagram">
        <a:lvl1pPr>
          <a:lnSpc>
            <a:spcPct val="100000"/>
          </a:lnSpc>
          <a:defRPr b="1"/>
        </a:lvl1pPr>
        <a:lvl2pPr>
          <a:lnSpc>
            <a:spcPct val="100000"/>
          </a:lnSpc>
        </a:lvl2pPr>
      </dgm1612:lstStyle>
    </a:ext>
  </dgm:extLst>
</dgm:layoutDef>
</file>

<file path=ppt/diagrams/layout3.xml><?xml version="1.0" encoding="utf-8"?>
<dgm:layoutDef xmlns:dgm="http://schemas.openxmlformats.org/drawingml/2006/diagram" xmlns:a="http://schemas.openxmlformats.org/drawingml/2006/main" uniqueId="urn:microsoft.com/office/officeart/2018/2/layout/IconLabelDescriptionList">
  <dgm:title val="Icon Label Description List"/>
  <dgm:desc val="Use to show non-sequential or grouped chunks of information. The placeholder holds an icon or small picture, and corresponding text boxes show Level 1 and Level 2 text respectively. Works well for minimal Level 1 text accompanied by lengthier Level two text."/>
  <dgm:catLst>
    <dgm:cat type="icon" pri="500"/>
  </dgm:catLst>
  <dgm:sampData useDef="1">
    <dgm:dataModel>
      <dgm:ptLst/>
      <dgm:bg/>
      <dgm:whole/>
    </dgm:dataModel>
  </dgm:sampData>
  <dgm:styleData useDef="1">
    <dgm:dataModel>
      <dgm:ptLst/>
      <dgm:bg/>
      <dgm:whole/>
    </dgm:dataModel>
  </dgm:styleData>
  <dgm:clrData useDef="1">
    <dgm:dataModel>
      <dgm:ptLst/>
      <dgm:bg/>
      <dgm:whole/>
    </dgm:dataModel>
  </dgm:clrData>
  <dgm:layoutNode name="root">
    <dgm:varLst>
      <dgm:dir/>
      <dgm:resizeHandles val="exact"/>
    </dgm:varLst>
    <dgm:choose name="Name0">
      <dgm:if name="Name1" axis="self" func="var" arg="dir" op="equ" val="norm">
        <dgm:alg type="lin"/>
      </dgm:if>
      <dgm:else name="Name2">
        <dgm:alg type="lin">
          <dgm:param type="linDir" val="fromR"/>
        </dgm:alg>
      </dgm:else>
    </dgm:choose>
    <dgm:shape xmlns:r="http://schemas.openxmlformats.org/officeDocument/2006/relationships" r:blip="">
      <dgm:adjLst/>
    </dgm:shape>
    <dgm:presOf/>
    <dgm:constrLst>
      <dgm:constr type="h" for="ch" forName="compNode" refType="h" fact="0.45"/>
      <dgm:constr type="w" for="ch" forName="compNode" val="120"/>
      <dgm:constr type="w" for="ch" forName="sibTrans" refType="w" refFor="ch" refForName="compNode" fact="0.175"/>
      <dgm:constr type="primFontSz" for="des" forName="parTx" val="36"/>
      <dgm:constr type="primFontSz" for="des" forName="desTx" refType="primFontSz" refFor="des" refForName="parTx" op="lte" fact="0.75"/>
      <dgm:constr type="h" for="des" forName="compNode" op="equ"/>
      <dgm:constr type="h" for="des" forName="iconRect" op="equ"/>
      <dgm:constr type="w" for="des" forName="iconRect" op="equ"/>
      <dgm:constr type="h" for="des" forName="iconSpace" op="equ"/>
      <dgm:constr type="h" for="des" forName="parTx" op="equ"/>
      <dgm:constr type="h" for="des" forName="txSpace" op="equ"/>
      <dgm:constr type="h" for="des" forName="desTx" op="equ"/>
    </dgm:constrLst>
    <dgm:ruleLst>
      <dgm:rule type="w" for="ch" forName="compNode" val="0" fact="NaN" max="NaN"/>
    </dgm:ruleLst>
    <dgm:forEach name="Name3" axis="ch" ptType="node">
      <dgm:layoutNode name="compNode">
        <dgm:alg type="composite"/>
        <dgm:shape xmlns:r="http://schemas.openxmlformats.org/officeDocument/2006/relationships" r:blip="">
          <dgm:adjLst/>
        </dgm:shape>
        <dgm:presOf axis="self"/>
        <dgm:constrLst>
          <dgm:constr type="w" for="ch" forName="iconRect" refType="w" fact="0.35"/>
          <dgm:constr type="h" for="ch" forName="iconRect" refType="w" refFor="ch" refForName="iconRect"/>
          <dgm:constr type="l" for="ch" forName="iconRect"/>
          <dgm:constr type="t" for="ch" forName="iconRect"/>
          <dgm:constr type="w" for="ch" forName="iconSpace" refType="w"/>
          <dgm:constr type="h" for="ch" forName="iconSpace" refType="h" fact="0.043"/>
          <dgm:constr type="l" for="ch" forName="iconSpace"/>
          <dgm:constr type="t" for="ch" forName="iconSpace" refType="b" refFor="ch" refForName="iconRect"/>
          <dgm:constr type="w" for="ch" forName="parTx" refType="w"/>
          <dgm:constr type="h" for="ch" forName="parTx" refType="w" fact="0.15"/>
          <dgm:constr type="l" for="ch" forName="parTx"/>
          <dgm:constr type="t" for="ch" forName="parTx" refType="b" refFor="ch" refForName="iconSpace"/>
          <dgm:constr type="h" for="ch" forName="txSpace" refType="h" fact="0.02"/>
          <dgm:constr type="w" for="ch" forName="txSpace" refType="w"/>
          <dgm:constr type="l" for="ch" forName="txSpace"/>
          <dgm:constr type="t" for="ch" forName="txSpace" refType="b" refFor="ch" refForName="parTx"/>
          <dgm:constr type="w" for="ch" forName="desTx" refType="w"/>
          <dgm:constr type="l" for="ch" forName="desTx"/>
          <dgm:constr type="t" for="ch" forName="desTx" refType="b" refFor="ch" refForName="txSpace"/>
        </dgm:constrLst>
        <dgm:ruleLst>
          <dgm:rule type="h" val="INF" fact="NaN" max="NaN"/>
        </dgm:ruleLst>
        <dgm:layoutNode name="iconRect" styleLbl="node1">
          <dgm:alg type="sp"/>
          <dgm:shape xmlns:r="http://schemas.openxmlformats.org/officeDocument/2006/relationships" type="rect" r:blip="" blipPhldr="1">
            <dgm:adjLst/>
          </dgm:shape>
          <dgm:presOf/>
          <dgm:constrLst/>
          <dgm:ruleLst/>
        </dgm:layoutNode>
        <dgm:layoutNode name="iconSpace">
          <dgm:alg type="sp"/>
          <dgm:shape xmlns:r="http://schemas.openxmlformats.org/officeDocument/2006/relationships" r:blip="">
            <dgm:adjLst/>
          </dgm:shape>
          <dgm:presOf/>
          <dgm:constrLst/>
          <dgm:ruleLst/>
        </dgm:layoutNode>
        <dgm:layoutNode name="parTx" styleLbl="revTx">
          <dgm:varLst>
            <dgm:chMax val="0"/>
            <dgm:chPref val="0"/>
          </dgm:varLst>
          <dgm:alg type="tx">
            <dgm:param type="txAnchorVert" val="t"/>
            <dgm:param type="parTxLTRAlign" val="l"/>
            <dgm:param type="shpTxLTRAlignCh" val="l"/>
            <dgm:param type="parTxRTLAlign" val="r"/>
            <dgm:param type="shpTxRTLAlignCh" val="r"/>
          </dgm:alg>
          <dgm:shape xmlns:r="http://schemas.openxmlformats.org/officeDocument/2006/relationships" type="rect" r:blip="">
            <dgm:adjLst/>
          </dgm:shape>
          <dgm:presOf axis="self" ptType="node"/>
          <dgm:constrLst>
            <dgm:constr type="lMarg"/>
            <dgm:constr type="rMarg"/>
            <dgm:constr type="tMarg"/>
            <dgm:constr type="bMarg"/>
          </dgm:constrLst>
          <dgm:ruleLst>
            <dgm:rule type="primFontSz" val="14" fact="NaN" max="NaN"/>
            <dgm:rule type="h" val="INF" fact="NaN" max="NaN"/>
          </dgm:ruleLst>
        </dgm:layoutNode>
        <dgm:layoutNode name="txSpace">
          <dgm:alg type="sp"/>
          <dgm:shape xmlns:r="http://schemas.openxmlformats.org/officeDocument/2006/relationships" r:blip="">
            <dgm:adjLst/>
          </dgm:shape>
          <dgm:presOf/>
          <dgm:constrLst/>
          <dgm:ruleLst/>
        </dgm:layoutNode>
        <dgm:layoutNode name="desTx" styleLbl="revTx">
          <dgm:varLst/>
          <dgm:alg type="tx">
            <dgm:param type="stBulletLvl" val="0"/>
            <dgm:param type="txAnchorVert" val="t"/>
            <dgm:param type="parTxLTRAlign" val="l"/>
            <dgm:param type="shpTxLTRAlignCh" val="l"/>
            <dgm:param type="parTxRTLAlign" val="r"/>
            <dgm:param type="shpTxRTLAlignCh" val="r"/>
          </dgm:alg>
          <dgm:shape xmlns:r="http://schemas.openxmlformats.org/officeDocument/2006/relationships" type="rect" r:blip="">
            <dgm:adjLst/>
          </dgm:shape>
          <dgm:presOf axis="des" ptType="node"/>
          <dgm:constrLst>
            <dgm:constr type="secFontSz" refType="primFontSz"/>
            <dgm:constr type="lMarg"/>
            <dgm:constr type="rMarg"/>
            <dgm:constr type="tMarg"/>
            <dgm:constr type="bMarg"/>
          </dgm:constrLst>
          <dgm:ruleLst>
            <dgm:rule type="primFontSz" val="NaN" fact="NaN" max="17"/>
            <dgm:rule type="h" val="INF" fact="NaN" max="NaN"/>
          </dgm:ruleLst>
        </dgm:layoutNode>
      </dgm:layoutNode>
      <dgm:forEach name="Name4" axis="followSib" ptType="sibTrans" cnt="1">
        <dgm:layoutNode name="sibTrans">
          <dgm:alg type="sp"/>
          <dgm:shape xmlns:r="http://schemas.openxmlformats.org/officeDocument/2006/relationships" r:blip="">
            <dgm:adjLst/>
          </dgm:shape>
          <dgm:presOf axis="self"/>
          <dgm:constrLst/>
          <dgm:ruleLst/>
        </dgm:layoutNode>
      </dgm:forEach>
    </dgm:forEach>
  </dgm:layoutNode>
  <dgm:extLst>
    <a:ext uri="{68A01E43-0DF5-4B5B-8FA6-DAF915123BFB}">
      <dgm1612:lstStyle xmlns:dgm1612="http://schemas.microsoft.com/office/drawing/2016/12/diagram">
        <a:lvl1pPr>
          <a:lnSpc>
            <a:spcPct val="100000"/>
          </a:lnSpc>
          <a:defRPr b="1"/>
        </a:lvl1pPr>
        <a:lvl2pPr>
          <a:lnSpc>
            <a:spcPct val="100000"/>
          </a:lnSpc>
        </a:lvl2pPr>
      </dgm1612:lstStyle>
    </a:ext>
  </dgm:extLst>
</dgm:layoutDef>
</file>

<file path=ppt/diagrams/layout4.xml><?xml version="1.0" encoding="utf-8"?>
<dgm:layoutDef xmlns:dgm="http://schemas.openxmlformats.org/drawingml/2006/diagram" xmlns:a="http://schemas.openxmlformats.org/drawingml/2006/main" uniqueId="urn:microsoft.com/office/officeart/2018/2/layout/IconLabelDescriptionList">
  <dgm:title val="Icon Label Description List"/>
  <dgm:desc val="Use to show non-sequential or grouped chunks of information. The placeholder holds an icon or small picture, and corresponding text boxes show Level 1 and Level 2 text respectively. Works well for minimal Level 1 text accompanied by lengthier Level two text."/>
  <dgm:catLst>
    <dgm:cat type="icon" pri="500"/>
  </dgm:catLst>
  <dgm:sampData useDef="1">
    <dgm:dataModel>
      <dgm:ptLst/>
      <dgm:bg/>
      <dgm:whole/>
    </dgm:dataModel>
  </dgm:sampData>
  <dgm:styleData useDef="1">
    <dgm:dataModel>
      <dgm:ptLst/>
      <dgm:bg/>
      <dgm:whole/>
    </dgm:dataModel>
  </dgm:styleData>
  <dgm:clrData useDef="1">
    <dgm:dataModel>
      <dgm:ptLst/>
      <dgm:bg/>
      <dgm:whole/>
    </dgm:dataModel>
  </dgm:clrData>
  <dgm:layoutNode name="root">
    <dgm:varLst>
      <dgm:dir/>
      <dgm:resizeHandles val="exact"/>
    </dgm:varLst>
    <dgm:choose name="Name0">
      <dgm:if name="Name1" axis="self" func="var" arg="dir" op="equ" val="norm">
        <dgm:alg type="lin"/>
      </dgm:if>
      <dgm:else name="Name2">
        <dgm:alg type="lin">
          <dgm:param type="linDir" val="fromR"/>
        </dgm:alg>
      </dgm:else>
    </dgm:choose>
    <dgm:shape xmlns:r="http://schemas.openxmlformats.org/officeDocument/2006/relationships" r:blip="">
      <dgm:adjLst/>
    </dgm:shape>
    <dgm:presOf/>
    <dgm:constrLst>
      <dgm:constr type="h" for="ch" forName="compNode" refType="h" fact="0.45"/>
      <dgm:constr type="w" for="ch" forName="compNode" val="120"/>
      <dgm:constr type="w" for="ch" forName="sibTrans" refType="w" refFor="ch" refForName="compNode" fact="0.175"/>
      <dgm:constr type="primFontSz" for="des" forName="parTx" val="36"/>
      <dgm:constr type="primFontSz" for="des" forName="desTx" refType="primFontSz" refFor="des" refForName="parTx" op="lte" fact="0.75"/>
      <dgm:constr type="h" for="des" forName="compNode" op="equ"/>
      <dgm:constr type="h" for="des" forName="iconRect" op="equ"/>
      <dgm:constr type="w" for="des" forName="iconRect" op="equ"/>
      <dgm:constr type="h" for="des" forName="iconSpace" op="equ"/>
      <dgm:constr type="h" for="des" forName="parTx" op="equ"/>
      <dgm:constr type="h" for="des" forName="txSpace" op="equ"/>
      <dgm:constr type="h" for="des" forName="desTx" op="equ"/>
    </dgm:constrLst>
    <dgm:ruleLst>
      <dgm:rule type="w" for="ch" forName="compNode" val="0" fact="NaN" max="NaN"/>
    </dgm:ruleLst>
    <dgm:forEach name="Name3" axis="ch" ptType="node">
      <dgm:layoutNode name="compNode">
        <dgm:alg type="composite"/>
        <dgm:shape xmlns:r="http://schemas.openxmlformats.org/officeDocument/2006/relationships" r:blip="">
          <dgm:adjLst/>
        </dgm:shape>
        <dgm:presOf axis="self"/>
        <dgm:constrLst>
          <dgm:constr type="w" for="ch" forName="iconRect" refType="w" fact="0.35"/>
          <dgm:constr type="h" for="ch" forName="iconRect" refType="w" refFor="ch" refForName="iconRect"/>
          <dgm:constr type="l" for="ch" forName="iconRect"/>
          <dgm:constr type="t" for="ch" forName="iconRect"/>
          <dgm:constr type="w" for="ch" forName="iconSpace" refType="w"/>
          <dgm:constr type="h" for="ch" forName="iconSpace" refType="h" fact="0.043"/>
          <dgm:constr type="l" for="ch" forName="iconSpace"/>
          <dgm:constr type="t" for="ch" forName="iconSpace" refType="b" refFor="ch" refForName="iconRect"/>
          <dgm:constr type="w" for="ch" forName="parTx" refType="w"/>
          <dgm:constr type="h" for="ch" forName="parTx" refType="w" fact="0.15"/>
          <dgm:constr type="l" for="ch" forName="parTx"/>
          <dgm:constr type="t" for="ch" forName="parTx" refType="b" refFor="ch" refForName="iconSpace"/>
          <dgm:constr type="h" for="ch" forName="txSpace" refType="h" fact="0.02"/>
          <dgm:constr type="w" for="ch" forName="txSpace" refType="w"/>
          <dgm:constr type="l" for="ch" forName="txSpace"/>
          <dgm:constr type="t" for="ch" forName="txSpace" refType="b" refFor="ch" refForName="parTx"/>
          <dgm:constr type="w" for="ch" forName="desTx" refType="w"/>
          <dgm:constr type="l" for="ch" forName="desTx"/>
          <dgm:constr type="t" for="ch" forName="desTx" refType="b" refFor="ch" refForName="txSpace"/>
        </dgm:constrLst>
        <dgm:ruleLst>
          <dgm:rule type="h" val="INF" fact="NaN" max="NaN"/>
        </dgm:ruleLst>
        <dgm:layoutNode name="iconRect" styleLbl="node1">
          <dgm:alg type="sp"/>
          <dgm:shape xmlns:r="http://schemas.openxmlformats.org/officeDocument/2006/relationships" type="rect" r:blip="" blipPhldr="1">
            <dgm:adjLst/>
          </dgm:shape>
          <dgm:presOf/>
          <dgm:constrLst/>
          <dgm:ruleLst/>
        </dgm:layoutNode>
        <dgm:layoutNode name="iconSpace">
          <dgm:alg type="sp"/>
          <dgm:shape xmlns:r="http://schemas.openxmlformats.org/officeDocument/2006/relationships" r:blip="">
            <dgm:adjLst/>
          </dgm:shape>
          <dgm:presOf/>
          <dgm:constrLst/>
          <dgm:ruleLst/>
        </dgm:layoutNode>
        <dgm:layoutNode name="parTx" styleLbl="revTx">
          <dgm:varLst>
            <dgm:chMax val="0"/>
            <dgm:chPref val="0"/>
          </dgm:varLst>
          <dgm:alg type="tx">
            <dgm:param type="txAnchorVert" val="t"/>
            <dgm:param type="parTxLTRAlign" val="l"/>
            <dgm:param type="shpTxLTRAlignCh" val="l"/>
            <dgm:param type="parTxRTLAlign" val="r"/>
            <dgm:param type="shpTxRTLAlignCh" val="r"/>
          </dgm:alg>
          <dgm:shape xmlns:r="http://schemas.openxmlformats.org/officeDocument/2006/relationships" type="rect" r:blip="">
            <dgm:adjLst/>
          </dgm:shape>
          <dgm:presOf axis="self" ptType="node"/>
          <dgm:constrLst>
            <dgm:constr type="lMarg"/>
            <dgm:constr type="rMarg"/>
            <dgm:constr type="tMarg"/>
            <dgm:constr type="bMarg"/>
          </dgm:constrLst>
          <dgm:ruleLst>
            <dgm:rule type="primFontSz" val="14" fact="NaN" max="NaN"/>
            <dgm:rule type="h" val="INF" fact="NaN" max="NaN"/>
          </dgm:ruleLst>
        </dgm:layoutNode>
        <dgm:layoutNode name="txSpace">
          <dgm:alg type="sp"/>
          <dgm:shape xmlns:r="http://schemas.openxmlformats.org/officeDocument/2006/relationships" r:blip="">
            <dgm:adjLst/>
          </dgm:shape>
          <dgm:presOf/>
          <dgm:constrLst/>
          <dgm:ruleLst/>
        </dgm:layoutNode>
        <dgm:layoutNode name="desTx" styleLbl="revTx">
          <dgm:varLst/>
          <dgm:alg type="tx">
            <dgm:param type="stBulletLvl" val="0"/>
            <dgm:param type="txAnchorVert" val="t"/>
            <dgm:param type="parTxLTRAlign" val="l"/>
            <dgm:param type="shpTxLTRAlignCh" val="l"/>
            <dgm:param type="parTxRTLAlign" val="r"/>
            <dgm:param type="shpTxRTLAlignCh" val="r"/>
          </dgm:alg>
          <dgm:shape xmlns:r="http://schemas.openxmlformats.org/officeDocument/2006/relationships" type="rect" r:blip="">
            <dgm:adjLst/>
          </dgm:shape>
          <dgm:presOf axis="des" ptType="node"/>
          <dgm:constrLst>
            <dgm:constr type="secFontSz" refType="primFontSz"/>
            <dgm:constr type="lMarg"/>
            <dgm:constr type="rMarg"/>
            <dgm:constr type="tMarg"/>
            <dgm:constr type="bMarg"/>
          </dgm:constrLst>
          <dgm:ruleLst>
            <dgm:rule type="primFontSz" val="NaN" fact="NaN" max="17"/>
            <dgm:rule type="h" val="INF" fact="NaN" max="NaN"/>
          </dgm:ruleLst>
        </dgm:layoutNode>
      </dgm:layoutNode>
      <dgm:forEach name="Name4" axis="followSib" ptType="sibTrans" cnt="1">
        <dgm:layoutNode name="sibTrans">
          <dgm:alg type="sp"/>
          <dgm:shape xmlns:r="http://schemas.openxmlformats.org/officeDocument/2006/relationships" r:blip="">
            <dgm:adjLst/>
          </dgm:shape>
          <dgm:presOf axis="self"/>
          <dgm:constrLst/>
          <dgm:ruleLst/>
        </dgm:layoutNode>
      </dgm:forEach>
    </dgm:forEach>
  </dgm:layoutNode>
  <dgm:extLst>
    <a:ext uri="{68A01E43-0DF5-4B5B-8FA6-DAF915123BFB}">
      <dgm1612:lstStyle xmlns:dgm1612="http://schemas.microsoft.com/office/drawing/2016/12/diagram">
        <a:lvl1pPr>
          <a:lnSpc>
            <a:spcPct val="100000"/>
          </a:lnSpc>
          <a:defRPr b="1"/>
        </a:lvl1pPr>
        <a:lvl2pPr>
          <a:lnSpc>
            <a:spcPct val="100000"/>
          </a:lnSpc>
        </a:lvl2pPr>
      </dgm1612:lstStyle>
    </a:ext>
  </dgm:extLst>
</dgm:layoutDef>
</file>

<file path=ppt/diagrams/layout5.xml><?xml version="1.0" encoding="utf-8"?>
<dgm:layoutDef xmlns:dgm="http://schemas.openxmlformats.org/drawingml/2006/diagram" xmlns:a="http://schemas.openxmlformats.org/drawingml/2006/main" uniqueId="urn:microsoft.com/office/officeart/2018/5/layout/CenteredIconLabelDescriptionList">
  <dgm:title val="Centered Icon Label Description List"/>
  <dgm:desc val="Use to show non-sequential or grouped chunks of information. The placeholder holds an icon or small picture, and corresponding text boxes show Level 1 and Level 2 text respectively. Works well for minimal Level 1 text accompanied by lengthier Level two text."/>
  <dgm:catLst>
    <dgm:cat type="icon" pri="500"/>
  </dgm:catLst>
  <dgm:sampData useDef="1">
    <dgm:dataModel>
      <dgm:ptLst/>
      <dgm:bg/>
      <dgm:whole/>
    </dgm:dataModel>
  </dgm:sampData>
  <dgm:styleData useDef="1">
    <dgm:dataModel>
      <dgm:ptLst/>
      <dgm:bg/>
      <dgm:whole/>
    </dgm:dataModel>
  </dgm:styleData>
  <dgm:clrData useDef="1">
    <dgm:dataModel>
      <dgm:ptLst/>
      <dgm:bg/>
      <dgm:whole/>
    </dgm:dataModel>
  </dgm:clrData>
  <dgm:layoutNode name="root">
    <dgm:varLst>
      <dgm:dir/>
      <dgm:resizeHandles val="exact"/>
    </dgm:varLst>
    <dgm:choose name="Name0">
      <dgm:if name="Name1" axis="self" func="var" arg="dir" op="equ" val="norm">
        <dgm:alg type="lin"/>
      </dgm:if>
      <dgm:else name="Name2">
        <dgm:alg type="lin">
          <dgm:param type="linDir" val="fromR"/>
        </dgm:alg>
      </dgm:else>
    </dgm:choose>
    <dgm:shape xmlns:r="http://schemas.openxmlformats.org/officeDocument/2006/relationships" r:blip="">
      <dgm:adjLst/>
    </dgm:shape>
    <dgm:presOf/>
    <dgm:constrLst>
      <dgm:constr type="h" for="ch" forName="compNode" refType="h" fact="0.45"/>
      <dgm:constr type="w" for="ch" forName="compNode" val="120"/>
      <dgm:constr type="w" for="ch" forName="sibTrans" refType="w" refFor="ch" refForName="compNode" fact="0.175"/>
      <dgm:constr type="primFontSz" for="des" forName="parTx" val="36"/>
      <dgm:constr type="primFontSz" for="des" forName="desTx" refType="primFontSz" refFor="des" refForName="parTx" op="lte" fact="0.75"/>
      <dgm:constr type="h" for="des" forName="compNode" op="equ"/>
      <dgm:constr type="h" for="des" forName="iconRect" op="equ"/>
      <dgm:constr type="w" for="des" forName="iconRect" op="equ"/>
      <dgm:constr type="h" for="des" forName="iconSpace" op="equ"/>
      <dgm:constr type="h" for="des" forName="parTx" op="equ"/>
      <dgm:constr type="h" for="des" forName="txSpace" op="equ"/>
      <dgm:constr type="h" for="des" forName="desTx" op="equ"/>
    </dgm:constrLst>
    <dgm:ruleLst>
      <dgm:rule type="w" for="ch" forName="compNode" val="0" fact="NaN" max="NaN"/>
    </dgm:ruleLst>
    <dgm:forEach name="Name3" axis="ch" ptType="node">
      <dgm:layoutNode name="compNode">
        <dgm:alg type="composite"/>
        <dgm:shape xmlns:r="http://schemas.openxmlformats.org/officeDocument/2006/relationships" r:blip="">
          <dgm:adjLst/>
        </dgm:shape>
        <dgm:presOf axis="self"/>
        <dgm:constrLst>
          <dgm:constr type="w" for="ch" forName="iconRect" refType="w" fact="0.35"/>
          <dgm:constr type="h" for="ch" forName="iconRect" refType="w" refFor="ch" refForName="iconRect"/>
          <dgm:constr type="ctrX" for="ch" forName="iconRect" refType="w" fact="0.5"/>
          <dgm:constr type="t" for="ch" forName="iconRect"/>
          <dgm:constr type="w" for="ch" forName="iconSpace" refType="w"/>
          <dgm:constr type="h" for="ch" forName="iconSpace" refType="h" fact="0.043"/>
          <dgm:constr type="l" for="ch" forName="iconSpace"/>
          <dgm:constr type="t" for="ch" forName="iconSpace" refType="b" refFor="ch" refForName="iconRect"/>
          <dgm:constr type="w" for="ch" forName="parTx" refType="w"/>
          <dgm:constr type="h" for="ch" forName="parTx" refType="w" fact="0.15"/>
          <dgm:constr type="l" for="ch" forName="parTx"/>
          <dgm:constr type="t" for="ch" forName="parTx" refType="b" refFor="ch" refForName="iconSpace"/>
          <dgm:constr type="h" for="ch" forName="txSpace" refType="h" fact="0.02"/>
          <dgm:constr type="w" for="ch" forName="txSpace" refType="w"/>
          <dgm:constr type="l" for="ch" forName="txSpace"/>
          <dgm:constr type="t" for="ch" forName="txSpace" refType="b" refFor="ch" refForName="parTx"/>
          <dgm:constr type="w" for="ch" forName="desTx" refType="w"/>
          <dgm:constr type="l" for="ch" forName="desTx"/>
          <dgm:constr type="t" for="ch" forName="desTx" refType="b" refFor="ch" refForName="txSpace"/>
        </dgm:constrLst>
        <dgm:ruleLst>
          <dgm:rule type="h" val="INF" fact="NaN" max="NaN"/>
        </dgm:ruleLst>
        <dgm:layoutNode name="iconRect" styleLbl="node1">
          <dgm:alg type="sp"/>
          <dgm:shape xmlns:r="http://schemas.openxmlformats.org/officeDocument/2006/relationships" type="rect" r:blip="" blipPhldr="1">
            <dgm:adjLst/>
          </dgm:shape>
          <dgm:presOf/>
          <dgm:constrLst/>
          <dgm:ruleLst/>
        </dgm:layoutNode>
        <dgm:layoutNode name="iconSpace">
          <dgm:alg type="sp"/>
          <dgm:shape xmlns:r="http://schemas.openxmlformats.org/officeDocument/2006/relationships" r:blip="">
            <dgm:adjLst/>
          </dgm:shape>
          <dgm:presOf/>
          <dgm:constrLst/>
          <dgm:ruleLst/>
        </dgm:layoutNode>
        <dgm:layoutNode name="parTx" styleLbl="revTx">
          <dgm:varLst>
            <dgm:chMax val="0"/>
            <dgm:chPref val="0"/>
          </dgm:varLst>
          <dgm:alg type="tx">
            <dgm:param type="txAnchorVert" val="t"/>
          </dgm:alg>
          <dgm:shape xmlns:r="http://schemas.openxmlformats.org/officeDocument/2006/relationships" type="rect" r:blip="">
            <dgm:adjLst/>
          </dgm:shape>
          <dgm:presOf axis="self" ptType="node"/>
          <dgm:constrLst>
            <dgm:constr type="lMarg"/>
            <dgm:constr type="rMarg"/>
            <dgm:constr type="tMarg"/>
            <dgm:constr type="bMarg"/>
          </dgm:constrLst>
          <dgm:ruleLst>
            <dgm:rule type="primFontSz" val="14" fact="NaN" max="NaN"/>
            <dgm:rule type="h" val="INF" fact="NaN" max="NaN"/>
          </dgm:ruleLst>
        </dgm:layoutNode>
        <dgm:layoutNode name="txSpace">
          <dgm:alg type="sp"/>
          <dgm:shape xmlns:r="http://schemas.openxmlformats.org/officeDocument/2006/relationships" r:blip="">
            <dgm:adjLst/>
          </dgm:shape>
          <dgm:presOf/>
          <dgm:constrLst/>
          <dgm:ruleLst/>
        </dgm:layoutNode>
        <dgm:layoutNode name="desTx" styleLbl="revTx">
          <dgm:varLst/>
          <dgm:alg type="tx">
            <dgm:param type="stBulletLvl" val="0"/>
            <dgm:param type="txAnchorVert" val="t"/>
          </dgm:alg>
          <dgm:shape xmlns:r="http://schemas.openxmlformats.org/officeDocument/2006/relationships" type="rect" r:blip="">
            <dgm:adjLst/>
          </dgm:shape>
          <dgm:presOf axis="des" ptType="node"/>
          <dgm:constrLst>
            <dgm:constr type="secFontSz" refType="primFontSz"/>
            <dgm:constr type="lMarg"/>
            <dgm:constr type="rMarg"/>
            <dgm:constr type="tMarg"/>
            <dgm:constr type="bMarg"/>
          </dgm:constrLst>
          <dgm:ruleLst>
            <dgm:rule type="primFontSz" val="NaN" fact="NaN" max="17"/>
            <dgm:rule type="h" val="INF" fact="NaN" max="NaN"/>
          </dgm:ruleLst>
        </dgm:layoutNode>
      </dgm:layoutNode>
      <dgm:forEach name="Name4" axis="followSib" ptType="sibTrans" cnt="1">
        <dgm:layoutNode name="sibTrans">
          <dgm:alg type="sp"/>
          <dgm:shape xmlns:r="http://schemas.openxmlformats.org/officeDocument/2006/relationships" r:blip="">
            <dgm:adjLst/>
          </dgm:shape>
          <dgm:presOf axis="self"/>
          <dgm:constrLst/>
          <dgm:ruleLst/>
        </dgm:layoutNode>
      </dgm:forEach>
    </dgm:forEach>
  </dgm:layoutNode>
  <dgm:extLst>
    <a:ext uri="{68A01E43-0DF5-4B5B-8FA6-DAF915123BFB}">
      <dgm1612:lstStyle xmlns:dgm1612="http://schemas.microsoft.com/office/drawing/2016/12/diagram">
        <a:lvl1pPr>
          <a:lnSpc>
            <a:spcPct val="100000"/>
          </a:lnSpc>
          <a:defRPr b="1"/>
        </a:lvl1pPr>
        <a:lvl2pPr>
          <a:lnSpc>
            <a:spcPct val="100000"/>
          </a:lnSpc>
        </a:lvl2pPr>
      </dgm1612:lstStyle>
    </a:ext>
  </dgm:extLst>
</dgm:layoutDef>
</file>

<file path=ppt/diagrams/layout6.xml><?xml version="1.0" encoding="utf-8"?>
<dgm:layoutDef xmlns:dgm="http://schemas.openxmlformats.org/drawingml/2006/diagram" xmlns:a="http://schemas.openxmlformats.org/drawingml/2006/main" uniqueId="urn:microsoft.com/office/officeart/2018/5/layout/CenteredIconLabelDescriptionList">
  <dgm:title val="Centered Icon Label Description List"/>
  <dgm:desc val="Use to show non-sequential or grouped chunks of information. The placeholder holds an icon or small picture, and corresponding text boxes show Level 1 and Level 2 text respectively. Works well for minimal Level 1 text accompanied by lengthier Level two text."/>
  <dgm:catLst>
    <dgm:cat type="icon" pri="500"/>
  </dgm:catLst>
  <dgm:sampData useDef="1">
    <dgm:dataModel>
      <dgm:ptLst/>
      <dgm:bg/>
      <dgm:whole/>
    </dgm:dataModel>
  </dgm:sampData>
  <dgm:styleData useDef="1">
    <dgm:dataModel>
      <dgm:ptLst/>
      <dgm:bg/>
      <dgm:whole/>
    </dgm:dataModel>
  </dgm:styleData>
  <dgm:clrData useDef="1">
    <dgm:dataModel>
      <dgm:ptLst/>
      <dgm:bg/>
      <dgm:whole/>
    </dgm:dataModel>
  </dgm:clrData>
  <dgm:layoutNode name="root">
    <dgm:varLst>
      <dgm:dir/>
      <dgm:resizeHandles val="exact"/>
    </dgm:varLst>
    <dgm:choose name="Name0">
      <dgm:if name="Name1" axis="self" func="var" arg="dir" op="equ" val="norm">
        <dgm:alg type="lin"/>
      </dgm:if>
      <dgm:else name="Name2">
        <dgm:alg type="lin">
          <dgm:param type="linDir" val="fromR"/>
        </dgm:alg>
      </dgm:else>
    </dgm:choose>
    <dgm:shape xmlns:r="http://schemas.openxmlformats.org/officeDocument/2006/relationships" r:blip="">
      <dgm:adjLst/>
    </dgm:shape>
    <dgm:presOf/>
    <dgm:constrLst>
      <dgm:constr type="h" for="ch" forName="compNode" refType="h" fact="0.45"/>
      <dgm:constr type="w" for="ch" forName="compNode" val="120"/>
      <dgm:constr type="w" for="ch" forName="sibTrans" refType="w" refFor="ch" refForName="compNode" fact="0.175"/>
      <dgm:constr type="primFontSz" for="des" forName="parTx" val="36"/>
      <dgm:constr type="primFontSz" for="des" forName="desTx" refType="primFontSz" refFor="des" refForName="parTx" op="lte" fact="0.75"/>
      <dgm:constr type="h" for="des" forName="compNode" op="equ"/>
      <dgm:constr type="h" for="des" forName="iconRect" op="equ"/>
      <dgm:constr type="w" for="des" forName="iconRect" op="equ"/>
      <dgm:constr type="h" for="des" forName="iconSpace" op="equ"/>
      <dgm:constr type="h" for="des" forName="parTx" op="equ"/>
      <dgm:constr type="h" for="des" forName="txSpace" op="equ"/>
      <dgm:constr type="h" for="des" forName="desTx" op="equ"/>
    </dgm:constrLst>
    <dgm:ruleLst>
      <dgm:rule type="w" for="ch" forName="compNode" val="0" fact="NaN" max="NaN"/>
    </dgm:ruleLst>
    <dgm:forEach name="Name3" axis="ch" ptType="node">
      <dgm:layoutNode name="compNode">
        <dgm:alg type="composite"/>
        <dgm:shape xmlns:r="http://schemas.openxmlformats.org/officeDocument/2006/relationships" r:blip="">
          <dgm:adjLst/>
        </dgm:shape>
        <dgm:presOf axis="self"/>
        <dgm:constrLst>
          <dgm:constr type="w" for="ch" forName="iconRect" refType="w" fact="0.35"/>
          <dgm:constr type="h" for="ch" forName="iconRect" refType="w" refFor="ch" refForName="iconRect"/>
          <dgm:constr type="ctrX" for="ch" forName="iconRect" refType="w" fact="0.5"/>
          <dgm:constr type="t" for="ch" forName="iconRect"/>
          <dgm:constr type="w" for="ch" forName="iconSpace" refType="w"/>
          <dgm:constr type="h" for="ch" forName="iconSpace" refType="h" fact="0.043"/>
          <dgm:constr type="l" for="ch" forName="iconSpace"/>
          <dgm:constr type="t" for="ch" forName="iconSpace" refType="b" refFor="ch" refForName="iconRect"/>
          <dgm:constr type="w" for="ch" forName="parTx" refType="w"/>
          <dgm:constr type="h" for="ch" forName="parTx" refType="w" fact="0.15"/>
          <dgm:constr type="l" for="ch" forName="parTx"/>
          <dgm:constr type="t" for="ch" forName="parTx" refType="b" refFor="ch" refForName="iconSpace"/>
          <dgm:constr type="h" for="ch" forName="txSpace" refType="h" fact="0.02"/>
          <dgm:constr type="w" for="ch" forName="txSpace" refType="w"/>
          <dgm:constr type="l" for="ch" forName="txSpace"/>
          <dgm:constr type="t" for="ch" forName="txSpace" refType="b" refFor="ch" refForName="parTx"/>
          <dgm:constr type="w" for="ch" forName="desTx" refType="w"/>
          <dgm:constr type="l" for="ch" forName="desTx"/>
          <dgm:constr type="t" for="ch" forName="desTx" refType="b" refFor="ch" refForName="txSpace"/>
        </dgm:constrLst>
        <dgm:ruleLst>
          <dgm:rule type="h" val="INF" fact="NaN" max="NaN"/>
        </dgm:ruleLst>
        <dgm:layoutNode name="iconRect" styleLbl="node1">
          <dgm:alg type="sp"/>
          <dgm:shape xmlns:r="http://schemas.openxmlformats.org/officeDocument/2006/relationships" type="rect" r:blip="" blipPhldr="1">
            <dgm:adjLst/>
          </dgm:shape>
          <dgm:presOf/>
          <dgm:constrLst/>
          <dgm:ruleLst/>
        </dgm:layoutNode>
        <dgm:layoutNode name="iconSpace">
          <dgm:alg type="sp"/>
          <dgm:shape xmlns:r="http://schemas.openxmlformats.org/officeDocument/2006/relationships" r:blip="">
            <dgm:adjLst/>
          </dgm:shape>
          <dgm:presOf/>
          <dgm:constrLst/>
          <dgm:ruleLst/>
        </dgm:layoutNode>
        <dgm:layoutNode name="parTx" styleLbl="revTx">
          <dgm:varLst>
            <dgm:chMax val="0"/>
            <dgm:chPref val="0"/>
          </dgm:varLst>
          <dgm:alg type="tx">
            <dgm:param type="txAnchorVert" val="t"/>
          </dgm:alg>
          <dgm:shape xmlns:r="http://schemas.openxmlformats.org/officeDocument/2006/relationships" type="rect" r:blip="">
            <dgm:adjLst/>
          </dgm:shape>
          <dgm:presOf axis="self" ptType="node"/>
          <dgm:constrLst>
            <dgm:constr type="lMarg"/>
            <dgm:constr type="rMarg"/>
            <dgm:constr type="tMarg"/>
            <dgm:constr type="bMarg"/>
          </dgm:constrLst>
          <dgm:ruleLst>
            <dgm:rule type="primFontSz" val="14" fact="NaN" max="NaN"/>
            <dgm:rule type="h" val="INF" fact="NaN" max="NaN"/>
          </dgm:ruleLst>
        </dgm:layoutNode>
        <dgm:layoutNode name="txSpace">
          <dgm:alg type="sp"/>
          <dgm:shape xmlns:r="http://schemas.openxmlformats.org/officeDocument/2006/relationships" r:blip="">
            <dgm:adjLst/>
          </dgm:shape>
          <dgm:presOf/>
          <dgm:constrLst/>
          <dgm:ruleLst/>
        </dgm:layoutNode>
        <dgm:layoutNode name="desTx" styleLbl="revTx">
          <dgm:varLst/>
          <dgm:alg type="tx">
            <dgm:param type="stBulletLvl" val="0"/>
            <dgm:param type="txAnchorVert" val="t"/>
          </dgm:alg>
          <dgm:shape xmlns:r="http://schemas.openxmlformats.org/officeDocument/2006/relationships" type="rect" r:blip="">
            <dgm:adjLst/>
          </dgm:shape>
          <dgm:presOf axis="des" ptType="node"/>
          <dgm:constrLst>
            <dgm:constr type="secFontSz" refType="primFontSz"/>
            <dgm:constr type="lMarg"/>
            <dgm:constr type="rMarg"/>
            <dgm:constr type="tMarg"/>
            <dgm:constr type="bMarg"/>
          </dgm:constrLst>
          <dgm:ruleLst>
            <dgm:rule type="primFontSz" val="NaN" fact="NaN" max="17"/>
            <dgm:rule type="h" val="INF" fact="NaN" max="NaN"/>
          </dgm:ruleLst>
        </dgm:layoutNode>
      </dgm:layoutNode>
      <dgm:forEach name="Name4" axis="followSib" ptType="sibTrans" cnt="1">
        <dgm:layoutNode name="sibTrans">
          <dgm:alg type="sp"/>
          <dgm:shape xmlns:r="http://schemas.openxmlformats.org/officeDocument/2006/relationships" r:blip="">
            <dgm:adjLst/>
          </dgm:shape>
          <dgm:presOf axis="self"/>
          <dgm:constrLst/>
          <dgm:ruleLst/>
        </dgm:layoutNode>
      </dgm:forEach>
    </dgm:forEach>
  </dgm:layoutNode>
  <dgm:extLst>
    <a:ext uri="{68A01E43-0DF5-4B5B-8FA6-DAF915123BFB}">
      <dgm1612:lstStyle xmlns:dgm1612="http://schemas.microsoft.com/office/drawing/2016/12/diagram">
        <a:lvl1pPr>
          <a:lnSpc>
            <a:spcPct val="100000"/>
          </a:lnSpc>
          <a:defRPr b="1"/>
        </a:lvl1pPr>
        <a:lvl2pPr>
          <a:lnSpc>
            <a:spcPct val="100000"/>
          </a:lnSpc>
        </a:lvl2pPr>
      </dgm1612:lstStyle>
    </a:ext>
  </dgm:extLst>
</dgm:layoutDef>
</file>

<file path=ppt/diagrams/layout7.xml><?xml version="1.0" encoding="utf-8"?>
<dgm:layoutDef xmlns:dgm="http://schemas.openxmlformats.org/drawingml/2006/diagram" xmlns:a="http://schemas.openxmlformats.org/drawingml/2006/main" uniqueId="urn:microsoft.com/office/officeart/2018/5/layout/CenteredIconLabelDescriptionList">
  <dgm:title val="Centered Icon Label Description List"/>
  <dgm:desc val="Use to show non-sequential or grouped chunks of information. The placeholder holds an icon or small picture, and corresponding text boxes show Level 1 and Level 2 text respectively. Works well for minimal Level 1 text accompanied by lengthier Level two text."/>
  <dgm:catLst>
    <dgm:cat type="icon" pri="500"/>
  </dgm:catLst>
  <dgm:sampData useDef="1">
    <dgm:dataModel>
      <dgm:ptLst/>
      <dgm:bg/>
      <dgm:whole/>
    </dgm:dataModel>
  </dgm:sampData>
  <dgm:styleData useDef="1">
    <dgm:dataModel>
      <dgm:ptLst/>
      <dgm:bg/>
      <dgm:whole/>
    </dgm:dataModel>
  </dgm:styleData>
  <dgm:clrData useDef="1">
    <dgm:dataModel>
      <dgm:ptLst/>
      <dgm:bg/>
      <dgm:whole/>
    </dgm:dataModel>
  </dgm:clrData>
  <dgm:layoutNode name="root">
    <dgm:varLst>
      <dgm:dir/>
      <dgm:resizeHandles val="exact"/>
    </dgm:varLst>
    <dgm:choose name="Name0">
      <dgm:if name="Name1" axis="self" func="var" arg="dir" op="equ" val="norm">
        <dgm:alg type="lin"/>
      </dgm:if>
      <dgm:else name="Name2">
        <dgm:alg type="lin">
          <dgm:param type="linDir" val="fromR"/>
        </dgm:alg>
      </dgm:else>
    </dgm:choose>
    <dgm:shape xmlns:r="http://schemas.openxmlformats.org/officeDocument/2006/relationships" r:blip="">
      <dgm:adjLst/>
    </dgm:shape>
    <dgm:presOf/>
    <dgm:constrLst>
      <dgm:constr type="h" for="ch" forName="compNode" refType="h" fact="0.45"/>
      <dgm:constr type="w" for="ch" forName="compNode" val="120"/>
      <dgm:constr type="w" for="ch" forName="sibTrans" refType="w" refFor="ch" refForName="compNode" fact="0.175"/>
      <dgm:constr type="primFontSz" for="des" forName="parTx" val="36"/>
      <dgm:constr type="primFontSz" for="des" forName="desTx" refType="primFontSz" refFor="des" refForName="parTx" op="lte" fact="0.75"/>
      <dgm:constr type="h" for="des" forName="compNode" op="equ"/>
      <dgm:constr type="h" for="des" forName="iconRect" op="equ"/>
      <dgm:constr type="w" for="des" forName="iconRect" op="equ"/>
      <dgm:constr type="h" for="des" forName="iconSpace" op="equ"/>
      <dgm:constr type="h" for="des" forName="parTx" op="equ"/>
      <dgm:constr type="h" for="des" forName="txSpace" op="equ"/>
      <dgm:constr type="h" for="des" forName="desTx" op="equ"/>
    </dgm:constrLst>
    <dgm:ruleLst>
      <dgm:rule type="w" for="ch" forName="compNode" val="0" fact="NaN" max="NaN"/>
    </dgm:ruleLst>
    <dgm:forEach name="Name3" axis="ch" ptType="node">
      <dgm:layoutNode name="compNode">
        <dgm:alg type="composite"/>
        <dgm:shape xmlns:r="http://schemas.openxmlformats.org/officeDocument/2006/relationships" r:blip="">
          <dgm:adjLst/>
        </dgm:shape>
        <dgm:presOf axis="self"/>
        <dgm:constrLst>
          <dgm:constr type="w" for="ch" forName="iconRect" refType="w" fact="0.35"/>
          <dgm:constr type="h" for="ch" forName="iconRect" refType="w" refFor="ch" refForName="iconRect"/>
          <dgm:constr type="ctrX" for="ch" forName="iconRect" refType="w" fact="0.5"/>
          <dgm:constr type="t" for="ch" forName="iconRect"/>
          <dgm:constr type="w" for="ch" forName="iconSpace" refType="w"/>
          <dgm:constr type="h" for="ch" forName="iconSpace" refType="h" fact="0.043"/>
          <dgm:constr type="l" for="ch" forName="iconSpace"/>
          <dgm:constr type="t" for="ch" forName="iconSpace" refType="b" refFor="ch" refForName="iconRect"/>
          <dgm:constr type="w" for="ch" forName="parTx" refType="w"/>
          <dgm:constr type="h" for="ch" forName="parTx" refType="w" fact="0.15"/>
          <dgm:constr type="l" for="ch" forName="parTx"/>
          <dgm:constr type="t" for="ch" forName="parTx" refType="b" refFor="ch" refForName="iconSpace"/>
          <dgm:constr type="h" for="ch" forName="txSpace" refType="h" fact="0.02"/>
          <dgm:constr type="w" for="ch" forName="txSpace" refType="w"/>
          <dgm:constr type="l" for="ch" forName="txSpace"/>
          <dgm:constr type="t" for="ch" forName="txSpace" refType="b" refFor="ch" refForName="parTx"/>
          <dgm:constr type="w" for="ch" forName="desTx" refType="w"/>
          <dgm:constr type="l" for="ch" forName="desTx"/>
          <dgm:constr type="t" for="ch" forName="desTx" refType="b" refFor="ch" refForName="txSpace"/>
        </dgm:constrLst>
        <dgm:ruleLst>
          <dgm:rule type="h" val="INF" fact="NaN" max="NaN"/>
        </dgm:ruleLst>
        <dgm:layoutNode name="iconRect" styleLbl="node1">
          <dgm:alg type="sp"/>
          <dgm:shape xmlns:r="http://schemas.openxmlformats.org/officeDocument/2006/relationships" type="rect" r:blip="" blipPhldr="1">
            <dgm:adjLst/>
          </dgm:shape>
          <dgm:presOf/>
          <dgm:constrLst/>
          <dgm:ruleLst/>
        </dgm:layoutNode>
        <dgm:layoutNode name="iconSpace">
          <dgm:alg type="sp"/>
          <dgm:shape xmlns:r="http://schemas.openxmlformats.org/officeDocument/2006/relationships" r:blip="">
            <dgm:adjLst/>
          </dgm:shape>
          <dgm:presOf/>
          <dgm:constrLst/>
          <dgm:ruleLst/>
        </dgm:layoutNode>
        <dgm:layoutNode name="parTx" styleLbl="revTx">
          <dgm:varLst>
            <dgm:chMax val="0"/>
            <dgm:chPref val="0"/>
          </dgm:varLst>
          <dgm:alg type="tx">
            <dgm:param type="txAnchorVert" val="t"/>
          </dgm:alg>
          <dgm:shape xmlns:r="http://schemas.openxmlformats.org/officeDocument/2006/relationships" type="rect" r:blip="">
            <dgm:adjLst/>
          </dgm:shape>
          <dgm:presOf axis="self" ptType="node"/>
          <dgm:constrLst>
            <dgm:constr type="lMarg"/>
            <dgm:constr type="rMarg"/>
            <dgm:constr type="tMarg"/>
            <dgm:constr type="bMarg"/>
          </dgm:constrLst>
          <dgm:ruleLst>
            <dgm:rule type="primFontSz" val="14" fact="NaN" max="NaN"/>
            <dgm:rule type="h" val="INF" fact="NaN" max="NaN"/>
          </dgm:ruleLst>
        </dgm:layoutNode>
        <dgm:layoutNode name="txSpace">
          <dgm:alg type="sp"/>
          <dgm:shape xmlns:r="http://schemas.openxmlformats.org/officeDocument/2006/relationships" r:blip="">
            <dgm:adjLst/>
          </dgm:shape>
          <dgm:presOf/>
          <dgm:constrLst/>
          <dgm:ruleLst/>
        </dgm:layoutNode>
        <dgm:layoutNode name="desTx" styleLbl="revTx">
          <dgm:varLst/>
          <dgm:alg type="tx">
            <dgm:param type="stBulletLvl" val="0"/>
            <dgm:param type="txAnchorVert" val="t"/>
          </dgm:alg>
          <dgm:shape xmlns:r="http://schemas.openxmlformats.org/officeDocument/2006/relationships" type="rect" r:blip="">
            <dgm:adjLst/>
          </dgm:shape>
          <dgm:presOf axis="des" ptType="node"/>
          <dgm:constrLst>
            <dgm:constr type="secFontSz" refType="primFontSz"/>
            <dgm:constr type="lMarg"/>
            <dgm:constr type="rMarg"/>
            <dgm:constr type="tMarg"/>
            <dgm:constr type="bMarg"/>
          </dgm:constrLst>
          <dgm:ruleLst>
            <dgm:rule type="primFontSz" val="NaN" fact="NaN" max="17"/>
            <dgm:rule type="h" val="INF" fact="NaN" max="NaN"/>
          </dgm:ruleLst>
        </dgm:layoutNode>
      </dgm:layoutNode>
      <dgm:forEach name="Name4" axis="followSib" ptType="sibTrans" cnt="1">
        <dgm:layoutNode name="sibTrans">
          <dgm:alg type="sp"/>
          <dgm:shape xmlns:r="http://schemas.openxmlformats.org/officeDocument/2006/relationships" r:blip="">
            <dgm:adjLst/>
          </dgm:shape>
          <dgm:presOf axis="self"/>
          <dgm:constrLst/>
          <dgm:ruleLst/>
        </dgm:layoutNode>
      </dgm:forEach>
    </dgm:forEach>
  </dgm:layoutNode>
  <dgm:extLst>
    <a:ext uri="{68A01E43-0DF5-4B5B-8FA6-DAF915123BFB}">
      <dgm1612:lstStyle xmlns:dgm1612="http://schemas.microsoft.com/office/drawing/2016/12/diagram">
        <a:lvl1pPr>
          <a:lnSpc>
            <a:spcPct val="100000"/>
          </a:lnSpc>
          <a:defRPr b="1"/>
        </a:lvl1pPr>
        <a:lvl2pPr>
          <a:lnSpc>
            <a:spcPct val="100000"/>
          </a:lnSpc>
        </a:lvl2pPr>
      </dgm1612:lstStyle>
    </a:ext>
  </dgm:extLst>
</dgm:layoutDef>
</file>

<file path=ppt/diagrams/layout8.xml><?xml version="1.0" encoding="utf-8"?>
<dgm:layoutDef xmlns:dgm="http://schemas.openxmlformats.org/drawingml/2006/diagram" xmlns:a="http://schemas.openxmlformats.org/drawingml/2006/main" uniqueId="urn:microsoft.com/office/officeart/2018/5/layout/CenteredIconLabelDescriptionList">
  <dgm:title val="Centered Icon Label Description List"/>
  <dgm:desc val="Use to show non-sequential or grouped chunks of information. The placeholder holds an icon or small picture, and corresponding text boxes show Level 1 and Level 2 text respectively. Works well for minimal Level 1 text accompanied by lengthier Level two text."/>
  <dgm:catLst>
    <dgm:cat type="icon" pri="500"/>
  </dgm:catLst>
  <dgm:sampData useDef="1">
    <dgm:dataModel>
      <dgm:ptLst/>
      <dgm:bg/>
      <dgm:whole/>
    </dgm:dataModel>
  </dgm:sampData>
  <dgm:styleData useDef="1">
    <dgm:dataModel>
      <dgm:ptLst/>
      <dgm:bg/>
      <dgm:whole/>
    </dgm:dataModel>
  </dgm:styleData>
  <dgm:clrData useDef="1">
    <dgm:dataModel>
      <dgm:ptLst/>
      <dgm:bg/>
      <dgm:whole/>
    </dgm:dataModel>
  </dgm:clrData>
  <dgm:layoutNode name="root">
    <dgm:varLst>
      <dgm:dir/>
      <dgm:resizeHandles val="exact"/>
    </dgm:varLst>
    <dgm:choose name="Name0">
      <dgm:if name="Name1" axis="self" func="var" arg="dir" op="equ" val="norm">
        <dgm:alg type="lin"/>
      </dgm:if>
      <dgm:else name="Name2">
        <dgm:alg type="lin">
          <dgm:param type="linDir" val="fromR"/>
        </dgm:alg>
      </dgm:else>
    </dgm:choose>
    <dgm:shape xmlns:r="http://schemas.openxmlformats.org/officeDocument/2006/relationships" r:blip="">
      <dgm:adjLst/>
    </dgm:shape>
    <dgm:presOf/>
    <dgm:constrLst>
      <dgm:constr type="h" for="ch" forName="compNode" refType="h" fact="0.45"/>
      <dgm:constr type="w" for="ch" forName="compNode" val="120"/>
      <dgm:constr type="w" for="ch" forName="sibTrans" refType="w" refFor="ch" refForName="compNode" fact="0.175"/>
      <dgm:constr type="primFontSz" for="des" forName="parTx" val="36"/>
      <dgm:constr type="primFontSz" for="des" forName="desTx" refType="primFontSz" refFor="des" refForName="parTx" op="lte" fact="0.75"/>
      <dgm:constr type="h" for="des" forName="compNode" op="equ"/>
      <dgm:constr type="h" for="des" forName="iconRect" op="equ"/>
      <dgm:constr type="w" for="des" forName="iconRect" op="equ"/>
      <dgm:constr type="h" for="des" forName="iconSpace" op="equ"/>
      <dgm:constr type="h" for="des" forName="parTx" op="equ"/>
      <dgm:constr type="h" for="des" forName="txSpace" op="equ"/>
      <dgm:constr type="h" for="des" forName="desTx" op="equ"/>
    </dgm:constrLst>
    <dgm:ruleLst>
      <dgm:rule type="w" for="ch" forName="compNode" val="0" fact="NaN" max="NaN"/>
    </dgm:ruleLst>
    <dgm:forEach name="Name3" axis="ch" ptType="node">
      <dgm:layoutNode name="compNode">
        <dgm:alg type="composite"/>
        <dgm:shape xmlns:r="http://schemas.openxmlformats.org/officeDocument/2006/relationships" r:blip="">
          <dgm:adjLst/>
        </dgm:shape>
        <dgm:presOf axis="self"/>
        <dgm:constrLst>
          <dgm:constr type="w" for="ch" forName="iconRect" refType="w" fact="0.35"/>
          <dgm:constr type="h" for="ch" forName="iconRect" refType="w" refFor="ch" refForName="iconRect"/>
          <dgm:constr type="ctrX" for="ch" forName="iconRect" refType="w" fact="0.5"/>
          <dgm:constr type="t" for="ch" forName="iconRect"/>
          <dgm:constr type="w" for="ch" forName="iconSpace" refType="w"/>
          <dgm:constr type="h" for="ch" forName="iconSpace" refType="h" fact="0.043"/>
          <dgm:constr type="l" for="ch" forName="iconSpace"/>
          <dgm:constr type="t" for="ch" forName="iconSpace" refType="b" refFor="ch" refForName="iconRect"/>
          <dgm:constr type="w" for="ch" forName="parTx" refType="w"/>
          <dgm:constr type="h" for="ch" forName="parTx" refType="w" fact="0.15"/>
          <dgm:constr type="l" for="ch" forName="parTx"/>
          <dgm:constr type="t" for="ch" forName="parTx" refType="b" refFor="ch" refForName="iconSpace"/>
          <dgm:constr type="h" for="ch" forName="txSpace" refType="h" fact="0.02"/>
          <dgm:constr type="w" for="ch" forName="txSpace" refType="w"/>
          <dgm:constr type="l" for="ch" forName="txSpace"/>
          <dgm:constr type="t" for="ch" forName="txSpace" refType="b" refFor="ch" refForName="parTx"/>
          <dgm:constr type="w" for="ch" forName="desTx" refType="w"/>
          <dgm:constr type="l" for="ch" forName="desTx"/>
          <dgm:constr type="t" for="ch" forName="desTx" refType="b" refFor="ch" refForName="txSpace"/>
        </dgm:constrLst>
        <dgm:ruleLst>
          <dgm:rule type="h" val="INF" fact="NaN" max="NaN"/>
        </dgm:ruleLst>
        <dgm:layoutNode name="iconRect" styleLbl="node1">
          <dgm:alg type="sp"/>
          <dgm:shape xmlns:r="http://schemas.openxmlformats.org/officeDocument/2006/relationships" type="rect" r:blip="" blipPhldr="1">
            <dgm:adjLst/>
          </dgm:shape>
          <dgm:presOf/>
          <dgm:constrLst/>
          <dgm:ruleLst/>
        </dgm:layoutNode>
        <dgm:layoutNode name="iconSpace">
          <dgm:alg type="sp"/>
          <dgm:shape xmlns:r="http://schemas.openxmlformats.org/officeDocument/2006/relationships" r:blip="">
            <dgm:adjLst/>
          </dgm:shape>
          <dgm:presOf/>
          <dgm:constrLst/>
          <dgm:ruleLst/>
        </dgm:layoutNode>
        <dgm:layoutNode name="parTx" styleLbl="revTx">
          <dgm:varLst>
            <dgm:chMax val="0"/>
            <dgm:chPref val="0"/>
          </dgm:varLst>
          <dgm:alg type="tx">
            <dgm:param type="txAnchorVert" val="t"/>
          </dgm:alg>
          <dgm:shape xmlns:r="http://schemas.openxmlformats.org/officeDocument/2006/relationships" type="rect" r:blip="">
            <dgm:adjLst/>
          </dgm:shape>
          <dgm:presOf axis="self" ptType="node"/>
          <dgm:constrLst>
            <dgm:constr type="lMarg"/>
            <dgm:constr type="rMarg"/>
            <dgm:constr type="tMarg"/>
            <dgm:constr type="bMarg"/>
          </dgm:constrLst>
          <dgm:ruleLst>
            <dgm:rule type="primFontSz" val="14" fact="NaN" max="NaN"/>
            <dgm:rule type="h" val="INF" fact="NaN" max="NaN"/>
          </dgm:ruleLst>
        </dgm:layoutNode>
        <dgm:layoutNode name="txSpace">
          <dgm:alg type="sp"/>
          <dgm:shape xmlns:r="http://schemas.openxmlformats.org/officeDocument/2006/relationships" r:blip="">
            <dgm:adjLst/>
          </dgm:shape>
          <dgm:presOf/>
          <dgm:constrLst/>
          <dgm:ruleLst/>
        </dgm:layoutNode>
        <dgm:layoutNode name="desTx" styleLbl="revTx">
          <dgm:varLst/>
          <dgm:alg type="tx">
            <dgm:param type="stBulletLvl" val="0"/>
            <dgm:param type="txAnchorVert" val="t"/>
          </dgm:alg>
          <dgm:shape xmlns:r="http://schemas.openxmlformats.org/officeDocument/2006/relationships" type="rect" r:blip="">
            <dgm:adjLst/>
          </dgm:shape>
          <dgm:presOf axis="des" ptType="node"/>
          <dgm:constrLst>
            <dgm:constr type="secFontSz" refType="primFontSz"/>
            <dgm:constr type="lMarg"/>
            <dgm:constr type="rMarg"/>
            <dgm:constr type="tMarg"/>
            <dgm:constr type="bMarg"/>
          </dgm:constrLst>
          <dgm:ruleLst>
            <dgm:rule type="primFontSz" val="NaN" fact="NaN" max="17"/>
            <dgm:rule type="h" val="INF" fact="NaN" max="NaN"/>
          </dgm:ruleLst>
        </dgm:layoutNode>
      </dgm:layoutNode>
      <dgm:forEach name="Name4" axis="followSib" ptType="sibTrans" cnt="1">
        <dgm:layoutNode name="sibTrans">
          <dgm:alg type="sp"/>
          <dgm:shape xmlns:r="http://schemas.openxmlformats.org/officeDocument/2006/relationships" r:blip="">
            <dgm:adjLst/>
          </dgm:shape>
          <dgm:presOf axis="self"/>
          <dgm:constrLst/>
          <dgm:ruleLst/>
        </dgm:layoutNode>
      </dgm:forEach>
    </dgm:forEach>
  </dgm:layoutNode>
  <dgm:extLst>
    <a:ext uri="{68A01E43-0DF5-4B5B-8FA6-DAF915123BFB}">
      <dgm1612:lstStyle xmlns:dgm1612="http://schemas.microsoft.com/office/drawing/2016/12/diagram">
        <a:lvl1pPr>
          <a:lnSpc>
            <a:spcPct val="100000"/>
          </a:lnSpc>
          <a:defRPr b="1"/>
        </a:lvl1pPr>
        <a:lvl2pPr>
          <a:lnSpc>
            <a:spcPct val="100000"/>
          </a:lnSpc>
        </a:lvl2pPr>
      </dgm1612:lstStyle>
    </a:ext>
  </dgm:extLst>
</dgm:layoutDef>
</file>

<file path=ppt/diagrams/layout9.xml><?xml version="1.0" encoding="utf-8"?>
<dgm:layoutDef xmlns:dgm="http://schemas.openxmlformats.org/drawingml/2006/diagram" xmlns:a="http://schemas.openxmlformats.org/drawingml/2006/main" uniqueId="urn:microsoft.com/office/officeart/2018/2/layout/IconLabelDescriptionList">
  <dgm:title val="Icon Label Description List"/>
  <dgm:desc val="Use to show non-sequential or grouped chunks of information. The placeholder holds an icon or small picture, and corresponding text boxes show Level 1 and Level 2 text respectively. Works well for minimal Level 1 text accompanied by lengthier Level two text."/>
  <dgm:catLst>
    <dgm:cat type="icon" pri="500"/>
  </dgm:catLst>
  <dgm:sampData useDef="1">
    <dgm:dataModel>
      <dgm:ptLst/>
      <dgm:bg/>
      <dgm:whole/>
    </dgm:dataModel>
  </dgm:sampData>
  <dgm:styleData useDef="1">
    <dgm:dataModel>
      <dgm:ptLst/>
      <dgm:bg/>
      <dgm:whole/>
    </dgm:dataModel>
  </dgm:styleData>
  <dgm:clrData useDef="1">
    <dgm:dataModel>
      <dgm:ptLst/>
      <dgm:bg/>
      <dgm:whole/>
    </dgm:dataModel>
  </dgm:clrData>
  <dgm:layoutNode name="root">
    <dgm:varLst>
      <dgm:dir/>
      <dgm:resizeHandles val="exact"/>
    </dgm:varLst>
    <dgm:choose name="Name0">
      <dgm:if name="Name1" axis="self" func="var" arg="dir" op="equ" val="norm">
        <dgm:alg type="lin"/>
      </dgm:if>
      <dgm:else name="Name2">
        <dgm:alg type="lin">
          <dgm:param type="linDir" val="fromR"/>
        </dgm:alg>
      </dgm:else>
    </dgm:choose>
    <dgm:shape xmlns:r="http://schemas.openxmlformats.org/officeDocument/2006/relationships" r:blip="">
      <dgm:adjLst/>
    </dgm:shape>
    <dgm:presOf/>
    <dgm:constrLst>
      <dgm:constr type="h" for="ch" forName="compNode" refType="h" fact="0.45"/>
      <dgm:constr type="w" for="ch" forName="compNode" val="120"/>
      <dgm:constr type="w" for="ch" forName="sibTrans" refType="w" refFor="ch" refForName="compNode" fact="0.175"/>
      <dgm:constr type="primFontSz" for="des" forName="parTx" val="36"/>
      <dgm:constr type="primFontSz" for="des" forName="desTx" refType="primFontSz" refFor="des" refForName="parTx" op="lte" fact="0.75"/>
      <dgm:constr type="h" for="des" forName="compNode" op="equ"/>
      <dgm:constr type="h" for="des" forName="iconRect" op="equ"/>
      <dgm:constr type="w" for="des" forName="iconRect" op="equ"/>
      <dgm:constr type="h" for="des" forName="iconSpace" op="equ"/>
      <dgm:constr type="h" for="des" forName="parTx" op="equ"/>
      <dgm:constr type="h" for="des" forName="txSpace" op="equ"/>
      <dgm:constr type="h" for="des" forName="desTx" op="equ"/>
    </dgm:constrLst>
    <dgm:ruleLst>
      <dgm:rule type="w" for="ch" forName="compNode" val="0" fact="NaN" max="NaN"/>
    </dgm:ruleLst>
    <dgm:forEach name="Name3" axis="ch" ptType="node">
      <dgm:layoutNode name="compNode">
        <dgm:alg type="composite"/>
        <dgm:shape xmlns:r="http://schemas.openxmlformats.org/officeDocument/2006/relationships" r:blip="">
          <dgm:adjLst/>
        </dgm:shape>
        <dgm:presOf axis="self"/>
        <dgm:constrLst>
          <dgm:constr type="w" for="ch" forName="iconRect" refType="w" fact="0.35"/>
          <dgm:constr type="h" for="ch" forName="iconRect" refType="w" refFor="ch" refForName="iconRect"/>
          <dgm:constr type="l" for="ch" forName="iconRect"/>
          <dgm:constr type="t" for="ch" forName="iconRect"/>
          <dgm:constr type="w" for="ch" forName="iconSpace" refType="w"/>
          <dgm:constr type="h" for="ch" forName="iconSpace" refType="h" fact="0.043"/>
          <dgm:constr type="l" for="ch" forName="iconSpace"/>
          <dgm:constr type="t" for="ch" forName="iconSpace" refType="b" refFor="ch" refForName="iconRect"/>
          <dgm:constr type="w" for="ch" forName="parTx" refType="w"/>
          <dgm:constr type="h" for="ch" forName="parTx" refType="w" fact="0.15"/>
          <dgm:constr type="l" for="ch" forName="parTx"/>
          <dgm:constr type="t" for="ch" forName="parTx" refType="b" refFor="ch" refForName="iconSpace"/>
          <dgm:constr type="h" for="ch" forName="txSpace" refType="h" fact="0.02"/>
          <dgm:constr type="w" for="ch" forName="txSpace" refType="w"/>
          <dgm:constr type="l" for="ch" forName="txSpace"/>
          <dgm:constr type="t" for="ch" forName="txSpace" refType="b" refFor="ch" refForName="parTx"/>
          <dgm:constr type="w" for="ch" forName="desTx" refType="w"/>
          <dgm:constr type="l" for="ch" forName="desTx"/>
          <dgm:constr type="t" for="ch" forName="desTx" refType="b" refFor="ch" refForName="txSpace"/>
        </dgm:constrLst>
        <dgm:ruleLst>
          <dgm:rule type="h" val="INF" fact="NaN" max="NaN"/>
        </dgm:ruleLst>
        <dgm:layoutNode name="iconRect" styleLbl="node1">
          <dgm:alg type="sp"/>
          <dgm:shape xmlns:r="http://schemas.openxmlformats.org/officeDocument/2006/relationships" type="rect" r:blip="" blipPhldr="1">
            <dgm:adjLst/>
          </dgm:shape>
          <dgm:presOf/>
          <dgm:constrLst/>
          <dgm:ruleLst/>
        </dgm:layoutNode>
        <dgm:layoutNode name="iconSpace">
          <dgm:alg type="sp"/>
          <dgm:shape xmlns:r="http://schemas.openxmlformats.org/officeDocument/2006/relationships" r:blip="">
            <dgm:adjLst/>
          </dgm:shape>
          <dgm:presOf/>
          <dgm:constrLst/>
          <dgm:ruleLst/>
        </dgm:layoutNode>
        <dgm:layoutNode name="parTx" styleLbl="revTx">
          <dgm:varLst>
            <dgm:chMax val="0"/>
            <dgm:chPref val="0"/>
          </dgm:varLst>
          <dgm:alg type="tx">
            <dgm:param type="txAnchorVert" val="t"/>
            <dgm:param type="parTxLTRAlign" val="l"/>
            <dgm:param type="shpTxLTRAlignCh" val="l"/>
            <dgm:param type="parTxRTLAlign" val="r"/>
            <dgm:param type="shpTxRTLAlignCh" val="r"/>
          </dgm:alg>
          <dgm:shape xmlns:r="http://schemas.openxmlformats.org/officeDocument/2006/relationships" type="rect" r:blip="">
            <dgm:adjLst/>
          </dgm:shape>
          <dgm:presOf axis="self" ptType="node"/>
          <dgm:constrLst>
            <dgm:constr type="lMarg"/>
            <dgm:constr type="rMarg"/>
            <dgm:constr type="tMarg"/>
            <dgm:constr type="bMarg"/>
          </dgm:constrLst>
          <dgm:ruleLst>
            <dgm:rule type="primFontSz" val="14" fact="NaN" max="NaN"/>
            <dgm:rule type="h" val="INF" fact="NaN" max="NaN"/>
          </dgm:ruleLst>
        </dgm:layoutNode>
        <dgm:layoutNode name="txSpace">
          <dgm:alg type="sp"/>
          <dgm:shape xmlns:r="http://schemas.openxmlformats.org/officeDocument/2006/relationships" r:blip="">
            <dgm:adjLst/>
          </dgm:shape>
          <dgm:presOf/>
          <dgm:constrLst/>
          <dgm:ruleLst/>
        </dgm:layoutNode>
        <dgm:layoutNode name="desTx" styleLbl="revTx">
          <dgm:varLst/>
          <dgm:alg type="tx">
            <dgm:param type="stBulletLvl" val="0"/>
            <dgm:param type="txAnchorVert" val="t"/>
            <dgm:param type="parTxLTRAlign" val="l"/>
            <dgm:param type="shpTxLTRAlignCh" val="l"/>
            <dgm:param type="parTxRTLAlign" val="r"/>
            <dgm:param type="shpTxRTLAlignCh" val="r"/>
          </dgm:alg>
          <dgm:shape xmlns:r="http://schemas.openxmlformats.org/officeDocument/2006/relationships" type="rect" r:blip="">
            <dgm:adjLst/>
          </dgm:shape>
          <dgm:presOf axis="des" ptType="node"/>
          <dgm:constrLst>
            <dgm:constr type="secFontSz" refType="primFontSz"/>
            <dgm:constr type="lMarg"/>
            <dgm:constr type="rMarg"/>
            <dgm:constr type="tMarg"/>
            <dgm:constr type="bMarg"/>
          </dgm:constrLst>
          <dgm:ruleLst>
            <dgm:rule type="primFontSz" val="NaN" fact="NaN" max="17"/>
            <dgm:rule type="h" val="INF" fact="NaN" max="NaN"/>
          </dgm:ruleLst>
        </dgm:layoutNode>
      </dgm:layoutNode>
      <dgm:forEach name="Name4" axis="followSib" ptType="sibTrans" cnt="1">
        <dgm:layoutNode name="sibTrans">
          <dgm:alg type="sp"/>
          <dgm:shape xmlns:r="http://schemas.openxmlformats.org/officeDocument/2006/relationships" r:blip="">
            <dgm:adjLst/>
          </dgm:shape>
          <dgm:presOf axis="self"/>
          <dgm:constrLst/>
          <dgm:ruleLst/>
        </dgm:layoutNode>
      </dgm:forEach>
    </dgm:forEach>
  </dgm:layoutNode>
  <dgm:extLst>
    <a:ext uri="{68A01E43-0DF5-4B5B-8FA6-DAF915123BFB}">
      <dgm1612:lstStyle xmlns:dgm1612="http://schemas.microsoft.com/office/drawing/2016/12/diagram">
        <a:lvl1pPr>
          <a:lnSpc>
            <a:spcPct val="100000"/>
          </a:lnSpc>
          <a:defRPr b="1"/>
        </a:lvl1pPr>
        <a:lvl2pPr>
          <a:lnSpc>
            <a:spcPct val="100000"/>
          </a:lnSpc>
        </a:lvl2pPr>
      </dgm1612:lstStyle>
    </a:ext>
  </dgm:extLst>
</dgm:layoutDef>
</file>

<file path=ppt/diagrams/layout10.xml><?xml version="1.0" encoding="utf-8"?>
<dgm:layoutDef xmlns:dgm="http://schemas.openxmlformats.org/drawingml/2006/diagram" xmlns:a="http://schemas.openxmlformats.org/drawingml/2006/main" uniqueId="urn:microsoft.com/office/officeart/2005/8/layout/lProcess2">
  <dgm:title val=""/>
  <dgm:desc val=""/>
  <dgm:catLst>
    <dgm:cat type="list" pri="10000"/>
    <dgm:cat type="relationship" pri="13000"/>
  </dgm:catLst>
  <dgm:sampData>
    <dgm:dataModel>
      <dgm:ptLst>
        <dgm:pt modelId="0" type="doc"/>
        <dgm:pt modelId="1">
          <dgm:prSet phldr="1"/>
        </dgm:pt>
        <dgm:pt modelId="11">
          <dgm:prSet phldr="1"/>
        </dgm:pt>
        <dgm:pt modelId="12">
          <dgm:prSet phldr="1"/>
        </dgm:pt>
        <dgm:pt modelId="2">
          <dgm:prSet phldr="1"/>
        </dgm:pt>
        <dgm:pt modelId="21">
          <dgm:prSet phldr="1"/>
        </dgm:pt>
        <dgm:pt modelId="22">
          <dgm:prSet phldr="1"/>
        </dgm:pt>
        <dgm:pt modelId="3">
          <dgm:prSet phldr="1"/>
        </dgm:pt>
        <dgm:pt modelId="31">
          <dgm:prSet phldr="1"/>
        </dgm:pt>
        <dgm:pt modelId="32">
          <dgm:prSet phldr="1"/>
        </dgm:pt>
      </dgm:ptLst>
      <dgm:cxnLst>
        <dgm:cxn modelId="4" srcId="0" destId="1" srcOrd="0" destOrd="0"/>
        <dgm:cxn modelId="5" srcId="0" destId="2" srcOrd="1" destOrd="0"/>
        <dgm:cxn modelId="13" srcId="1" destId="11" srcOrd="0" destOrd="0"/>
        <dgm:cxn modelId="14" srcId="1" destId="12" srcOrd="0" destOrd="0"/>
        <dgm:cxn modelId="23" srcId="2" destId="21" srcOrd="0" destOrd="0"/>
        <dgm:cxn modelId="24" srcId="2" destId="22" srcOrd="0" destOrd="0"/>
        <dgm:cxn modelId="33" srcId="3" destId="31" srcOrd="0" destOrd="0"/>
        <dgm:cxn modelId="34" srcId="3" destId="32" srcOrd="0" destOrd="0"/>
      </dgm:cxnLst>
      <dgm:bg/>
      <dgm:whole/>
    </dgm:dataModel>
  </dgm:sampData>
  <dgm:styleData useDef="1">
    <dgm:dataModel>
      <dgm:ptLst/>
      <dgm:bg/>
      <dgm:whole/>
    </dgm:dataModel>
  </dgm:styleData>
  <dgm:clrData useDef="1">
    <dgm:dataModel>
      <dgm:ptLst/>
      <dgm:bg/>
      <dgm:whole/>
    </dgm:dataModel>
  </dgm:clrData>
  <dgm:layoutNode name="theList">
    <dgm:varLst>
      <dgm:dir/>
      <dgm:animLvl val="lvl"/>
      <dgm:resizeHandles val="exact"/>
    </dgm:varLst>
    <dgm:choose name="Name0">
      <dgm:if name="Name1" func="var" arg="dir" op="equ" val="norm">
        <dgm:alg type="lin"/>
      </dgm:if>
      <dgm:else name="Name2">
        <dgm:alg type="lin">
          <dgm:param type="linDir" val="fromR"/>
        </dgm:alg>
      </dgm:else>
    </dgm:choose>
    <dgm:shape xmlns:r="http://schemas.openxmlformats.org/officeDocument/2006/relationships" r:blip="">
      <dgm:adjLst/>
    </dgm:shape>
    <dgm:presOf/>
    <dgm:constrLst>
      <dgm:constr type="w" for="ch" forName="compNode" refType="w"/>
      <dgm:constr type="h" for="ch" forName="compNode" refType="h"/>
      <dgm:constr type="w" for="ch" forName="aSpace" refType="w" fact="0.075"/>
      <dgm:constr type="h" for="des" forName="aSpace2" refType="h" fact="0.1"/>
      <dgm:constr type="primFontSz" for="des" forName="textNode" op="equ"/>
      <dgm:constr type="primFontSz" for="des" forName="childNode" op="equ"/>
    </dgm:constrLst>
    <dgm:ruleLst/>
    <dgm:forEach name="aNodeForEach" axis="ch" ptType="node">
      <dgm:layoutNode name="compNode">
        <dgm:alg type="composite"/>
        <dgm:shape xmlns:r="http://schemas.openxmlformats.org/officeDocument/2006/relationships" r:blip="">
          <dgm:adjLst/>
        </dgm:shape>
        <dgm:presOf/>
        <dgm:constrLst>
          <dgm:constr type="w" for="ch" forName="aNode" refType="w"/>
          <dgm:constr type="h" for="ch" forName="aNode" refType="h"/>
          <dgm:constr type="w" for="ch" forName="textNode" refType="w"/>
          <dgm:constr type="h" for="ch" forName="textNode" refType="h" fact="0.3"/>
          <dgm:constr type="ctrX" for="ch" forName="textNode" refType="w" fact="0.5"/>
          <dgm:constr type="w" for="ch" forName="compChildNode" refType="w" fact="0.8"/>
          <dgm:constr type="h" for="ch" forName="compChildNode" refType="h" fact="0.65"/>
          <dgm:constr type="t" for="ch" forName="compChildNode" refType="h" fact="0.3"/>
          <dgm:constr type="ctrX" for="ch" forName="compChildNode" refType="w" fact="0.5"/>
        </dgm:constrLst>
        <dgm:ruleLst/>
        <dgm:layoutNode name="aNode" styleLbl="bgShp">
          <dgm:alg type="sp"/>
          <dgm:shape xmlns:r="http://schemas.openxmlformats.org/officeDocument/2006/relationships" type="roundRect" r:blip="">
            <dgm:adjLst>
              <dgm:adj idx="1" val="0.1"/>
            </dgm:adjLst>
          </dgm:shape>
          <dgm:presOf axis="self"/>
          <dgm:constrLst/>
          <dgm:ruleLst/>
        </dgm:layoutNode>
        <dgm:layoutNode name="textNode" styleLbl="bgShp">
          <dgm:alg type="tx"/>
          <dgm:shape xmlns:r="http://schemas.openxmlformats.org/officeDocument/2006/relationships" type="rect" r:blip="" hideGeom="1">
            <dgm:adjLst>
              <dgm:adj idx="1" val="0.1"/>
            </dgm:adjLst>
          </dgm:shape>
          <dgm:presOf axis="self"/>
          <dgm:constrLst>
            <dgm:constr type="primFontSz" val="65"/>
            <dgm:constr type="lMarg" refType="primFontSz" fact="0.3"/>
            <dgm:constr type="rMarg" refType="primFontSz" fact="0.3"/>
            <dgm:constr type="tMarg" refType="primFontSz" fact="0.3"/>
            <dgm:constr type="bMarg" refType="primFontSz" fact="0.3"/>
          </dgm:constrLst>
          <dgm:ruleLst>
            <dgm:rule type="primFontSz" val="5" fact="NaN" max="NaN"/>
          </dgm:ruleLst>
        </dgm:layoutNode>
        <dgm:layoutNode name="compChildNode">
          <dgm:alg type="composite"/>
          <dgm:shape xmlns:r="http://schemas.openxmlformats.org/officeDocument/2006/relationships" r:blip="">
            <dgm:adjLst/>
          </dgm:shape>
          <dgm:presOf/>
          <dgm:constrLst>
            <dgm:constr type="w" for="des" forName="childNode" refType="w"/>
            <dgm:constr type="h" for="des" forName="childNode" refType="h"/>
          </dgm:constrLst>
          <dgm:ruleLst/>
          <dgm:layoutNode name="theInnerList">
            <dgm:alg type="lin">
              <dgm:param type="linDir" val="fromT"/>
            </dgm:alg>
            <dgm:shape xmlns:r="http://schemas.openxmlformats.org/officeDocument/2006/relationships" r:blip="">
              <dgm:adjLst/>
            </dgm:shape>
            <dgm:presOf/>
            <dgm:constrLst/>
            <dgm:ruleLst/>
            <dgm:forEach name="childNodeForEach" axis="ch" ptType="node">
              <dgm:layoutNode name="childNode" styleLbl="node1">
                <dgm:varLst>
                  <dgm:bulletEnabled val="1"/>
                </dgm:varLst>
                <dgm:alg type="tx"/>
                <dgm:shape xmlns:r="http://schemas.openxmlformats.org/officeDocument/2006/relationships" type="roundRect" r:blip="">
                  <dgm:adjLst>
                    <dgm:adj idx="1" val="0.1"/>
                  </dgm:adjLst>
                </dgm:shape>
                <dgm:presOf axis="desOrSelf" ptType="node"/>
                <dgm:constrLst>
                  <dgm:constr type="primFontSz" val="65"/>
                  <dgm:constr type="tMarg" refType="primFontSz" fact="0.15"/>
                  <dgm:constr type="bMarg" refType="primFontSz" fact="0.15"/>
                  <dgm:constr type="lMarg" refType="primFontSz" fact="0.2"/>
                  <dgm:constr type="rMarg" refType="primFontSz" fact="0.2"/>
                </dgm:constrLst>
                <dgm:ruleLst>
                  <dgm:rule type="primFontSz" val="5" fact="NaN" max="NaN"/>
                </dgm:ruleLst>
              </dgm:layoutNode>
              <dgm:choose name="Name3">
                <dgm:if name="Name4" axis="self" ptType="node" func="revPos" op="equ" val="1"/>
                <dgm:else name="Name5">
                  <dgm:layoutNode name="aSpace2">
                    <dgm:alg type="sp"/>
                    <dgm:shape xmlns:r="http://schemas.openxmlformats.org/officeDocument/2006/relationships" r:blip="">
                      <dgm:adjLst/>
                    </dgm:shape>
                    <dgm:presOf/>
                    <dgm:constrLst/>
                    <dgm:ruleLst/>
                  </dgm:layoutNode>
                </dgm:else>
              </dgm:choose>
            </dgm:forEach>
          </dgm:layoutNode>
        </dgm:layoutNode>
      </dgm:layoutNode>
      <dgm:choose name="Name6">
        <dgm:if name="Name7" axis="self" ptType="node" func="revPos" op="equ" val="1"/>
        <dgm:else name="Name8">
          <dgm:layoutNode name="aSpace">
            <dgm:alg type="sp"/>
            <dgm:shape xmlns:r="http://schemas.openxmlformats.org/officeDocument/2006/relationships" r:blip="">
              <dgm:adjLst/>
            </dgm:shape>
            <dgm:presOf/>
            <dgm:constrLst/>
            <dgm:ruleLst/>
          </dgm:layoutNode>
        </dgm:else>
      </dgm:choose>
    </dgm:forEach>
  </dgm:layoutNode>
</dgm:layoutDef>
</file>

<file path=ppt/diagrams/layout11.xml><?xml version="1.0" encoding="utf-8"?>
<dgm:layoutDef xmlns:dgm="http://schemas.openxmlformats.org/drawingml/2006/diagram" xmlns:a="http://schemas.openxmlformats.org/drawingml/2006/main" uniqueId="urn:microsoft.com/office/officeart/2018/2/layout/IconLabelDescriptionList">
  <dgm:title val="Icon Label Description List"/>
  <dgm:desc val="Use to show non-sequential or grouped chunks of information. The placeholder holds an icon or small picture, and corresponding text boxes show Level 1 and Level 2 text respectively. Works well for minimal Level 1 text accompanied by lengthier Level two text."/>
  <dgm:catLst>
    <dgm:cat type="icon" pri="500"/>
  </dgm:catLst>
  <dgm:sampData useDef="1">
    <dgm:dataModel>
      <dgm:ptLst/>
      <dgm:bg/>
      <dgm:whole/>
    </dgm:dataModel>
  </dgm:sampData>
  <dgm:styleData useDef="1">
    <dgm:dataModel>
      <dgm:ptLst/>
      <dgm:bg/>
      <dgm:whole/>
    </dgm:dataModel>
  </dgm:styleData>
  <dgm:clrData useDef="1">
    <dgm:dataModel>
      <dgm:ptLst/>
      <dgm:bg/>
      <dgm:whole/>
    </dgm:dataModel>
  </dgm:clrData>
  <dgm:layoutNode name="root">
    <dgm:varLst>
      <dgm:dir/>
      <dgm:resizeHandles val="exact"/>
    </dgm:varLst>
    <dgm:choose name="Name0">
      <dgm:if name="Name1" axis="self" func="var" arg="dir" op="equ" val="norm">
        <dgm:alg type="lin"/>
      </dgm:if>
      <dgm:else name="Name2">
        <dgm:alg type="lin">
          <dgm:param type="linDir" val="fromR"/>
        </dgm:alg>
      </dgm:else>
    </dgm:choose>
    <dgm:shape xmlns:r="http://schemas.openxmlformats.org/officeDocument/2006/relationships" r:blip="">
      <dgm:adjLst/>
    </dgm:shape>
    <dgm:presOf/>
    <dgm:constrLst>
      <dgm:constr type="h" for="ch" forName="compNode" refType="h" fact="0.45"/>
      <dgm:constr type="w" for="ch" forName="compNode" val="120"/>
      <dgm:constr type="w" for="ch" forName="sibTrans" refType="w" refFor="ch" refForName="compNode" fact="0.175"/>
      <dgm:constr type="primFontSz" for="des" forName="parTx" val="36"/>
      <dgm:constr type="primFontSz" for="des" forName="desTx" refType="primFontSz" refFor="des" refForName="parTx" op="lte" fact="0.75"/>
      <dgm:constr type="h" for="des" forName="compNode" op="equ"/>
      <dgm:constr type="h" for="des" forName="iconRect" op="equ"/>
      <dgm:constr type="w" for="des" forName="iconRect" op="equ"/>
      <dgm:constr type="h" for="des" forName="iconSpace" op="equ"/>
      <dgm:constr type="h" for="des" forName="parTx" op="equ"/>
      <dgm:constr type="h" for="des" forName="txSpace" op="equ"/>
      <dgm:constr type="h" for="des" forName="desTx" op="equ"/>
    </dgm:constrLst>
    <dgm:ruleLst>
      <dgm:rule type="w" for="ch" forName="compNode" val="0" fact="NaN" max="NaN"/>
    </dgm:ruleLst>
    <dgm:forEach name="Name3" axis="ch" ptType="node">
      <dgm:layoutNode name="compNode">
        <dgm:alg type="composite"/>
        <dgm:shape xmlns:r="http://schemas.openxmlformats.org/officeDocument/2006/relationships" r:blip="">
          <dgm:adjLst/>
        </dgm:shape>
        <dgm:presOf axis="self"/>
        <dgm:constrLst>
          <dgm:constr type="w" for="ch" forName="iconRect" refType="w" fact="0.35"/>
          <dgm:constr type="h" for="ch" forName="iconRect" refType="w" refFor="ch" refForName="iconRect"/>
          <dgm:constr type="l" for="ch" forName="iconRect"/>
          <dgm:constr type="t" for="ch" forName="iconRect"/>
          <dgm:constr type="w" for="ch" forName="iconSpace" refType="w"/>
          <dgm:constr type="h" for="ch" forName="iconSpace" refType="h" fact="0.043"/>
          <dgm:constr type="l" for="ch" forName="iconSpace"/>
          <dgm:constr type="t" for="ch" forName="iconSpace" refType="b" refFor="ch" refForName="iconRect"/>
          <dgm:constr type="w" for="ch" forName="parTx" refType="w"/>
          <dgm:constr type="h" for="ch" forName="parTx" refType="w" fact="0.15"/>
          <dgm:constr type="l" for="ch" forName="parTx"/>
          <dgm:constr type="t" for="ch" forName="parTx" refType="b" refFor="ch" refForName="iconSpace"/>
          <dgm:constr type="h" for="ch" forName="txSpace" refType="h" fact="0.02"/>
          <dgm:constr type="w" for="ch" forName="txSpace" refType="w"/>
          <dgm:constr type="l" for="ch" forName="txSpace"/>
          <dgm:constr type="t" for="ch" forName="txSpace" refType="b" refFor="ch" refForName="parTx"/>
          <dgm:constr type="w" for="ch" forName="desTx" refType="w"/>
          <dgm:constr type="l" for="ch" forName="desTx"/>
          <dgm:constr type="t" for="ch" forName="desTx" refType="b" refFor="ch" refForName="txSpace"/>
        </dgm:constrLst>
        <dgm:ruleLst>
          <dgm:rule type="h" val="INF" fact="NaN" max="NaN"/>
        </dgm:ruleLst>
        <dgm:layoutNode name="iconRect" styleLbl="node1">
          <dgm:alg type="sp"/>
          <dgm:shape xmlns:r="http://schemas.openxmlformats.org/officeDocument/2006/relationships" type="rect" r:blip="" blipPhldr="1">
            <dgm:adjLst/>
          </dgm:shape>
          <dgm:presOf/>
          <dgm:constrLst/>
          <dgm:ruleLst/>
        </dgm:layoutNode>
        <dgm:layoutNode name="iconSpace">
          <dgm:alg type="sp"/>
          <dgm:shape xmlns:r="http://schemas.openxmlformats.org/officeDocument/2006/relationships" r:blip="">
            <dgm:adjLst/>
          </dgm:shape>
          <dgm:presOf/>
          <dgm:constrLst/>
          <dgm:ruleLst/>
        </dgm:layoutNode>
        <dgm:layoutNode name="parTx" styleLbl="revTx">
          <dgm:varLst>
            <dgm:chMax val="0"/>
            <dgm:chPref val="0"/>
          </dgm:varLst>
          <dgm:alg type="tx">
            <dgm:param type="txAnchorVert" val="t"/>
            <dgm:param type="parTxLTRAlign" val="l"/>
            <dgm:param type="shpTxLTRAlignCh" val="l"/>
            <dgm:param type="parTxRTLAlign" val="r"/>
            <dgm:param type="shpTxRTLAlignCh" val="r"/>
          </dgm:alg>
          <dgm:shape xmlns:r="http://schemas.openxmlformats.org/officeDocument/2006/relationships" type="rect" r:blip="">
            <dgm:adjLst/>
          </dgm:shape>
          <dgm:presOf axis="self" ptType="node"/>
          <dgm:constrLst>
            <dgm:constr type="lMarg"/>
            <dgm:constr type="rMarg"/>
            <dgm:constr type="tMarg"/>
            <dgm:constr type="bMarg"/>
          </dgm:constrLst>
          <dgm:ruleLst>
            <dgm:rule type="primFontSz" val="14" fact="NaN" max="NaN"/>
            <dgm:rule type="h" val="INF" fact="NaN" max="NaN"/>
          </dgm:ruleLst>
        </dgm:layoutNode>
        <dgm:layoutNode name="txSpace">
          <dgm:alg type="sp"/>
          <dgm:shape xmlns:r="http://schemas.openxmlformats.org/officeDocument/2006/relationships" r:blip="">
            <dgm:adjLst/>
          </dgm:shape>
          <dgm:presOf/>
          <dgm:constrLst/>
          <dgm:ruleLst/>
        </dgm:layoutNode>
        <dgm:layoutNode name="desTx" styleLbl="revTx">
          <dgm:varLst/>
          <dgm:alg type="tx">
            <dgm:param type="stBulletLvl" val="0"/>
            <dgm:param type="txAnchorVert" val="t"/>
            <dgm:param type="parTxLTRAlign" val="l"/>
            <dgm:param type="shpTxLTRAlignCh" val="l"/>
            <dgm:param type="parTxRTLAlign" val="r"/>
            <dgm:param type="shpTxRTLAlignCh" val="r"/>
          </dgm:alg>
          <dgm:shape xmlns:r="http://schemas.openxmlformats.org/officeDocument/2006/relationships" type="rect" r:blip="">
            <dgm:adjLst/>
          </dgm:shape>
          <dgm:presOf axis="des" ptType="node"/>
          <dgm:constrLst>
            <dgm:constr type="secFontSz" refType="primFontSz"/>
            <dgm:constr type="lMarg"/>
            <dgm:constr type="rMarg"/>
            <dgm:constr type="tMarg"/>
            <dgm:constr type="bMarg"/>
          </dgm:constrLst>
          <dgm:ruleLst>
            <dgm:rule type="primFontSz" val="NaN" fact="NaN" max="17"/>
            <dgm:rule type="h" val="INF" fact="NaN" max="NaN"/>
          </dgm:ruleLst>
        </dgm:layoutNode>
      </dgm:layoutNode>
      <dgm:forEach name="Name4" axis="followSib" ptType="sibTrans" cnt="1">
        <dgm:layoutNode name="sibTrans">
          <dgm:alg type="sp"/>
          <dgm:shape xmlns:r="http://schemas.openxmlformats.org/officeDocument/2006/relationships" r:blip="">
            <dgm:adjLst/>
          </dgm:shape>
          <dgm:presOf axis="self"/>
          <dgm:constrLst/>
          <dgm:ruleLst/>
        </dgm:layoutNode>
      </dgm:forEach>
    </dgm:forEach>
  </dgm:layoutNode>
  <dgm:extLst>
    <a:ext uri="{68A01E43-0DF5-4B5B-8FA6-DAF915123BFB}">
      <dgm1612:lstStyle xmlns:dgm1612="http://schemas.microsoft.com/office/drawing/2016/12/diagram">
        <a:lvl1pPr>
          <a:lnSpc>
            <a:spcPct val="100000"/>
          </a:lnSpc>
          <a:defRPr b="1"/>
        </a:lvl1pPr>
        <a:lvl2pPr>
          <a:lnSpc>
            <a:spcPct val="100000"/>
          </a:lnSpc>
        </a:lvl2pPr>
      </dgm1612:lstStyle>
    </a:ext>
  </dgm:extLst>
</dgm:layoutDef>
</file>

<file path=ppt/diagrams/layout12.xml><?xml version="1.0" encoding="utf-8"?>
<dgm:layoutDef xmlns:dgm="http://schemas.openxmlformats.org/drawingml/2006/diagram" xmlns:a="http://schemas.openxmlformats.org/drawingml/2006/main" uniqueId="urn:microsoft.com/office/officeart/2018/5/layout/CenteredIconLabelDescriptionList">
  <dgm:title val="Centered Icon Label Description List"/>
  <dgm:desc val="Use to show non-sequential or grouped chunks of information. The placeholder holds an icon or small picture, and corresponding text boxes show Level 1 and Level 2 text respectively. Works well for minimal Level 1 text accompanied by lengthier Level two text."/>
  <dgm:catLst>
    <dgm:cat type="icon" pri="500"/>
  </dgm:catLst>
  <dgm:sampData useDef="1">
    <dgm:dataModel>
      <dgm:ptLst/>
      <dgm:bg/>
      <dgm:whole/>
    </dgm:dataModel>
  </dgm:sampData>
  <dgm:styleData useDef="1">
    <dgm:dataModel>
      <dgm:ptLst/>
      <dgm:bg/>
      <dgm:whole/>
    </dgm:dataModel>
  </dgm:styleData>
  <dgm:clrData useDef="1">
    <dgm:dataModel>
      <dgm:ptLst/>
      <dgm:bg/>
      <dgm:whole/>
    </dgm:dataModel>
  </dgm:clrData>
  <dgm:layoutNode name="root">
    <dgm:varLst>
      <dgm:dir/>
      <dgm:resizeHandles val="exact"/>
    </dgm:varLst>
    <dgm:choose name="Name0">
      <dgm:if name="Name1" axis="self" func="var" arg="dir" op="equ" val="norm">
        <dgm:alg type="lin"/>
      </dgm:if>
      <dgm:else name="Name2">
        <dgm:alg type="lin">
          <dgm:param type="linDir" val="fromR"/>
        </dgm:alg>
      </dgm:else>
    </dgm:choose>
    <dgm:shape xmlns:r="http://schemas.openxmlformats.org/officeDocument/2006/relationships" r:blip="">
      <dgm:adjLst/>
    </dgm:shape>
    <dgm:presOf/>
    <dgm:constrLst>
      <dgm:constr type="h" for="ch" forName="compNode" refType="h" fact="0.45"/>
      <dgm:constr type="w" for="ch" forName="compNode" val="120"/>
      <dgm:constr type="w" for="ch" forName="sibTrans" refType="w" refFor="ch" refForName="compNode" fact="0.175"/>
      <dgm:constr type="primFontSz" for="des" forName="parTx" val="36"/>
      <dgm:constr type="primFontSz" for="des" forName="desTx" refType="primFontSz" refFor="des" refForName="parTx" op="lte" fact="0.75"/>
      <dgm:constr type="h" for="des" forName="compNode" op="equ"/>
      <dgm:constr type="h" for="des" forName="iconRect" op="equ"/>
      <dgm:constr type="w" for="des" forName="iconRect" op="equ"/>
      <dgm:constr type="h" for="des" forName="iconSpace" op="equ"/>
      <dgm:constr type="h" for="des" forName="parTx" op="equ"/>
      <dgm:constr type="h" for="des" forName="txSpace" op="equ"/>
      <dgm:constr type="h" for="des" forName="desTx" op="equ"/>
    </dgm:constrLst>
    <dgm:ruleLst>
      <dgm:rule type="w" for="ch" forName="compNode" val="0" fact="NaN" max="NaN"/>
    </dgm:ruleLst>
    <dgm:forEach name="Name3" axis="ch" ptType="node">
      <dgm:layoutNode name="compNode">
        <dgm:alg type="composite"/>
        <dgm:shape xmlns:r="http://schemas.openxmlformats.org/officeDocument/2006/relationships" r:blip="">
          <dgm:adjLst/>
        </dgm:shape>
        <dgm:presOf axis="self"/>
        <dgm:constrLst>
          <dgm:constr type="w" for="ch" forName="iconRect" refType="w" fact="0.35"/>
          <dgm:constr type="h" for="ch" forName="iconRect" refType="w" refFor="ch" refForName="iconRect"/>
          <dgm:constr type="ctrX" for="ch" forName="iconRect" refType="w" fact="0.5"/>
          <dgm:constr type="t" for="ch" forName="iconRect"/>
          <dgm:constr type="w" for="ch" forName="iconSpace" refType="w"/>
          <dgm:constr type="h" for="ch" forName="iconSpace" refType="h" fact="0.043"/>
          <dgm:constr type="l" for="ch" forName="iconSpace"/>
          <dgm:constr type="t" for="ch" forName="iconSpace" refType="b" refFor="ch" refForName="iconRect"/>
          <dgm:constr type="w" for="ch" forName="parTx" refType="w"/>
          <dgm:constr type="h" for="ch" forName="parTx" refType="w" fact="0.15"/>
          <dgm:constr type="l" for="ch" forName="parTx"/>
          <dgm:constr type="t" for="ch" forName="parTx" refType="b" refFor="ch" refForName="iconSpace"/>
          <dgm:constr type="h" for="ch" forName="txSpace" refType="h" fact="0.02"/>
          <dgm:constr type="w" for="ch" forName="txSpace" refType="w"/>
          <dgm:constr type="l" for="ch" forName="txSpace"/>
          <dgm:constr type="t" for="ch" forName="txSpace" refType="b" refFor="ch" refForName="parTx"/>
          <dgm:constr type="w" for="ch" forName="desTx" refType="w"/>
          <dgm:constr type="l" for="ch" forName="desTx"/>
          <dgm:constr type="t" for="ch" forName="desTx" refType="b" refFor="ch" refForName="txSpace"/>
        </dgm:constrLst>
        <dgm:ruleLst>
          <dgm:rule type="h" val="INF" fact="NaN" max="NaN"/>
        </dgm:ruleLst>
        <dgm:layoutNode name="iconRect" styleLbl="node1">
          <dgm:alg type="sp"/>
          <dgm:shape xmlns:r="http://schemas.openxmlformats.org/officeDocument/2006/relationships" type="rect" r:blip="" blipPhldr="1">
            <dgm:adjLst/>
          </dgm:shape>
          <dgm:presOf/>
          <dgm:constrLst/>
          <dgm:ruleLst/>
        </dgm:layoutNode>
        <dgm:layoutNode name="iconSpace">
          <dgm:alg type="sp"/>
          <dgm:shape xmlns:r="http://schemas.openxmlformats.org/officeDocument/2006/relationships" r:blip="">
            <dgm:adjLst/>
          </dgm:shape>
          <dgm:presOf/>
          <dgm:constrLst/>
          <dgm:ruleLst/>
        </dgm:layoutNode>
        <dgm:layoutNode name="parTx" styleLbl="revTx">
          <dgm:varLst>
            <dgm:chMax val="0"/>
            <dgm:chPref val="0"/>
          </dgm:varLst>
          <dgm:alg type="tx">
            <dgm:param type="txAnchorVert" val="t"/>
          </dgm:alg>
          <dgm:shape xmlns:r="http://schemas.openxmlformats.org/officeDocument/2006/relationships" type="rect" r:blip="">
            <dgm:adjLst/>
          </dgm:shape>
          <dgm:presOf axis="self" ptType="node"/>
          <dgm:constrLst>
            <dgm:constr type="lMarg"/>
            <dgm:constr type="rMarg"/>
            <dgm:constr type="tMarg"/>
            <dgm:constr type="bMarg"/>
          </dgm:constrLst>
          <dgm:ruleLst>
            <dgm:rule type="primFontSz" val="14" fact="NaN" max="NaN"/>
            <dgm:rule type="h" val="INF" fact="NaN" max="NaN"/>
          </dgm:ruleLst>
        </dgm:layoutNode>
        <dgm:layoutNode name="txSpace">
          <dgm:alg type="sp"/>
          <dgm:shape xmlns:r="http://schemas.openxmlformats.org/officeDocument/2006/relationships" r:blip="">
            <dgm:adjLst/>
          </dgm:shape>
          <dgm:presOf/>
          <dgm:constrLst/>
          <dgm:ruleLst/>
        </dgm:layoutNode>
        <dgm:layoutNode name="desTx" styleLbl="revTx">
          <dgm:varLst/>
          <dgm:alg type="tx">
            <dgm:param type="stBulletLvl" val="0"/>
            <dgm:param type="txAnchorVert" val="t"/>
          </dgm:alg>
          <dgm:shape xmlns:r="http://schemas.openxmlformats.org/officeDocument/2006/relationships" type="rect" r:blip="">
            <dgm:adjLst/>
          </dgm:shape>
          <dgm:presOf axis="des" ptType="node"/>
          <dgm:constrLst>
            <dgm:constr type="secFontSz" refType="primFontSz"/>
            <dgm:constr type="lMarg"/>
            <dgm:constr type="rMarg"/>
            <dgm:constr type="tMarg"/>
            <dgm:constr type="bMarg"/>
          </dgm:constrLst>
          <dgm:ruleLst>
            <dgm:rule type="primFontSz" val="NaN" fact="NaN" max="17"/>
            <dgm:rule type="h" val="INF" fact="NaN" max="NaN"/>
          </dgm:ruleLst>
        </dgm:layoutNode>
      </dgm:layoutNode>
      <dgm:forEach name="Name4" axis="followSib" ptType="sibTrans" cnt="1">
        <dgm:layoutNode name="sibTrans">
          <dgm:alg type="sp"/>
          <dgm:shape xmlns:r="http://schemas.openxmlformats.org/officeDocument/2006/relationships" r:blip="">
            <dgm:adjLst/>
          </dgm:shape>
          <dgm:presOf axis="self"/>
          <dgm:constrLst/>
          <dgm:ruleLst/>
        </dgm:layoutNode>
      </dgm:forEach>
    </dgm:forEach>
  </dgm:layoutNode>
  <dgm:extLst>
    <a:ext uri="{68A01E43-0DF5-4B5B-8FA6-DAF915123BFB}">
      <dgm1612:lstStyle xmlns:dgm1612="http://schemas.microsoft.com/office/drawing/2016/12/diagram">
        <a:lvl1pPr>
          <a:lnSpc>
            <a:spcPct val="100000"/>
          </a:lnSpc>
          <a:defRPr b="1"/>
        </a:lvl1pPr>
        <a:lvl2pPr>
          <a:lnSpc>
            <a:spcPct val="100000"/>
          </a:lnSpc>
        </a:lvl2pPr>
      </dgm1612:lstStyle>
    </a:ext>
  </dgm:extLst>
</dgm:layoutDef>
</file>

<file path=ppt/diagrams/layout13.xml><?xml version="1.0" encoding="utf-8"?>
<dgm:layoutDef xmlns:dgm="http://schemas.openxmlformats.org/drawingml/2006/diagram" xmlns:a="http://schemas.openxmlformats.org/drawingml/2006/main" uniqueId="urn:microsoft.com/office/officeart/2018/5/layout/CenteredIconLabelDescriptionList">
  <dgm:title val="Centered Icon Label Description List"/>
  <dgm:desc val="Use to show non-sequential or grouped chunks of information. The placeholder holds an icon or small picture, and corresponding text boxes show Level 1 and Level 2 text respectively. Works well for minimal Level 1 text accompanied by lengthier Level two text."/>
  <dgm:catLst>
    <dgm:cat type="icon" pri="500"/>
  </dgm:catLst>
  <dgm:sampData useDef="1">
    <dgm:dataModel>
      <dgm:ptLst/>
      <dgm:bg/>
      <dgm:whole/>
    </dgm:dataModel>
  </dgm:sampData>
  <dgm:styleData useDef="1">
    <dgm:dataModel>
      <dgm:ptLst/>
      <dgm:bg/>
      <dgm:whole/>
    </dgm:dataModel>
  </dgm:styleData>
  <dgm:clrData useDef="1">
    <dgm:dataModel>
      <dgm:ptLst/>
      <dgm:bg/>
      <dgm:whole/>
    </dgm:dataModel>
  </dgm:clrData>
  <dgm:layoutNode name="root">
    <dgm:varLst>
      <dgm:dir/>
      <dgm:resizeHandles val="exact"/>
    </dgm:varLst>
    <dgm:choose name="Name0">
      <dgm:if name="Name1" axis="self" func="var" arg="dir" op="equ" val="norm">
        <dgm:alg type="lin"/>
      </dgm:if>
      <dgm:else name="Name2">
        <dgm:alg type="lin">
          <dgm:param type="linDir" val="fromR"/>
        </dgm:alg>
      </dgm:else>
    </dgm:choose>
    <dgm:shape xmlns:r="http://schemas.openxmlformats.org/officeDocument/2006/relationships" r:blip="">
      <dgm:adjLst/>
    </dgm:shape>
    <dgm:presOf/>
    <dgm:constrLst>
      <dgm:constr type="h" for="ch" forName="compNode" refType="h" fact="0.45"/>
      <dgm:constr type="w" for="ch" forName="compNode" val="120"/>
      <dgm:constr type="w" for="ch" forName="sibTrans" refType="w" refFor="ch" refForName="compNode" fact="0.175"/>
      <dgm:constr type="primFontSz" for="des" forName="parTx" val="36"/>
      <dgm:constr type="primFontSz" for="des" forName="desTx" refType="primFontSz" refFor="des" refForName="parTx" op="lte" fact="0.75"/>
      <dgm:constr type="h" for="des" forName="compNode" op="equ"/>
      <dgm:constr type="h" for="des" forName="iconRect" op="equ"/>
      <dgm:constr type="w" for="des" forName="iconRect" op="equ"/>
      <dgm:constr type="h" for="des" forName="iconSpace" op="equ"/>
      <dgm:constr type="h" for="des" forName="parTx" op="equ"/>
      <dgm:constr type="h" for="des" forName="txSpace" op="equ"/>
      <dgm:constr type="h" for="des" forName="desTx" op="equ"/>
    </dgm:constrLst>
    <dgm:ruleLst>
      <dgm:rule type="w" for="ch" forName="compNode" val="0" fact="NaN" max="NaN"/>
    </dgm:ruleLst>
    <dgm:forEach name="Name3" axis="ch" ptType="node">
      <dgm:layoutNode name="compNode">
        <dgm:alg type="composite"/>
        <dgm:shape xmlns:r="http://schemas.openxmlformats.org/officeDocument/2006/relationships" r:blip="">
          <dgm:adjLst/>
        </dgm:shape>
        <dgm:presOf axis="self"/>
        <dgm:constrLst>
          <dgm:constr type="w" for="ch" forName="iconRect" refType="w" fact="0.35"/>
          <dgm:constr type="h" for="ch" forName="iconRect" refType="w" refFor="ch" refForName="iconRect"/>
          <dgm:constr type="ctrX" for="ch" forName="iconRect" refType="w" fact="0.5"/>
          <dgm:constr type="t" for="ch" forName="iconRect"/>
          <dgm:constr type="w" for="ch" forName="iconSpace" refType="w"/>
          <dgm:constr type="h" for="ch" forName="iconSpace" refType="h" fact="0.043"/>
          <dgm:constr type="l" for="ch" forName="iconSpace"/>
          <dgm:constr type="t" for="ch" forName="iconSpace" refType="b" refFor="ch" refForName="iconRect"/>
          <dgm:constr type="w" for="ch" forName="parTx" refType="w"/>
          <dgm:constr type="h" for="ch" forName="parTx" refType="w" fact="0.15"/>
          <dgm:constr type="l" for="ch" forName="parTx"/>
          <dgm:constr type="t" for="ch" forName="parTx" refType="b" refFor="ch" refForName="iconSpace"/>
          <dgm:constr type="h" for="ch" forName="txSpace" refType="h" fact="0.02"/>
          <dgm:constr type="w" for="ch" forName="txSpace" refType="w"/>
          <dgm:constr type="l" for="ch" forName="txSpace"/>
          <dgm:constr type="t" for="ch" forName="txSpace" refType="b" refFor="ch" refForName="parTx"/>
          <dgm:constr type="w" for="ch" forName="desTx" refType="w"/>
          <dgm:constr type="l" for="ch" forName="desTx"/>
          <dgm:constr type="t" for="ch" forName="desTx" refType="b" refFor="ch" refForName="txSpace"/>
        </dgm:constrLst>
        <dgm:ruleLst>
          <dgm:rule type="h" val="INF" fact="NaN" max="NaN"/>
        </dgm:ruleLst>
        <dgm:layoutNode name="iconRect" styleLbl="node1">
          <dgm:alg type="sp"/>
          <dgm:shape xmlns:r="http://schemas.openxmlformats.org/officeDocument/2006/relationships" type="rect" r:blip="" blipPhldr="1">
            <dgm:adjLst/>
          </dgm:shape>
          <dgm:presOf/>
          <dgm:constrLst/>
          <dgm:ruleLst/>
        </dgm:layoutNode>
        <dgm:layoutNode name="iconSpace">
          <dgm:alg type="sp"/>
          <dgm:shape xmlns:r="http://schemas.openxmlformats.org/officeDocument/2006/relationships" r:blip="">
            <dgm:adjLst/>
          </dgm:shape>
          <dgm:presOf/>
          <dgm:constrLst/>
          <dgm:ruleLst/>
        </dgm:layoutNode>
        <dgm:layoutNode name="parTx" styleLbl="revTx">
          <dgm:varLst>
            <dgm:chMax val="0"/>
            <dgm:chPref val="0"/>
          </dgm:varLst>
          <dgm:alg type="tx">
            <dgm:param type="txAnchorVert" val="t"/>
          </dgm:alg>
          <dgm:shape xmlns:r="http://schemas.openxmlformats.org/officeDocument/2006/relationships" type="rect" r:blip="">
            <dgm:adjLst/>
          </dgm:shape>
          <dgm:presOf axis="self" ptType="node"/>
          <dgm:constrLst>
            <dgm:constr type="lMarg"/>
            <dgm:constr type="rMarg"/>
            <dgm:constr type="tMarg"/>
            <dgm:constr type="bMarg"/>
          </dgm:constrLst>
          <dgm:ruleLst>
            <dgm:rule type="primFontSz" val="14" fact="NaN" max="NaN"/>
            <dgm:rule type="h" val="INF" fact="NaN" max="NaN"/>
          </dgm:ruleLst>
        </dgm:layoutNode>
        <dgm:layoutNode name="txSpace">
          <dgm:alg type="sp"/>
          <dgm:shape xmlns:r="http://schemas.openxmlformats.org/officeDocument/2006/relationships" r:blip="">
            <dgm:adjLst/>
          </dgm:shape>
          <dgm:presOf/>
          <dgm:constrLst/>
          <dgm:ruleLst/>
        </dgm:layoutNode>
        <dgm:layoutNode name="desTx" styleLbl="revTx">
          <dgm:varLst/>
          <dgm:alg type="tx">
            <dgm:param type="stBulletLvl" val="0"/>
            <dgm:param type="txAnchorVert" val="t"/>
          </dgm:alg>
          <dgm:shape xmlns:r="http://schemas.openxmlformats.org/officeDocument/2006/relationships" type="rect" r:blip="">
            <dgm:adjLst/>
          </dgm:shape>
          <dgm:presOf axis="des" ptType="node"/>
          <dgm:constrLst>
            <dgm:constr type="secFontSz" refType="primFontSz"/>
            <dgm:constr type="lMarg"/>
            <dgm:constr type="rMarg"/>
            <dgm:constr type="tMarg"/>
            <dgm:constr type="bMarg"/>
          </dgm:constrLst>
          <dgm:ruleLst>
            <dgm:rule type="primFontSz" val="NaN" fact="NaN" max="17"/>
            <dgm:rule type="h" val="INF" fact="NaN" max="NaN"/>
          </dgm:ruleLst>
        </dgm:layoutNode>
      </dgm:layoutNode>
      <dgm:forEach name="Name4" axis="followSib" ptType="sibTrans" cnt="1">
        <dgm:layoutNode name="sibTrans">
          <dgm:alg type="sp"/>
          <dgm:shape xmlns:r="http://schemas.openxmlformats.org/officeDocument/2006/relationships" r:blip="">
            <dgm:adjLst/>
          </dgm:shape>
          <dgm:presOf axis="self"/>
          <dgm:constrLst/>
          <dgm:ruleLst/>
        </dgm:layoutNode>
      </dgm:forEach>
    </dgm:forEach>
  </dgm:layoutNode>
  <dgm:extLst>
    <a:ext uri="{68A01E43-0DF5-4B5B-8FA6-DAF915123BFB}">
      <dgm1612:lstStyle xmlns:dgm1612="http://schemas.microsoft.com/office/drawing/2016/12/diagram">
        <a:lvl1pPr>
          <a:lnSpc>
            <a:spcPct val="100000"/>
          </a:lnSpc>
          <a:defRPr b="1"/>
        </a:lvl1pPr>
        <a:lvl2pPr>
          <a:lnSpc>
            <a:spcPct val="100000"/>
          </a:lnSpc>
        </a:lvl2pPr>
      </dgm1612:lstStyle>
    </a:ext>
  </dgm:extLst>
</dgm:layoutDef>
</file>

<file path=ppt/diagrams/layout14.xml><?xml version="1.0" encoding="utf-8"?>
<dgm:layoutDef xmlns:dgm="http://schemas.openxmlformats.org/drawingml/2006/diagram" xmlns:a="http://schemas.openxmlformats.org/drawingml/2006/main" uniqueId="urn:microsoft.com/office/officeart/2018/2/layout/IconLabelDescriptionList">
  <dgm:title val="Icon Label Description List"/>
  <dgm:desc val="Use to show non-sequential or grouped chunks of information. The placeholder holds an icon or small picture, and corresponding text boxes show Level 1 and Level 2 text respectively. Works well for minimal Level 1 text accompanied by lengthier Level two text."/>
  <dgm:catLst>
    <dgm:cat type="icon" pri="500"/>
  </dgm:catLst>
  <dgm:sampData useDef="1">
    <dgm:dataModel>
      <dgm:ptLst/>
      <dgm:bg/>
      <dgm:whole/>
    </dgm:dataModel>
  </dgm:sampData>
  <dgm:styleData useDef="1">
    <dgm:dataModel>
      <dgm:ptLst/>
      <dgm:bg/>
      <dgm:whole/>
    </dgm:dataModel>
  </dgm:styleData>
  <dgm:clrData useDef="1">
    <dgm:dataModel>
      <dgm:ptLst/>
      <dgm:bg/>
      <dgm:whole/>
    </dgm:dataModel>
  </dgm:clrData>
  <dgm:layoutNode name="root">
    <dgm:varLst>
      <dgm:dir/>
      <dgm:resizeHandles val="exact"/>
    </dgm:varLst>
    <dgm:choose name="Name0">
      <dgm:if name="Name1" axis="self" func="var" arg="dir" op="equ" val="norm">
        <dgm:alg type="lin"/>
      </dgm:if>
      <dgm:else name="Name2">
        <dgm:alg type="lin">
          <dgm:param type="linDir" val="fromR"/>
        </dgm:alg>
      </dgm:else>
    </dgm:choose>
    <dgm:shape xmlns:r="http://schemas.openxmlformats.org/officeDocument/2006/relationships" r:blip="">
      <dgm:adjLst/>
    </dgm:shape>
    <dgm:presOf/>
    <dgm:constrLst>
      <dgm:constr type="h" for="ch" forName="compNode" refType="h" fact="0.45"/>
      <dgm:constr type="w" for="ch" forName="compNode" val="120"/>
      <dgm:constr type="w" for="ch" forName="sibTrans" refType="w" refFor="ch" refForName="compNode" fact="0.175"/>
      <dgm:constr type="primFontSz" for="des" forName="parTx" val="36"/>
      <dgm:constr type="primFontSz" for="des" forName="desTx" refType="primFontSz" refFor="des" refForName="parTx" op="lte" fact="0.75"/>
      <dgm:constr type="h" for="des" forName="compNode" op="equ"/>
      <dgm:constr type="h" for="des" forName="iconRect" op="equ"/>
      <dgm:constr type="w" for="des" forName="iconRect" op="equ"/>
      <dgm:constr type="h" for="des" forName="iconSpace" op="equ"/>
      <dgm:constr type="h" for="des" forName="parTx" op="equ"/>
      <dgm:constr type="h" for="des" forName="txSpace" op="equ"/>
      <dgm:constr type="h" for="des" forName="desTx" op="equ"/>
    </dgm:constrLst>
    <dgm:ruleLst>
      <dgm:rule type="w" for="ch" forName="compNode" val="0" fact="NaN" max="NaN"/>
    </dgm:ruleLst>
    <dgm:forEach name="Name3" axis="ch" ptType="node">
      <dgm:layoutNode name="compNode">
        <dgm:alg type="composite"/>
        <dgm:shape xmlns:r="http://schemas.openxmlformats.org/officeDocument/2006/relationships" r:blip="">
          <dgm:adjLst/>
        </dgm:shape>
        <dgm:presOf axis="self"/>
        <dgm:constrLst>
          <dgm:constr type="w" for="ch" forName="iconRect" refType="w" fact="0.35"/>
          <dgm:constr type="h" for="ch" forName="iconRect" refType="w" refFor="ch" refForName="iconRect"/>
          <dgm:constr type="l" for="ch" forName="iconRect"/>
          <dgm:constr type="t" for="ch" forName="iconRect"/>
          <dgm:constr type="w" for="ch" forName="iconSpace" refType="w"/>
          <dgm:constr type="h" for="ch" forName="iconSpace" refType="h" fact="0.043"/>
          <dgm:constr type="l" for="ch" forName="iconSpace"/>
          <dgm:constr type="t" for="ch" forName="iconSpace" refType="b" refFor="ch" refForName="iconRect"/>
          <dgm:constr type="w" for="ch" forName="parTx" refType="w"/>
          <dgm:constr type="h" for="ch" forName="parTx" refType="w" fact="0.15"/>
          <dgm:constr type="l" for="ch" forName="parTx"/>
          <dgm:constr type="t" for="ch" forName="parTx" refType="b" refFor="ch" refForName="iconSpace"/>
          <dgm:constr type="h" for="ch" forName="txSpace" refType="h" fact="0.02"/>
          <dgm:constr type="w" for="ch" forName="txSpace" refType="w"/>
          <dgm:constr type="l" for="ch" forName="txSpace"/>
          <dgm:constr type="t" for="ch" forName="txSpace" refType="b" refFor="ch" refForName="parTx"/>
          <dgm:constr type="w" for="ch" forName="desTx" refType="w"/>
          <dgm:constr type="l" for="ch" forName="desTx"/>
          <dgm:constr type="t" for="ch" forName="desTx" refType="b" refFor="ch" refForName="txSpace"/>
        </dgm:constrLst>
        <dgm:ruleLst>
          <dgm:rule type="h" val="INF" fact="NaN" max="NaN"/>
        </dgm:ruleLst>
        <dgm:layoutNode name="iconRect" styleLbl="node1">
          <dgm:alg type="sp"/>
          <dgm:shape xmlns:r="http://schemas.openxmlformats.org/officeDocument/2006/relationships" type="rect" r:blip="" blipPhldr="1">
            <dgm:adjLst/>
          </dgm:shape>
          <dgm:presOf/>
          <dgm:constrLst/>
          <dgm:ruleLst/>
        </dgm:layoutNode>
        <dgm:layoutNode name="iconSpace">
          <dgm:alg type="sp"/>
          <dgm:shape xmlns:r="http://schemas.openxmlformats.org/officeDocument/2006/relationships" r:blip="">
            <dgm:adjLst/>
          </dgm:shape>
          <dgm:presOf/>
          <dgm:constrLst/>
          <dgm:ruleLst/>
        </dgm:layoutNode>
        <dgm:layoutNode name="parTx" styleLbl="revTx">
          <dgm:varLst>
            <dgm:chMax val="0"/>
            <dgm:chPref val="0"/>
          </dgm:varLst>
          <dgm:alg type="tx">
            <dgm:param type="txAnchorVert" val="t"/>
            <dgm:param type="parTxLTRAlign" val="l"/>
            <dgm:param type="shpTxLTRAlignCh" val="l"/>
            <dgm:param type="parTxRTLAlign" val="r"/>
            <dgm:param type="shpTxRTLAlignCh" val="r"/>
          </dgm:alg>
          <dgm:shape xmlns:r="http://schemas.openxmlformats.org/officeDocument/2006/relationships" type="rect" r:blip="">
            <dgm:adjLst/>
          </dgm:shape>
          <dgm:presOf axis="self" ptType="node"/>
          <dgm:constrLst>
            <dgm:constr type="lMarg"/>
            <dgm:constr type="rMarg"/>
            <dgm:constr type="tMarg"/>
            <dgm:constr type="bMarg"/>
          </dgm:constrLst>
          <dgm:ruleLst>
            <dgm:rule type="primFontSz" val="14" fact="NaN" max="NaN"/>
            <dgm:rule type="h" val="INF" fact="NaN" max="NaN"/>
          </dgm:ruleLst>
        </dgm:layoutNode>
        <dgm:layoutNode name="txSpace">
          <dgm:alg type="sp"/>
          <dgm:shape xmlns:r="http://schemas.openxmlformats.org/officeDocument/2006/relationships" r:blip="">
            <dgm:adjLst/>
          </dgm:shape>
          <dgm:presOf/>
          <dgm:constrLst/>
          <dgm:ruleLst/>
        </dgm:layoutNode>
        <dgm:layoutNode name="desTx" styleLbl="revTx">
          <dgm:varLst/>
          <dgm:alg type="tx">
            <dgm:param type="stBulletLvl" val="0"/>
            <dgm:param type="txAnchorVert" val="t"/>
            <dgm:param type="parTxLTRAlign" val="l"/>
            <dgm:param type="shpTxLTRAlignCh" val="l"/>
            <dgm:param type="parTxRTLAlign" val="r"/>
            <dgm:param type="shpTxRTLAlignCh" val="r"/>
          </dgm:alg>
          <dgm:shape xmlns:r="http://schemas.openxmlformats.org/officeDocument/2006/relationships" type="rect" r:blip="">
            <dgm:adjLst/>
          </dgm:shape>
          <dgm:presOf axis="des" ptType="node"/>
          <dgm:constrLst>
            <dgm:constr type="secFontSz" refType="primFontSz"/>
            <dgm:constr type="lMarg"/>
            <dgm:constr type="rMarg"/>
            <dgm:constr type="tMarg"/>
            <dgm:constr type="bMarg"/>
          </dgm:constrLst>
          <dgm:ruleLst>
            <dgm:rule type="primFontSz" val="NaN" fact="NaN" max="17"/>
            <dgm:rule type="h" val="INF" fact="NaN" max="NaN"/>
          </dgm:ruleLst>
        </dgm:layoutNode>
      </dgm:layoutNode>
      <dgm:forEach name="Name4" axis="followSib" ptType="sibTrans" cnt="1">
        <dgm:layoutNode name="sibTrans">
          <dgm:alg type="sp"/>
          <dgm:shape xmlns:r="http://schemas.openxmlformats.org/officeDocument/2006/relationships" r:blip="">
            <dgm:adjLst/>
          </dgm:shape>
          <dgm:presOf axis="self"/>
          <dgm:constrLst/>
          <dgm:ruleLst/>
        </dgm:layoutNode>
      </dgm:forEach>
    </dgm:forEach>
  </dgm:layoutNode>
  <dgm:extLst>
    <a:ext uri="{68A01E43-0DF5-4B5B-8FA6-DAF915123BFB}">
      <dgm1612:lstStyle xmlns:dgm1612="http://schemas.microsoft.com/office/drawing/2016/12/diagram">
        <a:lvl1pPr>
          <a:lnSpc>
            <a:spcPct val="100000"/>
          </a:lnSpc>
          <a:defRPr b="1"/>
        </a:lvl1pPr>
        <a:lvl2pPr>
          <a:lnSpc>
            <a:spcPct val="100000"/>
          </a:lnSpc>
        </a:lvl2pPr>
      </dgm1612:lstStyle>
    </a:ext>
  </dgm:extLst>
</dgm:layoutDef>
</file>

<file path=ppt/diagrams/layout15.xml><?xml version="1.0" encoding="utf-8"?>
<dgm:layoutDef xmlns:dgm="http://schemas.openxmlformats.org/drawingml/2006/diagram" xmlns:a="http://schemas.openxmlformats.org/drawingml/2006/main" uniqueId="urn:microsoft.com/office/officeart/2018/2/layout/IconLabelDescriptionList">
  <dgm:title val="Icon Label Description List"/>
  <dgm:desc val="Use to show non-sequential or grouped chunks of information. The placeholder holds an icon or small picture, and corresponding text boxes show Level 1 and Level 2 text respectively. Works well for minimal Level 1 text accompanied by lengthier Level two text."/>
  <dgm:catLst>
    <dgm:cat type="icon" pri="500"/>
  </dgm:catLst>
  <dgm:sampData useDef="1">
    <dgm:dataModel>
      <dgm:ptLst/>
      <dgm:bg/>
      <dgm:whole/>
    </dgm:dataModel>
  </dgm:sampData>
  <dgm:styleData useDef="1">
    <dgm:dataModel>
      <dgm:ptLst/>
      <dgm:bg/>
      <dgm:whole/>
    </dgm:dataModel>
  </dgm:styleData>
  <dgm:clrData useDef="1">
    <dgm:dataModel>
      <dgm:ptLst/>
      <dgm:bg/>
      <dgm:whole/>
    </dgm:dataModel>
  </dgm:clrData>
  <dgm:layoutNode name="root">
    <dgm:varLst>
      <dgm:dir/>
      <dgm:resizeHandles val="exact"/>
    </dgm:varLst>
    <dgm:choose name="Name0">
      <dgm:if name="Name1" axis="self" func="var" arg="dir" op="equ" val="norm">
        <dgm:alg type="lin"/>
      </dgm:if>
      <dgm:else name="Name2">
        <dgm:alg type="lin">
          <dgm:param type="linDir" val="fromR"/>
        </dgm:alg>
      </dgm:else>
    </dgm:choose>
    <dgm:shape xmlns:r="http://schemas.openxmlformats.org/officeDocument/2006/relationships" r:blip="">
      <dgm:adjLst/>
    </dgm:shape>
    <dgm:presOf/>
    <dgm:constrLst>
      <dgm:constr type="h" for="ch" forName="compNode" refType="h" fact="0.45"/>
      <dgm:constr type="w" for="ch" forName="compNode" val="120"/>
      <dgm:constr type="w" for="ch" forName="sibTrans" refType="w" refFor="ch" refForName="compNode" fact="0.175"/>
      <dgm:constr type="primFontSz" for="des" forName="parTx" val="36"/>
      <dgm:constr type="primFontSz" for="des" forName="desTx" refType="primFontSz" refFor="des" refForName="parTx" op="lte" fact="0.75"/>
      <dgm:constr type="h" for="des" forName="compNode" op="equ"/>
      <dgm:constr type="h" for="des" forName="iconRect" op="equ"/>
      <dgm:constr type="w" for="des" forName="iconRect" op="equ"/>
      <dgm:constr type="h" for="des" forName="iconSpace" op="equ"/>
      <dgm:constr type="h" for="des" forName="parTx" op="equ"/>
      <dgm:constr type="h" for="des" forName="txSpace" op="equ"/>
      <dgm:constr type="h" for="des" forName="desTx" op="equ"/>
    </dgm:constrLst>
    <dgm:ruleLst>
      <dgm:rule type="w" for="ch" forName="compNode" val="0" fact="NaN" max="NaN"/>
    </dgm:ruleLst>
    <dgm:forEach name="Name3" axis="ch" ptType="node">
      <dgm:layoutNode name="compNode">
        <dgm:alg type="composite"/>
        <dgm:shape xmlns:r="http://schemas.openxmlformats.org/officeDocument/2006/relationships" r:blip="">
          <dgm:adjLst/>
        </dgm:shape>
        <dgm:presOf axis="self"/>
        <dgm:constrLst>
          <dgm:constr type="w" for="ch" forName="iconRect" refType="w" fact="0.35"/>
          <dgm:constr type="h" for="ch" forName="iconRect" refType="w" refFor="ch" refForName="iconRect"/>
          <dgm:constr type="l" for="ch" forName="iconRect"/>
          <dgm:constr type="t" for="ch" forName="iconRect"/>
          <dgm:constr type="w" for="ch" forName="iconSpace" refType="w"/>
          <dgm:constr type="h" for="ch" forName="iconSpace" refType="h" fact="0.043"/>
          <dgm:constr type="l" for="ch" forName="iconSpace"/>
          <dgm:constr type="t" for="ch" forName="iconSpace" refType="b" refFor="ch" refForName="iconRect"/>
          <dgm:constr type="w" for="ch" forName="parTx" refType="w"/>
          <dgm:constr type="h" for="ch" forName="parTx" refType="w" fact="0.15"/>
          <dgm:constr type="l" for="ch" forName="parTx"/>
          <dgm:constr type="t" for="ch" forName="parTx" refType="b" refFor="ch" refForName="iconSpace"/>
          <dgm:constr type="h" for="ch" forName="txSpace" refType="h" fact="0.02"/>
          <dgm:constr type="w" for="ch" forName="txSpace" refType="w"/>
          <dgm:constr type="l" for="ch" forName="txSpace"/>
          <dgm:constr type="t" for="ch" forName="txSpace" refType="b" refFor="ch" refForName="parTx"/>
          <dgm:constr type="w" for="ch" forName="desTx" refType="w"/>
          <dgm:constr type="l" for="ch" forName="desTx"/>
          <dgm:constr type="t" for="ch" forName="desTx" refType="b" refFor="ch" refForName="txSpace"/>
        </dgm:constrLst>
        <dgm:ruleLst>
          <dgm:rule type="h" val="INF" fact="NaN" max="NaN"/>
        </dgm:ruleLst>
        <dgm:layoutNode name="iconRect" styleLbl="node1">
          <dgm:alg type="sp"/>
          <dgm:shape xmlns:r="http://schemas.openxmlformats.org/officeDocument/2006/relationships" type="rect" r:blip="" blipPhldr="1">
            <dgm:adjLst/>
          </dgm:shape>
          <dgm:presOf/>
          <dgm:constrLst/>
          <dgm:ruleLst/>
        </dgm:layoutNode>
        <dgm:layoutNode name="iconSpace">
          <dgm:alg type="sp"/>
          <dgm:shape xmlns:r="http://schemas.openxmlformats.org/officeDocument/2006/relationships" r:blip="">
            <dgm:adjLst/>
          </dgm:shape>
          <dgm:presOf/>
          <dgm:constrLst/>
          <dgm:ruleLst/>
        </dgm:layoutNode>
        <dgm:layoutNode name="parTx" styleLbl="revTx">
          <dgm:varLst>
            <dgm:chMax val="0"/>
            <dgm:chPref val="0"/>
          </dgm:varLst>
          <dgm:alg type="tx">
            <dgm:param type="txAnchorVert" val="t"/>
            <dgm:param type="parTxLTRAlign" val="l"/>
            <dgm:param type="shpTxLTRAlignCh" val="l"/>
            <dgm:param type="parTxRTLAlign" val="r"/>
            <dgm:param type="shpTxRTLAlignCh" val="r"/>
          </dgm:alg>
          <dgm:shape xmlns:r="http://schemas.openxmlformats.org/officeDocument/2006/relationships" type="rect" r:blip="">
            <dgm:adjLst/>
          </dgm:shape>
          <dgm:presOf axis="self" ptType="node"/>
          <dgm:constrLst>
            <dgm:constr type="lMarg"/>
            <dgm:constr type="rMarg"/>
            <dgm:constr type="tMarg"/>
            <dgm:constr type="bMarg"/>
          </dgm:constrLst>
          <dgm:ruleLst>
            <dgm:rule type="primFontSz" val="14" fact="NaN" max="NaN"/>
            <dgm:rule type="h" val="INF" fact="NaN" max="NaN"/>
          </dgm:ruleLst>
        </dgm:layoutNode>
        <dgm:layoutNode name="txSpace">
          <dgm:alg type="sp"/>
          <dgm:shape xmlns:r="http://schemas.openxmlformats.org/officeDocument/2006/relationships" r:blip="">
            <dgm:adjLst/>
          </dgm:shape>
          <dgm:presOf/>
          <dgm:constrLst/>
          <dgm:ruleLst/>
        </dgm:layoutNode>
        <dgm:layoutNode name="desTx" styleLbl="revTx">
          <dgm:varLst/>
          <dgm:alg type="tx">
            <dgm:param type="stBulletLvl" val="0"/>
            <dgm:param type="txAnchorVert" val="t"/>
            <dgm:param type="parTxLTRAlign" val="l"/>
            <dgm:param type="shpTxLTRAlignCh" val="l"/>
            <dgm:param type="parTxRTLAlign" val="r"/>
            <dgm:param type="shpTxRTLAlignCh" val="r"/>
          </dgm:alg>
          <dgm:shape xmlns:r="http://schemas.openxmlformats.org/officeDocument/2006/relationships" type="rect" r:blip="">
            <dgm:adjLst/>
          </dgm:shape>
          <dgm:presOf axis="des" ptType="node"/>
          <dgm:constrLst>
            <dgm:constr type="secFontSz" refType="primFontSz"/>
            <dgm:constr type="lMarg"/>
            <dgm:constr type="rMarg"/>
            <dgm:constr type="tMarg"/>
            <dgm:constr type="bMarg"/>
          </dgm:constrLst>
          <dgm:ruleLst>
            <dgm:rule type="primFontSz" val="NaN" fact="NaN" max="17"/>
            <dgm:rule type="h" val="INF" fact="NaN" max="NaN"/>
          </dgm:ruleLst>
        </dgm:layoutNode>
      </dgm:layoutNode>
      <dgm:forEach name="Name4" axis="followSib" ptType="sibTrans" cnt="1">
        <dgm:layoutNode name="sibTrans">
          <dgm:alg type="sp"/>
          <dgm:shape xmlns:r="http://schemas.openxmlformats.org/officeDocument/2006/relationships" r:blip="">
            <dgm:adjLst/>
          </dgm:shape>
          <dgm:presOf axis="self"/>
          <dgm:constrLst/>
          <dgm:ruleLst/>
        </dgm:layoutNode>
      </dgm:forEach>
    </dgm:forEach>
  </dgm:layoutNode>
  <dgm:extLst>
    <a:ext uri="{68A01E43-0DF5-4B5B-8FA6-DAF915123BFB}">
      <dgm1612:lstStyle xmlns:dgm1612="http://schemas.microsoft.com/office/drawing/2016/12/diagram">
        <a:lvl1pPr>
          <a:lnSpc>
            <a:spcPct val="100000"/>
          </a:lnSpc>
          <a:defRPr b="1"/>
        </a:lvl1pPr>
        <a:lvl2pPr>
          <a:lnSpc>
            <a:spcPct val="100000"/>
          </a:lnSpc>
        </a:lvl2pPr>
      </dgm1612:lstStyle>
    </a:ext>
  </dgm:extLst>
</dgm:layoutDef>
</file>

<file path=ppt/diagrams/layout16.xml><?xml version="1.0" encoding="utf-8"?>
<dgm:layoutDef xmlns:dgm="http://schemas.openxmlformats.org/drawingml/2006/diagram" xmlns:a="http://schemas.openxmlformats.org/drawingml/2006/main" uniqueId="urn:microsoft.com/office/officeart/2018/2/layout/IconLabelDescriptionList">
  <dgm:title val="Icon Label Description List"/>
  <dgm:desc val="Use to show non-sequential or grouped chunks of information. The placeholder holds an icon or small picture, and corresponding text boxes show Level 1 and Level 2 text respectively. Works well for minimal Level 1 text accompanied by lengthier Level two text."/>
  <dgm:catLst>
    <dgm:cat type="icon" pri="500"/>
  </dgm:catLst>
  <dgm:sampData useDef="1">
    <dgm:dataModel>
      <dgm:ptLst/>
      <dgm:bg/>
      <dgm:whole/>
    </dgm:dataModel>
  </dgm:sampData>
  <dgm:styleData useDef="1">
    <dgm:dataModel>
      <dgm:ptLst/>
      <dgm:bg/>
      <dgm:whole/>
    </dgm:dataModel>
  </dgm:styleData>
  <dgm:clrData useDef="1">
    <dgm:dataModel>
      <dgm:ptLst/>
      <dgm:bg/>
      <dgm:whole/>
    </dgm:dataModel>
  </dgm:clrData>
  <dgm:layoutNode name="root">
    <dgm:varLst>
      <dgm:dir/>
      <dgm:resizeHandles val="exact"/>
    </dgm:varLst>
    <dgm:choose name="Name0">
      <dgm:if name="Name1" axis="self" func="var" arg="dir" op="equ" val="norm">
        <dgm:alg type="lin"/>
      </dgm:if>
      <dgm:else name="Name2">
        <dgm:alg type="lin">
          <dgm:param type="linDir" val="fromR"/>
        </dgm:alg>
      </dgm:else>
    </dgm:choose>
    <dgm:shape xmlns:r="http://schemas.openxmlformats.org/officeDocument/2006/relationships" r:blip="">
      <dgm:adjLst/>
    </dgm:shape>
    <dgm:presOf/>
    <dgm:constrLst>
      <dgm:constr type="h" for="ch" forName="compNode" refType="h" fact="0.45"/>
      <dgm:constr type="w" for="ch" forName="compNode" val="120"/>
      <dgm:constr type="w" for="ch" forName="sibTrans" refType="w" refFor="ch" refForName="compNode" fact="0.175"/>
      <dgm:constr type="primFontSz" for="des" forName="parTx" val="36"/>
      <dgm:constr type="primFontSz" for="des" forName="desTx" refType="primFontSz" refFor="des" refForName="parTx" op="lte" fact="0.75"/>
      <dgm:constr type="h" for="des" forName="compNode" op="equ"/>
      <dgm:constr type="h" for="des" forName="iconRect" op="equ"/>
      <dgm:constr type="w" for="des" forName="iconRect" op="equ"/>
      <dgm:constr type="h" for="des" forName="iconSpace" op="equ"/>
      <dgm:constr type="h" for="des" forName="parTx" op="equ"/>
      <dgm:constr type="h" for="des" forName="txSpace" op="equ"/>
      <dgm:constr type="h" for="des" forName="desTx" op="equ"/>
    </dgm:constrLst>
    <dgm:ruleLst>
      <dgm:rule type="w" for="ch" forName="compNode" val="0" fact="NaN" max="NaN"/>
    </dgm:ruleLst>
    <dgm:forEach name="Name3" axis="ch" ptType="node">
      <dgm:layoutNode name="compNode">
        <dgm:alg type="composite"/>
        <dgm:shape xmlns:r="http://schemas.openxmlformats.org/officeDocument/2006/relationships" r:blip="">
          <dgm:adjLst/>
        </dgm:shape>
        <dgm:presOf axis="self"/>
        <dgm:constrLst>
          <dgm:constr type="w" for="ch" forName="iconRect" refType="w" fact="0.35"/>
          <dgm:constr type="h" for="ch" forName="iconRect" refType="w" refFor="ch" refForName="iconRect"/>
          <dgm:constr type="l" for="ch" forName="iconRect"/>
          <dgm:constr type="t" for="ch" forName="iconRect"/>
          <dgm:constr type="w" for="ch" forName="iconSpace" refType="w"/>
          <dgm:constr type="h" for="ch" forName="iconSpace" refType="h" fact="0.043"/>
          <dgm:constr type="l" for="ch" forName="iconSpace"/>
          <dgm:constr type="t" for="ch" forName="iconSpace" refType="b" refFor="ch" refForName="iconRect"/>
          <dgm:constr type="w" for="ch" forName="parTx" refType="w"/>
          <dgm:constr type="h" for="ch" forName="parTx" refType="w" fact="0.15"/>
          <dgm:constr type="l" for="ch" forName="parTx"/>
          <dgm:constr type="t" for="ch" forName="parTx" refType="b" refFor="ch" refForName="iconSpace"/>
          <dgm:constr type="h" for="ch" forName="txSpace" refType="h" fact="0.02"/>
          <dgm:constr type="w" for="ch" forName="txSpace" refType="w"/>
          <dgm:constr type="l" for="ch" forName="txSpace"/>
          <dgm:constr type="t" for="ch" forName="txSpace" refType="b" refFor="ch" refForName="parTx"/>
          <dgm:constr type="w" for="ch" forName="desTx" refType="w"/>
          <dgm:constr type="l" for="ch" forName="desTx"/>
          <dgm:constr type="t" for="ch" forName="desTx" refType="b" refFor="ch" refForName="txSpace"/>
        </dgm:constrLst>
        <dgm:ruleLst>
          <dgm:rule type="h" val="INF" fact="NaN" max="NaN"/>
        </dgm:ruleLst>
        <dgm:layoutNode name="iconRect" styleLbl="node1">
          <dgm:alg type="sp"/>
          <dgm:shape xmlns:r="http://schemas.openxmlformats.org/officeDocument/2006/relationships" type="rect" r:blip="" blipPhldr="1">
            <dgm:adjLst/>
          </dgm:shape>
          <dgm:presOf/>
          <dgm:constrLst/>
          <dgm:ruleLst/>
        </dgm:layoutNode>
        <dgm:layoutNode name="iconSpace">
          <dgm:alg type="sp"/>
          <dgm:shape xmlns:r="http://schemas.openxmlformats.org/officeDocument/2006/relationships" r:blip="">
            <dgm:adjLst/>
          </dgm:shape>
          <dgm:presOf/>
          <dgm:constrLst/>
          <dgm:ruleLst/>
        </dgm:layoutNode>
        <dgm:layoutNode name="parTx" styleLbl="revTx">
          <dgm:varLst>
            <dgm:chMax val="0"/>
            <dgm:chPref val="0"/>
          </dgm:varLst>
          <dgm:alg type="tx">
            <dgm:param type="txAnchorVert" val="t"/>
            <dgm:param type="parTxLTRAlign" val="l"/>
            <dgm:param type="shpTxLTRAlignCh" val="l"/>
            <dgm:param type="parTxRTLAlign" val="r"/>
            <dgm:param type="shpTxRTLAlignCh" val="r"/>
          </dgm:alg>
          <dgm:shape xmlns:r="http://schemas.openxmlformats.org/officeDocument/2006/relationships" type="rect" r:blip="">
            <dgm:adjLst/>
          </dgm:shape>
          <dgm:presOf axis="self" ptType="node"/>
          <dgm:constrLst>
            <dgm:constr type="lMarg"/>
            <dgm:constr type="rMarg"/>
            <dgm:constr type="tMarg"/>
            <dgm:constr type="bMarg"/>
          </dgm:constrLst>
          <dgm:ruleLst>
            <dgm:rule type="primFontSz" val="14" fact="NaN" max="NaN"/>
            <dgm:rule type="h" val="INF" fact="NaN" max="NaN"/>
          </dgm:ruleLst>
        </dgm:layoutNode>
        <dgm:layoutNode name="txSpace">
          <dgm:alg type="sp"/>
          <dgm:shape xmlns:r="http://schemas.openxmlformats.org/officeDocument/2006/relationships" r:blip="">
            <dgm:adjLst/>
          </dgm:shape>
          <dgm:presOf/>
          <dgm:constrLst/>
          <dgm:ruleLst/>
        </dgm:layoutNode>
        <dgm:layoutNode name="desTx" styleLbl="revTx">
          <dgm:varLst/>
          <dgm:alg type="tx">
            <dgm:param type="stBulletLvl" val="0"/>
            <dgm:param type="txAnchorVert" val="t"/>
            <dgm:param type="parTxLTRAlign" val="l"/>
            <dgm:param type="shpTxLTRAlignCh" val="l"/>
            <dgm:param type="parTxRTLAlign" val="r"/>
            <dgm:param type="shpTxRTLAlignCh" val="r"/>
          </dgm:alg>
          <dgm:shape xmlns:r="http://schemas.openxmlformats.org/officeDocument/2006/relationships" type="rect" r:blip="">
            <dgm:adjLst/>
          </dgm:shape>
          <dgm:presOf axis="des" ptType="node"/>
          <dgm:constrLst>
            <dgm:constr type="secFontSz" refType="primFontSz"/>
            <dgm:constr type="lMarg"/>
            <dgm:constr type="rMarg"/>
            <dgm:constr type="tMarg"/>
            <dgm:constr type="bMarg"/>
          </dgm:constrLst>
          <dgm:ruleLst>
            <dgm:rule type="primFontSz" val="NaN" fact="NaN" max="17"/>
            <dgm:rule type="h" val="INF" fact="NaN" max="NaN"/>
          </dgm:ruleLst>
        </dgm:layoutNode>
      </dgm:layoutNode>
      <dgm:forEach name="Name4" axis="followSib" ptType="sibTrans" cnt="1">
        <dgm:layoutNode name="sibTrans">
          <dgm:alg type="sp"/>
          <dgm:shape xmlns:r="http://schemas.openxmlformats.org/officeDocument/2006/relationships" r:blip="">
            <dgm:adjLst/>
          </dgm:shape>
          <dgm:presOf axis="self"/>
          <dgm:constrLst/>
          <dgm:ruleLst/>
        </dgm:layoutNode>
      </dgm:forEach>
    </dgm:forEach>
  </dgm:layoutNode>
  <dgm:extLst>
    <a:ext uri="{68A01E43-0DF5-4B5B-8FA6-DAF915123BFB}">
      <dgm1612:lstStyle xmlns:dgm1612="http://schemas.microsoft.com/office/drawing/2016/12/diagram">
        <a:lvl1pPr>
          <a:lnSpc>
            <a:spcPct val="100000"/>
          </a:lnSpc>
          <a:defRPr b="1"/>
        </a:lvl1pPr>
        <a:lvl2pPr>
          <a:lnSpc>
            <a:spcPct val="100000"/>
          </a:lnSpc>
        </a:lvl2pPr>
      </dgm1612:lstStyle>
    </a:ext>
  </dgm:extLst>
</dgm:layoutDef>
</file>

<file path=ppt/diagrams/layout17.xml><?xml version="1.0" encoding="utf-8"?>
<dgm:layoutDef xmlns:dgm="http://schemas.openxmlformats.org/drawingml/2006/diagram" xmlns:a="http://schemas.openxmlformats.org/drawingml/2006/main" uniqueId="urn:microsoft.com/office/officeart/2018/5/layout/CenteredIconLabelDescriptionList">
  <dgm:title val="Centered Icon Label Description List"/>
  <dgm:desc val="Use to show non-sequential or grouped chunks of information. The placeholder holds an icon or small picture, and corresponding text boxes show Level 1 and Level 2 text respectively. Works well for minimal Level 1 text accompanied by lengthier Level two text."/>
  <dgm:catLst>
    <dgm:cat type="icon" pri="500"/>
  </dgm:catLst>
  <dgm:sampData useDef="1">
    <dgm:dataModel>
      <dgm:ptLst/>
      <dgm:bg/>
      <dgm:whole/>
    </dgm:dataModel>
  </dgm:sampData>
  <dgm:styleData useDef="1">
    <dgm:dataModel>
      <dgm:ptLst/>
      <dgm:bg/>
      <dgm:whole/>
    </dgm:dataModel>
  </dgm:styleData>
  <dgm:clrData useDef="1">
    <dgm:dataModel>
      <dgm:ptLst/>
      <dgm:bg/>
      <dgm:whole/>
    </dgm:dataModel>
  </dgm:clrData>
  <dgm:layoutNode name="root">
    <dgm:varLst>
      <dgm:dir/>
      <dgm:resizeHandles val="exact"/>
    </dgm:varLst>
    <dgm:choose name="Name0">
      <dgm:if name="Name1" axis="self" func="var" arg="dir" op="equ" val="norm">
        <dgm:alg type="lin"/>
      </dgm:if>
      <dgm:else name="Name2">
        <dgm:alg type="lin">
          <dgm:param type="linDir" val="fromR"/>
        </dgm:alg>
      </dgm:else>
    </dgm:choose>
    <dgm:shape xmlns:r="http://schemas.openxmlformats.org/officeDocument/2006/relationships" r:blip="">
      <dgm:adjLst/>
    </dgm:shape>
    <dgm:presOf/>
    <dgm:constrLst>
      <dgm:constr type="h" for="ch" forName="compNode" refType="h" fact="0.45"/>
      <dgm:constr type="w" for="ch" forName="compNode" val="120"/>
      <dgm:constr type="w" for="ch" forName="sibTrans" refType="w" refFor="ch" refForName="compNode" fact="0.175"/>
      <dgm:constr type="primFontSz" for="des" forName="parTx" val="36"/>
      <dgm:constr type="primFontSz" for="des" forName="desTx" refType="primFontSz" refFor="des" refForName="parTx" op="lte" fact="0.75"/>
      <dgm:constr type="h" for="des" forName="compNode" op="equ"/>
      <dgm:constr type="h" for="des" forName="iconRect" op="equ"/>
      <dgm:constr type="w" for="des" forName="iconRect" op="equ"/>
      <dgm:constr type="h" for="des" forName="iconSpace" op="equ"/>
      <dgm:constr type="h" for="des" forName="parTx" op="equ"/>
      <dgm:constr type="h" for="des" forName="txSpace" op="equ"/>
      <dgm:constr type="h" for="des" forName="desTx" op="equ"/>
    </dgm:constrLst>
    <dgm:ruleLst>
      <dgm:rule type="w" for="ch" forName="compNode" val="0" fact="NaN" max="NaN"/>
    </dgm:ruleLst>
    <dgm:forEach name="Name3" axis="ch" ptType="node">
      <dgm:layoutNode name="compNode">
        <dgm:alg type="composite"/>
        <dgm:shape xmlns:r="http://schemas.openxmlformats.org/officeDocument/2006/relationships" r:blip="">
          <dgm:adjLst/>
        </dgm:shape>
        <dgm:presOf axis="self"/>
        <dgm:constrLst>
          <dgm:constr type="w" for="ch" forName="iconRect" refType="w" fact="0.35"/>
          <dgm:constr type="h" for="ch" forName="iconRect" refType="w" refFor="ch" refForName="iconRect"/>
          <dgm:constr type="ctrX" for="ch" forName="iconRect" refType="w" fact="0.5"/>
          <dgm:constr type="t" for="ch" forName="iconRect"/>
          <dgm:constr type="w" for="ch" forName="iconSpace" refType="w"/>
          <dgm:constr type="h" for="ch" forName="iconSpace" refType="h" fact="0.043"/>
          <dgm:constr type="l" for="ch" forName="iconSpace"/>
          <dgm:constr type="t" for="ch" forName="iconSpace" refType="b" refFor="ch" refForName="iconRect"/>
          <dgm:constr type="w" for="ch" forName="parTx" refType="w"/>
          <dgm:constr type="h" for="ch" forName="parTx" refType="w" fact="0.15"/>
          <dgm:constr type="l" for="ch" forName="parTx"/>
          <dgm:constr type="t" for="ch" forName="parTx" refType="b" refFor="ch" refForName="iconSpace"/>
          <dgm:constr type="h" for="ch" forName="txSpace" refType="h" fact="0.02"/>
          <dgm:constr type="w" for="ch" forName="txSpace" refType="w"/>
          <dgm:constr type="l" for="ch" forName="txSpace"/>
          <dgm:constr type="t" for="ch" forName="txSpace" refType="b" refFor="ch" refForName="parTx"/>
          <dgm:constr type="w" for="ch" forName="desTx" refType="w"/>
          <dgm:constr type="l" for="ch" forName="desTx"/>
          <dgm:constr type="t" for="ch" forName="desTx" refType="b" refFor="ch" refForName="txSpace"/>
        </dgm:constrLst>
        <dgm:ruleLst>
          <dgm:rule type="h" val="INF" fact="NaN" max="NaN"/>
        </dgm:ruleLst>
        <dgm:layoutNode name="iconRect" styleLbl="node1">
          <dgm:alg type="sp"/>
          <dgm:shape xmlns:r="http://schemas.openxmlformats.org/officeDocument/2006/relationships" type="rect" r:blip="" blipPhldr="1">
            <dgm:adjLst/>
          </dgm:shape>
          <dgm:presOf/>
          <dgm:constrLst/>
          <dgm:ruleLst/>
        </dgm:layoutNode>
        <dgm:layoutNode name="iconSpace">
          <dgm:alg type="sp"/>
          <dgm:shape xmlns:r="http://schemas.openxmlformats.org/officeDocument/2006/relationships" r:blip="">
            <dgm:adjLst/>
          </dgm:shape>
          <dgm:presOf/>
          <dgm:constrLst/>
          <dgm:ruleLst/>
        </dgm:layoutNode>
        <dgm:layoutNode name="parTx" styleLbl="revTx">
          <dgm:varLst>
            <dgm:chMax val="0"/>
            <dgm:chPref val="0"/>
          </dgm:varLst>
          <dgm:alg type="tx">
            <dgm:param type="txAnchorVert" val="t"/>
          </dgm:alg>
          <dgm:shape xmlns:r="http://schemas.openxmlformats.org/officeDocument/2006/relationships" type="rect" r:blip="">
            <dgm:adjLst/>
          </dgm:shape>
          <dgm:presOf axis="self" ptType="node"/>
          <dgm:constrLst>
            <dgm:constr type="lMarg"/>
            <dgm:constr type="rMarg"/>
            <dgm:constr type="tMarg"/>
            <dgm:constr type="bMarg"/>
          </dgm:constrLst>
          <dgm:ruleLst>
            <dgm:rule type="primFontSz" val="14" fact="NaN" max="NaN"/>
            <dgm:rule type="h" val="INF" fact="NaN" max="NaN"/>
          </dgm:ruleLst>
        </dgm:layoutNode>
        <dgm:layoutNode name="txSpace">
          <dgm:alg type="sp"/>
          <dgm:shape xmlns:r="http://schemas.openxmlformats.org/officeDocument/2006/relationships" r:blip="">
            <dgm:adjLst/>
          </dgm:shape>
          <dgm:presOf/>
          <dgm:constrLst/>
          <dgm:ruleLst/>
        </dgm:layoutNode>
        <dgm:layoutNode name="desTx" styleLbl="revTx">
          <dgm:varLst/>
          <dgm:alg type="tx">
            <dgm:param type="stBulletLvl" val="0"/>
            <dgm:param type="txAnchorVert" val="t"/>
          </dgm:alg>
          <dgm:shape xmlns:r="http://schemas.openxmlformats.org/officeDocument/2006/relationships" type="rect" r:blip="">
            <dgm:adjLst/>
          </dgm:shape>
          <dgm:presOf axis="des" ptType="node"/>
          <dgm:constrLst>
            <dgm:constr type="secFontSz" refType="primFontSz"/>
            <dgm:constr type="lMarg"/>
            <dgm:constr type="rMarg"/>
            <dgm:constr type="tMarg"/>
            <dgm:constr type="bMarg"/>
          </dgm:constrLst>
          <dgm:ruleLst>
            <dgm:rule type="primFontSz" val="NaN" fact="NaN" max="17"/>
            <dgm:rule type="h" val="INF" fact="NaN" max="NaN"/>
          </dgm:ruleLst>
        </dgm:layoutNode>
      </dgm:layoutNode>
      <dgm:forEach name="Name4" axis="followSib" ptType="sibTrans" cnt="1">
        <dgm:layoutNode name="sibTrans">
          <dgm:alg type="sp"/>
          <dgm:shape xmlns:r="http://schemas.openxmlformats.org/officeDocument/2006/relationships" r:blip="">
            <dgm:adjLst/>
          </dgm:shape>
          <dgm:presOf axis="self"/>
          <dgm:constrLst/>
          <dgm:ruleLst/>
        </dgm:layoutNode>
      </dgm:forEach>
    </dgm:forEach>
  </dgm:layoutNode>
  <dgm:extLst>
    <a:ext uri="{68A01E43-0DF5-4B5B-8FA6-DAF915123BFB}">
      <dgm1612:lstStyle xmlns:dgm1612="http://schemas.microsoft.com/office/drawing/2016/12/diagram">
        <a:lvl1pPr>
          <a:lnSpc>
            <a:spcPct val="100000"/>
          </a:lnSpc>
          <a:defRPr b="1"/>
        </a:lvl1pPr>
        <a:lvl2pPr>
          <a:lnSpc>
            <a:spcPct val="100000"/>
          </a:lnSpc>
        </a:lvl2pPr>
      </dgm1612:lstStyle>
    </a:ext>
  </dgm:extLst>
</dgm:layoutDef>
</file>

<file path=ppt/diagrams/layout18.xml><?xml version="1.0" encoding="utf-8"?>
<dgm:layoutDef xmlns:dgm="http://schemas.openxmlformats.org/drawingml/2006/diagram" xmlns:a="http://schemas.openxmlformats.org/drawingml/2006/main" uniqueId="urn:microsoft.com/office/officeart/2018/2/layout/IconLabelDescriptionList">
  <dgm:title val="Icon Label Description List"/>
  <dgm:desc val="Use to show non-sequential or grouped chunks of information. The placeholder holds an icon or small picture, and corresponding text boxes show Level 1 and Level 2 text respectively. Works well for minimal Level 1 text accompanied by lengthier Level two text."/>
  <dgm:catLst>
    <dgm:cat type="icon" pri="500"/>
  </dgm:catLst>
  <dgm:sampData useDef="1">
    <dgm:dataModel>
      <dgm:ptLst/>
      <dgm:bg/>
      <dgm:whole/>
    </dgm:dataModel>
  </dgm:sampData>
  <dgm:styleData useDef="1">
    <dgm:dataModel>
      <dgm:ptLst/>
      <dgm:bg/>
      <dgm:whole/>
    </dgm:dataModel>
  </dgm:styleData>
  <dgm:clrData useDef="1">
    <dgm:dataModel>
      <dgm:ptLst/>
      <dgm:bg/>
      <dgm:whole/>
    </dgm:dataModel>
  </dgm:clrData>
  <dgm:layoutNode name="root">
    <dgm:varLst>
      <dgm:dir/>
      <dgm:resizeHandles val="exact"/>
    </dgm:varLst>
    <dgm:choose name="Name0">
      <dgm:if name="Name1" axis="self" func="var" arg="dir" op="equ" val="norm">
        <dgm:alg type="lin"/>
      </dgm:if>
      <dgm:else name="Name2">
        <dgm:alg type="lin">
          <dgm:param type="linDir" val="fromR"/>
        </dgm:alg>
      </dgm:else>
    </dgm:choose>
    <dgm:shape xmlns:r="http://schemas.openxmlformats.org/officeDocument/2006/relationships" r:blip="">
      <dgm:adjLst/>
    </dgm:shape>
    <dgm:presOf/>
    <dgm:constrLst>
      <dgm:constr type="h" for="ch" forName="compNode" refType="h" fact="0.45"/>
      <dgm:constr type="w" for="ch" forName="compNode" val="120"/>
      <dgm:constr type="w" for="ch" forName="sibTrans" refType="w" refFor="ch" refForName="compNode" fact="0.175"/>
      <dgm:constr type="primFontSz" for="des" forName="parTx" val="36"/>
      <dgm:constr type="primFontSz" for="des" forName="desTx" refType="primFontSz" refFor="des" refForName="parTx" op="lte" fact="0.75"/>
      <dgm:constr type="h" for="des" forName="compNode" op="equ"/>
      <dgm:constr type="h" for="des" forName="iconRect" op="equ"/>
      <dgm:constr type="w" for="des" forName="iconRect" op="equ"/>
      <dgm:constr type="h" for="des" forName="iconSpace" op="equ"/>
      <dgm:constr type="h" for="des" forName="parTx" op="equ"/>
      <dgm:constr type="h" for="des" forName="txSpace" op="equ"/>
      <dgm:constr type="h" for="des" forName="desTx" op="equ"/>
    </dgm:constrLst>
    <dgm:ruleLst>
      <dgm:rule type="w" for="ch" forName="compNode" val="0" fact="NaN" max="NaN"/>
    </dgm:ruleLst>
    <dgm:forEach name="Name3" axis="ch" ptType="node">
      <dgm:layoutNode name="compNode">
        <dgm:alg type="composite"/>
        <dgm:shape xmlns:r="http://schemas.openxmlformats.org/officeDocument/2006/relationships" r:blip="">
          <dgm:adjLst/>
        </dgm:shape>
        <dgm:presOf axis="self"/>
        <dgm:constrLst>
          <dgm:constr type="w" for="ch" forName="iconRect" refType="w" fact="0.35"/>
          <dgm:constr type="h" for="ch" forName="iconRect" refType="w" refFor="ch" refForName="iconRect"/>
          <dgm:constr type="l" for="ch" forName="iconRect"/>
          <dgm:constr type="t" for="ch" forName="iconRect"/>
          <dgm:constr type="w" for="ch" forName="iconSpace" refType="w"/>
          <dgm:constr type="h" for="ch" forName="iconSpace" refType="h" fact="0.043"/>
          <dgm:constr type="l" for="ch" forName="iconSpace"/>
          <dgm:constr type="t" for="ch" forName="iconSpace" refType="b" refFor="ch" refForName="iconRect"/>
          <dgm:constr type="w" for="ch" forName="parTx" refType="w"/>
          <dgm:constr type="h" for="ch" forName="parTx" refType="w" fact="0.15"/>
          <dgm:constr type="l" for="ch" forName="parTx"/>
          <dgm:constr type="t" for="ch" forName="parTx" refType="b" refFor="ch" refForName="iconSpace"/>
          <dgm:constr type="h" for="ch" forName="txSpace" refType="h" fact="0.02"/>
          <dgm:constr type="w" for="ch" forName="txSpace" refType="w"/>
          <dgm:constr type="l" for="ch" forName="txSpace"/>
          <dgm:constr type="t" for="ch" forName="txSpace" refType="b" refFor="ch" refForName="parTx"/>
          <dgm:constr type="w" for="ch" forName="desTx" refType="w"/>
          <dgm:constr type="l" for="ch" forName="desTx"/>
          <dgm:constr type="t" for="ch" forName="desTx" refType="b" refFor="ch" refForName="txSpace"/>
        </dgm:constrLst>
        <dgm:ruleLst>
          <dgm:rule type="h" val="INF" fact="NaN" max="NaN"/>
        </dgm:ruleLst>
        <dgm:layoutNode name="iconRect" styleLbl="node1">
          <dgm:alg type="sp"/>
          <dgm:shape xmlns:r="http://schemas.openxmlformats.org/officeDocument/2006/relationships" type="rect" r:blip="" blipPhldr="1">
            <dgm:adjLst/>
          </dgm:shape>
          <dgm:presOf/>
          <dgm:constrLst/>
          <dgm:ruleLst/>
        </dgm:layoutNode>
        <dgm:layoutNode name="iconSpace">
          <dgm:alg type="sp"/>
          <dgm:shape xmlns:r="http://schemas.openxmlformats.org/officeDocument/2006/relationships" r:blip="">
            <dgm:adjLst/>
          </dgm:shape>
          <dgm:presOf/>
          <dgm:constrLst/>
          <dgm:ruleLst/>
        </dgm:layoutNode>
        <dgm:layoutNode name="parTx" styleLbl="revTx">
          <dgm:varLst>
            <dgm:chMax val="0"/>
            <dgm:chPref val="0"/>
          </dgm:varLst>
          <dgm:alg type="tx">
            <dgm:param type="txAnchorVert" val="t"/>
            <dgm:param type="parTxLTRAlign" val="l"/>
            <dgm:param type="shpTxLTRAlignCh" val="l"/>
            <dgm:param type="parTxRTLAlign" val="r"/>
            <dgm:param type="shpTxRTLAlignCh" val="r"/>
          </dgm:alg>
          <dgm:shape xmlns:r="http://schemas.openxmlformats.org/officeDocument/2006/relationships" type="rect" r:blip="">
            <dgm:adjLst/>
          </dgm:shape>
          <dgm:presOf axis="self" ptType="node"/>
          <dgm:constrLst>
            <dgm:constr type="lMarg"/>
            <dgm:constr type="rMarg"/>
            <dgm:constr type="tMarg"/>
            <dgm:constr type="bMarg"/>
          </dgm:constrLst>
          <dgm:ruleLst>
            <dgm:rule type="primFontSz" val="14" fact="NaN" max="NaN"/>
            <dgm:rule type="h" val="INF" fact="NaN" max="NaN"/>
          </dgm:ruleLst>
        </dgm:layoutNode>
        <dgm:layoutNode name="txSpace">
          <dgm:alg type="sp"/>
          <dgm:shape xmlns:r="http://schemas.openxmlformats.org/officeDocument/2006/relationships" r:blip="">
            <dgm:adjLst/>
          </dgm:shape>
          <dgm:presOf/>
          <dgm:constrLst/>
          <dgm:ruleLst/>
        </dgm:layoutNode>
        <dgm:layoutNode name="desTx" styleLbl="revTx">
          <dgm:varLst/>
          <dgm:alg type="tx">
            <dgm:param type="stBulletLvl" val="0"/>
            <dgm:param type="txAnchorVert" val="t"/>
            <dgm:param type="parTxLTRAlign" val="l"/>
            <dgm:param type="shpTxLTRAlignCh" val="l"/>
            <dgm:param type="parTxRTLAlign" val="r"/>
            <dgm:param type="shpTxRTLAlignCh" val="r"/>
          </dgm:alg>
          <dgm:shape xmlns:r="http://schemas.openxmlformats.org/officeDocument/2006/relationships" type="rect" r:blip="">
            <dgm:adjLst/>
          </dgm:shape>
          <dgm:presOf axis="des" ptType="node"/>
          <dgm:constrLst>
            <dgm:constr type="secFontSz" refType="primFontSz"/>
            <dgm:constr type="lMarg"/>
            <dgm:constr type="rMarg"/>
            <dgm:constr type="tMarg"/>
            <dgm:constr type="bMarg"/>
          </dgm:constrLst>
          <dgm:ruleLst>
            <dgm:rule type="primFontSz" val="NaN" fact="NaN" max="17"/>
            <dgm:rule type="h" val="INF" fact="NaN" max="NaN"/>
          </dgm:ruleLst>
        </dgm:layoutNode>
      </dgm:layoutNode>
      <dgm:forEach name="Name4" axis="followSib" ptType="sibTrans" cnt="1">
        <dgm:layoutNode name="sibTrans">
          <dgm:alg type="sp"/>
          <dgm:shape xmlns:r="http://schemas.openxmlformats.org/officeDocument/2006/relationships" r:blip="">
            <dgm:adjLst/>
          </dgm:shape>
          <dgm:presOf axis="self"/>
          <dgm:constrLst/>
          <dgm:ruleLst/>
        </dgm:layoutNode>
      </dgm:forEach>
    </dgm:forEach>
  </dgm:layoutNode>
  <dgm:extLst>
    <a:ext uri="{68A01E43-0DF5-4B5B-8FA6-DAF915123BFB}">
      <dgm1612:lstStyle xmlns:dgm1612="http://schemas.microsoft.com/office/drawing/2016/12/diagram">
        <a:lvl1pPr>
          <a:lnSpc>
            <a:spcPct val="100000"/>
          </a:lnSpc>
          <a:defRPr b="1"/>
        </a:lvl1pPr>
        <a:lvl2pPr>
          <a:lnSpc>
            <a:spcPct val="100000"/>
          </a:lnSpc>
        </a:lvl2pPr>
      </dgm1612:lstStyle>
    </a:ext>
  </dgm:extLst>
</dgm:layoutDef>
</file>

<file path=ppt/diagrams/layout19.xml><?xml version="1.0" encoding="utf-8"?>
<dgm:layoutDef xmlns:dgm="http://schemas.openxmlformats.org/drawingml/2006/diagram" xmlns:a="http://schemas.openxmlformats.org/drawingml/2006/main" uniqueId="urn:microsoft.com/office/officeart/2018/5/layout/CenteredIconLabelDescriptionList">
  <dgm:title val="Centered Icon Label Description List"/>
  <dgm:desc val="Use to show non-sequential or grouped chunks of information. The placeholder holds an icon or small picture, and corresponding text boxes show Level 1 and Level 2 text respectively. Works well for minimal Level 1 text accompanied by lengthier Level two text."/>
  <dgm:catLst>
    <dgm:cat type="icon" pri="500"/>
  </dgm:catLst>
  <dgm:sampData useDef="1">
    <dgm:dataModel>
      <dgm:ptLst/>
      <dgm:bg/>
      <dgm:whole/>
    </dgm:dataModel>
  </dgm:sampData>
  <dgm:styleData useDef="1">
    <dgm:dataModel>
      <dgm:ptLst/>
      <dgm:bg/>
      <dgm:whole/>
    </dgm:dataModel>
  </dgm:styleData>
  <dgm:clrData useDef="1">
    <dgm:dataModel>
      <dgm:ptLst/>
      <dgm:bg/>
      <dgm:whole/>
    </dgm:dataModel>
  </dgm:clrData>
  <dgm:layoutNode name="root">
    <dgm:varLst>
      <dgm:dir/>
      <dgm:resizeHandles val="exact"/>
    </dgm:varLst>
    <dgm:choose name="Name0">
      <dgm:if name="Name1" axis="self" func="var" arg="dir" op="equ" val="norm">
        <dgm:alg type="lin"/>
      </dgm:if>
      <dgm:else name="Name2">
        <dgm:alg type="lin">
          <dgm:param type="linDir" val="fromR"/>
        </dgm:alg>
      </dgm:else>
    </dgm:choose>
    <dgm:shape xmlns:r="http://schemas.openxmlformats.org/officeDocument/2006/relationships" r:blip="">
      <dgm:adjLst/>
    </dgm:shape>
    <dgm:presOf/>
    <dgm:constrLst>
      <dgm:constr type="h" for="ch" forName="compNode" refType="h" fact="0.45"/>
      <dgm:constr type="w" for="ch" forName="compNode" val="120"/>
      <dgm:constr type="w" for="ch" forName="sibTrans" refType="w" refFor="ch" refForName="compNode" fact="0.175"/>
      <dgm:constr type="primFontSz" for="des" forName="parTx" val="36"/>
      <dgm:constr type="primFontSz" for="des" forName="desTx" refType="primFontSz" refFor="des" refForName="parTx" op="lte" fact="0.75"/>
      <dgm:constr type="h" for="des" forName="compNode" op="equ"/>
      <dgm:constr type="h" for="des" forName="iconRect" op="equ"/>
      <dgm:constr type="w" for="des" forName="iconRect" op="equ"/>
      <dgm:constr type="h" for="des" forName="iconSpace" op="equ"/>
      <dgm:constr type="h" for="des" forName="parTx" op="equ"/>
      <dgm:constr type="h" for="des" forName="txSpace" op="equ"/>
      <dgm:constr type="h" for="des" forName="desTx" op="equ"/>
    </dgm:constrLst>
    <dgm:ruleLst>
      <dgm:rule type="w" for="ch" forName="compNode" val="0" fact="NaN" max="NaN"/>
    </dgm:ruleLst>
    <dgm:forEach name="Name3" axis="ch" ptType="node">
      <dgm:layoutNode name="compNode">
        <dgm:alg type="composite"/>
        <dgm:shape xmlns:r="http://schemas.openxmlformats.org/officeDocument/2006/relationships" r:blip="">
          <dgm:adjLst/>
        </dgm:shape>
        <dgm:presOf axis="self"/>
        <dgm:constrLst>
          <dgm:constr type="w" for="ch" forName="iconRect" refType="w" fact="0.35"/>
          <dgm:constr type="h" for="ch" forName="iconRect" refType="w" refFor="ch" refForName="iconRect"/>
          <dgm:constr type="ctrX" for="ch" forName="iconRect" refType="w" fact="0.5"/>
          <dgm:constr type="t" for="ch" forName="iconRect"/>
          <dgm:constr type="w" for="ch" forName="iconSpace" refType="w"/>
          <dgm:constr type="h" for="ch" forName="iconSpace" refType="h" fact="0.043"/>
          <dgm:constr type="l" for="ch" forName="iconSpace"/>
          <dgm:constr type="t" for="ch" forName="iconSpace" refType="b" refFor="ch" refForName="iconRect"/>
          <dgm:constr type="w" for="ch" forName="parTx" refType="w"/>
          <dgm:constr type="h" for="ch" forName="parTx" refType="w" fact="0.15"/>
          <dgm:constr type="l" for="ch" forName="parTx"/>
          <dgm:constr type="t" for="ch" forName="parTx" refType="b" refFor="ch" refForName="iconSpace"/>
          <dgm:constr type="h" for="ch" forName="txSpace" refType="h" fact="0.02"/>
          <dgm:constr type="w" for="ch" forName="txSpace" refType="w"/>
          <dgm:constr type="l" for="ch" forName="txSpace"/>
          <dgm:constr type="t" for="ch" forName="txSpace" refType="b" refFor="ch" refForName="parTx"/>
          <dgm:constr type="w" for="ch" forName="desTx" refType="w"/>
          <dgm:constr type="l" for="ch" forName="desTx"/>
          <dgm:constr type="t" for="ch" forName="desTx" refType="b" refFor="ch" refForName="txSpace"/>
        </dgm:constrLst>
        <dgm:ruleLst>
          <dgm:rule type="h" val="INF" fact="NaN" max="NaN"/>
        </dgm:ruleLst>
        <dgm:layoutNode name="iconRect" styleLbl="node1">
          <dgm:alg type="sp"/>
          <dgm:shape xmlns:r="http://schemas.openxmlformats.org/officeDocument/2006/relationships" type="rect" r:blip="" blipPhldr="1">
            <dgm:adjLst/>
          </dgm:shape>
          <dgm:presOf/>
          <dgm:constrLst/>
          <dgm:ruleLst/>
        </dgm:layoutNode>
        <dgm:layoutNode name="iconSpace">
          <dgm:alg type="sp"/>
          <dgm:shape xmlns:r="http://schemas.openxmlformats.org/officeDocument/2006/relationships" r:blip="">
            <dgm:adjLst/>
          </dgm:shape>
          <dgm:presOf/>
          <dgm:constrLst/>
          <dgm:ruleLst/>
        </dgm:layoutNode>
        <dgm:layoutNode name="parTx" styleLbl="revTx">
          <dgm:varLst>
            <dgm:chMax val="0"/>
            <dgm:chPref val="0"/>
          </dgm:varLst>
          <dgm:alg type="tx">
            <dgm:param type="txAnchorVert" val="t"/>
          </dgm:alg>
          <dgm:shape xmlns:r="http://schemas.openxmlformats.org/officeDocument/2006/relationships" type="rect" r:blip="">
            <dgm:adjLst/>
          </dgm:shape>
          <dgm:presOf axis="self" ptType="node"/>
          <dgm:constrLst>
            <dgm:constr type="lMarg"/>
            <dgm:constr type="rMarg"/>
            <dgm:constr type="tMarg"/>
            <dgm:constr type="bMarg"/>
          </dgm:constrLst>
          <dgm:ruleLst>
            <dgm:rule type="primFontSz" val="14" fact="NaN" max="NaN"/>
            <dgm:rule type="h" val="INF" fact="NaN" max="NaN"/>
          </dgm:ruleLst>
        </dgm:layoutNode>
        <dgm:layoutNode name="txSpace">
          <dgm:alg type="sp"/>
          <dgm:shape xmlns:r="http://schemas.openxmlformats.org/officeDocument/2006/relationships" r:blip="">
            <dgm:adjLst/>
          </dgm:shape>
          <dgm:presOf/>
          <dgm:constrLst/>
          <dgm:ruleLst/>
        </dgm:layoutNode>
        <dgm:layoutNode name="desTx" styleLbl="revTx">
          <dgm:varLst/>
          <dgm:alg type="tx">
            <dgm:param type="stBulletLvl" val="0"/>
            <dgm:param type="txAnchorVert" val="t"/>
          </dgm:alg>
          <dgm:shape xmlns:r="http://schemas.openxmlformats.org/officeDocument/2006/relationships" type="rect" r:blip="">
            <dgm:adjLst/>
          </dgm:shape>
          <dgm:presOf axis="des" ptType="node"/>
          <dgm:constrLst>
            <dgm:constr type="secFontSz" refType="primFontSz"/>
            <dgm:constr type="lMarg"/>
            <dgm:constr type="rMarg"/>
            <dgm:constr type="tMarg"/>
            <dgm:constr type="bMarg"/>
          </dgm:constrLst>
          <dgm:ruleLst>
            <dgm:rule type="primFontSz" val="NaN" fact="NaN" max="17"/>
            <dgm:rule type="h" val="INF" fact="NaN" max="NaN"/>
          </dgm:ruleLst>
        </dgm:layoutNode>
      </dgm:layoutNode>
      <dgm:forEach name="Name4" axis="followSib" ptType="sibTrans" cnt="1">
        <dgm:layoutNode name="sibTrans">
          <dgm:alg type="sp"/>
          <dgm:shape xmlns:r="http://schemas.openxmlformats.org/officeDocument/2006/relationships" r:blip="">
            <dgm:adjLst/>
          </dgm:shape>
          <dgm:presOf axis="self"/>
          <dgm:constrLst/>
          <dgm:ruleLst/>
        </dgm:layoutNode>
      </dgm:forEach>
    </dgm:forEach>
  </dgm:layoutNode>
  <dgm:extLst>
    <a:ext uri="{68A01E43-0DF5-4B5B-8FA6-DAF915123BFB}">
      <dgm1612:lstStyle xmlns:dgm1612="http://schemas.microsoft.com/office/drawing/2016/12/diagram">
        <a:lvl1pPr>
          <a:lnSpc>
            <a:spcPct val="100000"/>
          </a:lnSpc>
          <a:defRPr b="1"/>
        </a:lvl1pPr>
        <a:lvl2pPr>
          <a:lnSpc>
            <a:spcPct val="100000"/>
          </a:lnSpc>
        </a:lvl2pPr>
      </dgm1612:lstStyle>
    </a:ext>
  </dgm:extLst>
</dgm:layoutDef>
</file>

<file path=ppt/diagrams/layout20.xml><?xml version="1.0" encoding="utf-8"?>
<dgm:layoutDef xmlns:dgm="http://schemas.openxmlformats.org/drawingml/2006/diagram" xmlns:a="http://schemas.openxmlformats.org/drawingml/2006/main" uniqueId="urn:microsoft.com/office/officeart/2018/5/layout/CenteredIconLabelDescriptionList">
  <dgm:title val="Centered Icon Label Description List"/>
  <dgm:desc val="Use to show non-sequential or grouped chunks of information. The placeholder holds an icon or small picture, and corresponding text boxes show Level 1 and Level 2 text respectively. Works well for minimal Level 1 text accompanied by lengthier Level two text."/>
  <dgm:catLst>
    <dgm:cat type="icon" pri="500"/>
  </dgm:catLst>
  <dgm:sampData useDef="1">
    <dgm:dataModel>
      <dgm:ptLst/>
      <dgm:bg/>
      <dgm:whole/>
    </dgm:dataModel>
  </dgm:sampData>
  <dgm:styleData useDef="1">
    <dgm:dataModel>
      <dgm:ptLst/>
      <dgm:bg/>
      <dgm:whole/>
    </dgm:dataModel>
  </dgm:styleData>
  <dgm:clrData useDef="1">
    <dgm:dataModel>
      <dgm:ptLst/>
      <dgm:bg/>
      <dgm:whole/>
    </dgm:dataModel>
  </dgm:clrData>
  <dgm:layoutNode name="root">
    <dgm:varLst>
      <dgm:dir/>
      <dgm:resizeHandles val="exact"/>
    </dgm:varLst>
    <dgm:choose name="Name0">
      <dgm:if name="Name1" axis="self" func="var" arg="dir" op="equ" val="norm">
        <dgm:alg type="lin"/>
      </dgm:if>
      <dgm:else name="Name2">
        <dgm:alg type="lin">
          <dgm:param type="linDir" val="fromR"/>
        </dgm:alg>
      </dgm:else>
    </dgm:choose>
    <dgm:shape xmlns:r="http://schemas.openxmlformats.org/officeDocument/2006/relationships" r:blip="">
      <dgm:adjLst/>
    </dgm:shape>
    <dgm:presOf/>
    <dgm:constrLst>
      <dgm:constr type="h" for="ch" forName="compNode" refType="h" fact="0.45"/>
      <dgm:constr type="w" for="ch" forName="compNode" val="120"/>
      <dgm:constr type="w" for="ch" forName="sibTrans" refType="w" refFor="ch" refForName="compNode" fact="0.175"/>
      <dgm:constr type="primFontSz" for="des" forName="parTx" val="36"/>
      <dgm:constr type="primFontSz" for="des" forName="desTx" refType="primFontSz" refFor="des" refForName="parTx" op="lte" fact="0.75"/>
      <dgm:constr type="h" for="des" forName="compNode" op="equ"/>
      <dgm:constr type="h" for="des" forName="iconRect" op="equ"/>
      <dgm:constr type="w" for="des" forName="iconRect" op="equ"/>
      <dgm:constr type="h" for="des" forName="iconSpace" op="equ"/>
      <dgm:constr type="h" for="des" forName="parTx" op="equ"/>
      <dgm:constr type="h" for="des" forName="txSpace" op="equ"/>
      <dgm:constr type="h" for="des" forName="desTx" op="equ"/>
    </dgm:constrLst>
    <dgm:ruleLst>
      <dgm:rule type="w" for="ch" forName="compNode" val="0" fact="NaN" max="NaN"/>
    </dgm:ruleLst>
    <dgm:forEach name="Name3" axis="ch" ptType="node">
      <dgm:layoutNode name="compNode">
        <dgm:alg type="composite"/>
        <dgm:shape xmlns:r="http://schemas.openxmlformats.org/officeDocument/2006/relationships" r:blip="">
          <dgm:adjLst/>
        </dgm:shape>
        <dgm:presOf axis="self"/>
        <dgm:constrLst>
          <dgm:constr type="w" for="ch" forName="iconRect" refType="w" fact="0.35"/>
          <dgm:constr type="h" for="ch" forName="iconRect" refType="w" refFor="ch" refForName="iconRect"/>
          <dgm:constr type="ctrX" for="ch" forName="iconRect" refType="w" fact="0.5"/>
          <dgm:constr type="t" for="ch" forName="iconRect"/>
          <dgm:constr type="w" for="ch" forName="iconSpace" refType="w"/>
          <dgm:constr type="h" for="ch" forName="iconSpace" refType="h" fact="0.043"/>
          <dgm:constr type="l" for="ch" forName="iconSpace"/>
          <dgm:constr type="t" for="ch" forName="iconSpace" refType="b" refFor="ch" refForName="iconRect"/>
          <dgm:constr type="w" for="ch" forName="parTx" refType="w"/>
          <dgm:constr type="h" for="ch" forName="parTx" refType="w" fact="0.15"/>
          <dgm:constr type="l" for="ch" forName="parTx"/>
          <dgm:constr type="t" for="ch" forName="parTx" refType="b" refFor="ch" refForName="iconSpace"/>
          <dgm:constr type="h" for="ch" forName="txSpace" refType="h" fact="0.02"/>
          <dgm:constr type="w" for="ch" forName="txSpace" refType="w"/>
          <dgm:constr type="l" for="ch" forName="txSpace"/>
          <dgm:constr type="t" for="ch" forName="txSpace" refType="b" refFor="ch" refForName="parTx"/>
          <dgm:constr type="w" for="ch" forName="desTx" refType="w"/>
          <dgm:constr type="l" for="ch" forName="desTx"/>
          <dgm:constr type="t" for="ch" forName="desTx" refType="b" refFor="ch" refForName="txSpace"/>
        </dgm:constrLst>
        <dgm:ruleLst>
          <dgm:rule type="h" val="INF" fact="NaN" max="NaN"/>
        </dgm:ruleLst>
        <dgm:layoutNode name="iconRect" styleLbl="node1">
          <dgm:alg type="sp"/>
          <dgm:shape xmlns:r="http://schemas.openxmlformats.org/officeDocument/2006/relationships" type="rect" r:blip="" blipPhldr="1">
            <dgm:adjLst/>
          </dgm:shape>
          <dgm:presOf/>
          <dgm:constrLst/>
          <dgm:ruleLst/>
        </dgm:layoutNode>
        <dgm:layoutNode name="iconSpace">
          <dgm:alg type="sp"/>
          <dgm:shape xmlns:r="http://schemas.openxmlformats.org/officeDocument/2006/relationships" r:blip="">
            <dgm:adjLst/>
          </dgm:shape>
          <dgm:presOf/>
          <dgm:constrLst/>
          <dgm:ruleLst/>
        </dgm:layoutNode>
        <dgm:layoutNode name="parTx" styleLbl="revTx">
          <dgm:varLst>
            <dgm:chMax val="0"/>
            <dgm:chPref val="0"/>
          </dgm:varLst>
          <dgm:alg type="tx">
            <dgm:param type="txAnchorVert" val="t"/>
          </dgm:alg>
          <dgm:shape xmlns:r="http://schemas.openxmlformats.org/officeDocument/2006/relationships" type="rect" r:blip="">
            <dgm:adjLst/>
          </dgm:shape>
          <dgm:presOf axis="self" ptType="node"/>
          <dgm:constrLst>
            <dgm:constr type="lMarg"/>
            <dgm:constr type="rMarg"/>
            <dgm:constr type="tMarg"/>
            <dgm:constr type="bMarg"/>
          </dgm:constrLst>
          <dgm:ruleLst>
            <dgm:rule type="primFontSz" val="14" fact="NaN" max="NaN"/>
            <dgm:rule type="h" val="INF" fact="NaN" max="NaN"/>
          </dgm:ruleLst>
        </dgm:layoutNode>
        <dgm:layoutNode name="txSpace">
          <dgm:alg type="sp"/>
          <dgm:shape xmlns:r="http://schemas.openxmlformats.org/officeDocument/2006/relationships" r:blip="">
            <dgm:adjLst/>
          </dgm:shape>
          <dgm:presOf/>
          <dgm:constrLst/>
          <dgm:ruleLst/>
        </dgm:layoutNode>
        <dgm:layoutNode name="desTx" styleLbl="revTx">
          <dgm:varLst/>
          <dgm:alg type="tx">
            <dgm:param type="stBulletLvl" val="0"/>
            <dgm:param type="txAnchorVert" val="t"/>
          </dgm:alg>
          <dgm:shape xmlns:r="http://schemas.openxmlformats.org/officeDocument/2006/relationships" type="rect" r:blip="">
            <dgm:adjLst/>
          </dgm:shape>
          <dgm:presOf axis="des" ptType="node"/>
          <dgm:constrLst>
            <dgm:constr type="secFontSz" refType="primFontSz"/>
            <dgm:constr type="lMarg"/>
            <dgm:constr type="rMarg"/>
            <dgm:constr type="tMarg"/>
            <dgm:constr type="bMarg"/>
          </dgm:constrLst>
          <dgm:ruleLst>
            <dgm:rule type="primFontSz" val="NaN" fact="NaN" max="17"/>
            <dgm:rule type="h" val="INF" fact="NaN" max="NaN"/>
          </dgm:ruleLst>
        </dgm:layoutNode>
      </dgm:layoutNode>
      <dgm:forEach name="Name4" axis="followSib" ptType="sibTrans" cnt="1">
        <dgm:layoutNode name="sibTrans">
          <dgm:alg type="sp"/>
          <dgm:shape xmlns:r="http://schemas.openxmlformats.org/officeDocument/2006/relationships" r:blip="">
            <dgm:adjLst/>
          </dgm:shape>
          <dgm:presOf axis="self"/>
          <dgm:constrLst/>
          <dgm:ruleLst/>
        </dgm:layoutNode>
      </dgm:forEach>
    </dgm:forEach>
  </dgm:layoutNode>
  <dgm:extLst>
    <a:ext uri="{68A01E43-0DF5-4B5B-8FA6-DAF915123BFB}">
      <dgm1612:lstStyle xmlns:dgm1612="http://schemas.microsoft.com/office/drawing/2016/12/diagram">
        <a:lvl1pPr>
          <a:lnSpc>
            <a:spcPct val="100000"/>
          </a:lnSpc>
          <a:defRPr b="1"/>
        </a:lvl1pPr>
        <a:lvl2pPr>
          <a:lnSpc>
            <a:spcPct val="100000"/>
          </a:lnSpc>
        </a:lvl2pPr>
      </dgm1612:lstStyle>
    </a:ext>
  </dgm:extLst>
</dgm:layoutDef>
</file>

<file path=ppt/diagrams/layout21.xml><?xml version="1.0" encoding="utf-8"?>
<dgm:layoutDef xmlns:dgm="http://schemas.openxmlformats.org/drawingml/2006/diagram" xmlns:a="http://schemas.openxmlformats.org/drawingml/2006/main" uniqueId="urn:microsoft.com/office/officeart/2018/5/layout/CenteredIconLabelDescriptionList">
  <dgm:title val="Centered Icon Label Description List"/>
  <dgm:desc val="Use to show non-sequential or grouped chunks of information. The placeholder holds an icon or small picture, and corresponding text boxes show Level 1 and Level 2 text respectively. Works well for minimal Level 1 text accompanied by lengthier Level two text."/>
  <dgm:catLst>
    <dgm:cat type="icon" pri="500"/>
  </dgm:catLst>
  <dgm:sampData useDef="1">
    <dgm:dataModel>
      <dgm:ptLst/>
      <dgm:bg/>
      <dgm:whole/>
    </dgm:dataModel>
  </dgm:sampData>
  <dgm:styleData useDef="1">
    <dgm:dataModel>
      <dgm:ptLst/>
      <dgm:bg/>
      <dgm:whole/>
    </dgm:dataModel>
  </dgm:styleData>
  <dgm:clrData useDef="1">
    <dgm:dataModel>
      <dgm:ptLst/>
      <dgm:bg/>
      <dgm:whole/>
    </dgm:dataModel>
  </dgm:clrData>
  <dgm:layoutNode name="root">
    <dgm:varLst>
      <dgm:dir/>
      <dgm:resizeHandles val="exact"/>
    </dgm:varLst>
    <dgm:choose name="Name0">
      <dgm:if name="Name1" axis="self" func="var" arg="dir" op="equ" val="norm">
        <dgm:alg type="lin"/>
      </dgm:if>
      <dgm:else name="Name2">
        <dgm:alg type="lin">
          <dgm:param type="linDir" val="fromR"/>
        </dgm:alg>
      </dgm:else>
    </dgm:choose>
    <dgm:shape xmlns:r="http://schemas.openxmlformats.org/officeDocument/2006/relationships" r:blip="">
      <dgm:adjLst/>
    </dgm:shape>
    <dgm:presOf/>
    <dgm:constrLst>
      <dgm:constr type="h" for="ch" forName="compNode" refType="h" fact="0.45"/>
      <dgm:constr type="w" for="ch" forName="compNode" val="120"/>
      <dgm:constr type="w" for="ch" forName="sibTrans" refType="w" refFor="ch" refForName="compNode" fact="0.175"/>
      <dgm:constr type="primFontSz" for="des" forName="parTx" val="36"/>
      <dgm:constr type="primFontSz" for="des" forName="desTx" refType="primFontSz" refFor="des" refForName="parTx" op="lte" fact="0.75"/>
      <dgm:constr type="h" for="des" forName="compNode" op="equ"/>
      <dgm:constr type="h" for="des" forName="iconRect" op="equ"/>
      <dgm:constr type="w" for="des" forName="iconRect" op="equ"/>
      <dgm:constr type="h" for="des" forName="iconSpace" op="equ"/>
      <dgm:constr type="h" for="des" forName="parTx" op="equ"/>
      <dgm:constr type="h" for="des" forName="txSpace" op="equ"/>
      <dgm:constr type="h" for="des" forName="desTx" op="equ"/>
    </dgm:constrLst>
    <dgm:ruleLst>
      <dgm:rule type="w" for="ch" forName="compNode" val="0" fact="NaN" max="NaN"/>
    </dgm:ruleLst>
    <dgm:forEach name="Name3" axis="ch" ptType="node">
      <dgm:layoutNode name="compNode">
        <dgm:alg type="composite"/>
        <dgm:shape xmlns:r="http://schemas.openxmlformats.org/officeDocument/2006/relationships" r:blip="">
          <dgm:adjLst/>
        </dgm:shape>
        <dgm:presOf axis="self"/>
        <dgm:constrLst>
          <dgm:constr type="w" for="ch" forName="iconRect" refType="w" fact="0.35"/>
          <dgm:constr type="h" for="ch" forName="iconRect" refType="w" refFor="ch" refForName="iconRect"/>
          <dgm:constr type="ctrX" for="ch" forName="iconRect" refType="w" fact="0.5"/>
          <dgm:constr type="t" for="ch" forName="iconRect"/>
          <dgm:constr type="w" for="ch" forName="iconSpace" refType="w"/>
          <dgm:constr type="h" for="ch" forName="iconSpace" refType="h" fact="0.043"/>
          <dgm:constr type="l" for="ch" forName="iconSpace"/>
          <dgm:constr type="t" for="ch" forName="iconSpace" refType="b" refFor="ch" refForName="iconRect"/>
          <dgm:constr type="w" for="ch" forName="parTx" refType="w"/>
          <dgm:constr type="h" for="ch" forName="parTx" refType="w" fact="0.15"/>
          <dgm:constr type="l" for="ch" forName="parTx"/>
          <dgm:constr type="t" for="ch" forName="parTx" refType="b" refFor="ch" refForName="iconSpace"/>
          <dgm:constr type="h" for="ch" forName="txSpace" refType="h" fact="0.02"/>
          <dgm:constr type="w" for="ch" forName="txSpace" refType="w"/>
          <dgm:constr type="l" for="ch" forName="txSpace"/>
          <dgm:constr type="t" for="ch" forName="txSpace" refType="b" refFor="ch" refForName="parTx"/>
          <dgm:constr type="w" for="ch" forName="desTx" refType="w"/>
          <dgm:constr type="l" for="ch" forName="desTx"/>
          <dgm:constr type="t" for="ch" forName="desTx" refType="b" refFor="ch" refForName="txSpace"/>
        </dgm:constrLst>
        <dgm:ruleLst>
          <dgm:rule type="h" val="INF" fact="NaN" max="NaN"/>
        </dgm:ruleLst>
        <dgm:layoutNode name="iconRect" styleLbl="node1">
          <dgm:alg type="sp"/>
          <dgm:shape xmlns:r="http://schemas.openxmlformats.org/officeDocument/2006/relationships" type="rect" r:blip="" blipPhldr="1">
            <dgm:adjLst/>
          </dgm:shape>
          <dgm:presOf/>
          <dgm:constrLst/>
          <dgm:ruleLst/>
        </dgm:layoutNode>
        <dgm:layoutNode name="iconSpace">
          <dgm:alg type="sp"/>
          <dgm:shape xmlns:r="http://schemas.openxmlformats.org/officeDocument/2006/relationships" r:blip="">
            <dgm:adjLst/>
          </dgm:shape>
          <dgm:presOf/>
          <dgm:constrLst/>
          <dgm:ruleLst/>
        </dgm:layoutNode>
        <dgm:layoutNode name="parTx" styleLbl="revTx">
          <dgm:varLst>
            <dgm:chMax val="0"/>
            <dgm:chPref val="0"/>
          </dgm:varLst>
          <dgm:alg type="tx">
            <dgm:param type="txAnchorVert" val="t"/>
          </dgm:alg>
          <dgm:shape xmlns:r="http://schemas.openxmlformats.org/officeDocument/2006/relationships" type="rect" r:blip="">
            <dgm:adjLst/>
          </dgm:shape>
          <dgm:presOf axis="self" ptType="node"/>
          <dgm:constrLst>
            <dgm:constr type="lMarg"/>
            <dgm:constr type="rMarg"/>
            <dgm:constr type="tMarg"/>
            <dgm:constr type="bMarg"/>
          </dgm:constrLst>
          <dgm:ruleLst>
            <dgm:rule type="primFontSz" val="14" fact="NaN" max="NaN"/>
            <dgm:rule type="h" val="INF" fact="NaN" max="NaN"/>
          </dgm:ruleLst>
        </dgm:layoutNode>
        <dgm:layoutNode name="txSpace">
          <dgm:alg type="sp"/>
          <dgm:shape xmlns:r="http://schemas.openxmlformats.org/officeDocument/2006/relationships" r:blip="">
            <dgm:adjLst/>
          </dgm:shape>
          <dgm:presOf/>
          <dgm:constrLst/>
          <dgm:ruleLst/>
        </dgm:layoutNode>
        <dgm:layoutNode name="desTx" styleLbl="revTx">
          <dgm:varLst/>
          <dgm:alg type="tx">
            <dgm:param type="stBulletLvl" val="0"/>
            <dgm:param type="txAnchorVert" val="t"/>
          </dgm:alg>
          <dgm:shape xmlns:r="http://schemas.openxmlformats.org/officeDocument/2006/relationships" type="rect" r:blip="">
            <dgm:adjLst/>
          </dgm:shape>
          <dgm:presOf axis="des" ptType="node"/>
          <dgm:constrLst>
            <dgm:constr type="secFontSz" refType="primFontSz"/>
            <dgm:constr type="lMarg"/>
            <dgm:constr type="rMarg"/>
            <dgm:constr type="tMarg"/>
            <dgm:constr type="bMarg"/>
          </dgm:constrLst>
          <dgm:ruleLst>
            <dgm:rule type="primFontSz" val="NaN" fact="NaN" max="17"/>
            <dgm:rule type="h" val="INF" fact="NaN" max="NaN"/>
          </dgm:ruleLst>
        </dgm:layoutNode>
      </dgm:layoutNode>
      <dgm:forEach name="Name4" axis="followSib" ptType="sibTrans" cnt="1">
        <dgm:layoutNode name="sibTrans">
          <dgm:alg type="sp"/>
          <dgm:shape xmlns:r="http://schemas.openxmlformats.org/officeDocument/2006/relationships" r:blip="">
            <dgm:adjLst/>
          </dgm:shape>
          <dgm:presOf axis="self"/>
          <dgm:constrLst/>
          <dgm:ruleLst/>
        </dgm:layoutNode>
      </dgm:forEach>
    </dgm:forEach>
  </dgm:layoutNode>
  <dgm:extLst>
    <a:ext uri="{68A01E43-0DF5-4B5B-8FA6-DAF915123BFB}">
      <dgm1612:lstStyle xmlns:dgm1612="http://schemas.microsoft.com/office/drawing/2016/12/diagram">
        <a:lvl1pPr>
          <a:lnSpc>
            <a:spcPct val="100000"/>
          </a:lnSpc>
          <a:defRPr b="1"/>
        </a:lvl1pPr>
        <a:lvl2pPr>
          <a:lnSpc>
            <a:spcPct val="100000"/>
          </a:lnSpc>
        </a:lvl2pPr>
      </dgm1612:lstStyle>
    </a:ext>
  </dgm:extLst>
</dgm:layoutDef>
</file>

<file path=ppt/diagrams/layout22.xml><?xml version="1.0" encoding="utf-8"?>
<dgm:layoutDef xmlns:dgm="http://schemas.openxmlformats.org/drawingml/2006/diagram" xmlns:a="http://schemas.openxmlformats.org/drawingml/2006/main" uniqueId="urn:microsoft.com/office/officeart/2018/2/layout/IconLabelDescriptionList">
  <dgm:title val="Icon Label Description List"/>
  <dgm:desc val="Use to show non-sequential or grouped chunks of information. The placeholder holds an icon or small picture, and corresponding text boxes show Level 1 and Level 2 text respectively. Works well for minimal Level 1 text accompanied by lengthier Level two text."/>
  <dgm:catLst>
    <dgm:cat type="icon" pri="500"/>
  </dgm:catLst>
  <dgm:sampData useDef="1">
    <dgm:dataModel>
      <dgm:ptLst/>
      <dgm:bg/>
      <dgm:whole/>
    </dgm:dataModel>
  </dgm:sampData>
  <dgm:styleData useDef="1">
    <dgm:dataModel>
      <dgm:ptLst/>
      <dgm:bg/>
      <dgm:whole/>
    </dgm:dataModel>
  </dgm:styleData>
  <dgm:clrData useDef="1">
    <dgm:dataModel>
      <dgm:ptLst/>
      <dgm:bg/>
      <dgm:whole/>
    </dgm:dataModel>
  </dgm:clrData>
  <dgm:layoutNode name="root">
    <dgm:varLst>
      <dgm:dir/>
      <dgm:resizeHandles val="exact"/>
    </dgm:varLst>
    <dgm:choose name="Name0">
      <dgm:if name="Name1" axis="self" func="var" arg="dir" op="equ" val="norm">
        <dgm:alg type="lin"/>
      </dgm:if>
      <dgm:else name="Name2">
        <dgm:alg type="lin">
          <dgm:param type="linDir" val="fromR"/>
        </dgm:alg>
      </dgm:else>
    </dgm:choose>
    <dgm:shape xmlns:r="http://schemas.openxmlformats.org/officeDocument/2006/relationships" r:blip="">
      <dgm:adjLst/>
    </dgm:shape>
    <dgm:presOf/>
    <dgm:constrLst>
      <dgm:constr type="h" for="ch" forName="compNode" refType="h" fact="0.45"/>
      <dgm:constr type="w" for="ch" forName="compNode" val="120"/>
      <dgm:constr type="w" for="ch" forName="sibTrans" refType="w" refFor="ch" refForName="compNode" fact="0.175"/>
      <dgm:constr type="primFontSz" for="des" forName="parTx" val="36"/>
      <dgm:constr type="primFontSz" for="des" forName="desTx" refType="primFontSz" refFor="des" refForName="parTx" op="lte" fact="0.75"/>
      <dgm:constr type="h" for="des" forName="compNode" op="equ"/>
      <dgm:constr type="h" for="des" forName="iconRect" op="equ"/>
      <dgm:constr type="w" for="des" forName="iconRect" op="equ"/>
      <dgm:constr type="h" for="des" forName="iconSpace" op="equ"/>
      <dgm:constr type="h" for="des" forName="parTx" op="equ"/>
      <dgm:constr type="h" for="des" forName="txSpace" op="equ"/>
      <dgm:constr type="h" for="des" forName="desTx" op="equ"/>
    </dgm:constrLst>
    <dgm:ruleLst>
      <dgm:rule type="w" for="ch" forName="compNode" val="0" fact="NaN" max="NaN"/>
    </dgm:ruleLst>
    <dgm:forEach name="Name3" axis="ch" ptType="node">
      <dgm:layoutNode name="compNode">
        <dgm:alg type="composite"/>
        <dgm:shape xmlns:r="http://schemas.openxmlformats.org/officeDocument/2006/relationships" r:blip="">
          <dgm:adjLst/>
        </dgm:shape>
        <dgm:presOf axis="self"/>
        <dgm:constrLst>
          <dgm:constr type="w" for="ch" forName="iconRect" refType="w" fact="0.35"/>
          <dgm:constr type="h" for="ch" forName="iconRect" refType="w" refFor="ch" refForName="iconRect"/>
          <dgm:constr type="l" for="ch" forName="iconRect"/>
          <dgm:constr type="t" for="ch" forName="iconRect"/>
          <dgm:constr type="w" for="ch" forName="iconSpace" refType="w"/>
          <dgm:constr type="h" for="ch" forName="iconSpace" refType="h" fact="0.043"/>
          <dgm:constr type="l" for="ch" forName="iconSpace"/>
          <dgm:constr type="t" for="ch" forName="iconSpace" refType="b" refFor="ch" refForName="iconRect"/>
          <dgm:constr type="w" for="ch" forName="parTx" refType="w"/>
          <dgm:constr type="h" for="ch" forName="parTx" refType="w" fact="0.15"/>
          <dgm:constr type="l" for="ch" forName="parTx"/>
          <dgm:constr type="t" for="ch" forName="parTx" refType="b" refFor="ch" refForName="iconSpace"/>
          <dgm:constr type="h" for="ch" forName="txSpace" refType="h" fact="0.02"/>
          <dgm:constr type="w" for="ch" forName="txSpace" refType="w"/>
          <dgm:constr type="l" for="ch" forName="txSpace"/>
          <dgm:constr type="t" for="ch" forName="txSpace" refType="b" refFor="ch" refForName="parTx"/>
          <dgm:constr type="w" for="ch" forName="desTx" refType="w"/>
          <dgm:constr type="l" for="ch" forName="desTx"/>
          <dgm:constr type="t" for="ch" forName="desTx" refType="b" refFor="ch" refForName="txSpace"/>
        </dgm:constrLst>
        <dgm:ruleLst>
          <dgm:rule type="h" val="INF" fact="NaN" max="NaN"/>
        </dgm:ruleLst>
        <dgm:layoutNode name="iconRect" styleLbl="node1">
          <dgm:alg type="sp"/>
          <dgm:shape xmlns:r="http://schemas.openxmlformats.org/officeDocument/2006/relationships" type="rect" r:blip="" blipPhldr="1">
            <dgm:adjLst/>
          </dgm:shape>
          <dgm:presOf/>
          <dgm:constrLst/>
          <dgm:ruleLst/>
        </dgm:layoutNode>
        <dgm:layoutNode name="iconSpace">
          <dgm:alg type="sp"/>
          <dgm:shape xmlns:r="http://schemas.openxmlformats.org/officeDocument/2006/relationships" r:blip="">
            <dgm:adjLst/>
          </dgm:shape>
          <dgm:presOf/>
          <dgm:constrLst/>
          <dgm:ruleLst/>
        </dgm:layoutNode>
        <dgm:layoutNode name="parTx" styleLbl="revTx">
          <dgm:varLst>
            <dgm:chMax val="0"/>
            <dgm:chPref val="0"/>
          </dgm:varLst>
          <dgm:alg type="tx">
            <dgm:param type="txAnchorVert" val="t"/>
            <dgm:param type="parTxLTRAlign" val="l"/>
            <dgm:param type="shpTxLTRAlignCh" val="l"/>
            <dgm:param type="parTxRTLAlign" val="r"/>
            <dgm:param type="shpTxRTLAlignCh" val="r"/>
          </dgm:alg>
          <dgm:shape xmlns:r="http://schemas.openxmlformats.org/officeDocument/2006/relationships" type="rect" r:blip="">
            <dgm:adjLst/>
          </dgm:shape>
          <dgm:presOf axis="self" ptType="node"/>
          <dgm:constrLst>
            <dgm:constr type="lMarg"/>
            <dgm:constr type="rMarg"/>
            <dgm:constr type="tMarg"/>
            <dgm:constr type="bMarg"/>
          </dgm:constrLst>
          <dgm:ruleLst>
            <dgm:rule type="primFontSz" val="14" fact="NaN" max="NaN"/>
            <dgm:rule type="h" val="INF" fact="NaN" max="NaN"/>
          </dgm:ruleLst>
        </dgm:layoutNode>
        <dgm:layoutNode name="txSpace">
          <dgm:alg type="sp"/>
          <dgm:shape xmlns:r="http://schemas.openxmlformats.org/officeDocument/2006/relationships" r:blip="">
            <dgm:adjLst/>
          </dgm:shape>
          <dgm:presOf/>
          <dgm:constrLst/>
          <dgm:ruleLst/>
        </dgm:layoutNode>
        <dgm:layoutNode name="desTx" styleLbl="revTx">
          <dgm:varLst/>
          <dgm:alg type="tx">
            <dgm:param type="stBulletLvl" val="0"/>
            <dgm:param type="txAnchorVert" val="t"/>
            <dgm:param type="parTxLTRAlign" val="l"/>
            <dgm:param type="shpTxLTRAlignCh" val="l"/>
            <dgm:param type="parTxRTLAlign" val="r"/>
            <dgm:param type="shpTxRTLAlignCh" val="r"/>
          </dgm:alg>
          <dgm:shape xmlns:r="http://schemas.openxmlformats.org/officeDocument/2006/relationships" type="rect" r:blip="">
            <dgm:adjLst/>
          </dgm:shape>
          <dgm:presOf axis="des" ptType="node"/>
          <dgm:constrLst>
            <dgm:constr type="secFontSz" refType="primFontSz"/>
            <dgm:constr type="lMarg"/>
            <dgm:constr type="rMarg"/>
            <dgm:constr type="tMarg"/>
            <dgm:constr type="bMarg"/>
          </dgm:constrLst>
          <dgm:ruleLst>
            <dgm:rule type="primFontSz" val="NaN" fact="NaN" max="17"/>
            <dgm:rule type="h" val="INF" fact="NaN" max="NaN"/>
          </dgm:ruleLst>
        </dgm:layoutNode>
      </dgm:layoutNode>
      <dgm:forEach name="Name4" axis="followSib" ptType="sibTrans" cnt="1">
        <dgm:layoutNode name="sibTrans">
          <dgm:alg type="sp"/>
          <dgm:shape xmlns:r="http://schemas.openxmlformats.org/officeDocument/2006/relationships" r:blip="">
            <dgm:adjLst/>
          </dgm:shape>
          <dgm:presOf axis="self"/>
          <dgm:constrLst/>
          <dgm:ruleLst/>
        </dgm:layoutNode>
      </dgm:forEach>
    </dgm:forEach>
  </dgm:layoutNode>
  <dgm:extLst>
    <a:ext uri="{68A01E43-0DF5-4B5B-8FA6-DAF915123BFB}">
      <dgm1612:lstStyle xmlns:dgm1612="http://schemas.microsoft.com/office/drawing/2016/12/diagram">
        <a:lvl1pPr>
          <a:lnSpc>
            <a:spcPct val="100000"/>
          </a:lnSpc>
          <a:defRPr b="1"/>
        </a:lvl1pPr>
        <a:lvl2pPr>
          <a:lnSpc>
            <a:spcPct val="100000"/>
          </a:lnSpc>
        </a:lvl2pPr>
      </dgm1612:lstStyle>
    </a:ext>
  </dgm:extLst>
</dgm:layoutDef>
</file>

<file path=ppt/diagrams/layout23.xml><?xml version="1.0" encoding="utf-8"?>
<dgm:layoutDef xmlns:dgm="http://schemas.openxmlformats.org/drawingml/2006/diagram" xmlns:a="http://schemas.openxmlformats.org/drawingml/2006/main" uniqueId="urn:microsoft.com/office/officeart/2018/2/layout/IconLabelDescriptionList">
  <dgm:title val="Icon Label Description List"/>
  <dgm:desc val="Use to show non-sequential or grouped chunks of information. The placeholder holds an icon or small picture, and corresponding text boxes show Level 1 and Level 2 text respectively. Works well for minimal Level 1 text accompanied by lengthier Level two text."/>
  <dgm:catLst>
    <dgm:cat type="icon" pri="500"/>
  </dgm:catLst>
  <dgm:sampData useDef="1">
    <dgm:dataModel>
      <dgm:ptLst/>
      <dgm:bg/>
      <dgm:whole/>
    </dgm:dataModel>
  </dgm:sampData>
  <dgm:styleData useDef="1">
    <dgm:dataModel>
      <dgm:ptLst/>
      <dgm:bg/>
      <dgm:whole/>
    </dgm:dataModel>
  </dgm:styleData>
  <dgm:clrData useDef="1">
    <dgm:dataModel>
      <dgm:ptLst/>
      <dgm:bg/>
      <dgm:whole/>
    </dgm:dataModel>
  </dgm:clrData>
  <dgm:layoutNode name="root">
    <dgm:varLst>
      <dgm:dir/>
      <dgm:resizeHandles val="exact"/>
    </dgm:varLst>
    <dgm:choose name="Name0">
      <dgm:if name="Name1" axis="self" func="var" arg="dir" op="equ" val="norm">
        <dgm:alg type="lin"/>
      </dgm:if>
      <dgm:else name="Name2">
        <dgm:alg type="lin">
          <dgm:param type="linDir" val="fromR"/>
        </dgm:alg>
      </dgm:else>
    </dgm:choose>
    <dgm:shape xmlns:r="http://schemas.openxmlformats.org/officeDocument/2006/relationships" r:blip="">
      <dgm:adjLst/>
    </dgm:shape>
    <dgm:presOf/>
    <dgm:constrLst>
      <dgm:constr type="h" for="ch" forName="compNode" refType="h" fact="0.45"/>
      <dgm:constr type="w" for="ch" forName="compNode" val="120"/>
      <dgm:constr type="w" for="ch" forName="sibTrans" refType="w" refFor="ch" refForName="compNode" fact="0.175"/>
      <dgm:constr type="primFontSz" for="des" forName="parTx" val="36"/>
      <dgm:constr type="primFontSz" for="des" forName="desTx" refType="primFontSz" refFor="des" refForName="parTx" op="lte" fact="0.75"/>
      <dgm:constr type="h" for="des" forName="compNode" op="equ"/>
      <dgm:constr type="h" for="des" forName="iconRect" op="equ"/>
      <dgm:constr type="w" for="des" forName="iconRect" op="equ"/>
      <dgm:constr type="h" for="des" forName="iconSpace" op="equ"/>
      <dgm:constr type="h" for="des" forName="parTx" op="equ"/>
      <dgm:constr type="h" for="des" forName="txSpace" op="equ"/>
      <dgm:constr type="h" for="des" forName="desTx" op="equ"/>
    </dgm:constrLst>
    <dgm:ruleLst>
      <dgm:rule type="w" for="ch" forName="compNode" val="0" fact="NaN" max="NaN"/>
    </dgm:ruleLst>
    <dgm:forEach name="Name3" axis="ch" ptType="node">
      <dgm:layoutNode name="compNode">
        <dgm:alg type="composite"/>
        <dgm:shape xmlns:r="http://schemas.openxmlformats.org/officeDocument/2006/relationships" r:blip="">
          <dgm:adjLst/>
        </dgm:shape>
        <dgm:presOf axis="self"/>
        <dgm:constrLst>
          <dgm:constr type="w" for="ch" forName="iconRect" refType="w" fact="0.35"/>
          <dgm:constr type="h" for="ch" forName="iconRect" refType="w" refFor="ch" refForName="iconRect"/>
          <dgm:constr type="l" for="ch" forName="iconRect"/>
          <dgm:constr type="t" for="ch" forName="iconRect"/>
          <dgm:constr type="w" for="ch" forName="iconSpace" refType="w"/>
          <dgm:constr type="h" for="ch" forName="iconSpace" refType="h" fact="0.043"/>
          <dgm:constr type="l" for="ch" forName="iconSpace"/>
          <dgm:constr type="t" for="ch" forName="iconSpace" refType="b" refFor="ch" refForName="iconRect"/>
          <dgm:constr type="w" for="ch" forName="parTx" refType="w"/>
          <dgm:constr type="h" for="ch" forName="parTx" refType="w" fact="0.15"/>
          <dgm:constr type="l" for="ch" forName="parTx"/>
          <dgm:constr type="t" for="ch" forName="parTx" refType="b" refFor="ch" refForName="iconSpace"/>
          <dgm:constr type="h" for="ch" forName="txSpace" refType="h" fact="0.02"/>
          <dgm:constr type="w" for="ch" forName="txSpace" refType="w"/>
          <dgm:constr type="l" for="ch" forName="txSpace"/>
          <dgm:constr type="t" for="ch" forName="txSpace" refType="b" refFor="ch" refForName="parTx"/>
          <dgm:constr type="w" for="ch" forName="desTx" refType="w"/>
          <dgm:constr type="l" for="ch" forName="desTx"/>
          <dgm:constr type="t" for="ch" forName="desTx" refType="b" refFor="ch" refForName="txSpace"/>
        </dgm:constrLst>
        <dgm:ruleLst>
          <dgm:rule type="h" val="INF" fact="NaN" max="NaN"/>
        </dgm:ruleLst>
        <dgm:layoutNode name="iconRect" styleLbl="node1">
          <dgm:alg type="sp"/>
          <dgm:shape xmlns:r="http://schemas.openxmlformats.org/officeDocument/2006/relationships" type="rect" r:blip="" blipPhldr="1">
            <dgm:adjLst/>
          </dgm:shape>
          <dgm:presOf/>
          <dgm:constrLst/>
          <dgm:ruleLst/>
        </dgm:layoutNode>
        <dgm:layoutNode name="iconSpace">
          <dgm:alg type="sp"/>
          <dgm:shape xmlns:r="http://schemas.openxmlformats.org/officeDocument/2006/relationships" r:blip="">
            <dgm:adjLst/>
          </dgm:shape>
          <dgm:presOf/>
          <dgm:constrLst/>
          <dgm:ruleLst/>
        </dgm:layoutNode>
        <dgm:layoutNode name="parTx" styleLbl="revTx">
          <dgm:varLst>
            <dgm:chMax val="0"/>
            <dgm:chPref val="0"/>
          </dgm:varLst>
          <dgm:alg type="tx">
            <dgm:param type="txAnchorVert" val="t"/>
            <dgm:param type="parTxLTRAlign" val="l"/>
            <dgm:param type="shpTxLTRAlignCh" val="l"/>
            <dgm:param type="parTxRTLAlign" val="r"/>
            <dgm:param type="shpTxRTLAlignCh" val="r"/>
          </dgm:alg>
          <dgm:shape xmlns:r="http://schemas.openxmlformats.org/officeDocument/2006/relationships" type="rect" r:blip="">
            <dgm:adjLst/>
          </dgm:shape>
          <dgm:presOf axis="self" ptType="node"/>
          <dgm:constrLst>
            <dgm:constr type="lMarg"/>
            <dgm:constr type="rMarg"/>
            <dgm:constr type="tMarg"/>
            <dgm:constr type="bMarg"/>
          </dgm:constrLst>
          <dgm:ruleLst>
            <dgm:rule type="primFontSz" val="14" fact="NaN" max="NaN"/>
            <dgm:rule type="h" val="INF" fact="NaN" max="NaN"/>
          </dgm:ruleLst>
        </dgm:layoutNode>
        <dgm:layoutNode name="txSpace">
          <dgm:alg type="sp"/>
          <dgm:shape xmlns:r="http://schemas.openxmlformats.org/officeDocument/2006/relationships" r:blip="">
            <dgm:adjLst/>
          </dgm:shape>
          <dgm:presOf/>
          <dgm:constrLst/>
          <dgm:ruleLst/>
        </dgm:layoutNode>
        <dgm:layoutNode name="desTx" styleLbl="revTx">
          <dgm:varLst/>
          <dgm:alg type="tx">
            <dgm:param type="stBulletLvl" val="0"/>
            <dgm:param type="txAnchorVert" val="t"/>
            <dgm:param type="parTxLTRAlign" val="l"/>
            <dgm:param type="shpTxLTRAlignCh" val="l"/>
            <dgm:param type="parTxRTLAlign" val="r"/>
            <dgm:param type="shpTxRTLAlignCh" val="r"/>
          </dgm:alg>
          <dgm:shape xmlns:r="http://schemas.openxmlformats.org/officeDocument/2006/relationships" type="rect" r:blip="">
            <dgm:adjLst/>
          </dgm:shape>
          <dgm:presOf axis="des" ptType="node"/>
          <dgm:constrLst>
            <dgm:constr type="secFontSz" refType="primFontSz"/>
            <dgm:constr type="lMarg"/>
            <dgm:constr type="rMarg"/>
            <dgm:constr type="tMarg"/>
            <dgm:constr type="bMarg"/>
          </dgm:constrLst>
          <dgm:ruleLst>
            <dgm:rule type="primFontSz" val="NaN" fact="NaN" max="17"/>
            <dgm:rule type="h" val="INF" fact="NaN" max="NaN"/>
          </dgm:ruleLst>
        </dgm:layoutNode>
      </dgm:layoutNode>
      <dgm:forEach name="Name4" axis="followSib" ptType="sibTrans" cnt="1">
        <dgm:layoutNode name="sibTrans">
          <dgm:alg type="sp"/>
          <dgm:shape xmlns:r="http://schemas.openxmlformats.org/officeDocument/2006/relationships" r:blip="">
            <dgm:adjLst/>
          </dgm:shape>
          <dgm:presOf axis="self"/>
          <dgm:constrLst/>
          <dgm:ruleLst/>
        </dgm:layoutNode>
      </dgm:forEach>
    </dgm:forEach>
  </dgm:layoutNode>
  <dgm:extLst>
    <a:ext uri="{68A01E43-0DF5-4B5B-8FA6-DAF915123BFB}">
      <dgm1612:lstStyle xmlns:dgm1612="http://schemas.microsoft.com/office/drawing/2016/12/diagram">
        <a:lvl1pPr>
          <a:lnSpc>
            <a:spcPct val="100000"/>
          </a:lnSpc>
          <a:defRPr b="1"/>
        </a:lvl1pPr>
        <a:lvl2pPr>
          <a:lnSpc>
            <a:spcPct val="100000"/>
          </a:lnSpc>
        </a:lvl2pPr>
      </dgm1612:lstStyle>
    </a:ext>
  </dgm:extLst>
</dgm:layoutDef>
</file>

<file path=ppt/diagrams/layout24.xml><?xml version="1.0" encoding="utf-8"?>
<dgm:layoutDef xmlns:dgm="http://schemas.openxmlformats.org/drawingml/2006/diagram" xmlns:a="http://schemas.openxmlformats.org/drawingml/2006/main" uniqueId="urn:microsoft.com/office/officeart/2018/5/layout/CenteredIconLabelDescriptionList">
  <dgm:title val="Centered Icon Label Description List"/>
  <dgm:desc val="Use to show non-sequential or grouped chunks of information. The placeholder holds an icon or small picture, and corresponding text boxes show Level 1 and Level 2 text respectively. Works well for minimal Level 1 text accompanied by lengthier Level two text."/>
  <dgm:catLst>
    <dgm:cat type="icon" pri="500"/>
  </dgm:catLst>
  <dgm:sampData useDef="1">
    <dgm:dataModel>
      <dgm:ptLst/>
      <dgm:bg/>
      <dgm:whole/>
    </dgm:dataModel>
  </dgm:sampData>
  <dgm:styleData useDef="1">
    <dgm:dataModel>
      <dgm:ptLst/>
      <dgm:bg/>
      <dgm:whole/>
    </dgm:dataModel>
  </dgm:styleData>
  <dgm:clrData useDef="1">
    <dgm:dataModel>
      <dgm:ptLst/>
      <dgm:bg/>
      <dgm:whole/>
    </dgm:dataModel>
  </dgm:clrData>
  <dgm:layoutNode name="root">
    <dgm:varLst>
      <dgm:dir/>
      <dgm:resizeHandles val="exact"/>
    </dgm:varLst>
    <dgm:choose name="Name0">
      <dgm:if name="Name1" axis="self" func="var" arg="dir" op="equ" val="norm">
        <dgm:alg type="lin"/>
      </dgm:if>
      <dgm:else name="Name2">
        <dgm:alg type="lin">
          <dgm:param type="linDir" val="fromR"/>
        </dgm:alg>
      </dgm:else>
    </dgm:choose>
    <dgm:shape xmlns:r="http://schemas.openxmlformats.org/officeDocument/2006/relationships" r:blip="">
      <dgm:adjLst/>
    </dgm:shape>
    <dgm:presOf/>
    <dgm:constrLst>
      <dgm:constr type="h" for="ch" forName="compNode" refType="h" fact="0.45"/>
      <dgm:constr type="w" for="ch" forName="compNode" val="120"/>
      <dgm:constr type="w" for="ch" forName="sibTrans" refType="w" refFor="ch" refForName="compNode" fact="0.175"/>
      <dgm:constr type="primFontSz" for="des" forName="parTx" val="36"/>
      <dgm:constr type="primFontSz" for="des" forName="desTx" refType="primFontSz" refFor="des" refForName="parTx" op="lte" fact="0.75"/>
      <dgm:constr type="h" for="des" forName="compNode" op="equ"/>
      <dgm:constr type="h" for="des" forName="iconRect" op="equ"/>
      <dgm:constr type="w" for="des" forName="iconRect" op="equ"/>
      <dgm:constr type="h" for="des" forName="iconSpace" op="equ"/>
      <dgm:constr type="h" for="des" forName="parTx" op="equ"/>
      <dgm:constr type="h" for="des" forName="txSpace" op="equ"/>
      <dgm:constr type="h" for="des" forName="desTx" op="equ"/>
    </dgm:constrLst>
    <dgm:ruleLst>
      <dgm:rule type="w" for="ch" forName="compNode" val="0" fact="NaN" max="NaN"/>
    </dgm:ruleLst>
    <dgm:forEach name="Name3" axis="ch" ptType="node">
      <dgm:layoutNode name="compNode">
        <dgm:alg type="composite"/>
        <dgm:shape xmlns:r="http://schemas.openxmlformats.org/officeDocument/2006/relationships" r:blip="">
          <dgm:adjLst/>
        </dgm:shape>
        <dgm:presOf axis="self"/>
        <dgm:constrLst>
          <dgm:constr type="w" for="ch" forName="iconRect" refType="w" fact="0.35"/>
          <dgm:constr type="h" for="ch" forName="iconRect" refType="w" refFor="ch" refForName="iconRect"/>
          <dgm:constr type="ctrX" for="ch" forName="iconRect" refType="w" fact="0.5"/>
          <dgm:constr type="t" for="ch" forName="iconRect"/>
          <dgm:constr type="w" for="ch" forName="iconSpace" refType="w"/>
          <dgm:constr type="h" for="ch" forName="iconSpace" refType="h" fact="0.043"/>
          <dgm:constr type="l" for="ch" forName="iconSpace"/>
          <dgm:constr type="t" for="ch" forName="iconSpace" refType="b" refFor="ch" refForName="iconRect"/>
          <dgm:constr type="w" for="ch" forName="parTx" refType="w"/>
          <dgm:constr type="h" for="ch" forName="parTx" refType="w" fact="0.15"/>
          <dgm:constr type="l" for="ch" forName="parTx"/>
          <dgm:constr type="t" for="ch" forName="parTx" refType="b" refFor="ch" refForName="iconSpace"/>
          <dgm:constr type="h" for="ch" forName="txSpace" refType="h" fact="0.02"/>
          <dgm:constr type="w" for="ch" forName="txSpace" refType="w"/>
          <dgm:constr type="l" for="ch" forName="txSpace"/>
          <dgm:constr type="t" for="ch" forName="txSpace" refType="b" refFor="ch" refForName="parTx"/>
          <dgm:constr type="w" for="ch" forName="desTx" refType="w"/>
          <dgm:constr type="l" for="ch" forName="desTx"/>
          <dgm:constr type="t" for="ch" forName="desTx" refType="b" refFor="ch" refForName="txSpace"/>
        </dgm:constrLst>
        <dgm:ruleLst>
          <dgm:rule type="h" val="INF" fact="NaN" max="NaN"/>
        </dgm:ruleLst>
        <dgm:layoutNode name="iconRect" styleLbl="node1">
          <dgm:alg type="sp"/>
          <dgm:shape xmlns:r="http://schemas.openxmlformats.org/officeDocument/2006/relationships" type="rect" r:blip="" blipPhldr="1">
            <dgm:adjLst/>
          </dgm:shape>
          <dgm:presOf/>
          <dgm:constrLst/>
          <dgm:ruleLst/>
        </dgm:layoutNode>
        <dgm:layoutNode name="iconSpace">
          <dgm:alg type="sp"/>
          <dgm:shape xmlns:r="http://schemas.openxmlformats.org/officeDocument/2006/relationships" r:blip="">
            <dgm:adjLst/>
          </dgm:shape>
          <dgm:presOf/>
          <dgm:constrLst/>
          <dgm:ruleLst/>
        </dgm:layoutNode>
        <dgm:layoutNode name="parTx" styleLbl="revTx">
          <dgm:varLst>
            <dgm:chMax val="0"/>
            <dgm:chPref val="0"/>
          </dgm:varLst>
          <dgm:alg type="tx">
            <dgm:param type="txAnchorVert" val="t"/>
          </dgm:alg>
          <dgm:shape xmlns:r="http://schemas.openxmlformats.org/officeDocument/2006/relationships" type="rect" r:blip="">
            <dgm:adjLst/>
          </dgm:shape>
          <dgm:presOf axis="self" ptType="node"/>
          <dgm:constrLst>
            <dgm:constr type="lMarg"/>
            <dgm:constr type="rMarg"/>
            <dgm:constr type="tMarg"/>
            <dgm:constr type="bMarg"/>
          </dgm:constrLst>
          <dgm:ruleLst>
            <dgm:rule type="primFontSz" val="14" fact="NaN" max="NaN"/>
            <dgm:rule type="h" val="INF" fact="NaN" max="NaN"/>
          </dgm:ruleLst>
        </dgm:layoutNode>
        <dgm:layoutNode name="txSpace">
          <dgm:alg type="sp"/>
          <dgm:shape xmlns:r="http://schemas.openxmlformats.org/officeDocument/2006/relationships" r:blip="">
            <dgm:adjLst/>
          </dgm:shape>
          <dgm:presOf/>
          <dgm:constrLst/>
          <dgm:ruleLst/>
        </dgm:layoutNode>
        <dgm:layoutNode name="desTx" styleLbl="revTx">
          <dgm:varLst/>
          <dgm:alg type="tx">
            <dgm:param type="stBulletLvl" val="0"/>
            <dgm:param type="txAnchorVert" val="t"/>
          </dgm:alg>
          <dgm:shape xmlns:r="http://schemas.openxmlformats.org/officeDocument/2006/relationships" type="rect" r:blip="">
            <dgm:adjLst/>
          </dgm:shape>
          <dgm:presOf axis="des" ptType="node"/>
          <dgm:constrLst>
            <dgm:constr type="secFontSz" refType="primFontSz"/>
            <dgm:constr type="lMarg"/>
            <dgm:constr type="rMarg"/>
            <dgm:constr type="tMarg"/>
            <dgm:constr type="bMarg"/>
          </dgm:constrLst>
          <dgm:ruleLst>
            <dgm:rule type="primFontSz" val="NaN" fact="NaN" max="17"/>
            <dgm:rule type="h" val="INF" fact="NaN" max="NaN"/>
          </dgm:ruleLst>
        </dgm:layoutNode>
      </dgm:layoutNode>
      <dgm:forEach name="Name4" axis="followSib" ptType="sibTrans" cnt="1">
        <dgm:layoutNode name="sibTrans">
          <dgm:alg type="sp"/>
          <dgm:shape xmlns:r="http://schemas.openxmlformats.org/officeDocument/2006/relationships" r:blip="">
            <dgm:adjLst/>
          </dgm:shape>
          <dgm:presOf axis="self"/>
          <dgm:constrLst/>
          <dgm:ruleLst/>
        </dgm:layoutNode>
      </dgm:forEach>
    </dgm:forEach>
  </dgm:layoutNode>
  <dgm:extLst>
    <a:ext uri="{68A01E43-0DF5-4B5B-8FA6-DAF915123BFB}">
      <dgm1612:lstStyle xmlns:dgm1612="http://schemas.microsoft.com/office/drawing/2016/12/diagram">
        <a:lvl1pPr>
          <a:lnSpc>
            <a:spcPct val="100000"/>
          </a:lnSpc>
          <a:defRPr b="1"/>
        </a:lvl1pPr>
        <a:lvl2pPr>
          <a:lnSpc>
            <a:spcPct val="100000"/>
          </a:lnSpc>
        </a:lvl2pPr>
      </dgm1612:lstStyle>
    </a:ext>
  </dgm:extLst>
</dgm:layoutDef>
</file>

<file path=ppt/diagrams/layout25.xml><?xml version="1.0" encoding="utf-8"?>
<dgm:layoutDef xmlns:dgm="http://schemas.openxmlformats.org/drawingml/2006/diagram" xmlns:a="http://schemas.openxmlformats.org/drawingml/2006/main" uniqueId="urn:microsoft.com/office/officeart/2018/2/layout/IconLabelDescriptionList">
  <dgm:title val="Icon Label Description List"/>
  <dgm:desc val="Use to show non-sequential or grouped chunks of information. The placeholder holds an icon or small picture, and corresponding text boxes show Level 1 and Level 2 text respectively. Works well for minimal Level 1 text accompanied by lengthier Level two text."/>
  <dgm:catLst>
    <dgm:cat type="icon" pri="500"/>
  </dgm:catLst>
  <dgm:sampData useDef="1">
    <dgm:dataModel>
      <dgm:ptLst/>
      <dgm:bg/>
      <dgm:whole/>
    </dgm:dataModel>
  </dgm:sampData>
  <dgm:styleData useDef="1">
    <dgm:dataModel>
      <dgm:ptLst/>
      <dgm:bg/>
      <dgm:whole/>
    </dgm:dataModel>
  </dgm:styleData>
  <dgm:clrData useDef="1">
    <dgm:dataModel>
      <dgm:ptLst/>
      <dgm:bg/>
      <dgm:whole/>
    </dgm:dataModel>
  </dgm:clrData>
  <dgm:layoutNode name="root">
    <dgm:varLst>
      <dgm:dir/>
      <dgm:resizeHandles val="exact"/>
    </dgm:varLst>
    <dgm:choose name="Name0">
      <dgm:if name="Name1" axis="self" func="var" arg="dir" op="equ" val="norm">
        <dgm:alg type="lin"/>
      </dgm:if>
      <dgm:else name="Name2">
        <dgm:alg type="lin">
          <dgm:param type="linDir" val="fromR"/>
        </dgm:alg>
      </dgm:else>
    </dgm:choose>
    <dgm:shape xmlns:r="http://schemas.openxmlformats.org/officeDocument/2006/relationships" r:blip="">
      <dgm:adjLst/>
    </dgm:shape>
    <dgm:presOf/>
    <dgm:constrLst>
      <dgm:constr type="h" for="ch" forName="compNode" refType="h" fact="0.45"/>
      <dgm:constr type="w" for="ch" forName="compNode" val="120"/>
      <dgm:constr type="w" for="ch" forName="sibTrans" refType="w" refFor="ch" refForName="compNode" fact="0.175"/>
      <dgm:constr type="primFontSz" for="des" forName="parTx" val="36"/>
      <dgm:constr type="primFontSz" for="des" forName="desTx" refType="primFontSz" refFor="des" refForName="parTx" op="lte" fact="0.75"/>
      <dgm:constr type="h" for="des" forName="compNode" op="equ"/>
      <dgm:constr type="h" for="des" forName="iconRect" op="equ"/>
      <dgm:constr type="w" for="des" forName="iconRect" op="equ"/>
      <dgm:constr type="h" for="des" forName="iconSpace" op="equ"/>
      <dgm:constr type="h" for="des" forName="parTx" op="equ"/>
      <dgm:constr type="h" for="des" forName="txSpace" op="equ"/>
      <dgm:constr type="h" for="des" forName="desTx" op="equ"/>
    </dgm:constrLst>
    <dgm:ruleLst>
      <dgm:rule type="w" for="ch" forName="compNode" val="0" fact="NaN" max="NaN"/>
    </dgm:ruleLst>
    <dgm:forEach name="Name3" axis="ch" ptType="node">
      <dgm:layoutNode name="compNode">
        <dgm:alg type="composite"/>
        <dgm:shape xmlns:r="http://schemas.openxmlformats.org/officeDocument/2006/relationships" r:blip="">
          <dgm:adjLst/>
        </dgm:shape>
        <dgm:presOf axis="self"/>
        <dgm:constrLst>
          <dgm:constr type="w" for="ch" forName="iconRect" refType="w" fact="0.35"/>
          <dgm:constr type="h" for="ch" forName="iconRect" refType="w" refFor="ch" refForName="iconRect"/>
          <dgm:constr type="l" for="ch" forName="iconRect"/>
          <dgm:constr type="t" for="ch" forName="iconRect"/>
          <dgm:constr type="w" for="ch" forName="iconSpace" refType="w"/>
          <dgm:constr type="h" for="ch" forName="iconSpace" refType="h" fact="0.043"/>
          <dgm:constr type="l" for="ch" forName="iconSpace"/>
          <dgm:constr type="t" for="ch" forName="iconSpace" refType="b" refFor="ch" refForName="iconRect"/>
          <dgm:constr type="w" for="ch" forName="parTx" refType="w"/>
          <dgm:constr type="h" for="ch" forName="parTx" refType="w" fact="0.15"/>
          <dgm:constr type="l" for="ch" forName="parTx"/>
          <dgm:constr type="t" for="ch" forName="parTx" refType="b" refFor="ch" refForName="iconSpace"/>
          <dgm:constr type="h" for="ch" forName="txSpace" refType="h" fact="0.02"/>
          <dgm:constr type="w" for="ch" forName="txSpace" refType="w"/>
          <dgm:constr type="l" for="ch" forName="txSpace"/>
          <dgm:constr type="t" for="ch" forName="txSpace" refType="b" refFor="ch" refForName="parTx"/>
          <dgm:constr type="w" for="ch" forName="desTx" refType="w"/>
          <dgm:constr type="l" for="ch" forName="desTx"/>
          <dgm:constr type="t" for="ch" forName="desTx" refType="b" refFor="ch" refForName="txSpace"/>
        </dgm:constrLst>
        <dgm:ruleLst>
          <dgm:rule type="h" val="INF" fact="NaN" max="NaN"/>
        </dgm:ruleLst>
        <dgm:layoutNode name="iconRect" styleLbl="node1">
          <dgm:alg type="sp"/>
          <dgm:shape xmlns:r="http://schemas.openxmlformats.org/officeDocument/2006/relationships" type="rect" r:blip="" blipPhldr="1">
            <dgm:adjLst/>
          </dgm:shape>
          <dgm:presOf/>
          <dgm:constrLst/>
          <dgm:ruleLst/>
        </dgm:layoutNode>
        <dgm:layoutNode name="iconSpace">
          <dgm:alg type="sp"/>
          <dgm:shape xmlns:r="http://schemas.openxmlformats.org/officeDocument/2006/relationships" r:blip="">
            <dgm:adjLst/>
          </dgm:shape>
          <dgm:presOf/>
          <dgm:constrLst/>
          <dgm:ruleLst/>
        </dgm:layoutNode>
        <dgm:layoutNode name="parTx" styleLbl="revTx">
          <dgm:varLst>
            <dgm:chMax val="0"/>
            <dgm:chPref val="0"/>
          </dgm:varLst>
          <dgm:alg type="tx">
            <dgm:param type="txAnchorVert" val="t"/>
            <dgm:param type="parTxLTRAlign" val="l"/>
            <dgm:param type="shpTxLTRAlignCh" val="l"/>
            <dgm:param type="parTxRTLAlign" val="r"/>
            <dgm:param type="shpTxRTLAlignCh" val="r"/>
          </dgm:alg>
          <dgm:shape xmlns:r="http://schemas.openxmlformats.org/officeDocument/2006/relationships" type="rect" r:blip="">
            <dgm:adjLst/>
          </dgm:shape>
          <dgm:presOf axis="self" ptType="node"/>
          <dgm:constrLst>
            <dgm:constr type="lMarg"/>
            <dgm:constr type="rMarg"/>
            <dgm:constr type="tMarg"/>
            <dgm:constr type="bMarg"/>
          </dgm:constrLst>
          <dgm:ruleLst>
            <dgm:rule type="primFontSz" val="14" fact="NaN" max="NaN"/>
            <dgm:rule type="h" val="INF" fact="NaN" max="NaN"/>
          </dgm:ruleLst>
        </dgm:layoutNode>
        <dgm:layoutNode name="txSpace">
          <dgm:alg type="sp"/>
          <dgm:shape xmlns:r="http://schemas.openxmlformats.org/officeDocument/2006/relationships" r:blip="">
            <dgm:adjLst/>
          </dgm:shape>
          <dgm:presOf/>
          <dgm:constrLst/>
          <dgm:ruleLst/>
        </dgm:layoutNode>
        <dgm:layoutNode name="desTx" styleLbl="revTx">
          <dgm:varLst/>
          <dgm:alg type="tx">
            <dgm:param type="stBulletLvl" val="0"/>
            <dgm:param type="txAnchorVert" val="t"/>
            <dgm:param type="parTxLTRAlign" val="l"/>
            <dgm:param type="shpTxLTRAlignCh" val="l"/>
            <dgm:param type="parTxRTLAlign" val="r"/>
            <dgm:param type="shpTxRTLAlignCh" val="r"/>
          </dgm:alg>
          <dgm:shape xmlns:r="http://schemas.openxmlformats.org/officeDocument/2006/relationships" type="rect" r:blip="">
            <dgm:adjLst/>
          </dgm:shape>
          <dgm:presOf axis="des" ptType="node"/>
          <dgm:constrLst>
            <dgm:constr type="secFontSz" refType="primFontSz"/>
            <dgm:constr type="lMarg"/>
            <dgm:constr type="rMarg"/>
            <dgm:constr type="tMarg"/>
            <dgm:constr type="bMarg"/>
          </dgm:constrLst>
          <dgm:ruleLst>
            <dgm:rule type="primFontSz" val="NaN" fact="NaN" max="17"/>
            <dgm:rule type="h" val="INF" fact="NaN" max="NaN"/>
          </dgm:ruleLst>
        </dgm:layoutNode>
      </dgm:layoutNode>
      <dgm:forEach name="Name4" axis="followSib" ptType="sibTrans" cnt="1">
        <dgm:layoutNode name="sibTrans">
          <dgm:alg type="sp"/>
          <dgm:shape xmlns:r="http://schemas.openxmlformats.org/officeDocument/2006/relationships" r:blip="">
            <dgm:adjLst/>
          </dgm:shape>
          <dgm:presOf axis="self"/>
          <dgm:constrLst/>
          <dgm:ruleLst/>
        </dgm:layoutNode>
      </dgm:forEach>
    </dgm:forEach>
  </dgm:layoutNode>
  <dgm:extLst>
    <a:ext uri="{68A01E43-0DF5-4B5B-8FA6-DAF915123BFB}">
      <dgm1612:lstStyle xmlns:dgm1612="http://schemas.microsoft.com/office/drawing/2016/12/diagram">
        <a:lvl1pPr>
          <a:lnSpc>
            <a:spcPct val="100000"/>
          </a:lnSpc>
          <a:defRPr b="1"/>
        </a:lvl1pPr>
        <a:lvl2pPr>
          <a:lnSpc>
            <a:spcPct val="100000"/>
          </a:lnSpc>
        </a:lvl2pPr>
      </dgm1612:lstStyle>
    </a:ext>
  </dgm:extLst>
</dgm:layoutDef>
</file>

<file path=ppt/diagrams/layout26.xml><?xml version="1.0" encoding="utf-8"?>
<dgm:layoutDef xmlns:dgm="http://schemas.openxmlformats.org/drawingml/2006/diagram" xmlns:a="http://schemas.openxmlformats.org/drawingml/2006/main" uniqueId="urn:microsoft.com/office/officeart/2005/8/layout/process4">
  <dgm:title val=""/>
  <dgm:desc val=""/>
  <dgm:catLst>
    <dgm:cat type="process" pri="16000"/>
    <dgm:cat type="list" pri="20000"/>
  </dgm:catLst>
  <dgm:sampData>
    <dgm:dataModel>
      <dgm:ptLst>
        <dgm:pt modelId="0" type="doc"/>
        <dgm:pt modelId="1">
          <dgm:prSet phldr="1"/>
        </dgm:pt>
        <dgm:pt modelId="11">
          <dgm:prSet phldr="1"/>
        </dgm:pt>
        <dgm:pt modelId="12">
          <dgm:prSet phldr="1"/>
        </dgm:pt>
        <dgm:pt modelId="2">
          <dgm:prSet phldr="1"/>
        </dgm:pt>
        <dgm:pt modelId="21">
          <dgm:prSet phldr="1"/>
        </dgm:pt>
        <dgm:pt modelId="22">
          <dgm:prSet phldr="1"/>
        </dgm:pt>
        <dgm:pt modelId="3">
          <dgm:prSet phldr="1"/>
        </dgm:pt>
        <dgm:pt modelId="31">
          <dgm:prSet phldr="1"/>
        </dgm:pt>
        <dgm:pt modelId="32">
          <dgm:prSet phldr="1"/>
        </dgm:pt>
      </dgm:ptLst>
      <dgm:cxnLst>
        <dgm:cxn modelId="4" srcId="0" destId="1" srcOrd="0" destOrd="0"/>
        <dgm:cxn modelId="5" srcId="0" destId="2" srcOrd="1" destOrd="0"/>
        <dgm:cxn modelId="6" srcId="0" destId="3" srcOrd="2" destOrd="0"/>
        <dgm:cxn modelId="13" srcId="1" destId="11" srcOrd="0" destOrd="0"/>
        <dgm:cxn modelId="14" srcId="1" destId="12" srcOrd="1" destOrd="0"/>
        <dgm:cxn modelId="23" srcId="2" destId="21" srcOrd="0" destOrd="0"/>
        <dgm:cxn modelId="24" srcId="2" destId="22" srcOrd="1" destOrd="0"/>
        <dgm:cxn modelId="33" srcId="3" destId="31" srcOrd="0" destOrd="0"/>
        <dgm:cxn modelId="34" srcId="3" destId="32" srcOrd="1" destOrd="0"/>
      </dgm:cxnLst>
      <dgm:bg/>
      <dgm:whole/>
    </dgm:dataModel>
  </dgm:sampData>
  <dgm:styleData>
    <dgm:dataModel>
      <dgm:ptLst>
        <dgm:pt modelId="0" type="doc"/>
        <dgm:pt modelId="1"/>
        <dgm:pt modelId="11"/>
        <dgm:pt modelId="2"/>
        <dgm:pt modelId="21"/>
      </dgm:ptLst>
      <dgm:cxnLst>
        <dgm:cxn modelId="4" srcId="0" destId="1" srcOrd="0" destOrd="0"/>
        <dgm:cxn modelId="5" srcId="0" destId="2" srcOrd="1" destOrd="0"/>
        <dgm:cxn modelId="13" srcId="1" destId="11" srcOrd="0" destOrd="0"/>
        <dgm:cxn modelId="23" srcId="2" destId="21" srcOrd="0" destOrd="0"/>
      </dgm:cxnLst>
      <dgm:bg/>
      <dgm:whole/>
    </dgm:dataModel>
  </dgm:styleData>
  <dgm:clrData>
    <dgm:dataModel>
      <dgm:ptLst>
        <dgm:pt modelId="0" type="doc"/>
        <dgm:pt modelId="1"/>
        <dgm:pt modelId="11"/>
        <dgm:pt modelId="2"/>
        <dgm:pt modelId="21"/>
        <dgm:pt modelId="3"/>
        <dgm:pt modelId="31"/>
        <dgm:pt modelId="4"/>
        <dgm:pt modelId="41"/>
      </dgm:ptLst>
      <dgm:cxnLst>
        <dgm:cxn modelId="5" srcId="0" destId="1" srcOrd="0" destOrd="0"/>
        <dgm:cxn modelId="6" srcId="0" destId="2" srcOrd="1" destOrd="0"/>
        <dgm:cxn modelId="7" srcId="0" destId="3" srcOrd="2" destOrd="0"/>
        <dgm:cxn modelId="8" srcId="0" destId="4" srcOrd="3" destOrd="0"/>
        <dgm:cxn modelId="13" srcId="1" destId="11" srcOrd="0" destOrd="0"/>
        <dgm:cxn modelId="23" srcId="2" destId="21" srcOrd="0" destOrd="0"/>
        <dgm:cxn modelId="33" srcId="3" destId="31" srcOrd="0" destOrd="0"/>
        <dgm:cxn modelId="43" srcId="4" destId="41" srcOrd="0" destOrd="0"/>
      </dgm:cxnLst>
      <dgm:bg/>
      <dgm:whole/>
    </dgm:dataModel>
  </dgm:clrData>
  <dgm:layoutNode name="Name0">
    <dgm:varLst>
      <dgm:dir/>
      <dgm:animLvl val="lvl"/>
      <dgm:resizeHandles val="exact"/>
    </dgm:varLst>
    <dgm:alg type="lin">
      <dgm:param type="linDir" val="fromB"/>
    </dgm:alg>
    <dgm:shape xmlns:r="http://schemas.openxmlformats.org/officeDocument/2006/relationships" r:blip="">
      <dgm:adjLst/>
    </dgm:shape>
    <dgm:presOf/>
    <dgm:constrLst>
      <dgm:constr type="h" for="ch" forName="boxAndChildren" refType="h"/>
      <dgm:constr type="h" for="ch" forName="arrowAndChildren" refType="h" refFor="ch" refForName="boxAndChildren" op="equ" fact="1.538"/>
      <dgm:constr type="w" for="ch" forName="arrowAndChildren" refType="w"/>
      <dgm:constr type="w" for="ch" forName="boxAndChildren" refType="w"/>
      <dgm:constr type="h" for="ch" forName="sp" refType="h" fact="-0.015"/>
      <dgm:constr type="primFontSz" for="des" forName="parentTextBox" val="65"/>
      <dgm:constr type="primFontSz" for="des" forName="parentTextArrow" refType="primFontSz" refFor="des" refForName="parentTextBox" op="equ"/>
      <dgm:constr type="primFontSz" for="des" forName="childTextArrow" val="65"/>
      <dgm:constr type="primFontSz" for="des" forName="childTextBox" refType="primFontSz" refFor="des" refForName="childTextArrow" op="equ"/>
    </dgm:constrLst>
    <dgm:ruleLst/>
    <dgm:forEach name="Name1" axis="ch" ptType="node" st="-1" step="-1">
      <dgm:choose name="Name2">
        <dgm:if name="Name3" axis="self" ptType="node" func="revPos" op="equ" val="1">
          <dgm:layoutNode name="boxAndChildren">
            <dgm:alg type="composite"/>
            <dgm:shape xmlns:r="http://schemas.openxmlformats.org/officeDocument/2006/relationships" r:blip="">
              <dgm:adjLst/>
            </dgm:shape>
            <dgm:presOf/>
            <dgm:choose name="Name4">
              <dgm:if name="Name5" axis="ch" ptType="node" func="cnt" op="gte" val="1">
                <dgm:constrLst>
                  <dgm:constr type="w" for="ch" forName="parentTextBox" refType="w"/>
                  <dgm:constr type="h" for="ch" forName="parentTextBox" refType="h" fact="0.54"/>
                  <dgm:constr type="t" for="ch" forName="parentTextBox"/>
                  <dgm:constr type="w" for="ch" forName="entireBox" refType="w"/>
                  <dgm:constr type="h" for="ch" forName="entireBox" refType="h"/>
                  <dgm:constr type="w" for="ch" forName="descendantBox" refType="w"/>
                  <dgm:constr type="b" for="ch" forName="descendantBox" refType="h" fact="0.98"/>
                  <dgm:constr type="h" for="ch" forName="descendantBox" refType="h" fact="0.46"/>
                </dgm:constrLst>
              </dgm:if>
              <dgm:else name="Name6">
                <dgm:constrLst>
                  <dgm:constr type="w" for="ch" forName="parentTextBox" refType="w"/>
                  <dgm:constr type="h" for="ch" forName="parentTextBox" refType="h"/>
                </dgm:constrLst>
              </dgm:else>
            </dgm:choose>
            <dgm:ruleLst/>
            <dgm:layoutNode name="parentTextBox">
              <dgm:alg type="tx"/>
              <dgm:choose name="Name7">
                <dgm:if name="Name8" axis="ch" ptType="node" func="cnt" op="gte" val="1">
                  <dgm:shape xmlns:r="http://schemas.openxmlformats.org/officeDocument/2006/relationships" type="rect" r:blip="" zOrderOff="1" hideGeom="1">
                    <dgm:adjLst/>
                  </dgm:shape>
                </dgm:if>
                <dgm:else name="Name9">
                  <dgm:shape xmlns:r="http://schemas.openxmlformats.org/officeDocument/2006/relationships" type="rect" r:blip="">
                    <dgm:adjLst/>
                  </dgm:shape>
                </dgm:else>
              </dgm:choose>
              <dgm:presOf axis="self"/>
              <dgm:constrLst/>
              <dgm:ruleLst>
                <dgm:rule type="primFontSz" val="5" fact="NaN" max="NaN"/>
              </dgm:ruleLst>
            </dgm:layoutNode>
            <dgm:choose name="Name10">
              <dgm:if name="Name11" axis="ch" ptType="node" func="cnt" op="gte" val="1">
                <dgm:layoutNode name="entireBox">
                  <dgm:alg type="sp"/>
                  <dgm:shape xmlns:r="http://schemas.openxmlformats.org/officeDocument/2006/relationships" type="rect" r:blip="">
                    <dgm:adjLst/>
                  </dgm:shape>
                  <dgm:presOf axis="self"/>
                  <dgm:constrLst/>
                  <dgm:ruleLst/>
                </dgm:layoutNode>
                <dgm:layoutNode name="descendantBox" styleLbl="fgAccFollowNode1">
                  <dgm:choose name="Name12">
                    <dgm:if name="Name13" func="var" arg="dir" op="equ" val="norm">
                      <dgm:alg type="lin"/>
                    </dgm:if>
                    <dgm:else name="Name14">
                      <dgm:alg type="lin">
                        <dgm:param type="linDir" val="fromR"/>
                      </dgm:alg>
                    </dgm:else>
                  </dgm:choose>
                  <dgm:shape xmlns:r="http://schemas.openxmlformats.org/officeDocument/2006/relationships" r:blip="">
                    <dgm:adjLst/>
                  </dgm:shape>
                  <dgm:presOf/>
                  <dgm:constrLst>
                    <dgm:constr type="w" for="ch" forName="childTextBox" refType="w"/>
                    <dgm:constr type="h" for="ch" forName="childTextBox" refType="h"/>
                  </dgm:constrLst>
                  <dgm:ruleLst/>
                  <dgm:forEach name="Name15" axis="ch" ptType="node">
                    <dgm:layoutNode name="childTextBox" styleLbl="fgAccFollowNode1">
                      <dgm:varLst>
                        <dgm:bulletEnabled val="1"/>
                      </dgm:varLst>
                      <dgm:alg type="tx"/>
                      <dgm:shape xmlns:r="http://schemas.openxmlformats.org/officeDocument/2006/relationships" type="rect" r:blip="">
                        <dgm:adjLst/>
                      </dgm:shape>
                      <dgm:presOf axis="desOrSelf" ptType="node"/>
                      <dgm:constrLst>
                        <dgm:constr type="tMarg" refType="primFontSz" fact="0.1"/>
                        <dgm:constr type="bMarg" refType="primFontSz" fact="0.1"/>
                      </dgm:constrLst>
                      <dgm:ruleLst>
                        <dgm:rule type="primFontSz" val="5" fact="NaN" max="NaN"/>
                      </dgm:ruleLst>
                    </dgm:layoutNode>
                  </dgm:forEach>
                </dgm:layoutNode>
              </dgm:if>
              <dgm:else name="Name16"/>
            </dgm:choose>
          </dgm:layoutNode>
        </dgm:if>
        <dgm:else name="Name17">
          <dgm:layoutNode name="arrowAndChildren">
            <dgm:alg type="composite"/>
            <dgm:shape xmlns:r="http://schemas.openxmlformats.org/officeDocument/2006/relationships" r:blip="">
              <dgm:adjLst/>
            </dgm:shape>
            <dgm:presOf/>
            <dgm:choose name="Name18">
              <dgm:if name="Name19" axis="ch" ptType="node" func="cnt" op="gte" val="1">
                <dgm:constrLst>
                  <dgm:constr type="w" for="ch" forName="parentTextArrow" refType="w"/>
                  <dgm:constr type="t" for="ch" forName="parentTextArrow"/>
                  <dgm:constr type="h" for="ch" forName="parentTextArrow" refType="h" fact="0.351"/>
                  <dgm:constr type="w" for="ch" forName="arrow" refType="w"/>
                  <dgm:constr type="h" for="ch" forName="arrow" refType="h"/>
                  <dgm:constr type="w" for="ch" forName="descendantArrow" refType="w"/>
                  <dgm:constr type="b" for="ch" forName="descendantArrow" refType="h" fact="0.65"/>
                  <dgm:constr type="h" for="ch" forName="descendantArrow" refType="h" fact="0.299"/>
                </dgm:constrLst>
              </dgm:if>
              <dgm:else name="Name20">
                <dgm:constrLst>
                  <dgm:constr type="w" for="ch" forName="parentTextArrow" refType="w"/>
                  <dgm:constr type="h" for="ch" forName="parentTextArrow" refType="h"/>
                </dgm:constrLst>
              </dgm:else>
            </dgm:choose>
            <dgm:ruleLst/>
            <dgm:layoutNode name="parentTextArrow">
              <dgm:alg type="tx"/>
              <dgm:choose name="Name21">
                <dgm:if name="Name22" axis="ch" ptType="node" func="cnt" op="gte" val="1">
                  <dgm:shape xmlns:r="http://schemas.openxmlformats.org/officeDocument/2006/relationships" type="rect" r:blip="" zOrderOff="1" hideGeom="1">
                    <dgm:adjLst/>
                  </dgm:shape>
                </dgm:if>
                <dgm:else name="Name23">
                  <dgm:shape xmlns:r="http://schemas.openxmlformats.org/officeDocument/2006/relationships" rot="180" type="upArrowCallout" r:blip="">
                    <dgm:adjLst/>
                  </dgm:shape>
                </dgm:else>
              </dgm:choose>
              <dgm:presOf axis="self"/>
              <dgm:constrLst/>
              <dgm:ruleLst>
                <dgm:rule type="primFontSz" val="5" fact="NaN" max="NaN"/>
              </dgm:ruleLst>
            </dgm:layoutNode>
            <dgm:choose name="Name24">
              <dgm:if name="Name25" axis="ch" ptType="node" func="cnt" op="gte" val="1">
                <dgm:layoutNode name="arrow">
                  <dgm:alg type="sp"/>
                  <dgm:shape xmlns:r="http://schemas.openxmlformats.org/officeDocument/2006/relationships" rot="180" type="upArrowCallout" r:blip="">
                    <dgm:adjLst/>
                  </dgm:shape>
                  <dgm:presOf axis="self"/>
                  <dgm:constrLst/>
                  <dgm:ruleLst/>
                </dgm:layoutNode>
                <dgm:layoutNode name="descendantArrow">
                  <dgm:choose name="Name26">
                    <dgm:if name="Name27" func="var" arg="dir" op="equ" val="norm">
                      <dgm:alg type="lin"/>
                    </dgm:if>
                    <dgm:else name="Name28">
                      <dgm:alg type="lin">
                        <dgm:param type="linDir" val="fromR"/>
                      </dgm:alg>
                    </dgm:else>
                  </dgm:choose>
                  <dgm:shape xmlns:r="http://schemas.openxmlformats.org/officeDocument/2006/relationships" r:blip="">
                    <dgm:adjLst/>
                  </dgm:shape>
                  <dgm:presOf/>
                  <dgm:constrLst>
                    <dgm:constr type="w" for="ch" forName="childTextArrow" refType="w"/>
                    <dgm:constr type="h" for="ch" forName="childTextArrow" refType="h"/>
                  </dgm:constrLst>
                  <dgm:ruleLst/>
                  <dgm:forEach name="Name29" axis="ch" ptType="node">
                    <dgm:layoutNode name="childTextArrow" styleLbl="fgAccFollowNode1">
                      <dgm:varLst>
                        <dgm:bulletEnabled val="1"/>
                      </dgm:varLst>
                      <dgm:alg type="tx"/>
                      <dgm:shape xmlns:r="http://schemas.openxmlformats.org/officeDocument/2006/relationships" type="rect" r:blip="">
                        <dgm:adjLst/>
                      </dgm:shape>
                      <dgm:presOf axis="desOrSelf" ptType="node"/>
                      <dgm:constrLst>
                        <dgm:constr type="tMarg" refType="primFontSz" fact="0.1"/>
                        <dgm:constr type="bMarg" refType="primFontSz" fact="0.1"/>
                      </dgm:constrLst>
                      <dgm:ruleLst>
                        <dgm:rule type="primFontSz" val="5" fact="NaN" max="NaN"/>
                      </dgm:ruleLst>
                    </dgm:layoutNode>
                  </dgm:forEach>
                </dgm:layoutNode>
              </dgm:if>
              <dgm:else name="Name30"/>
            </dgm:choose>
          </dgm:layoutNode>
        </dgm:else>
      </dgm:choose>
      <dgm:forEach name="Name31" axis="precedSib" ptType="sibTrans" st="-1" cnt="1">
        <dgm:layoutNode name="sp">
          <dgm:alg type="sp"/>
          <dgm:shape xmlns:r="http://schemas.openxmlformats.org/officeDocument/2006/relationships" r:blip="">
            <dgm:adjLst/>
          </dgm:shape>
          <dgm:presOf axis="self"/>
          <dgm:constrLst/>
          <dgm:ruleLst/>
        </dgm:layoutNode>
      </dgm:forEach>
    </dgm:forEach>
  </dgm:layoutNode>
</dgm:layoutDef>
</file>

<file path=ppt/diagrams/layout27.xml><?xml version="1.0" encoding="utf-8"?>
<dgm:layoutDef xmlns:dgm="http://schemas.openxmlformats.org/drawingml/2006/diagram" xmlns:a="http://schemas.openxmlformats.org/drawingml/2006/main" uniqueId="urn:microsoft.com/office/officeart/2005/8/layout/lProcess2">
  <dgm:title val=""/>
  <dgm:desc val=""/>
  <dgm:catLst>
    <dgm:cat type="list" pri="10000"/>
    <dgm:cat type="relationship" pri="13000"/>
  </dgm:catLst>
  <dgm:sampData>
    <dgm:dataModel>
      <dgm:ptLst>
        <dgm:pt modelId="0" type="doc"/>
        <dgm:pt modelId="1">
          <dgm:prSet phldr="1"/>
        </dgm:pt>
        <dgm:pt modelId="11">
          <dgm:prSet phldr="1"/>
        </dgm:pt>
        <dgm:pt modelId="12">
          <dgm:prSet phldr="1"/>
        </dgm:pt>
        <dgm:pt modelId="2">
          <dgm:prSet phldr="1"/>
        </dgm:pt>
        <dgm:pt modelId="21">
          <dgm:prSet phldr="1"/>
        </dgm:pt>
        <dgm:pt modelId="22">
          <dgm:prSet phldr="1"/>
        </dgm:pt>
        <dgm:pt modelId="3">
          <dgm:prSet phldr="1"/>
        </dgm:pt>
        <dgm:pt modelId="31">
          <dgm:prSet phldr="1"/>
        </dgm:pt>
        <dgm:pt modelId="32">
          <dgm:prSet phldr="1"/>
        </dgm:pt>
      </dgm:ptLst>
      <dgm:cxnLst>
        <dgm:cxn modelId="4" srcId="0" destId="1" srcOrd="0" destOrd="0"/>
        <dgm:cxn modelId="5" srcId="0" destId="2" srcOrd="1" destOrd="0"/>
        <dgm:cxn modelId="13" srcId="1" destId="11" srcOrd="0" destOrd="0"/>
        <dgm:cxn modelId="14" srcId="1" destId="12" srcOrd="0" destOrd="0"/>
        <dgm:cxn modelId="23" srcId="2" destId="21" srcOrd="0" destOrd="0"/>
        <dgm:cxn modelId="24" srcId="2" destId="22" srcOrd="0" destOrd="0"/>
        <dgm:cxn modelId="33" srcId="3" destId="31" srcOrd="0" destOrd="0"/>
        <dgm:cxn modelId="34" srcId="3" destId="32" srcOrd="0" destOrd="0"/>
      </dgm:cxnLst>
      <dgm:bg/>
      <dgm:whole/>
    </dgm:dataModel>
  </dgm:sampData>
  <dgm:styleData useDef="1">
    <dgm:dataModel>
      <dgm:ptLst/>
      <dgm:bg/>
      <dgm:whole/>
    </dgm:dataModel>
  </dgm:styleData>
  <dgm:clrData useDef="1">
    <dgm:dataModel>
      <dgm:ptLst/>
      <dgm:bg/>
      <dgm:whole/>
    </dgm:dataModel>
  </dgm:clrData>
  <dgm:layoutNode name="theList">
    <dgm:varLst>
      <dgm:dir/>
      <dgm:animLvl val="lvl"/>
      <dgm:resizeHandles val="exact"/>
    </dgm:varLst>
    <dgm:choose name="Name0">
      <dgm:if name="Name1" func="var" arg="dir" op="equ" val="norm">
        <dgm:alg type="lin"/>
      </dgm:if>
      <dgm:else name="Name2">
        <dgm:alg type="lin">
          <dgm:param type="linDir" val="fromR"/>
        </dgm:alg>
      </dgm:else>
    </dgm:choose>
    <dgm:shape xmlns:r="http://schemas.openxmlformats.org/officeDocument/2006/relationships" r:blip="">
      <dgm:adjLst/>
    </dgm:shape>
    <dgm:presOf/>
    <dgm:constrLst>
      <dgm:constr type="w" for="ch" forName="compNode" refType="w"/>
      <dgm:constr type="h" for="ch" forName="compNode" refType="h"/>
      <dgm:constr type="w" for="ch" forName="aSpace" refType="w" fact="0.075"/>
      <dgm:constr type="h" for="des" forName="aSpace2" refType="h" fact="0.1"/>
      <dgm:constr type="primFontSz" for="des" forName="textNode" op="equ"/>
      <dgm:constr type="primFontSz" for="des" forName="childNode" op="equ"/>
    </dgm:constrLst>
    <dgm:ruleLst/>
    <dgm:forEach name="aNodeForEach" axis="ch" ptType="node">
      <dgm:layoutNode name="compNode">
        <dgm:alg type="composite"/>
        <dgm:shape xmlns:r="http://schemas.openxmlformats.org/officeDocument/2006/relationships" r:blip="">
          <dgm:adjLst/>
        </dgm:shape>
        <dgm:presOf/>
        <dgm:constrLst>
          <dgm:constr type="w" for="ch" forName="aNode" refType="w"/>
          <dgm:constr type="h" for="ch" forName="aNode" refType="h"/>
          <dgm:constr type="w" for="ch" forName="textNode" refType="w"/>
          <dgm:constr type="h" for="ch" forName="textNode" refType="h" fact="0.3"/>
          <dgm:constr type="ctrX" for="ch" forName="textNode" refType="w" fact="0.5"/>
          <dgm:constr type="w" for="ch" forName="compChildNode" refType="w" fact="0.8"/>
          <dgm:constr type="h" for="ch" forName="compChildNode" refType="h" fact="0.65"/>
          <dgm:constr type="t" for="ch" forName="compChildNode" refType="h" fact="0.3"/>
          <dgm:constr type="ctrX" for="ch" forName="compChildNode" refType="w" fact="0.5"/>
        </dgm:constrLst>
        <dgm:ruleLst/>
        <dgm:layoutNode name="aNode" styleLbl="bgShp">
          <dgm:alg type="sp"/>
          <dgm:shape xmlns:r="http://schemas.openxmlformats.org/officeDocument/2006/relationships" type="roundRect" r:blip="">
            <dgm:adjLst>
              <dgm:adj idx="1" val="0.1"/>
            </dgm:adjLst>
          </dgm:shape>
          <dgm:presOf axis="self"/>
          <dgm:constrLst/>
          <dgm:ruleLst/>
        </dgm:layoutNode>
        <dgm:layoutNode name="textNode" styleLbl="bgShp">
          <dgm:alg type="tx"/>
          <dgm:shape xmlns:r="http://schemas.openxmlformats.org/officeDocument/2006/relationships" type="rect" r:blip="" hideGeom="1">
            <dgm:adjLst>
              <dgm:adj idx="1" val="0.1"/>
            </dgm:adjLst>
          </dgm:shape>
          <dgm:presOf axis="self"/>
          <dgm:constrLst>
            <dgm:constr type="primFontSz" val="65"/>
            <dgm:constr type="lMarg" refType="primFontSz" fact="0.3"/>
            <dgm:constr type="rMarg" refType="primFontSz" fact="0.3"/>
            <dgm:constr type="tMarg" refType="primFontSz" fact="0.3"/>
            <dgm:constr type="bMarg" refType="primFontSz" fact="0.3"/>
          </dgm:constrLst>
          <dgm:ruleLst>
            <dgm:rule type="primFontSz" val="5" fact="NaN" max="NaN"/>
          </dgm:ruleLst>
        </dgm:layoutNode>
        <dgm:layoutNode name="compChildNode">
          <dgm:alg type="composite"/>
          <dgm:shape xmlns:r="http://schemas.openxmlformats.org/officeDocument/2006/relationships" r:blip="">
            <dgm:adjLst/>
          </dgm:shape>
          <dgm:presOf/>
          <dgm:constrLst>
            <dgm:constr type="w" for="des" forName="childNode" refType="w"/>
            <dgm:constr type="h" for="des" forName="childNode" refType="h"/>
          </dgm:constrLst>
          <dgm:ruleLst/>
          <dgm:layoutNode name="theInnerList">
            <dgm:alg type="lin">
              <dgm:param type="linDir" val="fromT"/>
            </dgm:alg>
            <dgm:shape xmlns:r="http://schemas.openxmlformats.org/officeDocument/2006/relationships" r:blip="">
              <dgm:adjLst/>
            </dgm:shape>
            <dgm:presOf/>
            <dgm:constrLst/>
            <dgm:ruleLst/>
            <dgm:forEach name="childNodeForEach" axis="ch" ptType="node">
              <dgm:layoutNode name="childNode" styleLbl="node1">
                <dgm:varLst>
                  <dgm:bulletEnabled val="1"/>
                </dgm:varLst>
                <dgm:alg type="tx"/>
                <dgm:shape xmlns:r="http://schemas.openxmlformats.org/officeDocument/2006/relationships" type="roundRect" r:blip="">
                  <dgm:adjLst>
                    <dgm:adj idx="1" val="0.1"/>
                  </dgm:adjLst>
                </dgm:shape>
                <dgm:presOf axis="desOrSelf" ptType="node"/>
                <dgm:constrLst>
                  <dgm:constr type="primFontSz" val="65"/>
                  <dgm:constr type="tMarg" refType="primFontSz" fact="0.15"/>
                  <dgm:constr type="bMarg" refType="primFontSz" fact="0.15"/>
                  <dgm:constr type="lMarg" refType="primFontSz" fact="0.2"/>
                  <dgm:constr type="rMarg" refType="primFontSz" fact="0.2"/>
                </dgm:constrLst>
                <dgm:ruleLst>
                  <dgm:rule type="primFontSz" val="5" fact="NaN" max="NaN"/>
                </dgm:ruleLst>
              </dgm:layoutNode>
              <dgm:choose name="Name3">
                <dgm:if name="Name4" axis="self" ptType="node" func="revPos" op="equ" val="1"/>
                <dgm:else name="Name5">
                  <dgm:layoutNode name="aSpace2">
                    <dgm:alg type="sp"/>
                    <dgm:shape xmlns:r="http://schemas.openxmlformats.org/officeDocument/2006/relationships" r:blip="">
                      <dgm:adjLst/>
                    </dgm:shape>
                    <dgm:presOf/>
                    <dgm:constrLst/>
                    <dgm:ruleLst/>
                  </dgm:layoutNode>
                </dgm:else>
              </dgm:choose>
            </dgm:forEach>
          </dgm:layoutNode>
        </dgm:layoutNode>
      </dgm:layoutNode>
      <dgm:choose name="Name6">
        <dgm:if name="Name7" axis="self" ptType="node" func="revPos" op="equ" val="1"/>
        <dgm:else name="Name8">
          <dgm:layoutNode name="aSpace">
            <dgm:alg type="sp"/>
            <dgm:shape xmlns:r="http://schemas.openxmlformats.org/officeDocument/2006/relationships" r:blip="">
              <dgm:adjLst/>
            </dgm:shape>
            <dgm:presOf/>
            <dgm:constrLst/>
            <dgm:ruleLst/>
          </dgm:layoutNode>
        </dgm:else>
      </dgm:choose>
    </dgm:forEach>
  </dgm:layoutNode>
</dgm:layoutDef>
</file>

<file path=ppt/diagrams/layout28.xml><?xml version="1.0" encoding="utf-8"?>
<dgm:layoutDef xmlns:dgm="http://schemas.openxmlformats.org/drawingml/2006/diagram" xmlns:a="http://schemas.openxmlformats.org/drawingml/2006/main" uniqueId="urn:microsoft.com/office/officeart/2018/2/layout/IconLabelDescriptionList">
  <dgm:title val="Icon Label Description List"/>
  <dgm:desc val="Use to show non-sequential or grouped chunks of information. The placeholder holds an icon or small picture, and corresponding text boxes show Level 1 and Level 2 text respectively. Works well for minimal Level 1 text accompanied by lengthier Level two text."/>
  <dgm:catLst>
    <dgm:cat type="icon" pri="500"/>
  </dgm:catLst>
  <dgm:sampData useDef="1">
    <dgm:dataModel>
      <dgm:ptLst/>
      <dgm:bg/>
      <dgm:whole/>
    </dgm:dataModel>
  </dgm:sampData>
  <dgm:styleData useDef="1">
    <dgm:dataModel>
      <dgm:ptLst/>
      <dgm:bg/>
      <dgm:whole/>
    </dgm:dataModel>
  </dgm:styleData>
  <dgm:clrData useDef="1">
    <dgm:dataModel>
      <dgm:ptLst/>
      <dgm:bg/>
      <dgm:whole/>
    </dgm:dataModel>
  </dgm:clrData>
  <dgm:layoutNode name="root">
    <dgm:varLst>
      <dgm:dir/>
      <dgm:resizeHandles val="exact"/>
    </dgm:varLst>
    <dgm:choose name="Name0">
      <dgm:if name="Name1" axis="self" func="var" arg="dir" op="equ" val="norm">
        <dgm:alg type="lin"/>
      </dgm:if>
      <dgm:else name="Name2">
        <dgm:alg type="lin">
          <dgm:param type="linDir" val="fromR"/>
        </dgm:alg>
      </dgm:else>
    </dgm:choose>
    <dgm:shape xmlns:r="http://schemas.openxmlformats.org/officeDocument/2006/relationships" r:blip="">
      <dgm:adjLst/>
    </dgm:shape>
    <dgm:presOf/>
    <dgm:constrLst>
      <dgm:constr type="h" for="ch" forName="compNode" refType="h" fact="0.45"/>
      <dgm:constr type="w" for="ch" forName="compNode" val="120"/>
      <dgm:constr type="w" for="ch" forName="sibTrans" refType="w" refFor="ch" refForName="compNode" fact="0.175"/>
      <dgm:constr type="primFontSz" for="des" forName="parTx" val="36"/>
      <dgm:constr type="primFontSz" for="des" forName="desTx" refType="primFontSz" refFor="des" refForName="parTx" op="lte" fact="0.75"/>
      <dgm:constr type="h" for="des" forName="compNode" op="equ"/>
      <dgm:constr type="h" for="des" forName="iconRect" op="equ"/>
      <dgm:constr type="w" for="des" forName="iconRect" op="equ"/>
      <dgm:constr type="h" for="des" forName="iconSpace" op="equ"/>
      <dgm:constr type="h" for="des" forName="parTx" op="equ"/>
      <dgm:constr type="h" for="des" forName="txSpace" op="equ"/>
      <dgm:constr type="h" for="des" forName="desTx" op="equ"/>
    </dgm:constrLst>
    <dgm:ruleLst>
      <dgm:rule type="w" for="ch" forName="compNode" val="0" fact="NaN" max="NaN"/>
    </dgm:ruleLst>
    <dgm:forEach name="Name3" axis="ch" ptType="node">
      <dgm:layoutNode name="compNode">
        <dgm:alg type="composite"/>
        <dgm:shape xmlns:r="http://schemas.openxmlformats.org/officeDocument/2006/relationships" r:blip="">
          <dgm:adjLst/>
        </dgm:shape>
        <dgm:presOf axis="self"/>
        <dgm:constrLst>
          <dgm:constr type="w" for="ch" forName="iconRect" refType="w" fact="0.35"/>
          <dgm:constr type="h" for="ch" forName="iconRect" refType="w" refFor="ch" refForName="iconRect"/>
          <dgm:constr type="l" for="ch" forName="iconRect"/>
          <dgm:constr type="t" for="ch" forName="iconRect"/>
          <dgm:constr type="w" for="ch" forName="iconSpace" refType="w"/>
          <dgm:constr type="h" for="ch" forName="iconSpace" refType="h" fact="0.043"/>
          <dgm:constr type="l" for="ch" forName="iconSpace"/>
          <dgm:constr type="t" for="ch" forName="iconSpace" refType="b" refFor="ch" refForName="iconRect"/>
          <dgm:constr type="w" for="ch" forName="parTx" refType="w"/>
          <dgm:constr type="h" for="ch" forName="parTx" refType="w" fact="0.15"/>
          <dgm:constr type="l" for="ch" forName="parTx"/>
          <dgm:constr type="t" for="ch" forName="parTx" refType="b" refFor="ch" refForName="iconSpace"/>
          <dgm:constr type="h" for="ch" forName="txSpace" refType="h" fact="0.02"/>
          <dgm:constr type="w" for="ch" forName="txSpace" refType="w"/>
          <dgm:constr type="l" for="ch" forName="txSpace"/>
          <dgm:constr type="t" for="ch" forName="txSpace" refType="b" refFor="ch" refForName="parTx"/>
          <dgm:constr type="w" for="ch" forName="desTx" refType="w"/>
          <dgm:constr type="l" for="ch" forName="desTx"/>
          <dgm:constr type="t" for="ch" forName="desTx" refType="b" refFor="ch" refForName="txSpace"/>
        </dgm:constrLst>
        <dgm:ruleLst>
          <dgm:rule type="h" val="INF" fact="NaN" max="NaN"/>
        </dgm:ruleLst>
        <dgm:layoutNode name="iconRect" styleLbl="node1">
          <dgm:alg type="sp"/>
          <dgm:shape xmlns:r="http://schemas.openxmlformats.org/officeDocument/2006/relationships" type="rect" r:blip="" blipPhldr="1">
            <dgm:adjLst/>
          </dgm:shape>
          <dgm:presOf/>
          <dgm:constrLst/>
          <dgm:ruleLst/>
        </dgm:layoutNode>
        <dgm:layoutNode name="iconSpace">
          <dgm:alg type="sp"/>
          <dgm:shape xmlns:r="http://schemas.openxmlformats.org/officeDocument/2006/relationships" r:blip="">
            <dgm:adjLst/>
          </dgm:shape>
          <dgm:presOf/>
          <dgm:constrLst/>
          <dgm:ruleLst/>
        </dgm:layoutNode>
        <dgm:layoutNode name="parTx" styleLbl="revTx">
          <dgm:varLst>
            <dgm:chMax val="0"/>
            <dgm:chPref val="0"/>
          </dgm:varLst>
          <dgm:alg type="tx">
            <dgm:param type="txAnchorVert" val="t"/>
            <dgm:param type="parTxLTRAlign" val="l"/>
            <dgm:param type="shpTxLTRAlignCh" val="l"/>
            <dgm:param type="parTxRTLAlign" val="r"/>
            <dgm:param type="shpTxRTLAlignCh" val="r"/>
          </dgm:alg>
          <dgm:shape xmlns:r="http://schemas.openxmlformats.org/officeDocument/2006/relationships" type="rect" r:blip="">
            <dgm:adjLst/>
          </dgm:shape>
          <dgm:presOf axis="self" ptType="node"/>
          <dgm:constrLst>
            <dgm:constr type="lMarg"/>
            <dgm:constr type="rMarg"/>
            <dgm:constr type="tMarg"/>
            <dgm:constr type="bMarg"/>
          </dgm:constrLst>
          <dgm:ruleLst>
            <dgm:rule type="primFontSz" val="14" fact="NaN" max="NaN"/>
            <dgm:rule type="h" val="INF" fact="NaN" max="NaN"/>
          </dgm:ruleLst>
        </dgm:layoutNode>
        <dgm:layoutNode name="txSpace">
          <dgm:alg type="sp"/>
          <dgm:shape xmlns:r="http://schemas.openxmlformats.org/officeDocument/2006/relationships" r:blip="">
            <dgm:adjLst/>
          </dgm:shape>
          <dgm:presOf/>
          <dgm:constrLst/>
          <dgm:ruleLst/>
        </dgm:layoutNode>
        <dgm:layoutNode name="desTx" styleLbl="revTx">
          <dgm:varLst/>
          <dgm:alg type="tx">
            <dgm:param type="stBulletLvl" val="0"/>
            <dgm:param type="txAnchorVert" val="t"/>
            <dgm:param type="parTxLTRAlign" val="l"/>
            <dgm:param type="shpTxLTRAlignCh" val="l"/>
            <dgm:param type="parTxRTLAlign" val="r"/>
            <dgm:param type="shpTxRTLAlignCh" val="r"/>
          </dgm:alg>
          <dgm:shape xmlns:r="http://schemas.openxmlformats.org/officeDocument/2006/relationships" type="rect" r:blip="">
            <dgm:adjLst/>
          </dgm:shape>
          <dgm:presOf axis="des" ptType="node"/>
          <dgm:constrLst>
            <dgm:constr type="secFontSz" refType="primFontSz"/>
            <dgm:constr type="lMarg"/>
            <dgm:constr type="rMarg"/>
            <dgm:constr type="tMarg"/>
            <dgm:constr type="bMarg"/>
          </dgm:constrLst>
          <dgm:ruleLst>
            <dgm:rule type="primFontSz" val="NaN" fact="NaN" max="17"/>
            <dgm:rule type="h" val="INF" fact="NaN" max="NaN"/>
          </dgm:ruleLst>
        </dgm:layoutNode>
      </dgm:layoutNode>
      <dgm:forEach name="Name4" axis="followSib" ptType="sibTrans" cnt="1">
        <dgm:layoutNode name="sibTrans">
          <dgm:alg type="sp"/>
          <dgm:shape xmlns:r="http://schemas.openxmlformats.org/officeDocument/2006/relationships" r:blip="">
            <dgm:adjLst/>
          </dgm:shape>
          <dgm:presOf axis="self"/>
          <dgm:constrLst/>
          <dgm:ruleLst/>
        </dgm:layoutNode>
      </dgm:forEach>
    </dgm:forEach>
  </dgm:layoutNode>
  <dgm:extLst>
    <a:ext uri="{68A01E43-0DF5-4B5B-8FA6-DAF915123BFB}">
      <dgm1612:lstStyle xmlns:dgm1612="http://schemas.microsoft.com/office/drawing/2016/12/diagram">
        <a:lvl1pPr>
          <a:lnSpc>
            <a:spcPct val="100000"/>
          </a:lnSpc>
          <a:defRPr b="1"/>
        </a:lvl1pPr>
        <a:lvl2pPr>
          <a:lnSpc>
            <a:spcPct val="100000"/>
          </a:lnSpc>
        </a:lvl2pPr>
      </dgm1612:lstStyle>
    </a:ext>
  </dgm:extLst>
</dgm:layoutDef>
</file>

<file path=ppt/diagrams/layout29.xml><?xml version="1.0" encoding="utf-8"?>
<dgm:layoutDef xmlns:dgm="http://schemas.openxmlformats.org/drawingml/2006/diagram" xmlns:a="http://schemas.openxmlformats.org/drawingml/2006/main" uniqueId="urn:microsoft.com/office/officeart/2018/5/layout/CenteredIconLabelDescriptionList">
  <dgm:title val="Centered Icon Label Description List"/>
  <dgm:desc val="Use to show non-sequential or grouped chunks of information. The placeholder holds an icon or small picture, and corresponding text boxes show Level 1 and Level 2 text respectively. Works well for minimal Level 1 text accompanied by lengthier Level two text."/>
  <dgm:catLst>
    <dgm:cat type="icon" pri="500"/>
  </dgm:catLst>
  <dgm:sampData useDef="1">
    <dgm:dataModel>
      <dgm:ptLst/>
      <dgm:bg/>
      <dgm:whole/>
    </dgm:dataModel>
  </dgm:sampData>
  <dgm:styleData useDef="1">
    <dgm:dataModel>
      <dgm:ptLst/>
      <dgm:bg/>
      <dgm:whole/>
    </dgm:dataModel>
  </dgm:styleData>
  <dgm:clrData useDef="1">
    <dgm:dataModel>
      <dgm:ptLst/>
      <dgm:bg/>
      <dgm:whole/>
    </dgm:dataModel>
  </dgm:clrData>
  <dgm:layoutNode name="root">
    <dgm:varLst>
      <dgm:dir/>
      <dgm:resizeHandles val="exact"/>
    </dgm:varLst>
    <dgm:choose name="Name0">
      <dgm:if name="Name1" axis="self" func="var" arg="dir" op="equ" val="norm">
        <dgm:alg type="lin"/>
      </dgm:if>
      <dgm:else name="Name2">
        <dgm:alg type="lin">
          <dgm:param type="linDir" val="fromR"/>
        </dgm:alg>
      </dgm:else>
    </dgm:choose>
    <dgm:shape xmlns:r="http://schemas.openxmlformats.org/officeDocument/2006/relationships" r:blip="">
      <dgm:adjLst/>
    </dgm:shape>
    <dgm:presOf/>
    <dgm:constrLst>
      <dgm:constr type="h" for="ch" forName="compNode" refType="h" fact="0.45"/>
      <dgm:constr type="w" for="ch" forName="compNode" val="120"/>
      <dgm:constr type="w" for="ch" forName="sibTrans" refType="w" refFor="ch" refForName="compNode" fact="0.175"/>
      <dgm:constr type="primFontSz" for="des" forName="parTx" val="36"/>
      <dgm:constr type="primFontSz" for="des" forName="desTx" refType="primFontSz" refFor="des" refForName="parTx" op="lte" fact="0.75"/>
      <dgm:constr type="h" for="des" forName="compNode" op="equ"/>
      <dgm:constr type="h" for="des" forName="iconRect" op="equ"/>
      <dgm:constr type="w" for="des" forName="iconRect" op="equ"/>
      <dgm:constr type="h" for="des" forName="iconSpace" op="equ"/>
      <dgm:constr type="h" for="des" forName="parTx" op="equ"/>
      <dgm:constr type="h" for="des" forName="txSpace" op="equ"/>
      <dgm:constr type="h" for="des" forName="desTx" op="equ"/>
    </dgm:constrLst>
    <dgm:ruleLst>
      <dgm:rule type="w" for="ch" forName="compNode" val="0" fact="NaN" max="NaN"/>
    </dgm:ruleLst>
    <dgm:forEach name="Name3" axis="ch" ptType="node">
      <dgm:layoutNode name="compNode">
        <dgm:alg type="composite"/>
        <dgm:shape xmlns:r="http://schemas.openxmlformats.org/officeDocument/2006/relationships" r:blip="">
          <dgm:adjLst/>
        </dgm:shape>
        <dgm:presOf axis="self"/>
        <dgm:constrLst>
          <dgm:constr type="w" for="ch" forName="iconRect" refType="w" fact="0.35"/>
          <dgm:constr type="h" for="ch" forName="iconRect" refType="w" refFor="ch" refForName="iconRect"/>
          <dgm:constr type="ctrX" for="ch" forName="iconRect" refType="w" fact="0.5"/>
          <dgm:constr type="t" for="ch" forName="iconRect"/>
          <dgm:constr type="w" for="ch" forName="iconSpace" refType="w"/>
          <dgm:constr type="h" for="ch" forName="iconSpace" refType="h" fact="0.043"/>
          <dgm:constr type="l" for="ch" forName="iconSpace"/>
          <dgm:constr type="t" for="ch" forName="iconSpace" refType="b" refFor="ch" refForName="iconRect"/>
          <dgm:constr type="w" for="ch" forName="parTx" refType="w"/>
          <dgm:constr type="h" for="ch" forName="parTx" refType="w" fact="0.15"/>
          <dgm:constr type="l" for="ch" forName="parTx"/>
          <dgm:constr type="t" for="ch" forName="parTx" refType="b" refFor="ch" refForName="iconSpace"/>
          <dgm:constr type="h" for="ch" forName="txSpace" refType="h" fact="0.02"/>
          <dgm:constr type="w" for="ch" forName="txSpace" refType="w"/>
          <dgm:constr type="l" for="ch" forName="txSpace"/>
          <dgm:constr type="t" for="ch" forName="txSpace" refType="b" refFor="ch" refForName="parTx"/>
          <dgm:constr type="w" for="ch" forName="desTx" refType="w"/>
          <dgm:constr type="l" for="ch" forName="desTx"/>
          <dgm:constr type="t" for="ch" forName="desTx" refType="b" refFor="ch" refForName="txSpace"/>
        </dgm:constrLst>
        <dgm:ruleLst>
          <dgm:rule type="h" val="INF" fact="NaN" max="NaN"/>
        </dgm:ruleLst>
        <dgm:layoutNode name="iconRect" styleLbl="node1">
          <dgm:alg type="sp"/>
          <dgm:shape xmlns:r="http://schemas.openxmlformats.org/officeDocument/2006/relationships" type="rect" r:blip="" blipPhldr="1">
            <dgm:adjLst/>
          </dgm:shape>
          <dgm:presOf/>
          <dgm:constrLst/>
          <dgm:ruleLst/>
        </dgm:layoutNode>
        <dgm:layoutNode name="iconSpace">
          <dgm:alg type="sp"/>
          <dgm:shape xmlns:r="http://schemas.openxmlformats.org/officeDocument/2006/relationships" r:blip="">
            <dgm:adjLst/>
          </dgm:shape>
          <dgm:presOf/>
          <dgm:constrLst/>
          <dgm:ruleLst/>
        </dgm:layoutNode>
        <dgm:layoutNode name="parTx" styleLbl="revTx">
          <dgm:varLst>
            <dgm:chMax val="0"/>
            <dgm:chPref val="0"/>
          </dgm:varLst>
          <dgm:alg type="tx">
            <dgm:param type="txAnchorVert" val="t"/>
          </dgm:alg>
          <dgm:shape xmlns:r="http://schemas.openxmlformats.org/officeDocument/2006/relationships" type="rect" r:blip="">
            <dgm:adjLst/>
          </dgm:shape>
          <dgm:presOf axis="self" ptType="node"/>
          <dgm:constrLst>
            <dgm:constr type="lMarg"/>
            <dgm:constr type="rMarg"/>
            <dgm:constr type="tMarg"/>
            <dgm:constr type="bMarg"/>
          </dgm:constrLst>
          <dgm:ruleLst>
            <dgm:rule type="primFontSz" val="14" fact="NaN" max="NaN"/>
            <dgm:rule type="h" val="INF" fact="NaN" max="NaN"/>
          </dgm:ruleLst>
        </dgm:layoutNode>
        <dgm:layoutNode name="txSpace">
          <dgm:alg type="sp"/>
          <dgm:shape xmlns:r="http://schemas.openxmlformats.org/officeDocument/2006/relationships" r:blip="">
            <dgm:adjLst/>
          </dgm:shape>
          <dgm:presOf/>
          <dgm:constrLst/>
          <dgm:ruleLst/>
        </dgm:layoutNode>
        <dgm:layoutNode name="desTx" styleLbl="revTx">
          <dgm:varLst/>
          <dgm:alg type="tx">
            <dgm:param type="stBulletLvl" val="0"/>
            <dgm:param type="txAnchorVert" val="t"/>
          </dgm:alg>
          <dgm:shape xmlns:r="http://schemas.openxmlformats.org/officeDocument/2006/relationships" type="rect" r:blip="">
            <dgm:adjLst/>
          </dgm:shape>
          <dgm:presOf axis="des" ptType="node"/>
          <dgm:constrLst>
            <dgm:constr type="secFontSz" refType="primFontSz"/>
            <dgm:constr type="lMarg"/>
            <dgm:constr type="rMarg"/>
            <dgm:constr type="tMarg"/>
            <dgm:constr type="bMarg"/>
          </dgm:constrLst>
          <dgm:ruleLst>
            <dgm:rule type="primFontSz" val="NaN" fact="NaN" max="17"/>
            <dgm:rule type="h" val="INF" fact="NaN" max="NaN"/>
          </dgm:ruleLst>
        </dgm:layoutNode>
      </dgm:layoutNode>
      <dgm:forEach name="Name4" axis="followSib" ptType="sibTrans" cnt="1">
        <dgm:layoutNode name="sibTrans">
          <dgm:alg type="sp"/>
          <dgm:shape xmlns:r="http://schemas.openxmlformats.org/officeDocument/2006/relationships" r:blip="">
            <dgm:adjLst/>
          </dgm:shape>
          <dgm:presOf axis="self"/>
          <dgm:constrLst/>
          <dgm:ruleLst/>
        </dgm:layoutNode>
      </dgm:forEach>
    </dgm:forEach>
  </dgm:layoutNode>
  <dgm:extLst>
    <a:ext uri="{68A01E43-0DF5-4B5B-8FA6-DAF915123BFB}">
      <dgm1612:lstStyle xmlns:dgm1612="http://schemas.microsoft.com/office/drawing/2016/12/diagram">
        <a:lvl1pPr>
          <a:lnSpc>
            <a:spcPct val="100000"/>
          </a:lnSpc>
          <a:defRPr b="1"/>
        </a:lvl1pPr>
        <a:lvl2pPr>
          <a:lnSpc>
            <a:spcPct val="100000"/>
          </a:lnSpc>
        </a:lvl2pPr>
      </dgm1612:lstStyle>
    </a:ext>
  </dgm:extLst>
</dgm:layoutDef>
</file>

<file path=ppt/diagrams/layout30.xml><?xml version="1.0" encoding="utf-8"?>
<dgm:layoutDef xmlns:dgm="http://schemas.openxmlformats.org/drawingml/2006/diagram" xmlns:a="http://schemas.openxmlformats.org/drawingml/2006/main" uniqueId="urn:microsoft.com/office/officeart/2005/8/layout/vList5">
  <dgm:title val=""/>
  <dgm:desc val=""/>
  <dgm:catLst>
    <dgm:cat type="list" pri="15000"/>
    <dgm:cat type="convert" pri="2000"/>
  </dgm:catLst>
  <dgm:sampData>
    <dgm:dataModel>
      <dgm:ptLst>
        <dgm:pt modelId="0" type="doc"/>
        <dgm:pt modelId="1">
          <dgm:prSet phldr="1"/>
        </dgm:pt>
        <dgm:pt modelId="11">
          <dgm:prSet phldr="1"/>
        </dgm:pt>
        <dgm:pt modelId="12">
          <dgm:prSet phldr="1"/>
        </dgm:pt>
        <dgm:pt modelId="2">
          <dgm:prSet phldr="1"/>
        </dgm:pt>
        <dgm:pt modelId="21">
          <dgm:prSet phldr="1"/>
        </dgm:pt>
        <dgm:pt modelId="22">
          <dgm:prSet phldr="1"/>
        </dgm:pt>
        <dgm:pt modelId="3">
          <dgm:prSet phldr="1"/>
        </dgm:pt>
        <dgm:pt modelId="31">
          <dgm:prSet phldr="1"/>
        </dgm:pt>
        <dgm:pt modelId="32">
          <dgm:prSet phldr="1"/>
        </dgm:pt>
      </dgm:ptLst>
      <dgm:cxnLst>
        <dgm:cxn modelId="4" srcId="0" destId="1" srcOrd="0" destOrd="0"/>
        <dgm:cxn modelId="5" srcId="0" destId="2" srcOrd="1" destOrd="0"/>
        <dgm:cxn modelId="6" srcId="0" destId="3" srcOrd="2" destOrd="0"/>
        <dgm:cxn modelId="13" srcId="1" destId="11" srcOrd="0" destOrd="0"/>
        <dgm:cxn modelId="14" srcId="1" destId="12" srcOrd="1" destOrd="0"/>
        <dgm:cxn modelId="23" srcId="2" destId="21" srcOrd="0" destOrd="0"/>
        <dgm:cxn modelId="24" srcId="2" destId="22" srcOrd="1" destOrd="0"/>
        <dgm:cxn modelId="33" srcId="3" destId="31" srcOrd="0" destOrd="0"/>
        <dgm:cxn modelId="34" srcId="3" destId="32" srcOrd="1" destOrd="0"/>
      </dgm:cxnLst>
      <dgm:bg/>
      <dgm:whole/>
    </dgm:dataModel>
  </dgm:sampData>
  <dgm:styleData>
    <dgm:dataModel>
      <dgm:ptLst>
        <dgm:pt modelId="0" type="doc"/>
        <dgm:pt modelId="1"/>
        <dgm:pt modelId="11"/>
        <dgm:pt modelId="2"/>
        <dgm:pt modelId="21"/>
      </dgm:ptLst>
      <dgm:cxnLst>
        <dgm:cxn modelId="4" srcId="0" destId="1" srcOrd="0" destOrd="0"/>
        <dgm:cxn modelId="5" srcId="0" destId="2" srcOrd="1" destOrd="0"/>
        <dgm:cxn modelId="13" srcId="1" destId="11" srcOrd="0" destOrd="0"/>
        <dgm:cxn modelId="23" srcId="2" destId="21" srcOrd="0" destOrd="0"/>
      </dgm:cxnLst>
      <dgm:bg/>
      <dgm:whole/>
    </dgm:dataModel>
  </dgm:styleData>
  <dgm:clrData>
    <dgm:dataModel>
      <dgm:ptLst>
        <dgm:pt modelId="0" type="doc"/>
        <dgm:pt modelId="1"/>
        <dgm:pt modelId="11"/>
        <dgm:pt modelId="2"/>
        <dgm:pt modelId="21"/>
        <dgm:pt modelId="3"/>
        <dgm:pt modelId="31"/>
        <dgm:pt modelId="4"/>
        <dgm:pt modelId="41"/>
      </dgm:ptLst>
      <dgm:cxnLst>
        <dgm:cxn modelId="5" srcId="0" destId="1" srcOrd="0" destOrd="0"/>
        <dgm:cxn modelId="6" srcId="0" destId="2" srcOrd="1" destOrd="0"/>
        <dgm:cxn modelId="7" srcId="0" destId="3" srcOrd="2" destOrd="0"/>
        <dgm:cxn modelId="8" srcId="0" destId="4" srcOrd="3" destOrd="0"/>
        <dgm:cxn modelId="13" srcId="1" destId="11" srcOrd="0" destOrd="0"/>
        <dgm:cxn modelId="23" srcId="2" destId="21" srcOrd="0" destOrd="0"/>
        <dgm:cxn modelId="33" srcId="3" destId="31" srcOrd="0" destOrd="0"/>
        <dgm:cxn modelId="43" srcId="4" destId="41" srcOrd="0" destOrd="0"/>
      </dgm:cxnLst>
      <dgm:bg/>
      <dgm:whole/>
    </dgm:dataModel>
  </dgm:clrData>
  <dgm:layoutNode name="Name0">
    <dgm:varLst>
      <dgm:dir/>
      <dgm:animLvl val="lvl"/>
      <dgm:resizeHandles val="exact"/>
    </dgm:varLst>
    <dgm:choose name="Name1">
      <dgm:if name="Name2" func="var" arg="dir" op="equ" val="norm">
        <dgm:alg type="lin">
          <dgm:param type="linDir" val="fromT"/>
          <dgm:param type="nodeHorzAlign" val="l"/>
        </dgm:alg>
      </dgm:if>
      <dgm:else name="Name3">
        <dgm:alg type="lin">
          <dgm:param type="linDir" val="fromT"/>
          <dgm:param type="nodeHorzAlign" val="r"/>
        </dgm:alg>
      </dgm:else>
    </dgm:choose>
    <dgm:shape xmlns:r="http://schemas.openxmlformats.org/officeDocument/2006/relationships" r:blip="">
      <dgm:adjLst/>
    </dgm:shape>
    <dgm:presOf/>
    <dgm:constrLst>
      <dgm:constr type="h" for="ch" forName="linNode" refType="h"/>
      <dgm:constr type="w" for="ch" forName="linNode" refType="w"/>
      <dgm:constr type="h" for="ch" forName="sp" refType="h" fact="0.05"/>
      <dgm:constr type="primFontSz" for="des" forName="parentText" op="equ" val="65"/>
      <dgm:constr type="secFontSz" for="des" forName="descendantText" op="equ"/>
    </dgm:constrLst>
    <dgm:ruleLst/>
    <dgm:forEach name="Name4" axis="ch" ptType="node">
      <dgm:layoutNode name="linNode">
        <dgm:choose name="Name5">
          <dgm:if name="Name6" func="var" arg="dir" op="equ" val="norm">
            <dgm:alg type="lin">
              <dgm:param type="linDir" val="fromL"/>
            </dgm:alg>
          </dgm:if>
          <dgm:else name="Name7">
            <dgm:alg type="lin">
              <dgm:param type="linDir" val="fromR"/>
            </dgm:alg>
          </dgm:else>
        </dgm:choose>
        <dgm:shape xmlns:r="http://schemas.openxmlformats.org/officeDocument/2006/relationships" r:blip="">
          <dgm:adjLst/>
        </dgm:shape>
        <dgm:presOf/>
        <dgm:constrLst>
          <dgm:constr type="w" for="ch" forName="parentText" refType="w" fact="0.36"/>
          <dgm:constr type="w" for="ch" forName="descendantText" refType="w" fact="0.64"/>
          <dgm:constr type="h" for="ch" forName="parentText" refType="h"/>
          <dgm:constr type="h" for="ch" forName="descendantText" refType="h" refFor="ch" refForName="parentText" fact="0.8"/>
        </dgm:constrLst>
        <dgm:ruleLst/>
        <dgm:layoutNode name="parentText">
          <dgm:varLst>
            <dgm:chMax val="1"/>
            <dgm:bulletEnabled val="1"/>
          </dgm:varLst>
          <dgm:alg type="tx"/>
          <dgm:shape xmlns:r="http://schemas.openxmlformats.org/officeDocument/2006/relationships" type="roundRect" r:blip="" zOrderOff="3">
            <dgm:adjLst/>
          </dgm:shape>
          <dgm:presOf axis="self" ptType="node"/>
          <dgm:constrLst>
            <dgm:constr type="tMarg" refType="primFontSz" fact="0.15"/>
            <dgm:constr type="bMarg" refType="primFontSz" fact="0.15"/>
            <dgm:constr type="lMarg" refType="primFontSz" fact="0.3"/>
            <dgm:constr type="rMarg" refType="primFontSz" fact="0.3"/>
          </dgm:constrLst>
          <dgm:ruleLst>
            <dgm:rule type="primFontSz" val="5" fact="NaN" max="NaN"/>
          </dgm:ruleLst>
        </dgm:layoutNode>
        <dgm:choose name="Name8">
          <dgm:if name="Name9" axis="ch" ptType="node" func="cnt" op="gte" val="1">
            <dgm:layoutNode name="descendantText" styleLbl="alignAccFollowNode1">
              <dgm:varLst>
                <dgm:bulletEnabled val="1"/>
              </dgm:varLst>
              <dgm:alg type="tx">
                <dgm:param type="stBulletLvl" val="1"/>
                <dgm:param type="txAnchorVertCh" val="mid"/>
              </dgm:alg>
              <dgm:choose name="Name10">
                <dgm:if name="Name11" func="var" arg="dir" op="equ" val="norm">
                  <dgm:shape xmlns:r="http://schemas.openxmlformats.org/officeDocument/2006/relationships" rot="90" type="round2SameRect" r:blip="">
                    <dgm:adjLst/>
                  </dgm:shape>
                </dgm:if>
                <dgm:else name="Name12">
                  <dgm:shape xmlns:r="http://schemas.openxmlformats.org/officeDocument/2006/relationships" rot="-90" type="round2SameRect" r:blip="">
                    <dgm:adjLst/>
                  </dgm:shape>
                </dgm:else>
              </dgm:choose>
              <dgm:presOf axis="des" ptType="node"/>
              <dgm:constrLst>
                <dgm:constr type="secFontSz" val="65"/>
                <dgm:constr type="primFontSz" refType="secFontSz"/>
                <dgm:constr type="lMarg" refType="secFontSz" fact="0.3"/>
                <dgm:constr type="rMarg" refType="secFontSz" fact="0.3"/>
                <dgm:constr type="tMarg" refType="secFontSz" fact="0.15"/>
                <dgm:constr type="bMarg" refType="secFontSz" fact="0.15"/>
              </dgm:constrLst>
              <dgm:ruleLst>
                <dgm:rule type="secFontSz" val="5" fact="NaN" max="NaN"/>
              </dgm:ruleLst>
            </dgm:layoutNode>
          </dgm:if>
          <dgm:else name="Name13"/>
        </dgm:choose>
      </dgm:layoutNode>
      <dgm:forEach name="Name14" axis="followSib" ptType="sibTrans" cnt="1">
        <dgm:layoutNode name="sp">
          <dgm:alg type="sp"/>
          <dgm:shape xmlns:r="http://schemas.openxmlformats.org/officeDocument/2006/relationships" r:blip="">
            <dgm:adjLst/>
          </dgm:shape>
          <dgm:presOf/>
          <dgm:constrLst/>
          <dgm:ruleLst/>
        </dgm:layoutNode>
      </dgm:forEach>
    </dgm:forEach>
  </dgm:layoutNode>
</dgm:layoutDef>
</file>

<file path=ppt/diagrams/layout31.xml><?xml version="1.0" encoding="utf-8"?>
<dgm:layoutDef xmlns:dgm="http://schemas.openxmlformats.org/drawingml/2006/diagram" xmlns:a="http://schemas.openxmlformats.org/drawingml/2006/main" uniqueId="urn:microsoft.com/office/officeart/2018/5/layout/CenteredIconLabelDescriptionList">
  <dgm:title val="Centered Icon Label Description List"/>
  <dgm:desc val="Use to show non-sequential or grouped chunks of information. The placeholder holds an icon or small picture, and corresponding text boxes show Level 1 and Level 2 text respectively. Works well for minimal Level 1 text accompanied by lengthier Level two text."/>
  <dgm:catLst>
    <dgm:cat type="icon" pri="500"/>
  </dgm:catLst>
  <dgm:sampData useDef="1">
    <dgm:dataModel>
      <dgm:ptLst/>
      <dgm:bg/>
      <dgm:whole/>
    </dgm:dataModel>
  </dgm:sampData>
  <dgm:styleData useDef="1">
    <dgm:dataModel>
      <dgm:ptLst/>
      <dgm:bg/>
      <dgm:whole/>
    </dgm:dataModel>
  </dgm:styleData>
  <dgm:clrData useDef="1">
    <dgm:dataModel>
      <dgm:ptLst/>
      <dgm:bg/>
      <dgm:whole/>
    </dgm:dataModel>
  </dgm:clrData>
  <dgm:layoutNode name="root">
    <dgm:varLst>
      <dgm:dir/>
      <dgm:resizeHandles val="exact"/>
    </dgm:varLst>
    <dgm:choose name="Name0">
      <dgm:if name="Name1" axis="self" func="var" arg="dir" op="equ" val="norm">
        <dgm:alg type="lin"/>
      </dgm:if>
      <dgm:else name="Name2">
        <dgm:alg type="lin">
          <dgm:param type="linDir" val="fromR"/>
        </dgm:alg>
      </dgm:else>
    </dgm:choose>
    <dgm:shape xmlns:r="http://schemas.openxmlformats.org/officeDocument/2006/relationships" r:blip="">
      <dgm:adjLst/>
    </dgm:shape>
    <dgm:presOf/>
    <dgm:constrLst>
      <dgm:constr type="h" for="ch" forName="compNode" refType="h" fact="0.45"/>
      <dgm:constr type="w" for="ch" forName="compNode" val="120"/>
      <dgm:constr type="w" for="ch" forName="sibTrans" refType="w" refFor="ch" refForName="compNode" fact="0.175"/>
      <dgm:constr type="primFontSz" for="des" forName="parTx" val="36"/>
      <dgm:constr type="primFontSz" for="des" forName="desTx" refType="primFontSz" refFor="des" refForName="parTx" op="lte" fact="0.75"/>
      <dgm:constr type="h" for="des" forName="compNode" op="equ"/>
      <dgm:constr type="h" for="des" forName="iconRect" op="equ"/>
      <dgm:constr type="w" for="des" forName="iconRect" op="equ"/>
      <dgm:constr type="h" for="des" forName="iconSpace" op="equ"/>
      <dgm:constr type="h" for="des" forName="parTx" op="equ"/>
      <dgm:constr type="h" for="des" forName="txSpace" op="equ"/>
      <dgm:constr type="h" for="des" forName="desTx" op="equ"/>
    </dgm:constrLst>
    <dgm:ruleLst>
      <dgm:rule type="w" for="ch" forName="compNode" val="0" fact="NaN" max="NaN"/>
    </dgm:ruleLst>
    <dgm:forEach name="Name3" axis="ch" ptType="node">
      <dgm:layoutNode name="compNode">
        <dgm:alg type="composite"/>
        <dgm:shape xmlns:r="http://schemas.openxmlformats.org/officeDocument/2006/relationships" r:blip="">
          <dgm:adjLst/>
        </dgm:shape>
        <dgm:presOf axis="self"/>
        <dgm:constrLst>
          <dgm:constr type="w" for="ch" forName="iconRect" refType="w" fact="0.35"/>
          <dgm:constr type="h" for="ch" forName="iconRect" refType="w" refFor="ch" refForName="iconRect"/>
          <dgm:constr type="ctrX" for="ch" forName="iconRect" refType="w" fact="0.5"/>
          <dgm:constr type="t" for="ch" forName="iconRect"/>
          <dgm:constr type="w" for="ch" forName="iconSpace" refType="w"/>
          <dgm:constr type="h" for="ch" forName="iconSpace" refType="h" fact="0.043"/>
          <dgm:constr type="l" for="ch" forName="iconSpace"/>
          <dgm:constr type="t" for="ch" forName="iconSpace" refType="b" refFor="ch" refForName="iconRect"/>
          <dgm:constr type="w" for="ch" forName="parTx" refType="w"/>
          <dgm:constr type="h" for="ch" forName="parTx" refType="w" fact="0.15"/>
          <dgm:constr type="l" for="ch" forName="parTx"/>
          <dgm:constr type="t" for="ch" forName="parTx" refType="b" refFor="ch" refForName="iconSpace"/>
          <dgm:constr type="h" for="ch" forName="txSpace" refType="h" fact="0.02"/>
          <dgm:constr type="w" for="ch" forName="txSpace" refType="w"/>
          <dgm:constr type="l" for="ch" forName="txSpace"/>
          <dgm:constr type="t" for="ch" forName="txSpace" refType="b" refFor="ch" refForName="parTx"/>
          <dgm:constr type="w" for="ch" forName="desTx" refType="w"/>
          <dgm:constr type="l" for="ch" forName="desTx"/>
          <dgm:constr type="t" for="ch" forName="desTx" refType="b" refFor="ch" refForName="txSpace"/>
        </dgm:constrLst>
        <dgm:ruleLst>
          <dgm:rule type="h" val="INF" fact="NaN" max="NaN"/>
        </dgm:ruleLst>
        <dgm:layoutNode name="iconRect" styleLbl="node1">
          <dgm:alg type="sp"/>
          <dgm:shape xmlns:r="http://schemas.openxmlformats.org/officeDocument/2006/relationships" type="rect" r:blip="" blipPhldr="1">
            <dgm:adjLst/>
          </dgm:shape>
          <dgm:presOf/>
          <dgm:constrLst/>
          <dgm:ruleLst/>
        </dgm:layoutNode>
        <dgm:layoutNode name="iconSpace">
          <dgm:alg type="sp"/>
          <dgm:shape xmlns:r="http://schemas.openxmlformats.org/officeDocument/2006/relationships" r:blip="">
            <dgm:adjLst/>
          </dgm:shape>
          <dgm:presOf/>
          <dgm:constrLst/>
          <dgm:ruleLst/>
        </dgm:layoutNode>
        <dgm:layoutNode name="parTx" styleLbl="revTx">
          <dgm:varLst>
            <dgm:chMax val="0"/>
            <dgm:chPref val="0"/>
          </dgm:varLst>
          <dgm:alg type="tx">
            <dgm:param type="txAnchorVert" val="t"/>
          </dgm:alg>
          <dgm:shape xmlns:r="http://schemas.openxmlformats.org/officeDocument/2006/relationships" type="rect" r:blip="">
            <dgm:adjLst/>
          </dgm:shape>
          <dgm:presOf axis="self" ptType="node"/>
          <dgm:constrLst>
            <dgm:constr type="lMarg"/>
            <dgm:constr type="rMarg"/>
            <dgm:constr type="tMarg"/>
            <dgm:constr type="bMarg"/>
          </dgm:constrLst>
          <dgm:ruleLst>
            <dgm:rule type="primFontSz" val="14" fact="NaN" max="NaN"/>
            <dgm:rule type="h" val="INF" fact="NaN" max="NaN"/>
          </dgm:ruleLst>
        </dgm:layoutNode>
        <dgm:layoutNode name="txSpace">
          <dgm:alg type="sp"/>
          <dgm:shape xmlns:r="http://schemas.openxmlformats.org/officeDocument/2006/relationships" r:blip="">
            <dgm:adjLst/>
          </dgm:shape>
          <dgm:presOf/>
          <dgm:constrLst/>
          <dgm:ruleLst/>
        </dgm:layoutNode>
        <dgm:layoutNode name="desTx" styleLbl="revTx">
          <dgm:varLst/>
          <dgm:alg type="tx">
            <dgm:param type="stBulletLvl" val="0"/>
            <dgm:param type="txAnchorVert" val="t"/>
          </dgm:alg>
          <dgm:shape xmlns:r="http://schemas.openxmlformats.org/officeDocument/2006/relationships" type="rect" r:blip="">
            <dgm:adjLst/>
          </dgm:shape>
          <dgm:presOf axis="des" ptType="node"/>
          <dgm:constrLst>
            <dgm:constr type="secFontSz" refType="primFontSz"/>
            <dgm:constr type="lMarg"/>
            <dgm:constr type="rMarg"/>
            <dgm:constr type="tMarg"/>
            <dgm:constr type="bMarg"/>
          </dgm:constrLst>
          <dgm:ruleLst>
            <dgm:rule type="primFontSz" val="NaN" fact="NaN" max="17"/>
            <dgm:rule type="h" val="INF" fact="NaN" max="NaN"/>
          </dgm:ruleLst>
        </dgm:layoutNode>
      </dgm:layoutNode>
      <dgm:forEach name="Name4" axis="followSib" ptType="sibTrans" cnt="1">
        <dgm:layoutNode name="sibTrans">
          <dgm:alg type="sp"/>
          <dgm:shape xmlns:r="http://schemas.openxmlformats.org/officeDocument/2006/relationships" r:blip="">
            <dgm:adjLst/>
          </dgm:shape>
          <dgm:presOf axis="self"/>
          <dgm:constrLst/>
          <dgm:ruleLst/>
        </dgm:layoutNode>
      </dgm:forEach>
    </dgm:forEach>
  </dgm:layoutNode>
  <dgm:extLst>
    <a:ext uri="{68A01E43-0DF5-4B5B-8FA6-DAF915123BFB}">
      <dgm1612:lstStyle xmlns:dgm1612="http://schemas.microsoft.com/office/drawing/2016/12/diagram">
        <a:lvl1pPr>
          <a:lnSpc>
            <a:spcPct val="100000"/>
          </a:lnSpc>
          <a:defRPr b="1"/>
        </a:lvl1pPr>
        <a:lvl2pPr>
          <a:lnSpc>
            <a:spcPct val="100000"/>
          </a:lnSpc>
        </a:lvl2pPr>
      </dgm1612:lstStyle>
    </a:ext>
  </dgm:extLst>
</dgm:layoutDef>
</file>

<file path=ppt/diagrams/layout32.xml><?xml version="1.0" encoding="utf-8"?>
<dgm:layoutDef xmlns:dgm="http://schemas.openxmlformats.org/drawingml/2006/diagram" xmlns:a="http://schemas.openxmlformats.org/drawingml/2006/main" uniqueId="urn:microsoft.com/office/officeart/2005/8/layout/hList1">
  <dgm:title val=""/>
  <dgm:desc val=""/>
  <dgm:catLst>
    <dgm:cat type="list" pri="5000"/>
    <dgm:cat type="convert" pri="5000"/>
  </dgm:catLst>
  <dgm:sampData>
    <dgm:dataModel>
      <dgm:ptLst>
        <dgm:pt modelId="0" type="doc"/>
        <dgm:pt modelId="1">
          <dgm:prSet phldr="1"/>
        </dgm:pt>
        <dgm:pt modelId="11">
          <dgm:prSet phldr="1"/>
        </dgm:pt>
        <dgm:pt modelId="12">
          <dgm:prSet phldr="1"/>
        </dgm:pt>
        <dgm:pt modelId="2">
          <dgm:prSet phldr="1"/>
        </dgm:pt>
        <dgm:pt modelId="21">
          <dgm:prSet phldr="1"/>
        </dgm:pt>
        <dgm:pt modelId="22">
          <dgm:prSet phldr="1"/>
        </dgm:pt>
        <dgm:pt modelId="3">
          <dgm:prSet phldr="1"/>
        </dgm:pt>
        <dgm:pt modelId="31">
          <dgm:prSet phldr="1"/>
        </dgm:pt>
        <dgm:pt modelId="32">
          <dgm:prSet phldr="1"/>
        </dgm:pt>
      </dgm:ptLst>
      <dgm:cxnLst>
        <dgm:cxn modelId="4" srcId="0" destId="1" srcOrd="0" destOrd="0"/>
        <dgm:cxn modelId="5" srcId="0" destId="2" srcOrd="1" destOrd="0"/>
        <dgm:cxn modelId="6" srcId="0" destId="3" srcOrd="2" destOrd="0"/>
        <dgm:cxn modelId="13" srcId="1" destId="11" srcOrd="0" destOrd="0"/>
        <dgm:cxn modelId="14" srcId="1" destId="12" srcOrd="1" destOrd="0"/>
        <dgm:cxn modelId="23" srcId="2" destId="21" srcOrd="0" destOrd="0"/>
        <dgm:cxn modelId="24" srcId="2" destId="22" srcOrd="1" destOrd="0"/>
        <dgm:cxn modelId="33" srcId="3" destId="31" srcOrd="0" destOrd="0"/>
        <dgm:cxn modelId="34" srcId="3" destId="32" srcOrd="1" destOrd="0"/>
      </dgm:cxnLst>
      <dgm:bg/>
      <dgm:whole/>
    </dgm:dataModel>
  </dgm:sampData>
  <dgm:styleData>
    <dgm:dataModel>
      <dgm:ptLst>
        <dgm:pt modelId="0" type="doc"/>
        <dgm:pt modelId="1">
          <dgm:prSet phldr="1"/>
        </dgm:pt>
        <dgm:pt modelId="2">
          <dgm:prSet phldr="1"/>
        </dgm:pt>
      </dgm:ptLst>
      <dgm:cxnLst>
        <dgm:cxn modelId="3" srcId="0" destId="1" srcOrd="0" destOrd="0"/>
        <dgm:cxn modelId="4" srcId="0" destId="2" srcOrd="1" destOrd="0"/>
      </dgm:cxnLst>
      <dgm:bg/>
      <dgm:whole/>
    </dgm:dataModel>
  </dgm:styleData>
  <dgm:clrData>
    <dgm:dataModel>
      <dgm:ptLst>
        <dgm:pt modelId="0" type="doc"/>
        <dgm:pt modelId="1">
          <dgm:prSet phldr="1"/>
        </dgm:pt>
        <dgm:pt modelId="2">
          <dgm:prSet phldr="1"/>
        </dgm:pt>
        <dgm:pt modelId="3">
          <dgm:prSet phldr="1"/>
        </dgm:pt>
        <dgm:pt modelId="4">
          <dgm:prSet phldr="1"/>
        </dgm:pt>
      </dgm:ptLst>
      <dgm:cxnLst>
        <dgm:cxn modelId="5" srcId="0" destId="1" srcOrd="0" destOrd="0"/>
        <dgm:cxn modelId="6" srcId="0" destId="2" srcOrd="1" destOrd="0"/>
        <dgm:cxn modelId="7" srcId="0" destId="3" srcOrd="2" destOrd="0"/>
        <dgm:cxn modelId="8" srcId="0" destId="4" srcOrd="3" destOrd="0"/>
      </dgm:cxnLst>
      <dgm:bg/>
      <dgm:whole/>
    </dgm:dataModel>
  </dgm:clrData>
  <dgm:layoutNode name="Name0">
    <dgm:varLst>
      <dgm:dir/>
      <dgm:animLvl val="lvl"/>
      <dgm:resizeHandles val="exact"/>
    </dgm:varLst>
    <dgm:choose name="Name1">
      <dgm:if name="Name2" func="var" arg="dir" op="equ" val="norm">
        <dgm:alg type="lin"/>
      </dgm:if>
      <dgm:else name="Name3">
        <dgm:alg type="lin">
          <dgm:param type="linDir" val="fromR"/>
        </dgm:alg>
      </dgm:else>
    </dgm:choose>
    <dgm:shape xmlns:r="http://schemas.openxmlformats.org/officeDocument/2006/relationships" r:blip="">
      <dgm:adjLst/>
    </dgm:shape>
    <dgm:presOf/>
    <dgm:constrLst>
      <dgm:constr type="h" for="ch" forName="composite" refType="h"/>
      <dgm:constr type="w" for="ch" forName="composite" refType="w"/>
      <dgm:constr type="w" for="des" forName="parTx"/>
      <dgm:constr type="h" for="des" forName="parTx" op="equ"/>
      <dgm:constr type="w" for="des" forName="desTx"/>
      <dgm:constr type="h" for="des" forName="desTx" op="equ"/>
      <dgm:constr type="primFontSz" for="des" forName="parTx" val="65"/>
      <dgm:constr type="secFontSz" for="des" forName="desTx" refType="primFontSz" refFor="des" refForName="parTx" op="equ"/>
      <dgm:constr type="h" for="des" forName="parTx" refType="primFontSz" refFor="des" refForName="parTx" fact="0.8"/>
      <dgm:constr type="h" for="des" forName="desTx" refType="primFontSz" refFor="des" refForName="parTx" fact="1.22"/>
      <dgm:constr type="w" for="ch" forName="space" refType="w" refFor="ch" refForName="composite" op="equ" fact="0.14"/>
    </dgm:constrLst>
    <dgm:ruleLst>
      <dgm:rule type="w" for="ch" forName="composite" val="0" fact="NaN" max="NaN"/>
      <dgm:rule type="primFontSz" for="des" forName="parTx" val="5" fact="NaN" max="NaN"/>
    </dgm:ruleLst>
    <dgm:forEach name="Name4" axis="ch" ptType="node">
      <dgm:layoutNode name="composite">
        <dgm:alg type="composite"/>
        <dgm:shape xmlns:r="http://schemas.openxmlformats.org/officeDocument/2006/relationships" r:blip="">
          <dgm:adjLst/>
        </dgm:shape>
        <dgm:presOf/>
        <dgm:constrLst>
          <dgm:constr type="l" for="ch" forName="parTx"/>
          <dgm:constr type="w" for="ch" forName="parTx" refType="w"/>
          <dgm:constr type="t" for="ch" forName="parTx"/>
          <dgm:constr type="l" for="ch" forName="desTx"/>
          <dgm:constr type="w" for="ch" forName="desTx" refType="w" refFor="ch" refForName="parTx"/>
          <dgm:constr type="t" for="ch" forName="desTx" refType="h" refFor="ch" refForName="parTx"/>
        </dgm:constrLst>
        <dgm:ruleLst>
          <dgm:rule type="h" val="INF" fact="NaN" max="NaN"/>
        </dgm:ruleLst>
        <dgm:layoutNode name="parTx" styleLbl="alignNode1">
          <dgm:varLst>
            <dgm:chMax val="0"/>
            <dgm:chPref val="0"/>
            <dgm:bulletEnabled val="1"/>
          </dgm:varLst>
          <dgm:alg type="tx"/>
          <dgm:shape xmlns:r="http://schemas.openxmlformats.org/officeDocument/2006/relationships" type="rect" r:blip="">
            <dgm:adjLst/>
          </dgm:shape>
          <dgm:presOf axis="self" ptType="node"/>
          <dgm:constrLst>
            <dgm:constr type="h" refType="w" op="lte" fact="0.4"/>
            <dgm:constr type="h"/>
            <dgm:constr type="tMarg" refType="primFontSz" fact="0.32"/>
            <dgm:constr type="bMarg" refType="primFontSz" fact="0.32"/>
          </dgm:constrLst>
          <dgm:ruleLst>
            <dgm:rule type="h" val="INF" fact="NaN" max="NaN"/>
          </dgm:ruleLst>
        </dgm:layoutNode>
        <dgm:layoutNode name="desTx" styleLbl="alignAccFollowNode1">
          <dgm:varLst>
            <dgm:bulletEnabled val="1"/>
          </dgm:varLst>
          <dgm:alg type="tx">
            <dgm:param type="stBulletLvl" val="1"/>
          </dgm:alg>
          <dgm:shape xmlns:r="http://schemas.openxmlformats.org/officeDocument/2006/relationships" type="rect" r:blip="">
            <dgm:adjLst/>
          </dgm:shape>
          <dgm:presOf axis="des" ptType="node"/>
          <dgm:constrLst>
            <dgm:constr type="secFontSz" val="65"/>
            <dgm:constr type="primFontSz" refType="secFontSz"/>
            <dgm:constr type="h"/>
            <dgm:constr type="lMarg" refType="primFontSz" fact="0.42"/>
            <dgm:constr type="tMarg" refType="primFontSz" fact="0.42"/>
            <dgm:constr type="bMarg" refType="primFontSz" fact="0.63"/>
          </dgm:constrLst>
          <dgm:ruleLst>
            <dgm:rule type="h" val="INF" fact="NaN" max="NaN"/>
          </dgm:ruleLst>
        </dgm:layoutNode>
      </dgm:layoutNode>
      <dgm:forEach name="Name5" axis="followSib" ptType="sibTrans" cnt="1">
        <dgm:layoutNode name="space">
          <dgm:alg type="sp"/>
          <dgm:shape xmlns:r="http://schemas.openxmlformats.org/officeDocument/2006/relationships" r:blip="">
            <dgm:adjLst/>
          </dgm:shape>
          <dgm:presOf/>
          <dgm:constrLst/>
          <dgm:ruleLst/>
        </dgm:layoutNode>
      </dgm:forEach>
    </dgm:forEach>
  </dgm:layoutNode>
</dgm:layoutDef>
</file>

<file path=ppt/diagrams/layout33.xml><?xml version="1.0" encoding="utf-8"?>
<dgm:layoutDef xmlns:dgm="http://schemas.openxmlformats.org/drawingml/2006/diagram" xmlns:a="http://schemas.openxmlformats.org/drawingml/2006/main" uniqueId="urn:microsoft.com/office/officeart/2005/8/layout/lProcess2">
  <dgm:title val=""/>
  <dgm:desc val=""/>
  <dgm:catLst>
    <dgm:cat type="list" pri="10000"/>
    <dgm:cat type="relationship" pri="13000"/>
  </dgm:catLst>
  <dgm:sampData>
    <dgm:dataModel>
      <dgm:ptLst>
        <dgm:pt modelId="0" type="doc"/>
        <dgm:pt modelId="1">
          <dgm:prSet phldr="1"/>
        </dgm:pt>
        <dgm:pt modelId="11">
          <dgm:prSet phldr="1"/>
        </dgm:pt>
        <dgm:pt modelId="12">
          <dgm:prSet phldr="1"/>
        </dgm:pt>
        <dgm:pt modelId="2">
          <dgm:prSet phldr="1"/>
        </dgm:pt>
        <dgm:pt modelId="21">
          <dgm:prSet phldr="1"/>
        </dgm:pt>
        <dgm:pt modelId="22">
          <dgm:prSet phldr="1"/>
        </dgm:pt>
        <dgm:pt modelId="3">
          <dgm:prSet phldr="1"/>
        </dgm:pt>
        <dgm:pt modelId="31">
          <dgm:prSet phldr="1"/>
        </dgm:pt>
        <dgm:pt modelId="32">
          <dgm:prSet phldr="1"/>
        </dgm:pt>
      </dgm:ptLst>
      <dgm:cxnLst>
        <dgm:cxn modelId="4" srcId="0" destId="1" srcOrd="0" destOrd="0"/>
        <dgm:cxn modelId="5" srcId="0" destId="2" srcOrd="1" destOrd="0"/>
        <dgm:cxn modelId="13" srcId="1" destId="11" srcOrd="0" destOrd="0"/>
        <dgm:cxn modelId="14" srcId="1" destId="12" srcOrd="0" destOrd="0"/>
        <dgm:cxn modelId="23" srcId="2" destId="21" srcOrd="0" destOrd="0"/>
        <dgm:cxn modelId="24" srcId="2" destId="22" srcOrd="0" destOrd="0"/>
        <dgm:cxn modelId="33" srcId="3" destId="31" srcOrd="0" destOrd="0"/>
        <dgm:cxn modelId="34" srcId="3" destId="32" srcOrd="0" destOrd="0"/>
      </dgm:cxnLst>
      <dgm:bg/>
      <dgm:whole/>
    </dgm:dataModel>
  </dgm:sampData>
  <dgm:styleData useDef="1">
    <dgm:dataModel>
      <dgm:ptLst/>
      <dgm:bg/>
      <dgm:whole/>
    </dgm:dataModel>
  </dgm:styleData>
  <dgm:clrData useDef="1">
    <dgm:dataModel>
      <dgm:ptLst/>
      <dgm:bg/>
      <dgm:whole/>
    </dgm:dataModel>
  </dgm:clrData>
  <dgm:layoutNode name="theList">
    <dgm:varLst>
      <dgm:dir/>
      <dgm:animLvl val="lvl"/>
      <dgm:resizeHandles val="exact"/>
    </dgm:varLst>
    <dgm:choose name="Name0">
      <dgm:if name="Name1" func="var" arg="dir" op="equ" val="norm">
        <dgm:alg type="lin"/>
      </dgm:if>
      <dgm:else name="Name2">
        <dgm:alg type="lin">
          <dgm:param type="linDir" val="fromR"/>
        </dgm:alg>
      </dgm:else>
    </dgm:choose>
    <dgm:shape xmlns:r="http://schemas.openxmlformats.org/officeDocument/2006/relationships" r:blip="">
      <dgm:adjLst/>
    </dgm:shape>
    <dgm:presOf/>
    <dgm:constrLst>
      <dgm:constr type="w" for="ch" forName="compNode" refType="w"/>
      <dgm:constr type="h" for="ch" forName="compNode" refType="h"/>
      <dgm:constr type="w" for="ch" forName="aSpace" refType="w" fact="0.075"/>
      <dgm:constr type="h" for="des" forName="aSpace2" refType="h" fact="0.1"/>
      <dgm:constr type="primFontSz" for="des" forName="textNode" op="equ"/>
      <dgm:constr type="primFontSz" for="des" forName="childNode" op="equ"/>
    </dgm:constrLst>
    <dgm:ruleLst/>
    <dgm:forEach name="aNodeForEach" axis="ch" ptType="node">
      <dgm:layoutNode name="compNode">
        <dgm:alg type="composite"/>
        <dgm:shape xmlns:r="http://schemas.openxmlformats.org/officeDocument/2006/relationships" r:blip="">
          <dgm:adjLst/>
        </dgm:shape>
        <dgm:presOf/>
        <dgm:constrLst>
          <dgm:constr type="w" for="ch" forName="aNode" refType="w"/>
          <dgm:constr type="h" for="ch" forName="aNode" refType="h"/>
          <dgm:constr type="w" for="ch" forName="textNode" refType="w"/>
          <dgm:constr type="h" for="ch" forName="textNode" refType="h" fact="0.3"/>
          <dgm:constr type="ctrX" for="ch" forName="textNode" refType="w" fact="0.5"/>
          <dgm:constr type="w" for="ch" forName="compChildNode" refType="w" fact="0.8"/>
          <dgm:constr type="h" for="ch" forName="compChildNode" refType="h" fact="0.65"/>
          <dgm:constr type="t" for="ch" forName="compChildNode" refType="h" fact="0.3"/>
          <dgm:constr type="ctrX" for="ch" forName="compChildNode" refType="w" fact="0.5"/>
        </dgm:constrLst>
        <dgm:ruleLst/>
        <dgm:layoutNode name="aNode" styleLbl="bgShp">
          <dgm:alg type="sp"/>
          <dgm:shape xmlns:r="http://schemas.openxmlformats.org/officeDocument/2006/relationships" type="roundRect" r:blip="">
            <dgm:adjLst>
              <dgm:adj idx="1" val="0.1"/>
            </dgm:adjLst>
          </dgm:shape>
          <dgm:presOf axis="self"/>
          <dgm:constrLst/>
          <dgm:ruleLst/>
        </dgm:layoutNode>
        <dgm:layoutNode name="textNode" styleLbl="bgShp">
          <dgm:alg type="tx"/>
          <dgm:shape xmlns:r="http://schemas.openxmlformats.org/officeDocument/2006/relationships" type="rect" r:blip="" hideGeom="1">
            <dgm:adjLst>
              <dgm:adj idx="1" val="0.1"/>
            </dgm:adjLst>
          </dgm:shape>
          <dgm:presOf axis="self"/>
          <dgm:constrLst>
            <dgm:constr type="primFontSz" val="65"/>
            <dgm:constr type="lMarg" refType="primFontSz" fact="0.3"/>
            <dgm:constr type="rMarg" refType="primFontSz" fact="0.3"/>
            <dgm:constr type="tMarg" refType="primFontSz" fact="0.3"/>
            <dgm:constr type="bMarg" refType="primFontSz" fact="0.3"/>
          </dgm:constrLst>
          <dgm:ruleLst>
            <dgm:rule type="primFontSz" val="5" fact="NaN" max="NaN"/>
          </dgm:ruleLst>
        </dgm:layoutNode>
        <dgm:layoutNode name="compChildNode">
          <dgm:alg type="composite"/>
          <dgm:shape xmlns:r="http://schemas.openxmlformats.org/officeDocument/2006/relationships" r:blip="">
            <dgm:adjLst/>
          </dgm:shape>
          <dgm:presOf/>
          <dgm:constrLst>
            <dgm:constr type="w" for="des" forName="childNode" refType="w"/>
            <dgm:constr type="h" for="des" forName="childNode" refType="h"/>
          </dgm:constrLst>
          <dgm:ruleLst/>
          <dgm:layoutNode name="theInnerList">
            <dgm:alg type="lin">
              <dgm:param type="linDir" val="fromT"/>
            </dgm:alg>
            <dgm:shape xmlns:r="http://schemas.openxmlformats.org/officeDocument/2006/relationships" r:blip="">
              <dgm:adjLst/>
            </dgm:shape>
            <dgm:presOf/>
            <dgm:constrLst/>
            <dgm:ruleLst/>
            <dgm:forEach name="childNodeForEach" axis="ch" ptType="node">
              <dgm:layoutNode name="childNode" styleLbl="node1">
                <dgm:varLst>
                  <dgm:bulletEnabled val="1"/>
                </dgm:varLst>
                <dgm:alg type="tx"/>
                <dgm:shape xmlns:r="http://schemas.openxmlformats.org/officeDocument/2006/relationships" type="roundRect" r:blip="">
                  <dgm:adjLst>
                    <dgm:adj idx="1" val="0.1"/>
                  </dgm:adjLst>
                </dgm:shape>
                <dgm:presOf axis="desOrSelf" ptType="node"/>
                <dgm:constrLst>
                  <dgm:constr type="primFontSz" val="65"/>
                  <dgm:constr type="tMarg" refType="primFontSz" fact="0.15"/>
                  <dgm:constr type="bMarg" refType="primFontSz" fact="0.15"/>
                  <dgm:constr type="lMarg" refType="primFontSz" fact="0.2"/>
                  <dgm:constr type="rMarg" refType="primFontSz" fact="0.2"/>
                </dgm:constrLst>
                <dgm:ruleLst>
                  <dgm:rule type="primFontSz" val="5" fact="NaN" max="NaN"/>
                </dgm:ruleLst>
              </dgm:layoutNode>
              <dgm:choose name="Name3">
                <dgm:if name="Name4" axis="self" ptType="node" func="revPos" op="equ" val="1"/>
                <dgm:else name="Name5">
                  <dgm:layoutNode name="aSpace2">
                    <dgm:alg type="sp"/>
                    <dgm:shape xmlns:r="http://schemas.openxmlformats.org/officeDocument/2006/relationships" r:blip="">
                      <dgm:adjLst/>
                    </dgm:shape>
                    <dgm:presOf/>
                    <dgm:constrLst/>
                    <dgm:ruleLst/>
                  </dgm:layoutNode>
                </dgm:else>
              </dgm:choose>
            </dgm:forEach>
          </dgm:layoutNode>
        </dgm:layoutNode>
      </dgm:layoutNode>
      <dgm:choose name="Name6">
        <dgm:if name="Name7" axis="self" ptType="node" func="revPos" op="equ" val="1"/>
        <dgm:else name="Name8">
          <dgm:layoutNode name="aSpace">
            <dgm:alg type="sp"/>
            <dgm:shape xmlns:r="http://schemas.openxmlformats.org/officeDocument/2006/relationships" r:blip="">
              <dgm:adjLst/>
            </dgm:shape>
            <dgm:presOf/>
            <dgm:constrLst/>
            <dgm:ruleLst/>
          </dgm:layoutNode>
        </dgm:else>
      </dgm:choose>
    </dgm:forEach>
  </dgm:layoutNode>
</dgm:layoutDef>
</file>

<file path=ppt/diagrams/layout34.xml><?xml version="1.0" encoding="utf-8"?>
<dgm:layoutDef xmlns:dgm="http://schemas.openxmlformats.org/drawingml/2006/diagram" xmlns:a="http://schemas.openxmlformats.org/drawingml/2006/main" uniqueId="urn:microsoft.com/office/officeart/2018/5/layout/CenteredIconLabelDescriptionList">
  <dgm:title val="Centered Icon Label Description List"/>
  <dgm:desc val="Use to show non-sequential or grouped chunks of information. The placeholder holds an icon or small picture, and corresponding text boxes show Level 1 and Level 2 text respectively. Works well for minimal Level 1 text accompanied by lengthier Level two text."/>
  <dgm:catLst>
    <dgm:cat type="icon" pri="500"/>
  </dgm:catLst>
  <dgm:sampData useDef="1">
    <dgm:dataModel>
      <dgm:ptLst/>
      <dgm:bg/>
      <dgm:whole/>
    </dgm:dataModel>
  </dgm:sampData>
  <dgm:styleData useDef="1">
    <dgm:dataModel>
      <dgm:ptLst/>
      <dgm:bg/>
      <dgm:whole/>
    </dgm:dataModel>
  </dgm:styleData>
  <dgm:clrData useDef="1">
    <dgm:dataModel>
      <dgm:ptLst/>
      <dgm:bg/>
      <dgm:whole/>
    </dgm:dataModel>
  </dgm:clrData>
  <dgm:layoutNode name="root">
    <dgm:varLst>
      <dgm:dir/>
      <dgm:resizeHandles val="exact"/>
    </dgm:varLst>
    <dgm:choose name="Name0">
      <dgm:if name="Name1" axis="self" func="var" arg="dir" op="equ" val="norm">
        <dgm:alg type="lin"/>
      </dgm:if>
      <dgm:else name="Name2">
        <dgm:alg type="lin">
          <dgm:param type="linDir" val="fromR"/>
        </dgm:alg>
      </dgm:else>
    </dgm:choose>
    <dgm:shape xmlns:r="http://schemas.openxmlformats.org/officeDocument/2006/relationships" r:blip="">
      <dgm:adjLst/>
    </dgm:shape>
    <dgm:presOf/>
    <dgm:constrLst>
      <dgm:constr type="h" for="ch" forName="compNode" refType="h" fact="0.45"/>
      <dgm:constr type="w" for="ch" forName="compNode" val="120"/>
      <dgm:constr type="w" for="ch" forName="sibTrans" refType="w" refFor="ch" refForName="compNode" fact="0.175"/>
      <dgm:constr type="primFontSz" for="des" forName="parTx" val="36"/>
      <dgm:constr type="primFontSz" for="des" forName="desTx" refType="primFontSz" refFor="des" refForName="parTx" op="lte" fact="0.75"/>
      <dgm:constr type="h" for="des" forName="compNode" op="equ"/>
      <dgm:constr type="h" for="des" forName="iconRect" op="equ"/>
      <dgm:constr type="w" for="des" forName="iconRect" op="equ"/>
      <dgm:constr type="h" for="des" forName="iconSpace" op="equ"/>
      <dgm:constr type="h" for="des" forName="parTx" op="equ"/>
      <dgm:constr type="h" for="des" forName="txSpace" op="equ"/>
      <dgm:constr type="h" for="des" forName="desTx" op="equ"/>
    </dgm:constrLst>
    <dgm:ruleLst>
      <dgm:rule type="w" for="ch" forName="compNode" val="0" fact="NaN" max="NaN"/>
    </dgm:ruleLst>
    <dgm:forEach name="Name3" axis="ch" ptType="node">
      <dgm:layoutNode name="compNode">
        <dgm:alg type="composite"/>
        <dgm:shape xmlns:r="http://schemas.openxmlformats.org/officeDocument/2006/relationships" r:blip="">
          <dgm:adjLst/>
        </dgm:shape>
        <dgm:presOf axis="self"/>
        <dgm:constrLst>
          <dgm:constr type="w" for="ch" forName="iconRect" refType="w" fact="0.35"/>
          <dgm:constr type="h" for="ch" forName="iconRect" refType="w" refFor="ch" refForName="iconRect"/>
          <dgm:constr type="ctrX" for="ch" forName="iconRect" refType="w" fact="0.5"/>
          <dgm:constr type="t" for="ch" forName="iconRect"/>
          <dgm:constr type="w" for="ch" forName="iconSpace" refType="w"/>
          <dgm:constr type="h" for="ch" forName="iconSpace" refType="h" fact="0.043"/>
          <dgm:constr type="l" for="ch" forName="iconSpace"/>
          <dgm:constr type="t" for="ch" forName="iconSpace" refType="b" refFor="ch" refForName="iconRect"/>
          <dgm:constr type="w" for="ch" forName="parTx" refType="w"/>
          <dgm:constr type="h" for="ch" forName="parTx" refType="w" fact="0.15"/>
          <dgm:constr type="l" for="ch" forName="parTx"/>
          <dgm:constr type="t" for="ch" forName="parTx" refType="b" refFor="ch" refForName="iconSpace"/>
          <dgm:constr type="h" for="ch" forName="txSpace" refType="h" fact="0.02"/>
          <dgm:constr type="w" for="ch" forName="txSpace" refType="w"/>
          <dgm:constr type="l" for="ch" forName="txSpace"/>
          <dgm:constr type="t" for="ch" forName="txSpace" refType="b" refFor="ch" refForName="parTx"/>
          <dgm:constr type="w" for="ch" forName="desTx" refType="w"/>
          <dgm:constr type="l" for="ch" forName="desTx"/>
          <dgm:constr type="t" for="ch" forName="desTx" refType="b" refFor="ch" refForName="txSpace"/>
        </dgm:constrLst>
        <dgm:ruleLst>
          <dgm:rule type="h" val="INF" fact="NaN" max="NaN"/>
        </dgm:ruleLst>
        <dgm:layoutNode name="iconRect" styleLbl="node1">
          <dgm:alg type="sp"/>
          <dgm:shape xmlns:r="http://schemas.openxmlformats.org/officeDocument/2006/relationships" type="rect" r:blip="" blipPhldr="1">
            <dgm:adjLst/>
          </dgm:shape>
          <dgm:presOf/>
          <dgm:constrLst/>
          <dgm:ruleLst/>
        </dgm:layoutNode>
        <dgm:layoutNode name="iconSpace">
          <dgm:alg type="sp"/>
          <dgm:shape xmlns:r="http://schemas.openxmlformats.org/officeDocument/2006/relationships" r:blip="">
            <dgm:adjLst/>
          </dgm:shape>
          <dgm:presOf/>
          <dgm:constrLst/>
          <dgm:ruleLst/>
        </dgm:layoutNode>
        <dgm:layoutNode name="parTx" styleLbl="revTx">
          <dgm:varLst>
            <dgm:chMax val="0"/>
            <dgm:chPref val="0"/>
          </dgm:varLst>
          <dgm:alg type="tx">
            <dgm:param type="txAnchorVert" val="t"/>
          </dgm:alg>
          <dgm:shape xmlns:r="http://schemas.openxmlformats.org/officeDocument/2006/relationships" type="rect" r:blip="">
            <dgm:adjLst/>
          </dgm:shape>
          <dgm:presOf axis="self" ptType="node"/>
          <dgm:constrLst>
            <dgm:constr type="lMarg"/>
            <dgm:constr type="rMarg"/>
            <dgm:constr type="tMarg"/>
            <dgm:constr type="bMarg"/>
          </dgm:constrLst>
          <dgm:ruleLst>
            <dgm:rule type="primFontSz" val="14" fact="NaN" max="NaN"/>
            <dgm:rule type="h" val="INF" fact="NaN" max="NaN"/>
          </dgm:ruleLst>
        </dgm:layoutNode>
        <dgm:layoutNode name="txSpace">
          <dgm:alg type="sp"/>
          <dgm:shape xmlns:r="http://schemas.openxmlformats.org/officeDocument/2006/relationships" r:blip="">
            <dgm:adjLst/>
          </dgm:shape>
          <dgm:presOf/>
          <dgm:constrLst/>
          <dgm:ruleLst/>
        </dgm:layoutNode>
        <dgm:layoutNode name="desTx" styleLbl="revTx">
          <dgm:varLst/>
          <dgm:alg type="tx">
            <dgm:param type="stBulletLvl" val="0"/>
            <dgm:param type="txAnchorVert" val="t"/>
          </dgm:alg>
          <dgm:shape xmlns:r="http://schemas.openxmlformats.org/officeDocument/2006/relationships" type="rect" r:blip="">
            <dgm:adjLst/>
          </dgm:shape>
          <dgm:presOf axis="des" ptType="node"/>
          <dgm:constrLst>
            <dgm:constr type="secFontSz" refType="primFontSz"/>
            <dgm:constr type="lMarg"/>
            <dgm:constr type="rMarg"/>
            <dgm:constr type="tMarg"/>
            <dgm:constr type="bMarg"/>
          </dgm:constrLst>
          <dgm:ruleLst>
            <dgm:rule type="primFontSz" val="NaN" fact="NaN" max="17"/>
            <dgm:rule type="h" val="INF" fact="NaN" max="NaN"/>
          </dgm:ruleLst>
        </dgm:layoutNode>
      </dgm:layoutNode>
      <dgm:forEach name="Name4" axis="followSib" ptType="sibTrans" cnt="1">
        <dgm:layoutNode name="sibTrans">
          <dgm:alg type="sp"/>
          <dgm:shape xmlns:r="http://schemas.openxmlformats.org/officeDocument/2006/relationships" r:blip="">
            <dgm:adjLst/>
          </dgm:shape>
          <dgm:presOf axis="self"/>
          <dgm:constrLst/>
          <dgm:ruleLst/>
        </dgm:layoutNode>
      </dgm:forEach>
    </dgm:forEach>
  </dgm:layoutNode>
  <dgm:extLst>
    <a:ext uri="{68A01E43-0DF5-4B5B-8FA6-DAF915123BFB}">
      <dgm1612:lstStyle xmlns:dgm1612="http://schemas.microsoft.com/office/drawing/2016/12/diagram">
        <a:lvl1pPr>
          <a:lnSpc>
            <a:spcPct val="100000"/>
          </a:lnSpc>
          <a:defRPr b="1"/>
        </a:lvl1pPr>
        <a:lvl2pPr>
          <a:lnSpc>
            <a:spcPct val="100000"/>
          </a:lnSpc>
        </a:lvl2pPr>
      </dgm1612:lstStyle>
    </a:ext>
  </dgm:extLst>
</dgm:layoutDef>
</file>

<file path=ppt/diagrams/layout35.xml><?xml version="1.0" encoding="utf-8"?>
<dgm:layoutDef xmlns:dgm="http://schemas.openxmlformats.org/drawingml/2006/diagram" xmlns:a="http://schemas.openxmlformats.org/drawingml/2006/main" uniqueId="urn:microsoft.com/office/officeart/2018/2/layout/IconLabelDescriptionList">
  <dgm:title val="Icon Label Description List"/>
  <dgm:desc val="Use to show non-sequential or grouped chunks of information. The placeholder holds an icon or small picture, and corresponding text boxes show Level 1 and Level 2 text respectively. Works well for minimal Level 1 text accompanied by lengthier Level two text."/>
  <dgm:catLst>
    <dgm:cat type="icon" pri="500"/>
  </dgm:catLst>
  <dgm:sampData useDef="1">
    <dgm:dataModel>
      <dgm:ptLst/>
      <dgm:bg/>
      <dgm:whole/>
    </dgm:dataModel>
  </dgm:sampData>
  <dgm:styleData useDef="1">
    <dgm:dataModel>
      <dgm:ptLst/>
      <dgm:bg/>
      <dgm:whole/>
    </dgm:dataModel>
  </dgm:styleData>
  <dgm:clrData useDef="1">
    <dgm:dataModel>
      <dgm:ptLst/>
      <dgm:bg/>
      <dgm:whole/>
    </dgm:dataModel>
  </dgm:clrData>
  <dgm:layoutNode name="root">
    <dgm:varLst>
      <dgm:dir/>
      <dgm:resizeHandles val="exact"/>
    </dgm:varLst>
    <dgm:choose name="Name0">
      <dgm:if name="Name1" axis="self" func="var" arg="dir" op="equ" val="norm">
        <dgm:alg type="lin"/>
      </dgm:if>
      <dgm:else name="Name2">
        <dgm:alg type="lin">
          <dgm:param type="linDir" val="fromR"/>
        </dgm:alg>
      </dgm:else>
    </dgm:choose>
    <dgm:shape xmlns:r="http://schemas.openxmlformats.org/officeDocument/2006/relationships" r:blip="">
      <dgm:adjLst/>
    </dgm:shape>
    <dgm:presOf/>
    <dgm:constrLst>
      <dgm:constr type="h" for="ch" forName="compNode" refType="h" fact="0.45"/>
      <dgm:constr type="w" for="ch" forName="compNode" val="120"/>
      <dgm:constr type="w" for="ch" forName="sibTrans" refType="w" refFor="ch" refForName="compNode" fact="0.175"/>
      <dgm:constr type="primFontSz" for="des" forName="parTx" val="36"/>
      <dgm:constr type="primFontSz" for="des" forName="desTx" refType="primFontSz" refFor="des" refForName="parTx" op="lte" fact="0.75"/>
      <dgm:constr type="h" for="des" forName="compNode" op="equ"/>
      <dgm:constr type="h" for="des" forName="iconRect" op="equ"/>
      <dgm:constr type="w" for="des" forName="iconRect" op="equ"/>
      <dgm:constr type="h" for="des" forName="iconSpace" op="equ"/>
      <dgm:constr type="h" for="des" forName="parTx" op="equ"/>
      <dgm:constr type="h" for="des" forName="txSpace" op="equ"/>
      <dgm:constr type="h" for="des" forName="desTx" op="equ"/>
    </dgm:constrLst>
    <dgm:ruleLst>
      <dgm:rule type="w" for="ch" forName="compNode" val="0" fact="NaN" max="NaN"/>
    </dgm:ruleLst>
    <dgm:forEach name="Name3" axis="ch" ptType="node">
      <dgm:layoutNode name="compNode">
        <dgm:alg type="composite"/>
        <dgm:shape xmlns:r="http://schemas.openxmlformats.org/officeDocument/2006/relationships" r:blip="">
          <dgm:adjLst/>
        </dgm:shape>
        <dgm:presOf axis="self"/>
        <dgm:constrLst>
          <dgm:constr type="w" for="ch" forName="iconRect" refType="w" fact="0.35"/>
          <dgm:constr type="h" for="ch" forName="iconRect" refType="w" refFor="ch" refForName="iconRect"/>
          <dgm:constr type="l" for="ch" forName="iconRect"/>
          <dgm:constr type="t" for="ch" forName="iconRect"/>
          <dgm:constr type="w" for="ch" forName="iconSpace" refType="w"/>
          <dgm:constr type="h" for="ch" forName="iconSpace" refType="h" fact="0.043"/>
          <dgm:constr type="l" for="ch" forName="iconSpace"/>
          <dgm:constr type="t" for="ch" forName="iconSpace" refType="b" refFor="ch" refForName="iconRect"/>
          <dgm:constr type="w" for="ch" forName="parTx" refType="w"/>
          <dgm:constr type="h" for="ch" forName="parTx" refType="w" fact="0.15"/>
          <dgm:constr type="l" for="ch" forName="parTx"/>
          <dgm:constr type="t" for="ch" forName="parTx" refType="b" refFor="ch" refForName="iconSpace"/>
          <dgm:constr type="h" for="ch" forName="txSpace" refType="h" fact="0.02"/>
          <dgm:constr type="w" for="ch" forName="txSpace" refType="w"/>
          <dgm:constr type="l" for="ch" forName="txSpace"/>
          <dgm:constr type="t" for="ch" forName="txSpace" refType="b" refFor="ch" refForName="parTx"/>
          <dgm:constr type="w" for="ch" forName="desTx" refType="w"/>
          <dgm:constr type="l" for="ch" forName="desTx"/>
          <dgm:constr type="t" for="ch" forName="desTx" refType="b" refFor="ch" refForName="txSpace"/>
        </dgm:constrLst>
        <dgm:ruleLst>
          <dgm:rule type="h" val="INF" fact="NaN" max="NaN"/>
        </dgm:ruleLst>
        <dgm:layoutNode name="iconRect" styleLbl="node1">
          <dgm:alg type="sp"/>
          <dgm:shape xmlns:r="http://schemas.openxmlformats.org/officeDocument/2006/relationships" type="rect" r:blip="" blipPhldr="1">
            <dgm:adjLst/>
          </dgm:shape>
          <dgm:presOf/>
          <dgm:constrLst/>
          <dgm:ruleLst/>
        </dgm:layoutNode>
        <dgm:layoutNode name="iconSpace">
          <dgm:alg type="sp"/>
          <dgm:shape xmlns:r="http://schemas.openxmlformats.org/officeDocument/2006/relationships" r:blip="">
            <dgm:adjLst/>
          </dgm:shape>
          <dgm:presOf/>
          <dgm:constrLst/>
          <dgm:ruleLst/>
        </dgm:layoutNode>
        <dgm:layoutNode name="parTx" styleLbl="revTx">
          <dgm:varLst>
            <dgm:chMax val="0"/>
            <dgm:chPref val="0"/>
          </dgm:varLst>
          <dgm:alg type="tx">
            <dgm:param type="txAnchorVert" val="t"/>
            <dgm:param type="parTxLTRAlign" val="l"/>
            <dgm:param type="shpTxLTRAlignCh" val="l"/>
            <dgm:param type="parTxRTLAlign" val="r"/>
            <dgm:param type="shpTxRTLAlignCh" val="r"/>
          </dgm:alg>
          <dgm:shape xmlns:r="http://schemas.openxmlformats.org/officeDocument/2006/relationships" type="rect" r:blip="">
            <dgm:adjLst/>
          </dgm:shape>
          <dgm:presOf axis="self" ptType="node"/>
          <dgm:constrLst>
            <dgm:constr type="lMarg"/>
            <dgm:constr type="rMarg"/>
            <dgm:constr type="tMarg"/>
            <dgm:constr type="bMarg"/>
          </dgm:constrLst>
          <dgm:ruleLst>
            <dgm:rule type="primFontSz" val="14" fact="NaN" max="NaN"/>
            <dgm:rule type="h" val="INF" fact="NaN" max="NaN"/>
          </dgm:ruleLst>
        </dgm:layoutNode>
        <dgm:layoutNode name="txSpace">
          <dgm:alg type="sp"/>
          <dgm:shape xmlns:r="http://schemas.openxmlformats.org/officeDocument/2006/relationships" r:blip="">
            <dgm:adjLst/>
          </dgm:shape>
          <dgm:presOf/>
          <dgm:constrLst/>
          <dgm:ruleLst/>
        </dgm:layoutNode>
        <dgm:layoutNode name="desTx" styleLbl="revTx">
          <dgm:varLst/>
          <dgm:alg type="tx">
            <dgm:param type="stBulletLvl" val="0"/>
            <dgm:param type="txAnchorVert" val="t"/>
            <dgm:param type="parTxLTRAlign" val="l"/>
            <dgm:param type="shpTxLTRAlignCh" val="l"/>
            <dgm:param type="parTxRTLAlign" val="r"/>
            <dgm:param type="shpTxRTLAlignCh" val="r"/>
          </dgm:alg>
          <dgm:shape xmlns:r="http://schemas.openxmlformats.org/officeDocument/2006/relationships" type="rect" r:blip="">
            <dgm:adjLst/>
          </dgm:shape>
          <dgm:presOf axis="des" ptType="node"/>
          <dgm:constrLst>
            <dgm:constr type="secFontSz" refType="primFontSz"/>
            <dgm:constr type="lMarg"/>
            <dgm:constr type="rMarg"/>
            <dgm:constr type="tMarg"/>
            <dgm:constr type="bMarg"/>
          </dgm:constrLst>
          <dgm:ruleLst>
            <dgm:rule type="primFontSz" val="NaN" fact="NaN" max="17"/>
            <dgm:rule type="h" val="INF" fact="NaN" max="NaN"/>
          </dgm:ruleLst>
        </dgm:layoutNode>
      </dgm:layoutNode>
      <dgm:forEach name="Name4" axis="followSib" ptType="sibTrans" cnt="1">
        <dgm:layoutNode name="sibTrans">
          <dgm:alg type="sp"/>
          <dgm:shape xmlns:r="http://schemas.openxmlformats.org/officeDocument/2006/relationships" r:blip="">
            <dgm:adjLst/>
          </dgm:shape>
          <dgm:presOf axis="self"/>
          <dgm:constrLst/>
          <dgm:ruleLst/>
        </dgm:layoutNode>
      </dgm:forEach>
    </dgm:forEach>
  </dgm:layoutNode>
  <dgm:extLst>
    <a:ext uri="{68A01E43-0DF5-4B5B-8FA6-DAF915123BFB}">
      <dgm1612:lstStyle xmlns:dgm1612="http://schemas.microsoft.com/office/drawing/2016/12/diagram">
        <a:lvl1pPr>
          <a:lnSpc>
            <a:spcPct val="100000"/>
          </a:lnSpc>
          <a:defRPr b="1"/>
        </a:lvl1pPr>
        <a:lvl2pPr>
          <a:lnSpc>
            <a:spcPct val="100000"/>
          </a:lnSpc>
        </a:lvl2pPr>
      </dgm1612:lstStyle>
    </a:ext>
  </dgm:extLst>
</dgm:layoutDef>
</file>

<file path=ppt/diagrams/layout36.xml><?xml version="1.0" encoding="utf-8"?>
<dgm:layoutDef xmlns:dgm="http://schemas.openxmlformats.org/drawingml/2006/diagram" xmlns:a="http://schemas.openxmlformats.org/drawingml/2006/main" uniqueId="urn:microsoft.com/office/officeart/2018/5/layout/CenteredIconLabelDescriptionList">
  <dgm:title val="Centered Icon Label Description List"/>
  <dgm:desc val="Use to show non-sequential or grouped chunks of information. The placeholder holds an icon or small picture, and corresponding text boxes show Level 1 and Level 2 text respectively. Works well for minimal Level 1 text accompanied by lengthier Level two text."/>
  <dgm:catLst>
    <dgm:cat type="icon" pri="500"/>
  </dgm:catLst>
  <dgm:sampData useDef="1">
    <dgm:dataModel>
      <dgm:ptLst/>
      <dgm:bg/>
      <dgm:whole/>
    </dgm:dataModel>
  </dgm:sampData>
  <dgm:styleData useDef="1">
    <dgm:dataModel>
      <dgm:ptLst/>
      <dgm:bg/>
      <dgm:whole/>
    </dgm:dataModel>
  </dgm:styleData>
  <dgm:clrData useDef="1">
    <dgm:dataModel>
      <dgm:ptLst/>
      <dgm:bg/>
      <dgm:whole/>
    </dgm:dataModel>
  </dgm:clrData>
  <dgm:layoutNode name="root">
    <dgm:varLst>
      <dgm:dir/>
      <dgm:resizeHandles val="exact"/>
    </dgm:varLst>
    <dgm:choose name="Name0">
      <dgm:if name="Name1" axis="self" func="var" arg="dir" op="equ" val="norm">
        <dgm:alg type="lin"/>
      </dgm:if>
      <dgm:else name="Name2">
        <dgm:alg type="lin">
          <dgm:param type="linDir" val="fromR"/>
        </dgm:alg>
      </dgm:else>
    </dgm:choose>
    <dgm:shape xmlns:r="http://schemas.openxmlformats.org/officeDocument/2006/relationships" r:blip="">
      <dgm:adjLst/>
    </dgm:shape>
    <dgm:presOf/>
    <dgm:constrLst>
      <dgm:constr type="h" for="ch" forName="compNode" refType="h" fact="0.45"/>
      <dgm:constr type="w" for="ch" forName="compNode" val="120"/>
      <dgm:constr type="w" for="ch" forName="sibTrans" refType="w" refFor="ch" refForName="compNode" fact="0.175"/>
      <dgm:constr type="primFontSz" for="des" forName="parTx" val="36"/>
      <dgm:constr type="primFontSz" for="des" forName="desTx" refType="primFontSz" refFor="des" refForName="parTx" op="lte" fact="0.75"/>
      <dgm:constr type="h" for="des" forName="compNode" op="equ"/>
      <dgm:constr type="h" for="des" forName="iconRect" op="equ"/>
      <dgm:constr type="w" for="des" forName="iconRect" op="equ"/>
      <dgm:constr type="h" for="des" forName="iconSpace" op="equ"/>
      <dgm:constr type="h" for="des" forName="parTx" op="equ"/>
      <dgm:constr type="h" for="des" forName="txSpace" op="equ"/>
      <dgm:constr type="h" for="des" forName="desTx" op="equ"/>
    </dgm:constrLst>
    <dgm:ruleLst>
      <dgm:rule type="w" for="ch" forName="compNode" val="0" fact="NaN" max="NaN"/>
    </dgm:ruleLst>
    <dgm:forEach name="Name3" axis="ch" ptType="node">
      <dgm:layoutNode name="compNode">
        <dgm:alg type="composite"/>
        <dgm:shape xmlns:r="http://schemas.openxmlformats.org/officeDocument/2006/relationships" r:blip="">
          <dgm:adjLst/>
        </dgm:shape>
        <dgm:presOf axis="self"/>
        <dgm:constrLst>
          <dgm:constr type="w" for="ch" forName="iconRect" refType="w" fact="0.35"/>
          <dgm:constr type="h" for="ch" forName="iconRect" refType="w" refFor="ch" refForName="iconRect"/>
          <dgm:constr type="ctrX" for="ch" forName="iconRect" refType="w" fact="0.5"/>
          <dgm:constr type="t" for="ch" forName="iconRect"/>
          <dgm:constr type="w" for="ch" forName="iconSpace" refType="w"/>
          <dgm:constr type="h" for="ch" forName="iconSpace" refType="h" fact="0.043"/>
          <dgm:constr type="l" for="ch" forName="iconSpace"/>
          <dgm:constr type="t" for="ch" forName="iconSpace" refType="b" refFor="ch" refForName="iconRect"/>
          <dgm:constr type="w" for="ch" forName="parTx" refType="w"/>
          <dgm:constr type="h" for="ch" forName="parTx" refType="w" fact="0.15"/>
          <dgm:constr type="l" for="ch" forName="parTx"/>
          <dgm:constr type="t" for="ch" forName="parTx" refType="b" refFor="ch" refForName="iconSpace"/>
          <dgm:constr type="h" for="ch" forName="txSpace" refType="h" fact="0.02"/>
          <dgm:constr type="w" for="ch" forName="txSpace" refType="w"/>
          <dgm:constr type="l" for="ch" forName="txSpace"/>
          <dgm:constr type="t" for="ch" forName="txSpace" refType="b" refFor="ch" refForName="parTx"/>
          <dgm:constr type="w" for="ch" forName="desTx" refType="w"/>
          <dgm:constr type="l" for="ch" forName="desTx"/>
          <dgm:constr type="t" for="ch" forName="desTx" refType="b" refFor="ch" refForName="txSpace"/>
        </dgm:constrLst>
        <dgm:ruleLst>
          <dgm:rule type="h" val="INF" fact="NaN" max="NaN"/>
        </dgm:ruleLst>
        <dgm:layoutNode name="iconRect" styleLbl="node1">
          <dgm:alg type="sp"/>
          <dgm:shape xmlns:r="http://schemas.openxmlformats.org/officeDocument/2006/relationships" type="rect" r:blip="" blipPhldr="1">
            <dgm:adjLst/>
          </dgm:shape>
          <dgm:presOf/>
          <dgm:constrLst/>
          <dgm:ruleLst/>
        </dgm:layoutNode>
        <dgm:layoutNode name="iconSpace">
          <dgm:alg type="sp"/>
          <dgm:shape xmlns:r="http://schemas.openxmlformats.org/officeDocument/2006/relationships" r:blip="">
            <dgm:adjLst/>
          </dgm:shape>
          <dgm:presOf/>
          <dgm:constrLst/>
          <dgm:ruleLst/>
        </dgm:layoutNode>
        <dgm:layoutNode name="parTx" styleLbl="revTx">
          <dgm:varLst>
            <dgm:chMax val="0"/>
            <dgm:chPref val="0"/>
          </dgm:varLst>
          <dgm:alg type="tx">
            <dgm:param type="txAnchorVert" val="t"/>
          </dgm:alg>
          <dgm:shape xmlns:r="http://schemas.openxmlformats.org/officeDocument/2006/relationships" type="rect" r:blip="">
            <dgm:adjLst/>
          </dgm:shape>
          <dgm:presOf axis="self" ptType="node"/>
          <dgm:constrLst>
            <dgm:constr type="lMarg"/>
            <dgm:constr type="rMarg"/>
            <dgm:constr type="tMarg"/>
            <dgm:constr type="bMarg"/>
          </dgm:constrLst>
          <dgm:ruleLst>
            <dgm:rule type="primFontSz" val="14" fact="NaN" max="NaN"/>
            <dgm:rule type="h" val="INF" fact="NaN" max="NaN"/>
          </dgm:ruleLst>
        </dgm:layoutNode>
        <dgm:layoutNode name="txSpace">
          <dgm:alg type="sp"/>
          <dgm:shape xmlns:r="http://schemas.openxmlformats.org/officeDocument/2006/relationships" r:blip="">
            <dgm:adjLst/>
          </dgm:shape>
          <dgm:presOf/>
          <dgm:constrLst/>
          <dgm:ruleLst/>
        </dgm:layoutNode>
        <dgm:layoutNode name="desTx" styleLbl="revTx">
          <dgm:varLst/>
          <dgm:alg type="tx">
            <dgm:param type="stBulletLvl" val="0"/>
            <dgm:param type="txAnchorVert" val="t"/>
          </dgm:alg>
          <dgm:shape xmlns:r="http://schemas.openxmlformats.org/officeDocument/2006/relationships" type="rect" r:blip="">
            <dgm:adjLst/>
          </dgm:shape>
          <dgm:presOf axis="des" ptType="node"/>
          <dgm:constrLst>
            <dgm:constr type="secFontSz" refType="primFontSz"/>
            <dgm:constr type="lMarg"/>
            <dgm:constr type="rMarg"/>
            <dgm:constr type="tMarg"/>
            <dgm:constr type="bMarg"/>
          </dgm:constrLst>
          <dgm:ruleLst>
            <dgm:rule type="primFontSz" val="NaN" fact="NaN" max="17"/>
            <dgm:rule type="h" val="INF" fact="NaN" max="NaN"/>
          </dgm:ruleLst>
        </dgm:layoutNode>
      </dgm:layoutNode>
      <dgm:forEach name="Name4" axis="followSib" ptType="sibTrans" cnt="1">
        <dgm:layoutNode name="sibTrans">
          <dgm:alg type="sp"/>
          <dgm:shape xmlns:r="http://schemas.openxmlformats.org/officeDocument/2006/relationships" r:blip="">
            <dgm:adjLst/>
          </dgm:shape>
          <dgm:presOf axis="self"/>
          <dgm:constrLst/>
          <dgm:ruleLst/>
        </dgm:layoutNode>
      </dgm:forEach>
    </dgm:forEach>
  </dgm:layoutNode>
  <dgm:extLst>
    <a:ext uri="{68A01E43-0DF5-4B5B-8FA6-DAF915123BFB}">
      <dgm1612:lstStyle xmlns:dgm1612="http://schemas.microsoft.com/office/drawing/2016/12/diagram">
        <a:lvl1pPr>
          <a:lnSpc>
            <a:spcPct val="100000"/>
          </a:lnSpc>
          <a:defRPr b="1"/>
        </a:lvl1pPr>
        <a:lvl2pPr>
          <a:lnSpc>
            <a:spcPct val="100000"/>
          </a:lnSpc>
        </a:lvl2pPr>
      </dgm1612:lstStyle>
    </a:ext>
  </dgm:extLst>
</dgm:layoutDef>
</file>

<file path=ppt/diagrams/layout37.xml><?xml version="1.0" encoding="utf-8"?>
<dgm:layoutDef xmlns:dgm="http://schemas.openxmlformats.org/drawingml/2006/diagram" xmlns:a="http://schemas.openxmlformats.org/drawingml/2006/main" uniqueId="urn:microsoft.com/office/officeart/2018/5/layout/CenteredIconLabelDescriptionList">
  <dgm:title val="Centered Icon Label Description List"/>
  <dgm:desc val="Use to show non-sequential or grouped chunks of information. The placeholder holds an icon or small picture, and corresponding text boxes show Level 1 and Level 2 text respectively. Works well for minimal Level 1 text accompanied by lengthier Level two text."/>
  <dgm:catLst>
    <dgm:cat type="icon" pri="500"/>
  </dgm:catLst>
  <dgm:sampData useDef="1">
    <dgm:dataModel>
      <dgm:ptLst/>
      <dgm:bg/>
      <dgm:whole/>
    </dgm:dataModel>
  </dgm:sampData>
  <dgm:styleData useDef="1">
    <dgm:dataModel>
      <dgm:ptLst/>
      <dgm:bg/>
      <dgm:whole/>
    </dgm:dataModel>
  </dgm:styleData>
  <dgm:clrData useDef="1">
    <dgm:dataModel>
      <dgm:ptLst/>
      <dgm:bg/>
      <dgm:whole/>
    </dgm:dataModel>
  </dgm:clrData>
  <dgm:layoutNode name="root">
    <dgm:varLst>
      <dgm:dir/>
      <dgm:resizeHandles val="exact"/>
    </dgm:varLst>
    <dgm:choose name="Name0">
      <dgm:if name="Name1" axis="self" func="var" arg="dir" op="equ" val="norm">
        <dgm:alg type="lin"/>
      </dgm:if>
      <dgm:else name="Name2">
        <dgm:alg type="lin">
          <dgm:param type="linDir" val="fromR"/>
        </dgm:alg>
      </dgm:else>
    </dgm:choose>
    <dgm:shape xmlns:r="http://schemas.openxmlformats.org/officeDocument/2006/relationships" r:blip="">
      <dgm:adjLst/>
    </dgm:shape>
    <dgm:presOf/>
    <dgm:constrLst>
      <dgm:constr type="h" for="ch" forName="compNode" refType="h" fact="0.45"/>
      <dgm:constr type="w" for="ch" forName="compNode" val="120"/>
      <dgm:constr type="w" for="ch" forName="sibTrans" refType="w" refFor="ch" refForName="compNode" fact="0.175"/>
      <dgm:constr type="primFontSz" for="des" forName="parTx" val="36"/>
      <dgm:constr type="primFontSz" for="des" forName="desTx" refType="primFontSz" refFor="des" refForName="parTx" op="lte" fact="0.75"/>
      <dgm:constr type="h" for="des" forName="compNode" op="equ"/>
      <dgm:constr type="h" for="des" forName="iconRect" op="equ"/>
      <dgm:constr type="w" for="des" forName="iconRect" op="equ"/>
      <dgm:constr type="h" for="des" forName="iconSpace" op="equ"/>
      <dgm:constr type="h" for="des" forName="parTx" op="equ"/>
      <dgm:constr type="h" for="des" forName="txSpace" op="equ"/>
      <dgm:constr type="h" for="des" forName="desTx" op="equ"/>
    </dgm:constrLst>
    <dgm:ruleLst>
      <dgm:rule type="w" for="ch" forName="compNode" val="0" fact="NaN" max="NaN"/>
    </dgm:ruleLst>
    <dgm:forEach name="Name3" axis="ch" ptType="node">
      <dgm:layoutNode name="compNode">
        <dgm:alg type="composite"/>
        <dgm:shape xmlns:r="http://schemas.openxmlformats.org/officeDocument/2006/relationships" r:blip="">
          <dgm:adjLst/>
        </dgm:shape>
        <dgm:presOf axis="self"/>
        <dgm:constrLst>
          <dgm:constr type="w" for="ch" forName="iconRect" refType="w" fact="0.35"/>
          <dgm:constr type="h" for="ch" forName="iconRect" refType="w" refFor="ch" refForName="iconRect"/>
          <dgm:constr type="ctrX" for="ch" forName="iconRect" refType="w" fact="0.5"/>
          <dgm:constr type="t" for="ch" forName="iconRect"/>
          <dgm:constr type="w" for="ch" forName="iconSpace" refType="w"/>
          <dgm:constr type="h" for="ch" forName="iconSpace" refType="h" fact="0.043"/>
          <dgm:constr type="l" for="ch" forName="iconSpace"/>
          <dgm:constr type="t" for="ch" forName="iconSpace" refType="b" refFor="ch" refForName="iconRect"/>
          <dgm:constr type="w" for="ch" forName="parTx" refType="w"/>
          <dgm:constr type="h" for="ch" forName="parTx" refType="w" fact="0.15"/>
          <dgm:constr type="l" for="ch" forName="parTx"/>
          <dgm:constr type="t" for="ch" forName="parTx" refType="b" refFor="ch" refForName="iconSpace"/>
          <dgm:constr type="h" for="ch" forName="txSpace" refType="h" fact="0.02"/>
          <dgm:constr type="w" for="ch" forName="txSpace" refType="w"/>
          <dgm:constr type="l" for="ch" forName="txSpace"/>
          <dgm:constr type="t" for="ch" forName="txSpace" refType="b" refFor="ch" refForName="parTx"/>
          <dgm:constr type="w" for="ch" forName="desTx" refType="w"/>
          <dgm:constr type="l" for="ch" forName="desTx"/>
          <dgm:constr type="t" for="ch" forName="desTx" refType="b" refFor="ch" refForName="txSpace"/>
        </dgm:constrLst>
        <dgm:ruleLst>
          <dgm:rule type="h" val="INF" fact="NaN" max="NaN"/>
        </dgm:ruleLst>
        <dgm:layoutNode name="iconRect" styleLbl="node1">
          <dgm:alg type="sp"/>
          <dgm:shape xmlns:r="http://schemas.openxmlformats.org/officeDocument/2006/relationships" type="rect" r:blip="" blipPhldr="1">
            <dgm:adjLst/>
          </dgm:shape>
          <dgm:presOf/>
          <dgm:constrLst/>
          <dgm:ruleLst/>
        </dgm:layoutNode>
        <dgm:layoutNode name="iconSpace">
          <dgm:alg type="sp"/>
          <dgm:shape xmlns:r="http://schemas.openxmlformats.org/officeDocument/2006/relationships" r:blip="">
            <dgm:adjLst/>
          </dgm:shape>
          <dgm:presOf/>
          <dgm:constrLst/>
          <dgm:ruleLst/>
        </dgm:layoutNode>
        <dgm:layoutNode name="parTx" styleLbl="revTx">
          <dgm:varLst>
            <dgm:chMax val="0"/>
            <dgm:chPref val="0"/>
          </dgm:varLst>
          <dgm:alg type="tx">
            <dgm:param type="txAnchorVert" val="t"/>
          </dgm:alg>
          <dgm:shape xmlns:r="http://schemas.openxmlformats.org/officeDocument/2006/relationships" type="rect" r:blip="">
            <dgm:adjLst/>
          </dgm:shape>
          <dgm:presOf axis="self" ptType="node"/>
          <dgm:constrLst>
            <dgm:constr type="lMarg"/>
            <dgm:constr type="rMarg"/>
            <dgm:constr type="tMarg"/>
            <dgm:constr type="bMarg"/>
          </dgm:constrLst>
          <dgm:ruleLst>
            <dgm:rule type="primFontSz" val="14" fact="NaN" max="NaN"/>
            <dgm:rule type="h" val="INF" fact="NaN" max="NaN"/>
          </dgm:ruleLst>
        </dgm:layoutNode>
        <dgm:layoutNode name="txSpace">
          <dgm:alg type="sp"/>
          <dgm:shape xmlns:r="http://schemas.openxmlformats.org/officeDocument/2006/relationships" r:blip="">
            <dgm:adjLst/>
          </dgm:shape>
          <dgm:presOf/>
          <dgm:constrLst/>
          <dgm:ruleLst/>
        </dgm:layoutNode>
        <dgm:layoutNode name="desTx" styleLbl="revTx">
          <dgm:varLst/>
          <dgm:alg type="tx">
            <dgm:param type="stBulletLvl" val="0"/>
            <dgm:param type="txAnchorVert" val="t"/>
          </dgm:alg>
          <dgm:shape xmlns:r="http://schemas.openxmlformats.org/officeDocument/2006/relationships" type="rect" r:blip="">
            <dgm:adjLst/>
          </dgm:shape>
          <dgm:presOf axis="des" ptType="node"/>
          <dgm:constrLst>
            <dgm:constr type="secFontSz" refType="primFontSz"/>
            <dgm:constr type="lMarg"/>
            <dgm:constr type="rMarg"/>
            <dgm:constr type="tMarg"/>
            <dgm:constr type="bMarg"/>
          </dgm:constrLst>
          <dgm:ruleLst>
            <dgm:rule type="primFontSz" val="NaN" fact="NaN" max="17"/>
            <dgm:rule type="h" val="INF" fact="NaN" max="NaN"/>
          </dgm:ruleLst>
        </dgm:layoutNode>
      </dgm:layoutNode>
      <dgm:forEach name="Name4" axis="followSib" ptType="sibTrans" cnt="1">
        <dgm:layoutNode name="sibTrans">
          <dgm:alg type="sp"/>
          <dgm:shape xmlns:r="http://schemas.openxmlformats.org/officeDocument/2006/relationships" r:blip="">
            <dgm:adjLst/>
          </dgm:shape>
          <dgm:presOf axis="self"/>
          <dgm:constrLst/>
          <dgm:ruleLst/>
        </dgm:layoutNode>
      </dgm:forEach>
    </dgm:forEach>
  </dgm:layoutNode>
  <dgm:extLst>
    <a:ext uri="{68A01E43-0DF5-4B5B-8FA6-DAF915123BFB}">
      <dgm1612:lstStyle xmlns:dgm1612="http://schemas.microsoft.com/office/drawing/2016/12/diagram">
        <a:lvl1pPr>
          <a:lnSpc>
            <a:spcPct val="100000"/>
          </a:lnSpc>
          <a:defRPr b="1"/>
        </a:lvl1pPr>
        <a:lvl2pPr>
          <a:lnSpc>
            <a:spcPct val="100000"/>
          </a:lnSpc>
        </a:lvl2pPr>
      </dgm1612:lstStyle>
    </a:ext>
  </dgm:extLst>
</dgm:layoutDef>
</file>

<file path=ppt/diagrams/layout38.xml><?xml version="1.0" encoding="utf-8"?>
<dgm:layoutDef xmlns:dgm="http://schemas.openxmlformats.org/drawingml/2006/diagram" xmlns:a="http://schemas.openxmlformats.org/drawingml/2006/main" uniqueId="urn:microsoft.com/office/officeart/2018/5/layout/CenteredIconLabelDescriptionList">
  <dgm:title val="Centered Icon Label Description List"/>
  <dgm:desc val="Use to show non-sequential or grouped chunks of information. The placeholder holds an icon or small picture, and corresponding text boxes show Level 1 and Level 2 text respectively. Works well for minimal Level 1 text accompanied by lengthier Level two text."/>
  <dgm:catLst>
    <dgm:cat type="icon" pri="500"/>
  </dgm:catLst>
  <dgm:sampData useDef="1">
    <dgm:dataModel>
      <dgm:ptLst/>
      <dgm:bg/>
      <dgm:whole/>
    </dgm:dataModel>
  </dgm:sampData>
  <dgm:styleData useDef="1">
    <dgm:dataModel>
      <dgm:ptLst/>
      <dgm:bg/>
      <dgm:whole/>
    </dgm:dataModel>
  </dgm:styleData>
  <dgm:clrData useDef="1">
    <dgm:dataModel>
      <dgm:ptLst/>
      <dgm:bg/>
      <dgm:whole/>
    </dgm:dataModel>
  </dgm:clrData>
  <dgm:layoutNode name="root">
    <dgm:varLst>
      <dgm:dir/>
      <dgm:resizeHandles val="exact"/>
    </dgm:varLst>
    <dgm:choose name="Name0">
      <dgm:if name="Name1" axis="self" func="var" arg="dir" op="equ" val="norm">
        <dgm:alg type="lin"/>
      </dgm:if>
      <dgm:else name="Name2">
        <dgm:alg type="lin">
          <dgm:param type="linDir" val="fromR"/>
        </dgm:alg>
      </dgm:else>
    </dgm:choose>
    <dgm:shape xmlns:r="http://schemas.openxmlformats.org/officeDocument/2006/relationships" r:blip="">
      <dgm:adjLst/>
    </dgm:shape>
    <dgm:presOf/>
    <dgm:constrLst>
      <dgm:constr type="h" for="ch" forName="compNode" refType="h" fact="0.45"/>
      <dgm:constr type="w" for="ch" forName="compNode" val="120"/>
      <dgm:constr type="w" for="ch" forName="sibTrans" refType="w" refFor="ch" refForName="compNode" fact="0.175"/>
      <dgm:constr type="primFontSz" for="des" forName="parTx" val="36"/>
      <dgm:constr type="primFontSz" for="des" forName="desTx" refType="primFontSz" refFor="des" refForName="parTx" op="lte" fact="0.75"/>
      <dgm:constr type="h" for="des" forName="compNode" op="equ"/>
      <dgm:constr type="h" for="des" forName="iconRect" op="equ"/>
      <dgm:constr type="w" for="des" forName="iconRect" op="equ"/>
      <dgm:constr type="h" for="des" forName="iconSpace" op="equ"/>
      <dgm:constr type="h" for="des" forName="parTx" op="equ"/>
      <dgm:constr type="h" for="des" forName="txSpace" op="equ"/>
      <dgm:constr type="h" for="des" forName="desTx" op="equ"/>
    </dgm:constrLst>
    <dgm:ruleLst>
      <dgm:rule type="w" for="ch" forName="compNode" val="0" fact="NaN" max="NaN"/>
    </dgm:ruleLst>
    <dgm:forEach name="Name3" axis="ch" ptType="node">
      <dgm:layoutNode name="compNode">
        <dgm:alg type="composite"/>
        <dgm:shape xmlns:r="http://schemas.openxmlformats.org/officeDocument/2006/relationships" r:blip="">
          <dgm:adjLst/>
        </dgm:shape>
        <dgm:presOf axis="self"/>
        <dgm:constrLst>
          <dgm:constr type="w" for="ch" forName="iconRect" refType="w" fact="0.35"/>
          <dgm:constr type="h" for="ch" forName="iconRect" refType="w" refFor="ch" refForName="iconRect"/>
          <dgm:constr type="ctrX" for="ch" forName="iconRect" refType="w" fact="0.5"/>
          <dgm:constr type="t" for="ch" forName="iconRect"/>
          <dgm:constr type="w" for="ch" forName="iconSpace" refType="w"/>
          <dgm:constr type="h" for="ch" forName="iconSpace" refType="h" fact="0.043"/>
          <dgm:constr type="l" for="ch" forName="iconSpace"/>
          <dgm:constr type="t" for="ch" forName="iconSpace" refType="b" refFor="ch" refForName="iconRect"/>
          <dgm:constr type="w" for="ch" forName="parTx" refType="w"/>
          <dgm:constr type="h" for="ch" forName="parTx" refType="w" fact="0.15"/>
          <dgm:constr type="l" for="ch" forName="parTx"/>
          <dgm:constr type="t" for="ch" forName="parTx" refType="b" refFor="ch" refForName="iconSpace"/>
          <dgm:constr type="h" for="ch" forName="txSpace" refType="h" fact="0.02"/>
          <dgm:constr type="w" for="ch" forName="txSpace" refType="w"/>
          <dgm:constr type="l" for="ch" forName="txSpace"/>
          <dgm:constr type="t" for="ch" forName="txSpace" refType="b" refFor="ch" refForName="parTx"/>
          <dgm:constr type="w" for="ch" forName="desTx" refType="w"/>
          <dgm:constr type="l" for="ch" forName="desTx"/>
          <dgm:constr type="t" for="ch" forName="desTx" refType="b" refFor="ch" refForName="txSpace"/>
        </dgm:constrLst>
        <dgm:ruleLst>
          <dgm:rule type="h" val="INF" fact="NaN" max="NaN"/>
        </dgm:ruleLst>
        <dgm:layoutNode name="iconRect" styleLbl="node1">
          <dgm:alg type="sp"/>
          <dgm:shape xmlns:r="http://schemas.openxmlformats.org/officeDocument/2006/relationships" type="rect" r:blip="" blipPhldr="1">
            <dgm:adjLst/>
          </dgm:shape>
          <dgm:presOf/>
          <dgm:constrLst/>
          <dgm:ruleLst/>
        </dgm:layoutNode>
        <dgm:layoutNode name="iconSpace">
          <dgm:alg type="sp"/>
          <dgm:shape xmlns:r="http://schemas.openxmlformats.org/officeDocument/2006/relationships" r:blip="">
            <dgm:adjLst/>
          </dgm:shape>
          <dgm:presOf/>
          <dgm:constrLst/>
          <dgm:ruleLst/>
        </dgm:layoutNode>
        <dgm:layoutNode name="parTx" styleLbl="revTx">
          <dgm:varLst>
            <dgm:chMax val="0"/>
            <dgm:chPref val="0"/>
          </dgm:varLst>
          <dgm:alg type="tx">
            <dgm:param type="txAnchorVert" val="t"/>
          </dgm:alg>
          <dgm:shape xmlns:r="http://schemas.openxmlformats.org/officeDocument/2006/relationships" type="rect" r:blip="">
            <dgm:adjLst/>
          </dgm:shape>
          <dgm:presOf axis="self" ptType="node"/>
          <dgm:constrLst>
            <dgm:constr type="lMarg"/>
            <dgm:constr type="rMarg"/>
            <dgm:constr type="tMarg"/>
            <dgm:constr type="bMarg"/>
          </dgm:constrLst>
          <dgm:ruleLst>
            <dgm:rule type="primFontSz" val="14" fact="NaN" max="NaN"/>
            <dgm:rule type="h" val="INF" fact="NaN" max="NaN"/>
          </dgm:ruleLst>
        </dgm:layoutNode>
        <dgm:layoutNode name="txSpace">
          <dgm:alg type="sp"/>
          <dgm:shape xmlns:r="http://schemas.openxmlformats.org/officeDocument/2006/relationships" r:blip="">
            <dgm:adjLst/>
          </dgm:shape>
          <dgm:presOf/>
          <dgm:constrLst/>
          <dgm:ruleLst/>
        </dgm:layoutNode>
        <dgm:layoutNode name="desTx" styleLbl="revTx">
          <dgm:varLst/>
          <dgm:alg type="tx">
            <dgm:param type="stBulletLvl" val="0"/>
            <dgm:param type="txAnchorVert" val="t"/>
          </dgm:alg>
          <dgm:shape xmlns:r="http://schemas.openxmlformats.org/officeDocument/2006/relationships" type="rect" r:blip="">
            <dgm:adjLst/>
          </dgm:shape>
          <dgm:presOf axis="des" ptType="node"/>
          <dgm:constrLst>
            <dgm:constr type="secFontSz" refType="primFontSz"/>
            <dgm:constr type="lMarg"/>
            <dgm:constr type="rMarg"/>
            <dgm:constr type="tMarg"/>
            <dgm:constr type="bMarg"/>
          </dgm:constrLst>
          <dgm:ruleLst>
            <dgm:rule type="primFontSz" val="NaN" fact="NaN" max="17"/>
            <dgm:rule type="h" val="INF" fact="NaN" max="NaN"/>
          </dgm:ruleLst>
        </dgm:layoutNode>
      </dgm:layoutNode>
      <dgm:forEach name="Name4" axis="followSib" ptType="sibTrans" cnt="1">
        <dgm:layoutNode name="sibTrans">
          <dgm:alg type="sp"/>
          <dgm:shape xmlns:r="http://schemas.openxmlformats.org/officeDocument/2006/relationships" r:blip="">
            <dgm:adjLst/>
          </dgm:shape>
          <dgm:presOf axis="self"/>
          <dgm:constrLst/>
          <dgm:ruleLst/>
        </dgm:layoutNode>
      </dgm:forEach>
    </dgm:forEach>
  </dgm:layoutNode>
  <dgm:extLst>
    <a:ext uri="{68A01E43-0DF5-4B5B-8FA6-DAF915123BFB}">
      <dgm1612:lstStyle xmlns:dgm1612="http://schemas.microsoft.com/office/drawing/2016/12/diagram">
        <a:lvl1pPr>
          <a:lnSpc>
            <a:spcPct val="100000"/>
          </a:lnSpc>
          <a:defRPr b="1"/>
        </a:lvl1pPr>
        <a:lvl2pPr>
          <a:lnSpc>
            <a:spcPct val="100000"/>
          </a:lnSpc>
        </a:lvl2pPr>
      </dgm1612:lstStyle>
    </a:ext>
  </dgm:extLst>
</dgm:layoutDef>
</file>

<file path=ppt/diagrams/layout39.xml><?xml version="1.0" encoding="utf-8"?>
<dgm:layoutDef xmlns:dgm="http://schemas.openxmlformats.org/drawingml/2006/diagram" xmlns:a="http://schemas.openxmlformats.org/drawingml/2006/main" uniqueId="urn:microsoft.com/office/officeart/2018/5/layout/CenteredIconLabelDescriptionList">
  <dgm:title val="Centered Icon Label Description List"/>
  <dgm:desc val="Use to show non-sequential or grouped chunks of information. The placeholder holds an icon or small picture, and corresponding text boxes show Level 1 and Level 2 text respectively. Works well for minimal Level 1 text accompanied by lengthier Level two text."/>
  <dgm:catLst>
    <dgm:cat type="icon" pri="500"/>
  </dgm:catLst>
  <dgm:sampData useDef="1">
    <dgm:dataModel>
      <dgm:ptLst/>
      <dgm:bg/>
      <dgm:whole/>
    </dgm:dataModel>
  </dgm:sampData>
  <dgm:styleData useDef="1">
    <dgm:dataModel>
      <dgm:ptLst/>
      <dgm:bg/>
      <dgm:whole/>
    </dgm:dataModel>
  </dgm:styleData>
  <dgm:clrData useDef="1">
    <dgm:dataModel>
      <dgm:ptLst/>
      <dgm:bg/>
      <dgm:whole/>
    </dgm:dataModel>
  </dgm:clrData>
  <dgm:layoutNode name="root">
    <dgm:varLst>
      <dgm:dir/>
      <dgm:resizeHandles val="exact"/>
    </dgm:varLst>
    <dgm:choose name="Name0">
      <dgm:if name="Name1" axis="self" func="var" arg="dir" op="equ" val="norm">
        <dgm:alg type="lin"/>
      </dgm:if>
      <dgm:else name="Name2">
        <dgm:alg type="lin">
          <dgm:param type="linDir" val="fromR"/>
        </dgm:alg>
      </dgm:else>
    </dgm:choose>
    <dgm:shape xmlns:r="http://schemas.openxmlformats.org/officeDocument/2006/relationships" r:blip="">
      <dgm:adjLst/>
    </dgm:shape>
    <dgm:presOf/>
    <dgm:constrLst>
      <dgm:constr type="h" for="ch" forName="compNode" refType="h" fact="0.45"/>
      <dgm:constr type="w" for="ch" forName="compNode" val="120"/>
      <dgm:constr type="w" for="ch" forName="sibTrans" refType="w" refFor="ch" refForName="compNode" fact="0.175"/>
      <dgm:constr type="primFontSz" for="des" forName="parTx" val="36"/>
      <dgm:constr type="primFontSz" for="des" forName="desTx" refType="primFontSz" refFor="des" refForName="parTx" op="lte" fact="0.75"/>
      <dgm:constr type="h" for="des" forName="compNode" op="equ"/>
      <dgm:constr type="h" for="des" forName="iconRect" op="equ"/>
      <dgm:constr type="w" for="des" forName="iconRect" op="equ"/>
      <dgm:constr type="h" for="des" forName="iconSpace" op="equ"/>
      <dgm:constr type="h" for="des" forName="parTx" op="equ"/>
      <dgm:constr type="h" for="des" forName="txSpace" op="equ"/>
      <dgm:constr type="h" for="des" forName="desTx" op="equ"/>
    </dgm:constrLst>
    <dgm:ruleLst>
      <dgm:rule type="w" for="ch" forName="compNode" val="0" fact="NaN" max="NaN"/>
    </dgm:ruleLst>
    <dgm:forEach name="Name3" axis="ch" ptType="node">
      <dgm:layoutNode name="compNode">
        <dgm:alg type="composite"/>
        <dgm:shape xmlns:r="http://schemas.openxmlformats.org/officeDocument/2006/relationships" r:blip="">
          <dgm:adjLst/>
        </dgm:shape>
        <dgm:presOf axis="self"/>
        <dgm:constrLst>
          <dgm:constr type="w" for="ch" forName="iconRect" refType="w" fact="0.35"/>
          <dgm:constr type="h" for="ch" forName="iconRect" refType="w" refFor="ch" refForName="iconRect"/>
          <dgm:constr type="ctrX" for="ch" forName="iconRect" refType="w" fact="0.5"/>
          <dgm:constr type="t" for="ch" forName="iconRect"/>
          <dgm:constr type="w" for="ch" forName="iconSpace" refType="w"/>
          <dgm:constr type="h" for="ch" forName="iconSpace" refType="h" fact="0.043"/>
          <dgm:constr type="l" for="ch" forName="iconSpace"/>
          <dgm:constr type="t" for="ch" forName="iconSpace" refType="b" refFor="ch" refForName="iconRect"/>
          <dgm:constr type="w" for="ch" forName="parTx" refType="w"/>
          <dgm:constr type="h" for="ch" forName="parTx" refType="w" fact="0.15"/>
          <dgm:constr type="l" for="ch" forName="parTx"/>
          <dgm:constr type="t" for="ch" forName="parTx" refType="b" refFor="ch" refForName="iconSpace"/>
          <dgm:constr type="h" for="ch" forName="txSpace" refType="h" fact="0.02"/>
          <dgm:constr type="w" for="ch" forName="txSpace" refType="w"/>
          <dgm:constr type="l" for="ch" forName="txSpace"/>
          <dgm:constr type="t" for="ch" forName="txSpace" refType="b" refFor="ch" refForName="parTx"/>
          <dgm:constr type="w" for="ch" forName="desTx" refType="w"/>
          <dgm:constr type="l" for="ch" forName="desTx"/>
          <dgm:constr type="t" for="ch" forName="desTx" refType="b" refFor="ch" refForName="txSpace"/>
        </dgm:constrLst>
        <dgm:ruleLst>
          <dgm:rule type="h" val="INF" fact="NaN" max="NaN"/>
        </dgm:ruleLst>
        <dgm:layoutNode name="iconRect" styleLbl="node1">
          <dgm:alg type="sp"/>
          <dgm:shape xmlns:r="http://schemas.openxmlformats.org/officeDocument/2006/relationships" type="rect" r:blip="" blipPhldr="1">
            <dgm:adjLst/>
          </dgm:shape>
          <dgm:presOf/>
          <dgm:constrLst/>
          <dgm:ruleLst/>
        </dgm:layoutNode>
        <dgm:layoutNode name="iconSpace">
          <dgm:alg type="sp"/>
          <dgm:shape xmlns:r="http://schemas.openxmlformats.org/officeDocument/2006/relationships" r:blip="">
            <dgm:adjLst/>
          </dgm:shape>
          <dgm:presOf/>
          <dgm:constrLst/>
          <dgm:ruleLst/>
        </dgm:layoutNode>
        <dgm:layoutNode name="parTx" styleLbl="revTx">
          <dgm:varLst>
            <dgm:chMax val="0"/>
            <dgm:chPref val="0"/>
          </dgm:varLst>
          <dgm:alg type="tx">
            <dgm:param type="txAnchorVert" val="t"/>
          </dgm:alg>
          <dgm:shape xmlns:r="http://schemas.openxmlformats.org/officeDocument/2006/relationships" type="rect" r:blip="">
            <dgm:adjLst/>
          </dgm:shape>
          <dgm:presOf axis="self" ptType="node"/>
          <dgm:constrLst>
            <dgm:constr type="lMarg"/>
            <dgm:constr type="rMarg"/>
            <dgm:constr type="tMarg"/>
            <dgm:constr type="bMarg"/>
          </dgm:constrLst>
          <dgm:ruleLst>
            <dgm:rule type="primFontSz" val="14" fact="NaN" max="NaN"/>
            <dgm:rule type="h" val="INF" fact="NaN" max="NaN"/>
          </dgm:ruleLst>
        </dgm:layoutNode>
        <dgm:layoutNode name="txSpace">
          <dgm:alg type="sp"/>
          <dgm:shape xmlns:r="http://schemas.openxmlformats.org/officeDocument/2006/relationships" r:blip="">
            <dgm:adjLst/>
          </dgm:shape>
          <dgm:presOf/>
          <dgm:constrLst/>
          <dgm:ruleLst/>
        </dgm:layoutNode>
        <dgm:layoutNode name="desTx" styleLbl="revTx">
          <dgm:varLst/>
          <dgm:alg type="tx">
            <dgm:param type="stBulletLvl" val="0"/>
            <dgm:param type="txAnchorVert" val="t"/>
          </dgm:alg>
          <dgm:shape xmlns:r="http://schemas.openxmlformats.org/officeDocument/2006/relationships" type="rect" r:blip="">
            <dgm:adjLst/>
          </dgm:shape>
          <dgm:presOf axis="des" ptType="node"/>
          <dgm:constrLst>
            <dgm:constr type="secFontSz" refType="primFontSz"/>
            <dgm:constr type="lMarg"/>
            <dgm:constr type="rMarg"/>
            <dgm:constr type="tMarg"/>
            <dgm:constr type="bMarg"/>
          </dgm:constrLst>
          <dgm:ruleLst>
            <dgm:rule type="primFontSz" val="NaN" fact="NaN" max="17"/>
            <dgm:rule type="h" val="INF" fact="NaN" max="NaN"/>
          </dgm:ruleLst>
        </dgm:layoutNode>
      </dgm:layoutNode>
      <dgm:forEach name="Name4" axis="followSib" ptType="sibTrans" cnt="1">
        <dgm:layoutNode name="sibTrans">
          <dgm:alg type="sp"/>
          <dgm:shape xmlns:r="http://schemas.openxmlformats.org/officeDocument/2006/relationships" r:blip="">
            <dgm:adjLst/>
          </dgm:shape>
          <dgm:presOf axis="self"/>
          <dgm:constrLst/>
          <dgm:ruleLst/>
        </dgm:layoutNode>
      </dgm:forEach>
    </dgm:forEach>
  </dgm:layoutNode>
  <dgm:extLst>
    <a:ext uri="{68A01E43-0DF5-4B5B-8FA6-DAF915123BFB}">
      <dgm1612:lstStyle xmlns:dgm1612="http://schemas.microsoft.com/office/drawing/2016/12/diagram">
        <a:lvl1pPr>
          <a:lnSpc>
            <a:spcPct val="100000"/>
          </a:lnSpc>
          <a:defRPr b="1"/>
        </a:lvl1pPr>
        <a:lvl2pPr>
          <a:lnSpc>
            <a:spcPct val="100000"/>
          </a:lnSpc>
        </a:lvl2pPr>
      </dgm1612:lstStyle>
    </a:ext>
  </dgm:extLst>
</dgm:layoutDef>
</file>

<file path=ppt/diagrams/layout40.xml><?xml version="1.0" encoding="utf-8"?>
<dgm:layoutDef xmlns:dgm="http://schemas.openxmlformats.org/drawingml/2006/diagram" xmlns:a="http://schemas.openxmlformats.org/drawingml/2006/main" uniqueId="urn:microsoft.com/office/officeart/2018/2/layout/IconLabelDescriptionList">
  <dgm:title val="Icon Label Description List"/>
  <dgm:desc val="Use to show non-sequential or grouped chunks of information. The placeholder holds an icon or small picture, and corresponding text boxes show Level 1 and Level 2 text respectively. Works well for minimal Level 1 text accompanied by lengthier Level two text."/>
  <dgm:catLst>
    <dgm:cat type="icon" pri="500"/>
  </dgm:catLst>
  <dgm:sampData useDef="1">
    <dgm:dataModel>
      <dgm:ptLst/>
      <dgm:bg/>
      <dgm:whole/>
    </dgm:dataModel>
  </dgm:sampData>
  <dgm:styleData useDef="1">
    <dgm:dataModel>
      <dgm:ptLst/>
      <dgm:bg/>
      <dgm:whole/>
    </dgm:dataModel>
  </dgm:styleData>
  <dgm:clrData useDef="1">
    <dgm:dataModel>
      <dgm:ptLst/>
      <dgm:bg/>
      <dgm:whole/>
    </dgm:dataModel>
  </dgm:clrData>
  <dgm:layoutNode name="root">
    <dgm:varLst>
      <dgm:dir/>
      <dgm:resizeHandles val="exact"/>
    </dgm:varLst>
    <dgm:choose name="Name0">
      <dgm:if name="Name1" axis="self" func="var" arg="dir" op="equ" val="norm">
        <dgm:alg type="lin"/>
      </dgm:if>
      <dgm:else name="Name2">
        <dgm:alg type="lin">
          <dgm:param type="linDir" val="fromR"/>
        </dgm:alg>
      </dgm:else>
    </dgm:choose>
    <dgm:shape xmlns:r="http://schemas.openxmlformats.org/officeDocument/2006/relationships" r:blip="">
      <dgm:adjLst/>
    </dgm:shape>
    <dgm:presOf/>
    <dgm:constrLst>
      <dgm:constr type="h" for="ch" forName="compNode" refType="h" fact="0.45"/>
      <dgm:constr type="w" for="ch" forName="compNode" val="120"/>
      <dgm:constr type="w" for="ch" forName="sibTrans" refType="w" refFor="ch" refForName="compNode" fact="0.175"/>
      <dgm:constr type="primFontSz" for="des" forName="parTx" val="36"/>
      <dgm:constr type="primFontSz" for="des" forName="desTx" refType="primFontSz" refFor="des" refForName="parTx" op="lte" fact="0.75"/>
      <dgm:constr type="h" for="des" forName="compNode" op="equ"/>
      <dgm:constr type="h" for="des" forName="iconRect" op="equ"/>
      <dgm:constr type="w" for="des" forName="iconRect" op="equ"/>
      <dgm:constr type="h" for="des" forName="iconSpace" op="equ"/>
      <dgm:constr type="h" for="des" forName="parTx" op="equ"/>
      <dgm:constr type="h" for="des" forName="txSpace" op="equ"/>
      <dgm:constr type="h" for="des" forName="desTx" op="equ"/>
    </dgm:constrLst>
    <dgm:ruleLst>
      <dgm:rule type="w" for="ch" forName="compNode" val="0" fact="NaN" max="NaN"/>
    </dgm:ruleLst>
    <dgm:forEach name="Name3" axis="ch" ptType="node">
      <dgm:layoutNode name="compNode">
        <dgm:alg type="composite"/>
        <dgm:shape xmlns:r="http://schemas.openxmlformats.org/officeDocument/2006/relationships" r:blip="">
          <dgm:adjLst/>
        </dgm:shape>
        <dgm:presOf axis="self"/>
        <dgm:constrLst>
          <dgm:constr type="w" for="ch" forName="iconRect" refType="w" fact="0.35"/>
          <dgm:constr type="h" for="ch" forName="iconRect" refType="w" refFor="ch" refForName="iconRect"/>
          <dgm:constr type="l" for="ch" forName="iconRect"/>
          <dgm:constr type="t" for="ch" forName="iconRect"/>
          <dgm:constr type="w" for="ch" forName="iconSpace" refType="w"/>
          <dgm:constr type="h" for="ch" forName="iconSpace" refType="h" fact="0.043"/>
          <dgm:constr type="l" for="ch" forName="iconSpace"/>
          <dgm:constr type="t" for="ch" forName="iconSpace" refType="b" refFor="ch" refForName="iconRect"/>
          <dgm:constr type="w" for="ch" forName="parTx" refType="w"/>
          <dgm:constr type="h" for="ch" forName="parTx" refType="w" fact="0.15"/>
          <dgm:constr type="l" for="ch" forName="parTx"/>
          <dgm:constr type="t" for="ch" forName="parTx" refType="b" refFor="ch" refForName="iconSpace"/>
          <dgm:constr type="h" for="ch" forName="txSpace" refType="h" fact="0.02"/>
          <dgm:constr type="w" for="ch" forName="txSpace" refType="w"/>
          <dgm:constr type="l" for="ch" forName="txSpace"/>
          <dgm:constr type="t" for="ch" forName="txSpace" refType="b" refFor="ch" refForName="parTx"/>
          <dgm:constr type="w" for="ch" forName="desTx" refType="w"/>
          <dgm:constr type="l" for="ch" forName="desTx"/>
          <dgm:constr type="t" for="ch" forName="desTx" refType="b" refFor="ch" refForName="txSpace"/>
        </dgm:constrLst>
        <dgm:ruleLst>
          <dgm:rule type="h" val="INF" fact="NaN" max="NaN"/>
        </dgm:ruleLst>
        <dgm:layoutNode name="iconRect" styleLbl="node1">
          <dgm:alg type="sp"/>
          <dgm:shape xmlns:r="http://schemas.openxmlformats.org/officeDocument/2006/relationships" type="rect" r:blip="" blipPhldr="1">
            <dgm:adjLst/>
          </dgm:shape>
          <dgm:presOf/>
          <dgm:constrLst/>
          <dgm:ruleLst/>
        </dgm:layoutNode>
        <dgm:layoutNode name="iconSpace">
          <dgm:alg type="sp"/>
          <dgm:shape xmlns:r="http://schemas.openxmlformats.org/officeDocument/2006/relationships" r:blip="">
            <dgm:adjLst/>
          </dgm:shape>
          <dgm:presOf/>
          <dgm:constrLst/>
          <dgm:ruleLst/>
        </dgm:layoutNode>
        <dgm:layoutNode name="parTx" styleLbl="revTx">
          <dgm:varLst>
            <dgm:chMax val="0"/>
            <dgm:chPref val="0"/>
          </dgm:varLst>
          <dgm:alg type="tx">
            <dgm:param type="txAnchorVert" val="t"/>
            <dgm:param type="parTxLTRAlign" val="l"/>
            <dgm:param type="shpTxLTRAlignCh" val="l"/>
            <dgm:param type="parTxRTLAlign" val="r"/>
            <dgm:param type="shpTxRTLAlignCh" val="r"/>
          </dgm:alg>
          <dgm:shape xmlns:r="http://schemas.openxmlformats.org/officeDocument/2006/relationships" type="rect" r:blip="">
            <dgm:adjLst/>
          </dgm:shape>
          <dgm:presOf axis="self" ptType="node"/>
          <dgm:constrLst>
            <dgm:constr type="lMarg"/>
            <dgm:constr type="rMarg"/>
            <dgm:constr type="tMarg"/>
            <dgm:constr type="bMarg"/>
          </dgm:constrLst>
          <dgm:ruleLst>
            <dgm:rule type="primFontSz" val="14" fact="NaN" max="NaN"/>
            <dgm:rule type="h" val="INF" fact="NaN" max="NaN"/>
          </dgm:ruleLst>
        </dgm:layoutNode>
        <dgm:layoutNode name="txSpace">
          <dgm:alg type="sp"/>
          <dgm:shape xmlns:r="http://schemas.openxmlformats.org/officeDocument/2006/relationships" r:blip="">
            <dgm:adjLst/>
          </dgm:shape>
          <dgm:presOf/>
          <dgm:constrLst/>
          <dgm:ruleLst/>
        </dgm:layoutNode>
        <dgm:layoutNode name="desTx" styleLbl="revTx">
          <dgm:varLst/>
          <dgm:alg type="tx">
            <dgm:param type="stBulletLvl" val="0"/>
            <dgm:param type="txAnchorVert" val="t"/>
            <dgm:param type="parTxLTRAlign" val="l"/>
            <dgm:param type="shpTxLTRAlignCh" val="l"/>
            <dgm:param type="parTxRTLAlign" val="r"/>
            <dgm:param type="shpTxRTLAlignCh" val="r"/>
          </dgm:alg>
          <dgm:shape xmlns:r="http://schemas.openxmlformats.org/officeDocument/2006/relationships" type="rect" r:blip="">
            <dgm:adjLst/>
          </dgm:shape>
          <dgm:presOf axis="des" ptType="node"/>
          <dgm:constrLst>
            <dgm:constr type="secFontSz" refType="primFontSz"/>
            <dgm:constr type="lMarg"/>
            <dgm:constr type="rMarg"/>
            <dgm:constr type="tMarg"/>
            <dgm:constr type="bMarg"/>
          </dgm:constrLst>
          <dgm:ruleLst>
            <dgm:rule type="primFontSz" val="NaN" fact="NaN" max="17"/>
            <dgm:rule type="h" val="INF" fact="NaN" max="NaN"/>
          </dgm:ruleLst>
        </dgm:layoutNode>
      </dgm:layoutNode>
      <dgm:forEach name="Name4" axis="followSib" ptType="sibTrans" cnt="1">
        <dgm:layoutNode name="sibTrans">
          <dgm:alg type="sp"/>
          <dgm:shape xmlns:r="http://schemas.openxmlformats.org/officeDocument/2006/relationships" r:blip="">
            <dgm:adjLst/>
          </dgm:shape>
          <dgm:presOf axis="self"/>
          <dgm:constrLst/>
          <dgm:ruleLst/>
        </dgm:layoutNode>
      </dgm:forEach>
    </dgm:forEach>
  </dgm:layoutNode>
  <dgm:extLst>
    <a:ext uri="{68A01E43-0DF5-4B5B-8FA6-DAF915123BFB}">
      <dgm1612:lstStyle xmlns:dgm1612="http://schemas.microsoft.com/office/drawing/2016/12/diagram">
        <a:lvl1pPr>
          <a:lnSpc>
            <a:spcPct val="100000"/>
          </a:lnSpc>
          <a:defRPr b="1"/>
        </a:lvl1pPr>
        <a:lvl2pPr>
          <a:lnSpc>
            <a:spcPct val="100000"/>
          </a:lnSpc>
        </a:lvl2pPr>
      </dgm1612:lstStyle>
    </a:ext>
  </dgm:extLst>
</dgm:layoutDef>
</file>

<file path=ppt/diagrams/layout41.xml><?xml version="1.0" encoding="utf-8"?>
<dgm:layoutDef xmlns:dgm="http://schemas.openxmlformats.org/drawingml/2006/diagram" xmlns:a="http://schemas.openxmlformats.org/drawingml/2006/main" uniqueId="urn:microsoft.com/office/officeart/2018/2/layout/IconLabelDescriptionList">
  <dgm:title val="Icon Label Description List"/>
  <dgm:desc val="Use to show non-sequential or grouped chunks of information. The placeholder holds an icon or small picture, and corresponding text boxes show Level 1 and Level 2 text respectively. Works well for minimal Level 1 text accompanied by lengthier Level two text."/>
  <dgm:catLst>
    <dgm:cat type="icon" pri="500"/>
  </dgm:catLst>
  <dgm:sampData useDef="1">
    <dgm:dataModel>
      <dgm:ptLst/>
      <dgm:bg/>
      <dgm:whole/>
    </dgm:dataModel>
  </dgm:sampData>
  <dgm:styleData useDef="1">
    <dgm:dataModel>
      <dgm:ptLst/>
      <dgm:bg/>
      <dgm:whole/>
    </dgm:dataModel>
  </dgm:styleData>
  <dgm:clrData useDef="1">
    <dgm:dataModel>
      <dgm:ptLst/>
      <dgm:bg/>
      <dgm:whole/>
    </dgm:dataModel>
  </dgm:clrData>
  <dgm:layoutNode name="root">
    <dgm:varLst>
      <dgm:dir/>
      <dgm:resizeHandles val="exact"/>
    </dgm:varLst>
    <dgm:choose name="Name0">
      <dgm:if name="Name1" axis="self" func="var" arg="dir" op="equ" val="norm">
        <dgm:alg type="lin"/>
      </dgm:if>
      <dgm:else name="Name2">
        <dgm:alg type="lin">
          <dgm:param type="linDir" val="fromR"/>
        </dgm:alg>
      </dgm:else>
    </dgm:choose>
    <dgm:shape xmlns:r="http://schemas.openxmlformats.org/officeDocument/2006/relationships" r:blip="">
      <dgm:adjLst/>
    </dgm:shape>
    <dgm:presOf/>
    <dgm:constrLst>
      <dgm:constr type="h" for="ch" forName="compNode" refType="h" fact="0.45"/>
      <dgm:constr type="w" for="ch" forName="compNode" val="120"/>
      <dgm:constr type="w" for="ch" forName="sibTrans" refType="w" refFor="ch" refForName="compNode" fact="0.175"/>
      <dgm:constr type="primFontSz" for="des" forName="parTx" val="36"/>
      <dgm:constr type="primFontSz" for="des" forName="desTx" refType="primFontSz" refFor="des" refForName="parTx" op="lte" fact="0.75"/>
      <dgm:constr type="h" for="des" forName="compNode" op="equ"/>
      <dgm:constr type="h" for="des" forName="iconRect" op="equ"/>
      <dgm:constr type="w" for="des" forName="iconRect" op="equ"/>
      <dgm:constr type="h" for="des" forName="iconSpace" op="equ"/>
      <dgm:constr type="h" for="des" forName="parTx" op="equ"/>
      <dgm:constr type="h" for="des" forName="txSpace" op="equ"/>
      <dgm:constr type="h" for="des" forName="desTx" op="equ"/>
    </dgm:constrLst>
    <dgm:ruleLst>
      <dgm:rule type="w" for="ch" forName="compNode" val="0" fact="NaN" max="NaN"/>
    </dgm:ruleLst>
    <dgm:forEach name="Name3" axis="ch" ptType="node">
      <dgm:layoutNode name="compNode">
        <dgm:alg type="composite"/>
        <dgm:shape xmlns:r="http://schemas.openxmlformats.org/officeDocument/2006/relationships" r:blip="">
          <dgm:adjLst/>
        </dgm:shape>
        <dgm:presOf axis="self"/>
        <dgm:constrLst>
          <dgm:constr type="w" for="ch" forName="iconRect" refType="w" fact="0.35"/>
          <dgm:constr type="h" for="ch" forName="iconRect" refType="w" refFor="ch" refForName="iconRect"/>
          <dgm:constr type="l" for="ch" forName="iconRect"/>
          <dgm:constr type="t" for="ch" forName="iconRect"/>
          <dgm:constr type="w" for="ch" forName="iconSpace" refType="w"/>
          <dgm:constr type="h" for="ch" forName="iconSpace" refType="h" fact="0.043"/>
          <dgm:constr type="l" for="ch" forName="iconSpace"/>
          <dgm:constr type="t" for="ch" forName="iconSpace" refType="b" refFor="ch" refForName="iconRect"/>
          <dgm:constr type="w" for="ch" forName="parTx" refType="w"/>
          <dgm:constr type="h" for="ch" forName="parTx" refType="w" fact="0.15"/>
          <dgm:constr type="l" for="ch" forName="parTx"/>
          <dgm:constr type="t" for="ch" forName="parTx" refType="b" refFor="ch" refForName="iconSpace"/>
          <dgm:constr type="h" for="ch" forName="txSpace" refType="h" fact="0.02"/>
          <dgm:constr type="w" for="ch" forName="txSpace" refType="w"/>
          <dgm:constr type="l" for="ch" forName="txSpace"/>
          <dgm:constr type="t" for="ch" forName="txSpace" refType="b" refFor="ch" refForName="parTx"/>
          <dgm:constr type="w" for="ch" forName="desTx" refType="w"/>
          <dgm:constr type="l" for="ch" forName="desTx"/>
          <dgm:constr type="t" for="ch" forName="desTx" refType="b" refFor="ch" refForName="txSpace"/>
        </dgm:constrLst>
        <dgm:ruleLst>
          <dgm:rule type="h" val="INF" fact="NaN" max="NaN"/>
        </dgm:ruleLst>
        <dgm:layoutNode name="iconRect" styleLbl="node1">
          <dgm:alg type="sp"/>
          <dgm:shape xmlns:r="http://schemas.openxmlformats.org/officeDocument/2006/relationships" type="rect" r:blip="" blipPhldr="1">
            <dgm:adjLst/>
          </dgm:shape>
          <dgm:presOf/>
          <dgm:constrLst/>
          <dgm:ruleLst/>
        </dgm:layoutNode>
        <dgm:layoutNode name="iconSpace">
          <dgm:alg type="sp"/>
          <dgm:shape xmlns:r="http://schemas.openxmlformats.org/officeDocument/2006/relationships" r:blip="">
            <dgm:adjLst/>
          </dgm:shape>
          <dgm:presOf/>
          <dgm:constrLst/>
          <dgm:ruleLst/>
        </dgm:layoutNode>
        <dgm:layoutNode name="parTx" styleLbl="revTx">
          <dgm:varLst>
            <dgm:chMax val="0"/>
            <dgm:chPref val="0"/>
          </dgm:varLst>
          <dgm:alg type="tx">
            <dgm:param type="txAnchorVert" val="t"/>
            <dgm:param type="parTxLTRAlign" val="l"/>
            <dgm:param type="shpTxLTRAlignCh" val="l"/>
            <dgm:param type="parTxRTLAlign" val="r"/>
            <dgm:param type="shpTxRTLAlignCh" val="r"/>
          </dgm:alg>
          <dgm:shape xmlns:r="http://schemas.openxmlformats.org/officeDocument/2006/relationships" type="rect" r:blip="">
            <dgm:adjLst/>
          </dgm:shape>
          <dgm:presOf axis="self" ptType="node"/>
          <dgm:constrLst>
            <dgm:constr type="lMarg"/>
            <dgm:constr type="rMarg"/>
            <dgm:constr type="tMarg"/>
            <dgm:constr type="bMarg"/>
          </dgm:constrLst>
          <dgm:ruleLst>
            <dgm:rule type="primFontSz" val="14" fact="NaN" max="NaN"/>
            <dgm:rule type="h" val="INF" fact="NaN" max="NaN"/>
          </dgm:ruleLst>
        </dgm:layoutNode>
        <dgm:layoutNode name="txSpace">
          <dgm:alg type="sp"/>
          <dgm:shape xmlns:r="http://schemas.openxmlformats.org/officeDocument/2006/relationships" r:blip="">
            <dgm:adjLst/>
          </dgm:shape>
          <dgm:presOf/>
          <dgm:constrLst/>
          <dgm:ruleLst/>
        </dgm:layoutNode>
        <dgm:layoutNode name="desTx" styleLbl="revTx">
          <dgm:varLst/>
          <dgm:alg type="tx">
            <dgm:param type="stBulletLvl" val="0"/>
            <dgm:param type="txAnchorVert" val="t"/>
            <dgm:param type="parTxLTRAlign" val="l"/>
            <dgm:param type="shpTxLTRAlignCh" val="l"/>
            <dgm:param type="parTxRTLAlign" val="r"/>
            <dgm:param type="shpTxRTLAlignCh" val="r"/>
          </dgm:alg>
          <dgm:shape xmlns:r="http://schemas.openxmlformats.org/officeDocument/2006/relationships" type="rect" r:blip="">
            <dgm:adjLst/>
          </dgm:shape>
          <dgm:presOf axis="des" ptType="node"/>
          <dgm:constrLst>
            <dgm:constr type="secFontSz" refType="primFontSz"/>
            <dgm:constr type="lMarg"/>
            <dgm:constr type="rMarg"/>
            <dgm:constr type="tMarg"/>
            <dgm:constr type="bMarg"/>
          </dgm:constrLst>
          <dgm:ruleLst>
            <dgm:rule type="primFontSz" val="NaN" fact="NaN" max="17"/>
            <dgm:rule type="h" val="INF" fact="NaN" max="NaN"/>
          </dgm:ruleLst>
        </dgm:layoutNode>
      </dgm:layoutNode>
      <dgm:forEach name="Name4" axis="followSib" ptType="sibTrans" cnt="1">
        <dgm:layoutNode name="sibTrans">
          <dgm:alg type="sp"/>
          <dgm:shape xmlns:r="http://schemas.openxmlformats.org/officeDocument/2006/relationships" r:blip="">
            <dgm:adjLst/>
          </dgm:shape>
          <dgm:presOf axis="self"/>
          <dgm:constrLst/>
          <dgm:ruleLst/>
        </dgm:layoutNode>
      </dgm:forEach>
    </dgm:forEach>
  </dgm:layoutNode>
  <dgm:extLst>
    <a:ext uri="{68A01E43-0DF5-4B5B-8FA6-DAF915123BFB}">
      <dgm1612:lstStyle xmlns:dgm1612="http://schemas.microsoft.com/office/drawing/2016/12/diagram">
        <a:lvl1pPr>
          <a:lnSpc>
            <a:spcPct val="100000"/>
          </a:lnSpc>
          <a:defRPr b="1"/>
        </a:lvl1pPr>
        <a:lvl2pPr>
          <a:lnSpc>
            <a:spcPct val="100000"/>
          </a:lnSpc>
        </a:lvl2pPr>
      </dgm1612:lstStyle>
    </a:ext>
  </dgm:extLst>
</dgm:layoutDef>
</file>

<file path=ppt/diagrams/layout42.xml><?xml version="1.0" encoding="utf-8"?>
<dgm:layoutDef xmlns:dgm="http://schemas.openxmlformats.org/drawingml/2006/diagram" xmlns:a="http://schemas.openxmlformats.org/drawingml/2006/main" uniqueId="urn:microsoft.com/office/officeart/2018/5/layout/CenteredIconLabelDescriptionList">
  <dgm:title val="Centered Icon Label Description List"/>
  <dgm:desc val="Use to show non-sequential or grouped chunks of information. The placeholder holds an icon or small picture, and corresponding text boxes show Level 1 and Level 2 text respectively. Works well for minimal Level 1 text accompanied by lengthier Level two text."/>
  <dgm:catLst>
    <dgm:cat type="icon" pri="500"/>
  </dgm:catLst>
  <dgm:sampData useDef="1">
    <dgm:dataModel>
      <dgm:ptLst/>
      <dgm:bg/>
      <dgm:whole/>
    </dgm:dataModel>
  </dgm:sampData>
  <dgm:styleData useDef="1">
    <dgm:dataModel>
      <dgm:ptLst/>
      <dgm:bg/>
      <dgm:whole/>
    </dgm:dataModel>
  </dgm:styleData>
  <dgm:clrData useDef="1">
    <dgm:dataModel>
      <dgm:ptLst/>
      <dgm:bg/>
      <dgm:whole/>
    </dgm:dataModel>
  </dgm:clrData>
  <dgm:layoutNode name="root">
    <dgm:varLst>
      <dgm:dir/>
      <dgm:resizeHandles val="exact"/>
    </dgm:varLst>
    <dgm:choose name="Name0">
      <dgm:if name="Name1" axis="self" func="var" arg="dir" op="equ" val="norm">
        <dgm:alg type="lin"/>
      </dgm:if>
      <dgm:else name="Name2">
        <dgm:alg type="lin">
          <dgm:param type="linDir" val="fromR"/>
        </dgm:alg>
      </dgm:else>
    </dgm:choose>
    <dgm:shape xmlns:r="http://schemas.openxmlformats.org/officeDocument/2006/relationships" r:blip="">
      <dgm:adjLst/>
    </dgm:shape>
    <dgm:presOf/>
    <dgm:constrLst>
      <dgm:constr type="h" for="ch" forName="compNode" refType="h" fact="0.45"/>
      <dgm:constr type="w" for="ch" forName="compNode" val="120"/>
      <dgm:constr type="w" for="ch" forName="sibTrans" refType="w" refFor="ch" refForName="compNode" fact="0.175"/>
      <dgm:constr type="primFontSz" for="des" forName="parTx" val="36"/>
      <dgm:constr type="primFontSz" for="des" forName="desTx" refType="primFontSz" refFor="des" refForName="parTx" op="lte" fact="0.75"/>
      <dgm:constr type="h" for="des" forName="compNode" op="equ"/>
      <dgm:constr type="h" for="des" forName="iconRect" op="equ"/>
      <dgm:constr type="w" for="des" forName="iconRect" op="equ"/>
      <dgm:constr type="h" for="des" forName="iconSpace" op="equ"/>
      <dgm:constr type="h" for="des" forName="parTx" op="equ"/>
      <dgm:constr type="h" for="des" forName="txSpace" op="equ"/>
      <dgm:constr type="h" for="des" forName="desTx" op="equ"/>
    </dgm:constrLst>
    <dgm:ruleLst>
      <dgm:rule type="w" for="ch" forName="compNode" val="0" fact="NaN" max="NaN"/>
    </dgm:ruleLst>
    <dgm:forEach name="Name3" axis="ch" ptType="node">
      <dgm:layoutNode name="compNode">
        <dgm:alg type="composite"/>
        <dgm:shape xmlns:r="http://schemas.openxmlformats.org/officeDocument/2006/relationships" r:blip="">
          <dgm:adjLst/>
        </dgm:shape>
        <dgm:presOf axis="self"/>
        <dgm:constrLst>
          <dgm:constr type="w" for="ch" forName="iconRect" refType="w" fact="0.35"/>
          <dgm:constr type="h" for="ch" forName="iconRect" refType="w" refFor="ch" refForName="iconRect"/>
          <dgm:constr type="ctrX" for="ch" forName="iconRect" refType="w" fact="0.5"/>
          <dgm:constr type="t" for="ch" forName="iconRect"/>
          <dgm:constr type="w" for="ch" forName="iconSpace" refType="w"/>
          <dgm:constr type="h" for="ch" forName="iconSpace" refType="h" fact="0.043"/>
          <dgm:constr type="l" for="ch" forName="iconSpace"/>
          <dgm:constr type="t" for="ch" forName="iconSpace" refType="b" refFor="ch" refForName="iconRect"/>
          <dgm:constr type="w" for="ch" forName="parTx" refType="w"/>
          <dgm:constr type="h" for="ch" forName="parTx" refType="w" fact="0.15"/>
          <dgm:constr type="l" for="ch" forName="parTx"/>
          <dgm:constr type="t" for="ch" forName="parTx" refType="b" refFor="ch" refForName="iconSpace"/>
          <dgm:constr type="h" for="ch" forName="txSpace" refType="h" fact="0.02"/>
          <dgm:constr type="w" for="ch" forName="txSpace" refType="w"/>
          <dgm:constr type="l" for="ch" forName="txSpace"/>
          <dgm:constr type="t" for="ch" forName="txSpace" refType="b" refFor="ch" refForName="parTx"/>
          <dgm:constr type="w" for="ch" forName="desTx" refType="w"/>
          <dgm:constr type="l" for="ch" forName="desTx"/>
          <dgm:constr type="t" for="ch" forName="desTx" refType="b" refFor="ch" refForName="txSpace"/>
        </dgm:constrLst>
        <dgm:ruleLst>
          <dgm:rule type="h" val="INF" fact="NaN" max="NaN"/>
        </dgm:ruleLst>
        <dgm:layoutNode name="iconRect" styleLbl="node1">
          <dgm:alg type="sp"/>
          <dgm:shape xmlns:r="http://schemas.openxmlformats.org/officeDocument/2006/relationships" type="rect" r:blip="" blipPhldr="1">
            <dgm:adjLst/>
          </dgm:shape>
          <dgm:presOf/>
          <dgm:constrLst/>
          <dgm:ruleLst/>
        </dgm:layoutNode>
        <dgm:layoutNode name="iconSpace">
          <dgm:alg type="sp"/>
          <dgm:shape xmlns:r="http://schemas.openxmlformats.org/officeDocument/2006/relationships" r:blip="">
            <dgm:adjLst/>
          </dgm:shape>
          <dgm:presOf/>
          <dgm:constrLst/>
          <dgm:ruleLst/>
        </dgm:layoutNode>
        <dgm:layoutNode name="parTx" styleLbl="revTx">
          <dgm:varLst>
            <dgm:chMax val="0"/>
            <dgm:chPref val="0"/>
          </dgm:varLst>
          <dgm:alg type="tx">
            <dgm:param type="txAnchorVert" val="t"/>
          </dgm:alg>
          <dgm:shape xmlns:r="http://schemas.openxmlformats.org/officeDocument/2006/relationships" type="rect" r:blip="">
            <dgm:adjLst/>
          </dgm:shape>
          <dgm:presOf axis="self" ptType="node"/>
          <dgm:constrLst>
            <dgm:constr type="lMarg"/>
            <dgm:constr type="rMarg"/>
            <dgm:constr type="tMarg"/>
            <dgm:constr type="bMarg"/>
          </dgm:constrLst>
          <dgm:ruleLst>
            <dgm:rule type="primFontSz" val="14" fact="NaN" max="NaN"/>
            <dgm:rule type="h" val="INF" fact="NaN" max="NaN"/>
          </dgm:ruleLst>
        </dgm:layoutNode>
        <dgm:layoutNode name="txSpace">
          <dgm:alg type="sp"/>
          <dgm:shape xmlns:r="http://schemas.openxmlformats.org/officeDocument/2006/relationships" r:blip="">
            <dgm:adjLst/>
          </dgm:shape>
          <dgm:presOf/>
          <dgm:constrLst/>
          <dgm:ruleLst/>
        </dgm:layoutNode>
        <dgm:layoutNode name="desTx" styleLbl="revTx">
          <dgm:varLst/>
          <dgm:alg type="tx">
            <dgm:param type="stBulletLvl" val="0"/>
            <dgm:param type="txAnchorVert" val="t"/>
          </dgm:alg>
          <dgm:shape xmlns:r="http://schemas.openxmlformats.org/officeDocument/2006/relationships" type="rect" r:blip="">
            <dgm:adjLst/>
          </dgm:shape>
          <dgm:presOf axis="des" ptType="node"/>
          <dgm:constrLst>
            <dgm:constr type="secFontSz" refType="primFontSz"/>
            <dgm:constr type="lMarg"/>
            <dgm:constr type="rMarg"/>
            <dgm:constr type="tMarg"/>
            <dgm:constr type="bMarg"/>
          </dgm:constrLst>
          <dgm:ruleLst>
            <dgm:rule type="primFontSz" val="NaN" fact="NaN" max="17"/>
            <dgm:rule type="h" val="INF" fact="NaN" max="NaN"/>
          </dgm:ruleLst>
        </dgm:layoutNode>
      </dgm:layoutNode>
      <dgm:forEach name="Name4" axis="followSib" ptType="sibTrans" cnt="1">
        <dgm:layoutNode name="sibTrans">
          <dgm:alg type="sp"/>
          <dgm:shape xmlns:r="http://schemas.openxmlformats.org/officeDocument/2006/relationships" r:blip="">
            <dgm:adjLst/>
          </dgm:shape>
          <dgm:presOf axis="self"/>
          <dgm:constrLst/>
          <dgm:ruleLst/>
        </dgm:layoutNode>
      </dgm:forEach>
    </dgm:forEach>
  </dgm:layoutNode>
  <dgm:extLst>
    <a:ext uri="{68A01E43-0DF5-4B5B-8FA6-DAF915123BFB}">
      <dgm1612:lstStyle xmlns:dgm1612="http://schemas.microsoft.com/office/drawing/2016/12/diagram">
        <a:lvl1pPr>
          <a:lnSpc>
            <a:spcPct val="100000"/>
          </a:lnSpc>
          <a:defRPr b="1"/>
        </a:lvl1pPr>
        <a:lvl2pPr>
          <a:lnSpc>
            <a:spcPct val="100000"/>
          </a:lnSpc>
        </a:lvl2pPr>
      </dgm1612:lstStyle>
    </a:ext>
  </dgm:extLst>
</dgm:layoutDef>
</file>

<file path=ppt/diagrams/layout43.xml><?xml version="1.0" encoding="utf-8"?>
<dgm:layoutDef xmlns:dgm="http://schemas.openxmlformats.org/drawingml/2006/diagram" xmlns:a="http://schemas.openxmlformats.org/drawingml/2006/main" uniqueId="urn:microsoft.com/office/officeart/2005/8/layout/hierarchy4">
  <dgm:title val=""/>
  <dgm:desc val=""/>
  <dgm:catLst>
    <dgm:cat type="hierarchy" pri="4000"/>
    <dgm:cat type="list" pri="24000"/>
    <dgm:cat type="relationship" pri="10000"/>
  </dgm:catLst>
  <dgm:sampData>
    <dgm:dataModel>
      <dgm:ptLst>
        <dgm:pt modelId="0" type="doc"/>
        <dgm:pt modelId="1">
          <dgm:prSet phldr="1"/>
        </dgm:pt>
        <dgm:pt modelId="2">
          <dgm:prSet phldr="1"/>
        </dgm:pt>
        <dgm:pt modelId="21">
          <dgm:prSet phldr="1"/>
        </dgm:pt>
        <dgm:pt modelId="22">
          <dgm:prSet phldr="1"/>
        </dgm:pt>
        <dgm:pt modelId="3">
          <dgm:prSet phldr="1"/>
        </dgm:pt>
        <dgm:pt modelId="31">
          <dgm:prSet phldr="1"/>
        </dgm:pt>
      </dgm:ptLst>
      <dgm:cxnLst>
        <dgm:cxn modelId="4" srcId="0" destId="1" srcOrd="0" destOrd="0"/>
        <dgm:cxn modelId="5" srcId="1" destId="2" srcOrd="0" destOrd="0"/>
        <dgm:cxn modelId="6" srcId="1" destId="3" srcOrd="1" destOrd="0"/>
        <dgm:cxn modelId="23" srcId="2" destId="21" srcOrd="0" destOrd="0"/>
        <dgm:cxn modelId="24" srcId="2" destId="22" srcOrd="1" destOrd="0"/>
        <dgm:cxn modelId="33" srcId="3" destId="31" srcOrd="0" destOrd="0"/>
      </dgm:cxnLst>
      <dgm:bg/>
      <dgm:whole/>
    </dgm:dataModel>
  </dgm:sampData>
  <dgm:styleData>
    <dgm:dataModel>
      <dgm:ptLst>
        <dgm:pt modelId="0" type="doc"/>
        <dgm:pt modelId="1"/>
        <dgm:pt modelId="11"/>
        <dgm:pt modelId="12"/>
      </dgm:ptLst>
      <dgm:cxnLst>
        <dgm:cxn modelId="2" srcId="0" destId="1" srcOrd="0" destOrd="0"/>
        <dgm:cxn modelId="13" srcId="1" destId="11" srcOrd="0" destOrd="0"/>
        <dgm:cxn modelId="14" srcId="1" destId="12" srcOrd="1" destOrd="0"/>
      </dgm:cxnLst>
      <dgm:bg/>
      <dgm:whole/>
    </dgm:dataModel>
  </dgm:styleData>
  <dgm:clrData>
    <dgm:dataModel>
      <dgm:ptLst>
        <dgm:pt modelId="0" type="doc"/>
        <dgm:pt modelId="1"/>
        <dgm:pt modelId="2"/>
        <dgm:pt modelId="21"/>
        <dgm:pt modelId="211"/>
        <dgm:pt modelId="3"/>
        <dgm:pt modelId="31"/>
        <dgm:pt modelId="311"/>
      </dgm:ptLst>
      <dgm:cxnLst>
        <dgm:cxn modelId="4" srcId="0" destId="1" srcOrd="0" destOrd="0"/>
        <dgm:cxn modelId="5" srcId="1" destId="2" srcOrd="0" destOrd="0"/>
        <dgm:cxn modelId="6" srcId="1" destId="3" srcOrd="1" destOrd="0"/>
        <dgm:cxn modelId="23" srcId="2" destId="21" srcOrd="0" destOrd="0"/>
        <dgm:cxn modelId="24" srcId="21" destId="211" srcOrd="0" destOrd="0"/>
        <dgm:cxn modelId="33" srcId="3" destId="31" srcOrd="0" destOrd="0"/>
        <dgm:cxn modelId="34" srcId="31" destId="311" srcOrd="0" destOrd="0"/>
      </dgm:cxnLst>
      <dgm:bg/>
      <dgm:whole/>
    </dgm:dataModel>
  </dgm:clrData>
  <dgm:layoutNode name="Name0">
    <dgm:varLst>
      <dgm:chPref val="1"/>
      <dgm:dir/>
      <dgm:animOne val="branch"/>
      <dgm:animLvl val="lvl"/>
      <dgm:resizeHandles/>
    </dgm:varLst>
    <dgm:choose name="Name1">
      <dgm:if name="Name2" func="var" arg="dir" op="equ" val="norm">
        <dgm:alg type="lin">
          <dgm:param type="linDir" val="fromL"/>
          <dgm:param type="nodeVertAlign" val="t"/>
        </dgm:alg>
      </dgm:if>
      <dgm:else name="Name3">
        <dgm:alg type="lin">
          <dgm:param type="linDir" val="fromR"/>
          <dgm:param type="nodeVertAlign" val="t"/>
        </dgm:alg>
      </dgm:else>
    </dgm:choose>
    <dgm:shape xmlns:r="http://schemas.openxmlformats.org/officeDocument/2006/relationships" r:blip="">
      <dgm:adjLst/>
    </dgm:shape>
    <dgm:presOf/>
    <dgm:constrLst>
      <dgm:constr type="w" for="ch" forName="vertOne" refType="w"/>
      <dgm:constr type="w" for="des" forName="horzOne" refType="w"/>
      <dgm:constr type="w" for="des" forName="txOne" refType="w"/>
      <dgm:constr type="w" for="des" forName="vertTwo" refType="w"/>
      <dgm:constr type="w" for="des" forName="horzTwo" refType="w"/>
      <dgm:constr type="w" for="des" forName="txTwo" refType="w"/>
      <dgm:constr type="w" for="des" forName="vertThree" refType="w"/>
      <dgm:constr type="w" for="des" forName="horzThree" refType="w"/>
      <dgm:constr type="w" for="des" forName="txThree" refType="w"/>
      <dgm:constr type="w" for="des" forName="vertFour" refType="w"/>
      <dgm:constr type="w" for="des" forName="horzFour" refType="w"/>
      <dgm:constr type="w" for="des" forName="txFour" refType="w"/>
      <dgm:constr type="h" for="des" ptType="node" op="equ"/>
      <dgm:constr type="h" for="des" forName="txOne" refType="h"/>
      <dgm:constr type="userH" for="des" ptType="node" refType="h" refFor="des" refForName="txOne"/>
      <dgm:constr type="primFontSz" for="des" forName="txOne" val="65"/>
      <dgm:constr type="primFontSz" for="des" forName="txTwo" val="65"/>
      <dgm:constr type="primFontSz" for="des" forName="txTwo" refType="primFontSz" refFor="des" refForName="txOne" op="lte"/>
      <dgm:constr type="primFontSz" for="des" forName="txThree" val="65"/>
      <dgm:constr type="primFontSz" for="des" forName="txThree" refType="primFontSz" refFor="des" refForName="txOne" op="lte"/>
      <dgm:constr type="primFontSz" for="des" forName="txThree" refType="primFontSz" refFor="des" refForName="txTwo" op="lte"/>
      <dgm:constr type="primFontSz" for="des" forName="txFour" val="65"/>
      <dgm:constr type="primFontSz" for="des" forName="txFour" refType="primFontSz" refFor="des" refForName="txOne" op="lte"/>
      <dgm:constr type="primFontSz" for="des" forName="txFour" refType="primFontSz" refFor="des" refForName="txTwo" op="lte"/>
      <dgm:constr type="primFontSz" for="des" forName="txFour" refType="primFontSz" refFor="des" refForName="txThree" op="lte"/>
      <dgm:constr type="w" for="des" forName="sibSpaceOne" refType="w" fact="0.168"/>
      <dgm:constr type="w" for="des" forName="sibSpaceTwo" refType="w" refFor="des" refForName="sibSpaceOne" op="equ" fact="0.5"/>
      <dgm:constr type="w" for="des" forName="sibSpaceThree" refType="w" refFor="des" refForName="sibSpaceTwo" op="equ" fact="0.5"/>
      <dgm:constr type="w" for="des" forName="sibSpaceFour" refType="w" refFor="des" refForName="sibSpaceThree" op="equ" fact="0.5"/>
      <dgm:constr type="h" for="des" forName="parTransOne" refType="w" fact="0.056"/>
      <dgm:constr type="h" for="des" forName="parTransTwo" refType="h" refFor="des" refForName="parTransOne" op="equ"/>
      <dgm:constr type="h" for="des" forName="parTransThree" refType="h" refFor="des" refForName="parTransTwo" op="equ"/>
      <dgm:constr type="h" for="des" forName="parTransFour" refType="h" refFor="des" refForName="parTransThree" op="equ"/>
    </dgm:constrLst>
    <dgm:ruleLst/>
    <dgm:forEach name="Name4" axis="ch" ptType="node">
      <dgm:layoutNode name="vertOne">
        <dgm:alg type="lin">
          <dgm:param type="linDir" val="fromT"/>
        </dgm:alg>
        <dgm:shape xmlns:r="http://schemas.openxmlformats.org/officeDocument/2006/relationships" r:blip="">
          <dgm:adjLst/>
        </dgm:shape>
        <dgm:presOf/>
        <dgm:constrLst>
          <dgm:constr type="w" for="ch" forName="txOne" refType="w" refFor="ch" refForName="horzOne" op="gte"/>
        </dgm:constrLst>
        <dgm:ruleLst/>
        <dgm:layoutNode name="txOne" styleLbl="node0">
          <dgm:varLst>
            <dgm:chPref val="3"/>
          </dgm:varLst>
          <dgm:alg type="tx"/>
          <dgm:shape xmlns:r="http://schemas.openxmlformats.org/officeDocument/2006/relationships" type="roundRect" r:blip="">
            <dgm:adjLst>
              <dgm:adj idx="1" val="0.1"/>
            </dgm:adjLst>
          </dgm:shape>
          <dgm:presOf axis="self"/>
          <dgm:constrLst>
            <dgm:constr type="tMarg" refType="primFontSz" fact="0.3"/>
            <dgm:constr type="bMarg" refType="primFontSz" fact="0.3"/>
            <dgm:constr type="lMarg" refType="primFontSz" fact="0.3"/>
            <dgm:constr type="rMarg" refType="primFontSz" fact="0.3"/>
          </dgm:constrLst>
          <dgm:ruleLst>
            <dgm:rule type="primFontSz" val="5" fact="NaN" max="NaN"/>
          </dgm:ruleLst>
        </dgm:layoutNode>
        <dgm:choose name="Name5">
          <dgm:if name="Name6" axis="des" ptType="node" func="cnt" op="gt" val="0">
            <dgm:layoutNode name="parTransOne">
              <dgm:alg type="sp"/>
              <dgm:shape xmlns:r="http://schemas.openxmlformats.org/officeDocument/2006/relationships" r:blip="">
                <dgm:adjLst/>
              </dgm:shape>
              <dgm:presOf/>
              <dgm:constrLst/>
              <dgm:ruleLst/>
            </dgm:layoutNode>
          </dgm:if>
          <dgm:else name="Name7"/>
        </dgm:choose>
        <dgm:layoutNode name="horzOne">
          <dgm:choose name="Name8">
            <dgm:if name="Name9" func="var" arg="dir" op="equ" val="norm">
              <dgm:alg type="lin">
                <dgm:param type="linDir" val="fromL"/>
                <dgm:param type="nodeVertAlign" val="t"/>
              </dgm:alg>
            </dgm:if>
            <dgm:else name="Name10">
              <dgm:alg type="lin">
                <dgm:param type="linDir" val="fromR"/>
                <dgm:param type="nodeVertAlign" val="t"/>
              </dgm:alg>
            </dgm:else>
          </dgm:choose>
          <dgm:shape xmlns:r="http://schemas.openxmlformats.org/officeDocument/2006/relationships" r:blip="">
            <dgm:adjLst/>
          </dgm:shape>
          <dgm:presOf/>
          <dgm:constrLst/>
          <dgm:ruleLst>
            <dgm:rule type="w" val="INF" fact="NaN" max="NaN"/>
          </dgm:ruleLst>
          <dgm:forEach name="Name11" axis="ch" ptType="node">
            <dgm:layoutNode name="vertTwo">
              <dgm:alg type="lin">
                <dgm:param type="linDir" val="fromT"/>
              </dgm:alg>
              <dgm:shape xmlns:r="http://schemas.openxmlformats.org/officeDocument/2006/relationships" r:blip="">
                <dgm:adjLst/>
              </dgm:shape>
              <dgm:presOf/>
              <dgm:constrLst>
                <dgm:constr type="w" for="ch" forName="txTwo" refType="w" refFor="ch" refForName="horzTwo" op="gte"/>
              </dgm:constrLst>
              <dgm:ruleLst/>
              <dgm:layoutNode name="txTwo">
                <dgm:varLst>
                  <dgm:chPref val="3"/>
                </dgm:varLst>
                <dgm:alg type="tx"/>
                <dgm:shape xmlns:r="http://schemas.openxmlformats.org/officeDocument/2006/relationships" type="roundRect" r:blip="">
                  <dgm:adjLst>
                    <dgm:adj idx="1" val="0.1"/>
                  </dgm:adjLst>
                </dgm:shape>
                <dgm:presOf axis="self"/>
                <dgm:constrLst>
                  <dgm:constr type="userH"/>
                  <dgm:constr type="h" refType="userH"/>
                  <dgm:constr type="tMarg" refType="primFontSz" fact="0.3"/>
                  <dgm:constr type="bMarg" refType="primFontSz" fact="0.3"/>
                  <dgm:constr type="lMarg" refType="primFontSz" fact="0.3"/>
                  <dgm:constr type="rMarg" refType="primFontSz" fact="0.3"/>
                </dgm:constrLst>
                <dgm:ruleLst>
                  <dgm:rule type="primFontSz" val="5" fact="NaN" max="NaN"/>
                </dgm:ruleLst>
              </dgm:layoutNode>
              <dgm:choose name="Name12">
                <dgm:if name="Name13" axis="des" ptType="node" func="cnt" op="gt" val="0">
                  <dgm:layoutNode name="parTransTwo">
                    <dgm:alg type="sp"/>
                    <dgm:shape xmlns:r="http://schemas.openxmlformats.org/officeDocument/2006/relationships" r:blip="">
                      <dgm:adjLst/>
                    </dgm:shape>
                    <dgm:presOf/>
                    <dgm:constrLst/>
                    <dgm:ruleLst/>
                  </dgm:layoutNode>
                </dgm:if>
                <dgm:else name="Name14"/>
              </dgm:choose>
              <dgm:layoutNode name="horzTwo">
                <dgm:choose name="Name15">
                  <dgm:if name="Name16" func="var" arg="dir" op="equ" val="norm">
                    <dgm:alg type="lin">
                      <dgm:param type="linDir" val="fromL"/>
                      <dgm:param type="nodeVertAlign" val="t"/>
                    </dgm:alg>
                  </dgm:if>
                  <dgm:else name="Name17">
                    <dgm:alg type="lin">
                      <dgm:param type="linDir" val="fromR"/>
                      <dgm:param type="nodeVertAlign" val="t"/>
                    </dgm:alg>
                  </dgm:else>
                </dgm:choose>
                <dgm:shape xmlns:r="http://schemas.openxmlformats.org/officeDocument/2006/relationships" r:blip="">
                  <dgm:adjLst/>
                </dgm:shape>
                <dgm:presOf/>
                <dgm:constrLst/>
                <dgm:ruleLst>
                  <dgm:rule type="w" val="INF" fact="NaN" max="NaN"/>
                </dgm:ruleLst>
                <dgm:forEach name="Name18" axis="ch" ptType="node">
                  <dgm:layoutNode name="vertThree">
                    <dgm:alg type="lin">
                      <dgm:param type="linDir" val="fromT"/>
                    </dgm:alg>
                    <dgm:shape xmlns:r="http://schemas.openxmlformats.org/officeDocument/2006/relationships" r:blip="">
                      <dgm:adjLst/>
                    </dgm:shape>
                    <dgm:presOf/>
                    <dgm:constrLst>
                      <dgm:constr type="w" for="ch" forName="txThree" refType="w" refFor="ch" refForName="horzThree" op="gte"/>
                    </dgm:constrLst>
                    <dgm:ruleLst/>
                    <dgm:layoutNode name="txThree">
                      <dgm:varLst>
                        <dgm:chPref val="3"/>
                      </dgm:varLst>
                      <dgm:alg type="tx"/>
                      <dgm:shape xmlns:r="http://schemas.openxmlformats.org/officeDocument/2006/relationships" type="roundRect" r:blip="">
                        <dgm:adjLst>
                          <dgm:adj idx="1" val="0.1"/>
                        </dgm:adjLst>
                      </dgm:shape>
                      <dgm:presOf axis="self"/>
                      <dgm:constrLst>
                        <dgm:constr type="userH"/>
                        <dgm:constr type="h" refType="userH"/>
                        <dgm:constr type="tMarg" refType="primFontSz" fact="0.3"/>
                        <dgm:constr type="bMarg" refType="primFontSz" fact="0.3"/>
                        <dgm:constr type="lMarg" refType="primFontSz" fact="0.3"/>
                        <dgm:constr type="rMarg" refType="primFontSz" fact="0.3"/>
                      </dgm:constrLst>
                      <dgm:ruleLst>
                        <dgm:rule type="primFontSz" val="5" fact="NaN" max="NaN"/>
                      </dgm:ruleLst>
                    </dgm:layoutNode>
                    <dgm:choose name="Name19">
                      <dgm:if name="Name20" axis="des" ptType="node" func="cnt" op="gt" val="0">
                        <dgm:layoutNode name="parTransThree">
                          <dgm:alg type="sp"/>
                          <dgm:shape xmlns:r="http://schemas.openxmlformats.org/officeDocument/2006/relationships" r:blip="">
                            <dgm:adjLst/>
                          </dgm:shape>
                          <dgm:presOf/>
                          <dgm:constrLst/>
                          <dgm:ruleLst/>
                        </dgm:layoutNode>
                      </dgm:if>
                      <dgm:else name="Name21"/>
                    </dgm:choose>
                    <dgm:layoutNode name="horzThree">
                      <dgm:choose name="Name22">
                        <dgm:if name="Name23" func="var" arg="dir" op="equ" val="norm">
                          <dgm:alg type="lin">
                            <dgm:param type="linDir" val="fromL"/>
                            <dgm:param type="nodeVertAlign" val="t"/>
                          </dgm:alg>
                        </dgm:if>
                        <dgm:else name="Name24">
                          <dgm:alg type="lin">
                            <dgm:param type="linDir" val="fromR"/>
                            <dgm:param type="nodeVertAlign" val="t"/>
                          </dgm:alg>
                        </dgm:else>
                      </dgm:choose>
                      <dgm:shape xmlns:r="http://schemas.openxmlformats.org/officeDocument/2006/relationships" r:blip="">
                        <dgm:adjLst/>
                      </dgm:shape>
                      <dgm:presOf/>
                      <dgm:constrLst/>
                      <dgm:ruleLst>
                        <dgm:rule type="w" val="INF" fact="NaN" max="NaN"/>
                      </dgm:ruleLst>
                      <dgm:forEach name="repeat" axis="ch" ptType="node">
                        <dgm:layoutNode name="vertFour">
                          <dgm:varLst>
                            <dgm:chPref val="3"/>
                          </dgm:varLst>
                          <dgm:alg type="lin">
                            <dgm:param type="linDir" val="fromT"/>
                          </dgm:alg>
                          <dgm:shape xmlns:r="http://schemas.openxmlformats.org/officeDocument/2006/relationships" r:blip="">
                            <dgm:adjLst/>
                          </dgm:shape>
                          <dgm:presOf/>
                          <dgm:constrLst>
                            <dgm:constr type="w" for="ch" forName="txFour" refType="w" refFor="ch" refForName="horzFour" op="gte"/>
                          </dgm:constrLst>
                          <dgm:ruleLst/>
                          <dgm:layoutNode name="txFour">
                            <dgm:varLst>
                              <dgm:chPref val="3"/>
                            </dgm:varLst>
                            <dgm:alg type="tx"/>
                            <dgm:shape xmlns:r="http://schemas.openxmlformats.org/officeDocument/2006/relationships" type="roundRect" r:blip="">
                              <dgm:adjLst>
                                <dgm:adj idx="1" val="0.1"/>
                              </dgm:adjLst>
                            </dgm:shape>
                            <dgm:presOf axis="self"/>
                            <dgm:constrLst>
                              <dgm:constr type="userH"/>
                              <dgm:constr type="h" refType="userH"/>
                              <dgm:constr type="tMarg" refType="primFontSz" fact="0.3"/>
                              <dgm:constr type="bMarg" refType="primFontSz" fact="0.3"/>
                              <dgm:constr type="lMarg" refType="primFontSz" fact="0.3"/>
                              <dgm:constr type="rMarg" refType="primFontSz" fact="0.3"/>
                            </dgm:constrLst>
                            <dgm:ruleLst>
                              <dgm:rule type="primFontSz" val="5" fact="NaN" max="NaN"/>
                            </dgm:ruleLst>
                          </dgm:layoutNode>
                          <dgm:choose name="Name25">
                            <dgm:if name="Name26" axis="des" ptType="node" func="cnt" op="gt" val="0">
                              <dgm:layoutNode name="parTransFour">
                                <dgm:alg type="sp"/>
                                <dgm:shape xmlns:r="http://schemas.openxmlformats.org/officeDocument/2006/relationships" r:blip="">
                                  <dgm:adjLst/>
                                </dgm:shape>
                                <dgm:presOf/>
                                <dgm:constrLst/>
                                <dgm:ruleLst/>
                              </dgm:layoutNode>
                            </dgm:if>
                            <dgm:else name="Name27"/>
                          </dgm:choose>
                          <dgm:layoutNode name="horzFour">
                            <dgm:choose name="Name28">
                              <dgm:if name="Name29" func="var" arg="dir" op="equ" val="norm">
                                <dgm:alg type="lin">
                                  <dgm:param type="linDir" val="fromL"/>
                                  <dgm:param type="nodeVertAlign" val="t"/>
                                </dgm:alg>
                              </dgm:if>
                              <dgm:else name="Name30">
                                <dgm:alg type="lin">
                                  <dgm:param type="linDir" val="fromR"/>
                                  <dgm:param type="nodeVertAlign" val="t"/>
                                </dgm:alg>
                              </dgm:else>
                            </dgm:choose>
                            <dgm:shape xmlns:r="http://schemas.openxmlformats.org/officeDocument/2006/relationships" r:blip="">
                              <dgm:adjLst/>
                            </dgm:shape>
                            <dgm:presOf/>
                            <dgm:constrLst/>
                            <dgm:ruleLst>
                              <dgm:rule type="w" val="INF" fact="NaN" max="NaN"/>
                            </dgm:ruleLst>
                            <dgm:forEach name="Name31" ref="repeat"/>
                          </dgm:layoutNode>
                        </dgm:layoutNode>
                        <dgm:choose name="Name32">
                          <dgm:if name="Name33" axis="self" ptType="node" func="revPos" op="gte" val="2">
                            <dgm:forEach name="Name34" axis="followSib" ptType="sibTrans" cnt="1">
                              <dgm:layoutNode name="sibSpaceFour">
                                <dgm:alg type="sp"/>
                                <dgm:shape xmlns:r="http://schemas.openxmlformats.org/officeDocument/2006/relationships" r:blip="">
                                  <dgm:adjLst/>
                                </dgm:shape>
                                <dgm:presOf/>
                                <dgm:constrLst/>
                                <dgm:ruleLst/>
                              </dgm:layoutNode>
                            </dgm:forEach>
                          </dgm:if>
                          <dgm:else name="Name35"/>
                        </dgm:choose>
                      </dgm:forEach>
                    </dgm:layoutNode>
                  </dgm:layoutNode>
                  <dgm:choose name="Name36">
                    <dgm:if name="Name37" axis="self" ptType="node" func="revPos" op="gte" val="2">
                      <dgm:forEach name="Name38" axis="followSib" ptType="sibTrans" cnt="1">
                        <dgm:layoutNode name="sibSpaceThree">
                          <dgm:alg type="sp"/>
                          <dgm:shape xmlns:r="http://schemas.openxmlformats.org/officeDocument/2006/relationships" r:blip="">
                            <dgm:adjLst/>
                          </dgm:shape>
                          <dgm:presOf/>
                          <dgm:constrLst/>
                          <dgm:ruleLst/>
                        </dgm:layoutNode>
                      </dgm:forEach>
                    </dgm:if>
                    <dgm:else name="Name39"/>
                  </dgm:choose>
                </dgm:forEach>
              </dgm:layoutNode>
            </dgm:layoutNode>
            <dgm:choose name="Name40">
              <dgm:if name="Name41" axis="self" ptType="node" func="revPos" op="gte" val="2">
                <dgm:forEach name="Name42" axis="followSib" ptType="sibTrans" cnt="1">
                  <dgm:layoutNode name="sibSpaceTwo">
                    <dgm:alg type="sp"/>
                    <dgm:shape xmlns:r="http://schemas.openxmlformats.org/officeDocument/2006/relationships" r:blip="">
                      <dgm:adjLst/>
                    </dgm:shape>
                    <dgm:presOf/>
                    <dgm:constrLst/>
                    <dgm:ruleLst/>
                  </dgm:layoutNode>
                </dgm:forEach>
              </dgm:if>
              <dgm:else name="Name43"/>
            </dgm:choose>
          </dgm:forEach>
        </dgm:layoutNode>
      </dgm:layoutNode>
      <dgm:choose name="Name44">
        <dgm:if name="Name45" axis="self" ptType="node" func="revPos" op="gte" val="2">
          <dgm:forEach name="Name46" axis="followSib" ptType="sibTrans" cnt="1">
            <dgm:layoutNode name="sibSpaceOne">
              <dgm:alg type="sp"/>
              <dgm:shape xmlns:r="http://schemas.openxmlformats.org/officeDocument/2006/relationships" r:blip="">
                <dgm:adjLst/>
              </dgm:shape>
              <dgm:presOf/>
              <dgm:constrLst/>
              <dgm:ruleLst/>
            </dgm:layoutNode>
          </dgm:forEach>
        </dgm:if>
        <dgm:else name="Name47"/>
      </dgm:choose>
    </dgm:forEach>
  </dgm:layoutNode>
</dgm:layoutDef>
</file>

<file path=ppt/diagrams/layout44.xml><?xml version="1.0" encoding="utf-8"?>
<dgm:layoutDef xmlns:dgm="http://schemas.openxmlformats.org/drawingml/2006/diagram" xmlns:a="http://schemas.openxmlformats.org/drawingml/2006/main" uniqueId="urn:microsoft.com/office/officeart/2005/8/layout/lProcess2">
  <dgm:title val=""/>
  <dgm:desc val=""/>
  <dgm:catLst>
    <dgm:cat type="list" pri="10000"/>
    <dgm:cat type="relationship" pri="13000"/>
  </dgm:catLst>
  <dgm:sampData>
    <dgm:dataModel>
      <dgm:ptLst>
        <dgm:pt modelId="0" type="doc"/>
        <dgm:pt modelId="1">
          <dgm:prSet phldr="1"/>
        </dgm:pt>
        <dgm:pt modelId="11">
          <dgm:prSet phldr="1"/>
        </dgm:pt>
        <dgm:pt modelId="12">
          <dgm:prSet phldr="1"/>
        </dgm:pt>
        <dgm:pt modelId="2">
          <dgm:prSet phldr="1"/>
        </dgm:pt>
        <dgm:pt modelId="21">
          <dgm:prSet phldr="1"/>
        </dgm:pt>
        <dgm:pt modelId="22">
          <dgm:prSet phldr="1"/>
        </dgm:pt>
        <dgm:pt modelId="3">
          <dgm:prSet phldr="1"/>
        </dgm:pt>
        <dgm:pt modelId="31">
          <dgm:prSet phldr="1"/>
        </dgm:pt>
        <dgm:pt modelId="32">
          <dgm:prSet phldr="1"/>
        </dgm:pt>
      </dgm:ptLst>
      <dgm:cxnLst>
        <dgm:cxn modelId="4" srcId="0" destId="1" srcOrd="0" destOrd="0"/>
        <dgm:cxn modelId="5" srcId="0" destId="2" srcOrd="1" destOrd="0"/>
        <dgm:cxn modelId="13" srcId="1" destId="11" srcOrd="0" destOrd="0"/>
        <dgm:cxn modelId="14" srcId="1" destId="12" srcOrd="0" destOrd="0"/>
        <dgm:cxn modelId="23" srcId="2" destId="21" srcOrd="0" destOrd="0"/>
        <dgm:cxn modelId="24" srcId="2" destId="22" srcOrd="0" destOrd="0"/>
        <dgm:cxn modelId="33" srcId="3" destId="31" srcOrd="0" destOrd="0"/>
        <dgm:cxn modelId="34" srcId="3" destId="32" srcOrd="0" destOrd="0"/>
      </dgm:cxnLst>
      <dgm:bg/>
      <dgm:whole/>
    </dgm:dataModel>
  </dgm:sampData>
  <dgm:styleData useDef="1">
    <dgm:dataModel>
      <dgm:ptLst/>
      <dgm:bg/>
      <dgm:whole/>
    </dgm:dataModel>
  </dgm:styleData>
  <dgm:clrData useDef="1">
    <dgm:dataModel>
      <dgm:ptLst/>
      <dgm:bg/>
      <dgm:whole/>
    </dgm:dataModel>
  </dgm:clrData>
  <dgm:layoutNode name="theList">
    <dgm:varLst>
      <dgm:dir/>
      <dgm:animLvl val="lvl"/>
      <dgm:resizeHandles val="exact"/>
    </dgm:varLst>
    <dgm:choose name="Name0">
      <dgm:if name="Name1" func="var" arg="dir" op="equ" val="norm">
        <dgm:alg type="lin"/>
      </dgm:if>
      <dgm:else name="Name2">
        <dgm:alg type="lin">
          <dgm:param type="linDir" val="fromR"/>
        </dgm:alg>
      </dgm:else>
    </dgm:choose>
    <dgm:shape xmlns:r="http://schemas.openxmlformats.org/officeDocument/2006/relationships" r:blip="">
      <dgm:adjLst/>
    </dgm:shape>
    <dgm:presOf/>
    <dgm:constrLst>
      <dgm:constr type="w" for="ch" forName="compNode" refType="w"/>
      <dgm:constr type="h" for="ch" forName="compNode" refType="h"/>
      <dgm:constr type="w" for="ch" forName="aSpace" refType="w" fact="0.075"/>
      <dgm:constr type="h" for="des" forName="aSpace2" refType="h" fact="0.1"/>
      <dgm:constr type="primFontSz" for="des" forName="textNode" op="equ"/>
      <dgm:constr type="primFontSz" for="des" forName="childNode" op="equ"/>
    </dgm:constrLst>
    <dgm:ruleLst/>
    <dgm:forEach name="aNodeForEach" axis="ch" ptType="node">
      <dgm:layoutNode name="compNode">
        <dgm:alg type="composite"/>
        <dgm:shape xmlns:r="http://schemas.openxmlformats.org/officeDocument/2006/relationships" r:blip="">
          <dgm:adjLst/>
        </dgm:shape>
        <dgm:presOf/>
        <dgm:constrLst>
          <dgm:constr type="w" for="ch" forName="aNode" refType="w"/>
          <dgm:constr type="h" for="ch" forName="aNode" refType="h"/>
          <dgm:constr type="w" for="ch" forName="textNode" refType="w"/>
          <dgm:constr type="h" for="ch" forName="textNode" refType="h" fact="0.3"/>
          <dgm:constr type="ctrX" for="ch" forName="textNode" refType="w" fact="0.5"/>
          <dgm:constr type="w" for="ch" forName="compChildNode" refType="w" fact="0.8"/>
          <dgm:constr type="h" for="ch" forName="compChildNode" refType="h" fact="0.65"/>
          <dgm:constr type="t" for="ch" forName="compChildNode" refType="h" fact="0.3"/>
          <dgm:constr type="ctrX" for="ch" forName="compChildNode" refType="w" fact="0.5"/>
        </dgm:constrLst>
        <dgm:ruleLst/>
        <dgm:layoutNode name="aNode" styleLbl="bgShp">
          <dgm:alg type="sp"/>
          <dgm:shape xmlns:r="http://schemas.openxmlformats.org/officeDocument/2006/relationships" type="roundRect" r:blip="">
            <dgm:adjLst>
              <dgm:adj idx="1" val="0.1"/>
            </dgm:adjLst>
          </dgm:shape>
          <dgm:presOf axis="self"/>
          <dgm:constrLst/>
          <dgm:ruleLst/>
        </dgm:layoutNode>
        <dgm:layoutNode name="textNode" styleLbl="bgShp">
          <dgm:alg type="tx"/>
          <dgm:shape xmlns:r="http://schemas.openxmlformats.org/officeDocument/2006/relationships" type="rect" r:blip="" hideGeom="1">
            <dgm:adjLst>
              <dgm:adj idx="1" val="0.1"/>
            </dgm:adjLst>
          </dgm:shape>
          <dgm:presOf axis="self"/>
          <dgm:constrLst>
            <dgm:constr type="primFontSz" val="65"/>
            <dgm:constr type="lMarg" refType="primFontSz" fact="0.3"/>
            <dgm:constr type="rMarg" refType="primFontSz" fact="0.3"/>
            <dgm:constr type="tMarg" refType="primFontSz" fact="0.3"/>
            <dgm:constr type="bMarg" refType="primFontSz" fact="0.3"/>
          </dgm:constrLst>
          <dgm:ruleLst>
            <dgm:rule type="primFontSz" val="5" fact="NaN" max="NaN"/>
          </dgm:ruleLst>
        </dgm:layoutNode>
        <dgm:layoutNode name="compChildNode">
          <dgm:alg type="composite"/>
          <dgm:shape xmlns:r="http://schemas.openxmlformats.org/officeDocument/2006/relationships" r:blip="">
            <dgm:adjLst/>
          </dgm:shape>
          <dgm:presOf/>
          <dgm:constrLst>
            <dgm:constr type="w" for="des" forName="childNode" refType="w"/>
            <dgm:constr type="h" for="des" forName="childNode" refType="h"/>
          </dgm:constrLst>
          <dgm:ruleLst/>
          <dgm:layoutNode name="theInnerList">
            <dgm:alg type="lin">
              <dgm:param type="linDir" val="fromT"/>
            </dgm:alg>
            <dgm:shape xmlns:r="http://schemas.openxmlformats.org/officeDocument/2006/relationships" r:blip="">
              <dgm:adjLst/>
            </dgm:shape>
            <dgm:presOf/>
            <dgm:constrLst/>
            <dgm:ruleLst/>
            <dgm:forEach name="childNodeForEach" axis="ch" ptType="node">
              <dgm:layoutNode name="childNode" styleLbl="node1">
                <dgm:varLst>
                  <dgm:bulletEnabled val="1"/>
                </dgm:varLst>
                <dgm:alg type="tx"/>
                <dgm:shape xmlns:r="http://schemas.openxmlformats.org/officeDocument/2006/relationships" type="roundRect" r:blip="">
                  <dgm:adjLst>
                    <dgm:adj idx="1" val="0.1"/>
                  </dgm:adjLst>
                </dgm:shape>
                <dgm:presOf axis="desOrSelf" ptType="node"/>
                <dgm:constrLst>
                  <dgm:constr type="primFontSz" val="65"/>
                  <dgm:constr type="tMarg" refType="primFontSz" fact="0.15"/>
                  <dgm:constr type="bMarg" refType="primFontSz" fact="0.15"/>
                  <dgm:constr type="lMarg" refType="primFontSz" fact="0.2"/>
                  <dgm:constr type="rMarg" refType="primFontSz" fact="0.2"/>
                </dgm:constrLst>
                <dgm:ruleLst>
                  <dgm:rule type="primFontSz" val="5" fact="NaN" max="NaN"/>
                </dgm:ruleLst>
              </dgm:layoutNode>
              <dgm:choose name="Name3">
                <dgm:if name="Name4" axis="self" ptType="node" func="revPos" op="equ" val="1"/>
                <dgm:else name="Name5">
                  <dgm:layoutNode name="aSpace2">
                    <dgm:alg type="sp"/>
                    <dgm:shape xmlns:r="http://schemas.openxmlformats.org/officeDocument/2006/relationships" r:blip="">
                      <dgm:adjLst/>
                    </dgm:shape>
                    <dgm:presOf/>
                    <dgm:constrLst/>
                    <dgm:ruleLst/>
                  </dgm:layoutNode>
                </dgm:else>
              </dgm:choose>
            </dgm:forEach>
          </dgm:layoutNode>
        </dgm:layoutNode>
      </dgm:layoutNode>
      <dgm:choose name="Name6">
        <dgm:if name="Name7" axis="self" ptType="node" func="revPos" op="equ" val="1"/>
        <dgm:else name="Name8">
          <dgm:layoutNode name="aSpace">
            <dgm:alg type="sp"/>
            <dgm:shape xmlns:r="http://schemas.openxmlformats.org/officeDocument/2006/relationships" r:blip="">
              <dgm:adjLst/>
            </dgm:shape>
            <dgm:presOf/>
            <dgm:constrLst/>
            <dgm:ruleLst/>
          </dgm:layoutNode>
        </dgm:else>
      </dgm:choose>
    </dgm:forEach>
  </dgm:layoutNode>
</dgm:layoutDef>
</file>

<file path=ppt/diagrams/layout45.xml><?xml version="1.0" encoding="utf-8"?>
<dgm:layoutDef xmlns:dgm="http://schemas.openxmlformats.org/drawingml/2006/diagram" xmlns:a="http://schemas.openxmlformats.org/drawingml/2006/main" uniqueId="urn:microsoft.com/office/officeart/2005/8/layout/hList1">
  <dgm:title val=""/>
  <dgm:desc val=""/>
  <dgm:catLst>
    <dgm:cat type="list" pri="5000"/>
    <dgm:cat type="convert" pri="5000"/>
  </dgm:catLst>
  <dgm:sampData>
    <dgm:dataModel>
      <dgm:ptLst>
        <dgm:pt modelId="0" type="doc"/>
        <dgm:pt modelId="1">
          <dgm:prSet phldr="1"/>
        </dgm:pt>
        <dgm:pt modelId="11">
          <dgm:prSet phldr="1"/>
        </dgm:pt>
        <dgm:pt modelId="12">
          <dgm:prSet phldr="1"/>
        </dgm:pt>
        <dgm:pt modelId="2">
          <dgm:prSet phldr="1"/>
        </dgm:pt>
        <dgm:pt modelId="21">
          <dgm:prSet phldr="1"/>
        </dgm:pt>
        <dgm:pt modelId="22">
          <dgm:prSet phldr="1"/>
        </dgm:pt>
        <dgm:pt modelId="3">
          <dgm:prSet phldr="1"/>
        </dgm:pt>
        <dgm:pt modelId="31">
          <dgm:prSet phldr="1"/>
        </dgm:pt>
        <dgm:pt modelId="32">
          <dgm:prSet phldr="1"/>
        </dgm:pt>
      </dgm:ptLst>
      <dgm:cxnLst>
        <dgm:cxn modelId="4" srcId="0" destId="1" srcOrd="0" destOrd="0"/>
        <dgm:cxn modelId="5" srcId="0" destId="2" srcOrd="1" destOrd="0"/>
        <dgm:cxn modelId="6" srcId="0" destId="3" srcOrd="2" destOrd="0"/>
        <dgm:cxn modelId="13" srcId="1" destId="11" srcOrd="0" destOrd="0"/>
        <dgm:cxn modelId="14" srcId="1" destId="12" srcOrd="1" destOrd="0"/>
        <dgm:cxn modelId="23" srcId="2" destId="21" srcOrd="0" destOrd="0"/>
        <dgm:cxn modelId="24" srcId="2" destId="22" srcOrd="1" destOrd="0"/>
        <dgm:cxn modelId="33" srcId="3" destId="31" srcOrd="0" destOrd="0"/>
        <dgm:cxn modelId="34" srcId="3" destId="32" srcOrd="1" destOrd="0"/>
      </dgm:cxnLst>
      <dgm:bg/>
      <dgm:whole/>
    </dgm:dataModel>
  </dgm:sampData>
  <dgm:styleData>
    <dgm:dataModel>
      <dgm:ptLst>
        <dgm:pt modelId="0" type="doc"/>
        <dgm:pt modelId="1">
          <dgm:prSet phldr="1"/>
        </dgm:pt>
        <dgm:pt modelId="2">
          <dgm:prSet phldr="1"/>
        </dgm:pt>
      </dgm:ptLst>
      <dgm:cxnLst>
        <dgm:cxn modelId="3" srcId="0" destId="1" srcOrd="0" destOrd="0"/>
        <dgm:cxn modelId="4" srcId="0" destId="2" srcOrd="1" destOrd="0"/>
      </dgm:cxnLst>
      <dgm:bg/>
      <dgm:whole/>
    </dgm:dataModel>
  </dgm:styleData>
  <dgm:clrData>
    <dgm:dataModel>
      <dgm:ptLst>
        <dgm:pt modelId="0" type="doc"/>
        <dgm:pt modelId="1">
          <dgm:prSet phldr="1"/>
        </dgm:pt>
        <dgm:pt modelId="2">
          <dgm:prSet phldr="1"/>
        </dgm:pt>
        <dgm:pt modelId="3">
          <dgm:prSet phldr="1"/>
        </dgm:pt>
        <dgm:pt modelId="4">
          <dgm:prSet phldr="1"/>
        </dgm:pt>
      </dgm:ptLst>
      <dgm:cxnLst>
        <dgm:cxn modelId="5" srcId="0" destId="1" srcOrd="0" destOrd="0"/>
        <dgm:cxn modelId="6" srcId="0" destId="2" srcOrd="1" destOrd="0"/>
        <dgm:cxn modelId="7" srcId="0" destId="3" srcOrd="2" destOrd="0"/>
        <dgm:cxn modelId="8" srcId="0" destId="4" srcOrd="3" destOrd="0"/>
      </dgm:cxnLst>
      <dgm:bg/>
      <dgm:whole/>
    </dgm:dataModel>
  </dgm:clrData>
  <dgm:layoutNode name="Name0">
    <dgm:varLst>
      <dgm:dir/>
      <dgm:animLvl val="lvl"/>
      <dgm:resizeHandles val="exact"/>
    </dgm:varLst>
    <dgm:choose name="Name1">
      <dgm:if name="Name2" func="var" arg="dir" op="equ" val="norm">
        <dgm:alg type="lin"/>
      </dgm:if>
      <dgm:else name="Name3">
        <dgm:alg type="lin">
          <dgm:param type="linDir" val="fromR"/>
        </dgm:alg>
      </dgm:else>
    </dgm:choose>
    <dgm:shape xmlns:r="http://schemas.openxmlformats.org/officeDocument/2006/relationships" r:blip="">
      <dgm:adjLst/>
    </dgm:shape>
    <dgm:presOf/>
    <dgm:constrLst>
      <dgm:constr type="h" for="ch" forName="composite" refType="h"/>
      <dgm:constr type="w" for="ch" forName="composite" refType="w"/>
      <dgm:constr type="w" for="des" forName="parTx"/>
      <dgm:constr type="h" for="des" forName="parTx" op="equ"/>
      <dgm:constr type="w" for="des" forName="desTx"/>
      <dgm:constr type="h" for="des" forName="desTx" op="equ"/>
      <dgm:constr type="primFontSz" for="des" forName="parTx" val="65"/>
      <dgm:constr type="secFontSz" for="des" forName="desTx" refType="primFontSz" refFor="des" refForName="parTx" op="equ"/>
      <dgm:constr type="h" for="des" forName="parTx" refType="primFontSz" refFor="des" refForName="parTx" fact="0.8"/>
      <dgm:constr type="h" for="des" forName="desTx" refType="primFontSz" refFor="des" refForName="parTx" fact="1.22"/>
      <dgm:constr type="w" for="ch" forName="space" refType="w" refFor="ch" refForName="composite" op="equ" fact="0.14"/>
    </dgm:constrLst>
    <dgm:ruleLst>
      <dgm:rule type="w" for="ch" forName="composite" val="0" fact="NaN" max="NaN"/>
      <dgm:rule type="primFontSz" for="des" forName="parTx" val="5" fact="NaN" max="NaN"/>
    </dgm:ruleLst>
    <dgm:forEach name="Name4" axis="ch" ptType="node">
      <dgm:layoutNode name="composite">
        <dgm:alg type="composite"/>
        <dgm:shape xmlns:r="http://schemas.openxmlformats.org/officeDocument/2006/relationships" r:blip="">
          <dgm:adjLst/>
        </dgm:shape>
        <dgm:presOf/>
        <dgm:constrLst>
          <dgm:constr type="l" for="ch" forName="parTx"/>
          <dgm:constr type="w" for="ch" forName="parTx" refType="w"/>
          <dgm:constr type="t" for="ch" forName="parTx"/>
          <dgm:constr type="l" for="ch" forName="desTx"/>
          <dgm:constr type="w" for="ch" forName="desTx" refType="w" refFor="ch" refForName="parTx"/>
          <dgm:constr type="t" for="ch" forName="desTx" refType="h" refFor="ch" refForName="parTx"/>
        </dgm:constrLst>
        <dgm:ruleLst>
          <dgm:rule type="h" val="INF" fact="NaN" max="NaN"/>
        </dgm:ruleLst>
        <dgm:layoutNode name="parTx" styleLbl="alignNode1">
          <dgm:varLst>
            <dgm:chMax val="0"/>
            <dgm:chPref val="0"/>
            <dgm:bulletEnabled val="1"/>
          </dgm:varLst>
          <dgm:alg type="tx"/>
          <dgm:shape xmlns:r="http://schemas.openxmlformats.org/officeDocument/2006/relationships" type="rect" r:blip="">
            <dgm:adjLst/>
          </dgm:shape>
          <dgm:presOf axis="self" ptType="node"/>
          <dgm:constrLst>
            <dgm:constr type="h" refType="w" op="lte" fact="0.4"/>
            <dgm:constr type="h"/>
            <dgm:constr type="tMarg" refType="primFontSz" fact="0.32"/>
            <dgm:constr type="bMarg" refType="primFontSz" fact="0.32"/>
          </dgm:constrLst>
          <dgm:ruleLst>
            <dgm:rule type="h" val="INF" fact="NaN" max="NaN"/>
          </dgm:ruleLst>
        </dgm:layoutNode>
        <dgm:layoutNode name="desTx" styleLbl="alignAccFollowNode1">
          <dgm:varLst>
            <dgm:bulletEnabled val="1"/>
          </dgm:varLst>
          <dgm:alg type="tx">
            <dgm:param type="stBulletLvl" val="1"/>
          </dgm:alg>
          <dgm:shape xmlns:r="http://schemas.openxmlformats.org/officeDocument/2006/relationships" type="rect" r:blip="">
            <dgm:adjLst/>
          </dgm:shape>
          <dgm:presOf axis="des" ptType="node"/>
          <dgm:constrLst>
            <dgm:constr type="secFontSz" val="65"/>
            <dgm:constr type="primFontSz" refType="secFontSz"/>
            <dgm:constr type="h"/>
            <dgm:constr type="lMarg" refType="primFontSz" fact="0.42"/>
            <dgm:constr type="tMarg" refType="primFontSz" fact="0.42"/>
            <dgm:constr type="bMarg" refType="primFontSz" fact="0.63"/>
          </dgm:constrLst>
          <dgm:ruleLst>
            <dgm:rule type="h" val="INF" fact="NaN" max="NaN"/>
          </dgm:ruleLst>
        </dgm:layoutNode>
      </dgm:layoutNode>
      <dgm:forEach name="Name5" axis="followSib" ptType="sibTrans" cnt="1">
        <dgm:layoutNode name="space">
          <dgm:alg type="sp"/>
          <dgm:shape xmlns:r="http://schemas.openxmlformats.org/officeDocument/2006/relationships" r:blip="">
            <dgm:adjLst/>
          </dgm:shape>
          <dgm:presOf/>
          <dgm:constrLst/>
          <dgm:ruleLst/>
        </dgm:layoutNode>
      </dgm:forEach>
    </dgm:forEach>
  </dgm:layoutNode>
</dgm:layoutDef>
</file>

<file path=ppt/diagrams/layout46.xml><?xml version="1.0" encoding="utf-8"?>
<dgm:layoutDef xmlns:dgm="http://schemas.openxmlformats.org/drawingml/2006/diagram" xmlns:a="http://schemas.openxmlformats.org/drawingml/2006/main" uniqueId="urn:microsoft.com/office/officeart/2018/2/layout/IconLabelDescriptionList">
  <dgm:title val="Icon Label Description List"/>
  <dgm:desc val="Use to show non-sequential or grouped chunks of information. The placeholder holds an icon or small picture, and corresponding text boxes show Level 1 and Level 2 text respectively. Works well for minimal Level 1 text accompanied by lengthier Level two text."/>
  <dgm:catLst>
    <dgm:cat type="icon" pri="500"/>
  </dgm:catLst>
  <dgm:sampData useDef="1">
    <dgm:dataModel>
      <dgm:ptLst/>
      <dgm:bg/>
      <dgm:whole/>
    </dgm:dataModel>
  </dgm:sampData>
  <dgm:styleData useDef="1">
    <dgm:dataModel>
      <dgm:ptLst/>
      <dgm:bg/>
      <dgm:whole/>
    </dgm:dataModel>
  </dgm:styleData>
  <dgm:clrData useDef="1">
    <dgm:dataModel>
      <dgm:ptLst/>
      <dgm:bg/>
      <dgm:whole/>
    </dgm:dataModel>
  </dgm:clrData>
  <dgm:layoutNode name="root">
    <dgm:varLst>
      <dgm:dir/>
      <dgm:resizeHandles val="exact"/>
    </dgm:varLst>
    <dgm:choose name="Name0">
      <dgm:if name="Name1" axis="self" func="var" arg="dir" op="equ" val="norm">
        <dgm:alg type="lin"/>
      </dgm:if>
      <dgm:else name="Name2">
        <dgm:alg type="lin">
          <dgm:param type="linDir" val="fromR"/>
        </dgm:alg>
      </dgm:else>
    </dgm:choose>
    <dgm:shape xmlns:r="http://schemas.openxmlformats.org/officeDocument/2006/relationships" r:blip="">
      <dgm:adjLst/>
    </dgm:shape>
    <dgm:presOf/>
    <dgm:constrLst>
      <dgm:constr type="h" for="ch" forName="compNode" refType="h" fact="0.45"/>
      <dgm:constr type="w" for="ch" forName="compNode" val="120"/>
      <dgm:constr type="w" for="ch" forName="sibTrans" refType="w" refFor="ch" refForName="compNode" fact="0.175"/>
      <dgm:constr type="primFontSz" for="des" forName="parTx" val="36"/>
      <dgm:constr type="primFontSz" for="des" forName="desTx" refType="primFontSz" refFor="des" refForName="parTx" op="lte" fact="0.75"/>
      <dgm:constr type="h" for="des" forName="compNode" op="equ"/>
      <dgm:constr type="h" for="des" forName="iconRect" op="equ"/>
      <dgm:constr type="w" for="des" forName="iconRect" op="equ"/>
      <dgm:constr type="h" for="des" forName="iconSpace" op="equ"/>
      <dgm:constr type="h" for="des" forName="parTx" op="equ"/>
      <dgm:constr type="h" for="des" forName="txSpace" op="equ"/>
      <dgm:constr type="h" for="des" forName="desTx" op="equ"/>
    </dgm:constrLst>
    <dgm:ruleLst>
      <dgm:rule type="w" for="ch" forName="compNode" val="0" fact="NaN" max="NaN"/>
    </dgm:ruleLst>
    <dgm:forEach name="Name3" axis="ch" ptType="node">
      <dgm:layoutNode name="compNode">
        <dgm:alg type="composite"/>
        <dgm:shape xmlns:r="http://schemas.openxmlformats.org/officeDocument/2006/relationships" r:blip="">
          <dgm:adjLst/>
        </dgm:shape>
        <dgm:presOf axis="self"/>
        <dgm:constrLst>
          <dgm:constr type="w" for="ch" forName="iconRect" refType="w" fact="0.35"/>
          <dgm:constr type="h" for="ch" forName="iconRect" refType="w" refFor="ch" refForName="iconRect"/>
          <dgm:constr type="l" for="ch" forName="iconRect"/>
          <dgm:constr type="t" for="ch" forName="iconRect"/>
          <dgm:constr type="w" for="ch" forName="iconSpace" refType="w"/>
          <dgm:constr type="h" for="ch" forName="iconSpace" refType="h" fact="0.043"/>
          <dgm:constr type="l" for="ch" forName="iconSpace"/>
          <dgm:constr type="t" for="ch" forName="iconSpace" refType="b" refFor="ch" refForName="iconRect"/>
          <dgm:constr type="w" for="ch" forName="parTx" refType="w"/>
          <dgm:constr type="h" for="ch" forName="parTx" refType="w" fact="0.15"/>
          <dgm:constr type="l" for="ch" forName="parTx"/>
          <dgm:constr type="t" for="ch" forName="parTx" refType="b" refFor="ch" refForName="iconSpace"/>
          <dgm:constr type="h" for="ch" forName="txSpace" refType="h" fact="0.02"/>
          <dgm:constr type="w" for="ch" forName="txSpace" refType="w"/>
          <dgm:constr type="l" for="ch" forName="txSpace"/>
          <dgm:constr type="t" for="ch" forName="txSpace" refType="b" refFor="ch" refForName="parTx"/>
          <dgm:constr type="w" for="ch" forName="desTx" refType="w"/>
          <dgm:constr type="l" for="ch" forName="desTx"/>
          <dgm:constr type="t" for="ch" forName="desTx" refType="b" refFor="ch" refForName="txSpace"/>
        </dgm:constrLst>
        <dgm:ruleLst>
          <dgm:rule type="h" val="INF" fact="NaN" max="NaN"/>
        </dgm:ruleLst>
        <dgm:layoutNode name="iconRect" styleLbl="node1">
          <dgm:alg type="sp"/>
          <dgm:shape xmlns:r="http://schemas.openxmlformats.org/officeDocument/2006/relationships" type="rect" r:blip="" blipPhldr="1">
            <dgm:adjLst/>
          </dgm:shape>
          <dgm:presOf/>
          <dgm:constrLst/>
          <dgm:ruleLst/>
        </dgm:layoutNode>
        <dgm:layoutNode name="iconSpace">
          <dgm:alg type="sp"/>
          <dgm:shape xmlns:r="http://schemas.openxmlformats.org/officeDocument/2006/relationships" r:blip="">
            <dgm:adjLst/>
          </dgm:shape>
          <dgm:presOf/>
          <dgm:constrLst/>
          <dgm:ruleLst/>
        </dgm:layoutNode>
        <dgm:layoutNode name="parTx" styleLbl="revTx">
          <dgm:varLst>
            <dgm:chMax val="0"/>
            <dgm:chPref val="0"/>
          </dgm:varLst>
          <dgm:alg type="tx">
            <dgm:param type="txAnchorVert" val="t"/>
            <dgm:param type="parTxLTRAlign" val="l"/>
            <dgm:param type="shpTxLTRAlignCh" val="l"/>
            <dgm:param type="parTxRTLAlign" val="r"/>
            <dgm:param type="shpTxRTLAlignCh" val="r"/>
          </dgm:alg>
          <dgm:shape xmlns:r="http://schemas.openxmlformats.org/officeDocument/2006/relationships" type="rect" r:blip="">
            <dgm:adjLst/>
          </dgm:shape>
          <dgm:presOf axis="self" ptType="node"/>
          <dgm:constrLst>
            <dgm:constr type="lMarg"/>
            <dgm:constr type="rMarg"/>
            <dgm:constr type="tMarg"/>
            <dgm:constr type="bMarg"/>
          </dgm:constrLst>
          <dgm:ruleLst>
            <dgm:rule type="primFontSz" val="14" fact="NaN" max="NaN"/>
            <dgm:rule type="h" val="INF" fact="NaN" max="NaN"/>
          </dgm:ruleLst>
        </dgm:layoutNode>
        <dgm:layoutNode name="txSpace">
          <dgm:alg type="sp"/>
          <dgm:shape xmlns:r="http://schemas.openxmlformats.org/officeDocument/2006/relationships" r:blip="">
            <dgm:adjLst/>
          </dgm:shape>
          <dgm:presOf/>
          <dgm:constrLst/>
          <dgm:ruleLst/>
        </dgm:layoutNode>
        <dgm:layoutNode name="desTx" styleLbl="revTx">
          <dgm:varLst/>
          <dgm:alg type="tx">
            <dgm:param type="stBulletLvl" val="0"/>
            <dgm:param type="txAnchorVert" val="t"/>
            <dgm:param type="parTxLTRAlign" val="l"/>
            <dgm:param type="shpTxLTRAlignCh" val="l"/>
            <dgm:param type="parTxRTLAlign" val="r"/>
            <dgm:param type="shpTxRTLAlignCh" val="r"/>
          </dgm:alg>
          <dgm:shape xmlns:r="http://schemas.openxmlformats.org/officeDocument/2006/relationships" type="rect" r:blip="">
            <dgm:adjLst/>
          </dgm:shape>
          <dgm:presOf axis="des" ptType="node"/>
          <dgm:constrLst>
            <dgm:constr type="secFontSz" refType="primFontSz"/>
            <dgm:constr type="lMarg"/>
            <dgm:constr type="rMarg"/>
            <dgm:constr type="tMarg"/>
            <dgm:constr type="bMarg"/>
          </dgm:constrLst>
          <dgm:ruleLst>
            <dgm:rule type="primFontSz" val="NaN" fact="NaN" max="17"/>
            <dgm:rule type="h" val="INF" fact="NaN" max="NaN"/>
          </dgm:ruleLst>
        </dgm:layoutNode>
      </dgm:layoutNode>
      <dgm:forEach name="Name4" axis="followSib" ptType="sibTrans" cnt="1">
        <dgm:layoutNode name="sibTrans">
          <dgm:alg type="sp"/>
          <dgm:shape xmlns:r="http://schemas.openxmlformats.org/officeDocument/2006/relationships" r:blip="">
            <dgm:adjLst/>
          </dgm:shape>
          <dgm:presOf axis="self"/>
          <dgm:constrLst/>
          <dgm:ruleLst/>
        </dgm:layoutNode>
      </dgm:forEach>
    </dgm:forEach>
  </dgm:layoutNode>
  <dgm:extLst>
    <a:ext uri="{68A01E43-0DF5-4B5B-8FA6-DAF915123BFB}">
      <dgm1612:lstStyle xmlns:dgm1612="http://schemas.microsoft.com/office/drawing/2016/12/diagram">
        <a:lvl1pPr>
          <a:lnSpc>
            <a:spcPct val="100000"/>
          </a:lnSpc>
          <a:defRPr b="1"/>
        </a:lvl1pPr>
        <a:lvl2pPr>
          <a:lnSpc>
            <a:spcPct val="100000"/>
          </a:lnSpc>
        </a:lvl2pPr>
      </dgm1612:lstStyle>
    </a:ext>
  </dgm:extLst>
</dgm:layoutDef>
</file>

<file path=ppt/diagrams/layout47.xml><?xml version="1.0" encoding="utf-8"?>
<dgm:layoutDef xmlns:dgm="http://schemas.openxmlformats.org/drawingml/2006/diagram" xmlns:a="http://schemas.openxmlformats.org/drawingml/2006/main" uniqueId="urn:microsoft.com/office/officeart/2018/2/layout/IconLabelDescriptionList">
  <dgm:title val="Icon Label Description List"/>
  <dgm:desc val="Use to show non-sequential or grouped chunks of information. The placeholder holds an icon or small picture, and corresponding text boxes show Level 1 and Level 2 text respectively. Works well for minimal Level 1 text accompanied by lengthier Level two text."/>
  <dgm:catLst>
    <dgm:cat type="icon" pri="500"/>
  </dgm:catLst>
  <dgm:sampData useDef="1">
    <dgm:dataModel>
      <dgm:ptLst/>
      <dgm:bg/>
      <dgm:whole/>
    </dgm:dataModel>
  </dgm:sampData>
  <dgm:styleData useDef="1">
    <dgm:dataModel>
      <dgm:ptLst/>
      <dgm:bg/>
      <dgm:whole/>
    </dgm:dataModel>
  </dgm:styleData>
  <dgm:clrData useDef="1">
    <dgm:dataModel>
      <dgm:ptLst/>
      <dgm:bg/>
      <dgm:whole/>
    </dgm:dataModel>
  </dgm:clrData>
  <dgm:layoutNode name="root">
    <dgm:varLst>
      <dgm:dir/>
      <dgm:resizeHandles val="exact"/>
    </dgm:varLst>
    <dgm:choose name="Name0">
      <dgm:if name="Name1" axis="self" func="var" arg="dir" op="equ" val="norm">
        <dgm:alg type="lin"/>
      </dgm:if>
      <dgm:else name="Name2">
        <dgm:alg type="lin">
          <dgm:param type="linDir" val="fromR"/>
        </dgm:alg>
      </dgm:else>
    </dgm:choose>
    <dgm:shape xmlns:r="http://schemas.openxmlformats.org/officeDocument/2006/relationships" r:blip="">
      <dgm:adjLst/>
    </dgm:shape>
    <dgm:presOf/>
    <dgm:constrLst>
      <dgm:constr type="h" for="ch" forName="compNode" refType="h" fact="0.45"/>
      <dgm:constr type="w" for="ch" forName="compNode" val="120"/>
      <dgm:constr type="w" for="ch" forName="sibTrans" refType="w" refFor="ch" refForName="compNode" fact="0.175"/>
      <dgm:constr type="primFontSz" for="des" forName="parTx" val="36"/>
      <dgm:constr type="primFontSz" for="des" forName="desTx" refType="primFontSz" refFor="des" refForName="parTx" op="lte" fact="0.75"/>
      <dgm:constr type="h" for="des" forName="compNode" op="equ"/>
      <dgm:constr type="h" for="des" forName="iconRect" op="equ"/>
      <dgm:constr type="w" for="des" forName="iconRect" op="equ"/>
      <dgm:constr type="h" for="des" forName="iconSpace" op="equ"/>
      <dgm:constr type="h" for="des" forName="parTx" op="equ"/>
      <dgm:constr type="h" for="des" forName="txSpace" op="equ"/>
      <dgm:constr type="h" for="des" forName="desTx" op="equ"/>
    </dgm:constrLst>
    <dgm:ruleLst>
      <dgm:rule type="w" for="ch" forName="compNode" val="0" fact="NaN" max="NaN"/>
    </dgm:ruleLst>
    <dgm:forEach name="Name3" axis="ch" ptType="node">
      <dgm:layoutNode name="compNode">
        <dgm:alg type="composite"/>
        <dgm:shape xmlns:r="http://schemas.openxmlformats.org/officeDocument/2006/relationships" r:blip="">
          <dgm:adjLst/>
        </dgm:shape>
        <dgm:presOf axis="self"/>
        <dgm:constrLst>
          <dgm:constr type="w" for="ch" forName="iconRect" refType="w" fact="0.35"/>
          <dgm:constr type="h" for="ch" forName="iconRect" refType="w" refFor="ch" refForName="iconRect"/>
          <dgm:constr type="l" for="ch" forName="iconRect"/>
          <dgm:constr type="t" for="ch" forName="iconRect"/>
          <dgm:constr type="w" for="ch" forName="iconSpace" refType="w"/>
          <dgm:constr type="h" for="ch" forName="iconSpace" refType="h" fact="0.043"/>
          <dgm:constr type="l" for="ch" forName="iconSpace"/>
          <dgm:constr type="t" for="ch" forName="iconSpace" refType="b" refFor="ch" refForName="iconRect"/>
          <dgm:constr type="w" for="ch" forName="parTx" refType="w"/>
          <dgm:constr type="h" for="ch" forName="parTx" refType="w" fact="0.15"/>
          <dgm:constr type="l" for="ch" forName="parTx"/>
          <dgm:constr type="t" for="ch" forName="parTx" refType="b" refFor="ch" refForName="iconSpace"/>
          <dgm:constr type="h" for="ch" forName="txSpace" refType="h" fact="0.02"/>
          <dgm:constr type="w" for="ch" forName="txSpace" refType="w"/>
          <dgm:constr type="l" for="ch" forName="txSpace"/>
          <dgm:constr type="t" for="ch" forName="txSpace" refType="b" refFor="ch" refForName="parTx"/>
          <dgm:constr type="w" for="ch" forName="desTx" refType="w"/>
          <dgm:constr type="l" for="ch" forName="desTx"/>
          <dgm:constr type="t" for="ch" forName="desTx" refType="b" refFor="ch" refForName="txSpace"/>
        </dgm:constrLst>
        <dgm:ruleLst>
          <dgm:rule type="h" val="INF" fact="NaN" max="NaN"/>
        </dgm:ruleLst>
        <dgm:layoutNode name="iconRect" styleLbl="node1">
          <dgm:alg type="sp"/>
          <dgm:shape xmlns:r="http://schemas.openxmlformats.org/officeDocument/2006/relationships" type="rect" r:blip="" blipPhldr="1">
            <dgm:adjLst/>
          </dgm:shape>
          <dgm:presOf/>
          <dgm:constrLst/>
          <dgm:ruleLst/>
        </dgm:layoutNode>
        <dgm:layoutNode name="iconSpace">
          <dgm:alg type="sp"/>
          <dgm:shape xmlns:r="http://schemas.openxmlformats.org/officeDocument/2006/relationships" r:blip="">
            <dgm:adjLst/>
          </dgm:shape>
          <dgm:presOf/>
          <dgm:constrLst/>
          <dgm:ruleLst/>
        </dgm:layoutNode>
        <dgm:layoutNode name="parTx" styleLbl="revTx">
          <dgm:varLst>
            <dgm:chMax val="0"/>
            <dgm:chPref val="0"/>
          </dgm:varLst>
          <dgm:alg type="tx">
            <dgm:param type="txAnchorVert" val="t"/>
            <dgm:param type="parTxLTRAlign" val="l"/>
            <dgm:param type="shpTxLTRAlignCh" val="l"/>
            <dgm:param type="parTxRTLAlign" val="r"/>
            <dgm:param type="shpTxRTLAlignCh" val="r"/>
          </dgm:alg>
          <dgm:shape xmlns:r="http://schemas.openxmlformats.org/officeDocument/2006/relationships" type="rect" r:blip="">
            <dgm:adjLst/>
          </dgm:shape>
          <dgm:presOf axis="self" ptType="node"/>
          <dgm:constrLst>
            <dgm:constr type="lMarg"/>
            <dgm:constr type="rMarg"/>
            <dgm:constr type="tMarg"/>
            <dgm:constr type="bMarg"/>
          </dgm:constrLst>
          <dgm:ruleLst>
            <dgm:rule type="primFontSz" val="14" fact="NaN" max="NaN"/>
            <dgm:rule type="h" val="INF" fact="NaN" max="NaN"/>
          </dgm:ruleLst>
        </dgm:layoutNode>
        <dgm:layoutNode name="txSpace">
          <dgm:alg type="sp"/>
          <dgm:shape xmlns:r="http://schemas.openxmlformats.org/officeDocument/2006/relationships" r:blip="">
            <dgm:adjLst/>
          </dgm:shape>
          <dgm:presOf/>
          <dgm:constrLst/>
          <dgm:ruleLst/>
        </dgm:layoutNode>
        <dgm:layoutNode name="desTx" styleLbl="revTx">
          <dgm:varLst/>
          <dgm:alg type="tx">
            <dgm:param type="stBulletLvl" val="0"/>
            <dgm:param type="txAnchorVert" val="t"/>
            <dgm:param type="parTxLTRAlign" val="l"/>
            <dgm:param type="shpTxLTRAlignCh" val="l"/>
            <dgm:param type="parTxRTLAlign" val="r"/>
            <dgm:param type="shpTxRTLAlignCh" val="r"/>
          </dgm:alg>
          <dgm:shape xmlns:r="http://schemas.openxmlformats.org/officeDocument/2006/relationships" type="rect" r:blip="">
            <dgm:adjLst/>
          </dgm:shape>
          <dgm:presOf axis="des" ptType="node"/>
          <dgm:constrLst>
            <dgm:constr type="secFontSz" refType="primFontSz"/>
            <dgm:constr type="lMarg"/>
            <dgm:constr type="rMarg"/>
            <dgm:constr type="tMarg"/>
            <dgm:constr type="bMarg"/>
          </dgm:constrLst>
          <dgm:ruleLst>
            <dgm:rule type="primFontSz" val="NaN" fact="NaN" max="17"/>
            <dgm:rule type="h" val="INF" fact="NaN" max="NaN"/>
          </dgm:ruleLst>
        </dgm:layoutNode>
      </dgm:layoutNode>
      <dgm:forEach name="Name4" axis="followSib" ptType="sibTrans" cnt="1">
        <dgm:layoutNode name="sibTrans">
          <dgm:alg type="sp"/>
          <dgm:shape xmlns:r="http://schemas.openxmlformats.org/officeDocument/2006/relationships" r:blip="">
            <dgm:adjLst/>
          </dgm:shape>
          <dgm:presOf axis="self"/>
          <dgm:constrLst/>
          <dgm:ruleLst/>
        </dgm:layoutNode>
      </dgm:forEach>
    </dgm:forEach>
  </dgm:layoutNode>
  <dgm:extLst>
    <a:ext uri="{68A01E43-0DF5-4B5B-8FA6-DAF915123BFB}">
      <dgm1612:lstStyle xmlns:dgm1612="http://schemas.microsoft.com/office/drawing/2016/12/diagram">
        <a:lvl1pPr>
          <a:lnSpc>
            <a:spcPct val="100000"/>
          </a:lnSpc>
          <a:defRPr b="1"/>
        </a:lvl1pPr>
        <a:lvl2pPr>
          <a:lnSpc>
            <a:spcPct val="100000"/>
          </a:lnSpc>
        </a:lvl2pPr>
      </dgm1612:lstStyle>
    </a:ext>
  </dgm:extLst>
</dgm:layoutDef>
</file>

<file path=ppt/diagrams/layout48.xml><?xml version="1.0" encoding="utf-8"?>
<dgm:layoutDef xmlns:dgm="http://schemas.openxmlformats.org/drawingml/2006/diagram" xmlns:a="http://schemas.openxmlformats.org/drawingml/2006/main" uniqueId="urn:microsoft.com/office/officeart/2018/2/layout/IconLabelDescriptionList">
  <dgm:title val="Icon Label Description List"/>
  <dgm:desc val="Use to show non-sequential or grouped chunks of information. The placeholder holds an icon or small picture, and corresponding text boxes show Level 1 and Level 2 text respectively. Works well for minimal Level 1 text accompanied by lengthier Level two text."/>
  <dgm:catLst>
    <dgm:cat type="icon" pri="500"/>
  </dgm:catLst>
  <dgm:sampData useDef="1">
    <dgm:dataModel>
      <dgm:ptLst/>
      <dgm:bg/>
      <dgm:whole/>
    </dgm:dataModel>
  </dgm:sampData>
  <dgm:styleData useDef="1">
    <dgm:dataModel>
      <dgm:ptLst/>
      <dgm:bg/>
      <dgm:whole/>
    </dgm:dataModel>
  </dgm:styleData>
  <dgm:clrData useDef="1">
    <dgm:dataModel>
      <dgm:ptLst/>
      <dgm:bg/>
      <dgm:whole/>
    </dgm:dataModel>
  </dgm:clrData>
  <dgm:layoutNode name="root">
    <dgm:varLst>
      <dgm:dir/>
      <dgm:resizeHandles val="exact"/>
    </dgm:varLst>
    <dgm:choose name="Name0">
      <dgm:if name="Name1" axis="self" func="var" arg="dir" op="equ" val="norm">
        <dgm:alg type="lin"/>
      </dgm:if>
      <dgm:else name="Name2">
        <dgm:alg type="lin">
          <dgm:param type="linDir" val="fromR"/>
        </dgm:alg>
      </dgm:else>
    </dgm:choose>
    <dgm:shape xmlns:r="http://schemas.openxmlformats.org/officeDocument/2006/relationships" r:blip="">
      <dgm:adjLst/>
    </dgm:shape>
    <dgm:presOf/>
    <dgm:constrLst>
      <dgm:constr type="h" for="ch" forName="compNode" refType="h" fact="0.45"/>
      <dgm:constr type="w" for="ch" forName="compNode" val="120"/>
      <dgm:constr type="w" for="ch" forName="sibTrans" refType="w" refFor="ch" refForName="compNode" fact="0.175"/>
      <dgm:constr type="primFontSz" for="des" forName="parTx" val="36"/>
      <dgm:constr type="primFontSz" for="des" forName="desTx" refType="primFontSz" refFor="des" refForName="parTx" op="lte" fact="0.75"/>
      <dgm:constr type="h" for="des" forName="compNode" op="equ"/>
      <dgm:constr type="h" for="des" forName="iconRect" op="equ"/>
      <dgm:constr type="w" for="des" forName="iconRect" op="equ"/>
      <dgm:constr type="h" for="des" forName="iconSpace" op="equ"/>
      <dgm:constr type="h" for="des" forName="parTx" op="equ"/>
      <dgm:constr type="h" for="des" forName="txSpace" op="equ"/>
      <dgm:constr type="h" for="des" forName="desTx" op="equ"/>
    </dgm:constrLst>
    <dgm:ruleLst>
      <dgm:rule type="w" for="ch" forName="compNode" val="0" fact="NaN" max="NaN"/>
    </dgm:ruleLst>
    <dgm:forEach name="Name3" axis="ch" ptType="node">
      <dgm:layoutNode name="compNode">
        <dgm:alg type="composite"/>
        <dgm:shape xmlns:r="http://schemas.openxmlformats.org/officeDocument/2006/relationships" r:blip="">
          <dgm:adjLst/>
        </dgm:shape>
        <dgm:presOf axis="self"/>
        <dgm:constrLst>
          <dgm:constr type="w" for="ch" forName="iconRect" refType="w" fact="0.35"/>
          <dgm:constr type="h" for="ch" forName="iconRect" refType="w" refFor="ch" refForName="iconRect"/>
          <dgm:constr type="l" for="ch" forName="iconRect"/>
          <dgm:constr type="t" for="ch" forName="iconRect"/>
          <dgm:constr type="w" for="ch" forName="iconSpace" refType="w"/>
          <dgm:constr type="h" for="ch" forName="iconSpace" refType="h" fact="0.043"/>
          <dgm:constr type="l" for="ch" forName="iconSpace"/>
          <dgm:constr type="t" for="ch" forName="iconSpace" refType="b" refFor="ch" refForName="iconRect"/>
          <dgm:constr type="w" for="ch" forName="parTx" refType="w"/>
          <dgm:constr type="h" for="ch" forName="parTx" refType="w" fact="0.15"/>
          <dgm:constr type="l" for="ch" forName="parTx"/>
          <dgm:constr type="t" for="ch" forName="parTx" refType="b" refFor="ch" refForName="iconSpace"/>
          <dgm:constr type="h" for="ch" forName="txSpace" refType="h" fact="0.02"/>
          <dgm:constr type="w" for="ch" forName="txSpace" refType="w"/>
          <dgm:constr type="l" for="ch" forName="txSpace"/>
          <dgm:constr type="t" for="ch" forName="txSpace" refType="b" refFor="ch" refForName="parTx"/>
          <dgm:constr type="w" for="ch" forName="desTx" refType="w"/>
          <dgm:constr type="l" for="ch" forName="desTx"/>
          <dgm:constr type="t" for="ch" forName="desTx" refType="b" refFor="ch" refForName="txSpace"/>
        </dgm:constrLst>
        <dgm:ruleLst>
          <dgm:rule type="h" val="INF" fact="NaN" max="NaN"/>
        </dgm:ruleLst>
        <dgm:layoutNode name="iconRect" styleLbl="node1">
          <dgm:alg type="sp"/>
          <dgm:shape xmlns:r="http://schemas.openxmlformats.org/officeDocument/2006/relationships" type="rect" r:blip="" blipPhldr="1">
            <dgm:adjLst/>
          </dgm:shape>
          <dgm:presOf/>
          <dgm:constrLst/>
          <dgm:ruleLst/>
        </dgm:layoutNode>
        <dgm:layoutNode name="iconSpace">
          <dgm:alg type="sp"/>
          <dgm:shape xmlns:r="http://schemas.openxmlformats.org/officeDocument/2006/relationships" r:blip="">
            <dgm:adjLst/>
          </dgm:shape>
          <dgm:presOf/>
          <dgm:constrLst/>
          <dgm:ruleLst/>
        </dgm:layoutNode>
        <dgm:layoutNode name="parTx" styleLbl="revTx">
          <dgm:varLst>
            <dgm:chMax val="0"/>
            <dgm:chPref val="0"/>
          </dgm:varLst>
          <dgm:alg type="tx">
            <dgm:param type="txAnchorVert" val="t"/>
            <dgm:param type="parTxLTRAlign" val="l"/>
            <dgm:param type="shpTxLTRAlignCh" val="l"/>
            <dgm:param type="parTxRTLAlign" val="r"/>
            <dgm:param type="shpTxRTLAlignCh" val="r"/>
          </dgm:alg>
          <dgm:shape xmlns:r="http://schemas.openxmlformats.org/officeDocument/2006/relationships" type="rect" r:blip="">
            <dgm:adjLst/>
          </dgm:shape>
          <dgm:presOf axis="self" ptType="node"/>
          <dgm:constrLst>
            <dgm:constr type="lMarg"/>
            <dgm:constr type="rMarg"/>
            <dgm:constr type="tMarg"/>
            <dgm:constr type="bMarg"/>
          </dgm:constrLst>
          <dgm:ruleLst>
            <dgm:rule type="primFontSz" val="14" fact="NaN" max="NaN"/>
            <dgm:rule type="h" val="INF" fact="NaN" max="NaN"/>
          </dgm:ruleLst>
        </dgm:layoutNode>
        <dgm:layoutNode name="txSpace">
          <dgm:alg type="sp"/>
          <dgm:shape xmlns:r="http://schemas.openxmlformats.org/officeDocument/2006/relationships" r:blip="">
            <dgm:adjLst/>
          </dgm:shape>
          <dgm:presOf/>
          <dgm:constrLst/>
          <dgm:ruleLst/>
        </dgm:layoutNode>
        <dgm:layoutNode name="desTx" styleLbl="revTx">
          <dgm:varLst/>
          <dgm:alg type="tx">
            <dgm:param type="stBulletLvl" val="0"/>
            <dgm:param type="txAnchorVert" val="t"/>
            <dgm:param type="parTxLTRAlign" val="l"/>
            <dgm:param type="shpTxLTRAlignCh" val="l"/>
            <dgm:param type="parTxRTLAlign" val="r"/>
            <dgm:param type="shpTxRTLAlignCh" val="r"/>
          </dgm:alg>
          <dgm:shape xmlns:r="http://schemas.openxmlformats.org/officeDocument/2006/relationships" type="rect" r:blip="">
            <dgm:adjLst/>
          </dgm:shape>
          <dgm:presOf axis="des" ptType="node"/>
          <dgm:constrLst>
            <dgm:constr type="secFontSz" refType="primFontSz"/>
            <dgm:constr type="lMarg"/>
            <dgm:constr type="rMarg"/>
            <dgm:constr type="tMarg"/>
            <dgm:constr type="bMarg"/>
          </dgm:constrLst>
          <dgm:ruleLst>
            <dgm:rule type="primFontSz" val="NaN" fact="NaN" max="17"/>
            <dgm:rule type="h" val="INF" fact="NaN" max="NaN"/>
          </dgm:ruleLst>
        </dgm:layoutNode>
      </dgm:layoutNode>
      <dgm:forEach name="Name4" axis="followSib" ptType="sibTrans" cnt="1">
        <dgm:layoutNode name="sibTrans">
          <dgm:alg type="sp"/>
          <dgm:shape xmlns:r="http://schemas.openxmlformats.org/officeDocument/2006/relationships" r:blip="">
            <dgm:adjLst/>
          </dgm:shape>
          <dgm:presOf axis="self"/>
          <dgm:constrLst/>
          <dgm:ruleLst/>
        </dgm:layoutNode>
      </dgm:forEach>
    </dgm:forEach>
  </dgm:layoutNode>
  <dgm:extLst>
    <a:ext uri="{68A01E43-0DF5-4B5B-8FA6-DAF915123BFB}">
      <dgm1612:lstStyle xmlns:dgm1612="http://schemas.microsoft.com/office/drawing/2016/12/diagram">
        <a:lvl1pPr>
          <a:lnSpc>
            <a:spcPct val="100000"/>
          </a:lnSpc>
          <a:defRPr b="1"/>
        </a:lvl1pPr>
        <a:lvl2pPr>
          <a:lnSpc>
            <a:spcPct val="100000"/>
          </a:lnSpc>
        </a:lvl2pPr>
      </dgm1612:lstStyle>
    </a:ext>
  </dgm:extLst>
</dgm:layoutDef>
</file>

<file path=ppt/diagrams/layout49.xml><?xml version="1.0" encoding="utf-8"?>
<dgm:layoutDef xmlns:dgm="http://schemas.openxmlformats.org/drawingml/2006/diagram" xmlns:a="http://schemas.openxmlformats.org/drawingml/2006/main" uniqueId="urn:microsoft.com/office/officeart/2018/5/layout/CenteredIconLabelDescriptionList">
  <dgm:title val="Centered Icon Label Description List"/>
  <dgm:desc val="Use to show non-sequential or grouped chunks of information. The placeholder holds an icon or small picture, and corresponding text boxes show Level 1 and Level 2 text respectively. Works well for minimal Level 1 text accompanied by lengthier Level two text."/>
  <dgm:catLst>
    <dgm:cat type="icon" pri="500"/>
  </dgm:catLst>
  <dgm:sampData useDef="1">
    <dgm:dataModel>
      <dgm:ptLst/>
      <dgm:bg/>
      <dgm:whole/>
    </dgm:dataModel>
  </dgm:sampData>
  <dgm:styleData useDef="1">
    <dgm:dataModel>
      <dgm:ptLst/>
      <dgm:bg/>
      <dgm:whole/>
    </dgm:dataModel>
  </dgm:styleData>
  <dgm:clrData useDef="1">
    <dgm:dataModel>
      <dgm:ptLst/>
      <dgm:bg/>
      <dgm:whole/>
    </dgm:dataModel>
  </dgm:clrData>
  <dgm:layoutNode name="root">
    <dgm:varLst>
      <dgm:dir/>
      <dgm:resizeHandles val="exact"/>
    </dgm:varLst>
    <dgm:choose name="Name0">
      <dgm:if name="Name1" axis="self" func="var" arg="dir" op="equ" val="norm">
        <dgm:alg type="lin"/>
      </dgm:if>
      <dgm:else name="Name2">
        <dgm:alg type="lin">
          <dgm:param type="linDir" val="fromR"/>
        </dgm:alg>
      </dgm:else>
    </dgm:choose>
    <dgm:shape xmlns:r="http://schemas.openxmlformats.org/officeDocument/2006/relationships" r:blip="">
      <dgm:adjLst/>
    </dgm:shape>
    <dgm:presOf/>
    <dgm:constrLst>
      <dgm:constr type="h" for="ch" forName="compNode" refType="h" fact="0.45"/>
      <dgm:constr type="w" for="ch" forName="compNode" val="120"/>
      <dgm:constr type="w" for="ch" forName="sibTrans" refType="w" refFor="ch" refForName="compNode" fact="0.175"/>
      <dgm:constr type="primFontSz" for="des" forName="parTx" val="36"/>
      <dgm:constr type="primFontSz" for="des" forName="desTx" refType="primFontSz" refFor="des" refForName="parTx" op="lte" fact="0.75"/>
      <dgm:constr type="h" for="des" forName="compNode" op="equ"/>
      <dgm:constr type="h" for="des" forName="iconRect" op="equ"/>
      <dgm:constr type="w" for="des" forName="iconRect" op="equ"/>
      <dgm:constr type="h" for="des" forName="iconSpace" op="equ"/>
      <dgm:constr type="h" for="des" forName="parTx" op="equ"/>
      <dgm:constr type="h" for="des" forName="txSpace" op="equ"/>
      <dgm:constr type="h" for="des" forName="desTx" op="equ"/>
    </dgm:constrLst>
    <dgm:ruleLst>
      <dgm:rule type="w" for="ch" forName="compNode" val="0" fact="NaN" max="NaN"/>
    </dgm:ruleLst>
    <dgm:forEach name="Name3" axis="ch" ptType="node">
      <dgm:layoutNode name="compNode">
        <dgm:alg type="composite"/>
        <dgm:shape xmlns:r="http://schemas.openxmlformats.org/officeDocument/2006/relationships" r:blip="">
          <dgm:adjLst/>
        </dgm:shape>
        <dgm:presOf axis="self"/>
        <dgm:constrLst>
          <dgm:constr type="w" for="ch" forName="iconRect" refType="w" fact="0.35"/>
          <dgm:constr type="h" for="ch" forName="iconRect" refType="w" refFor="ch" refForName="iconRect"/>
          <dgm:constr type="ctrX" for="ch" forName="iconRect" refType="w" fact="0.5"/>
          <dgm:constr type="t" for="ch" forName="iconRect"/>
          <dgm:constr type="w" for="ch" forName="iconSpace" refType="w"/>
          <dgm:constr type="h" for="ch" forName="iconSpace" refType="h" fact="0.043"/>
          <dgm:constr type="l" for="ch" forName="iconSpace"/>
          <dgm:constr type="t" for="ch" forName="iconSpace" refType="b" refFor="ch" refForName="iconRect"/>
          <dgm:constr type="w" for="ch" forName="parTx" refType="w"/>
          <dgm:constr type="h" for="ch" forName="parTx" refType="w" fact="0.15"/>
          <dgm:constr type="l" for="ch" forName="parTx"/>
          <dgm:constr type="t" for="ch" forName="parTx" refType="b" refFor="ch" refForName="iconSpace"/>
          <dgm:constr type="h" for="ch" forName="txSpace" refType="h" fact="0.02"/>
          <dgm:constr type="w" for="ch" forName="txSpace" refType="w"/>
          <dgm:constr type="l" for="ch" forName="txSpace"/>
          <dgm:constr type="t" for="ch" forName="txSpace" refType="b" refFor="ch" refForName="parTx"/>
          <dgm:constr type="w" for="ch" forName="desTx" refType="w"/>
          <dgm:constr type="l" for="ch" forName="desTx"/>
          <dgm:constr type="t" for="ch" forName="desTx" refType="b" refFor="ch" refForName="txSpace"/>
        </dgm:constrLst>
        <dgm:ruleLst>
          <dgm:rule type="h" val="INF" fact="NaN" max="NaN"/>
        </dgm:ruleLst>
        <dgm:layoutNode name="iconRect" styleLbl="node1">
          <dgm:alg type="sp"/>
          <dgm:shape xmlns:r="http://schemas.openxmlformats.org/officeDocument/2006/relationships" type="rect" r:blip="" blipPhldr="1">
            <dgm:adjLst/>
          </dgm:shape>
          <dgm:presOf/>
          <dgm:constrLst/>
          <dgm:ruleLst/>
        </dgm:layoutNode>
        <dgm:layoutNode name="iconSpace">
          <dgm:alg type="sp"/>
          <dgm:shape xmlns:r="http://schemas.openxmlformats.org/officeDocument/2006/relationships" r:blip="">
            <dgm:adjLst/>
          </dgm:shape>
          <dgm:presOf/>
          <dgm:constrLst/>
          <dgm:ruleLst/>
        </dgm:layoutNode>
        <dgm:layoutNode name="parTx" styleLbl="revTx">
          <dgm:varLst>
            <dgm:chMax val="0"/>
            <dgm:chPref val="0"/>
          </dgm:varLst>
          <dgm:alg type="tx">
            <dgm:param type="txAnchorVert" val="t"/>
          </dgm:alg>
          <dgm:shape xmlns:r="http://schemas.openxmlformats.org/officeDocument/2006/relationships" type="rect" r:blip="">
            <dgm:adjLst/>
          </dgm:shape>
          <dgm:presOf axis="self" ptType="node"/>
          <dgm:constrLst>
            <dgm:constr type="lMarg"/>
            <dgm:constr type="rMarg"/>
            <dgm:constr type="tMarg"/>
            <dgm:constr type="bMarg"/>
          </dgm:constrLst>
          <dgm:ruleLst>
            <dgm:rule type="primFontSz" val="14" fact="NaN" max="NaN"/>
            <dgm:rule type="h" val="INF" fact="NaN" max="NaN"/>
          </dgm:ruleLst>
        </dgm:layoutNode>
        <dgm:layoutNode name="txSpace">
          <dgm:alg type="sp"/>
          <dgm:shape xmlns:r="http://schemas.openxmlformats.org/officeDocument/2006/relationships" r:blip="">
            <dgm:adjLst/>
          </dgm:shape>
          <dgm:presOf/>
          <dgm:constrLst/>
          <dgm:ruleLst/>
        </dgm:layoutNode>
        <dgm:layoutNode name="desTx" styleLbl="revTx">
          <dgm:varLst/>
          <dgm:alg type="tx">
            <dgm:param type="stBulletLvl" val="0"/>
            <dgm:param type="txAnchorVert" val="t"/>
          </dgm:alg>
          <dgm:shape xmlns:r="http://schemas.openxmlformats.org/officeDocument/2006/relationships" type="rect" r:blip="">
            <dgm:adjLst/>
          </dgm:shape>
          <dgm:presOf axis="des" ptType="node"/>
          <dgm:constrLst>
            <dgm:constr type="secFontSz" refType="primFontSz"/>
            <dgm:constr type="lMarg"/>
            <dgm:constr type="rMarg"/>
            <dgm:constr type="tMarg"/>
            <dgm:constr type="bMarg"/>
          </dgm:constrLst>
          <dgm:ruleLst>
            <dgm:rule type="primFontSz" val="NaN" fact="NaN" max="17"/>
            <dgm:rule type="h" val="INF" fact="NaN" max="NaN"/>
          </dgm:ruleLst>
        </dgm:layoutNode>
      </dgm:layoutNode>
      <dgm:forEach name="Name4" axis="followSib" ptType="sibTrans" cnt="1">
        <dgm:layoutNode name="sibTrans">
          <dgm:alg type="sp"/>
          <dgm:shape xmlns:r="http://schemas.openxmlformats.org/officeDocument/2006/relationships" r:blip="">
            <dgm:adjLst/>
          </dgm:shape>
          <dgm:presOf axis="self"/>
          <dgm:constrLst/>
          <dgm:ruleLst/>
        </dgm:layoutNode>
      </dgm:forEach>
    </dgm:forEach>
  </dgm:layoutNode>
  <dgm:extLst>
    <a:ext uri="{68A01E43-0DF5-4B5B-8FA6-DAF915123BFB}">
      <dgm1612:lstStyle xmlns:dgm1612="http://schemas.microsoft.com/office/drawing/2016/12/diagram">
        <a:lvl1pPr>
          <a:lnSpc>
            <a:spcPct val="100000"/>
          </a:lnSpc>
          <a:defRPr b="1"/>
        </a:lvl1pPr>
        <a:lvl2pPr>
          <a:lnSpc>
            <a:spcPct val="100000"/>
          </a:lnSpc>
        </a:lvl2pPr>
      </dgm1612:lstStyle>
    </a:ext>
  </dgm:extLst>
</dgm:layoutDef>
</file>

<file path=ppt/diagrams/layout50.xml><?xml version="1.0" encoding="utf-8"?>
<dgm:layoutDef xmlns:dgm="http://schemas.openxmlformats.org/drawingml/2006/diagram" xmlns:a="http://schemas.openxmlformats.org/drawingml/2006/main" uniqueId="urn:microsoft.com/office/officeart/2018/2/layout/IconLabelDescriptionList">
  <dgm:title val="Icon Label Description List"/>
  <dgm:desc val="Use to show non-sequential or grouped chunks of information. The placeholder holds an icon or small picture, and corresponding text boxes show Level 1 and Level 2 text respectively. Works well for minimal Level 1 text accompanied by lengthier Level two text."/>
  <dgm:catLst>
    <dgm:cat type="icon" pri="500"/>
  </dgm:catLst>
  <dgm:sampData useDef="1">
    <dgm:dataModel>
      <dgm:ptLst/>
      <dgm:bg/>
      <dgm:whole/>
    </dgm:dataModel>
  </dgm:sampData>
  <dgm:styleData useDef="1">
    <dgm:dataModel>
      <dgm:ptLst/>
      <dgm:bg/>
      <dgm:whole/>
    </dgm:dataModel>
  </dgm:styleData>
  <dgm:clrData useDef="1">
    <dgm:dataModel>
      <dgm:ptLst/>
      <dgm:bg/>
      <dgm:whole/>
    </dgm:dataModel>
  </dgm:clrData>
  <dgm:layoutNode name="root">
    <dgm:varLst>
      <dgm:dir/>
      <dgm:resizeHandles val="exact"/>
    </dgm:varLst>
    <dgm:choose name="Name0">
      <dgm:if name="Name1" axis="self" func="var" arg="dir" op="equ" val="norm">
        <dgm:alg type="lin"/>
      </dgm:if>
      <dgm:else name="Name2">
        <dgm:alg type="lin">
          <dgm:param type="linDir" val="fromR"/>
        </dgm:alg>
      </dgm:else>
    </dgm:choose>
    <dgm:shape xmlns:r="http://schemas.openxmlformats.org/officeDocument/2006/relationships" r:blip="">
      <dgm:adjLst/>
    </dgm:shape>
    <dgm:presOf/>
    <dgm:constrLst>
      <dgm:constr type="h" for="ch" forName="compNode" refType="h" fact="0.45"/>
      <dgm:constr type="w" for="ch" forName="compNode" val="120"/>
      <dgm:constr type="w" for="ch" forName="sibTrans" refType="w" refFor="ch" refForName="compNode" fact="0.175"/>
      <dgm:constr type="primFontSz" for="des" forName="parTx" val="36"/>
      <dgm:constr type="primFontSz" for="des" forName="desTx" refType="primFontSz" refFor="des" refForName="parTx" op="lte" fact="0.75"/>
      <dgm:constr type="h" for="des" forName="compNode" op="equ"/>
      <dgm:constr type="h" for="des" forName="iconRect" op="equ"/>
      <dgm:constr type="w" for="des" forName="iconRect" op="equ"/>
      <dgm:constr type="h" for="des" forName="iconSpace" op="equ"/>
      <dgm:constr type="h" for="des" forName="parTx" op="equ"/>
      <dgm:constr type="h" for="des" forName="txSpace" op="equ"/>
      <dgm:constr type="h" for="des" forName="desTx" op="equ"/>
    </dgm:constrLst>
    <dgm:ruleLst>
      <dgm:rule type="w" for="ch" forName="compNode" val="0" fact="NaN" max="NaN"/>
    </dgm:ruleLst>
    <dgm:forEach name="Name3" axis="ch" ptType="node">
      <dgm:layoutNode name="compNode">
        <dgm:alg type="composite"/>
        <dgm:shape xmlns:r="http://schemas.openxmlformats.org/officeDocument/2006/relationships" r:blip="">
          <dgm:adjLst/>
        </dgm:shape>
        <dgm:presOf axis="self"/>
        <dgm:constrLst>
          <dgm:constr type="w" for="ch" forName="iconRect" refType="w" fact="0.35"/>
          <dgm:constr type="h" for="ch" forName="iconRect" refType="w" refFor="ch" refForName="iconRect"/>
          <dgm:constr type="l" for="ch" forName="iconRect"/>
          <dgm:constr type="t" for="ch" forName="iconRect"/>
          <dgm:constr type="w" for="ch" forName="iconSpace" refType="w"/>
          <dgm:constr type="h" for="ch" forName="iconSpace" refType="h" fact="0.043"/>
          <dgm:constr type="l" for="ch" forName="iconSpace"/>
          <dgm:constr type="t" for="ch" forName="iconSpace" refType="b" refFor="ch" refForName="iconRect"/>
          <dgm:constr type="w" for="ch" forName="parTx" refType="w"/>
          <dgm:constr type="h" for="ch" forName="parTx" refType="w" fact="0.15"/>
          <dgm:constr type="l" for="ch" forName="parTx"/>
          <dgm:constr type="t" for="ch" forName="parTx" refType="b" refFor="ch" refForName="iconSpace"/>
          <dgm:constr type="h" for="ch" forName="txSpace" refType="h" fact="0.02"/>
          <dgm:constr type="w" for="ch" forName="txSpace" refType="w"/>
          <dgm:constr type="l" for="ch" forName="txSpace"/>
          <dgm:constr type="t" for="ch" forName="txSpace" refType="b" refFor="ch" refForName="parTx"/>
          <dgm:constr type="w" for="ch" forName="desTx" refType="w"/>
          <dgm:constr type="l" for="ch" forName="desTx"/>
          <dgm:constr type="t" for="ch" forName="desTx" refType="b" refFor="ch" refForName="txSpace"/>
        </dgm:constrLst>
        <dgm:ruleLst>
          <dgm:rule type="h" val="INF" fact="NaN" max="NaN"/>
        </dgm:ruleLst>
        <dgm:layoutNode name="iconRect" styleLbl="node1">
          <dgm:alg type="sp"/>
          <dgm:shape xmlns:r="http://schemas.openxmlformats.org/officeDocument/2006/relationships" type="rect" r:blip="" blipPhldr="1">
            <dgm:adjLst/>
          </dgm:shape>
          <dgm:presOf/>
          <dgm:constrLst/>
          <dgm:ruleLst/>
        </dgm:layoutNode>
        <dgm:layoutNode name="iconSpace">
          <dgm:alg type="sp"/>
          <dgm:shape xmlns:r="http://schemas.openxmlformats.org/officeDocument/2006/relationships" r:blip="">
            <dgm:adjLst/>
          </dgm:shape>
          <dgm:presOf/>
          <dgm:constrLst/>
          <dgm:ruleLst/>
        </dgm:layoutNode>
        <dgm:layoutNode name="parTx" styleLbl="revTx">
          <dgm:varLst>
            <dgm:chMax val="0"/>
            <dgm:chPref val="0"/>
          </dgm:varLst>
          <dgm:alg type="tx">
            <dgm:param type="txAnchorVert" val="t"/>
            <dgm:param type="parTxLTRAlign" val="l"/>
            <dgm:param type="shpTxLTRAlignCh" val="l"/>
            <dgm:param type="parTxRTLAlign" val="r"/>
            <dgm:param type="shpTxRTLAlignCh" val="r"/>
          </dgm:alg>
          <dgm:shape xmlns:r="http://schemas.openxmlformats.org/officeDocument/2006/relationships" type="rect" r:blip="">
            <dgm:adjLst/>
          </dgm:shape>
          <dgm:presOf axis="self" ptType="node"/>
          <dgm:constrLst>
            <dgm:constr type="lMarg"/>
            <dgm:constr type="rMarg"/>
            <dgm:constr type="tMarg"/>
            <dgm:constr type="bMarg"/>
          </dgm:constrLst>
          <dgm:ruleLst>
            <dgm:rule type="primFontSz" val="14" fact="NaN" max="NaN"/>
            <dgm:rule type="h" val="INF" fact="NaN" max="NaN"/>
          </dgm:ruleLst>
        </dgm:layoutNode>
        <dgm:layoutNode name="txSpace">
          <dgm:alg type="sp"/>
          <dgm:shape xmlns:r="http://schemas.openxmlformats.org/officeDocument/2006/relationships" r:blip="">
            <dgm:adjLst/>
          </dgm:shape>
          <dgm:presOf/>
          <dgm:constrLst/>
          <dgm:ruleLst/>
        </dgm:layoutNode>
        <dgm:layoutNode name="desTx" styleLbl="revTx">
          <dgm:varLst/>
          <dgm:alg type="tx">
            <dgm:param type="stBulletLvl" val="0"/>
            <dgm:param type="txAnchorVert" val="t"/>
            <dgm:param type="parTxLTRAlign" val="l"/>
            <dgm:param type="shpTxLTRAlignCh" val="l"/>
            <dgm:param type="parTxRTLAlign" val="r"/>
            <dgm:param type="shpTxRTLAlignCh" val="r"/>
          </dgm:alg>
          <dgm:shape xmlns:r="http://schemas.openxmlformats.org/officeDocument/2006/relationships" type="rect" r:blip="">
            <dgm:adjLst/>
          </dgm:shape>
          <dgm:presOf axis="des" ptType="node"/>
          <dgm:constrLst>
            <dgm:constr type="secFontSz" refType="primFontSz"/>
            <dgm:constr type="lMarg"/>
            <dgm:constr type="rMarg"/>
            <dgm:constr type="tMarg"/>
            <dgm:constr type="bMarg"/>
          </dgm:constrLst>
          <dgm:ruleLst>
            <dgm:rule type="primFontSz" val="NaN" fact="NaN" max="17"/>
            <dgm:rule type="h" val="INF" fact="NaN" max="NaN"/>
          </dgm:ruleLst>
        </dgm:layoutNode>
      </dgm:layoutNode>
      <dgm:forEach name="Name4" axis="followSib" ptType="sibTrans" cnt="1">
        <dgm:layoutNode name="sibTrans">
          <dgm:alg type="sp"/>
          <dgm:shape xmlns:r="http://schemas.openxmlformats.org/officeDocument/2006/relationships" r:blip="">
            <dgm:adjLst/>
          </dgm:shape>
          <dgm:presOf axis="self"/>
          <dgm:constrLst/>
          <dgm:ruleLst/>
        </dgm:layoutNode>
      </dgm:forEach>
    </dgm:forEach>
  </dgm:layoutNode>
  <dgm:extLst>
    <a:ext uri="{68A01E43-0DF5-4B5B-8FA6-DAF915123BFB}">
      <dgm1612:lstStyle xmlns:dgm1612="http://schemas.microsoft.com/office/drawing/2016/12/diagram">
        <a:lvl1pPr>
          <a:lnSpc>
            <a:spcPct val="100000"/>
          </a:lnSpc>
          <a:defRPr b="1"/>
        </a:lvl1pPr>
        <a:lvl2pPr>
          <a:lnSpc>
            <a:spcPct val="100000"/>
          </a:lnSpc>
        </a:lvl2pPr>
      </dgm1612:lstStyle>
    </a:ext>
  </dgm:extLst>
</dgm:layoutDef>
</file>

<file path=ppt/diagrams/layout51.xml><?xml version="1.0" encoding="utf-8"?>
<dgm:layoutDef xmlns:dgm="http://schemas.openxmlformats.org/drawingml/2006/diagram" xmlns:a="http://schemas.openxmlformats.org/drawingml/2006/main" uniqueId="urn:microsoft.com/office/officeart/2018/5/layout/CenteredIconLabelDescriptionList">
  <dgm:title val="Centered Icon Label Description List"/>
  <dgm:desc val="Use to show non-sequential or grouped chunks of information. The placeholder holds an icon or small picture, and corresponding text boxes show Level 1 and Level 2 text respectively. Works well for minimal Level 1 text accompanied by lengthier Level two text."/>
  <dgm:catLst>
    <dgm:cat type="icon" pri="500"/>
  </dgm:catLst>
  <dgm:sampData useDef="1">
    <dgm:dataModel>
      <dgm:ptLst/>
      <dgm:bg/>
      <dgm:whole/>
    </dgm:dataModel>
  </dgm:sampData>
  <dgm:styleData useDef="1">
    <dgm:dataModel>
      <dgm:ptLst/>
      <dgm:bg/>
      <dgm:whole/>
    </dgm:dataModel>
  </dgm:styleData>
  <dgm:clrData useDef="1">
    <dgm:dataModel>
      <dgm:ptLst/>
      <dgm:bg/>
      <dgm:whole/>
    </dgm:dataModel>
  </dgm:clrData>
  <dgm:layoutNode name="root">
    <dgm:varLst>
      <dgm:dir/>
      <dgm:resizeHandles val="exact"/>
    </dgm:varLst>
    <dgm:choose name="Name0">
      <dgm:if name="Name1" axis="self" func="var" arg="dir" op="equ" val="norm">
        <dgm:alg type="lin"/>
      </dgm:if>
      <dgm:else name="Name2">
        <dgm:alg type="lin">
          <dgm:param type="linDir" val="fromR"/>
        </dgm:alg>
      </dgm:else>
    </dgm:choose>
    <dgm:shape xmlns:r="http://schemas.openxmlformats.org/officeDocument/2006/relationships" r:blip="">
      <dgm:adjLst/>
    </dgm:shape>
    <dgm:presOf/>
    <dgm:constrLst>
      <dgm:constr type="h" for="ch" forName="compNode" refType="h" fact="0.45"/>
      <dgm:constr type="w" for="ch" forName="compNode" val="120"/>
      <dgm:constr type="w" for="ch" forName="sibTrans" refType="w" refFor="ch" refForName="compNode" fact="0.175"/>
      <dgm:constr type="primFontSz" for="des" forName="parTx" val="36"/>
      <dgm:constr type="primFontSz" for="des" forName="desTx" refType="primFontSz" refFor="des" refForName="parTx" op="lte" fact="0.75"/>
      <dgm:constr type="h" for="des" forName="compNode" op="equ"/>
      <dgm:constr type="h" for="des" forName="iconRect" op="equ"/>
      <dgm:constr type="w" for="des" forName="iconRect" op="equ"/>
      <dgm:constr type="h" for="des" forName="iconSpace" op="equ"/>
      <dgm:constr type="h" for="des" forName="parTx" op="equ"/>
      <dgm:constr type="h" for="des" forName="txSpace" op="equ"/>
      <dgm:constr type="h" for="des" forName="desTx" op="equ"/>
    </dgm:constrLst>
    <dgm:ruleLst>
      <dgm:rule type="w" for="ch" forName="compNode" val="0" fact="NaN" max="NaN"/>
    </dgm:ruleLst>
    <dgm:forEach name="Name3" axis="ch" ptType="node">
      <dgm:layoutNode name="compNode">
        <dgm:alg type="composite"/>
        <dgm:shape xmlns:r="http://schemas.openxmlformats.org/officeDocument/2006/relationships" r:blip="">
          <dgm:adjLst/>
        </dgm:shape>
        <dgm:presOf axis="self"/>
        <dgm:constrLst>
          <dgm:constr type="w" for="ch" forName="iconRect" refType="w" fact="0.35"/>
          <dgm:constr type="h" for="ch" forName="iconRect" refType="w" refFor="ch" refForName="iconRect"/>
          <dgm:constr type="ctrX" for="ch" forName="iconRect" refType="w" fact="0.5"/>
          <dgm:constr type="t" for="ch" forName="iconRect"/>
          <dgm:constr type="w" for="ch" forName="iconSpace" refType="w"/>
          <dgm:constr type="h" for="ch" forName="iconSpace" refType="h" fact="0.043"/>
          <dgm:constr type="l" for="ch" forName="iconSpace"/>
          <dgm:constr type="t" for="ch" forName="iconSpace" refType="b" refFor="ch" refForName="iconRect"/>
          <dgm:constr type="w" for="ch" forName="parTx" refType="w"/>
          <dgm:constr type="h" for="ch" forName="parTx" refType="w" fact="0.15"/>
          <dgm:constr type="l" for="ch" forName="parTx"/>
          <dgm:constr type="t" for="ch" forName="parTx" refType="b" refFor="ch" refForName="iconSpace"/>
          <dgm:constr type="h" for="ch" forName="txSpace" refType="h" fact="0.02"/>
          <dgm:constr type="w" for="ch" forName="txSpace" refType="w"/>
          <dgm:constr type="l" for="ch" forName="txSpace"/>
          <dgm:constr type="t" for="ch" forName="txSpace" refType="b" refFor="ch" refForName="parTx"/>
          <dgm:constr type="w" for="ch" forName="desTx" refType="w"/>
          <dgm:constr type="l" for="ch" forName="desTx"/>
          <dgm:constr type="t" for="ch" forName="desTx" refType="b" refFor="ch" refForName="txSpace"/>
        </dgm:constrLst>
        <dgm:ruleLst>
          <dgm:rule type="h" val="INF" fact="NaN" max="NaN"/>
        </dgm:ruleLst>
        <dgm:layoutNode name="iconRect" styleLbl="node1">
          <dgm:alg type="sp"/>
          <dgm:shape xmlns:r="http://schemas.openxmlformats.org/officeDocument/2006/relationships" type="rect" r:blip="" blipPhldr="1">
            <dgm:adjLst/>
          </dgm:shape>
          <dgm:presOf/>
          <dgm:constrLst/>
          <dgm:ruleLst/>
        </dgm:layoutNode>
        <dgm:layoutNode name="iconSpace">
          <dgm:alg type="sp"/>
          <dgm:shape xmlns:r="http://schemas.openxmlformats.org/officeDocument/2006/relationships" r:blip="">
            <dgm:adjLst/>
          </dgm:shape>
          <dgm:presOf/>
          <dgm:constrLst/>
          <dgm:ruleLst/>
        </dgm:layoutNode>
        <dgm:layoutNode name="parTx" styleLbl="revTx">
          <dgm:varLst>
            <dgm:chMax val="0"/>
            <dgm:chPref val="0"/>
          </dgm:varLst>
          <dgm:alg type="tx">
            <dgm:param type="txAnchorVert" val="t"/>
          </dgm:alg>
          <dgm:shape xmlns:r="http://schemas.openxmlformats.org/officeDocument/2006/relationships" type="rect" r:blip="">
            <dgm:adjLst/>
          </dgm:shape>
          <dgm:presOf axis="self" ptType="node"/>
          <dgm:constrLst>
            <dgm:constr type="lMarg"/>
            <dgm:constr type="rMarg"/>
            <dgm:constr type="tMarg"/>
            <dgm:constr type="bMarg"/>
          </dgm:constrLst>
          <dgm:ruleLst>
            <dgm:rule type="primFontSz" val="14" fact="NaN" max="NaN"/>
            <dgm:rule type="h" val="INF" fact="NaN" max="NaN"/>
          </dgm:ruleLst>
        </dgm:layoutNode>
        <dgm:layoutNode name="txSpace">
          <dgm:alg type="sp"/>
          <dgm:shape xmlns:r="http://schemas.openxmlformats.org/officeDocument/2006/relationships" r:blip="">
            <dgm:adjLst/>
          </dgm:shape>
          <dgm:presOf/>
          <dgm:constrLst/>
          <dgm:ruleLst/>
        </dgm:layoutNode>
        <dgm:layoutNode name="desTx" styleLbl="revTx">
          <dgm:varLst/>
          <dgm:alg type="tx">
            <dgm:param type="stBulletLvl" val="0"/>
            <dgm:param type="txAnchorVert" val="t"/>
          </dgm:alg>
          <dgm:shape xmlns:r="http://schemas.openxmlformats.org/officeDocument/2006/relationships" type="rect" r:blip="">
            <dgm:adjLst/>
          </dgm:shape>
          <dgm:presOf axis="des" ptType="node"/>
          <dgm:constrLst>
            <dgm:constr type="secFontSz" refType="primFontSz"/>
            <dgm:constr type="lMarg"/>
            <dgm:constr type="rMarg"/>
            <dgm:constr type="tMarg"/>
            <dgm:constr type="bMarg"/>
          </dgm:constrLst>
          <dgm:ruleLst>
            <dgm:rule type="primFontSz" val="NaN" fact="NaN" max="17"/>
            <dgm:rule type="h" val="INF" fact="NaN" max="NaN"/>
          </dgm:ruleLst>
        </dgm:layoutNode>
      </dgm:layoutNode>
      <dgm:forEach name="Name4" axis="followSib" ptType="sibTrans" cnt="1">
        <dgm:layoutNode name="sibTrans">
          <dgm:alg type="sp"/>
          <dgm:shape xmlns:r="http://schemas.openxmlformats.org/officeDocument/2006/relationships" r:blip="">
            <dgm:adjLst/>
          </dgm:shape>
          <dgm:presOf axis="self"/>
          <dgm:constrLst/>
          <dgm:ruleLst/>
        </dgm:layoutNode>
      </dgm:forEach>
    </dgm:forEach>
  </dgm:layoutNode>
  <dgm:extLst>
    <a:ext uri="{68A01E43-0DF5-4B5B-8FA6-DAF915123BFB}">
      <dgm1612:lstStyle xmlns:dgm1612="http://schemas.microsoft.com/office/drawing/2016/12/diagram">
        <a:lvl1pPr>
          <a:lnSpc>
            <a:spcPct val="100000"/>
          </a:lnSpc>
          <a:defRPr b="1"/>
        </a:lvl1pPr>
        <a:lvl2pPr>
          <a:lnSpc>
            <a:spcPct val="100000"/>
          </a:lnSpc>
        </a:lvl2pPr>
      </dgm1612:lstStyle>
    </a:ext>
  </dgm:extLst>
</dgm:layoutDef>
</file>

<file path=ppt/diagrams/layout52.xml><?xml version="1.0" encoding="utf-8"?>
<dgm:layoutDef xmlns:dgm="http://schemas.openxmlformats.org/drawingml/2006/diagram" xmlns:a="http://schemas.openxmlformats.org/drawingml/2006/main" uniqueId="urn:microsoft.com/office/officeart/2018/2/layout/IconLabelDescriptionList">
  <dgm:title val="Icon Label Description List"/>
  <dgm:desc val="Use to show non-sequential or grouped chunks of information. The placeholder holds an icon or small picture, and corresponding text boxes show Level 1 and Level 2 text respectively. Works well for minimal Level 1 text accompanied by lengthier Level two text."/>
  <dgm:catLst>
    <dgm:cat type="icon" pri="500"/>
  </dgm:catLst>
  <dgm:sampData useDef="1">
    <dgm:dataModel>
      <dgm:ptLst/>
      <dgm:bg/>
      <dgm:whole/>
    </dgm:dataModel>
  </dgm:sampData>
  <dgm:styleData useDef="1">
    <dgm:dataModel>
      <dgm:ptLst/>
      <dgm:bg/>
      <dgm:whole/>
    </dgm:dataModel>
  </dgm:styleData>
  <dgm:clrData useDef="1">
    <dgm:dataModel>
      <dgm:ptLst/>
      <dgm:bg/>
      <dgm:whole/>
    </dgm:dataModel>
  </dgm:clrData>
  <dgm:layoutNode name="root">
    <dgm:varLst>
      <dgm:dir/>
      <dgm:resizeHandles val="exact"/>
    </dgm:varLst>
    <dgm:choose name="Name0">
      <dgm:if name="Name1" axis="self" func="var" arg="dir" op="equ" val="norm">
        <dgm:alg type="lin"/>
      </dgm:if>
      <dgm:else name="Name2">
        <dgm:alg type="lin">
          <dgm:param type="linDir" val="fromR"/>
        </dgm:alg>
      </dgm:else>
    </dgm:choose>
    <dgm:shape xmlns:r="http://schemas.openxmlformats.org/officeDocument/2006/relationships" r:blip="">
      <dgm:adjLst/>
    </dgm:shape>
    <dgm:presOf/>
    <dgm:constrLst>
      <dgm:constr type="h" for="ch" forName="compNode" refType="h" fact="0.45"/>
      <dgm:constr type="w" for="ch" forName="compNode" val="120"/>
      <dgm:constr type="w" for="ch" forName="sibTrans" refType="w" refFor="ch" refForName="compNode" fact="0.175"/>
      <dgm:constr type="primFontSz" for="des" forName="parTx" val="36"/>
      <dgm:constr type="primFontSz" for="des" forName="desTx" refType="primFontSz" refFor="des" refForName="parTx" op="lte" fact="0.75"/>
      <dgm:constr type="h" for="des" forName="compNode" op="equ"/>
      <dgm:constr type="h" for="des" forName="iconRect" op="equ"/>
      <dgm:constr type="w" for="des" forName="iconRect" op="equ"/>
      <dgm:constr type="h" for="des" forName="iconSpace" op="equ"/>
      <dgm:constr type="h" for="des" forName="parTx" op="equ"/>
      <dgm:constr type="h" for="des" forName="txSpace" op="equ"/>
      <dgm:constr type="h" for="des" forName="desTx" op="equ"/>
    </dgm:constrLst>
    <dgm:ruleLst>
      <dgm:rule type="w" for="ch" forName="compNode" val="0" fact="NaN" max="NaN"/>
    </dgm:ruleLst>
    <dgm:forEach name="Name3" axis="ch" ptType="node">
      <dgm:layoutNode name="compNode">
        <dgm:alg type="composite"/>
        <dgm:shape xmlns:r="http://schemas.openxmlformats.org/officeDocument/2006/relationships" r:blip="">
          <dgm:adjLst/>
        </dgm:shape>
        <dgm:presOf axis="self"/>
        <dgm:constrLst>
          <dgm:constr type="w" for="ch" forName="iconRect" refType="w" fact="0.35"/>
          <dgm:constr type="h" for="ch" forName="iconRect" refType="w" refFor="ch" refForName="iconRect"/>
          <dgm:constr type="l" for="ch" forName="iconRect"/>
          <dgm:constr type="t" for="ch" forName="iconRect"/>
          <dgm:constr type="w" for="ch" forName="iconSpace" refType="w"/>
          <dgm:constr type="h" for="ch" forName="iconSpace" refType="h" fact="0.043"/>
          <dgm:constr type="l" for="ch" forName="iconSpace"/>
          <dgm:constr type="t" for="ch" forName="iconSpace" refType="b" refFor="ch" refForName="iconRect"/>
          <dgm:constr type="w" for="ch" forName="parTx" refType="w"/>
          <dgm:constr type="h" for="ch" forName="parTx" refType="w" fact="0.15"/>
          <dgm:constr type="l" for="ch" forName="parTx"/>
          <dgm:constr type="t" for="ch" forName="parTx" refType="b" refFor="ch" refForName="iconSpace"/>
          <dgm:constr type="h" for="ch" forName="txSpace" refType="h" fact="0.02"/>
          <dgm:constr type="w" for="ch" forName="txSpace" refType="w"/>
          <dgm:constr type="l" for="ch" forName="txSpace"/>
          <dgm:constr type="t" for="ch" forName="txSpace" refType="b" refFor="ch" refForName="parTx"/>
          <dgm:constr type="w" for="ch" forName="desTx" refType="w"/>
          <dgm:constr type="l" for="ch" forName="desTx"/>
          <dgm:constr type="t" for="ch" forName="desTx" refType="b" refFor="ch" refForName="txSpace"/>
        </dgm:constrLst>
        <dgm:ruleLst>
          <dgm:rule type="h" val="INF" fact="NaN" max="NaN"/>
        </dgm:ruleLst>
        <dgm:layoutNode name="iconRect" styleLbl="node1">
          <dgm:alg type="sp"/>
          <dgm:shape xmlns:r="http://schemas.openxmlformats.org/officeDocument/2006/relationships" type="rect" r:blip="" blipPhldr="1">
            <dgm:adjLst/>
          </dgm:shape>
          <dgm:presOf/>
          <dgm:constrLst/>
          <dgm:ruleLst/>
        </dgm:layoutNode>
        <dgm:layoutNode name="iconSpace">
          <dgm:alg type="sp"/>
          <dgm:shape xmlns:r="http://schemas.openxmlformats.org/officeDocument/2006/relationships" r:blip="">
            <dgm:adjLst/>
          </dgm:shape>
          <dgm:presOf/>
          <dgm:constrLst/>
          <dgm:ruleLst/>
        </dgm:layoutNode>
        <dgm:layoutNode name="parTx" styleLbl="revTx">
          <dgm:varLst>
            <dgm:chMax val="0"/>
            <dgm:chPref val="0"/>
          </dgm:varLst>
          <dgm:alg type="tx">
            <dgm:param type="txAnchorVert" val="t"/>
            <dgm:param type="parTxLTRAlign" val="l"/>
            <dgm:param type="shpTxLTRAlignCh" val="l"/>
            <dgm:param type="parTxRTLAlign" val="r"/>
            <dgm:param type="shpTxRTLAlignCh" val="r"/>
          </dgm:alg>
          <dgm:shape xmlns:r="http://schemas.openxmlformats.org/officeDocument/2006/relationships" type="rect" r:blip="">
            <dgm:adjLst/>
          </dgm:shape>
          <dgm:presOf axis="self" ptType="node"/>
          <dgm:constrLst>
            <dgm:constr type="lMarg"/>
            <dgm:constr type="rMarg"/>
            <dgm:constr type="tMarg"/>
            <dgm:constr type="bMarg"/>
          </dgm:constrLst>
          <dgm:ruleLst>
            <dgm:rule type="primFontSz" val="14" fact="NaN" max="NaN"/>
            <dgm:rule type="h" val="INF" fact="NaN" max="NaN"/>
          </dgm:ruleLst>
        </dgm:layoutNode>
        <dgm:layoutNode name="txSpace">
          <dgm:alg type="sp"/>
          <dgm:shape xmlns:r="http://schemas.openxmlformats.org/officeDocument/2006/relationships" r:blip="">
            <dgm:adjLst/>
          </dgm:shape>
          <dgm:presOf/>
          <dgm:constrLst/>
          <dgm:ruleLst/>
        </dgm:layoutNode>
        <dgm:layoutNode name="desTx" styleLbl="revTx">
          <dgm:varLst/>
          <dgm:alg type="tx">
            <dgm:param type="stBulletLvl" val="0"/>
            <dgm:param type="txAnchorVert" val="t"/>
            <dgm:param type="parTxLTRAlign" val="l"/>
            <dgm:param type="shpTxLTRAlignCh" val="l"/>
            <dgm:param type="parTxRTLAlign" val="r"/>
            <dgm:param type="shpTxRTLAlignCh" val="r"/>
          </dgm:alg>
          <dgm:shape xmlns:r="http://schemas.openxmlformats.org/officeDocument/2006/relationships" type="rect" r:blip="">
            <dgm:adjLst/>
          </dgm:shape>
          <dgm:presOf axis="des" ptType="node"/>
          <dgm:constrLst>
            <dgm:constr type="secFontSz" refType="primFontSz"/>
            <dgm:constr type="lMarg"/>
            <dgm:constr type="rMarg"/>
            <dgm:constr type="tMarg"/>
            <dgm:constr type="bMarg"/>
          </dgm:constrLst>
          <dgm:ruleLst>
            <dgm:rule type="primFontSz" val="NaN" fact="NaN" max="17"/>
            <dgm:rule type="h" val="INF" fact="NaN" max="NaN"/>
          </dgm:ruleLst>
        </dgm:layoutNode>
      </dgm:layoutNode>
      <dgm:forEach name="Name4" axis="followSib" ptType="sibTrans" cnt="1">
        <dgm:layoutNode name="sibTrans">
          <dgm:alg type="sp"/>
          <dgm:shape xmlns:r="http://schemas.openxmlformats.org/officeDocument/2006/relationships" r:blip="">
            <dgm:adjLst/>
          </dgm:shape>
          <dgm:presOf axis="self"/>
          <dgm:constrLst/>
          <dgm:ruleLst/>
        </dgm:layoutNode>
      </dgm:forEach>
    </dgm:forEach>
  </dgm:layoutNode>
  <dgm:extLst>
    <a:ext uri="{68A01E43-0DF5-4B5B-8FA6-DAF915123BFB}">
      <dgm1612:lstStyle xmlns:dgm1612="http://schemas.microsoft.com/office/drawing/2016/12/diagram">
        <a:lvl1pPr>
          <a:lnSpc>
            <a:spcPct val="100000"/>
          </a:lnSpc>
          <a:defRPr b="1"/>
        </a:lvl1pPr>
        <a:lvl2pPr>
          <a:lnSpc>
            <a:spcPct val="100000"/>
          </a:lnSpc>
        </a:lvl2pPr>
      </dgm1612:lstStyle>
    </a:ext>
  </dgm:extLst>
</dgm:layoutDef>
</file>

<file path=ppt/diagrams/layout53.xml><?xml version="1.0" encoding="utf-8"?>
<dgm:layoutDef xmlns:dgm="http://schemas.openxmlformats.org/drawingml/2006/diagram" xmlns:a="http://schemas.openxmlformats.org/drawingml/2006/main" uniqueId="urn:microsoft.com/office/officeart/2018/5/layout/CenteredIconLabelDescriptionList">
  <dgm:title val="Centered Icon Label Description List"/>
  <dgm:desc val="Use to show non-sequential or grouped chunks of information. The placeholder holds an icon or small picture, and corresponding text boxes show Level 1 and Level 2 text respectively. Works well for minimal Level 1 text accompanied by lengthier Level two text."/>
  <dgm:catLst>
    <dgm:cat type="icon" pri="500"/>
  </dgm:catLst>
  <dgm:sampData useDef="1">
    <dgm:dataModel>
      <dgm:ptLst/>
      <dgm:bg/>
      <dgm:whole/>
    </dgm:dataModel>
  </dgm:sampData>
  <dgm:styleData useDef="1">
    <dgm:dataModel>
      <dgm:ptLst/>
      <dgm:bg/>
      <dgm:whole/>
    </dgm:dataModel>
  </dgm:styleData>
  <dgm:clrData useDef="1">
    <dgm:dataModel>
      <dgm:ptLst/>
      <dgm:bg/>
      <dgm:whole/>
    </dgm:dataModel>
  </dgm:clrData>
  <dgm:layoutNode name="root">
    <dgm:varLst>
      <dgm:dir/>
      <dgm:resizeHandles val="exact"/>
    </dgm:varLst>
    <dgm:choose name="Name0">
      <dgm:if name="Name1" axis="self" func="var" arg="dir" op="equ" val="norm">
        <dgm:alg type="lin"/>
      </dgm:if>
      <dgm:else name="Name2">
        <dgm:alg type="lin">
          <dgm:param type="linDir" val="fromR"/>
        </dgm:alg>
      </dgm:else>
    </dgm:choose>
    <dgm:shape xmlns:r="http://schemas.openxmlformats.org/officeDocument/2006/relationships" r:blip="">
      <dgm:adjLst/>
    </dgm:shape>
    <dgm:presOf/>
    <dgm:constrLst>
      <dgm:constr type="h" for="ch" forName="compNode" refType="h" fact="0.45"/>
      <dgm:constr type="w" for="ch" forName="compNode" val="120"/>
      <dgm:constr type="w" for="ch" forName="sibTrans" refType="w" refFor="ch" refForName="compNode" fact="0.175"/>
      <dgm:constr type="primFontSz" for="des" forName="parTx" val="36"/>
      <dgm:constr type="primFontSz" for="des" forName="desTx" refType="primFontSz" refFor="des" refForName="parTx" op="lte" fact="0.75"/>
      <dgm:constr type="h" for="des" forName="compNode" op="equ"/>
      <dgm:constr type="h" for="des" forName="iconRect" op="equ"/>
      <dgm:constr type="w" for="des" forName="iconRect" op="equ"/>
      <dgm:constr type="h" for="des" forName="iconSpace" op="equ"/>
      <dgm:constr type="h" for="des" forName="parTx" op="equ"/>
      <dgm:constr type="h" for="des" forName="txSpace" op="equ"/>
      <dgm:constr type="h" for="des" forName="desTx" op="equ"/>
    </dgm:constrLst>
    <dgm:ruleLst>
      <dgm:rule type="w" for="ch" forName="compNode" val="0" fact="NaN" max="NaN"/>
    </dgm:ruleLst>
    <dgm:forEach name="Name3" axis="ch" ptType="node">
      <dgm:layoutNode name="compNode">
        <dgm:alg type="composite"/>
        <dgm:shape xmlns:r="http://schemas.openxmlformats.org/officeDocument/2006/relationships" r:blip="">
          <dgm:adjLst/>
        </dgm:shape>
        <dgm:presOf axis="self"/>
        <dgm:constrLst>
          <dgm:constr type="w" for="ch" forName="iconRect" refType="w" fact="0.35"/>
          <dgm:constr type="h" for="ch" forName="iconRect" refType="w" refFor="ch" refForName="iconRect"/>
          <dgm:constr type="ctrX" for="ch" forName="iconRect" refType="w" fact="0.5"/>
          <dgm:constr type="t" for="ch" forName="iconRect"/>
          <dgm:constr type="w" for="ch" forName="iconSpace" refType="w"/>
          <dgm:constr type="h" for="ch" forName="iconSpace" refType="h" fact="0.043"/>
          <dgm:constr type="l" for="ch" forName="iconSpace"/>
          <dgm:constr type="t" for="ch" forName="iconSpace" refType="b" refFor="ch" refForName="iconRect"/>
          <dgm:constr type="w" for="ch" forName="parTx" refType="w"/>
          <dgm:constr type="h" for="ch" forName="parTx" refType="w" fact="0.15"/>
          <dgm:constr type="l" for="ch" forName="parTx"/>
          <dgm:constr type="t" for="ch" forName="parTx" refType="b" refFor="ch" refForName="iconSpace"/>
          <dgm:constr type="h" for="ch" forName="txSpace" refType="h" fact="0.02"/>
          <dgm:constr type="w" for="ch" forName="txSpace" refType="w"/>
          <dgm:constr type="l" for="ch" forName="txSpace"/>
          <dgm:constr type="t" for="ch" forName="txSpace" refType="b" refFor="ch" refForName="parTx"/>
          <dgm:constr type="w" for="ch" forName="desTx" refType="w"/>
          <dgm:constr type="l" for="ch" forName="desTx"/>
          <dgm:constr type="t" for="ch" forName="desTx" refType="b" refFor="ch" refForName="txSpace"/>
        </dgm:constrLst>
        <dgm:ruleLst>
          <dgm:rule type="h" val="INF" fact="NaN" max="NaN"/>
        </dgm:ruleLst>
        <dgm:layoutNode name="iconRect" styleLbl="node1">
          <dgm:alg type="sp"/>
          <dgm:shape xmlns:r="http://schemas.openxmlformats.org/officeDocument/2006/relationships" type="rect" r:blip="" blipPhldr="1">
            <dgm:adjLst/>
          </dgm:shape>
          <dgm:presOf/>
          <dgm:constrLst/>
          <dgm:ruleLst/>
        </dgm:layoutNode>
        <dgm:layoutNode name="iconSpace">
          <dgm:alg type="sp"/>
          <dgm:shape xmlns:r="http://schemas.openxmlformats.org/officeDocument/2006/relationships" r:blip="">
            <dgm:adjLst/>
          </dgm:shape>
          <dgm:presOf/>
          <dgm:constrLst/>
          <dgm:ruleLst/>
        </dgm:layoutNode>
        <dgm:layoutNode name="parTx" styleLbl="revTx">
          <dgm:varLst>
            <dgm:chMax val="0"/>
            <dgm:chPref val="0"/>
          </dgm:varLst>
          <dgm:alg type="tx">
            <dgm:param type="txAnchorVert" val="t"/>
          </dgm:alg>
          <dgm:shape xmlns:r="http://schemas.openxmlformats.org/officeDocument/2006/relationships" type="rect" r:blip="">
            <dgm:adjLst/>
          </dgm:shape>
          <dgm:presOf axis="self" ptType="node"/>
          <dgm:constrLst>
            <dgm:constr type="lMarg"/>
            <dgm:constr type="rMarg"/>
            <dgm:constr type="tMarg"/>
            <dgm:constr type="bMarg"/>
          </dgm:constrLst>
          <dgm:ruleLst>
            <dgm:rule type="primFontSz" val="14" fact="NaN" max="NaN"/>
            <dgm:rule type="h" val="INF" fact="NaN" max="NaN"/>
          </dgm:ruleLst>
        </dgm:layoutNode>
        <dgm:layoutNode name="txSpace">
          <dgm:alg type="sp"/>
          <dgm:shape xmlns:r="http://schemas.openxmlformats.org/officeDocument/2006/relationships" r:blip="">
            <dgm:adjLst/>
          </dgm:shape>
          <dgm:presOf/>
          <dgm:constrLst/>
          <dgm:ruleLst/>
        </dgm:layoutNode>
        <dgm:layoutNode name="desTx" styleLbl="revTx">
          <dgm:varLst/>
          <dgm:alg type="tx">
            <dgm:param type="stBulletLvl" val="0"/>
            <dgm:param type="txAnchorVert" val="t"/>
          </dgm:alg>
          <dgm:shape xmlns:r="http://schemas.openxmlformats.org/officeDocument/2006/relationships" type="rect" r:blip="">
            <dgm:adjLst/>
          </dgm:shape>
          <dgm:presOf axis="des" ptType="node"/>
          <dgm:constrLst>
            <dgm:constr type="secFontSz" refType="primFontSz"/>
            <dgm:constr type="lMarg"/>
            <dgm:constr type="rMarg"/>
            <dgm:constr type="tMarg"/>
            <dgm:constr type="bMarg"/>
          </dgm:constrLst>
          <dgm:ruleLst>
            <dgm:rule type="primFontSz" val="NaN" fact="NaN" max="17"/>
            <dgm:rule type="h" val="INF" fact="NaN" max="NaN"/>
          </dgm:ruleLst>
        </dgm:layoutNode>
      </dgm:layoutNode>
      <dgm:forEach name="Name4" axis="followSib" ptType="sibTrans" cnt="1">
        <dgm:layoutNode name="sibTrans">
          <dgm:alg type="sp"/>
          <dgm:shape xmlns:r="http://schemas.openxmlformats.org/officeDocument/2006/relationships" r:blip="">
            <dgm:adjLst/>
          </dgm:shape>
          <dgm:presOf axis="self"/>
          <dgm:constrLst/>
          <dgm:ruleLst/>
        </dgm:layoutNode>
      </dgm:forEach>
    </dgm:forEach>
  </dgm:layoutNode>
  <dgm:extLst>
    <a:ext uri="{68A01E43-0DF5-4B5B-8FA6-DAF915123BFB}">
      <dgm1612:lstStyle xmlns:dgm1612="http://schemas.microsoft.com/office/drawing/2016/12/diagram">
        <a:lvl1pPr>
          <a:lnSpc>
            <a:spcPct val="100000"/>
          </a:lnSpc>
          <a:defRPr b="1"/>
        </a:lvl1pPr>
        <a:lvl2pPr>
          <a:lnSpc>
            <a:spcPct val="100000"/>
          </a:lnSpc>
        </a:lvl2pPr>
      </dgm1612:lstStyle>
    </a:ext>
  </dgm:extLst>
</dgm:layoutDef>
</file>

<file path=ppt/diagrams/layout54.xml><?xml version="1.0" encoding="utf-8"?>
<dgm:layoutDef xmlns:dgm="http://schemas.openxmlformats.org/drawingml/2006/diagram" xmlns:a="http://schemas.openxmlformats.org/drawingml/2006/main" uniqueId="urn:microsoft.com/office/officeart/2018/5/layout/CenteredIconLabelDescriptionList">
  <dgm:title val="Centered Icon Label Description List"/>
  <dgm:desc val="Use to show non-sequential or grouped chunks of information. The placeholder holds an icon or small picture, and corresponding text boxes show Level 1 and Level 2 text respectively. Works well for minimal Level 1 text accompanied by lengthier Level two text."/>
  <dgm:catLst>
    <dgm:cat type="icon" pri="500"/>
  </dgm:catLst>
  <dgm:sampData useDef="1">
    <dgm:dataModel>
      <dgm:ptLst/>
      <dgm:bg/>
      <dgm:whole/>
    </dgm:dataModel>
  </dgm:sampData>
  <dgm:styleData useDef="1">
    <dgm:dataModel>
      <dgm:ptLst/>
      <dgm:bg/>
      <dgm:whole/>
    </dgm:dataModel>
  </dgm:styleData>
  <dgm:clrData useDef="1">
    <dgm:dataModel>
      <dgm:ptLst/>
      <dgm:bg/>
      <dgm:whole/>
    </dgm:dataModel>
  </dgm:clrData>
  <dgm:layoutNode name="root">
    <dgm:varLst>
      <dgm:dir/>
      <dgm:resizeHandles val="exact"/>
    </dgm:varLst>
    <dgm:choose name="Name0">
      <dgm:if name="Name1" axis="self" func="var" arg="dir" op="equ" val="norm">
        <dgm:alg type="lin"/>
      </dgm:if>
      <dgm:else name="Name2">
        <dgm:alg type="lin">
          <dgm:param type="linDir" val="fromR"/>
        </dgm:alg>
      </dgm:else>
    </dgm:choose>
    <dgm:shape xmlns:r="http://schemas.openxmlformats.org/officeDocument/2006/relationships" r:blip="">
      <dgm:adjLst/>
    </dgm:shape>
    <dgm:presOf/>
    <dgm:constrLst>
      <dgm:constr type="h" for="ch" forName="compNode" refType="h" fact="0.45"/>
      <dgm:constr type="w" for="ch" forName="compNode" val="120"/>
      <dgm:constr type="w" for="ch" forName="sibTrans" refType="w" refFor="ch" refForName="compNode" fact="0.175"/>
      <dgm:constr type="primFontSz" for="des" forName="parTx" val="36"/>
      <dgm:constr type="primFontSz" for="des" forName="desTx" refType="primFontSz" refFor="des" refForName="parTx" op="lte" fact="0.75"/>
      <dgm:constr type="h" for="des" forName="compNode" op="equ"/>
      <dgm:constr type="h" for="des" forName="iconRect" op="equ"/>
      <dgm:constr type="w" for="des" forName="iconRect" op="equ"/>
      <dgm:constr type="h" for="des" forName="iconSpace" op="equ"/>
      <dgm:constr type="h" for="des" forName="parTx" op="equ"/>
      <dgm:constr type="h" for="des" forName="txSpace" op="equ"/>
      <dgm:constr type="h" for="des" forName="desTx" op="equ"/>
    </dgm:constrLst>
    <dgm:ruleLst>
      <dgm:rule type="w" for="ch" forName="compNode" val="0" fact="NaN" max="NaN"/>
    </dgm:ruleLst>
    <dgm:forEach name="Name3" axis="ch" ptType="node">
      <dgm:layoutNode name="compNode">
        <dgm:alg type="composite"/>
        <dgm:shape xmlns:r="http://schemas.openxmlformats.org/officeDocument/2006/relationships" r:blip="">
          <dgm:adjLst/>
        </dgm:shape>
        <dgm:presOf axis="self"/>
        <dgm:constrLst>
          <dgm:constr type="w" for="ch" forName="iconRect" refType="w" fact="0.35"/>
          <dgm:constr type="h" for="ch" forName="iconRect" refType="w" refFor="ch" refForName="iconRect"/>
          <dgm:constr type="ctrX" for="ch" forName="iconRect" refType="w" fact="0.5"/>
          <dgm:constr type="t" for="ch" forName="iconRect"/>
          <dgm:constr type="w" for="ch" forName="iconSpace" refType="w"/>
          <dgm:constr type="h" for="ch" forName="iconSpace" refType="h" fact="0.043"/>
          <dgm:constr type="l" for="ch" forName="iconSpace"/>
          <dgm:constr type="t" for="ch" forName="iconSpace" refType="b" refFor="ch" refForName="iconRect"/>
          <dgm:constr type="w" for="ch" forName="parTx" refType="w"/>
          <dgm:constr type="h" for="ch" forName="parTx" refType="w" fact="0.15"/>
          <dgm:constr type="l" for="ch" forName="parTx"/>
          <dgm:constr type="t" for="ch" forName="parTx" refType="b" refFor="ch" refForName="iconSpace"/>
          <dgm:constr type="h" for="ch" forName="txSpace" refType="h" fact="0.02"/>
          <dgm:constr type="w" for="ch" forName="txSpace" refType="w"/>
          <dgm:constr type="l" for="ch" forName="txSpace"/>
          <dgm:constr type="t" for="ch" forName="txSpace" refType="b" refFor="ch" refForName="parTx"/>
          <dgm:constr type="w" for="ch" forName="desTx" refType="w"/>
          <dgm:constr type="l" for="ch" forName="desTx"/>
          <dgm:constr type="t" for="ch" forName="desTx" refType="b" refFor="ch" refForName="txSpace"/>
        </dgm:constrLst>
        <dgm:ruleLst>
          <dgm:rule type="h" val="INF" fact="NaN" max="NaN"/>
        </dgm:ruleLst>
        <dgm:layoutNode name="iconRect" styleLbl="node1">
          <dgm:alg type="sp"/>
          <dgm:shape xmlns:r="http://schemas.openxmlformats.org/officeDocument/2006/relationships" type="rect" r:blip="" blipPhldr="1">
            <dgm:adjLst/>
          </dgm:shape>
          <dgm:presOf/>
          <dgm:constrLst/>
          <dgm:ruleLst/>
        </dgm:layoutNode>
        <dgm:layoutNode name="iconSpace">
          <dgm:alg type="sp"/>
          <dgm:shape xmlns:r="http://schemas.openxmlformats.org/officeDocument/2006/relationships" r:blip="">
            <dgm:adjLst/>
          </dgm:shape>
          <dgm:presOf/>
          <dgm:constrLst/>
          <dgm:ruleLst/>
        </dgm:layoutNode>
        <dgm:layoutNode name="parTx" styleLbl="revTx">
          <dgm:varLst>
            <dgm:chMax val="0"/>
            <dgm:chPref val="0"/>
          </dgm:varLst>
          <dgm:alg type="tx">
            <dgm:param type="txAnchorVert" val="t"/>
          </dgm:alg>
          <dgm:shape xmlns:r="http://schemas.openxmlformats.org/officeDocument/2006/relationships" type="rect" r:blip="">
            <dgm:adjLst/>
          </dgm:shape>
          <dgm:presOf axis="self" ptType="node"/>
          <dgm:constrLst>
            <dgm:constr type="lMarg"/>
            <dgm:constr type="rMarg"/>
            <dgm:constr type="tMarg"/>
            <dgm:constr type="bMarg"/>
          </dgm:constrLst>
          <dgm:ruleLst>
            <dgm:rule type="primFontSz" val="14" fact="NaN" max="NaN"/>
            <dgm:rule type="h" val="INF" fact="NaN" max="NaN"/>
          </dgm:ruleLst>
        </dgm:layoutNode>
        <dgm:layoutNode name="txSpace">
          <dgm:alg type="sp"/>
          <dgm:shape xmlns:r="http://schemas.openxmlformats.org/officeDocument/2006/relationships" r:blip="">
            <dgm:adjLst/>
          </dgm:shape>
          <dgm:presOf/>
          <dgm:constrLst/>
          <dgm:ruleLst/>
        </dgm:layoutNode>
        <dgm:layoutNode name="desTx" styleLbl="revTx">
          <dgm:varLst/>
          <dgm:alg type="tx">
            <dgm:param type="stBulletLvl" val="0"/>
            <dgm:param type="txAnchorVert" val="t"/>
          </dgm:alg>
          <dgm:shape xmlns:r="http://schemas.openxmlformats.org/officeDocument/2006/relationships" type="rect" r:blip="">
            <dgm:adjLst/>
          </dgm:shape>
          <dgm:presOf axis="des" ptType="node"/>
          <dgm:constrLst>
            <dgm:constr type="secFontSz" refType="primFontSz"/>
            <dgm:constr type="lMarg"/>
            <dgm:constr type="rMarg"/>
            <dgm:constr type="tMarg"/>
            <dgm:constr type="bMarg"/>
          </dgm:constrLst>
          <dgm:ruleLst>
            <dgm:rule type="primFontSz" val="NaN" fact="NaN" max="17"/>
            <dgm:rule type="h" val="INF" fact="NaN" max="NaN"/>
          </dgm:ruleLst>
        </dgm:layoutNode>
      </dgm:layoutNode>
      <dgm:forEach name="Name4" axis="followSib" ptType="sibTrans" cnt="1">
        <dgm:layoutNode name="sibTrans">
          <dgm:alg type="sp"/>
          <dgm:shape xmlns:r="http://schemas.openxmlformats.org/officeDocument/2006/relationships" r:blip="">
            <dgm:adjLst/>
          </dgm:shape>
          <dgm:presOf axis="self"/>
          <dgm:constrLst/>
          <dgm:ruleLst/>
        </dgm:layoutNode>
      </dgm:forEach>
    </dgm:forEach>
  </dgm:layoutNode>
  <dgm:extLst>
    <a:ext uri="{68A01E43-0DF5-4B5B-8FA6-DAF915123BFB}">
      <dgm1612:lstStyle xmlns:dgm1612="http://schemas.microsoft.com/office/drawing/2016/12/diagram">
        <a:lvl1pPr>
          <a:lnSpc>
            <a:spcPct val="100000"/>
          </a:lnSpc>
          <a:defRPr b="1"/>
        </a:lvl1pPr>
        <a:lvl2pPr>
          <a:lnSpc>
            <a:spcPct val="100000"/>
          </a:lnSpc>
        </a:lvl2pPr>
      </dgm1612:lstStyle>
    </a:ext>
  </dgm:extLst>
</dgm:layoutDef>
</file>

<file path=ppt/diagrams/layout55.xml><?xml version="1.0" encoding="utf-8"?>
<dgm:layoutDef xmlns:dgm="http://schemas.openxmlformats.org/drawingml/2006/diagram" xmlns:a="http://schemas.openxmlformats.org/drawingml/2006/main" uniqueId="urn:microsoft.com/office/officeart/2018/2/layout/IconLabelDescriptionList">
  <dgm:title val="Icon Label Description List"/>
  <dgm:desc val="Use to show non-sequential or grouped chunks of information. The placeholder holds an icon or small picture, and corresponding text boxes show Level 1 and Level 2 text respectively. Works well for minimal Level 1 text accompanied by lengthier Level two text."/>
  <dgm:catLst>
    <dgm:cat type="icon" pri="500"/>
  </dgm:catLst>
  <dgm:sampData useDef="1">
    <dgm:dataModel>
      <dgm:ptLst/>
      <dgm:bg/>
      <dgm:whole/>
    </dgm:dataModel>
  </dgm:sampData>
  <dgm:styleData useDef="1">
    <dgm:dataModel>
      <dgm:ptLst/>
      <dgm:bg/>
      <dgm:whole/>
    </dgm:dataModel>
  </dgm:styleData>
  <dgm:clrData useDef="1">
    <dgm:dataModel>
      <dgm:ptLst/>
      <dgm:bg/>
      <dgm:whole/>
    </dgm:dataModel>
  </dgm:clrData>
  <dgm:layoutNode name="root">
    <dgm:varLst>
      <dgm:dir/>
      <dgm:resizeHandles val="exact"/>
    </dgm:varLst>
    <dgm:choose name="Name0">
      <dgm:if name="Name1" axis="self" func="var" arg="dir" op="equ" val="norm">
        <dgm:alg type="lin"/>
      </dgm:if>
      <dgm:else name="Name2">
        <dgm:alg type="lin">
          <dgm:param type="linDir" val="fromR"/>
        </dgm:alg>
      </dgm:else>
    </dgm:choose>
    <dgm:shape xmlns:r="http://schemas.openxmlformats.org/officeDocument/2006/relationships" r:blip="">
      <dgm:adjLst/>
    </dgm:shape>
    <dgm:presOf/>
    <dgm:constrLst>
      <dgm:constr type="h" for="ch" forName="compNode" refType="h" fact="0.45"/>
      <dgm:constr type="w" for="ch" forName="compNode" val="120"/>
      <dgm:constr type="w" for="ch" forName="sibTrans" refType="w" refFor="ch" refForName="compNode" fact="0.175"/>
      <dgm:constr type="primFontSz" for="des" forName="parTx" val="36"/>
      <dgm:constr type="primFontSz" for="des" forName="desTx" refType="primFontSz" refFor="des" refForName="parTx" op="lte" fact="0.75"/>
      <dgm:constr type="h" for="des" forName="compNode" op="equ"/>
      <dgm:constr type="h" for="des" forName="iconRect" op="equ"/>
      <dgm:constr type="w" for="des" forName="iconRect" op="equ"/>
      <dgm:constr type="h" for="des" forName="iconSpace" op="equ"/>
      <dgm:constr type="h" for="des" forName="parTx" op="equ"/>
      <dgm:constr type="h" for="des" forName="txSpace" op="equ"/>
      <dgm:constr type="h" for="des" forName="desTx" op="equ"/>
    </dgm:constrLst>
    <dgm:ruleLst>
      <dgm:rule type="w" for="ch" forName="compNode" val="0" fact="NaN" max="NaN"/>
    </dgm:ruleLst>
    <dgm:forEach name="Name3" axis="ch" ptType="node">
      <dgm:layoutNode name="compNode">
        <dgm:alg type="composite"/>
        <dgm:shape xmlns:r="http://schemas.openxmlformats.org/officeDocument/2006/relationships" r:blip="">
          <dgm:adjLst/>
        </dgm:shape>
        <dgm:presOf axis="self"/>
        <dgm:constrLst>
          <dgm:constr type="w" for="ch" forName="iconRect" refType="w" fact="0.35"/>
          <dgm:constr type="h" for="ch" forName="iconRect" refType="w" refFor="ch" refForName="iconRect"/>
          <dgm:constr type="l" for="ch" forName="iconRect"/>
          <dgm:constr type="t" for="ch" forName="iconRect"/>
          <dgm:constr type="w" for="ch" forName="iconSpace" refType="w"/>
          <dgm:constr type="h" for="ch" forName="iconSpace" refType="h" fact="0.043"/>
          <dgm:constr type="l" for="ch" forName="iconSpace"/>
          <dgm:constr type="t" for="ch" forName="iconSpace" refType="b" refFor="ch" refForName="iconRect"/>
          <dgm:constr type="w" for="ch" forName="parTx" refType="w"/>
          <dgm:constr type="h" for="ch" forName="parTx" refType="w" fact="0.15"/>
          <dgm:constr type="l" for="ch" forName="parTx"/>
          <dgm:constr type="t" for="ch" forName="parTx" refType="b" refFor="ch" refForName="iconSpace"/>
          <dgm:constr type="h" for="ch" forName="txSpace" refType="h" fact="0.02"/>
          <dgm:constr type="w" for="ch" forName="txSpace" refType="w"/>
          <dgm:constr type="l" for="ch" forName="txSpace"/>
          <dgm:constr type="t" for="ch" forName="txSpace" refType="b" refFor="ch" refForName="parTx"/>
          <dgm:constr type="w" for="ch" forName="desTx" refType="w"/>
          <dgm:constr type="l" for="ch" forName="desTx"/>
          <dgm:constr type="t" for="ch" forName="desTx" refType="b" refFor="ch" refForName="txSpace"/>
        </dgm:constrLst>
        <dgm:ruleLst>
          <dgm:rule type="h" val="INF" fact="NaN" max="NaN"/>
        </dgm:ruleLst>
        <dgm:layoutNode name="iconRect" styleLbl="node1">
          <dgm:alg type="sp"/>
          <dgm:shape xmlns:r="http://schemas.openxmlformats.org/officeDocument/2006/relationships" type="rect" r:blip="" blipPhldr="1">
            <dgm:adjLst/>
          </dgm:shape>
          <dgm:presOf/>
          <dgm:constrLst/>
          <dgm:ruleLst/>
        </dgm:layoutNode>
        <dgm:layoutNode name="iconSpace">
          <dgm:alg type="sp"/>
          <dgm:shape xmlns:r="http://schemas.openxmlformats.org/officeDocument/2006/relationships" r:blip="">
            <dgm:adjLst/>
          </dgm:shape>
          <dgm:presOf/>
          <dgm:constrLst/>
          <dgm:ruleLst/>
        </dgm:layoutNode>
        <dgm:layoutNode name="parTx" styleLbl="revTx">
          <dgm:varLst>
            <dgm:chMax val="0"/>
            <dgm:chPref val="0"/>
          </dgm:varLst>
          <dgm:alg type="tx">
            <dgm:param type="txAnchorVert" val="t"/>
            <dgm:param type="parTxLTRAlign" val="l"/>
            <dgm:param type="shpTxLTRAlignCh" val="l"/>
            <dgm:param type="parTxRTLAlign" val="r"/>
            <dgm:param type="shpTxRTLAlignCh" val="r"/>
          </dgm:alg>
          <dgm:shape xmlns:r="http://schemas.openxmlformats.org/officeDocument/2006/relationships" type="rect" r:blip="">
            <dgm:adjLst/>
          </dgm:shape>
          <dgm:presOf axis="self" ptType="node"/>
          <dgm:constrLst>
            <dgm:constr type="lMarg"/>
            <dgm:constr type="rMarg"/>
            <dgm:constr type="tMarg"/>
            <dgm:constr type="bMarg"/>
          </dgm:constrLst>
          <dgm:ruleLst>
            <dgm:rule type="primFontSz" val="14" fact="NaN" max="NaN"/>
            <dgm:rule type="h" val="INF" fact="NaN" max="NaN"/>
          </dgm:ruleLst>
        </dgm:layoutNode>
        <dgm:layoutNode name="txSpace">
          <dgm:alg type="sp"/>
          <dgm:shape xmlns:r="http://schemas.openxmlformats.org/officeDocument/2006/relationships" r:blip="">
            <dgm:adjLst/>
          </dgm:shape>
          <dgm:presOf/>
          <dgm:constrLst/>
          <dgm:ruleLst/>
        </dgm:layoutNode>
        <dgm:layoutNode name="desTx" styleLbl="revTx">
          <dgm:varLst/>
          <dgm:alg type="tx">
            <dgm:param type="stBulletLvl" val="0"/>
            <dgm:param type="txAnchorVert" val="t"/>
            <dgm:param type="parTxLTRAlign" val="l"/>
            <dgm:param type="shpTxLTRAlignCh" val="l"/>
            <dgm:param type="parTxRTLAlign" val="r"/>
            <dgm:param type="shpTxRTLAlignCh" val="r"/>
          </dgm:alg>
          <dgm:shape xmlns:r="http://schemas.openxmlformats.org/officeDocument/2006/relationships" type="rect" r:blip="">
            <dgm:adjLst/>
          </dgm:shape>
          <dgm:presOf axis="des" ptType="node"/>
          <dgm:constrLst>
            <dgm:constr type="secFontSz" refType="primFontSz"/>
            <dgm:constr type="lMarg"/>
            <dgm:constr type="rMarg"/>
            <dgm:constr type="tMarg"/>
            <dgm:constr type="bMarg"/>
          </dgm:constrLst>
          <dgm:ruleLst>
            <dgm:rule type="primFontSz" val="NaN" fact="NaN" max="17"/>
            <dgm:rule type="h" val="INF" fact="NaN" max="NaN"/>
          </dgm:ruleLst>
        </dgm:layoutNode>
      </dgm:layoutNode>
      <dgm:forEach name="Name4" axis="followSib" ptType="sibTrans" cnt="1">
        <dgm:layoutNode name="sibTrans">
          <dgm:alg type="sp"/>
          <dgm:shape xmlns:r="http://schemas.openxmlformats.org/officeDocument/2006/relationships" r:blip="">
            <dgm:adjLst/>
          </dgm:shape>
          <dgm:presOf axis="self"/>
          <dgm:constrLst/>
          <dgm:ruleLst/>
        </dgm:layoutNode>
      </dgm:forEach>
    </dgm:forEach>
  </dgm:layoutNode>
  <dgm:extLst>
    <a:ext uri="{68A01E43-0DF5-4B5B-8FA6-DAF915123BFB}">
      <dgm1612:lstStyle xmlns:dgm1612="http://schemas.microsoft.com/office/drawing/2016/12/diagram">
        <a:lvl1pPr>
          <a:lnSpc>
            <a:spcPct val="100000"/>
          </a:lnSpc>
          <a:defRPr b="1"/>
        </a:lvl1pPr>
        <a:lvl2pPr>
          <a:lnSpc>
            <a:spcPct val="100000"/>
          </a:lnSpc>
        </a:lvl2pPr>
      </dgm1612:lstStyle>
    </a:ext>
  </dgm:extLst>
</dgm:layoutDef>
</file>

<file path=ppt/diagrams/layout56.xml><?xml version="1.0" encoding="utf-8"?>
<dgm:layoutDef xmlns:dgm="http://schemas.openxmlformats.org/drawingml/2006/diagram" xmlns:a="http://schemas.openxmlformats.org/drawingml/2006/main" uniqueId="urn:microsoft.com/office/officeart/2005/8/layout/vList2">
  <dgm:title val=""/>
  <dgm:desc val=""/>
  <dgm:catLst>
    <dgm:cat type="list" pri="3000"/>
    <dgm:cat type="convert" pri="1000"/>
  </dgm:catLst>
  <dgm:sampData>
    <dgm:dataModel>
      <dgm:ptLst>
        <dgm:pt modelId="0" type="doc"/>
        <dgm:pt modelId="1">
          <dgm:prSet phldr="1"/>
        </dgm:pt>
        <dgm:pt modelId="11">
          <dgm:prSet phldr="1"/>
        </dgm:pt>
        <dgm:pt modelId="2">
          <dgm:prSet phldr="1"/>
        </dgm:pt>
        <dgm:pt modelId="21">
          <dgm:prSet phldr="1"/>
        </dgm:pt>
      </dgm:ptLst>
      <dgm:cxnLst>
        <dgm:cxn modelId="4" srcId="0" destId="1" srcOrd="0" destOrd="0"/>
        <dgm:cxn modelId="5" srcId="0" destId="2" srcOrd="1" destOrd="0"/>
        <dgm:cxn modelId="12" srcId="1" destId="11" srcOrd="0" destOrd="0"/>
        <dgm:cxn modelId="23" srcId="2" destId="21" srcOrd="0" destOrd="0"/>
      </dgm:cxnLst>
      <dgm:bg/>
      <dgm:whole/>
    </dgm:dataModel>
  </dgm:sampData>
  <dgm:styleData>
    <dgm:dataModel>
      <dgm:ptLst>
        <dgm:pt modelId="0" type="doc"/>
        <dgm:pt modelId="1"/>
        <dgm:pt modelId="2"/>
      </dgm:ptLst>
      <dgm:cxnLst>
        <dgm:cxn modelId="3" srcId="0" destId="1" srcOrd="0" destOrd="0"/>
        <dgm:cxn modelId="4" srcId="0" destId="2" srcOrd="1" destOrd="0"/>
      </dgm:cxnLst>
      <dgm:bg/>
      <dgm:whole/>
    </dgm:dataModel>
  </dgm:styleData>
  <dgm:clrData>
    <dgm:dataModel>
      <dgm:ptLst>
        <dgm:pt modelId="0" type="doc"/>
        <dgm:pt modelId="1"/>
        <dgm:pt modelId="2"/>
        <dgm:pt modelId="3"/>
        <dgm:pt modelId="4"/>
      </dgm:ptLst>
      <dgm:cxnLst>
        <dgm:cxn modelId="5" srcId="0" destId="1" srcOrd="0" destOrd="0"/>
        <dgm:cxn modelId="6" srcId="0" destId="2" srcOrd="1" destOrd="0"/>
        <dgm:cxn modelId="7" srcId="0" destId="3" srcOrd="2" destOrd="0"/>
        <dgm:cxn modelId="8" srcId="0" destId="4" srcOrd="3" destOrd="0"/>
      </dgm:cxnLst>
      <dgm:bg/>
      <dgm:whole/>
    </dgm:dataModel>
  </dgm:clrData>
  <dgm:layoutNode name="linear">
    <dgm:varLst>
      <dgm:animLvl val="lvl"/>
      <dgm:resizeHandles val="exact"/>
    </dgm:varLst>
    <dgm:alg type="lin">
      <dgm:param type="linDir" val="fromT"/>
      <dgm:param type="vertAlign" val="mid"/>
    </dgm:alg>
    <dgm:shape xmlns:r="http://schemas.openxmlformats.org/officeDocument/2006/relationships" r:blip="">
      <dgm:adjLst/>
    </dgm:shape>
    <dgm:presOf/>
    <dgm:constrLst>
      <dgm:constr type="w" for="ch" forName="parentText" refType="w"/>
      <dgm:constr type="h" for="ch" forName="parentText" refType="primFontSz" refFor="ch" refForName="parentText" fact="0.52"/>
      <dgm:constr type="w" for="ch" forName="childText" refType="w"/>
      <dgm:constr type="h" for="ch" forName="childText" refType="primFontSz" refFor="ch" refForName="parentText" fact="0.46"/>
      <dgm:constr type="h" for="ch" forName="parentText" op="equ"/>
      <dgm:constr type="primFontSz" for="ch" forName="parentText" op="equ" val="65"/>
      <dgm:constr type="primFontSz" for="ch" forName="childText" refType="primFontSz" refFor="ch" refForName="parentText" op="equ"/>
      <dgm:constr type="h" for="ch" forName="spacer" refType="primFontSz" refFor="ch" refForName="parentText" fact="0.08"/>
    </dgm:constrLst>
    <dgm:ruleLst>
      <dgm:rule type="primFontSz" for="ch" forName="parentText" val="5" fact="NaN" max="NaN"/>
    </dgm:ruleLst>
    <dgm:forEach name="Name0" axis="ch" ptType="node">
      <dgm:layoutNode name="parentText" styleLbl="node1">
        <dgm:varLst>
          <dgm:chMax val="0"/>
          <dgm:bulletEnabled val="1"/>
        </dgm:varLst>
        <dgm:alg type="tx">
          <dgm:param type="parTxLTRAlign" val="l"/>
          <dgm:param type="parTxRTLAlign" val="r"/>
        </dgm:alg>
        <dgm:shape xmlns:r="http://schemas.openxmlformats.org/officeDocument/2006/relationships" type="roundRect" r:blip="">
          <dgm:adjLst/>
        </dgm:shape>
        <dgm:presOf axis="self"/>
        <dgm:constrLst>
          <dgm:constr type="tMarg" refType="primFontSz" fact="0.3"/>
          <dgm:constr type="bMarg" refType="primFontSz" fact="0.3"/>
          <dgm:constr type="lMarg" refType="primFontSz" fact="0.3"/>
          <dgm:constr type="rMarg" refType="primFontSz" fact="0.3"/>
        </dgm:constrLst>
        <dgm:ruleLst>
          <dgm:rule type="h" val="INF" fact="NaN" max="NaN"/>
        </dgm:ruleLst>
      </dgm:layoutNode>
      <dgm:choose name="Name1">
        <dgm:if name="Name2" axis="ch" ptType="node" func="cnt" op="gte" val="1">
          <dgm:layoutNode name="childText" styleLbl="revTx">
            <dgm:varLst>
              <dgm:bulletEnabled val="1"/>
            </dgm:varLst>
            <dgm:alg type="tx">
              <dgm:param type="stBulletLvl" val="1"/>
              <dgm:param type="lnSpAfChP" val="20"/>
            </dgm:alg>
            <dgm:shape xmlns:r="http://schemas.openxmlformats.org/officeDocument/2006/relationships" type="rect" r:blip="">
              <dgm:adjLst/>
            </dgm:shape>
            <dgm:presOf axis="des" ptType="node"/>
            <dgm:constrLst>
              <dgm:constr type="tMarg" refType="primFontSz" fact="0.1"/>
              <dgm:constr type="bMarg" refType="primFontSz" fact="0.1"/>
              <dgm:constr type="lMarg" refType="w" fact="0.09"/>
            </dgm:constrLst>
            <dgm:ruleLst>
              <dgm:rule type="h" val="INF" fact="NaN" max="NaN"/>
            </dgm:ruleLst>
          </dgm:layoutNode>
        </dgm:if>
        <dgm:else name="Name3">
          <dgm:choose name="Name4">
            <dgm:if name="Name5" axis="par ch" ptType="doc node" func="cnt" op="gte" val="2">
              <dgm:forEach name="Name6" axis="followSib" ptType="sibTrans" cnt="1">
                <dgm:layoutNode name="spacer">
                  <dgm:alg type="sp"/>
                  <dgm:shape xmlns:r="http://schemas.openxmlformats.org/officeDocument/2006/relationships" r:blip="">
                    <dgm:adjLst/>
                  </dgm:shape>
                  <dgm:presOf/>
                  <dgm:constrLst/>
                  <dgm:ruleLst/>
                </dgm:layoutNode>
              </dgm:forEach>
            </dgm:if>
            <dgm:else name="Name7"/>
          </dgm:choose>
        </dgm:else>
      </dgm:choose>
    </dgm:forEach>
  </dgm:layoutNode>
</dgm:layoutDef>
</file>

<file path=ppt/diagrams/layout57.xml><?xml version="1.0" encoding="utf-8"?>
<dgm:layoutDef xmlns:dgm="http://schemas.openxmlformats.org/drawingml/2006/diagram" xmlns:a="http://schemas.openxmlformats.org/drawingml/2006/main" uniqueId="urn:microsoft.com/office/officeart/2018/5/layout/CenteredIconLabelDescriptionList">
  <dgm:title val="Centered Icon Label Description List"/>
  <dgm:desc val="Use to show non-sequential or grouped chunks of information. The placeholder holds an icon or small picture, and corresponding text boxes show Level 1 and Level 2 text respectively. Works well for minimal Level 1 text accompanied by lengthier Level two text."/>
  <dgm:catLst>
    <dgm:cat type="icon" pri="500"/>
  </dgm:catLst>
  <dgm:sampData useDef="1">
    <dgm:dataModel>
      <dgm:ptLst/>
      <dgm:bg/>
      <dgm:whole/>
    </dgm:dataModel>
  </dgm:sampData>
  <dgm:styleData useDef="1">
    <dgm:dataModel>
      <dgm:ptLst/>
      <dgm:bg/>
      <dgm:whole/>
    </dgm:dataModel>
  </dgm:styleData>
  <dgm:clrData useDef="1">
    <dgm:dataModel>
      <dgm:ptLst/>
      <dgm:bg/>
      <dgm:whole/>
    </dgm:dataModel>
  </dgm:clrData>
  <dgm:layoutNode name="root">
    <dgm:varLst>
      <dgm:dir/>
      <dgm:resizeHandles val="exact"/>
    </dgm:varLst>
    <dgm:choose name="Name0">
      <dgm:if name="Name1" axis="self" func="var" arg="dir" op="equ" val="norm">
        <dgm:alg type="lin"/>
      </dgm:if>
      <dgm:else name="Name2">
        <dgm:alg type="lin">
          <dgm:param type="linDir" val="fromR"/>
        </dgm:alg>
      </dgm:else>
    </dgm:choose>
    <dgm:shape xmlns:r="http://schemas.openxmlformats.org/officeDocument/2006/relationships" r:blip="">
      <dgm:adjLst/>
    </dgm:shape>
    <dgm:presOf/>
    <dgm:constrLst>
      <dgm:constr type="h" for="ch" forName="compNode" refType="h" fact="0.45"/>
      <dgm:constr type="w" for="ch" forName="compNode" val="120"/>
      <dgm:constr type="w" for="ch" forName="sibTrans" refType="w" refFor="ch" refForName="compNode" fact="0.175"/>
      <dgm:constr type="primFontSz" for="des" forName="parTx" val="36"/>
      <dgm:constr type="primFontSz" for="des" forName="desTx" refType="primFontSz" refFor="des" refForName="parTx" op="lte" fact="0.75"/>
      <dgm:constr type="h" for="des" forName="compNode" op="equ"/>
      <dgm:constr type="h" for="des" forName="iconRect" op="equ"/>
      <dgm:constr type="w" for="des" forName="iconRect" op="equ"/>
      <dgm:constr type="h" for="des" forName="iconSpace" op="equ"/>
      <dgm:constr type="h" for="des" forName="parTx" op="equ"/>
      <dgm:constr type="h" for="des" forName="txSpace" op="equ"/>
      <dgm:constr type="h" for="des" forName="desTx" op="equ"/>
    </dgm:constrLst>
    <dgm:ruleLst>
      <dgm:rule type="w" for="ch" forName="compNode" val="0" fact="NaN" max="NaN"/>
    </dgm:ruleLst>
    <dgm:forEach name="Name3" axis="ch" ptType="node">
      <dgm:layoutNode name="compNode">
        <dgm:alg type="composite"/>
        <dgm:shape xmlns:r="http://schemas.openxmlformats.org/officeDocument/2006/relationships" r:blip="">
          <dgm:adjLst/>
        </dgm:shape>
        <dgm:presOf axis="self"/>
        <dgm:constrLst>
          <dgm:constr type="w" for="ch" forName="iconRect" refType="w" fact="0.35"/>
          <dgm:constr type="h" for="ch" forName="iconRect" refType="w" refFor="ch" refForName="iconRect"/>
          <dgm:constr type="ctrX" for="ch" forName="iconRect" refType="w" fact="0.5"/>
          <dgm:constr type="t" for="ch" forName="iconRect"/>
          <dgm:constr type="w" for="ch" forName="iconSpace" refType="w"/>
          <dgm:constr type="h" for="ch" forName="iconSpace" refType="h" fact="0.043"/>
          <dgm:constr type="l" for="ch" forName="iconSpace"/>
          <dgm:constr type="t" for="ch" forName="iconSpace" refType="b" refFor="ch" refForName="iconRect"/>
          <dgm:constr type="w" for="ch" forName="parTx" refType="w"/>
          <dgm:constr type="h" for="ch" forName="parTx" refType="w" fact="0.15"/>
          <dgm:constr type="l" for="ch" forName="parTx"/>
          <dgm:constr type="t" for="ch" forName="parTx" refType="b" refFor="ch" refForName="iconSpace"/>
          <dgm:constr type="h" for="ch" forName="txSpace" refType="h" fact="0.02"/>
          <dgm:constr type="w" for="ch" forName="txSpace" refType="w"/>
          <dgm:constr type="l" for="ch" forName="txSpace"/>
          <dgm:constr type="t" for="ch" forName="txSpace" refType="b" refFor="ch" refForName="parTx"/>
          <dgm:constr type="w" for="ch" forName="desTx" refType="w"/>
          <dgm:constr type="l" for="ch" forName="desTx"/>
          <dgm:constr type="t" for="ch" forName="desTx" refType="b" refFor="ch" refForName="txSpace"/>
        </dgm:constrLst>
        <dgm:ruleLst>
          <dgm:rule type="h" val="INF" fact="NaN" max="NaN"/>
        </dgm:ruleLst>
        <dgm:layoutNode name="iconRect" styleLbl="node1">
          <dgm:alg type="sp"/>
          <dgm:shape xmlns:r="http://schemas.openxmlformats.org/officeDocument/2006/relationships" type="rect" r:blip="" blipPhldr="1">
            <dgm:adjLst/>
          </dgm:shape>
          <dgm:presOf/>
          <dgm:constrLst/>
          <dgm:ruleLst/>
        </dgm:layoutNode>
        <dgm:layoutNode name="iconSpace">
          <dgm:alg type="sp"/>
          <dgm:shape xmlns:r="http://schemas.openxmlformats.org/officeDocument/2006/relationships" r:blip="">
            <dgm:adjLst/>
          </dgm:shape>
          <dgm:presOf/>
          <dgm:constrLst/>
          <dgm:ruleLst/>
        </dgm:layoutNode>
        <dgm:layoutNode name="parTx" styleLbl="revTx">
          <dgm:varLst>
            <dgm:chMax val="0"/>
            <dgm:chPref val="0"/>
          </dgm:varLst>
          <dgm:alg type="tx">
            <dgm:param type="txAnchorVert" val="t"/>
          </dgm:alg>
          <dgm:shape xmlns:r="http://schemas.openxmlformats.org/officeDocument/2006/relationships" type="rect" r:blip="">
            <dgm:adjLst/>
          </dgm:shape>
          <dgm:presOf axis="self" ptType="node"/>
          <dgm:constrLst>
            <dgm:constr type="lMarg"/>
            <dgm:constr type="rMarg"/>
            <dgm:constr type="tMarg"/>
            <dgm:constr type="bMarg"/>
          </dgm:constrLst>
          <dgm:ruleLst>
            <dgm:rule type="primFontSz" val="14" fact="NaN" max="NaN"/>
            <dgm:rule type="h" val="INF" fact="NaN" max="NaN"/>
          </dgm:ruleLst>
        </dgm:layoutNode>
        <dgm:layoutNode name="txSpace">
          <dgm:alg type="sp"/>
          <dgm:shape xmlns:r="http://schemas.openxmlformats.org/officeDocument/2006/relationships" r:blip="">
            <dgm:adjLst/>
          </dgm:shape>
          <dgm:presOf/>
          <dgm:constrLst/>
          <dgm:ruleLst/>
        </dgm:layoutNode>
        <dgm:layoutNode name="desTx" styleLbl="revTx">
          <dgm:varLst/>
          <dgm:alg type="tx">
            <dgm:param type="stBulletLvl" val="0"/>
            <dgm:param type="txAnchorVert" val="t"/>
          </dgm:alg>
          <dgm:shape xmlns:r="http://schemas.openxmlformats.org/officeDocument/2006/relationships" type="rect" r:blip="">
            <dgm:adjLst/>
          </dgm:shape>
          <dgm:presOf axis="des" ptType="node"/>
          <dgm:constrLst>
            <dgm:constr type="secFontSz" refType="primFontSz"/>
            <dgm:constr type="lMarg"/>
            <dgm:constr type="rMarg"/>
            <dgm:constr type="tMarg"/>
            <dgm:constr type="bMarg"/>
          </dgm:constrLst>
          <dgm:ruleLst>
            <dgm:rule type="primFontSz" val="NaN" fact="NaN" max="17"/>
            <dgm:rule type="h" val="INF" fact="NaN" max="NaN"/>
          </dgm:ruleLst>
        </dgm:layoutNode>
      </dgm:layoutNode>
      <dgm:forEach name="Name4" axis="followSib" ptType="sibTrans" cnt="1">
        <dgm:layoutNode name="sibTrans">
          <dgm:alg type="sp"/>
          <dgm:shape xmlns:r="http://schemas.openxmlformats.org/officeDocument/2006/relationships" r:blip="">
            <dgm:adjLst/>
          </dgm:shape>
          <dgm:presOf axis="self"/>
          <dgm:constrLst/>
          <dgm:ruleLst/>
        </dgm:layoutNode>
      </dgm:forEach>
    </dgm:forEach>
  </dgm:layoutNode>
  <dgm:extLst>
    <a:ext uri="{68A01E43-0DF5-4B5B-8FA6-DAF915123BFB}">
      <dgm1612:lstStyle xmlns:dgm1612="http://schemas.microsoft.com/office/drawing/2016/12/diagram">
        <a:lvl1pPr>
          <a:lnSpc>
            <a:spcPct val="100000"/>
          </a:lnSpc>
          <a:defRPr b="1"/>
        </a:lvl1pPr>
        <a:lvl2pPr>
          <a:lnSpc>
            <a:spcPct val="100000"/>
          </a:lnSpc>
        </a:lvl2pPr>
      </dgm1612:lstStyle>
    </a:ext>
  </dgm:extLst>
</dgm:layoutDef>
</file>

<file path=ppt/diagrams/layout58.xml><?xml version="1.0" encoding="utf-8"?>
<dgm:layoutDef xmlns:dgm="http://schemas.openxmlformats.org/drawingml/2006/diagram" xmlns:a="http://schemas.openxmlformats.org/drawingml/2006/main" uniqueId="urn:microsoft.com/office/officeart/2018/5/layout/CenteredIconLabelDescriptionList">
  <dgm:title val="Centered Icon Label Description List"/>
  <dgm:desc val="Use to show non-sequential or grouped chunks of information. The placeholder holds an icon or small picture, and corresponding text boxes show Level 1 and Level 2 text respectively. Works well for minimal Level 1 text accompanied by lengthier Level two text."/>
  <dgm:catLst>
    <dgm:cat type="icon" pri="500"/>
  </dgm:catLst>
  <dgm:sampData useDef="1">
    <dgm:dataModel>
      <dgm:ptLst/>
      <dgm:bg/>
      <dgm:whole/>
    </dgm:dataModel>
  </dgm:sampData>
  <dgm:styleData useDef="1">
    <dgm:dataModel>
      <dgm:ptLst/>
      <dgm:bg/>
      <dgm:whole/>
    </dgm:dataModel>
  </dgm:styleData>
  <dgm:clrData useDef="1">
    <dgm:dataModel>
      <dgm:ptLst/>
      <dgm:bg/>
      <dgm:whole/>
    </dgm:dataModel>
  </dgm:clrData>
  <dgm:layoutNode name="root">
    <dgm:varLst>
      <dgm:dir/>
      <dgm:resizeHandles val="exact"/>
    </dgm:varLst>
    <dgm:choose name="Name0">
      <dgm:if name="Name1" axis="self" func="var" arg="dir" op="equ" val="norm">
        <dgm:alg type="lin"/>
      </dgm:if>
      <dgm:else name="Name2">
        <dgm:alg type="lin">
          <dgm:param type="linDir" val="fromR"/>
        </dgm:alg>
      </dgm:else>
    </dgm:choose>
    <dgm:shape xmlns:r="http://schemas.openxmlformats.org/officeDocument/2006/relationships" r:blip="">
      <dgm:adjLst/>
    </dgm:shape>
    <dgm:presOf/>
    <dgm:constrLst>
      <dgm:constr type="h" for="ch" forName="compNode" refType="h" fact="0.45"/>
      <dgm:constr type="w" for="ch" forName="compNode" val="120"/>
      <dgm:constr type="w" for="ch" forName="sibTrans" refType="w" refFor="ch" refForName="compNode" fact="0.175"/>
      <dgm:constr type="primFontSz" for="des" forName="parTx" val="36"/>
      <dgm:constr type="primFontSz" for="des" forName="desTx" refType="primFontSz" refFor="des" refForName="parTx" op="lte" fact="0.75"/>
      <dgm:constr type="h" for="des" forName="compNode" op="equ"/>
      <dgm:constr type="h" for="des" forName="iconRect" op="equ"/>
      <dgm:constr type="w" for="des" forName="iconRect" op="equ"/>
      <dgm:constr type="h" for="des" forName="iconSpace" op="equ"/>
      <dgm:constr type="h" for="des" forName="parTx" op="equ"/>
      <dgm:constr type="h" for="des" forName="txSpace" op="equ"/>
      <dgm:constr type="h" for="des" forName="desTx" op="equ"/>
    </dgm:constrLst>
    <dgm:ruleLst>
      <dgm:rule type="w" for="ch" forName="compNode" val="0" fact="NaN" max="NaN"/>
    </dgm:ruleLst>
    <dgm:forEach name="Name3" axis="ch" ptType="node">
      <dgm:layoutNode name="compNode">
        <dgm:alg type="composite"/>
        <dgm:shape xmlns:r="http://schemas.openxmlformats.org/officeDocument/2006/relationships" r:blip="">
          <dgm:adjLst/>
        </dgm:shape>
        <dgm:presOf axis="self"/>
        <dgm:constrLst>
          <dgm:constr type="w" for="ch" forName="iconRect" refType="w" fact="0.35"/>
          <dgm:constr type="h" for="ch" forName="iconRect" refType="w" refFor="ch" refForName="iconRect"/>
          <dgm:constr type="ctrX" for="ch" forName="iconRect" refType="w" fact="0.5"/>
          <dgm:constr type="t" for="ch" forName="iconRect"/>
          <dgm:constr type="w" for="ch" forName="iconSpace" refType="w"/>
          <dgm:constr type="h" for="ch" forName="iconSpace" refType="h" fact="0.043"/>
          <dgm:constr type="l" for="ch" forName="iconSpace"/>
          <dgm:constr type="t" for="ch" forName="iconSpace" refType="b" refFor="ch" refForName="iconRect"/>
          <dgm:constr type="w" for="ch" forName="parTx" refType="w"/>
          <dgm:constr type="h" for="ch" forName="parTx" refType="w" fact="0.15"/>
          <dgm:constr type="l" for="ch" forName="parTx"/>
          <dgm:constr type="t" for="ch" forName="parTx" refType="b" refFor="ch" refForName="iconSpace"/>
          <dgm:constr type="h" for="ch" forName="txSpace" refType="h" fact="0.02"/>
          <dgm:constr type="w" for="ch" forName="txSpace" refType="w"/>
          <dgm:constr type="l" for="ch" forName="txSpace"/>
          <dgm:constr type="t" for="ch" forName="txSpace" refType="b" refFor="ch" refForName="parTx"/>
          <dgm:constr type="w" for="ch" forName="desTx" refType="w"/>
          <dgm:constr type="l" for="ch" forName="desTx"/>
          <dgm:constr type="t" for="ch" forName="desTx" refType="b" refFor="ch" refForName="txSpace"/>
        </dgm:constrLst>
        <dgm:ruleLst>
          <dgm:rule type="h" val="INF" fact="NaN" max="NaN"/>
        </dgm:ruleLst>
        <dgm:layoutNode name="iconRect" styleLbl="node1">
          <dgm:alg type="sp"/>
          <dgm:shape xmlns:r="http://schemas.openxmlformats.org/officeDocument/2006/relationships" type="rect" r:blip="" blipPhldr="1">
            <dgm:adjLst/>
          </dgm:shape>
          <dgm:presOf/>
          <dgm:constrLst/>
          <dgm:ruleLst/>
        </dgm:layoutNode>
        <dgm:layoutNode name="iconSpace">
          <dgm:alg type="sp"/>
          <dgm:shape xmlns:r="http://schemas.openxmlformats.org/officeDocument/2006/relationships" r:blip="">
            <dgm:adjLst/>
          </dgm:shape>
          <dgm:presOf/>
          <dgm:constrLst/>
          <dgm:ruleLst/>
        </dgm:layoutNode>
        <dgm:layoutNode name="parTx" styleLbl="revTx">
          <dgm:varLst>
            <dgm:chMax val="0"/>
            <dgm:chPref val="0"/>
          </dgm:varLst>
          <dgm:alg type="tx">
            <dgm:param type="txAnchorVert" val="t"/>
          </dgm:alg>
          <dgm:shape xmlns:r="http://schemas.openxmlformats.org/officeDocument/2006/relationships" type="rect" r:blip="">
            <dgm:adjLst/>
          </dgm:shape>
          <dgm:presOf axis="self" ptType="node"/>
          <dgm:constrLst>
            <dgm:constr type="lMarg"/>
            <dgm:constr type="rMarg"/>
            <dgm:constr type="tMarg"/>
            <dgm:constr type="bMarg"/>
          </dgm:constrLst>
          <dgm:ruleLst>
            <dgm:rule type="primFontSz" val="14" fact="NaN" max="NaN"/>
            <dgm:rule type="h" val="INF" fact="NaN" max="NaN"/>
          </dgm:ruleLst>
        </dgm:layoutNode>
        <dgm:layoutNode name="txSpace">
          <dgm:alg type="sp"/>
          <dgm:shape xmlns:r="http://schemas.openxmlformats.org/officeDocument/2006/relationships" r:blip="">
            <dgm:adjLst/>
          </dgm:shape>
          <dgm:presOf/>
          <dgm:constrLst/>
          <dgm:ruleLst/>
        </dgm:layoutNode>
        <dgm:layoutNode name="desTx" styleLbl="revTx">
          <dgm:varLst/>
          <dgm:alg type="tx">
            <dgm:param type="stBulletLvl" val="0"/>
            <dgm:param type="txAnchorVert" val="t"/>
          </dgm:alg>
          <dgm:shape xmlns:r="http://schemas.openxmlformats.org/officeDocument/2006/relationships" type="rect" r:blip="">
            <dgm:adjLst/>
          </dgm:shape>
          <dgm:presOf axis="des" ptType="node"/>
          <dgm:constrLst>
            <dgm:constr type="secFontSz" refType="primFontSz"/>
            <dgm:constr type="lMarg"/>
            <dgm:constr type="rMarg"/>
            <dgm:constr type="tMarg"/>
            <dgm:constr type="bMarg"/>
          </dgm:constrLst>
          <dgm:ruleLst>
            <dgm:rule type="primFontSz" val="NaN" fact="NaN" max="17"/>
            <dgm:rule type="h" val="INF" fact="NaN" max="NaN"/>
          </dgm:ruleLst>
        </dgm:layoutNode>
      </dgm:layoutNode>
      <dgm:forEach name="Name4" axis="followSib" ptType="sibTrans" cnt="1">
        <dgm:layoutNode name="sibTrans">
          <dgm:alg type="sp"/>
          <dgm:shape xmlns:r="http://schemas.openxmlformats.org/officeDocument/2006/relationships" r:blip="">
            <dgm:adjLst/>
          </dgm:shape>
          <dgm:presOf axis="self"/>
          <dgm:constrLst/>
          <dgm:ruleLst/>
        </dgm:layoutNode>
      </dgm:forEach>
    </dgm:forEach>
  </dgm:layoutNode>
  <dgm:extLst>
    <a:ext uri="{68A01E43-0DF5-4B5B-8FA6-DAF915123BFB}">
      <dgm1612:lstStyle xmlns:dgm1612="http://schemas.microsoft.com/office/drawing/2016/12/diagram">
        <a:lvl1pPr>
          <a:lnSpc>
            <a:spcPct val="100000"/>
          </a:lnSpc>
          <a:defRPr b="1"/>
        </a:lvl1pPr>
        <a:lvl2pPr>
          <a:lnSpc>
            <a:spcPct val="100000"/>
          </a:lnSpc>
        </a:lvl2pPr>
      </dgm1612:lstStyle>
    </a:ext>
  </dgm:extLst>
</dgm:layoutDef>
</file>

<file path=ppt/diagrams/layout59.xml><?xml version="1.0" encoding="utf-8"?>
<dgm:layoutDef xmlns:dgm="http://schemas.openxmlformats.org/drawingml/2006/diagram" xmlns:a="http://schemas.openxmlformats.org/drawingml/2006/main" uniqueId="urn:microsoft.com/office/officeart/2018/5/layout/CenteredIconLabelDescriptionList">
  <dgm:title val="Centered Icon Label Description List"/>
  <dgm:desc val="Use to show non-sequential or grouped chunks of information. The placeholder holds an icon or small picture, and corresponding text boxes show Level 1 and Level 2 text respectively. Works well for minimal Level 1 text accompanied by lengthier Level two text."/>
  <dgm:catLst>
    <dgm:cat type="icon" pri="500"/>
  </dgm:catLst>
  <dgm:sampData useDef="1">
    <dgm:dataModel>
      <dgm:ptLst/>
      <dgm:bg/>
      <dgm:whole/>
    </dgm:dataModel>
  </dgm:sampData>
  <dgm:styleData useDef="1">
    <dgm:dataModel>
      <dgm:ptLst/>
      <dgm:bg/>
      <dgm:whole/>
    </dgm:dataModel>
  </dgm:styleData>
  <dgm:clrData useDef="1">
    <dgm:dataModel>
      <dgm:ptLst/>
      <dgm:bg/>
      <dgm:whole/>
    </dgm:dataModel>
  </dgm:clrData>
  <dgm:layoutNode name="root">
    <dgm:varLst>
      <dgm:dir/>
      <dgm:resizeHandles val="exact"/>
    </dgm:varLst>
    <dgm:choose name="Name0">
      <dgm:if name="Name1" axis="self" func="var" arg="dir" op="equ" val="norm">
        <dgm:alg type="lin"/>
      </dgm:if>
      <dgm:else name="Name2">
        <dgm:alg type="lin">
          <dgm:param type="linDir" val="fromR"/>
        </dgm:alg>
      </dgm:else>
    </dgm:choose>
    <dgm:shape xmlns:r="http://schemas.openxmlformats.org/officeDocument/2006/relationships" r:blip="">
      <dgm:adjLst/>
    </dgm:shape>
    <dgm:presOf/>
    <dgm:constrLst>
      <dgm:constr type="h" for="ch" forName="compNode" refType="h" fact="0.45"/>
      <dgm:constr type="w" for="ch" forName="compNode" val="120"/>
      <dgm:constr type="w" for="ch" forName="sibTrans" refType="w" refFor="ch" refForName="compNode" fact="0.175"/>
      <dgm:constr type="primFontSz" for="des" forName="parTx" val="36"/>
      <dgm:constr type="primFontSz" for="des" forName="desTx" refType="primFontSz" refFor="des" refForName="parTx" op="lte" fact="0.75"/>
      <dgm:constr type="h" for="des" forName="compNode" op="equ"/>
      <dgm:constr type="h" for="des" forName="iconRect" op="equ"/>
      <dgm:constr type="w" for="des" forName="iconRect" op="equ"/>
      <dgm:constr type="h" for="des" forName="iconSpace" op="equ"/>
      <dgm:constr type="h" for="des" forName="parTx" op="equ"/>
      <dgm:constr type="h" for="des" forName="txSpace" op="equ"/>
      <dgm:constr type="h" for="des" forName="desTx" op="equ"/>
    </dgm:constrLst>
    <dgm:ruleLst>
      <dgm:rule type="w" for="ch" forName="compNode" val="0" fact="NaN" max="NaN"/>
    </dgm:ruleLst>
    <dgm:forEach name="Name3" axis="ch" ptType="node">
      <dgm:layoutNode name="compNode">
        <dgm:alg type="composite"/>
        <dgm:shape xmlns:r="http://schemas.openxmlformats.org/officeDocument/2006/relationships" r:blip="">
          <dgm:adjLst/>
        </dgm:shape>
        <dgm:presOf axis="self"/>
        <dgm:constrLst>
          <dgm:constr type="w" for="ch" forName="iconRect" refType="w" fact="0.35"/>
          <dgm:constr type="h" for="ch" forName="iconRect" refType="w" refFor="ch" refForName="iconRect"/>
          <dgm:constr type="ctrX" for="ch" forName="iconRect" refType="w" fact="0.5"/>
          <dgm:constr type="t" for="ch" forName="iconRect"/>
          <dgm:constr type="w" for="ch" forName="iconSpace" refType="w"/>
          <dgm:constr type="h" for="ch" forName="iconSpace" refType="h" fact="0.043"/>
          <dgm:constr type="l" for="ch" forName="iconSpace"/>
          <dgm:constr type="t" for="ch" forName="iconSpace" refType="b" refFor="ch" refForName="iconRect"/>
          <dgm:constr type="w" for="ch" forName="parTx" refType="w"/>
          <dgm:constr type="h" for="ch" forName="parTx" refType="w" fact="0.15"/>
          <dgm:constr type="l" for="ch" forName="parTx"/>
          <dgm:constr type="t" for="ch" forName="parTx" refType="b" refFor="ch" refForName="iconSpace"/>
          <dgm:constr type="h" for="ch" forName="txSpace" refType="h" fact="0.02"/>
          <dgm:constr type="w" for="ch" forName="txSpace" refType="w"/>
          <dgm:constr type="l" for="ch" forName="txSpace"/>
          <dgm:constr type="t" for="ch" forName="txSpace" refType="b" refFor="ch" refForName="parTx"/>
          <dgm:constr type="w" for="ch" forName="desTx" refType="w"/>
          <dgm:constr type="l" for="ch" forName="desTx"/>
          <dgm:constr type="t" for="ch" forName="desTx" refType="b" refFor="ch" refForName="txSpace"/>
        </dgm:constrLst>
        <dgm:ruleLst>
          <dgm:rule type="h" val="INF" fact="NaN" max="NaN"/>
        </dgm:ruleLst>
        <dgm:layoutNode name="iconRect" styleLbl="node1">
          <dgm:alg type="sp"/>
          <dgm:shape xmlns:r="http://schemas.openxmlformats.org/officeDocument/2006/relationships" type="rect" r:blip="" blipPhldr="1">
            <dgm:adjLst/>
          </dgm:shape>
          <dgm:presOf/>
          <dgm:constrLst/>
          <dgm:ruleLst/>
        </dgm:layoutNode>
        <dgm:layoutNode name="iconSpace">
          <dgm:alg type="sp"/>
          <dgm:shape xmlns:r="http://schemas.openxmlformats.org/officeDocument/2006/relationships" r:blip="">
            <dgm:adjLst/>
          </dgm:shape>
          <dgm:presOf/>
          <dgm:constrLst/>
          <dgm:ruleLst/>
        </dgm:layoutNode>
        <dgm:layoutNode name="parTx" styleLbl="revTx">
          <dgm:varLst>
            <dgm:chMax val="0"/>
            <dgm:chPref val="0"/>
          </dgm:varLst>
          <dgm:alg type="tx">
            <dgm:param type="txAnchorVert" val="t"/>
          </dgm:alg>
          <dgm:shape xmlns:r="http://schemas.openxmlformats.org/officeDocument/2006/relationships" type="rect" r:blip="">
            <dgm:adjLst/>
          </dgm:shape>
          <dgm:presOf axis="self" ptType="node"/>
          <dgm:constrLst>
            <dgm:constr type="lMarg"/>
            <dgm:constr type="rMarg"/>
            <dgm:constr type="tMarg"/>
            <dgm:constr type="bMarg"/>
          </dgm:constrLst>
          <dgm:ruleLst>
            <dgm:rule type="primFontSz" val="14" fact="NaN" max="NaN"/>
            <dgm:rule type="h" val="INF" fact="NaN" max="NaN"/>
          </dgm:ruleLst>
        </dgm:layoutNode>
        <dgm:layoutNode name="txSpace">
          <dgm:alg type="sp"/>
          <dgm:shape xmlns:r="http://schemas.openxmlformats.org/officeDocument/2006/relationships" r:blip="">
            <dgm:adjLst/>
          </dgm:shape>
          <dgm:presOf/>
          <dgm:constrLst/>
          <dgm:ruleLst/>
        </dgm:layoutNode>
        <dgm:layoutNode name="desTx" styleLbl="revTx">
          <dgm:varLst/>
          <dgm:alg type="tx">
            <dgm:param type="stBulletLvl" val="0"/>
            <dgm:param type="txAnchorVert" val="t"/>
          </dgm:alg>
          <dgm:shape xmlns:r="http://schemas.openxmlformats.org/officeDocument/2006/relationships" type="rect" r:blip="">
            <dgm:adjLst/>
          </dgm:shape>
          <dgm:presOf axis="des" ptType="node"/>
          <dgm:constrLst>
            <dgm:constr type="secFontSz" refType="primFontSz"/>
            <dgm:constr type="lMarg"/>
            <dgm:constr type="rMarg"/>
            <dgm:constr type="tMarg"/>
            <dgm:constr type="bMarg"/>
          </dgm:constrLst>
          <dgm:ruleLst>
            <dgm:rule type="primFontSz" val="NaN" fact="NaN" max="17"/>
            <dgm:rule type="h" val="INF" fact="NaN" max="NaN"/>
          </dgm:ruleLst>
        </dgm:layoutNode>
      </dgm:layoutNode>
      <dgm:forEach name="Name4" axis="followSib" ptType="sibTrans" cnt="1">
        <dgm:layoutNode name="sibTrans">
          <dgm:alg type="sp"/>
          <dgm:shape xmlns:r="http://schemas.openxmlformats.org/officeDocument/2006/relationships" r:blip="">
            <dgm:adjLst/>
          </dgm:shape>
          <dgm:presOf axis="self"/>
          <dgm:constrLst/>
          <dgm:ruleLst/>
        </dgm:layoutNode>
      </dgm:forEach>
    </dgm:forEach>
  </dgm:layoutNode>
  <dgm:extLst>
    <a:ext uri="{68A01E43-0DF5-4B5B-8FA6-DAF915123BFB}">
      <dgm1612:lstStyle xmlns:dgm1612="http://schemas.microsoft.com/office/drawing/2016/12/diagram">
        <a:lvl1pPr>
          <a:lnSpc>
            <a:spcPct val="100000"/>
          </a:lnSpc>
          <a:defRPr b="1"/>
        </a:lvl1pPr>
        <a:lvl2pPr>
          <a:lnSpc>
            <a:spcPct val="100000"/>
          </a:lnSpc>
        </a:lvl2pPr>
      </dgm1612:lstStyle>
    </a:ext>
  </dgm:extLst>
</dgm:layoutDef>
</file>

<file path=ppt/diagrams/layout60.xml><?xml version="1.0" encoding="utf-8"?>
<dgm:layoutDef xmlns:dgm="http://schemas.openxmlformats.org/drawingml/2006/diagram" xmlns:a="http://schemas.openxmlformats.org/drawingml/2006/main" uniqueId="urn:microsoft.com/office/officeart/2018/2/layout/IconLabelDescriptionList">
  <dgm:title val="Icon Label Description List"/>
  <dgm:desc val="Use to show non-sequential or grouped chunks of information. The placeholder holds an icon or small picture, and corresponding text boxes show Level 1 and Level 2 text respectively. Works well for minimal Level 1 text accompanied by lengthier Level two text."/>
  <dgm:catLst>
    <dgm:cat type="icon" pri="500"/>
  </dgm:catLst>
  <dgm:sampData useDef="1">
    <dgm:dataModel>
      <dgm:ptLst/>
      <dgm:bg/>
      <dgm:whole/>
    </dgm:dataModel>
  </dgm:sampData>
  <dgm:styleData useDef="1">
    <dgm:dataModel>
      <dgm:ptLst/>
      <dgm:bg/>
      <dgm:whole/>
    </dgm:dataModel>
  </dgm:styleData>
  <dgm:clrData useDef="1">
    <dgm:dataModel>
      <dgm:ptLst/>
      <dgm:bg/>
      <dgm:whole/>
    </dgm:dataModel>
  </dgm:clrData>
  <dgm:layoutNode name="root">
    <dgm:varLst>
      <dgm:dir/>
      <dgm:resizeHandles val="exact"/>
    </dgm:varLst>
    <dgm:choose name="Name0">
      <dgm:if name="Name1" axis="self" func="var" arg="dir" op="equ" val="norm">
        <dgm:alg type="lin"/>
      </dgm:if>
      <dgm:else name="Name2">
        <dgm:alg type="lin">
          <dgm:param type="linDir" val="fromR"/>
        </dgm:alg>
      </dgm:else>
    </dgm:choose>
    <dgm:shape xmlns:r="http://schemas.openxmlformats.org/officeDocument/2006/relationships" r:blip="">
      <dgm:adjLst/>
    </dgm:shape>
    <dgm:presOf/>
    <dgm:constrLst>
      <dgm:constr type="h" for="ch" forName="compNode" refType="h" fact="0.45"/>
      <dgm:constr type="w" for="ch" forName="compNode" val="120"/>
      <dgm:constr type="w" for="ch" forName="sibTrans" refType="w" refFor="ch" refForName="compNode" fact="0.175"/>
      <dgm:constr type="primFontSz" for="des" forName="parTx" val="36"/>
      <dgm:constr type="primFontSz" for="des" forName="desTx" refType="primFontSz" refFor="des" refForName="parTx" op="lte" fact="0.75"/>
      <dgm:constr type="h" for="des" forName="compNode" op="equ"/>
      <dgm:constr type="h" for="des" forName="iconRect" op="equ"/>
      <dgm:constr type="w" for="des" forName="iconRect" op="equ"/>
      <dgm:constr type="h" for="des" forName="iconSpace" op="equ"/>
      <dgm:constr type="h" for="des" forName="parTx" op="equ"/>
      <dgm:constr type="h" for="des" forName="txSpace" op="equ"/>
      <dgm:constr type="h" for="des" forName="desTx" op="equ"/>
    </dgm:constrLst>
    <dgm:ruleLst>
      <dgm:rule type="w" for="ch" forName="compNode" val="0" fact="NaN" max="NaN"/>
    </dgm:ruleLst>
    <dgm:forEach name="Name3" axis="ch" ptType="node">
      <dgm:layoutNode name="compNode">
        <dgm:alg type="composite"/>
        <dgm:shape xmlns:r="http://schemas.openxmlformats.org/officeDocument/2006/relationships" r:blip="">
          <dgm:adjLst/>
        </dgm:shape>
        <dgm:presOf axis="self"/>
        <dgm:constrLst>
          <dgm:constr type="w" for="ch" forName="iconRect" refType="w" fact="0.35"/>
          <dgm:constr type="h" for="ch" forName="iconRect" refType="w" refFor="ch" refForName="iconRect"/>
          <dgm:constr type="l" for="ch" forName="iconRect"/>
          <dgm:constr type="t" for="ch" forName="iconRect"/>
          <dgm:constr type="w" for="ch" forName="iconSpace" refType="w"/>
          <dgm:constr type="h" for="ch" forName="iconSpace" refType="h" fact="0.043"/>
          <dgm:constr type="l" for="ch" forName="iconSpace"/>
          <dgm:constr type="t" for="ch" forName="iconSpace" refType="b" refFor="ch" refForName="iconRect"/>
          <dgm:constr type="w" for="ch" forName="parTx" refType="w"/>
          <dgm:constr type="h" for="ch" forName="parTx" refType="w" fact="0.15"/>
          <dgm:constr type="l" for="ch" forName="parTx"/>
          <dgm:constr type="t" for="ch" forName="parTx" refType="b" refFor="ch" refForName="iconSpace"/>
          <dgm:constr type="h" for="ch" forName="txSpace" refType="h" fact="0.02"/>
          <dgm:constr type="w" for="ch" forName="txSpace" refType="w"/>
          <dgm:constr type="l" for="ch" forName="txSpace"/>
          <dgm:constr type="t" for="ch" forName="txSpace" refType="b" refFor="ch" refForName="parTx"/>
          <dgm:constr type="w" for="ch" forName="desTx" refType="w"/>
          <dgm:constr type="l" for="ch" forName="desTx"/>
          <dgm:constr type="t" for="ch" forName="desTx" refType="b" refFor="ch" refForName="txSpace"/>
        </dgm:constrLst>
        <dgm:ruleLst>
          <dgm:rule type="h" val="INF" fact="NaN" max="NaN"/>
        </dgm:ruleLst>
        <dgm:layoutNode name="iconRect" styleLbl="node1">
          <dgm:alg type="sp"/>
          <dgm:shape xmlns:r="http://schemas.openxmlformats.org/officeDocument/2006/relationships" type="rect" r:blip="" blipPhldr="1">
            <dgm:adjLst/>
          </dgm:shape>
          <dgm:presOf/>
          <dgm:constrLst/>
          <dgm:ruleLst/>
        </dgm:layoutNode>
        <dgm:layoutNode name="iconSpace">
          <dgm:alg type="sp"/>
          <dgm:shape xmlns:r="http://schemas.openxmlformats.org/officeDocument/2006/relationships" r:blip="">
            <dgm:adjLst/>
          </dgm:shape>
          <dgm:presOf/>
          <dgm:constrLst/>
          <dgm:ruleLst/>
        </dgm:layoutNode>
        <dgm:layoutNode name="parTx" styleLbl="revTx">
          <dgm:varLst>
            <dgm:chMax val="0"/>
            <dgm:chPref val="0"/>
          </dgm:varLst>
          <dgm:alg type="tx">
            <dgm:param type="txAnchorVert" val="t"/>
            <dgm:param type="parTxLTRAlign" val="l"/>
            <dgm:param type="shpTxLTRAlignCh" val="l"/>
            <dgm:param type="parTxRTLAlign" val="r"/>
            <dgm:param type="shpTxRTLAlignCh" val="r"/>
          </dgm:alg>
          <dgm:shape xmlns:r="http://schemas.openxmlformats.org/officeDocument/2006/relationships" type="rect" r:blip="">
            <dgm:adjLst/>
          </dgm:shape>
          <dgm:presOf axis="self" ptType="node"/>
          <dgm:constrLst>
            <dgm:constr type="lMarg"/>
            <dgm:constr type="rMarg"/>
            <dgm:constr type="tMarg"/>
            <dgm:constr type="bMarg"/>
          </dgm:constrLst>
          <dgm:ruleLst>
            <dgm:rule type="primFontSz" val="14" fact="NaN" max="NaN"/>
            <dgm:rule type="h" val="INF" fact="NaN" max="NaN"/>
          </dgm:ruleLst>
        </dgm:layoutNode>
        <dgm:layoutNode name="txSpace">
          <dgm:alg type="sp"/>
          <dgm:shape xmlns:r="http://schemas.openxmlformats.org/officeDocument/2006/relationships" r:blip="">
            <dgm:adjLst/>
          </dgm:shape>
          <dgm:presOf/>
          <dgm:constrLst/>
          <dgm:ruleLst/>
        </dgm:layoutNode>
        <dgm:layoutNode name="desTx" styleLbl="revTx">
          <dgm:varLst/>
          <dgm:alg type="tx">
            <dgm:param type="stBulletLvl" val="0"/>
            <dgm:param type="txAnchorVert" val="t"/>
            <dgm:param type="parTxLTRAlign" val="l"/>
            <dgm:param type="shpTxLTRAlignCh" val="l"/>
            <dgm:param type="parTxRTLAlign" val="r"/>
            <dgm:param type="shpTxRTLAlignCh" val="r"/>
          </dgm:alg>
          <dgm:shape xmlns:r="http://schemas.openxmlformats.org/officeDocument/2006/relationships" type="rect" r:blip="">
            <dgm:adjLst/>
          </dgm:shape>
          <dgm:presOf axis="des" ptType="node"/>
          <dgm:constrLst>
            <dgm:constr type="secFontSz" refType="primFontSz"/>
            <dgm:constr type="lMarg"/>
            <dgm:constr type="rMarg"/>
            <dgm:constr type="tMarg"/>
            <dgm:constr type="bMarg"/>
          </dgm:constrLst>
          <dgm:ruleLst>
            <dgm:rule type="primFontSz" val="NaN" fact="NaN" max="17"/>
            <dgm:rule type="h" val="INF" fact="NaN" max="NaN"/>
          </dgm:ruleLst>
        </dgm:layoutNode>
      </dgm:layoutNode>
      <dgm:forEach name="Name4" axis="followSib" ptType="sibTrans" cnt="1">
        <dgm:layoutNode name="sibTrans">
          <dgm:alg type="sp"/>
          <dgm:shape xmlns:r="http://schemas.openxmlformats.org/officeDocument/2006/relationships" r:blip="">
            <dgm:adjLst/>
          </dgm:shape>
          <dgm:presOf axis="self"/>
          <dgm:constrLst/>
          <dgm:ruleLst/>
        </dgm:layoutNode>
      </dgm:forEach>
    </dgm:forEach>
  </dgm:layoutNode>
  <dgm:extLst>
    <a:ext uri="{68A01E43-0DF5-4B5B-8FA6-DAF915123BFB}">
      <dgm1612:lstStyle xmlns:dgm1612="http://schemas.microsoft.com/office/drawing/2016/12/diagram">
        <a:lvl1pPr>
          <a:lnSpc>
            <a:spcPct val="100000"/>
          </a:lnSpc>
          <a:defRPr b="1"/>
        </a:lvl1pPr>
        <a:lvl2pPr>
          <a:lnSpc>
            <a:spcPct val="100000"/>
          </a:lnSpc>
        </a:lvl2pPr>
      </dgm1612:lstStyle>
    </a:ext>
  </dgm:extLst>
</dgm:layoutDef>
</file>

<file path=ppt/diagrams/layout61.xml><?xml version="1.0" encoding="utf-8"?>
<dgm:layoutDef xmlns:dgm="http://schemas.openxmlformats.org/drawingml/2006/diagram" xmlns:a="http://schemas.openxmlformats.org/drawingml/2006/main" uniqueId="urn:microsoft.com/office/officeart/2018/5/layout/CenteredIconLabelDescriptionList">
  <dgm:title val="Centered Icon Label Description List"/>
  <dgm:desc val="Use to show non-sequential or grouped chunks of information. The placeholder holds an icon or small picture, and corresponding text boxes show Level 1 and Level 2 text respectively. Works well for minimal Level 1 text accompanied by lengthier Level two text."/>
  <dgm:catLst>
    <dgm:cat type="icon" pri="500"/>
  </dgm:catLst>
  <dgm:sampData useDef="1">
    <dgm:dataModel>
      <dgm:ptLst/>
      <dgm:bg/>
      <dgm:whole/>
    </dgm:dataModel>
  </dgm:sampData>
  <dgm:styleData useDef="1">
    <dgm:dataModel>
      <dgm:ptLst/>
      <dgm:bg/>
      <dgm:whole/>
    </dgm:dataModel>
  </dgm:styleData>
  <dgm:clrData useDef="1">
    <dgm:dataModel>
      <dgm:ptLst/>
      <dgm:bg/>
      <dgm:whole/>
    </dgm:dataModel>
  </dgm:clrData>
  <dgm:layoutNode name="root">
    <dgm:varLst>
      <dgm:dir/>
      <dgm:resizeHandles val="exact"/>
    </dgm:varLst>
    <dgm:choose name="Name0">
      <dgm:if name="Name1" axis="self" func="var" arg="dir" op="equ" val="norm">
        <dgm:alg type="lin"/>
      </dgm:if>
      <dgm:else name="Name2">
        <dgm:alg type="lin">
          <dgm:param type="linDir" val="fromR"/>
        </dgm:alg>
      </dgm:else>
    </dgm:choose>
    <dgm:shape xmlns:r="http://schemas.openxmlformats.org/officeDocument/2006/relationships" r:blip="">
      <dgm:adjLst/>
    </dgm:shape>
    <dgm:presOf/>
    <dgm:constrLst>
      <dgm:constr type="h" for="ch" forName="compNode" refType="h" fact="0.45"/>
      <dgm:constr type="w" for="ch" forName="compNode" val="120"/>
      <dgm:constr type="w" for="ch" forName="sibTrans" refType="w" refFor="ch" refForName="compNode" fact="0.175"/>
      <dgm:constr type="primFontSz" for="des" forName="parTx" val="36"/>
      <dgm:constr type="primFontSz" for="des" forName="desTx" refType="primFontSz" refFor="des" refForName="parTx" op="lte" fact="0.75"/>
      <dgm:constr type="h" for="des" forName="compNode" op="equ"/>
      <dgm:constr type="h" for="des" forName="iconRect" op="equ"/>
      <dgm:constr type="w" for="des" forName="iconRect" op="equ"/>
      <dgm:constr type="h" for="des" forName="iconSpace" op="equ"/>
      <dgm:constr type="h" for="des" forName="parTx" op="equ"/>
      <dgm:constr type="h" for="des" forName="txSpace" op="equ"/>
      <dgm:constr type="h" for="des" forName="desTx" op="equ"/>
    </dgm:constrLst>
    <dgm:ruleLst>
      <dgm:rule type="w" for="ch" forName="compNode" val="0" fact="NaN" max="NaN"/>
    </dgm:ruleLst>
    <dgm:forEach name="Name3" axis="ch" ptType="node">
      <dgm:layoutNode name="compNode">
        <dgm:alg type="composite"/>
        <dgm:shape xmlns:r="http://schemas.openxmlformats.org/officeDocument/2006/relationships" r:blip="">
          <dgm:adjLst/>
        </dgm:shape>
        <dgm:presOf axis="self"/>
        <dgm:constrLst>
          <dgm:constr type="w" for="ch" forName="iconRect" refType="w" fact="0.35"/>
          <dgm:constr type="h" for="ch" forName="iconRect" refType="w" refFor="ch" refForName="iconRect"/>
          <dgm:constr type="ctrX" for="ch" forName="iconRect" refType="w" fact="0.5"/>
          <dgm:constr type="t" for="ch" forName="iconRect"/>
          <dgm:constr type="w" for="ch" forName="iconSpace" refType="w"/>
          <dgm:constr type="h" for="ch" forName="iconSpace" refType="h" fact="0.043"/>
          <dgm:constr type="l" for="ch" forName="iconSpace"/>
          <dgm:constr type="t" for="ch" forName="iconSpace" refType="b" refFor="ch" refForName="iconRect"/>
          <dgm:constr type="w" for="ch" forName="parTx" refType="w"/>
          <dgm:constr type="h" for="ch" forName="parTx" refType="w" fact="0.15"/>
          <dgm:constr type="l" for="ch" forName="parTx"/>
          <dgm:constr type="t" for="ch" forName="parTx" refType="b" refFor="ch" refForName="iconSpace"/>
          <dgm:constr type="h" for="ch" forName="txSpace" refType="h" fact="0.02"/>
          <dgm:constr type="w" for="ch" forName="txSpace" refType="w"/>
          <dgm:constr type="l" for="ch" forName="txSpace"/>
          <dgm:constr type="t" for="ch" forName="txSpace" refType="b" refFor="ch" refForName="parTx"/>
          <dgm:constr type="w" for="ch" forName="desTx" refType="w"/>
          <dgm:constr type="l" for="ch" forName="desTx"/>
          <dgm:constr type="t" for="ch" forName="desTx" refType="b" refFor="ch" refForName="txSpace"/>
        </dgm:constrLst>
        <dgm:ruleLst>
          <dgm:rule type="h" val="INF" fact="NaN" max="NaN"/>
        </dgm:ruleLst>
        <dgm:layoutNode name="iconRect" styleLbl="node1">
          <dgm:alg type="sp"/>
          <dgm:shape xmlns:r="http://schemas.openxmlformats.org/officeDocument/2006/relationships" type="rect" r:blip="" blipPhldr="1">
            <dgm:adjLst/>
          </dgm:shape>
          <dgm:presOf/>
          <dgm:constrLst/>
          <dgm:ruleLst/>
        </dgm:layoutNode>
        <dgm:layoutNode name="iconSpace">
          <dgm:alg type="sp"/>
          <dgm:shape xmlns:r="http://schemas.openxmlformats.org/officeDocument/2006/relationships" r:blip="">
            <dgm:adjLst/>
          </dgm:shape>
          <dgm:presOf/>
          <dgm:constrLst/>
          <dgm:ruleLst/>
        </dgm:layoutNode>
        <dgm:layoutNode name="parTx" styleLbl="revTx">
          <dgm:varLst>
            <dgm:chMax val="0"/>
            <dgm:chPref val="0"/>
          </dgm:varLst>
          <dgm:alg type="tx">
            <dgm:param type="txAnchorVert" val="t"/>
          </dgm:alg>
          <dgm:shape xmlns:r="http://schemas.openxmlformats.org/officeDocument/2006/relationships" type="rect" r:blip="">
            <dgm:adjLst/>
          </dgm:shape>
          <dgm:presOf axis="self" ptType="node"/>
          <dgm:constrLst>
            <dgm:constr type="lMarg"/>
            <dgm:constr type="rMarg"/>
            <dgm:constr type="tMarg"/>
            <dgm:constr type="bMarg"/>
          </dgm:constrLst>
          <dgm:ruleLst>
            <dgm:rule type="primFontSz" val="14" fact="NaN" max="NaN"/>
            <dgm:rule type="h" val="INF" fact="NaN" max="NaN"/>
          </dgm:ruleLst>
        </dgm:layoutNode>
        <dgm:layoutNode name="txSpace">
          <dgm:alg type="sp"/>
          <dgm:shape xmlns:r="http://schemas.openxmlformats.org/officeDocument/2006/relationships" r:blip="">
            <dgm:adjLst/>
          </dgm:shape>
          <dgm:presOf/>
          <dgm:constrLst/>
          <dgm:ruleLst/>
        </dgm:layoutNode>
        <dgm:layoutNode name="desTx" styleLbl="revTx">
          <dgm:varLst/>
          <dgm:alg type="tx">
            <dgm:param type="stBulletLvl" val="0"/>
            <dgm:param type="txAnchorVert" val="t"/>
          </dgm:alg>
          <dgm:shape xmlns:r="http://schemas.openxmlformats.org/officeDocument/2006/relationships" type="rect" r:blip="">
            <dgm:adjLst/>
          </dgm:shape>
          <dgm:presOf axis="des" ptType="node"/>
          <dgm:constrLst>
            <dgm:constr type="secFontSz" refType="primFontSz"/>
            <dgm:constr type="lMarg"/>
            <dgm:constr type="rMarg"/>
            <dgm:constr type="tMarg"/>
            <dgm:constr type="bMarg"/>
          </dgm:constrLst>
          <dgm:ruleLst>
            <dgm:rule type="primFontSz" val="NaN" fact="NaN" max="17"/>
            <dgm:rule type="h" val="INF" fact="NaN" max="NaN"/>
          </dgm:ruleLst>
        </dgm:layoutNode>
      </dgm:layoutNode>
      <dgm:forEach name="Name4" axis="followSib" ptType="sibTrans" cnt="1">
        <dgm:layoutNode name="sibTrans">
          <dgm:alg type="sp"/>
          <dgm:shape xmlns:r="http://schemas.openxmlformats.org/officeDocument/2006/relationships" r:blip="">
            <dgm:adjLst/>
          </dgm:shape>
          <dgm:presOf axis="self"/>
          <dgm:constrLst/>
          <dgm:ruleLst/>
        </dgm:layoutNode>
      </dgm:forEach>
    </dgm:forEach>
  </dgm:layoutNode>
  <dgm:extLst>
    <a:ext uri="{68A01E43-0DF5-4B5B-8FA6-DAF915123BFB}">
      <dgm1612:lstStyle xmlns:dgm1612="http://schemas.microsoft.com/office/drawing/2016/12/diagram">
        <a:lvl1pPr>
          <a:lnSpc>
            <a:spcPct val="100000"/>
          </a:lnSpc>
          <a:defRPr b="1"/>
        </a:lvl1pPr>
        <a:lvl2pPr>
          <a:lnSpc>
            <a:spcPct val="100000"/>
          </a:lnSpc>
        </a:lvl2pPr>
      </dgm1612:lstStyle>
    </a:ext>
  </dgm:extLst>
</dgm:layoutDef>
</file>

<file path=ppt/diagrams/layout62.xml><?xml version="1.0" encoding="utf-8"?>
<dgm:layoutDef xmlns:dgm="http://schemas.openxmlformats.org/drawingml/2006/diagram" xmlns:a="http://schemas.openxmlformats.org/drawingml/2006/main" uniqueId="urn:microsoft.com/office/officeart/2018/5/layout/CenteredIconLabelDescriptionList">
  <dgm:title val="Centered Icon Label Description List"/>
  <dgm:desc val="Use to show non-sequential or grouped chunks of information. The placeholder holds an icon or small picture, and corresponding text boxes show Level 1 and Level 2 text respectively. Works well for minimal Level 1 text accompanied by lengthier Level two text."/>
  <dgm:catLst>
    <dgm:cat type="icon" pri="500"/>
  </dgm:catLst>
  <dgm:sampData useDef="1">
    <dgm:dataModel>
      <dgm:ptLst/>
      <dgm:bg/>
      <dgm:whole/>
    </dgm:dataModel>
  </dgm:sampData>
  <dgm:styleData useDef="1">
    <dgm:dataModel>
      <dgm:ptLst/>
      <dgm:bg/>
      <dgm:whole/>
    </dgm:dataModel>
  </dgm:styleData>
  <dgm:clrData useDef="1">
    <dgm:dataModel>
      <dgm:ptLst/>
      <dgm:bg/>
      <dgm:whole/>
    </dgm:dataModel>
  </dgm:clrData>
  <dgm:layoutNode name="root">
    <dgm:varLst>
      <dgm:dir/>
      <dgm:resizeHandles val="exact"/>
    </dgm:varLst>
    <dgm:choose name="Name0">
      <dgm:if name="Name1" axis="self" func="var" arg="dir" op="equ" val="norm">
        <dgm:alg type="lin"/>
      </dgm:if>
      <dgm:else name="Name2">
        <dgm:alg type="lin">
          <dgm:param type="linDir" val="fromR"/>
        </dgm:alg>
      </dgm:else>
    </dgm:choose>
    <dgm:shape xmlns:r="http://schemas.openxmlformats.org/officeDocument/2006/relationships" r:blip="">
      <dgm:adjLst/>
    </dgm:shape>
    <dgm:presOf/>
    <dgm:constrLst>
      <dgm:constr type="h" for="ch" forName="compNode" refType="h" fact="0.45"/>
      <dgm:constr type="w" for="ch" forName="compNode" val="120"/>
      <dgm:constr type="w" for="ch" forName="sibTrans" refType="w" refFor="ch" refForName="compNode" fact="0.175"/>
      <dgm:constr type="primFontSz" for="des" forName="parTx" val="36"/>
      <dgm:constr type="primFontSz" for="des" forName="desTx" refType="primFontSz" refFor="des" refForName="parTx" op="lte" fact="0.75"/>
      <dgm:constr type="h" for="des" forName="compNode" op="equ"/>
      <dgm:constr type="h" for="des" forName="iconRect" op="equ"/>
      <dgm:constr type="w" for="des" forName="iconRect" op="equ"/>
      <dgm:constr type="h" for="des" forName="iconSpace" op="equ"/>
      <dgm:constr type="h" for="des" forName="parTx" op="equ"/>
      <dgm:constr type="h" for="des" forName="txSpace" op="equ"/>
      <dgm:constr type="h" for="des" forName="desTx" op="equ"/>
    </dgm:constrLst>
    <dgm:ruleLst>
      <dgm:rule type="w" for="ch" forName="compNode" val="0" fact="NaN" max="NaN"/>
    </dgm:ruleLst>
    <dgm:forEach name="Name3" axis="ch" ptType="node">
      <dgm:layoutNode name="compNode">
        <dgm:alg type="composite"/>
        <dgm:shape xmlns:r="http://schemas.openxmlformats.org/officeDocument/2006/relationships" r:blip="">
          <dgm:adjLst/>
        </dgm:shape>
        <dgm:presOf axis="self"/>
        <dgm:constrLst>
          <dgm:constr type="w" for="ch" forName="iconRect" refType="w" fact="0.35"/>
          <dgm:constr type="h" for="ch" forName="iconRect" refType="w" refFor="ch" refForName="iconRect"/>
          <dgm:constr type="ctrX" for="ch" forName="iconRect" refType="w" fact="0.5"/>
          <dgm:constr type="t" for="ch" forName="iconRect"/>
          <dgm:constr type="w" for="ch" forName="iconSpace" refType="w"/>
          <dgm:constr type="h" for="ch" forName="iconSpace" refType="h" fact="0.043"/>
          <dgm:constr type="l" for="ch" forName="iconSpace"/>
          <dgm:constr type="t" for="ch" forName="iconSpace" refType="b" refFor="ch" refForName="iconRect"/>
          <dgm:constr type="w" for="ch" forName="parTx" refType="w"/>
          <dgm:constr type="h" for="ch" forName="parTx" refType="w" fact="0.15"/>
          <dgm:constr type="l" for="ch" forName="parTx"/>
          <dgm:constr type="t" for="ch" forName="parTx" refType="b" refFor="ch" refForName="iconSpace"/>
          <dgm:constr type="h" for="ch" forName="txSpace" refType="h" fact="0.02"/>
          <dgm:constr type="w" for="ch" forName="txSpace" refType="w"/>
          <dgm:constr type="l" for="ch" forName="txSpace"/>
          <dgm:constr type="t" for="ch" forName="txSpace" refType="b" refFor="ch" refForName="parTx"/>
          <dgm:constr type="w" for="ch" forName="desTx" refType="w"/>
          <dgm:constr type="l" for="ch" forName="desTx"/>
          <dgm:constr type="t" for="ch" forName="desTx" refType="b" refFor="ch" refForName="txSpace"/>
        </dgm:constrLst>
        <dgm:ruleLst>
          <dgm:rule type="h" val="INF" fact="NaN" max="NaN"/>
        </dgm:ruleLst>
        <dgm:layoutNode name="iconRect" styleLbl="node1">
          <dgm:alg type="sp"/>
          <dgm:shape xmlns:r="http://schemas.openxmlformats.org/officeDocument/2006/relationships" type="rect" r:blip="" blipPhldr="1">
            <dgm:adjLst/>
          </dgm:shape>
          <dgm:presOf/>
          <dgm:constrLst/>
          <dgm:ruleLst/>
        </dgm:layoutNode>
        <dgm:layoutNode name="iconSpace">
          <dgm:alg type="sp"/>
          <dgm:shape xmlns:r="http://schemas.openxmlformats.org/officeDocument/2006/relationships" r:blip="">
            <dgm:adjLst/>
          </dgm:shape>
          <dgm:presOf/>
          <dgm:constrLst/>
          <dgm:ruleLst/>
        </dgm:layoutNode>
        <dgm:layoutNode name="parTx" styleLbl="revTx">
          <dgm:varLst>
            <dgm:chMax val="0"/>
            <dgm:chPref val="0"/>
          </dgm:varLst>
          <dgm:alg type="tx">
            <dgm:param type="txAnchorVert" val="t"/>
          </dgm:alg>
          <dgm:shape xmlns:r="http://schemas.openxmlformats.org/officeDocument/2006/relationships" type="rect" r:blip="">
            <dgm:adjLst/>
          </dgm:shape>
          <dgm:presOf axis="self" ptType="node"/>
          <dgm:constrLst>
            <dgm:constr type="lMarg"/>
            <dgm:constr type="rMarg"/>
            <dgm:constr type="tMarg"/>
            <dgm:constr type="bMarg"/>
          </dgm:constrLst>
          <dgm:ruleLst>
            <dgm:rule type="primFontSz" val="14" fact="NaN" max="NaN"/>
            <dgm:rule type="h" val="INF" fact="NaN" max="NaN"/>
          </dgm:ruleLst>
        </dgm:layoutNode>
        <dgm:layoutNode name="txSpace">
          <dgm:alg type="sp"/>
          <dgm:shape xmlns:r="http://schemas.openxmlformats.org/officeDocument/2006/relationships" r:blip="">
            <dgm:adjLst/>
          </dgm:shape>
          <dgm:presOf/>
          <dgm:constrLst/>
          <dgm:ruleLst/>
        </dgm:layoutNode>
        <dgm:layoutNode name="desTx" styleLbl="revTx">
          <dgm:varLst/>
          <dgm:alg type="tx">
            <dgm:param type="stBulletLvl" val="0"/>
            <dgm:param type="txAnchorVert" val="t"/>
          </dgm:alg>
          <dgm:shape xmlns:r="http://schemas.openxmlformats.org/officeDocument/2006/relationships" type="rect" r:blip="">
            <dgm:adjLst/>
          </dgm:shape>
          <dgm:presOf axis="des" ptType="node"/>
          <dgm:constrLst>
            <dgm:constr type="secFontSz" refType="primFontSz"/>
            <dgm:constr type="lMarg"/>
            <dgm:constr type="rMarg"/>
            <dgm:constr type="tMarg"/>
            <dgm:constr type="bMarg"/>
          </dgm:constrLst>
          <dgm:ruleLst>
            <dgm:rule type="primFontSz" val="NaN" fact="NaN" max="17"/>
            <dgm:rule type="h" val="INF" fact="NaN" max="NaN"/>
          </dgm:ruleLst>
        </dgm:layoutNode>
      </dgm:layoutNode>
      <dgm:forEach name="Name4" axis="followSib" ptType="sibTrans" cnt="1">
        <dgm:layoutNode name="sibTrans">
          <dgm:alg type="sp"/>
          <dgm:shape xmlns:r="http://schemas.openxmlformats.org/officeDocument/2006/relationships" r:blip="">
            <dgm:adjLst/>
          </dgm:shape>
          <dgm:presOf axis="self"/>
          <dgm:constrLst/>
          <dgm:ruleLst/>
        </dgm:layoutNode>
      </dgm:forEach>
    </dgm:forEach>
  </dgm:layoutNode>
  <dgm:extLst>
    <a:ext uri="{68A01E43-0DF5-4B5B-8FA6-DAF915123BFB}">
      <dgm1612:lstStyle xmlns:dgm1612="http://schemas.microsoft.com/office/drawing/2016/12/diagram">
        <a:lvl1pPr>
          <a:lnSpc>
            <a:spcPct val="100000"/>
          </a:lnSpc>
          <a:defRPr b="1"/>
        </a:lvl1pPr>
        <a:lvl2pPr>
          <a:lnSpc>
            <a:spcPct val="100000"/>
          </a:lnSpc>
        </a:lvl2pPr>
      </dgm1612:lstStyle>
    </a:ext>
  </dgm:extLst>
</dgm:layoutDef>
</file>

<file path=ppt/diagrams/layout63.xml><?xml version="1.0" encoding="utf-8"?>
<dgm:layoutDef xmlns:dgm="http://schemas.openxmlformats.org/drawingml/2006/diagram" xmlns:a="http://schemas.openxmlformats.org/drawingml/2006/main" uniqueId="urn:microsoft.com/office/officeart/2018/2/layout/IconLabelDescriptionList">
  <dgm:title val="Icon Label Description List"/>
  <dgm:desc val="Use to show non-sequential or grouped chunks of information. The placeholder holds an icon or small picture, and corresponding text boxes show Level 1 and Level 2 text respectively. Works well for minimal Level 1 text accompanied by lengthier Level two text."/>
  <dgm:catLst>
    <dgm:cat type="icon" pri="500"/>
  </dgm:catLst>
  <dgm:sampData useDef="1">
    <dgm:dataModel>
      <dgm:ptLst/>
      <dgm:bg/>
      <dgm:whole/>
    </dgm:dataModel>
  </dgm:sampData>
  <dgm:styleData useDef="1">
    <dgm:dataModel>
      <dgm:ptLst/>
      <dgm:bg/>
      <dgm:whole/>
    </dgm:dataModel>
  </dgm:styleData>
  <dgm:clrData useDef="1">
    <dgm:dataModel>
      <dgm:ptLst/>
      <dgm:bg/>
      <dgm:whole/>
    </dgm:dataModel>
  </dgm:clrData>
  <dgm:layoutNode name="root">
    <dgm:varLst>
      <dgm:dir/>
      <dgm:resizeHandles val="exact"/>
    </dgm:varLst>
    <dgm:choose name="Name0">
      <dgm:if name="Name1" axis="self" func="var" arg="dir" op="equ" val="norm">
        <dgm:alg type="lin"/>
      </dgm:if>
      <dgm:else name="Name2">
        <dgm:alg type="lin">
          <dgm:param type="linDir" val="fromR"/>
        </dgm:alg>
      </dgm:else>
    </dgm:choose>
    <dgm:shape xmlns:r="http://schemas.openxmlformats.org/officeDocument/2006/relationships" r:blip="">
      <dgm:adjLst/>
    </dgm:shape>
    <dgm:presOf/>
    <dgm:constrLst>
      <dgm:constr type="h" for="ch" forName="compNode" refType="h" fact="0.45"/>
      <dgm:constr type="w" for="ch" forName="compNode" val="120"/>
      <dgm:constr type="w" for="ch" forName="sibTrans" refType="w" refFor="ch" refForName="compNode" fact="0.175"/>
      <dgm:constr type="primFontSz" for="des" forName="parTx" val="36"/>
      <dgm:constr type="primFontSz" for="des" forName="desTx" refType="primFontSz" refFor="des" refForName="parTx" op="lte" fact="0.75"/>
      <dgm:constr type="h" for="des" forName="compNode" op="equ"/>
      <dgm:constr type="h" for="des" forName="iconRect" op="equ"/>
      <dgm:constr type="w" for="des" forName="iconRect" op="equ"/>
      <dgm:constr type="h" for="des" forName="iconSpace" op="equ"/>
      <dgm:constr type="h" for="des" forName="parTx" op="equ"/>
      <dgm:constr type="h" for="des" forName="txSpace" op="equ"/>
      <dgm:constr type="h" for="des" forName="desTx" op="equ"/>
    </dgm:constrLst>
    <dgm:ruleLst>
      <dgm:rule type="w" for="ch" forName="compNode" val="0" fact="NaN" max="NaN"/>
    </dgm:ruleLst>
    <dgm:forEach name="Name3" axis="ch" ptType="node">
      <dgm:layoutNode name="compNode">
        <dgm:alg type="composite"/>
        <dgm:shape xmlns:r="http://schemas.openxmlformats.org/officeDocument/2006/relationships" r:blip="">
          <dgm:adjLst/>
        </dgm:shape>
        <dgm:presOf axis="self"/>
        <dgm:constrLst>
          <dgm:constr type="w" for="ch" forName="iconRect" refType="w" fact="0.35"/>
          <dgm:constr type="h" for="ch" forName="iconRect" refType="w" refFor="ch" refForName="iconRect"/>
          <dgm:constr type="l" for="ch" forName="iconRect"/>
          <dgm:constr type="t" for="ch" forName="iconRect"/>
          <dgm:constr type="w" for="ch" forName="iconSpace" refType="w"/>
          <dgm:constr type="h" for="ch" forName="iconSpace" refType="h" fact="0.043"/>
          <dgm:constr type="l" for="ch" forName="iconSpace"/>
          <dgm:constr type="t" for="ch" forName="iconSpace" refType="b" refFor="ch" refForName="iconRect"/>
          <dgm:constr type="w" for="ch" forName="parTx" refType="w"/>
          <dgm:constr type="h" for="ch" forName="parTx" refType="w" fact="0.15"/>
          <dgm:constr type="l" for="ch" forName="parTx"/>
          <dgm:constr type="t" for="ch" forName="parTx" refType="b" refFor="ch" refForName="iconSpace"/>
          <dgm:constr type="h" for="ch" forName="txSpace" refType="h" fact="0.02"/>
          <dgm:constr type="w" for="ch" forName="txSpace" refType="w"/>
          <dgm:constr type="l" for="ch" forName="txSpace"/>
          <dgm:constr type="t" for="ch" forName="txSpace" refType="b" refFor="ch" refForName="parTx"/>
          <dgm:constr type="w" for="ch" forName="desTx" refType="w"/>
          <dgm:constr type="l" for="ch" forName="desTx"/>
          <dgm:constr type="t" for="ch" forName="desTx" refType="b" refFor="ch" refForName="txSpace"/>
        </dgm:constrLst>
        <dgm:ruleLst>
          <dgm:rule type="h" val="INF" fact="NaN" max="NaN"/>
        </dgm:ruleLst>
        <dgm:layoutNode name="iconRect" styleLbl="node1">
          <dgm:alg type="sp"/>
          <dgm:shape xmlns:r="http://schemas.openxmlformats.org/officeDocument/2006/relationships" type="rect" r:blip="" blipPhldr="1">
            <dgm:adjLst/>
          </dgm:shape>
          <dgm:presOf/>
          <dgm:constrLst/>
          <dgm:ruleLst/>
        </dgm:layoutNode>
        <dgm:layoutNode name="iconSpace">
          <dgm:alg type="sp"/>
          <dgm:shape xmlns:r="http://schemas.openxmlformats.org/officeDocument/2006/relationships" r:blip="">
            <dgm:adjLst/>
          </dgm:shape>
          <dgm:presOf/>
          <dgm:constrLst/>
          <dgm:ruleLst/>
        </dgm:layoutNode>
        <dgm:layoutNode name="parTx" styleLbl="revTx">
          <dgm:varLst>
            <dgm:chMax val="0"/>
            <dgm:chPref val="0"/>
          </dgm:varLst>
          <dgm:alg type="tx">
            <dgm:param type="txAnchorVert" val="t"/>
            <dgm:param type="parTxLTRAlign" val="l"/>
            <dgm:param type="shpTxLTRAlignCh" val="l"/>
            <dgm:param type="parTxRTLAlign" val="r"/>
            <dgm:param type="shpTxRTLAlignCh" val="r"/>
          </dgm:alg>
          <dgm:shape xmlns:r="http://schemas.openxmlformats.org/officeDocument/2006/relationships" type="rect" r:blip="">
            <dgm:adjLst/>
          </dgm:shape>
          <dgm:presOf axis="self" ptType="node"/>
          <dgm:constrLst>
            <dgm:constr type="lMarg"/>
            <dgm:constr type="rMarg"/>
            <dgm:constr type="tMarg"/>
            <dgm:constr type="bMarg"/>
          </dgm:constrLst>
          <dgm:ruleLst>
            <dgm:rule type="primFontSz" val="14" fact="NaN" max="NaN"/>
            <dgm:rule type="h" val="INF" fact="NaN" max="NaN"/>
          </dgm:ruleLst>
        </dgm:layoutNode>
        <dgm:layoutNode name="txSpace">
          <dgm:alg type="sp"/>
          <dgm:shape xmlns:r="http://schemas.openxmlformats.org/officeDocument/2006/relationships" r:blip="">
            <dgm:adjLst/>
          </dgm:shape>
          <dgm:presOf/>
          <dgm:constrLst/>
          <dgm:ruleLst/>
        </dgm:layoutNode>
        <dgm:layoutNode name="desTx" styleLbl="revTx">
          <dgm:varLst/>
          <dgm:alg type="tx">
            <dgm:param type="stBulletLvl" val="0"/>
            <dgm:param type="txAnchorVert" val="t"/>
            <dgm:param type="parTxLTRAlign" val="l"/>
            <dgm:param type="shpTxLTRAlignCh" val="l"/>
            <dgm:param type="parTxRTLAlign" val="r"/>
            <dgm:param type="shpTxRTLAlignCh" val="r"/>
          </dgm:alg>
          <dgm:shape xmlns:r="http://schemas.openxmlformats.org/officeDocument/2006/relationships" type="rect" r:blip="">
            <dgm:adjLst/>
          </dgm:shape>
          <dgm:presOf axis="des" ptType="node"/>
          <dgm:constrLst>
            <dgm:constr type="secFontSz" refType="primFontSz"/>
            <dgm:constr type="lMarg"/>
            <dgm:constr type="rMarg"/>
            <dgm:constr type="tMarg"/>
            <dgm:constr type="bMarg"/>
          </dgm:constrLst>
          <dgm:ruleLst>
            <dgm:rule type="primFontSz" val="NaN" fact="NaN" max="17"/>
            <dgm:rule type="h" val="INF" fact="NaN" max="NaN"/>
          </dgm:ruleLst>
        </dgm:layoutNode>
      </dgm:layoutNode>
      <dgm:forEach name="Name4" axis="followSib" ptType="sibTrans" cnt="1">
        <dgm:layoutNode name="sibTrans">
          <dgm:alg type="sp"/>
          <dgm:shape xmlns:r="http://schemas.openxmlformats.org/officeDocument/2006/relationships" r:blip="">
            <dgm:adjLst/>
          </dgm:shape>
          <dgm:presOf axis="self"/>
          <dgm:constrLst/>
          <dgm:ruleLst/>
        </dgm:layoutNode>
      </dgm:forEach>
    </dgm:forEach>
  </dgm:layoutNode>
  <dgm:extLst>
    <a:ext uri="{68A01E43-0DF5-4B5B-8FA6-DAF915123BFB}">
      <dgm1612:lstStyle xmlns:dgm1612="http://schemas.microsoft.com/office/drawing/2016/12/diagram">
        <a:lvl1pPr>
          <a:lnSpc>
            <a:spcPct val="100000"/>
          </a:lnSpc>
          <a:defRPr b="1"/>
        </a:lvl1pPr>
        <a:lvl2pPr>
          <a:lnSpc>
            <a:spcPct val="100000"/>
          </a:lnSpc>
        </a:lvl2pPr>
      </dgm1612:lstStyle>
    </a:ext>
  </dgm:extLst>
</dgm:layoutDef>
</file>

<file path=ppt/diagrams/layout64.xml><?xml version="1.0" encoding="utf-8"?>
<dgm:layoutDef xmlns:dgm="http://schemas.openxmlformats.org/drawingml/2006/diagram" xmlns:a="http://schemas.openxmlformats.org/drawingml/2006/main" uniqueId="urn:microsoft.com/office/officeart/2018/2/layout/IconLabelDescriptionList">
  <dgm:title val="Icon Label Description List"/>
  <dgm:desc val="Use to show non-sequential or grouped chunks of information. The placeholder holds an icon or small picture, and corresponding text boxes show Level 1 and Level 2 text respectively. Works well for minimal Level 1 text accompanied by lengthier Level two text."/>
  <dgm:catLst>
    <dgm:cat type="icon" pri="500"/>
  </dgm:catLst>
  <dgm:sampData useDef="1">
    <dgm:dataModel>
      <dgm:ptLst/>
      <dgm:bg/>
      <dgm:whole/>
    </dgm:dataModel>
  </dgm:sampData>
  <dgm:styleData useDef="1">
    <dgm:dataModel>
      <dgm:ptLst/>
      <dgm:bg/>
      <dgm:whole/>
    </dgm:dataModel>
  </dgm:styleData>
  <dgm:clrData useDef="1">
    <dgm:dataModel>
      <dgm:ptLst/>
      <dgm:bg/>
      <dgm:whole/>
    </dgm:dataModel>
  </dgm:clrData>
  <dgm:layoutNode name="root">
    <dgm:varLst>
      <dgm:dir/>
      <dgm:resizeHandles val="exact"/>
    </dgm:varLst>
    <dgm:choose name="Name0">
      <dgm:if name="Name1" axis="self" func="var" arg="dir" op="equ" val="norm">
        <dgm:alg type="lin"/>
      </dgm:if>
      <dgm:else name="Name2">
        <dgm:alg type="lin">
          <dgm:param type="linDir" val="fromR"/>
        </dgm:alg>
      </dgm:else>
    </dgm:choose>
    <dgm:shape xmlns:r="http://schemas.openxmlformats.org/officeDocument/2006/relationships" r:blip="">
      <dgm:adjLst/>
    </dgm:shape>
    <dgm:presOf/>
    <dgm:constrLst>
      <dgm:constr type="h" for="ch" forName="compNode" refType="h" fact="0.45"/>
      <dgm:constr type="w" for="ch" forName="compNode" val="120"/>
      <dgm:constr type="w" for="ch" forName="sibTrans" refType="w" refFor="ch" refForName="compNode" fact="0.175"/>
      <dgm:constr type="primFontSz" for="des" forName="parTx" val="36"/>
      <dgm:constr type="primFontSz" for="des" forName="desTx" refType="primFontSz" refFor="des" refForName="parTx" op="lte" fact="0.75"/>
      <dgm:constr type="h" for="des" forName="compNode" op="equ"/>
      <dgm:constr type="h" for="des" forName="iconRect" op="equ"/>
      <dgm:constr type="w" for="des" forName="iconRect" op="equ"/>
      <dgm:constr type="h" for="des" forName="iconSpace" op="equ"/>
      <dgm:constr type="h" for="des" forName="parTx" op="equ"/>
      <dgm:constr type="h" for="des" forName="txSpace" op="equ"/>
      <dgm:constr type="h" for="des" forName="desTx" op="equ"/>
    </dgm:constrLst>
    <dgm:ruleLst>
      <dgm:rule type="w" for="ch" forName="compNode" val="0" fact="NaN" max="NaN"/>
    </dgm:ruleLst>
    <dgm:forEach name="Name3" axis="ch" ptType="node">
      <dgm:layoutNode name="compNode">
        <dgm:alg type="composite"/>
        <dgm:shape xmlns:r="http://schemas.openxmlformats.org/officeDocument/2006/relationships" r:blip="">
          <dgm:adjLst/>
        </dgm:shape>
        <dgm:presOf axis="self"/>
        <dgm:constrLst>
          <dgm:constr type="w" for="ch" forName="iconRect" refType="w" fact="0.35"/>
          <dgm:constr type="h" for="ch" forName="iconRect" refType="w" refFor="ch" refForName="iconRect"/>
          <dgm:constr type="l" for="ch" forName="iconRect"/>
          <dgm:constr type="t" for="ch" forName="iconRect"/>
          <dgm:constr type="w" for="ch" forName="iconSpace" refType="w"/>
          <dgm:constr type="h" for="ch" forName="iconSpace" refType="h" fact="0.043"/>
          <dgm:constr type="l" for="ch" forName="iconSpace"/>
          <dgm:constr type="t" for="ch" forName="iconSpace" refType="b" refFor="ch" refForName="iconRect"/>
          <dgm:constr type="w" for="ch" forName="parTx" refType="w"/>
          <dgm:constr type="h" for="ch" forName="parTx" refType="w" fact="0.15"/>
          <dgm:constr type="l" for="ch" forName="parTx"/>
          <dgm:constr type="t" for="ch" forName="parTx" refType="b" refFor="ch" refForName="iconSpace"/>
          <dgm:constr type="h" for="ch" forName="txSpace" refType="h" fact="0.02"/>
          <dgm:constr type="w" for="ch" forName="txSpace" refType="w"/>
          <dgm:constr type="l" for="ch" forName="txSpace"/>
          <dgm:constr type="t" for="ch" forName="txSpace" refType="b" refFor="ch" refForName="parTx"/>
          <dgm:constr type="w" for="ch" forName="desTx" refType="w"/>
          <dgm:constr type="l" for="ch" forName="desTx"/>
          <dgm:constr type="t" for="ch" forName="desTx" refType="b" refFor="ch" refForName="txSpace"/>
        </dgm:constrLst>
        <dgm:ruleLst>
          <dgm:rule type="h" val="INF" fact="NaN" max="NaN"/>
        </dgm:ruleLst>
        <dgm:layoutNode name="iconRect" styleLbl="node1">
          <dgm:alg type="sp"/>
          <dgm:shape xmlns:r="http://schemas.openxmlformats.org/officeDocument/2006/relationships" type="rect" r:blip="" blipPhldr="1">
            <dgm:adjLst/>
          </dgm:shape>
          <dgm:presOf/>
          <dgm:constrLst/>
          <dgm:ruleLst/>
        </dgm:layoutNode>
        <dgm:layoutNode name="iconSpace">
          <dgm:alg type="sp"/>
          <dgm:shape xmlns:r="http://schemas.openxmlformats.org/officeDocument/2006/relationships" r:blip="">
            <dgm:adjLst/>
          </dgm:shape>
          <dgm:presOf/>
          <dgm:constrLst/>
          <dgm:ruleLst/>
        </dgm:layoutNode>
        <dgm:layoutNode name="parTx" styleLbl="revTx">
          <dgm:varLst>
            <dgm:chMax val="0"/>
            <dgm:chPref val="0"/>
          </dgm:varLst>
          <dgm:alg type="tx">
            <dgm:param type="txAnchorVert" val="t"/>
            <dgm:param type="parTxLTRAlign" val="l"/>
            <dgm:param type="shpTxLTRAlignCh" val="l"/>
            <dgm:param type="parTxRTLAlign" val="r"/>
            <dgm:param type="shpTxRTLAlignCh" val="r"/>
          </dgm:alg>
          <dgm:shape xmlns:r="http://schemas.openxmlformats.org/officeDocument/2006/relationships" type="rect" r:blip="">
            <dgm:adjLst/>
          </dgm:shape>
          <dgm:presOf axis="self" ptType="node"/>
          <dgm:constrLst>
            <dgm:constr type="lMarg"/>
            <dgm:constr type="rMarg"/>
            <dgm:constr type="tMarg"/>
            <dgm:constr type="bMarg"/>
          </dgm:constrLst>
          <dgm:ruleLst>
            <dgm:rule type="primFontSz" val="14" fact="NaN" max="NaN"/>
            <dgm:rule type="h" val="INF" fact="NaN" max="NaN"/>
          </dgm:ruleLst>
        </dgm:layoutNode>
        <dgm:layoutNode name="txSpace">
          <dgm:alg type="sp"/>
          <dgm:shape xmlns:r="http://schemas.openxmlformats.org/officeDocument/2006/relationships" r:blip="">
            <dgm:adjLst/>
          </dgm:shape>
          <dgm:presOf/>
          <dgm:constrLst/>
          <dgm:ruleLst/>
        </dgm:layoutNode>
        <dgm:layoutNode name="desTx" styleLbl="revTx">
          <dgm:varLst/>
          <dgm:alg type="tx">
            <dgm:param type="stBulletLvl" val="0"/>
            <dgm:param type="txAnchorVert" val="t"/>
            <dgm:param type="parTxLTRAlign" val="l"/>
            <dgm:param type="shpTxLTRAlignCh" val="l"/>
            <dgm:param type="parTxRTLAlign" val="r"/>
            <dgm:param type="shpTxRTLAlignCh" val="r"/>
          </dgm:alg>
          <dgm:shape xmlns:r="http://schemas.openxmlformats.org/officeDocument/2006/relationships" type="rect" r:blip="">
            <dgm:adjLst/>
          </dgm:shape>
          <dgm:presOf axis="des" ptType="node"/>
          <dgm:constrLst>
            <dgm:constr type="secFontSz" refType="primFontSz"/>
            <dgm:constr type="lMarg"/>
            <dgm:constr type="rMarg"/>
            <dgm:constr type="tMarg"/>
            <dgm:constr type="bMarg"/>
          </dgm:constrLst>
          <dgm:ruleLst>
            <dgm:rule type="primFontSz" val="NaN" fact="NaN" max="17"/>
            <dgm:rule type="h" val="INF" fact="NaN" max="NaN"/>
          </dgm:ruleLst>
        </dgm:layoutNode>
      </dgm:layoutNode>
      <dgm:forEach name="Name4" axis="followSib" ptType="sibTrans" cnt="1">
        <dgm:layoutNode name="sibTrans">
          <dgm:alg type="sp"/>
          <dgm:shape xmlns:r="http://schemas.openxmlformats.org/officeDocument/2006/relationships" r:blip="">
            <dgm:adjLst/>
          </dgm:shape>
          <dgm:presOf axis="self"/>
          <dgm:constrLst/>
          <dgm:ruleLst/>
        </dgm:layoutNode>
      </dgm:forEach>
    </dgm:forEach>
  </dgm:layoutNode>
  <dgm:extLst>
    <a:ext uri="{68A01E43-0DF5-4B5B-8FA6-DAF915123BFB}">
      <dgm1612:lstStyle xmlns:dgm1612="http://schemas.microsoft.com/office/drawing/2016/12/diagram">
        <a:lvl1pPr>
          <a:lnSpc>
            <a:spcPct val="100000"/>
          </a:lnSpc>
          <a:defRPr b="1"/>
        </a:lvl1pPr>
        <a:lvl2pPr>
          <a:lnSpc>
            <a:spcPct val="100000"/>
          </a:lnSpc>
        </a:lvl2pPr>
      </dgm1612:lstStyle>
    </a:ext>
  </dgm:extLst>
</dgm:layoutDef>
</file>

<file path=ppt/diagrams/layout65.xml><?xml version="1.0" encoding="utf-8"?>
<dgm:layoutDef xmlns:dgm="http://schemas.openxmlformats.org/drawingml/2006/diagram" xmlns:a="http://schemas.openxmlformats.org/drawingml/2006/main" uniqueId="urn:microsoft.com/office/officeart/2018/5/layout/CenteredIconLabelDescriptionList">
  <dgm:title val="Centered Icon Label Description List"/>
  <dgm:desc val="Use to show non-sequential or grouped chunks of information. The placeholder holds an icon or small picture, and corresponding text boxes show Level 1 and Level 2 text respectively. Works well for minimal Level 1 text accompanied by lengthier Level two text."/>
  <dgm:catLst>
    <dgm:cat type="icon" pri="500"/>
  </dgm:catLst>
  <dgm:sampData useDef="1">
    <dgm:dataModel>
      <dgm:ptLst/>
      <dgm:bg/>
      <dgm:whole/>
    </dgm:dataModel>
  </dgm:sampData>
  <dgm:styleData useDef="1">
    <dgm:dataModel>
      <dgm:ptLst/>
      <dgm:bg/>
      <dgm:whole/>
    </dgm:dataModel>
  </dgm:styleData>
  <dgm:clrData useDef="1">
    <dgm:dataModel>
      <dgm:ptLst/>
      <dgm:bg/>
      <dgm:whole/>
    </dgm:dataModel>
  </dgm:clrData>
  <dgm:layoutNode name="root">
    <dgm:varLst>
      <dgm:dir/>
      <dgm:resizeHandles val="exact"/>
    </dgm:varLst>
    <dgm:choose name="Name0">
      <dgm:if name="Name1" axis="self" func="var" arg="dir" op="equ" val="norm">
        <dgm:alg type="lin"/>
      </dgm:if>
      <dgm:else name="Name2">
        <dgm:alg type="lin">
          <dgm:param type="linDir" val="fromR"/>
        </dgm:alg>
      </dgm:else>
    </dgm:choose>
    <dgm:shape xmlns:r="http://schemas.openxmlformats.org/officeDocument/2006/relationships" r:blip="">
      <dgm:adjLst/>
    </dgm:shape>
    <dgm:presOf/>
    <dgm:constrLst>
      <dgm:constr type="h" for="ch" forName="compNode" refType="h" fact="0.45"/>
      <dgm:constr type="w" for="ch" forName="compNode" val="120"/>
      <dgm:constr type="w" for="ch" forName="sibTrans" refType="w" refFor="ch" refForName="compNode" fact="0.175"/>
      <dgm:constr type="primFontSz" for="des" forName="parTx" val="36"/>
      <dgm:constr type="primFontSz" for="des" forName="desTx" refType="primFontSz" refFor="des" refForName="parTx" op="lte" fact="0.75"/>
      <dgm:constr type="h" for="des" forName="compNode" op="equ"/>
      <dgm:constr type="h" for="des" forName="iconRect" op="equ"/>
      <dgm:constr type="w" for="des" forName="iconRect" op="equ"/>
      <dgm:constr type="h" for="des" forName="iconSpace" op="equ"/>
      <dgm:constr type="h" for="des" forName="parTx" op="equ"/>
      <dgm:constr type="h" for="des" forName="txSpace" op="equ"/>
      <dgm:constr type="h" for="des" forName="desTx" op="equ"/>
    </dgm:constrLst>
    <dgm:ruleLst>
      <dgm:rule type="w" for="ch" forName="compNode" val="0" fact="NaN" max="NaN"/>
    </dgm:ruleLst>
    <dgm:forEach name="Name3" axis="ch" ptType="node">
      <dgm:layoutNode name="compNode">
        <dgm:alg type="composite"/>
        <dgm:shape xmlns:r="http://schemas.openxmlformats.org/officeDocument/2006/relationships" r:blip="">
          <dgm:adjLst/>
        </dgm:shape>
        <dgm:presOf axis="self"/>
        <dgm:constrLst>
          <dgm:constr type="w" for="ch" forName="iconRect" refType="w" fact="0.35"/>
          <dgm:constr type="h" for="ch" forName="iconRect" refType="w" refFor="ch" refForName="iconRect"/>
          <dgm:constr type="ctrX" for="ch" forName="iconRect" refType="w" fact="0.5"/>
          <dgm:constr type="t" for="ch" forName="iconRect"/>
          <dgm:constr type="w" for="ch" forName="iconSpace" refType="w"/>
          <dgm:constr type="h" for="ch" forName="iconSpace" refType="h" fact="0.043"/>
          <dgm:constr type="l" for="ch" forName="iconSpace"/>
          <dgm:constr type="t" for="ch" forName="iconSpace" refType="b" refFor="ch" refForName="iconRect"/>
          <dgm:constr type="w" for="ch" forName="parTx" refType="w"/>
          <dgm:constr type="h" for="ch" forName="parTx" refType="w" fact="0.15"/>
          <dgm:constr type="l" for="ch" forName="parTx"/>
          <dgm:constr type="t" for="ch" forName="parTx" refType="b" refFor="ch" refForName="iconSpace"/>
          <dgm:constr type="h" for="ch" forName="txSpace" refType="h" fact="0.02"/>
          <dgm:constr type="w" for="ch" forName="txSpace" refType="w"/>
          <dgm:constr type="l" for="ch" forName="txSpace"/>
          <dgm:constr type="t" for="ch" forName="txSpace" refType="b" refFor="ch" refForName="parTx"/>
          <dgm:constr type="w" for="ch" forName="desTx" refType="w"/>
          <dgm:constr type="l" for="ch" forName="desTx"/>
          <dgm:constr type="t" for="ch" forName="desTx" refType="b" refFor="ch" refForName="txSpace"/>
        </dgm:constrLst>
        <dgm:ruleLst>
          <dgm:rule type="h" val="INF" fact="NaN" max="NaN"/>
        </dgm:ruleLst>
        <dgm:layoutNode name="iconRect" styleLbl="node1">
          <dgm:alg type="sp"/>
          <dgm:shape xmlns:r="http://schemas.openxmlformats.org/officeDocument/2006/relationships" type="rect" r:blip="" blipPhldr="1">
            <dgm:adjLst/>
          </dgm:shape>
          <dgm:presOf/>
          <dgm:constrLst/>
          <dgm:ruleLst/>
        </dgm:layoutNode>
        <dgm:layoutNode name="iconSpace">
          <dgm:alg type="sp"/>
          <dgm:shape xmlns:r="http://schemas.openxmlformats.org/officeDocument/2006/relationships" r:blip="">
            <dgm:adjLst/>
          </dgm:shape>
          <dgm:presOf/>
          <dgm:constrLst/>
          <dgm:ruleLst/>
        </dgm:layoutNode>
        <dgm:layoutNode name="parTx" styleLbl="revTx">
          <dgm:varLst>
            <dgm:chMax val="0"/>
            <dgm:chPref val="0"/>
          </dgm:varLst>
          <dgm:alg type="tx">
            <dgm:param type="txAnchorVert" val="t"/>
          </dgm:alg>
          <dgm:shape xmlns:r="http://schemas.openxmlformats.org/officeDocument/2006/relationships" type="rect" r:blip="">
            <dgm:adjLst/>
          </dgm:shape>
          <dgm:presOf axis="self" ptType="node"/>
          <dgm:constrLst>
            <dgm:constr type="lMarg"/>
            <dgm:constr type="rMarg"/>
            <dgm:constr type="tMarg"/>
            <dgm:constr type="bMarg"/>
          </dgm:constrLst>
          <dgm:ruleLst>
            <dgm:rule type="primFontSz" val="14" fact="NaN" max="NaN"/>
            <dgm:rule type="h" val="INF" fact="NaN" max="NaN"/>
          </dgm:ruleLst>
        </dgm:layoutNode>
        <dgm:layoutNode name="txSpace">
          <dgm:alg type="sp"/>
          <dgm:shape xmlns:r="http://schemas.openxmlformats.org/officeDocument/2006/relationships" r:blip="">
            <dgm:adjLst/>
          </dgm:shape>
          <dgm:presOf/>
          <dgm:constrLst/>
          <dgm:ruleLst/>
        </dgm:layoutNode>
        <dgm:layoutNode name="desTx" styleLbl="revTx">
          <dgm:varLst/>
          <dgm:alg type="tx">
            <dgm:param type="stBulletLvl" val="0"/>
            <dgm:param type="txAnchorVert" val="t"/>
          </dgm:alg>
          <dgm:shape xmlns:r="http://schemas.openxmlformats.org/officeDocument/2006/relationships" type="rect" r:blip="">
            <dgm:adjLst/>
          </dgm:shape>
          <dgm:presOf axis="des" ptType="node"/>
          <dgm:constrLst>
            <dgm:constr type="secFontSz" refType="primFontSz"/>
            <dgm:constr type="lMarg"/>
            <dgm:constr type="rMarg"/>
            <dgm:constr type="tMarg"/>
            <dgm:constr type="bMarg"/>
          </dgm:constrLst>
          <dgm:ruleLst>
            <dgm:rule type="primFontSz" val="NaN" fact="NaN" max="17"/>
            <dgm:rule type="h" val="INF" fact="NaN" max="NaN"/>
          </dgm:ruleLst>
        </dgm:layoutNode>
      </dgm:layoutNode>
      <dgm:forEach name="Name4" axis="followSib" ptType="sibTrans" cnt="1">
        <dgm:layoutNode name="sibTrans">
          <dgm:alg type="sp"/>
          <dgm:shape xmlns:r="http://schemas.openxmlformats.org/officeDocument/2006/relationships" r:blip="">
            <dgm:adjLst/>
          </dgm:shape>
          <dgm:presOf axis="self"/>
          <dgm:constrLst/>
          <dgm:ruleLst/>
        </dgm:layoutNode>
      </dgm:forEach>
    </dgm:forEach>
  </dgm:layoutNode>
  <dgm:extLst>
    <a:ext uri="{68A01E43-0DF5-4B5B-8FA6-DAF915123BFB}">
      <dgm1612:lstStyle xmlns:dgm1612="http://schemas.microsoft.com/office/drawing/2016/12/diagram">
        <a:lvl1pPr>
          <a:lnSpc>
            <a:spcPct val="100000"/>
          </a:lnSpc>
          <a:defRPr b="1"/>
        </a:lvl1pPr>
        <a:lvl2pPr>
          <a:lnSpc>
            <a:spcPct val="100000"/>
          </a:lnSpc>
        </a:lvl2pPr>
      </dgm1612:lstStyle>
    </a:ext>
  </dgm:extLst>
</dgm:layoutDef>
</file>

<file path=ppt/diagrams/layout66.xml><?xml version="1.0" encoding="utf-8"?>
<dgm:layoutDef xmlns:dgm="http://schemas.openxmlformats.org/drawingml/2006/diagram" xmlns:a="http://schemas.openxmlformats.org/drawingml/2006/main" uniqueId="urn:microsoft.com/office/officeart/2018/5/layout/CenteredIconLabelDescriptionList">
  <dgm:title val="Centered Icon Label Description List"/>
  <dgm:desc val="Use to show non-sequential or grouped chunks of information. The placeholder holds an icon or small picture, and corresponding text boxes show Level 1 and Level 2 text respectively. Works well for minimal Level 1 text accompanied by lengthier Level two text."/>
  <dgm:catLst>
    <dgm:cat type="icon" pri="500"/>
  </dgm:catLst>
  <dgm:sampData useDef="1">
    <dgm:dataModel>
      <dgm:ptLst/>
      <dgm:bg/>
      <dgm:whole/>
    </dgm:dataModel>
  </dgm:sampData>
  <dgm:styleData useDef="1">
    <dgm:dataModel>
      <dgm:ptLst/>
      <dgm:bg/>
      <dgm:whole/>
    </dgm:dataModel>
  </dgm:styleData>
  <dgm:clrData useDef="1">
    <dgm:dataModel>
      <dgm:ptLst/>
      <dgm:bg/>
      <dgm:whole/>
    </dgm:dataModel>
  </dgm:clrData>
  <dgm:layoutNode name="root">
    <dgm:varLst>
      <dgm:dir/>
      <dgm:resizeHandles val="exact"/>
    </dgm:varLst>
    <dgm:choose name="Name0">
      <dgm:if name="Name1" axis="self" func="var" arg="dir" op="equ" val="norm">
        <dgm:alg type="lin"/>
      </dgm:if>
      <dgm:else name="Name2">
        <dgm:alg type="lin">
          <dgm:param type="linDir" val="fromR"/>
        </dgm:alg>
      </dgm:else>
    </dgm:choose>
    <dgm:shape xmlns:r="http://schemas.openxmlformats.org/officeDocument/2006/relationships" r:blip="">
      <dgm:adjLst/>
    </dgm:shape>
    <dgm:presOf/>
    <dgm:constrLst>
      <dgm:constr type="h" for="ch" forName="compNode" refType="h" fact="0.45"/>
      <dgm:constr type="w" for="ch" forName="compNode" val="120"/>
      <dgm:constr type="w" for="ch" forName="sibTrans" refType="w" refFor="ch" refForName="compNode" fact="0.175"/>
      <dgm:constr type="primFontSz" for="des" forName="parTx" val="36"/>
      <dgm:constr type="primFontSz" for="des" forName="desTx" refType="primFontSz" refFor="des" refForName="parTx" op="lte" fact="0.75"/>
      <dgm:constr type="h" for="des" forName="compNode" op="equ"/>
      <dgm:constr type="h" for="des" forName="iconRect" op="equ"/>
      <dgm:constr type="w" for="des" forName="iconRect" op="equ"/>
      <dgm:constr type="h" for="des" forName="iconSpace" op="equ"/>
      <dgm:constr type="h" for="des" forName="parTx" op="equ"/>
      <dgm:constr type="h" for="des" forName="txSpace" op="equ"/>
      <dgm:constr type="h" for="des" forName="desTx" op="equ"/>
    </dgm:constrLst>
    <dgm:ruleLst>
      <dgm:rule type="w" for="ch" forName="compNode" val="0" fact="NaN" max="NaN"/>
    </dgm:ruleLst>
    <dgm:forEach name="Name3" axis="ch" ptType="node">
      <dgm:layoutNode name="compNode">
        <dgm:alg type="composite"/>
        <dgm:shape xmlns:r="http://schemas.openxmlformats.org/officeDocument/2006/relationships" r:blip="">
          <dgm:adjLst/>
        </dgm:shape>
        <dgm:presOf axis="self"/>
        <dgm:constrLst>
          <dgm:constr type="w" for="ch" forName="iconRect" refType="w" fact="0.35"/>
          <dgm:constr type="h" for="ch" forName="iconRect" refType="w" refFor="ch" refForName="iconRect"/>
          <dgm:constr type="ctrX" for="ch" forName="iconRect" refType="w" fact="0.5"/>
          <dgm:constr type="t" for="ch" forName="iconRect"/>
          <dgm:constr type="w" for="ch" forName="iconSpace" refType="w"/>
          <dgm:constr type="h" for="ch" forName="iconSpace" refType="h" fact="0.043"/>
          <dgm:constr type="l" for="ch" forName="iconSpace"/>
          <dgm:constr type="t" for="ch" forName="iconSpace" refType="b" refFor="ch" refForName="iconRect"/>
          <dgm:constr type="w" for="ch" forName="parTx" refType="w"/>
          <dgm:constr type="h" for="ch" forName="parTx" refType="w" fact="0.15"/>
          <dgm:constr type="l" for="ch" forName="parTx"/>
          <dgm:constr type="t" for="ch" forName="parTx" refType="b" refFor="ch" refForName="iconSpace"/>
          <dgm:constr type="h" for="ch" forName="txSpace" refType="h" fact="0.02"/>
          <dgm:constr type="w" for="ch" forName="txSpace" refType="w"/>
          <dgm:constr type="l" for="ch" forName="txSpace"/>
          <dgm:constr type="t" for="ch" forName="txSpace" refType="b" refFor="ch" refForName="parTx"/>
          <dgm:constr type="w" for="ch" forName="desTx" refType="w"/>
          <dgm:constr type="l" for="ch" forName="desTx"/>
          <dgm:constr type="t" for="ch" forName="desTx" refType="b" refFor="ch" refForName="txSpace"/>
        </dgm:constrLst>
        <dgm:ruleLst>
          <dgm:rule type="h" val="INF" fact="NaN" max="NaN"/>
        </dgm:ruleLst>
        <dgm:layoutNode name="iconRect" styleLbl="node1">
          <dgm:alg type="sp"/>
          <dgm:shape xmlns:r="http://schemas.openxmlformats.org/officeDocument/2006/relationships" type="rect" r:blip="" blipPhldr="1">
            <dgm:adjLst/>
          </dgm:shape>
          <dgm:presOf/>
          <dgm:constrLst/>
          <dgm:ruleLst/>
        </dgm:layoutNode>
        <dgm:layoutNode name="iconSpace">
          <dgm:alg type="sp"/>
          <dgm:shape xmlns:r="http://schemas.openxmlformats.org/officeDocument/2006/relationships" r:blip="">
            <dgm:adjLst/>
          </dgm:shape>
          <dgm:presOf/>
          <dgm:constrLst/>
          <dgm:ruleLst/>
        </dgm:layoutNode>
        <dgm:layoutNode name="parTx" styleLbl="revTx">
          <dgm:varLst>
            <dgm:chMax val="0"/>
            <dgm:chPref val="0"/>
          </dgm:varLst>
          <dgm:alg type="tx">
            <dgm:param type="txAnchorVert" val="t"/>
          </dgm:alg>
          <dgm:shape xmlns:r="http://schemas.openxmlformats.org/officeDocument/2006/relationships" type="rect" r:blip="">
            <dgm:adjLst/>
          </dgm:shape>
          <dgm:presOf axis="self" ptType="node"/>
          <dgm:constrLst>
            <dgm:constr type="lMarg"/>
            <dgm:constr type="rMarg"/>
            <dgm:constr type="tMarg"/>
            <dgm:constr type="bMarg"/>
          </dgm:constrLst>
          <dgm:ruleLst>
            <dgm:rule type="primFontSz" val="14" fact="NaN" max="NaN"/>
            <dgm:rule type="h" val="INF" fact="NaN" max="NaN"/>
          </dgm:ruleLst>
        </dgm:layoutNode>
        <dgm:layoutNode name="txSpace">
          <dgm:alg type="sp"/>
          <dgm:shape xmlns:r="http://schemas.openxmlformats.org/officeDocument/2006/relationships" r:blip="">
            <dgm:adjLst/>
          </dgm:shape>
          <dgm:presOf/>
          <dgm:constrLst/>
          <dgm:ruleLst/>
        </dgm:layoutNode>
        <dgm:layoutNode name="desTx" styleLbl="revTx">
          <dgm:varLst/>
          <dgm:alg type="tx">
            <dgm:param type="stBulletLvl" val="0"/>
            <dgm:param type="txAnchorVert" val="t"/>
          </dgm:alg>
          <dgm:shape xmlns:r="http://schemas.openxmlformats.org/officeDocument/2006/relationships" type="rect" r:blip="">
            <dgm:adjLst/>
          </dgm:shape>
          <dgm:presOf axis="des" ptType="node"/>
          <dgm:constrLst>
            <dgm:constr type="secFontSz" refType="primFontSz"/>
            <dgm:constr type="lMarg"/>
            <dgm:constr type="rMarg"/>
            <dgm:constr type="tMarg"/>
            <dgm:constr type="bMarg"/>
          </dgm:constrLst>
          <dgm:ruleLst>
            <dgm:rule type="primFontSz" val="NaN" fact="NaN" max="17"/>
            <dgm:rule type="h" val="INF" fact="NaN" max="NaN"/>
          </dgm:ruleLst>
        </dgm:layoutNode>
      </dgm:layoutNode>
      <dgm:forEach name="Name4" axis="followSib" ptType="sibTrans" cnt="1">
        <dgm:layoutNode name="sibTrans">
          <dgm:alg type="sp"/>
          <dgm:shape xmlns:r="http://schemas.openxmlformats.org/officeDocument/2006/relationships" r:blip="">
            <dgm:adjLst/>
          </dgm:shape>
          <dgm:presOf axis="self"/>
          <dgm:constrLst/>
          <dgm:ruleLst/>
        </dgm:layoutNode>
      </dgm:forEach>
    </dgm:forEach>
  </dgm:layoutNode>
  <dgm:extLst>
    <a:ext uri="{68A01E43-0DF5-4B5B-8FA6-DAF915123BFB}">
      <dgm1612:lstStyle xmlns:dgm1612="http://schemas.microsoft.com/office/drawing/2016/12/diagram">
        <a:lvl1pPr>
          <a:lnSpc>
            <a:spcPct val="100000"/>
          </a:lnSpc>
          <a:defRPr b="1"/>
        </a:lvl1pPr>
        <a:lvl2pPr>
          <a:lnSpc>
            <a:spcPct val="100000"/>
          </a:lnSpc>
        </a:lvl2pPr>
      </dgm1612:lstStyle>
    </a:ext>
  </dgm:extLst>
</dgm:layoutDef>
</file>

<file path=ppt/diagrams/layout67.xml><?xml version="1.0" encoding="utf-8"?>
<dgm:layoutDef xmlns:dgm="http://schemas.openxmlformats.org/drawingml/2006/diagram" xmlns:a="http://schemas.openxmlformats.org/drawingml/2006/main" uniqueId="urn:microsoft.com/office/officeart/2018/5/layout/CenteredIconLabelDescriptionList">
  <dgm:title val="Centered Icon Label Description List"/>
  <dgm:desc val="Use to show non-sequential or grouped chunks of information. The placeholder holds an icon or small picture, and corresponding text boxes show Level 1 and Level 2 text respectively. Works well for minimal Level 1 text accompanied by lengthier Level two text."/>
  <dgm:catLst>
    <dgm:cat type="icon" pri="500"/>
  </dgm:catLst>
  <dgm:sampData useDef="1">
    <dgm:dataModel>
      <dgm:ptLst/>
      <dgm:bg/>
      <dgm:whole/>
    </dgm:dataModel>
  </dgm:sampData>
  <dgm:styleData useDef="1">
    <dgm:dataModel>
      <dgm:ptLst/>
      <dgm:bg/>
      <dgm:whole/>
    </dgm:dataModel>
  </dgm:styleData>
  <dgm:clrData useDef="1">
    <dgm:dataModel>
      <dgm:ptLst/>
      <dgm:bg/>
      <dgm:whole/>
    </dgm:dataModel>
  </dgm:clrData>
  <dgm:layoutNode name="root">
    <dgm:varLst>
      <dgm:dir/>
      <dgm:resizeHandles val="exact"/>
    </dgm:varLst>
    <dgm:choose name="Name0">
      <dgm:if name="Name1" axis="self" func="var" arg="dir" op="equ" val="norm">
        <dgm:alg type="lin"/>
      </dgm:if>
      <dgm:else name="Name2">
        <dgm:alg type="lin">
          <dgm:param type="linDir" val="fromR"/>
        </dgm:alg>
      </dgm:else>
    </dgm:choose>
    <dgm:shape xmlns:r="http://schemas.openxmlformats.org/officeDocument/2006/relationships" r:blip="">
      <dgm:adjLst/>
    </dgm:shape>
    <dgm:presOf/>
    <dgm:constrLst>
      <dgm:constr type="h" for="ch" forName="compNode" refType="h" fact="0.45"/>
      <dgm:constr type="w" for="ch" forName="compNode" val="120"/>
      <dgm:constr type="w" for="ch" forName="sibTrans" refType="w" refFor="ch" refForName="compNode" fact="0.175"/>
      <dgm:constr type="primFontSz" for="des" forName="parTx" val="36"/>
      <dgm:constr type="primFontSz" for="des" forName="desTx" refType="primFontSz" refFor="des" refForName="parTx" op="lte" fact="0.75"/>
      <dgm:constr type="h" for="des" forName="compNode" op="equ"/>
      <dgm:constr type="h" for="des" forName="iconRect" op="equ"/>
      <dgm:constr type="w" for="des" forName="iconRect" op="equ"/>
      <dgm:constr type="h" for="des" forName="iconSpace" op="equ"/>
      <dgm:constr type="h" for="des" forName="parTx" op="equ"/>
      <dgm:constr type="h" for="des" forName="txSpace" op="equ"/>
      <dgm:constr type="h" for="des" forName="desTx" op="equ"/>
    </dgm:constrLst>
    <dgm:ruleLst>
      <dgm:rule type="w" for="ch" forName="compNode" val="0" fact="NaN" max="NaN"/>
    </dgm:ruleLst>
    <dgm:forEach name="Name3" axis="ch" ptType="node">
      <dgm:layoutNode name="compNode">
        <dgm:alg type="composite"/>
        <dgm:shape xmlns:r="http://schemas.openxmlformats.org/officeDocument/2006/relationships" r:blip="">
          <dgm:adjLst/>
        </dgm:shape>
        <dgm:presOf axis="self"/>
        <dgm:constrLst>
          <dgm:constr type="w" for="ch" forName="iconRect" refType="w" fact="0.35"/>
          <dgm:constr type="h" for="ch" forName="iconRect" refType="w" refFor="ch" refForName="iconRect"/>
          <dgm:constr type="ctrX" for="ch" forName="iconRect" refType="w" fact="0.5"/>
          <dgm:constr type="t" for="ch" forName="iconRect"/>
          <dgm:constr type="w" for="ch" forName="iconSpace" refType="w"/>
          <dgm:constr type="h" for="ch" forName="iconSpace" refType="h" fact="0.043"/>
          <dgm:constr type="l" for="ch" forName="iconSpace"/>
          <dgm:constr type="t" for="ch" forName="iconSpace" refType="b" refFor="ch" refForName="iconRect"/>
          <dgm:constr type="w" for="ch" forName="parTx" refType="w"/>
          <dgm:constr type="h" for="ch" forName="parTx" refType="w" fact="0.15"/>
          <dgm:constr type="l" for="ch" forName="parTx"/>
          <dgm:constr type="t" for="ch" forName="parTx" refType="b" refFor="ch" refForName="iconSpace"/>
          <dgm:constr type="h" for="ch" forName="txSpace" refType="h" fact="0.02"/>
          <dgm:constr type="w" for="ch" forName="txSpace" refType="w"/>
          <dgm:constr type="l" for="ch" forName="txSpace"/>
          <dgm:constr type="t" for="ch" forName="txSpace" refType="b" refFor="ch" refForName="parTx"/>
          <dgm:constr type="w" for="ch" forName="desTx" refType="w"/>
          <dgm:constr type="l" for="ch" forName="desTx"/>
          <dgm:constr type="t" for="ch" forName="desTx" refType="b" refFor="ch" refForName="txSpace"/>
        </dgm:constrLst>
        <dgm:ruleLst>
          <dgm:rule type="h" val="INF" fact="NaN" max="NaN"/>
        </dgm:ruleLst>
        <dgm:layoutNode name="iconRect" styleLbl="node1">
          <dgm:alg type="sp"/>
          <dgm:shape xmlns:r="http://schemas.openxmlformats.org/officeDocument/2006/relationships" type="rect" r:blip="" blipPhldr="1">
            <dgm:adjLst/>
          </dgm:shape>
          <dgm:presOf/>
          <dgm:constrLst/>
          <dgm:ruleLst/>
        </dgm:layoutNode>
        <dgm:layoutNode name="iconSpace">
          <dgm:alg type="sp"/>
          <dgm:shape xmlns:r="http://schemas.openxmlformats.org/officeDocument/2006/relationships" r:blip="">
            <dgm:adjLst/>
          </dgm:shape>
          <dgm:presOf/>
          <dgm:constrLst/>
          <dgm:ruleLst/>
        </dgm:layoutNode>
        <dgm:layoutNode name="parTx" styleLbl="revTx">
          <dgm:varLst>
            <dgm:chMax val="0"/>
            <dgm:chPref val="0"/>
          </dgm:varLst>
          <dgm:alg type="tx">
            <dgm:param type="txAnchorVert" val="t"/>
          </dgm:alg>
          <dgm:shape xmlns:r="http://schemas.openxmlformats.org/officeDocument/2006/relationships" type="rect" r:blip="">
            <dgm:adjLst/>
          </dgm:shape>
          <dgm:presOf axis="self" ptType="node"/>
          <dgm:constrLst>
            <dgm:constr type="lMarg"/>
            <dgm:constr type="rMarg"/>
            <dgm:constr type="tMarg"/>
            <dgm:constr type="bMarg"/>
          </dgm:constrLst>
          <dgm:ruleLst>
            <dgm:rule type="primFontSz" val="14" fact="NaN" max="NaN"/>
            <dgm:rule type="h" val="INF" fact="NaN" max="NaN"/>
          </dgm:ruleLst>
        </dgm:layoutNode>
        <dgm:layoutNode name="txSpace">
          <dgm:alg type="sp"/>
          <dgm:shape xmlns:r="http://schemas.openxmlformats.org/officeDocument/2006/relationships" r:blip="">
            <dgm:adjLst/>
          </dgm:shape>
          <dgm:presOf/>
          <dgm:constrLst/>
          <dgm:ruleLst/>
        </dgm:layoutNode>
        <dgm:layoutNode name="desTx" styleLbl="revTx">
          <dgm:varLst/>
          <dgm:alg type="tx">
            <dgm:param type="stBulletLvl" val="0"/>
            <dgm:param type="txAnchorVert" val="t"/>
          </dgm:alg>
          <dgm:shape xmlns:r="http://schemas.openxmlformats.org/officeDocument/2006/relationships" type="rect" r:blip="">
            <dgm:adjLst/>
          </dgm:shape>
          <dgm:presOf axis="des" ptType="node"/>
          <dgm:constrLst>
            <dgm:constr type="secFontSz" refType="primFontSz"/>
            <dgm:constr type="lMarg"/>
            <dgm:constr type="rMarg"/>
            <dgm:constr type="tMarg"/>
            <dgm:constr type="bMarg"/>
          </dgm:constrLst>
          <dgm:ruleLst>
            <dgm:rule type="primFontSz" val="NaN" fact="NaN" max="17"/>
            <dgm:rule type="h" val="INF" fact="NaN" max="NaN"/>
          </dgm:ruleLst>
        </dgm:layoutNode>
      </dgm:layoutNode>
      <dgm:forEach name="Name4" axis="followSib" ptType="sibTrans" cnt="1">
        <dgm:layoutNode name="sibTrans">
          <dgm:alg type="sp"/>
          <dgm:shape xmlns:r="http://schemas.openxmlformats.org/officeDocument/2006/relationships" r:blip="">
            <dgm:adjLst/>
          </dgm:shape>
          <dgm:presOf axis="self"/>
          <dgm:constrLst/>
          <dgm:ruleLst/>
        </dgm:layoutNode>
      </dgm:forEach>
    </dgm:forEach>
  </dgm:layoutNode>
  <dgm:extLst>
    <a:ext uri="{68A01E43-0DF5-4B5B-8FA6-DAF915123BFB}">
      <dgm1612:lstStyle xmlns:dgm1612="http://schemas.microsoft.com/office/drawing/2016/12/diagram">
        <a:lvl1pPr>
          <a:lnSpc>
            <a:spcPct val="100000"/>
          </a:lnSpc>
          <a:defRPr b="1"/>
        </a:lvl1pPr>
        <a:lvl2pPr>
          <a:lnSpc>
            <a:spcPct val="100000"/>
          </a:lnSpc>
        </a:lvl2pPr>
      </dgm1612:lstStyle>
    </a:ext>
  </dgm:extLst>
</dgm:layoutDef>
</file>

<file path=ppt/diagrams/layout68.xml><?xml version="1.0" encoding="utf-8"?>
<dgm:layoutDef xmlns:dgm="http://schemas.openxmlformats.org/drawingml/2006/diagram" xmlns:a="http://schemas.openxmlformats.org/drawingml/2006/main" uniqueId="urn:microsoft.com/office/officeart/2018/5/layout/CenteredIconLabelDescriptionList">
  <dgm:title val="Centered Icon Label Description List"/>
  <dgm:desc val="Use to show non-sequential or grouped chunks of information. The placeholder holds an icon or small picture, and corresponding text boxes show Level 1 and Level 2 text respectively. Works well for minimal Level 1 text accompanied by lengthier Level two text."/>
  <dgm:catLst>
    <dgm:cat type="icon" pri="500"/>
  </dgm:catLst>
  <dgm:sampData useDef="1">
    <dgm:dataModel>
      <dgm:ptLst/>
      <dgm:bg/>
      <dgm:whole/>
    </dgm:dataModel>
  </dgm:sampData>
  <dgm:styleData useDef="1">
    <dgm:dataModel>
      <dgm:ptLst/>
      <dgm:bg/>
      <dgm:whole/>
    </dgm:dataModel>
  </dgm:styleData>
  <dgm:clrData useDef="1">
    <dgm:dataModel>
      <dgm:ptLst/>
      <dgm:bg/>
      <dgm:whole/>
    </dgm:dataModel>
  </dgm:clrData>
  <dgm:layoutNode name="root">
    <dgm:varLst>
      <dgm:dir/>
      <dgm:resizeHandles val="exact"/>
    </dgm:varLst>
    <dgm:choose name="Name0">
      <dgm:if name="Name1" axis="self" func="var" arg="dir" op="equ" val="norm">
        <dgm:alg type="lin"/>
      </dgm:if>
      <dgm:else name="Name2">
        <dgm:alg type="lin">
          <dgm:param type="linDir" val="fromR"/>
        </dgm:alg>
      </dgm:else>
    </dgm:choose>
    <dgm:shape xmlns:r="http://schemas.openxmlformats.org/officeDocument/2006/relationships" r:blip="">
      <dgm:adjLst/>
    </dgm:shape>
    <dgm:presOf/>
    <dgm:constrLst>
      <dgm:constr type="h" for="ch" forName="compNode" refType="h" fact="0.45"/>
      <dgm:constr type="w" for="ch" forName="compNode" val="120"/>
      <dgm:constr type="w" for="ch" forName="sibTrans" refType="w" refFor="ch" refForName="compNode" fact="0.175"/>
      <dgm:constr type="primFontSz" for="des" forName="parTx" val="36"/>
      <dgm:constr type="primFontSz" for="des" forName="desTx" refType="primFontSz" refFor="des" refForName="parTx" op="lte" fact="0.75"/>
      <dgm:constr type="h" for="des" forName="compNode" op="equ"/>
      <dgm:constr type="h" for="des" forName="iconRect" op="equ"/>
      <dgm:constr type="w" for="des" forName="iconRect" op="equ"/>
      <dgm:constr type="h" for="des" forName="iconSpace" op="equ"/>
      <dgm:constr type="h" for="des" forName="parTx" op="equ"/>
      <dgm:constr type="h" for="des" forName="txSpace" op="equ"/>
      <dgm:constr type="h" for="des" forName="desTx" op="equ"/>
    </dgm:constrLst>
    <dgm:ruleLst>
      <dgm:rule type="w" for="ch" forName="compNode" val="0" fact="NaN" max="NaN"/>
    </dgm:ruleLst>
    <dgm:forEach name="Name3" axis="ch" ptType="node">
      <dgm:layoutNode name="compNode">
        <dgm:alg type="composite"/>
        <dgm:shape xmlns:r="http://schemas.openxmlformats.org/officeDocument/2006/relationships" r:blip="">
          <dgm:adjLst/>
        </dgm:shape>
        <dgm:presOf axis="self"/>
        <dgm:constrLst>
          <dgm:constr type="w" for="ch" forName="iconRect" refType="w" fact="0.35"/>
          <dgm:constr type="h" for="ch" forName="iconRect" refType="w" refFor="ch" refForName="iconRect"/>
          <dgm:constr type="ctrX" for="ch" forName="iconRect" refType="w" fact="0.5"/>
          <dgm:constr type="t" for="ch" forName="iconRect"/>
          <dgm:constr type="w" for="ch" forName="iconSpace" refType="w"/>
          <dgm:constr type="h" for="ch" forName="iconSpace" refType="h" fact="0.043"/>
          <dgm:constr type="l" for="ch" forName="iconSpace"/>
          <dgm:constr type="t" for="ch" forName="iconSpace" refType="b" refFor="ch" refForName="iconRect"/>
          <dgm:constr type="w" for="ch" forName="parTx" refType="w"/>
          <dgm:constr type="h" for="ch" forName="parTx" refType="w" fact="0.15"/>
          <dgm:constr type="l" for="ch" forName="parTx"/>
          <dgm:constr type="t" for="ch" forName="parTx" refType="b" refFor="ch" refForName="iconSpace"/>
          <dgm:constr type="h" for="ch" forName="txSpace" refType="h" fact="0.02"/>
          <dgm:constr type="w" for="ch" forName="txSpace" refType="w"/>
          <dgm:constr type="l" for="ch" forName="txSpace"/>
          <dgm:constr type="t" for="ch" forName="txSpace" refType="b" refFor="ch" refForName="parTx"/>
          <dgm:constr type="w" for="ch" forName="desTx" refType="w"/>
          <dgm:constr type="l" for="ch" forName="desTx"/>
          <dgm:constr type="t" for="ch" forName="desTx" refType="b" refFor="ch" refForName="txSpace"/>
        </dgm:constrLst>
        <dgm:ruleLst>
          <dgm:rule type="h" val="INF" fact="NaN" max="NaN"/>
        </dgm:ruleLst>
        <dgm:layoutNode name="iconRect" styleLbl="node1">
          <dgm:alg type="sp"/>
          <dgm:shape xmlns:r="http://schemas.openxmlformats.org/officeDocument/2006/relationships" type="rect" r:blip="" blipPhldr="1">
            <dgm:adjLst/>
          </dgm:shape>
          <dgm:presOf/>
          <dgm:constrLst/>
          <dgm:ruleLst/>
        </dgm:layoutNode>
        <dgm:layoutNode name="iconSpace">
          <dgm:alg type="sp"/>
          <dgm:shape xmlns:r="http://schemas.openxmlformats.org/officeDocument/2006/relationships" r:blip="">
            <dgm:adjLst/>
          </dgm:shape>
          <dgm:presOf/>
          <dgm:constrLst/>
          <dgm:ruleLst/>
        </dgm:layoutNode>
        <dgm:layoutNode name="parTx" styleLbl="revTx">
          <dgm:varLst>
            <dgm:chMax val="0"/>
            <dgm:chPref val="0"/>
          </dgm:varLst>
          <dgm:alg type="tx">
            <dgm:param type="txAnchorVert" val="t"/>
          </dgm:alg>
          <dgm:shape xmlns:r="http://schemas.openxmlformats.org/officeDocument/2006/relationships" type="rect" r:blip="">
            <dgm:adjLst/>
          </dgm:shape>
          <dgm:presOf axis="self" ptType="node"/>
          <dgm:constrLst>
            <dgm:constr type="lMarg"/>
            <dgm:constr type="rMarg"/>
            <dgm:constr type="tMarg"/>
            <dgm:constr type="bMarg"/>
          </dgm:constrLst>
          <dgm:ruleLst>
            <dgm:rule type="primFontSz" val="14" fact="NaN" max="NaN"/>
            <dgm:rule type="h" val="INF" fact="NaN" max="NaN"/>
          </dgm:ruleLst>
        </dgm:layoutNode>
        <dgm:layoutNode name="txSpace">
          <dgm:alg type="sp"/>
          <dgm:shape xmlns:r="http://schemas.openxmlformats.org/officeDocument/2006/relationships" r:blip="">
            <dgm:adjLst/>
          </dgm:shape>
          <dgm:presOf/>
          <dgm:constrLst/>
          <dgm:ruleLst/>
        </dgm:layoutNode>
        <dgm:layoutNode name="desTx" styleLbl="revTx">
          <dgm:varLst/>
          <dgm:alg type="tx">
            <dgm:param type="stBulletLvl" val="0"/>
            <dgm:param type="txAnchorVert" val="t"/>
          </dgm:alg>
          <dgm:shape xmlns:r="http://schemas.openxmlformats.org/officeDocument/2006/relationships" type="rect" r:blip="">
            <dgm:adjLst/>
          </dgm:shape>
          <dgm:presOf axis="des" ptType="node"/>
          <dgm:constrLst>
            <dgm:constr type="secFontSz" refType="primFontSz"/>
            <dgm:constr type="lMarg"/>
            <dgm:constr type="rMarg"/>
            <dgm:constr type="tMarg"/>
            <dgm:constr type="bMarg"/>
          </dgm:constrLst>
          <dgm:ruleLst>
            <dgm:rule type="primFontSz" val="NaN" fact="NaN" max="17"/>
            <dgm:rule type="h" val="INF" fact="NaN" max="NaN"/>
          </dgm:ruleLst>
        </dgm:layoutNode>
      </dgm:layoutNode>
      <dgm:forEach name="Name4" axis="followSib" ptType="sibTrans" cnt="1">
        <dgm:layoutNode name="sibTrans">
          <dgm:alg type="sp"/>
          <dgm:shape xmlns:r="http://schemas.openxmlformats.org/officeDocument/2006/relationships" r:blip="">
            <dgm:adjLst/>
          </dgm:shape>
          <dgm:presOf axis="self"/>
          <dgm:constrLst/>
          <dgm:ruleLst/>
        </dgm:layoutNode>
      </dgm:forEach>
    </dgm:forEach>
  </dgm:layoutNode>
  <dgm:extLst>
    <a:ext uri="{68A01E43-0DF5-4B5B-8FA6-DAF915123BFB}">
      <dgm1612:lstStyle xmlns:dgm1612="http://schemas.microsoft.com/office/drawing/2016/12/diagram">
        <a:lvl1pPr>
          <a:lnSpc>
            <a:spcPct val="100000"/>
          </a:lnSpc>
          <a:defRPr b="1"/>
        </a:lvl1pPr>
        <a:lvl2pPr>
          <a:lnSpc>
            <a:spcPct val="100000"/>
          </a:lnSpc>
        </a:lvl2pPr>
      </dgm1612:lstStyle>
    </a:ext>
  </dgm:extLst>
</dgm:layoutDef>
</file>

<file path=ppt/diagrams/layout69.xml><?xml version="1.0" encoding="utf-8"?>
<dgm:layoutDef xmlns:dgm="http://schemas.openxmlformats.org/drawingml/2006/diagram" xmlns:a="http://schemas.openxmlformats.org/drawingml/2006/main" uniqueId="urn:microsoft.com/office/officeart/2018/5/layout/CenteredIconLabelDescriptionList">
  <dgm:title val="Centered Icon Label Description List"/>
  <dgm:desc val="Use to show non-sequential or grouped chunks of information. The placeholder holds an icon or small picture, and corresponding text boxes show Level 1 and Level 2 text respectively. Works well for minimal Level 1 text accompanied by lengthier Level two text."/>
  <dgm:catLst>
    <dgm:cat type="icon" pri="500"/>
  </dgm:catLst>
  <dgm:sampData useDef="1">
    <dgm:dataModel>
      <dgm:ptLst/>
      <dgm:bg/>
      <dgm:whole/>
    </dgm:dataModel>
  </dgm:sampData>
  <dgm:styleData useDef="1">
    <dgm:dataModel>
      <dgm:ptLst/>
      <dgm:bg/>
      <dgm:whole/>
    </dgm:dataModel>
  </dgm:styleData>
  <dgm:clrData useDef="1">
    <dgm:dataModel>
      <dgm:ptLst/>
      <dgm:bg/>
      <dgm:whole/>
    </dgm:dataModel>
  </dgm:clrData>
  <dgm:layoutNode name="root">
    <dgm:varLst>
      <dgm:dir/>
      <dgm:resizeHandles val="exact"/>
    </dgm:varLst>
    <dgm:choose name="Name0">
      <dgm:if name="Name1" axis="self" func="var" arg="dir" op="equ" val="norm">
        <dgm:alg type="lin"/>
      </dgm:if>
      <dgm:else name="Name2">
        <dgm:alg type="lin">
          <dgm:param type="linDir" val="fromR"/>
        </dgm:alg>
      </dgm:else>
    </dgm:choose>
    <dgm:shape xmlns:r="http://schemas.openxmlformats.org/officeDocument/2006/relationships" r:blip="">
      <dgm:adjLst/>
    </dgm:shape>
    <dgm:presOf/>
    <dgm:constrLst>
      <dgm:constr type="h" for="ch" forName="compNode" refType="h" fact="0.45"/>
      <dgm:constr type="w" for="ch" forName="compNode" val="120"/>
      <dgm:constr type="w" for="ch" forName="sibTrans" refType="w" refFor="ch" refForName="compNode" fact="0.175"/>
      <dgm:constr type="primFontSz" for="des" forName="parTx" val="36"/>
      <dgm:constr type="primFontSz" for="des" forName="desTx" refType="primFontSz" refFor="des" refForName="parTx" op="lte" fact="0.75"/>
      <dgm:constr type="h" for="des" forName="compNode" op="equ"/>
      <dgm:constr type="h" for="des" forName="iconRect" op="equ"/>
      <dgm:constr type="w" for="des" forName="iconRect" op="equ"/>
      <dgm:constr type="h" for="des" forName="iconSpace" op="equ"/>
      <dgm:constr type="h" for="des" forName="parTx" op="equ"/>
      <dgm:constr type="h" for="des" forName="txSpace" op="equ"/>
      <dgm:constr type="h" for="des" forName="desTx" op="equ"/>
    </dgm:constrLst>
    <dgm:ruleLst>
      <dgm:rule type="w" for="ch" forName="compNode" val="0" fact="NaN" max="NaN"/>
    </dgm:ruleLst>
    <dgm:forEach name="Name3" axis="ch" ptType="node">
      <dgm:layoutNode name="compNode">
        <dgm:alg type="composite"/>
        <dgm:shape xmlns:r="http://schemas.openxmlformats.org/officeDocument/2006/relationships" r:blip="">
          <dgm:adjLst/>
        </dgm:shape>
        <dgm:presOf axis="self"/>
        <dgm:constrLst>
          <dgm:constr type="w" for="ch" forName="iconRect" refType="w" fact="0.35"/>
          <dgm:constr type="h" for="ch" forName="iconRect" refType="w" refFor="ch" refForName="iconRect"/>
          <dgm:constr type="ctrX" for="ch" forName="iconRect" refType="w" fact="0.5"/>
          <dgm:constr type="t" for="ch" forName="iconRect"/>
          <dgm:constr type="w" for="ch" forName="iconSpace" refType="w"/>
          <dgm:constr type="h" for="ch" forName="iconSpace" refType="h" fact="0.043"/>
          <dgm:constr type="l" for="ch" forName="iconSpace"/>
          <dgm:constr type="t" for="ch" forName="iconSpace" refType="b" refFor="ch" refForName="iconRect"/>
          <dgm:constr type="w" for="ch" forName="parTx" refType="w"/>
          <dgm:constr type="h" for="ch" forName="parTx" refType="w" fact="0.15"/>
          <dgm:constr type="l" for="ch" forName="parTx"/>
          <dgm:constr type="t" for="ch" forName="parTx" refType="b" refFor="ch" refForName="iconSpace"/>
          <dgm:constr type="h" for="ch" forName="txSpace" refType="h" fact="0.02"/>
          <dgm:constr type="w" for="ch" forName="txSpace" refType="w"/>
          <dgm:constr type="l" for="ch" forName="txSpace"/>
          <dgm:constr type="t" for="ch" forName="txSpace" refType="b" refFor="ch" refForName="parTx"/>
          <dgm:constr type="w" for="ch" forName="desTx" refType="w"/>
          <dgm:constr type="l" for="ch" forName="desTx"/>
          <dgm:constr type="t" for="ch" forName="desTx" refType="b" refFor="ch" refForName="txSpace"/>
        </dgm:constrLst>
        <dgm:ruleLst>
          <dgm:rule type="h" val="INF" fact="NaN" max="NaN"/>
        </dgm:ruleLst>
        <dgm:layoutNode name="iconRect" styleLbl="node1">
          <dgm:alg type="sp"/>
          <dgm:shape xmlns:r="http://schemas.openxmlformats.org/officeDocument/2006/relationships" type="rect" r:blip="" blipPhldr="1">
            <dgm:adjLst/>
          </dgm:shape>
          <dgm:presOf/>
          <dgm:constrLst/>
          <dgm:ruleLst/>
        </dgm:layoutNode>
        <dgm:layoutNode name="iconSpace">
          <dgm:alg type="sp"/>
          <dgm:shape xmlns:r="http://schemas.openxmlformats.org/officeDocument/2006/relationships" r:blip="">
            <dgm:adjLst/>
          </dgm:shape>
          <dgm:presOf/>
          <dgm:constrLst/>
          <dgm:ruleLst/>
        </dgm:layoutNode>
        <dgm:layoutNode name="parTx" styleLbl="revTx">
          <dgm:varLst>
            <dgm:chMax val="0"/>
            <dgm:chPref val="0"/>
          </dgm:varLst>
          <dgm:alg type="tx">
            <dgm:param type="txAnchorVert" val="t"/>
          </dgm:alg>
          <dgm:shape xmlns:r="http://schemas.openxmlformats.org/officeDocument/2006/relationships" type="rect" r:blip="">
            <dgm:adjLst/>
          </dgm:shape>
          <dgm:presOf axis="self" ptType="node"/>
          <dgm:constrLst>
            <dgm:constr type="lMarg"/>
            <dgm:constr type="rMarg"/>
            <dgm:constr type="tMarg"/>
            <dgm:constr type="bMarg"/>
          </dgm:constrLst>
          <dgm:ruleLst>
            <dgm:rule type="primFontSz" val="14" fact="NaN" max="NaN"/>
            <dgm:rule type="h" val="INF" fact="NaN" max="NaN"/>
          </dgm:ruleLst>
        </dgm:layoutNode>
        <dgm:layoutNode name="txSpace">
          <dgm:alg type="sp"/>
          <dgm:shape xmlns:r="http://schemas.openxmlformats.org/officeDocument/2006/relationships" r:blip="">
            <dgm:adjLst/>
          </dgm:shape>
          <dgm:presOf/>
          <dgm:constrLst/>
          <dgm:ruleLst/>
        </dgm:layoutNode>
        <dgm:layoutNode name="desTx" styleLbl="revTx">
          <dgm:varLst/>
          <dgm:alg type="tx">
            <dgm:param type="stBulletLvl" val="0"/>
            <dgm:param type="txAnchorVert" val="t"/>
          </dgm:alg>
          <dgm:shape xmlns:r="http://schemas.openxmlformats.org/officeDocument/2006/relationships" type="rect" r:blip="">
            <dgm:adjLst/>
          </dgm:shape>
          <dgm:presOf axis="des" ptType="node"/>
          <dgm:constrLst>
            <dgm:constr type="secFontSz" refType="primFontSz"/>
            <dgm:constr type="lMarg"/>
            <dgm:constr type="rMarg"/>
            <dgm:constr type="tMarg"/>
            <dgm:constr type="bMarg"/>
          </dgm:constrLst>
          <dgm:ruleLst>
            <dgm:rule type="primFontSz" val="NaN" fact="NaN" max="17"/>
            <dgm:rule type="h" val="INF" fact="NaN" max="NaN"/>
          </dgm:ruleLst>
        </dgm:layoutNode>
      </dgm:layoutNode>
      <dgm:forEach name="Name4" axis="followSib" ptType="sibTrans" cnt="1">
        <dgm:layoutNode name="sibTrans">
          <dgm:alg type="sp"/>
          <dgm:shape xmlns:r="http://schemas.openxmlformats.org/officeDocument/2006/relationships" r:blip="">
            <dgm:adjLst/>
          </dgm:shape>
          <dgm:presOf axis="self"/>
          <dgm:constrLst/>
          <dgm:ruleLst/>
        </dgm:layoutNode>
      </dgm:forEach>
    </dgm:forEach>
  </dgm:layoutNode>
  <dgm:extLst>
    <a:ext uri="{68A01E43-0DF5-4B5B-8FA6-DAF915123BFB}">
      <dgm1612:lstStyle xmlns:dgm1612="http://schemas.microsoft.com/office/drawing/2016/12/diagram">
        <a:lvl1pPr>
          <a:lnSpc>
            <a:spcPct val="100000"/>
          </a:lnSpc>
          <a:defRPr b="1"/>
        </a:lvl1pPr>
        <a:lvl2pPr>
          <a:lnSpc>
            <a:spcPct val="100000"/>
          </a:lnSpc>
        </a:lvl2pPr>
      </dgm1612:lstStyle>
    </a:ext>
  </dgm:extLst>
</dgm:layoutDef>
</file>

<file path=ppt/diagrams/layout70.xml><?xml version="1.0" encoding="utf-8"?>
<dgm:layoutDef xmlns:dgm="http://schemas.openxmlformats.org/drawingml/2006/diagram" xmlns:a="http://schemas.openxmlformats.org/drawingml/2006/main" uniqueId="urn:microsoft.com/office/officeart/2018/2/layout/IconLabelDescriptionList">
  <dgm:title val="Icon Label Description List"/>
  <dgm:desc val="Use to show non-sequential or grouped chunks of information. The placeholder holds an icon or small picture, and corresponding text boxes show Level 1 and Level 2 text respectively. Works well for minimal Level 1 text accompanied by lengthier Level two text."/>
  <dgm:catLst>
    <dgm:cat type="icon" pri="500"/>
  </dgm:catLst>
  <dgm:sampData useDef="1">
    <dgm:dataModel>
      <dgm:ptLst/>
      <dgm:bg/>
      <dgm:whole/>
    </dgm:dataModel>
  </dgm:sampData>
  <dgm:styleData useDef="1">
    <dgm:dataModel>
      <dgm:ptLst/>
      <dgm:bg/>
      <dgm:whole/>
    </dgm:dataModel>
  </dgm:styleData>
  <dgm:clrData useDef="1">
    <dgm:dataModel>
      <dgm:ptLst/>
      <dgm:bg/>
      <dgm:whole/>
    </dgm:dataModel>
  </dgm:clrData>
  <dgm:layoutNode name="root">
    <dgm:varLst>
      <dgm:dir/>
      <dgm:resizeHandles val="exact"/>
    </dgm:varLst>
    <dgm:choose name="Name0">
      <dgm:if name="Name1" axis="self" func="var" arg="dir" op="equ" val="norm">
        <dgm:alg type="lin"/>
      </dgm:if>
      <dgm:else name="Name2">
        <dgm:alg type="lin">
          <dgm:param type="linDir" val="fromR"/>
        </dgm:alg>
      </dgm:else>
    </dgm:choose>
    <dgm:shape xmlns:r="http://schemas.openxmlformats.org/officeDocument/2006/relationships" r:blip="">
      <dgm:adjLst/>
    </dgm:shape>
    <dgm:presOf/>
    <dgm:constrLst>
      <dgm:constr type="h" for="ch" forName="compNode" refType="h" fact="0.45"/>
      <dgm:constr type="w" for="ch" forName="compNode" val="120"/>
      <dgm:constr type="w" for="ch" forName="sibTrans" refType="w" refFor="ch" refForName="compNode" fact="0.175"/>
      <dgm:constr type="primFontSz" for="des" forName="parTx" val="36"/>
      <dgm:constr type="primFontSz" for="des" forName="desTx" refType="primFontSz" refFor="des" refForName="parTx" op="lte" fact="0.75"/>
      <dgm:constr type="h" for="des" forName="compNode" op="equ"/>
      <dgm:constr type="h" for="des" forName="iconRect" op="equ"/>
      <dgm:constr type="w" for="des" forName="iconRect" op="equ"/>
      <dgm:constr type="h" for="des" forName="iconSpace" op="equ"/>
      <dgm:constr type="h" for="des" forName="parTx" op="equ"/>
      <dgm:constr type="h" for="des" forName="txSpace" op="equ"/>
      <dgm:constr type="h" for="des" forName="desTx" op="equ"/>
    </dgm:constrLst>
    <dgm:ruleLst>
      <dgm:rule type="w" for="ch" forName="compNode" val="0" fact="NaN" max="NaN"/>
    </dgm:ruleLst>
    <dgm:forEach name="Name3" axis="ch" ptType="node">
      <dgm:layoutNode name="compNode">
        <dgm:alg type="composite"/>
        <dgm:shape xmlns:r="http://schemas.openxmlformats.org/officeDocument/2006/relationships" r:blip="">
          <dgm:adjLst/>
        </dgm:shape>
        <dgm:presOf axis="self"/>
        <dgm:constrLst>
          <dgm:constr type="w" for="ch" forName="iconRect" refType="w" fact="0.35"/>
          <dgm:constr type="h" for="ch" forName="iconRect" refType="w" refFor="ch" refForName="iconRect"/>
          <dgm:constr type="l" for="ch" forName="iconRect"/>
          <dgm:constr type="t" for="ch" forName="iconRect"/>
          <dgm:constr type="w" for="ch" forName="iconSpace" refType="w"/>
          <dgm:constr type="h" for="ch" forName="iconSpace" refType="h" fact="0.043"/>
          <dgm:constr type="l" for="ch" forName="iconSpace"/>
          <dgm:constr type="t" for="ch" forName="iconSpace" refType="b" refFor="ch" refForName="iconRect"/>
          <dgm:constr type="w" for="ch" forName="parTx" refType="w"/>
          <dgm:constr type="h" for="ch" forName="parTx" refType="w" fact="0.15"/>
          <dgm:constr type="l" for="ch" forName="parTx"/>
          <dgm:constr type="t" for="ch" forName="parTx" refType="b" refFor="ch" refForName="iconSpace"/>
          <dgm:constr type="h" for="ch" forName="txSpace" refType="h" fact="0.02"/>
          <dgm:constr type="w" for="ch" forName="txSpace" refType="w"/>
          <dgm:constr type="l" for="ch" forName="txSpace"/>
          <dgm:constr type="t" for="ch" forName="txSpace" refType="b" refFor="ch" refForName="parTx"/>
          <dgm:constr type="w" for="ch" forName="desTx" refType="w"/>
          <dgm:constr type="l" for="ch" forName="desTx"/>
          <dgm:constr type="t" for="ch" forName="desTx" refType="b" refFor="ch" refForName="txSpace"/>
        </dgm:constrLst>
        <dgm:ruleLst>
          <dgm:rule type="h" val="INF" fact="NaN" max="NaN"/>
        </dgm:ruleLst>
        <dgm:layoutNode name="iconRect" styleLbl="node1">
          <dgm:alg type="sp"/>
          <dgm:shape xmlns:r="http://schemas.openxmlformats.org/officeDocument/2006/relationships" type="rect" r:blip="" blipPhldr="1">
            <dgm:adjLst/>
          </dgm:shape>
          <dgm:presOf/>
          <dgm:constrLst/>
          <dgm:ruleLst/>
        </dgm:layoutNode>
        <dgm:layoutNode name="iconSpace">
          <dgm:alg type="sp"/>
          <dgm:shape xmlns:r="http://schemas.openxmlformats.org/officeDocument/2006/relationships" r:blip="">
            <dgm:adjLst/>
          </dgm:shape>
          <dgm:presOf/>
          <dgm:constrLst/>
          <dgm:ruleLst/>
        </dgm:layoutNode>
        <dgm:layoutNode name="parTx" styleLbl="revTx">
          <dgm:varLst>
            <dgm:chMax val="0"/>
            <dgm:chPref val="0"/>
          </dgm:varLst>
          <dgm:alg type="tx">
            <dgm:param type="txAnchorVert" val="t"/>
            <dgm:param type="parTxLTRAlign" val="l"/>
            <dgm:param type="shpTxLTRAlignCh" val="l"/>
            <dgm:param type="parTxRTLAlign" val="r"/>
            <dgm:param type="shpTxRTLAlignCh" val="r"/>
          </dgm:alg>
          <dgm:shape xmlns:r="http://schemas.openxmlformats.org/officeDocument/2006/relationships" type="rect" r:blip="">
            <dgm:adjLst/>
          </dgm:shape>
          <dgm:presOf axis="self" ptType="node"/>
          <dgm:constrLst>
            <dgm:constr type="lMarg"/>
            <dgm:constr type="rMarg"/>
            <dgm:constr type="tMarg"/>
            <dgm:constr type="bMarg"/>
          </dgm:constrLst>
          <dgm:ruleLst>
            <dgm:rule type="primFontSz" val="14" fact="NaN" max="NaN"/>
            <dgm:rule type="h" val="INF" fact="NaN" max="NaN"/>
          </dgm:ruleLst>
        </dgm:layoutNode>
        <dgm:layoutNode name="txSpace">
          <dgm:alg type="sp"/>
          <dgm:shape xmlns:r="http://schemas.openxmlformats.org/officeDocument/2006/relationships" r:blip="">
            <dgm:adjLst/>
          </dgm:shape>
          <dgm:presOf/>
          <dgm:constrLst/>
          <dgm:ruleLst/>
        </dgm:layoutNode>
        <dgm:layoutNode name="desTx" styleLbl="revTx">
          <dgm:varLst/>
          <dgm:alg type="tx">
            <dgm:param type="stBulletLvl" val="0"/>
            <dgm:param type="txAnchorVert" val="t"/>
            <dgm:param type="parTxLTRAlign" val="l"/>
            <dgm:param type="shpTxLTRAlignCh" val="l"/>
            <dgm:param type="parTxRTLAlign" val="r"/>
            <dgm:param type="shpTxRTLAlignCh" val="r"/>
          </dgm:alg>
          <dgm:shape xmlns:r="http://schemas.openxmlformats.org/officeDocument/2006/relationships" type="rect" r:blip="">
            <dgm:adjLst/>
          </dgm:shape>
          <dgm:presOf axis="des" ptType="node"/>
          <dgm:constrLst>
            <dgm:constr type="secFontSz" refType="primFontSz"/>
            <dgm:constr type="lMarg"/>
            <dgm:constr type="rMarg"/>
            <dgm:constr type="tMarg"/>
            <dgm:constr type="bMarg"/>
          </dgm:constrLst>
          <dgm:ruleLst>
            <dgm:rule type="primFontSz" val="NaN" fact="NaN" max="17"/>
            <dgm:rule type="h" val="INF" fact="NaN" max="NaN"/>
          </dgm:ruleLst>
        </dgm:layoutNode>
      </dgm:layoutNode>
      <dgm:forEach name="Name4" axis="followSib" ptType="sibTrans" cnt="1">
        <dgm:layoutNode name="sibTrans">
          <dgm:alg type="sp"/>
          <dgm:shape xmlns:r="http://schemas.openxmlformats.org/officeDocument/2006/relationships" r:blip="">
            <dgm:adjLst/>
          </dgm:shape>
          <dgm:presOf axis="self"/>
          <dgm:constrLst/>
          <dgm:ruleLst/>
        </dgm:layoutNode>
      </dgm:forEach>
    </dgm:forEach>
  </dgm:layoutNode>
  <dgm:extLst>
    <a:ext uri="{68A01E43-0DF5-4B5B-8FA6-DAF915123BFB}">
      <dgm1612:lstStyle xmlns:dgm1612="http://schemas.microsoft.com/office/drawing/2016/12/diagram">
        <a:lvl1pPr>
          <a:lnSpc>
            <a:spcPct val="100000"/>
          </a:lnSpc>
          <a:defRPr b="1"/>
        </a:lvl1pPr>
        <a:lvl2pPr>
          <a:lnSpc>
            <a:spcPct val="100000"/>
          </a:lnSpc>
        </a:lvl2pPr>
      </dgm1612:lstStyle>
    </a:ext>
  </dgm:extLst>
</dgm:layoutDef>
</file>

<file path=ppt/diagrams/layout71.xml><?xml version="1.0" encoding="utf-8"?>
<dgm:layoutDef xmlns:dgm="http://schemas.openxmlformats.org/drawingml/2006/diagram" xmlns:a="http://schemas.openxmlformats.org/drawingml/2006/main" uniqueId="urn:microsoft.com/office/officeart/2008/layout/LinedList">
  <dgm:title val=""/>
  <dgm:desc val=""/>
  <dgm:catLst>
    <dgm:cat type="hierarchy" pri="8000"/>
    <dgm:cat type="list" pri="2500"/>
  </dgm:catLst>
  <dgm:sampData>
    <dgm:dataModel>
      <dgm:ptLst>
        <dgm:pt modelId="0" type="doc"/>
        <dgm:pt modelId="1">
          <dgm:prSet phldr="1"/>
        </dgm:pt>
        <dgm:pt modelId="11">
          <dgm:prSet phldr="1"/>
        </dgm:pt>
        <dgm:pt modelId="12">
          <dgm:prSet phldr="1"/>
        </dgm:pt>
        <dgm:pt modelId="13">
          <dgm:prSet phldr="1"/>
        </dgm:pt>
      </dgm:ptLst>
      <dgm:cxnLst>
        <dgm:cxn modelId="2" srcId="0" destId="1" srcOrd="0" destOrd="0"/>
        <dgm:cxn modelId="3" srcId="1" destId="11" srcOrd="0" destOrd="0"/>
        <dgm:cxn modelId="4" srcId="1" destId="12" srcOrd="1" destOrd="0"/>
        <dgm:cxn modelId="5" srcId="1" destId="13" srcOrd="2" destOrd="0"/>
      </dgm:cxnLst>
      <dgm:bg/>
      <dgm:whole/>
    </dgm:dataModel>
  </dgm:sampData>
  <dgm:styleData>
    <dgm:dataModel>
      <dgm:ptLst>
        <dgm:pt modelId="0" type="doc"/>
        <dgm:pt modelId="1">
          <dgm:prSet phldr="1"/>
        </dgm:pt>
        <dgm:pt modelId="11">
          <dgm:prSet phldr="1"/>
        </dgm:pt>
        <dgm:pt modelId="12">
          <dgm:prSet phldr="1"/>
        </dgm:pt>
      </dgm:ptLst>
      <dgm:cxnLst>
        <dgm:cxn modelId="2" srcId="0" destId="1" srcOrd="0" destOrd="0"/>
        <dgm:cxn modelId="3" srcId="1" destId="11" srcOrd="0" destOrd="0"/>
        <dgm:cxn modelId="4" srcId="1" destId="12" srcOrd="1" destOrd="0"/>
      </dgm:cxnLst>
      <dgm:bg/>
      <dgm:whole/>
    </dgm:dataModel>
  </dgm:styleData>
  <dgm:clrData>
    <dgm:dataModel>
      <dgm:ptLst>
        <dgm:pt modelId="0" type="doc"/>
        <dgm:pt modelId="1">
          <dgm:prSet phldr="1"/>
        </dgm:pt>
        <dgm:pt modelId="11">
          <dgm:prSet phldr="1"/>
        </dgm:pt>
        <dgm:pt modelId="12">
          <dgm:prSet phldr="1"/>
        </dgm:pt>
      </dgm:ptLst>
      <dgm:cxnLst>
        <dgm:cxn modelId="2" srcId="0" destId="1" srcOrd="0" destOrd="0"/>
        <dgm:cxn modelId="3" srcId="1" destId="11" srcOrd="0" destOrd="0"/>
        <dgm:cxn modelId="4" srcId="1" destId="12" srcOrd="1" destOrd="0"/>
      </dgm:cxnLst>
      <dgm:bg/>
      <dgm:whole/>
    </dgm:dataModel>
  </dgm:clrData>
  <dgm:layoutNode name="vert0">
    <dgm:varLst>
      <dgm:dir/>
      <dgm:animOne val="branch"/>
      <dgm:animLvl val="lvl"/>
    </dgm:varLst>
    <dgm:choose name="Name0">
      <dgm:if name="Name1" func="var" arg="dir" op="equ" val="norm">
        <dgm:alg type="lin">
          <dgm:param type="linDir" val="fromT"/>
          <dgm:param type="nodeHorzAlign" val="l"/>
        </dgm:alg>
      </dgm:if>
      <dgm:else name="Name2">
        <dgm:alg type="lin">
          <dgm:param type="linDir" val="fromT"/>
          <dgm:param type="nodeHorzAlign" val="r"/>
        </dgm:alg>
      </dgm:else>
    </dgm:choose>
    <dgm:shape xmlns:r="http://schemas.openxmlformats.org/officeDocument/2006/relationships" r:blip="">
      <dgm:adjLst/>
    </dgm:shape>
    <dgm:presOf/>
    <dgm:constrLst>
      <dgm:constr type="w" for="ch" forName="horz1" refType="w"/>
      <dgm:constr type="h" for="ch" forName="horz1" refType="h"/>
      <dgm:constr type="h" for="des" forName="vert1" refType="h"/>
      <dgm:constr type="h" for="des" forName="tx1" refType="h"/>
      <dgm:constr type="h" for="des" forName="horz2" refType="h"/>
      <dgm:constr type="h" for="des" forName="vert2" refType="h"/>
      <dgm:constr type="h" for="des" forName="horz3" refType="h"/>
      <dgm:constr type="h" for="des" forName="vert3" refType="h"/>
      <dgm:constr type="h" for="des" forName="horz4" refType="h"/>
      <dgm:constr type="h" for="des" ptType="node" refType="h"/>
      <dgm:constr type="primFontSz" for="des" forName="tx1" op="equ" val="65"/>
      <dgm:constr type="primFontSz" for="des" forName="tx2" op="equ" val="65"/>
      <dgm:constr type="primFontSz" for="des" forName="tx3" op="equ" val="65"/>
      <dgm:constr type="primFontSz" for="des" forName="tx4" op="equ" val="65"/>
      <dgm:constr type="w" for="des" forName="thickLine" refType="w"/>
      <dgm:constr type="h" for="des" forName="thickLine"/>
      <dgm:constr type="h" for="des" forName="thinLine1"/>
      <dgm:constr type="h" for="des" forName="thinLine2b"/>
      <dgm:constr type="h" for="des" forName="thinLine3"/>
      <dgm:constr type="h" for="des" forName="vertSpace2a" refType="h" fact="0.05"/>
      <dgm:constr type="h" for="des" forName="vertSpace2b" refType="h" refFor="des" refForName="vertSpace2a"/>
    </dgm:constrLst>
    <dgm:forEach name="Name3" axis="ch" ptType="node">
      <dgm:layoutNode name="thickLine" styleLbl="alignNode1">
        <dgm:alg type="sp"/>
        <dgm:shape xmlns:r="http://schemas.openxmlformats.org/officeDocument/2006/relationships" type="line" r:blip="">
          <dgm:adjLst/>
        </dgm:shape>
        <dgm:presOf/>
      </dgm:layoutNode>
      <dgm:layoutNode name="horz1">
        <dgm:choose name="Name4">
          <dgm:if name="Name5" func="var" arg="dir" op="equ" val="norm">
            <dgm:alg type="lin">
              <dgm:param type="linDir" val="fromL"/>
              <dgm:param type="nodeVertAlign" val="t"/>
            </dgm:alg>
          </dgm:if>
          <dgm:else name="Name6">
            <dgm:alg type="lin">
              <dgm:param type="linDir" val="fromR"/>
              <dgm:param type="nodeVertAlign" val="t"/>
            </dgm:alg>
          </dgm:else>
        </dgm:choose>
        <dgm:shape xmlns:r="http://schemas.openxmlformats.org/officeDocument/2006/relationships" r:blip="">
          <dgm:adjLst/>
        </dgm:shape>
        <dgm:presOf/>
        <dgm:choose name="Name7">
          <dgm:if name="Name8" axis="root des" func="maxDepth" op="equ" val="1">
            <dgm:constrLst>
              <dgm:constr type="w" for="ch" forName="tx1" refType="w"/>
            </dgm:constrLst>
          </dgm:if>
          <dgm:if name="Name9" axis="root des" func="maxDepth" op="equ" val="2">
            <dgm:constrLst>
              <dgm:constr type="w" for="ch" forName="tx1" refType="w" fact="0.2"/>
              <dgm:constr type="w" for="des" forName="tx2" refType="w" fact="0.785"/>
              <dgm:constr type="w" for="des" forName="horzSpace2" refType="w" fact="0.015"/>
              <dgm:constr type="w" for="des" forName="thinLine2b" refType="w" fact="0.8"/>
            </dgm:constrLst>
          </dgm:if>
          <dgm:if name="Name10" axis="root des" func="maxDepth" op="equ" val="3">
            <dgm:constrLst>
              <dgm:constr type="w" for="ch" forName="tx1" refType="w" fact="0.2"/>
              <dgm:constr type="w" for="des" forName="tx2" refType="w" fact="0.385"/>
              <dgm:constr type="w" for="des" forName="tx3" refType="w" fact="0.385"/>
              <dgm:constr type="w" for="des" forName="horzSpace2" refType="w" fact="0.015"/>
              <dgm:constr type="w" for="des" forName="horzSpace3" refType="w" fact="0.015"/>
              <dgm:constr type="w" for="des" forName="thinLine2b" refType="w" fact="0.8"/>
              <dgm:constr type="w" for="des" forName="thinLine3" refType="w" fact="0.385"/>
            </dgm:constrLst>
          </dgm:if>
          <dgm:if name="Name11" axis="root des" func="maxDepth" op="gte" val="4">
            <dgm:constrLst>
              <dgm:constr type="w" for="ch" forName="tx1" refType="w" fact="0.2"/>
              <dgm:constr type="w" for="des" forName="tx2" refType="w" fact="0.2516"/>
              <dgm:constr type="w" for="des" forName="tx3" refType="w" fact="0.2516"/>
              <dgm:constr type="w" for="des" forName="tx4" refType="w" fact="0.2516"/>
              <dgm:constr type="w" for="des" forName="horzSpace2" refType="w" fact="0.015"/>
              <dgm:constr type="w" for="des" forName="horzSpace3" refType="w" fact="0.015"/>
              <dgm:constr type="w" for="des" forName="horzSpace4" refType="w" fact="0.015"/>
              <dgm:constr type="w" for="des" forName="thinLine2b" refType="w" fact="0.8"/>
              <dgm:constr type="w" for="des" forName="thinLine3" refType="w" fact="0.5332"/>
            </dgm:constrLst>
          </dgm:if>
          <dgm:else name="Name12"/>
        </dgm:choose>
        <dgm:layoutNode name="tx1" styleLbl="revTx">
          <dgm:alg type="tx">
            <dgm:param type="parTxLTRAlign" val="l"/>
            <dgm:param type="parTxRTLAlign" val="r"/>
            <dgm:param type="txAnchorVert" val="t"/>
          </dgm:alg>
          <dgm:shape xmlns:r="http://schemas.openxmlformats.org/officeDocument/2006/relationships" type="rect" r:blip="">
            <dgm:adjLst/>
          </dgm:shape>
          <dgm:presOf axis="self"/>
          <dgm:constrLst>
            <dgm:constr type="tMarg" refType="primFontSz" fact="0.3"/>
            <dgm:constr type="bMarg" refType="primFontSz" fact="0.3"/>
            <dgm:constr type="lMarg" refType="primFontSz" fact="0.3"/>
            <dgm:constr type="rMarg" refType="primFontSz" fact="0.3"/>
          </dgm:constrLst>
          <dgm:ruleLst>
            <dgm:rule type="primFontSz" val="5" fact="NaN" max="NaN"/>
          </dgm:ruleLst>
        </dgm:layoutNode>
        <dgm:layoutNode name="vert1">
          <dgm:choose name="Name13">
            <dgm:if name="Name14" func="var" arg="dir" op="equ" val="norm">
              <dgm:alg type="lin">
                <dgm:param type="linDir" val="fromT"/>
                <dgm:param type="nodeHorzAlign" val="l"/>
              </dgm:alg>
            </dgm:if>
            <dgm:else name="Name15">
              <dgm:alg type="lin">
                <dgm:param type="linDir" val="fromT"/>
                <dgm:param type="nodeHorzAlign" val="r"/>
              </dgm:alg>
            </dgm:else>
          </dgm:choose>
          <dgm:shape xmlns:r="http://schemas.openxmlformats.org/officeDocument/2006/relationships" r:blip="">
            <dgm:adjLst/>
          </dgm:shape>
          <dgm:presOf/>
          <dgm:forEach name="Name16" axis="ch" ptType="node">
            <dgm:choose name="Name17">
              <dgm:if name="Name18" axis="self" ptType="node" func="pos" op="equ" val="1">
                <dgm:layoutNode name="vertSpace2a">
                  <dgm:alg type="sp"/>
                  <dgm:shape xmlns:r="http://schemas.openxmlformats.org/officeDocument/2006/relationships" r:blip="">
                    <dgm:adjLst/>
                  </dgm:shape>
                  <dgm:presOf/>
                </dgm:layoutNode>
              </dgm:if>
              <dgm:else name="Name19"/>
            </dgm:choose>
            <dgm:layoutNode name="horz2">
              <dgm:choose name="Name20">
                <dgm:if name="Name21" func="var" arg="dir" op="equ" val="norm">
                  <dgm:alg type="lin">
                    <dgm:param type="linDir" val="fromL"/>
                    <dgm:param type="nodeVertAlign" val="t"/>
                  </dgm:alg>
                </dgm:if>
                <dgm:else name="Name22">
                  <dgm:alg type="lin">
                    <dgm:param type="linDir" val="fromR"/>
                    <dgm:param type="nodeVertAlign" val="t"/>
                  </dgm:alg>
                </dgm:else>
              </dgm:choose>
              <dgm:shape xmlns:r="http://schemas.openxmlformats.org/officeDocument/2006/relationships" r:blip="">
                <dgm:adjLst/>
              </dgm:shape>
              <dgm:presOf/>
              <dgm:layoutNode name="horzSpace2">
                <dgm:alg type="sp"/>
                <dgm:shape xmlns:r="http://schemas.openxmlformats.org/officeDocument/2006/relationships" r:blip="">
                  <dgm:adjLst/>
                </dgm:shape>
                <dgm:presOf/>
              </dgm:layoutNode>
              <dgm:layoutNode name="tx2" styleLbl="revTx">
                <dgm:alg type="tx">
                  <dgm:param type="parTxLTRAlign" val="l"/>
                  <dgm:param type="parTxRTLAlign" val="r"/>
                  <dgm:param type="txAnchorVert" val="t"/>
                </dgm:alg>
                <dgm:shape xmlns:r="http://schemas.openxmlformats.org/officeDocument/2006/relationships" type="rect" r:blip="">
                  <dgm:adjLst/>
                </dgm:shape>
                <dgm:presOf axis="self"/>
                <dgm:constrLst>
                  <dgm:constr type="tMarg" refType="primFontSz" fact="0.3"/>
                  <dgm:constr type="bMarg" refType="primFontSz" fact="0.3"/>
                  <dgm:constr type="lMarg" refType="primFontSz" fact="0.3"/>
                  <dgm:constr type="rMarg" refType="primFontSz" fact="0.3"/>
                </dgm:constrLst>
                <dgm:ruleLst>
                  <dgm:rule type="primFontSz" val="5" fact="NaN" max="NaN"/>
                </dgm:ruleLst>
              </dgm:layoutNode>
              <dgm:layoutNode name="vert2">
                <dgm:choose name="Name23">
                  <dgm:if name="Name24" func="var" arg="dir" op="equ" val="norm">
                    <dgm:alg type="lin">
                      <dgm:param type="linDir" val="fromT"/>
                      <dgm:param type="nodeHorzAlign" val="l"/>
                    </dgm:alg>
                  </dgm:if>
                  <dgm:else name="Name25">
                    <dgm:alg type="lin">
                      <dgm:param type="linDir" val="fromT"/>
                      <dgm:param type="nodeHorzAlign" val="r"/>
                    </dgm:alg>
                  </dgm:else>
                </dgm:choose>
                <dgm:shape xmlns:r="http://schemas.openxmlformats.org/officeDocument/2006/relationships" r:blip="">
                  <dgm:adjLst/>
                </dgm:shape>
                <dgm:presOf/>
                <dgm:forEach name="Name26" axis="ch" ptType="node">
                  <dgm:layoutNode name="horz3">
                    <dgm:choose name="Name27">
                      <dgm:if name="Name28" func="var" arg="dir" op="equ" val="norm">
                        <dgm:alg type="lin">
                          <dgm:param type="linDir" val="fromL"/>
                          <dgm:param type="nodeVertAlign" val="t"/>
                        </dgm:alg>
                      </dgm:if>
                      <dgm:else name="Name29">
                        <dgm:alg type="lin">
                          <dgm:param type="linDir" val="fromR"/>
                          <dgm:param type="nodeVertAlign" val="t"/>
                        </dgm:alg>
                      </dgm:else>
                    </dgm:choose>
                    <dgm:shape xmlns:r="http://schemas.openxmlformats.org/officeDocument/2006/relationships" r:blip="">
                      <dgm:adjLst/>
                    </dgm:shape>
                    <dgm:presOf/>
                    <dgm:layoutNode name="horzSpace3">
                      <dgm:alg type="sp"/>
                      <dgm:shape xmlns:r="http://schemas.openxmlformats.org/officeDocument/2006/relationships" r:blip="">
                        <dgm:adjLst/>
                      </dgm:shape>
                      <dgm:presOf/>
                    </dgm:layoutNode>
                    <dgm:layoutNode name="tx3" styleLbl="revTx">
                      <dgm:alg type="tx">
                        <dgm:param type="parTxLTRAlign" val="l"/>
                        <dgm:param type="parTxRTLAlign" val="r"/>
                        <dgm:param type="txAnchorVert" val="t"/>
                      </dgm:alg>
                      <dgm:shape xmlns:r="http://schemas.openxmlformats.org/officeDocument/2006/relationships" type="rect" r:blip="">
                        <dgm:adjLst/>
                      </dgm:shape>
                      <dgm:presOf axis="self"/>
                      <dgm:constrLst>
                        <dgm:constr type="tMarg" refType="primFontSz" fact="0.3"/>
                        <dgm:constr type="bMarg" refType="primFontSz" fact="0.3"/>
                        <dgm:constr type="lMarg" refType="primFontSz" fact="0.3"/>
                        <dgm:constr type="rMarg" refType="primFontSz" fact="0.3"/>
                      </dgm:constrLst>
                      <dgm:ruleLst>
                        <dgm:rule type="primFontSz" val="5" fact="NaN" max="NaN"/>
                      </dgm:ruleLst>
                    </dgm:layoutNode>
                    <dgm:layoutNode name="vert3">
                      <dgm:choose name="Name30">
                        <dgm:if name="Name31" func="var" arg="dir" op="equ" val="norm">
                          <dgm:alg type="lin">
                            <dgm:param type="linDir" val="fromT"/>
                            <dgm:param type="nodeHorzAlign" val="l"/>
                          </dgm:alg>
                        </dgm:if>
                        <dgm:else name="Name32">
                          <dgm:alg type="lin">
                            <dgm:param type="linDir" val="fromT"/>
                            <dgm:param type="nodeHorzAlign" val="r"/>
                          </dgm:alg>
                        </dgm:else>
                      </dgm:choose>
                      <dgm:shape xmlns:r="http://schemas.openxmlformats.org/officeDocument/2006/relationships" r:blip="">
                        <dgm:adjLst/>
                      </dgm:shape>
                      <dgm:presOf/>
                      <dgm:forEach name="Name33" axis="ch" ptType="node">
                        <dgm:layoutNode name="horz4">
                          <dgm:choose name="Name34">
                            <dgm:if name="Name35" func="var" arg="dir" op="equ" val="norm">
                              <dgm:alg type="lin">
                                <dgm:param type="linDir" val="fromL"/>
                                <dgm:param type="nodeVertAlign" val="t"/>
                              </dgm:alg>
                            </dgm:if>
                            <dgm:else name="Name36">
                              <dgm:alg type="lin">
                                <dgm:param type="linDir" val="fromR"/>
                                <dgm:param type="nodeVertAlign" val="t"/>
                              </dgm:alg>
                            </dgm:else>
                          </dgm:choose>
                          <dgm:shape xmlns:r="http://schemas.openxmlformats.org/officeDocument/2006/relationships" r:blip="">
                            <dgm:adjLst/>
                          </dgm:shape>
                          <dgm:presOf/>
                          <dgm:layoutNode name="horzSpace4">
                            <dgm:alg type="sp"/>
                            <dgm:shape xmlns:r="http://schemas.openxmlformats.org/officeDocument/2006/relationships" r:blip="">
                              <dgm:adjLst/>
                            </dgm:shape>
                            <dgm:presOf/>
                          </dgm:layoutNode>
                          <dgm:layoutNode name="tx4" styleLbl="revTx">
                            <dgm:varLst>
                              <dgm:bulletEnabled val="1"/>
                            </dgm:varLst>
                            <dgm:alg type="tx">
                              <dgm:param type="parTxLTRAlign" val="l"/>
                              <dgm:param type="parTxRTLAlign" val="r"/>
                              <dgm:param type="txAnchorVert" val="t"/>
                            </dgm:alg>
                            <dgm:shape xmlns:r="http://schemas.openxmlformats.org/officeDocument/2006/relationships" type="rect" r:blip="">
                              <dgm:adjLst/>
                            </dgm:shape>
                            <dgm:presOf axis="desOrSelf" ptType="node"/>
                            <dgm:constrLst>
                              <dgm:constr type="tMarg" refType="primFontSz" fact="0.3"/>
                              <dgm:constr type="bMarg" refType="primFontSz" fact="0.3"/>
                              <dgm:constr type="lMarg" refType="primFontSz" fact="0.3"/>
                              <dgm:constr type="rMarg" refType="primFontSz" fact="0.3"/>
                            </dgm:constrLst>
                            <dgm:ruleLst>
                              <dgm:rule type="primFontSz" val="5" fact="NaN" max="NaN"/>
                            </dgm:ruleLst>
                          </dgm:layoutNode>
                        </dgm:layoutNode>
                      </dgm:forEach>
                    </dgm:layoutNode>
                  </dgm:layoutNode>
                  <dgm:forEach name="Name37" axis="followSib" ptType="sibTrans" cnt="1">
                    <dgm:layoutNode name="thinLine3" styleLbl="callout">
                      <dgm:alg type="sp"/>
                      <dgm:shape xmlns:r="http://schemas.openxmlformats.org/officeDocument/2006/relationships" type="line" r:blip="">
                        <dgm:adjLst/>
                      </dgm:shape>
                      <dgm:presOf/>
                    </dgm:layoutNode>
                  </dgm:forEach>
                </dgm:forEach>
              </dgm:layoutNode>
            </dgm:layoutNode>
            <dgm:layoutNode name="thinLine2b" styleLbl="callout">
              <dgm:alg type="sp"/>
              <dgm:shape xmlns:r="http://schemas.openxmlformats.org/officeDocument/2006/relationships" type="line" r:blip="">
                <dgm:adjLst/>
              </dgm:shape>
              <dgm:presOf/>
            </dgm:layoutNode>
            <dgm:layoutNode name="vertSpace2b">
              <dgm:alg type="sp"/>
              <dgm:shape xmlns:r="http://schemas.openxmlformats.org/officeDocument/2006/relationships" r:blip="">
                <dgm:adjLst/>
              </dgm:shape>
              <dgm:presOf/>
            </dgm:layoutNode>
          </dgm:forEach>
        </dgm:layoutNode>
      </dgm:layoutNode>
    </dgm:forEach>
  </dgm:layoutNode>
</dgm:layoutDef>
</file>

<file path=ppt/diagrams/layout72.xml><?xml version="1.0" encoding="utf-8"?>
<dgm:layoutDef xmlns:dgm="http://schemas.openxmlformats.org/drawingml/2006/diagram" xmlns:a="http://schemas.openxmlformats.org/drawingml/2006/main" uniqueId="urn:microsoft.com/office/officeart/2005/8/layout/hList1">
  <dgm:title val=""/>
  <dgm:desc val=""/>
  <dgm:catLst>
    <dgm:cat type="list" pri="5000"/>
    <dgm:cat type="convert" pri="5000"/>
  </dgm:catLst>
  <dgm:sampData>
    <dgm:dataModel>
      <dgm:ptLst>
        <dgm:pt modelId="0" type="doc"/>
        <dgm:pt modelId="1">
          <dgm:prSet phldr="1"/>
        </dgm:pt>
        <dgm:pt modelId="11">
          <dgm:prSet phldr="1"/>
        </dgm:pt>
        <dgm:pt modelId="12">
          <dgm:prSet phldr="1"/>
        </dgm:pt>
        <dgm:pt modelId="2">
          <dgm:prSet phldr="1"/>
        </dgm:pt>
        <dgm:pt modelId="21">
          <dgm:prSet phldr="1"/>
        </dgm:pt>
        <dgm:pt modelId="22">
          <dgm:prSet phldr="1"/>
        </dgm:pt>
        <dgm:pt modelId="3">
          <dgm:prSet phldr="1"/>
        </dgm:pt>
        <dgm:pt modelId="31">
          <dgm:prSet phldr="1"/>
        </dgm:pt>
        <dgm:pt modelId="32">
          <dgm:prSet phldr="1"/>
        </dgm:pt>
      </dgm:ptLst>
      <dgm:cxnLst>
        <dgm:cxn modelId="4" srcId="0" destId="1" srcOrd="0" destOrd="0"/>
        <dgm:cxn modelId="5" srcId="0" destId="2" srcOrd="1" destOrd="0"/>
        <dgm:cxn modelId="6" srcId="0" destId="3" srcOrd="2" destOrd="0"/>
        <dgm:cxn modelId="13" srcId="1" destId="11" srcOrd="0" destOrd="0"/>
        <dgm:cxn modelId="14" srcId="1" destId="12" srcOrd="1" destOrd="0"/>
        <dgm:cxn modelId="23" srcId="2" destId="21" srcOrd="0" destOrd="0"/>
        <dgm:cxn modelId="24" srcId="2" destId="22" srcOrd="1" destOrd="0"/>
        <dgm:cxn modelId="33" srcId="3" destId="31" srcOrd="0" destOrd="0"/>
        <dgm:cxn modelId="34" srcId="3" destId="32" srcOrd="1" destOrd="0"/>
      </dgm:cxnLst>
      <dgm:bg/>
      <dgm:whole/>
    </dgm:dataModel>
  </dgm:sampData>
  <dgm:styleData>
    <dgm:dataModel>
      <dgm:ptLst>
        <dgm:pt modelId="0" type="doc"/>
        <dgm:pt modelId="1">
          <dgm:prSet phldr="1"/>
        </dgm:pt>
        <dgm:pt modelId="2">
          <dgm:prSet phldr="1"/>
        </dgm:pt>
      </dgm:ptLst>
      <dgm:cxnLst>
        <dgm:cxn modelId="3" srcId="0" destId="1" srcOrd="0" destOrd="0"/>
        <dgm:cxn modelId="4" srcId="0" destId="2" srcOrd="1" destOrd="0"/>
      </dgm:cxnLst>
      <dgm:bg/>
      <dgm:whole/>
    </dgm:dataModel>
  </dgm:styleData>
  <dgm:clrData>
    <dgm:dataModel>
      <dgm:ptLst>
        <dgm:pt modelId="0" type="doc"/>
        <dgm:pt modelId="1">
          <dgm:prSet phldr="1"/>
        </dgm:pt>
        <dgm:pt modelId="2">
          <dgm:prSet phldr="1"/>
        </dgm:pt>
        <dgm:pt modelId="3">
          <dgm:prSet phldr="1"/>
        </dgm:pt>
        <dgm:pt modelId="4">
          <dgm:prSet phldr="1"/>
        </dgm:pt>
      </dgm:ptLst>
      <dgm:cxnLst>
        <dgm:cxn modelId="5" srcId="0" destId="1" srcOrd="0" destOrd="0"/>
        <dgm:cxn modelId="6" srcId="0" destId="2" srcOrd="1" destOrd="0"/>
        <dgm:cxn modelId="7" srcId="0" destId="3" srcOrd="2" destOrd="0"/>
        <dgm:cxn modelId="8" srcId="0" destId="4" srcOrd="3" destOrd="0"/>
      </dgm:cxnLst>
      <dgm:bg/>
      <dgm:whole/>
    </dgm:dataModel>
  </dgm:clrData>
  <dgm:layoutNode name="Name0">
    <dgm:varLst>
      <dgm:dir/>
      <dgm:animLvl val="lvl"/>
      <dgm:resizeHandles val="exact"/>
    </dgm:varLst>
    <dgm:choose name="Name1">
      <dgm:if name="Name2" func="var" arg="dir" op="equ" val="norm">
        <dgm:alg type="lin"/>
      </dgm:if>
      <dgm:else name="Name3">
        <dgm:alg type="lin">
          <dgm:param type="linDir" val="fromR"/>
        </dgm:alg>
      </dgm:else>
    </dgm:choose>
    <dgm:shape xmlns:r="http://schemas.openxmlformats.org/officeDocument/2006/relationships" r:blip="">
      <dgm:adjLst/>
    </dgm:shape>
    <dgm:presOf/>
    <dgm:constrLst>
      <dgm:constr type="h" for="ch" forName="composite" refType="h"/>
      <dgm:constr type="w" for="ch" forName="composite" refType="w"/>
      <dgm:constr type="w" for="des" forName="parTx"/>
      <dgm:constr type="h" for="des" forName="parTx" op="equ"/>
      <dgm:constr type="w" for="des" forName="desTx"/>
      <dgm:constr type="h" for="des" forName="desTx" op="equ"/>
      <dgm:constr type="primFontSz" for="des" forName="parTx" val="65"/>
      <dgm:constr type="secFontSz" for="des" forName="desTx" refType="primFontSz" refFor="des" refForName="parTx" op="equ"/>
      <dgm:constr type="h" for="des" forName="parTx" refType="primFontSz" refFor="des" refForName="parTx" fact="0.8"/>
      <dgm:constr type="h" for="des" forName="desTx" refType="primFontSz" refFor="des" refForName="parTx" fact="1.22"/>
      <dgm:constr type="w" for="ch" forName="space" refType="w" refFor="ch" refForName="composite" op="equ" fact="0.14"/>
    </dgm:constrLst>
    <dgm:ruleLst>
      <dgm:rule type="w" for="ch" forName="composite" val="0" fact="NaN" max="NaN"/>
      <dgm:rule type="primFontSz" for="des" forName="parTx" val="5" fact="NaN" max="NaN"/>
    </dgm:ruleLst>
    <dgm:forEach name="Name4" axis="ch" ptType="node">
      <dgm:layoutNode name="composite">
        <dgm:alg type="composite"/>
        <dgm:shape xmlns:r="http://schemas.openxmlformats.org/officeDocument/2006/relationships" r:blip="">
          <dgm:adjLst/>
        </dgm:shape>
        <dgm:presOf/>
        <dgm:constrLst>
          <dgm:constr type="l" for="ch" forName="parTx"/>
          <dgm:constr type="w" for="ch" forName="parTx" refType="w"/>
          <dgm:constr type="t" for="ch" forName="parTx"/>
          <dgm:constr type="l" for="ch" forName="desTx"/>
          <dgm:constr type="w" for="ch" forName="desTx" refType="w" refFor="ch" refForName="parTx"/>
          <dgm:constr type="t" for="ch" forName="desTx" refType="h" refFor="ch" refForName="parTx"/>
        </dgm:constrLst>
        <dgm:ruleLst>
          <dgm:rule type="h" val="INF" fact="NaN" max="NaN"/>
        </dgm:ruleLst>
        <dgm:layoutNode name="parTx" styleLbl="alignNode1">
          <dgm:varLst>
            <dgm:chMax val="0"/>
            <dgm:chPref val="0"/>
            <dgm:bulletEnabled val="1"/>
          </dgm:varLst>
          <dgm:alg type="tx"/>
          <dgm:shape xmlns:r="http://schemas.openxmlformats.org/officeDocument/2006/relationships" type="rect" r:blip="">
            <dgm:adjLst/>
          </dgm:shape>
          <dgm:presOf axis="self" ptType="node"/>
          <dgm:constrLst>
            <dgm:constr type="h" refType="w" op="lte" fact="0.4"/>
            <dgm:constr type="h"/>
            <dgm:constr type="tMarg" refType="primFontSz" fact="0.32"/>
            <dgm:constr type="bMarg" refType="primFontSz" fact="0.32"/>
          </dgm:constrLst>
          <dgm:ruleLst>
            <dgm:rule type="h" val="INF" fact="NaN" max="NaN"/>
          </dgm:ruleLst>
        </dgm:layoutNode>
        <dgm:layoutNode name="desTx" styleLbl="alignAccFollowNode1">
          <dgm:varLst>
            <dgm:bulletEnabled val="1"/>
          </dgm:varLst>
          <dgm:alg type="tx">
            <dgm:param type="stBulletLvl" val="1"/>
          </dgm:alg>
          <dgm:shape xmlns:r="http://schemas.openxmlformats.org/officeDocument/2006/relationships" type="rect" r:blip="">
            <dgm:adjLst/>
          </dgm:shape>
          <dgm:presOf axis="des" ptType="node"/>
          <dgm:constrLst>
            <dgm:constr type="secFontSz" val="65"/>
            <dgm:constr type="primFontSz" refType="secFontSz"/>
            <dgm:constr type="h"/>
            <dgm:constr type="lMarg" refType="primFontSz" fact="0.42"/>
            <dgm:constr type="tMarg" refType="primFontSz" fact="0.42"/>
            <dgm:constr type="bMarg" refType="primFontSz" fact="0.63"/>
          </dgm:constrLst>
          <dgm:ruleLst>
            <dgm:rule type="h" val="INF" fact="NaN" max="NaN"/>
          </dgm:ruleLst>
        </dgm:layoutNode>
      </dgm:layoutNode>
      <dgm:forEach name="Name5" axis="followSib" ptType="sibTrans" cnt="1">
        <dgm:layoutNode name="space">
          <dgm:alg type="sp"/>
          <dgm:shape xmlns:r="http://schemas.openxmlformats.org/officeDocument/2006/relationships" r:blip="">
            <dgm:adjLst/>
          </dgm:shape>
          <dgm:presOf/>
          <dgm:constrLst/>
          <dgm:ruleLst/>
        </dgm:layoutNode>
      </dgm:forEach>
    </dgm:forEach>
  </dgm:layoutNode>
</dgm:layoutDef>
</file>

<file path=ppt/diagrams/layout73.xml><?xml version="1.0" encoding="utf-8"?>
<dgm:layoutDef xmlns:dgm="http://schemas.openxmlformats.org/drawingml/2006/diagram" xmlns:a="http://schemas.openxmlformats.org/drawingml/2006/main" uniqueId="urn:microsoft.com/office/officeart/2018/5/layout/CenteredIconLabelDescriptionList">
  <dgm:title val="Centered Icon Label Description List"/>
  <dgm:desc val="Use to show non-sequential or grouped chunks of information. The placeholder holds an icon or small picture, and corresponding text boxes show Level 1 and Level 2 text respectively. Works well for minimal Level 1 text accompanied by lengthier Level two text."/>
  <dgm:catLst>
    <dgm:cat type="icon" pri="500"/>
  </dgm:catLst>
  <dgm:sampData useDef="1">
    <dgm:dataModel>
      <dgm:ptLst/>
      <dgm:bg/>
      <dgm:whole/>
    </dgm:dataModel>
  </dgm:sampData>
  <dgm:styleData useDef="1">
    <dgm:dataModel>
      <dgm:ptLst/>
      <dgm:bg/>
      <dgm:whole/>
    </dgm:dataModel>
  </dgm:styleData>
  <dgm:clrData useDef="1">
    <dgm:dataModel>
      <dgm:ptLst/>
      <dgm:bg/>
      <dgm:whole/>
    </dgm:dataModel>
  </dgm:clrData>
  <dgm:layoutNode name="root">
    <dgm:varLst>
      <dgm:dir/>
      <dgm:resizeHandles val="exact"/>
    </dgm:varLst>
    <dgm:choose name="Name0">
      <dgm:if name="Name1" axis="self" func="var" arg="dir" op="equ" val="norm">
        <dgm:alg type="lin"/>
      </dgm:if>
      <dgm:else name="Name2">
        <dgm:alg type="lin">
          <dgm:param type="linDir" val="fromR"/>
        </dgm:alg>
      </dgm:else>
    </dgm:choose>
    <dgm:shape xmlns:r="http://schemas.openxmlformats.org/officeDocument/2006/relationships" r:blip="">
      <dgm:adjLst/>
    </dgm:shape>
    <dgm:presOf/>
    <dgm:constrLst>
      <dgm:constr type="h" for="ch" forName="compNode" refType="h" fact="0.45"/>
      <dgm:constr type="w" for="ch" forName="compNode" val="120"/>
      <dgm:constr type="w" for="ch" forName="sibTrans" refType="w" refFor="ch" refForName="compNode" fact="0.175"/>
      <dgm:constr type="primFontSz" for="des" forName="parTx" val="36"/>
      <dgm:constr type="primFontSz" for="des" forName="desTx" refType="primFontSz" refFor="des" refForName="parTx" op="lte" fact="0.75"/>
      <dgm:constr type="h" for="des" forName="compNode" op="equ"/>
      <dgm:constr type="h" for="des" forName="iconRect" op="equ"/>
      <dgm:constr type="w" for="des" forName="iconRect" op="equ"/>
      <dgm:constr type="h" for="des" forName="iconSpace" op="equ"/>
      <dgm:constr type="h" for="des" forName="parTx" op="equ"/>
      <dgm:constr type="h" for="des" forName="txSpace" op="equ"/>
      <dgm:constr type="h" for="des" forName="desTx" op="equ"/>
    </dgm:constrLst>
    <dgm:ruleLst>
      <dgm:rule type="w" for="ch" forName="compNode" val="0" fact="NaN" max="NaN"/>
    </dgm:ruleLst>
    <dgm:forEach name="Name3" axis="ch" ptType="node">
      <dgm:layoutNode name="compNode">
        <dgm:alg type="composite"/>
        <dgm:shape xmlns:r="http://schemas.openxmlformats.org/officeDocument/2006/relationships" r:blip="">
          <dgm:adjLst/>
        </dgm:shape>
        <dgm:presOf axis="self"/>
        <dgm:constrLst>
          <dgm:constr type="w" for="ch" forName="iconRect" refType="w" fact="0.35"/>
          <dgm:constr type="h" for="ch" forName="iconRect" refType="w" refFor="ch" refForName="iconRect"/>
          <dgm:constr type="ctrX" for="ch" forName="iconRect" refType="w" fact="0.5"/>
          <dgm:constr type="t" for="ch" forName="iconRect"/>
          <dgm:constr type="w" for="ch" forName="iconSpace" refType="w"/>
          <dgm:constr type="h" for="ch" forName="iconSpace" refType="h" fact="0.043"/>
          <dgm:constr type="l" for="ch" forName="iconSpace"/>
          <dgm:constr type="t" for="ch" forName="iconSpace" refType="b" refFor="ch" refForName="iconRect"/>
          <dgm:constr type="w" for="ch" forName="parTx" refType="w"/>
          <dgm:constr type="h" for="ch" forName="parTx" refType="w" fact="0.15"/>
          <dgm:constr type="l" for="ch" forName="parTx"/>
          <dgm:constr type="t" for="ch" forName="parTx" refType="b" refFor="ch" refForName="iconSpace"/>
          <dgm:constr type="h" for="ch" forName="txSpace" refType="h" fact="0.02"/>
          <dgm:constr type="w" for="ch" forName="txSpace" refType="w"/>
          <dgm:constr type="l" for="ch" forName="txSpace"/>
          <dgm:constr type="t" for="ch" forName="txSpace" refType="b" refFor="ch" refForName="parTx"/>
          <dgm:constr type="w" for="ch" forName="desTx" refType="w"/>
          <dgm:constr type="l" for="ch" forName="desTx"/>
          <dgm:constr type="t" for="ch" forName="desTx" refType="b" refFor="ch" refForName="txSpace"/>
        </dgm:constrLst>
        <dgm:ruleLst>
          <dgm:rule type="h" val="INF" fact="NaN" max="NaN"/>
        </dgm:ruleLst>
        <dgm:layoutNode name="iconRect" styleLbl="node1">
          <dgm:alg type="sp"/>
          <dgm:shape xmlns:r="http://schemas.openxmlformats.org/officeDocument/2006/relationships" type="rect" r:blip="" blipPhldr="1">
            <dgm:adjLst/>
          </dgm:shape>
          <dgm:presOf/>
          <dgm:constrLst/>
          <dgm:ruleLst/>
        </dgm:layoutNode>
        <dgm:layoutNode name="iconSpace">
          <dgm:alg type="sp"/>
          <dgm:shape xmlns:r="http://schemas.openxmlformats.org/officeDocument/2006/relationships" r:blip="">
            <dgm:adjLst/>
          </dgm:shape>
          <dgm:presOf/>
          <dgm:constrLst/>
          <dgm:ruleLst/>
        </dgm:layoutNode>
        <dgm:layoutNode name="parTx" styleLbl="revTx">
          <dgm:varLst>
            <dgm:chMax val="0"/>
            <dgm:chPref val="0"/>
          </dgm:varLst>
          <dgm:alg type="tx">
            <dgm:param type="txAnchorVert" val="t"/>
          </dgm:alg>
          <dgm:shape xmlns:r="http://schemas.openxmlformats.org/officeDocument/2006/relationships" type="rect" r:blip="">
            <dgm:adjLst/>
          </dgm:shape>
          <dgm:presOf axis="self" ptType="node"/>
          <dgm:constrLst>
            <dgm:constr type="lMarg"/>
            <dgm:constr type="rMarg"/>
            <dgm:constr type="tMarg"/>
            <dgm:constr type="bMarg"/>
          </dgm:constrLst>
          <dgm:ruleLst>
            <dgm:rule type="primFontSz" val="14" fact="NaN" max="NaN"/>
            <dgm:rule type="h" val="INF" fact="NaN" max="NaN"/>
          </dgm:ruleLst>
        </dgm:layoutNode>
        <dgm:layoutNode name="txSpace">
          <dgm:alg type="sp"/>
          <dgm:shape xmlns:r="http://schemas.openxmlformats.org/officeDocument/2006/relationships" r:blip="">
            <dgm:adjLst/>
          </dgm:shape>
          <dgm:presOf/>
          <dgm:constrLst/>
          <dgm:ruleLst/>
        </dgm:layoutNode>
        <dgm:layoutNode name="desTx" styleLbl="revTx">
          <dgm:varLst/>
          <dgm:alg type="tx">
            <dgm:param type="stBulletLvl" val="0"/>
            <dgm:param type="txAnchorVert" val="t"/>
          </dgm:alg>
          <dgm:shape xmlns:r="http://schemas.openxmlformats.org/officeDocument/2006/relationships" type="rect" r:blip="">
            <dgm:adjLst/>
          </dgm:shape>
          <dgm:presOf axis="des" ptType="node"/>
          <dgm:constrLst>
            <dgm:constr type="secFontSz" refType="primFontSz"/>
            <dgm:constr type="lMarg"/>
            <dgm:constr type="rMarg"/>
            <dgm:constr type="tMarg"/>
            <dgm:constr type="bMarg"/>
          </dgm:constrLst>
          <dgm:ruleLst>
            <dgm:rule type="primFontSz" val="NaN" fact="NaN" max="17"/>
            <dgm:rule type="h" val="INF" fact="NaN" max="NaN"/>
          </dgm:ruleLst>
        </dgm:layoutNode>
      </dgm:layoutNode>
      <dgm:forEach name="Name4" axis="followSib" ptType="sibTrans" cnt="1">
        <dgm:layoutNode name="sibTrans">
          <dgm:alg type="sp"/>
          <dgm:shape xmlns:r="http://schemas.openxmlformats.org/officeDocument/2006/relationships" r:blip="">
            <dgm:adjLst/>
          </dgm:shape>
          <dgm:presOf axis="self"/>
          <dgm:constrLst/>
          <dgm:ruleLst/>
        </dgm:layoutNode>
      </dgm:forEach>
    </dgm:forEach>
  </dgm:layoutNode>
  <dgm:extLst>
    <a:ext uri="{68A01E43-0DF5-4B5B-8FA6-DAF915123BFB}">
      <dgm1612:lstStyle xmlns:dgm1612="http://schemas.microsoft.com/office/drawing/2016/12/diagram">
        <a:lvl1pPr>
          <a:lnSpc>
            <a:spcPct val="100000"/>
          </a:lnSpc>
          <a:defRPr b="1"/>
        </a:lvl1pPr>
        <a:lvl2pPr>
          <a:lnSpc>
            <a:spcPct val="100000"/>
          </a:lnSpc>
        </a:lvl2pPr>
      </dgm1612:lstStyle>
    </a:ext>
  </dgm:extLst>
</dgm:layoutDef>
</file>

<file path=ppt/diagrams/layout74.xml><?xml version="1.0" encoding="utf-8"?>
<dgm:layoutDef xmlns:dgm="http://schemas.openxmlformats.org/drawingml/2006/diagram" xmlns:a="http://schemas.openxmlformats.org/drawingml/2006/main" uniqueId="urn:microsoft.com/office/officeart/2018/5/layout/CenteredIconLabelDescriptionList">
  <dgm:title val="Centered Icon Label Description List"/>
  <dgm:desc val="Use to show non-sequential or grouped chunks of information. The placeholder holds an icon or small picture, and corresponding text boxes show Level 1 and Level 2 text respectively. Works well for minimal Level 1 text accompanied by lengthier Level two text."/>
  <dgm:catLst>
    <dgm:cat type="icon" pri="500"/>
  </dgm:catLst>
  <dgm:sampData useDef="1">
    <dgm:dataModel>
      <dgm:ptLst/>
      <dgm:bg/>
      <dgm:whole/>
    </dgm:dataModel>
  </dgm:sampData>
  <dgm:styleData useDef="1">
    <dgm:dataModel>
      <dgm:ptLst/>
      <dgm:bg/>
      <dgm:whole/>
    </dgm:dataModel>
  </dgm:styleData>
  <dgm:clrData useDef="1">
    <dgm:dataModel>
      <dgm:ptLst/>
      <dgm:bg/>
      <dgm:whole/>
    </dgm:dataModel>
  </dgm:clrData>
  <dgm:layoutNode name="root">
    <dgm:varLst>
      <dgm:dir/>
      <dgm:resizeHandles val="exact"/>
    </dgm:varLst>
    <dgm:choose name="Name0">
      <dgm:if name="Name1" axis="self" func="var" arg="dir" op="equ" val="norm">
        <dgm:alg type="lin"/>
      </dgm:if>
      <dgm:else name="Name2">
        <dgm:alg type="lin">
          <dgm:param type="linDir" val="fromR"/>
        </dgm:alg>
      </dgm:else>
    </dgm:choose>
    <dgm:shape xmlns:r="http://schemas.openxmlformats.org/officeDocument/2006/relationships" r:blip="">
      <dgm:adjLst/>
    </dgm:shape>
    <dgm:presOf/>
    <dgm:constrLst>
      <dgm:constr type="h" for="ch" forName="compNode" refType="h" fact="0.45"/>
      <dgm:constr type="w" for="ch" forName="compNode" val="120"/>
      <dgm:constr type="w" for="ch" forName="sibTrans" refType="w" refFor="ch" refForName="compNode" fact="0.175"/>
      <dgm:constr type="primFontSz" for="des" forName="parTx" val="36"/>
      <dgm:constr type="primFontSz" for="des" forName="desTx" refType="primFontSz" refFor="des" refForName="parTx" op="lte" fact="0.75"/>
      <dgm:constr type="h" for="des" forName="compNode" op="equ"/>
      <dgm:constr type="h" for="des" forName="iconRect" op="equ"/>
      <dgm:constr type="w" for="des" forName="iconRect" op="equ"/>
      <dgm:constr type="h" for="des" forName="iconSpace" op="equ"/>
      <dgm:constr type="h" for="des" forName="parTx" op="equ"/>
      <dgm:constr type="h" for="des" forName="txSpace" op="equ"/>
      <dgm:constr type="h" for="des" forName="desTx" op="equ"/>
    </dgm:constrLst>
    <dgm:ruleLst>
      <dgm:rule type="w" for="ch" forName="compNode" val="0" fact="NaN" max="NaN"/>
    </dgm:ruleLst>
    <dgm:forEach name="Name3" axis="ch" ptType="node">
      <dgm:layoutNode name="compNode">
        <dgm:alg type="composite"/>
        <dgm:shape xmlns:r="http://schemas.openxmlformats.org/officeDocument/2006/relationships" r:blip="">
          <dgm:adjLst/>
        </dgm:shape>
        <dgm:presOf axis="self"/>
        <dgm:constrLst>
          <dgm:constr type="w" for="ch" forName="iconRect" refType="w" fact="0.35"/>
          <dgm:constr type="h" for="ch" forName="iconRect" refType="w" refFor="ch" refForName="iconRect"/>
          <dgm:constr type="ctrX" for="ch" forName="iconRect" refType="w" fact="0.5"/>
          <dgm:constr type="t" for="ch" forName="iconRect"/>
          <dgm:constr type="w" for="ch" forName="iconSpace" refType="w"/>
          <dgm:constr type="h" for="ch" forName="iconSpace" refType="h" fact="0.043"/>
          <dgm:constr type="l" for="ch" forName="iconSpace"/>
          <dgm:constr type="t" for="ch" forName="iconSpace" refType="b" refFor="ch" refForName="iconRect"/>
          <dgm:constr type="w" for="ch" forName="parTx" refType="w"/>
          <dgm:constr type="h" for="ch" forName="parTx" refType="w" fact="0.15"/>
          <dgm:constr type="l" for="ch" forName="parTx"/>
          <dgm:constr type="t" for="ch" forName="parTx" refType="b" refFor="ch" refForName="iconSpace"/>
          <dgm:constr type="h" for="ch" forName="txSpace" refType="h" fact="0.02"/>
          <dgm:constr type="w" for="ch" forName="txSpace" refType="w"/>
          <dgm:constr type="l" for="ch" forName="txSpace"/>
          <dgm:constr type="t" for="ch" forName="txSpace" refType="b" refFor="ch" refForName="parTx"/>
          <dgm:constr type="w" for="ch" forName="desTx" refType="w"/>
          <dgm:constr type="l" for="ch" forName="desTx"/>
          <dgm:constr type="t" for="ch" forName="desTx" refType="b" refFor="ch" refForName="txSpace"/>
        </dgm:constrLst>
        <dgm:ruleLst>
          <dgm:rule type="h" val="INF" fact="NaN" max="NaN"/>
        </dgm:ruleLst>
        <dgm:layoutNode name="iconRect" styleLbl="node1">
          <dgm:alg type="sp"/>
          <dgm:shape xmlns:r="http://schemas.openxmlformats.org/officeDocument/2006/relationships" type="rect" r:blip="" blipPhldr="1">
            <dgm:adjLst/>
          </dgm:shape>
          <dgm:presOf/>
          <dgm:constrLst/>
          <dgm:ruleLst/>
        </dgm:layoutNode>
        <dgm:layoutNode name="iconSpace">
          <dgm:alg type="sp"/>
          <dgm:shape xmlns:r="http://schemas.openxmlformats.org/officeDocument/2006/relationships" r:blip="">
            <dgm:adjLst/>
          </dgm:shape>
          <dgm:presOf/>
          <dgm:constrLst/>
          <dgm:ruleLst/>
        </dgm:layoutNode>
        <dgm:layoutNode name="parTx" styleLbl="revTx">
          <dgm:varLst>
            <dgm:chMax val="0"/>
            <dgm:chPref val="0"/>
          </dgm:varLst>
          <dgm:alg type="tx">
            <dgm:param type="txAnchorVert" val="t"/>
          </dgm:alg>
          <dgm:shape xmlns:r="http://schemas.openxmlformats.org/officeDocument/2006/relationships" type="rect" r:blip="">
            <dgm:adjLst/>
          </dgm:shape>
          <dgm:presOf axis="self" ptType="node"/>
          <dgm:constrLst>
            <dgm:constr type="lMarg"/>
            <dgm:constr type="rMarg"/>
            <dgm:constr type="tMarg"/>
            <dgm:constr type="bMarg"/>
          </dgm:constrLst>
          <dgm:ruleLst>
            <dgm:rule type="primFontSz" val="14" fact="NaN" max="NaN"/>
            <dgm:rule type="h" val="INF" fact="NaN" max="NaN"/>
          </dgm:ruleLst>
        </dgm:layoutNode>
        <dgm:layoutNode name="txSpace">
          <dgm:alg type="sp"/>
          <dgm:shape xmlns:r="http://schemas.openxmlformats.org/officeDocument/2006/relationships" r:blip="">
            <dgm:adjLst/>
          </dgm:shape>
          <dgm:presOf/>
          <dgm:constrLst/>
          <dgm:ruleLst/>
        </dgm:layoutNode>
        <dgm:layoutNode name="desTx" styleLbl="revTx">
          <dgm:varLst/>
          <dgm:alg type="tx">
            <dgm:param type="stBulletLvl" val="0"/>
            <dgm:param type="txAnchorVert" val="t"/>
          </dgm:alg>
          <dgm:shape xmlns:r="http://schemas.openxmlformats.org/officeDocument/2006/relationships" type="rect" r:blip="">
            <dgm:adjLst/>
          </dgm:shape>
          <dgm:presOf axis="des" ptType="node"/>
          <dgm:constrLst>
            <dgm:constr type="secFontSz" refType="primFontSz"/>
            <dgm:constr type="lMarg"/>
            <dgm:constr type="rMarg"/>
            <dgm:constr type="tMarg"/>
            <dgm:constr type="bMarg"/>
          </dgm:constrLst>
          <dgm:ruleLst>
            <dgm:rule type="primFontSz" val="NaN" fact="NaN" max="17"/>
            <dgm:rule type="h" val="INF" fact="NaN" max="NaN"/>
          </dgm:ruleLst>
        </dgm:layoutNode>
      </dgm:layoutNode>
      <dgm:forEach name="Name4" axis="followSib" ptType="sibTrans" cnt="1">
        <dgm:layoutNode name="sibTrans">
          <dgm:alg type="sp"/>
          <dgm:shape xmlns:r="http://schemas.openxmlformats.org/officeDocument/2006/relationships" r:blip="">
            <dgm:adjLst/>
          </dgm:shape>
          <dgm:presOf axis="self"/>
          <dgm:constrLst/>
          <dgm:ruleLst/>
        </dgm:layoutNode>
      </dgm:forEach>
    </dgm:forEach>
  </dgm:layoutNode>
  <dgm:extLst>
    <a:ext uri="{68A01E43-0DF5-4B5B-8FA6-DAF915123BFB}">
      <dgm1612:lstStyle xmlns:dgm1612="http://schemas.microsoft.com/office/drawing/2016/12/diagram">
        <a:lvl1pPr>
          <a:lnSpc>
            <a:spcPct val="100000"/>
          </a:lnSpc>
          <a:defRPr b="1"/>
        </a:lvl1pPr>
        <a:lvl2pPr>
          <a:lnSpc>
            <a:spcPct val="100000"/>
          </a:lnSpc>
        </a:lvl2pPr>
      </dgm1612:lstStyle>
    </a:ext>
  </dgm:extLst>
</dgm:layoutDef>
</file>

<file path=ppt/diagrams/layout75.xml><?xml version="1.0" encoding="utf-8"?>
<dgm:layoutDef xmlns:dgm="http://schemas.openxmlformats.org/drawingml/2006/diagram" xmlns:a="http://schemas.openxmlformats.org/drawingml/2006/main" uniqueId="urn:microsoft.com/office/officeart/2018/5/layout/CenteredIconLabelDescriptionList">
  <dgm:title val="Centered Icon Label Description List"/>
  <dgm:desc val="Use to show non-sequential or grouped chunks of information. The placeholder holds an icon or small picture, and corresponding text boxes show Level 1 and Level 2 text respectively. Works well for minimal Level 1 text accompanied by lengthier Level two text."/>
  <dgm:catLst>
    <dgm:cat type="icon" pri="500"/>
  </dgm:catLst>
  <dgm:sampData useDef="1">
    <dgm:dataModel>
      <dgm:ptLst/>
      <dgm:bg/>
      <dgm:whole/>
    </dgm:dataModel>
  </dgm:sampData>
  <dgm:styleData useDef="1">
    <dgm:dataModel>
      <dgm:ptLst/>
      <dgm:bg/>
      <dgm:whole/>
    </dgm:dataModel>
  </dgm:styleData>
  <dgm:clrData useDef="1">
    <dgm:dataModel>
      <dgm:ptLst/>
      <dgm:bg/>
      <dgm:whole/>
    </dgm:dataModel>
  </dgm:clrData>
  <dgm:layoutNode name="root">
    <dgm:varLst>
      <dgm:dir/>
      <dgm:resizeHandles val="exact"/>
    </dgm:varLst>
    <dgm:choose name="Name0">
      <dgm:if name="Name1" axis="self" func="var" arg="dir" op="equ" val="norm">
        <dgm:alg type="lin"/>
      </dgm:if>
      <dgm:else name="Name2">
        <dgm:alg type="lin">
          <dgm:param type="linDir" val="fromR"/>
        </dgm:alg>
      </dgm:else>
    </dgm:choose>
    <dgm:shape xmlns:r="http://schemas.openxmlformats.org/officeDocument/2006/relationships" r:blip="">
      <dgm:adjLst/>
    </dgm:shape>
    <dgm:presOf/>
    <dgm:constrLst>
      <dgm:constr type="h" for="ch" forName="compNode" refType="h" fact="0.45"/>
      <dgm:constr type="w" for="ch" forName="compNode" val="120"/>
      <dgm:constr type="w" for="ch" forName="sibTrans" refType="w" refFor="ch" refForName="compNode" fact="0.175"/>
      <dgm:constr type="primFontSz" for="des" forName="parTx" val="36"/>
      <dgm:constr type="primFontSz" for="des" forName="desTx" refType="primFontSz" refFor="des" refForName="parTx" op="lte" fact="0.75"/>
      <dgm:constr type="h" for="des" forName="compNode" op="equ"/>
      <dgm:constr type="h" for="des" forName="iconRect" op="equ"/>
      <dgm:constr type="w" for="des" forName="iconRect" op="equ"/>
      <dgm:constr type="h" for="des" forName="iconSpace" op="equ"/>
      <dgm:constr type="h" for="des" forName="parTx" op="equ"/>
      <dgm:constr type="h" for="des" forName="txSpace" op="equ"/>
      <dgm:constr type="h" for="des" forName="desTx" op="equ"/>
    </dgm:constrLst>
    <dgm:ruleLst>
      <dgm:rule type="w" for="ch" forName="compNode" val="0" fact="NaN" max="NaN"/>
    </dgm:ruleLst>
    <dgm:forEach name="Name3" axis="ch" ptType="node">
      <dgm:layoutNode name="compNode">
        <dgm:alg type="composite"/>
        <dgm:shape xmlns:r="http://schemas.openxmlformats.org/officeDocument/2006/relationships" r:blip="">
          <dgm:adjLst/>
        </dgm:shape>
        <dgm:presOf axis="self"/>
        <dgm:constrLst>
          <dgm:constr type="w" for="ch" forName="iconRect" refType="w" fact="0.35"/>
          <dgm:constr type="h" for="ch" forName="iconRect" refType="w" refFor="ch" refForName="iconRect"/>
          <dgm:constr type="ctrX" for="ch" forName="iconRect" refType="w" fact="0.5"/>
          <dgm:constr type="t" for="ch" forName="iconRect"/>
          <dgm:constr type="w" for="ch" forName="iconSpace" refType="w"/>
          <dgm:constr type="h" for="ch" forName="iconSpace" refType="h" fact="0.043"/>
          <dgm:constr type="l" for="ch" forName="iconSpace"/>
          <dgm:constr type="t" for="ch" forName="iconSpace" refType="b" refFor="ch" refForName="iconRect"/>
          <dgm:constr type="w" for="ch" forName="parTx" refType="w"/>
          <dgm:constr type="h" for="ch" forName="parTx" refType="w" fact="0.15"/>
          <dgm:constr type="l" for="ch" forName="parTx"/>
          <dgm:constr type="t" for="ch" forName="parTx" refType="b" refFor="ch" refForName="iconSpace"/>
          <dgm:constr type="h" for="ch" forName="txSpace" refType="h" fact="0.02"/>
          <dgm:constr type="w" for="ch" forName="txSpace" refType="w"/>
          <dgm:constr type="l" for="ch" forName="txSpace"/>
          <dgm:constr type="t" for="ch" forName="txSpace" refType="b" refFor="ch" refForName="parTx"/>
          <dgm:constr type="w" for="ch" forName="desTx" refType="w"/>
          <dgm:constr type="l" for="ch" forName="desTx"/>
          <dgm:constr type="t" for="ch" forName="desTx" refType="b" refFor="ch" refForName="txSpace"/>
        </dgm:constrLst>
        <dgm:ruleLst>
          <dgm:rule type="h" val="INF" fact="NaN" max="NaN"/>
        </dgm:ruleLst>
        <dgm:layoutNode name="iconRect" styleLbl="node1">
          <dgm:alg type="sp"/>
          <dgm:shape xmlns:r="http://schemas.openxmlformats.org/officeDocument/2006/relationships" type="rect" r:blip="" blipPhldr="1">
            <dgm:adjLst/>
          </dgm:shape>
          <dgm:presOf/>
          <dgm:constrLst/>
          <dgm:ruleLst/>
        </dgm:layoutNode>
        <dgm:layoutNode name="iconSpace">
          <dgm:alg type="sp"/>
          <dgm:shape xmlns:r="http://schemas.openxmlformats.org/officeDocument/2006/relationships" r:blip="">
            <dgm:adjLst/>
          </dgm:shape>
          <dgm:presOf/>
          <dgm:constrLst/>
          <dgm:ruleLst/>
        </dgm:layoutNode>
        <dgm:layoutNode name="parTx" styleLbl="revTx">
          <dgm:varLst>
            <dgm:chMax val="0"/>
            <dgm:chPref val="0"/>
          </dgm:varLst>
          <dgm:alg type="tx">
            <dgm:param type="txAnchorVert" val="t"/>
          </dgm:alg>
          <dgm:shape xmlns:r="http://schemas.openxmlformats.org/officeDocument/2006/relationships" type="rect" r:blip="">
            <dgm:adjLst/>
          </dgm:shape>
          <dgm:presOf axis="self" ptType="node"/>
          <dgm:constrLst>
            <dgm:constr type="lMarg"/>
            <dgm:constr type="rMarg"/>
            <dgm:constr type="tMarg"/>
            <dgm:constr type="bMarg"/>
          </dgm:constrLst>
          <dgm:ruleLst>
            <dgm:rule type="primFontSz" val="14" fact="NaN" max="NaN"/>
            <dgm:rule type="h" val="INF" fact="NaN" max="NaN"/>
          </dgm:ruleLst>
        </dgm:layoutNode>
        <dgm:layoutNode name="txSpace">
          <dgm:alg type="sp"/>
          <dgm:shape xmlns:r="http://schemas.openxmlformats.org/officeDocument/2006/relationships" r:blip="">
            <dgm:adjLst/>
          </dgm:shape>
          <dgm:presOf/>
          <dgm:constrLst/>
          <dgm:ruleLst/>
        </dgm:layoutNode>
        <dgm:layoutNode name="desTx" styleLbl="revTx">
          <dgm:varLst/>
          <dgm:alg type="tx">
            <dgm:param type="stBulletLvl" val="0"/>
            <dgm:param type="txAnchorVert" val="t"/>
          </dgm:alg>
          <dgm:shape xmlns:r="http://schemas.openxmlformats.org/officeDocument/2006/relationships" type="rect" r:blip="">
            <dgm:adjLst/>
          </dgm:shape>
          <dgm:presOf axis="des" ptType="node"/>
          <dgm:constrLst>
            <dgm:constr type="secFontSz" refType="primFontSz"/>
            <dgm:constr type="lMarg"/>
            <dgm:constr type="rMarg"/>
            <dgm:constr type="tMarg"/>
            <dgm:constr type="bMarg"/>
          </dgm:constrLst>
          <dgm:ruleLst>
            <dgm:rule type="primFontSz" val="NaN" fact="NaN" max="17"/>
            <dgm:rule type="h" val="INF" fact="NaN" max="NaN"/>
          </dgm:ruleLst>
        </dgm:layoutNode>
      </dgm:layoutNode>
      <dgm:forEach name="Name4" axis="followSib" ptType="sibTrans" cnt="1">
        <dgm:layoutNode name="sibTrans">
          <dgm:alg type="sp"/>
          <dgm:shape xmlns:r="http://schemas.openxmlformats.org/officeDocument/2006/relationships" r:blip="">
            <dgm:adjLst/>
          </dgm:shape>
          <dgm:presOf axis="self"/>
          <dgm:constrLst/>
          <dgm:ruleLst/>
        </dgm:layoutNode>
      </dgm:forEach>
    </dgm:forEach>
  </dgm:layoutNode>
  <dgm:extLst>
    <a:ext uri="{68A01E43-0DF5-4B5B-8FA6-DAF915123BFB}">
      <dgm1612:lstStyle xmlns:dgm1612="http://schemas.microsoft.com/office/drawing/2016/12/diagram">
        <a:lvl1pPr>
          <a:lnSpc>
            <a:spcPct val="100000"/>
          </a:lnSpc>
          <a:defRPr b="1"/>
        </a:lvl1pPr>
        <a:lvl2pPr>
          <a:lnSpc>
            <a:spcPct val="100000"/>
          </a:lnSpc>
        </a:lvl2pPr>
      </dgm1612:lstStyle>
    </a:ext>
  </dgm:extLst>
</dgm:layoutDef>
</file>

<file path=ppt/diagrams/layout76.xml><?xml version="1.0" encoding="utf-8"?>
<dgm:layoutDef xmlns:dgm="http://schemas.openxmlformats.org/drawingml/2006/diagram" xmlns:a="http://schemas.openxmlformats.org/drawingml/2006/main" uniqueId="urn:microsoft.com/office/officeart/2018/5/layout/CenteredIconLabelDescriptionList">
  <dgm:title val="Centered Icon Label Description List"/>
  <dgm:desc val="Use to show non-sequential or grouped chunks of information. The placeholder holds an icon or small picture, and corresponding text boxes show Level 1 and Level 2 text respectively. Works well for minimal Level 1 text accompanied by lengthier Level two text."/>
  <dgm:catLst>
    <dgm:cat type="icon" pri="500"/>
  </dgm:catLst>
  <dgm:sampData useDef="1">
    <dgm:dataModel>
      <dgm:ptLst/>
      <dgm:bg/>
      <dgm:whole/>
    </dgm:dataModel>
  </dgm:sampData>
  <dgm:styleData useDef="1">
    <dgm:dataModel>
      <dgm:ptLst/>
      <dgm:bg/>
      <dgm:whole/>
    </dgm:dataModel>
  </dgm:styleData>
  <dgm:clrData useDef="1">
    <dgm:dataModel>
      <dgm:ptLst/>
      <dgm:bg/>
      <dgm:whole/>
    </dgm:dataModel>
  </dgm:clrData>
  <dgm:layoutNode name="root">
    <dgm:varLst>
      <dgm:dir/>
      <dgm:resizeHandles val="exact"/>
    </dgm:varLst>
    <dgm:choose name="Name0">
      <dgm:if name="Name1" axis="self" func="var" arg="dir" op="equ" val="norm">
        <dgm:alg type="lin"/>
      </dgm:if>
      <dgm:else name="Name2">
        <dgm:alg type="lin">
          <dgm:param type="linDir" val="fromR"/>
        </dgm:alg>
      </dgm:else>
    </dgm:choose>
    <dgm:shape xmlns:r="http://schemas.openxmlformats.org/officeDocument/2006/relationships" r:blip="">
      <dgm:adjLst/>
    </dgm:shape>
    <dgm:presOf/>
    <dgm:constrLst>
      <dgm:constr type="h" for="ch" forName="compNode" refType="h" fact="0.45"/>
      <dgm:constr type="w" for="ch" forName="compNode" val="120"/>
      <dgm:constr type="w" for="ch" forName="sibTrans" refType="w" refFor="ch" refForName="compNode" fact="0.175"/>
      <dgm:constr type="primFontSz" for="des" forName="parTx" val="36"/>
      <dgm:constr type="primFontSz" for="des" forName="desTx" refType="primFontSz" refFor="des" refForName="parTx" op="lte" fact="0.75"/>
      <dgm:constr type="h" for="des" forName="compNode" op="equ"/>
      <dgm:constr type="h" for="des" forName="iconRect" op="equ"/>
      <dgm:constr type="w" for="des" forName="iconRect" op="equ"/>
      <dgm:constr type="h" for="des" forName="iconSpace" op="equ"/>
      <dgm:constr type="h" for="des" forName="parTx" op="equ"/>
      <dgm:constr type="h" for="des" forName="txSpace" op="equ"/>
      <dgm:constr type="h" for="des" forName="desTx" op="equ"/>
    </dgm:constrLst>
    <dgm:ruleLst>
      <dgm:rule type="w" for="ch" forName="compNode" val="0" fact="NaN" max="NaN"/>
    </dgm:ruleLst>
    <dgm:forEach name="Name3" axis="ch" ptType="node">
      <dgm:layoutNode name="compNode">
        <dgm:alg type="composite"/>
        <dgm:shape xmlns:r="http://schemas.openxmlformats.org/officeDocument/2006/relationships" r:blip="">
          <dgm:adjLst/>
        </dgm:shape>
        <dgm:presOf axis="self"/>
        <dgm:constrLst>
          <dgm:constr type="w" for="ch" forName="iconRect" refType="w" fact="0.35"/>
          <dgm:constr type="h" for="ch" forName="iconRect" refType="w" refFor="ch" refForName="iconRect"/>
          <dgm:constr type="ctrX" for="ch" forName="iconRect" refType="w" fact="0.5"/>
          <dgm:constr type="t" for="ch" forName="iconRect"/>
          <dgm:constr type="w" for="ch" forName="iconSpace" refType="w"/>
          <dgm:constr type="h" for="ch" forName="iconSpace" refType="h" fact="0.043"/>
          <dgm:constr type="l" for="ch" forName="iconSpace"/>
          <dgm:constr type="t" for="ch" forName="iconSpace" refType="b" refFor="ch" refForName="iconRect"/>
          <dgm:constr type="w" for="ch" forName="parTx" refType="w"/>
          <dgm:constr type="h" for="ch" forName="parTx" refType="w" fact="0.15"/>
          <dgm:constr type="l" for="ch" forName="parTx"/>
          <dgm:constr type="t" for="ch" forName="parTx" refType="b" refFor="ch" refForName="iconSpace"/>
          <dgm:constr type="h" for="ch" forName="txSpace" refType="h" fact="0.02"/>
          <dgm:constr type="w" for="ch" forName="txSpace" refType="w"/>
          <dgm:constr type="l" for="ch" forName="txSpace"/>
          <dgm:constr type="t" for="ch" forName="txSpace" refType="b" refFor="ch" refForName="parTx"/>
          <dgm:constr type="w" for="ch" forName="desTx" refType="w"/>
          <dgm:constr type="l" for="ch" forName="desTx"/>
          <dgm:constr type="t" for="ch" forName="desTx" refType="b" refFor="ch" refForName="txSpace"/>
        </dgm:constrLst>
        <dgm:ruleLst>
          <dgm:rule type="h" val="INF" fact="NaN" max="NaN"/>
        </dgm:ruleLst>
        <dgm:layoutNode name="iconRect" styleLbl="node1">
          <dgm:alg type="sp"/>
          <dgm:shape xmlns:r="http://schemas.openxmlformats.org/officeDocument/2006/relationships" type="rect" r:blip="" blipPhldr="1">
            <dgm:adjLst/>
          </dgm:shape>
          <dgm:presOf/>
          <dgm:constrLst/>
          <dgm:ruleLst/>
        </dgm:layoutNode>
        <dgm:layoutNode name="iconSpace">
          <dgm:alg type="sp"/>
          <dgm:shape xmlns:r="http://schemas.openxmlformats.org/officeDocument/2006/relationships" r:blip="">
            <dgm:adjLst/>
          </dgm:shape>
          <dgm:presOf/>
          <dgm:constrLst/>
          <dgm:ruleLst/>
        </dgm:layoutNode>
        <dgm:layoutNode name="parTx" styleLbl="revTx">
          <dgm:varLst>
            <dgm:chMax val="0"/>
            <dgm:chPref val="0"/>
          </dgm:varLst>
          <dgm:alg type="tx">
            <dgm:param type="txAnchorVert" val="t"/>
          </dgm:alg>
          <dgm:shape xmlns:r="http://schemas.openxmlformats.org/officeDocument/2006/relationships" type="rect" r:blip="">
            <dgm:adjLst/>
          </dgm:shape>
          <dgm:presOf axis="self" ptType="node"/>
          <dgm:constrLst>
            <dgm:constr type="lMarg"/>
            <dgm:constr type="rMarg"/>
            <dgm:constr type="tMarg"/>
            <dgm:constr type="bMarg"/>
          </dgm:constrLst>
          <dgm:ruleLst>
            <dgm:rule type="primFontSz" val="14" fact="NaN" max="NaN"/>
            <dgm:rule type="h" val="INF" fact="NaN" max="NaN"/>
          </dgm:ruleLst>
        </dgm:layoutNode>
        <dgm:layoutNode name="txSpace">
          <dgm:alg type="sp"/>
          <dgm:shape xmlns:r="http://schemas.openxmlformats.org/officeDocument/2006/relationships" r:blip="">
            <dgm:adjLst/>
          </dgm:shape>
          <dgm:presOf/>
          <dgm:constrLst/>
          <dgm:ruleLst/>
        </dgm:layoutNode>
        <dgm:layoutNode name="desTx" styleLbl="revTx">
          <dgm:varLst/>
          <dgm:alg type="tx">
            <dgm:param type="stBulletLvl" val="0"/>
            <dgm:param type="txAnchorVert" val="t"/>
          </dgm:alg>
          <dgm:shape xmlns:r="http://schemas.openxmlformats.org/officeDocument/2006/relationships" type="rect" r:blip="">
            <dgm:adjLst/>
          </dgm:shape>
          <dgm:presOf axis="des" ptType="node"/>
          <dgm:constrLst>
            <dgm:constr type="secFontSz" refType="primFontSz"/>
            <dgm:constr type="lMarg"/>
            <dgm:constr type="rMarg"/>
            <dgm:constr type="tMarg"/>
            <dgm:constr type="bMarg"/>
          </dgm:constrLst>
          <dgm:ruleLst>
            <dgm:rule type="primFontSz" val="NaN" fact="NaN" max="17"/>
            <dgm:rule type="h" val="INF" fact="NaN" max="NaN"/>
          </dgm:ruleLst>
        </dgm:layoutNode>
      </dgm:layoutNode>
      <dgm:forEach name="Name4" axis="followSib" ptType="sibTrans" cnt="1">
        <dgm:layoutNode name="sibTrans">
          <dgm:alg type="sp"/>
          <dgm:shape xmlns:r="http://schemas.openxmlformats.org/officeDocument/2006/relationships" r:blip="">
            <dgm:adjLst/>
          </dgm:shape>
          <dgm:presOf axis="self"/>
          <dgm:constrLst/>
          <dgm:ruleLst/>
        </dgm:layoutNode>
      </dgm:forEach>
    </dgm:forEach>
  </dgm:layoutNode>
  <dgm:extLst>
    <a:ext uri="{68A01E43-0DF5-4B5B-8FA6-DAF915123BFB}">
      <dgm1612:lstStyle xmlns:dgm1612="http://schemas.microsoft.com/office/drawing/2016/12/diagram">
        <a:lvl1pPr>
          <a:lnSpc>
            <a:spcPct val="100000"/>
          </a:lnSpc>
          <a:defRPr b="1"/>
        </a:lvl1pPr>
        <a:lvl2pPr>
          <a:lnSpc>
            <a:spcPct val="100000"/>
          </a:lnSpc>
        </a:lvl2pPr>
      </dgm1612:lstStyle>
    </a:ext>
  </dgm:extLst>
</dgm:layoutDef>
</file>

<file path=ppt/diagrams/layout77.xml><?xml version="1.0" encoding="utf-8"?>
<dgm:layoutDef xmlns:dgm="http://schemas.openxmlformats.org/drawingml/2006/diagram" xmlns:a="http://schemas.openxmlformats.org/drawingml/2006/main" uniqueId="urn:microsoft.com/office/officeart/2018/5/layout/CenteredIconLabelDescriptionList">
  <dgm:title val="Centered Icon Label Description List"/>
  <dgm:desc val="Use to show non-sequential or grouped chunks of information. The placeholder holds an icon or small picture, and corresponding text boxes show Level 1 and Level 2 text respectively. Works well for minimal Level 1 text accompanied by lengthier Level two text."/>
  <dgm:catLst>
    <dgm:cat type="icon" pri="500"/>
  </dgm:catLst>
  <dgm:sampData useDef="1">
    <dgm:dataModel>
      <dgm:ptLst/>
      <dgm:bg/>
      <dgm:whole/>
    </dgm:dataModel>
  </dgm:sampData>
  <dgm:styleData useDef="1">
    <dgm:dataModel>
      <dgm:ptLst/>
      <dgm:bg/>
      <dgm:whole/>
    </dgm:dataModel>
  </dgm:styleData>
  <dgm:clrData useDef="1">
    <dgm:dataModel>
      <dgm:ptLst/>
      <dgm:bg/>
      <dgm:whole/>
    </dgm:dataModel>
  </dgm:clrData>
  <dgm:layoutNode name="root">
    <dgm:varLst>
      <dgm:dir/>
      <dgm:resizeHandles val="exact"/>
    </dgm:varLst>
    <dgm:choose name="Name0">
      <dgm:if name="Name1" axis="self" func="var" arg="dir" op="equ" val="norm">
        <dgm:alg type="lin"/>
      </dgm:if>
      <dgm:else name="Name2">
        <dgm:alg type="lin">
          <dgm:param type="linDir" val="fromR"/>
        </dgm:alg>
      </dgm:else>
    </dgm:choose>
    <dgm:shape xmlns:r="http://schemas.openxmlformats.org/officeDocument/2006/relationships" r:blip="">
      <dgm:adjLst/>
    </dgm:shape>
    <dgm:presOf/>
    <dgm:constrLst>
      <dgm:constr type="h" for="ch" forName="compNode" refType="h" fact="0.45"/>
      <dgm:constr type="w" for="ch" forName="compNode" val="120"/>
      <dgm:constr type="w" for="ch" forName="sibTrans" refType="w" refFor="ch" refForName="compNode" fact="0.175"/>
      <dgm:constr type="primFontSz" for="des" forName="parTx" val="36"/>
      <dgm:constr type="primFontSz" for="des" forName="desTx" refType="primFontSz" refFor="des" refForName="parTx" op="lte" fact="0.75"/>
      <dgm:constr type="h" for="des" forName="compNode" op="equ"/>
      <dgm:constr type="h" for="des" forName="iconRect" op="equ"/>
      <dgm:constr type="w" for="des" forName="iconRect" op="equ"/>
      <dgm:constr type="h" for="des" forName="iconSpace" op="equ"/>
      <dgm:constr type="h" for="des" forName="parTx" op="equ"/>
      <dgm:constr type="h" for="des" forName="txSpace" op="equ"/>
      <dgm:constr type="h" for="des" forName="desTx" op="equ"/>
    </dgm:constrLst>
    <dgm:ruleLst>
      <dgm:rule type="w" for="ch" forName="compNode" val="0" fact="NaN" max="NaN"/>
    </dgm:ruleLst>
    <dgm:forEach name="Name3" axis="ch" ptType="node">
      <dgm:layoutNode name="compNode">
        <dgm:alg type="composite"/>
        <dgm:shape xmlns:r="http://schemas.openxmlformats.org/officeDocument/2006/relationships" r:blip="">
          <dgm:adjLst/>
        </dgm:shape>
        <dgm:presOf axis="self"/>
        <dgm:constrLst>
          <dgm:constr type="w" for="ch" forName="iconRect" refType="w" fact="0.35"/>
          <dgm:constr type="h" for="ch" forName="iconRect" refType="w" refFor="ch" refForName="iconRect"/>
          <dgm:constr type="ctrX" for="ch" forName="iconRect" refType="w" fact="0.5"/>
          <dgm:constr type="t" for="ch" forName="iconRect"/>
          <dgm:constr type="w" for="ch" forName="iconSpace" refType="w"/>
          <dgm:constr type="h" for="ch" forName="iconSpace" refType="h" fact="0.043"/>
          <dgm:constr type="l" for="ch" forName="iconSpace"/>
          <dgm:constr type="t" for="ch" forName="iconSpace" refType="b" refFor="ch" refForName="iconRect"/>
          <dgm:constr type="w" for="ch" forName="parTx" refType="w"/>
          <dgm:constr type="h" for="ch" forName="parTx" refType="w" fact="0.15"/>
          <dgm:constr type="l" for="ch" forName="parTx"/>
          <dgm:constr type="t" for="ch" forName="parTx" refType="b" refFor="ch" refForName="iconSpace"/>
          <dgm:constr type="h" for="ch" forName="txSpace" refType="h" fact="0.02"/>
          <dgm:constr type="w" for="ch" forName="txSpace" refType="w"/>
          <dgm:constr type="l" for="ch" forName="txSpace"/>
          <dgm:constr type="t" for="ch" forName="txSpace" refType="b" refFor="ch" refForName="parTx"/>
          <dgm:constr type="w" for="ch" forName="desTx" refType="w"/>
          <dgm:constr type="l" for="ch" forName="desTx"/>
          <dgm:constr type="t" for="ch" forName="desTx" refType="b" refFor="ch" refForName="txSpace"/>
        </dgm:constrLst>
        <dgm:ruleLst>
          <dgm:rule type="h" val="INF" fact="NaN" max="NaN"/>
        </dgm:ruleLst>
        <dgm:layoutNode name="iconRect" styleLbl="node1">
          <dgm:alg type="sp"/>
          <dgm:shape xmlns:r="http://schemas.openxmlformats.org/officeDocument/2006/relationships" type="rect" r:blip="" blipPhldr="1">
            <dgm:adjLst/>
          </dgm:shape>
          <dgm:presOf/>
          <dgm:constrLst/>
          <dgm:ruleLst/>
        </dgm:layoutNode>
        <dgm:layoutNode name="iconSpace">
          <dgm:alg type="sp"/>
          <dgm:shape xmlns:r="http://schemas.openxmlformats.org/officeDocument/2006/relationships" r:blip="">
            <dgm:adjLst/>
          </dgm:shape>
          <dgm:presOf/>
          <dgm:constrLst/>
          <dgm:ruleLst/>
        </dgm:layoutNode>
        <dgm:layoutNode name="parTx" styleLbl="revTx">
          <dgm:varLst>
            <dgm:chMax val="0"/>
            <dgm:chPref val="0"/>
          </dgm:varLst>
          <dgm:alg type="tx">
            <dgm:param type="txAnchorVert" val="t"/>
          </dgm:alg>
          <dgm:shape xmlns:r="http://schemas.openxmlformats.org/officeDocument/2006/relationships" type="rect" r:blip="">
            <dgm:adjLst/>
          </dgm:shape>
          <dgm:presOf axis="self" ptType="node"/>
          <dgm:constrLst>
            <dgm:constr type="lMarg"/>
            <dgm:constr type="rMarg"/>
            <dgm:constr type="tMarg"/>
            <dgm:constr type="bMarg"/>
          </dgm:constrLst>
          <dgm:ruleLst>
            <dgm:rule type="primFontSz" val="14" fact="NaN" max="NaN"/>
            <dgm:rule type="h" val="INF" fact="NaN" max="NaN"/>
          </dgm:ruleLst>
        </dgm:layoutNode>
        <dgm:layoutNode name="txSpace">
          <dgm:alg type="sp"/>
          <dgm:shape xmlns:r="http://schemas.openxmlformats.org/officeDocument/2006/relationships" r:blip="">
            <dgm:adjLst/>
          </dgm:shape>
          <dgm:presOf/>
          <dgm:constrLst/>
          <dgm:ruleLst/>
        </dgm:layoutNode>
        <dgm:layoutNode name="desTx" styleLbl="revTx">
          <dgm:varLst/>
          <dgm:alg type="tx">
            <dgm:param type="stBulletLvl" val="0"/>
            <dgm:param type="txAnchorVert" val="t"/>
          </dgm:alg>
          <dgm:shape xmlns:r="http://schemas.openxmlformats.org/officeDocument/2006/relationships" type="rect" r:blip="">
            <dgm:adjLst/>
          </dgm:shape>
          <dgm:presOf axis="des" ptType="node"/>
          <dgm:constrLst>
            <dgm:constr type="secFontSz" refType="primFontSz"/>
            <dgm:constr type="lMarg"/>
            <dgm:constr type="rMarg"/>
            <dgm:constr type="tMarg"/>
            <dgm:constr type="bMarg"/>
          </dgm:constrLst>
          <dgm:ruleLst>
            <dgm:rule type="primFontSz" val="NaN" fact="NaN" max="17"/>
            <dgm:rule type="h" val="INF" fact="NaN" max="NaN"/>
          </dgm:ruleLst>
        </dgm:layoutNode>
      </dgm:layoutNode>
      <dgm:forEach name="Name4" axis="followSib" ptType="sibTrans" cnt="1">
        <dgm:layoutNode name="sibTrans">
          <dgm:alg type="sp"/>
          <dgm:shape xmlns:r="http://schemas.openxmlformats.org/officeDocument/2006/relationships" r:blip="">
            <dgm:adjLst/>
          </dgm:shape>
          <dgm:presOf axis="self"/>
          <dgm:constrLst/>
          <dgm:ruleLst/>
        </dgm:layoutNode>
      </dgm:forEach>
    </dgm:forEach>
  </dgm:layoutNode>
  <dgm:extLst>
    <a:ext uri="{68A01E43-0DF5-4B5B-8FA6-DAF915123BFB}">
      <dgm1612:lstStyle xmlns:dgm1612="http://schemas.microsoft.com/office/drawing/2016/12/diagram">
        <a:lvl1pPr>
          <a:lnSpc>
            <a:spcPct val="100000"/>
          </a:lnSpc>
          <a:defRPr b="1"/>
        </a:lvl1pPr>
        <a:lvl2pPr>
          <a:lnSpc>
            <a:spcPct val="100000"/>
          </a:lnSpc>
        </a:lvl2pPr>
      </dgm1612:lstStyle>
    </a:ext>
  </dgm:extLst>
</dgm:layoutDef>
</file>

<file path=ppt/diagrams/layout78.xml><?xml version="1.0" encoding="utf-8"?>
<dgm:layoutDef xmlns:dgm="http://schemas.openxmlformats.org/drawingml/2006/diagram" xmlns:a="http://schemas.openxmlformats.org/drawingml/2006/main" uniqueId="urn:microsoft.com/office/officeart/2018/5/layout/CenteredIconLabelDescriptionList">
  <dgm:title val="Centered Icon Label Description List"/>
  <dgm:desc val="Use to show non-sequential or grouped chunks of information. The placeholder holds an icon or small picture, and corresponding text boxes show Level 1 and Level 2 text respectively. Works well for minimal Level 1 text accompanied by lengthier Level two text."/>
  <dgm:catLst>
    <dgm:cat type="icon" pri="500"/>
  </dgm:catLst>
  <dgm:sampData useDef="1">
    <dgm:dataModel>
      <dgm:ptLst/>
      <dgm:bg/>
      <dgm:whole/>
    </dgm:dataModel>
  </dgm:sampData>
  <dgm:styleData useDef="1">
    <dgm:dataModel>
      <dgm:ptLst/>
      <dgm:bg/>
      <dgm:whole/>
    </dgm:dataModel>
  </dgm:styleData>
  <dgm:clrData useDef="1">
    <dgm:dataModel>
      <dgm:ptLst/>
      <dgm:bg/>
      <dgm:whole/>
    </dgm:dataModel>
  </dgm:clrData>
  <dgm:layoutNode name="root">
    <dgm:varLst>
      <dgm:dir/>
      <dgm:resizeHandles val="exact"/>
    </dgm:varLst>
    <dgm:choose name="Name0">
      <dgm:if name="Name1" axis="self" func="var" arg="dir" op="equ" val="norm">
        <dgm:alg type="lin"/>
      </dgm:if>
      <dgm:else name="Name2">
        <dgm:alg type="lin">
          <dgm:param type="linDir" val="fromR"/>
        </dgm:alg>
      </dgm:else>
    </dgm:choose>
    <dgm:shape xmlns:r="http://schemas.openxmlformats.org/officeDocument/2006/relationships" r:blip="">
      <dgm:adjLst/>
    </dgm:shape>
    <dgm:presOf/>
    <dgm:constrLst>
      <dgm:constr type="h" for="ch" forName="compNode" refType="h" fact="0.45"/>
      <dgm:constr type="w" for="ch" forName="compNode" val="120"/>
      <dgm:constr type="w" for="ch" forName="sibTrans" refType="w" refFor="ch" refForName="compNode" fact="0.175"/>
      <dgm:constr type="primFontSz" for="des" forName="parTx" val="36"/>
      <dgm:constr type="primFontSz" for="des" forName="desTx" refType="primFontSz" refFor="des" refForName="parTx" op="lte" fact="0.75"/>
      <dgm:constr type="h" for="des" forName="compNode" op="equ"/>
      <dgm:constr type="h" for="des" forName="iconRect" op="equ"/>
      <dgm:constr type="w" for="des" forName="iconRect" op="equ"/>
      <dgm:constr type="h" for="des" forName="iconSpace" op="equ"/>
      <dgm:constr type="h" for="des" forName="parTx" op="equ"/>
      <dgm:constr type="h" for="des" forName="txSpace" op="equ"/>
      <dgm:constr type="h" for="des" forName="desTx" op="equ"/>
    </dgm:constrLst>
    <dgm:ruleLst>
      <dgm:rule type="w" for="ch" forName="compNode" val="0" fact="NaN" max="NaN"/>
    </dgm:ruleLst>
    <dgm:forEach name="Name3" axis="ch" ptType="node">
      <dgm:layoutNode name="compNode">
        <dgm:alg type="composite"/>
        <dgm:shape xmlns:r="http://schemas.openxmlformats.org/officeDocument/2006/relationships" r:blip="">
          <dgm:adjLst/>
        </dgm:shape>
        <dgm:presOf axis="self"/>
        <dgm:constrLst>
          <dgm:constr type="w" for="ch" forName="iconRect" refType="w" fact="0.35"/>
          <dgm:constr type="h" for="ch" forName="iconRect" refType="w" refFor="ch" refForName="iconRect"/>
          <dgm:constr type="ctrX" for="ch" forName="iconRect" refType="w" fact="0.5"/>
          <dgm:constr type="t" for="ch" forName="iconRect"/>
          <dgm:constr type="w" for="ch" forName="iconSpace" refType="w"/>
          <dgm:constr type="h" for="ch" forName="iconSpace" refType="h" fact="0.043"/>
          <dgm:constr type="l" for="ch" forName="iconSpace"/>
          <dgm:constr type="t" for="ch" forName="iconSpace" refType="b" refFor="ch" refForName="iconRect"/>
          <dgm:constr type="w" for="ch" forName="parTx" refType="w"/>
          <dgm:constr type="h" for="ch" forName="parTx" refType="w" fact="0.15"/>
          <dgm:constr type="l" for="ch" forName="parTx"/>
          <dgm:constr type="t" for="ch" forName="parTx" refType="b" refFor="ch" refForName="iconSpace"/>
          <dgm:constr type="h" for="ch" forName="txSpace" refType="h" fact="0.02"/>
          <dgm:constr type="w" for="ch" forName="txSpace" refType="w"/>
          <dgm:constr type="l" for="ch" forName="txSpace"/>
          <dgm:constr type="t" for="ch" forName="txSpace" refType="b" refFor="ch" refForName="parTx"/>
          <dgm:constr type="w" for="ch" forName="desTx" refType="w"/>
          <dgm:constr type="l" for="ch" forName="desTx"/>
          <dgm:constr type="t" for="ch" forName="desTx" refType="b" refFor="ch" refForName="txSpace"/>
        </dgm:constrLst>
        <dgm:ruleLst>
          <dgm:rule type="h" val="INF" fact="NaN" max="NaN"/>
        </dgm:ruleLst>
        <dgm:layoutNode name="iconRect" styleLbl="node1">
          <dgm:alg type="sp"/>
          <dgm:shape xmlns:r="http://schemas.openxmlformats.org/officeDocument/2006/relationships" type="rect" r:blip="" blipPhldr="1">
            <dgm:adjLst/>
          </dgm:shape>
          <dgm:presOf/>
          <dgm:constrLst/>
          <dgm:ruleLst/>
        </dgm:layoutNode>
        <dgm:layoutNode name="iconSpace">
          <dgm:alg type="sp"/>
          <dgm:shape xmlns:r="http://schemas.openxmlformats.org/officeDocument/2006/relationships" r:blip="">
            <dgm:adjLst/>
          </dgm:shape>
          <dgm:presOf/>
          <dgm:constrLst/>
          <dgm:ruleLst/>
        </dgm:layoutNode>
        <dgm:layoutNode name="parTx" styleLbl="revTx">
          <dgm:varLst>
            <dgm:chMax val="0"/>
            <dgm:chPref val="0"/>
          </dgm:varLst>
          <dgm:alg type="tx">
            <dgm:param type="txAnchorVert" val="t"/>
          </dgm:alg>
          <dgm:shape xmlns:r="http://schemas.openxmlformats.org/officeDocument/2006/relationships" type="rect" r:blip="">
            <dgm:adjLst/>
          </dgm:shape>
          <dgm:presOf axis="self" ptType="node"/>
          <dgm:constrLst>
            <dgm:constr type="lMarg"/>
            <dgm:constr type="rMarg"/>
            <dgm:constr type="tMarg"/>
            <dgm:constr type="bMarg"/>
          </dgm:constrLst>
          <dgm:ruleLst>
            <dgm:rule type="primFontSz" val="14" fact="NaN" max="NaN"/>
            <dgm:rule type="h" val="INF" fact="NaN" max="NaN"/>
          </dgm:ruleLst>
        </dgm:layoutNode>
        <dgm:layoutNode name="txSpace">
          <dgm:alg type="sp"/>
          <dgm:shape xmlns:r="http://schemas.openxmlformats.org/officeDocument/2006/relationships" r:blip="">
            <dgm:adjLst/>
          </dgm:shape>
          <dgm:presOf/>
          <dgm:constrLst/>
          <dgm:ruleLst/>
        </dgm:layoutNode>
        <dgm:layoutNode name="desTx" styleLbl="revTx">
          <dgm:varLst/>
          <dgm:alg type="tx">
            <dgm:param type="stBulletLvl" val="0"/>
            <dgm:param type="txAnchorVert" val="t"/>
          </dgm:alg>
          <dgm:shape xmlns:r="http://schemas.openxmlformats.org/officeDocument/2006/relationships" type="rect" r:blip="">
            <dgm:adjLst/>
          </dgm:shape>
          <dgm:presOf axis="des" ptType="node"/>
          <dgm:constrLst>
            <dgm:constr type="secFontSz" refType="primFontSz"/>
            <dgm:constr type="lMarg"/>
            <dgm:constr type="rMarg"/>
            <dgm:constr type="tMarg"/>
            <dgm:constr type="bMarg"/>
          </dgm:constrLst>
          <dgm:ruleLst>
            <dgm:rule type="primFontSz" val="NaN" fact="NaN" max="17"/>
            <dgm:rule type="h" val="INF" fact="NaN" max="NaN"/>
          </dgm:ruleLst>
        </dgm:layoutNode>
      </dgm:layoutNode>
      <dgm:forEach name="Name4" axis="followSib" ptType="sibTrans" cnt="1">
        <dgm:layoutNode name="sibTrans">
          <dgm:alg type="sp"/>
          <dgm:shape xmlns:r="http://schemas.openxmlformats.org/officeDocument/2006/relationships" r:blip="">
            <dgm:adjLst/>
          </dgm:shape>
          <dgm:presOf axis="self"/>
          <dgm:constrLst/>
          <dgm:ruleLst/>
        </dgm:layoutNode>
      </dgm:forEach>
    </dgm:forEach>
  </dgm:layoutNode>
  <dgm:extLst>
    <a:ext uri="{68A01E43-0DF5-4B5B-8FA6-DAF915123BFB}">
      <dgm1612:lstStyle xmlns:dgm1612="http://schemas.microsoft.com/office/drawing/2016/12/diagram">
        <a:lvl1pPr>
          <a:lnSpc>
            <a:spcPct val="100000"/>
          </a:lnSpc>
          <a:defRPr b="1"/>
        </a:lvl1pPr>
        <a:lvl2pPr>
          <a:lnSpc>
            <a:spcPct val="100000"/>
          </a:lnSpc>
        </a:lvl2pPr>
      </dgm1612:lstStyle>
    </a:ext>
  </dgm:extLst>
</dgm:layoutDef>
</file>

<file path=ppt/diagrams/layout79.xml><?xml version="1.0" encoding="utf-8"?>
<dgm:layoutDef xmlns:dgm="http://schemas.openxmlformats.org/drawingml/2006/diagram" xmlns:a="http://schemas.openxmlformats.org/drawingml/2006/main" uniqueId="urn:microsoft.com/office/officeart/2018/5/layout/CenteredIconLabelDescriptionList">
  <dgm:title val="Centered Icon Label Description List"/>
  <dgm:desc val="Use to show non-sequential or grouped chunks of information. The placeholder holds an icon or small picture, and corresponding text boxes show Level 1 and Level 2 text respectively. Works well for minimal Level 1 text accompanied by lengthier Level two text."/>
  <dgm:catLst>
    <dgm:cat type="icon" pri="500"/>
  </dgm:catLst>
  <dgm:sampData useDef="1">
    <dgm:dataModel>
      <dgm:ptLst/>
      <dgm:bg/>
      <dgm:whole/>
    </dgm:dataModel>
  </dgm:sampData>
  <dgm:styleData useDef="1">
    <dgm:dataModel>
      <dgm:ptLst/>
      <dgm:bg/>
      <dgm:whole/>
    </dgm:dataModel>
  </dgm:styleData>
  <dgm:clrData useDef="1">
    <dgm:dataModel>
      <dgm:ptLst/>
      <dgm:bg/>
      <dgm:whole/>
    </dgm:dataModel>
  </dgm:clrData>
  <dgm:layoutNode name="root">
    <dgm:varLst>
      <dgm:dir/>
      <dgm:resizeHandles val="exact"/>
    </dgm:varLst>
    <dgm:choose name="Name0">
      <dgm:if name="Name1" axis="self" func="var" arg="dir" op="equ" val="norm">
        <dgm:alg type="lin"/>
      </dgm:if>
      <dgm:else name="Name2">
        <dgm:alg type="lin">
          <dgm:param type="linDir" val="fromR"/>
        </dgm:alg>
      </dgm:else>
    </dgm:choose>
    <dgm:shape xmlns:r="http://schemas.openxmlformats.org/officeDocument/2006/relationships" r:blip="">
      <dgm:adjLst/>
    </dgm:shape>
    <dgm:presOf/>
    <dgm:constrLst>
      <dgm:constr type="h" for="ch" forName="compNode" refType="h" fact="0.45"/>
      <dgm:constr type="w" for="ch" forName="compNode" val="120"/>
      <dgm:constr type="w" for="ch" forName="sibTrans" refType="w" refFor="ch" refForName="compNode" fact="0.175"/>
      <dgm:constr type="primFontSz" for="des" forName="parTx" val="36"/>
      <dgm:constr type="primFontSz" for="des" forName="desTx" refType="primFontSz" refFor="des" refForName="parTx" op="lte" fact="0.75"/>
      <dgm:constr type="h" for="des" forName="compNode" op="equ"/>
      <dgm:constr type="h" for="des" forName="iconRect" op="equ"/>
      <dgm:constr type="w" for="des" forName="iconRect" op="equ"/>
      <dgm:constr type="h" for="des" forName="iconSpace" op="equ"/>
      <dgm:constr type="h" for="des" forName="parTx" op="equ"/>
      <dgm:constr type="h" for="des" forName="txSpace" op="equ"/>
      <dgm:constr type="h" for="des" forName="desTx" op="equ"/>
    </dgm:constrLst>
    <dgm:ruleLst>
      <dgm:rule type="w" for="ch" forName="compNode" val="0" fact="NaN" max="NaN"/>
    </dgm:ruleLst>
    <dgm:forEach name="Name3" axis="ch" ptType="node">
      <dgm:layoutNode name="compNode">
        <dgm:alg type="composite"/>
        <dgm:shape xmlns:r="http://schemas.openxmlformats.org/officeDocument/2006/relationships" r:blip="">
          <dgm:adjLst/>
        </dgm:shape>
        <dgm:presOf axis="self"/>
        <dgm:constrLst>
          <dgm:constr type="w" for="ch" forName="iconRect" refType="w" fact="0.35"/>
          <dgm:constr type="h" for="ch" forName="iconRect" refType="w" refFor="ch" refForName="iconRect"/>
          <dgm:constr type="ctrX" for="ch" forName="iconRect" refType="w" fact="0.5"/>
          <dgm:constr type="t" for="ch" forName="iconRect"/>
          <dgm:constr type="w" for="ch" forName="iconSpace" refType="w"/>
          <dgm:constr type="h" for="ch" forName="iconSpace" refType="h" fact="0.043"/>
          <dgm:constr type="l" for="ch" forName="iconSpace"/>
          <dgm:constr type="t" for="ch" forName="iconSpace" refType="b" refFor="ch" refForName="iconRect"/>
          <dgm:constr type="w" for="ch" forName="parTx" refType="w"/>
          <dgm:constr type="h" for="ch" forName="parTx" refType="w" fact="0.15"/>
          <dgm:constr type="l" for="ch" forName="parTx"/>
          <dgm:constr type="t" for="ch" forName="parTx" refType="b" refFor="ch" refForName="iconSpace"/>
          <dgm:constr type="h" for="ch" forName="txSpace" refType="h" fact="0.02"/>
          <dgm:constr type="w" for="ch" forName="txSpace" refType="w"/>
          <dgm:constr type="l" for="ch" forName="txSpace"/>
          <dgm:constr type="t" for="ch" forName="txSpace" refType="b" refFor="ch" refForName="parTx"/>
          <dgm:constr type="w" for="ch" forName="desTx" refType="w"/>
          <dgm:constr type="l" for="ch" forName="desTx"/>
          <dgm:constr type="t" for="ch" forName="desTx" refType="b" refFor="ch" refForName="txSpace"/>
        </dgm:constrLst>
        <dgm:ruleLst>
          <dgm:rule type="h" val="INF" fact="NaN" max="NaN"/>
        </dgm:ruleLst>
        <dgm:layoutNode name="iconRect" styleLbl="node1">
          <dgm:alg type="sp"/>
          <dgm:shape xmlns:r="http://schemas.openxmlformats.org/officeDocument/2006/relationships" type="rect" r:blip="" blipPhldr="1">
            <dgm:adjLst/>
          </dgm:shape>
          <dgm:presOf/>
          <dgm:constrLst/>
          <dgm:ruleLst/>
        </dgm:layoutNode>
        <dgm:layoutNode name="iconSpace">
          <dgm:alg type="sp"/>
          <dgm:shape xmlns:r="http://schemas.openxmlformats.org/officeDocument/2006/relationships" r:blip="">
            <dgm:adjLst/>
          </dgm:shape>
          <dgm:presOf/>
          <dgm:constrLst/>
          <dgm:ruleLst/>
        </dgm:layoutNode>
        <dgm:layoutNode name="parTx" styleLbl="revTx">
          <dgm:varLst>
            <dgm:chMax val="0"/>
            <dgm:chPref val="0"/>
          </dgm:varLst>
          <dgm:alg type="tx">
            <dgm:param type="txAnchorVert" val="t"/>
          </dgm:alg>
          <dgm:shape xmlns:r="http://schemas.openxmlformats.org/officeDocument/2006/relationships" type="rect" r:blip="">
            <dgm:adjLst/>
          </dgm:shape>
          <dgm:presOf axis="self" ptType="node"/>
          <dgm:constrLst>
            <dgm:constr type="lMarg"/>
            <dgm:constr type="rMarg"/>
            <dgm:constr type="tMarg"/>
            <dgm:constr type="bMarg"/>
          </dgm:constrLst>
          <dgm:ruleLst>
            <dgm:rule type="primFontSz" val="14" fact="NaN" max="NaN"/>
            <dgm:rule type="h" val="INF" fact="NaN" max="NaN"/>
          </dgm:ruleLst>
        </dgm:layoutNode>
        <dgm:layoutNode name="txSpace">
          <dgm:alg type="sp"/>
          <dgm:shape xmlns:r="http://schemas.openxmlformats.org/officeDocument/2006/relationships" r:blip="">
            <dgm:adjLst/>
          </dgm:shape>
          <dgm:presOf/>
          <dgm:constrLst/>
          <dgm:ruleLst/>
        </dgm:layoutNode>
        <dgm:layoutNode name="desTx" styleLbl="revTx">
          <dgm:varLst/>
          <dgm:alg type="tx">
            <dgm:param type="stBulletLvl" val="0"/>
            <dgm:param type="txAnchorVert" val="t"/>
          </dgm:alg>
          <dgm:shape xmlns:r="http://schemas.openxmlformats.org/officeDocument/2006/relationships" type="rect" r:blip="">
            <dgm:adjLst/>
          </dgm:shape>
          <dgm:presOf axis="des" ptType="node"/>
          <dgm:constrLst>
            <dgm:constr type="secFontSz" refType="primFontSz"/>
            <dgm:constr type="lMarg"/>
            <dgm:constr type="rMarg"/>
            <dgm:constr type="tMarg"/>
            <dgm:constr type="bMarg"/>
          </dgm:constrLst>
          <dgm:ruleLst>
            <dgm:rule type="primFontSz" val="NaN" fact="NaN" max="17"/>
            <dgm:rule type="h" val="INF" fact="NaN" max="NaN"/>
          </dgm:ruleLst>
        </dgm:layoutNode>
      </dgm:layoutNode>
      <dgm:forEach name="Name4" axis="followSib" ptType="sibTrans" cnt="1">
        <dgm:layoutNode name="sibTrans">
          <dgm:alg type="sp"/>
          <dgm:shape xmlns:r="http://schemas.openxmlformats.org/officeDocument/2006/relationships" r:blip="">
            <dgm:adjLst/>
          </dgm:shape>
          <dgm:presOf axis="self"/>
          <dgm:constrLst/>
          <dgm:ruleLst/>
        </dgm:layoutNode>
      </dgm:forEach>
    </dgm:forEach>
  </dgm:layoutNode>
  <dgm:extLst>
    <a:ext uri="{68A01E43-0DF5-4B5B-8FA6-DAF915123BFB}">
      <dgm1612:lstStyle xmlns:dgm1612="http://schemas.microsoft.com/office/drawing/2016/12/diagram">
        <a:lvl1pPr>
          <a:lnSpc>
            <a:spcPct val="100000"/>
          </a:lnSpc>
          <a:defRPr b="1"/>
        </a:lvl1pPr>
        <a:lvl2pPr>
          <a:lnSpc>
            <a:spcPct val="100000"/>
          </a:lnSpc>
        </a:lvl2pPr>
      </dgm1612:lstStyle>
    </a:ext>
  </dgm:extLst>
</dgm:layoutDef>
</file>

<file path=ppt/diagrams/layout80.xml><?xml version="1.0" encoding="utf-8"?>
<dgm:layoutDef xmlns:dgm="http://schemas.openxmlformats.org/drawingml/2006/diagram" xmlns:a="http://schemas.openxmlformats.org/drawingml/2006/main" uniqueId="urn:microsoft.com/office/officeart/2018/5/layout/CenteredIconLabelDescriptionList">
  <dgm:title val="Centered Icon Label Description List"/>
  <dgm:desc val="Use to show non-sequential or grouped chunks of information. The placeholder holds an icon or small picture, and corresponding text boxes show Level 1 and Level 2 text respectively. Works well for minimal Level 1 text accompanied by lengthier Level two text."/>
  <dgm:catLst>
    <dgm:cat type="icon" pri="500"/>
  </dgm:catLst>
  <dgm:sampData useDef="1">
    <dgm:dataModel>
      <dgm:ptLst/>
      <dgm:bg/>
      <dgm:whole/>
    </dgm:dataModel>
  </dgm:sampData>
  <dgm:styleData useDef="1">
    <dgm:dataModel>
      <dgm:ptLst/>
      <dgm:bg/>
      <dgm:whole/>
    </dgm:dataModel>
  </dgm:styleData>
  <dgm:clrData useDef="1">
    <dgm:dataModel>
      <dgm:ptLst/>
      <dgm:bg/>
      <dgm:whole/>
    </dgm:dataModel>
  </dgm:clrData>
  <dgm:layoutNode name="root">
    <dgm:varLst>
      <dgm:dir/>
      <dgm:resizeHandles val="exact"/>
    </dgm:varLst>
    <dgm:choose name="Name0">
      <dgm:if name="Name1" axis="self" func="var" arg="dir" op="equ" val="norm">
        <dgm:alg type="lin"/>
      </dgm:if>
      <dgm:else name="Name2">
        <dgm:alg type="lin">
          <dgm:param type="linDir" val="fromR"/>
        </dgm:alg>
      </dgm:else>
    </dgm:choose>
    <dgm:shape xmlns:r="http://schemas.openxmlformats.org/officeDocument/2006/relationships" r:blip="">
      <dgm:adjLst/>
    </dgm:shape>
    <dgm:presOf/>
    <dgm:constrLst>
      <dgm:constr type="h" for="ch" forName="compNode" refType="h" fact="0.45"/>
      <dgm:constr type="w" for="ch" forName="compNode" val="120"/>
      <dgm:constr type="w" for="ch" forName="sibTrans" refType="w" refFor="ch" refForName="compNode" fact="0.175"/>
      <dgm:constr type="primFontSz" for="des" forName="parTx" val="36"/>
      <dgm:constr type="primFontSz" for="des" forName="desTx" refType="primFontSz" refFor="des" refForName="parTx" op="lte" fact="0.75"/>
      <dgm:constr type="h" for="des" forName="compNode" op="equ"/>
      <dgm:constr type="h" for="des" forName="iconRect" op="equ"/>
      <dgm:constr type="w" for="des" forName="iconRect" op="equ"/>
      <dgm:constr type="h" for="des" forName="iconSpace" op="equ"/>
      <dgm:constr type="h" for="des" forName="parTx" op="equ"/>
      <dgm:constr type="h" for="des" forName="txSpace" op="equ"/>
      <dgm:constr type="h" for="des" forName="desTx" op="equ"/>
    </dgm:constrLst>
    <dgm:ruleLst>
      <dgm:rule type="w" for="ch" forName="compNode" val="0" fact="NaN" max="NaN"/>
    </dgm:ruleLst>
    <dgm:forEach name="Name3" axis="ch" ptType="node">
      <dgm:layoutNode name="compNode">
        <dgm:alg type="composite"/>
        <dgm:shape xmlns:r="http://schemas.openxmlformats.org/officeDocument/2006/relationships" r:blip="">
          <dgm:adjLst/>
        </dgm:shape>
        <dgm:presOf axis="self"/>
        <dgm:constrLst>
          <dgm:constr type="w" for="ch" forName="iconRect" refType="w" fact="0.35"/>
          <dgm:constr type="h" for="ch" forName="iconRect" refType="w" refFor="ch" refForName="iconRect"/>
          <dgm:constr type="ctrX" for="ch" forName="iconRect" refType="w" fact="0.5"/>
          <dgm:constr type="t" for="ch" forName="iconRect"/>
          <dgm:constr type="w" for="ch" forName="iconSpace" refType="w"/>
          <dgm:constr type="h" for="ch" forName="iconSpace" refType="h" fact="0.043"/>
          <dgm:constr type="l" for="ch" forName="iconSpace"/>
          <dgm:constr type="t" for="ch" forName="iconSpace" refType="b" refFor="ch" refForName="iconRect"/>
          <dgm:constr type="w" for="ch" forName="parTx" refType="w"/>
          <dgm:constr type="h" for="ch" forName="parTx" refType="w" fact="0.15"/>
          <dgm:constr type="l" for="ch" forName="parTx"/>
          <dgm:constr type="t" for="ch" forName="parTx" refType="b" refFor="ch" refForName="iconSpace"/>
          <dgm:constr type="h" for="ch" forName="txSpace" refType="h" fact="0.02"/>
          <dgm:constr type="w" for="ch" forName="txSpace" refType="w"/>
          <dgm:constr type="l" for="ch" forName="txSpace"/>
          <dgm:constr type="t" for="ch" forName="txSpace" refType="b" refFor="ch" refForName="parTx"/>
          <dgm:constr type="w" for="ch" forName="desTx" refType="w"/>
          <dgm:constr type="l" for="ch" forName="desTx"/>
          <dgm:constr type="t" for="ch" forName="desTx" refType="b" refFor="ch" refForName="txSpace"/>
        </dgm:constrLst>
        <dgm:ruleLst>
          <dgm:rule type="h" val="INF" fact="NaN" max="NaN"/>
        </dgm:ruleLst>
        <dgm:layoutNode name="iconRect" styleLbl="node1">
          <dgm:alg type="sp"/>
          <dgm:shape xmlns:r="http://schemas.openxmlformats.org/officeDocument/2006/relationships" type="rect" r:blip="" blipPhldr="1">
            <dgm:adjLst/>
          </dgm:shape>
          <dgm:presOf/>
          <dgm:constrLst/>
          <dgm:ruleLst/>
        </dgm:layoutNode>
        <dgm:layoutNode name="iconSpace">
          <dgm:alg type="sp"/>
          <dgm:shape xmlns:r="http://schemas.openxmlformats.org/officeDocument/2006/relationships" r:blip="">
            <dgm:adjLst/>
          </dgm:shape>
          <dgm:presOf/>
          <dgm:constrLst/>
          <dgm:ruleLst/>
        </dgm:layoutNode>
        <dgm:layoutNode name="parTx" styleLbl="revTx">
          <dgm:varLst>
            <dgm:chMax val="0"/>
            <dgm:chPref val="0"/>
          </dgm:varLst>
          <dgm:alg type="tx">
            <dgm:param type="txAnchorVert" val="t"/>
          </dgm:alg>
          <dgm:shape xmlns:r="http://schemas.openxmlformats.org/officeDocument/2006/relationships" type="rect" r:blip="">
            <dgm:adjLst/>
          </dgm:shape>
          <dgm:presOf axis="self" ptType="node"/>
          <dgm:constrLst>
            <dgm:constr type="lMarg"/>
            <dgm:constr type="rMarg"/>
            <dgm:constr type="tMarg"/>
            <dgm:constr type="bMarg"/>
          </dgm:constrLst>
          <dgm:ruleLst>
            <dgm:rule type="primFontSz" val="14" fact="NaN" max="NaN"/>
            <dgm:rule type="h" val="INF" fact="NaN" max="NaN"/>
          </dgm:ruleLst>
        </dgm:layoutNode>
        <dgm:layoutNode name="txSpace">
          <dgm:alg type="sp"/>
          <dgm:shape xmlns:r="http://schemas.openxmlformats.org/officeDocument/2006/relationships" r:blip="">
            <dgm:adjLst/>
          </dgm:shape>
          <dgm:presOf/>
          <dgm:constrLst/>
          <dgm:ruleLst/>
        </dgm:layoutNode>
        <dgm:layoutNode name="desTx" styleLbl="revTx">
          <dgm:varLst/>
          <dgm:alg type="tx">
            <dgm:param type="stBulletLvl" val="0"/>
            <dgm:param type="txAnchorVert" val="t"/>
          </dgm:alg>
          <dgm:shape xmlns:r="http://schemas.openxmlformats.org/officeDocument/2006/relationships" type="rect" r:blip="">
            <dgm:adjLst/>
          </dgm:shape>
          <dgm:presOf axis="des" ptType="node"/>
          <dgm:constrLst>
            <dgm:constr type="secFontSz" refType="primFontSz"/>
            <dgm:constr type="lMarg"/>
            <dgm:constr type="rMarg"/>
            <dgm:constr type="tMarg"/>
            <dgm:constr type="bMarg"/>
          </dgm:constrLst>
          <dgm:ruleLst>
            <dgm:rule type="primFontSz" val="NaN" fact="NaN" max="17"/>
            <dgm:rule type="h" val="INF" fact="NaN" max="NaN"/>
          </dgm:ruleLst>
        </dgm:layoutNode>
      </dgm:layoutNode>
      <dgm:forEach name="Name4" axis="followSib" ptType="sibTrans" cnt="1">
        <dgm:layoutNode name="sibTrans">
          <dgm:alg type="sp"/>
          <dgm:shape xmlns:r="http://schemas.openxmlformats.org/officeDocument/2006/relationships" r:blip="">
            <dgm:adjLst/>
          </dgm:shape>
          <dgm:presOf axis="self"/>
          <dgm:constrLst/>
          <dgm:ruleLst/>
        </dgm:layoutNode>
      </dgm:forEach>
    </dgm:forEach>
  </dgm:layoutNode>
  <dgm:extLst>
    <a:ext uri="{68A01E43-0DF5-4B5B-8FA6-DAF915123BFB}">
      <dgm1612:lstStyle xmlns:dgm1612="http://schemas.microsoft.com/office/drawing/2016/12/diagram">
        <a:lvl1pPr>
          <a:lnSpc>
            <a:spcPct val="100000"/>
          </a:lnSpc>
          <a:defRPr b="1"/>
        </a:lvl1pPr>
        <a:lvl2pPr>
          <a:lnSpc>
            <a:spcPct val="100000"/>
          </a:lnSpc>
        </a:lvl2pPr>
      </dgm1612:lstStyle>
    </a:ext>
  </dgm:extLst>
</dgm:layoutDef>
</file>

<file path=ppt/diagrams/layout81.xml><?xml version="1.0" encoding="utf-8"?>
<dgm:layoutDef xmlns:dgm="http://schemas.openxmlformats.org/drawingml/2006/diagram" xmlns:a="http://schemas.openxmlformats.org/drawingml/2006/main" uniqueId="urn:microsoft.com/office/officeart/2018/2/layout/IconLabelDescriptionList">
  <dgm:title val="Icon Label Description List"/>
  <dgm:desc val="Use to show non-sequential or grouped chunks of information. The placeholder holds an icon or small picture, and corresponding text boxes show Level 1 and Level 2 text respectively. Works well for minimal Level 1 text accompanied by lengthier Level two text."/>
  <dgm:catLst>
    <dgm:cat type="icon" pri="500"/>
  </dgm:catLst>
  <dgm:sampData useDef="1">
    <dgm:dataModel>
      <dgm:ptLst/>
      <dgm:bg/>
      <dgm:whole/>
    </dgm:dataModel>
  </dgm:sampData>
  <dgm:styleData useDef="1">
    <dgm:dataModel>
      <dgm:ptLst/>
      <dgm:bg/>
      <dgm:whole/>
    </dgm:dataModel>
  </dgm:styleData>
  <dgm:clrData useDef="1">
    <dgm:dataModel>
      <dgm:ptLst/>
      <dgm:bg/>
      <dgm:whole/>
    </dgm:dataModel>
  </dgm:clrData>
  <dgm:layoutNode name="root">
    <dgm:varLst>
      <dgm:dir/>
      <dgm:resizeHandles val="exact"/>
    </dgm:varLst>
    <dgm:choose name="Name0">
      <dgm:if name="Name1" axis="self" func="var" arg="dir" op="equ" val="norm">
        <dgm:alg type="lin"/>
      </dgm:if>
      <dgm:else name="Name2">
        <dgm:alg type="lin">
          <dgm:param type="linDir" val="fromR"/>
        </dgm:alg>
      </dgm:else>
    </dgm:choose>
    <dgm:shape xmlns:r="http://schemas.openxmlformats.org/officeDocument/2006/relationships" r:blip="">
      <dgm:adjLst/>
    </dgm:shape>
    <dgm:presOf/>
    <dgm:constrLst>
      <dgm:constr type="h" for="ch" forName="compNode" refType="h" fact="0.45"/>
      <dgm:constr type="w" for="ch" forName="compNode" val="120"/>
      <dgm:constr type="w" for="ch" forName="sibTrans" refType="w" refFor="ch" refForName="compNode" fact="0.175"/>
      <dgm:constr type="primFontSz" for="des" forName="parTx" val="36"/>
      <dgm:constr type="primFontSz" for="des" forName="desTx" refType="primFontSz" refFor="des" refForName="parTx" op="lte" fact="0.75"/>
      <dgm:constr type="h" for="des" forName="compNode" op="equ"/>
      <dgm:constr type="h" for="des" forName="iconRect" op="equ"/>
      <dgm:constr type="w" for="des" forName="iconRect" op="equ"/>
      <dgm:constr type="h" for="des" forName="iconSpace" op="equ"/>
      <dgm:constr type="h" for="des" forName="parTx" op="equ"/>
      <dgm:constr type="h" for="des" forName="txSpace" op="equ"/>
      <dgm:constr type="h" for="des" forName="desTx" op="equ"/>
    </dgm:constrLst>
    <dgm:ruleLst>
      <dgm:rule type="w" for="ch" forName="compNode" val="0" fact="NaN" max="NaN"/>
    </dgm:ruleLst>
    <dgm:forEach name="Name3" axis="ch" ptType="node">
      <dgm:layoutNode name="compNode">
        <dgm:alg type="composite"/>
        <dgm:shape xmlns:r="http://schemas.openxmlformats.org/officeDocument/2006/relationships" r:blip="">
          <dgm:adjLst/>
        </dgm:shape>
        <dgm:presOf axis="self"/>
        <dgm:constrLst>
          <dgm:constr type="w" for="ch" forName="iconRect" refType="w" fact="0.35"/>
          <dgm:constr type="h" for="ch" forName="iconRect" refType="w" refFor="ch" refForName="iconRect"/>
          <dgm:constr type="l" for="ch" forName="iconRect"/>
          <dgm:constr type="t" for="ch" forName="iconRect"/>
          <dgm:constr type="w" for="ch" forName="iconSpace" refType="w"/>
          <dgm:constr type="h" for="ch" forName="iconSpace" refType="h" fact="0.043"/>
          <dgm:constr type="l" for="ch" forName="iconSpace"/>
          <dgm:constr type="t" for="ch" forName="iconSpace" refType="b" refFor="ch" refForName="iconRect"/>
          <dgm:constr type="w" for="ch" forName="parTx" refType="w"/>
          <dgm:constr type="h" for="ch" forName="parTx" refType="w" fact="0.15"/>
          <dgm:constr type="l" for="ch" forName="parTx"/>
          <dgm:constr type="t" for="ch" forName="parTx" refType="b" refFor="ch" refForName="iconSpace"/>
          <dgm:constr type="h" for="ch" forName="txSpace" refType="h" fact="0.02"/>
          <dgm:constr type="w" for="ch" forName="txSpace" refType="w"/>
          <dgm:constr type="l" for="ch" forName="txSpace"/>
          <dgm:constr type="t" for="ch" forName="txSpace" refType="b" refFor="ch" refForName="parTx"/>
          <dgm:constr type="w" for="ch" forName="desTx" refType="w"/>
          <dgm:constr type="l" for="ch" forName="desTx"/>
          <dgm:constr type="t" for="ch" forName="desTx" refType="b" refFor="ch" refForName="txSpace"/>
        </dgm:constrLst>
        <dgm:ruleLst>
          <dgm:rule type="h" val="INF" fact="NaN" max="NaN"/>
        </dgm:ruleLst>
        <dgm:layoutNode name="iconRect" styleLbl="node1">
          <dgm:alg type="sp"/>
          <dgm:shape xmlns:r="http://schemas.openxmlformats.org/officeDocument/2006/relationships" type="rect" r:blip="" blipPhldr="1">
            <dgm:adjLst/>
          </dgm:shape>
          <dgm:presOf/>
          <dgm:constrLst/>
          <dgm:ruleLst/>
        </dgm:layoutNode>
        <dgm:layoutNode name="iconSpace">
          <dgm:alg type="sp"/>
          <dgm:shape xmlns:r="http://schemas.openxmlformats.org/officeDocument/2006/relationships" r:blip="">
            <dgm:adjLst/>
          </dgm:shape>
          <dgm:presOf/>
          <dgm:constrLst/>
          <dgm:ruleLst/>
        </dgm:layoutNode>
        <dgm:layoutNode name="parTx" styleLbl="revTx">
          <dgm:varLst>
            <dgm:chMax val="0"/>
            <dgm:chPref val="0"/>
          </dgm:varLst>
          <dgm:alg type="tx">
            <dgm:param type="txAnchorVert" val="t"/>
            <dgm:param type="parTxLTRAlign" val="l"/>
            <dgm:param type="shpTxLTRAlignCh" val="l"/>
            <dgm:param type="parTxRTLAlign" val="r"/>
            <dgm:param type="shpTxRTLAlignCh" val="r"/>
          </dgm:alg>
          <dgm:shape xmlns:r="http://schemas.openxmlformats.org/officeDocument/2006/relationships" type="rect" r:blip="">
            <dgm:adjLst/>
          </dgm:shape>
          <dgm:presOf axis="self" ptType="node"/>
          <dgm:constrLst>
            <dgm:constr type="lMarg"/>
            <dgm:constr type="rMarg"/>
            <dgm:constr type="tMarg"/>
            <dgm:constr type="bMarg"/>
          </dgm:constrLst>
          <dgm:ruleLst>
            <dgm:rule type="primFontSz" val="14" fact="NaN" max="NaN"/>
            <dgm:rule type="h" val="INF" fact="NaN" max="NaN"/>
          </dgm:ruleLst>
        </dgm:layoutNode>
        <dgm:layoutNode name="txSpace">
          <dgm:alg type="sp"/>
          <dgm:shape xmlns:r="http://schemas.openxmlformats.org/officeDocument/2006/relationships" r:blip="">
            <dgm:adjLst/>
          </dgm:shape>
          <dgm:presOf/>
          <dgm:constrLst/>
          <dgm:ruleLst/>
        </dgm:layoutNode>
        <dgm:layoutNode name="desTx" styleLbl="revTx">
          <dgm:varLst/>
          <dgm:alg type="tx">
            <dgm:param type="stBulletLvl" val="0"/>
            <dgm:param type="txAnchorVert" val="t"/>
            <dgm:param type="parTxLTRAlign" val="l"/>
            <dgm:param type="shpTxLTRAlignCh" val="l"/>
            <dgm:param type="parTxRTLAlign" val="r"/>
            <dgm:param type="shpTxRTLAlignCh" val="r"/>
          </dgm:alg>
          <dgm:shape xmlns:r="http://schemas.openxmlformats.org/officeDocument/2006/relationships" type="rect" r:blip="">
            <dgm:adjLst/>
          </dgm:shape>
          <dgm:presOf axis="des" ptType="node"/>
          <dgm:constrLst>
            <dgm:constr type="secFontSz" refType="primFontSz"/>
            <dgm:constr type="lMarg"/>
            <dgm:constr type="rMarg"/>
            <dgm:constr type="tMarg"/>
            <dgm:constr type="bMarg"/>
          </dgm:constrLst>
          <dgm:ruleLst>
            <dgm:rule type="primFontSz" val="NaN" fact="NaN" max="17"/>
            <dgm:rule type="h" val="INF" fact="NaN" max="NaN"/>
          </dgm:ruleLst>
        </dgm:layoutNode>
      </dgm:layoutNode>
      <dgm:forEach name="Name4" axis="followSib" ptType="sibTrans" cnt="1">
        <dgm:layoutNode name="sibTrans">
          <dgm:alg type="sp"/>
          <dgm:shape xmlns:r="http://schemas.openxmlformats.org/officeDocument/2006/relationships" r:blip="">
            <dgm:adjLst/>
          </dgm:shape>
          <dgm:presOf axis="self"/>
          <dgm:constrLst/>
          <dgm:ruleLst/>
        </dgm:layoutNode>
      </dgm:forEach>
    </dgm:forEach>
  </dgm:layoutNode>
  <dgm:extLst>
    <a:ext uri="{68A01E43-0DF5-4B5B-8FA6-DAF915123BFB}">
      <dgm1612:lstStyle xmlns:dgm1612="http://schemas.microsoft.com/office/drawing/2016/12/diagram">
        <a:lvl1pPr>
          <a:lnSpc>
            <a:spcPct val="100000"/>
          </a:lnSpc>
          <a:defRPr b="1"/>
        </a:lvl1pPr>
        <a:lvl2pPr>
          <a:lnSpc>
            <a:spcPct val="100000"/>
          </a:lnSpc>
        </a:lvl2pPr>
      </dgm1612:lstStyle>
    </a:ext>
  </dgm:extLst>
</dgm:layoutDef>
</file>

<file path=ppt/diagrams/layout82.xml><?xml version="1.0" encoding="utf-8"?>
<dgm:layoutDef xmlns:dgm="http://schemas.openxmlformats.org/drawingml/2006/diagram" xmlns:a="http://schemas.openxmlformats.org/drawingml/2006/main" uniqueId="urn:microsoft.com/office/officeart/2018/5/layout/CenteredIconLabelDescriptionList">
  <dgm:title val="Centered Icon Label Description List"/>
  <dgm:desc val="Use to show non-sequential or grouped chunks of information. The placeholder holds an icon or small picture, and corresponding text boxes show Level 1 and Level 2 text respectively. Works well for minimal Level 1 text accompanied by lengthier Level two text."/>
  <dgm:catLst>
    <dgm:cat type="icon" pri="500"/>
  </dgm:catLst>
  <dgm:sampData useDef="1">
    <dgm:dataModel>
      <dgm:ptLst/>
      <dgm:bg/>
      <dgm:whole/>
    </dgm:dataModel>
  </dgm:sampData>
  <dgm:styleData useDef="1">
    <dgm:dataModel>
      <dgm:ptLst/>
      <dgm:bg/>
      <dgm:whole/>
    </dgm:dataModel>
  </dgm:styleData>
  <dgm:clrData useDef="1">
    <dgm:dataModel>
      <dgm:ptLst/>
      <dgm:bg/>
      <dgm:whole/>
    </dgm:dataModel>
  </dgm:clrData>
  <dgm:layoutNode name="root">
    <dgm:varLst>
      <dgm:dir/>
      <dgm:resizeHandles val="exact"/>
    </dgm:varLst>
    <dgm:choose name="Name0">
      <dgm:if name="Name1" axis="self" func="var" arg="dir" op="equ" val="norm">
        <dgm:alg type="lin"/>
      </dgm:if>
      <dgm:else name="Name2">
        <dgm:alg type="lin">
          <dgm:param type="linDir" val="fromR"/>
        </dgm:alg>
      </dgm:else>
    </dgm:choose>
    <dgm:shape xmlns:r="http://schemas.openxmlformats.org/officeDocument/2006/relationships" r:blip="">
      <dgm:adjLst/>
    </dgm:shape>
    <dgm:presOf/>
    <dgm:constrLst>
      <dgm:constr type="h" for="ch" forName="compNode" refType="h" fact="0.45"/>
      <dgm:constr type="w" for="ch" forName="compNode" val="120"/>
      <dgm:constr type="w" for="ch" forName="sibTrans" refType="w" refFor="ch" refForName="compNode" fact="0.175"/>
      <dgm:constr type="primFontSz" for="des" forName="parTx" val="36"/>
      <dgm:constr type="primFontSz" for="des" forName="desTx" refType="primFontSz" refFor="des" refForName="parTx" op="lte" fact="0.75"/>
      <dgm:constr type="h" for="des" forName="compNode" op="equ"/>
      <dgm:constr type="h" for="des" forName="iconRect" op="equ"/>
      <dgm:constr type="w" for="des" forName="iconRect" op="equ"/>
      <dgm:constr type="h" for="des" forName="iconSpace" op="equ"/>
      <dgm:constr type="h" for="des" forName="parTx" op="equ"/>
      <dgm:constr type="h" for="des" forName="txSpace" op="equ"/>
      <dgm:constr type="h" for="des" forName="desTx" op="equ"/>
    </dgm:constrLst>
    <dgm:ruleLst>
      <dgm:rule type="w" for="ch" forName="compNode" val="0" fact="NaN" max="NaN"/>
    </dgm:ruleLst>
    <dgm:forEach name="Name3" axis="ch" ptType="node">
      <dgm:layoutNode name="compNode">
        <dgm:alg type="composite"/>
        <dgm:shape xmlns:r="http://schemas.openxmlformats.org/officeDocument/2006/relationships" r:blip="">
          <dgm:adjLst/>
        </dgm:shape>
        <dgm:presOf axis="self"/>
        <dgm:constrLst>
          <dgm:constr type="w" for="ch" forName="iconRect" refType="w" fact="0.35"/>
          <dgm:constr type="h" for="ch" forName="iconRect" refType="w" refFor="ch" refForName="iconRect"/>
          <dgm:constr type="ctrX" for="ch" forName="iconRect" refType="w" fact="0.5"/>
          <dgm:constr type="t" for="ch" forName="iconRect"/>
          <dgm:constr type="w" for="ch" forName="iconSpace" refType="w"/>
          <dgm:constr type="h" for="ch" forName="iconSpace" refType="h" fact="0.043"/>
          <dgm:constr type="l" for="ch" forName="iconSpace"/>
          <dgm:constr type="t" for="ch" forName="iconSpace" refType="b" refFor="ch" refForName="iconRect"/>
          <dgm:constr type="w" for="ch" forName="parTx" refType="w"/>
          <dgm:constr type="h" for="ch" forName="parTx" refType="w" fact="0.15"/>
          <dgm:constr type="l" for="ch" forName="parTx"/>
          <dgm:constr type="t" for="ch" forName="parTx" refType="b" refFor="ch" refForName="iconSpace"/>
          <dgm:constr type="h" for="ch" forName="txSpace" refType="h" fact="0.02"/>
          <dgm:constr type="w" for="ch" forName="txSpace" refType="w"/>
          <dgm:constr type="l" for="ch" forName="txSpace"/>
          <dgm:constr type="t" for="ch" forName="txSpace" refType="b" refFor="ch" refForName="parTx"/>
          <dgm:constr type="w" for="ch" forName="desTx" refType="w"/>
          <dgm:constr type="l" for="ch" forName="desTx"/>
          <dgm:constr type="t" for="ch" forName="desTx" refType="b" refFor="ch" refForName="txSpace"/>
        </dgm:constrLst>
        <dgm:ruleLst>
          <dgm:rule type="h" val="INF" fact="NaN" max="NaN"/>
        </dgm:ruleLst>
        <dgm:layoutNode name="iconRect" styleLbl="node1">
          <dgm:alg type="sp"/>
          <dgm:shape xmlns:r="http://schemas.openxmlformats.org/officeDocument/2006/relationships" type="rect" r:blip="" blipPhldr="1">
            <dgm:adjLst/>
          </dgm:shape>
          <dgm:presOf/>
          <dgm:constrLst/>
          <dgm:ruleLst/>
        </dgm:layoutNode>
        <dgm:layoutNode name="iconSpace">
          <dgm:alg type="sp"/>
          <dgm:shape xmlns:r="http://schemas.openxmlformats.org/officeDocument/2006/relationships" r:blip="">
            <dgm:adjLst/>
          </dgm:shape>
          <dgm:presOf/>
          <dgm:constrLst/>
          <dgm:ruleLst/>
        </dgm:layoutNode>
        <dgm:layoutNode name="parTx" styleLbl="revTx">
          <dgm:varLst>
            <dgm:chMax val="0"/>
            <dgm:chPref val="0"/>
          </dgm:varLst>
          <dgm:alg type="tx">
            <dgm:param type="txAnchorVert" val="t"/>
          </dgm:alg>
          <dgm:shape xmlns:r="http://schemas.openxmlformats.org/officeDocument/2006/relationships" type="rect" r:blip="">
            <dgm:adjLst/>
          </dgm:shape>
          <dgm:presOf axis="self" ptType="node"/>
          <dgm:constrLst>
            <dgm:constr type="lMarg"/>
            <dgm:constr type="rMarg"/>
            <dgm:constr type="tMarg"/>
            <dgm:constr type="bMarg"/>
          </dgm:constrLst>
          <dgm:ruleLst>
            <dgm:rule type="primFontSz" val="14" fact="NaN" max="NaN"/>
            <dgm:rule type="h" val="INF" fact="NaN" max="NaN"/>
          </dgm:ruleLst>
        </dgm:layoutNode>
        <dgm:layoutNode name="txSpace">
          <dgm:alg type="sp"/>
          <dgm:shape xmlns:r="http://schemas.openxmlformats.org/officeDocument/2006/relationships" r:blip="">
            <dgm:adjLst/>
          </dgm:shape>
          <dgm:presOf/>
          <dgm:constrLst/>
          <dgm:ruleLst/>
        </dgm:layoutNode>
        <dgm:layoutNode name="desTx" styleLbl="revTx">
          <dgm:varLst/>
          <dgm:alg type="tx">
            <dgm:param type="stBulletLvl" val="0"/>
            <dgm:param type="txAnchorVert" val="t"/>
          </dgm:alg>
          <dgm:shape xmlns:r="http://schemas.openxmlformats.org/officeDocument/2006/relationships" type="rect" r:blip="">
            <dgm:adjLst/>
          </dgm:shape>
          <dgm:presOf axis="des" ptType="node"/>
          <dgm:constrLst>
            <dgm:constr type="secFontSz" refType="primFontSz"/>
            <dgm:constr type="lMarg"/>
            <dgm:constr type="rMarg"/>
            <dgm:constr type="tMarg"/>
            <dgm:constr type="bMarg"/>
          </dgm:constrLst>
          <dgm:ruleLst>
            <dgm:rule type="primFontSz" val="NaN" fact="NaN" max="17"/>
            <dgm:rule type="h" val="INF" fact="NaN" max="NaN"/>
          </dgm:ruleLst>
        </dgm:layoutNode>
      </dgm:layoutNode>
      <dgm:forEach name="Name4" axis="followSib" ptType="sibTrans" cnt="1">
        <dgm:layoutNode name="sibTrans">
          <dgm:alg type="sp"/>
          <dgm:shape xmlns:r="http://schemas.openxmlformats.org/officeDocument/2006/relationships" r:blip="">
            <dgm:adjLst/>
          </dgm:shape>
          <dgm:presOf axis="self"/>
          <dgm:constrLst/>
          <dgm:ruleLst/>
        </dgm:layoutNode>
      </dgm:forEach>
    </dgm:forEach>
  </dgm:layoutNode>
  <dgm:extLst>
    <a:ext uri="{68A01E43-0DF5-4B5B-8FA6-DAF915123BFB}">
      <dgm1612:lstStyle xmlns:dgm1612="http://schemas.microsoft.com/office/drawing/2016/12/diagram">
        <a:lvl1pPr>
          <a:lnSpc>
            <a:spcPct val="100000"/>
          </a:lnSpc>
          <a:defRPr b="1"/>
        </a:lvl1pPr>
        <a:lvl2pPr>
          <a:lnSpc>
            <a:spcPct val="100000"/>
          </a:lnSpc>
        </a:lvl2pPr>
      </dgm1612:lstStyle>
    </a:ext>
  </dgm:extLst>
</dgm:layoutDef>
</file>

<file path=ppt/diagrams/layout83.xml><?xml version="1.0" encoding="utf-8"?>
<dgm:layoutDef xmlns:dgm="http://schemas.openxmlformats.org/drawingml/2006/diagram" xmlns:a="http://schemas.openxmlformats.org/drawingml/2006/main" uniqueId="urn:microsoft.com/office/officeart/2018/5/layout/CenteredIconLabelDescriptionList">
  <dgm:title val="Centered Icon Label Description List"/>
  <dgm:desc val="Use to show non-sequential or grouped chunks of information. The placeholder holds an icon or small picture, and corresponding text boxes show Level 1 and Level 2 text respectively. Works well for minimal Level 1 text accompanied by lengthier Level two text."/>
  <dgm:catLst>
    <dgm:cat type="icon" pri="500"/>
  </dgm:catLst>
  <dgm:sampData useDef="1">
    <dgm:dataModel>
      <dgm:ptLst/>
      <dgm:bg/>
      <dgm:whole/>
    </dgm:dataModel>
  </dgm:sampData>
  <dgm:styleData useDef="1">
    <dgm:dataModel>
      <dgm:ptLst/>
      <dgm:bg/>
      <dgm:whole/>
    </dgm:dataModel>
  </dgm:styleData>
  <dgm:clrData useDef="1">
    <dgm:dataModel>
      <dgm:ptLst/>
      <dgm:bg/>
      <dgm:whole/>
    </dgm:dataModel>
  </dgm:clrData>
  <dgm:layoutNode name="root">
    <dgm:varLst>
      <dgm:dir/>
      <dgm:resizeHandles val="exact"/>
    </dgm:varLst>
    <dgm:choose name="Name0">
      <dgm:if name="Name1" axis="self" func="var" arg="dir" op="equ" val="norm">
        <dgm:alg type="lin"/>
      </dgm:if>
      <dgm:else name="Name2">
        <dgm:alg type="lin">
          <dgm:param type="linDir" val="fromR"/>
        </dgm:alg>
      </dgm:else>
    </dgm:choose>
    <dgm:shape xmlns:r="http://schemas.openxmlformats.org/officeDocument/2006/relationships" r:blip="">
      <dgm:adjLst/>
    </dgm:shape>
    <dgm:presOf/>
    <dgm:constrLst>
      <dgm:constr type="h" for="ch" forName="compNode" refType="h" fact="0.45"/>
      <dgm:constr type="w" for="ch" forName="compNode" val="120"/>
      <dgm:constr type="w" for="ch" forName="sibTrans" refType="w" refFor="ch" refForName="compNode" fact="0.175"/>
      <dgm:constr type="primFontSz" for="des" forName="parTx" val="36"/>
      <dgm:constr type="primFontSz" for="des" forName="desTx" refType="primFontSz" refFor="des" refForName="parTx" op="lte" fact="0.75"/>
      <dgm:constr type="h" for="des" forName="compNode" op="equ"/>
      <dgm:constr type="h" for="des" forName="iconRect" op="equ"/>
      <dgm:constr type="w" for="des" forName="iconRect" op="equ"/>
      <dgm:constr type="h" for="des" forName="iconSpace" op="equ"/>
      <dgm:constr type="h" for="des" forName="parTx" op="equ"/>
      <dgm:constr type="h" for="des" forName="txSpace" op="equ"/>
      <dgm:constr type="h" for="des" forName="desTx" op="equ"/>
    </dgm:constrLst>
    <dgm:ruleLst>
      <dgm:rule type="w" for="ch" forName="compNode" val="0" fact="NaN" max="NaN"/>
    </dgm:ruleLst>
    <dgm:forEach name="Name3" axis="ch" ptType="node">
      <dgm:layoutNode name="compNode">
        <dgm:alg type="composite"/>
        <dgm:shape xmlns:r="http://schemas.openxmlformats.org/officeDocument/2006/relationships" r:blip="">
          <dgm:adjLst/>
        </dgm:shape>
        <dgm:presOf axis="self"/>
        <dgm:constrLst>
          <dgm:constr type="w" for="ch" forName="iconRect" refType="w" fact="0.35"/>
          <dgm:constr type="h" for="ch" forName="iconRect" refType="w" refFor="ch" refForName="iconRect"/>
          <dgm:constr type="ctrX" for="ch" forName="iconRect" refType="w" fact="0.5"/>
          <dgm:constr type="t" for="ch" forName="iconRect"/>
          <dgm:constr type="w" for="ch" forName="iconSpace" refType="w"/>
          <dgm:constr type="h" for="ch" forName="iconSpace" refType="h" fact="0.043"/>
          <dgm:constr type="l" for="ch" forName="iconSpace"/>
          <dgm:constr type="t" for="ch" forName="iconSpace" refType="b" refFor="ch" refForName="iconRect"/>
          <dgm:constr type="w" for="ch" forName="parTx" refType="w"/>
          <dgm:constr type="h" for="ch" forName="parTx" refType="w" fact="0.15"/>
          <dgm:constr type="l" for="ch" forName="parTx"/>
          <dgm:constr type="t" for="ch" forName="parTx" refType="b" refFor="ch" refForName="iconSpace"/>
          <dgm:constr type="h" for="ch" forName="txSpace" refType="h" fact="0.02"/>
          <dgm:constr type="w" for="ch" forName="txSpace" refType="w"/>
          <dgm:constr type="l" for="ch" forName="txSpace"/>
          <dgm:constr type="t" for="ch" forName="txSpace" refType="b" refFor="ch" refForName="parTx"/>
          <dgm:constr type="w" for="ch" forName="desTx" refType="w"/>
          <dgm:constr type="l" for="ch" forName="desTx"/>
          <dgm:constr type="t" for="ch" forName="desTx" refType="b" refFor="ch" refForName="txSpace"/>
        </dgm:constrLst>
        <dgm:ruleLst>
          <dgm:rule type="h" val="INF" fact="NaN" max="NaN"/>
        </dgm:ruleLst>
        <dgm:layoutNode name="iconRect" styleLbl="node1">
          <dgm:alg type="sp"/>
          <dgm:shape xmlns:r="http://schemas.openxmlformats.org/officeDocument/2006/relationships" type="rect" r:blip="" blipPhldr="1">
            <dgm:adjLst/>
          </dgm:shape>
          <dgm:presOf/>
          <dgm:constrLst/>
          <dgm:ruleLst/>
        </dgm:layoutNode>
        <dgm:layoutNode name="iconSpace">
          <dgm:alg type="sp"/>
          <dgm:shape xmlns:r="http://schemas.openxmlformats.org/officeDocument/2006/relationships" r:blip="">
            <dgm:adjLst/>
          </dgm:shape>
          <dgm:presOf/>
          <dgm:constrLst/>
          <dgm:ruleLst/>
        </dgm:layoutNode>
        <dgm:layoutNode name="parTx" styleLbl="revTx">
          <dgm:varLst>
            <dgm:chMax val="0"/>
            <dgm:chPref val="0"/>
          </dgm:varLst>
          <dgm:alg type="tx">
            <dgm:param type="txAnchorVert" val="t"/>
          </dgm:alg>
          <dgm:shape xmlns:r="http://schemas.openxmlformats.org/officeDocument/2006/relationships" type="rect" r:blip="">
            <dgm:adjLst/>
          </dgm:shape>
          <dgm:presOf axis="self" ptType="node"/>
          <dgm:constrLst>
            <dgm:constr type="lMarg"/>
            <dgm:constr type="rMarg"/>
            <dgm:constr type="tMarg"/>
            <dgm:constr type="bMarg"/>
          </dgm:constrLst>
          <dgm:ruleLst>
            <dgm:rule type="primFontSz" val="14" fact="NaN" max="NaN"/>
            <dgm:rule type="h" val="INF" fact="NaN" max="NaN"/>
          </dgm:ruleLst>
        </dgm:layoutNode>
        <dgm:layoutNode name="txSpace">
          <dgm:alg type="sp"/>
          <dgm:shape xmlns:r="http://schemas.openxmlformats.org/officeDocument/2006/relationships" r:blip="">
            <dgm:adjLst/>
          </dgm:shape>
          <dgm:presOf/>
          <dgm:constrLst/>
          <dgm:ruleLst/>
        </dgm:layoutNode>
        <dgm:layoutNode name="desTx" styleLbl="revTx">
          <dgm:varLst/>
          <dgm:alg type="tx">
            <dgm:param type="stBulletLvl" val="0"/>
            <dgm:param type="txAnchorVert" val="t"/>
          </dgm:alg>
          <dgm:shape xmlns:r="http://schemas.openxmlformats.org/officeDocument/2006/relationships" type="rect" r:blip="">
            <dgm:adjLst/>
          </dgm:shape>
          <dgm:presOf axis="des" ptType="node"/>
          <dgm:constrLst>
            <dgm:constr type="secFontSz" refType="primFontSz"/>
            <dgm:constr type="lMarg"/>
            <dgm:constr type="rMarg"/>
            <dgm:constr type="tMarg"/>
            <dgm:constr type="bMarg"/>
          </dgm:constrLst>
          <dgm:ruleLst>
            <dgm:rule type="primFontSz" val="NaN" fact="NaN" max="17"/>
            <dgm:rule type="h" val="INF" fact="NaN" max="NaN"/>
          </dgm:ruleLst>
        </dgm:layoutNode>
      </dgm:layoutNode>
      <dgm:forEach name="Name4" axis="followSib" ptType="sibTrans" cnt="1">
        <dgm:layoutNode name="sibTrans">
          <dgm:alg type="sp"/>
          <dgm:shape xmlns:r="http://schemas.openxmlformats.org/officeDocument/2006/relationships" r:blip="">
            <dgm:adjLst/>
          </dgm:shape>
          <dgm:presOf axis="self"/>
          <dgm:constrLst/>
          <dgm:ruleLst/>
        </dgm:layoutNode>
      </dgm:forEach>
    </dgm:forEach>
  </dgm:layoutNode>
  <dgm:extLst>
    <a:ext uri="{68A01E43-0DF5-4B5B-8FA6-DAF915123BFB}">
      <dgm1612:lstStyle xmlns:dgm1612="http://schemas.microsoft.com/office/drawing/2016/12/diagram">
        <a:lvl1pPr>
          <a:lnSpc>
            <a:spcPct val="100000"/>
          </a:lnSpc>
          <a:defRPr b="1"/>
        </a:lvl1pPr>
        <a:lvl2pPr>
          <a:lnSpc>
            <a:spcPct val="100000"/>
          </a:lnSpc>
        </a:lvl2pPr>
      </dgm1612:lstStyle>
    </a:ext>
  </dgm:extLst>
</dgm:layoutDef>
</file>

<file path=ppt/diagrams/layout84.xml><?xml version="1.0" encoding="utf-8"?>
<dgm:layoutDef xmlns:dgm="http://schemas.openxmlformats.org/drawingml/2006/diagram" xmlns:a="http://schemas.openxmlformats.org/drawingml/2006/main" uniqueId="urn:microsoft.com/office/officeart/2018/5/layout/CenteredIconLabelDescriptionList">
  <dgm:title val="Centered Icon Label Description List"/>
  <dgm:desc val="Use to show non-sequential or grouped chunks of information. The placeholder holds an icon or small picture, and corresponding text boxes show Level 1 and Level 2 text respectively. Works well for minimal Level 1 text accompanied by lengthier Level two text."/>
  <dgm:catLst>
    <dgm:cat type="icon" pri="500"/>
  </dgm:catLst>
  <dgm:sampData useDef="1">
    <dgm:dataModel>
      <dgm:ptLst/>
      <dgm:bg/>
      <dgm:whole/>
    </dgm:dataModel>
  </dgm:sampData>
  <dgm:styleData useDef="1">
    <dgm:dataModel>
      <dgm:ptLst/>
      <dgm:bg/>
      <dgm:whole/>
    </dgm:dataModel>
  </dgm:styleData>
  <dgm:clrData useDef="1">
    <dgm:dataModel>
      <dgm:ptLst/>
      <dgm:bg/>
      <dgm:whole/>
    </dgm:dataModel>
  </dgm:clrData>
  <dgm:layoutNode name="root">
    <dgm:varLst>
      <dgm:dir/>
      <dgm:resizeHandles val="exact"/>
    </dgm:varLst>
    <dgm:choose name="Name0">
      <dgm:if name="Name1" axis="self" func="var" arg="dir" op="equ" val="norm">
        <dgm:alg type="lin"/>
      </dgm:if>
      <dgm:else name="Name2">
        <dgm:alg type="lin">
          <dgm:param type="linDir" val="fromR"/>
        </dgm:alg>
      </dgm:else>
    </dgm:choose>
    <dgm:shape xmlns:r="http://schemas.openxmlformats.org/officeDocument/2006/relationships" r:blip="">
      <dgm:adjLst/>
    </dgm:shape>
    <dgm:presOf/>
    <dgm:constrLst>
      <dgm:constr type="h" for="ch" forName="compNode" refType="h" fact="0.45"/>
      <dgm:constr type="w" for="ch" forName="compNode" val="120"/>
      <dgm:constr type="w" for="ch" forName="sibTrans" refType="w" refFor="ch" refForName="compNode" fact="0.175"/>
      <dgm:constr type="primFontSz" for="des" forName="parTx" val="36"/>
      <dgm:constr type="primFontSz" for="des" forName="desTx" refType="primFontSz" refFor="des" refForName="parTx" op="lte" fact="0.75"/>
      <dgm:constr type="h" for="des" forName="compNode" op="equ"/>
      <dgm:constr type="h" for="des" forName="iconRect" op="equ"/>
      <dgm:constr type="w" for="des" forName="iconRect" op="equ"/>
      <dgm:constr type="h" for="des" forName="iconSpace" op="equ"/>
      <dgm:constr type="h" for="des" forName="parTx" op="equ"/>
      <dgm:constr type="h" for="des" forName="txSpace" op="equ"/>
      <dgm:constr type="h" for="des" forName="desTx" op="equ"/>
    </dgm:constrLst>
    <dgm:ruleLst>
      <dgm:rule type="w" for="ch" forName="compNode" val="0" fact="NaN" max="NaN"/>
    </dgm:ruleLst>
    <dgm:forEach name="Name3" axis="ch" ptType="node">
      <dgm:layoutNode name="compNode">
        <dgm:alg type="composite"/>
        <dgm:shape xmlns:r="http://schemas.openxmlformats.org/officeDocument/2006/relationships" r:blip="">
          <dgm:adjLst/>
        </dgm:shape>
        <dgm:presOf axis="self"/>
        <dgm:constrLst>
          <dgm:constr type="w" for="ch" forName="iconRect" refType="w" fact="0.35"/>
          <dgm:constr type="h" for="ch" forName="iconRect" refType="w" refFor="ch" refForName="iconRect"/>
          <dgm:constr type="ctrX" for="ch" forName="iconRect" refType="w" fact="0.5"/>
          <dgm:constr type="t" for="ch" forName="iconRect"/>
          <dgm:constr type="w" for="ch" forName="iconSpace" refType="w"/>
          <dgm:constr type="h" for="ch" forName="iconSpace" refType="h" fact="0.043"/>
          <dgm:constr type="l" for="ch" forName="iconSpace"/>
          <dgm:constr type="t" for="ch" forName="iconSpace" refType="b" refFor="ch" refForName="iconRect"/>
          <dgm:constr type="w" for="ch" forName="parTx" refType="w"/>
          <dgm:constr type="h" for="ch" forName="parTx" refType="w" fact="0.15"/>
          <dgm:constr type="l" for="ch" forName="parTx"/>
          <dgm:constr type="t" for="ch" forName="parTx" refType="b" refFor="ch" refForName="iconSpace"/>
          <dgm:constr type="h" for="ch" forName="txSpace" refType="h" fact="0.02"/>
          <dgm:constr type="w" for="ch" forName="txSpace" refType="w"/>
          <dgm:constr type="l" for="ch" forName="txSpace"/>
          <dgm:constr type="t" for="ch" forName="txSpace" refType="b" refFor="ch" refForName="parTx"/>
          <dgm:constr type="w" for="ch" forName="desTx" refType="w"/>
          <dgm:constr type="l" for="ch" forName="desTx"/>
          <dgm:constr type="t" for="ch" forName="desTx" refType="b" refFor="ch" refForName="txSpace"/>
        </dgm:constrLst>
        <dgm:ruleLst>
          <dgm:rule type="h" val="INF" fact="NaN" max="NaN"/>
        </dgm:ruleLst>
        <dgm:layoutNode name="iconRect" styleLbl="node1">
          <dgm:alg type="sp"/>
          <dgm:shape xmlns:r="http://schemas.openxmlformats.org/officeDocument/2006/relationships" type="rect" r:blip="" blipPhldr="1">
            <dgm:adjLst/>
          </dgm:shape>
          <dgm:presOf/>
          <dgm:constrLst/>
          <dgm:ruleLst/>
        </dgm:layoutNode>
        <dgm:layoutNode name="iconSpace">
          <dgm:alg type="sp"/>
          <dgm:shape xmlns:r="http://schemas.openxmlformats.org/officeDocument/2006/relationships" r:blip="">
            <dgm:adjLst/>
          </dgm:shape>
          <dgm:presOf/>
          <dgm:constrLst/>
          <dgm:ruleLst/>
        </dgm:layoutNode>
        <dgm:layoutNode name="parTx" styleLbl="revTx">
          <dgm:varLst>
            <dgm:chMax val="0"/>
            <dgm:chPref val="0"/>
          </dgm:varLst>
          <dgm:alg type="tx">
            <dgm:param type="txAnchorVert" val="t"/>
          </dgm:alg>
          <dgm:shape xmlns:r="http://schemas.openxmlformats.org/officeDocument/2006/relationships" type="rect" r:blip="">
            <dgm:adjLst/>
          </dgm:shape>
          <dgm:presOf axis="self" ptType="node"/>
          <dgm:constrLst>
            <dgm:constr type="lMarg"/>
            <dgm:constr type="rMarg"/>
            <dgm:constr type="tMarg"/>
            <dgm:constr type="bMarg"/>
          </dgm:constrLst>
          <dgm:ruleLst>
            <dgm:rule type="primFontSz" val="14" fact="NaN" max="NaN"/>
            <dgm:rule type="h" val="INF" fact="NaN" max="NaN"/>
          </dgm:ruleLst>
        </dgm:layoutNode>
        <dgm:layoutNode name="txSpace">
          <dgm:alg type="sp"/>
          <dgm:shape xmlns:r="http://schemas.openxmlformats.org/officeDocument/2006/relationships" r:blip="">
            <dgm:adjLst/>
          </dgm:shape>
          <dgm:presOf/>
          <dgm:constrLst/>
          <dgm:ruleLst/>
        </dgm:layoutNode>
        <dgm:layoutNode name="desTx" styleLbl="revTx">
          <dgm:varLst/>
          <dgm:alg type="tx">
            <dgm:param type="stBulletLvl" val="0"/>
            <dgm:param type="txAnchorVert" val="t"/>
          </dgm:alg>
          <dgm:shape xmlns:r="http://schemas.openxmlformats.org/officeDocument/2006/relationships" type="rect" r:blip="">
            <dgm:adjLst/>
          </dgm:shape>
          <dgm:presOf axis="des" ptType="node"/>
          <dgm:constrLst>
            <dgm:constr type="secFontSz" refType="primFontSz"/>
            <dgm:constr type="lMarg"/>
            <dgm:constr type="rMarg"/>
            <dgm:constr type="tMarg"/>
            <dgm:constr type="bMarg"/>
          </dgm:constrLst>
          <dgm:ruleLst>
            <dgm:rule type="primFontSz" val="NaN" fact="NaN" max="17"/>
            <dgm:rule type="h" val="INF" fact="NaN" max="NaN"/>
          </dgm:ruleLst>
        </dgm:layoutNode>
      </dgm:layoutNode>
      <dgm:forEach name="Name4" axis="followSib" ptType="sibTrans" cnt="1">
        <dgm:layoutNode name="sibTrans">
          <dgm:alg type="sp"/>
          <dgm:shape xmlns:r="http://schemas.openxmlformats.org/officeDocument/2006/relationships" r:blip="">
            <dgm:adjLst/>
          </dgm:shape>
          <dgm:presOf axis="self"/>
          <dgm:constrLst/>
          <dgm:ruleLst/>
        </dgm:layoutNode>
      </dgm:forEach>
    </dgm:forEach>
  </dgm:layoutNode>
  <dgm:extLst>
    <a:ext uri="{68A01E43-0DF5-4B5B-8FA6-DAF915123BFB}">
      <dgm1612:lstStyle xmlns:dgm1612="http://schemas.microsoft.com/office/drawing/2016/12/diagram">
        <a:lvl1pPr>
          <a:lnSpc>
            <a:spcPct val="100000"/>
          </a:lnSpc>
          <a:defRPr b="1"/>
        </a:lvl1pPr>
        <a:lvl2pPr>
          <a:lnSpc>
            <a:spcPct val="100000"/>
          </a:lnSpc>
        </a:lvl2pPr>
      </dgm1612:lstStyle>
    </a:ext>
  </dgm:extLst>
</dgm:layoutDef>
</file>

<file path=ppt/diagrams/layout85.xml><?xml version="1.0" encoding="utf-8"?>
<dgm:layoutDef xmlns:dgm="http://schemas.openxmlformats.org/drawingml/2006/diagram" xmlns:a="http://schemas.openxmlformats.org/drawingml/2006/main" uniqueId="urn:microsoft.com/office/officeart/2018/5/layout/CenteredIconLabelDescriptionList">
  <dgm:title val="Centered Icon Label Description List"/>
  <dgm:desc val="Use to show non-sequential or grouped chunks of information. The placeholder holds an icon or small picture, and corresponding text boxes show Level 1 and Level 2 text respectively. Works well for minimal Level 1 text accompanied by lengthier Level two text."/>
  <dgm:catLst>
    <dgm:cat type="icon" pri="500"/>
  </dgm:catLst>
  <dgm:sampData useDef="1">
    <dgm:dataModel>
      <dgm:ptLst/>
      <dgm:bg/>
      <dgm:whole/>
    </dgm:dataModel>
  </dgm:sampData>
  <dgm:styleData useDef="1">
    <dgm:dataModel>
      <dgm:ptLst/>
      <dgm:bg/>
      <dgm:whole/>
    </dgm:dataModel>
  </dgm:styleData>
  <dgm:clrData useDef="1">
    <dgm:dataModel>
      <dgm:ptLst/>
      <dgm:bg/>
      <dgm:whole/>
    </dgm:dataModel>
  </dgm:clrData>
  <dgm:layoutNode name="root">
    <dgm:varLst>
      <dgm:dir/>
      <dgm:resizeHandles val="exact"/>
    </dgm:varLst>
    <dgm:choose name="Name0">
      <dgm:if name="Name1" axis="self" func="var" arg="dir" op="equ" val="norm">
        <dgm:alg type="lin"/>
      </dgm:if>
      <dgm:else name="Name2">
        <dgm:alg type="lin">
          <dgm:param type="linDir" val="fromR"/>
        </dgm:alg>
      </dgm:else>
    </dgm:choose>
    <dgm:shape xmlns:r="http://schemas.openxmlformats.org/officeDocument/2006/relationships" r:blip="">
      <dgm:adjLst/>
    </dgm:shape>
    <dgm:presOf/>
    <dgm:constrLst>
      <dgm:constr type="h" for="ch" forName="compNode" refType="h" fact="0.45"/>
      <dgm:constr type="w" for="ch" forName="compNode" val="120"/>
      <dgm:constr type="w" for="ch" forName="sibTrans" refType="w" refFor="ch" refForName="compNode" fact="0.175"/>
      <dgm:constr type="primFontSz" for="des" forName="parTx" val="36"/>
      <dgm:constr type="primFontSz" for="des" forName="desTx" refType="primFontSz" refFor="des" refForName="parTx" op="lte" fact="0.75"/>
      <dgm:constr type="h" for="des" forName="compNode" op="equ"/>
      <dgm:constr type="h" for="des" forName="iconRect" op="equ"/>
      <dgm:constr type="w" for="des" forName="iconRect" op="equ"/>
      <dgm:constr type="h" for="des" forName="iconSpace" op="equ"/>
      <dgm:constr type="h" for="des" forName="parTx" op="equ"/>
      <dgm:constr type="h" for="des" forName="txSpace" op="equ"/>
      <dgm:constr type="h" for="des" forName="desTx" op="equ"/>
    </dgm:constrLst>
    <dgm:ruleLst>
      <dgm:rule type="w" for="ch" forName="compNode" val="0" fact="NaN" max="NaN"/>
    </dgm:ruleLst>
    <dgm:forEach name="Name3" axis="ch" ptType="node">
      <dgm:layoutNode name="compNode">
        <dgm:alg type="composite"/>
        <dgm:shape xmlns:r="http://schemas.openxmlformats.org/officeDocument/2006/relationships" r:blip="">
          <dgm:adjLst/>
        </dgm:shape>
        <dgm:presOf axis="self"/>
        <dgm:constrLst>
          <dgm:constr type="w" for="ch" forName="iconRect" refType="w" fact="0.35"/>
          <dgm:constr type="h" for="ch" forName="iconRect" refType="w" refFor="ch" refForName="iconRect"/>
          <dgm:constr type="ctrX" for="ch" forName="iconRect" refType="w" fact="0.5"/>
          <dgm:constr type="t" for="ch" forName="iconRect"/>
          <dgm:constr type="w" for="ch" forName="iconSpace" refType="w"/>
          <dgm:constr type="h" for="ch" forName="iconSpace" refType="h" fact="0.043"/>
          <dgm:constr type="l" for="ch" forName="iconSpace"/>
          <dgm:constr type="t" for="ch" forName="iconSpace" refType="b" refFor="ch" refForName="iconRect"/>
          <dgm:constr type="w" for="ch" forName="parTx" refType="w"/>
          <dgm:constr type="h" for="ch" forName="parTx" refType="w" fact="0.15"/>
          <dgm:constr type="l" for="ch" forName="parTx"/>
          <dgm:constr type="t" for="ch" forName="parTx" refType="b" refFor="ch" refForName="iconSpace"/>
          <dgm:constr type="h" for="ch" forName="txSpace" refType="h" fact="0.02"/>
          <dgm:constr type="w" for="ch" forName="txSpace" refType="w"/>
          <dgm:constr type="l" for="ch" forName="txSpace"/>
          <dgm:constr type="t" for="ch" forName="txSpace" refType="b" refFor="ch" refForName="parTx"/>
          <dgm:constr type="w" for="ch" forName="desTx" refType="w"/>
          <dgm:constr type="l" for="ch" forName="desTx"/>
          <dgm:constr type="t" for="ch" forName="desTx" refType="b" refFor="ch" refForName="txSpace"/>
        </dgm:constrLst>
        <dgm:ruleLst>
          <dgm:rule type="h" val="INF" fact="NaN" max="NaN"/>
        </dgm:ruleLst>
        <dgm:layoutNode name="iconRect" styleLbl="node1">
          <dgm:alg type="sp"/>
          <dgm:shape xmlns:r="http://schemas.openxmlformats.org/officeDocument/2006/relationships" type="rect" r:blip="" blipPhldr="1">
            <dgm:adjLst/>
          </dgm:shape>
          <dgm:presOf/>
          <dgm:constrLst/>
          <dgm:ruleLst/>
        </dgm:layoutNode>
        <dgm:layoutNode name="iconSpace">
          <dgm:alg type="sp"/>
          <dgm:shape xmlns:r="http://schemas.openxmlformats.org/officeDocument/2006/relationships" r:blip="">
            <dgm:adjLst/>
          </dgm:shape>
          <dgm:presOf/>
          <dgm:constrLst/>
          <dgm:ruleLst/>
        </dgm:layoutNode>
        <dgm:layoutNode name="parTx" styleLbl="revTx">
          <dgm:varLst>
            <dgm:chMax val="0"/>
            <dgm:chPref val="0"/>
          </dgm:varLst>
          <dgm:alg type="tx">
            <dgm:param type="txAnchorVert" val="t"/>
          </dgm:alg>
          <dgm:shape xmlns:r="http://schemas.openxmlformats.org/officeDocument/2006/relationships" type="rect" r:blip="">
            <dgm:adjLst/>
          </dgm:shape>
          <dgm:presOf axis="self" ptType="node"/>
          <dgm:constrLst>
            <dgm:constr type="lMarg"/>
            <dgm:constr type="rMarg"/>
            <dgm:constr type="tMarg"/>
            <dgm:constr type="bMarg"/>
          </dgm:constrLst>
          <dgm:ruleLst>
            <dgm:rule type="primFontSz" val="14" fact="NaN" max="NaN"/>
            <dgm:rule type="h" val="INF" fact="NaN" max="NaN"/>
          </dgm:ruleLst>
        </dgm:layoutNode>
        <dgm:layoutNode name="txSpace">
          <dgm:alg type="sp"/>
          <dgm:shape xmlns:r="http://schemas.openxmlformats.org/officeDocument/2006/relationships" r:blip="">
            <dgm:adjLst/>
          </dgm:shape>
          <dgm:presOf/>
          <dgm:constrLst/>
          <dgm:ruleLst/>
        </dgm:layoutNode>
        <dgm:layoutNode name="desTx" styleLbl="revTx">
          <dgm:varLst/>
          <dgm:alg type="tx">
            <dgm:param type="stBulletLvl" val="0"/>
            <dgm:param type="txAnchorVert" val="t"/>
          </dgm:alg>
          <dgm:shape xmlns:r="http://schemas.openxmlformats.org/officeDocument/2006/relationships" type="rect" r:blip="">
            <dgm:adjLst/>
          </dgm:shape>
          <dgm:presOf axis="des" ptType="node"/>
          <dgm:constrLst>
            <dgm:constr type="secFontSz" refType="primFontSz"/>
            <dgm:constr type="lMarg"/>
            <dgm:constr type="rMarg"/>
            <dgm:constr type="tMarg"/>
            <dgm:constr type="bMarg"/>
          </dgm:constrLst>
          <dgm:ruleLst>
            <dgm:rule type="primFontSz" val="NaN" fact="NaN" max="17"/>
            <dgm:rule type="h" val="INF" fact="NaN" max="NaN"/>
          </dgm:ruleLst>
        </dgm:layoutNode>
      </dgm:layoutNode>
      <dgm:forEach name="Name4" axis="followSib" ptType="sibTrans" cnt="1">
        <dgm:layoutNode name="sibTrans">
          <dgm:alg type="sp"/>
          <dgm:shape xmlns:r="http://schemas.openxmlformats.org/officeDocument/2006/relationships" r:blip="">
            <dgm:adjLst/>
          </dgm:shape>
          <dgm:presOf axis="self"/>
          <dgm:constrLst/>
          <dgm:ruleLst/>
        </dgm:layoutNode>
      </dgm:forEach>
    </dgm:forEach>
  </dgm:layoutNode>
  <dgm:extLst>
    <a:ext uri="{68A01E43-0DF5-4B5B-8FA6-DAF915123BFB}">
      <dgm1612:lstStyle xmlns:dgm1612="http://schemas.microsoft.com/office/drawing/2016/12/diagram">
        <a:lvl1pPr>
          <a:lnSpc>
            <a:spcPct val="100000"/>
          </a:lnSpc>
          <a:defRPr b="1"/>
        </a:lvl1pPr>
        <a:lvl2pPr>
          <a:lnSpc>
            <a:spcPct val="100000"/>
          </a:lnSpc>
        </a:lvl2pPr>
      </dgm1612:lstStyle>
    </a:ext>
  </dgm:extLst>
</dgm:layoutDef>
</file>

<file path=ppt/diagrams/layout86.xml><?xml version="1.0" encoding="utf-8"?>
<dgm:layoutDef xmlns:dgm="http://schemas.openxmlformats.org/drawingml/2006/diagram" xmlns:a="http://schemas.openxmlformats.org/drawingml/2006/main" uniqueId="urn:microsoft.com/office/officeart/2018/2/layout/IconLabelDescriptionList">
  <dgm:title val="Icon Label Description List"/>
  <dgm:desc val="Use to show non-sequential or grouped chunks of information. The placeholder holds an icon or small picture, and corresponding text boxes show Level 1 and Level 2 text respectively. Works well for minimal Level 1 text accompanied by lengthier Level two text."/>
  <dgm:catLst>
    <dgm:cat type="icon" pri="500"/>
  </dgm:catLst>
  <dgm:sampData useDef="1">
    <dgm:dataModel>
      <dgm:ptLst/>
      <dgm:bg/>
      <dgm:whole/>
    </dgm:dataModel>
  </dgm:sampData>
  <dgm:styleData useDef="1">
    <dgm:dataModel>
      <dgm:ptLst/>
      <dgm:bg/>
      <dgm:whole/>
    </dgm:dataModel>
  </dgm:styleData>
  <dgm:clrData useDef="1">
    <dgm:dataModel>
      <dgm:ptLst/>
      <dgm:bg/>
      <dgm:whole/>
    </dgm:dataModel>
  </dgm:clrData>
  <dgm:layoutNode name="root">
    <dgm:varLst>
      <dgm:dir/>
      <dgm:resizeHandles val="exact"/>
    </dgm:varLst>
    <dgm:choose name="Name0">
      <dgm:if name="Name1" axis="self" func="var" arg="dir" op="equ" val="norm">
        <dgm:alg type="lin"/>
      </dgm:if>
      <dgm:else name="Name2">
        <dgm:alg type="lin">
          <dgm:param type="linDir" val="fromR"/>
        </dgm:alg>
      </dgm:else>
    </dgm:choose>
    <dgm:shape xmlns:r="http://schemas.openxmlformats.org/officeDocument/2006/relationships" r:blip="">
      <dgm:adjLst/>
    </dgm:shape>
    <dgm:presOf/>
    <dgm:constrLst>
      <dgm:constr type="h" for="ch" forName="compNode" refType="h" fact="0.45"/>
      <dgm:constr type="w" for="ch" forName="compNode" val="120"/>
      <dgm:constr type="w" for="ch" forName="sibTrans" refType="w" refFor="ch" refForName="compNode" fact="0.175"/>
      <dgm:constr type="primFontSz" for="des" forName="parTx" val="36"/>
      <dgm:constr type="primFontSz" for="des" forName="desTx" refType="primFontSz" refFor="des" refForName="parTx" op="lte" fact="0.75"/>
      <dgm:constr type="h" for="des" forName="compNode" op="equ"/>
      <dgm:constr type="h" for="des" forName="iconRect" op="equ"/>
      <dgm:constr type="w" for="des" forName="iconRect" op="equ"/>
      <dgm:constr type="h" for="des" forName="iconSpace" op="equ"/>
      <dgm:constr type="h" for="des" forName="parTx" op="equ"/>
      <dgm:constr type="h" for="des" forName="txSpace" op="equ"/>
      <dgm:constr type="h" for="des" forName="desTx" op="equ"/>
    </dgm:constrLst>
    <dgm:ruleLst>
      <dgm:rule type="w" for="ch" forName="compNode" val="0" fact="NaN" max="NaN"/>
    </dgm:ruleLst>
    <dgm:forEach name="Name3" axis="ch" ptType="node">
      <dgm:layoutNode name="compNode">
        <dgm:alg type="composite"/>
        <dgm:shape xmlns:r="http://schemas.openxmlformats.org/officeDocument/2006/relationships" r:blip="">
          <dgm:adjLst/>
        </dgm:shape>
        <dgm:presOf axis="self"/>
        <dgm:constrLst>
          <dgm:constr type="w" for="ch" forName="iconRect" refType="w" fact="0.35"/>
          <dgm:constr type="h" for="ch" forName="iconRect" refType="w" refFor="ch" refForName="iconRect"/>
          <dgm:constr type="l" for="ch" forName="iconRect"/>
          <dgm:constr type="t" for="ch" forName="iconRect"/>
          <dgm:constr type="w" for="ch" forName="iconSpace" refType="w"/>
          <dgm:constr type="h" for="ch" forName="iconSpace" refType="h" fact="0.043"/>
          <dgm:constr type="l" for="ch" forName="iconSpace"/>
          <dgm:constr type="t" for="ch" forName="iconSpace" refType="b" refFor="ch" refForName="iconRect"/>
          <dgm:constr type="w" for="ch" forName="parTx" refType="w"/>
          <dgm:constr type="h" for="ch" forName="parTx" refType="w" fact="0.15"/>
          <dgm:constr type="l" for="ch" forName="parTx"/>
          <dgm:constr type="t" for="ch" forName="parTx" refType="b" refFor="ch" refForName="iconSpace"/>
          <dgm:constr type="h" for="ch" forName="txSpace" refType="h" fact="0.02"/>
          <dgm:constr type="w" for="ch" forName="txSpace" refType="w"/>
          <dgm:constr type="l" for="ch" forName="txSpace"/>
          <dgm:constr type="t" for="ch" forName="txSpace" refType="b" refFor="ch" refForName="parTx"/>
          <dgm:constr type="w" for="ch" forName="desTx" refType="w"/>
          <dgm:constr type="l" for="ch" forName="desTx"/>
          <dgm:constr type="t" for="ch" forName="desTx" refType="b" refFor="ch" refForName="txSpace"/>
        </dgm:constrLst>
        <dgm:ruleLst>
          <dgm:rule type="h" val="INF" fact="NaN" max="NaN"/>
        </dgm:ruleLst>
        <dgm:layoutNode name="iconRect" styleLbl="node1">
          <dgm:alg type="sp"/>
          <dgm:shape xmlns:r="http://schemas.openxmlformats.org/officeDocument/2006/relationships" type="rect" r:blip="" blipPhldr="1">
            <dgm:adjLst/>
          </dgm:shape>
          <dgm:presOf/>
          <dgm:constrLst/>
          <dgm:ruleLst/>
        </dgm:layoutNode>
        <dgm:layoutNode name="iconSpace">
          <dgm:alg type="sp"/>
          <dgm:shape xmlns:r="http://schemas.openxmlformats.org/officeDocument/2006/relationships" r:blip="">
            <dgm:adjLst/>
          </dgm:shape>
          <dgm:presOf/>
          <dgm:constrLst/>
          <dgm:ruleLst/>
        </dgm:layoutNode>
        <dgm:layoutNode name="parTx" styleLbl="revTx">
          <dgm:varLst>
            <dgm:chMax val="0"/>
            <dgm:chPref val="0"/>
          </dgm:varLst>
          <dgm:alg type="tx">
            <dgm:param type="txAnchorVert" val="t"/>
            <dgm:param type="parTxLTRAlign" val="l"/>
            <dgm:param type="shpTxLTRAlignCh" val="l"/>
            <dgm:param type="parTxRTLAlign" val="r"/>
            <dgm:param type="shpTxRTLAlignCh" val="r"/>
          </dgm:alg>
          <dgm:shape xmlns:r="http://schemas.openxmlformats.org/officeDocument/2006/relationships" type="rect" r:blip="">
            <dgm:adjLst/>
          </dgm:shape>
          <dgm:presOf axis="self" ptType="node"/>
          <dgm:constrLst>
            <dgm:constr type="lMarg"/>
            <dgm:constr type="rMarg"/>
            <dgm:constr type="tMarg"/>
            <dgm:constr type="bMarg"/>
          </dgm:constrLst>
          <dgm:ruleLst>
            <dgm:rule type="primFontSz" val="14" fact="NaN" max="NaN"/>
            <dgm:rule type="h" val="INF" fact="NaN" max="NaN"/>
          </dgm:ruleLst>
        </dgm:layoutNode>
        <dgm:layoutNode name="txSpace">
          <dgm:alg type="sp"/>
          <dgm:shape xmlns:r="http://schemas.openxmlformats.org/officeDocument/2006/relationships" r:blip="">
            <dgm:adjLst/>
          </dgm:shape>
          <dgm:presOf/>
          <dgm:constrLst/>
          <dgm:ruleLst/>
        </dgm:layoutNode>
        <dgm:layoutNode name="desTx" styleLbl="revTx">
          <dgm:varLst/>
          <dgm:alg type="tx">
            <dgm:param type="stBulletLvl" val="0"/>
            <dgm:param type="txAnchorVert" val="t"/>
            <dgm:param type="parTxLTRAlign" val="l"/>
            <dgm:param type="shpTxLTRAlignCh" val="l"/>
            <dgm:param type="parTxRTLAlign" val="r"/>
            <dgm:param type="shpTxRTLAlignCh" val="r"/>
          </dgm:alg>
          <dgm:shape xmlns:r="http://schemas.openxmlformats.org/officeDocument/2006/relationships" type="rect" r:blip="">
            <dgm:adjLst/>
          </dgm:shape>
          <dgm:presOf axis="des" ptType="node"/>
          <dgm:constrLst>
            <dgm:constr type="secFontSz" refType="primFontSz"/>
            <dgm:constr type="lMarg"/>
            <dgm:constr type="rMarg"/>
            <dgm:constr type="tMarg"/>
            <dgm:constr type="bMarg"/>
          </dgm:constrLst>
          <dgm:ruleLst>
            <dgm:rule type="primFontSz" val="NaN" fact="NaN" max="17"/>
            <dgm:rule type="h" val="INF" fact="NaN" max="NaN"/>
          </dgm:ruleLst>
        </dgm:layoutNode>
      </dgm:layoutNode>
      <dgm:forEach name="Name4" axis="followSib" ptType="sibTrans" cnt="1">
        <dgm:layoutNode name="sibTrans">
          <dgm:alg type="sp"/>
          <dgm:shape xmlns:r="http://schemas.openxmlformats.org/officeDocument/2006/relationships" r:blip="">
            <dgm:adjLst/>
          </dgm:shape>
          <dgm:presOf axis="self"/>
          <dgm:constrLst/>
          <dgm:ruleLst/>
        </dgm:layoutNode>
      </dgm:forEach>
    </dgm:forEach>
  </dgm:layoutNode>
  <dgm:extLst>
    <a:ext uri="{68A01E43-0DF5-4B5B-8FA6-DAF915123BFB}">
      <dgm1612:lstStyle xmlns:dgm1612="http://schemas.microsoft.com/office/drawing/2016/12/diagram">
        <a:lvl1pPr>
          <a:lnSpc>
            <a:spcPct val="100000"/>
          </a:lnSpc>
          <a:defRPr b="1"/>
        </a:lvl1pPr>
        <a:lvl2pPr>
          <a:lnSpc>
            <a:spcPct val="100000"/>
          </a:lnSpc>
        </a:lvl2pPr>
      </dgm1612:lstStyle>
    </a:ext>
  </dgm:extLst>
</dgm:layoutDef>
</file>

<file path=ppt/diagrams/layout87.xml><?xml version="1.0" encoding="utf-8"?>
<dgm:layoutDef xmlns:dgm="http://schemas.openxmlformats.org/drawingml/2006/diagram" xmlns:a="http://schemas.openxmlformats.org/drawingml/2006/main" uniqueId="urn:microsoft.com/office/officeart/2018/5/layout/CenteredIconLabelDescriptionList">
  <dgm:title val="Centered Icon Label Description List"/>
  <dgm:desc val="Use to show non-sequential or grouped chunks of information. The placeholder holds an icon or small picture, and corresponding text boxes show Level 1 and Level 2 text respectively. Works well for minimal Level 1 text accompanied by lengthier Level two text."/>
  <dgm:catLst>
    <dgm:cat type="icon" pri="500"/>
  </dgm:catLst>
  <dgm:sampData useDef="1">
    <dgm:dataModel>
      <dgm:ptLst/>
      <dgm:bg/>
      <dgm:whole/>
    </dgm:dataModel>
  </dgm:sampData>
  <dgm:styleData useDef="1">
    <dgm:dataModel>
      <dgm:ptLst/>
      <dgm:bg/>
      <dgm:whole/>
    </dgm:dataModel>
  </dgm:styleData>
  <dgm:clrData useDef="1">
    <dgm:dataModel>
      <dgm:ptLst/>
      <dgm:bg/>
      <dgm:whole/>
    </dgm:dataModel>
  </dgm:clrData>
  <dgm:layoutNode name="root">
    <dgm:varLst>
      <dgm:dir/>
      <dgm:resizeHandles val="exact"/>
    </dgm:varLst>
    <dgm:choose name="Name0">
      <dgm:if name="Name1" axis="self" func="var" arg="dir" op="equ" val="norm">
        <dgm:alg type="lin"/>
      </dgm:if>
      <dgm:else name="Name2">
        <dgm:alg type="lin">
          <dgm:param type="linDir" val="fromR"/>
        </dgm:alg>
      </dgm:else>
    </dgm:choose>
    <dgm:shape xmlns:r="http://schemas.openxmlformats.org/officeDocument/2006/relationships" r:blip="">
      <dgm:adjLst/>
    </dgm:shape>
    <dgm:presOf/>
    <dgm:constrLst>
      <dgm:constr type="h" for="ch" forName="compNode" refType="h" fact="0.45"/>
      <dgm:constr type="w" for="ch" forName="compNode" val="120"/>
      <dgm:constr type="w" for="ch" forName="sibTrans" refType="w" refFor="ch" refForName="compNode" fact="0.175"/>
      <dgm:constr type="primFontSz" for="des" forName="parTx" val="36"/>
      <dgm:constr type="primFontSz" for="des" forName="desTx" refType="primFontSz" refFor="des" refForName="parTx" op="lte" fact="0.75"/>
      <dgm:constr type="h" for="des" forName="compNode" op="equ"/>
      <dgm:constr type="h" for="des" forName="iconRect" op="equ"/>
      <dgm:constr type="w" for="des" forName="iconRect" op="equ"/>
      <dgm:constr type="h" for="des" forName="iconSpace" op="equ"/>
      <dgm:constr type="h" for="des" forName="parTx" op="equ"/>
      <dgm:constr type="h" for="des" forName="txSpace" op="equ"/>
      <dgm:constr type="h" for="des" forName="desTx" op="equ"/>
    </dgm:constrLst>
    <dgm:ruleLst>
      <dgm:rule type="w" for="ch" forName="compNode" val="0" fact="NaN" max="NaN"/>
    </dgm:ruleLst>
    <dgm:forEach name="Name3" axis="ch" ptType="node">
      <dgm:layoutNode name="compNode">
        <dgm:alg type="composite"/>
        <dgm:shape xmlns:r="http://schemas.openxmlformats.org/officeDocument/2006/relationships" r:blip="">
          <dgm:adjLst/>
        </dgm:shape>
        <dgm:presOf axis="self"/>
        <dgm:constrLst>
          <dgm:constr type="w" for="ch" forName="iconRect" refType="w" fact="0.35"/>
          <dgm:constr type="h" for="ch" forName="iconRect" refType="w" refFor="ch" refForName="iconRect"/>
          <dgm:constr type="ctrX" for="ch" forName="iconRect" refType="w" fact="0.5"/>
          <dgm:constr type="t" for="ch" forName="iconRect"/>
          <dgm:constr type="w" for="ch" forName="iconSpace" refType="w"/>
          <dgm:constr type="h" for="ch" forName="iconSpace" refType="h" fact="0.043"/>
          <dgm:constr type="l" for="ch" forName="iconSpace"/>
          <dgm:constr type="t" for="ch" forName="iconSpace" refType="b" refFor="ch" refForName="iconRect"/>
          <dgm:constr type="w" for="ch" forName="parTx" refType="w"/>
          <dgm:constr type="h" for="ch" forName="parTx" refType="w" fact="0.15"/>
          <dgm:constr type="l" for="ch" forName="parTx"/>
          <dgm:constr type="t" for="ch" forName="parTx" refType="b" refFor="ch" refForName="iconSpace"/>
          <dgm:constr type="h" for="ch" forName="txSpace" refType="h" fact="0.02"/>
          <dgm:constr type="w" for="ch" forName="txSpace" refType="w"/>
          <dgm:constr type="l" for="ch" forName="txSpace"/>
          <dgm:constr type="t" for="ch" forName="txSpace" refType="b" refFor="ch" refForName="parTx"/>
          <dgm:constr type="w" for="ch" forName="desTx" refType="w"/>
          <dgm:constr type="l" for="ch" forName="desTx"/>
          <dgm:constr type="t" for="ch" forName="desTx" refType="b" refFor="ch" refForName="txSpace"/>
        </dgm:constrLst>
        <dgm:ruleLst>
          <dgm:rule type="h" val="INF" fact="NaN" max="NaN"/>
        </dgm:ruleLst>
        <dgm:layoutNode name="iconRect" styleLbl="node1">
          <dgm:alg type="sp"/>
          <dgm:shape xmlns:r="http://schemas.openxmlformats.org/officeDocument/2006/relationships" type="rect" r:blip="" blipPhldr="1">
            <dgm:adjLst/>
          </dgm:shape>
          <dgm:presOf/>
          <dgm:constrLst/>
          <dgm:ruleLst/>
        </dgm:layoutNode>
        <dgm:layoutNode name="iconSpace">
          <dgm:alg type="sp"/>
          <dgm:shape xmlns:r="http://schemas.openxmlformats.org/officeDocument/2006/relationships" r:blip="">
            <dgm:adjLst/>
          </dgm:shape>
          <dgm:presOf/>
          <dgm:constrLst/>
          <dgm:ruleLst/>
        </dgm:layoutNode>
        <dgm:layoutNode name="parTx" styleLbl="revTx">
          <dgm:varLst>
            <dgm:chMax val="0"/>
            <dgm:chPref val="0"/>
          </dgm:varLst>
          <dgm:alg type="tx">
            <dgm:param type="txAnchorVert" val="t"/>
          </dgm:alg>
          <dgm:shape xmlns:r="http://schemas.openxmlformats.org/officeDocument/2006/relationships" type="rect" r:blip="">
            <dgm:adjLst/>
          </dgm:shape>
          <dgm:presOf axis="self" ptType="node"/>
          <dgm:constrLst>
            <dgm:constr type="lMarg"/>
            <dgm:constr type="rMarg"/>
            <dgm:constr type="tMarg"/>
            <dgm:constr type="bMarg"/>
          </dgm:constrLst>
          <dgm:ruleLst>
            <dgm:rule type="primFontSz" val="14" fact="NaN" max="NaN"/>
            <dgm:rule type="h" val="INF" fact="NaN" max="NaN"/>
          </dgm:ruleLst>
        </dgm:layoutNode>
        <dgm:layoutNode name="txSpace">
          <dgm:alg type="sp"/>
          <dgm:shape xmlns:r="http://schemas.openxmlformats.org/officeDocument/2006/relationships" r:blip="">
            <dgm:adjLst/>
          </dgm:shape>
          <dgm:presOf/>
          <dgm:constrLst/>
          <dgm:ruleLst/>
        </dgm:layoutNode>
        <dgm:layoutNode name="desTx" styleLbl="revTx">
          <dgm:varLst/>
          <dgm:alg type="tx">
            <dgm:param type="stBulletLvl" val="0"/>
            <dgm:param type="txAnchorVert" val="t"/>
          </dgm:alg>
          <dgm:shape xmlns:r="http://schemas.openxmlformats.org/officeDocument/2006/relationships" type="rect" r:blip="">
            <dgm:adjLst/>
          </dgm:shape>
          <dgm:presOf axis="des" ptType="node"/>
          <dgm:constrLst>
            <dgm:constr type="secFontSz" refType="primFontSz"/>
            <dgm:constr type="lMarg"/>
            <dgm:constr type="rMarg"/>
            <dgm:constr type="tMarg"/>
            <dgm:constr type="bMarg"/>
          </dgm:constrLst>
          <dgm:ruleLst>
            <dgm:rule type="primFontSz" val="NaN" fact="NaN" max="17"/>
            <dgm:rule type="h" val="INF" fact="NaN" max="NaN"/>
          </dgm:ruleLst>
        </dgm:layoutNode>
      </dgm:layoutNode>
      <dgm:forEach name="Name4" axis="followSib" ptType="sibTrans" cnt="1">
        <dgm:layoutNode name="sibTrans">
          <dgm:alg type="sp"/>
          <dgm:shape xmlns:r="http://schemas.openxmlformats.org/officeDocument/2006/relationships" r:blip="">
            <dgm:adjLst/>
          </dgm:shape>
          <dgm:presOf axis="self"/>
          <dgm:constrLst/>
          <dgm:ruleLst/>
        </dgm:layoutNode>
      </dgm:forEach>
    </dgm:forEach>
  </dgm:layoutNode>
  <dgm:extLst>
    <a:ext uri="{68A01E43-0DF5-4B5B-8FA6-DAF915123BFB}">
      <dgm1612:lstStyle xmlns:dgm1612="http://schemas.microsoft.com/office/drawing/2016/12/diagram">
        <a:lvl1pPr>
          <a:lnSpc>
            <a:spcPct val="100000"/>
          </a:lnSpc>
          <a:defRPr b="1"/>
        </a:lvl1pPr>
        <a:lvl2pPr>
          <a:lnSpc>
            <a:spcPct val="100000"/>
          </a:lnSpc>
        </a:lvl2pPr>
      </dgm1612:lstStyle>
    </a:ext>
  </dgm:extLst>
</dgm:layoutDef>
</file>

<file path=ppt/diagrams/layout88.xml><?xml version="1.0" encoding="utf-8"?>
<dgm:layoutDef xmlns:dgm="http://schemas.openxmlformats.org/drawingml/2006/diagram" xmlns:a="http://schemas.openxmlformats.org/drawingml/2006/main" uniqueId="urn:microsoft.com/office/officeart/2018/5/layout/CenteredIconLabelDescriptionList">
  <dgm:title val="Centered Icon Label Description List"/>
  <dgm:desc val="Use to show non-sequential or grouped chunks of information. The placeholder holds an icon or small picture, and corresponding text boxes show Level 1 and Level 2 text respectively. Works well for minimal Level 1 text accompanied by lengthier Level two text."/>
  <dgm:catLst>
    <dgm:cat type="icon" pri="500"/>
  </dgm:catLst>
  <dgm:sampData useDef="1">
    <dgm:dataModel>
      <dgm:ptLst/>
      <dgm:bg/>
      <dgm:whole/>
    </dgm:dataModel>
  </dgm:sampData>
  <dgm:styleData useDef="1">
    <dgm:dataModel>
      <dgm:ptLst/>
      <dgm:bg/>
      <dgm:whole/>
    </dgm:dataModel>
  </dgm:styleData>
  <dgm:clrData useDef="1">
    <dgm:dataModel>
      <dgm:ptLst/>
      <dgm:bg/>
      <dgm:whole/>
    </dgm:dataModel>
  </dgm:clrData>
  <dgm:layoutNode name="root">
    <dgm:varLst>
      <dgm:dir/>
      <dgm:resizeHandles val="exact"/>
    </dgm:varLst>
    <dgm:choose name="Name0">
      <dgm:if name="Name1" axis="self" func="var" arg="dir" op="equ" val="norm">
        <dgm:alg type="lin"/>
      </dgm:if>
      <dgm:else name="Name2">
        <dgm:alg type="lin">
          <dgm:param type="linDir" val="fromR"/>
        </dgm:alg>
      </dgm:else>
    </dgm:choose>
    <dgm:shape xmlns:r="http://schemas.openxmlformats.org/officeDocument/2006/relationships" r:blip="">
      <dgm:adjLst/>
    </dgm:shape>
    <dgm:presOf/>
    <dgm:constrLst>
      <dgm:constr type="h" for="ch" forName="compNode" refType="h" fact="0.45"/>
      <dgm:constr type="w" for="ch" forName="compNode" val="120"/>
      <dgm:constr type="w" for="ch" forName="sibTrans" refType="w" refFor="ch" refForName="compNode" fact="0.175"/>
      <dgm:constr type="primFontSz" for="des" forName="parTx" val="36"/>
      <dgm:constr type="primFontSz" for="des" forName="desTx" refType="primFontSz" refFor="des" refForName="parTx" op="lte" fact="0.75"/>
      <dgm:constr type="h" for="des" forName="compNode" op="equ"/>
      <dgm:constr type="h" for="des" forName="iconRect" op="equ"/>
      <dgm:constr type="w" for="des" forName="iconRect" op="equ"/>
      <dgm:constr type="h" for="des" forName="iconSpace" op="equ"/>
      <dgm:constr type="h" for="des" forName="parTx" op="equ"/>
      <dgm:constr type="h" for="des" forName="txSpace" op="equ"/>
      <dgm:constr type="h" for="des" forName="desTx" op="equ"/>
    </dgm:constrLst>
    <dgm:ruleLst>
      <dgm:rule type="w" for="ch" forName="compNode" val="0" fact="NaN" max="NaN"/>
    </dgm:ruleLst>
    <dgm:forEach name="Name3" axis="ch" ptType="node">
      <dgm:layoutNode name="compNode">
        <dgm:alg type="composite"/>
        <dgm:shape xmlns:r="http://schemas.openxmlformats.org/officeDocument/2006/relationships" r:blip="">
          <dgm:adjLst/>
        </dgm:shape>
        <dgm:presOf axis="self"/>
        <dgm:constrLst>
          <dgm:constr type="w" for="ch" forName="iconRect" refType="w" fact="0.35"/>
          <dgm:constr type="h" for="ch" forName="iconRect" refType="w" refFor="ch" refForName="iconRect"/>
          <dgm:constr type="ctrX" for="ch" forName="iconRect" refType="w" fact="0.5"/>
          <dgm:constr type="t" for="ch" forName="iconRect"/>
          <dgm:constr type="w" for="ch" forName="iconSpace" refType="w"/>
          <dgm:constr type="h" for="ch" forName="iconSpace" refType="h" fact="0.043"/>
          <dgm:constr type="l" for="ch" forName="iconSpace"/>
          <dgm:constr type="t" for="ch" forName="iconSpace" refType="b" refFor="ch" refForName="iconRect"/>
          <dgm:constr type="w" for="ch" forName="parTx" refType="w"/>
          <dgm:constr type="h" for="ch" forName="parTx" refType="w" fact="0.15"/>
          <dgm:constr type="l" for="ch" forName="parTx"/>
          <dgm:constr type="t" for="ch" forName="parTx" refType="b" refFor="ch" refForName="iconSpace"/>
          <dgm:constr type="h" for="ch" forName="txSpace" refType="h" fact="0.02"/>
          <dgm:constr type="w" for="ch" forName="txSpace" refType="w"/>
          <dgm:constr type="l" for="ch" forName="txSpace"/>
          <dgm:constr type="t" for="ch" forName="txSpace" refType="b" refFor="ch" refForName="parTx"/>
          <dgm:constr type="w" for="ch" forName="desTx" refType="w"/>
          <dgm:constr type="l" for="ch" forName="desTx"/>
          <dgm:constr type="t" for="ch" forName="desTx" refType="b" refFor="ch" refForName="txSpace"/>
        </dgm:constrLst>
        <dgm:ruleLst>
          <dgm:rule type="h" val="INF" fact="NaN" max="NaN"/>
        </dgm:ruleLst>
        <dgm:layoutNode name="iconRect" styleLbl="node1">
          <dgm:alg type="sp"/>
          <dgm:shape xmlns:r="http://schemas.openxmlformats.org/officeDocument/2006/relationships" type="rect" r:blip="" blipPhldr="1">
            <dgm:adjLst/>
          </dgm:shape>
          <dgm:presOf/>
          <dgm:constrLst/>
          <dgm:ruleLst/>
        </dgm:layoutNode>
        <dgm:layoutNode name="iconSpace">
          <dgm:alg type="sp"/>
          <dgm:shape xmlns:r="http://schemas.openxmlformats.org/officeDocument/2006/relationships" r:blip="">
            <dgm:adjLst/>
          </dgm:shape>
          <dgm:presOf/>
          <dgm:constrLst/>
          <dgm:ruleLst/>
        </dgm:layoutNode>
        <dgm:layoutNode name="parTx" styleLbl="revTx">
          <dgm:varLst>
            <dgm:chMax val="0"/>
            <dgm:chPref val="0"/>
          </dgm:varLst>
          <dgm:alg type="tx">
            <dgm:param type="txAnchorVert" val="t"/>
          </dgm:alg>
          <dgm:shape xmlns:r="http://schemas.openxmlformats.org/officeDocument/2006/relationships" type="rect" r:blip="">
            <dgm:adjLst/>
          </dgm:shape>
          <dgm:presOf axis="self" ptType="node"/>
          <dgm:constrLst>
            <dgm:constr type="lMarg"/>
            <dgm:constr type="rMarg"/>
            <dgm:constr type="tMarg"/>
            <dgm:constr type="bMarg"/>
          </dgm:constrLst>
          <dgm:ruleLst>
            <dgm:rule type="primFontSz" val="14" fact="NaN" max="NaN"/>
            <dgm:rule type="h" val="INF" fact="NaN" max="NaN"/>
          </dgm:ruleLst>
        </dgm:layoutNode>
        <dgm:layoutNode name="txSpace">
          <dgm:alg type="sp"/>
          <dgm:shape xmlns:r="http://schemas.openxmlformats.org/officeDocument/2006/relationships" r:blip="">
            <dgm:adjLst/>
          </dgm:shape>
          <dgm:presOf/>
          <dgm:constrLst/>
          <dgm:ruleLst/>
        </dgm:layoutNode>
        <dgm:layoutNode name="desTx" styleLbl="revTx">
          <dgm:varLst/>
          <dgm:alg type="tx">
            <dgm:param type="stBulletLvl" val="0"/>
            <dgm:param type="txAnchorVert" val="t"/>
          </dgm:alg>
          <dgm:shape xmlns:r="http://schemas.openxmlformats.org/officeDocument/2006/relationships" type="rect" r:blip="">
            <dgm:adjLst/>
          </dgm:shape>
          <dgm:presOf axis="des" ptType="node"/>
          <dgm:constrLst>
            <dgm:constr type="secFontSz" refType="primFontSz"/>
            <dgm:constr type="lMarg"/>
            <dgm:constr type="rMarg"/>
            <dgm:constr type="tMarg"/>
            <dgm:constr type="bMarg"/>
          </dgm:constrLst>
          <dgm:ruleLst>
            <dgm:rule type="primFontSz" val="NaN" fact="NaN" max="17"/>
            <dgm:rule type="h" val="INF" fact="NaN" max="NaN"/>
          </dgm:ruleLst>
        </dgm:layoutNode>
      </dgm:layoutNode>
      <dgm:forEach name="Name4" axis="followSib" ptType="sibTrans" cnt="1">
        <dgm:layoutNode name="sibTrans">
          <dgm:alg type="sp"/>
          <dgm:shape xmlns:r="http://schemas.openxmlformats.org/officeDocument/2006/relationships" r:blip="">
            <dgm:adjLst/>
          </dgm:shape>
          <dgm:presOf axis="self"/>
          <dgm:constrLst/>
          <dgm:ruleLst/>
        </dgm:layoutNode>
      </dgm:forEach>
    </dgm:forEach>
  </dgm:layoutNode>
  <dgm:extLst>
    <a:ext uri="{68A01E43-0DF5-4B5B-8FA6-DAF915123BFB}">
      <dgm1612:lstStyle xmlns:dgm1612="http://schemas.microsoft.com/office/drawing/2016/12/diagram">
        <a:lvl1pPr>
          <a:lnSpc>
            <a:spcPct val="100000"/>
          </a:lnSpc>
          <a:defRPr b="1"/>
        </a:lvl1pPr>
        <a:lvl2pPr>
          <a:lnSpc>
            <a:spcPct val="100000"/>
          </a:lnSpc>
        </a:lvl2pPr>
      </dgm1612:lstStyle>
    </a:ext>
  </dgm:extLst>
</dgm:layoutDef>
</file>

<file path=ppt/diagrams/layout89.xml><?xml version="1.0" encoding="utf-8"?>
<dgm:layoutDef xmlns:dgm="http://schemas.openxmlformats.org/drawingml/2006/diagram" xmlns:a="http://schemas.openxmlformats.org/drawingml/2006/main" uniqueId="urn:microsoft.com/office/officeart/2018/5/layout/CenteredIconLabelDescriptionList">
  <dgm:title val="Centered Icon Label Description List"/>
  <dgm:desc val="Use to show non-sequential or grouped chunks of information. The placeholder holds an icon or small picture, and corresponding text boxes show Level 1 and Level 2 text respectively. Works well for minimal Level 1 text accompanied by lengthier Level two text."/>
  <dgm:catLst>
    <dgm:cat type="icon" pri="500"/>
  </dgm:catLst>
  <dgm:sampData useDef="1">
    <dgm:dataModel>
      <dgm:ptLst/>
      <dgm:bg/>
      <dgm:whole/>
    </dgm:dataModel>
  </dgm:sampData>
  <dgm:styleData useDef="1">
    <dgm:dataModel>
      <dgm:ptLst/>
      <dgm:bg/>
      <dgm:whole/>
    </dgm:dataModel>
  </dgm:styleData>
  <dgm:clrData useDef="1">
    <dgm:dataModel>
      <dgm:ptLst/>
      <dgm:bg/>
      <dgm:whole/>
    </dgm:dataModel>
  </dgm:clrData>
  <dgm:layoutNode name="root">
    <dgm:varLst>
      <dgm:dir/>
      <dgm:resizeHandles val="exact"/>
    </dgm:varLst>
    <dgm:choose name="Name0">
      <dgm:if name="Name1" axis="self" func="var" arg="dir" op="equ" val="norm">
        <dgm:alg type="lin"/>
      </dgm:if>
      <dgm:else name="Name2">
        <dgm:alg type="lin">
          <dgm:param type="linDir" val="fromR"/>
        </dgm:alg>
      </dgm:else>
    </dgm:choose>
    <dgm:shape xmlns:r="http://schemas.openxmlformats.org/officeDocument/2006/relationships" r:blip="">
      <dgm:adjLst/>
    </dgm:shape>
    <dgm:presOf/>
    <dgm:constrLst>
      <dgm:constr type="h" for="ch" forName="compNode" refType="h" fact="0.45"/>
      <dgm:constr type="w" for="ch" forName="compNode" val="120"/>
      <dgm:constr type="w" for="ch" forName="sibTrans" refType="w" refFor="ch" refForName="compNode" fact="0.175"/>
      <dgm:constr type="primFontSz" for="des" forName="parTx" val="36"/>
      <dgm:constr type="primFontSz" for="des" forName="desTx" refType="primFontSz" refFor="des" refForName="parTx" op="lte" fact="0.75"/>
      <dgm:constr type="h" for="des" forName="compNode" op="equ"/>
      <dgm:constr type="h" for="des" forName="iconRect" op="equ"/>
      <dgm:constr type="w" for="des" forName="iconRect" op="equ"/>
      <dgm:constr type="h" for="des" forName="iconSpace" op="equ"/>
      <dgm:constr type="h" for="des" forName="parTx" op="equ"/>
      <dgm:constr type="h" for="des" forName="txSpace" op="equ"/>
      <dgm:constr type="h" for="des" forName="desTx" op="equ"/>
    </dgm:constrLst>
    <dgm:ruleLst>
      <dgm:rule type="w" for="ch" forName="compNode" val="0" fact="NaN" max="NaN"/>
    </dgm:ruleLst>
    <dgm:forEach name="Name3" axis="ch" ptType="node">
      <dgm:layoutNode name="compNode">
        <dgm:alg type="composite"/>
        <dgm:shape xmlns:r="http://schemas.openxmlformats.org/officeDocument/2006/relationships" r:blip="">
          <dgm:adjLst/>
        </dgm:shape>
        <dgm:presOf axis="self"/>
        <dgm:constrLst>
          <dgm:constr type="w" for="ch" forName="iconRect" refType="w" fact="0.35"/>
          <dgm:constr type="h" for="ch" forName="iconRect" refType="w" refFor="ch" refForName="iconRect"/>
          <dgm:constr type="ctrX" for="ch" forName="iconRect" refType="w" fact="0.5"/>
          <dgm:constr type="t" for="ch" forName="iconRect"/>
          <dgm:constr type="w" for="ch" forName="iconSpace" refType="w"/>
          <dgm:constr type="h" for="ch" forName="iconSpace" refType="h" fact="0.043"/>
          <dgm:constr type="l" for="ch" forName="iconSpace"/>
          <dgm:constr type="t" for="ch" forName="iconSpace" refType="b" refFor="ch" refForName="iconRect"/>
          <dgm:constr type="w" for="ch" forName="parTx" refType="w"/>
          <dgm:constr type="h" for="ch" forName="parTx" refType="w" fact="0.15"/>
          <dgm:constr type="l" for="ch" forName="parTx"/>
          <dgm:constr type="t" for="ch" forName="parTx" refType="b" refFor="ch" refForName="iconSpace"/>
          <dgm:constr type="h" for="ch" forName="txSpace" refType="h" fact="0.02"/>
          <dgm:constr type="w" for="ch" forName="txSpace" refType="w"/>
          <dgm:constr type="l" for="ch" forName="txSpace"/>
          <dgm:constr type="t" for="ch" forName="txSpace" refType="b" refFor="ch" refForName="parTx"/>
          <dgm:constr type="w" for="ch" forName="desTx" refType="w"/>
          <dgm:constr type="l" for="ch" forName="desTx"/>
          <dgm:constr type="t" for="ch" forName="desTx" refType="b" refFor="ch" refForName="txSpace"/>
        </dgm:constrLst>
        <dgm:ruleLst>
          <dgm:rule type="h" val="INF" fact="NaN" max="NaN"/>
        </dgm:ruleLst>
        <dgm:layoutNode name="iconRect" styleLbl="node1">
          <dgm:alg type="sp"/>
          <dgm:shape xmlns:r="http://schemas.openxmlformats.org/officeDocument/2006/relationships" type="rect" r:blip="" blipPhldr="1">
            <dgm:adjLst/>
          </dgm:shape>
          <dgm:presOf/>
          <dgm:constrLst/>
          <dgm:ruleLst/>
        </dgm:layoutNode>
        <dgm:layoutNode name="iconSpace">
          <dgm:alg type="sp"/>
          <dgm:shape xmlns:r="http://schemas.openxmlformats.org/officeDocument/2006/relationships" r:blip="">
            <dgm:adjLst/>
          </dgm:shape>
          <dgm:presOf/>
          <dgm:constrLst/>
          <dgm:ruleLst/>
        </dgm:layoutNode>
        <dgm:layoutNode name="parTx" styleLbl="revTx">
          <dgm:varLst>
            <dgm:chMax val="0"/>
            <dgm:chPref val="0"/>
          </dgm:varLst>
          <dgm:alg type="tx">
            <dgm:param type="txAnchorVert" val="t"/>
          </dgm:alg>
          <dgm:shape xmlns:r="http://schemas.openxmlformats.org/officeDocument/2006/relationships" type="rect" r:blip="">
            <dgm:adjLst/>
          </dgm:shape>
          <dgm:presOf axis="self" ptType="node"/>
          <dgm:constrLst>
            <dgm:constr type="lMarg"/>
            <dgm:constr type="rMarg"/>
            <dgm:constr type="tMarg"/>
            <dgm:constr type="bMarg"/>
          </dgm:constrLst>
          <dgm:ruleLst>
            <dgm:rule type="primFontSz" val="14" fact="NaN" max="NaN"/>
            <dgm:rule type="h" val="INF" fact="NaN" max="NaN"/>
          </dgm:ruleLst>
        </dgm:layoutNode>
        <dgm:layoutNode name="txSpace">
          <dgm:alg type="sp"/>
          <dgm:shape xmlns:r="http://schemas.openxmlformats.org/officeDocument/2006/relationships" r:blip="">
            <dgm:adjLst/>
          </dgm:shape>
          <dgm:presOf/>
          <dgm:constrLst/>
          <dgm:ruleLst/>
        </dgm:layoutNode>
        <dgm:layoutNode name="desTx" styleLbl="revTx">
          <dgm:varLst/>
          <dgm:alg type="tx">
            <dgm:param type="stBulletLvl" val="0"/>
            <dgm:param type="txAnchorVert" val="t"/>
          </dgm:alg>
          <dgm:shape xmlns:r="http://schemas.openxmlformats.org/officeDocument/2006/relationships" type="rect" r:blip="">
            <dgm:adjLst/>
          </dgm:shape>
          <dgm:presOf axis="des" ptType="node"/>
          <dgm:constrLst>
            <dgm:constr type="secFontSz" refType="primFontSz"/>
            <dgm:constr type="lMarg"/>
            <dgm:constr type="rMarg"/>
            <dgm:constr type="tMarg"/>
            <dgm:constr type="bMarg"/>
          </dgm:constrLst>
          <dgm:ruleLst>
            <dgm:rule type="primFontSz" val="NaN" fact="NaN" max="17"/>
            <dgm:rule type="h" val="INF" fact="NaN" max="NaN"/>
          </dgm:ruleLst>
        </dgm:layoutNode>
      </dgm:layoutNode>
      <dgm:forEach name="Name4" axis="followSib" ptType="sibTrans" cnt="1">
        <dgm:layoutNode name="sibTrans">
          <dgm:alg type="sp"/>
          <dgm:shape xmlns:r="http://schemas.openxmlformats.org/officeDocument/2006/relationships" r:blip="">
            <dgm:adjLst/>
          </dgm:shape>
          <dgm:presOf axis="self"/>
          <dgm:constrLst/>
          <dgm:ruleLst/>
        </dgm:layoutNode>
      </dgm:forEach>
    </dgm:forEach>
  </dgm:layoutNode>
  <dgm:extLst>
    <a:ext uri="{68A01E43-0DF5-4B5B-8FA6-DAF915123BFB}">
      <dgm1612:lstStyle xmlns:dgm1612="http://schemas.microsoft.com/office/drawing/2016/12/diagram">
        <a:lvl1pPr>
          <a:lnSpc>
            <a:spcPct val="100000"/>
          </a:lnSpc>
          <a:defRPr b="1"/>
        </a:lvl1pPr>
        <a:lvl2pPr>
          <a:lnSpc>
            <a:spcPct val="100000"/>
          </a:lnSpc>
        </a:lvl2pPr>
      </dgm1612:lstStyle>
    </a:ext>
  </dgm:extLst>
</dgm:layoutDef>
</file>

<file path=ppt/diagrams/layout90.xml><?xml version="1.0" encoding="utf-8"?>
<dgm:layoutDef xmlns:dgm="http://schemas.openxmlformats.org/drawingml/2006/diagram" xmlns:a="http://schemas.openxmlformats.org/drawingml/2006/main" uniqueId="urn:microsoft.com/office/officeart/2018/5/layout/CenteredIconLabelDescriptionList">
  <dgm:title val="Centered Icon Label Description List"/>
  <dgm:desc val="Use to show non-sequential or grouped chunks of information. The placeholder holds an icon or small picture, and corresponding text boxes show Level 1 and Level 2 text respectively. Works well for minimal Level 1 text accompanied by lengthier Level two text."/>
  <dgm:catLst>
    <dgm:cat type="icon" pri="500"/>
  </dgm:catLst>
  <dgm:sampData useDef="1">
    <dgm:dataModel>
      <dgm:ptLst/>
      <dgm:bg/>
      <dgm:whole/>
    </dgm:dataModel>
  </dgm:sampData>
  <dgm:styleData useDef="1">
    <dgm:dataModel>
      <dgm:ptLst/>
      <dgm:bg/>
      <dgm:whole/>
    </dgm:dataModel>
  </dgm:styleData>
  <dgm:clrData useDef="1">
    <dgm:dataModel>
      <dgm:ptLst/>
      <dgm:bg/>
      <dgm:whole/>
    </dgm:dataModel>
  </dgm:clrData>
  <dgm:layoutNode name="root">
    <dgm:varLst>
      <dgm:dir/>
      <dgm:resizeHandles val="exact"/>
    </dgm:varLst>
    <dgm:choose name="Name0">
      <dgm:if name="Name1" axis="self" func="var" arg="dir" op="equ" val="norm">
        <dgm:alg type="lin"/>
      </dgm:if>
      <dgm:else name="Name2">
        <dgm:alg type="lin">
          <dgm:param type="linDir" val="fromR"/>
        </dgm:alg>
      </dgm:else>
    </dgm:choose>
    <dgm:shape xmlns:r="http://schemas.openxmlformats.org/officeDocument/2006/relationships" r:blip="">
      <dgm:adjLst/>
    </dgm:shape>
    <dgm:presOf/>
    <dgm:constrLst>
      <dgm:constr type="h" for="ch" forName="compNode" refType="h" fact="0.45"/>
      <dgm:constr type="w" for="ch" forName="compNode" val="120"/>
      <dgm:constr type="w" for="ch" forName="sibTrans" refType="w" refFor="ch" refForName="compNode" fact="0.175"/>
      <dgm:constr type="primFontSz" for="des" forName="parTx" val="36"/>
      <dgm:constr type="primFontSz" for="des" forName="desTx" refType="primFontSz" refFor="des" refForName="parTx" op="lte" fact="0.75"/>
      <dgm:constr type="h" for="des" forName="compNode" op="equ"/>
      <dgm:constr type="h" for="des" forName="iconRect" op="equ"/>
      <dgm:constr type="w" for="des" forName="iconRect" op="equ"/>
      <dgm:constr type="h" for="des" forName="iconSpace" op="equ"/>
      <dgm:constr type="h" for="des" forName="parTx" op="equ"/>
      <dgm:constr type="h" for="des" forName="txSpace" op="equ"/>
      <dgm:constr type="h" for="des" forName="desTx" op="equ"/>
    </dgm:constrLst>
    <dgm:ruleLst>
      <dgm:rule type="w" for="ch" forName="compNode" val="0" fact="NaN" max="NaN"/>
    </dgm:ruleLst>
    <dgm:forEach name="Name3" axis="ch" ptType="node">
      <dgm:layoutNode name="compNode">
        <dgm:alg type="composite"/>
        <dgm:shape xmlns:r="http://schemas.openxmlformats.org/officeDocument/2006/relationships" r:blip="">
          <dgm:adjLst/>
        </dgm:shape>
        <dgm:presOf axis="self"/>
        <dgm:constrLst>
          <dgm:constr type="w" for="ch" forName="iconRect" refType="w" fact="0.35"/>
          <dgm:constr type="h" for="ch" forName="iconRect" refType="w" refFor="ch" refForName="iconRect"/>
          <dgm:constr type="ctrX" for="ch" forName="iconRect" refType="w" fact="0.5"/>
          <dgm:constr type="t" for="ch" forName="iconRect"/>
          <dgm:constr type="w" for="ch" forName="iconSpace" refType="w"/>
          <dgm:constr type="h" for="ch" forName="iconSpace" refType="h" fact="0.043"/>
          <dgm:constr type="l" for="ch" forName="iconSpace"/>
          <dgm:constr type="t" for="ch" forName="iconSpace" refType="b" refFor="ch" refForName="iconRect"/>
          <dgm:constr type="w" for="ch" forName="parTx" refType="w"/>
          <dgm:constr type="h" for="ch" forName="parTx" refType="w" fact="0.15"/>
          <dgm:constr type="l" for="ch" forName="parTx"/>
          <dgm:constr type="t" for="ch" forName="parTx" refType="b" refFor="ch" refForName="iconSpace"/>
          <dgm:constr type="h" for="ch" forName="txSpace" refType="h" fact="0.02"/>
          <dgm:constr type="w" for="ch" forName="txSpace" refType="w"/>
          <dgm:constr type="l" for="ch" forName="txSpace"/>
          <dgm:constr type="t" for="ch" forName="txSpace" refType="b" refFor="ch" refForName="parTx"/>
          <dgm:constr type="w" for="ch" forName="desTx" refType="w"/>
          <dgm:constr type="l" for="ch" forName="desTx"/>
          <dgm:constr type="t" for="ch" forName="desTx" refType="b" refFor="ch" refForName="txSpace"/>
        </dgm:constrLst>
        <dgm:ruleLst>
          <dgm:rule type="h" val="INF" fact="NaN" max="NaN"/>
        </dgm:ruleLst>
        <dgm:layoutNode name="iconRect" styleLbl="node1">
          <dgm:alg type="sp"/>
          <dgm:shape xmlns:r="http://schemas.openxmlformats.org/officeDocument/2006/relationships" type="rect" r:blip="" blipPhldr="1">
            <dgm:adjLst/>
          </dgm:shape>
          <dgm:presOf/>
          <dgm:constrLst/>
          <dgm:ruleLst/>
        </dgm:layoutNode>
        <dgm:layoutNode name="iconSpace">
          <dgm:alg type="sp"/>
          <dgm:shape xmlns:r="http://schemas.openxmlformats.org/officeDocument/2006/relationships" r:blip="">
            <dgm:adjLst/>
          </dgm:shape>
          <dgm:presOf/>
          <dgm:constrLst/>
          <dgm:ruleLst/>
        </dgm:layoutNode>
        <dgm:layoutNode name="parTx" styleLbl="revTx">
          <dgm:varLst>
            <dgm:chMax val="0"/>
            <dgm:chPref val="0"/>
          </dgm:varLst>
          <dgm:alg type="tx">
            <dgm:param type="txAnchorVert" val="t"/>
          </dgm:alg>
          <dgm:shape xmlns:r="http://schemas.openxmlformats.org/officeDocument/2006/relationships" type="rect" r:blip="">
            <dgm:adjLst/>
          </dgm:shape>
          <dgm:presOf axis="self" ptType="node"/>
          <dgm:constrLst>
            <dgm:constr type="lMarg"/>
            <dgm:constr type="rMarg"/>
            <dgm:constr type="tMarg"/>
            <dgm:constr type="bMarg"/>
          </dgm:constrLst>
          <dgm:ruleLst>
            <dgm:rule type="primFontSz" val="14" fact="NaN" max="NaN"/>
            <dgm:rule type="h" val="INF" fact="NaN" max="NaN"/>
          </dgm:ruleLst>
        </dgm:layoutNode>
        <dgm:layoutNode name="txSpace">
          <dgm:alg type="sp"/>
          <dgm:shape xmlns:r="http://schemas.openxmlformats.org/officeDocument/2006/relationships" r:blip="">
            <dgm:adjLst/>
          </dgm:shape>
          <dgm:presOf/>
          <dgm:constrLst/>
          <dgm:ruleLst/>
        </dgm:layoutNode>
        <dgm:layoutNode name="desTx" styleLbl="revTx">
          <dgm:varLst/>
          <dgm:alg type="tx">
            <dgm:param type="stBulletLvl" val="0"/>
            <dgm:param type="txAnchorVert" val="t"/>
          </dgm:alg>
          <dgm:shape xmlns:r="http://schemas.openxmlformats.org/officeDocument/2006/relationships" type="rect" r:blip="">
            <dgm:adjLst/>
          </dgm:shape>
          <dgm:presOf axis="des" ptType="node"/>
          <dgm:constrLst>
            <dgm:constr type="secFontSz" refType="primFontSz"/>
            <dgm:constr type="lMarg"/>
            <dgm:constr type="rMarg"/>
            <dgm:constr type="tMarg"/>
            <dgm:constr type="bMarg"/>
          </dgm:constrLst>
          <dgm:ruleLst>
            <dgm:rule type="primFontSz" val="NaN" fact="NaN" max="17"/>
            <dgm:rule type="h" val="INF" fact="NaN" max="NaN"/>
          </dgm:ruleLst>
        </dgm:layoutNode>
      </dgm:layoutNode>
      <dgm:forEach name="Name4" axis="followSib" ptType="sibTrans" cnt="1">
        <dgm:layoutNode name="sibTrans">
          <dgm:alg type="sp"/>
          <dgm:shape xmlns:r="http://schemas.openxmlformats.org/officeDocument/2006/relationships" r:blip="">
            <dgm:adjLst/>
          </dgm:shape>
          <dgm:presOf axis="self"/>
          <dgm:constrLst/>
          <dgm:ruleLst/>
        </dgm:layoutNode>
      </dgm:forEach>
    </dgm:forEach>
  </dgm:layoutNode>
  <dgm:extLst>
    <a:ext uri="{68A01E43-0DF5-4B5B-8FA6-DAF915123BFB}">
      <dgm1612:lstStyle xmlns:dgm1612="http://schemas.microsoft.com/office/drawing/2016/12/diagram">
        <a:lvl1pPr>
          <a:lnSpc>
            <a:spcPct val="100000"/>
          </a:lnSpc>
          <a:defRPr b="1"/>
        </a:lvl1pPr>
        <a:lvl2pPr>
          <a:lnSpc>
            <a:spcPct val="100000"/>
          </a:lnSpc>
        </a:lvl2pPr>
      </dgm1612:lstStyle>
    </a:ext>
  </dgm:extLst>
</dgm:layoutDef>
</file>

<file path=ppt/diagrams/layout91.xml><?xml version="1.0" encoding="utf-8"?>
<dgm:layoutDef xmlns:dgm="http://schemas.openxmlformats.org/drawingml/2006/diagram" xmlns:a="http://schemas.openxmlformats.org/drawingml/2006/main" uniqueId="urn:microsoft.com/office/officeart/2018/2/layout/IconVerticalSolidList">
  <dgm:title val="Icon Vertical Solid List"/>
  <dgm:desc val="Use to show a series of visuals from top to bottom with Level 1 or Level 1 and Level 2 text grouped in a shape. Works best with icons or small pictures with lengthier descriptions."/>
  <dgm:catLst>
    <dgm:cat type="icon" pri="500"/>
  </dgm:catLst>
  <dgm:sampData useDef="1">
    <dgm:dataModel>
      <dgm:ptLst/>
      <dgm:bg/>
      <dgm:whole/>
    </dgm:dataModel>
  </dgm:sampData>
  <dgm:styleData useDef="1">
    <dgm:dataModel>
      <dgm:ptLst/>
      <dgm:bg/>
      <dgm:whole/>
    </dgm:dataModel>
  </dgm:styleData>
  <dgm:clrData useDef="1">
    <dgm:dataModel>
      <dgm:ptLst/>
      <dgm:bg/>
      <dgm:whole/>
    </dgm:dataModel>
  </dgm:clrData>
  <dgm:layoutNode name="root">
    <dgm:varLst>
      <dgm:dir/>
      <dgm:resizeHandles val="exact"/>
    </dgm:varLst>
    <dgm:choose name="Name0">
      <dgm:if name="Name1" axis="self" func="var" arg="dir" op="equ" val="norm">
        <dgm:alg type="lin">
          <dgm:param type="linDir" val="fromT"/>
          <dgm:param type="nodeHorzAlign" val="l"/>
        </dgm:alg>
      </dgm:if>
      <dgm:else name="Name2">
        <dgm:alg type="lin">
          <dgm:param type="linDir" val="fromT"/>
          <dgm:param type="nodeHorzAlign" val="r"/>
        </dgm:alg>
      </dgm:else>
    </dgm:choose>
    <dgm:shape xmlns:r="http://schemas.openxmlformats.org/officeDocument/2006/relationships" r:blip="">
      <dgm:adjLst/>
    </dgm:shape>
    <dgm:presOf/>
    <dgm:choose name="Name3">
      <dgm:if name="Name4" axis="ch" ptType="node" func="cnt" op="lte" val="3">
        <dgm:constrLst>
          <dgm:constr type="h" for="ch" forName="compNode" refType="h" fact="0.3"/>
          <dgm:constr type="w" for="ch" forName="compNode" refType="w"/>
          <dgm:constr type="h" for="ch" forName="sibTrans" refType="h" refFor="ch" refForName="compNode" fact="0.25"/>
          <dgm:constr type="primFontSz" for="des" forName="parTx" val="25"/>
          <dgm:constr type="primFontSz" for="des" forName="desTx" refType="primFontSz" refFor="des" refForName="parTx" op="lte" fact="0.75"/>
          <dgm:constr type="h" for="des" forName="compNode" op="equ"/>
          <dgm:constr type="h" for="des" forName="bgRect" op="equ"/>
          <dgm:constr type="h" for="des" forName="iconRect" op="equ"/>
          <dgm:constr type="w" for="des" forName="iconRect" op="equ"/>
          <dgm:constr type="h" for="des" forName="spaceRect" op="equ"/>
          <dgm:constr type="h" for="des" forName="parTx" op="equ"/>
          <dgm:constr type="h" for="des" forName="desTx" op="equ"/>
        </dgm:constrLst>
      </dgm:if>
      <dgm:if name="Name5" axis="ch" ptType="node" func="cnt" op="lte" val="4">
        <dgm:constrLst>
          <dgm:constr type="h" for="ch" forName="compNode" refType="h" fact="0.3"/>
          <dgm:constr type="w" for="ch" forName="compNode" refType="w"/>
          <dgm:constr type="h" for="ch" forName="sibTrans" refType="h" refFor="ch" refForName="compNode" fact="0.25"/>
          <dgm:constr type="primFontSz" for="des" forName="parTx" val="22"/>
          <dgm:constr type="primFontSz" for="des" forName="desTx" refType="primFontSz" refFor="des" refForName="parTx" op="lte" fact="0.75"/>
          <dgm:constr type="h" for="des" forName="compNode" op="equ"/>
          <dgm:constr type="h" for="des" forName="bgRect" op="equ"/>
          <dgm:constr type="h" for="des" forName="iconRect" op="equ"/>
          <dgm:constr type="w" for="des" forName="iconRect" op="equ"/>
          <dgm:constr type="h" for="des" forName="spaceRect" op="equ"/>
          <dgm:constr type="h" for="des" forName="parTx" op="equ"/>
          <dgm:constr type="h" for="des" forName="desTx" op="equ"/>
        </dgm:constrLst>
      </dgm:if>
      <dgm:if name="Name6" axis="ch" ptType="node" func="cnt" op="lte" val="6">
        <dgm:constrLst>
          <dgm:constr type="h" for="ch" forName="compNode" refType="h" fact="0.3"/>
          <dgm:constr type="w" for="ch" forName="compNode" refType="w"/>
          <dgm:constr type="h" for="ch" forName="sibTrans" refType="h" refFor="ch" refForName="compNode" fact="0.25"/>
          <dgm:constr type="primFontSz" for="des" forName="parTx" val="19"/>
          <dgm:constr type="primFontSz" for="des" forName="desTx" refType="primFontSz" refFor="des" refForName="parTx" op="lte" fact="0.75"/>
          <dgm:constr type="h" for="des" forName="compNode" op="equ"/>
          <dgm:constr type="h" for="des" forName="bgRect" op="equ"/>
          <dgm:constr type="h" for="des" forName="iconRect" op="equ"/>
          <dgm:constr type="w" for="des" forName="iconRect" op="equ"/>
          <dgm:constr type="h" for="des" forName="spaceRect" op="equ"/>
          <dgm:constr type="h" for="des" forName="parTx" op="equ"/>
          <dgm:constr type="h" for="des" forName="desTx" op="equ"/>
        </dgm:constrLst>
      </dgm:if>
      <dgm:else name="Name7">
        <dgm:constrLst>
          <dgm:constr type="h" for="ch" forName="compNode" refType="h" fact="0.3"/>
          <dgm:constr type="w" for="ch" forName="compNode" refType="w"/>
          <dgm:constr type="h" for="ch" forName="sibTrans" refType="h" refFor="ch" refForName="compNode" fact="0.25"/>
          <dgm:constr type="primFontSz" for="des" forName="parTx" val="16"/>
          <dgm:constr type="primFontSz" for="des" forName="desTx" refType="primFontSz" refFor="des" refForName="parTx" op="lte" fact="0.75"/>
          <dgm:constr type="h" for="des" forName="compNode" op="equ"/>
          <dgm:constr type="h" for="des" forName="bgRect" op="equ"/>
          <dgm:constr type="h" for="des" forName="iconRect" op="equ"/>
          <dgm:constr type="w" for="des" forName="iconRect" op="equ"/>
          <dgm:constr type="h" for="des" forName="spaceRect" op="equ"/>
          <dgm:constr type="h" for="des" forName="parTx" op="equ"/>
          <dgm:constr type="h" for="des" forName="desTx" op="equ"/>
        </dgm:constrLst>
      </dgm:else>
    </dgm:choose>
    <dgm:ruleLst>
      <dgm:rule type="h" for="ch" forName="compNode" val="0" fact="NaN" max="NaN"/>
    </dgm:ruleLst>
    <dgm:forEach name="Name8" axis="ch" ptType="node">
      <dgm:layoutNode name="compNode">
        <dgm:alg type="composite"/>
        <dgm:shape xmlns:r="http://schemas.openxmlformats.org/officeDocument/2006/relationships" r:blip="">
          <dgm:adjLst/>
        </dgm:shape>
        <dgm:presOf axis="self"/>
        <dgm:choose name="Name9">
          <dgm:if name="Name10" axis="ch" ptType="node" func="cnt" op="gte" val="1">
            <dgm:constrLst>
              <dgm:constr type="w" for="ch" forName="bgRect" refType="w"/>
              <dgm:constr type="h" for="ch" forName="bgRect" refType="h"/>
              <dgm:constr type="l" for="ch" forName="bgRect"/>
              <dgm:constr type="t" for="ch" forName="bgRect"/>
              <dgm:constr type="h" for="ch" forName="iconRect" refType="h" fact="0.55"/>
              <dgm:constr type="w" for="ch" forName="iconRect" refType="h" refFor="ch" refForName="iconRect"/>
              <dgm:constr type="l" for="ch" forName="iconRect" refType="h" refFor="ch" refForName="iconRect" fact="0.55"/>
              <dgm:constr type="ctrY" for="ch" forName="iconRect" refType="ctrY" refFor="ch" refForName="bgRect"/>
              <dgm:constr type="w" for="ch" forName="spaceRect" refType="l" refFor="ch" refForName="iconRect"/>
              <dgm:constr type="h" for="ch" forName="spaceRect" refType="h"/>
              <dgm:constr type="l" for="ch" forName="spaceRect" refType="r" refFor="ch" refForName="iconRect"/>
              <dgm:constr type="t" for="ch" forName="spaceRect"/>
              <dgm:constr type="w" for="ch" forName="parTx" refType="w" fact="0.45"/>
              <dgm:constr type="h" for="ch" forName="parTx" refType="h"/>
              <dgm:constr type="l" for="ch" forName="parTx" refType="r" refFor="ch" refForName="spaceRect"/>
              <dgm:constr type="t" for="ch" forName="parTx"/>
              <dgm:constr type="h" for="ch" forName="desTx" refType="h"/>
              <dgm:constr type="l" for="ch" forName="desTx" refType="r" refFor="ch" refForName="parTx"/>
              <dgm:constr type="t" for="ch" forName="desTx"/>
            </dgm:constrLst>
          </dgm:if>
          <dgm:else name="Name11">
            <dgm:constrLst>
              <dgm:constr type="w" for="ch" forName="bgRect" refType="w"/>
              <dgm:constr type="h" for="ch" forName="bgRect" refType="h"/>
              <dgm:constr type="l" for="ch" forName="bgRect"/>
              <dgm:constr type="t" for="ch" forName="bgRect"/>
              <dgm:constr type="h" for="ch" forName="iconRect" refType="h" fact="0.55"/>
              <dgm:constr type="w" for="ch" forName="iconRect" refType="h" refFor="ch" refForName="iconRect"/>
              <dgm:constr type="l" for="ch" forName="iconRect" refType="h" refFor="ch" refForName="iconRect" fact="0.55"/>
              <dgm:constr type="ctrY" for="ch" forName="iconRect" refType="ctrY" refFor="ch" refForName="bgRect"/>
              <dgm:constr type="w" for="ch" forName="spaceRect" refType="l" refFor="ch" refForName="iconRect"/>
              <dgm:constr type="h" for="ch" forName="spaceRect" refType="h"/>
              <dgm:constr type="l" for="ch" forName="spaceRect" refType="r" refFor="ch" refForName="iconRect"/>
              <dgm:constr type="t" for="ch" forName="spaceRect"/>
              <dgm:constr type="h" for="ch" forName="parTx" refType="h"/>
              <dgm:constr type="l" for="ch" forName="parTx" refType="r" refFor="ch" refForName="spaceRect"/>
              <dgm:constr type="t" for="ch" forName="parTx"/>
            </dgm:constrLst>
          </dgm:else>
        </dgm:choose>
        <dgm:ruleLst>
          <dgm:rule type="h" val="INF" fact="NaN" max="NaN"/>
        </dgm:ruleLst>
        <dgm:layoutNode name="bgRect" styleLbl="bgShp">
          <dgm:alg type="sp"/>
          <dgm:shape xmlns:r="http://schemas.openxmlformats.org/officeDocument/2006/relationships" type="roundRect" r:blip="">
            <dgm:adjLst>
              <dgm:adj idx="1" val="0.1"/>
            </dgm:adjLst>
          </dgm:shape>
          <dgm:presOf/>
          <dgm:constrLst/>
          <dgm:ruleLst/>
        </dgm:layoutNode>
        <dgm:layoutNode name="iconRect" styleLbl="node1">
          <dgm:alg type="sp"/>
          <dgm:shape xmlns:r="http://schemas.openxmlformats.org/officeDocument/2006/relationships" type="rect" r:blip="" blipPhldr="1">
            <dgm:adjLst/>
          </dgm:shape>
          <dgm:presOf/>
          <dgm:constrLst/>
          <dgm:ruleLst/>
        </dgm:layoutNode>
        <dgm:layoutNode name="spaceRect">
          <dgm:alg type="sp"/>
          <dgm:shape xmlns:r="http://schemas.openxmlformats.org/officeDocument/2006/relationships" r:blip="">
            <dgm:adjLst/>
          </dgm:shape>
          <dgm:presOf/>
          <dgm:constrLst/>
          <dgm:ruleLst/>
        </dgm:layoutNode>
        <dgm:layoutNode name="parTx" styleLbl="revTx">
          <dgm:varLst>
            <dgm:chMax val="0"/>
            <dgm:chPref val="0"/>
          </dgm:varLst>
          <dgm:alg type="tx">
            <dgm:param type="txAnchorVert" val="mid"/>
            <dgm:param type="parTxLTRAlign" val="l"/>
            <dgm:param type="shpTxLTRAlignCh" val="l"/>
            <dgm:param type="parTxRTLAlign" val="r"/>
            <dgm:param type="shpTxRTLAlignCh" val="r"/>
          </dgm:alg>
          <dgm:shape xmlns:r="http://schemas.openxmlformats.org/officeDocument/2006/relationships" type="rect" r:blip="">
            <dgm:adjLst/>
          </dgm:shape>
          <dgm:presOf axis="self" ptType="node"/>
          <dgm:constrLst>
            <dgm:constr type="lMarg" refType="h" fact="0.3"/>
            <dgm:constr type="rMarg" refType="h" fact="0.3"/>
            <dgm:constr type="tMarg" refType="h" fact="0.3"/>
            <dgm:constr type="bMarg" refType="h" fact="0.3"/>
          </dgm:constrLst>
          <dgm:ruleLst>
            <dgm:rule type="primFontSz" val="14" fact="NaN" max="NaN"/>
            <dgm:rule type="h" val="INF" fact="NaN" max="NaN"/>
          </dgm:ruleLst>
        </dgm:layoutNode>
        <dgm:choose name="Name12">
          <dgm:if name="Name13" axis="ch" ptType="node" func="cnt" op="gte" val="1">
            <dgm:layoutNode name="desTx" styleLbl="revTx">
              <dgm:varLst/>
              <dgm:alg type="tx">
                <dgm:param type="txAnchorVertCh" val="mid"/>
                <dgm:param type="parTxLTRAlign" val="l"/>
                <dgm:param type="shpTxLTRAlignCh" val="l"/>
                <dgm:param type="parTxRTLAlign" val="r"/>
                <dgm:param type="shpTxRTLAlignCh" val="r"/>
                <dgm:param type="stBulletLvl" val="0"/>
              </dgm:alg>
              <dgm:shape xmlns:r="http://schemas.openxmlformats.org/officeDocument/2006/relationships" type="rect" r:blip="">
                <dgm:adjLst/>
              </dgm:shape>
              <dgm:presOf axis="des" ptType="node"/>
              <dgm:constrLst>
                <dgm:constr type="primFontSz" val="18"/>
                <dgm:constr type="secFontSz" refType="primFontSz"/>
                <dgm:constr type="lMarg" refType="h" fact="0.3"/>
                <dgm:constr type="rMarg" refType="h" fact="0.3"/>
                <dgm:constr type="tMarg" refType="h" fact="0.3"/>
                <dgm:constr type="bMarg" refType="h" fact="0.3"/>
              </dgm:constrLst>
              <dgm:ruleLst>
                <dgm:rule type="primFontSz" val="11" fact="NaN" max="NaN"/>
              </dgm:ruleLst>
            </dgm:layoutNode>
          </dgm:if>
          <dgm:else name="Name14"/>
        </dgm:choose>
      </dgm:layoutNode>
      <dgm:forEach name="Name15" axis="followSib" ptType="sibTrans" cnt="1">
        <dgm:layoutNode name="sibTrans">
          <dgm:alg type="sp"/>
          <dgm:shape xmlns:r="http://schemas.openxmlformats.org/officeDocument/2006/relationships" r:blip="">
            <dgm:adjLst/>
          </dgm:shape>
          <dgm:presOf axis="self"/>
          <dgm:constrLst/>
          <dgm:ruleLst/>
        </dgm:layoutNode>
      </dgm:forEach>
    </dgm:forEach>
  </dgm:layoutNode>
  <dgm:extLst>
    <a:ext uri="{68A01E43-0DF5-4B5B-8FA6-DAF915123BFB}">
      <dgm1612:lstStyle xmlns:dgm1612="http://schemas.microsoft.com/office/drawing/2016/12/diagram">
        <a:lvl1pPr>
          <a:lnSpc>
            <a:spcPct val="100000"/>
          </a:lnSpc>
        </a:lvl1pPr>
        <a:lvl2pPr>
          <a:lnSpc>
            <a:spcPct val="100000"/>
          </a:lnSpc>
        </a:lvl2pPr>
      </dgm1612:lstStyle>
    </a:ext>
  </dgm:extLst>
</dgm:layoutDef>
</file>

<file path=ppt/diagrams/layout92.xml><?xml version="1.0" encoding="utf-8"?>
<dgm:layoutDef xmlns:dgm="http://schemas.openxmlformats.org/drawingml/2006/diagram" xmlns:a="http://schemas.openxmlformats.org/drawingml/2006/main" uniqueId="urn:microsoft.com/office/officeart/2018/5/layout/CenteredIconLabelDescriptionList">
  <dgm:title val="Centered Icon Label Description List"/>
  <dgm:desc val="Use to show non-sequential or grouped chunks of information. The placeholder holds an icon or small picture, and corresponding text boxes show Level 1 and Level 2 text respectively. Works well for minimal Level 1 text accompanied by lengthier Level two text."/>
  <dgm:catLst>
    <dgm:cat type="icon" pri="500"/>
  </dgm:catLst>
  <dgm:sampData useDef="1">
    <dgm:dataModel>
      <dgm:ptLst/>
      <dgm:bg/>
      <dgm:whole/>
    </dgm:dataModel>
  </dgm:sampData>
  <dgm:styleData useDef="1">
    <dgm:dataModel>
      <dgm:ptLst/>
      <dgm:bg/>
      <dgm:whole/>
    </dgm:dataModel>
  </dgm:styleData>
  <dgm:clrData useDef="1">
    <dgm:dataModel>
      <dgm:ptLst/>
      <dgm:bg/>
      <dgm:whole/>
    </dgm:dataModel>
  </dgm:clrData>
  <dgm:layoutNode name="root">
    <dgm:varLst>
      <dgm:dir/>
      <dgm:resizeHandles val="exact"/>
    </dgm:varLst>
    <dgm:choose name="Name0">
      <dgm:if name="Name1" axis="self" func="var" arg="dir" op="equ" val="norm">
        <dgm:alg type="lin"/>
      </dgm:if>
      <dgm:else name="Name2">
        <dgm:alg type="lin">
          <dgm:param type="linDir" val="fromR"/>
        </dgm:alg>
      </dgm:else>
    </dgm:choose>
    <dgm:shape xmlns:r="http://schemas.openxmlformats.org/officeDocument/2006/relationships" r:blip="">
      <dgm:adjLst/>
    </dgm:shape>
    <dgm:presOf/>
    <dgm:constrLst>
      <dgm:constr type="h" for="ch" forName="compNode" refType="h" fact="0.45"/>
      <dgm:constr type="w" for="ch" forName="compNode" val="120"/>
      <dgm:constr type="w" for="ch" forName="sibTrans" refType="w" refFor="ch" refForName="compNode" fact="0.175"/>
      <dgm:constr type="primFontSz" for="des" forName="parTx" val="36"/>
      <dgm:constr type="primFontSz" for="des" forName="desTx" refType="primFontSz" refFor="des" refForName="parTx" op="lte" fact="0.75"/>
      <dgm:constr type="h" for="des" forName="compNode" op="equ"/>
      <dgm:constr type="h" for="des" forName="iconRect" op="equ"/>
      <dgm:constr type="w" for="des" forName="iconRect" op="equ"/>
      <dgm:constr type="h" for="des" forName="iconSpace" op="equ"/>
      <dgm:constr type="h" for="des" forName="parTx" op="equ"/>
      <dgm:constr type="h" for="des" forName="txSpace" op="equ"/>
      <dgm:constr type="h" for="des" forName="desTx" op="equ"/>
    </dgm:constrLst>
    <dgm:ruleLst>
      <dgm:rule type="w" for="ch" forName="compNode" val="0" fact="NaN" max="NaN"/>
    </dgm:ruleLst>
    <dgm:forEach name="Name3" axis="ch" ptType="node">
      <dgm:layoutNode name="compNode">
        <dgm:alg type="composite"/>
        <dgm:shape xmlns:r="http://schemas.openxmlformats.org/officeDocument/2006/relationships" r:blip="">
          <dgm:adjLst/>
        </dgm:shape>
        <dgm:presOf axis="self"/>
        <dgm:constrLst>
          <dgm:constr type="w" for="ch" forName="iconRect" refType="w" fact="0.35"/>
          <dgm:constr type="h" for="ch" forName="iconRect" refType="w" refFor="ch" refForName="iconRect"/>
          <dgm:constr type="ctrX" for="ch" forName="iconRect" refType="w" fact="0.5"/>
          <dgm:constr type="t" for="ch" forName="iconRect"/>
          <dgm:constr type="w" for="ch" forName="iconSpace" refType="w"/>
          <dgm:constr type="h" for="ch" forName="iconSpace" refType="h" fact="0.043"/>
          <dgm:constr type="l" for="ch" forName="iconSpace"/>
          <dgm:constr type="t" for="ch" forName="iconSpace" refType="b" refFor="ch" refForName="iconRect"/>
          <dgm:constr type="w" for="ch" forName="parTx" refType="w"/>
          <dgm:constr type="h" for="ch" forName="parTx" refType="w" fact="0.15"/>
          <dgm:constr type="l" for="ch" forName="parTx"/>
          <dgm:constr type="t" for="ch" forName="parTx" refType="b" refFor="ch" refForName="iconSpace"/>
          <dgm:constr type="h" for="ch" forName="txSpace" refType="h" fact="0.02"/>
          <dgm:constr type="w" for="ch" forName="txSpace" refType="w"/>
          <dgm:constr type="l" for="ch" forName="txSpace"/>
          <dgm:constr type="t" for="ch" forName="txSpace" refType="b" refFor="ch" refForName="parTx"/>
          <dgm:constr type="w" for="ch" forName="desTx" refType="w"/>
          <dgm:constr type="l" for="ch" forName="desTx"/>
          <dgm:constr type="t" for="ch" forName="desTx" refType="b" refFor="ch" refForName="txSpace"/>
        </dgm:constrLst>
        <dgm:ruleLst>
          <dgm:rule type="h" val="INF" fact="NaN" max="NaN"/>
        </dgm:ruleLst>
        <dgm:layoutNode name="iconRect" styleLbl="node1">
          <dgm:alg type="sp"/>
          <dgm:shape xmlns:r="http://schemas.openxmlformats.org/officeDocument/2006/relationships" type="rect" r:blip="" blipPhldr="1">
            <dgm:adjLst/>
          </dgm:shape>
          <dgm:presOf/>
          <dgm:constrLst/>
          <dgm:ruleLst/>
        </dgm:layoutNode>
        <dgm:layoutNode name="iconSpace">
          <dgm:alg type="sp"/>
          <dgm:shape xmlns:r="http://schemas.openxmlformats.org/officeDocument/2006/relationships" r:blip="">
            <dgm:adjLst/>
          </dgm:shape>
          <dgm:presOf/>
          <dgm:constrLst/>
          <dgm:ruleLst/>
        </dgm:layoutNode>
        <dgm:layoutNode name="parTx" styleLbl="revTx">
          <dgm:varLst>
            <dgm:chMax val="0"/>
            <dgm:chPref val="0"/>
          </dgm:varLst>
          <dgm:alg type="tx">
            <dgm:param type="txAnchorVert" val="t"/>
          </dgm:alg>
          <dgm:shape xmlns:r="http://schemas.openxmlformats.org/officeDocument/2006/relationships" type="rect" r:blip="">
            <dgm:adjLst/>
          </dgm:shape>
          <dgm:presOf axis="self" ptType="node"/>
          <dgm:constrLst>
            <dgm:constr type="lMarg"/>
            <dgm:constr type="rMarg"/>
            <dgm:constr type="tMarg"/>
            <dgm:constr type="bMarg"/>
          </dgm:constrLst>
          <dgm:ruleLst>
            <dgm:rule type="primFontSz" val="14" fact="NaN" max="NaN"/>
            <dgm:rule type="h" val="INF" fact="NaN" max="NaN"/>
          </dgm:ruleLst>
        </dgm:layoutNode>
        <dgm:layoutNode name="txSpace">
          <dgm:alg type="sp"/>
          <dgm:shape xmlns:r="http://schemas.openxmlformats.org/officeDocument/2006/relationships" r:blip="">
            <dgm:adjLst/>
          </dgm:shape>
          <dgm:presOf/>
          <dgm:constrLst/>
          <dgm:ruleLst/>
        </dgm:layoutNode>
        <dgm:layoutNode name="desTx" styleLbl="revTx">
          <dgm:varLst/>
          <dgm:alg type="tx">
            <dgm:param type="stBulletLvl" val="0"/>
            <dgm:param type="txAnchorVert" val="t"/>
          </dgm:alg>
          <dgm:shape xmlns:r="http://schemas.openxmlformats.org/officeDocument/2006/relationships" type="rect" r:blip="">
            <dgm:adjLst/>
          </dgm:shape>
          <dgm:presOf axis="des" ptType="node"/>
          <dgm:constrLst>
            <dgm:constr type="secFontSz" refType="primFontSz"/>
            <dgm:constr type="lMarg"/>
            <dgm:constr type="rMarg"/>
            <dgm:constr type="tMarg"/>
            <dgm:constr type="bMarg"/>
          </dgm:constrLst>
          <dgm:ruleLst>
            <dgm:rule type="primFontSz" val="NaN" fact="NaN" max="17"/>
            <dgm:rule type="h" val="INF" fact="NaN" max="NaN"/>
          </dgm:ruleLst>
        </dgm:layoutNode>
      </dgm:layoutNode>
      <dgm:forEach name="Name4" axis="followSib" ptType="sibTrans" cnt="1">
        <dgm:layoutNode name="sibTrans">
          <dgm:alg type="sp"/>
          <dgm:shape xmlns:r="http://schemas.openxmlformats.org/officeDocument/2006/relationships" r:blip="">
            <dgm:adjLst/>
          </dgm:shape>
          <dgm:presOf axis="self"/>
          <dgm:constrLst/>
          <dgm:ruleLst/>
        </dgm:layoutNode>
      </dgm:forEach>
    </dgm:forEach>
  </dgm:layoutNode>
  <dgm:extLst>
    <a:ext uri="{68A01E43-0DF5-4B5B-8FA6-DAF915123BFB}">
      <dgm1612:lstStyle xmlns:dgm1612="http://schemas.microsoft.com/office/drawing/2016/12/diagram">
        <a:lvl1pPr>
          <a:lnSpc>
            <a:spcPct val="100000"/>
          </a:lnSpc>
          <a:defRPr b="1"/>
        </a:lvl1pPr>
        <a:lvl2pPr>
          <a:lnSpc>
            <a:spcPct val="100000"/>
          </a:lnSpc>
        </a:lvl2pPr>
      </dgm1612:lstStyle>
    </a:ext>
  </dgm:extLst>
</dgm:layoutDef>
</file>

<file path=ppt/diagrams/layout93.xml><?xml version="1.0" encoding="utf-8"?>
<dgm:layoutDef xmlns:dgm="http://schemas.openxmlformats.org/drawingml/2006/diagram" xmlns:a="http://schemas.openxmlformats.org/drawingml/2006/main" uniqueId="urn:microsoft.com/office/officeart/2018/5/layout/CenteredIconLabelDescriptionList">
  <dgm:title val="Centered Icon Label Description List"/>
  <dgm:desc val="Use to show non-sequential or grouped chunks of information. The placeholder holds an icon or small picture, and corresponding text boxes show Level 1 and Level 2 text respectively. Works well for minimal Level 1 text accompanied by lengthier Level two text."/>
  <dgm:catLst>
    <dgm:cat type="icon" pri="500"/>
  </dgm:catLst>
  <dgm:sampData useDef="1">
    <dgm:dataModel>
      <dgm:ptLst/>
      <dgm:bg/>
      <dgm:whole/>
    </dgm:dataModel>
  </dgm:sampData>
  <dgm:styleData useDef="1">
    <dgm:dataModel>
      <dgm:ptLst/>
      <dgm:bg/>
      <dgm:whole/>
    </dgm:dataModel>
  </dgm:styleData>
  <dgm:clrData useDef="1">
    <dgm:dataModel>
      <dgm:ptLst/>
      <dgm:bg/>
      <dgm:whole/>
    </dgm:dataModel>
  </dgm:clrData>
  <dgm:layoutNode name="root">
    <dgm:varLst>
      <dgm:dir/>
      <dgm:resizeHandles val="exact"/>
    </dgm:varLst>
    <dgm:choose name="Name0">
      <dgm:if name="Name1" axis="self" func="var" arg="dir" op="equ" val="norm">
        <dgm:alg type="lin"/>
      </dgm:if>
      <dgm:else name="Name2">
        <dgm:alg type="lin">
          <dgm:param type="linDir" val="fromR"/>
        </dgm:alg>
      </dgm:else>
    </dgm:choose>
    <dgm:shape xmlns:r="http://schemas.openxmlformats.org/officeDocument/2006/relationships" r:blip="">
      <dgm:adjLst/>
    </dgm:shape>
    <dgm:presOf/>
    <dgm:constrLst>
      <dgm:constr type="h" for="ch" forName="compNode" refType="h" fact="0.45"/>
      <dgm:constr type="w" for="ch" forName="compNode" val="120"/>
      <dgm:constr type="w" for="ch" forName="sibTrans" refType="w" refFor="ch" refForName="compNode" fact="0.175"/>
      <dgm:constr type="primFontSz" for="des" forName="parTx" val="36"/>
      <dgm:constr type="primFontSz" for="des" forName="desTx" refType="primFontSz" refFor="des" refForName="parTx" op="lte" fact="0.75"/>
      <dgm:constr type="h" for="des" forName="compNode" op="equ"/>
      <dgm:constr type="h" for="des" forName="iconRect" op="equ"/>
      <dgm:constr type="w" for="des" forName="iconRect" op="equ"/>
      <dgm:constr type="h" for="des" forName="iconSpace" op="equ"/>
      <dgm:constr type="h" for="des" forName="parTx" op="equ"/>
      <dgm:constr type="h" for="des" forName="txSpace" op="equ"/>
      <dgm:constr type="h" for="des" forName="desTx" op="equ"/>
    </dgm:constrLst>
    <dgm:ruleLst>
      <dgm:rule type="w" for="ch" forName="compNode" val="0" fact="NaN" max="NaN"/>
    </dgm:ruleLst>
    <dgm:forEach name="Name3" axis="ch" ptType="node">
      <dgm:layoutNode name="compNode">
        <dgm:alg type="composite"/>
        <dgm:shape xmlns:r="http://schemas.openxmlformats.org/officeDocument/2006/relationships" r:blip="">
          <dgm:adjLst/>
        </dgm:shape>
        <dgm:presOf axis="self"/>
        <dgm:constrLst>
          <dgm:constr type="w" for="ch" forName="iconRect" refType="w" fact="0.35"/>
          <dgm:constr type="h" for="ch" forName="iconRect" refType="w" refFor="ch" refForName="iconRect"/>
          <dgm:constr type="ctrX" for="ch" forName="iconRect" refType="w" fact="0.5"/>
          <dgm:constr type="t" for="ch" forName="iconRect"/>
          <dgm:constr type="w" for="ch" forName="iconSpace" refType="w"/>
          <dgm:constr type="h" for="ch" forName="iconSpace" refType="h" fact="0.043"/>
          <dgm:constr type="l" for="ch" forName="iconSpace"/>
          <dgm:constr type="t" for="ch" forName="iconSpace" refType="b" refFor="ch" refForName="iconRect"/>
          <dgm:constr type="w" for="ch" forName="parTx" refType="w"/>
          <dgm:constr type="h" for="ch" forName="parTx" refType="w" fact="0.15"/>
          <dgm:constr type="l" for="ch" forName="parTx"/>
          <dgm:constr type="t" for="ch" forName="parTx" refType="b" refFor="ch" refForName="iconSpace"/>
          <dgm:constr type="h" for="ch" forName="txSpace" refType="h" fact="0.02"/>
          <dgm:constr type="w" for="ch" forName="txSpace" refType="w"/>
          <dgm:constr type="l" for="ch" forName="txSpace"/>
          <dgm:constr type="t" for="ch" forName="txSpace" refType="b" refFor="ch" refForName="parTx"/>
          <dgm:constr type="w" for="ch" forName="desTx" refType="w"/>
          <dgm:constr type="l" for="ch" forName="desTx"/>
          <dgm:constr type="t" for="ch" forName="desTx" refType="b" refFor="ch" refForName="txSpace"/>
        </dgm:constrLst>
        <dgm:ruleLst>
          <dgm:rule type="h" val="INF" fact="NaN" max="NaN"/>
        </dgm:ruleLst>
        <dgm:layoutNode name="iconRect" styleLbl="node1">
          <dgm:alg type="sp"/>
          <dgm:shape xmlns:r="http://schemas.openxmlformats.org/officeDocument/2006/relationships" type="rect" r:blip="" blipPhldr="1">
            <dgm:adjLst/>
          </dgm:shape>
          <dgm:presOf/>
          <dgm:constrLst/>
          <dgm:ruleLst/>
        </dgm:layoutNode>
        <dgm:layoutNode name="iconSpace">
          <dgm:alg type="sp"/>
          <dgm:shape xmlns:r="http://schemas.openxmlformats.org/officeDocument/2006/relationships" r:blip="">
            <dgm:adjLst/>
          </dgm:shape>
          <dgm:presOf/>
          <dgm:constrLst/>
          <dgm:ruleLst/>
        </dgm:layoutNode>
        <dgm:layoutNode name="parTx" styleLbl="revTx">
          <dgm:varLst>
            <dgm:chMax val="0"/>
            <dgm:chPref val="0"/>
          </dgm:varLst>
          <dgm:alg type="tx">
            <dgm:param type="txAnchorVert" val="t"/>
          </dgm:alg>
          <dgm:shape xmlns:r="http://schemas.openxmlformats.org/officeDocument/2006/relationships" type="rect" r:blip="">
            <dgm:adjLst/>
          </dgm:shape>
          <dgm:presOf axis="self" ptType="node"/>
          <dgm:constrLst>
            <dgm:constr type="lMarg"/>
            <dgm:constr type="rMarg"/>
            <dgm:constr type="tMarg"/>
            <dgm:constr type="bMarg"/>
          </dgm:constrLst>
          <dgm:ruleLst>
            <dgm:rule type="primFontSz" val="14" fact="NaN" max="NaN"/>
            <dgm:rule type="h" val="INF" fact="NaN" max="NaN"/>
          </dgm:ruleLst>
        </dgm:layoutNode>
        <dgm:layoutNode name="txSpace">
          <dgm:alg type="sp"/>
          <dgm:shape xmlns:r="http://schemas.openxmlformats.org/officeDocument/2006/relationships" r:blip="">
            <dgm:adjLst/>
          </dgm:shape>
          <dgm:presOf/>
          <dgm:constrLst/>
          <dgm:ruleLst/>
        </dgm:layoutNode>
        <dgm:layoutNode name="desTx" styleLbl="revTx">
          <dgm:varLst/>
          <dgm:alg type="tx">
            <dgm:param type="stBulletLvl" val="0"/>
            <dgm:param type="txAnchorVert" val="t"/>
          </dgm:alg>
          <dgm:shape xmlns:r="http://schemas.openxmlformats.org/officeDocument/2006/relationships" type="rect" r:blip="">
            <dgm:adjLst/>
          </dgm:shape>
          <dgm:presOf axis="des" ptType="node"/>
          <dgm:constrLst>
            <dgm:constr type="secFontSz" refType="primFontSz"/>
            <dgm:constr type="lMarg"/>
            <dgm:constr type="rMarg"/>
            <dgm:constr type="tMarg"/>
            <dgm:constr type="bMarg"/>
          </dgm:constrLst>
          <dgm:ruleLst>
            <dgm:rule type="primFontSz" val="NaN" fact="NaN" max="17"/>
            <dgm:rule type="h" val="INF" fact="NaN" max="NaN"/>
          </dgm:ruleLst>
        </dgm:layoutNode>
      </dgm:layoutNode>
      <dgm:forEach name="Name4" axis="followSib" ptType="sibTrans" cnt="1">
        <dgm:layoutNode name="sibTrans">
          <dgm:alg type="sp"/>
          <dgm:shape xmlns:r="http://schemas.openxmlformats.org/officeDocument/2006/relationships" r:blip="">
            <dgm:adjLst/>
          </dgm:shape>
          <dgm:presOf axis="self"/>
          <dgm:constrLst/>
          <dgm:ruleLst/>
        </dgm:layoutNode>
      </dgm:forEach>
    </dgm:forEach>
  </dgm:layoutNode>
  <dgm:extLst>
    <a:ext uri="{68A01E43-0DF5-4B5B-8FA6-DAF915123BFB}">
      <dgm1612:lstStyle xmlns:dgm1612="http://schemas.microsoft.com/office/drawing/2016/12/diagram">
        <a:lvl1pPr>
          <a:lnSpc>
            <a:spcPct val="100000"/>
          </a:lnSpc>
          <a:defRPr b="1"/>
        </a:lvl1pPr>
        <a:lvl2pPr>
          <a:lnSpc>
            <a:spcPct val="100000"/>
          </a:lnSpc>
        </a:lvl2pPr>
      </dgm1612:lstStyle>
    </a:ext>
  </dgm:extLst>
</dgm:layoutDef>
</file>

<file path=ppt/diagrams/layout94.xml><?xml version="1.0" encoding="utf-8"?>
<dgm:layoutDef xmlns:dgm="http://schemas.openxmlformats.org/drawingml/2006/diagram" xmlns:a="http://schemas.openxmlformats.org/drawingml/2006/main" uniqueId="urn:microsoft.com/office/officeart/2018/5/layout/CenteredIconLabelDescriptionList">
  <dgm:title val="Centered Icon Label Description List"/>
  <dgm:desc val="Use to show non-sequential or grouped chunks of information. The placeholder holds an icon or small picture, and corresponding text boxes show Level 1 and Level 2 text respectively. Works well for minimal Level 1 text accompanied by lengthier Level two text."/>
  <dgm:catLst>
    <dgm:cat type="icon" pri="500"/>
  </dgm:catLst>
  <dgm:sampData useDef="1">
    <dgm:dataModel>
      <dgm:ptLst/>
      <dgm:bg/>
      <dgm:whole/>
    </dgm:dataModel>
  </dgm:sampData>
  <dgm:styleData useDef="1">
    <dgm:dataModel>
      <dgm:ptLst/>
      <dgm:bg/>
      <dgm:whole/>
    </dgm:dataModel>
  </dgm:styleData>
  <dgm:clrData useDef="1">
    <dgm:dataModel>
      <dgm:ptLst/>
      <dgm:bg/>
      <dgm:whole/>
    </dgm:dataModel>
  </dgm:clrData>
  <dgm:layoutNode name="root">
    <dgm:varLst>
      <dgm:dir/>
      <dgm:resizeHandles val="exact"/>
    </dgm:varLst>
    <dgm:choose name="Name0">
      <dgm:if name="Name1" axis="self" func="var" arg="dir" op="equ" val="norm">
        <dgm:alg type="lin"/>
      </dgm:if>
      <dgm:else name="Name2">
        <dgm:alg type="lin">
          <dgm:param type="linDir" val="fromR"/>
        </dgm:alg>
      </dgm:else>
    </dgm:choose>
    <dgm:shape xmlns:r="http://schemas.openxmlformats.org/officeDocument/2006/relationships" r:blip="">
      <dgm:adjLst/>
    </dgm:shape>
    <dgm:presOf/>
    <dgm:constrLst>
      <dgm:constr type="h" for="ch" forName="compNode" refType="h" fact="0.45"/>
      <dgm:constr type="w" for="ch" forName="compNode" val="120"/>
      <dgm:constr type="w" for="ch" forName="sibTrans" refType="w" refFor="ch" refForName="compNode" fact="0.175"/>
      <dgm:constr type="primFontSz" for="des" forName="parTx" val="36"/>
      <dgm:constr type="primFontSz" for="des" forName="desTx" refType="primFontSz" refFor="des" refForName="parTx" op="lte" fact="0.75"/>
      <dgm:constr type="h" for="des" forName="compNode" op="equ"/>
      <dgm:constr type="h" for="des" forName="iconRect" op="equ"/>
      <dgm:constr type="w" for="des" forName="iconRect" op="equ"/>
      <dgm:constr type="h" for="des" forName="iconSpace" op="equ"/>
      <dgm:constr type="h" for="des" forName="parTx" op="equ"/>
      <dgm:constr type="h" for="des" forName="txSpace" op="equ"/>
      <dgm:constr type="h" for="des" forName="desTx" op="equ"/>
    </dgm:constrLst>
    <dgm:ruleLst>
      <dgm:rule type="w" for="ch" forName="compNode" val="0" fact="NaN" max="NaN"/>
    </dgm:ruleLst>
    <dgm:forEach name="Name3" axis="ch" ptType="node">
      <dgm:layoutNode name="compNode">
        <dgm:alg type="composite"/>
        <dgm:shape xmlns:r="http://schemas.openxmlformats.org/officeDocument/2006/relationships" r:blip="">
          <dgm:adjLst/>
        </dgm:shape>
        <dgm:presOf axis="self"/>
        <dgm:constrLst>
          <dgm:constr type="w" for="ch" forName="iconRect" refType="w" fact="0.35"/>
          <dgm:constr type="h" for="ch" forName="iconRect" refType="w" refFor="ch" refForName="iconRect"/>
          <dgm:constr type="ctrX" for="ch" forName="iconRect" refType="w" fact="0.5"/>
          <dgm:constr type="t" for="ch" forName="iconRect"/>
          <dgm:constr type="w" for="ch" forName="iconSpace" refType="w"/>
          <dgm:constr type="h" for="ch" forName="iconSpace" refType="h" fact="0.043"/>
          <dgm:constr type="l" for="ch" forName="iconSpace"/>
          <dgm:constr type="t" for="ch" forName="iconSpace" refType="b" refFor="ch" refForName="iconRect"/>
          <dgm:constr type="w" for="ch" forName="parTx" refType="w"/>
          <dgm:constr type="h" for="ch" forName="parTx" refType="w" fact="0.15"/>
          <dgm:constr type="l" for="ch" forName="parTx"/>
          <dgm:constr type="t" for="ch" forName="parTx" refType="b" refFor="ch" refForName="iconSpace"/>
          <dgm:constr type="h" for="ch" forName="txSpace" refType="h" fact="0.02"/>
          <dgm:constr type="w" for="ch" forName="txSpace" refType="w"/>
          <dgm:constr type="l" for="ch" forName="txSpace"/>
          <dgm:constr type="t" for="ch" forName="txSpace" refType="b" refFor="ch" refForName="parTx"/>
          <dgm:constr type="w" for="ch" forName="desTx" refType="w"/>
          <dgm:constr type="l" for="ch" forName="desTx"/>
          <dgm:constr type="t" for="ch" forName="desTx" refType="b" refFor="ch" refForName="txSpace"/>
        </dgm:constrLst>
        <dgm:ruleLst>
          <dgm:rule type="h" val="INF" fact="NaN" max="NaN"/>
        </dgm:ruleLst>
        <dgm:layoutNode name="iconRect" styleLbl="node1">
          <dgm:alg type="sp"/>
          <dgm:shape xmlns:r="http://schemas.openxmlformats.org/officeDocument/2006/relationships" type="rect" r:blip="" blipPhldr="1">
            <dgm:adjLst/>
          </dgm:shape>
          <dgm:presOf/>
          <dgm:constrLst/>
          <dgm:ruleLst/>
        </dgm:layoutNode>
        <dgm:layoutNode name="iconSpace">
          <dgm:alg type="sp"/>
          <dgm:shape xmlns:r="http://schemas.openxmlformats.org/officeDocument/2006/relationships" r:blip="">
            <dgm:adjLst/>
          </dgm:shape>
          <dgm:presOf/>
          <dgm:constrLst/>
          <dgm:ruleLst/>
        </dgm:layoutNode>
        <dgm:layoutNode name="parTx" styleLbl="revTx">
          <dgm:varLst>
            <dgm:chMax val="0"/>
            <dgm:chPref val="0"/>
          </dgm:varLst>
          <dgm:alg type="tx">
            <dgm:param type="txAnchorVert" val="t"/>
          </dgm:alg>
          <dgm:shape xmlns:r="http://schemas.openxmlformats.org/officeDocument/2006/relationships" type="rect" r:blip="">
            <dgm:adjLst/>
          </dgm:shape>
          <dgm:presOf axis="self" ptType="node"/>
          <dgm:constrLst>
            <dgm:constr type="lMarg"/>
            <dgm:constr type="rMarg"/>
            <dgm:constr type="tMarg"/>
            <dgm:constr type="bMarg"/>
          </dgm:constrLst>
          <dgm:ruleLst>
            <dgm:rule type="primFontSz" val="14" fact="NaN" max="NaN"/>
            <dgm:rule type="h" val="INF" fact="NaN" max="NaN"/>
          </dgm:ruleLst>
        </dgm:layoutNode>
        <dgm:layoutNode name="txSpace">
          <dgm:alg type="sp"/>
          <dgm:shape xmlns:r="http://schemas.openxmlformats.org/officeDocument/2006/relationships" r:blip="">
            <dgm:adjLst/>
          </dgm:shape>
          <dgm:presOf/>
          <dgm:constrLst/>
          <dgm:ruleLst/>
        </dgm:layoutNode>
        <dgm:layoutNode name="desTx" styleLbl="revTx">
          <dgm:varLst/>
          <dgm:alg type="tx">
            <dgm:param type="stBulletLvl" val="0"/>
            <dgm:param type="txAnchorVert" val="t"/>
          </dgm:alg>
          <dgm:shape xmlns:r="http://schemas.openxmlformats.org/officeDocument/2006/relationships" type="rect" r:blip="">
            <dgm:adjLst/>
          </dgm:shape>
          <dgm:presOf axis="des" ptType="node"/>
          <dgm:constrLst>
            <dgm:constr type="secFontSz" refType="primFontSz"/>
            <dgm:constr type="lMarg"/>
            <dgm:constr type="rMarg"/>
            <dgm:constr type="tMarg"/>
            <dgm:constr type="bMarg"/>
          </dgm:constrLst>
          <dgm:ruleLst>
            <dgm:rule type="primFontSz" val="NaN" fact="NaN" max="17"/>
            <dgm:rule type="h" val="INF" fact="NaN" max="NaN"/>
          </dgm:ruleLst>
        </dgm:layoutNode>
      </dgm:layoutNode>
      <dgm:forEach name="Name4" axis="followSib" ptType="sibTrans" cnt="1">
        <dgm:layoutNode name="sibTrans">
          <dgm:alg type="sp"/>
          <dgm:shape xmlns:r="http://schemas.openxmlformats.org/officeDocument/2006/relationships" r:blip="">
            <dgm:adjLst/>
          </dgm:shape>
          <dgm:presOf axis="self"/>
          <dgm:constrLst/>
          <dgm:ruleLst/>
        </dgm:layoutNode>
      </dgm:forEach>
    </dgm:forEach>
  </dgm:layoutNode>
  <dgm:extLst>
    <a:ext uri="{68A01E43-0DF5-4B5B-8FA6-DAF915123BFB}">
      <dgm1612:lstStyle xmlns:dgm1612="http://schemas.microsoft.com/office/drawing/2016/12/diagram">
        <a:lvl1pPr>
          <a:lnSpc>
            <a:spcPct val="100000"/>
          </a:lnSpc>
          <a:defRPr b="1"/>
        </a:lvl1pPr>
        <a:lvl2pPr>
          <a:lnSpc>
            <a:spcPct val="100000"/>
          </a:lnSpc>
        </a:lvl2pPr>
      </dgm1612:lstStyle>
    </a:ext>
  </dgm:extLst>
</dgm:layoutDef>
</file>

<file path=ppt/diagrams/layout95.xml><?xml version="1.0" encoding="utf-8"?>
<dgm:layoutDef xmlns:dgm="http://schemas.openxmlformats.org/drawingml/2006/diagram" xmlns:a="http://schemas.openxmlformats.org/drawingml/2006/main" uniqueId="urn:microsoft.com/office/officeart/2018/5/layout/CenteredIconLabelDescriptionList">
  <dgm:title val="Centered Icon Label Description List"/>
  <dgm:desc val="Use to show non-sequential or grouped chunks of information. The placeholder holds an icon or small picture, and corresponding text boxes show Level 1 and Level 2 text respectively. Works well for minimal Level 1 text accompanied by lengthier Level two text."/>
  <dgm:catLst>
    <dgm:cat type="icon" pri="500"/>
  </dgm:catLst>
  <dgm:sampData useDef="1">
    <dgm:dataModel>
      <dgm:ptLst/>
      <dgm:bg/>
      <dgm:whole/>
    </dgm:dataModel>
  </dgm:sampData>
  <dgm:styleData useDef="1">
    <dgm:dataModel>
      <dgm:ptLst/>
      <dgm:bg/>
      <dgm:whole/>
    </dgm:dataModel>
  </dgm:styleData>
  <dgm:clrData useDef="1">
    <dgm:dataModel>
      <dgm:ptLst/>
      <dgm:bg/>
      <dgm:whole/>
    </dgm:dataModel>
  </dgm:clrData>
  <dgm:layoutNode name="root">
    <dgm:varLst>
      <dgm:dir/>
      <dgm:resizeHandles val="exact"/>
    </dgm:varLst>
    <dgm:choose name="Name0">
      <dgm:if name="Name1" axis="self" func="var" arg="dir" op="equ" val="norm">
        <dgm:alg type="lin"/>
      </dgm:if>
      <dgm:else name="Name2">
        <dgm:alg type="lin">
          <dgm:param type="linDir" val="fromR"/>
        </dgm:alg>
      </dgm:else>
    </dgm:choose>
    <dgm:shape xmlns:r="http://schemas.openxmlformats.org/officeDocument/2006/relationships" r:blip="">
      <dgm:adjLst/>
    </dgm:shape>
    <dgm:presOf/>
    <dgm:constrLst>
      <dgm:constr type="h" for="ch" forName="compNode" refType="h" fact="0.45"/>
      <dgm:constr type="w" for="ch" forName="compNode" val="120"/>
      <dgm:constr type="w" for="ch" forName="sibTrans" refType="w" refFor="ch" refForName="compNode" fact="0.175"/>
      <dgm:constr type="primFontSz" for="des" forName="parTx" val="36"/>
      <dgm:constr type="primFontSz" for="des" forName="desTx" refType="primFontSz" refFor="des" refForName="parTx" op="lte" fact="0.75"/>
      <dgm:constr type="h" for="des" forName="compNode" op="equ"/>
      <dgm:constr type="h" for="des" forName="iconRect" op="equ"/>
      <dgm:constr type="w" for="des" forName="iconRect" op="equ"/>
      <dgm:constr type="h" for="des" forName="iconSpace" op="equ"/>
      <dgm:constr type="h" for="des" forName="parTx" op="equ"/>
      <dgm:constr type="h" for="des" forName="txSpace" op="equ"/>
      <dgm:constr type="h" for="des" forName="desTx" op="equ"/>
    </dgm:constrLst>
    <dgm:ruleLst>
      <dgm:rule type="w" for="ch" forName="compNode" val="0" fact="NaN" max="NaN"/>
    </dgm:ruleLst>
    <dgm:forEach name="Name3" axis="ch" ptType="node">
      <dgm:layoutNode name="compNode">
        <dgm:alg type="composite"/>
        <dgm:shape xmlns:r="http://schemas.openxmlformats.org/officeDocument/2006/relationships" r:blip="">
          <dgm:adjLst/>
        </dgm:shape>
        <dgm:presOf axis="self"/>
        <dgm:constrLst>
          <dgm:constr type="w" for="ch" forName="iconRect" refType="w" fact="0.35"/>
          <dgm:constr type="h" for="ch" forName="iconRect" refType="w" refFor="ch" refForName="iconRect"/>
          <dgm:constr type="ctrX" for="ch" forName="iconRect" refType="w" fact="0.5"/>
          <dgm:constr type="t" for="ch" forName="iconRect"/>
          <dgm:constr type="w" for="ch" forName="iconSpace" refType="w"/>
          <dgm:constr type="h" for="ch" forName="iconSpace" refType="h" fact="0.043"/>
          <dgm:constr type="l" for="ch" forName="iconSpace"/>
          <dgm:constr type="t" for="ch" forName="iconSpace" refType="b" refFor="ch" refForName="iconRect"/>
          <dgm:constr type="w" for="ch" forName="parTx" refType="w"/>
          <dgm:constr type="h" for="ch" forName="parTx" refType="w" fact="0.15"/>
          <dgm:constr type="l" for="ch" forName="parTx"/>
          <dgm:constr type="t" for="ch" forName="parTx" refType="b" refFor="ch" refForName="iconSpace"/>
          <dgm:constr type="h" for="ch" forName="txSpace" refType="h" fact="0.02"/>
          <dgm:constr type="w" for="ch" forName="txSpace" refType="w"/>
          <dgm:constr type="l" for="ch" forName="txSpace"/>
          <dgm:constr type="t" for="ch" forName="txSpace" refType="b" refFor="ch" refForName="parTx"/>
          <dgm:constr type="w" for="ch" forName="desTx" refType="w"/>
          <dgm:constr type="l" for="ch" forName="desTx"/>
          <dgm:constr type="t" for="ch" forName="desTx" refType="b" refFor="ch" refForName="txSpace"/>
        </dgm:constrLst>
        <dgm:ruleLst>
          <dgm:rule type="h" val="INF" fact="NaN" max="NaN"/>
        </dgm:ruleLst>
        <dgm:layoutNode name="iconRect" styleLbl="node1">
          <dgm:alg type="sp"/>
          <dgm:shape xmlns:r="http://schemas.openxmlformats.org/officeDocument/2006/relationships" type="rect" r:blip="" blipPhldr="1">
            <dgm:adjLst/>
          </dgm:shape>
          <dgm:presOf/>
          <dgm:constrLst/>
          <dgm:ruleLst/>
        </dgm:layoutNode>
        <dgm:layoutNode name="iconSpace">
          <dgm:alg type="sp"/>
          <dgm:shape xmlns:r="http://schemas.openxmlformats.org/officeDocument/2006/relationships" r:blip="">
            <dgm:adjLst/>
          </dgm:shape>
          <dgm:presOf/>
          <dgm:constrLst/>
          <dgm:ruleLst/>
        </dgm:layoutNode>
        <dgm:layoutNode name="parTx" styleLbl="revTx">
          <dgm:varLst>
            <dgm:chMax val="0"/>
            <dgm:chPref val="0"/>
          </dgm:varLst>
          <dgm:alg type="tx">
            <dgm:param type="txAnchorVert" val="t"/>
          </dgm:alg>
          <dgm:shape xmlns:r="http://schemas.openxmlformats.org/officeDocument/2006/relationships" type="rect" r:blip="">
            <dgm:adjLst/>
          </dgm:shape>
          <dgm:presOf axis="self" ptType="node"/>
          <dgm:constrLst>
            <dgm:constr type="lMarg"/>
            <dgm:constr type="rMarg"/>
            <dgm:constr type="tMarg"/>
            <dgm:constr type="bMarg"/>
          </dgm:constrLst>
          <dgm:ruleLst>
            <dgm:rule type="primFontSz" val="14" fact="NaN" max="NaN"/>
            <dgm:rule type="h" val="INF" fact="NaN" max="NaN"/>
          </dgm:ruleLst>
        </dgm:layoutNode>
        <dgm:layoutNode name="txSpace">
          <dgm:alg type="sp"/>
          <dgm:shape xmlns:r="http://schemas.openxmlformats.org/officeDocument/2006/relationships" r:blip="">
            <dgm:adjLst/>
          </dgm:shape>
          <dgm:presOf/>
          <dgm:constrLst/>
          <dgm:ruleLst/>
        </dgm:layoutNode>
        <dgm:layoutNode name="desTx" styleLbl="revTx">
          <dgm:varLst/>
          <dgm:alg type="tx">
            <dgm:param type="stBulletLvl" val="0"/>
            <dgm:param type="txAnchorVert" val="t"/>
          </dgm:alg>
          <dgm:shape xmlns:r="http://schemas.openxmlformats.org/officeDocument/2006/relationships" type="rect" r:blip="">
            <dgm:adjLst/>
          </dgm:shape>
          <dgm:presOf axis="des" ptType="node"/>
          <dgm:constrLst>
            <dgm:constr type="secFontSz" refType="primFontSz"/>
            <dgm:constr type="lMarg"/>
            <dgm:constr type="rMarg"/>
            <dgm:constr type="tMarg"/>
            <dgm:constr type="bMarg"/>
          </dgm:constrLst>
          <dgm:ruleLst>
            <dgm:rule type="primFontSz" val="NaN" fact="NaN" max="17"/>
            <dgm:rule type="h" val="INF" fact="NaN" max="NaN"/>
          </dgm:ruleLst>
        </dgm:layoutNode>
      </dgm:layoutNode>
      <dgm:forEach name="Name4" axis="followSib" ptType="sibTrans" cnt="1">
        <dgm:layoutNode name="sibTrans">
          <dgm:alg type="sp"/>
          <dgm:shape xmlns:r="http://schemas.openxmlformats.org/officeDocument/2006/relationships" r:blip="">
            <dgm:adjLst/>
          </dgm:shape>
          <dgm:presOf axis="self"/>
          <dgm:constrLst/>
          <dgm:ruleLst/>
        </dgm:layoutNode>
      </dgm:forEach>
    </dgm:forEach>
  </dgm:layoutNode>
  <dgm:extLst>
    <a:ext uri="{68A01E43-0DF5-4B5B-8FA6-DAF915123BFB}">
      <dgm1612:lstStyle xmlns:dgm1612="http://schemas.microsoft.com/office/drawing/2016/12/diagram">
        <a:lvl1pPr>
          <a:lnSpc>
            <a:spcPct val="100000"/>
          </a:lnSpc>
          <a:defRPr b="1"/>
        </a:lvl1pPr>
        <a:lvl2pPr>
          <a:lnSpc>
            <a:spcPct val="100000"/>
          </a:lnSpc>
        </a:lvl2pPr>
      </dgm1612:lstStyle>
    </a:ext>
  </dgm:extLst>
</dgm:layoutDef>
</file>

<file path=ppt/diagrams/layout96.xml><?xml version="1.0" encoding="utf-8"?>
<dgm:layoutDef xmlns:dgm="http://schemas.openxmlformats.org/drawingml/2006/diagram" xmlns:a="http://schemas.openxmlformats.org/drawingml/2006/main" uniqueId="urn:microsoft.com/office/officeart/2018/5/layout/CenteredIconLabelDescriptionList">
  <dgm:title val="Centered Icon Label Description List"/>
  <dgm:desc val="Use to show non-sequential or grouped chunks of information. The placeholder holds an icon or small picture, and corresponding text boxes show Level 1 and Level 2 text respectively. Works well for minimal Level 1 text accompanied by lengthier Level two text."/>
  <dgm:catLst>
    <dgm:cat type="icon" pri="500"/>
  </dgm:catLst>
  <dgm:sampData useDef="1">
    <dgm:dataModel>
      <dgm:ptLst/>
      <dgm:bg/>
      <dgm:whole/>
    </dgm:dataModel>
  </dgm:sampData>
  <dgm:styleData useDef="1">
    <dgm:dataModel>
      <dgm:ptLst/>
      <dgm:bg/>
      <dgm:whole/>
    </dgm:dataModel>
  </dgm:styleData>
  <dgm:clrData useDef="1">
    <dgm:dataModel>
      <dgm:ptLst/>
      <dgm:bg/>
      <dgm:whole/>
    </dgm:dataModel>
  </dgm:clrData>
  <dgm:layoutNode name="root">
    <dgm:varLst>
      <dgm:dir/>
      <dgm:resizeHandles val="exact"/>
    </dgm:varLst>
    <dgm:choose name="Name0">
      <dgm:if name="Name1" axis="self" func="var" arg="dir" op="equ" val="norm">
        <dgm:alg type="lin"/>
      </dgm:if>
      <dgm:else name="Name2">
        <dgm:alg type="lin">
          <dgm:param type="linDir" val="fromR"/>
        </dgm:alg>
      </dgm:else>
    </dgm:choose>
    <dgm:shape xmlns:r="http://schemas.openxmlformats.org/officeDocument/2006/relationships" r:blip="">
      <dgm:adjLst/>
    </dgm:shape>
    <dgm:presOf/>
    <dgm:constrLst>
      <dgm:constr type="h" for="ch" forName="compNode" refType="h" fact="0.45"/>
      <dgm:constr type="w" for="ch" forName="compNode" val="120"/>
      <dgm:constr type="w" for="ch" forName="sibTrans" refType="w" refFor="ch" refForName="compNode" fact="0.175"/>
      <dgm:constr type="primFontSz" for="des" forName="parTx" val="36"/>
      <dgm:constr type="primFontSz" for="des" forName="desTx" refType="primFontSz" refFor="des" refForName="parTx" op="lte" fact="0.75"/>
      <dgm:constr type="h" for="des" forName="compNode" op="equ"/>
      <dgm:constr type="h" for="des" forName="iconRect" op="equ"/>
      <dgm:constr type="w" for="des" forName="iconRect" op="equ"/>
      <dgm:constr type="h" for="des" forName="iconSpace" op="equ"/>
      <dgm:constr type="h" for="des" forName="parTx" op="equ"/>
      <dgm:constr type="h" for="des" forName="txSpace" op="equ"/>
      <dgm:constr type="h" for="des" forName="desTx" op="equ"/>
    </dgm:constrLst>
    <dgm:ruleLst>
      <dgm:rule type="w" for="ch" forName="compNode" val="0" fact="NaN" max="NaN"/>
    </dgm:ruleLst>
    <dgm:forEach name="Name3" axis="ch" ptType="node">
      <dgm:layoutNode name="compNode">
        <dgm:alg type="composite"/>
        <dgm:shape xmlns:r="http://schemas.openxmlformats.org/officeDocument/2006/relationships" r:blip="">
          <dgm:adjLst/>
        </dgm:shape>
        <dgm:presOf axis="self"/>
        <dgm:constrLst>
          <dgm:constr type="w" for="ch" forName="iconRect" refType="w" fact="0.35"/>
          <dgm:constr type="h" for="ch" forName="iconRect" refType="w" refFor="ch" refForName="iconRect"/>
          <dgm:constr type="ctrX" for="ch" forName="iconRect" refType="w" fact="0.5"/>
          <dgm:constr type="t" for="ch" forName="iconRect"/>
          <dgm:constr type="w" for="ch" forName="iconSpace" refType="w"/>
          <dgm:constr type="h" for="ch" forName="iconSpace" refType="h" fact="0.043"/>
          <dgm:constr type="l" for="ch" forName="iconSpace"/>
          <dgm:constr type="t" for="ch" forName="iconSpace" refType="b" refFor="ch" refForName="iconRect"/>
          <dgm:constr type="w" for="ch" forName="parTx" refType="w"/>
          <dgm:constr type="h" for="ch" forName="parTx" refType="w" fact="0.15"/>
          <dgm:constr type="l" for="ch" forName="parTx"/>
          <dgm:constr type="t" for="ch" forName="parTx" refType="b" refFor="ch" refForName="iconSpace"/>
          <dgm:constr type="h" for="ch" forName="txSpace" refType="h" fact="0.02"/>
          <dgm:constr type="w" for="ch" forName="txSpace" refType="w"/>
          <dgm:constr type="l" for="ch" forName="txSpace"/>
          <dgm:constr type="t" for="ch" forName="txSpace" refType="b" refFor="ch" refForName="parTx"/>
          <dgm:constr type="w" for="ch" forName="desTx" refType="w"/>
          <dgm:constr type="l" for="ch" forName="desTx"/>
          <dgm:constr type="t" for="ch" forName="desTx" refType="b" refFor="ch" refForName="txSpace"/>
        </dgm:constrLst>
        <dgm:ruleLst>
          <dgm:rule type="h" val="INF" fact="NaN" max="NaN"/>
        </dgm:ruleLst>
        <dgm:layoutNode name="iconRect" styleLbl="node1">
          <dgm:alg type="sp"/>
          <dgm:shape xmlns:r="http://schemas.openxmlformats.org/officeDocument/2006/relationships" type="rect" r:blip="" blipPhldr="1">
            <dgm:adjLst/>
          </dgm:shape>
          <dgm:presOf/>
          <dgm:constrLst/>
          <dgm:ruleLst/>
        </dgm:layoutNode>
        <dgm:layoutNode name="iconSpace">
          <dgm:alg type="sp"/>
          <dgm:shape xmlns:r="http://schemas.openxmlformats.org/officeDocument/2006/relationships" r:blip="">
            <dgm:adjLst/>
          </dgm:shape>
          <dgm:presOf/>
          <dgm:constrLst/>
          <dgm:ruleLst/>
        </dgm:layoutNode>
        <dgm:layoutNode name="parTx" styleLbl="revTx">
          <dgm:varLst>
            <dgm:chMax val="0"/>
            <dgm:chPref val="0"/>
          </dgm:varLst>
          <dgm:alg type="tx">
            <dgm:param type="txAnchorVert" val="t"/>
          </dgm:alg>
          <dgm:shape xmlns:r="http://schemas.openxmlformats.org/officeDocument/2006/relationships" type="rect" r:blip="">
            <dgm:adjLst/>
          </dgm:shape>
          <dgm:presOf axis="self" ptType="node"/>
          <dgm:constrLst>
            <dgm:constr type="lMarg"/>
            <dgm:constr type="rMarg"/>
            <dgm:constr type="tMarg"/>
            <dgm:constr type="bMarg"/>
          </dgm:constrLst>
          <dgm:ruleLst>
            <dgm:rule type="primFontSz" val="14" fact="NaN" max="NaN"/>
            <dgm:rule type="h" val="INF" fact="NaN" max="NaN"/>
          </dgm:ruleLst>
        </dgm:layoutNode>
        <dgm:layoutNode name="txSpace">
          <dgm:alg type="sp"/>
          <dgm:shape xmlns:r="http://schemas.openxmlformats.org/officeDocument/2006/relationships" r:blip="">
            <dgm:adjLst/>
          </dgm:shape>
          <dgm:presOf/>
          <dgm:constrLst/>
          <dgm:ruleLst/>
        </dgm:layoutNode>
        <dgm:layoutNode name="desTx" styleLbl="revTx">
          <dgm:varLst/>
          <dgm:alg type="tx">
            <dgm:param type="stBulletLvl" val="0"/>
            <dgm:param type="txAnchorVert" val="t"/>
          </dgm:alg>
          <dgm:shape xmlns:r="http://schemas.openxmlformats.org/officeDocument/2006/relationships" type="rect" r:blip="">
            <dgm:adjLst/>
          </dgm:shape>
          <dgm:presOf axis="des" ptType="node"/>
          <dgm:constrLst>
            <dgm:constr type="secFontSz" refType="primFontSz"/>
            <dgm:constr type="lMarg"/>
            <dgm:constr type="rMarg"/>
            <dgm:constr type="tMarg"/>
            <dgm:constr type="bMarg"/>
          </dgm:constrLst>
          <dgm:ruleLst>
            <dgm:rule type="primFontSz" val="NaN" fact="NaN" max="17"/>
            <dgm:rule type="h" val="INF" fact="NaN" max="NaN"/>
          </dgm:ruleLst>
        </dgm:layoutNode>
      </dgm:layoutNode>
      <dgm:forEach name="Name4" axis="followSib" ptType="sibTrans" cnt="1">
        <dgm:layoutNode name="sibTrans">
          <dgm:alg type="sp"/>
          <dgm:shape xmlns:r="http://schemas.openxmlformats.org/officeDocument/2006/relationships" r:blip="">
            <dgm:adjLst/>
          </dgm:shape>
          <dgm:presOf axis="self"/>
          <dgm:constrLst/>
          <dgm:ruleLst/>
        </dgm:layoutNode>
      </dgm:forEach>
    </dgm:forEach>
  </dgm:layoutNode>
  <dgm:extLst>
    <a:ext uri="{68A01E43-0DF5-4B5B-8FA6-DAF915123BFB}">
      <dgm1612:lstStyle xmlns:dgm1612="http://schemas.microsoft.com/office/drawing/2016/12/diagram">
        <a:lvl1pPr>
          <a:lnSpc>
            <a:spcPct val="100000"/>
          </a:lnSpc>
          <a:defRPr b="1"/>
        </a:lvl1pPr>
        <a:lvl2pPr>
          <a:lnSpc>
            <a:spcPct val="100000"/>
          </a:lnSpc>
        </a:lvl2pPr>
      </dgm1612:lstStyle>
    </a:ext>
  </dgm:extLst>
</dgm:layoutDef>
</file>

<file path=ppt/diagrams/layout97.xml><?xml version="1.0" encoding="utf-8"?>
<dgm:layoutDef xmlns:dgm="http://schemas.openxmlformats.org/drawingml/2006/diagram" xmlns:a="http://schemas.openxmlformats.org/drawingml/2006/main" uniqueId="urn:microsoft.com/office/officeart/2018/5/layout/CenteredIconLabelDescriptionList">
  <dgm:title val="Centered Icon Label Description List"/>
  <dgm:desc val="Use to show non-sequential or grouped chunks of information. The placeholder holds an icon or small picture, and corresponding text boxes show Level 1 and Level 2 text respectively. Works well for minimal Level 1 text accompanied by lengthier Level two text."/>
  <dgm:catLst>
    <dgm:cat type="icon" pri="500"/>
  </dgm:catLst>
  <dgm:sampData useDef="1">
    <dgm:dataModel>
      <dgm:ptLst/>
      <dgm:bg/>
      <dgm:whole/>
    </dgm:dataModel>
  </dgm:sampData>
  <dgm:styleData useDef="1">
    <dgm:dataModel>
      <dgm:ptLst/>
      <dgm:bg/>
      <dgm:whole/>
    </dgm:dataModel>
  </dgm:styleData>
  <dgm:clrData useDef="1">
    <dgm:dataModel>
      <dgm:ptLst/>
      <dgm:bg/>
      <dgm:whole/>
    </dgm:dataModel>
  </dgm:clrData>
  <dgm:layoutNode name="root">
    <dgm:varLst>
      <dgm:dir/>
      <dgm:resizeHandles val="exact"/>
    </dgm:varLst>
    <dgm:choose name="Name0">
      <dgm:if name="Name1" axis="self" func="var" arg="dir" op="equ" val="norm">
        <dgm:alg type="lin"/>
      </dgm:if>
      <dgm:else name="Name2">
        <dgm:alg type="lin">
          <dgm:param type="linDir" val="fromR"/>
        </dgm:alg>
      </dgm:else>
    </dgm:choose>
    <dgm:shape xmlns:r="http://schemas.openxmlformats.org/officeDocument/2006/relationships" r:blip="">
      <dgm:adjLst/>
    </dgm:shape>
    <dgm:presOf/>
    <dgm:constrLst>
      <dgm:constr type="h" for="ch" forName="compNode" refType="h" fact="0.45"/>
      <dgm:constr type="w" for="ch" forName="compNode" val="120"/>
      <dgm:constr type="w" for="ch" forName="sibTrans" refType="w" refFor="ch" refForName="compNode" fact="0.175"/>
      <dgm:constr type="primFontSz" for="des" forName="parTx" val="36"/>
      <dgm:constr type="primFontSz" for="des" forName="desTx" refType="primFontSz" refFor="des" refForName="parTx" op="lte" fact="0.75"/>
      <dgm:constr type="h" for="des" forName="compNode" op="equ"/>
      <dgm:constr type="h" for="des" forName="iconRect" op="equ"/>
      <dgm:constr type="w" for="des" forName="iconRect" op="equ"/>
      <dgm:constr type="h" for="des" forName="iconSpace" op="equ"/>
      <dgm:constr type="h" for="des" forName="parTx" op="equ"/>
      <dgm:constr type="h" for="des" forName="txSpace" op="equ"/>
      <dgm:constr type="h" for="des" forName="desTx" op="equ"/>
    </dgm:constrLst>
    <dgm:ruleLst>
      <dgm:rule type="w" for="ch" forName="compNode" val="0" fact="NaN" max="NaN"/>
    </dgm:ruleLst>
    <dgm:forEach name="Name3" axis="ch" ptType="node">
      <dgm:layoutNode name="compNode">
        <dgm:alg type="composite"/>
        <dgm:shape xmlns:r="http://schemas.openxmlformats.org/officeDocument/2006/relationships" r:blip="">
          <dgm:adjLst/>
        </dgm:shape>
        <dgm:presOf axis="self"/>
        <dgm:constrLst>
          <dgm:constr type="w" for="ch" forName="iconRect" refType="w" fact="0.35"/>
          <dgm:constr type="h" for="ch" forName="iconRect" refType="w" refFor="ch" refForName="iconRect"/>
          <dgm:constr type="ctrX" for="ch" forName="iconRect" refType="w" fact="0.5"/>
          <dgm:constr type="t" for="ch" forName="iconRect"/>
          <dgm:constr type="w" for="ch" forName="iconSpace" refType="w"/>
          <dgm:constr type="h" for="ch" forName="iconSpace" refType="h" fact="0.043"/>
          <dgm:constr type="l" for="ch" forName="iconSpace"/>
          <dgm:constr type="t" for="ch" forName="iconSpace" refType="b" refFor="ch" refForName="iconRect"/>
          <dgm:constr type="w" for="ch" forName="parTx" refType="w"/>
          <dgm:constr type="h" for="ch" forName="parTx" refType="w" fact="0.15"/>
          <dgm:constr type="l" for="ch" forName="parTx"/>
          <dgm:constr type="t" for="ch" forName="parTx" refType="b" refFor="ch" refForName="iconSpace"/>
          <dgm:constr type="h" for="ch" forName="txSpace" refType="h" fact="0.02"/>
          <dgm:constr type="w" for="ch" forName="txSpace" refType="w"/>
          <dgm:constr type="l" for="ch" forName="txSpace"/>
          <dgm:constr type="t" for="ch" forName="txSpace" refType="b" refFor="ch" refForName="parTx"/>
          <dgm:constr type="w" for="ch" forName="desTx" refType="w"/>
          <dgm:constr type="l" for="ch" forName="desTx"/>
          <dgm:constr type="t" for="ch" forName="desTx" refType="b" refFor="ch" refForName="txSpace"/>
        </dgm:constrLst>
        <dgm:ruleLst>
          <dgm:rule type="h" val="INF" fact="NaN" max="NaN"/>
        </dgm:ruleLst>
        <dgm:layoutNode name="iconRect" styleLbl="node1">
          <dgm:alg type="sp"/>
          <dgm:shape xmlns:r="http://schemas.openxmlformats.org/officeDocument/2006/relationships" type="rect" r:blip="" blipPhldr="1">
            <dgm:adjLst/>
          </dgm:shape>
          <dgm:presOf/>
          <dgm:constrLst/>
          <dgm:ruleLst/>
        </dgm:layoutNode>
        <dgm:layoutNode name="iconSpace">
          <dgm:alg type="sp"/>
          <dgm:shape xmlns:r="http://schemas.openxmlformats.org/officeDocument/2006/relationships" r:blip="">
            <dgm:adjLst/>
          </dgm:shape>
          <dgm:presOf/>
          <dgm:constrLst/>
          <dgm:ruleLst/>
        </dgm:layoutNode>
        <dgm:layoutNode name="parTx" styleLbl="revTx">
          <dgm:varLst>
            <dgm:chMax val="0"/>
            <dgm:chPref val="0"/>
          </dgm:varLst>
          <dgm:alg type="tx">
            <dgm:param type="txAnchorVert" val="t"/>
          </dgm:alg>
          <dgm:shape xmlns:r="http://schemas.openxmlformats.org/officeDocument/2006/relationships" type="rect" r:blip="">
            <dgm:adjLst/>
          </dgm:shape>
          <dgm:presOf axis="self" ptType="node"/>
          <dgm:constrLst>
            <dgm:constr type="lMarg"/>
            <dgm:constr type="rMarg"/>
            <dgm:constr type="tMarg"/>
            <dgm:constr type="bMarg"/>
          </dgm:constrLst>
          <dgm:ruleLst>
            <dgm:rule type="primFontSz" val="14" fact="NaN" max="NaN"/>
            <dgm:rule type="h" val="INF" fact="NaN" max="NaN"/>
          </dgm:ruleLst>
        </dgm:layoutNode>
        <dgm:layoutNode name="txSpace">
          <dgm:alg type="sp"/>
          <dgm:shape xmlns:r="http://schemas.openxmlformats.org/officeDocument/2006/relationships" r:blip="">
            <dgm:adjLst/>
          </dgm:shape>
          <dgm:presOf/>
          <dgm:constrLst/>
          <dgm:ruleLst/>
        </dgm:layoutNode>
        <dgm:layoutNode name="desTx" styleLbl="revTx">
          <dgm:varLst/>
          <dgm:alg type="tx">
            <dgm:param type="stBulletLvl" val="0"/>
            <dgm:param type="txAnchorVert" val="t"/>
          </dgm:alg>
          <dgm:shape xmlns:r="http://schemas.openxmlformats.org/officeDocument/2006/relationships" type="rect" r:blip="">
            <dgm:adjLst/>
          </dgm:shape>
          <dgm:presOf axis="des" ptType="node"/>
          <dgm:constrLst>
            <dgm:constr type="secFontSz" refType="primFontSz"/>
            <dgm:constr type="lMarg"/>
            <dgm:constr type="rMarg"/>
            <dgm:constr type="tMarg"/>
            <dgm:constr type="bMarg"/>
          </dgm:constrLst>
          <dgm:ruleLst>
            <dgm:rule type="primFontSz" val="NaN" fact="NaN" max="17"/>
            <dgm:rule type="h" val="INF" fact="NaN" max="NaN"/>
          </dgm:ruleLst>
        </dgm:layoutNode>
      </dgm:layoutNode>
      <dgm:forEach name="Name4" axis="followSib" ptType="sibTrans" cnt="1">
        <dgm:layoutNode name="sibTrans">
          <dgm:alg type="sp"/>
          <dgm:shape xmlns:r="http://schemas.openxmlformats.org/officeDocument/2006/relationships" r:blip="">
            <dgm:adjLst/>
          </dgm:shape>
          <dgm:presOf axis="self"/>
          <dgm:constrLst/>
          <dgm:ruleLst/>
        </dgm:layoutNode>
      </dgm:forEach>
    </dgm:forEach>
  </dgm:layoutNode>
  <dgm:extLst>
    <a:ext uri="{68A01E43-0DF5-4B5B-8FA6-DAF915123BFB}">
      <dgm1612:lstStyle xmlns:dgm1612="http://schemas.microsoft.com/office/drawing/2016/12/diagram">
        <a:lvl1pPr>
          <a:lnSpc>
            <a:spcPct val="100000"/>
          </a:lnSpc>
          <a:defRPr b="1"/>
        </a:lvl1pPr>
        <a:lvl2pPr>
          <a:lnSpc>
            <a:spcPct val="100000"/>
          </a:lnSpc>
        </a:lvl2pPr>
      </dgm1612:lstStyle>
    </a:ext>
  </dgm:extLst>
</dgm:layoutDef>
</file>

<file path=ppt/diagrams/layout98.xml><?xml version="1.0" encoding="utf-8"?>
<dgm:layoutDef xmlns:dgm="http://schemas.openxmlformats.org/drawingml/2006/diagram" xmlns:a="http://schemas.openxmlformats.org/drawingml/2006/main" uniqueId="urn:microsoft.com/office/officeart/2018/5/layout/CenteredIconLabelDescriptionList">
  <dgm:title val="Centered Icon Label Description List"/>
  <dgm:desc val="Use to show non-sequential or grouped chunks of information. The placeholder holds an icon or small picture, and corresponding text boxes show Level 1 and Level 2 text respectively. Works well for minimal Level 1 text accompanied by lengthier Level two text."/>
  <dgm:catLst>
    <dgm:cat type="icon" pri="500"/>
  </dgm:catLst>
  <dgm:sampData useDef="1">
    <dgm:dataModel>
      <dgm:ptLst/>
      <dgm:bg/>
      <dgm:whole/>
    </dgm:dataModel>
  </dgm:sampData>
  <dgm:styleData useDef="1">
    <dgm:dataModel>
      <dgm:ptLst/>
      <dgm:bg/>
      <dgm:whole/>
    </dgm:dataModel>
  </dgm:styleData>
  <dgm:clrData useDef="1">
    <dgm:dataModel>
      <dgm:ptLst/>
      <dgm:bg/>
      <dgm:whole/>
    </dgm:dataModel>
  </dgm:clrData>
  <dgm:layoutNode name="root">
    <dgm:varLst>
      <dgm:dir/>
      <dgm:resizeHandles val="exact"/>
    </dgm:varLst>
    <dgm:choose name="Name0">
      <dgm:if name="Name1" axis="self" func="var" arg="dir" op="equ" val="norm">
        <dgm:alg type="lin"/>
      </dgm:if>
      <dgm:else name="Name2">
        <dgm:alg type="lin">
          <dgm:param type="linDir" val="fromR"/>
        </dgm:alg>
      </dgm:else>
    </dgm:choose>
    <dgm:shape xmlns:r="http://schemas.openxmlformats.org/officeDocument/2006/relationships" r:blip="">
      <dgm:adjLst/>
    </dgm:shape>
    <dgm:presOf/>
    <dgm:constrLst>
      <dgm:constr type="h" for="ch" forName="compNode" refType="h" fact="0.45"/>
      <dgm:constr type="w" for="ch" forName="compNode" val="120"/>
      <dgm:constr type="w" for="ch" forName="sibTrans" refType="w" refFor="ch" refForName="compNode" fact="0.175"/>
      <dgm:constr type="primFontSz" for="des" forName="parTx" val="36"/>
      <dgm:constr type="primFontSz" for="des" forName="desTx" refType="primFontSz" refFor="des" refForName="parTx" op="lte" fact="0.75"/>
      <dgm:constr type="h" for="des" forName="compNode" op="equ"/>
      <dgm:constr type="h" for="des" forName="iconRect" op="equ"/>
      <dgm:constr type="w" for="des" forName="iconRect" op="equ"/>
      <dgm:constr type="h" for="des" forName="iconSpace" op="equ"/>
      <dgm:constr type="h" for="des" forName="parTx" op="equ"/>
      <dgm:constr type="h" for="des" forName="txSpace" op="equ"/>
      <dgm:constr type="h" for="des" forName="desTx" op="equ"/>
    </dgm:constrLst>
    <dgm:ruleLst>
      <dgm:rule type="w" for="ch" forName="compNode" val="0" fact="NaN" max="NaN"/>
    </dgm:ruleLst>
    <dgm:forEach name="Name3" axis="ch" ptType="node">
      <dgm:layoutNode name="compNode">
        <dgm:alg type="composite"/>
        <dgm:shape xmlns:r="http://schemas.openxmlformats.org/officeDocument/2006/relationships" r:blip="">
          <dgm:adjLst/>
        </dgm:shape>
        <dgm:presOf axis="self"/>
        <dgm:constrLst>
          <dgm:constr type="w" for="ch" forName="iconRect" refType="w" fact="0.35"/>
          <dgm:constr type="h" for="ch" forName="iconRect" refType="w" refFor="ch" refForName="iconRect"/>
          <dgm:constr type="ctrX" for="ch" forName="iconRect" refType="w" fact="0.5"/>
          <dgm:constr type="t" for="ch" forName="iconRect"/>
          <dgm:constr type="w" for="ch" forName="iconSpace" refType="w"/>
          <dgm:constr type="h" for="ch" forName="iconSpace" refType="h" fact="0.043"/>
          <dgm:constr type="l" for="ch" forName="iconSpace"/>
          <dgm:constr type="t" for="ch" forName="iconSpace" refType="b" refFor="ch" refForName="iconRect"/>
          <dgm:constr type="w" for="ch" forName="parTx" refType="w"/>
          <dgm:constr type="h" for="ch" forName="parTx" refType="w" fact="0.15"/>
          <dgm:constr type="l" for="ch" forName="parTx"/>
          <dgm:constr type="t" for="ch" forName="parTx" refType="b" refFor="ch" refForName="iconSpace"/>
          <dgm:constr type="h" for="ch" forName="txSpace" refType="h" fact="0.02"/>
          <dgm:constr type="w" for="ch" forName="txSpace" refType="w"/>
          <dgm:constr type="l" for="ch" forName="txSpace"/>
          <dgm:constr type="t" for="ch" forName="txSpace" refType="b" refFor="ch" refForName="parTx"/>
          <dgm:constr type="w" for="ch" forName="desTx" refType="w"/>
          <dgm:constr type="l" for="ch" forName="desTx"/>
          <dgm:constr type="t" for="ch" forName="desTx" refType="b" refFor="ch" refForName="txSpace"/>
        </dgm:constrLst>
        <dgm:ruleLst>
          <dgm:rule type="h" val="INF" fact="NaN" max="NaN"/>
        </dgm:ruleLst>
        <dgm:layoutNode name="iconRect" styleLbl="node1">
          <dgm:alg type="sp"/>
          <dgm:shape xmlns:r="http://schemas.openxmlformats.org/officeDocument/2006/relationships" type="rect" r:blip="" blipPhldr="1">
            <dgm:adjLst/>
          </dgm:shape>
          <dgm:presOf/>
          <dgm:constrLst/>
          <dgm:ruleLst/>
        </dgm:layoutNode>
        <dgm:layoutNode name="iconSpace">
          <dgm:alg type="sp"/>
          <dgm:shape xmlns:r="http://schemas.openxmlformats.org/officeDocument/2006/relationships" r:blip="">
            <dgm:adjLst/>
          </dgm:shape>
          <dgm:presOf/>
          <dgm:constrLst/>
          <dgm:ruleLst/>
        </dgm:layoutNode>
        <dgm:layoutNode name="parTx" styleLbl="revTx">
          <dgm:varLst>
            <dgm:chMax val="0"/>
            <dgm:chPref val="0"/>
          </dgm:varLst>
          <dgm:alg type="tx">
            <dgm:param type="txAnchorVert" val="t"/>
          </dgm:alg>
          <dgm:shape xmlns:r="http://schemas.openxmlformats.org/officeDocument/2006/relationships" type="rect" r:blip="">
            <dgm:adjLst/>
          </dgm:shape>
          <dgm:presOf axis="self" ptType="node"/>
          <dgm:constrLst>
            <dgm:constr type="lMarg"/>
            <dgm:constr type="rMarg"/>
            <dgm:constr type="tMarg"/>
            <dgm:constr type="bMarg"/>
          </dgm:constrLst>
          <dgm:ruleLst>
            <dgm:rule type="primFontSz" val="14" fact="NaN" max="NaN"/>
            <dgm:rule type="h" val="INF" fact="NaN" max="NaN"/>
          </dgm:ruleLst>
        </dgm:layoutNode>
        <dgm:layoutNode name="txSpace">
          <dgm:alg type="sp"/>
          <dgm:shape xmlns:r="http://schemas.openxmlformats.org/officeDocument/2006/relationships" r:blip="">
            <dgm:adjLst/>
          </dgm:shape>
          <dgm:presOf/>
          <dgm:constrLst/>
          <dgm:ruleLst/>
        </dgm:layoutNode>
        <dgm:layoutNode name="desTx" styleLbl="revTx">
          <dgm:varLst/>
          <dgm:alg type="tx">
            <dgm:param type="stBulletLvl" val="0"/>
            <dgm:param type="txAnchorVert" val="t"/>
          </dgm:alg>
          <dgm:shape xmlns:r="http://schemas.openxmlformats.org/officeDocument/2006/relationships" type="rect" r:blip="">
            <dgm:adjLst/>
          </dgm:shape>
          <dgm:presOf axis="des" ptType="node"/>
          <dgm:constrLst>
            <dgm:constr type="secFontSz" refType="primFontSz"/>
            <dgm:constr type="lMarg"/>
            <dgm:constr type="rMarg"/>
            <dgm:constr type="tMarg"/>
            <dgm:constr type="bMarg"/>
          </dgm:constrLst>
          <dgm:ruleLst>
            <dgm:rule type="primFontSz" val="NaN" fact="NaN" max="17"/>
            <dgm:rule type="h" val="INF" fact="NaN" max="NaN"/>
          </dgm:ruleLst>
        </dgm:layoutNode>
      </dgm:layoutNode>
      <dgm:forEach name="Name4" axis="followSib" ptType="sibTrans" cnt="1">
        <dgm:layoutNode name="sibTrans">
          <dgm:alg type="sp"/>
          <dgm:shape xmlns:r="http://schemas.openxmlformats.org/officeDocument/2006/relationships" r:blip="">
            <dgm:adjLst/>
          </dgm:shape>
          <dgm:presOf axis="self"/>
          <dgm:constrLst/>
          <dgm:ruleLst/>
        </dgm:layoutNode>
      </dgm:forEach>
    </dgm:forEach>
  </dgm:layoutNode>
  <dgm:extLst>
    <a:ext uri="{68A01E43-0DF5-4B5B-8FA6-DAF915123BFB}">
      <dgm1612:lstStyle xmlns:dgm1612="http://schemas.microsoft.com/office/drawing/2016/12/diagram">
        <a:lvl1pPr>
          <a:lnSpc>
            <a:spcPct val="100000"/>
          </a:lnSpc>
          <a:defRPr b="1"/>
        </a:lvl1pPr>
        <a:lvl2pPr>
          <a:lnSpc>
            <a:spcPct val="100000"/>
          </a:lnSpc>
        </a:lvl2pPr>
      </dgm1612:lstStyle>
    </a:ext>
  </dgm:extLst>
</dgm:layoutDef>
</file>

<file path=ppt/diagrams/layout99.xml><?xml version="1.0" encoding="utf-8"?>
<dgm:layoutDef xmlns:dgm="http://schemas.openxmlformats.org/drawingml/2006/diagram" xmlns:a="http://schemas.openxmlformats.org/drawingml/2006/main" uniqueId="urn:microsoft.com/office/officeart/2018/5/layout/CenteredIconLabelDescriptionList">
  <dgm:title val="Centered Icon Label Description List"/>
  <dgm:desc val="Use to show non-sequential or grouped chunks of information. The placeholder holds an icon or small picture, and corresponding text boxes show Level 1 and Level 2 text respectively. Works well for minimal Level 1 text accompanied by lengthier Level two text."/>
  <dgm:catLst>
    <dgm:cat type="icon" pri="500"/>
  </dgm:catLst>
  <dgm:sampData useDef="1">
    <dgm:dataModel>
      <dgm:ptLst/>
      <dgm:bg/>
      <dgm:whole/>
    </dgm:dataModel>
  </dgm:sampData>
  <dgm:styleData useDef="1">
    <dgm:dataModel>
      <dgm:ptLst/>
      <dgm:bg/>
      <dgm:whole/>
    </dgm:dataModel>
  </dgm:styleData>
  <dgm:clrData useDef="1">
    <dgm:dataModel>
      <dgm:ptLst/>
      <dgm:bg/>
      <dgm:whole/>
    </dgm:dataModel>
  </dgm:clrData>
  <dgm:layoutNode name="root">
    <dgm:varLst>
      <dgm:dir/>
      <dgm:resizeHandles val="exact"/>
    </dgm:varLst>
    <dgm:choose name="Name0">
      <dgm:if name="Name1" axis="self" func="var" arg="dir" op="equ" val="norm">
        <dgm:alg type="lin"/>
      </dgm:if>
      <dgm:else name="Name2">
        <dgm:alg type="lin">
          <dgm:param type="linDir" val="fromR"/>
        </dgm:alg>
      </dgm:else>
    </dgm:choose>
    <dgm:shape xmlns:r="http://schemas.openxmlformats.org/officeDocument/2006/relationships" r:blip="">
      <dgm:adjLst/>
    </dgm:shape>
    <dgm:presOf/>
    <dgm:constrLst>
      <dgm:constr type="h" for="ch" forName="compNode" refType="h" fact="0.45"/>
      <dgm:constr type="w" for="ch" forName="compNode" val="120"/>
      <dgm:constr type="w" for="ch" forName="sibTrans" refType="w" refFor="ch" refForName="compNode" fact="0.175"/>
      <dgm:constr type="primFontSz" for="des" forName="parTx" val="36"/>
      <dgm:constr type="primFontSz" for="des" forName="desTx" refType="primFontSz" refFor="des" refForName="parTx" op="lte" fact="0.75"/>
      <dgm:constr type="h" for="des" forName="compNode" op="equ"/>
      <dgm:constr type="h" for="des" forName="iconRect" op="equ"/>
      <dgm:constr type="w" for="des" forName="iconRect" op="equ"/>
      <dgm:constr type="h" for="des" forName="iconSpace" op="equ"/>
      <dgm:constr type="h" for="des" forName="parTx" op="equ"/>
      <dgm:constr type="h" for="des" forName="txSpace" op="equ"/>
      <dgm:constr type="h" for="des" forName="desTx" op="equ"/>
    </dgm:constrLst>
    <dgm:ruleLst>
      <dgm:rule type="w" for="ch" forName="compNode" val="0" fact="NaN" max="NaN"/>
    </dgm:ruleLst>
    <dgm:forEach name="Name3" axis="ch" ptType="node">
      <dgm:layoutNode name="compNode">
        <dgm:alg type="composite"/>
        <dgm:shape xmlns:r="http://schemas.openxmlformats.org/officeDocument/2006/relationships" r:blip="">
          <dgm:adjLst/>
        </dgm:shape>
        <dgm:presOf axis="self"/>
        <dgm:constrLst>
          <dgm:constr type="w" for="ch" forName="iconRect" refType="w" fact="0.35"/>
          <dgm:constr type="h" for="ch" forName="iconRect" refType="w" refFor="ch" refForName="iconRect"/>
          <dgm:constr type="ctrX" for="ch" forName="iconRect" refType="w" fact="0.5"/>
          <dgm:constr type="t" for="ch" forName="iconRect"/>
          <dgm:constr type="w" for="ch" forName="iconSpace" refType="w"/>
          <dgm:constr type="h" for="ch" forName="iconSpace" refType="h" fact="0.043"/>
          <dgm:constr type="l" for="ch" forName="iconSpace"/>
          <dgm:constr type="t" for="ch" forName="iconSpace" refType="b" refFor="ch" refForName="iconRect"/>
          <dgm:constr type="w" for="ch" forName="parTx" refType="w"/>
          <dgm:constr type="h" for="ch" forName="parTx" refType="w" fact="0.15"/>
          <dgm:constr type="l" for="ch" forName="parTx"/>
          <dgm:constr type="t" for="ch" forName="parTx" refType="b" refFor="ch" refForName="iconSpace"/>
          <dgm:constr type="h" for="ch" forName="txSpace" refType="h" fact="0.02"/>
          <dgm:constr type="w" for="ch" forName="txSpace" refType="w"/>
          <dgm:constr type="l" for="ch" forName="txSpace"/>
          <dgm:constr type="t" for="ch" forName="txSpace" refType="b" refFor="ch" refForName="parTx"/>
          <dgm:constr type="w" for="ch" forName="desTx" refType="w"/>
          <dgm:constr type="l" for="ch" forName="desTx"/>
          <dgm:constr type="t" for="ch" forName="desTx" refType="b" refFor="ch" refForName="txSpace"/>
        </dgm:constrLst>
        <dgm:ruleLst>
          <dgm:rule type="h" val="INF" fact="NaN" max="NaN"/>
        </dgm:ruleLst>
        <dgm:layoutNode name="iconRect" styleLbl="node1">
          <dgm:alg type="sp"/>
          <dgm:shape xmlns:r="http://schemas.openxmlformats.org/officeDocument/2006/relationships" type="rect" r:blip="" blipPhldr="1">
            <dgm:adjLst/>
          </dgm:shape>
          <dgm:presOf/>
          <dgm:constrLst/>
          <dgm:ruleLst/>
        </dgm:layoutNode>
        <dgm:layoutNode name="iconSpace">
          <dgm:alg type="sp"/>
          <dgm:shape xmlns:r="http://schemas.openxmlformats.org/officeDocument/2006/relationships" r:blip="">
            <dgm:adjLst/>
          </dgm:shape>
          <dgm:presOf/>
          <dgm:constrLst/>
          <dgm:ruleLst/>
        </dgm:layoutNode>
        <dgm:layoutNode name="parTx" styleLbl="revTx">
          <dgm:varLst>
            <dgm:chMax val="0"/>
            <dgm:chPref val="0"/>
          </dgm:varLst>
          <dgm:alg type="tx">
            <dgm:param type="txAnchorVert" val="t"/>
          </dgm:alg>
          <dgm:shape xmlns:r="http://schemas.openxmlformats.org/officeDocument/2006/relationships" type="rect" r:blip="">
            <dgm:adjLst/>
          </dgm:shape>
          <dgm:presOf axis="self" ptType="node"/>
          <dgm:constrLst>
            <dgm:constr type="lMarg"/>
            <dgm:constr type="rMarg"/>
            <dgm:constr type="tMarg"/>
            <dgm:constr type="bMarg"/>
          </dgm:constrLst>
          <dgm:ruleLst>
            <dgm:rule type="primFontSz" val="14" fact="NaN" max="NaN"/>
            <dgm:rule type="h" val="INF" fact="NaN" max="NaN"/>
          </dgm:ruleLst>
        </dgm:layoutNode>
        <dgm:layoutNode name="txSpace">
          <dgm:alg type="sp"/>
          <dgm:shape xmlns:r="http://schemas.openxmlformats.org/officeDocument/2006/relationships" r:blip="">
            <dgm:adjLst/>
          </dgm:shape>
          <dgm:presOf/>
          <dgm:constrLst/>
          <dgm:ruleLst/>
        </dgm:layoutNode>
        <dgm:layoutNode name="desTx" styleLbl="revTx">
          <dgm:varLst/>
          <dgm:alg type="tx">
            <dgm:param type="stBulletLvl" val="0"/>
            <dgm:param type="txAnchorVert" val="t"/>
          </dgm:alg>
          <dgm:shape xmlns:r="http://schemas.openxmlformats.org/officeDocument/2006/relationships" type="rect" r:blip="">
            <dgm:adjLst/>
          </dgm:shape>
          <dgm:presOf axis="des" ptType="node"/>
          <dgm:constrLst>
            <dgm:constr type="secFontSz" refType="primFontSz"/>
            <dgm:constr type="lMarg"/>
            <dgm:constr type="rMarg"/>
            <dgm:constr type="tMarg"/>
            <dgm:constr type="bMarg"/>
          </dgm:constrLst>
          <dgm:ruleLst>
            <dgm:rule type="primFontSz" val="NaN" fact="NaN" max="17"/>
            <dgm:rule type="h" val="INF" fact="NaN" max="NaN"/>
          </dgm:ruleLst>
        </dgm:layoutNode>
      </dgm:layoutNode>
      <dgm:forEach name="Name4" axis="followSib" ptType="sibTrans" cnt="1">
        <dgm:layoutNode name="sibTrans">
          <dgm:alg type="sp"/>
          <dgm:shape xmlns:r="http://schemas.openxmlformats.org/officeDocument/2006/relationships" r:blip="">
            <dgm:adjLst/>
          </dgm:shape>
          <dgm:presOf axis="self"/>
          <dgm:constrLst/>
          <dgm:ruleLst/>
        </dgm:layoutNode>
      </dgm:forEach>
    </dgm:forEach>
  </dgm:layoutNode>
  <dgm:extLst>
    <a:ext uri="{68A01E43-0DF5-4B5B-8FA6-DAF915123BFB}">
      <dgm1612:lstStyle xmlns:dgm1612="http://schemas.microsoft.com/office/drawing/2016/12/diagram">
        <a:lvl1pPr>
          <a:lnSpc>
            <a:spcPct val="100000"/>
          </a:lnSpc>
          <a:defRPr b="1"/>
        </a:lvl1pPr>
        <a:lvl2pPr>
          <a:lnSpc>
            <a:spcPct val="100000"/>
          </a:lnSpc>
        </a:lvl2pPr>
      </dgm1612:lstStyle>
    </a:ext>
  </dgm:extLst>
</dgm:layoutDef>
</file>

<file path=ppt/diagrams/layout100.xml><?xml version="1.0" encoding="utf-8"?>
<dgm:layoutDef xmlns:dgm="http://schemas.openxmlformats.org/drawingml/2006/diagram" xmlns:a="http://schemas.openxmlformats.org/drawingml/2006/main" uniqueId="urn:microsoft.com/office/officeart/2018/2/layout/IconLabelDescriptionList">
  <dgm:title val="Icon Label Description List"/>
  <dgm:desc val="Use to show non-sequential or grouped chunks of information. The placeholder holds an icon or small picture, and corresponding text boxes show Level 1 and Level 2 text respectively. Works well for minimal Level 1 text accompanied by lengthier Level two text."/>
  <dgm:catLst>
    <dgm:cat type="icon" pri="500"/>
  </dgm:catLst>
  <dgm:sampData useDef="1">
    <dgm:dataModel>
      <dgm:ptLst/>
      <dgm:bg/>
      <dgm:whole/>
    </dgm:dataModel>
  </dgm:sampData>
  <dgm:styleData useDef="1">
    <dgm:dataModel>
      <dgm:ptLst/>
      <dgm:bg/>
      <dgm:whole/>
    </dgm:dataModel>
  </dgm:styleData>
  <dgm:clrData useDef="1">
    <dgm:dataModel>
      <dgm:ptLst/>
      <dgm:bg/>
      <dgm:whole/>
    </dgm:dataModel>
  </dgm:clrData>
  <dgm:layoutNode name="root">
    <dgm:varLst>
      <dgm:dir/>
      <dgm:resizeHandles val="exact"/>
    </dgm:varLst>
    <dgm:choose name="Name0">
      <dgm:if name="Name1" axis="self" func="var" arg="dir" op="equ" val="norm">
        <dgm:alg type="lin"/>
      </dgm:if>
      <dgm:else name="Name2">
        <dgm:alg type="lin">
          <dgm:param type="linDir" val="fromR"/>
        </dgm:alg>
      </dgm:else>
    </dgm:choose>
    <dgm:shape xmlns:r="http://schemas.openxmlformats.org/officeDocument/2006/relationships" r:blip="">
      <dgm:adjLst/>
    </dgm:shape>
    <dgm:presOf/>
    <dgm:constrLst>
      <dgm:constr type="h" for="ch" forName="compNode" refType="h" fact="0.45"/>
      <dgm:constr type="w" for="ch" forName="compNode" val="120"/>
      <dgm:constr type="w" for="ch" forName="sibTrans" refType="w" refFor="ch" refForName="compNode" fact="0.175"/>
      <dgm:constr type="primFontSz" for="des" forName="parTx" val="36"/>
      <dgm:constr type="primFontSz" for="des" forName="desTx" refType="primFontSz" refFor="des" refForName="parTx" op="lte" fact="0.75"/>
      <dgm:constr type="h" for="des" forName="compNode" op="equ"/>
      <dgm:constr type="h" for="des" forName="iconRect" op="equ"/>
      <dgm:constr type="w" for="des" forName="iconRect" op="equ"/>
      <dgm:constr type="h" for="des" forName="iconSpace" op="equ"/>
      <dgm:constr type="h" for="des" forName="parTx" op="equ"/>
      <dgm:constr type="h" for="des" forName="txSpace" op="equ"/>
      <dgm:constr type="h" for="des" forName="desTx" op="equ"/>
    </dgm:constrLst>
    <dgm:ruleLst>
      <dgm:rule type="w" for="ch" forName="compNode" val="0" fact="NaN" max="NaN"/>
    </dgm:ruleLst>
    <dgm:forEach name="Name3" axis="ch" ptType="node">
      <dgm:layoutNode name="compNode">
        <dgm:alg type="composite"/>
        <dgm:shape xmlns:r="http://schemas.openxmlformats.org/officeDocument/2006/relationships" r:blip="">
          <dgm:adjLst/>
        </dgm:shape>
        <dgm:presOf axis="self"/>
        <dgm:constrLst>
          <dgm:constr type="w" for="ch" forName="iconRect" refType="w" fact="0.35"/>
          <dgm:constr type="h" for="ch" forName="iconRect" refType="w" refFor="ch" refForName="iconRect"/>
          <dgm:constr type="l" for="ch" forName="iconRect"/>
          <dgm:constr type="t" for="ch" forName="iconRect"/>
          <dgm:constr type="w" for="ch" forName="iconSpace" refType="w"/>
          <dgm:constr type="h" for="ch" forName="iconSpace" refType="h" fact="0.043"/>
          <dgm:constr type="l" for="ch" forName="iconSpace"/>
          <dgm:constr type="t" for="ch" forName="iconSpace" refType="b" refFor="ch" refForName="iconRect"/>
          <dgm:constr type="w" for="ch" forName="parTx" refType="w"/>
          <dgm:constr type="h" for="ch" forName="parTx" refType="w" fact="0.15"/>
          <dgm:constr type="l" for="ch" forName="parTx"/>
          <dgm:constr type="t" for="ch" forName="parTx" refType="b" refFor="ch" refForName="iconSpace"/>
          <dgm:constr type="h" for="ch" forName="txSpace" refType="h" fact="0.02"/>
          <dgm:constr type="w" for="ch" forName="txSpace" refType="w"/>
          <dgm:constr type="l" for="ch" forName="txSpace"/>
          <dgm:constr type="t" for="ch" forName="txSpace" refType="b" refFor="ch" refForName="parTx"/>
          <dgm:constr type="w" for="ch" forName="desTx" refType="w"/>
          <dgm:constr type="l" for="ch" forName="desTx"/>
          <dgm:constr type="t" for="ch" forName="desTx" refType="b" refFor="ch" refForName="txSpace"/>
        </dgm:constrLst>
        <dgm:ruleLst>
          <dgm:rule type="h" val="INF" fact="NaN" max="NaN"/>
        </dgm:ruleLst>
        <dgm:layoutNode name="iconRect" styleLbl="node1">
          <dgm:alg type="sp"/>
          <dgm:shape xmlns:r="http://schemas.openxmlformats.org/officeDocument/2006/relationships" type="rect" r:blip="" blipPhldr="1">
            <dgm:adjLst/>
          </dgm:shape>
          <dgm:presOf/>
          <dgm:constrLst/>
          <dgm:ruleLst/>
        </dgm:layoutNode>
        <dgm:layoutNode name="iconSpace">
          <dgm:alg type="sp"/>
          <dgm:shape xmlns:r="http://schemas.openxmlformats.org/officeDocument/2006/relationships" r:blip="">
            <dgm:adjLst/>
          </dgm:shape>
          <dgm:presOf/>
          <dgm:constrLst/>
          <dgm:ruleLst/>
        </dgm:layoutNode>
        <dgm:layoutNode name="parTx" styleLbl="revTx">
          <dgm:varLst>
            <dgm:chMax val="0"/>
            <dgm:chPref val="0"/>
          </dgm:varLst>
          <dgm:alg type="tx">
            <dgm:param type="txAnchorVert" val="t"/>
            <dgm:param type="parTxLTRAlign" val="l"/>
            <dgm:param type="shpTxLTRAlignCh" val="l"/>
            <dgm:param type="parTxRTLAlign" val="r"/>
            <dgm:param type="shpTxRTLAlignCh" val="r"/>
          </dgm:alg>
          <dgm:shape xmlns:r="http://schemas.openxmlformats.org/officeDocument/2006/relationships" type="rect" r:blip="">
            <dgm:adjLst/>
          </dgm:shape>
          <dgm:presOf axis="self" ptType="node"/>
          <dgm:constrLst>
            <dgm:constr type="lMarg"/>
            <dgm:constr type="rMarg"/>
            <dgm:constr type="tMarg"/>
            <dgm:constr type="bMarg"/>
          </dgm:constrLst>
          <dgm:ruleLst>
            <dgm:rule type="primFontSz" val="14" fact="NaN" max="NaN"/>
            <dgm:rule type="h" val="INF" fact="NaN" max="NaN"/>
          </dgm:ruleLst>
        </dgm:layoutNode>
        <dgm:layoutNode name="txSpace">
          <dgm:alg type="sp"/>
          <dgm:shape xmlns:r="http://schemas.openxmlformats.org/officeDocument/2006/relationships" r:blip="">
            <dgm:adjLst/>
          </dgm:shape>
          <dgm:presOf/>
          <dgm:constrLst/>
          <dgm:ruleLst/>
        </dgm:layoutNode>
        <dgm:layoutNode name="desTx" styleLbl="revTx">
          <dgm:varLst/>
          <dgm:alg type="tx">
            <dgm:param type="stBulletLvl" val="0"/>
            <dgm:param type="txAnchorVert" val="t"/>
            <dgm:param type="parTxLTRAlign" val="l"/>
            <dgm:param type="shpTxLTRAlignCh" val="l"/>
            <dgm:param type="parTxRTLAlign" val="r"/>
            <dgm:param type="shpTxRTLAlignCh" val="r"/>
          </dgm:alg>
          <dgm:shape xmlns:r="http://schemas.openxmlformats.org/officeDocument/2006/relationships" type="rect" r:blip="">
            <dgm:adjLst/>
          </dgm:shape>
          <dgm:presOf axis="des" ptType="node"/>
          <dgm:constrLst>
            <dgm:constr type="secFontSz" refType="primFontSz"/>
            <dgm:constr type="lMarg"/>
            <dgm:constr type="rMarg"/>
            <dgm:constr type="tMarg"/>
            <dgm:constr type="bMarg"/>
          </dgm:constrLst>
          <dgm:ruleLst>
            <dgm:rule type="primFontSz" val="NaN" fact="NaN" max="17"/>
            <dgm:rule type="h" val="INF" fact="NaN" max="NaN"/>
          </dgm:ruleLst>
        </dgm:layoutNode>
      </dgm:layoutNode>
      <dgm:forEach name="Name4" axis="followSib" ptType="sibTrans" cnt="1">
        <dgm:layoutNode name="sibTrans">
          <dgm:alg type="sp"/>
          <dgm:shape xmlns:r="http://schemas.openxmlformats.org/officeDocument/2006/relationships" r:blip="">
            <dgm:adjLst/>
          </dgm:shape>
          <dgm:presOf axis="self"/>
          <dgm:constrLst/>
          <dgm:ruleLst/>
        </dgm:layoutNode>
      </dgm:forEach>
    </dgm:forEach>
  </dgm:layoutNode>
  <dgm:extLst>
    <a:ext uri="{68A01E43-0DF5-4B5B-8FA6-DAF915123BFB}">
      <dgm1612:lstStyle xmlns:dgm1612="http://schemas.microsoft.com/office/drawing/2016/12/diagram">
        <a:lvl1pPr>
          <a:lnSpc>
            <a:spcPct val="100000"/>
          </a:lnSpc>
          <a:defRPr b="1"/>
        </a:lvl1pPr>
        <a:lvl2pPr>
          <a:lnSpc>
            <a:spcPct val="100000"/>
          </a:lnSpc>
        </a:lvl2pPr>
      </dgm1612:lstStyle>
    </a:ext>
  </dgm:extLst>
</dgm:layoutDef>
</file>

<file path=ppt/diagrams/layout101.xml><?xml version="1.0" encoding="utf-8"?>
<dgm:layoutDef xmlns:dgm="http://schemas.openxmlformats.org/drawingml/2006/diagram" xmlns:a="http://schemas.openxmlformats.org/drawingml/2006/main" uniqueId="urn:microsoft.com/office/officeart/2018/5/layout/CenteredIconLabelDescriptionList">
  <dgm:title val="Centered Icon Label Description List"/>
  <dgm:desc val="Use to show non-sequential or grouped chunks of information. The placeholder holds an icon or small picture, and corresponding text boxes show Level 1 and Level 2 text respectively. Works well for minimal Level 1 text accompanied by lengthier Level two text."/>
  <dgm:catLst>
    <dgm:cat type="icon" pri="500"/>
  </dgm:catLst>
  <dgm:sampData useDef="1">
    <dgm:dataModel>
      <dgm:ptLst/>
      <dgm:bg/>
      <dgm:whole/>
    </dgm:dataModel>
  </dgm:sampData>
  <dgm:styleData useDef="1">
    <dgm:dataModel>
      <dgm:ptLst/>
      <dgm:bg/>
      <dgm:whole/>
    </dgm:dataModel>
  </dgm:styleData>
  <dgm:clrData useDef="1">
    <dgm:dataModel>
      <dgm:ptLst/>
      <dgm:bg/>
      <dgm:whole/>
    </dgm:dataModel>
  </dgm:clrData>
  <dgm:layoutNode name="root">
    <dgm:varLst>
      <dgm:dir/>
      <dgm:resizeHandles val="exact"/>
    </dgm:varLst>
    <dgm:choose name="Name0">
      <dgm:if name="Name1" axis="self" func="var" arg="dir" op="equ" val="norm">
        <dgm:alg type="lin"/>
      </dgm:if>
      <dgm:else name="Name2">
        <dgm:alg type="lin">
          <dgm:param type="linDir" val="fromR"/>
        </dgm:alg>
      </dgm:else>
    </dgm:choose>
    <dgm:shape xmlns:r="http://schemas.openxmlformats.org/officeDocument/2006/relationships" r:blip="">
      <dgm:adjLst/>
    </dgm:shape>
    <dgm:presOf/>
    <dgm:constrLst>
      <dgm:constr type="h" for="ch" forName="compNode" refType="h" fact="0.45"/>
      <dgm:constr type="w" for="ch" forName="compNode" val="120"/>
      <dgm:constr type="w" for="ch" forName="sibTrans" refType="w" refFor="ch" refForName="compNode" fact="0.175"/>
      <dgm:constr type="primFontSz" for="des" forName="parTx" val="36"/>
      <dgm:constr type="primFontSz" for="des" forName="desTx" refType="primFontSz" refFor="des" refForName="parTx" op="lte" fact="0.75"/>
      <dgm:constr type="h" for="des" forName="compNode" op="equ"/>
      <dgm:constr type="h" for="des" forName="iconRect" op="equ"/>
      <dgm:constr type="w" for="des" forName="iconRect" op="equ"/>
      <dgm:constr type="h" for="des" forName="iconSpace" op="equ"/>
      <dgm:constr type="h" for="des" forName="parTx" op="equ"/>
      <dgm:constr type="h" for="des" forName="txSpace" op="equ"/>
      <dgm:constr type="h" for="des" forName="desTx" op="equ"/>
    </dgm:constrLst>
    <dgm:ruleLst>
      <dgm:rule type="w" for="ch" forName="compNode" val="0" fact="NaN" max="NaN"/>
    </dgm:ruleLst>
    <dgm:forEach name="Name3" axis="ch" ptType="node">
      <dgm:layoutNode name="compNode">
        <dgm:alg type="composite"/>
        <dgm:shape xmlns:r="http://schemas.openxmlformats.org/officeDocument/2006/relationships" r:blip="">
          <dgm:adjLst/>
        </dgm:shape>
        <dgm:presOf axis="self"/>
        <dgm:constrLst>
          <dgm:constr type="w" for="ch" forName="iconRect" refType="w" fact="0.35"/>
          <dgm:constr type="h" for="ch" forName="iconRect" refType="w" refFor="ch" refForName="iconRect"/>
          <dgm:constr type="ctrX" for="ch" forName="iconRect" refType="w" fact="0.5"/>
          <dgm:constr type="t" for="ch" forName="iconRect"/>
          <dgm:constr type="w" for="ch" forName="iconSpace" refType="w"/>
          <dgm:constr type="h" for="ch" forName="iconSpace" refType="h" fact="0.043"/>
          <dgm:constr type="l" for="ch" forName="iconSpace"/>
          <dgm:constr type="t" for="ch" forName="iconSpace" refType="b" refFor="ch" refForName="iconRect"/>
          <dgm:constr type="w" for="ch" forName="parTx" refType="w"/>
          <dgm:constr type="h" for="ch" forName="parTx" refType="w" fact="0.15"/>
          <dgm:constr type="l" for="ch" forName="parTx"/>
          <dgm:constr type="t" for="ch" forName="parTx" refType="b" refFor="ch" refForName="iconSpace"/>
          <dgm:constr type="h" for="ch" forName="txSpace" refType="h" fact="0.02"/>
          <dgm:constr type="w" for="ch" forName="txSpace" refType="w"/>
          <dgm:constr type="l" for="ch" forName="txSpace"/>
          <dgm:constr type="t" for="ch" forName="txSpace" refType="b" refFor="ch" refForName="parTx"/>
          <dgm:constr type="w" for="ch" forName="desTx" refType="w"/>
          <dgm:constr type="l" for="ch" forName="desTx"/>
          <dgm:constr type="t" for="ch" forName="desTx" refType="b" refFor="ch" refForName="txSpace"/>
        </dgm:constrLst>
        <dgm:ruleLst>
          <dgm:rule type="h" val="INF" fact="NaN" max="NaN"/>
        </dgm:ruleLst>
        <dgm:layoutNode name="iconRect" styleLbl="node1">
          <dgm:alg type="sp"/>
          <dgm:shape xmlns:r="http://schemas.openxmlformats.org/officeDocument/2006/relationships" type="rect" r:blip="" blipPhldr="1">
            <dgm:adjLst/>
          </dgm:shape>
          <dgm:presOf/>
          <dgm:constrLst/>
          <dgm:ruleLst/>
        </dgm:layoutNode>
        <dgm:layoutNode name="iconSpace">
          <dgm:alg type="sp"/>
          <dgm:shape xmlns:r="http://schemas.openxmlformats.org/officeDocument/2006/relationships" r:blip="">
            <dgm:adjLst/>
          </dgm:shape>
          <dgm:presOf/>
          <dgm:constrLst/>
          <dgm:ruleLst/>
        </dgm:layoutNode>
        <dgm:layoutNode name="parTx" styleLbl="revTx">
          <dgm:varLst>
            <dgm:chMax val="0"/>
            <dgm:chPref val="0"/>
          </dgm:varLst>
          <dgm:alg type="tx">
            <dgm:param type="txAnchorVert" val="t"/>
          </dgm:alg>
          <dgm:shape xmlns:r="http://schemas.openxmlformats.org/officeDocument/2006/relationships" type="rect" r:blip="">
            <dgm:adjLst/>
          </dgm:shape>
          <dgm:presOf axis="self" ptType="node"/>
          <dgm:constrLst>
            <dgm:constr type="lMarg"/>
            <dgm:constr type="rMarg"/>
            <dgm:constr type="tMarg"/>
            <dgm:constr type="bMarg"/>
          </dgm:constrLst>
          <dgm:ruleLst>
            <dgm:rule type="primFontSz" val="14" fact="NaN" max="NaN"/>
            <dgm:rule type="h" val="INF" fact="NaN" max="NaN"/>
          </dgm:ruleLst>
        </dgm:layoutNode>
        <dgm:layoutNode name="txSpace">
          <dgm:alg type="sp"/>
          <dgm:shape xmlns:r="http://schemas.openxmlformats.org/officeDocument/2006/relationships" r:blip="">
            <dgm:adjLst/>
          </dgm:shape>
          <dgm:presOf/>
          <dgm:constrLst/>
          <dgm:ruleLst/>
        </dgm:layoutNode>
        <dgm:layoutNode name="desTx" styleLbl="revTx">
          <dgm:varLst/>
          <dgm:alg type="tx">
            <dgm:param type="stBulletLvl" val="0"/>
            <dgm:param type="txAnchorVert" val="t"/>
          </dgm:alg>
          <dgm:shape xmlns:r="http://schemas.openxmlformats.org/officeDocument/2006/relationships" type="rect" r:blip="">
            <dgm:adjLst/>
          </dgm:shape>
          <dgm:presOf axis="des" ptType="node"/>
          <dgm:constrLst>
            <dgm:constr type="secFontSz" refType="primFontSz"/>
            <dgm:constr type="lMarg"/>
            <dgm:constr type="rMarg"/>
            <dgm:constr type="tMarg"/>
            <dgm:constr type="bMarg"/>
          </dgm:constrLst>
          <dgm:ruleLst>
            <dgm:rule type="primFontSz" val="NaN" fact="NaN" max="17"/>
            <dgm:rule type="h" val="INF" fact="NaN" max="NaN"/>
          </dgm:ruleLst>
        </dgm:layoutNode>
      </dgm:layoutNode>
      <dgm:forEach name="Name4" axis="followSib" ptType="sibTrans" cnt="1">
        <dgm:layoutNode name="sibTrans">
          <dgm:alg type="sp"/>
          <dgm:shape xmlns:r="http://schemas.openxmlformats.org/officeDocument/2006/relationships" r:blip="">
            <dgm:adjLst/>
          </dgm:shape>
          <dgm:presOf axis="self"/>
          <dgm:constrLst/>
          <dgm:ruleLst/>
        </dgm:layoutNode>
      </dgm:forEach>
    </dgm:forEach>
  </dgm:layoutNode>
  <dgm:extLst>
    <a:ext uri="{68A01E43-0DF5-4B5B-8FA6-DAF915123BFB}">
      <dgm1612:lstStyle xmlns:dgm1612="http://schemas.microsoft.com/office/drawing/2016/12/diagram">
        <a:lvl1pPr>
          <a:lnSpc>
            <a:spcPct val="100000"/>
          </a:lnSpc>
          <a:defRPr b="1"/>
        </a:lvl1pPr>
        <a:lvl2pPr>
          <a:lnSpc>
            <a:spcPct val="100000"/>
          </a:lnSpc>
        </a:lvl2pPr>
      </dgm1612:lstStyle>
    </a:ext>
  </dgm:extLst>
</dgm:layoutDef>
</file>

<file path=ppt/diagrams/layout102.xml><?xml version="1.0" encoding="utf-8"?>
<dgm:layoutDef xmlns:dgm="http://schemas.openxmlformats.org/drawingml/2006/diagram" xmlns:a="http://schemas.openxmlformats.org/drawingml/2006/main" uniqueId="urn:microsoft.com/office/officeart/2008/layout/LinedList">
  <dgm:title val=""/>
  <dgm:desc val=""/>
  <dgm:catLst>
    <dgm:cat type="hierarchy" pri="8000"/>
    <dgm:cat type="list" pri="2500"/>
  </dgm:catLst>
  <dgm:sampData>
    <dgm:dataModel>
      <dgm:ptLst>
        <dgm:pt modelId="0" type="doc"/>
        <dgm:pt modelId="1">
          <dgm:prSet phldr="1"/>
        </dgm:pt>
        <dgm:pt modelId="11">
          <dgm:prSet phldr="1"/>
        </dgm:pt>
        <dgm:pt modelId="12">
          <dgm:prSet phldr="1"/>
        </dgm:pt>
        <dgm:pt modelId="13">
          <dgm:prSet phldr="1"/>
        </dgm:pt>
      </dgm:ptLst>
      <dgm:cxnLst>
        <dgm:cxn modelId="2" srcId="0" destId="1" srcOrd="0" destOrd="0"/>
        <dgm:cxn modelId="3" srcId="1" destId="11" srcOrd="0" destOrd="0"/>
        <dgm:cxn modelId="4" srcId="1" destId="12" srcOrd="1" destOrd="0"/>
        <dgm:cxn modelId="5" srcId="1" destId="13" srcOrd="2" destOrd="0"/>
      </dgm:cxnLst>
      <dgm:bg/>
      <dgm:whole/>
    </dgm:dataModel>
  </dgm:sampData>
  <dgm:styleData>
    <dgm:dataModel>
      <dgm:ptLst>
        <dgm:pt modelId="0" type="doc"/>
        <dgm:pt modelId="1">
          <dgm:prSet phldr="1"/>
        </dgm:pt>
        <dgm:pt modelId="11">
          <dgm:prSet phldr="1"/>
        </dgm:pt>
        <dgm:pt modelId="12">
          <dgm:prSet phldr="1"/>
        </dgm:pt>
      </dgm:ptLst>
      <dgm:cxnLst>
        <dgm:cxn modelId="2" srcId="0" destId="1" srcOrd="0" destOrd="0"/>
        <dgm:cxn modelId="3" srcId="1" destId="11" srcOrd="0" destOrd="0"/>
        <dgm:cxn modelId="4" srcId="1" destId="12" srcOrd="1" destOrd="0"/>
      </dgm:cxnLst>
      <dgm:bg/>
      <dgm:whole/>
    </dgm:dataModel>
  </dgm:styleData>
  <dgm:clrData>
    <dgm:dataModel>
      <dgm:ptLst>
        <dgm:pt modelId="0" type="doc"/>
        <dgm:pt modelId="1">
          <dgm:prSet phldr="1"/>
        </dgm:pt>
        <dgm:pt modelId="11">
          <dgm:prSet phldr="1"/>
        </dgm:pt>
        <dgm:pt modelId="12">
          <dgm:prSet phldr="1"/>
        </dgm:pt>
      </dgm:ptLst>
      <dgm:cxnLst>
        <dgm:cxn modelId="2" srcId="0" destId="1" srcOrd="0" destOrd="0"/>
        <dgm:cxn modelId="3" srcId="1" destId="11" srcOrd="0" destOrd="0"/>
        <dgm:cxn modelId="4" srcId="1" destId="12" srcOrd="1" destOrd="0"/>
      </dgm:cxnLst>
      <dgm:bg/>
      <dgm:whole/>
    </dgm:dataModel>
  </dgm:clrData>
  <dgm:layoutNode name="vert0">
    <dgm:varLst>
      <dgm:dir/>
      <dgm:animOne val="branch"/>
      <dgm:animLvl val="lvl"/>
    </dgm:varLst>
    <dgm:choose name="Name0">
      <dgm:if name="Name1" func="var" arg="dir" op="equ" val="norm">
        <dgm:alg type="lin">
          <dgm:param type="linDir" val="fromT"/>
          <dgm:param type="nodeHorzAlign" val="l"/>
        </dgm:alg>
      </dgm:if>
      <dgm:else name="Name2">
        <dgm:alg type="lin">
          <dgm:param type="linDir" val="fromT"/>
          <dgm:param type="nodeHorzAlign" val="r"/>
        </dgm:alg>
      </dgm:else>
    </dgm:choose>
    <dgm:shape xmlns:r="http://schemas.openxmlformats.org/officeDocument/2006/relationships" r:blip="">
      <dgm:adjLst/>
    </dgm:shape>
    <dgm:presOf/>
    <dgm:constrLst>
      <dgm:constr type="w" for="ch" forName="horz1" refType="w"/>
      <dgm:constr type="h" for="ch" forName="horz1" refType="h"/>
      <dgm:constr type="h" for="des" forName="vert1" refType="h"/>
      <dgm:constr type="h" for="des" forName="tx1" refType="h"/>
      <dgm:constr type="h" for="des" forName="horz2" refType="h"/>
      <dgm:constr type="h" for="des" forName="vert2" refType="h"/>
      <dgm:constr type="h" for="des" forName="horz3" refType="h"/>
      <dgm:constr type="h" for="des" forName="vert3" refType="h"/>
      <dgm:constr type="h" for="des" forName="horz4" refType="h"/>
      <dgm:constr type="h" for="des" ptType="node" refType="h"/>
      <dgm:constr type="primFontSz" for="des" forName="tx1" op="equ" val="65"/>
      <dgm:constr type="primFontSz" for="des" forName="tx2" op="equ" val="65"/>
      <dgm:constr type="primFontSz" for="des" forName="tx3" op="equ" val="65"/>
      <dgm:constr type="primFontSz" for="des" forName="tx4" op="equ" val="65"/>
      <dgm:constr type="w" for="des" forName="thickLine" refType="w"/>
      <dgm:constr type="h" for="des" forName="thickLine"/>
      <dgm:constr type="h" for="des" forName="thinLine1"/>
      <dgm:constr type="h" for="des" forName="thinLine2b"/>
      <dgm:constr type="h" for="des" forName="thinLine3"/>
      <dgm:constr type="h" for="des" forName="vertSpace2a" refType="h" fact="0.05"/>
      <dgm:constr type="h" for="des" forName="vertSpace2b" refType="h" refFor="des" refForName="vertSpace2a"/>
    </dgm:constrLst>
    <dgm:forEach name="Name3" axis="ch" ptType="node">
      <dgm:layoutNode name="thickLine" styleLbl="alignNode1">
        <dgm:alg type="sp"/>
        <dgm:shape xmlns:r="http://schemas.openxmlformats.org/officeDocument/2006/relationships" type="line" r:blip="">
          <dgm:adjLst/>
        </dgm:shape>
        <dgm:presOf/>
      </dgm:layoutNode>
      <dgm:layoutNode name="horz1">
        <dgm:choose name="Name4">
          <dgm:if name="Name5" func="var" arg="dir" op="equ" val="norm">
            <dgm:alg type="lin">
              <dgm:param type="linDir" val="fromL"/>
              <dgm:param type="nodeVertAlign" val="t"/>
            </dgm:alg>
          </dgm:if>
          <dgm:else name="Name6">
            <dgm:alg type="lin">
              <dgm:param type="linDir" val="fromR"/>
              <dgm:param type="nodeVertAlign" val="t"/>
            </dgm:alg>
          </dgm:else>
        </dgm:choose>
        <dgm:shape xmlns:r="http://schemas.openxmlformats.org/officeDocument/2006/relationships" r:blip="">
          <dgm:adjLst/>
        </dgm:shape>
        <dgm:presOf/>
        <dgm:choose name="Name7">
          <dgm:if name="Name8" axis="root des" func="maxDepth" op="equ" val="1">
            <dgm:constrLst>
              <dgm:constr type="w" for="ch" forName="tx1" refType="w"/>
            </dgm:constrLst>
          </dgm:if>
          <dgm:if name="Name9" axis="root des" func="maxDepth" op="equ" val="2">
            <dgm:constrLst>
              <dgm:constr type="w" for="ch" forName="tx1" refType="w" fact="0.2"/>
              <dgm:constr type="w" for="des" forName="tx2" refType="w" fact="0.785"/>
              <dgm:constr type="w" for="des" forName="horzSpace2" refType="w" fact="0.015"/>
              <dgm:constr type="w" for="des" forName="thinLine2b" refType="w" fact="0.8"/>
            </dgm:constrLst>
          </dgm:if>
          <dgm:if name="Name10" axis="root des" func="maxDepth" op="equ" val="3">
            <dgm:constrLst>
              <dgm:constr type="w" for="ch" forName="tx1" refType="w" fact="0.2"/>
              <dgm:constr type="w" for="des" forName="tx2" refType="w" fact="0.385"/>
              <dgm:constr type="w" for="des" forName="tx3" refType="w" fact="0.385"/>
              <dgm:constr type="w" for="des" forName="horzSpace2" refType="w" fact="0.015"/>
              <dgm:constr type="w" for="des" forName="horzSpace3" refType="w" fact="0.015"/>
              <dgm:constr type="w" for="des" forName="thinLine2b" refType="w" fact="0.8"/>
              <dgm:constr type="w" for="des" forName="thinLine3" refType="w" fact="0.385"/>
            </dgm:constrLst>
          </dgm:if>
          <dgm:if name="Name11" axis="root des" func="maxDepth" op="gte" val="4">
            <dgm:constrLst>
              <dgm:constr type="w" for="ch" forName="tx1" refType="w" fact="0.2"/>
              <dgm:constr type="w" for="des" forName="tx2" refType="w" fact="0.2516"/>
              <dgm:constr type="w" for="des" forName="tx3" refType="w" fact="0.2516"/>
              <dgm:constr type="w" for="des" forName="tx4" refType="w" fact="0.2516"/>
              <dgm:constr type="w" for="des" forName="horzSpace2" refType="w" fact="0.015"/>
              <dgm:constr type="w" for="des" forName="horzSpace3" refType="w" fact="0.015"/>
              <dgm:constr type="w" for="des" forName="horzSpace4" refType="w" fact="0.015"/>
              <dgm:constr type="w" for="des" forName="thinLine2b" refType="w" fact="0.8"/>
              <dgm:constr type="w" for="des" forName="thinLine3" refType="w" fact="0.5332"/>
            </dgm:constrLst>
          </dgm:if>
          <dgm:else name="Name12"/>
        </dgm:choose>
        <dgm:layoutNode name="tx1" styleLbl="revTx">
          <dgm:alg type="tx">
            <dgm:param type="parTxLTRAlign" val="l"/>
            <dgm:param type="parTxRTLAlign" val="r"/>
            <dgm:param type="txAnchorVert" val="t"/>
          </dgm:alg>
          <dgm:shape xmlns:r="http://schemas.openxmlformats.org/officeDocument/2006/relationships" type="rect" r:blip="">
            <dgm:adjLst/>
          </dgm:shape>
          <dgm:presOf axis="self"/>
          <dgm:constrLst>
            <dgm:constr type="tMarg" refType="primFontSz" fact="0.3"/>
            <dgm:constr type="bMarg" refType="primFontSz" fact="0.3"/>
            <dgm:constr type="lMarg" refType="primFontSz" fact="0.3"/>
            <dgm:constr type="rMarg" refType="primFontSz" fact="0.3"/>
          </dgm:constrLst>
          <dgm:ruleLst>
            <dgm:rule type="primFontSz" val="5" fact="NaN" max="NaN"/>
          </dgm:ruleLst>
        </dgm:layoutNode>
        <dgm:layoutNode name="vert1">
          <dgm:choose name="Name13">
            <dgm:if name="Name14" func="var" arg="dir" op="equ" val="norm">
              <dgm:alg type="lin">
                <dgm:param type="linDir" val="fromT"/>
                <dgm:param type="nodeHorzAlign" val="l"/>
              </dgm:alg>
            </dgm:if>
            <dgm:else name="Name15">
              <dgm:alg type="lin">
                <dgm:param type="linDir" val="fromT"/>
                <dgm:param type="nodeHorzAlign" val="r"/>
              </dgm:alg>
            </dgm:else>
          </dgm:choose>
          <dgm:shape xmlns:r="http://schemas.openxmlformats.org/officeDocument/2006/relationships" r:blip="">
            <dgm:adjLst/>
          </dgm:shape>
          <dgm:presOf/>
          <dgm:forEach name="Name16" axis="ch" ptType="node">
            <dgm:choose name="Name17">
              <dgm:if name="Name18" axis="self" ptType="node" func="pos" op="equ" val="1">
                <dgm:layoutNode name="vertSpace2a">
                  <dgm:alg type="sp"/>
                  <dgm:shape xmlns:r="http://schemas.openxmlformats.org/officeDocument/2006/relationships" r:blip="">
                    <dgm:adjLst/>
                  </dgm:shape>
                  <dgm:presOf/>
                </dgm:layoutNode>
              </dgm:if>
              <dgm:else name="Name19"/>
            </dgm:choose>
            <dgm:layoutNode name="horz2">
              <dgm:choose name="Name20">
                <dgm:if name="Name21" func="var" arg="dir" op="equ" val="norm">
                  <dgm:alg type="lin">
                    <dgm:param type="linDir" val="fromL"/>
                    <dgm:param type="nodeVertAlign" val="t"/>
                  </dgm:alg>
                </dgm:if>
                <dgm:else name="Name22">
                  <dgm:alg type="lin">
                    <dgm:param type="linDir" val="fromR"/>
                    <dgm:param type="nodeVertAlign" val="t"/>
                  </dgm:alg>
                </dgm:else>
              </dgm:choose>
              <dgm:shape xmlns:r="http://schemas.openxmlformats.org/officeDocument/2006/relationships" r:blip="">
                <dgm:adjLst/>
              </dgm:shape>
              <dgm:presOf/>
              <dgm:layoutNode name="horzSpace2">
                <dgm:alg type="sp"/>
                <dgm:shape xmlns:r="http://schemas.openxmlformats.org/officeDocument/2006/relationships" r:blip="">
                  <dgm:adjLst/>
                </dgm:shape>
                <dgm:presOf/>
              </dgm:layoutNode>
              <dgm:layoutNode name="tx2" styleLbl="revTx">
                <dgm:alg type="tx">
                  <dgm:param type="parTxLTRAlign" val="l"/>
                  <dgm:param type="parTxRTLAlign" val="r"/>
                  <dgm:param type="txAnchorVert" val="t"/>
                </dgm:alg>
                <dgm:shape xmlns:r="http://schemas.openxmlformats.org/officeDocument/2006/relationships" type="rect" r:blip="">
                  <dgm:adjLst/>
                </dgm:shape>
                <dgm:presOf axis="self"/>
                <dgm:constrLst>
                  <dgm:constr type="tMarg" refType="primFontSz" fact="0.3"/>
                  <dgm:constr type="bMarg" refType="primFontSz" fact="0.3"/>
                  <dgm:constr type="lMarg" refType="primFontSz" fact="0.3"/>
                  <dgm:constr type="rMarg" refType="primFontSz" fact="0.3"/>
                </dgm:constrLst>
                <dgm:ruleLst>
                  <dgm:rule type="primFontSz" val="5" fact="NaN" max="NaN"/>
                </dgm:ruleLst>
              </dgm:layoutNode>
              <dgm:layoutNode name="vert2">
                <dgm:choose name="Name23">
                  <dgm:if name="Name24" func="var" arg="dir" op="equ" val="norm">
                    <dgm:alg type="lin">
                      <dgm:param type="linDir" val="fromT"/>
                      <dgm:param type="nodeHorzAlign" val="l"/>
                    </dgm:alg>
                  </dgm:if>
                  <dgm:else name="Name25">
                    <dgm:alg type="lin">
                      <dgm:param type="linDir" val="fromT"/>
                      <dgm:param type="nodeHorzAlign" val="r"/>
                    </dgm:alg>
                  </dgm:else>
                </dgm:choose>
                <dgm:shape xmlns:r="http://schemas.openxmlformats.org/officeDocument/2006/relationships" r:blip="">
                  <dgm:adjLst/>
                </dgm:shape>
                <dgm:presOf/>
                <dgm:forEach name="Name26" axis="ch" ptType="node">
                  <dgm:layoutNode name="horz3">
                    <dgm:choose name="Name27">
                      <dgm:if name="Name28" func="var" arg="dir" op="equ" val="norm">
                        <dgm:alg type="lin">
                          <dgm:param type="linDir" val="fromL"/>
                          <dgm:param type="nodeVertAlign" val="t"/>
                        </dgm:alg>
                      </dgm:if>
                      <dgm:else name="Name29">
                        <dgm:alg type="lin">
                          <dgm:param type="linDir" val="fromR"/>
                          <dgm:param type="nodeVertAlign" val="t"/>
                        </dgm:alg>
                      </dgm:else>
                    </dgm:choose>
                    <dgm:shape xmlns:r="http://schemas.openxmlformats.org/officeDocument/2006/relationships" r:blip="">
                      <dgm:adjLst/>
                    </dgm:shape>
                    <dgm:presOf/>
                    <dgm:layoutNode name="horzSpace3">
                      <dgm:alg type="sp"/>
                      <dgm:shape xmlns:r="http://schemas.openxmlformats.org/officeDocument/2006/relationships" r:blip="">
                        <dgm:adjLst/>
                      </dgm:shape>
                      <dgm:presOf/>
                    </dgm:layoutNode>
                    <dgm:layoutNode name="tx3" styleLbl="revTx">
                      <dgm:alg type="tx">
                        <dgm:param type="parTxLTRAlign" val="l"/>
                        <dgm:param type="parTxRTLAlign" val="r"/>
                        <dgm:param type="txAnchorVert" val="t"/>
                      </dgm:alg>
                      <dgm:shape xmlns:r="http://schemas.openxmlformats.org/officeDocument/2006/relationships" type="rect" r:blip="">
                        <dgm:adjLst/>
                      </dgm:shape>
                      <dgm:presOf axis="self"/>
                      <dgm:constrLst>
                        <dgm:constr type="tMarg" refType="primFontSz" fact="0.3"/>
                        <dgm:constr type="bMarg" refType="primFontSz" fact="0.3"/>
                        <dgm:constr type="lMarg" refType="primFontSz" fact="0.3"/>
                        <dgm:constr type="rMarg" refType="primFontSz" fact="0.3"/>
                      </dgm:constrLst>
                      <dgm:ruleLst>
                        <dgm:rule type="primFontSz" val="5" fact="NaN" max="NaN"/>
                      </dgm:ruleLst>
                    </dgm:layoutNode>
                    <dgm:layoutNode name="vert3">
                      <dgm:choose name="Name30">
                        <dgm:if name="Name31" func="var" arg="dir" op="equ" val="norm">
                          <dgm:alg type="lin">
                            <dgm:param type="linDir" val="fromT"/>
                            <dgm:param type="nodeHorzAlign" val="l"/>
                          </dgm:alg>
                        </dgm:if>
                        <dgm:else name="Name32">
                          <dgm:alg type="lin">
                            <dgm:param type="linDir" val="fromT"/>
                            <dgm:param type="nodeHorzAlign" val="r"/>
                          </dgm:alg>
                        </dgm:else>
                      </dgm:choose>
                      <dgm:shape xmlns:r="http://schemas.openxmlformats.org/officeDocument/2006/relationships" r:blip="">
                        <dgm:adjLst/>
                      </dgm:shape>
                      <dgm:presOf/>
                      <dgm:forEach name="Name33" axis="ch" ptType="node">
                        <dgm:layoutNode name="horz4">
                          <dgm:choose name="Name34">
                            <dgm:if name="Name35" func="var" arg="dir" op="equ" val="norm">
                              <dgm:alg type="lin">
                                <dgm:param type="linDir" val="fromL"/>
                                <dgm:param type="nodeVertAlign" val="t"/>
                              </dgm:alg>
                            </dgm:if>
                            <dgm:else name="Name36">
                              <dgm:alg type="lin">
                                <dgm:param type="linDir" val="fromR"/>
                                <dgm:param type="nodeVertAlign" val="t"/>
                              </dgm:alg>
                            </dgm:else>
                          </dgm:choose>
                          <dgm:shape xmlns:r="http://schemas.openxmlformats.org/officeDocument/2006/relationships" r:blip="">
                            <dgm:adjLst/>
                          </dgm:shape>
                          <dgm:presOf/>
                          <dgm:layoutNode name="horzSpace4">
                            <dgm:alg type="sp"/>
                            <dgm:shape xmlns:r="http://schemas.openxmlformats.org/officeDocument/2006/relationships" r:blip="">
                              <dgm:adjLst/>
                            </dgm:shape>
                            <dgm:presOf/>
                          </dgm:layoutNode>
                          <dgm:layoutNode name="tx4" styleLbl="revTx">
                            <dgm:varLst>
                              <dgm:bulletEnabled val="1"/>
                            </dgm:varLst>
                            <dgm:alg type="tx">
                              <dgm:param type="parTxLTRAlign" val="l"/>
                              <dgm:param type="parTxRTLAlign" val="r"/>
                              <dgm:param type="txAnchorVert" val="t"/>
                            </dgm:alg>
                            <dgm:shape xmlns:r="http://schemas.openxmlformats.org/officeDocument/2006/relationships" type="rect" r:blip="">
                              <dgm:adjLst/>
                            </dgm:shape>
                            <dgm:presOf axis="desOrSelf" ptType="node"/>
                            <dgm:constrLst>
                              <dgm:constr type="tMarg" refType="primFontSz" fact="0.3"/>
                              <dgm:constr type="bMarg" refType="primFontSz" fact="0.3"/>
                              <dgm:constr type="lMarg" refType="primFontSz" fact="0.3"/>
                              <dgm:constr type="rMarg" refType="primFontSz" fact="0.3"/>
                            </dgm:constrLst>
                            <dgm:ruleLst>
                              <dgm:rule type="primFontSz" val="5" fact="NaN" max="NaN"/>
                            </dgm:ruleLst>
                          </dgm:layoutNode>
                        </dgm:layoutNode>
                      </dgm:forEach>
                    </dgm:layoutNode>
                  </dgm:layoutNode>
                  <dgm:forEach name="Name37" axis="followSib" ptType="sibTrans" cnt="1">
                    <dgm:layoutNode name="thinLine3" styleLbl="callout">
                      <dgm:alg type="sp"/>
                      <dgm:shape xmlns:r="http://schemas.openxmlformats.org/officeDocument/2006/relationships" type="line" r:blip="">
                        <dgm:adjLst/>
                      </dgm:shape>
                      <dgm:presOf/>
                    </dgm:layoutNode>
                  </dgm:forEach>
                </dgm:forEach>
              </dgm:layoutNode>
            </dgm:layoutNode>
            <dgm:layoutNode name="thinLine2b" styleLbl="callout">
              <dgm:alg type="sp"/>
              <dgm:shape xmlns:r="http://schemas.openxmlformats.org/officeDocument/2006/relationships" type="line" r:blip="">
                <dgm:adjLst/>
              </dgm:shape>
              <dgm:presOf/>
            </dgm:layoutNode>
            <dgm:layoutNode name="vertSpace2b">
              <dgm:alg type="sp"/>
              <dgm:shape xmlns:r="http://schemas.openxmlformats.org/officeDocument/2006/relationships" r:blip="">
                <dgm:adjLst/>
              </dgm:shape>
              <dgm:presOf/>
            </dgm:layoutNode>
          </dgm:forEach>
        </dgm:layoutNode>
      </dgm:layoutNode>
    </dgm:forEach>
  </dgm:layoutNode>
</dgm:layoutDef>
</file>

<file path=ppt/diagrams/layout103.xml><?xml version="1.0" encoding="utf-8"?>
<dgm:layoutDef xmlns:dgm="http://schemas.openxmlformats.org/drawingml/2006/diagram" xmlns:a="http://schemas.openxmlformats.org/drawingml/2006/main" uniqueId="urn:microsoft.com/office/officeart/2018/2/layout/IconLabelDescriptionList">
  <dgm:title val="Icon Label Description List"/>
  <dgm:desc val="Use to show non-sequential or grouped chunks of information. The placeholder holds an icon or small picture, and corresponding text boxes show Level 1 and Level 2 text respectively. Works well for minimal Level 1 text accompanied by lengthier Level two text."/>
  <dgm:catLst>
    <dgm:cat type="icon" pri="500"/>
  </dgm:catLst>
  <dgm:sampData useDef="1">
    <dgm:dataModel>
      <dgm:ptLst/>
      <dgm:bg/>
      <dgm:whole/>
    </dgm:dataModel>
  </dgm:sampData>
  <dgm:styleData useDef="1">
    <dgm:dataModel>
      <dgm:ptLst/>
      <dgm:bg/>
      <dgm:whole/>
    </dgm:dataModel>
  </dgm:styleData>
  <dgm:clrData useDef="1">
    <dgm:dataModel>
      <dgm:ptLst/>
      <dgm:bg/>
      <dgm:whole/>
    </dgm:dataModel>
  </dgm:clrData>
  <dgm:layoutNode name="root">
    <dgm:varLst>
      <dgm:dir/>
      <dgm:resizeHandles val="exact"/>
    </dgm:varLst>
    <dgm:choose name="Name0">
      <dgm:if name="Name1" axis="self" func="var" arg="dir" op="equ" val="norm">
        <dgm:alg type="lin"/>
      </dgm:if>
      <dgm:else name="Name2">
        <dgm:alg type="lin">
          <dgm:param type="linDir" val="fromR"/>
        </dgm:alg>
      </dgm:else>
    </dgm:choose>
    <dgm:shape xmlns:r="http://schemas.openxmlformats.org/officeDocument/2006/relationships" r:blip="">
      <dgm:adjLst/>
    </dgm:shape>
    <dgm:presOf/>
    <dgm:constrLst>
      <dgm:constr type="h" for="ch" forName="compNode" refType="h" fact="0.45"/>
      <dgm:constr type="w" for="ch" forName="compNode" val="120"/>
      <dgm:constr type="w" for="ch" forName="sibTrans" refType="w" refFor="ch" refForName="compNode" fact="0.175"/>
      <dgm:constr type="primFontSz" for="des" forName="parTx" val="36"/>
      <dgm:constr type="primFontSz" for="des" forName="desTx" refType="primFontSz" refFor="des" refForName="parTx" op="lte" fact="0.75"/>
      <dgm:constr type="h" for="des" forName="compNode" op="equ"/>
      <dgm:constr type="h" for="des" forName="iconRect" op="equ"/>
      <dgm:constr type="w" for="des" forName="iconRect" op="equ"/>
      <dgm:constr type="h" for="des" forName="iconSpace" op="equ"/>
      <dgm:constr type="h" for="des" forName="parTx" op="equ"/>
      <dgm:constr type="h" for="des" forName="txSpace" op="equ"/>
      <dgm:constr type="h" for="des" forName="desTx" op="equ"/>
    </dgm:constrLst>
    <dgm:ruleLst>
      <dgm:rule type="w" for="ch" forName="compNode" val="0" fact="NaN" max="NaN"/>
    </dgm:ruleLst>
    <dgm:forEach name="Name3" axis="ch" ptType="node">
      <dgm:layoutNode name="compNode">
        <dgm:alg type="composite"/>
        <dgm:shape xmlns:r="http://schemas.openxmlformats.org/officeDocument/2006/relationships" r:blip="">
          <dgm:adjLst/>
        </dgm:shape>
        <dgm:presOf axis="self"/>
        <dgm:constrLst>
          <dgm:constr type="w" for="ch" forName="iconRect" refType="w" fact="0.35"/>
          <dgm:constr type="h" for="ch" forName="iconRect" refType="w" refFor="ch" refForName="iconRect"/>
          <dgm:constr type="l" for="ch" forName="iconRect"/>
          <dgm:constr type="t" for="ch" forName="iconRect"/>
          <dgm:constr type="w" for="ch" forName="iconSpace" refType="w"/>
          <dgm:constr type="h" for="ch" forName="iconSpace" refType="h" fact="0.043"/>
          <dgm:constr type="l" for="ch" forName="iconSpace"/>
          <dgm:constr type="t" for="ch" forName="iconSpace" refType="b" refFor="ch" refForName="iconRect"/>
          <dgm:constr type="w" for="ch" forName="parTx" refType="w"/>
          <dgm:constr type="h" for="ch" forName="parTx" refType="w" fact="0.15"/>
          <dgm:constr type="l" for="ch" forName="parTx"/>
          <dgm:constr type="t" for="ch" forName="parTx" refType="b" refFor="ch" refForName="iconSpace"/>
          <dgm:constr type="h" for="ch" forName="txSpace" refType="h" fact="0.02"/>
          <dgm:constr type="w" for="ch" forName="txSpace" refType="w"/>
          <dgm:constr type="l" for="ch" forName="txSpace"/>
          <dgm:constr type="t" for="ch" forName="txSpace" refType="b" refFor="ch" refForName="parTx"/>
          <dgm:constr type="w" for="ch" forName="desTx" refType="w"/>
          <dgm:constr type="l" for="ch" forName="desTx"/>
          <dgm:constr type="t" for="ch" forName="desTx" refType="b" refFor="ch" refForName="txSpace"/>
        </dgm:constrLst>
        <dgm:ruleLst>
          <dgm:rule type="h" val="INF" fact="NaN" max="NaN"/>
        </dgm:ruleLst>
        <dgm:layoutNode name="iconRect" styleLbl="node1">
          <dgm:alg type="sp"/>
          <dgm:shape xmlns:r="http://schemas.openxmlformats.org/officeDocument/2006/relationships" type="rect" r:blip="" blipPhldr="1">
            <dgm:adjLst/>
          </dgm:shape>
          <dgm:presOf/>
          <dgm:constrLst/>
          <dgm:ruleLst/>
        </dgm:layoutNode>
        <dgm:layoutNode name="iconSpace">
          <dgm:alg type="sp"/>
          <dgm:shape xmlns:r="http://schemas.openxmlformats.org/officeDocument/2006/relationships" r:blip="">
            <dgm:adjLst/>
          </dgm:shape>
          <dgm:presOf/>
          <dgm:constrLst/>
          <dgm:ruleLst/>
        </dgm:layoutNode>
        <dgm:layoutNode name="parTx" styleLbl="revTx">
          <dgm:varLst>
            <dgm:chMax val="0"/>
            <dgm:chPref val="0"/>
          </dgm:varLst>
          <dgm:alg type="tx">
            <dgm:param type="txAnchorVert" val="t"/>
            <dgm:param type="parTxLTRAlign" val="l"/>
            <dgm:param type="shpTxLTRAlignCh" val="l"/>
            <dgm:param type="parTxRTLAlign" val="r"/>
            <dgm:param type="shpTxRTLAlignCh" val="r"/>
          </dgm:alg>
          <dgm:shape xmlns:r="http://schemas.openxmlformats.org/officeDocument/2006/relationships" type="rect" r:blip="">
            <dgm:adjLst/>
          </dgm:shape>
          <dgm:presOf axis="self" ptType="node"/>
          <dgm:constrLst>
            <dgm:constr type="lMarg"/>
            <dgm:constr type="rMarg"/>
            <dgm:constr type="tMarg"/>
            <dgm:constr type="bMarg"/>
          </dgm:constrLst>
          <dgm:ruleLst>
            <dgm:rule type="primFontSz" val="14" fact="NaN" max="NaN"/>
            <dgm:rule type="h" val="INF" fact="NaN" max="NaN"/>
          </dgm:ruleLst>
        </dgm:layoutNode>
        <dgm:layoutNode name="txSpace">
          <dgm:alg type="sp"/>
          <dgm:shape xmlns:r="http://schemas.openxmlformats.org/officeDocument/2006/relationships" r:blip="">
            <dgm:adjLst/>
          </dgm:shape>
          <dgm:presOf/>
          <dgm:constrLst/>
          <dgm:ruleLst/>
        </dgm:layoutNode>
        <dgm:layoutNode name="desTx" styleLbl="revTx">
          <dgm:varLst/>
          <dgm:alg type="tx">
            <dgm:param type="stBulletLvl" val="0"/>
            <dgm:param type="txAnchorVert" val="t"/>
            <dgm:param type="parTxLTRAlign" val="l"/>
            <dgm:param type="shpTxLTRAlignCh" val="l"/>
            <dgm:param type="parTxRTLAlign" val="r"/>
            <dgm:param type="shpTxRTLAlignCh" val="r"/>
          </dgm:alg>
          <dgm:shape xmlns:r="http://schemas.openxmlformats.org/officeDocument/2006/relationships" type="rect" r:blip="">
            <dgm:adjLst/>
          </dgm:shape>
          <dgm:presOf axis="des" ptType="node"/>
          <dgm:constrLst>
            <dgm:constr type="secFontSz" refType="primFontSz"/>
            <dgm:constr type="lMarg"/>
            <dgm:constr type="rMarg"/>
            <dgm:constr type="tMarg"/>
            <dgm:constr type="bMarg"/>
          </dgm:constrLst>
          <dgm:ruleLst>
            <dgm:rule type="primFontSz" val="NaN" fact="NaN" max="17"/>
            <dgm:rule type="h" val="INF" fact="NaN" max="NaN"/>
          </dgm:ruleLst>
        </dgm:layoutNode>
      </dgm:layoutNode>
      <dgm:forEach name="Name4" axis="followSib" ptType="sibTrans" cnt="1">
        <dgm:layoutNode name="sibTrans">
          <dgm:alg type="sp"/>
          <dgm:shape xmlns:r="http://schemas.openxmlformats.org/officeDocument/2006/relationships" r:blip="">
            <dgm:adjLst/>
          </dgm:shape>
          <dgm:presOf axis="self"/>
          <dgm:constrLst/>
          <dgm:ruleLst/>
        </dgm:layoutNode>
      </dgm:forEach>
    </dgm:forEach>
  </dgm:layoutNode>
  <dgm:extLst>
    <a:ext uri="{68A01E43-0DF5-4B5B-8FA6-DAF915123BFB}">
      <dgm1612:lstStyle xmlns:dgm1612="http://schemas.microsoft.com/office/drawing/2016/12/diagram">
        <a:lvl1pPr>
          <a:lnSpc>
            <a:spcPct val="100000"/>
          </a:lnSpc>
          <a:defRPr b="1"/>
        </a:lvl1pPr>
        <a:lvl2pPr>
          <a:lnSpc>
            <a:spcPct val="100000"/>
          </a:lnSpc>
        </a:lvl2pPr>
      </dgm1612:lstStyle>
    </a:ext>
  </dgm:extLst>
</dgm:layoutDef>
</file>

<file path=ppt/diagrams/layout104.xml><?xml version="1.0" encoding="utf-8"?>
<dgm:layoutDef xmlns:dgm="http://schemas.openxmlformats.org/drawingml/2006/diagram" xmlns:a="http://schemas.openxmlformats.org/drawingml/2006/main" uniqueId="urn:microsoft.com/office/officeart/2018/2/layout/IconLabelDescriptionList">
  <dgm:title val="Icon Label Description List"/>
  <dgm:desc val="Use to show non-sequential or grouped chunks of information. The placeholder holds an icon or small picture, and corresponding text boxes show Level 1 and Level 2 text respectively. Works well for minimal Level 1 text accompanied by lengthier Level two text."/>
  <dgm:catLst>
    <dgm:cat type="icon" pri="500"/>
  </dgm:catLst>
  <dgm:sampData useDef="1">
    <dgm:dataModel>
      <dgm:ptLst/>
      <dgm:bg/>
      <dgm:whole/>
    </dgm:dataModel>
  </dgm:sampData>
  <dgm:styleData useDef="1">
    <dgm:dataModel>
      <dgm:ptLst/>
      <dgm:bg/>
      <dgm:whole/>
    </dgm:dataModel>
  </dgm:styleData>
  <dgm:clrData useDef="1">
    <dgm:dataModel>
      <dgm:ptLst/>
      <dgm:bg/>
      <dgm:whole/>
    </dgm:dataModel>
  </dgm:clrData>
  <dgm:layoutNode name="root">
    <dgm:varLst>
      <dgm:dir/>
      <dgm:resizeHandles val="exact"/>
    </dgm:varLst>
    <dgm:choose name="Name0">
      <dgm:if name="Name1" axis="self" func="var" arg="dir" op="equ" val="norm">
        <dgm:alg type="lin"/>
      </dgm:if>
      <dgm:else name="Name2">
        <dgm:alg type="lin">
          <dgm:param type="linDir" val="fromR"/>
        </dgm:alg>
      </dgm:else>
    </dgm:choose>
    <dgm:shape xmlns:r="http://schemas.openxmlformats.org/officeDocument/2006/relationships" r:blip="">
      <dgm:adjLst/>
    </dgm:shape>
    <dgm:presOf/>
    <dgm:constrLst>
      <dgm:constr type="h" for="ch" forName="compNode" refType="h" fact="0.45"/>
      <dgm:constr type="w" for="ch" forName="compNode" val="120"/>
      <dgm:constr type="w" for="ch" forName="sibTrans" refType="w" refFor="ch" refForName="compNode" fact="0.175"/>
      <dgm:constr type="primFontSz" for="des" forName="parTx" val="36"/>
      <dgm:constr type="primFontSz" for="des" forName="desTx" refType="primFontSz" refFor="des" refForName="parTx" op="lte" fact="0.75"/>
      <dgm:constr type="h" for="des" forName="compNode" op="equ"/>
      <dgm:constr type="h" for="des" forName="iconRect" op="equ"/>
      <dgm:constr type="w" for="des" forName="iconRect" op="equ"/>
      <dgm:constr type="h" for="des" forName="iconSpace" op="equ"/>
      <dgm:constr type="h" for="des" forName="parTx" op="equ"/>
      <dgm:constr type="h" for="des" forName="txSpace" op="equ"/>
      <dgm:constr type="h" for="des" forName="desTx" op="equ"/>
    </dgm:constrLst>
    <dgm:ruleLst>
      <dgm:rule type="w" for="ch" forName="compNode" val="0" fact="NaN" max="NaN"/>
    </dgm:ruleLst>
    <dgm:forEach name="Name3" axis="ch" ptType="node">
      <dgm:layoutNode name="compNode">
        <dgm:alg type="composite"/>
        <dgm:shape xmlns:r="http://schemas.openxmlformats.org/officeDocument/2006/relationships" r:blip="">
          <dgm:adjLst/>
        </dgm:shape>
        <dgm:presOf axis="self"/>
        <dgm:constrLst>
          <dgm:constr type="w" for="ch" forName="iconRect" refType="w" fact="0.35"/>
          <dgm:constr type="h" for="ch" forName="iconRect" refType="w" refFor="ch" refForName="iconRect"/>
          <dgm:constr type="l" for="ch" forName="iconRect"/>
          <dgm:constr type="t" for="ch" forName="iconRect"/>
          <dgm:constr type="w" for="ch" forName="iconSpace" refType="w"/>
          <dgm:constr type="h" for="ch" forName="iconSpace" refType="h" fact="0.043"/>
          <dgm:constr type="l" for="ch" forName="iconSpace"/>
          <dgm:constr type="t" for="ch" forName="iconSpace" refType="b" refFor="ch" refForName="iconRect"/>
          <dgm:constr type="w" for="ch" forName="parTx" refType="w"/>
          <dgm:constr type="h" for="ch" forName="parTx" refType="w" fact="0.15"/>
          <dgm:constr type="l" for="ch" forName="parTx"/>
          <dgm:constr type="t" for="ch" forName="parTx" refType="b" refFor="ch" refForName="iconSpace"/>
          <dgm:constr type="h" for="ch" forName="txSpace" refType="h" fact="0.02"/>
          <dgm:constr type="w" for="ch" forName="txSpace" refType="w"/>
          <dgm:constr type="l" for="ch" forName="txSpace"/>
          <dgm:constr type="t" for="ch" forName="txSpace" refType="b" refFor="ch" refForName="parTx"/>
          <dgm:constr type="w" for="ch" forName="desTx" refType="w"/>
          <dgm:constr type="l" for="ch" forName="desTx"/>
          <dgm:constr type="t" for="ch" forName="desTx" refType="b" refFor="ch" refForName="txSpace"/>
        </dgm:constrLst>
        <dgm:ruleLst>
          <dgm:rule type="h" val="INF" fact="NaN" max="NaN"/>
        </dgm:ruleLst>
        <dgm:layoutNode name="iconRect" styleLbl="node1">
          <dgm:alg type="sp"/>
          <dgm:shape xmlns:r="http://schemas.openxmlformats.org/officeDocument/2006/relationships" type="rect" r:blip="" blipPhldr="1">
            <dgm:adjLst/>
          </dgm:shape>
          <dgm:presOf/>
          <dgm:constrLst/>
          <dgm:ruleLst/>
        </dgm:layoutNode>
        <dgm:layoutNode name="iconSpace">
          <dgm:alg type="sp"/>
          <dgm:shape xmlns:r="http://schemas.openxmlformats.org/officeDocument/2006/relationships" r:blip="">
            <dgm:adjLst/>
          </dgm:shape>
          <dgm:presOf/>
          <dgm:constrLst/>
          <dgm:ruleLst/>
        </dgm:layoutNode>
        <dgm:layoutNode name="parTx" styleLbl="revTx">
          <dgm:varLst>
            <dgm:chMax val="0"/>
            <dgm:chPref val="0"/>
          </dgm:varLst>
          <dgm:alg type="tx">
            <dgm:param type="txAnchorVert" val="t"/>
            <dgm:param type="parTxLTRAlign" val="l"/>
            <dgm:param type="shpTxLTRAlignCh" val="l"/>
            <dgm:param type="parTxRTLAlign" val="r"/>
            <dgm:param type="shpTxRTLAlignCh" val="r"/>
          </dgm:alg>
          <dgm:shape xmlns:r="http://schemas.openxmlformats.org/officeDocument/2006/relationships" type="rect" r:blip="">
            <dgm:adjLst/>
          </dgm:shape>
          <dgm:presOf axis="self" ptType="node"/>
          <dgm:constrLst>
            <dgm:constr type="lMarg"/>
            <dgm:constr type="rMarg"/>
            <dgm:constr type="tMarg"/>
            <dgm:constr type="bMarg"/>
          </dgm:constrLst>
          <dgm:ruleLst>
            <dgm:rule type="primFontSz" val="14" fact="NaN" max="NaN"/>
            <dgm:rule type="h" val="INF" fact="NaN" max="NaN"/>
          </dgm:ruleLst>
        </dgm:layoutNode>
        <dgm:layoutNode name="txSpace">
          <dgm:alg type="sp"/>
          <dgm:shape xmlns:r="http://schemas.openxmlformats.org/officeDocument/2006/relationships" r:blip="">
            <dgm:adjLst/>
          </dgm:shape>
          <dgm:presOf/>
          <dgm:constrLst/>
          <dgm:ruleLst/>
        </dgm:layoutNode>
        <dgm:layoutNode name="desTx" styleLbl="revTx">
          <dgm:varLst/>
          <dgm:alg type="tx">
            <dgm:param type="stBulletLvl" val="0"/>
            <dgm:param type="txAnchorVert" val="t"/>
            <dgm:param type="parTxLTRAlign" val="l"/>
            <dgm:param type="shpTxLTRAlignCh" val="l"/>
            <dgm:param type="parTxRTLAlign" val="r"/>
            <dgm:param type="shpTxRTLAlignCh" val="r"/>
          </dgm:alg>
          <dgm:shape xmlns:r="http://schemas.openxmlformats.org/officeDocument/2006/relationships" type="rect" r:blip="">
            <dgm:adjLst/>
          </dgm:shape>
          <dgm:presOf axis="des" ptType="node"/>
          <dgm:constrLst>
            <dgm:constr type="secFontSz" refType="primFontSz"/>
            <dgm:constr type="lMarg"/>
            <dgm:constr type="rMarg"/>
            <dgm:constr type="tMarg"/>
            <dgm:constr type="bMarg"/>
          </dgm:constrLst>
          <dgm:ruleLst>
            <dgm:rule type="primFontSz" val="NaN" fact="NaN" max="17"/>
            <dgm:rule type="h" val="INF" fact="NaN" max="NaN"/>
          </dgm:ruleLst>
        </dgm:layoutNode>
      </dgm:layoutNode>
      <dgm:forEach name="Name4" axis="followSib" ptType="sibTrans" cnt="1">
        <dgm:layoutNode name="sibTrans">
          <dgm:alg type="sp"/>
          <dgm:shape xmlns:r="http://schemas.openxmlformats.org/officeDocument/2006/relationships" r:blip="">
            <dgm:adjLst/>
          </dgm:shape>
          <dgm:presOf axis="self"/>
          <dgm:constrLst/>
          <dgm:ruleLst/>
        </dgm:layoutNode>
      </dgm:forEach>
    </dgm:forEach>
  </dgm:layoutNode>
  <dgm:extLst>
    <a:ext uri="{68A01E43-0DF5-4B5B-8FA6-DAF915123BFB}">
      <dgm1612:lstStyle xmlns:dgm1612="http://schemas.microsoft.com/office/drawing/2016/12/diagram">
        <a:lvl1pPr>
          <a:lnSpc>
            <a:spcPct val="100000"/>
          </a:lnSpc>
          <a:defRPr b="1"/>
        </a:lvl1pPr>
        <a:lvl2pPr>
          <a:lnSpc>
            <a:spcPct val="100000"/>
          </a:lnSpc>
        </a:lvl2pPr>
      </dgm1612:lstStyle>
    </a:ext>
  </dgm:extLst>
</dgm:layoutDef>
</file>

<file path=ppt/diagrams/layout105.xml><?xml version="1.0" encoding="utf-8"?>
<dgm:layoutDef xmlns:dgm="http://schemas.openxmlformats.org/drawingml/2006/diagram" xmlns:a="http://schemas.openxmlformats.org/drawingml/2006/main" uniqueId="urn:microsoft.com/office/officeart/2018/5/layout/CenteredIconLabelDescriptionList">
  <dgm:title val="Centered Icon Label Description List"/>
  <dgm:desc val="Use to show non-sequential or grouped chunks of information. The placeholder holds an icon or small picture, and corresponding text boxes show Level 1 and Level 2 text respectively. Works well for minimal Level 1 text accompanied by lengthier Level two text."/>
  <dgm:catLst>
    <dgm:cat type="icon" pri="500"/>
  </dgm:catLst>
  <dgm:sampData useDef="1">
    <dgm:dataModel>
      <dgm:ptLst/>
      <dgm:bg/>
      <dgm:whole/>
    </dgm:dataModel>
  </dgm:sampData>
  <dgm:styleData useDef="1">
    <dgm:dataModel>
      <dgm:ptLst/>
      <dgm:bg/>
      <dgm:whole/>
    </dgm:dataModel>
  </dgm:styleData>
  <dgm:clrData useDef="1">
    <dgm:dataModel>
      <dgm:ptLst/>
      <dgm:bg/>
      <dgm:whole/>
    </dgm:dataModel>
  </dgm:clrData>
  <dgm:layoutNode name="root">
    <dgm:varLst>
      <dgm:dir/>
      <dgm:resizeHandles val="exact"/>
    </dgm:varLst>
    <dgm:choose name="Name0">
      <dgm:if name="Name1" axis="self" func="var" arg="dir" op="equ" val="norm">
        <dgm:alg type="lin"/>
      </dgm:if>
      <dgm:else name="Name2">
        <dgm:alg type="lin">
          <dgm:param type="linDir" val="fromR"/>
        </dgm:alg>
      </dgm:else>
    </dgm:choose>
    <dgm:shape xmlns:r="http://schemas.openxmlformats.org/officeDocument/2006/relationships" r:blip="">
      <dgm:adjLst/>
    </dgm:shape>
    <dgm:presOf/>
    <dgm:constrLst>
      <dgm:constr type="h" for="ch" forName="compNode" refType="h" fact="0.45"/>
      <dgm:constr type="w" for="ch" forName="compNode" val="120"/>
      <dgm:constr type="w" for="ch" forName="sibTrans" refType="w" refFor="ch" refForName="compNode" fact="0.175"/>
      <dgm:constr type="primFontSz" for="des" forName="parTx" val="36"/>
      <dgm:constr type="primFontSz" for="des" forName="desTx" refType="primFontSz" refFor="des" refForName="parTx" op="lte" fact="0.75"/>
      <dgm:constr type="h" for="des" forName="compNode" op="equ"/>
      <dgm:constr type="h" for="des" forName="iconRect" op="equ"/>
      <dgm:constr type="w" for="des" forName="iconRect" op="equ"/>
      <dgm:constr type="h" for="des" forName="iconSpace" op="equ"/>
      <dgm:constr type="h" for="des" forName="parTx" op="equ"/>
      <dgm:constr type="h" for="des" forName="txSpace" op="equ"/>
      <dgm:constr type="h" for="des" forName="desTx" op="equ"/>
    </dgm:constrLst>
    <dgm:ruleLst>
      <dgm:rule type="w" for="ch" forName="compNode" val="0" fact="NaN" max="NaN"/>
    </dgm:ruleLst>
    <dgm:forEach name="Name3" axis="ch" ptType="node">
      <dgm:layoutNode name="compNode">
        <dgm:alg type="composite"/>
        <dgm:shape xmlns:r="http://schemas.openxmlformats.org/officeDocument/2006/relationships" r:blip="">
          <dgm:adjLst/>
        </dgm:shape>
        <dgm:presOf axis="self"/>
        <dgm:constrLst>
          <dgm:constr type="w" for="ch" forName="iconRect" refType="w" fact="0.35"/>
          <dgm:constr type="h" for="ch" forName="iconRect" refType="w" refFor="ch" refForName="iconRect"/>
          <dgm:constr type="ctrX" for="ch" forName="iconRect" refType="w" fact="0.5"/>
          <dgm:constr type="t" for="ch" forName="iconRect"/>
          <dgm:constr type="w" for="ch" forName="iconSpace" refType="w"/>
          <dgm:constr type="h" for="ch" forName="iconSpace" refType="h" fact="0.043"/>
          <dgm:constr type="l" for="ch" forName="iconSpace"/>
          <dgm:constr type="t" for="ch" forName="iconSpace" refType="b" refFor="ch" refForName="iconRect"/>
          <dgm:constr type="w" for="ch" forName="parTx" refType="w"/>
          <dgm:constr type="h" for="ch" forName="parTx" refType="w" fact="0.15"/>
          <dgm:constr type="l" for="ch" forName="parTx"/>
          <dgm:constr type="t" for="ch" forName="parTx" refType="b" refFor="ch" refForName="iconSpace"/>
          <dgm:constr type="h" for="ch" forName="txSpace" refType="h" fact="0.02"/>
          <dgm:constr type="w" for="ch" forName="txSpace" refType="w"/>
          <dgm:constr type="l" for="ch" forName="txSpace"/>
          <dgm:constr type="t" for="ch" forName="txSpace" refType="b" refFor="ch" refForName="parTx"/>
          <dgm:constr type="w" for="ch" forName="desTx" refType="w"/>
          <dgm:constr type="l" for="ch" forName="desTx"/>
          <dgm:constr type="t" for="ch" forName="desTx" refType="b" refFor="ch" refForName="txSpace"/>
        </dgm:constrLst>
        <dgm:ruleLst>
          <dgm:rule type="h" val="INF" fact="NaN" max="NaN"/>
        </dgm:ruleLst>
        <dgm:layoutNode name="iconRect" styleLbl="node1">
          <dgm:alg type="sp"/>
          <dgm:shape xmlns:r="http://schemas.openxmlformats.org/officeDocument/2006/relationships" type="rect" r:blip="" blipPhldr="1">
            <dgm:adjLst/>
          </dgm:shape>
          <dgm:presOf/>
          <dgm:constrLst/>
          <dgm:ruleLst/>
        </dgm:layoutNode>
        <dgm:layoutNode name="iconSpace">
          <dgm:alg type="sp"/>
          <dgm:shape xmlns:r="http://schemas.openxmlformats.org/officeDocument/2006/relationships" r:blip="">
            <dgm:adjLst/>
          </dgm:shape>
          <dgm:presOf/>
          <dgm:constrLst/>
          <dgm:ruleLst/>
        </dgm:layoutNode>
        <dgm:layoutNode name="parTx" styleLbl="revTx">
          <dgm:varLst>
            <dgm:chMax val="0"/>
            <dgm:chPref val="0"/>
          </dgm:varLst>
          <dgm:alg type="tx">
            <dgm:param type="txAnchorVert" val="t"/>
          </dgm:alg>
          <dgm:shape xmlns:r="http://schemas.openxmlformats.org/officeDocument/2006/relationships" type="rect" r:blip="">
            <dgm:adjLst/>
          </dgm:shape>
          <dgm:presOf axis="self" ptType="node"/>
          <dgm:constrLst>
            <dgm:constr type="lMarg"/>
            <dgm:constr type="rMarg"/>
            <dgm:constr type="tMarg"/>
            <dgm:constr type="bMarg"/>
          </dgm:constrLst>
          <dgm:ruleLst>
            <dgm:rule type="primFontSz" val="14" fact="NaN" max="NaN"/>
            <dgm:rule type="h" val="INF" fact="NaN" max="NaN"/>
          </dgm:ruleLst>
        </dgm:layoutNode>
        <dgm:layoutNode name="txSpace">
          <dgm:alg type="sp"/>
          <dgm:shape xmlns:r="http://schemas.openxmlformats.org/officeDocument/2006/relationships" r:blip="">
            <dgm:adjLst/>
          </dgm:shape>
          <dgm:presOf/>
          <dgm:constrLst/>
          <dgm:ruleLst/>
        </dgm:layoutNode>
        <dgm:layoutNode name="desTx" styleLbl="revTx">
          <dgm:varLst/>
          <dgm:alg type="tx">
            <dgm:param type="stBulletLvl" val="0"/>
            <dgm:param type="txAnchorVert" val="t"/>
          </dgm:alg>
          <dgm:shape xmlns:r="http://schemas.openxmlformats.org/officeDocument/2006/relationships" type="rect" r:blip="">
            <dgm:adjLst/>
          </dgm:shape>
          <dgm:presOf axis="des" ptType="node"/>
          <dgm:constrLst>
            <dgm:constr type="secFontSz" refType="primFontSz"/>
            <dgm:constr type="lMarg"/>
            <dgm:constr type="rMarg"/>
            <dgm:constr type="tMarg"/>
            <dgm:constr type="bMarg"/>
          </dgm:constrLst>
          <dgm:ruleLst>
            <dgm:rule type="primFontSz" val="NaN" fact="NaN" max="17"/>
            <dgm:rule type="h" val="INF" fact="NaN" max="NaN"/>
          </dgm:ruleLst>
        </dgm:layoutNode>
      </dgm:layoutNode>
      <dgm:forEach name="Name4" axis="followSib" ptType="sibTrans" cnt="1">
        <dgm:layoutNode name="sibTrans">
          <dgm:alg type="sp"/>
          <dgm:shape xmlns:r="http://schemas.openxmlformats.org/officeDocument/2006/relationships" r:blip="">
            <dgm:adjLst/>
          </dgm:shape>
          <dgm:presOf axis="self"/>
          <dgm:constrLst/>
          <dgm:ruleLst/>
        </dgm:layoutNode>
      </dgm:forEach>
    </dgm:forEach>
  </dgm:layoutNode>
  <dgm:extLst>
    <a:ext uri="{68A01E43-0DF5-4B5B-8FA6-DAF915123BFB}">
      <dgm1612:lstStyle xmlns:dgm1612="http://schemas.microsoft.com/office/drawing/2016/12/diagram">
        <a:lvl1pPr>
          <a:lnSpc>
            <a:spcPct val="100000"/>
          </a:lnSpc>
          <a:defRPr b="1"/>
        </a:lvl1pPr>
        <a:lvl2pPr>
          <a:lnSpc>
            <a:spcPct val="100000"/>
          </a:lnSpc>
        </a:lvl2pPr>
      </dgm1612:lstStyle>
    </a:ext>
  </dgm:extLst>
</dgm:layoutDef>
</file>

<file path=ppt/diagrams/layout106.xml><?xml version="1.0" encoding="utf-8"?>
<dgm:layoutDef xmlns:dgm="http://schemas.openxmlformats.org/drawingml/2006/diagram" xmlns:a="http://schemas.openxmlformats.org/drawingml/2006/main" uniqueId="urn:microsoft.com/office/officeart/2018/5/layout/CenteredIconLabelDescriptionList">
  <dgm:title val="Centered Icon Label Description List"/>
  <dgm:desc val="Use to show non-sequential or grouped chunks of information. The placeholder holds an icon or small picture, and corresponding text boxes show Level 1 and Level 2 text respectively. Works well for minimal Level 1 text accompanied by lengthier Level two text."/>
  <dgm:catLst>
    <dgm:cat type="icon" pri="500"/>
  </dgm:catLst>
  <dgm:sampData useDef="1">
    <dgm:dataModel>
      <dgm:ptLst/>
      <dgm:bg/>
      <dgm:whole/>
    </dgm:dataModel>
  </dgm:sampData>
  <dgm:styleData useDef="1">
    <dgm:dataModel>
      <dgm:ptLst/>
      <dgm:bg/>
      <dgm:whole/>
    </dgm:dataModel>
  </dgm:styleData>
  <dgm:clrData useDef="1">
    <dgm:dataModel>
      <dgm:ptLst/>
      <dgm:bg/>
      <dgm:whole/>
    </dgm:dataModel>
  </dgm:clrData>
  <dgm:layoutNode name="root">
    <dgm:varLst>
      <dgm:dir/>
      <dgm:resizeHandles val="exact"/>
    </dgm:varLst>
    <dgm:choose name="Name0">
      <dgm:if name="Name1" axis="self" func="var" arg="dir" op="equ" val="norm">
        <dgm:alg type="lin"/>
      </dgm:if>
      <dgm:else name="Name2">
        <dgm:alg type="lin">
          <dgm:param type="linDir" val="fromR"/>
        </dgm:alg>
      </dgm:else>
    </dgm:choose>
    <dgm:shape xmlns:r="http://schemas.openxmlformats.org/officeDocument/2006/relationships" r:blip="">
      <dgm:adjLst/>
    </dgm:shape>
    <dgm:presOf/>
    <dgm:constrLst>
      <dgm:constr type="h" for="ch" forName="compNode" refType="h" fact="0.45"/>
      <dgm:constr type="w" for="ch" forName="compNode" val="120"/>
      <dgm:constr type="w" for="ch" forName="sibTrans" refType="w" refFor="ch" refForName="compNode" fact="0.175"/>
      <dgm:constr type="primFontSz" for="des" forName="parTx" val="36"/>
      <dgm:constr type="primFontSz" for="des" forName="desTx" refType="primFontSz" refFor="des" refForName="parTx" op="lte" fact="0.75"/>
      <dgm:constr type="h" for="des" forName="compNode" op="equ"/>
      <dgm:constr type="h" for="des" forName="iconRect" op="equ"/>
      <dgm:constr type="w" for="des" forName="iconRect" op="equ"/>
      <dgm:constr type="h" for="des" forName="iconSpace" op="equ"/>
      <dgm:constr type="h" for="des" forName="parTx" op="equ"/>
      <dgm:constr type="h" for="des" forName="txSpace" op="equ"/>
      <dgm:constr type="h" for="des" forName="desTx" op="equ"/>
    </dgm:constrLst>
    <dgm:ruleLst>
      <dgm:rule type="w" for="ch" forName="compNode" val="0" fact="NaN" max="NaN"/>
    </dgm:ruleLst>
    <dgm:forEach name="Name3" axis="ch" ptType="node">
      <dgm:layoutNode name="compNode">
        <dgm:alg type="composite"/>
        <dgm:shape xmlns:r="http://schemas.openxmlformats.org/officeDocument/2006/relationships" r:blip="">
          <dgm:adjLst/>
        </dgm:shape>
        <dgm:presOf axis="self"/>
        <dgm:constrLst>
          <dgm:constr type="w" for="ch" forName="iconRect" refType="w" fact="0.35"/>
          <dgm:constr type="h" for="ch" forName="iconRect" refType="w" refFor="ch" refForName="iconRect"/>
          <dgm:constr type="ctrX" for="ch" forName="iconRect" refType="w" fact="0.5"/>
          <dgm:constr type="t" for="ch" forName="iconRect"/>
          <dgm:constr type="w" for="ch" forName="iconSpace" refType="w"/>
          <dgm:constr type="h" for="ch" forName="iconSpace" refType="h" fact="0.043"/>
          <dgm:constr type="l" for="ch" forName="iconSpace"/>
          <dgm:constr type="t" for="ch" forName="iconSpace" refType="b" refFor="ch" refForName="iconRect"/>
          <dgm:constr type="w" for="ch" forName="parTx" refType="w"/>
          <dgm:constr type="h" for="ch" forName="parTx" refType="w" fact="0.15"/>
          <dgm:constr type="l" for="ch" forName="parTx"/>
          <dgm:constr type="t" for="ch" forName="parTx" refType="b" refFor="ch" refForName="iconSpace"/>
          <dgm:constr type="h" for="ch" forName="txSpace" refType="h" fact="0.02"/>
          <dgm:constr type="w" for="ch" forName="txSpace" refType="w"/>
          <dgm:constr type="l" for="ch" forName="txSpace"/>
          <dgm:constr type="t" for="ch" forName="txSpace" refType="b" refFor="ch" refForName="parTx"/>
          <dgm:constr type="w" for="ch" forName="desTx" refType="w"/>
          <dgm:constr type="l" for="ch" forName="desTx"/>
          <dgm:constr type="t" for="ch" forName="desTx" refType="b" refFor="ch" refForName="txSpace"/>
        </dgm:constrLst>
        <dgm:ruleLst>
          <dgm:rule type="h" val="INF" fact="NaN" max="NaN"/>
        </dgm:ruleLst>
        <dgm:layoutNode name="iconRect" styleLbl="node1">
          <dgm:alg type="sp"/>
          <dgm:shape xmlns:r="http://schemas.openxmlformats.org/officeDocument/2006/relationships" type="rect" r:blip="" blipPhldr="1">
            <dgm:adjLst/>
          </dgm:shape>
          <dgm:presOf/>
          <dgm:constrLst/>
          <dgm:ruleLst/>
        </dgm:layoutNode>
        <dgm:layoutNode name="iconSpace">
          <dgm:alg type="sp"/>
          <dgm:shape xmlns:r="http://schemas.openxmlformats.org/officeDocument/2006/relationships" r:blip="">
            <dgm:adjLst/>
          </dgm:shape>
          <dgm:presOf/>
          <dgm:constrLst/>
          <dgm:ruleLst/>
        </dgm:layoutNode>
        <dgm:layoutNode name="parTx" styleLbl="revTx">
          <dgm:varLst>
            <dgm:chMax val="0"/>
            <dgm:chPref val="0"/>
          </dgm:varLst>
          <dgm:alg type="tx">
            <dgm:param type="txAnchorVert" val="t"/>
          </dgm:alg>
          <dgm:shape xmlns:r="http://schemas.openxmlformats.org/officeDocument/2006/relationships" type="rect" r:blip="">
            <dgm:adjLst/>
          </dgm:shape>
          <dgm:presOf axis="self" ptType="node"/>
          <dgm:constrLst>
            <dgm:constr type="lMarg"/>
            <dgm:constr type="rMarg"/>
            <dgm:constr type="tMarg"/>
            <dgm:constr type="bMarg"/>
          </dgm:constrLst>
          <dgm:ruleLst>
            <dgm:rule type="primFontSz" val="14" fact="NaN" max="NaN"/>
            <dgm:rule type="h" val="INF" fact="NaN" max="NaN"/>
          </dgm:ruleLst>
        </dgm:layoutNode>
        <dgm:layoutNode name="txSpace">
          <dgm:alg type="sp"/>
          <dgm:shape xmlns:r="http://schemas.openxmlformats.org/officeDocument/2006/relationships" r:blip="">
            <dgm:adjLst/>
          </dgm:shape>
          <dgm:presOf/>
          <dgm:constrLst/>
          <dgm:ruleLst/>
        </dgm:layoutNode>
        <dgm:layoutNode name="desTx" styleLbl="revTx">
          <dgm:varLst/>
          <dgm:alg type="tx">
            <dgm:param type="stBulletLvl" val="0"/>
            <dgm:param type="txAnchorVert" val="t"/>
          </dgm:alg>
          <dgm:shape xmlns:r="http://schemas.openxmlformats.org/officeDocument/2006/relationships" type="rect" r:blip="">
            <dgm:adjLst/>
          </dgm:shape>
          <dgm:presOf axis="des" ptType="node"/>
          <dgm:constrLst>
            <dgm:constr type="secFontSz" refType="primFontSz"/>
            <dgm:constr type="lMarg"/>
            <dgm:constr type="rMarg"/>
            <dgm:constr type="tMarg"/>
            <dgm:constr type="bMarg"/>
          </dgm:constrLst>
          <dgm:ruleLst>
            <dgm:rule type="primFontSz" val="NaN" fact="NaN" max="17"/>
            <dgm:rule type="h" val="INF" fact="NaN" max="NaN"/>
          </dgm:ruleLst>
        </dgm:layoutNode>
      </dgm:layoutNode>
      <dgm:forEach name="Name4" axis="followSib" ptType="sibTrans" cnt="1">
        <dgm:layoutNode name="sibTrans">
          <dgm:alg type="sp"/>
          <dgm:shape xmlns:r="http://schemas.openxmlformats.org/officeDocument/2006/relationships" r:blip="">
            <dgm:adjLst/>
          </dgm:shape>
          <dgm:presOf axis="self"/>
          <dgm:constrLst/>
          <dgm:ruleLst/>
        </dgm:layoutNode>
      </dgm:forEach>
    </dgm:forEach>
  </dgm:layoutNode>
  <dgm:extLst>
    <a:ext uri="{68A01E43-0DF5-4B5B-8FA6-DAF915123BFB}">
      <dgm1612:lstStyle xmlns:dgm1612="http://schemas.microsoft.com/office/drawing/2016/12/diagram">
        <a:lvl1pPr>
          <a:lnSpc>
            <a:spcPct val="100000"/>
          </a:lnSpc>
          <a:defRPr b="1"/>
        </a:lvl1pPr>
        <a:lvl2pPr>
          <a:lnSpc>
            <a:spcPct val="100000"/>
          </a:lnSpc>
        </a:lvl2pPr>
      </dgm1612:lstStyle>
    </a:ext>
  </dgm:extLst>
</dgm:layoutDef>
</file>

<file path=ppt/diagrams/layout107.xml><?xml version="1.0" encoding="utf-8"?>
<dgm:layoutDef xmlns:dgm="http://schemas.openxmlformats.org/drawingml/2006/diagram" xmlns:a="http://schemas.openxmlformats.org/drawingml/2006/main" uniqueId="urn:microsoft.com/office/officeart/2018/5/layout/CenteredIconLabelDescriptionList">
  <dgm:title val="Centered Icon Label Description List"/>
  <dgm:desc val="Use to show non-sequential or grouped chunks of information. The placeholder holds an icon or small picture, and corresponding text boxes show Level 1 and Level 2 text respectively. Works well for minimal Level 1 text accompanied by lengthier Level two text."/>
  <dgm:catLst>
    <dgm:cat type="icon" pri="500"/>
  </dgm:catLst>
  <dgm:sampData useDef="1">
    <dgm:dataModel>
      <dgm:ptLst/>
      <dgm:bg/>
      <dgm:whole/>
    </dgm:dataModel>
  </dgm:sampData>
  <dgm:styleData useDef="1">
    <dgm:dataModel>
      <dgm:ptLst/>
      <dgm:bg/>
      <dgm:whole/>
    </dgm:dataModel>
  </dgm:styleData>
  <dgm:clrData useDef="1">
    <dgm:dataModel>
      <dgm:ptLst/>
      <dgm:bg/>
      <dgm:whole/>
    </dgm:dataModel>
  </dgm:clrData>
  <dgm:layoutNode name="root">
    <dgm:varLst>
      <dgm:dir/>
      <dgm:resizeHandles val="exact"/>
    </dgm:varLst>
    <dgm:choose name="Name0">
      <dgm:if name="Name1" axis="self" func="var" arg="dir" op="equ" val="norm">
        <dgm:alg type="lin"/>
      </dgm:if>
      <dgm:else name="Name2">
        <dgm:alg type="lin">
          <dgm:param type="linDir" val="fromR"/>
        </dgm:alg>
      </dgm:else>
    </dgm:choose>
    <dgm:shape xmlns:r="http://schemas.openxmlformats.org/officeDocument/2006/relationships" r:blip="">
      <dgm:adjLst/>
    </dgm:shape>
    <dgm:presOf/>
    <dgm:constrLst>
      <dgm:constr type="h" for="ch" forName="compNode" refType="h" fact="0.45"/>
      <dgm:constr type="w" for="ch" forName="compNode" val="120"/>
      <dgm:constr type="w" for="ch" forName="sibTrans" refType="w" refFor="ch" refForName="compNode" fact="0.175"/>
      <dgm:constr type="primFontSz" for="des" forName="parTx" val="36"/>
      <dgm:constr type="primFontSz" for="des" forName="desTx" refType="primFontSz" refFor="des" refForName="parTx" op="lte" fact="0.75"/>
      <dgm:constr type="h" for="des" forName="compNode" op="equ"/>
      <dgm:constr type="h" for="des" forName="iconRect" op="equ"/>
      <dgm:constr type="w" for="des" forName="iconRect" op="equ"/>
      <dgm:constr type="h" for="des" forName="iconSpace" op="equ"/>
      <dgm:constr type="h" for="des" forName="parTx" op="equ"/>
      <dgm:constr type="h" for="des" forName="txSpace" op="equ"/>
      <dgm:constr type="h" for="des" forName="desTx" op="equ"/>
    </dgm:constrLst>
    <dgm:ruleLst>
      <dgm:rule type="w" for="ch" forName="compNode" val="0" fact="NaN" max="NaN"/>
    </dgm:ruleLst>
    <dgm:forEach name="Name3" axis="ch" ptType="node">
      <dgm:layoutNode name="compNode">
        <dgm:alg type="composite"/>
        <dgm:shape xmlns:r="http://schemas.openxmlformats.org/officeDocument/2006/relationships" r:blip="">
          <dgm:adjLst/>
        </dgm:shape>
        <dgm:presOf axis="self"/>
        <dgm:constrLst>
          <dgm:constr type="w" for="ch" forName="iconRect" refType="w" fact="0.35"/>
          <dgm:constr type="h" for="ch" forName="iconRect" refType="w" refFor="ch" refForName="iconRect"/>
          <dgm:constr type="ctrX" for="ch" forName="iconRect" refType="w" fact="0.5"/>
          <dgm:constr type="t" for="ch" forName="iconRect"/>
          <dgm:constr type="w" for="ch" forName="iconSpace" refType="w"/>
          <dgm:constr type="h" for="ch" forName="iconSpace" refType="h" fact="0.043"/>
          <dgm:constr type="l" for="ch" forName="iconSpace"/>
          <dgm:constr type="t" for="ch" forName="iconSpace" refType="b" refFor="ch" refForName="iconRect"/>
          <dgm:constr type="w" for="ch" forName="parTx" refType="w"/>
          <dgm:constr type="h" for="ch" forName="parTx" refType="w" fact="0.15"/>
          <dgm:constr type="l" for="ch" forName="parTx"/>
          <dgm:constr type="t" for="ch" forName="parTx" refType="b" refFor="ch" refForName="iconSpace"/>
          <dgm:constr type="h" for="ch" forName="txSpace" refType="h" fact="0.02"/>
          <dgm:constr type="w" for="ch" forName="txSpace" refType="w"/>
          <dgm:constr type="l" for="ch" forName="txSpace"/>
          <dgm:constr type="t" for="ch" forName="txSpace" refType="b" refFor="ch" refForName="parTx"/>
          <dgm:constr type="w" for="ch" forName="desTx" refType="w"/>
          <dgm:constr type="l" for="ch" forName="desTx"/>
          <dgm:constr type="t" for="ch" forName="desTx" refType="b" refFor="ch" refForName="txSpace"/>
        </dgm:constrLst>
        <dgm:ruleLst>
          <dgm:rule type="h" val="INF" fact="NaN" max="NaN"/>
        </dgm:ruleLst>
        <dgm:layoutNode name="iconRect" styleLbl="node1">
          <dgm:alg type="sp"/>
          <dgm:shape xmlns:r="http://schemas.openxmlformats.org/officeDocument/2006/relationships" type="rect" r:blip="" blipPhldr="1">
            <dgm:adjLst/>
          </dgm:shape>
          <dgm:presOf/>
          <dgm:constrLst/>
          <dgm:ruleLst/>
        </dgm:layoutNode>
        <dgm:layoutNode name="iconSpace">
          <dgm:alg type="sp"/>
          <dgm:shape xmlns:r="http://schemas.openxmlformats.org/officeDocument/2006/relationships" r:blip="">
            <dgm:adjLst/>
          </dgm:shape>
          <dgm:presOf/>
          <dgm:constrLst/>
          <dgm:ruleLst/>
        </dgm:layoutNode>
        <dgm:layoutNode name="parTx" styleLbl="revTx">
          <dgm:varLst>
            <dgm:chMax val="0"/>
            <dgm:chPref val="0"/>
          </dgm:varLst>
          <dgm:alg type="tx">
            <dgm:param type="txAnchorVert" val="t"/>
          </dgm:alg>
          <dgm:shape xmlns:r="http://schemas.openxmlformats.org/officeDocument/2006/relationships" type="rect" r:blip="">
            <dgm:adjLst/>
          </dgm:shape>
          <dgm:presOf axis="self" ptType="node"/>
          <dgm:constrLst>
            <dgm:constr type="lMarg"/>
            <dgm:constr type="rMarg"/>
            <dgm:constr type="tMarg"/>
            <dgm:constr type="bMarg"/>
          </dgm:constrLst>
          <dgm:ruleLst>
            <dgm:rule type="primFontSz" val="14" fact="NaN" max="NaN"/>
            <dgm:rule type="h" val="INF" fact="NaN" max="NaN"/>
          </dgm:ruleLst>
        </dgm:layoutNode>
        <dgm:layoutNode name="txSpace">
          <dgm:alg type="sp"/>
          <dgm:shape xmlns:r="http://schemas.openxmlformats.org/officeDocument/2006/relationships" r:blip="">
            <dgm:adjLst/>
          </dgm:shape>
          <dgm:presOf/>
          <dgm:constrLst/>
          <dgm:ruleLst/>
        </dgm:layoutNode>
        <dgm:layoutNode name="desTx" styleLbl="revTx">
          <dgm:varLst/>
          <dgm:alg type="tx">
            <dgm:param type="stBulletLvl" val="0"/>
            <dgm:param type="txAnchorVert" val="t"/>
          </dgm:alg>
          <dgm:shape xmlns:r="http://schemas.openxmlformats.org/officeDocument/2006/relationships" type="rect" r:blip="">
            <dgm:adjLst/>
          </dgm:shape>
          <dgm:presOf axis="des" ptType="node"/>
          <dgm:constrLst>
            <dgm:constr type="secFontSz" refType="primFontSz"/>
            <dgm:constr type="lMarg"/>
            <dgm:constr type="rMarg"/>
            <dgm:constr type="tMarg"/>
            <dgm:constr type="bMarg"/>
          </dgm:constrLst>
          <dgm:ruleLst>
            <dgm:rule type="primFontSz" val="NaN" fact="NaN" max="17"/>
            <dgm:rule type="h" val="INF" fact="NaN" max="NaN"/>
          </dgm:ruleLst>
        </dgm:layoutNode>
      </dgm:layoutNode>
      <dgm:forEach name="Name4" axis="followSib" ptType="sibTrans" cnt="1">
        <dgm:layoutNode name="sibTrans">
          <dgm:alg type="sp"/>
          <dgm:shape xmlns:r="http://schemas.openxmlformats.org/officeDocument/2006/relationships" r:blip="">
            <dgm:adjLst/>
          </dgm:shape>
          <dgm:presOf axis="self"/>
          <dgm:constrLst/>
          <dgm:ruleLst/>
        </dgm:layoutNode>
      </dgm:forEach>
    </dgm:forEach>
  </dgm:layoutNode>
  <dgm:extLst>
    <a:ext uri="{68A01E43-0DF5-4B5B-8FA6-DAF915123BFB}">
      <dgm1612:lstStyle xmlns:dgm1612="http://schemas.microsoft.com/office/drawing/2016/12/diagram">
        <a:lvl1pPr>
          <a:lnSpc>
            <a:spcPct val="100000"/>
          </a:lnSpc>
          <a:defRPr b="1"/>
        </a:lvl1pPr>
        <a:lvl2pPr>
          <a:lnSpc>
            <a:spcPct val="100000"/>
          </a:lnSpc>
        </a:lvl2pPr>
      </dgm1612:lstStyle>
    </a:ext>
  </dgm:extLst>
</dgm:layoutDef>
</file>

<file path=ppt/diagrams/layout108.xml><?xml version="1.0" encoding="utf-8"?>
<dgm:layoutDef xmlns:dgm="http://schemas.openxmlformats.org/drawingml/2006/diagram" xmlns:a="http://schemas.openxmlformats.org/drawingml/2006/main" uniqueId="urn:microsoft.com/office/officeart/2018/5/layout/CenteredIconLabelDescriptionList">
  <dgm:title val="Centered Icon Label Description List"/>
  <dgm:desc val="Use to show non-sequential or grouped chunks of information. The placeholder holds an icon or small picture, and corresponding text boxes show Level 1 and Level 2 text respectively. Works well for minimal Level 1 text accompanied by lengthier Level two text."/>
  <dgm:catLst>
    <dgm:cat type="icon" pri="500"/>
  </dgm:catLst>
  <dgm:sampData useDef="1">
    <dgm:dataModel>
      <dgm:ptLst/>
      <dgm:bg/>
      <dgm:whole/>
    </dgm:dataModel>
  </dgm:sampData>
  <dgm:styleData useDef="1">
    <dgm:dataModel>
      <dgm:ptLst/>
      <dgm:bg/>
      <dgm:whole/>
    </dgm:dataModel>
  </dgm:styleData>
  <dgm:clrData useDef="1">
    <dgm:dataModel>
      <dgm:ptLst/>
      <dgm:bg/>
      <dgm:whole/>
    </dgm:dataModel>
  </dgm:clrData>
  <dgm:layoutNode name="root">
    <dgm:varLst>
      <dgm:dir/>
      <dgm:resizeHandles val="exact"/>
    </dgm:varLst>
    <dgm:choose name="Name0">
      <dgm:if name="Name1" axis="self" func="var" arg="dir" op="equ" val="norm">
        <dgm:alg type="lin"/>
      </dgm:if>
      <dgm:else name="Name2">
        <dgm:alg type="lin">
          <dgm:param type="linDir" val="fromR"/>
        </dgm:alg>
      </dgm:else>
    </dgm:choose>
    <dgm:shape xmlns:r="http://schemas.openxmlformats.org/officeDocument/2006/relationships" r:blip="">
      <dgm:adjLst/>
    </dgm:shape>
    <dgm:presOf/>
    <dgm:constrLst>
      <dgm:constr type="h" for="ch" forName="compNode" refType="h" fact="0.45"/>
      <dgm:constr type="w" for="ch" forName="compNode" val="120"/>
      <dgm:constr type="w" for="ch" forName="sibTrans" refType="w" refFor="ch" refForName="compNode" fact="0.175"/>
      <dgm:constr type="primFontSz" for="des" forName="parTx" val="36"/>
      <dgm:constr type="primFontSz" for="des" forName="desTx" refType="primFontSz" refFor="des" refForName="parTx" op="lte" fact="0.75"/>
      <dgm:constr type="h" for="des" forName="compNode" op="equ"/>
      <dgm:constr type="h" for="des" forName="iconRect" op="equ"/>
      <dgm:constr type="w" for="des" forName="iconRect" op="equ"/>
      <dgm:constr type="h" for="des" forName="iconSpace" op="equ"/>
      <dgm:constr type="h" for="des" forName="parTx" op="equ"/>
      <dgm:constr type="h" for="des" forName="txSpace" op="equ"/>
      <dgm:constr type="h" for="des" forName="desTx" op="equ"/>
    </dgm:constrLst>
    <dgm:ruleLst>
      <dgm:rule type="w" for="ch" forName="compNode" val="0" fact="NaN" max="NaN"/>
    </dgm:ruleLst>
    <dgm:forEach name="Name3" axis="ch" ptType="node">
      <dgm:layoutNode name="compNode">
        <dgm:alg type="composite"/>
        <dgm:shape xmlns:r="http://schemas.openxmlformats.org/officeDocument/2006/relationships" r:blip="">
          <dgm:adjLst/>
        </dgm:shape>
        <dgm:presOf axis="self"/>
        <dgm:constrLst>
          <dgm:constr type="w" for="ch" forName="iconRect" refType="w" fact="0.35"/>
          <dgm:constr type="h" for="ch" forName="iconRect" refType="w" refFor="ch" refForName="iconRect"/>
          <dgm:constr type="ctrX" for="ch" forName="iconRect" refType="w" fact="0.5"/>
          <dgm:constr type="t" for="ch" forName="iconRect"/>
          <dgm:constr type="w" for="ch" forName="iconSpace" refType="w"/>
          <dgm:constr type="h" for="ch" forName="iconSpace" refType="h" fact="0.043"/>
          <dgm:constr type="l" for="ch" forName="iconSpace"/>
          <dgm:constr type="t" for="ch" forName="iconSpace" refType="b" refFor="ch" refForName="iconRect"/>
          <dgm:constr type="w" for="ch" forName="parTx" refType="w"/>
          <dgm:constr type="h" for="ch" forName="parTx" refType="w" fact="0.15"/>
          <dgm:constr type="l" for="ch" forName="parTx"/>
          <dgm:constr type="t" for="ch" forName="parTx" refType="b" refFor="ch" refForName="iconSpace"/>
          <dgm:constr type="h" for="ch" forName="txSpace" refType="h" fact="0.02"/>
          <dgm:constr type="w" for="ch" forName="txSpace" refType="w"/>
          <dgm:constr type="l" for="ch" forName="txSpace"/>
          <dgm:constr type="t" for="ch" forName="txSpace" refType="b" refFor="ch" refForName="parTx"/>
          <dgm:constr type="w" for="ch" forName="desTx" refType="w"/>
          <dgm:constr type="l" for="ch" forName="desTx"/>
          <dgm:constr type="t" for="ch" forName="desTx" refType="b" refFor="ch" refForName="txSpace"/>
        </dgm:constrLst>
        <dgm:ruleLst>
          <dgm:rule type="h" val="INF" fact="NaN" max="NaN"/>
        </dgm:ruleLst>
        <dgm:layoutNode name="iconRect" styleLbl="node1">
          <dgm:alg type="sp"/>
          <dgm:shape xmlns:r="http://schemas.openxmlformats.org/officeDocument/2006/relationships" type="rect" r:blip="" blipPhldr="1">
            <dgm:adjLst/>
          </dgm:shape>
          <dgm:presOf/>
          <dgm:constrLst/>
          <dgm:ruleLst/>
        </dgm:layoutNode>
        <dgm:layoutNode name="iconSpace">
          <dgm:alg type="sp"/>
          <dgm:shape xmlns:r="http://schemas.openxmlformats.org/officeDocument/2006/relationships" r:blip="">
            <dgm:adjLst/>
          </dgm:shape>
          <dgm:presOf/>
          <dgm:constrLst/>
          <dgm:ruleLst/>
        </dgm:layoutNode>
        <dgm:layoutNode name="parTx" styleLbl="revTx">
          <dgm:varLst>
            <dgm:chMax val="0"/>
            <dgm:chPref val="0"/>
          </dgm:varLst>
          <dgm:alg type="tx">
            <dgm:param type="txAnchorVert" val="t"/>
          </dgm:alg>
          <dgm:shape xmlns:r="http://schemas.openxmlformats.org/officeDocument/2006/relationships" type="rect" r:blip="">
            <dgm:adjLst/>
          </dgm:shape>
          <dgm:presOf axis="self" ptType="node"/>
          <dgm:constrLst>
            <dgm:constr type="lMarg"/>
            <dgm:constr type="rMarg"/>
            <dgm:constr type="tMarg"/>
            <dgm:constr type="bMarg"/>
          </dgm:constrLst>
          <dgm:ruleLst>
            <dgm:rule type="primFontSz" val="14" fact="NaN" max="NaN"/>
            <dgm:rule type="h" val="INF" fact="NaN" max="NaN"/>
          </dgm:ruleLst>
        </dgm:layoutNode>
        <dgm:layoutNode name="txSpace">
          <dgm:alg type="sp"/>
          <dgm:shape xmlns:r="http://schemas.openxmlformats.org/officeDocument/2006/relationships" r:blip="">
            <dgm:adjLst/>
          </dgm:shape>
          <dgm:presOf/>
          <dgm:constrLst/>
          <dgm:ruleLst/>
        </dgm:layoutNode>
        <dgm:layoutNode name="desTx" styleLbl="revTx">
          <dgm:varLst/>
          <dgm:alg type="tx">
            <dgm:param type="stBulletLvl" val="0"/>
            <dgm:param type="txAnchorVert" val="t"/>
          </dgm:alg>
          <dgm:shape xmlns:r="http://schemas.openxmlformats.org/officeDocument/2006/relationships" type="rect" r:blip="">
            <dgm:adjLst/>
          </dgm:shape>
          <dgm:presOf axis="des" ptType="node"/>
          <dgm:constrLst>
            <dgm:constr type="secFontSz" refType="primFontSz"/>
            <dgm:constr type="lMarg"/>
            <dgm:constr type="rMarg"/>
            <dgm:constr type="tMarg"/>
            <dgm:constr type="bMarg"/>
          </dgm:constrLst>
          <dgm:ruleLst>
            <dgm:rule type="primFontSz" val="NaN" fact="NaN" max="17"/>
            <dgm:rule type="h" val="INF" fact="NaN" max="NaN"/>
          </dgm:ruleLst>
        </dgm:layoutNode>
      </dgm:layoutNode>
      <dgm:forEach name="Name4" axis="followSib" ptType="sibTrans" cnt="1">
        <dgm:layoutNode name="sibTrans">
          <dgm:alg type="sp"/>
          <dgm:shape xmlns:r="http://schemas.openxmlformats.org/officeDocument/2006/relationships" r:blip="">
            <dgm:adjLst/>
          </dgm:shape>
          <dgm:presOf axis="self"/>
          <dgm:constrLst/>
          <dgm:ruleLst/>
        </dgm:layoutNode>
      </dgm:forEach>
    </dgm:forEach>
  </dgm:layoutNode>
  <dgm:extLst>
    <a:ext uri="{68A01E43-0DF5-4B5B-8FA6-DAF915123BFB}">
      <dgm1612:lstStyle xmlns:dgm1612="http://schemas.microsoft.com/office/drawing/2016/12/diagram">
        <a:lvl1pPr>
          <a:lnSpc>
            <a:spcPct val="100000"/>
          </a:lnSpc>
          <a:defRPr b="1"/>
        </a:lvl1pPr>
        <a:lvl2pPr>
          <a:lnSpc>
            <a:spcPct val="100000"/>
          </a:lnSpc>
        </a:lvl2pPr>
      </dgm1612:lstStyle>
    </a:ext>
  </dgm:extLst>
</dgm:layoutDef>
</file>

<file path=ppt/diagrams/layout109.xml><?xml version="1.0" encoding="utf-8"?>
<dgm:layoutDef xmlns:dgm="http://schemas.openxmlformats.org/drawingml/2006/diagram" xmlns:a="http://schemas.openxmlformats.org/drawingml/2006/main" uniqueId="urn:microsoft.com/office/officeart/2018/5/layout/CenteredIconLabelDescriptionList">
  <dgm:title val="Centered Icon Label Description List"/>
  <dgm:desc val="Use to show non-sequential or grouped chunks of information. The placeholder holds an icon or small picture, and corresponding text boxes show Level 1 and Level 2 text respectively. Works well for minimal Level 1 text accompanied by lengthier Level two text."/>
  <dgm:catLst>
    <dgm:cat type="icon" pri="500"/>
  </dgm:catLst>
  <dgm:sampData useDef="1">
    <dgm:dataModel>
      <dgm:ptLst/>
      <dgm:bg/>
      <dgm:whole/>
    </dgm:dataModel>
  </dgm:sampData>
  <dgm:styleData useDef="1">
    <dgm:dataModel>
      <dgm:ptLst/>
      <dgm:bg/>
      <dgm:whole/>
    </dgm:dataModel>
  </dgm:styleData>
  <dgm:clrData useDef="1">
    <dgm:dataModel>
      <dgm:ptLst/>
      <dgm:bg/>
      <dgm:whole/>
    </dgm:dataModel>
  </dgm:clrData>
  <dgm:layoutNode name="root">
    <dgm:varLst>
      <dgm:dir/>
      <dgm:resizeHandles val="exact"/>
    </dgm:varLst>
    <dgm:choose name="Name0">
      <dgm:if name="Name1" axis="self" func="var" arg="dir" op="equ" val="norm">
        <dgm:alg type="lin"/>
      </dgm:if>
      <dgm:else name="Name2">
        <dgm:alg type="lin">
          <dgm:param type="linDir" val="fromR"/>
        </dgm:alg>
      </dgm:else>
    </dgm:choose>
    <dgm:shape xmlns:r="http://schemas.openxmlformats.org/officeDocument/2006/relationships" r:blip="">
      <dgm:adjLst/>
    </dgm:shape>
    <dgm:presOf/>
    <dgm:constrLst>
      <dgm:constr type="h" for="ch" forName="compNode" refType="h" fact="0.45"/>
      <dgm:constr type="w" for="ch" forName="compNode" val="120"/>
      <dgm:constr type="w" for="ch" forName="sibTrans" refType="w" refFor="ch" refForName="compNode" fact="0.175"/>
      <dgm:constr type="primFontSz" for="des" forName="parTx" val="36"/>
      <dgm:constr type="primFontSz" for="des" forName="desTx" refType="primFontSz" refFor="des" refForName="parTx" op="lte" fact="0.75"/>
      <dgm:constr type="h" for="des" forName="compNode" op="equ"/>
      <dgm:constr type="h" for="des" forName="iconRect" op="equ"/>
      <dgm:constr type="w" for="des" forName="iconRect" op="equ"/>
      <dgm:constr type="h" for="des" forName="iconSpace" op="equ"/>
      <dgm:constr type="h" for="des" forName="parTx" op="equ"/>
      <dgm:constr type="h" for="des" forName="txSpace" op="equ"/>
      <dgm:constr type="h" for="des" forName="desTx" op="equ"/>
    </dgm:constrLst>
    <dgm:ruleLst>
      <dgm:rule type="w" for="ch" forName="compNode" val="0" fact="NaN" max="NaN"/>
    </dgm:ruleLst>
    <dgm:forEach name="Name3" axis="ch" ptType="node">
      <dgm:layoutNode name="compNode">
        <dgm:alg type="composite"/>
        <dgm:shape xmlns:r="http://schemas.openxmlformats.org/officeDocument/2006/relationships" r:blip="">
          <dgm:adjLst/>
        </dgm:shape>
        <dgm:presOf axis="self"/>
        <dgm:constrLst>
          <dgm:constr type="w" for="ch" forName="iconRect" refType="w" fact="0.35"/>
          <dgm:constr type="h" for="ch" forName="iconRect" refType="w" refFor="ch" refForName="iconRect"/>
          <dgm:constr type="ctrX" for="ch" forName="iconRect" refType="w" fact="0.5"/>
          <dgm:constr type="t" for="ch" forName="iconRect"/>
          <dgm:constr type="w" for="ch" forName="iconSpace" refType="w"/>
          <dgm:constr type="h" for="ch" forName="iconSpace" refType="h" fact="0.043"/>
          <dgm:constr type="l" for="ch" forName="iconSpace"/>
          <dgm:constr type="t" for="ch" forName="iconSpace" refType="b" refFor="ch" refForName="iconRect"/>
          <dgm:constr type="w" for="ch" forName="parTx" refType="w"/>
          <dgm:constr type="h" for="ch" forName="parTx" refType="w" fact="0.15"/>
          <dgm:constr type="l" for="ch" forName="parTx"/>
          <dgm:constr type="t" for="ch" forName="parTx" refType="b" refFor="ch" refForName="iconSpace"/>
          <dgm:constr type="h" for="ch" forName="txSpace" refType="h" fact="0.02"/>
          <dgm:constr type="w" for="ch" forName="txSpace" refType="w"/>
          <dgm:constr type="l" for="ch" forName="txSpace"/>
          <dgm:constr type="t" for="ch" forName="txSpace" refType="b" refFor="ch" refForName="parTx"/>
          <dgm:constr type="w" for="ch" forName="desTx" refType="w"/>
          <dgm:constr type="l" for="ch" forName="desTx"/>
          <dgm:constr type="t" for="ch" forName="desTx" refType="b" refFor="ch" refForName="txSpace"/>
        </dgm:constrLst>
        <dgm:ruleLst>
          <dgm:rule type="h" val="INF" fact="NaN" max="NaN"/>
        </dgm:ruleLst>
        <dgm:layoutNode name="iconRect" styleLbl="node1">
          <dgm:alg type="sp"/>
          <dgm:shape xmlns:r="http://schemas.openxmlformats.org/officeDocument/2006/relationships" type="rect" r:blip="" blipPhldr="1">
            <dgm:adjLst/>
          </dgm:shape>
          <dgm:presOf/>
          <dgm:constrLst/>
          <dgm:ruleLst/>
        </dgm:layoutNode>
        <dgm:layoutNode name="iconSpace">
          <dgm:alg type="sp"/>
          <dgm:shape xmlns:r="http://schemas.openxmlformats.org/officeDocument/2006/relationships" r:blip="">
            <dgm:adjLst/>
          </dgm:shape>
          <dgm:presOf/>
          <dgm:constrLst/>
          <dgm:ruleLst/>
        </dgm:layoutNode>
        <dgm:layoutNode name="parTx" styleLbl="revTx">
          <dgm:varLst>
            <dgm:chMax val="0"/>
            <dgm:chPref val="0"/>
          </dgm:varLst>
          <dgm:alg type="tx">
            <dgm:param type="txAnchorVert" val="t"/>
          </dgm:alg>
          <dgm:shape xmlns:r="http://schemas.openxmlformats.org/officeDocument/2006/relationships" type="rect" r:blip="">
            <dgm:adjLst/>
          </dgm:shape>
          <dgm:presOf axis="self" ptType="node"/>
          <dgm:constrLst>
            <dgm:constr type="lMarg"/>
            <dgm:constr type="rMarg"/>
            <dgm:constr type="tMarg"/>
            <dgm:constr type="bMarg"/>
          </dgm:constrLst>
          <dgm:ruleLst>
            <dgm:rule type="primFontSz" val="14" fact="NaN" max="NaN"/>
            <dgm:rule type="h" val="INF" fact="NaN" max="NaN"/>
          </dgm:ruleLst>
        </dgm:layoutNode>
        <dgm:layoutNode name="txSpace">
          <dgm:alg type="sp"/>
          <dgm:shape xmlns:r="http://schemas.openxmlformats.org/officeDocument/2006/relationships" r:blip="">
            <dgm:adjLst/>
          </dgm:shape>
          <dgm:presOf/>
          <dgm:constrLst/>
          <dgm:ruleLst/>
        </dgm:layoutNode>
        <dgm:layoutNode name="desTx" styleLbl="revTx">
          <dgm:varLst/>
          <dgm:alg type="tx">
            <dgm:param type="stBulletLvl" val="0"/>
            <dgm:param type="txAnchorVert" val="t"/>
          </dgm:alg>
          <dgm:shape xmlns:r="http://schemas.openxmlformats.org/officeDocument/2006/relationships" type="rect" r:blip="">
            <dgm:adjLst/>
          </dgm:shape>
          <dgm:presOf axis="des" ptType="node"/>
          <dgm:constrLst>
            <dgm:constr type="secFontSz" refType="primFontSz"/>
            <dgm:constr type="lMarg"/>
            <dgm:constr type="rMarg"/>
            <dgm:constr type="tMarg"/>
            <dgm:constr type="bMarg"/>
          </dgm:constrLst>
          <dgm:ruleLst>
            <dgm:rule type="primFontSz" val="NaN" fact="NaN" max="17"/>
            <dgm:rule type="h" val="INF" fact="NaN" max="NaN"/>
          </dgm:ruleLst>
        </dgm:layoutNode>
      </dgm:layoutNode>
      <dgm:forEach name="Name4" axis="followSib" ptType="sibTrans" cnt="1">
        <dgm:layoutNode name="sibTrans">
          <dgm:alg type="sp"/>
          <dgm:shape xmlns:r="http://schemas.openxmlformats.org/officeDocument/2006/relationships" r:blip="">
            <dgm:adjLst/>
          </dgm:shape>
          <dgm:presOf axis="self"/>
          <dgm:constrLst/>
          <dgm:ruleLst/>
        </dgm:layoutNode>
      </dgm:forEach>
    </dgm:forEach>
  </dgm:layoutNode>
  <dgm:extLst>
    <a:ext uri="{68A01E43-0DF5-4B5B-8FA6-DAF915123BFB}">
      <dgm1612:lstStyle xmlns:dgm1612="http://schemas.microsoft.com/office/drawing/2016/12/diagram">
        <a:lvl1pPr>
          <a:lnSpc>
            <a:spcPct val="100000"/>
          </a:lnSpc>
          <a:defRPr b="1"/>
        </a:lvl1pPr>
        <a:lvl2pPr>
          <a:lnSpc>
            <a:spcPct val="100000"/>
          </a:lnSpc>
        </a:lvl2pPr>
      </dgm1612:lstStyle>
    </a:ext>
  </dgm:extLst>
</dgm:layoutDef>
</file>

<file path=ppt/diagrams/layout110.xml><?xml version="1.0" encoding="utf-8"?>
<dgm:layoutDef xmlns:dgm="http://schemas.openxmlformats.org/drawingml/2006/diagram" xmlns:a="http://schemas.openxmlformats.org/drawingml/2006/main" uniqueId="urn:microsoft.com/office/officeart/2018/5/layout/CenteredIconLabelDescriptionList">
  <dgm:title val="Centered Icon Label Description List"/>
  <dgm:desc val="Use to show non-sequential or grouped chunks of information. The placeholder holds an icon or small picture, and corresponding text boxes show Level 1 and Level 2 text respectively. Works well for minimal Level 1 text accompanied by lengthier Level two text."/>
  <dgm:catLst>
    <dgm:cat type="icon" pri="500"/>
  </dgm:catLst>
  <dgm:sampData useDef="1">
    <dgm:dataModel>
      <dgm:ptLst/>
      <dgm:bg/>
      <dgm:whole/>
    </dgm:dataModel>
  </dgm:sampData>
  <dgm:styleData useDef="1">
    <dgm:dataModel>
      <dgm:ptLst/>
      <dgm:bg/>
      <dgm:whole/>
    </dgm:dataModel>
  </dgm:styleData>
  <dgm:clrData useDef="1">
    <dgm:dataModel>
      <dgm:ptLst/>
      <dgm:bg/>
      <dgm:whole/>
    </dgm:dataModel>
  </dgm:clrData>
  <dgm:layoutNode name="root">
    <dgm:varLst>
      <dgm:dir/>
      <dgm:resizeHandles val="exact"/>
    </dgm:varLst>
    <dgm:choose name="Name0">
      <dgm:if name="Name1" axis="self" func="var" arg="dir" op="equ" val="norm">
        <dgm:alg type="lin"/>
      </dgm:if>
      <dgm:else name="Name2">
        <dgm:alg type="lin">
          <dgm:param type="linDir" val="fromR"/>
        </dgm:alg>
      </dgm:else>
    </dgm:choose>
    <dgm:shape xmlns:r="http://schemas.openxmlformats.org/officeDocument/2006/relationships" r:blip="">
      <dgm:adjLst/>
    </dgm:shape>
    <dgm:presOf/>
    <dgm:constrLst>
      <dgm:constr type="h" for="ch" forName="compNode" refType="h" fact="0.45"/>
      <dgm:constr type="w" for="ch" forName="compNode" val="120"/>
      <dgm:constr type="w" for="ch" forName="sibTrans" refType="w" refFor="ch" refForName="compNode" fact="0.175"/>
      <dgm:constr type="primFontSz" for="des" forName="parTx" val="36"/>
      <dgm:constr type="primFontSz" for="des" forName="desTx" refType="primFontSz" refFor="des" refForName="parTx" op="lte" fact="0.75"/>
      <dgm:constr type="h" for="des" forName="compNode" op="equ"/>
      <dgm:constr type="h" for="des" forName="iconRect" op="equ"/>
      <dgm:constr type="w" for="des" forName="iconRect" op="equ"/>
      <dgm:constr type="h" for="des" forName="iconSpace" op="equ"/>
      <dgm:constr type="h" for="des" forName="parTx" op="equ"/>
      <dgm:constr type="h" for="des" forName="txSpace" op="equ"/>
      <dgm:constr type="h" for="des" forName="desTx" op="equ"/>
    </dgm:constrLst>
    <dgm:ruleLst>
      <dgm:rule type="w" for="ch" forName="compNode" val="0" fact="NaN" max="NaN"/>
    </dgm:ruleLst>
    <dgm:forEach name="Name3" axis="ch" ptType="node">
      <dgm:layoutNode name="compNode">
        <dgm:alg type="composite"/>
        <dgm:shape xmlns:r="http://schemas.openxmlformats.org/officeDocument/2006/relationships" r:blip="">
          <dgm:adjLst/>
        </dgm:shape>
        <dgm:presOf axis="self"/>
        <dgm:constrLst>
          <dgm:constr type="w" for="ch" forName="iconRect" refType="w" fact="0.35"/>
          <dgm:constr type="h" for="ch" forName="iconRect" refType="w" refFor="ch" refForName="iconRect"/>
          <dgm:constr type="ctrX" for="ch" forName="iconRect" refType="w" fact="0.5"/>
          <dgm:constr type="t" for="ch" forName="iconRect"/>
          <dgm:constr type="w" for="ch" forName="iconSpace" refType="w"/>
          <dgm:constr type="h" for="ch" forName="iconSpace" refType="h" fact="0.043"/>
          <dgm:constr type="l" for="ch" forName="iconSpace"/>
          <dgm:constr type="t" for="ch" forName="iconSpace" refType="b" refFor="ch" refForName="iconRect"/>
          <dgm:constr type="w" for="ch" forName="parTx" refType="w"/>
          <dgm:constr type="h" for="ch" forName="parTx" refType="w" fact="0.15"/>
          <dgm:constr type="l" for="ch" forName="parTx"/>
          <dgm:constr type="t" for="ch" forName="parTx" refType="b" refFor="ch" refForName="iconSpace"/>
          <dgm:constr type="h" for="ch" forName="txSpace" refType="h" fact="0.02"/>
          <dgm:constr type="w" for="ch" forName="txSpace" refType="w"/>
          <dgm:constr type="l" for="ch" forName="txSpace"/>
          <dgm:constr type="t" for="ch" forName="txSpace" refType="b" refFor="ch" refForName="parTx"/>
          <dgm:constr type="w" for="ch" forName="desTx" refType="w"/>
          <dgm:constr type="l" for="ch" forName="desTx"/>
          <dgm:constr type="t" for="ch" forName="desTx" refType="b" refFor="ch" refForName="txSpace"/>
        </dgm:constrLst>
        <dgm:ruleLst>
          <dgm:rule type="h" val="INF" fact="NaN" max="NaN"/>
        </dgm:ruleLst>
        <dgm:layoutNode name="iconRect" styleLbl="node1">
          <dgm:alg type="sp"/>
          <dgm:shape xmlns:r="http://schemas.openxmlformats.org/officeDocument/2006/relationships" type="rect" r:blip="" blipPhldr="1">
            <dgm:adjLst/>
          </dgm:shape>
          <dgm:presOf/>
          <dgm:constrLst/>
          <dgm:ruleLst/>
        </dgm:layoutNode>
        <dgm:layoutNode name="iconSpace">
          <dgm:alg type="sp"/>
          <dgm:shape xmlns:r="http://schemas.openxmlformats.org/officeDocument/2006/relationships" r:blip="">
            <dgm:adjLst/>
          </dgm:shape>
          <dgm:presOf/>
          <dgm:constrLst/>
          <dgm:ruleLst/>
        </dgm:layoutNode>
        <dgm:layoutNode name="parTx" styleLbl="revTx">
          <dgm:varLst>
            <dgm:chMax val="0"/>
            <dgm:chPref val="0"/>
          </dgm:varLst>
          <dgm:alg type="tx">
            <dgm:param type="txAnchorVert" val="t"/>
          </dgm:alg>
          <dgm:shape xmlns:r="http://schemas.openxmlformats.org/officeDocument/2006/relationships" type="rect" r:blip="">
            <dgm:adjLst/>
          </dgm:shape>
          <dgm:presOf axis="self" ptType="node"/>
          <dgm:constrLst>
            <dgm:constr type="lMarg"/>
            <dgm:constr type="rMarg"/>
            <dgm:constr type="tMarg"/>
            <dgm:constr type="bMarg"/>
          </dgm:constrLst>
          <dgm:ruleLst>
            <dgm:rule type="primFontSz" val="14" fact="NaN" max="NaN"/>
            <dgm:rule type="h" val="INF" fact="NaN" max="NaN"/>
          </dgm:ruleLst>
        </dgm:layoutNode>
        <dgm:layoutNode name="txSpace">
          <dgm:alg type="sp"/>
          <dgm:shape xmlns:r="http://schemas.openxmlformats.org/officeDocument/2006/relationships" r:blip="">
            <dgm:adjLst/>
          </dgm:shape>
          <dgm:presOf/>
          <dgm:constrLst/>
          <dgm:ruleLst/>
        </dgm:layoutNode>
        <dgm:layoutNode name="desTx" styleLbl="revTx">
          <dgm:varLst/>
          <dgm:alg type="tx">
            <dgm:param type="stBulletLvl" val="0"/>
            <dgm:param type="txAnchorVert" val="t"/>
          </dgm:alg>
          <dgm:shape xmlns:r="http://schemas.openxmlformats.org/officeDocument/2006/relationships" type="rect" r:blip="">
            <dgm:adjLst/>
          </dgm:shape>
          <dgm:presOf axis="des" ptType="node"/>
          <dgm:constrLst>
            <dgm:constr type="secFontSz" refType="primFontSz"/>
            <dgm:constr type="lMarg"/>
            <dgm:constr type="rMarg"/>
            <dgm:constr type="tMarg"/>
            <dgm:constr type="bMarg"/>
          </dgm:constrLst>
          <dgm:ruleLst>
            <dgm:rule type="primFontSz" val="NaN" fact="NaN" max="17"/>
            <dgm:rule type="h" val="INF" fact="NaN" max="NaN"/>
          </dgm:ruleLst>
        </dgm:layoutNode>
      </dgm:layoutNode>
      <dgm:forEach name="Name4" axis="followSib" ptType="sibTrans" cnt="1">
        <dgm:layoutNode name="sibTrans">
          <dgm:alg type="sp"/>
          <dgm:shape xmlns:r="http://schemas.openxmlformats.org/officeDocument/2006/relationships" r:blip="">
            <dgm:adjLst/>
          </dgm:shape>
          <dgm:presOf axis="self"/>
          <dgm:constrLst/>
          <dgm:ruleLst/>
        </dgm:layoutNode>
      </dgm:forEach>
    </dgm:forEach>
  </dgm:layoutNode>
  <dgm:extLst>
    <a:ext uri="{68A01E43-0DF5-4B5B-8FA6-DAF915123BFB}">
      <dgm1612:lstStyle xmlns:dgm1612="http://schemas.microsoft.com/office/drawing/2016/12/diagram">
        <a:lvl1pPr>
          <a:lnSpc>
            <a:spcPct val="100000"/>
          </a:lnSpc>
          <a:defRPr b="1"/>
        </a:lvl1pPr>
        <a:lvl2pPr>
          <a:lnSpc>
            <a:spcPct val="100000"/>
          </a:lnSpc>
        </a:lvl2pPr>
      </dgm1612:lstStyle>
    </a:ext>
  </dgm:extLst>
</dgm:layoutDef>
</file>

<file path=ppt/diagrams/layout111.xml><?xml version="1.0" encoding="utf-8"?>
<dgm:layoutDef xmlns:dgm="http://schemas.openxmlformats.org/drawingml/2006/diagram" xmlns:a="http://schemas.openxmlformats.org/drawingml/2006/main" uniqueId="urn:microsoft.com/office/officeart/2018/2/layout/IconLabelDescriptionList">
  <dgm:title val="Icon Label Description List"/>
  <dgm:desc val="Use to show non-sequential or grouped chunks of information. The placeholder holds an icon or small picture, and corresponding text boxes show Level 1 and Level 2 text respectively. Works well for minimal Level 1 text accompanied by lengthier Level two text."/>
  <dgm:catLst>
    <dgm:cat type="icon" pri="500"/>
  </dgm:catLst>
  <dgm:sampData useDef="1">
    <dgm:dataModel>
      <dgm:ptLst/>
      <dgm:bg/>
      <dgm:whole/>
    </dgm:dataModel>
  </dgm:sampData>
  <dgm:styleData useDef="1">
    <dgm:dataModel>
      <dgm:ptLst/>
      <dgm:bg/>
      <dgm:whole/>
    </dgm:dataModel>
  </dgm:styleData>
  <dgm:clrData useDef="1">
    <dgm:dataModel>
      <dgm:ptLst/>
      <dgm:bg/>
      <dgm:whole/>
    </dgm:dataModel>
  </dgm:clrData>
  <dgm:layoutNode name="root">
    <dgm:varLst>
      <dgm:dir/>
      <dgm:resizeHandles val="exact"/>
    </dgm:varLst>
    <dgm:choose name="Name0">
      <dgm:if name="Name1" axis="self" func="var" arg="dir" op="equ" val="norm">
        <dgm:alg type="lin"/>
      </dgm:if>
      <dgm:else name="Name2">
        <dgm:alg type="lin">
          <dgm:param type="linDir" val="fromR"/>
        </dgm:alg>
      </dgm:else>
    </dgm:choose>
    <dgm:shape xmlns:r="http://schemas.openxmlformats.org/officeDocument/2006/relationships" r:blip="">
      <dgm:adjLst/>
    </dgm:shape>
    <dgm:presOf/>
    <dgm:constrLst>
      <dgm:constr type="h" for="ch" forName="compNode" refType="h" fact="0.45"/>
      <dgm:constr type="w" for="ch" forName="compNode" val="120"/>
      <dgm:constr type="w" for="ch" forName="sibTrans" refType="w" refFor="ch" refForName="compNode" fact="0.175"/>
      <dgm:constr type="primFontSz" for="des" forName="parTx" val="36"/>
      <dgm:constr type="primFontSz" for="des" forName="desTx" refType="primFontSz" refFor="des" refForName="parTx" op="lte" fact="0.75"/>
      <dgm:constr type="h" for="des" forName="compNode" op="equ"/>
      <dgm:constr type="h" for="des" forName="iconRect" op="equ"/>
      <dgm:constr type="w" for="des" forName="iconRect" op="equ"/>
      <dgm:constr type="h" for="des" forName="iconSpace" op="equ"/>
      <dgm:constr type="h" for="des" forName="parTx" op="equ"/>
      <dgm:constr type="h" for="des" forName="txSpace" op="equ"/>
      <dgm:constr type="h" for="des" forName="desTx" op="equ"/>
    </dgm:constrLst>
    <dgm:ruleLst>
      <dgm:rule type="w" for="ch" forName="compNode" val="0" fact="NaN" max="NaN"/>
    </dgm:ruleLst>
    <dgm:forEach name="Name3" axis="ch" ptType="node">
      <dgm:layoutNode name="compNode">
        <dgm:alg type="composite"/>
        <dgm:shape xmlns:r="http://schemas.openxmlformats.org/officeDocument/2006/relationships" r:blip="">
          <dgm:adjLst/>
        </dgm:shape>
        <dgm:presOf axis="self"/>
        <dgm:constrLst>
          <dgm:constr type="w" for="ch" forName="iconRect" refType="w" fact="0.35"/>
          <dgm:constr type="h" for="ch" forName="iconRect" refType="w" refFor="ch" refForName="iconRect"/>
          <dgm:constr type="l" for="ch" forName="iconRect"/>
          <dgm:constr type="t" for="ch" forName="iconRect"/>
          <dgm:constr type="w" for="ch" forName="iconSpace" refType="w"/>
          <dgm:constr type="h" for="ch" forName="iconSpace" refType="h" fact="0.043"/>
          <dgm:constr type="l" for="ch" forName="iconSpace"/>
          <dgm:constr type="t" for="ch" forName="iconSpace" refType="b" refFor="ch" refForName="iconRect"/>
          <dgm:constr type="w" for="ch" forName="parTx" refType="w"/>
          <dgm:constr type="h" for="ch" forName="parTx" refType="w" fact="0.15"/>
          <dgm:constr type="l" for="ch" forName="parTx"/>
          <dgm:constr type="t" for="ch" forName="parTx" refType="b" refFor="ch" refForName="iconSpace"/>
          <dgm:constr type="h" for="ch" forName="txSpace" refType="h" fact="0.02"/>
          <dgm:constr type="w" for="ch" forName="txSpace" refType="w"/>
          <dgm:constr type="l" for="ch" forName="txSpace"/>
          <dgm:constr type="t" for="ch" forName="txSpace" refType="b" refFor="ch" refForName="parTx"/>
          <dgm:constr type="w" for="ch" forName="desTx" refType="w"/>
          <dgm:constr type="l" for="ch" forName="desTx"/>
          <dgm:constr type="t" for="ch" forName="desTx" refType="b" refFor="ch" refForName="txSpace"/>
        </dgm:constrLst>
        <dgm:ruleLst>
          <dgm:rule type="h" val="INF" fact="NaN" max="NaN"/>
        </dgm:ruleLst>
        <dgm:layoutNode name="iconRect" styleLbl="node1">
          <dgm:alg type="sp"/>
          <dgm:shape xmlns:r="http://schemas.openxmlformats.org/officeDocument/2006/relationships" type="rect" r:blip="" blipPhldr="1">
            <dgm:adjLst/>
          </dgm:shape>
          <dgm:presOf/>
          <dgm:constrLst/>
          <dgm:ruleLst/>
        </dgm:layoutNode>
        <dgm:layoutNode name="iconSpace">
          <dgm:alg type="sp"/>
          <dgm:shape xmlns:r="http://schemas.openxmlformats.org/officeDocument/2006/relationships" r:blip="">
            <dgm:adjLst/>
          </dgm:shape>
          <dgm:presOf/>
          <dgm:constrLst/>
          <dgm:ruleLst/>
        </dgm:layoutNode>
        <dgm:layoutNode name="parTx" styleLbl="revTx">
          <dgm:varLst>
            <dgm:chMax val="0"/>
            <dgm:chPref val="0"/>
          </dgm:varLst>
          <dgm:alg type="tx">
            <dgm:param type="txAnchorVert" val="t"/>
            <dgm:param type="parTxLTRAlign" val="l"/>
            <dgm:param type="shpTxLTRAlignCh" val="l"/>
            <dgm:param type="parTxRTLAlign" val="r"/>
            <dgm:param type="shpTxRTLAlignCh" val="r"/>
          </dgm:alg>
          <dgm:shape xmlns:r="http://schemas.openxmlformats.org/officeDocument/2006/relationships" type="rect" r:blip="">
            <dgm:adjLst/>
          </dgm:shape>
          <dgm:presOf axis="self" ptType="node"/>
          <dgm:constrLst>
            <dgm:constr type="lMarg"/>
            <dgm:constr type="rMarg"/>
            <dgm:constr type="tMarg"/>
            <dgm:constr type="bMarg"/>
          </dgm:constrLst>
          <dgm:ruleLst>
            <dgm:rule type="primFontSz" val="14" fact="NaN" max="NaN"/>
            <dgm:rule type="h" val="INF" fact="NaN" max="NaN"/>
          </dgm:ruleLst>
        </dgm:layoutNode>
        <dgm:layoutNode name="txSpace">
          <dgm:alg type="sp"/>
          <dgm:shape xmlns:r="http://schemas.openxmlformats.org/officeDocument/2006/relationships" r:blip="">
            <dgm:adjLst/>
          </dgm:shape>
          <dgm:presOf/>
          <dgm:constrLst/>
          <dgm:ruleLst/>
        </dgm:layoutNode>
        <dgm:layoutNode name="desTx" styleLbl="revTx">
          <dgm:varLst/>
          <dgm:alg type="tx">
            <dgm:param type="stBulletLvl" val="0"/>
            <dgm:param type="txAnchorVert" val="t"/>
            <dgm:param type="parTxLTRAlign" val="l"/>
            <dgm:param type="shpTxLTRAlignCh" val="l"/>
            <dgm:param type="parTxRTLAlign" val="r"/>
            <dgm:param type="shpTxRTLAlignCh" val="r"/>
          </dgm:alg>
          <dgm:shape xmlns:r="http://schemas.openxmlformats.org/officeDocument/2006/relationships" type="rect" r:blip="">
            <dgm:adjLst/>
          </dgm:shape>
          <dgm:presOf axis="des" ptType="node"/>
          <dgm:constrLst>
            <dgm:constr type="secFontSz" refType="primFontSz"/>
            <dgm:constr type="lMarg"/>
            <dgm:constr type="rMarg"/>
            <dgm:constr type="tMarg"/>
            <dgm:constr type="bMarg"/>
          </dgm:constrLst>
          <dgm:ruleLst>
            <dgm:rule type="primFontSz" val="NaN" fact="NaN" max="17"/>
            <dgm:rule type="h" val="INF" fact="NaN" max="NaN"/>
          </dgm:ruleLst>
        </dgm:layoutNode>
      </dgm:layoutNode>
      <dgm:forEach name="Name4" axis="followSib" ptType="sibTrans" cnt="1">
        <dgm:layoutNode name="sibTrans">
          <dgm:alg type="sp"/>
          <dgm:shape xmlns:r="http://schemas.openxmlformats.org/officeDocument/2006/relationships" r:blip="">
            <dgm:adjLst/>
          </dgm:shape>
          <dgm:presOf axis="self"/>
          <dgm:constrLst/>
          <dgm:ruleLst/>
        </dgm:layoutNode>
      </dgm:forEach>
    </dgm:forEach>
  </dgm:layoutNode>
  <dgm:extLst>
    <a:ext uri="{68A01E43-0DF5-4B5B-8FA6-DAF915123BFB}">
      <dgm1612:lstStyle xmlns:dgm1612="http://schemas.microsoft.com/office/drawing/2016/12/diagram">
        <a:lvl1pPr>
          <a:lnSpc>
            <a:spcPct val="100000"/>
          </a:lnSpc>
          <a:defRPr b="1"/>
        </a:lvl1pPr>
        <a:lvl2pPr>
          <a:lnSpc>
            <a:spcPct val="100000"/>
          </a:lnSpc>
        </a:lvl2pPr>
      </dgm1612:lstStyle>
    </a:ext>
  </dgm:extLst>
</dgm:layoutDef>
</file>

<file path=ppt/diagrams/quickStyle1.xml><?xml version="1.0" encoding="utf-8"?>
<dgm:styleDef xmlns:dgm="http://schemas.openxmlformats.org/drawingml/2006/diagram" xmlns:a="http://schemas.openxmlformats.org/drawingml/2006/main" uniqueId="urn:microsoft.com/office/officeart/2005/8/quickstyle/simple1">
  <dgm:title val=""/>
  <dgm:desc val=""/>
  <dgm:catLst>
    <dgm:cat type="simple" pri="10100"/>
  </dgm:catLst>
  <dgm:scene3d>
    <a:camera prst="orthographicFront"/>
    <a:lightRig rig="threePt" dir="t"/>
  </dgm:scene3d>
  <dgm:styleLbl name="node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l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ven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tx1"/>
      </a:fontRef>
    </dgm:style>
  </dgm:styleLbl>
  <dgm:styleLbl name="alig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b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sibTrans1D1">
    <dgm:scene3d>
      <a:camera prst="orthographicFront"/>
      <a:lightRig rig="threePt" dir="t"/>
    </dgm:scene3d>
    <dgm:sp3d/>
    <dgm:txPr/>
    <dgm:style>
      <a:lnRef idx="1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callout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sst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1D1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2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3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4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con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AlignAcc1">
    <dgm:scene3d>
      <a:camera prst="orthographicFront"/>
      <a:lightRig rig="threePt" dir="t"/>
    </dgm:scene3d>
    <dgm:sp3d/>
    <dgm:txPr/>
    <dgm:style>
      <a:lnRef idx="1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dk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Shp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revTx">
    <dgm:scene3d>
      <a:camera prst="orthographicFront"/>
      <a:lightRig rig="threePt" dir="t"/>
    </dgm:scene3d>
    <dgm:sp3d/>
    <dgm:txPr/>
    <dgm:style>
      <a:lnRef idx="0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</dgm:styleDef>
</file>

<file path=ppt/diagrams/quickStyle2.xml><?xml version="1.0" encoding="utf-8"?>
<dgm:styleDef xmlns:dgm="http://schemas.openxmlformats.org/drawingml/2006/diagram" xmlns:a="http://schemas.openxmlformats.org/drawingml/2006/main" uniqueId="urn:microsoft.com/office/officeart/2005/8/quickstyle/simple1">
  <dgm:title val=""/>
  <dgm:desc val=""/>
  <dgm:catLst>
    <dgm:cat type="simple" pri="10100"/>
  </dgm:catLst>
  <dgm:scene3d>
    <a:camera prst="orthographicFront"/>
    <a:lightRig rig="threePt" dir="t"/>
  </dgm:scene3d>
  <dgm:styleLbl name="node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l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ven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tx1"/>
      </a:fontRef>
    </dgm:style>
  </dgm:styleLbl>
  <dgm:styleLbl name="alig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b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sibTrans1D1">
    <dgm:scene3d>
      <a:camera prst="orthographicFront"/>
      <a:lightRig rig="threePt" dir="t"/>
    </dgm:scene3d>
    <dgm:sp3d/>
    <dgm:txPr/>
    <dgm:style>
      <a:lnRef idx="1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callout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sst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1D1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2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3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4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con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AlignAcc1">
    <dgm:scene3d>
      <a:camera prst="orthographicFront"/>
      <a:lightRig rig="threePt" dir="t"/>
    </dgm:scene3d>
    <dgm:sp3d/>
    <dgm:txPr/>
    <dgm:style>
      <a:lnRef idx="1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dk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Shp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revTx">
    <dgm:scene3d>
      <a:camera prst="orthographicFront"/>
      <a:lightRig rig="threePt" dir="t"/>
    </dgm:scene3d>
    <dgm:sp3d/>
    <dgm:txPr/>
    <dgm:style>
      <a:lnRef idx="0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</dgm:styleDef>
</file>

<file path=ppt/diagrams/quickStyle3.xml><?xml version="1.0" encoding="utf-8"?>
<dgm:styleDef xmlns:dgm="http://schemas.openxmlformats.org/drawingml/2006/diagram" xmlns:a="http://schemas.openxmlformats.org/drawingml/2006/main" uniqueId="urn:microsoft.com/office/officeart/2005/8/quickstyle/simple1">
  <dgm:title val=""/>
  <dgm:desc val=""/>
  <dgm:catLst>
    <dgm:cat type="simple" pri="10100"/>
  </dgm:catLst>
  <dgm:scene3d>
    <a:camera prst="orthographicFront"/>
    <a:lightRig rig="threePt" dir="t"/>
  </dgm:scene3d>
  <dgm:styleLbl name="node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l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ven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tx1"/>
      </a:fontRef>
    </dgm:style>
  </dgm:styleLbl>
  <dgm:styleLbl name="alig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b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sibTrans1D1">
    <dgm:scene3d>
      <a:camera prst="orthographicFront"/>
      <a:lightRig rig="threePt" dir="t"/>
    </dgm:scene3d>
    <dgm:sp3d/>
    <dgm:txPr/>
    <dgm:style>
      <a:lnRef idx="1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callout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sst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1D1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2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3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4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con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AlignAcc1">
    <dgm:scene3d>
      <a:camera prst="orthographicFront"/>
      <a:lightRig rig="threePt" dir="t"/>
    </dgm:scene3d>
    <dgm:sp3d/>
    <dgm:txPr/>
    <dgm:style>
      <a:lnRef idx="1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dk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Shp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revTx">
    <dgm:scene3d>
      <a:camera prst="orthographicFront"/>
      <a:lightRig rig="threePt" dir="t"/>
    </dgm:scene3d>
    <dgm:sp3d/>
    <dgm:txPr/>
    <dgm:style>
      <a:lnRef idx="0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</dgm:styleDef>
</file>

<file path=ppt/diagrams/quickStyle4.xml><?xml version="1.0" encoding="utf-8"?>
<dgm:styleDef xmlns:dgm="http://schemas.openxmlformats.org/drawingml/2006/diagram" xmlns:a="http://schemas.openxmlformats.org/drawingml/2006/main" uniqueId="urn:microsoft.com/office/officeart/2005/8/quickstyle/simple1">
  <dgm:title val=""/>
  <dgm:desc val=""/>
  <dgm:catLst>
    <dgm:cat type="simple" pri="10100"/>
  </dgm:catLst>
  <dgm:scene3d>
    <a:camera prst="orthographicFront"/>
    <a:lightRig rig="threePt" dir="t"/>
  </dgm:scene3d>
  <dgm:styleLbl name="node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l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ven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tx1"/>
      </a:fontRef>
    </dgm:style>
  </dgm:styleLbl>
  <dgm:styleLbl name="alig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b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sibTrans1D1">
    <dgm:scene3d>
      <a:camera prst="orthographicFront"/>
      <a:lightRig rig="threePt" dir="t"/>
    </dgm:scene3d>
    <dgm:sp3d/>
    <dgm:txPr/>
    <dgm:style>
      <a:lnRef idx="1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callout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sst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1D1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2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3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4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con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AlignAcc1">
    <dgm:scene3d>
      <a:camera prst="orthographicFront"/>
      <a:lightRig rig="threePt" dir="t"/>
    </dgm:scene3d>
    <dgm:sp3d/>
    <dgm:txPr/>
    <dgm:style>
      <a:lnRef idx="1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dk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Shp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revTx">
    <dgm:scene3d>
      <a:camera prst="orthographicFront"/>
      <a:lightRig rig="threePt" dir="t"/>
    </dgm:scene3d>
    <dgm:sp3d/>
    <dgm:txPr/>
    <dgm:style>
      <a:lnRef idx="0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</dgm:styleDef>
</file>

<file path=ppt/diagrams/quickStyle5.xml><?xml version="1.0" encoding="utf-8"?>
<dgm:styleDef xmlns:dgm="http://schemas.openxmlformats.org/drawingml/2006/diagram" xmlns:a="http://schemas.openxmlformats.org/drawingml/2006/main" uniqueId="urn:microsoft.com/office/officeart/2005/8/quickstyle/simple1">
  <dgm:title val=""/>
  <dgm:desc val=""/>
  <dgm:catLst>
    <dgm:cat type="simple" pri="10100"/>
  </dgm:catLst>
  <dgm:scene3d>
    <a:camera prst="orthographicFront"/>
    <a:lightRig rig="threePt" dir="t"/>
  </dgm:scene3d>
  <dgm:styleLbl name="node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l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ven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tx1"/>
      </a:fontRef>
    </dgm:style>
  </dgm:styleLbl>
  <dgm:styleLbl name="alig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b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sibTrans1D1">
    <dgm:scene3d>
      <a:camera prst="orthographicFront"/>
      <a:lightRig rig="threePt" dir="t"/>
    </dgm:scene3d>
    <dgm:sp3d/>
    <dgm:txPr/>
    <dgm:style>
      <a:lnRef idx="1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callout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sst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1D1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2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3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4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con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AlignAcc1">
    <dgm:scene3d>
      <a:camera prst="orthographicFront"/>
      <a:lightRig rig="threePt" dir="t"/>
    </dgm:scene3d>
    <dgm:sp3d/>
    <dgm:txPr/>
    <dgm:style>
      <a:lnRef idx="1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dk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Shp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revTx">
    <dgm:scene3d>
      <a:camera prst="orthographicFront"/>
      <a:lightRig rig="threePt" dir="t"/>
    </dgm:scene3d>
    <dgm:sp3d/>
    <dgm:txPr/>
    <dgm:style>
      <a:lnRef idx="0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</dgm:styleDef>
</file>

<file path=ppt/diagrams/quickStyle6.xml><?xml version="1.0" encoding="utf-8"?>
<dgm:styleDef xmlns:dgm="http://schemas.openxmlformats.org/drawingml/2006/diagram" xmlns:a="http://schemas.openxmlformats.org/drawingml/2006/main" uniqueId="urn:microsoft.com/office/officeart/2005/8/quickstyle/simple1">
  <dgm:title val=""/>
  <dgm:desc val=""/>
  <dgm:catLst>
    <dgm:cat type="simple" pri="10100"/>
  </dgm:catLst>
  <dgm:scene3d>
    <a:camera prst="orthographicFront"/>
    <a:lightRig rig="threePt" dir="t"/>
  </dgm:scene3d>
  <dgm:styleLbl name="node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l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ven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tx1"/>
      </a:fontRef>
    </dgm:style>
  </dgm:styleLbl>
  <dgm:styleLbl name="alig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b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sibTrans1D1">
    <dgm:scene3d>
      <a:camera prst="orthographicFront"/>
      <a:lightRig rig="threePt" dir="t"/>
    </dgm:scene3d>
    <dgm:sp3d/>
    <dgm:txPr/>
    <dgm:style>
      <a:lnRef idx="1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callout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sst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1D1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2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3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4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con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AlignAcc1">
    <dgm:scene3d>
      <a:camera prst="orthographicFront"/>
      <a:lightRig rig="threePt" dir="t"/>
    </dgm:scene3d>
    <dgm:sp3d/>
    <dgm:txPr/>
    <dgm:style>
      <a:lnRef idx="1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dk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Shp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revTx">
    <dgm:scene3d>
      <a:camera prst="orthographicFront"/>
      <a:lightRig rig="threePt" dir="t"/>
    </dgm:scene3d>
    <dgm:sp3d/>
    <dgm:txPr/>
    <dgm:style>
      <a:lnRef idx="0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</dgm:styleDef>
</file>

<file path=ppt/diagrams/quickStyle7.xml><?xml version="1.0" encoding="utf-8"?>
<dgm:styleDef xmlns:dgm="http://schemas.openxmlformats.org/drawingml/2006/diagram" xmlns:a="http://schemas.openxmlformats.org/drawingml/2006/main" uniqueId="urn:microsoft.com/office/officeart/2005/8/quickstyle/simple1">
  <dgm:title val=""/>
  <dgm:desc val=""/>
  <dgm:catLst>
    <dgm:cat type="simple" pri="10100"/>
  </dgm:catLst>
  <dgm:scene3d>
    <a:camera prst="orthographicFront"/>
    <a:lightRig rig="threePt" dir="t"/>
  </dgm:scene3d>
  <dgm:styleLbl name="node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l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ven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tx1"/>
      </a:fontRef>
    </dgm:style>
  </dgm:styleLbl>
  <dgm:styleLbl name="alig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b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sibTrans1D1">
    <dgm:scene3d>
      <a:camera prst="orthographicFront"/>
      <a:lightRig rig="threePt" dir="t"/>
    </dgm:scene3d>
    <dgm:sp3d/>
    <dgm:txPr/>
    <dgm:style>
      <a:lnRef idx="1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callout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sst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1D1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2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3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4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con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AlignAcc1">
    <dgm:scene3d>
      <a:camera prst="orthographicFront"/>
      <a:lightRig rig="threePt" dir="t"/>
    </dgm:scene3d>
    <dgm:sp3d/>
    <dgm:txPr/>
    <dgm:style>
      <a:lnRef idx="1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dk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Shp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revTx">
    <dgm:scene3d>
      <a:camera prst="orthographicFront"/>
      <a:lightRig rig="threePt" dir="t"/>
    </dgm:scene3d>
    <dgm:sp3d/>
    <dgm:txPr/>
    <dgm:style>
      <a:lnRef idx="0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</dgm:styleDef>
</file>

<file path=ppt/diagrams/quickStyle8.xml><?xml version="1.0" encoding="utf-8"?>
<dgm:styleDef xmlns:dgm="http://schemas.openxmlformats.org/drawingml/2006/diagram" xmlns:a="http://schemas.openxmlformats.org/drawingml/2006/main" uniqueId="urn:microsoft.com/office/officeart/2005/8/quickstyle/simple1">
  <dgm:title val=""/>
  <dgm:desc val=""/>
  <dgm:catLst>
    <dgm:cat type="simple" pri="10100"/>
  </dgm:catLst>
  <dgm:scene3d>
    <a:camera prst="orthographicFront"/>
    <a:lightRig rig="threePt" dir="t"/>
  </dgm:scene3d>
  <dgm:styleLbl name="node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l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ven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tx1"/>
      </a:fontRef>
    </dgm:style>
  </dgm:styleLbl>
  <dgm:styleLbl name="alig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b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sibTrans1D1">
    <dgm:scene3d>
      <a:camera prst="orthographicFront"/>
      <a:lightRig rig="threePt" dir="t"/>
    </dgm:scene3d>
    <dgm:sp3d/>
    <dgm:txPr/>
    <dgm:style>
      <a:lnRef idx="1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callout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sst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1D1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2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3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4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con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AlignAcc1">
    <dgm:scene3d>
      <a:camera prst="orthographicFront"/>
      <a:lightRig rig="threePt" dir="t"/>
    </dgm:scene3d>
    <dgm:sp3d/>
    <dgm:txPr/>
    <dgm:style>
      <a:lnRef idx="1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dk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Shp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revTx">
    <dgm:scene3d>
      <a:camera prst="orthographicFront"/>
      <a:lightRig rig="threePt" dir="t"/>
    </dgm:scene3d>
    <dgm:sp3d/>
    <dgm:txPr/>
    <dgm:style>
      <a:lnRef idx="0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</dgm:styleDef>
</file>

<file path=ppt/diagrams/quickStyle9.xml><?xml version="1.0" encoding="utf-8"?>
<dgm:styleDef xmlns:dgm="http://schemas.openxmlformats.org/drawingml/2006/diagram" xmlns:a="http://schemas.openxmlformats.org/drawingml/2006/main" uniqueId="urn:microsoft.com/office/officeart/2005/8/quickstyle/simple1">
  <dgm:title val=""/>
  <dgm:desc val=""/>
  <dgm:catLst>
    <dgm:cat type="simple" pri="10100"/>
  </dgm:catLst>
  <dgm:scene3d>
    <a:camera prst="orthographicFront"/>
    <a:lightRig rig="threePt" dir="t"/>
  </dgm:scene3d>
  <dgm:styleLbl name="node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l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ven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tx1"/>
      </a:fontRef>
    </dgm:style>
  </dgm:styleLbl>
  <dgm:styleLbl name="alig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b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sibTrans1D1">
    <dgm:scene3d>
      <a:camera prst="orthographicFront"/>
      <a:lightRig rig="threePt" dir="t"/>
    </dgm:scene3d>
    <dgm:sp3d/>
    <dgm:txPr/>
    <dgm:style>
      <a:lnRef idx="1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callout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sst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1D1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2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3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4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con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AlignAcc1">
    <dgm:scene3d>
      <a:camera prst="orthographicFront"/>
      <a:lightRig rig="threePt" dir="t"/>
    </dgm:scene3d>
    <dgm:sp3d/>
    <dgm:txPr/>
    <dgm:style>
      <a:lnRef idx="1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dk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Shp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revTx">
    <dgm:scene3d>
      <a:camera prst="orthographicFront"/>
      <a:lightRig rig="threePt" dir="t"/>
    </dgm:scene3d>
    <dgm:sp3d/>
    <dgm:txPr/>
    <dgm:style>
      <a:lnRef idx="0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</dgm:styleDef>
</file>

<file path=ppt/diagrams/quickStyle10.xml><?xml version="1.0" encoding="utf-8"?>
<dgm:styleDef xmlns:dgm="http://schemas.openxmlformats.org/drawingml/2006/diagram" xmlns:a="http://schemas.openxmlformats.org/drawingml/2006/main" uniqueId="urn:microsoft.com/office/officeart/2005/8/quickstyle/simple1">
  <dgm:title val=""/>
  <dgm:desc val=""/>
  <dgm:catLst>
    <dgm:cat type="simple" pri="10100"/>
  </dgm:catLst>
  <dgm:scene3d>
    <a:camera prst="orthographicFront"/>
    <a:lightRig rig="threePt" dir="t"/>
  </dgm:scene3d>
  <dgm:styleLbl name="node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l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ven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tx1"/>
      </a:fontRef>
    </dgm:style>
  </dgm:styleLbl>
  <dgm:styleLbl name="alig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b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sibTrans1D1">
    <dgm:scene3d>
      <a:camera prst="orthographicFront"/>
      <a:lightRig rig="threePt" dir="t"/>
    </dgm:scene3d>
    <dgm:sp3d/>
    <dgm:txPr/>
    <dgm:style>
      <a:lnRef idx="1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callout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sst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1D1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2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3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4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con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AlignAcc1">
    <dgm:scene3d>
      <a:camera prst="orthographicFront"/>
      <a:lightRig rig="threePt" dir="t"/>
    </dgm:scene3d>
    <dgm:sp3d/>
    <dgm:txPr/>
    <dgm:style>
      <a:lnRef idx="1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dk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Shp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revTx">
    <dgm:scene3d>
      <a:camera prst="orthographicFront"/>
      <a:lightRig rig="threePt" dir="t"/>
    </dgm:scene3d>
    <dgm:sp3d/>
    <dgm:txPr/>
    <dgm:style>
      <a:lnRef idx="0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</dgm:styleDef>
</file>

<file path=ppt/diagrams/quickStyle11.xml><?xml version="1.0" encoding="utf-8"?>
<dgm:styleDef xmlns:dgm="http://schemas.openxmlformats.org/drawingml/2006/diagram" xmlns:a="http://schemas.openxmlformats.org/drawingml/2006/main" uniqueId="urn:microsoft.com/office/officeart/2005/8/quickstyle/simple1">
  <dgm:title val=""/>
  <dgm:desc val=""/>
  <dgm:catLst>
    <dgm:cat type="simple" pri="10100"/>
  </dgm:catLst>
  <dgm:scene3d>
    <a:camera prst="orthographicFront"/>
    <a:lightRig rig="threePt" dir="t"/>
  </dgm:scene3d>
  <dgm:styleLbl name="node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l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ven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tx1"/>
      </a:fontRef>
    </dgm:style>
  </dgm:styleLbl>
  <dgm:styleLbl name="alig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b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sibTrans1D1">
    <dgm:scene3d>
      <a:camera prst="orthographicFront"/>
      <a:lightRig rig="threePt" dir="t"/>
    </dgm:scene3d>
    <dgm:sp3d/>
    <dgm:txPr/>
    <dgm:style>
      <a:lnRef idx="1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callout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sst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1D1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2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3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4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con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AlignAcc1">
    <dgm:scene3d>
      <a:camera prst="orthographicFront"/>
      <a:lightRig rig="threePt" dir="t"/>
    </dgm:scene3d>
    <dgm:sp3d/>
    <dgm:txPr/>
    <dgm:style>
      <a:lnRef idx="1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dk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Shp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revTx">
    <dgm:scene3d>
      <a:camera prst="orthographicFront"/>
      <a:lightRig rig="threePt" dir="t"/>
    </dgm:scene3d>
    <dgm:sp3d/>
    <dgm:txPr/>
    <dgm:style>
      <a:lnRef idx="0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</dgm:styleDef>
</file>

<file path=ppt/diagrams/quickStyle12.xml><?xml version="1.0" encoding="utf-8"?>
<dgm:styleDef xmlns:dgm="http://schemas.openxmlformats.org/drawingml/2006/diagram" xmlns:a="http://schemas.openxmlformats.org/drawingml/2006/main" uniqueId="urn:microsoft.com/office/officeart/2005/8/quickstyle/simple1">
  <dgm:title val=""/>
  <dgm:desc val=""/>
  <dgm:catLst>
    <dgm:cat type="simple" pri="10100"/>
  </dgm:catLst>
  <dgm:scene3d>
    <a:camera prst="orthographicFront"/>
    <a:lightRig rig="threePt" dir="t"/>
  </dgm:scene3d>
  <dgm:styleLbl name="node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l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ven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tx1"/>
      </a:fontRef>
    </dgm:style>
  </dgm:styleLbl>
  <dgm:styleLbl name="alig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b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sibTrans1D1">
    <dgm:scene3d>
      <a:camera prst="orthographicFront"/>
      <a:lightRig rig="threePt" dir="t"/>
    </dgm:scene3d>
    <dgm:sp3d/>
    <dgm:txPr/>
    <dgm:style>
      <a:lnRef idx="1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callout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sst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1D1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2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3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4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con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AlignAcc1">
    <dgm:scene3d>
      <a:camera prst="orthographicFront"/>
      <a:lightRig rig="threePt" dir="t"/>
    </dgm:scene3d>
    <dgm:sp3d/>
    <dgm:txPr/>
    <dgm:style>
      <a:lnRef idx="1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dk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Shp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revTx">
    <dgm:scene3d>
      <a:camera prst="orthographicFront"/>
      <a:lightRig rig="threePt" dir="t"/>
    </dgm:scene3d>
    <dgm:sp3d/>
    <dgm:txPr/>
    <dgm:style>
      <a:lnRef idx="0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</dgm:styleDef>
</file>

<file path=ppt/diagrams/quickStyle13.xml><?xml version="1.0" encoding="utf-8"?>
<dgm:styleDef xmlns:dgm="http://schemas.openxmlformats.org/drawingml/2006/diagram" xmlns:a="http://schemas.openxmlformats.org/drawingml/2006/main" uniqueId="urn:microsoft.com/office/officeart/2005/8/quickstyle/simple1">
  <dgm:title val=""/>
  <dgm:desc val=""/>
  <dgm:catLst>
    <dgm:cat type="simple" pri="10100"/>
  </dgm:catLst>
  <dgm:scene3d>
    <a:camera prst="orthographicFront"/>
    <a:lightRig rig="threePt" dir="t"/>
  </dgm:scene3d>
  <dgm:styleLbl name="node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l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ven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tx1"/>
      </a:fontRef>
    </dgm:style>
  </dgm:styleLbl>
  <dgm:styleLbl name="alig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b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sibTrans1D1">
    <dgm:scene3d>
      <a:camera prst="orthographicFront"/>
      <a:lightRig rig="threePt" dir="t"/>
    </dgm:scene3d>
    <dgm:sp3d/>
    <dgm:txPr/>
    <dgm:style>
      <a:lnRef idx="1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callout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sst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1D1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2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3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4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con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AlignAcc1">
    <dgm:scene3d>
      <a:camera prst="orthographicFront"/>
      <a:lightRig rig="threePt" dir="t"/>
    </dgm:scene3d>
    <dgm:sp3d/>
    <dgm:txPr/>
    <dgm:style>
      <a:lnRef idx="1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dk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Shp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revTx">
    <dgm:scene3d>
      <a:camera prst="orthographicFront"/>
      <a:lightRig rig="threePt" dir="t"/>
    </dgm:scene3d>
    <dgm:sp3d/>
    <dgm:txPr/>
    <dgm:style>
      <a:lnRef idx="0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</dgm:styleDef>
</file>

<file path=ppt/diagrams/quickStyle14.xml><?xml version="1.0" encoding="utf-8"?>
<dgm:styleDef xmlns:dgm="http://schemas.openxmlformats.org/drawingml/2006/diagram" xmlns:a="http://schemas.openxmlformats.org/drawingml/2006/main" uniqueId="urn:microsoft.com/office/officeart/2005/8/quickstyle/simple1">
  <dgm:title val=""/>
  <dgm:desc val=""/>
  <dgm:catLst>
    <dgm:cat type="simple" pri="10100"/>
  </dgm:catLst>
  <dgm:scene3d>
    <a:camera prst="orthographicFront"/>
    <a:lightRig rig="threePt" dir="t"/>
  </dgm:scene3d>
  <dgm:styleLbl name="node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l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ven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tx1"/>
      </a:fontRef>
    </dgm:style>
  </dgm:styleLbl>
  <dgm:styleLbl name="alig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b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sibTrans1D1">
    <dgm:scene3d>
      <a:camera prst="orthographicFront"/>
      <a:lightRig rig="threePt" dir="t"/>
    </dgm:scene3d>
    <dgm:sp3d/>
    <dgm:txPr/>
    <dgm:style>
      <a:lnRef idx="1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callout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sst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1D1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2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3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4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con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AlignAcc1">
    <dgm:scene3d>
      <a:camera prst="orthographicFront"/>
      <a:lightRig rig="threePt" dir="t"/>
    </dgm:scene3d>
    <dgm:sp3d/>
    <dgm:txPr/>
    <dgm:style>
      <a:lnRef idx="1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dk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Shp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revTx">
    <dgm:scene3d>
      <a:camera prst="orthographicFront"/>
      <a:lightRig rig="threePt" dir="t"/>
    </dgm:scene3d>
    <dgm:sp3d/>
    <dgm:txPr/>
    <dgm:style>
      <a:lnRef idx="0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</dgm:styleDef>
</file>

<file path=ppt/diagrams/quickStyle15.xml><?xml version="1.0" encoding="utf-8"?>
<dgm:styleDef xmlns:dgm="http://schemas.openxmlformats.org/drawingml/2006/diagram" xmlns:a="http://schemas.openxmlformats.org/drawingml/2006/main" uniqueId="urn:microsoft.com/office/officeart/2005/8/quickstyle/simple1">
  <dgm:title val=""/>
  <dgm:desc val=""/>
  <dgm:catLst>
    <dgm:cat type="simple" pri="10100"/>
  </dgm:catLst>
  <dgm:scene3d>
    <a:camera prst="orthographicFront"/>
    <a:lightRig rig="threePt" dir="t"/>
  </dgm:scene3d>
  <dgm:styleLbl name="node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l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ven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tx1"/>
      </a:fontRef>
    </dgm:style>
  </dgm:styleLbl>
  <dgm:styleLbl name="alig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b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sibTrans1D1">
    <dgm:scene3d>
      <a:camera prst="orthographicFront"/>
      <a:lightRig rig="threePt" dir="t"/>
    </dgm:scene3d>
    <dgm:sp3d/>
    <dgm:txPr/>
    <dgm:style>
      <a:lnRef idx="1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callout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sst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1D1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2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3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4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con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AlignAcc1">
    <dgm:scene3d>
      <a:camera prst="orthographicFront"/>
      <a:lightRig rig="threePt" dir="t"/>
    </dgm:scene3d>
    <dgm:sp3d/>
    <dgm:txPr/>
    <dgm:style>
      <a:lnRef idx="1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dk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Shp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revTx">
    <dgm:scene3d>
      <a:camera prst="orthographicFront"/>
      <a:lightRig rig="threePt" dir="t"/>
    </dgm:scene3d>
    <dgm:sp3d/>
    <dgm:txPr/>
    <dgm:style>
      <a:lnRef idx="0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</dgm:styleDef>
</file>

<file path=ppt/diagrams/quickStyle16.xml><?xml version="1.0" encoding="utf-8"?>
<dgm:styleDef xmlns:dgm="http://schemas.openxmlformats.org/drawingml/2006/diagram" xmlns:a="http://schemas.openxmlformats.org/drawingml/2006/main" uniqueId="urn:microsoft.com/office/officeart/2005/8/quickstyle/simple1">
  <dgm:title val=""/>
  <dgm:desc val=""/>
  <dgm:catLst>
    <dgm:cat type="simple" pri="10100"/>
  </dgm:catLst>
  <dgm:scene3d>
    <a:camera prst="orthographicFront"/>
    <a:lightRig rig="threePt" dir="t"/>
  </dgm:scene3d>
  <dgm:styleLbl name="node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l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ven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tx1"/>
      </a:fontRef>
    </dgm:style>
  </dgm:styleLbl>
  <dgm:styleLbl name="alig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b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sibTrans1D1">
    <dgm:scene3d>
      <a:camera prst="orthographicFront"/>
      <a:lightRig rig="threePt" dir="t"/>
    </dgm:scene3d>
    <dgm:sp3d/>
    <dgm:txPr/>
    <dgm:style>
      <a:lnRef idx="1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callout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sst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1D1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2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3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4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con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AlignAcc1">
    <dgm:scene3d>
      <a:camera prst="orthographicFront"/>
      <a:lightRig rig="threePt" dir="t"/>
    </dgm:scene3d>
    <dgm:sp3d/>
    <dgm:txPr/>
    <dgm:style>
      <a:lnRef idx="1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dk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Shp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revTx">
    <dgm:scene3d>
      <a:camera prst="orthographicFront"/>
      <a:lightRig rig="threePt" dir="t"/>
    </dgm:scene3d>
    <dgm:sp3d/>
    <dgm:txPr/>
    <dgm:style>
      <a:lnRef idx="0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</dgm:styleDef>
</file>

<file path=ppt/diagrams/quickStyle17.xml><?xml version="1.0" encoding="utf-8"?>
<dgm:styleDef xmlns:dgm="http://schemas.openxmlformats.org/drawingml/2006/diagram" xmlns:a="http://schemas.openxmlformats.org/drawingml/2006/main" uniqueId="urn:microsoft.com/office/officeart/2005/8/quickstyle/simple1">
  <dgm:title val=""/>
  <dgm:desc val=""/>
  <dgm:catLst>
    <dgm:cat type="simple" pri="10100"/>
  </dgm:catLst>
  <dgm:scene3d>
    <a:camera prst="orthographicFront"/>
    <a:lightRig rig="threePt" dir="t"/>
  </dgm:scene3d>
  <dgm:styleLbl name="node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l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ven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tx1"/>
      </a:fontRef>
    </dgm:style>
  </dgm:styleLbl>
  <dgm:styleLbl name="alig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b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sibTrans1D1">
    <dgm:scene3d>
      <a:camera prst="orthographicFront"/>
      <a:lightRig rig="threePt" dir="t"/>
    </dgm:scene3d>
    <dgm:sp3d/>
    <dgm:txPr/>
    <dgm:style>
      <a:lnRef idx="1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callout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sst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1D1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2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3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4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con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AlignAcc1">
    <dgm:scene3d>
      <a:camera prst="orthographicFront"/>
      <a:lightRig rig="threePt" dir="t"/>
    </dgm:scene3d>
    <dgm:sp3d/>
    <dgm:txPr/>
    <dgm:style>
      <a:lnRef idx="1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dk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Shp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revTx">
    <dgm:scene3d>
      <a:camera prst="orthographicFront"/>
      <a:lightRig rig="threePt" dir="t"/>
    </dgm:scene3d>
    <dgm:sp3d/>
    <dgm:txPr/>
    <dgm:style>
      <a:lnRef idx="0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</dgm:styleDef>
</file>

<file path=ppt/diagrams/quickStyle18.xml><?xml version="1.0" encoding="utf-8"?>
<dgm:styleDef xmlns:dgm="http://schemas.openxmlformats.org/drawingml/2006/diagram" xmlns:a="http://schemas.openxmlformats.org/drawingml/2006/main" uniqueId="urn:microsoft.com/office/officeart/2005/8/quickstyle/simple1">
  <dgm:title val=""/>
  <dgm:desc val=""/>
  <dgm:catLst>
    <dgm:cat type="simple" pri="10100"/>
  </dgm:catLst>
  <dgm:scene3d>
    <a:camera prst="orthographicFront"/>
    <a:lightRig rig="threePt" dir="t"/>
  </dgm:scene3d>
  <dgm:styleLbl name="node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l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ven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tx1"/>
      </a:fontRef>
    </dgm:style>
  </dgm:styleLbl>
  <dgm:styleLbl name="alig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b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sibTrans1D1">
    <dgm:scene3d>
      <a:camera prst="orthographicFront"/>
      <a:lightRig rig="threePt" dir="t"/>
    </dgm:scene3d>
    <dgm:sp3d/>
    <dgm:txPr/>
    <dgm:style>
      <a:lnRef idx="1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callout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sst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1D1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2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3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4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con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AlignAcc1">
    <dgm:scene3d>
      <a:camera prst="orthographicFront"/>
      <a:lightRig rig="threePt" dir="t"/>
    </dgm:scene3d>
    <dgm:sp3d/>
    <dgm:txPr/>
    <dgm:style>
      <a:lnRef idx="1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dk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Shp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revTx">
    <dgm:scene3d>
      <a:camera prst="orthographicFront"/>
      <a:lightRig rig="threePt" dir="t"/>
    </dgm:scene3d>
    <dgm:sp3d/>
    <dgm:txPr/>
    <dgm:style>
      <a:lnRef idx="0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</dgm:styleDef>
</file>

<file path=ppt/diagrams/quickStyle19.xml><?xml version="1.0" encoding="utf-8"?>
<dgm:styleDef xmlns:dgm="http://schemas.openxmlformats.org/drawingml/2006/diagram" xmlns:a="http://schemas.openxmlformats.org/drawingml/2006/main" uniqueId="urn:microsoft.com/office/officeart/2005/8/quickstyle/simple1">
  <dgm:title val=""/>
  <dgm:desc val=""/>
  <dgm:catLst>
    <dgm:cat type="simple" pri="10100"/>
  </dgm:catLst>
  <dgm:scene3d>
    <a:camera prst="orthographicFront"/>
    <a:lightRig rig="threePt" dir="t"/>
  </dgm:scene3d>
  <dgm:styleLbl name="node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l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ven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tx1"/>
      </a:fontRef>
    </dgm:style>
  </dgm:styleLbl>
  <dgm:styleLbl name="alig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b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sibTrans1D1">
    <dgm:scene3d>
      <a:camera prst="orthographicFront"/>
      <a:lightRig rig="threePt" dir="t"/>
    </dgm:scene3d>
    <dgm:sp3d/>
    <dgm:txPr/>
    <dgm:style>
      <a:lnRef idx="1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callout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sst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1D1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2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3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4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con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AlignAcc1">
    <dgm:scene3d>
      <a:camera prst="orthographicFront"/>
      <a:lightRig rig="threePt" dir="t"/>
    </dgm:scene3d>
    <dgm:sp3d/>
    <dgm:txPr/>
    <dgm:style>
      <a:lnRef idx="1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dk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Shp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revTx">
    <dgm:scene3d>
      <a:camera prst="orthographicFront"/>
      <a:lightRig rig="threePt" dir="t"/>
    </dgm:scene3d>
    <dgm:sp3d/>
    <dgm:txPr/>
    <dgm:style>
      <a:lnRef idx="0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</dgm:styleDef>
</file>

<file path=ppt/diagrams/quickStyle20.xml><?xml version="1.0" encoding="utf-8"?>
<dgm:styleDef xmlns:dgm="http://schemas.openxmlformats.org/drawingml/2006/diagram" xmlns:a="http://schemas.openxmlformats.org/drawingml/2006/main" uniqueId="urn:microsoft.com/office/officeart/2005/8/quickstyle/simple1">
  <dgm:title val=""/>
  <dgm:desc val=""/>
  <dgm:catLst>
    <dgm:cat type="simple" pri="10100"/>
  </dgm:catLst>
  <dgm:scene3d>
    <a:camera prst="orthographicFront"/>
    <a:lightRig rig="threePt" dir="t"/>
  </dgm:scene3d>
  <dgm:styleLbl name="node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l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ven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tx1"/>
      </a:fontRef>
    </dgm:style>
  </dgm:styleLbl>
  <dgm:styleLbl name="alig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b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sibTrans1D1">
    <dgm:scene3d>
      <a:camera prst="orthographicFront"/>
      <a:lightRig rig="threePt" dir="t"/>
    </dgm:scene3d>
    <dgm:sp3d/>
    <dgm:txPr/>
    <dgm:style>
      <a:lnRef idx="1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callout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sst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1D1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2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3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4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con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AlignAcc1">
    <dgm:scene3d>
      <a:camera prst="orthographicFront"/>
      <a:lightRig rig="threePt" dir="t"/>
    </dgm:scene3d>
    <dgm:sp3d/>
    <dgm:txPr/>
    <dgm:style>
      <a:lnRef idx="1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dk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Shp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revTx">
    <dgm:scene3d>
      <a:camera prst="orthographicFront"/>
      <a:lightRig rig="threePt" dir="t"/>
    </dgm:scene3d>
    <dgm:sp3d/>
    <dgm:txPr/>
    <dgm:style>
      <a:lnRef idx="0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</dgm:styleDef>
</file>

<file path=ppt/diagrams/quickStyle21.xml><?xml version="1.0" encoding="utf-8"?>
<dgm:styleDef xmlns:dgm="http://schemas.openxmlformats.org/drawingml/2006/diagram" xmlns:a="http://schemas.openxmlformats.org/drawingml/2006/main" uniqueId="urn:microsoft.com/office/officeart/2005/8/quickstyle/simple1">
  <dgm:title val=""/>
  <dgm:desc val=""/>
  <dgm:catLst>
    <dgm:cat type="simple" pri="10100"/>
  </dgm:catLst>
  <dgm:scene3d>
    <a:camera prst="orthographicFront"/>
    <a:lightRig rig="threePt" dir="t"/>
  </dgm:scene3d>
  <dgm:styleLbl name="node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l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ven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tx1"/>
      </a:fontRef>
    </dgm:style>
  </dgm:styleLbl>
  <dgm:styleLbl name="alig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b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sibTrans1D1">
    <dgm:scene3d>
      <a:camera prst="orthographicFront"/>
      <a:lightRig rig="threePt" dir="t"/>
    </dgm:scene3d>
    <dgm:sp3d/>
    <dgm:txPr/>
    <dgm:style>
      <a:lnRef idx="1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callout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sst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1D1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2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3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4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con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AlignAcc1">
    <dgm:scene3d>
      <a:camera prst="orthographicFront"/>
      <a:lightRig rig="threePt" dir="t"/>
    </dgm:scene3d>
    <dgm:sp3d/>
    <dgm:txPr/>
    <dgm:style>
      <a:lnRef idx="1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dk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Shp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revTx">
    <dgm:scene3d>
      <a:camera prst="orthographicFront"/>
      <a:lightRig rig="threePt" dir="t"/>
    </dgm:scene3d>
    <dgm:sp3d/>
    <dgm:txPr/>
    <dgm:style>
      <a:lnRef idx="0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</dgm:styleDef>
</file>

<file path=ppt/diagrams/quickStyle22.xml><?xml version="1.0" encoding="utf-8"?>
<dgm:styleDef xmlns:dgm="http://schemas.openxmlformats.org/drawingml/2006/diagram" xmlns:a="http://schemas.openxmlformats.org/drawingml/2006/main" uniqueId="urn:microsoft.com/office/officeart/2005/8/quickstyle/simple1">
  <dgm:title val=""/>
  <dgm:desc val=""/>
  <dgm:catLst>
    <dgm:cat type="simple" pri="10100"/>
  </dgm:catLst>
  <dgm:scene3d>
    <a:camera prst="orthographicFront"/>
    <a:lightRig rig="threePt" dir="t"/>
  </dgm:scene3d>
  <dgm:styleLbl name="node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l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ven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tx1"/>
      </a:fontRef>
    </dgm:style>
  </dgm:styleLbl>
  <dgm:styleLbl name="alig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b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sibTrans1D1">
    <dgm:scene3d>
      <a:camera prst="orthographicFront"/>
      <a:lightRig rig="threePt" dir="t"/>
    </dgm:scene3d>
    <dgm:sp3d/>
    <dgm:txPr/>
    <dgm:style>
      <a:lnRef idx="1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callout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sst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1D1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2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3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4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con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AlignAcc1">
    <dgm:scene3d>
      <a:camera prst="orthographicFront"/>
      <a:lightRig rig="threePt" dir="t"/>
    </dgm:scene3d>
    <dgm:sp3d/>
    <dgm:txPr/>
    <dgm:style>
      <a:lnRef idx="1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dk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Shp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revTx">
    <dgm:scene3d>
      <a:camera prst="orthographicFront"/>
      <a:lightRig rig="threePt" dir="t"/>
    </dgm:scene3d>
    <dgm:sp3d/>
    <dgm:txPr/>
    <dgm:style>
      <a:lnRef idx="0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</dgm:styleDef>
</file>

<file path=ppt/diagrams/quickStyle23.xml><?xml version="1.0" encoding="utf-8"?>
<dgm:styleDef xmlns:dgm="http://schemas.openxmlformats.org/drawingml/2006/diagram" xmlns:a="http://schemas.openxmlformats.org/drawingml/2006/main" uniqueId="urn:microsoft.com/office/officeart/2005/8/quickstyle/simple1">
  <dgm:title val=""/>
  <dgm:desc val=""/>
  <dgm:catLst>
    <dgm:cat type="simple" pri="10100"/>
  </dgm:catLst>
  <dgm:scene3d>
    <a:camera prst="orthographicFront"/>
    <a:lightRig rig="threePt" dir="t"/>
  </dgm:scene3d>
  <dgm:styleLbl name="node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l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ven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tx1"/>
      </a:fontRef>
    </dgm:style>
  </dgm:styleLbl>
  <dgm:styleLbl name="alig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b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sibTrans1D1">
    <dgm:scene3d>
      <a:camera prst="orthographicFront"/>
      <a:lightRig rig="threePt" dir="t"/>
    </dgm:scene3d>
    <dgm:sp3d/>
    <dgm:txPr/>
    <dgm:style>
      <a:lnRef idx="1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callout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sst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1D1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2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3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4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con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AlignAcc1">
    <dgm:scene3d>
      <a:camera prst="orthographicFront"/>
      <a:lightRig rig="threePt" dir="t"/>
    </dgm:scene3d>
    <dgm:sp3d/>
    <dgm:txPr/>
    <dgm:style>
      <a:lnRef idx="1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dk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Shp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revTx">
    <dgm:scene3d>
      <a:camera prst="orthographicFront"/>
      <a:lightRig rig="threePt" dir="t"/>
    </dgm:scene3d>
    <dgm:sp3d/>
    <dgm:txPr/>
    <dgm:style>
      <a:lnRef idx="0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</dgm:styleDef>
</file>

<file path=ppt/diagrams/quickStyle24.xml><?xml version="1.0" encoding="utf-8"?>
<dgm:styleDef xmlns:dgm="http://schemas.openxmlformats.org/drawingml/2006/diagram" xmlns:a="http://schemas.openxmlformats.org/drawingml/2006/main" uniqueId="urn:microsoft.com/office/officeart/2005/8/quickstyle/simple1">
  <dgm:title val=""/>
  <dgm:desc val=""/>
  <dgm:catLst>
    <dgm:cat type="simple" pri="10100"/>
  </dgm:catLst>
  <dgm:scene3d>
    <a:camera prst="orthographicFront"/>
    <a:lightRig rig="threePt" dir="t"/>
  </dgm:scene3d>
  <dgm:styleLbl name="node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l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ven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tx1"/>
      </a:fontRef>
    </dgm:style>
  </dgm:styleLbl>
  <dgm:styleLbl name="alig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b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sibTrans1D1">
    <dgm:scene3d>
      <a:camera prst="orthographicFront"/>
      <a:lightRig rig="threePt" dir="t"/>
    </dgm:scene3d>
    <dgm:sp3d/>
    <dgm:txPr/>
    <dgm:style>
      <a:lnRef idx="1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callout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sst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1D1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2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3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4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con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AlignAcc1">
    <dgm:scene3d>
      <a:camera prst="orthographicFront"/>
      <a:lightRig rig="threePt" dir="t"/>
    </dgm:scene3d>
    <dgm:sp3d/>
    <dgm:txPr/>
    <dgm:style>
      <a:lnRef idx="1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dk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Shp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revTx">
    <dgm:scene3d>
      <a:camera prst="orthographicFront"/>
      <a:lightRig rig="threePt" dir="t"/>
    </dgm:scene3d>
    <dgm:sp3d/>
    <dgm:txPr/>
    <dgm:style>
      <a:lnRef idx="0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</dgm:styleDef>
</file>

<file path=ppt/diagrams/quickStyle25.xml><?xml version="1.0" encoding="utf-8"?>
<dgm:styleDef xmlns:dgm="http://schemas.openxmlformats.org/drawingml/2006/diagram" xmlns:a="http://schemas.openxmlformats.org/drawingml/2006/main" uniqueId="urn:microsoft.com/office/officeart/2005/8/quickstyle/simple1">
  <dgm:title val=""/>
  <dgm:desc val=""/>
  <dgm:catLst>
    <dgm:cat type="simple" pri="10100"/>
  </dgm:catLst>
  <dgm:scene3d>
    <a:camera prst="orthographicFront"/>
    <a:lightRig rig="threePt" dir="t"/>
  </dgm:scene3d>
  <dgm:styleLbl name="node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l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ven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tx1"/>
      </a:fontRef>
    </dgm:style>
  </dgm:styleLbl>
  <dgm:styleLbl name="alig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b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sibTrans1D1">
    <dgm:scene3d>
      <a:camera prst="orthographicFront"/>
      <a:lightRig rig="threePt" dir="t"/>
    </dgm:scene3d>
    <dgm:sp3d/>
    <dgm:txPr/>
    <dgm:style>
      <a:lnRef idx="1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callout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sst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1D1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2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3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4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con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AlignAcc1">
    <dgm:scene3d>
      <a:camera prst="orthographicFront"/>
      <a:lightRig rig="threePt" dir="t"/>
    </dgm:scene3d>
    <dgm:sp3d/>
    <dgm:txPr/>
    <dgm:style>
      <a:lnRef idx="1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dk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Shp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revTx">
    <dgm:scene3d>
      <a:camera prst="orthographicFront"/>
      <a:lightRig rig="threePt" dir="t"/>
    </dgm:scene3d>
    <dgm:sp3d/>
    <dgm:txPr/>
    <dgm:style>
      <a:lnRef idx="0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</dgm:styleDef>
</file>

<file path=ppt/diagrams/quickStyle26.xml><?xml version="1.0" encoding="utf-8"?>
<dgm:styleDef xmlns:dgm="http://schemas.openxmlformats.org/drawingml/2006/diagram" xmlns:a="http://schemas.openxmlformats.org/drawingml/2006/main" uniqueId="urn:microsoft.com/office/officeart/2005/8/quickstyle/simple1">
  <dgm:title val=""/>
  <dgm:desc val=""/>
  <dgm:catLst>
    <dgm:cat type="simple" pri="10100"/>
  </dgm:catLst>
  <dgm:scene3d>
    <a:camera prst="orthographicFront"/>
    <a:lightRig rig="threePt" dir="t"/>
  </dgm:scene3d>
  <dgm:styleLbl name="node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l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ven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tx1"/>
      </a:fontRef>
    </dgm:style>
  </dgm:styleLbl>
  <dgm:styleLbl name="alig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b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sibTrans1D1">
    <dgm:scene3d>
      <a:camera prst="orthographicFront"/>
      <a:lightRig rig="threePt" dir="t"/>
    </dgm:scene3d>
    <dgm:sp3d/>
    <dgm:txPr/>
    <dgm:style>
      <a:lnRef idx="1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callout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sst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1D1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2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3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4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con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AlignAcc1">
    <dgm:scene3d>
      <a:camera prst="orthographicFront"/>
      <a:lightRig rig="threePt" dir="t"/>
    </dgm:scene3d>
    <dgm:sp3d/>
    <dgm:txPr/>
    <dgm:style>
      <a:lnRef idx="1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dk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Shp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revTx">
    <dgm:scene3d>
      <a:camera prst="orthographicFront"/>
      <a:lightRig rig="threePt" dir="t"/>
    </dgm:scene3d>
    <dgm:sp3d/>
    <dgm:txPr/>
    <dgm:style>
      <a:lnRef idx="0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</dgm:styleDef>
</file>

<file path=ppt/diagrams/quickStyle27.xml><?xml version="1.0" encoding="utf-8"?>
<dgm:styleDef xmlns:dgm="http://schemas.openxmlformats.org/drawingml/2006/diagram" xmlns:a="http://schemas.openxmlformats.org/drawingml/2006/main" uniqueId="urn:microsoft.com/office/officeart/2005/8/quickstyle/simple1">
  <dgm:title val=""/>
  <dgm:desc val=""/>
  <dgm:catLst>
    <dgm:cat type="simple" pri="10100"/>
  </dgm:catLst>
  <dgm:scene3d>
    <a:camera prst="orthographicFront"/>
    <a:lightRig rig="threePt" dir="t"/>
  </dgm:scene3d>
  <dgm:styleLbl name="node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l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ven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tx1"/>
      </a:fontRef>
    </dgm:style>
  </dgm:styleLbl>
  <dgm:styleLbl name="alig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b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sibTrans1D1">
    <dgm:scene3d>
      <a:camera prst="orthographicFront"/>
      <a:lightRig rig="threePt" dir="t"/>
    </dgm:scene3d>
    <dgm:sp3d/>
    <dgm:txPr/>
    <dgm:style>
      <a:lnRef idx="1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callout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sst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1D1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2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3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4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con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AlignAcc1">
    <dgm:scene3d>
      <a:camera prst="orthographicFront"/>
      <a:lightRig rig="threePt" dir="t"/>
    </dgm:scene3d>
    <dgm:sp3d/>
    <dgm:txPr/>
    <dgm:style>
      <a:lnRef idx="1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dk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Shp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revTx">
    <dgm:scene3d>
      <a:camera prst="orthographicFront"/>
      <a:lightRig rig="threePt" dir="t"/>
    </dgm:scene3d>
    <dgm:sp3d/>
    <dgm:txPr/>
    <dgm:style>
      <a:lnRef idx="0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</dgm:styleDef>
</file>

<file path=ppt/diagrams/quickStyle28.xml><?xml version="1.0" encoding="utf-8"?>
<dgm:styleDef xmlns:dgm="http://schemas.openxmlformats.org/drawingml/2006/diagram" xmlns:a="http://schemas.openxmlformats.org/drawingml/2006/main" uniqueId="urn:microsoft.com/office/officeart/2005/8/quickstyle/simple1">
  <dgm:title val=""/>
  <dgm:desc val=""/>
  <dgm:catLst>
    <dgm:cat type="simple" pri="10100"/>
  </dgm:catLst>
  <dgm:scene3d>
    <a:camera prst="orthographicFront"/>
    <a:lightRig rig="threePt" dir="t"/>
  </dgm:scene3d>
  <dgm:styleLbl name="node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l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ven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tx1"/>
      </a:fontRef>
    </dgm:style>
  </dgm:styleLbl>
  <dgm:styleLbl name="alig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b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sibTrans1D1">
    <dgm:scene3d>
      <a:camera prst="orthographicFront"/>
      <a:lightRig rig="threePt" dir="t"/>
    </dgm:scene3d>
    <dgm:sp3d/>
    <dgm:txPr/>
    <dgm:style>
      <a:lnRef idx="1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callout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sst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1D1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2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3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4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con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AlignAcc1">
    <dgm:scene3d>
      <a:camera prst="orthographicFront"/>
      <a:lightRig rig="threePt" dir="t"/>
    </dgm:scene3d>
    <dgm:sp3d/>
    <dgm:txPr/>
    <dgm:style>
      <a:lnRef idx="1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dk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Shp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revTx">
    <dgm:scene3d>
      <a:camera prst="orthographicFront"/>
      <a:lightRig rig="threePt" dir="t"/>
    </dgm:scene3d>
    <dgm:sp3d/>
    <dgm:txPr/>
    <dgm:style>
      <a:lnRef idx="0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</dgm:styleDef>
</file>

<file path=ppt/diagrams/quickStyle29.xml><?xml version="1.0" encoding="utf-8"?>
<dgm:styleDef xmlns:dgm="http://schemas.openxmlformats.org/drawingml/2006/diagram" xmlns:a="http://schemas.openxmlformats.org/drawingml/2006/main" uniqueId="urn:microsoft.com/office/officeart/2005/8/quickstyle/simple1">
  <dgm:title val=""/>
  <dgm:desc val=""/>
  <dgm:catLst>
    <dgm:cat type="simple" pri="10100"/>
  </dgm:catLst>
  <dgm:scene3d>
    <a:camera prst="orthographicFront"/>
    <a:lightRig rig="threePt" dir="t"/>
  </dgm:scene3d>
  <dgm:styleLbl name="node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l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ven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tx1"/>
      </a:fontRef>
    </dgm:style>
  </dgm:styleLbl>
  <dgm:styleLbl name="alig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b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sibTrans1D1">
    <dgm:scene3d>
      <a:camera prst="orthographicFront"/>
      <a:lightRig rig="threePt" dir="t"/>
    </dgm:scene3d>
    <dgm:sp3d/>
    <dgm:txPr/>
    <dgm:style>
      <a:lnRef idx="1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callout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sst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1D1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2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3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4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con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AlignAcc1">
    <dgm:scene3d>
      <a:camera prst="orthographicFront"/>
      <a:lightRig rig="threePt" dir="t"/>
    </dgm:scene3d>
    <dgm:sp3d/>
    <dgm:txPr/>
    <dgm:style>
      <a:lnRef idx="1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dk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Shp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revTx">
    <dgm:scene3d>
      <a:camera prst="orthographicFront"/>
      <a:lightRig rig="threePt" dir="t"/>
    </dgm:scene3d>
    <dgm:sp3d/>
    <dgm:txPr/>
    <dgm:style>
      <a:lnRef idx="0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</dgm:styleDef>
</file>

<file path=ppt/diagrams/quickStyle30.xml><?xml version="1.0" encoding="utf-8"?>
<dgm:styleDef xmlns:dgm="http://schemas.openxmlformats.org/drawingml/2006/diagram" xmlns:a="http://schemas.openxmlformats.org/drawingml/2006/main" uniqueId="urn:microsoft.com/office/officeart/2005/8/quickstyle/simple1">
  <dgm:title val=""/>
  <dgm:desc val=""/>
  <dgm:catLst>
    <dgm:cat type="simple" pri="10100"/>
  </dgm:catLst>
  <dgm:scene3d>
    <a:camera prst="orthographicFront"/>
    <a:lightRig rig="threePt" dir="t"/>
  </dgm:scene3d>
  <dgm:styleLbl name="node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l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ven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tx1"/>
      </a:fontRef>
    </dgm:style>
  </dgm:styleLbl>
  <dgm:styleLbl name="alig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b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sibTrans1D1">
    <dgm:scene3d>
      <a:camera prst="orthographicFront"/>
      <a:lightRig rig="threePt" dir="t"/>
    </dgm:scene3d>
    <dgm:sp3d/>
    <dgm:txPr/>
    <dgm:style>
      <a:lnRef idx="1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callout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sst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1D1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2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3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4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con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AlignAcc1">
    <dgm:scene3d>
      <a:camera prst="orthographicFront"/>
      <a:lightRig rig="threePt" dir="t"/>
    </dgm:scene3d>
    <dgm:sp3d/>
    <dgm:txPr/>
    <dgm:style>
      <a:lnRef idx="1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dk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Shp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revTx">
    <dgm:scene3d>
      <a:camera prst="orthographicFront"/>
      <a:lightRig rig="threePt" dir="t"/>
    </dgm:scene3d>
    <dgm:sp3d/>
    <dgm:txPr/>
    <dgm:style>
      <a:lnRef idx="0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</dgm:styleDef>
</file>

<file path=ppt/diagrams/quickStyle31.xml><?xml version="1.0" encoding="utf-8"?>
<dgm:styleDef xmlns:dgm="http://schemas.openxmlformats.org/drawingml/2006/diagram" xmlns:a="http://schemas.openxmlformats.org/drawingml/2006/main" uniqueId="urn:microsoft.com/office/officeart/2005/8/quickstyle/simple1">
  <dgm:title val=""/>
  <dgm:desc val=""/>
  <dgm:catLst>
    <dgm:cat type="simple" pri="10100"/>
  </dgm:catLst>
  <dgm:scene3d>
    <a:camera prst="orthographicFront"/>
    <a:lightRig rig="threePt" dir="t"/>
  </dgm:scene3d>
  <dgm:styleLbl name="node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l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ven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tx1"/>
      </a:fontRef>
    </dgm:style>
  </dgm:styleLbl>
  <dgm:styleLbl name="alig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b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sibTrans1D1">
    <dgm:scene3d>
      <a:camera prst="orthographicFront"/>
      <a:lightRig rig="threePt" dir="t"/>
    </dgm:scene3d>
    <dgm:sp3d/>
    <dgm:txPr/>
    <dgm:style>
      <a:lnRef idx="1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callout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sst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1D1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2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3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4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con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AlignAcc1">
    <dgm:scene3d>
      <a:camera prst="orthographicFront"/>
      <a:lightRig rig="threePt" dir="t"/>
    </dgm:scene3d>
    <dgm:sp3d/>
    <dgm:txPr/>
    <dgm:style>
      <a:lnRef idx="1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dk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Shp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revTx">
    <dgm:scene3d>
      <a:camera prst="orthographicFront"/>
      <a:lightRig rig="threePt" dir="t"/>
    </dgm:scene3d>
    <dgm:sp3d/>
    <dgm:txPr/>
    <dgm:style>
      <a:lnRef idx="0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</dgm:styleDef>
</file>

<file path=ppt/diagrams/quickStyle32.xml><?xml version="1.0" encoding="utf-8"?>
<dgm:styleDef xmlns:dgm="http://schemas.openxmlformats.org/drawingml/2006/diagram" xmlns:a="http://schemas.openxmlformats.org/drawingml/2006/main" uniqueId="urn:microsoft.com/office/officeart/2005/8/quickstyle/simple1">
  <dgm:title val=""/>
  <dgm:desc val=""/>
  <dgm:catLst>
    <dgm:cat type="simple" pri="10100"/>
  </dgm:catLst>
  <dgm:scene3d>
    <a:camera prst="orthographicFront"/>
    <a:lightRig rig="threePt" dir="t"/>
  </dgm:scene3d>
  <dgm:styleLbl name="node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l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ven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tx1"/>
      </a:fontRef>
    </dgm:style>
  </dgm:styleLbl>
  <dgm:styleLbl name="alig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b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sibTrans1D1">
    <dgm:scene3d>
      <a:camera prst="orthographicFront"/>
      <a:lightRig rig="threePt" dir="t"/>
    </dgm:scene3d>
    <dgm:sp3d/>
    <dgm:txPr/>
    <dgm:style>
      <a:lnRef idx="1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callout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sst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1D1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2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3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4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con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AlignAcc1">
    <dgm:scene3d>
      <a:camera prst="orthographicFront"/>
      <a:lightRig rig="threePt" dir="t"/>
    </dgm:scene3d>
    <dgm:sp3d/>
    <dgm:txPr/>
    <dgm:style>
      <a:lnRef idx="1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dk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Shp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revTx">
    <dgm:scene3d>
      <a:camera prst="orthographicFront"/>
      <a:lightRig rig="threePt" dir="t"/>
    </dgm:scene3d>
    <dgm:sp3d/>
    <dgm:txPr/>
    <dgm:style>
      <a:lnRef idx="0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</dgm:styleDef>
</file>

<file path=ppt/diagrams/quickStyle33.xml><?xml version="1.0" encoding="utf-8"?>
<dgm:styleDef xmlns:dgm="http://schemas.openxmlformats.org/drawingml/2006/diagram" xmlns:a="http://schemas.openxmlformats.org/drawingml/2006/main" uniqueId="urn:microsoft.com/office/officeart/2005/8/quickstyle/simple1">
  <dgm:title val=""/>
  <dgm:desc val=""/>
  <dgm:catLst>
    <dgm:cat type="simple" pri="10100"/>
  </dgm:catLst>
  <dgm:scene3d>
    <a:camera prst="orthographicFront"/>
    <a:lightRig rig="threePt" dir="t"/>
  </dgm:scene3d>
  <dgm:styleLbl name="node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l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ven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tx1"/>
      </a:fontRef>
    </dgm:style>
  </dgm:styleLbl>
  <dgm:styleLbl name="alig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b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sibTrans1D1">
    <dgm:scene3d>
      <a:camera prst="orthographicFront"/>
      <a:lightRig rig="threePt" dir="t"/>
    </dgm:scene3d>
    <dgm:sp3d/>
    <dgm:txPr/>
    <dgm:style>
      <a:lnRef idx="1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callout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sst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1D1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2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3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4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con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AlignAcc1">
    <dgm:scene3d>
      <a:camera prst="orthographicFront"/>
      <a:lightRig rig="threePt" dir="t"/>
    </dgm:scene3d>
    <dgm:sp3d/>
    <dgm:txPr/>
    <dgm:style>
      <a:lnRef idx="1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dk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Shp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revTx">
    <dgm:scene3d>
      <a:camera prst="orthographicFront"/>
      <a:lightRig rig="threePt" dir="t"/>
    </dgm:scene3d>
    <dgm:sp3d/>
    <dgm:txPr/>
    <dgm:style>
      <a:lnRef idx="0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</dgm:styleDef>
</file>

<file path=ppt/diagrams/quickStyle34.xml><?xml version="1.0" encoding="utf-8"?>
<dgm:styleDef xmlns:dgm="http://schemas.openxmlformats.org/drawingml/2006/diagram" xmlns:a="http://schemas.openxmlformats.org/drawingml/2006/main" uniqueId="urn:microsoft.com/office/officeart/2005/8/quickstyle/simple1">
  <dgm:title val=""/>
  <dgm:desc val=""/>
  <dgm:catLst>
    <dgm:cat type="simple" pri="10100"/>
  </dgm:catLst>
  <dgm:scene3d>
    <a:camera prst="orthographicFront"/>
    <a:lightRig rig="threePt" dir="t"/>
  </dgm:scene3d>
  <dgm:styleLbl name="node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l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ven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tx1"/>
      </a:fontRef>
    </dgm:style>
  </dgm:styleLbl>
  <dgm:styleLbl name="alig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b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sibTrans1D1">
    <dgm:scene3d>
      <a:camera prst="orthographicFront"/>
      <a:lightRig rig="threePt" dir="t"/>
    </dgm:scene3d>
    <dgm:sp3d/>
    <dgm:txPr/>
    <dgm:style>
      <a:lnRef idx="1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callout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sst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1D1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2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3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4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con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AlignAcc1">
    <dgm:scene3d>
      <a:camera prst="orthographicFront"/>
      <a:lightRig rig="threePt" dir="t"/>
    </dgm:scene3d>
    <dgm:sp3d/>
    <dgm:txPr/>
    <dgm:style>
      <a:lnRef idx="1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dk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Shp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revTx">
    <dgm:scene3d>
      <a:camera prst="orthographicFront"/>
      <a:lightRig rig="threePt" dir="t"/>
    </dgm:scene3d>
    <dgm:sp3d/>
    <dgm:txPr/>
    <dgm:style>
      <a:lnRef idx="0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</dgm:styleDef>
</file>

<file path=ppt/diagrams/quickStyle35.xml><?xml version="1.0" encoding="utf-8"?>
<dgm:styleDef xmlns:dgm="http://schemas.openxmlformats.org/drawingml/2006/diagram" xmlns:a="http://schemas.openxmlformats.org/drawingml/2006/main" uniqueId="urn:microsoft.com/office/officeart/2005/8/quickstyle/simple1">
  <dgm:title val=""/>
  <dgm:desc val=""/>
  <dgm:catLst>
    <dgm:cat type="simple" pri="10100"/>
  </dgm:catLst>
  <dgm:scene3d>
    <a:camera prst="orthographicFront"/>
    <a:lightRig rig="threePt" dir="t"/>
  </dgm:scene3d>
  <dgm:styleLbl name="node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l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ven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tx1"/>
      </a:fontRef>
    </dgm:style>
  </dgm:styleLbl>
  <dgm:styleLbl name="alig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b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sibTrans1D1">
    <dgm:scene3d>
      <a:camera prst="orthographicFront"/>
      <a:lightRig rig="threePt" dir="t"/>
    </dgm:scene3d>
    <dgm:sp3d/>
    <dgm:txPr/>
    <dgm:style>
      <a:lnRef idx="1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callout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sst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1D1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2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3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4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con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AlignAcc1">
    <dgm:scene3d>
      <a:camera prst="orthographicFront"/>
      <a:lightRig rig="threePt" dir="t"/>
    </dgm:scene3d>
    <dgm:sp3d/>
    <dgm:txPr/>
    <dgm:style>
      <a:lnRef idx="1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dk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Shp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revTx">
    <dgm:scene3d>
      <a:camera prst="orthographicFront"/>
      <a:lightRig rig="threePt" dir="t"/>
    </dgm:scene3d>
    <dgm:sp3d/>
    <dgm:txPr/>
    <dgm:style>
      <a:lnRef idx="0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</dgm:styleDef>
</file>

<file path=ppt/diagrams/quickStyle36.xml><?xml version="1.0" encoding="utf-8"?>
<dgm:styleDef xmlns:dgm="http://schemas.openxmlformats.org/drawingml/2006/diagram" xmlns:a="http://schemas.openxmlformats.org/drawingml/2006/main" uniqueId="urn:microsoft.com/office/officeart/2005/8/quickstyle/simple1">
  <dgm:title val=""/>
  <dgm:desc val=""/>
  <dgm:catLst>
    <dgm:cat type="simple" pri="10100"/>
  </dgm:catLst>
  <dgm:scene3d>
    <a:camera prst="orthographicFront"/>
    <a:lightRig rig="threePt" dir="t"/>
  </dgm:scene3d>
  <dgm:styleLbl name="node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l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ven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tx1"/>
      </a:fontRef>
    </dgm:style>
  </dgm:styleLbl>
  <dgm:styleLbl name="alig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b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sibTrans1D1">
    <dgm:scene3d>
      <a:camera prst="orthographicFront"/>
      <a:lightRig rig="threePt" dir="t"/>
    </dgm:scene3d>
    <dgm:sp3d/>
    <dgm:txPr/>
    <dgm:style>
      <a:lnRef idx="1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callout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sst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1D1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2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3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4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con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AlignAcc1">
    <dgm:scene3d>
      <a:camera prst="orthographicFront"/>
      <a:lightRig rig="threePt" dir="t"/>
    </dgm:scene3d>
    <dgm:sp3d/>
    <dgm:txPr/>
    <dgm:style>
      <a:lnRef idx="1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dk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Shp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revTx">
    <dgm:scene3d>
      <a:camera prst="orthographicFront"/>
      <a:lightRig rig="threePt" dir="t"/>
    </dgm:scene3d>
    <dgm:sp3d/>
    <dgm:txPr/>
    <dgm:style>
      <a:lnRef idx="0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</dgm:styleDef>
</file>

<file path=ppt/diagrams/quickStyle37.xml><?xml version="1.0" encoding="utf-8"?>
<dgm:styleDef xmlns:dgm="http://schemas.openxmlformats.org/drawingml/2006/diagram" xmlns:a="http://schemas.openxmlformats.org/drawingml/2006/main" uniqueId="urn:microsoft.com/office/officeart/2005/8/quickstyle/simple1">
  <dgm:title val=""/>
  <dgm:desc val=""/>
  <dgm:catLst>
    <dgm:cat type="simple" pri="10100"/>
  </dgm:catLst>
  <dgm:scene3d>
    <a:camera prst="orthographicFront"/>
    <a:lightRig rig="threePt" dir="t"/>
  </dgm:scene3d>
  <dgm:styleLbl name="node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l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ven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tx1"/>
      </a:fontRef>
    </dgm:style>
  </dgm:styleLbl>
  <dgm:styleLbl name="alig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b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sibTrans1D1">
    <dgm:scene3d>
      <a:camera prst="orthographicFront"/>
      <a:lightRig rig="threePt" dir="t"/>
    </dgm:scene3d>
    <dgm:sp3d/>
    <dgm:txPr/>
    <dgm:style>
      <a:lnRef idx="1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callout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sst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1D1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2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3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4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con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AlignAcc1">
    <dgm:scene3d>
      <a:camera prst="orthographicFront"/>
      <a:lightRig rig="threePt" dir="t"/>
    </dgm:scene3d>
    <dgm:sp3d/>
    <dgm:txPr/>
    <dgm:style>
      <a:lnRef idx="1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dk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Shp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revTx">
    <dgm:scene3d>
      <a:camera prst="orthographicFront"/>
      <a:lightRig rig="threePt" dir="t"/>
    </dgm:scene3d>
    <dgm:sp3d/>
    <dgm:txPr/>
    <dgm:style>
      <a:lnRef idx="0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</dgm:styleDef>
</file>

<file path=ppt/diagrams/quickStyle38.xml><?xml version="1.0" encoding="utf-8"?>
<dgm:styleDef xmlns:dgm="http://schemas.openxmlformats.org/drawingml/2006/diagram" xmlns:a="http://schemas.openxmlformats.org/drawingml/2006/main" uniqueId="urn:microsoft.com/office/officeart/2005/8/quickstyle/simple1">
  <dgm:title val=""/>
  <dgm:desc val=""/>
  <dgm:catLst>
    <dgm:cat type="simple" pri="10100"/>
  </dgm:catLst>
  <dgm:scene3d>
    <a:camera prst="orthographicFront"/>
    <a:lightRig rig="threePt" dir="t"/>
  </dgm:scene3d>
  <dgm:styleLbl name="node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l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ven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tx1"/>
      </a:fontRef>
    </dgm:style>
  </dgm:styleLbl>
  <dgm:styleLbl name="alig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b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sibTrans1D1">
    <dgm:scene3d>
      <a:camera prst="orthographicFront"/>
      <a:lightRig rig="threePt" dir="t"/>
    </dgm:scene3d>
    <dgm:sp3d/>
    <dgm:txPr/>
    <dgm:style>
      <a:lnRef idx="1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callout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sst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1D1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2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3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4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con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AlignAcc1">
    <dgm:scene3d>
      <a:camera prst="orthographicFront"/>
      <a:lightRig rig="threePt" dir="t"/>
    </dgm:scene3d>
    <dgm:sp3d/>
    <dgm:txPr/>
    <dgm:style>
      <a:lnRef idx="1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dk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Shp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revTx">
    <dgm:scene3d>
      <a:camera prst="orthographicFront"/>
      <a:lightRig rig="threePt" dir="t"/>
    </dgm:scene3d>
    <dgm:sp3d/>
    <dgm:txPr/>
    <dgm:style>
      <a:lnRef idx="0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</dgm:styleDef>
</file>

<file path=ppt/diagrams/quickStyle39.xml><?xml version="1.0" encoding="utf-8"?>
<dgm:styleDef xmlns:dgm="http://schemas.openxmlformats.org/drawingml/2006/diagram" xmlns:a="http://schemas.openxmlformats.org/drawingml/2006/main" uniqueId="urn:microsoft.com/office/officeart/2005/8/quickstyle/simple1">
  <dgm:title val=""/>
  <dgm:desc val=""/>
  <dgm:catLst>
    <dgm:cat type="simple" pri="10100"/>
  </dgm:catLst>
  <dgm:scene3d>
    <a:camera prst="orthographicFront"/>
    <a:lightRig rig="threePt" dir="t"/>
  </dgm:scene3d>
  <dgm:styleLbl name="node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l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ven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tx1"/>
      </a:fontRef>
    </dgm:style>
  </dgm:styleLbl>
  <dgm:styleLbl name="alig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b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sibTrans1D1">
    <dgm:scene3d>
      <a:camera prst="orthographicFront"/>
      <a:lightRig rig="threePt" dir="t"/>
    </dgm:scene3d>
    <dgm:sp3d/>
    <dgm:txPr/>
    <dgm:style>
      <a:lnRef idx="1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callout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sst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1D1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2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3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4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con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AlignAcc1">
    <dgm:scene3d>
      <a:camera prst="orthographicFront"/>
      <a:lightRig rig="threePt" dir="t"/>
    </dgm:scene3d>
    <dgm:sp3d/>
    <dgm:txPr/>
    <dgm:style>
      <a:lnRef idx="1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dk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Shp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revTx">
    <dgm:scene3d>
      <a:camera prst="orthographicFront"/>
      <a:lightRig rig="threePt" dir="t"/>
    </dgm:scene3d>
    <dgm:sp3d/>
    <dgm:txPr/>
    <dgm:style>
      <a:lnRef idx="0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</dgm:styleDef>
</file>

<file path=ppt/diagrams/quickStyle40.xml><?xml version="1.0" encoding="utf-8"?>
<dgm:styleDef xmlns:dgm="http://schemas.openxmlformats.org/drawingml/2006/diagram" xmlns:a="http://schemas.openxmlformats.org/drawingml/2006/main" uniqueId="urn:microsoft.com/office/officeart/2005/8/quickstyle/simple1">
  <dgm:title val=""/>
  <dgm:desc val=""/>
  <dgm:catLst>
    <dgm:cat type="simple" pri="10100"/>
  </dgm:catLst>
  <dgm:scene3d>
    <a:camera prst="orthographicFront"/>
    <a:lightRig rig="threePt" dir="t"/>
  </dgm:scene3d>
  <dgm:styleLbl name="node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l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ven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tx1"/>
      </a:fontRef>
    </dgm:style>
  </dgm:styleLbl>
  <dgm:styleLbl name="alig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b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sibTrans1D1">
    <dgm:scene3d>
      <a:camera prst="orthographicFront"/>
      <a:lightRig rig="threePt" dir="t"/>
    </dgm:scene3d>
    <dgm:sp3d/>
    <dgm:txPr/>
    <dgm:style>
      <a:lnRef idx="1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callout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sst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1D1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2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3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4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con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AlignAcc1">
    <dgm:scene3d>
      <a:camera prst="orthographicFront"/>
      <a:lightRig rig="threePt" dir="t"/>
    </dgm:scene3d>
    <dgm:sp3d/>
    <dgm:txPr/>
    <dgm:style>
      <a:lnRef idx="1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dk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Shp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revTx">
    <dgm:scene3d>
      <a:camera prst="orthographicFront"/>
      <a:lightRig rig="threePt" dir="t"/>
    </dgm:scene3d>
    <dgm:sp3d/>
    <dgm:txPr/>
    <dgm:style>
      <a:lnRef idx="0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</dgm:styleDef>
</file>

<file path=ppt/diagrams/quickStyle41.xml><?xml version="1.0" encoding="utf-8"?>
<dgm:styleDef xmlns:dgm="http://schemas.openxmlformats.org/drawingml/2006/diagram" xmlns:a="http://schemas.openxmlformats.org/drawingml/2006/main" uniqueId="urn:microsoft.com/office/officeart/2005/8/quickstyle/simple1">
  <dgm:title val=""/>
  <dgm:desc val=""/>
  <dgm:catLst>
    <dgm:cat type="simple" pri="10100"/>
  </dgm:catLst>
  <dgm:scene3d>
    <a:camera prst="orthographicFront"/>
    <a:lightRig rig="threePt" dir="t"/>
  </dgm:scene3d>
  <dgm:styleLbl name="node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l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ven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tx1"/>
      </a:fontRef>
    </dgm:style>
  </dgm:styleLbl>
  <dgm:styleLbl name="alig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b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sibTrans1D1">
    <dgm:scene3d>
      <a:camera prst="orthographicFront"/>
      <a:lightRig rig="threePt" dir="t"/>
    </dgm:scene3d>
    <dgm:sp3d/>
    <dgm:txPr/>
    <dgm:style>
      <a:lnRef idx="1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callout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sst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1D1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2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3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4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con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AlignAcc1">
    <dgm:scene3d>
      <a:camera prst="orthographicFront"/>
      <a:lightRig rig="threePt" dir="t"/>
    </dgm:scene3d>
    <dgm:sp3d/>
    <dgm:txPr/>
    <dgm:style>
      <a:lnRef idx="1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dk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Shp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revTx">
    <dgm:scene3d>
      <a:camera prst="orthographicFront"/>
      <a:lightRig rig="threePt" dir="t"/>
    </dgm:scene3d>
    <dgm:sp3d/>
    <dgm:txPr/>
    <dgm:style>
      <a:lnRef idx="0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</dgm:styleDef>
</file>

<file path=ppt/diagrams/quickStyle42.xml><?xml version="1.0" encoding="utf-8"?>
<dgm:styleDef xmlns:dgm="http://schemas.openxmlformats.org/drawingml/2006/diagram" xmlns:a="http://schemas.openxmlformats.org/drawingml/2006/main" uniqueId="urn:microsoft.com/office/officeart/2005/8/quickstyle/simple1">
  <dgm:title val=""/>
  <dgm:desc val=""/>
  <dgm:catLst>
    <dgm:cat type="simple" pri="10100"/>
  </dgm:catLst>
  <dgm:scene3d>
    <a:camera prst="orthographicFront"/>
    <a:lightRig rig="threePt" dir="t"/>
  </dgm:scene3d>
  <dgm:styleLbl name="node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l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ven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tx1"/>
      </a:fontRef>
    </dgm:style>
  </dgm:styleLbl>
  <dgm:styleLbl name="alig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b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sibTrans1D1">
    <dgm:scene3d>
      <a:camera prst="orthographicFront"/>
      <a:lightRig rig="threePt" dir="t"/>
    </dgm:scene3d>
    <dgm:sp3d/>
    <dgm:txPr/>
    <dgm:style>
      <a:lnRef idx="1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callout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sst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1D1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2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3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4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con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AlignAcc1">
    <dgm:scene3d>
      <a:camera prst="orthographicFront"/>
      <a:lightRig rig="threePt" dir="t"/>
    </dgm:scene3d>
    <dgm:sp3d/>
    <dgm:txPr/>
    <dgm:style>
      <a:lnRef idx="1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dk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Shp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revTx">
    <dgm:scene3d>
      <a:camera prst="orthographicFront"/>
      <a:lightRig rig="threePt" dir="t"/>
    </dgm:scene3d>
    <dgm:sp3d/>
    <dgm:txPr/>
    <dgm:style>
      <a:lnRef idx="0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</dgm:styleDef>
</file>

<file path=ppt/diagrams/quickStyle43.xml><?xml version="1.0" encoding="utf-8"?>
<dgm:styleDef xmlns:dgm="http://schemas.openxmlformats.org/drawingml/2006/diagram" xmlns:a="http://schemas.openxmlformats.org/drawingml/2006/main" uniqueId="urn:microsoft.com/office/officeart/2005/8/quickstyle/simple1">
  <dgm:title val=""/>
  <dgm:desc val=""/>
  <dgm:catLst>
    <dgm:cat type="simple" pri="10100"/>
  </dgm:catLst>
  <dgm:scene3d>
    <a:camera prst="orthographicFront"/>
    <a:lightRig rig="threePt" dir="t"/>
  </dgm:scene3d>
  <dgm:styleLbl name="node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l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ven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tx1"/>
      </a:fontRef>
    </dgm:style>
  </dgm:styleLbl>
  <dgm:styleLbl name="alig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b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sibTrans1D1">
    <dgm:scene3d>
      <a:camera prst="orthographicFront"/>
      <a:lightRig rig="threePt" dir="t"/>
    </dgm:scene3d>
    <dgm:sp3d/>
    <dgm:txPr/>
    <dgm:style>
      <a:lnRef idx="1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callout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sst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1D1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2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3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4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con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AlignAcc1">
    <dgm:scene3d>
      <a:camera prst="orthographicFront"/>
      <a:lightRig rig="threePt" dir="t"/>
    </dgm:scene3d>
    <dgm:sp3d/>
    <dgm:txPr/>
    <dgm:style>
      <a:lnRef idx="1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dk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Shp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revTx">
    <dgm:scene3d>
      <a:camera prst="orthographicFront"/>
      <a:lightRig rig="threePt" dir="t"/>
    </dgm:scene3d>
    <dgm:sp3d/>
    <dgm:txPr/>
    <dgm:style>
      <a:lnRef idx="0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</dgm:styleDef>
</file>

<file path=ppt/diagrams/quickStyle44.xml><?xml version="1.0" encoding="utf-8"?>
<dgm:styleDef xmlns:dgm="http://schemas.openxmlformats.org/drawingml/2006/diagram" xmlns:a="http://schemas.openxmlformats.org/drawingml/2006/main" uniqueId="urn:microsoft.com/office/officeart/2005/8/quickstyle/simple1">
  <dgm:title val=""/>
  <dgm:desc val=""/>
  <dgm:catLst>
    <dgm:cat type="simple" pri="10100"/>
  </dgm:catLst>
  <dgm:scene3d>
    <a:camera prst="orthographicFront"/>
    <a:lightRig rig="threePt" dir="t"/>
  </dgm:scene3d>
  <dgm:styleLbl name="node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l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ven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tx1"/>
      </a:fontRef>
    </dgm:style>
  </dgm:styleLbl>
  <dgm:styleLbl name="alig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b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sibTrans1D1">
    <dgm:scene3d>
      <a:camera prst="orthographicFront"/>
      <a:lightRig rig="threePt" dir="t"/>
    </dgm:scene3d>
    <dgm:sp3d/>
    <dgm:txPr/>
    <dgm:style>
      <a:lnRef idx="1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callout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sst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1D1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2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3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4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con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AlignAcc1">
    <dgm:scene3d>
      <a:camera prst="orthographicFront"/>
      <a:lightRig rig="threePt" dir="t"/>
    </dgm:scene3d>
    <dgm:sp3d/>
    <dgm:txPr/>
    <dgm:style>
      <a:lnRef idx="1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dk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Shp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revTx">
    <dgm:scene3d>
      <a:camera prst="orthographicFront"/>
      <a:lightRig rig="threePt" dir="t"/>
    </dgm:scene3d>
    <dgm:sp3d/>
    <dgm:txPr/>
    <dgm:style>
      <a:lnRef idx="0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</dgm:styleDef>
</file>

<file path=ppt/diagrams/quickStyle45.xml><?xml version="1.0" encoding="utf-8"?>
<dgm:styleDef xmlns:dgm="http://schemas.openxmlformats.org/drawingml/2006/diagram" xmlns:a="http://schemas.openxmlformats.org/drawingml/2006/main" uniqueId="urn:microsoft.com/office/officeart/2005/8/quickstyle/simple1">
  <dgm:title val=""/>
  <dgm:desc val=""/>
  <dgm:catLst>
    <dgm:cat type="simple" pri="10100"/>
  </dgm:catLst>
  <dgm:scene3d>
    <a:camera prst="orthographicFront"/>
    <a:lightRig rig="threePt" dir="t"/>
  </dgm:scene3d>
  <dgm:styleLbl name="node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l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ven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tx1"/>
      </a:fontRef>
    </dgm:style>
  </dgm:styleLbl>
  <dgm:styleLbl name="alig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b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sibTrans1D1">
    <dgm:scene3d>
      <a:camera prst="orthographicFront"/>
      <a:lightRig rig="threePt" dir="t"/>
    </dgm:scene3d>
    <dgm:sp3d/>
    <dgm:txPr/>
    <dgm:style>
      <a:lnRef idx="1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callout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sst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1D1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2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3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4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con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AlignAcc1">
    <dgm:scene3d>
      <a:camera prst="orthographicFront"/>
      <a:lightRig rig="threePt" dir="t"/>
    </dgm:scene3d>
    <dgm:sp3d/>
    <dgm:txPr/>
    <dgm:style>
      <a:lnRef idx="1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dk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Shp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revTx">
    <dgm:scene3d>
      <a:camera prst="orthographicFront"/>
      <a:lightRig rig="threePt" dir="t"/>
    </dgm:scene3d>
    <dgm:sp3d/>
    <dgm:txPr/>
    <dgm:style>
      <a:lnRef idx="0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</dgm:styleDef>
</file>

<file path=ppt/diagrams/quickStyle46.xml><?xml version="1.0" encoding="utf-8"?>
<dgm:styleDef xmlns:dgm="http://schemas.openxmlformats.org/drawingml/2006/diagram" xmlns:a="http://schemas.openxmlformats.org/drawingml/2006/main" uniqueId="urn:microsoft.com/office/officeart/2005/8/quickstyle/simple1">
  <dgm:title val=""/>
  <dgm:desc val=""/>
  <dgm:catLst>
    <dgm:cat type="simple" pri="10100"/>
  </dgm:catLst>
  <dgm:scene3d>
    <a:camera prst="orthographicFront"/>
    <a:lightRig rig="threePt" dir="t"/>
  </dgm:scene3d>
  <dgm:styleLbl name="node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l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ven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tx1"/>
      </a:fontRef>
    </dgm:style>
  </dgm:styleLbl>
  <dgm:styleLbl name="alig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b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sibTrans1D1">
    <dgm:scene3d>
      <a:camera prst="orthographicFront"/>
      <a:lightRig rig="threePt" dir="t"/>
    </dgm:scene3d>
    <dgm:sp3d/>
    <dgm:txPr/>
    <dgm:style>
      <a:lnRef idx="1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callout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sst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1D1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2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3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4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con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AlignAcc1">
    <dgm:scene3d>
      <a:camera prst="orthographicFront"/>
      <a:lightRig rig="threePt" dir="t"/>
    </dgm:scene3d>
    <dgm:sp3d/>
    <dgm:txPr/>
    <dgm:style>
      <a:lnRef idx="1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dk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Shp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revTx">
    <dgm:scene3d>
      <a:camera prst="orthographicFront"/>
      <a:lightRig rig="threePt" dir="t"/>
    </dgm:scene3d>
    <dgm:sp3d/>
    <dgm:txPr/>
    <dgm:style>
      <a:lnRef idx="0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</dgm:styleDef>
</file>

<file path=ppt/diagrams/quickStyle47.xml><?xml version="1.0" encoding="utf-8"?>
<dgm:styleDef xmlns:dgm="http://schemas.openxmlformats.org/drawingml/2006/diagram" xmlns:a="http://schemas.openxmlformats.org/drawingml/2006/main" uniqueId="urn:microsoft.com/office/officeart/2005/8/quickstyle/simple1">
  <dgm:title val=""/>
  <dgm:desc val=""/>
  <dgm:catLst>
    <dgm:cat type="simple" pri="10100"/>
  </dgm:catLst>
  <dgm:scene3d>
    <a:camera prst="orthographicFront"/>
    <a:lightRig rig="threePt" dir="t"/>
  </dgm:scene3d>
  <dgm:styleLbl name="node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l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ven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tx1"/>
      </a:fontRef>
    </dgm:style>
  </dgm:styleLbl>
  <dgm:styleLbl name="alig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b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sibTrans1D1">
    <dgm:scene3d>
      <a:camera prst="orthographicFront"/>
      <a:lightRig rig="threePt" dir="t"/>
    </dgm:scene3d>
    <dgm:sp3d/>
    <dgm:txPr/>
    <dgm:style>
      <a:lnRef idx="1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callout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sst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1D1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2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3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4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con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AlignAcc1">
    <dgm:scene3d>
      <a:camera prst="orthographicFront"/>
      <a:lightRig rig="threePt" dir="t"/>
    </dgm:scene3d>
    <dgm:sp3d/>
    <dgm:txPr/>
    <dgm:style>
      <a:lnRef idx="1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dk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Shp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revTx">
    <dgm:scene3d>
      <a:camera prst="orthographicFront"/>
      <a:lightRig rig="threePt" dir="t"/>
    </dgm:scene3d>
    <dgm:sp3d/>
    <dgm:txPr/>
    <dgm:style>
      <a:lnRef idx="0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</dgm:styleDef>
</file>

<file path=ppt/diagrams/quickStyle48.xml><?xml version="1.0" encoding="utf-8"?>
<dgm:styleDef xmlns:dgm="http://schemas.openxmlformats.org/drawingml/2006/diagram" xmlns:a="http://schemas.openxmlformats.org/drawingml/2006/main" uniqueId="urn:microsoft.com/office/officeart/2005/8/quickstyle/simple1">
  <dgm:title val=""/>
  <dgm:desc val=""/>
  <dgm:catLst>
    <dgm:cat type="simple" pri="10100"/>
  </dgm:catLst>
  <dgm:scene3d>
    <a:camera prst="orthographicFront"/>
    <a:lightRig rig="threePt" dir="t"/>
  </dgm:scene3d>
  <dgm:styleLbl name="node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l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ven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tx1"/>
      </a:fontRef>
    </dgm:style>
  </dgm:styleLbl>
  <dgm:styleLbl name="alig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b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sibTrans1D1">
    <dgm:scene3d>
      <a:camera prst="orthographicFront"/>
      <a:lightRig rig="threePt" dir="t"/>
    </dgm:scene3d>
    <dgm:sp3d/>
    <dgm:txPr/>
    <dgm:style>
      <a:lnRef idx="1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callout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sst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1D1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2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3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4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con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AlignAcc1">
    <dgm:scene3d>
      <a:camera prst="orthographicFront"/>
      <a:lightRig rig="threePt" dir="t"/>
    </dgm:scene3d>
    <dgm:sp3d/>
    <dgm:txPr/>
    <dgm:style>
      <a:lnRef idx="1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dk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Shp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revTx">
    <dgm:scene3d>
      <a:camera prst="orthographicFront"/>
      <a:lightRig rig="threePt" dir="t"/>
    </dgm:scene3d>
    <dgm:sp3d/>
    <dgm:txPr/>
    <dgm:style>
      <a:lnRef idx="0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</dgm:styleDef>
</file>

<file path=ppt/diagrams/quickStyle49.xml><?xml version="1.0" encoding="utf-8"?>
<dgm:styleDef xmlns:dgm="http://schemas.openxmlformats.org/drawingml/2006/diagram" xmlns:a="http://schemas.openxmlformats.org/drawingml/2006/main" uniqueId="urn:microsoft.com/office/officeart/2005/8/quickstyle/simple1">
  <dgm:title val=""/>
  <dgm:desc val=""/>
  <dgm:catLst>
    <dgm:cat type="simple" pri="10100"/>
  </dgm:catLst>
  <dgm:scene3d>
    <a:camera prst="orthographicFront"/>
    <a:lightRig rig="threePt" dir="t"/>
  </dgm:scene3d>
  <dgm:styleLbl name="node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l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ven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tx1"/>
      </a:fontRef>
    </dgm:style>
  </dgm:styleLbl>
  <dgm:styleLbl name="alig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b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sibTrans1D1">
    <dgm:scene3d>
      <a:camera prst="orthographicFront"/>
      <a:lightRig rig="threePt" dir="t"/>
    </dgm:scene3d>
    <dgm:sp3d/>
    <dgm:txPr/>
    <dgm:style>
      <a:lnRef idx="1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callout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sst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1D1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2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3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4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con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AlignAcc1">
    <dgm:scene3d>
      <a:camera prst="orthographicFront"/>
      <a:lightRig rig="threePt" dir="t"/>
    </dgm:scene3d>
    <dgm:sp3d/>
    <dgm:txPr/>
    <dgm:style>
      <a:lnRef idx="1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dk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Shp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revTx">
    <dgm:scene3d>
      <a:camera prst="orthographicFront"/>
      <a:lightRig rig="threePt" dir="t"/>
    </dgm:scene3d>
    <dgm:sp3d/>
    <dgm:txPr/>
    <dgm:style>
      <a:lnRef idx="0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</dgm:styleDef>
</file>

<file path=ppt/diagrams/quickStyle50.xml><?xml version="1.0" encoding="utf-8"?>
<dgm:styleDef xmlns:dgm="http://schemas.openxmlformats.org/drawingml/2006/diagram" xmlns:a="http://schemas.openxmlformats.org/drawingml/2006/main" uniqueId="urn:microsoft.com/office/officeart/2005/8/quickstyle/simple1">
  <dgm:title val=""/>
  <dgm:desc val=""/>
  <dgm:catLst>
    <dgm:cat type="simple" pri="10100"/>
  </dgm:catLst>
  <dgm:scene3d>
    <a:camera prst="orthographicFront"/>
    <a:lightRig rig="threePt" dir="t"/>
  </dgm:scene3d>
  <dgm:styleLbl name="node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l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ven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tx1"/>
      </a:fontRef>
    </dgm:style>
  </dgm:styleLbl>
  <dgm:styleLbl name="alig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b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sibTrans1D1">
    <dgm:scene3d>
      <a:camera prst="orthographicFront"/>
      <a:lightRig rig="threePt" dir="t"/>
    </dgm:scene3d>
    <dgm:sp3d/>
    <dgm:txPr/>
    <dgm:style>
      <a:lnRef idx="1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callout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sst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1D1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2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3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4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con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AlignAcc1">
    <dgm:scene3d>
      <a:camera prst="orthographicFront"/>
      <a:lightRig rig="threePt" dir="t"/>
    </dgm:scene3d>
    <dgm:sp3d/>
    <dgm:txPr/>
    <dgm:style>
      <a:lnRef idx="1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dk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Shp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revTx">
    <dgm:scene3d>
      <a:camera prst="orthographicFront"/>
      <a:lightRig rig="threePt" dir="t"/>
    </dgm:scene3d>
    <dgm:sp3d/>
    <dgm:txPr/>
    <dgm:style>
      <a:lnRef idx="0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</dgm:styleDef>
</file>

<file path=ppt/diagrams/quickStyle51.xml><?xml version="1.0" encoding="utf-8"?>
<dgm:styleDef xmlns:dgm="http://schemas.openxmlformats.org/drawingml/2006/diagram" xmlns:a="http://schemas.openxmlformats.org/drawingml/2006/main" uniqueId="urn:microsoft.com/office/officeart/2005/8/quickstyle/simple1">
  <dgm:title val=""/>
  <dgm:desc val=""/>
  <dgm:catLst>
    <dgm:cat type="simple" pri="10100"/>
  </dgm:catLst>
  <dgm:scene3d>
    <a:camera prst="orthographicFront"/>
    <a:lightRig rig="threePt" dir="t"/>
  </dgm:scene3d>
  <dgm:styleLbl name="node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l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ven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tx1"/>
      </a:fontRef>
    </dgm:style>
  </dgm:styleLbl>
  <dgm:styleLbl name="alig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b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sibTrans1D1">
    <dgm:scene3d>
      <a:camera prst="orthographicFront"/>
      <a:lightRig rig="threePt" dir="t"/>
    </dgm:scene3d>
    <dgm:sp3d/>
    <dgm:txPr/>
    <dgm:style>
      <a:lnRef idx="1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callout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sst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1D1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2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3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4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con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AlignAcc1">
    <dgm:scene3d>
      <a:camera prst="orthographicFront"/>
      <a:lightRig rig="threePt" dir="t"/>
    </dgm:scene3d>
    <dgm:sp3d/>
    <dgm:txPr/>
    <dgm:style>
      <a:lnRef idx="1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dk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Shp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revTx">
    <dgm:scene3d>
      <a:camera prst="orthographicFront"/>
      <a:lightRig rig="threePt" dir="t"/>
    </dgm:scene3d>
    <dgm:sp3d/>
    <dgm:txPr/>
    <dgm:style>
      <a:lnRef idx="0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</dgm:styleDef>
</file>

<file path=ppt/diagrams/quickStyle52.xml><?xml version="1.0" encoding="utf-8"?>
<dgm:styleDef xmlns:dgm="http://schemas.openxmlformats.org/drawingml/2006/diagram" xmlns:a="http://schemas.openxmlformats.org/drawingml/2006/main" uniqueId="urn:microsoft.com/office/officeart/2005/8/quickstyle/simple1">
  <dgm:title val=""/>
  <dgm:desc val=""/>
  <dgm:catLst>
    <dgm:cat type="simple" pri="10100"/>
  </dgm:catLst>
  <dgm:scene3d>
    <a:camera prst="orthographicFront"/>
    <a:lightRig rig="threePt" dir="t"/>
  </dgm:scene3d>
  <dgm:styleLbl name="node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l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ven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tx1"/>
      </a:fontRef>
    </dgm:style>
  </dgm:styleLbl>
  <dgm:styleLbl name="alig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b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sibTrans1D1">
    <dgm:scene3d>
      <a:camera prst="orthographicFront"/>
      <a:lightRig rig="threePt" dir="t"/>
    </dgm:scene3d>
    <dgm:sp3d/>
    <dgm:txPr/>
    <dgm:style>
      <a:lnRef idx="1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callout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sst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1D1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2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3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4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con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AlignAcc1">
    <dgm:scene3d>
      <a:camera prst="orthographicFront"/>
      <a:lightRig rig="threePt" dir="t"/>
    </dgm:scene3d>
    <dgm:sp3d/>
    <dgm:txPr/>
    <dgm:style>
      <a:lnRef idx="1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dk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Shp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revTx">
    <dgm:scene3d>
      <a:camera prst="orthographicFront"/>
      <a:lightRig rig="threePt" dir="t"/>
    </dgm:scene3d>
    <dgm:sp3d/>
    <dgm:txPr/>
    <dgm:style>
      <a:lnRef idx="0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</dgm:styleDef>
</file>

<file path=ppt/diagrams/quickStyle53.xml><?xml version="1.0" encoding="utf-8"?>
<dgm:styleDef xmlns:dgm="http://schemas.openxmlformats.org/drawingml/2006/diagram" xmlns:a="http://schemas.openxmlformats.org/drawingml/2006/main" uniqueId="urn:microsoft.com/office/officeart/2005/8/quickstyle/simple1">
  <dgm:title val=""/>
  <dgm:desc val=""/>
  <dgm:catLst>
    <dgm:cat type="simple" pri="10100"/>
  </dgm:catLst>
  <dgm:scene3d>
    <a:camera prst="orthographicFront"/>
    <a:lightRig rig="threePt" dir="t"/>
  </dgm:scene3d>
  <dgm:styleLbl name="node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l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ven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tx1"/>
      </a:fontRef>
    </dgm:style>
  </dgm:styleLbl>
  <dgm:styleLbl name="alig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b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sibTrans1D1">
    <dgm:scene3d>
      <a:camera prst="orthographicFront"/>
      <a:lightRig rig="threePt" dir="t"/>
    </dgm:scene3d>
    <dgm:sp3d/>
    <dgm:txPr/>
    <dgm:style>
      <a:lnRef idx="1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callout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sst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1D1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2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3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4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con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AlignAcc1">
    <dgm:scene3d>
      <a:camera prst="orthographicFront"/>
      <a:lightRig rig="threePt" dir="t"/>
    </dgm:scene3d>
    <dgm:sp3d/>
    <dgm:txPr/>
    <dgm:style>
      <a:lnRef idx="1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dk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Shp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revTx">
    <dgm:scene3d>
      <a:camera prst="orthographicFront"/>
      <a:lightRig rig="threePt" dir="t"/>
    </dgm:scene3d>
    <dgm:sp3d/>
    <dgm:txPr/>
    <dgm:style>
      <a:lnRef idx="0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</dgm:styleDef>
</file>

<file path=ppt/diagrams/quickStyle54.xml><?xml version="1.0" encoding="utf-8"?>
<dgm:styleDef xmlns:dgm="http://schemas.openxmlformats.org/drawingml/2006/diagram" xmlns:a="http://schemas.openxmlformats.org/drawingml/2006/main" uniqueId="urn:microsoft.com/office/officeart/2005/8/quickstyle/simple1">
  <dgm:title val=""/>
  <dgm:desc val=""/>
  <dgm:catLst>
    <dgm:cat type="simple" pri="10100"/>
  </dgm:catLst>
  <dgm:scene3d>
    <a:camera prst="orthographicFront"/>
    <a:lightRig rig="threePt" dir="t"/>
  </dgm:scene3d>
  <dgm:styleLbl name="node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l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ven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tx1"/>
      </a:fontRef>
    </dgm:style>
  </dgm:styleLbl>
  <dgm:styleLbl name="alig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b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sibTrans1D1">
    <dgm:scene3d>
      <a:camera prst="orthographicFront"/>
      <a:lightRig rig="threePt" dir="t"/>
    </dgm:scene3d>
    <dgm:sp3d/>
    <dgm:txPr/>
    <dgm:style>
      <a:lnRef idx="1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callout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sst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1D1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2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3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4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con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AlignAcc1">
    <dgm:scene3d>
      <a:camera prst="orthographicFront"/>
      <a:lightRig rig="threePt" dir="t"/>
    </dgm:scene3d>
    <dgm:sp3d/>
    <dgm:txPr/>
    <dgm:style>
      <a:lnRef idx="1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dk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Shp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revTx">
    <dgm:scene3d>
      <a:camera prst="orthographicFront"/>
      <a:lightRig rig="threePt" dir="t"/>
    </dgm:scene3d>
    <dgm:sp3d/>
    <dgm:txPr/>
    <dgm:style>
      <a:lnRef idx="0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</dgm:styleDef>
</file>

<file path=ppt/diagrams/quickStyle55.xml><?xml version="1.0" encoding="utf-8"?>
<dgm:styleDef xmlns:dgm="http://schemas.openxmlformats.org/drawingml/2006/diagram" xmlns:a="http://schemas.openxmlformats.org/drawingml/2006/main" uniqueId="urn:microsoft.com/office/officeart/2005/8/quickstyle/simple1">
  <dgm:title val=""/>
  <dgm:desc val=""/>
  <dgm:catLst>
    <dgm:cat type="simple" pri="10100"/>
  </dgm:catLst>
  <dgm:scene3d>
    <a:camera prst="orthographicFront"/>
    <a:lightRig rig="threePt" dir="t"/>
  </dgm:scene3d>
  <dgm:styleLbl name="node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l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ven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tx1"/>
      </a:fontRef>
    </dgm:style>
  </dgm:styleLbl>
  <dgm:styleLbl name="alig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b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sibTrans1D1">
    <dgm:scene3d>
      <a:camera prst="orthographicFront"/>
      <a:lightRig rig="threePt" dir="t"/>
    </dgm:scene3d>
    <dgm:sp3d/>
    <dgm:txPr/>
    <dgm:style>
      <a:lnRef idx="1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callout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sst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1D1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2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3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4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con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AlignAcc1">
    <dgm:scene3d>
      <a:camera prst="orthographicFront"/>
      <a:lightRig rig="threePt" dir="t"/>
    </dgm:scene3d>
    <dgm:sp3d/>
    <dgm:txPr/>
    <dgm:style>
      <a:lnRef idx="1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dk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Shp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revTx">
    <dgm:scene3d>
      <a:camera prst="orthographicFront"/>
      <a:lightRig rig="threePt" dir="t"/>
    </dgm:scene3d>
    <dgm:sp3d/>
    <dgm:txPr/>
    <dgm:style>
      <a:lnRef idx="0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</dgm:styleDef>
</file>

<file path=ppt/diagrams/quickStyle56.xml><?xml version="1.0" encoding="utf-8"?>
<dgm:styleDef xmlns:dgm="http://schemas.openxmlformats.org/drawingml/2006/diagram" xmlns:a="http://schemas.openxmlformats.org/drawingml/2006/main" uniqueId="urn:microsoft.com/office/officeart/2005/8/quickstyle/simple1">
  <dgm:title val=""/>
  <dgm:desc val=""/>
  <dgm:catLst>
    <dgm:cat type="simple" pri="10100"/>
  </dgm:catLst>
  <dgm:scene3d>
    <a:camera prst="orthographicFront"/>
    <a:lightRig rig="threePt" dir="t"/>
  </dgm:scene3d>
  <dgm:styleLbl name="node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l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ven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tx1"/>
      </a:fontRef>
    </dgm:style>
  </dgm:styleLbl>
  <dgm:styleLbl name="alig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b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sibTrans1D1">
    <dgm:scene3d>
      <a:camera prst="orthographicFront"/>
      <a:lightRig rig="threePt" dir="t"/>
    </dgm:scene3d>
    <dgm:sp3d/>
    <dgm:txPr/>
    <dgm:style>
      <a:lnRef idx="1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callout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sst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1D1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2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3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4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con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AlignAcc1">
    <dgm:scene3d>
      <a:camera prst="orthographicFront"/>
      <a:lightRig rig="threePt" dir="t"/>
    </dgm:scene3d>
    <dgm:sp3d/>
    <dgm:txPr/>
    <dgm:style>
      <a:lnRef idx="1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dk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Shp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revTx">
    <dgm:scene3d>
      <a:camera prst="orthographicFront"/>
      <a:lightRig rig="threePt" dir="t"/>
    </dgm:scene3d>
    <dgm:sp3d/>
    <dgm:txPr/>
    <dgm:style>
      <a:lnRef idx="0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</dgm:styleDef>
</file>

<file path=ppt/diagrams/quickStyle57.xml><?xml version="1.0" encoding="utf-8"?>
<dgm:styleDef xmlns:dgm="http://schemas.openxmlformats.org/drawingml/2006/diagram" xmlns:a="http://schemas.openxmlformats.org/drawingml/2006/main" uniqueId="urn:microsoft.com/office/officeart/2005/8/quickstyle/simple1">
  <dgm:title val=""/>
  <dgm:desc val=""/>
  <dgm:catLst>
    <dgm:cat type="simple" pri="10100"/>
  </dgm:catLst>
  <dgm:scene3d>
    <a:camera prst="orthographicFront"/>
    <a:lightRig rig="threePt" dir="t"/>
  </dgm:scene3d>
  <dgm:styleLbl name="node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l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ven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tx1"/>
      </a:fontRef>
    </dgm:style>
  </dgm:styleLbl>
  <dgm:styleLbl name="alig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b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sibTrans1D1">
    <dgm:scene3d>
      <a:camera prst="orthographicFront"/>
      <a:lightRig rig="threePt" dir="t"/>
    </dgm:scene3d>
    <dgm:sp3d/>
    <dgm:txPr/>
    <dgm:style>
      <a:lnRef idx="1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callout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sst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1D1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2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3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4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con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AlignAcc1">
    <dgm:scene3d>
      <a:camera prst="orthographicFront"/>
      <a:lightRig rig="threePt" dir="t"/>
    </dgm:scene3d>
    <dgm:sp3d/>
    <dgm:txPr/>
    <dgm:style>
      <a:lnRef idx="1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dk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Shp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revTx">
    <dgm:scene3d>
      <a:camera prst="orthographicFront"/>
      <a:lightRig rig="threePt" dir="t"/>
    </dgm:scene3d>
    <dgm:sp3d/>
    <dgm:txPr/>
    <dgm:style>
      <a:lnRef idx="0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</dgm:styleDef>
</file>

<file path=ppt/diagrams/quickStyle58.xml><?xml version="1.0" encoding="utf-8"?>
<dgm:styleDef xmlns:dgm="http://schemas.openxmlformats.org/drawingml/2006/diagram" xmlns:a="http://schemas.openxmlformats.org/drawingml/2006/main" uniqueId="urn:microsoft.com/office/officeart/2005/8/quickstyle/simple1">
  <dgm:title val=""/>
  <dgm:desc val=""/>
  <dgm:catLst>
    <dgm:cat type="simple" pri="10100"/>
  </dgm:catLst>
  <dgm:scene3d>
    <a:camera prst="orthographicFront"/>
    <a:lightRig rig="threePt" dir="t"/>
  </dgm:scene3d>
  <dgm:styleLbl name="node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l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ven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tx1"/>
      </a:fontRef>
    </dgm:style>
  </dgm:styleLbl>
  <dgm:styleLbl name="alig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b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sibTrans1D1">
    <dgm:scene3d>
      <a:camera prst="orthographicFront"/>
      <a:lightRig rig="threePt" dir="t"/>
    </dgm:scene3d>
    <dgm:sp3d/>
    <dgm:txPr/>
    <dgm:style>
      <a:lnRef idx="1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callout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sst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1D1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2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3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4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con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AlignAcc1">
    <dgm:scene3d>
      <a:camera prst="orthographicFront"/>
      <a:lightRig rig="threePt" dir="t"/>
    </dgm:scene3d>
    <dgm:sp3d/>
    <dgm:txPr/>
    <dgm:style>
      <a:lnRef idx="1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dk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Shp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revTx">
    <dgm:scene3d>
      <a:camera prst="orthographicFront"/>
      <a:lightRig rig="threePt" dir="t"/>
    </dgm:scene3d>
    <dgm:sp3d/>
    <dgm:txPr/>
    <dgm:style>
      <a:lnRef idx="0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</dgm:styleDef>
</file>

<file path=ppt/diagrams/quickStyle59.xml><?xml version="1.0" encoding="utf-8"?>
<dgm:styleDef xmlns:dgm="http://schemas.openxmlformats.org/drawingml/2006/diagram" xmlns:a="http://schemas.openxmlformats.org/drawingml/2006/main" uniqueId="urn:microsoft.com/office/officeart/2005/8/quickstyle/simple1">
  <dgm:title val=""/>
  <dgm:desc val=""/>
  <dgm:catLst>
    <dgm:cat type="simple" pri="10100"/>
  </dgm:catLst>
  <dgm:scene3d>
    <a:camera prst="orthographicFront"/>
    <a:lightRig rig="threePt" dir="t"/>
  </dgm:scene3d>
  <dgm:styleLbl name="node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l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ven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tx1"/>
      </a:fontRef>
    </dgm:style>
  </dgm:styleLbl>
  <dgm:styleLbl name="alig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b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sibTrans1D1">
    <dgm:scene3d>
      <a:camera prst="orthographicFront"/>
      <a:lightRig rig="threePt" dir="t"/>
    </dgm:scene3d>
    <dgm:sp3d/>
    <dgm:txPr/>
    <dgm:style>
      <a:lnRef idx="1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callout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sst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1D1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2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3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4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con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AlignAcc1">
    <dgm:scene3d>
      <a:camera prst="orthographicFront"/>
      <a:lightRig rig="threePt" dir="t"/>
    </dgm:scene3d>
    <dgm:sp3d/>
    <dgm:txPr/>
    <dgm:style>
      <a:lnRef idx="1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dk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Shp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revTx">
    <dgm:scene3d>
      <a:camera prst="orthographicFront"/>
      <a:lightRig rig="threePt" dir="t"/>
    </dgm:scene3d>
    <dgm:sp3d/>
    <dgm:txPr/>
    <dgm:style>
      <a:lnRef idx="0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</dgm:styleDef>
</file>

<file path=ppt/diagrams/quickStyle60.xml><?xml version="1.0" encoding="utf-8"?>
<dgm:styleDef xmlns:dgm="http://schemas.openxmlformats.org/drawingml/2006/diagram" xmlns:a="http://schemas.openxmlformats.org/drawingml/2006/main" uniqueId="urn:microsoft.com/office/officeart/2005/8/quickstyle/simple1">
  <dgm:title val=""/>
  <dgm:desc val=""/>
  <dgm:catLst>
    <dgm:cat type="simple" pri="10100"/>
  </dgm:catLst>
  <dgm:scene3d>
    <a:camera prst="orthographicFront"/>
    <a:lightRig rig="threePt" dir="t"/>
  </dgm:scene3d>
  <dgm:styleLbl name="node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l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ven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tx1"/>
      </a:fontRef>
    </dgm:style>
  </dgm:styleLbl>
  <dgm:styleLbl name="alig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b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sibTrans1D1">
    <dgm:scene3d>
      <a:camera prst="orthographicFront"/>
      <a:lightRig rig="threePt" dir="t"/>
    </dgm:scene3d>
    <dgm:sp3d/>
    <dgm:txPr/>
    <dgm:style>
      <a:lnRef idx="1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callout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sst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1D1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2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3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4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con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AlignAcc1">
    <dgm:scene3d>
      <a:camera prst="orthographicFront"/>
      <a:lightRig rig="threePt" dir="t"/>
    </dgm:scene3d>
    <dgm:sp3d/>
    <dgm:txPr/>
    <dgm:style>
      <a:lnRef idx="1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dk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Shp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revTx">
    <dgm:scene3d>
      <a:camera prst="orthographicFront"/>
      <a:lightRig rig="threePt" dir="t"/>
    </dgm:scene3d>
    <dgm:sp3d/>
    <dgm:txPr/>
    <dgm:style>
      <a:lnRef idx="0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</dgm:styleDef>
</file>

<file path=ppt/diagrams/quickStyle61.xml><?xml version="1.0" encoding="utf-8"?>
<dgm:styleDef xmlns:dgm="http://schemas.openxmlformats.org/drawingml/2006/diagram" xmlns:a="http://schemas.openxmlformats.org/drawingml/2006/main" uniqueId="urn:microsoft.com/office/officeart/2005/8/quickstyle/simple1">
  <dgm:title val=""/>
  <dgm:desc val=""/>
  <dgm:catLst>
    <dgm:cat type="simple" pri="10100"/>
  </dgm:catLst>
  <dgm:scene3d>
    <a:camera prst="orthographicFront"/>
    <a:lightRig rig="threePt" dir="t"/>
  </dgm:scene3d>
  <dgm:styleLbl name="node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l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ven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tx1"/>
      </a:fontRef>
    </dgm:style>
  </dgm:styleLbl>
  <dgm:styleLbl name="alig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b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sibTrans1D1">
    <dgm:scene3d>
      <a:camera prst="orthographicFront"/>
      <a:lightRig rig="threePt" dir="t"/>
    </dgm:scene3d>
    <dgm:sp3d/>
    <dgm:txPr/>
    <dgm:style>
      <a:lnRef idx="1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callout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sst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1D1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2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3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4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con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AlignAcc1">
    <dgm:scene3d>
      <a:camera prst="orthographicFront"/>
      <a:lightRig rig="threePt" dir="t"/>
    </dgm:scene3d>
    <dgm:sp3d/>
    <dgm:txPr/>
    <dgm:style>
      <a:lnRef idx="1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dk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Shp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revTx">
    <dgm:scene3d>
      <a:camera prst="orthographicFront"/>
      <a:lightRig rig="threePt" dir="t"/>
    </dgm:scene3d>
    <dgm:sp3d/>
    <dgm:txPr/>
    <dgm:style>
      <a:lnRef idx="0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</dgm:styleDef>
</file>

<file path=ppt/diagrams/quickStyle62.xml><?xml version="1.0" encoding="utf-8"?>
<dgm:styleDef xmlns:dgm="http://schemas.openxmlformats.org/drawingml/2006/diagram" xmlns:a="http://schemas.openxmlformats.org/drawingml/2006/main" uniqueId="urn:microsoft.com/office/officeart/2005/8/quickstyle/simple1">
  <dgm:title val=""/>
  <dgm:desc val=""/>
  <dgm:catLst>
    <dgm:cat type="simple" pri="10100"/>
  </dgm:catLst>
  <dgm:scene3d>
    <a:camera prst="orthographicFront"/>
    <a:lightRig rig="threePt" dir="t"/>
  </dgm:scene3d>
  <dgm:styleLbl name="node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l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ven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tx1"/>
      </a:fontRef>
    </dgm:style>
  </dgm:styleLbl>
  <dgm:styleLbl name="alig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b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sibTrans1D1">
    <dgm:scene3d>
      <a:camera prst="orthographicFront"/>
      <a:lightRig rig="threePt" dir="t"/>
    </dgm:scene3d>
    <dgm:sp3d/>
    <dgm:txPr/>
    <dgm:style>
      <a:lnRef idx="1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callout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sst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1D1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2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3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4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con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AlignAcc1">
    <dgm:scene3d>
      <a:camera prst="orthographicFront"/>
      <a:lightRig rig="threePt" dir="t"/>
    </dgm:scene3d>
    <dgm:sp3d/>
    <dgm:txPr/>
    <dgm:style>
      <a:lnRef idx="1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dk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Shp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revTx">
    <dgm:scene3d>
      <a:camera prst="orthographicFront"/>
      <a:lightRig rig="threePt" dir="t"/>
    </dgm:scene3d>
    <dgm:sp3d/>
    <dgm:txPr/>
    <dgm:style>
      <a:lnRef idx="0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</dgm:styleDef>
</file>

<file path=ppt/diagrams/quickStyle63.xml><?xml version="1.0" encoding="utf-8"?>
<dgm:styleDef xmlns:dgm="http://schemas.openxmlformats.org/drawingml/2006/diagram" xmlns:a="http://schemas.openxmlformats.org/drawingml/2006/main" uniqueId="urn:microsoft.com/office/officeart/2005/8/quickstyle/simple1">
  <dgm:title val=""/>
  <dgm:desc val=""/>
  <dgm:catLst>
    <dgm:cat type="simple" pri="10100"/>
  </dgm:catLst>
  <dgm:scene3d>
    <a:camera prst="orthographicFront"/>
    <a:lightRig rig="threePt" dir="t"/>
  </dgm:scene3d>
  <dgm:styleLbl name="node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l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ven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tx1"/>
      </a:fontRef>
    </dgm:style>
  </dgm:styleLbl>
  <dgm:styleLbl name="alig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b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sibTrans1D1">
    <dgm:scene3d>
      <a:camera prst="orthographicFront"/>
      <a:lightRig rig="threePt" dir="t"/>
    </dgm:scene3d>
    <dgm:sp3d/>
    <dgm:txPr/>
    <dgm:style>
      <a:lnRef idx="1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callout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sst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1D1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2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3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4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con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AlignAcc1">
    <dgm:scene3d>
      <a:camera prst="orthographicFront"/>
      <a:lightRig rig="threePt" dir="t"/>
    </dgm:scene3d>
    <dgm:sp3d/>
    <dgm:txPr/>
    <dgm:style>
      <a:lnRef idx="1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dk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Shp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revTx">
    <dgm:scene3d>
      <a:camera prst="orthographicFront"/>
      <a:lightRig rig="threePt" dir="t"/>
    </dgm:scene3d>
    <dgm:sp3d/>
    <dgm:txPr/>
    <dgm:style>
      <a:lnRef idx="0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</dgm:styleDef>
</file>

<file path=ppt/diagrams/quickStyle64.xml><?xml version="1.0" encoding="utf-8"?>
<dgm:styleDef xmlns:dgm="http://schemas.openxmlformats.org/drawingml/2006/diagram" xmlns:a="http://schemas.openxmlformats.org/drawingml/2006/main" uniqueId="urn:microsoft.com/office/officeart/2005/8/quickstyle/simple1">
  <dgm:title val=""/>
  <dgm:desc val=""/>
  <dgm:catLst>
    <dgm:cat type="simple" pri="10100"/>
  </dgm:catLst>
  <dgm:scene3d>
    <a:camera prst="orthographicFront"/>
    <a:lightRig rig="threePt" dir="t"/>
  </dgm:scene3d>
  <dgm:styleLbl name="node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l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ven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tx1"/>
      </a:fontRef>
    </dgm:style>
  </dgm:styleLbl>
  <dgm:styleLbl name="alig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b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sibTrans1D1">
    <dgm:scene3d>
      <a:camera prst="orthographicFront"/>
      <a:lightRig rig="threePt" dir="t"/>
    </dgm:scene3d>
    <dgm:sp3d/>
    <dgm:txPr/>
    <dgm:style>
      <a:lnRef idx="1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callout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sst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1D1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2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3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4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con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AlignAcc1">
    <dgm:scene3d>
      <a:camera prst="orthographicFront"/>
      <a:lightRig rig="threePt" dir="t"/>
    </dgm:scene3d>
    <dgm:sp3d/>
    <dgm:txPr/>
    <dgm:style>
      <a:lnRef idx="1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dk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Shp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revTx">
    <dgm:scene3d>
      <a:camera prst="orthographicFront"/>
      <a:lightRig rig="threePt" dir="t"/>
    </dgm:scene3d>
    <dgm:sp3d/>
    <dgm:txPr/>
    <dgm:style>
      <a:lnRef idx="0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</dgm:styleDef>
</file>

<file path=ppt/diagrams/quickStyle65.xml><?xml version="1.0" encoding="utf-8"?>
<dgm:styleDef xmlns:dgm="http://schemas.openxmlformats.org/drawingml/2006/diagram" xmlns:a="http://schemas.openxmlformats.org/drawingml/2006/main" uniqueId="urn:microsoft.com/office/officeart/2005/8/quickstyle/simple1">
  <dgm:title val=""/>
  <dgm:desc val=""/>
  <dgm:catLst>
    <dgm:cat type="simple" pri="10100"/>
  </dgm:catLst>
  <dgm:scene3d>
    <a:camera prst="orthographicFront"/>
    <a:lightRig rig="threePt" dir="t"/>
  </dgm:scene3d>
  <dgm:styleLbl name="node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l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ven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tx1"/>
      </a:fontRef>
    </dgm:style>
  </dgm:styleLbl>
  <dgm:styleLbl name="alig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b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sibTrans1D1">
    <dgm:scene3d>
      <a:camera prst="orthographicFront"/>
      <a:lightRig rig="threePt" dir="t"/>
    </dgm:scene3d>
    <dgm:sp3d/>
    <dgm:txPr/>
    <dgm:style>
      <a:lnRef idx="1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callout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sst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1D1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2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3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4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con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AlignAcc1">
    <dgm:scene3d>
      <a:camera prst="orthographicFront"/>
      <a:lightRig rig="threePt" dir="t"/>
    </dgm:scene3d>
    <dgm:sp3d/>
    <dgm:txPr/>
    <dgm:style>
      <a:lnRef idx="1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dk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Shp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revTx">
    <dgm:scene3d>
      <a:camera prst="orthographicFront"/>
      <a:lightRig rig="threePt" dir="t"/>
    </dgm:scene3d>
    <dgm:sp3d/>
    <dgm:txPr/>
    <dgm:style>
      <a:lnRef idx="0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</dgm:styleDef>
</file>

<file path=ppt/diagrams/quickStyle66.xml><?xml version="1.0" encoding="utf-8"?>
<dgm:styleDef xmlns:dgm="http://schemas.openxmlformats.org/drawingml/2006/diagram" xmlns:a="http://schemas.openxmlformats.org/drawingml/2006/main" uniqueId="urn:microsoft.com/office/officeart/2005/8/quickstyle/simple1">
  <dgm:title val=""/>
  <dgm:desc val=""/>
  <dgm:catLst>
    <dgm:cat type="simple" pri="10100"/>
  </dgm:catLst>
  <dgm:scene3d>
    <a:camera prst="orthographicFront"/>
    <a:lightRig rig="threePt" dir="t"/>
  </dgm:scene3d>
  <dgm:styleLbl name="node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l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ven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tx1"/>
      </a:fontRef>
    </dgm:style>
  </dgm:styleLbl>
  <dgm:styleLbl name="alig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b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sibTrans1D1">
    <dgm:scene3d>
      <a:camera prst="orthographicFront"/>
      <a:lightRig rig="threePt" dir="t"/>
    </dgm:scene3d>
    <dgm:sp3d/>
    <dgm:txPr/>
    <dgm:style>
      <a:lnRef idx="1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callout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sst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1D1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2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3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4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con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AlignAcc1">
    <dgm:scene3d>
      <a:camera prst="orthographicFront"/>
      <a:lightRig rig="threePt" dir="t"/>
    </dgm:scene3d>
    <dgm:sp3d/>
    <dgm:txPr/>
    <dgm:style>
      <a:lnRef idx="1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dk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Shp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revTx">
    <dgm:scene3d>
      <a:camera prst="orthographicFront"/>
      <a:lightRig rig="threePt" dir="t"/>
    </dgm:scene3d>
    <dgm:sp3d/>
    <dgm:txPr/>
    <dgm:style>
      <a:lnRef idx="0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</dgm:styleDef>
</file>

<file path=ppt/diagrams/quickStyle67.xml><?xml version="1.0" encoding="utf-8"?>
<dgm:styleDef xmlns:dgm="http://schemas.openxmlformats.org/drawingml/2006/diagram" xmlns:a="http://schemas.openxmlformats.org/drawingml/2006/main" uniqueId="urn:microsoft.com/office/officeart/2005/8/quickstyle/simple1">
  <dgm:title val=""/>
  <dgm:desc val=""/>
  <dgm:catLst>
    <dgm:cat type="simple" pri="10100"/>
  </dgm:catLst>
  <dgm:scene3d>
    <a:camera prst="orthographicFront"/>
    <a:lightRig rig="threePt" dir="t"/>
  </dgm:scene3d>
  <dgm:styleLbl name="node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l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ven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tx1"/>
      </a:fontRef>
    </dgm:style>
  </dgm:styleLbl>
  <dgm:styleLbl name="alig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b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sibTrans1D1">
    <dgm:scene3d>
      <a:camera prst="orthographicFront"/>
      <a:lightRig rig="threePt" dir="t"/>
    </dgm:scene3d>
    <dgm:sp3d/>
    <dgm:txPr/>
    <dgm:style>
      <a:lnRef idx="1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callout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sst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1D1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2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3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4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con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AlignAcc1">
    <dgm:scene3d>
      <a:camera prst="orthographicFront"/>
      <a:lightRig rig="threePt" dir="t"/>
    </dgm:scene3d>
    <dgm:sp3d/>
    <dgm:txPr/>
    <dgm:style>
      <a:lnRef idx="1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dk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Shp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revTx">
    <dgm:scene3d>
      <a:camera prst="orthographicFront"/>
      <a:lightRig rig="threePt" dir="t"/>
    </dgm:scene3d>
    <dgm:sp3d/>
    <dgm:txPr/>
    <dgm:style>
      <a:lnRef idx="0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</dgm:styleDef>
</file>

<file path=ppt/diagrams/quickStyle68.xml><?xml version="1.0" encoding="utf-8"?>
<dgm:styleDef xmlns:dgm="http://schemas.openxmlformats.org/drawingml/2006/diagram" xmlns:a="http://schemas.openxmlformats.org/drawingml/2006/main" uniqueId="urn:microsoft.com/office/officeart/2005/8/quickstyle/simple1">
  <dgm:title val=""/>
  <dgm:desc val=""/>
  <dgm:catLst>
    <dgm:cat type="simple" pri="10100"/>
  </dgm:catLst>
  <dgm:scene3d>
    <a:camera prst="orthographicFront"/>
    <a:lightRig rig="threePt" dir="t"/>
  </dgm:scene3d>
  <dgm:styleLbl name="node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l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ven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tx1"/>
      </a:fontRef>
    </dgm:style>
  </dgm:styleLbl>
  <dgm:styleLbl name="alig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b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sibTrans1D1">
    <dgm:scene3d>
      <a:camera prst="orthographicFront"/>
      <a:lightRig rig="threePt" dir="t"/>
    </dgm:scene3d>
    <dgm:sp3d/>
    <dgm:txPr/>
    <dgm:style>
      <a:lnRef idx="1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callout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sst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1D1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2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3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4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con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AlignAcc1">
    <dgm:scene3d>
      <a:camera prst="orthographicFront"/>
      <a:lightRig rig="threePt" dir="t"/>
    </dgm:scene3d>
    <dgm:sp3d/>
    <dgm:txPr/>
    <dgm:style>
      <a:lnRef idx="1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dk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Shp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revTx">
    <dgm:scene3d>
      <a:camera prst="orthographicFront"/>
      <a:lightRig rig="threePt" dir="t"/>
    </dgm:scene3d>
    <dgm:sp3d/>
    <dgm:txPr/>
    <dgm:style>
      <a:lnRef idx="0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</dgm:styleDef>
</file>

<file path=ppt/diagrams/quickStyle69.xml><?xml version="1.0" encoding="utf-8"?>
<dgm:styleDef xmlns:dgm="http://schemas.openxmlformats.org/drawingml/2006/diagram" xmlns:a="http://schemas.openxmlformats.org/drawingml/2006/main" uniqueId="urn:microsoft.com/office/officeart/2005/8/quickstyle/simple1">
  <dgm:title val=""/>
  <dgm:desc val=""/>
  <dgm:catLst>
    <dgm:cat type="simple" pri="10100"/>
  </dgm:catLst>
  <dgm:scene3d>
    <a:camera prst="orthographicFront"/>
    <a:lightRig rig="threePt" dir="t"/>
  </dgm:scene3d>
  <dgm:styleLbl name="node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l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ven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tx1"/>
      </a:fontRef>
    </dgm:style>
  </dgm:styleLbl>
  <dgm:styleLbl name="alig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b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sibTrans1D1">
    <dgm:scene3d>
      <a:camera prst="orthographicFront"/>
      <a:lightRig rig="threePt" dir="t"/>
    </dgm:scene3d>
    <dgm:sp3d/>
    <dgm:txPr/>
    <dgm:style>
      <a:lnRef idx="1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callout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sst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1D1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2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3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4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con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AlignAcc1">
    <dgm:scene3d>
      <a:camera prst="orthographicFront"/>
      <a:lightRig rig="threePt" dir="t"/>
    </dgm:scene3d>
    <dgm:sp3d/>
    <dgm:txPr/>
    <dgm:style>
      <a:lnRef idx="1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dk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Shp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revTx">
    <dgm:scene3d>
      <a:camera prst="orthographicFront"/>
      <a:lightRig rig="threePt" dir="t"/>
    </dgm:scene3d>
    <dgm:sp3d/>
    <dgm:txPr/>
    <dgm:style>
      <a:lnRef idx="0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</dgm:styleDef>
</file>

<file path=ppt/diagrams/quickStyle70.xml><?xml version="1.0" encoding="utf-8"?>
<dgm:styleDef xmlns:dgm="http://schemas.openxmlformats.org/drawingml/2006/diagram" xmlns:a="http://schemas.openxmlformats.org/drawingml/2006/main" uniqueId="urn:microsoft.com/office/officeart/2005/8/quickstyle/simple1">
  <dgm:title val=""/>
  <dgm:desc val=""/>
  <dgm:catLst>
    <dgm:cat type="simple" pri="10100"/>
  </dgm:catLst>
  <dgm:scene3d>
    <a:camera prst="orthographicFront"/>
    <a:lightRig rig="threePt" dir="t"/>
  </dgm:scene3d>
  <dgm:styleLbl name="node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l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ven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tx1"/>
      </a:fontRef>
    </dgm:style>
  </dgm:styleLbl>
  <dgm:styleLbl name="alig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b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sibTrans1D1">
    <dgm:scene3d>
      <a:camera prst="orthographicFront"/>
      <a:lightRig rig="threePt" dir="t"/>
    </dgm:scene3d>
    <dgm:sp3d/>
    <dgm:txPr/>
    <dgm:style>
      <a:lnRef idx="1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callout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sst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1D1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2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3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4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con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AlignAcc1">
    <dgm:scene3d>
      <a:camera prst="orthographicFront"/>
      <a:lightRig rig="threePt" dir="t"/>
    </dgm:scene3d>
    <dgm:sp3d/>
    <dgm:txPr/>
    <dgm:style>
      <a:lnRef idx="1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dk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Shp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revTx">
    <dgm:scene3d>
      <a:camera prst="orthographicFront"/>
      <a:lightRig rig="threePt" dir="t"/>
    </dgm:scene3d>
    <dgm:sp3d/>
    <dgm:txPr/>
    <dgm:style>
      <a:lnRef idx="0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</dgm:styleDef>
</file>

<file path=ppt/diagrams/quickStyle71.xml><?xml version="1.0" encoding="utf-8"?>
<dgm:styleDef xmlns:dgm="http://schemas.openxmlformats.org/drawingml/2006/diagram" xmlns:a="http://schemas.openxmlformats.org/drawingml/2006/main" uniqueId="urn:microsoft.com/office/officeart/2005/8/quickstyle/simple1">
  <dgm:title val=""/>
  <dgm:desc val=""/>
  <dgm:catLst>
    <dgm:cat type="simple" pri="10100"/>
  </dgm:catLst>
  <dgm:scene3d>
    <a:camera prst="orthographicFront"/>
    <a:lightRig rig="threePt" dir="t"/>
  </dgm:scene3d>
  <dgm:styleLbl name="node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l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ven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tx1"/>
      </a:fontRef>
    </dgm:style>
  </dgm:styleLbl>
  <dgm:styleLbl name="alig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b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sibTrans1D1">
    <dgm:scene3d>
      <a:camera prst="orthographicFront"/>
      <a:lightRig rig="threePt" dir="t"/>
    </dgm:scene3d>
    <dgm:sp3d/>
    <dgm:txPr/>
    <dgm:style>
      <a:lnRef idx="1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callout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sst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1D1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2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3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4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con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AlignAcc1">
    <dgm:scene3d>
      <a:camera prst="orthographicFront"/>
      <a:lightRig rig="threePt" dir="t"/>
    </dgm:scene3d>
    <dgm:sp3d/>
    <dgm:txPr/>
    <dgm:style>
      <a:lnRef idx="1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dk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Shp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revTx">
    <dgm:scene3d>
      <a:camera prst="orthographicFront"/>
      <a:lightRig rig="threePt" dir="t"/>
    </dgm:scene3d>
    <dgm:sp3d/>
    <dgm:txPr/>
    <dgm:style>
      <a:lnRef idx="0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</dgm:styleDef>
</file>

<file path=ppt/diagrams/quickStyle72.xml><?xml version="1.0" encoding="utf-8"?>
<dgm:styleDef xmlns:dgm="http://schemas.openxmlformats.org/drawingml/2006/diagram" xmlns:a="http://schemas.openxmlformats.org/drawingml/2006/main" uniqueId="urn:microsoft.com/office/officeart/2005/8/quickstyle/simple1">
  <dgm:title val=""/>
  <dgm:desc val=""/>
  <dgm:catLst>
    <dgm:cat type="simple" pri="10100"/>
  </dgm:catLst>
  <dgm:scene3d>
    <a:camera prst="orthographicFront"/>
    <a:lightRig rig="threePt" dir="t"/>
  </dgm:scene3d>
  <dgm:styleLbl name="node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l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ven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tx1"/>
      </a:fontRef>
    </dgm:style>
  </dgm:styleLbl>
  <dgm:styleLbl name="alig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b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sibTrans1D1">
    <dgm:scene3d>
      <a:camera prst="orthographicFront"/>
      <a:lightRig rig="threePt" dir="t"/>
    </dgm:scene3d>
    <dgm:sp3d/>
    <dgm:txPr/>
    <dgm:style>
      <a:lnRef idx="1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callout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sst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1D1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2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3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4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con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AlignAcc1">
    <dgm:scene3d>
      <a:camera prst="orthographicFront"/>
      <a:lightRig rig="threePt" dir="t"/>
    </dgm:scene3d>
    <dgm:sp3d/>
    <dgm:txPr/>
    <dgm:style>
      <a:lnRef idx="1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dk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Shp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revTx">
    <dgm:scene3d>
      <a:camera prst="orthographicFront"/>
      <a:lightRig rig="threePt" dir="t"/>
    </dgm:scene3d>
    <dgm:sp3d/>
    <dgm:txPr/>
    <dgm:style>
      <a:lnRef idx="0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</dgm:styleDef>
</file>

<file path=ppt/diagrams/quickStyle73.xml><?xml version="1.0" encoding="utf-8"?>
<dgm:styleDef xmlns:dgm="http://schemas.openxmlformats.org/drawingml/2006/diagram" xmlns:a="http://schemas.openxmlformats.org/drawingml/2006/main" uniqueId="urn:microsoft.com/office/officeart/2005/8/quickstyle/simple1">
  <dgm:title val=""/>
  <dgm:desc val=""/>
  <dgm:catLst>
    <dgm:cat type="simple" pri="10100"/>
  </dgm:catLst>
  <dgm:scene3d>
    <a:camera prst="orthographicFront"/>
    <a:lightRig rig="threePt" dir="t"/>
  </dgm:scene3d>
  <dgm:styleLbl name="node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l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ven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tx1"/>
      </a:fontRef>
    </dgm:style>
  </dgm:styleLbl>
  <dgm:styleLbl name="alig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b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sibTrans1D1">
    <dgm:scene3d>
      <a:camera prst="orthographicFront"/>
      <a:lightRig rig="threePt" dir="t"/>
    </dgm:scene3d>
    <dgm:sp3d/>
    <dgm:txPr/>
    <dgm:style>
      <a:lnRef idx="1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callout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sst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1D1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2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3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4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con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AlignAcc1">
    <dgm:scene3d>
      <a:camera prst="orthographicFront"/>
      <a:lightRig rig="threePt" dir="t"/>
    </dgm:scene3d>
    <dgm:sp3d/>
    <dgm:txPr/>
    <dgm:style>
      <a:lnRef idx="1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dk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Shp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revTx">
    <dgm:scene3d>
      <a:camera prst="orthographicFront"/>
      <a:lightRig rig="threePt" dir="t"/>
    </dgm:scene3d>
    <dgm:sp3d/>
    <dgm:txPr/>
    <dgm:style>
      <a:lnRef idx="0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</dgm:styleDef>
</file>

<file path=ppt/diagrams/quickStyle74.xml><?xml version="1.0" encoding="utf-8"?>
<dgm:styleDef xmlns:dgm="http://schemas.openxmlformats.org/drawingml/2006/diagram" xmlns:a="http://schemas.openxmlformats.org/drawingml/2006/main" uniqueId="urn:microsoft.com/office/officeart/2005/8/quickstyle/simple1">
  <dgm:title val=""/>
  <dgm:desc val=""/>
  <dgm:catLst>
    <dgm:cat type="simple" pri="10100"/>
  </dgm:catLst>
  <dgm:scene3d>
    <a:camera prst="orthographicFront"/>
    <a:lightRig rig="threePt" dir="t"/>
  </dgm:scene3d>
  <dgm:styleLbl name="node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l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ven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tx1"/>
      </a:fontRef>
    </dgm:style>
  </dgm:styleLbl>
  <dgm:styleLbl name="alig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b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sibTrans1D1">
    <dgm:scene3d>
      <a:camera prst="orthographicFront"/>
      <a:lightRig rig="threePt" dir="t"/>
    </dgm:scene3d>
    <dgm:sp3d/>
    <dgm:txPr/>
    <dgm:style>
      <a:lnRef idx="1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callout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sst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1D1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2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3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4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con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AlignAcc1">
    <dgm:scene3d>
      <a:camera prst="orthographicFront"/>
      <a:lightRig rig="threePt" dir="t"/>
    </dgm:scene3d>
    <dgm:sp3d/>
    <dgm:txPr/>
    <dgm:style>
      <a:lnRef idx="1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dk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Shp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revTx">
    <dgm:scene3d>
      <a:camera prst="orthographicFront"/>
      <a:lightRig rig="threePt" dir="t"/>
    </dgm:scene3d>
    <dgm:sp3d/>
    <dgm:txPr/>
    <dgm:style>
      <a:lnRef idx="0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</dgm:styleDef>
</file>

<file path=ppt/diagrams/quickStyle75.xml><?xml version="1.0" encoding="utf-8"?>
<dgm:styleDef xmlns:dgm="http://schemas.openxmlformats.org/drawingml/2006/diagram" xmlns:a="http://schemas.openxmlformats.org/drawingml/2006/main" uniqueId="urn:microsoft.com/office/officeart/2005/8/quickstyle/simple1">
  <dgm:title val=""/>
  <dgm:desc val=""/>
  <dgm:catLst>
    <dgm:cat type="simple" pri="10100"/>
  </dgm:catLst>
  <dgm:scene3d>
    <a:camera prst="orthographicFront"/>
    <a:lightRig rig="threePt" dir="t"/>
  </dgm:scene3d>
  <dgm:styleLbl name="node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l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ven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tx1"/>
      </a:fontRef>
    </dgm:style>
  </dgm:styleLbl>
  <dgm:styleLbl name="alig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b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sibTrans1D1">
    <dgm:scene3d>
      <a:camera prst="orthographicFront"/>
      <a:lightRig rig="threePt" dir="t"/>
    </dgm:scene3d>
    <dgm:sp3d/>
    <dgm:txPr/>
    <dgm:style>
      <a:lnRef idx="1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callout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sst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1D1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2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3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4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con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AlignAcc1">
    <dgm:scene3d>
      <a:camera prst="orthographicFront"/>
      <a:lightRig rig="threePt" dir="t"/>
    </dgm:scene3d>
    <dgm:sp3d/>
    <dgm:txPr/>
    <dgm:style>
      <a:lnRef idx="1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dk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Shp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revTx">
    <dgm:scene3d>
      <a:camera prst="orthographicFront"/>
      <a:lightRig rig="threePt" dir="t"/>
    </dgm:scene3d>
    <dgm:sp3d/>
    <dgm:txPr/>
    <dgm:style>
      <a:lnRef idx="0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</dgm:styleDef>
</file>

<file path=ppt/diagrams/quickStyle76.xml><?xml version="1.0" encoding="utf-8"?>
<dgm:styleDef xmlns:dgm="http://schemas.openxmlformats.org/drawingml/2006/diagram" xmlns:a="http://schemas.openxmlformats.org/drawingml/2006/main" uniqueId="urn:microsoft.com/office/officeart/2005/8/quickstyle/simple1">
  <dgm:title val=""/>
  <dgm:desc val=""/>
  <dgm:catLst>
    <dgm:cat type="simple" pri="10100"/>
  </dgm:catLst>
  <dgm:scene3d>
    <a:camera prst="orthographicFront"/>
    <a:lightRig rig="threePt" dir="t"/>
  </dgm:scene3d>
  <dgm:styleLbl name="node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l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ven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tx1"/>
      </a:fontRef>
    </dgm:style>
  </dgm:styleLbl>
  <dgm:styleLbl name="alig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b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sibTrans1D1">
    <dgm:scene3d>
      <a:camera prst="orthographicFront"/>
      <a:lightRig rig="threePt" dir="t"/>
    </dgm:scene3d>
    <dgm:sp3d/>
    <dgm:txPr/>
    <dgm:style>
      <a:lnRef idx="1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callout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sst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1D1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2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3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4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con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AlignAcc1">
    <dgm:scene3d>
      <a:camera prst="orthographicFront"/>
      <a:lightRig rig="threePt" dir="t"/>
    </dgm:scene3d>
    <dgm:sp3d/>
    <dgm:txPr/>
    <dgm:style>
      <a:lnRef idx="1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dk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Shp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revTx">
    <dgm:scene3d>
      <a:camera prst="orthographicFront"/>
      <a:lightRig rig="threePt" dir="t"/>
    </dgm:scene3d>
    <dgm:sp3d/>
    <dgm:txPr/>
    <dgm:style>
      <a:lnRef idx="0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</dgm:styleDef>
</file>

<file path=ppt/diagrams/quickStyle77.xml><?xml version="1.0" encoding="utf-8"?>
<dgm:styleDef xmlns:dgm="http://schemas.openxmlformats.org/drawingml/2006/diagram" xmlns:a="http://schemas.openxmlformats.org/drawingml/2006/main" uniqueId="urn:microsoft.com/office/officeart/2005/8/quickstyle/simple1">
  <dgm:title val=""/>
  <dgm:desc val=""/>
  <dgm:catLst>
    <dgm:cat type="simple" pri="10100"/>
  </dgm:catLst>
  <dgm:scene3d>
    <a:camera prst="orthographicFront"/>
    <a:lightRig rig="threePt" dir="t"/>
  </dgm:scene3d>
  <dgm:styleLbl name="node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l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ven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tx1"/>
      </a:fontRef>
    </dgm:style>
  </dgm:styleLbl>
  <dgm:styleLbl name="alig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b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sibTrans1D1">
    <dgm:scene3d>
      <a:camera prst="orthographicFront"/>
      <a:lightRig rig="threePt" dir="t"/>
    </dgm:scene3d>
    <dgm:sp3d/>
    <dgm:txPr/>
    <dgm:style>
      <a:lnRef idx="1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callout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sst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1D1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2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3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4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con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AlignAcc1">
    <dgm:scene3d>
      <a:camera prst="orthographicFront"/>
      <a:lightRig rig="threePt" dir="t"/>
    </dgm:scene3d>
    <dgm:sp3d/>
    <dgm:txPr/>
    <dgm:style>
      <a:lnRef idx="1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dk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Shp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revTx">
    <dgm:scene3d>
      <a:camera prst="orthographicFront"/>
      <a:lightRig rig="threePt" dir="t"/>
    </dgm:scene3d>
    <dgm:sp3d/>
    <dgm:txPr/>
    <dgm:style>
      <a:lnRef idx="0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</dgm:styleDef>
</file>

<file path=ppt/diagrams/quickStyle78.xml><?xml version="1.0" encoding="utf-8"?>
<dgm:styleDef xmlns:dgm="http://schemas.openxmlformats.org/drawingml/2006/diagram" xmlns:a="http://schemas.openxmlformats.org/drawingml/2006/main" uniqueId="urn:microsoft.com/office/officeart/2005/8/quickstyle/simple1">
  <dgm:title val=""/>
  <dgm:desc val=""/>
  <dgm:catLst>
    <dgm:cat type="simple" pri="10100"/>
  </dgm:catLst>
  <dgm:scene3d>
    <a:camera prst="orthographicFront"/>
    <a:lightRig rig="threePt" dir="t"/>
  </dgm:scene3d>
  <dgm:styleLbl name="node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l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ven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tx1"/>
      </a:fontRef>
    </dgm:style>
  </dgm:styleLbl>
  <dgm:styleLbl name="alig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b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sibTrans1D1">
    <dgm:scene3d>
      <a:camera prst="orthographicFront"/>
      <a:lightRig rig="threePt" dir="t"/>
    </dgm:scene3d>
    <dgm:sp3d/>
    <dgm:txPr/>
    <dgm:style>
      <a:lnRef idx="1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callout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sst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1D1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2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3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4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con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AlignAcc1">
    <dgm:scene3d>
      <a:camera prst="orthographicFront"/>
      <a:lightRig rig="threePt" dir="t"/>
    </dgm:scene3d>
    <dgm:sp3d/>
    <dgm:txPr/>
    <dgm:style>
      <a:lnRef idx="1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dk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Shp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revTx">
    <dgm:scene3d>
      <a:camera prst="orthographicFront"/>
      <a:lightRig rig="threePt" dir="t"/>
    </dgm:scene3d>
    <dgm:sp3d/>
    <dgm:txPr/>
    <dgm:style>
      <a:lnRef idx="0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</dgm:styleDef>
</file>

<file path=ppt/diagrams/quickStyle79.xml><?xml version="1.0" encoding="utf-8"?>
<dgm:styleDef xmlns:dgm="http://schemas.openxmlformats.org/drawingml/2006/diagram" xmlns:a="http://schemas.openxmlformats.org/drawingml/2006/main" uniqueId="urn:microsoft.com/office/officeart/2005/8/quickstyle/simple1">
  <dgm:title val=""/>
  <dgm:desc val=""/>
  <dgm:catLst>
    <dgm:cat type="simple" pri="10100"/>
  </dgm:catLst>
  <dgm:scene3d>
    <a:camera prst="orthographicFront"/>
    <a:lightRig rig="threePt" dir="t"/>
  </dgm:scene3d>
  <dgm:styleLbl name="node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l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ven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tx1"/>
      </a:fontRef>
    </dgm:style>
  </dgm:styleLbl>
  <dgm:styleLbl name="alig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b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sibTrans1D1">
    <dgm:scene3d>
      <a:camera prst="orthographicFront"/>
      <a:lightRig rig="threePt" dir="t"/>
    </dgm:scene3d>
    <dgm:sp3d/>
    <dgm:txPr/>
    <dgm:style>
      <a:lnRef idx="1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callout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sst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1D1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2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3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4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con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AlignAcc1">
    <dgm:scene3d>
      <a:camera prst="orthographicFront"/>
      <a:lightRig rig="threePt" dir="t"/>
    </dgm:scene3d>
    <dgm:sp3d/>
    <dgm:txPr/>
    <dgm:style>
      <a:lnRef idx="1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dk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Shp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revTx">
    <dgm:scene3d>
      <a:camera prst="orthographicFront"/>
      <a:lightRig rig="threePt" dir="t"/>
    </dgm:scene3d>
    <dgm:sp3d/>
    <dgm:txPr/>
    <dgm:style>
      <a:lnRef idx="0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</dgm:styleDef>
</file>

<file path=ppt/diagrams/quickStyle80.xml><?xml version="1.0" encoding="utf-8"?>
<dgm:styleDef xmlns:dgm="http://schemas.openxmlformats.org/drawingml/2006/diagram" xmlns:a="http://schemas.openxmlformats.org/drawingml/2006/main" uniqueId="urn:microsoft.com/office/officeart/2005/8/quickstyle/simple1">
  <dgm:title val=""/>
  <dgm:desc val=""/>
  <dgm:catLst>
    <dgm:cat type="simple" pri="10100"/>
  </dgm:catLst>
  <dgm:scene3d>
    <a:camera prst="orthographicFront"/>
    <a:lightRig rig="threePt" dir="t"/>
  </dgm:scene3d>
  <dgm:styleLbl name="node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l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ven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tx1"/>
      </a:fontRef>
    </dgm:style>
  </dgm:styleLbl>
  <dgm:styleLbl name="alig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b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sibTrans1D1">
    <dgm:scene3d>
      <a:camera prst="orthographicFront"/>
      <a:lightRig rig="threePt" dir="t"/>
    </dgm:scene3d>
    <dgm:sp3d/>
    <dgm:txPr/>
    <dgm:style>
      <a:lnRef idx="1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callout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sst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1D1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2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3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4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con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AlignAcc1">
    <dgm:scene3d>
      <a:camera prst="orthographicFront"/>
      <a:lightRig rig="threePt" dir="t"/>
    </dgm:scene3d>
    <dgm:sp3d/>
    <dgm:txPr/>
    <dgm:style>
      <a:lnRef idx="1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dk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Shp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revTx">
    <dgm:scene3d>
      <a:camera prst="orthographicFront"/>
      <a:lightRig rig="threePt" dir="t"/>
    </dgm:scene3d>
    <dgm:sp3d/>
    <dgm:txPr/>
    <dgm:style>
      <a:lnRef idx="0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</dgm:styleDef>
</file>

<file path=ppt/diagrams/quickStyle81.xml><?xml version="1.0" encoding="utf-8"?>
<dgm:styleDef xmlns:dgm="http://schemas.openxmlformats.org/drawingml/2006/diagram" xmlns:a="http://schemas.openxmlformats.org/drawingml/2006/main" uniqueId="urn:microsoft.com/office/officeart/2005/8/quickstyle/simple1">
  <dgm:title val=""/>
  <dgm:desc val=""/>
  <dgm:catLst>
    <dgm:cat type="simple" pri="10100"/>
  </dgm:catLst>
  <dgm:scene3d>
    <a:camera prst="orthographicFront"/>
    <a:lightRig rig="threePt" dir="t"/>
  </dgm:scene3d>
  <dgm:styleLbl name="node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l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ven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tx1"/>
      </a:fontRef>
    </dgm:style>
  </dgm:styleLbl>
  <dgm:styleLbl name="alig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b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sibTrans1D1">
    <dgm:scene3d>
      <a:camera prst="orthographicFront"/>
      <a:lightRig rig="threePt" dir="t"/>
    </dgm:scene3d>
    <dgm:sp3d/>
    <dgm:txPr/>
    <dgm:style>
      <a:lnRef idx="1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callout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sst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1D1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2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3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4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con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AlignAcc1">
    <dgm:scene3d>
      <a:camera prst="orthographicFront"/>
      <a:lightRig rig="threePt" dir="t"/>
    </dgm:scene3d>
    <dgm:sp3d/>
    <dgm:txPr/>
    <dgm:style>
      <a:lnRef idx="1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dk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Shp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revTx">
    <dgm:scene3d>
      <a:camera prst="orthographicFront"/>
      <a:lightRig rig="threePt" dir="t"/>
    </dgm:scene3d>
    <dgm:sp3d/>
    <dgm:txPr/>
    <dgm:style>
      <a:lnRef idx="0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</dgm:styleDef>
</file>

<file path=ppt/diagrams/quickStyle82.xml><?xml version="1.0" encoding="utf-8"?>
<dgm:styleDef xmlns:dgm="http://schemas.openxmlformats.org/drawingml/2006/diagram" xmlns:a="http://schemas.openxmlformats.org/drawingml/2006/main" uniqueId="urn:microsoft.com/office/officeart/2005/8/quickstyle/simple1">
  <dgm:title val=""/>
  <dgm:desc val=""/>
  <dgm:catLst>
    <dgm:cat type="simple" pri="10100"/>
  </dgm:catLst>
  <dgm:scene3d>
    <a:camera prst="orthographicFront"/>
    <a:lightRig rig="threePt" dir="t"/>
  </dgm:scene3d>
  <dgm:styleLbl name="node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l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ven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tx1"/>
      </a:fontRef>
    </dgm:style>
  </dgm:styleLbl>
  <dgm:styleLbl name="alig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b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sibTrans1D1">
    <dgm:scene3d>
      <a:camera prst="orthographicFront"/>
      <a:lightRig rig="threePt" dir="t"/>
    </dgm:scene3d>
    <dgm:sp3d/>
    <dgm:txPr/>
    <dgm:style>
      <a:lnRef idx="1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callout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sst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1D1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2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3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4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con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AlignAcc1">
    <dgm:scene3d>
      <a:camera prst="orthographicFront"/>
      <a:lightRig rig="threePt" dir="t"/>
    </dgm:scene3d>
    <dgm:sp3d/>
    <dgm:txPr/>
    <dgm:style>
      <a:lnRef idx="1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dk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Shp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revTx">
    <dgm:scene3d>
      <a:camera prst="orthographicFront"/>
      <a:lightRig rig="threePt" dir="t"/>
    </dgm:scene3d>
    <dgm:sp3d/>
    <dgm:txPr/>
    <dgm:style>
      <a:lnRef idx="0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</dgm:styleDef>
</file>

<file path=ppt/diagrams/quickStyle83.xml><?xml version="1.0" encoding="utf-8"?>
<dgm:styleDef xmlns:dgm="http://schemas.openxmlformats.org/drawingml/2006/diagram" xmlns:a="http://schemas.openxmlformats.org/drawingml/2006/main" uniqueId="urn:microsoft.com/office/officeart/2005/8/quickstyle/simple1">
  <dgm:title val=""/>
  <dgm:desc val=""/>
  <dgm:catLst>
    <dgm:cat type="simple" pri="10100"/>
  </dgm:catLst>
  <dgm:scene3d>
    <a:camera prst="orthographicFront"/>
    <a:lightRig rig="threePt" dir="t"/>
  </dgm:scene3d>
  <dgm:styleLbl name="node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l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ven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tx1"/>
      </a:fontRef>
    </dgm:style>
  </dgm:styleLbl>
  <dgm:styleLbl name="alig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b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sibTrans1D1">
    <dgm:scene3d>
      <a:camera prst="orthographicFront"/>
      <a:lightRig rig="threePt" dir="t"/>
    </dgm:scene3d>
    <dgm:sp3d/>
    <dgm:txPr/>
    <dgm:style>
      <a:lnRef idx="1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callout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sst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1D1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2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3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4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con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AlignAcc1">
    <dgm:scene3d>
      <a:camera prst="orthographicFront"/>
      <a:lightRig rig="threePt" dir="t"/>
    </dgm:scene3d>
    <dgm:sp3d/>
    <dgm:txPr/>
    <dgm:style>
      <a:lnRef idx="1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dk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Shp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revTx">
    <dgm:scene3d>
      <a:camera prst="orthographicFront"/>
      <a:lightRig rig="threePt" dir="t"/>
    </dgm:scene3d>
    <dgm:sp3d/>
    <dgm:txPr/>
    <dgm:style>
      <a:lnRef idx="0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</dgm:styleDef>
</file>

<file path=ppt/diagrams/quickStyle84.xml><?xml version="1.0" encoding="utf-8"?>
<dgm:styleDef xmlns:dgm="http://schemas.openxmlformats.org/drawingml/2006/diagram" xmlns:a="http://schemas.openxmlformats.org/drawingml/2006/main" uniqueId="urn:microsoft.com/office/officeart/2005/8/quickstyle/simple1">
  <dgm:title val=""/>
  <dgm:desc val=""/>
  <dgm:catLst>
    <dgm:cat type="simple" pri="10100"/>
  </dgm:catLst>
  <dgm:scene3d>
    <a:camera prst="orthographicFront"/>
    <a:lightRig rig="threePt" dir="t"/>
  </dgm:scene3d>
  <dgm:styleLbl name="node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l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ven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tx1"/>
      </a:fontRef>
    </dgm:style>
  </dgm:styleLbl>
  <dgm:styleLbl name="alig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b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sibTrans1D1">
    <dgm:scene3d>
      <a:camera prst="orthographicFront"/>
      <a:lightRig rig="threePt" dir="t"/>
    </dgm:scene3d>
    <dgm:sp3d/>
    <dgm:txPr/>
    <dgm:style>
      <a:lnRef idx="1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callout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sst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1D1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2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3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4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con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AlignAcc1">
    <dgm:scene3d>
      <a:camera prst="orthographicFront"/>
      <a:lightRig rig="threePt" dir="t"/>
    </dgm:scene3d>
    <dgm:sp3d/>
    <dgm:txPr/>
    <dgm:style>
      <a:lnRef idx="1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dk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Shp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revTx">
    <dgm:scene3d>
      <a:camera prst="orthographicFront"/>
      <a:lightRig rig="threePt" dir="t"/>
    </dgm:scene3d>
    <dgm:sp3d/>
    <dgm:txPr/>
    <dgm:style>
      <a:lnRef idx="0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</dgm:styleDef>
</file>

<file path=ppt/diagrams/quickStyle85.xml><?xml version="1.0" encoding="utf-8"?>
<dgm:styleDef xmlns:dgm="http://schemas.openxmlformats.org/drawingml/2006/diagram" xmlns:a="http://schemas.openxmlformats.org/drawingml/2006/main" uniqueId="urn:microsoft.com/office/officeart/2005/8/quickstyle/simple1">
  <dgm:title val=""/>
  <dgm:desc val=""/>
  <dgm:catLst>
    <dgm:cat type="simple" pri="10100"/>
  </dgm:catLst>
  <dgm:scene3d>
    <a:camera prst="orthographicFront"/>
    <a:lightRig rig="threePt" dir="t"/>
  </dgm:scene3d>
  <dgm:styleLbl name="node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l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ven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tx1"/>
      </a:fontRef>
    </dgm:style>
  </dgm:styleLbl>
  <dgm:styleLbl name="alig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b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sibTrans1D1">
    <dgm:scene3d>
      <a:camera prst="orthographicFront"/>
      <a:lightRig rig="threePt" dir="t"/>
    </dgm:scene3d>
    <dgm:sp3d/>
    <dgm:txPr/>
    <dgm:style>
      <a:lnRef idx="1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callout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sst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1D1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2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3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4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con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AlignAcc1">
    <dgm:scene3d>
      <a:camera prst="orthographicFront"/>
      <a:lightRig rig="threePt" dir="t"/>
    </dgm:scene3d>
    <dgm:sp3d/>
    <dgm:txPr/>
    <dgm:style>
      <a:lnRef idx="1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dk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Shp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revTx">
    <dgm:scene3d>
      <a:camera prst="orthographicFront"/>
      <a:lightRig rig="threePt" dir="t"/>
    </dgm:scene3d>
    <dgm:sp3d/>
    <dgm:txPr/>
    <dgm:style>
      <a:lnRef idx="0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</dgm:styleDef>
</file>

<file path=ppt/diagrams/quickStyle86.xml><?xml version="1.0" encoding="utf-8"?>
<dgm:styleDef xmlns:dgm="http://schemas.openxmlformats.org/drawingml/2006/diagram" xmlns:a="http://schemas.openxmlformats.org/drawingml/2006/main" uniqueId="urn:microsoft.com/office/officeart/2005/8/quickstyle/simple1">
  <dgm:title val=""/>
  <dgm:desc val=""/>
  <dgm:catLst>
    <dgm:cat type="simple" pri="10100"/>
  </dgm:catLst>
  <dgm:scene3d>
    <a:camera prst="orthographicFront"/>
    <a:lightRig rig="threePt" dir="t"/>
  </dgm:scene3d>
  <dgm:styleLbl name="node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l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ven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tx1"/>
      </a:fontRef>
    </dgm:style>
  </dgm:styleLbl>
  <dgm:styleLbl name="alig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b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sibTrans1D1">
    <dgm:scene3d>
      <a:camera prst="orthographicFront"/>
      <a:lightRig rig="threePt" dir="t"/>
    </dgm:scene3d>
    <dgm:sp3d/>
    <dgm:txPr/>
    <dgm:style>
      <a:lnRef idx="1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callout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sst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1D1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2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3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4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con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AlignAcc1">
    <dgm:scene3d>
      <a:camera prst="orthographicFront"/>
      <a:lightRig rig="threePt" dir="t"/>
    </dgm:scene3d>
    <dgm:sp3d/>
    <dgm:txPr/>
    <dgm:style>
      <a:lnRef idx="1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dk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Shp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revTx">
    <dgm:scene3d>
      <a:camera prst="orthographicFront"/>
      <a:lightRig rig="threePt" dir="t"/>
    </dgm:scene3d>
    <dgm:sp3d/>
    <dgm:txPr/>
    <dgm:style>
      <a:lnRef idx="0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</dgm:styleDef>
</file>

<file path=ppt/diagrams/quickStyle87.xml><?xml version="1.0" encoding="utf-8"?>
<dgm:styleDef xmlns:dgm="http://schemas.openxmlformats.org/drawingml/2006/diagram" xmlns:a="http://schemas.openxmlformats.org/drawingml/2006/main" uniqueId="urn:microsoft.com/office/officeart/2005/8/quickstyle/simple1">
  <dgm:title val=""/>
  <dgm:desc val=""/>
  <dgm:catLst>
    <dgm:cat type="simple" pri="10100"/>
  </dgm:catLst>
  <dgm:scene3d>
    <a:camera prst="orthographicFront"/>
    <a:lightRig rig="threePt" dir="t"/>
  </dgm:scene3d>
  <dgm:styleLbl name="node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l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ven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tx1"/>
      </a:fontRef>
    </dgm:style>
  </dgm:styleLbl>
  <dgm:styleLbl name="alig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b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sibTrans1D1">
    <dgm:scene3d>
      <a:camera prst="orthographicFront"/>
      <a:lightRig rig="threePt" dir="t"/>
    </dgm:scene3d>
    <dgm:sp3d/>
    <dgm:txPr/>
    <dgm:style>
      <a:lnRef idx="1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callout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sst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1D1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2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3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4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con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AlignAcc1">
    <dgm:scene3d>
      <a:camera prst="orthographicFront"/>
      <a:lightRig rig="threePt" dir="t"/>
    </dgm:scene3d>
    <dgm:sp3d/>
    <dgm:txPr/>
    <dgm:style>
      <a:lnRef idx="1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dk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Shp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revTx">
    <dgm:scene3d>
      <a:camera prst="orthographicFront"/>
      <a:lightRig rig="threePt" dir="t"/>
    </dgm:scene3d>
    <dgm:sp3d/>
    <dgm:txPr/>
    <dgm:style>
      <a:lnRef idx="0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</dgm:styleDef>
</file>

<file path=ppt/diagrams/quickStyle88.xml><?xml version="1.0" encoding="utf-8"?>
<dgm:styleDef xmlns:dgm="http://schemas.openxmlformats.org/drawingml/2006/diagram" xmlns:a="http://schemas.openxmlformats.org/drawingml/2006/main" uniqueId="urn:microsoft.com/office/officeart/2005/8/quickstyle/simple1">
  <dgm:title val=""/>
  <dgm:desc val=""/>
  <dgm:catLst>
    <dgm:cat type="simple" pri="10100"/>
  </dgm:catLst>
  <dgm:scene3d>
    <a:camera prst="orthographicFront"/>
    <a:lightRig rig="threePt" dir="t"/>
  </dgm:scene3d>
  <dgm:styleLbl name="node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l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ven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tx1"/>
      </a:fontRef>
    </dgm:style>
  </dgm:styleLbl>
  <dgm:styleLbl name="alig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b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sibTrans1D1">
    <dgm:scene3d>
      <a:camera prst="orthographicFront"/>
      <a:lightRig rig="threePt" dir="t"/>
    </dgm:scene3d>
    <dgm:sp3d/>
    <dgm:txPr/>
    <dgm:style>
      <a:lnRef idx="1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callout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sst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1D1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2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3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4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con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AlignAcc1">
    <dgm:scene3d>
      <a:camera prst="orthographicFront"/>
      <a:lightRig rig="threePt" dir="t"/>
    </dgm:scene3d>
    <dgm:sp3d/>
    <dgm:txPr/>
    <dgm:style>
      <a:lnRef idx="1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dk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Shp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revTx">
    <dgm:scene3d>
      <a:camera prst="orthographicFront"/>
      <a:lightRig rig="threePt" dir="t"/>
    </dgm:scene3d>
    <dgm:sp3d/>
    <dgm:txPr/>
    <dgm:style>
      <a:lnRef idx="0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</dgm:styleDef>
</file>

<file path=ppt/diagrams/quickStyle89.xml><?xml version="1.0" encoding="utf-8"?>
<dgm:styleDef xmlns:dgm="http://schemas.openxmlformats.org/drawingml/2006/diagram" xmlns:a="http://schemas.openxmlformats.org/drawingml/2006/main" uniqueId="urn:microsoft.com/office/officeart/2005/8/quickstyle/simple1">
  <dgm:title val=""/>
  <dgm:desc val=""/>
  <dgm:catLst>
    <dgm:cat type="simple" pri="10100"/>
  </dgm:catLst>
  <dgm:scene3d>
    <a:camera prst="orthographicFront"/>
    <a:lightRig rig="threePt" dir="t"/>
  </dgm:scene3d>
  <dgm:styleLbl name="node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l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ven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tx1"/>
      </a:fontRef>
    </dgm:style>
  </dgm:styleLbl>
  <dgm:styleLbl name="alig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b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sibTrans1D1">
    <dgm:scene3d>
      <a:camera prst="orthographicFront"/>
      <a:lightRig rig="threePt" dir="t"/>
    </dgm:scene3d>
    <dgm:sp3d/>
    <dgm:txPr/>
    <dgm:style>
      <a:lnRef idx="1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callout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sst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1D1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2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3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4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con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AlignAcc1">
    <dgm:scene3d>
      <a:camera prst="orthographicFront"/>
      <a:lightRig rig="threePt" dir="t"/>
    </dgm:scene3d>
    <dgm:sp3d/>
    <dgm:txPr/>
    <dgm:style>
      <a:lnRef idx="1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dk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Shp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revTx">
    <dgm:scene3d>
      <a:camera prst="orthographicFront"/>
      <a:lightRig rig="threePt" dir="t"/>
    </dgm:scene3d>
    <dgm:sp3d/>
    <dgm:txPr/>
    <dgm:style>
      <a:lnRef idx="0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</dgm:styleDef>
</file>

<file path=ppt/diagrams/quickStyle90.xml><?xml version="1.0" encoding="utf-8"?>
<dgm:styleDef xmlns:dgm="http://schemas.openxmlformats.org/drawingml/2006/diagram" xmlns:a="http://schemas.openxmlformats.org/drawingml/2006/main" uniqueId="urn:microsoft.com/office/officeart/2005/8/quickstyle/simple1">
  <dgm:title val=""/>
  <dgm:desc val=""/>
  <dgm:catLst>
    <dgm:cat type="simple" pri="10100"/>
  </dgm:catLst>
  <dgm:scene3d>
    <a:camera prst="orthographicFront"/>
    <a:lightRig rig="threePt" dir="t"/>
  </dgm:scene3d>
  <dgm:styleLbl name="node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l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ven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tx1"/>
      </a:fontRef>
    </dgm:style>
  </dgm:styleLbl>
  <dgm:styleLbl name="alig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b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sibTrans1D1">
    <dgm:scene3d>
      <a:camera prst="orthographicFront"/>
      <a:lightRig rig="threePt" dir="t"/>
    </dgm:scene3d>
    <dgm:sp3d/>
    <dgm:txPr/>
    <dgm:style>
      <a:lnRef idx="1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callout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sst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1D1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2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3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4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con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AlignAcc1">
    <dgm:scene3d>
      <a:camera prst="orthographicFront"/>
      <a:lightRig rig="threePt" dir="t"/>
    </dgm:scene3d>
    <dgm:sp3d/>
    <dgm:txPr/>
    <dgm:style>
      <a:lnRef idx="1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dk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Shp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revTx">
    <dgm:scene3d>
      <a:camera prst="orthographicFront"/>
      <a:lightRig rig="threePt" dir="t"/>
    </dgm:scene3d>
    <dgm:sp3d/>
    <dgm:txPr/>
    <dgm:style>
      <a:lnRef idx="0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</dgm:styleDef>
</file>

<file path=ppt/diagrams/quickStyle91.xml><?xml version="1.0" encoding="utf-8"?>
<dgm:styleDef xmlns:dgm="http://schemas.openxmlformats.org/drawingml/2006/diagram" xmlns:a="http://schemas.openxmlformats.org/drawingml/2006/main" uniqueId="urn:microsoft.com/office/officeart/2005/8/quickstyle/simple1">
  <dgm:title val=""/>
  <dgm:desc val=""/>
  <dgm:catLst>
    <dgm:cat type="simple" pri="10100"/>
  </dgm:catLst>
  <dgm:scene3d>
    <a:camera prst="orthographicFront"/>
    <a:lightRig rig="threePt" dir="t"/>
  </dgm:scene3d>
  <dgm:styleLbl name="node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l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ven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tx1"/>
      </a:fontRef>
    </dgm:style>
  </dgm:styleLbl>
  <dgm:styleLbl name="alig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b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sibTrans1D1">
    <dgm:scene3d>
      <a:camera prst="orthographicFront"/>
      <a:lightRig rig="threePt" dir="t"/>
    </dgm:scene3d>
    <dgm:sp3d/>
    <dgm:txPr/>
    <dgm:style>
      <a:lnRef idx="1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callout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sst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1D1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2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3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4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con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AlignAcc1">
    <dgm:scene3d>
      <a:camera prst="orthographicFront"/>
      <a:lightRig rig="threePt" dir="t"/>
    </dgm:scene3d>
    <dgm:sp3d/>
    <dgm:txPr/>
    <dgm:style>
      <a:lnRef idx="1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dk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Shp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revTx">
    <dgm:scene3d>
      <a:camera prst="orthographicFront"/>
      <a:lightRig rig="threePt" dir="t"/>
    </dgm:scene3d>
    <dgm:sp3d/>
    <dgm:txPr/>
    <dgm:style>
      <a:lnRef idx="0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</dgm:styleDef>
</file>

<file path=ppt/diagrams/quickStyle92.xml><?xml version="1.0" encoding="utf-8"?>
<dgm:styleDef xmlns:dgm="http://schemas.openxmlformats.org/drawingml/2006/diagram" xmlns:a="http://schemas.openxmlformats.org/drawingml/2006/main" uniqueId="urn:microsoft.com/office/officeart/2005/8/quickstyle/simple1">
  <dgm:title val=""/>
  <dgm:desc val=""/>
  <dgm:catLst>
    <dgm:cat type="simple" pri="10100"/>
  </dgm:catLst>
  <dgm:scene3d>
    <a:camera prst="orthographicFront"/>
    <a:lightRig rig="threePt" dir="t"/>
  </dgm:scene3d>
  <dgm:styleLbl name="node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l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ven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tx1"/>
      </a:fontRef>
    </dgm:style>
  </dgm:styleLbl>
  <dgm:styleLbl name="alig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b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sibTrans1D1">
    <dgm:scene3d>
      <a:camera prst="orthographicFront"/>
      <a:lightRig rig="threePt" dir="t"/>
    </dgm:scene3d>
    <dgm:sp3d/>
    <dgm:txPr/>
    <dgm:style>
      <a:lnRef idx="1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callout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sst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1D1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2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3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4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con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AlignAcc1">
    <dgm:scene3d>
      <a:camera prst="orthographicFront"/>
      <a:lightRig rig="threePt" dir="t"/>
    </dgm:scene3d>
    <dgm:sp3d/>
    <dgm:txPr/>
    <dgm:style>
      <a:lnRef idx="1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dk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Shp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revTx">
    <dgm:scene3d>
      <a:camera prst="orthographicFront"/>
      <a:lightRig rig="threePt" dir="t"/>
    </dgm:scene3d>
    <dgm:sp3d/>
    <dgm:txPr/>
    <dgm:style>
      <a:lnRef idx="0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</dgm:styleDef>
</file>

<file path=ppt/diagrams/quickStyle93.xml><?xml version="1.0" encoding="utf-8"?>
<dgm:styleDef xmlns:dgm="http://schemas.openxmlformats.org/drawingml/2006/diagram" xmlns:a="http://schemas.openxmlformats.org/drawingml/2006/main" uniqueId="urn:microsoft.com/office/officeart/2005/8/quickstyle/simple1">
  <dgm:title val=""/>
  <dgm:desc val=""/>
  <dgm:catLst>
    <dgm:cat type="simple" pri="10100"/>
  </dgm:catLst>
  <dgm:scene3d>
    <a:camera prst="orthographicFront"/>
    <a:lightRig rig="threePt" dir="t"/>
  </dgm:scene3d>
  <dgm:styleLbl name="node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l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ven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tx1"/>
      </a:fontRef>
    </dgm:style>
  </dgm:styleLbl>
  <dgm:styleLbl name="alig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b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sibTrans1D1">
    <dgm:scene3d>
      <a:camera prst="orthographicFront"/>
      <a:lightRig rig="threePt" dir="t"/>
    </dgm:scene3d>
    <dgm:sp3d/>
    <dgm:txPr/>
    <dgm:style>
      <a:lnRef idx="1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callout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sst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1D1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2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3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4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con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AlignAcc1">
    <dgm:scene3d>
      <a:camera prst="orthographicFront"/>
      <a:lightRig rig="threePt" dir="t"/>
    </dgm:scene3d>
    <dgm:sp3d/>
    <dgm:txPr/>
    <dgm:style>
      <a:lnRef idx="1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dk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Shp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revTx">
    <dgm:scene3d>
      <a:camera prst="orthographicFront"/>
      <a:lightRig rig="threePt" dir="t"/>
    </dgm:scene3d>
    <dgm:sp3d/>
    <dgm:txPr/>
    <dgm:style>
      <a:lnRef idx="0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</dgm:styleDef>
</file>

<file path=ppt/diagrams/quickStyle94.xml><?xml version="1.0" encoding="utf-8"?>
<dgm:styleDef xmlns:dgm="http://schemas.openxmlformats.org/drawingml/2006/diagram" xmlns:a="http://schemas.openxmlformats.org/drawingml/2006/main" uniqueId="urn:microsoft.com/office/officeart/2005/8/quickstyle/simple1">
  <dgm:title val=""/>
  <dgm:desc val=""/>
  <dgm:catLst>
    <dgm:cat type="simple" pri="10100"/>
  </dgm:catLst>
  <dgm:scene3d>
    <a:camera prst="orthographicFront"/>
    <a:lightRig rig="threePt" dir="t"/>
  </dgm:scene3d>
  <dgm:styleLbl name="node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l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ven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tx1"/>
      </a:fontRef>
    </dgm:style>
  </dgm:styleLbl>
  <dgm:styleLbl name="alig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b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sibTrans1D1">
    <dgm:scene3d>
      <a:camera prst="orthographicFront"/>
      <a:lightRig rig="threePt" dir="t"/>
    </dgm:scene3d>
    <dgm:sp3d/>
    <dgm:txPr/>
    <dgm:style>
      <a:lnRef idx="1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callout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sst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1D1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2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3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4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con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AlignAcc1">
    <dgm:scene3d>
      <a:camera prst="orthographicFront"/>
      <a:lightRig rig="threePt" dir="t"/>
    </dgm:scene3d>
    <dgm:sp3d/>
    <dgm:txPr/>
    <dgm:style>
      <a:lnRef idx="1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dk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Shp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revTx">
    <dgm:scene3d>
      <a:camera prst="orthographicFront"/>
      <a:lightRig rig="threePt" dir="t"/>
    </dgm:scene3d>
    <dgm:sp3d/>
    <dgm:txPr/>
    <dgm:style>
      <a:lnRef idx="0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</dgm:styleDef>
</file>

<file path=ppt/diagrams/quickStyle95.xml><?xml version="1.0" encoding="utf-8"?>
<dgm:styleDef xmlns:dgm="http://schemas.openxmlformats.org/drawingml/2006/diagram" xmlns:a="http://schemas.openxmlformats.org/drawingml/2006/main" uniqueId="urn:microsoft.com/office/officeart/2005/8/quickstyle/simple1">
  <dgm:title val=""/>
  <dgm:desc val=""/>
  <dgm:catLst>
    <dgm:cat type="simple" pri="10100"/>
  </dgm:catLst>
  <dgm:scene3d>
    <a:camera prst="orthographicFront"/>
    <a:lightRig rig="threePt" dir="t"/>
  </dgm:scene3d>
  <dgm:styleLbl name="node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l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ven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tx1"/>
      </a:fontRef>
    </dgm:style>
  </dgm:styleLbl>
  <dgm:styleLbl name="alig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b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sibTrans1D1">
    <dgm:scene3d>
      <a:camera prst="orthographicFront"/>
      <a:lightRig rig="threePt" dir="t"/>
    </dgm:scene3d>
    <dgm:sp3d/>
    <dgm:txPr/>
    <dgm:style>
      <a:lnRef idx="1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callout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sst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1D1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2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3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4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con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AlignAcc1">
    <dgm:scene3d>
      <a:camera prst="orthographicFront"/>
      <a:lightRig rig="threePt" dir="t"/>
    </dgm:scene3d>
    <dgm:sp3d/>
    <dgm:txPr/>
    <dgm:style>
      <a:lnRef idx="1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dk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Shp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revTx">
    <dgm:scene3d>
      <a:camera prst="orthographicFront"/>
      <a:lightRig rig="threePt" dir="t"/>
    </dgm:scene3d>
    <dgm:sp3d/>
    <dgm:txPr/>
    <dgm:style>
      <a:lnRef idx="0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</dgm:styleDef>
</file>

<file path=ppt/diagrams/quickStyle96.xml><?xml version="1.0" encoding="utf-8"?>
<dgm:styleDef xmlns:dgm="http://schemas.openxmlformats.org/drawingml/2006/diagram" xmlns:a="http://schemas.openxmlformats.org/drawingml/2006/main" uniqueId="urn:microsoft.com/office/officeart/2005/8/quickstyle/simple1">
  <dgm:title val=""/>
  <dgm:desc val=""/>
  <dgm:catLst>
    <dgm:cat type="simple" pri="10100"/>
  </dgm:catLst>
  <dgm:scene3d>
    <a:camera prst="orthographicFront"/>
    <a:lightRig rig="threePt" dir="t"/>
  </dgm:scene3d>
  <dgm:styleLbl name="node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l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ven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tx1"/>
      </a:fontRef>
    </dgm:style>
  </dgm:styleLbl>
  <dgm:styleLbl name="alig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b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sibTrans1D1">
    <dgm:scene3d>
      <a:camera prst="orthographicFront"/>
      <a:lightRig rig="threePt" dir="t"/>
    </dgm:scene3d>
    <dgm:sp3d/>
    <dgm:txPr/>
    <dgm:style>
      <a:lnRef idx="1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callout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sst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1D1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2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3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4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con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AlignAcc1">
    <dgm:scene3d>
      <a:camera prst="orthographicFront"/>
      <a:lightRig rig="threePt" dir="t"/>
    </dgm:scene3d>
    <dgm:sp3d/>
    <dgm:txPr/>
    <dgm:style>
      <a:lnRef idx="1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dk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Shp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revTx">
    <dgm:scene3d>
      <a:camera prst="orthographicFront"/>
      <a:lightRig rig="threePt" dir="t"/>
    </dgm:scene3d>
    <dgm:sp3d/>
    <dgm:txPr/>
    <dgm:style>
      <a:lnRef idx="0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</dgm:styleDef>
</file>

<file path=ppt/diagrams/quickStyle97.xml><?xml version="1.0" encoding="utf-8"?>
<dgm:styleDef xmlns:dgm="http://schemas.openxmlformats.org/drawingml/2006/diagram" xmlns:a="http://schemas.openxmlformats.org/drawingml/2006/main" uniqueId="urn:microsoft.com/office/officeart/2005/8/quickstyle/simple1">
  <dgm:title val=""/>
  <dgm:desc val=""/>
  <dgm:catLst>
    <dgm:cat type="simple" pri="10100"/>
  </dgm:catLst>
  <dgm:scene3d>
    <a:camera prst="orthographicFront"/>
    <a:lightRig rig="threePt" dir="t"/>
  </dgm:scene3d>
  <dgm:styleLbl name="node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l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ven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tx1"/>
      </a:fontRef>
    </dgm:style>
  </dgm:styleLbl>
  <dgm:styleLbl name="alig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b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sibTrans1D1">
    <dgm:scene3d>
      <a:camera prst="orthographicFront"/>
      <a:lightRig rig="threePt" dir="t"/>
    </dgm:scene3d>
    <dgm:sp3d/>
    <dgm:txPr/>
    <dgm:style>
      <a:lnRef idx="1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callout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sst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1D1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2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3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4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con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AlignAcc1">
    <dgm:scene3d>
      <a:camera prst="orthographicFront"/>
      <a:lightRig rig="threePt" dir="t"/>
    </dgm:scene3d>
    <dgm:sp3d/>
    <dgm:txPr/>
    <dgm:style>
      <a:lnRef idx="1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dk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Shp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revTx">
    <dgm:scene3d>
      <a:camera prst="orthographicFront"/>
      <a:lightRig rig="threePt" dir="t"/>
    </dgm:scene3d>
    <dgm:sp3d/>
    <dgm:txPr/>
    <dgm:style>
      <a:lnRef idx="0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</dgm:styleDef>
</file>

<file path=ppt/diagrams/quickStyle98.xml><?xml version="1.0" encoding="utf-8"?>
<dgm:styleDef xmlns:dgm="http://schemas.openxmlformats.org/drawingml/2006/diagram" xmlns:a="http://schemas.openxmlformats.org/drawingml/2006/main" uniqueId="urn:microsoft.com/office/officeart/2005/8/quickstyle/simple1">
  <dgm:title val=""/>
  <dgm:desc val=""/>
  <dgm:catLst>
    <dgm:cat type="simple" pri="10100"/>
  </dgm:catLst>
  <dgm:scene3d>
    <a:camera prst="orthographicFront"/>
    <a:lightRig rig="threePt" dir="t"/>
  </dgm:scene3d>
  <dgm:styleLbl name="node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l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ven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tx1"/>
      </a:fontRef>
    </dgm:style>
  </dgm:styleLbl>
  <dgm:styleLbl name="alig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b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sibTrans1D1">
    <dgm:scene3d>
      <a:camera prst="orthographicFront"/>
      <a:lightRig rig="threePt" dir="t"/>
    </dgm:scene3d>
    <dgm:sp3d/>
    <dgm:txPr/>
    <dgm:style>
      <a:lnRef idx="1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callout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sst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1D1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2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3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4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con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AlignAcc1">
    <dgm:scene3d>
      <a:camera prst="orthographicFront"/>
      <a:lightRig rig="threePt" dir="t"/>
    </dgm:scene3d>
    <dgm:sp3d/>
    <dgm:txPr/>
    <dgm:style>
      <a:lnRef idx="1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dk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Shp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revTx">
    <dgm:scene3d>
      <a:camera prst="orthographicFront"/>
      <a:lightRig rig="threePt" dir="t"/>
    </dgm:scene3d>
    <dgm:sp3d/>
    <dgm:txPr/>
    <dgm:style>
      <a:lnRef idx="0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</dgm:styleDef>
</file>

<file path=ppt/diagrams/quickStyle99.xml><?xml version="1.0" encoding="utf-8"?>
<dgm:styleDef xmlns:dgm="http://schemas.openxmlformats.org/drawingml/2006/diagram" xmlns:a="http://schemas.openxmlformats.org/drawingml/2006/main" uniqueId="urn:microsoft.com/office/officeart/2005/8/quickstyle/simple1">
  <dgm:title val=""/>
  <dgm:desc val=""/>
  <dgm:catLst>
    <dgm:cat type="simple" pri="10100"/>
  </dgm:catLst>
  <dgm:scene3d>
    <a:camera prst="orthographicFront"/>
    <a:lightRig rig="threePt" dir="t"/>
  </dgm:scene3d>
  <dgm:styleLbl name="node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l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ven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tx1"/>
      </a:fontRef>
    </dgm:style>
  </dgm:styleLbl>
  <dgm:styleLbl name="alig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b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sibTrans1D1">
    <dgm:scene3d>
      <a:camera prst="orthographicFront"/>
      <a:lightRig rig="threePt" dir="t"/>
    </dgm:scene3d>
    <dgm:sp3d/>
    <dgm:txPr/>
    <dgm:style>
      <a:lnRef idx="1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callout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sst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1D1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2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3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4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con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AlignAcc1">
    <dgm:scene3d>
      <a:camera prst="orthographicFront"/>
      <a:lightRig rig="threePt" dir="t"/>
    </dgm:scene3d>
    <dgm:sp3d/>
    <dgm:txPr/>
    <dgm:style>
      <a:lnRef idx="1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dk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Shp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revTx">
    <dgm:scene3d>
      <a:camera prst="orthographicFront"/>
      <a:lightRig rig="threePt" dir="t"/>
    </dgm:scene3d>
    <dgm:sp3d/>
    <dgm:txPr/>
    <dgm:style>
      <a:lnRef idx="0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</dgm:styleDef>
</file>

<file path=ppt/diagrams/quickStyle100.xml><?xml version="1.0" encoding="utf-8"?>
<dgm:styleDef xmlns:dgm="http://schemas.openxmlformats.org/drawingml/2006/diagram" xmlns:a="http://schemas.openxmlformats.org/drawingml/2006/main" uniqueId="urn:microsoft.com/office/officeart/2005/8/quickstyle/simple1">
  <dgm:title val=""/>
  <dgm:desc val=""/>
  <dgm:catLst>
    <dgm:cat type="simple" pri="10100"/>
  </dgm:catLst>
  <dgm:scene3d>
    <a:camera prst="orthographicFront"/>
    <a:lightRig rig="threePt" dir="t"/>
  </dgm:scene3d>
  <dgm:styleLbl name="node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l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ven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tx1"/>
      </a:fontRef>
    </dgm:style>
  </dgm:styleLbl>
  <dgm:styleLbl name="alig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b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sibTrans1D1">
    <dgm:scene3d>
      <a:camera prst="orthographicFront"/>
      <a:lightRig rig="threePt" dir="t"/>
    </dgm:scene3d>
    <dgm:sp3d/>
    <dgm:txPr/>
    <dgm:style>
      <a:lnRef idx="1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callout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sst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1D1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2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3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4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con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AlignAcc1">
    <dgm:scene3d>
      <a:camera prst="orthographicFront"/>
      <a:lightRig rig="threePt" dir="t"/>
    </dgm:scene3d>
    <dgm:sp3d/>
    <dgm:txPr/>
    <dgm:style>
      <a:lnRef idx="1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dk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Shp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revTx">
    <dgm:scene3d>
      <a:camera prst="orthographicFront"/>
      <a:lightRig rig="threePt" dir="t"/>
    </dgm:scene3d>
    <dgm:sp3d/>
    <dgm:txPr/>
    <dgm:style>
      <a:lnRef idx="0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</dgm:styleDef>
</file>

<file path=ppt/diagrams/quickStyle101.xml><?xml version="1.0" encoding="utf-8"?>
<dgm:styleDef xmlns:dgm="http://schemas.openxmlformats.org/drawingml/2006/diagram" xmlns:a="http://schemas.openxmlformats.org/drawingml/2006/main" uniqueId="urn:microsoft.com/office/officeart/2005/8/quickstyle/simple1">
  <dgm:title val=""/>
  <dgm:desc val=""/>
  <dgm:catLst>
    <dgm:cat type="simple" pri="10100"/>
  </dgm:catLst>
  <dgm:scene3d>
    <a:camera prst="orthographicFront"/>
    <a:lightRig rig="threePt" dir="t"/>
  </dgm:scene3d>
  <dgm:styleLbl name="node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l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ven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tx1"/>
      </a:fontRef>
    </dgm:style>
  </dgm:styleLbl>
  <dgm:styleLbl name="alig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b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sibTrans1D1">
    <dgm:scene3d>
      <a:camera prst="orthographicFront"/>
      <a:lightRig rig="threePt" dir="t"/>
    </dgm:scene3d>
    <dgm:sp3d/>
    <dgm:txPr/>
    <dgm:style>
      <a:lnRef idx="1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callout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sst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1D1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2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3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4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con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AlignAcc1">
    <dgm:scene3d>
      <a:camera prst="orthographicFront"/>
      <a:lightRig rig="threePt" dir="t"/>
    </dgm:scene3d>
    <dgm:sp3d/>
    <dgm:txPr/>
    <dgm:style>
      <a:lnRef idx="1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dk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Shp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revTx">
    <dgm:scene3d>
      <a:camera prst="orthographicFront"/>
      <a:lightRig rig="threePt" dir="t"/>
    </dgm:scene3d>
    <dgm:sp3d/>
    <dgm:txPr/>
    <dgm:style>
      <a:lnRef idx="0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</dgm:styleDef>
</file>

<file path=ppt/diagrams/quickStyle102.xml><?xml version="1.0" encoding="utf-8"?>
<dgm:styleDef xmlns:dgm="http://schemas.openxmlformats.org/drawingml/2006/diagram" xmlns:a="http://schemas.openxmlformats.org/drawingml/2006/main" uniqueId="urn:microsoft.com/office/officeart/2005/8/quickstyle/simple1">
  <dgm:title val=""/>
  <dgm:desc val=""/>
  <dgm:catLst>
    <dgm:cat type="simple" pri="10100"/>
  </dgm:catLst>
  <dgm:scene3d>
    <a:camera prst="orthographicFront"/>
    <a:lightRig rig="threePt" dir="t"/>
  </dgm:scene3d>
  <dgm:styleLbl name="node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l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ven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tx1"/>
      </a:fontRef>
    </dgm:style>
  </dgm:styleLbl>
  <dgm:styleLbl name="alig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b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sibTrans1D1">
    <dgm:scene3d>
      <a:camera prst="orthographicFront"/>
      <a:lightRig rig="threePt" dir="t"/>
    </dgm:scene3d>
    <dgm:sp3d/>
    <dgm:txPr/>
    <dgm:style>
      <a:lnRef idx="1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callout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sst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1D1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2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3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4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con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AlignAcc1">
    <dgm:scene3d>
      <a:camera prst="orthographicFront"/>
      <a:lightRig rig="threePt" dir="t"/>
    </dgm:scene3d>
    <dgm:sp3d/>
    <dgm:txPr/>
    <dgm:style>
      <a:lnRef idx="1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dk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Shp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revTx">
    <dgm:scene3d>
      <a:camera prst="orthographicFront"/>
      <a:lightRig rig="threePt" dir="t"/>
    </dgm:scene3d>
    <dgm:sp3d/>
    <dgm:txPr/>
    <dgm:style>
      <a:lnRef idx="0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</dgm:styleDef>
</file>

<file path=ppt/diagrams/quickStyle103.xml><?xml version="1.0" encoding="utf-8"?>
<dgm:styleDef xmlns:dgm="http://schemas.openxmlformats.org/drawingml/2006/diagram" xmlns:a="http://schemas.openxmlformats.org/drawingml/2006/main" uniqueId="urn:microsoft.com/office/officeart/2005/8/quickstyle/simple1">
  <dgm:title val=""/>
  <dgm:desc val=""/>
  <dgm:catLst>
    <dgm:cat type="simple" pri="10100"/>
  </dgm:catLst>
  <dgm:scene3d>
    <a:camera prst="orthographicFront"/>
    <a:lightRig rig="threePt" dir="t"/>
  </dgm:scene3d>
  <dgm:styleLbl name="node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l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ven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tx1"/>
      </a:fontRef>
    </dgm:style>
  </dgm:styleLbl>
  <dgm:styleLbl name="alig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b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sibTrans1D1">
    <dgm:scene3d>
      <a:camera prst="orthographicFront"/>
      <a:lightRig rig="threePt" dir="t"/>
    </dgm:scene3d>
    <dgm:sp3d/>
    <dgm:txPr/>
    <dgm:style>
      <a:lnRef idx="1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callout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sst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1D1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2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3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4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con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AlignAcc1">
    <dgm:scene3d>
      <a:camera prst="orthographicFront"/>
      <a:lightRig rig="threePt" dir="t"/>
    </dgm:scene3d>
    <dgm:sp3d/>
    <dgm:txPr/>
    <dgm:style>
      <a:lnRef idx="1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dk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Shp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revTx">
    <dgm:scene3d>
      <a:camera prst="orthographicFront"/>
      <a:lightRig rig="threePt" dir="t"/>
    </dgm:scene3d>
    <dgm:sp3d/>
    <dgm:txPr/>
    <dgm:style>
      <a:lnRef idx="0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</dgm:styleDef>
</file>

<file path=ppt/diagrams/quickStyle104.xml><?xml version="1.0" encoding="utf-8"?>
<dgm:styleDef xmlns:dgm="http://schemas.openxmlformats.org/drawingml/2006/diagram" xmlns:a="http://schemas.openxmlformats.org/drawingml/2006/main" uniqueId="urn:microsoft.com/office/officeart/2005/8/quickstyle/simple1">
  <dgm:title val=""/>
  <dgm:desc val=""/>
  <dgm:catLst>
    <dgm:cat type="simple" pri="10100"/>
  </dgm:catLst>
  <dgm:scene3d>
    <a:camera prst="orthographicFront"/>
    <a:lightRig rig="threePt" dir="t"/>
  </dgm:scene3d>
  <dgm:styleLbl name="node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l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ven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tx1"/>
      </a:fontRef>
    </dgm:style>
  </dgm:styleLbl>
  <dgm:styleLbl name="alig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b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sibTrans1D1">
    <dgm:scene3d>
      <a:camera prst="orthographicFront"/>
      <a:lightRig rig="threePt" dir="t"/>
    </dgm:scene3d>
    <dgm:sp3d/>
    <dgm:txPr/>
    <dgm:style>
      <a:lnRef idx="1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callout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sst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1D1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2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3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4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con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AlignAcc1">
    <dgm:scene3d>
      <a:camera prst="orthographicFront"/>
      <a:lightRig rig="threePt" dir="t"/>
    </dgm:scene3d>
    <dgm:sp3d/>
    <dgm:txPr/>
    <dgm:style>
      <a:lnRef idx="1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dk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Shp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revTx">
    <dgm:scene3d>
      <a:camera prst="orthographicFront"/>
      <a:lightRig rig="threePt" dir="t"/>
    </dgm:scene3d>
    <dgm:sp3d/>
    <dgm:txPr/>
    <dgm:style>
      <a:lnRef idx="0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</dgm:styleDef>
</file>

<file path=ppt/diagrams/quickStyle105.xml><?xml version="1.0" encoding="utf-8"?>
<dgm:styleDef xmlns:dgm="http://schemas.openxmlformats.org/drawingml/2006/diagram" xmlns:a="http://schemas.openxmlformats.org/drawingml/2006/main" uniqueId="urn:microsoft.com/office/officeart/2005/8/quickstyle/simple1">
  <dgm:title val=""/>
  <dgm:desc val=""/>
  <dgm:catLst>
    <dgm:cat type="simple" pri="10100"/>
  </dgm:catLst>
  <dgm:scene3d>
    <a:camera prst="orthographicFront"/>
    <a:lightRig rig="threePt" dir="t"/>
  </dgm:scene3d>
  <dgm:styleLbl name="node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l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ven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tx1"/>
      </a:fontRef>
    </dgm:style>
  </dgm:styleLbl>
  <dgm:styleLbl name="alig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b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sibTrans1D1">
    <dgm:scene3d>
      <a:camera prst="orthographicFront"/>
      <a:lightRig rig="threePt" dir="t"/>
    </dgm:scene3d>
    <dgm:sp3d/>
    <dgm:txPr/>
    <dgm:style>
      <a:lnRef idx="1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callout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sst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1D1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2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3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4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con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AlignAcc1">
    <dgm:scene3d>
      <a:camera prst="orthographicFront"/>
      <a:lightRig rig="threePt" dir="t"/>
    </dgm:scene3d>
    <dgm:sp3d/>
    <dgm:txPr/>
    <dgm:style>
      <a:lnRef idx="1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dk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Shp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revTx">
    <dgm:scene3d>
      <a:camera prst="orthographicFront"/>
      <a:lightRig rig="threePt" dir="t"/>
    </dgm:scene3d>
    <dgm:sp3d/>
    <dgm:txPr/>
    <dgm:style>
      <a:lnRef idx="0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</dgm:styleDef>
</file>

<file path=ppt/diagrams/quickStyle106.xml><?xml version="1.0" encoding="utf-8"?>
<dgm:styleDef xmlns:dgm="http://schemas.openxmlformats.org/drawingml/2006/diagram" xmlns:a="http://schemas.openxmlformats.org/drawingml/2006/main" uniqueId="urn:microsoft.com/office/officeart/2005/8/quickstyle/simple1">
  <dgm:title val=""/>
  <dgm:desc val=""/>
  <dgm:catLst>
    <dgm:cat type="simple" pri="10100"/>
  </dgm:catLst>
  <dgm:scene3d>
    <a:camera prst="orthographicFront"/>
    <a:lightRig rig="threePt" dir="t"/>
  </dgm:scene3d>
  <dgm:styleLbl name="node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l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ven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tx1"/>
      </a:fontRef>
    </dgm:style>
  </dgm:styleLbl>
  <dgm:styleLbl name="alig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b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sibTrans1D1">
    <dgm:scene3d>
      <a:camera prst="orthographicFront"/>
      <a:lightRig rig="threePt" dir="t"/>
    </dgm:scene3d>
    <dgm:sp3d/>
    <dgm:txPr/>
    <dgm:style>
      <a:lnRef idx="1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callout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sst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1D1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2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3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4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con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AlignAcc1">
    <dgm:scene3d>
      <a:camera prst="orthographicFront"/>
      <a:lightRig rig="threePt" dir="t"/>
    </dgm:scene3d>
    <dgm:sp3d/>
    <dgm:txPr/>
    <dgm:style>
      <a:lnRef idx="1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dk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Shp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revTx">
    <dgm:scene3d>
      <a:camera prst="orthographicFront"/>
      <a:lightRig rig="threePt" dir="t"/>
    </dgm:scene3d>
    <dgm:sp3d/>
    <dgm:txPr/>
    <dgm:style>
      <a:lnRef idx="0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</dgm:styleDef>
</file>

<file path=ppt/diagrams/quickStyle107.xml><?xml version="1.0" encoding="utf-8"?>
<dgm:styleDef xmlns:dgm="http://schemas.openxmlformats.org/drawingml/2006/diagram" xmlns:a="http://schemas.openxmlformats.org/drawingml/2006/main" uniqueId="urn:microsoft.com/office/officeart/2005/8/quickstyle/simple1">
  <dgm:title val=""/>
  <dgm:desc val=""/>
  <dgm:catLst>
    <dgm:cat type="simple" pri="10100"/>
  </dgm:catLst>
  <dgm:scene3d>
    <a:camera prst="orthographicFront"/>
    <a:lightRig rig="threePt" dir="t"/>
  </dgm:scene3d>
  <dgm:styleLbl name="node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l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ven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tx1"/>
      </a:fontRef>
    </dgm:style>
  </dgm:styleLbl>
  <dgm:styleLbl name="alig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b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sibTrans1D1">
    <dgm:scene3d>
      <a:camera prst="orthographicFront"/>
      <a:lightRig rig="threePt" dir="t"/>
    </dgm:scene3d>
    <dgm:sp3d/>
    <dgm:txPr/>
    <dgm:style>
      <a:lnRef idx="1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callout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sst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1D1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2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3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4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con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AlignAcc1">
    <dgm:scene3d>
      <a:camera prst="orthographicFront"/>
      <a:lightRig rig="threePt" dir="t"/>
    </dgm:scene3d>
    <dgm:sp3d/>
    <dgm:txPr/>
    <dgm:style>
      <a:lnRef idx="1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dk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Shp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revTx">
    <dgm:scene3d>
      <a:camera prst="orthographicFront"/>
      <a:lightRig rig="threePt" dir="t"/>
    </dgm:scene3d>
    <dgm:sp3d/>
    <dgm:txPr/>
    <dgm:style>
      <a:lnRef idx="0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</dgm:styleDef>
</file>

<file path=ppt/diagrams/quickStyle108.xml><?xml version="1.0" encoding="utf-8"?>
<dgm:styleDef xmlns:dgm="http://schemas.openxmlformats.org/drawingml/2006/diagram" xmlns:a="http://schemas.openxmlformats.org/drawingml/2006/main" uniqueId="urn:microsoft.com/office/officeart/2005/8/quickstyle/simple1">
  <dgm:title val=""/>
  <dgm:desc val=""/>
  <dgm:catLst>
    <dgm:cat type="simple" pri="10100"/>
  </dgm:catLst>
  <dgm:scene3d>
    <a:camera prst="orthographicFront"/>
    <a:lightRig rig="threePt" dir="t"/>
  </dgm:scene3d>
  <dgm:styleLbl name="node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l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ven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tx1"/>
      </a:fontRef>
    </dgm:style>
  </dgm:styleLbl>
  <dgm:styleLbl name="alig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b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sibTrans1D1">
    <dgm:scene3d>
      <a:camera prst="orthographicFront"/>
      <a:lightRig rig="threePt" dir="t"/>
    </dgm:scene3d>
    <dgm:sp3d/>
    <dgm:txPr/>
    <dgm:style>
      <a:lnRef idx="1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callout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sst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1D1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2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3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4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con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AlignAcc1">
    <dgm:scene3d>
      <a:camera prst="orthographicFront"/>
      <a:lightRig rig="threePt" dir="t"/>
    </dgm:scene3d>
    <dgm:sp3d/>
    <dgm:txPr/>
    <dgm:style>
      <a:lnRef idx="1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dk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Shp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revTx">
    <dgm:scene3d>
      <a:camera prst="orthographicFront"/>
      <a:lightRig rig="threePt" dir="t"/>
    </dgm:scene3d>
    <dgm:sp3d/>
    <dgm:txPr/>
    <dgm:style>
      <a:lnRef idx="0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</dgm:styleDef>
</file>

<file path=ppt/diagrams/quickStyle109.xml><?xml version="1.0" encoding="utf-8"?>
<dgm:styleDef xmlns:dgm="http://schemas.openxmlformats.org/drawingml/2006/diagram" xmlns:a="http://schemas.openxmlformats.org/drawingml/2006/main" uniqueId="urn:microsoft.com/office/officeart/2005/8/quickstyle/simple1">
  <dgm:title val=""/>
  <dgm:desc val=""/>
  <dgm:catLst>
    <dgm:cat type="simple" pri="10100"/>
  </dgm:catLst>
  <dgm:scene3d>
    <a:camera prst="orthographicFront"/>
    <a:lightRig rig="threePt" dir="t"/>
  </dgm:scene3d>
  <dgm:styleLbl name="node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l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ven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tx1"/>
      </a:fontRef>
    </dgm:style>
  </dgm:styleLbl>
  <dgm:styleLbl name="alig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b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sibTrans1D1">
    <dgm:scene3d>
      <a:camera prst="orthographicFront"/>
      <a:lightRig rig="threePt" dir="t"/>
    </dgm:scene3d>
    <dgm:sp3d/>
    <dgm:txPr/>
    <dgm:style>
      <a:lnRef idx="1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callout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sst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1D1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2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3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4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con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AlignAcc1">
    <dgm:scene3d>
      <a:camera prst="orthographicFront"/>
      <a:lightRig rig="threePt" dir="t"/>
    </dgm:scene3d>
    <dgm:sp3d/>
    <dgm:txPr/>
    <dgm:style>
      <a:lnRef idx="1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dk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Shp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revTx">
    <dgm:scene3d>
      <a:camera prst="orthographicFront"/>
      <a:lightRig rig="threePt" dir="t"/>
    </dgm:scene3d>
    <dgm:sp3d/>
    <dgm:txPr/>
    <dgm:style>
      <a:lnRef idx="0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</dgm:styleDef>
</file>

<file path=ppt/diagrams/quickStyle110.xml><?xml version="1.0" encoding="utf-8"?>
<dgm:styleDef xmlns:dgm="http://schemas.openxmlformats.org/drawingml/2006/diagram" xmlns:a="http://schemas.openxmlformats.org/drawingml/2006/main" uniqueId="urn:microsoft.com/office/officeart/2005/8/quickstyle/simple1">
  <dgm:title val=""/>
  <dgm:desc val=""/>
  <dgm:catLst>
    <dgm:cat type="simple" pri="10100"/>
  </dgm:catLst>
  <dgm:scene3d>
    <a:camera prst="orthographicFront"/>
    <a:lightRig rig="threePt" dir="t"/>
  </dgm:scene3d>
  <dgm:styleLbl name="node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l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ven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tx1"/>
      </a:fontRef>
    </dgm:style>
  </dgm:styleLbl>
  <dgm:styleLbl name="alig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b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sibTrans1D1">
    <dgm:scene3d>
      <a:camera prst="orthographicFront"/>
      <a:lightRig rig="threePt" dir="t"/>
    </dgm:scene3d>
    <dgm:sp3d/>
    <dgm:txPr/>
    <dgm:style>
      <a:lnRef idx="1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callout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sst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1D1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2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3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4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con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AlignAcc1">
    <dgm:scene3d>
      <a:camera prst="orthographicFront"/>
      <a:lightRig rig="threePt" dir="t"/>
    </dgm:scene3d>
    <dgm:sp3d/>
    <dgm:txPr/>
    <dgm:style>
      <a:lnRef idx="1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dk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Shp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revTx">
    <dgm:scene3d>
      <a:camera prst="orthographicFront"/>
      <a:lightRig rig="threePt" dir="t"/>
    </dgm:scene3d>
    <dgm:sp3d/>
    <dgm:txPr/>
    <dgm:style>
      <a:lnRef idx="0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</dgm:styleDef>
</file>

<file path=ppt/diagrams/quickStyle111.xml><?xml version="1.0" encoding="utf-8"?>
<dgm:styleDef xmlns:dgm="http://schemas.openxmlformats.org/drawingml/2006/diagram" xmlns:a="http://schemas.openxmlformats.org/drawingml/2006/main" uniqueId="urn:microsoft.com/office/officeart/2005/8/quickstyle/simple1">
  <dgm:title val=""/>
  <dgm:desc val=""/>
  <dgm:catLst>
    <dgm:cat type="simple" pri="10100"/>
  </dgm:catLst>
  <dgm:scene3d>
    <a:camera prst="orthographicFront"/>
    <a:lightRig rig="threePt" dir="t"/>
  </dgm:scene3d>
  <dgm:styleLbl name="node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l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ven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tx1"/>
      </a:fontRef>
    </dgm:style>
  </dgm:styleLbl>
  <dgm:styleLbl name="alig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b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sibTrans1D1">
    <dgm:scene3d>
      <a:camera prst="orthographicFront"/>
      <a:lightRig rig="threePt" dir="t"/>
    </dgm:scene3d>
    <dgm:sp3d/>
    <dgm:txPr/>
    <dgm:style>
      <a:lnRef idx="1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callout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sst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1D1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2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3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4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con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AlignAcc1">
    <dgm:scene3d>
      <a:camera prst="orthographicFront"/>
      <a:lightRig rig="threePt" dir="t"/>
    </dgm:scene3d>
    <dgm:sp3d/>
    <dgm:txPr/>
    <dgm:style>
      <a:lnRef idx="1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dk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Shp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revTx">
    <dgm:scene3d>
      <a:camera prst="orthographicFront"/>
      <a:lightRig rig="threePt" dir="t"/>
    </dgm:scene3d>
    <dgm:sp3d/>
    <dgm:txPr/>
    <dgm:style>
      <a:lnRef idx="0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</dgm:styleDef>
</file>

<file path=ppt/notesMasters/_rels/notesMaster1.xml.rels><?xml version="1.0" encoding="UTF-8" standalone="yes"?>
<Relationships xmlns="http://schemas.openxmlformats.org/package/2006/relationships"><Relationship Id="rId1" Type="http://schemas.openxmlformats.org/officeDocument/2006/relationships/theme" Target="../theme/theme2.xml"/></Relationships>
</file>

<file path=ppt/notesMasters/notesMaster1.xml><?xml version="1.0" encoding="utf-8"?>
<p:notes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Header Placeholder 1"/>
          <p:cNvSpPr>
            <a:spLocks noGrp="1"/>
          </p:cNvSpPr>
          <p:nvPr>
            <p:ph type="hdr" sz="quarter"/>
          </p:nvPr>
        </p:nvSpPr>
        <p:spPr>
          <a:xfrm>
            <a:off x="0" y="0"/>
            <a:ext cx="2971800" cy="458788"/>
          </a:xfrm>
          <a:prstGeom prst="rect">
            <a:avLst/>
          </a:prstGeom>
        </p:spPr>
        <p:txBody>
          <a:bodyPr vert="horz" lIns="91440" tIns="45720" rIns="91440" bIns="45720" rtlCol="0"/>
          <a:lstStyle>
            <a:lvl1pPr algn="l">
              <a:defRPr sz="1200"/>
            </a:lvl1pPr>
          </a:lstStyle>
          <a:p>
            <a:endParaRPr lang="tr-TR"/>
          </a:p>
        </p:txBody>
      </p:sp>
      <p:sp>
        <p:nvSpPr>
          <p:cNvPr id="3" name="Date Placeholder 2"/>
          <p:cNvSpPr>
            <a:spLocks noGrp="1"/>
          </p:cNvSpPr>
          <p:nvPr>
            <p:ph type="dt" idx="1"/>
          </p:nvPr>
        </p:nvSpPr>
        <p:spPr>
          <a:xfrm>
            <a:off x="3884613" y="0"/>
            <a:ext cx="2971800" cy="458788"/>
          </a:xfrm>
          <a:prstGeom prst="rect">
            <a:avLst/>
          </a:prstGeom>
        </p:spPr>
        <p:txBody>
          <a:bodyPr vert="horz" lIns="91440" tIns="45720" rIns="91440" bIns="45720" rtlCol="0"/>
          <a:lstStyle>
            <a:lvl1pPr algn="r">
              <a:defRPr sz="1200"/>
            </a:lvl1pPr>
          </a:lstStyle>
          <a:p>
            <a:fld id="{9E6A620D-E0D7-4B53-8D52-AD352954AB78}" type="datetimeFigureOut">
              <a:rPr lang="tr-TR" smtClean="0"/>
              <a:t>9.12.2022</a:t>
            </a:fld>
            <a:endParaRPr lang="tr-TR"/>
          </a:p>
        </p:txBody>
      </p:sp>
      <p:sp>
        <p:nvSpPr>
          <p:cNvPr id="4" name="Slide Image Placeholder 3"/>
          <p:cNvSpPr>
            <a:spLocks noGrp="1" noRot="1" noChangeAspect="1"/>
          </p:cNvSpPr>
          <p:nvPr>
            <p:ph type="sldImg" idx="2"/>
          </p:nvPr>
        </p:nvSpPr>
        <p:spPr>
          <a:xfrm>
            <a:off x="685800" y="1143000"/>
            <a:ext cx="5486400" cy="3086100"/>
          </a:xfrm>
          <a:prstGeom prst="rect">
            <a:avLst/>
          </a:prstGeom>
          <a:noFill/>
          <a:ln w="12700">
            <a:solidFill>
              <a:prstClr val="black"/>
            </a:solidFill>
          </a:ln>
        </p:spPr>
        <p:txBody>
          <a:bodyPr vert="horz" lIns="91440" tIns="45720" rIns="91440" bIns="45720" rtlCol="0" anchor="ctr"/>
          <a:lstStyle/>
          <a:p>
            <a:endParaRPr lang="tr-TR"/>
          </a:p>
        </p:txBody>
      </p:sp>
      <p:sp>
        <p:nvSpPr>
          <p:cNvPr id="5" name="Notes Placeholder 4"/>
          <p:cNvSpPr>
            <a:spLocks noGrp="1"/>
          </p:cNvSpPr>
          <p:nvPr>
            <p:ph type="body" sz="quarter" idx="3"/>
          </p:nvPr>
        </p:nvSpPr>
        <p:spPr>
          <a:xfrm>
            <a:off x="685800" y="4400550"/>
            <a:ext cx="5486400" cy="3600450"/>
          </a:xfrm>
          <a:prstGeom prst="rect">
            <a:avLst/>
          </a:prstGeom>
        </p:spPr>
        <p:txBody>
          <a:bodyPr vert="horz" lIns="91440" tIns="45720" rIns="91440" bIns="45720" rtlCol="0"/>
          <a:lstStyle/>
          <a:p>
            <a:pPr lvl="0"/>
            <a:r>
              <a:rPr lang="en-US"/>
              <a:t>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tr-TR"/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4"/>
          </p:nvPr>
        </p:nvSpPr>
        <p:spPr>
          <a:xfrm>
            <a:off x="0" y="8685213"/>
            <a:ext cx="2971800" cy="458787"/>
          </a:xfrm>
          <a:prstGeom prst="rect">
            <a:avLst/>
          </a:prstGeom>
        </p:spPr>
        <p:txBody>
          <a:bodyPr vert="horz" lIns="91440" tIns="45720" rIns="91440" bIns="45720" rtlCol="0" anchor="b"/>
          <a:lstStyle>
            <a:lvl1pPr algn="l">
              <a:defRPr sz="1200"/>
            </a:lvl1pPr>
          </a:lstStyle>
          <a:p>
            <a:endParaRPr lang="tr-TR"/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5"/>
          </p:nvPr>
        </p:nvSpPr>
        <p:spPr>
          <a:xfrm>
            <a:off x="3884613" y="8685213"/>
            <a:ext cx="2971800" cy="458787"/>
          </a:xfrm>
          <a:prstGeom prst="rect">
            <a:avLst/>
          </a:prstGeom>
        </p:spPr>
        <p:txBody>
          <a:bodyPr vert="horz" lIns="91440" tIns="45720" rIns="91440" bIns="45720" rtlCol="0" anchor="b"/>
          <a:lstStyle>
            <a:lvl1pPr algn="r">
              <a:defRPr sz="1200"/>
            </a:lvl1pPr>
          </a:lstStyle>
          <a:p>
            <a:fld id="{9DF5B5F0-2C70-4A25-84A9-E7B04A992215}" type="slidenum">
              <a:rPr lang="tr-TR" smtClean="0"/>
              <a:t>‹#›</a:t>
            </a:fld>
            <a:endParaRPr lang="tr-TR"/>
          </a:p>
        </p:txBody>
      </p:sp>
    </p:spTree>
    <p:extLst>
      <p:ext uri="{BB962C8B-B14F-4D97-AF65-F5344CB8AC3E}">
        <p14:creationId xmlns:p14="http://schemas.microsoft.com/office/powerpoint/2010/main" val="2035749549"/>
      </p:ext>
    </p:extLst>
  </p:cSld>
  <p:clrMap bg1="lt1" tx1="dk1" bg2="lt2" tx2="dk2" accent1="accent1" accent2="accent2" accent3="accent3" accent4="accent4" accent5="accent5" accent6="accent6" hlink="hlink" folHlink="folHlink"/>
  <p:notesStyle>
    <a:lvl1pPr marL="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1pPr>
    <a:lvl2pPr marL="4572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2pPr>
    <a:lvl3pPr marL="9144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3pPr>
    <a:lvl4pPr marL="13716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4pPr>
    <a:lvl5pPr marL="18288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5pPr>
    <a:lvl6pPr marL="22860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6pPr>
    <a:lvl7pPr marL="27432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7pPr>
    <a:lvl8pPr marL="32004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8pPr>
    <a:lvl9pPr marL="36576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9pPr>
  </p:notesStyle>
</p:notesMaster>
</file>

<file path=ppt/notesSlides/_rels/notesSlide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9.xml"/><Relationship Id="rId1" Type="http://schemas.openxmlformats.org/officeDocument/2006/relationships/notesMaster" Target="../notesMasters/notesMaster1.xml"/></Relationships>
</file>

<file path=ppt/notesSlides/_rels/notesSlide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0.xml"/><Relationship Id="rId1" Type="http://schemas.openxmlformats.org/officeDocument/2006/relationships/notesMaster" Target="../notesMasters/notesMaster1.xml"/></Relationships>
</file>

<file path=ppt/notesSlides/_rels/notesSlide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53.xml"/><Relationship Id="rId1" Type="http://schemas.openxmlformats.org/officeDocument/2006/relationships/notesMaster" Target="../notesMasters/notesMaster1.xml"/></Relationships>
</file>

<file path=ppt/notesSlides/_rels/notesSlide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74.xml"/><Relationship Id="rId1" Type="http://schemas.openxmlformats.org/officeDocument/2006/relationships/notesMaster" Target="../notesMasters/notesMaster1.xml"/></Relationships>
</file>

<file path=ppt/notesSlides/notesSlide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ayt Resmi Yer Tutucusu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 Yer Tutucusu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r>
              <a:rPr lang="tr-TR" dirty="0" err="1"/>
              <a:t>Table</a:t>
            </a:r>
            <a:r>
              <a:rPr lang="tr-TR" dirty="0"/>
              <a:t> 4-1 </a:t>
            </a:r>
            <a:r>
              <a:rPr lang="tr-TR" dirty="0" err="1"/>
              <a:t>first</a:t>
            </a:r>
            <a:r>
              <a:rPr lang="tr-TR" dirty="0"/>
              <a:t> </a:t>
            </a:r>
            <a:r>
              <a:rPr lang="tr-TR" dirty="0" err="1"/>
              <a:t>appeared</a:t>
            </a:r>
            <a:r>
              <a:rPr lang="tr-TR" dirty="0"/>
              <a:t> on </a:t>
            </a:r>
            <a:r>
              <a:rPr lang="tr-TR" dirty="0" err="1"/>
              <a:t>Chapter</a:t>
            </a:r>
            <a:r>
              <a:rPr lang="tr-TR" dirty="0"/>
              <a:t> 4: </a:t>
            </a:r>
            <a:r>
              <a:rPr lang="tr-TR" dirty="0" err="1"/>
              <a:t>Keys</a:t>
            </a:r>
            <a:r>
              <a:rPr lang="tr-TR" dirty="0"/>
              <a:t> &amp; </a:t>
            </a:r>
            <a:r>
              <a:rPr lang="tr-TR" dirty="0" err="1"/>
              <a:t>Addresses</a:t>
            </a:r>
            <a:r>
              <a:rPr lang="tr-TR" dirty="0"/>
              <a:t> as </a:t>
            </a:r>
            <a:r>
              <a:rPr lang="tr-TR" dirty="0" err="1"/>
              <a:t>slide</a:t>
            </a:r>
            <a:r>
              <a:rPr lang="tr-TR" dirty="0"/>
              <a:t> 71</a:t>
            </a:r>
          </a:p>
        </p:txBody>
      </p:sp>
      <p:sp>
        <p:nvSpPr>
          <p:cNvPr id="4" name="Slayt Numarası Yer Tutucusu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9DF5B5F0-2C70-4A25-84A9-E7B04A992215}" type="slidenum">
              <a:rPr lang="tr-TR" smtClean="0"/>
              <a:t>9</a:t>
            </a:fld>
            <a:endParaRPr lang="tr-TR"/>
          </a:p>
        </p:txBody>
      </p:sp>
    </p:spTree>
    <p:extLst>
      <p:ext uri="{BB962C8B-B14F-4D97-AF65-F5344CB8AC3E}">
        <p14:creationId xmlns:p14="http://schemas.microsoft.com/office/powerpoint/2010/main" val="2374317020"/>
      </p:ext>
    </p:extLst>
  </p:cSld>
  <p:clrMapOvr>
    <a:masterClrMapping/>
  </p:clrMapOvr>
</p:notes>
</file>

<file path=ppt/notesSlides/notesSlide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r>
              <a:rPr lang="en-US"/>
              <a:t>02.12.2022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9DF5B5F0-2C70-4A25-84A9-E7B04A992215}" type="slidenum">
              <a:rPr lang="tr-TR" smtClean="0"/>
              <a:t>40</a:t>
            </a:fld>
            <a:endParaRPr lang="tr-TR"/>
          </a:p>
        </p:txBody>
      </p:sp>
    </p:spTree>
    <p:extLst>
      <p:ext uri="{BB962C8B-B14F-4D97-AF65-F5344CB8AC3E}">
        <p14:creationId xmlns:p14="http://schemas.microsoft.com/office/powerpoint/2010/main" val="4095399854"/>
      </p:ext>
    </p:extLst>
  </p:cSld>
  <p:clrMapOvr>
    <a:masterClrMapping/>
  </p:clrMapOvr>
</p:notes>
</file>

<file path=ppt/notesSlides/notesSlide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ayt Resmi Yer Tutucusu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 Yer Tutucusu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tr-TR" dirty="0"/>
          </a:p>
        </p:txBody>
      </p:sp>
      <p:sp>
        <p:nvSpPr>
          <p:cNvPr id="4" name="Slayt Numarası Yer Tutucusu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9DF5B5F0-2C70-4A25-84A9-E7B04A992215}" type="slidenum">
              <a:rPr lang="tr-TR" smtClean="0"/>
              <a:t>53</a:t>
            </a:fld>
            <a:endParaRPr lang="tr-TR"/>
          </a:p>
        </p:txBody>
      </p:sp>
    </p:spTree>
    <p:extLst>
      <p:ext uri="{BB962C8B-B14F-4D97-AF65-F5344CB8AC3E}">
        <p14:creationId xmlns:p14="http://schemas.microsoft.com/office/powerpoint/2010/main" val="656274654"/>
      </p:ext>
    </p:extLst>
  </p:cSld>
  <p:clrMapOvr>
    <a:masterClrMapping/>
  </p:clrMapOvr>
</p:notes>
</file>

<file path=ppt/notesSlides/notesSlide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r>
              <a:rPr lang="tr-TR" dirty="0"/>
              <a:t>25.04.2020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9DF5B5F0-2C70-4A25-84A9-E7B04A992215}" type="slidenum">
              <a:rPr lang="tr-TR" smtClean="0"/>
              <a:t>74</a:t>
            </a:fld>
            <a:endParaRPr lang="tr-TR"/>
          </a:p>
        </p:txBody>
      </p:sp>
    </p:spTree>
    <p:extLst>
      <p:ext uri="{BB962C8B-B14F-4D97-AF65-F5344CB8AC3E}">
        <p14:creationId xmlns:p14="http://schemas.microsoft.com/office/powerpoint/2010/main" val="3289479242"/>
      </p:ext>
    </p:extLst>
  </p:cSld>
  <p:clrMapOvr>
    <a:masterClrMapping/>
  </p:clrMapOvr>
</p:notes>
</file>

<file path=ppt/slideLayouts/_rels/slideLayout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slideLayout1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type="title" preserve="1">
  <p:cSld name="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8" name="Group 7"/>
          <p:cNvGrpSpPr/>
          <p:nvPr/>
        </p:nvGrpSpPr>
        <p:grpSpPr>
          <a:xfrm>
            <a:off x="1" y="3177"/>
            <a:ext cx="12198351" cy="6875463"/>
            <a:chOff x="0" y="3175"/>
            <a:chExt cx="12198350" cy="6875463"/>
          </a:xfrm>
        </p:grpSpPr>
        <p:sp>
          <p:nvSpPr>
            <p:cNvPr id="11" name="Freeform 5"/>
            <p:cNvSpPr>
              <a:spLocks noEditPoints="1"/>
            </p:cNvSpPr>
            <p:nvPr/>
          </p:nvSpPr>
          <p:spPr bwMode="auto">
            <a:xfrm>
              <a:off x="0" y="3175"/>
              <a:ext cx="12192000" cy="6862763"/>
            </a:xfrm>
            <a:custGeom>
              <a:avLst/>
              <a:gdLst/>
              <a:ahLst/>
              <a:cxnLst/>
              <a:rect l="0" t="0" r="r" b="b"/>
              <a:pathLst>
                <a:path w="3840" h="2160">
                  <a:moveTo>
                    <a:pt x="3150" y="26"/>
                  </a:moveTo>
                  <a:cubicBezTo>
                    <a:pt x="3150" y="29"/>
                    <a:pt x="3149" y="31"/>
                    <a:pt x="3148" y="33"/>
                  </a:cubicBezTo>
                  <a:cubicBezTo>
                    <a:pt x="3130" y="54"/>
                    <a:pt x="3133" y="63"/>
                    <a:pt x="3126" y="63"/>
                  </a:cubicBezTo>
                  <a:cubicBezTo>
                    <a:pt x="3111" y="92"/>
                    <a:pt x="3109" y="94"/>
                    <a:pt x="3107" y="95"/>
                  </a:cubicBezTo>
                  <a:cubicBezTo>
                    <a:pt x="3075" y="145"/>
                    <a:pt x="3066" y="164"/>
                    <a:pt x="3058" y="184"/>
                  </a:cubicBezTo>
                  <a:cubicBezTo>
                    <a:pt x="3045" y="217"/>
                    <a:pt x="3044" y="224"/>
                    <a:pt x="3042" y="229"/>
                  </a:cubicBezTo>
                  <a:cubicBezTo>
                    <a:pt x="3041" y="231"/>
                    <a:pt x="3050" y="226"/>
                    <a:pt x="3049" y="213"/>
                  </a:cubicBezTo>
                  <a:cubicBezTo>
                    <a:pt x="3082" y="150"/>
                    <a:pt x="3087" y="141"/>
                    <a:pt x="3092" y="131"/>
                  </a:cubicBezTo>
                  <a:cubicBezTo>
                    <a:pt x="3108" y="113"/>
                    <a:pt x="3108" y="109"/>
                    <a:pt x="3110" y="108"/>
                  </a:cubicBezTo>
                  <a:cubicBezTo>
                    <a:pt x="3133" y="75"/>
                    <a:pt x="3137" y="65"/>
                    <a:pt x="3143" y="57"/>
                  </a:cubicBezTo>
                  <a:cubicBezTo>
                    <a:pt x="3162" y="30"/>
                    <a:pt x="3164" y="29"/>
                    <a:pt x="3163" y="26"/>
                  </a:cubicBezTo>
                  <a:cubicBezTo>
                    <a:pt x="3177" y="5"/>
                    <a:pt x="3181" y="3"/>
                    <a:pt x="3185" y="0"/>
                  </a:cubicBezTo>
                  <a:cubicBezTo>
                    <a:pt x="3164" y="11"/>
                    <a:pt x="3161" y="22"/>
                    <a:pt x="3150" y="26"/>
                  </a:cubicBezTo>
                  <a:close/>
                  <a:moveTo>
                    <a:pt x="3022" y="73"/>
                  </a:moveTo>
                  <a:cubicBezTo>
                    <a:pt x="3020" y="92"/>
                    <a:pt x="3018" y="104"/>
                    <a:pt x="3017" y="128"/>
                  </a:cubicBezTo>
                  <a:cubicBezTo>
                    <a:pt x="3014" y="201"/>
                    <a:pt x="3015" y="208"/>
                    <a:pt x="3012" y="211"/>
                  </a:cubicBezTo>
                  <a:cubicBezTo>
                    <a:pt x="3017" y="255"/>
                    <a:pt x="3014" y="257"/>
                    <a:pt x="3016" y="263"/>
                  </a:cubicBezTo>
                  <a:cubicBezTo>
                    <a:pt x="3026" y="204"/>
                    <a:pt x="3025" y="199"/>
                    <a:pt x="3026" y="195"/>
                  </a:cubicBezTo>
                  <a:cubicBezTo>
                    <a:pt x="3040" y="153"/>
                    <a:pt x="3037" y="139"/>
                    <a:pt x="3044" y="134"/>
                  </a:cubicBezTo>
                  <a:cubicBezTo>
                    <a:pt x="3062" y="96"/>
                    <a:pt x="3065" y="93"/>
                    <a:pt x="3067" y="89"/>
                  </a:cubicBezTo>
                  <a:cubicBezTo>
                    <a:pt x="3083" y="65"/>
                    <a:pt x="3079" y="56"/>
                    <a:pt x="3086" y="57"/>
                  </a:cubicBezTo>
                  <a:cubicBezTo>
                    <a:pt x="3101" y="34"/>
                    <a:pt x="3103" y="33"/>
                    <a:pt x="3102" y="30"/>
                  </a:cubicBezTo>
                  <a:cubicBezTo>
                    <a:pt x="3111" y="0"/>
                    <a:pt x="3111" y="0"/>
                    <a:pt x="3111" y="0"/>
                  </a:cubicBezTo>
                  <a:cubicBezTo>
                    <a:pt x="3095" y="21"/>
                    <a:pt x="3096" y="29"/>
                    <a:pt x="3089" y="31"/>
                  </a:cubicBezTo>
                  <a:cubicBezTo>
                    <a:pt x="3073" y="69"/>
                    <a:pt x="3062" y="72"/>
                    <a:pt x="3060" y="83"/>
                  </a:cubicBezTo>
                  <a:cubicBezTo>
                    <a:pt x="3064" y="58"/>
                    <a:pt x="3069" y="55"/>
                    <a:pt x="3068" y="47"/>
                  </a:cubicBezTo>
                  <a:cubicBezTo>
                    <a:pt x="3085" y="0"/>
                    <a:pt x="3085" y="0"/>
                    <a:pt x="3085" y="0"/>
                  </a:cubicBezTo>
                  <a:cubicBezTo>
                    <a:pt x="3079" y="13"/>
                    <a:pt x="3075" y="16"/>
                    <a:pt x="3075" y="23"/>
                  </a:cubicBezTo>
                  <a:cubicBezTo>
                    <a:pt x="3058" y="55"/>
                    <a:pt x="3058" y="62"/>
                    <a:pt x="3057" y="68"/>
                  </a:cubicBezTo>
                  <a:cubicBezTo>
                    <a:pt x="3042" y="112"/>
                    <a:pt x="3040" y="124"/>
                    <a:pt x="3035" y="133"/>
                  </a:cubicBezTo>
                  <a:cubicBezTo>
                    <a:pt x="3018" y="179"/>
                    <a:pt x="3022" y="177"/>
                    <a:pt x="3020" y="169"/>
                  </a:cubicBezTo>
                  <a:cubicBezTo>
                    <a:pt x="3028" y="127"/>
                    <a:pt x="3035" y="121"/>
                    <a:pt x="3035" y="109"/>
                  </a:cubicBezTo>
                  <a:cubicBezTo>
                    <a:pt x="3047" y="70"/>
                    <a:pt x="3049" y="60"/>
                    <a:pt x="3053" y="51"/>
                  </a:cubicBezTo>
                  <a:cubicBezTo>
                    <a:pt x="3062" y="0"/>
                    <a:pt x="3062" y="0"/>
                    <a:pt x="3062" y="0"/>
                  </a:cubicBezTo>
                  <a:cubicBezTo>
                    <a:pt x="3048" y="47"/>
                    <a:pt x="3041" y="63"/>
                    <a:pt x="3038" y="82"/>
                  </a:cubicBezTo>
                  <a:cubicBezTo>
                    <a:pt x="3027" y="111"/>
                    <a:pt x="3030" y="119"/>
                    <a:pt x="3025" y="120"/>
                  </a:cubicBezTo>
                  <a:cubicBezTo>
                    <a:pt x="3021" y="108"/>
                    <a:pt x="3025" y="106"/>
                    <a:pt x="3024" y="99"/>
                  </a:cubicBezTo>
                  <a:cubicBezTo>
                    <a:pt x="3037" y="45"/>
                    <a:pt x="3042" y="43"/>
                    <a:pt x="3041" y="36"/>
                  </a:cubicBezTo>
                  <a:cubicBezTo>
                    <a:pt x="3045" y="0"/>
                    <a:pt x="3045" y="0"/>
                    <a:pt x="3045" y="0"/>
                  </a:cubicBezTo>
                  <a:cubicBezTo>
                    <a:pt x="3030" y="52"/>
                    <a:pt x="3028" y="56"/>
                    <a:pt x="3028" y="61"/>
                  </a:cubicBezTo>
                  <a:close/>
                  <a:moveTo>
                    <a:pt x="3116" y="46"/>
                  </a:moveTo>
                  <a:cubicBezTo>
                    <a:pt x="3116" y="49"/>
                    <a:pt x="3113" y="49"/>
                    <a:pt x="3112" y="51"/>
                  </a:cubicBezTo>
                  <a:cubicBezTo>
                    <a:pt x="3103" y="60"/>
                    <a:pt x="3105" y="64"/>
                    <a:pt x="3102" y="65"/>
                  </a:cubicBezTo>
                  <a:cubicBezTo>
                    <a:pt x="3077" y="100"/>
                    <a:pt x="3078" y="112"/>
                    <a:pt x="3069" y="115"/>
                  </a:cubicBezTo>
                  <a:cubicBezTo>
                    <a:pt x="3059" y="148"/>
                    <a:pt x="3051" y="151"/>
                    <a:pt x="3050" y="160"/>
                  </a:cubicBezTo>
                  <a:cubicBezTo>
                    <a:pt x="3033" y="198"/>
                    <a:pt x="3037" y="206"/>
                    <a:pt x="3031" y="207"/>
                  </a:cubicBezTo>
                  <a:cubicBezTo>
                    <a:pt x="3028" y="240"/>
                    <a:pt x="3021" y="246"/>
                    <a:pt x="3028" y="247"/>
                  </a:cubicBezTo>
                  <a:cubicBezTo>
                    <a:pt x="3044" y="193"/>
                    <a:pt x="3046" y="187"/>
                    <a:pt x="3047" y="180"/>
                  </a:cubicBezTo>
                  <a:cubicBezTo>
                    <a:pt x="3066" y="142"/>
                    <a:pt x="3070" y="131"/>
                    <a:pt x="3078" y="123"/>
                  </a:cubicBezTo>
                  <a:cubicBezTo>
                    <a:pt x="3099" y="87"/>
                    <a:pt x="3100" y="84"/>
                    <a:pt x="3101" y="82"/>
                  </a:cubicBezTo>
                  <a:cubicBezTo>
                    <a:pt x="3138" y="36"/>
                    <a:pt x="3139" y="23"/>
                    <a:pt x="3149" y="18"/>
                  </a:cubicBezTo>
                  <a:cubicBezTo>
                    <a:pt x="3145" y="6"/>
                    <a:pt x="3139" y="11"/>
                    <a:pt x="3136" y="19"/>
                  </a:cubicBezTo>
                  <a:close/>
                  <a:moveTo>
                    <a:pt x="3177" y="40"/>
                  </a:moveTo>
                  <a:cubicBezTo>
                    <a:pt x="3172" y="44"/>
                    <a:pt x="3174" y="55"/>
                    <a:pt x="3165" y="56"/>
                  </a:cubicBezTo>
                  <a:cubicBezTo>
                    <a:pt x="3146" y="83"/>
                    <a:pt x="3143" y="85"/>
                    <a:pt x="3143" y="90"/>
                  </a:cubicBezTo>
                  <a:cubicBezTo>
                    <a:pt x="3128" y="108"/>
                    <a:pt x="3126" y="110"/>
                    <a:pt x="3123" y="111"/>
                  </a:cubicBezTo>
                  <a:cubicBezTo>
                    <a:pt x="3100" y="150"/>
                    <a:pt x="3089" y="160"/>
                    <a:pt x="3084" y="173"/>
                  </a:cubicBezTo>
                  <a:cubicBezTo>
                    <a:pt x="3061" y="210"/>
                    <a:pt x="3060" y="214"/>
                    <a:pt x="3061" y="218"/>
                  </a:cubicBezTo>
                  <a:cubicBezTo>
                    <a:pt x="3044" y="256"/>
                    <a:pt x="3048" y="268"/>
                    <a:pt x="3040" y="270"/>
                  </a:cubicBezTo>
                  <a:cubicBezTo>
                    <a:pt x="3036" y="343"/>
                    <a:pt x="3029" y="331"/>
                    <a:pt x="3034" y="330"/>
                  </a:cubicBezTo>
                  <a:cubicBezTo>
                    <a:pt x="3039" y="292"/>
                    <a:pt x="3042" y="288"/>
                    <a:pt x="3043" y="283"/>
                  </a:cubicBezTo>
                  <a:cubicBezTo>
                    <a:pt x="3059" y="238"/>
                    <a:pt x="3058" y="231"/>
                    <a:pt x="3064" y="229"/>
                  </a:cubicBezTo>
                  <a:cubicBezTo>
                    <a:pt x="3084" y="187"/>
                    <a:pt x="3087" y="184"/>
                    <a:pt x="3089" y="179"/>
                  </a:cubicBezTo>
                  <a:cubicBezTo>
                    <a:pt x="3124" y="131"/>
                    <a:pt x="3123" y="135"/>
                    <a:pt x="3127" y="131"/>
                  </a:cubicBezTo>
                  <a:cubicBezTo>
                    <a:pt x="3145" y="105"/>
                    <a:pt x="3144" y="100"/>
                    <a:pt x="3148" y="99"/>
                  </a:cubicBezTo>
                  <a:cubicBezTo>
                    <a:pt x="3161" y="79"/>
                    <a:pt x="3163" y="77"/>
                    <a:pt x="3164" y="74"/>
                  </a:cubicBezTo>
                  <a:cubicBezTo>
                    <a:pt x="3188" y="45"/>
                    <a:pt x="3190" y="38"/>
                    <a:pt x="3196" y="34"/>
                  </a:cubicBezTo>
                  <a:cubicBezTo>
                    <a:pt x="3215" y="7"/>
                    <a:pt x="3223" y="9"/>
                    <a:pt x="3220" y="2"/>
                  </a:cubicBezTo>
                  <a:cubicBezTo>
                    <a:pt x="3209" y="3"/>
                    <a:pt x="3209" y="7"/>
                    <a:pt x="3205" y="7"/>
                  </a:cubicBezTo>
                  <a:cubicBezTo>
                    <a:pt x="3184" y="32"/>
                    <a:pt x="3182" y="37"/>
                    <a:pt x="3177" y="40"/>
                  </a:cubicBezTo>
                  <a:close/>
                  <a:moveTo>
                    <a:pt x="3014" y="80"/>
                  </a:moveTo>
                  <a:cubicBezTo>
                    <a:pt x="3011" y="54"/>
                    <a:pt x="3017" y="36"/>
                    <a:pt x="3018" y="14"/>
                  </a:cubicBezTo>
                  <a:cubicBezTo>
                    <a:pt x="3022" y="13"/>
                    <a:pt x="3019" y="6"/>
                    <a:pt x="3022" y="5"/>
                  </a:cubicBezTo>
                  <a:cubicBezTo>
                    <a:pt x="3023" y="4"/>
                    <a:pt x="3024" y="2"/>
                    <a:pt x="3025" y="0"/>
                  </a:cubicBezTo>
                  <a:cubicBezTo>
                    <a:pt x="3015" y="0"/>
                    <a:pt x="3015" y="0"/>
                    <a:pt x="3015" y="0"/>
                  </a:cubicBezTo>
                  <a:cubicBezTo>
                    <a:pt x="3012" y="6"/>
                    <a:pt x="3014" y="15"/>
                    <a:pt x="3009" y="19"/>
                  </a:cubicBezTo>
                  <a:cubicBezTo>
                    <a:pt x="3009" y="31"/>
                    <a:pt x="3009" y="44"/>
                    <a:pt x="3008" y="56"/>
                  </a:cubicBezTo>
                  <a:cubicBezTo>
                    <a:pt x="3008" y="60"/>
                    <a:pt x="3008" y="65"/>
                    <a:pt x="3009" y="69"/>
                  </a:cubicBezTo>
                  <a:cubicBezTo>
                    <a:pt x="3010" y="73"/>
                    <a:pt x="3007" y="82"/>
                    <a:pt x="3014" y="80"/>
                  </a:cubicBezTo>
                  <a:close/>
                  <a:moveTo>
                    <a:pt x="2154" y="176"/>
                  </a:moveTo>
                  <a:cubicBezTo>
                    <a:pt x="2152" y="182"/>
                    <a:pt x="2146" y="191"/>
                    <a:pt x="2153" y="194"/>
                  </a:cubicBezTo>
                  <a:cubicBezTo>
                    <a:pt x="2159" y="188"/>
                    <a:pt x="2164" y="180"/>
                    <a:pt x="2169" y="171"/>
                  </a:cubicBezTo>
                  <a:cubicBezTo>
                    <a:pt x="2175" y="150"/>
                    <a:pt x="2180" y="133"/>
                    <a:pt x="2186" y="119"/>
                  </a:cubicBezTo>
                  <a:cubicBezTo>
                    <a:pt x="2187" y="111"/>
                    <a:pt x="2188" y="103"/>
                    <a:pt x="2192" y="94"/>
                  </a:cubicBezTo>
                  <a:cubicBezTo>
                    <a:pt x="2190" y="89"/>
                    <a:pt x="2193" y="91"/>
                    <a:pt x="2194" y="85"/>
                  </a:cubicBezTo>
                  <a:cubicBezTo>
                    <a:pt x="2196" y="81"/>
                    <a:pt x="2197" y="76"/>
                    <a:pt x="2199" y="71"/>
                  </a:cubicBezTo>
                  <a:cubicBezTo>
                    <a:pt x="2200" y="47"/>
                    <a:pt x="2202" y="27"/>
                    <a:pt x="2205" y="0"/>
                  </a:cubicBezTo>
                  <a:cubicBezTo>
                    <a:pt x="2197" y="0"/>
                    <a:pt x="2197" y="0"/>
                    <a:pt x="2197" y="0"/>
                  </a:cubicBezTo>
                  <a:cubicBezTo>
                    <a:pt x="2196" y="4"/>
                    <a:pt x="2196" y="9"/>
                    <a:pt x="2195" y="13"/>
                  </a:cubicBezTo>
                  <a:cubicBezTo>
                    <a:pt x="2197" y="21"/>
                    <a:pt x="2191" y="35"/>
                    <a:pt x="2194" y="40"/>
                  </a:cubicBezTo>
                  <a:cubicBezTo>
                    <a:pt x="2195" y="41"/>
                    <a:pt x="2191" y="42"/>
                    <a:pt x="2191" y="41"/>
                  </a:cubicBezTo>
                  <a:cubicBezTo>
                    <a:pt x="2191" y="46"/>
                    <a:pt x="2192" y="50"/>
                    <a:pt x="2192" y="55"/>
                  </a:cubicBezTo>
                  <a:cubicBezTo>
                    <a:pt x="2192" y="55"/>
                    <a:pt x="2189" y="55"/>
                    <a:pt x="2189" y="57"/>
                  </a:cubicBezTo>
                  <a:cubicBezTo>
                    <a:pt x="2189" y="57"/>
                    <a:pt x="2191" y="58"/>
                    <a:pt x="2191" y="59"/>
                  </a:cubicBezTo>
                  <a:cubicBezTo>
                    <a:pt x="2191" y="62"/>
                    <a:pt x="2192" y="64"/>
                    <a:pt x="2190" y="68"/>
                  </a:cubicBezTo>
                  <a:cubicBezTo>
                    <a:pt x="2187" y="76"/>
                    <a:pt x="2186" y="89"/>
                    <a:pt x="2181" y="93"/>
                  </a:cubicBezTo>
                  <a:cubicBezTo>
                    <a:pt x="2185" y="94"/>
                    <a:pt x="2179" y="102"/>
                    <a:pt x="2179" y="106"/>
                  </a:cubicBezTo>
                  <a:cubicBezTo>
                    <a:pt x="2181" y="109"/>
                    <a:pt x="2179" y="114"/>
                    <a:pt x="2177" y="119"/>
                  </a:cubicBezTo>
                  <a:cubicBezTo>
                    <a:pt x="2171" y="131"/>
                    <a:pt x="2167" y="145"/>
                    <a:pt x="2163" y="160"/>
                  </a:cubicBezTo>
                  <a:cubicBezTo>
                    <a:pt x="2162" y="164"/>
                    <a:pt x="2159" y="164"/>
                    <a:pt x="2158" y="168"/>
                  </a:cubicBezTo>
                  <a:cubicBezTo>
                    <a:pt x="2157" y="171"/>
                    <a:pt x="2157" y="176"/>
                    <a:pt x="2154" y="176"/>
                  </a:cubicBezTo>
                  <a:close/>
                  <a:moveTo>
                    <a:pt x="2311" y="845"/>
                  </a:moveTo>
                  <a:cubicBezTo>
                    <a:pt x="2314" y="849"/>
                    <a:pt x="2316" y="854"/>
                    <a:pt x="2323" y="858"/>
                  </a:cubicBezTo>
                  <a:cubicBezTo>
                    <a:pt x="2344" y="898"/>
                    <a:pt x="2346" y="909"/>
                    <a:pt x="2357" y="917"/>
                  </a:cubicBezTo>
                  <a:cubicBezTo>
                    <a:pt x="2373" y="962"/>
                    <a:pt x="2374" y="968"/>
                    <a:pt x="2379" y="974"/>
                  </a:cubicBezTo>
                  <a:cubicBezTo>
                    <a:pt x="2402" y="1039"/>
                    <a:pt x="2405" y="1045"/>
                    <a:pt x="2406" y="1052"/>
                  </a:cubicBezTo>
                  <a:cubicBezTo>
                    <a:pt x="2428" y="1117"/>
                    <a:pt x="2430" y="1124"/>
                    <a:pt x="2429" y="1131"/>
                  </a:cubicBezTo>
                  <a:cubicBezTo>
                    <a:pt x="2441" y="1178"/>
                    <a:pt x="2454" y="1182"/>
                    <a:pt x="2448" y="1190"/>
                  </a:cubicBezTo>
                  <a:cubicBezTo>
                    <a:pt x="2462" y="1236"/>
                    <a:pt x="2466" y="1242"/>
                    <a:pt x="2469" y="1249"/>
                  </a:cubicBezTo>
                  <a:cubicBezTo>
                    <a:pt x="2482" y="1291"/>
                    <a:pt x="2482" y="1294"/>
                    <a:pt x="2486" y="1297"/>
                  </a:cubicBezTo>
                  <a:cubicBezTo>
                    <a:pt x="2499" y="1333"/>
                    <a:pt x="2498" y="1340"/>
                    <a:pt x="2504" y="1345"/>
                  </a:cubicBezTo>
                  <a:cubicBezTo>
                    <a:pt x="2523" y="1391"/>
                    <a:pt x="2526" y="1397"/>
                    <a:pt x="2531" y="1403"/>
                  </a:cubicBezTo>
                  <a:cubicBezTo>
                    <a:pt x="2541" y="1435"/>
                    <a:pt x="2545" y="1437"/>
                    <a:pt x="2548" y="1440"/>
                  </a:cubicBezTo>
                  <a:cubicBezTo>
                    <a:pt x="2563" y="1473"/>
                    <a:pt x="2567" y="1475"/>
                    <a:pt x="2567" y="1479"/>
                  </a:cubicBezTo>
                  <a:cubicBezTo>
                    <a:pt x="2616" y="1536"/>
                    <a:pt x="2619" y="1537"/>
                    <a:pt x="2623" y="1537"/>
                  </a:cubicBezTo>
                  <a:cubicBezTo>
                    <a:pt x="2627" y="1538"/>
                    <a:pt x="2626" y="1536"/>
                    <a:pt x="2624" y="1535"/>
                  </a:cubicBezTo>
                  <a:cubicBezTo>
                    <a:pt x="2576" y="1476"/>
                    <a:pt x="2567" y="1471"/>
                    <a:pt x="2569" y="1465"/>
                  </a:cubicBezTo>
                  <a:cubicBezTo>
                    <a:pt x="2557" y="1435"/>
                    <a:pt x="2550" y="1434"/>
                    <a:pt x="2552" y="1430"/>
                  </a:cubicBezTo>
                  <a:cubicBezTo>
                    <a:pt x="2534" y="1388"/>
                    <a:pt x="2528" y="1383"/>
                    <a:pt x="2527" y="1377"/>
                  </a:cubicBezTo>
                  <a:cubicBezTo>
                    <a:pt x="2513" y="1348"/>
                    <a:pt x="2509" y="1345"/>
                    <a:pt x="2506" y="1342"/>
                  </a:cubicBezTo>
                  <a:cubicBezTo>
                    <a:pt x="2504" y="1319"/>
                    <a:pt x="2497" y="1314"/>
                    <a:pt x="2498" y="1307"/>
                  </a:cubicBezTo>
                  <a:cubicBezTo>
                    <a:pt x="2481" y="1279"/>
                    <a:pt x="2493" y="1274"/>
                    <a:pt x="2484" y="1272"/>
                  </a:cubicBezTo>
                  <a:cubicBezTo>
                    <a:pt x="2476" y="1250"/>
                    <a:pt x="2478" y="1244"/>
                    <a:pt x="2473" y="1238"/>
                  </a:cubicBezTo>
                  <a:cubicBezTo>
                    <a:pt x="2460" y="1192"/>
                    <a:pt x="2460" y="1189"/>
                    <a:pt x="2458" y="1186"/>
                  </a:cubicBezTo>
                  <a:cubicBezTo>
                    <a:pt x="2450" y="1144"/>
                    <a:pt x="2438" y="1140"/>
                    <a:pt x="2441" y="1133"/>
                  </a:cubicBezTo>
                  <a:cubicBezTo>
                    <a:pt x="2428" y="1087"/>
                    <a:pt x="2424" y="1075"/>
                    <a:pt x="2416" y="1064"/>
                  </a:cubicBezTo>
                  <a:cubicBezTo>
                    <a:pt x="2410" y="1041"/>
                    <a:pt x="2411" y="1035"/>
                    <a:pt x="2407" y="1030"/>
                  </a:cubicBezTo>
                  <a:cubicBezTo>
                    <a:pt x="2387" y="974"/>
                    <a:pt x="2384" y="968"/>
                    <a:pt x="2380" y="962"/>
                  </a:cubicBezTo>
                  <a:cubicBezTo>
                    <a:pt x="2366" y="915"/>
                    <a:pt x="2355" y="909"/>
                    <a:pt x="2357" y="902"/>
                  </a:cubicBezTo>
                  <a:cubicBezTo>
                    <a:pt x="2339" y="870"/>
                    <a:pt x="2335" y="867"/>
                    <a:pt x="2335" y="864"/>
                  </a:cubicBezTo>
                  <a:cubicBezTo>
                    <a:pt x="2329" y="853"/>
                    <a:pt x="2327" y="850"/>
                    <a:pt x="2322" y="847"/>
                  </a:cubicBezTo>
                  <a:close/>
                  <a:moveTo>
                    <a:pt x="2226" y="830"/>
                  </a:moveTo>
                  <a:cubicBezTo>
                    <a:pt x="2225" y="835"/>
                    <a:pt x="2237" y="841"/>
                    <a:pt x="2240" y="840"/>
                  </a:cubicBezTo>
                  <a:cubicBezTo>
                    <a:pt x="2280" y="885"/>
                    <a:pt x="2282" y="892"/>
                    <a:pt x="2288" y="898"/>
                  </a:cubicBezTo>
                  <a:cubicBezTo>
                    <a:pt x="2309" y="930"/>
                    <a:pt x="2309" y="932"/>
                    <a:pt x="2309" y="933"/>
                  </a:cubicBezTo>
                  <a:cubicBezTo>
                    <a:pt x="2324" y="964"/>
                    <a:pt x="2328" y="967"/>
                    <a:pt x="2329" y="970"/>
                  </a:cubicBezTo>
                  <a:cubicBezTo>
                    <a:pt x="2351" y="1008"/>
                    <a:pt x="2350" y="1015"/>
                    <a:pt x="2355" y="1021"/>
                  </a:cubicBezTo>
                  <a:cubicBezTo>
                    <a:pt x="2373" y="1067"/>
                    <a:pt x="2375" y="1070"/>
                    <a:pt x="2375" y="1074"/>
                  </a:cubicBezTo>
                  <a:cubicBezTo>
                    <a:pt x="2397" y="1132"/>
                    <a:pt x="2396" y="1135"/>
                    <a:pt x="2401" y="1138"/>
                  </a:cubicBezTo>
                  <a:cubicBezTo>
                    <a:pt x="2407" y="1163"/>
                    <a:pt x="2406" y="1167"/>
                    <a:pt x="2414" y="1170"/>
                  </a:cubicBezTo>
                  <a:cubicBezTo>
                    <a:pt x="2421" y="1203"/>
                    <a:pt x="2425" y="1211"/>
                    <a:pt x="2422" y="1220"/>
                  </a:cubicBezTo>
                  <a:cubicBezTo>
                    <a:pt x="2443" y="1271"/>
                    <a:pt x="2443" y="1273"/>
                    <a:pt x="2443" y="1276"/>
                  </a:cubicBezTo>
                  <a:cubicBezTo>
                    <a:pt x="2453" y="1306"/>
                    <a:pt x="2452" y="1312"/>
                    <a:pt x="2457" y="1317"/>
                  </a:cubicBezTo>
                  <a:cubicBezTo>
                    <a:pt x="2463" y="1344"/>
                    <a:pt x="2471" y="1346"/>
                    <a:pt x="2470" y="1349"/>
                  </a:cubicBezTo>
                  <a:cubicBezTo>
                    <a:pt x="2487" y="1386"/>
                    <a:pt x="2484" y="1392"/>
                    <a:pt x="2494" y="1396"/>
                  </a:cubicBezTo>
                  <a:cubicBezTo>
                    <a:pt x="2510" y="1433"/>
                    <a:pt x="2518" y="1438"/>
                    <a:pt x="2517" y="1443"/>
                  </a:cubicBezTo>
                  <a:cubicBezTo>
                    <a:pt x="2533" y="1461"/>
                    <a:pt x="2535" y="1463"/>
                    <a:pt x="2536" y="1466"/>
                  </a:cubicBezTo>
                  <a:cubicBezTo>
                    <a:pt x="2554" y="1485"/>
                    <a:pt x="2560" y="1493"/>
                    <a:pt x="2563" y="1489"/>
                  </a:cubicBezTo>
                  <a:cubicBezTo>
                    <a:pt x="2530" y="1445"/>
                    <a:pt x="2522" y="1441"/>
                    <a:pt x="2522" y="1436"/>
                  </a:cubicBezTo>
                  <a:cubicBezTo>
                    <a:pt x="2466" y="1320"/>
                    <a:pt x="2462" y="1316"/>
                    <a:pt x="2464" y="1311"/>
                  </a:cubicBezTo>
                  <a:cubicBezTo>
                    <a:pt x="2445" y="1263"/>
                    <a:pt x="2447" y="1258"/>
                    <a:pt x="2442" y="1254"/>
                  </a:cubicBezTo>
                  <a:cubicBezTo>
                    <a:pt x="2435" y="1229"/>
                    <a:pt x="2435" y="1227"/>
                    <a:pt x="2435" y="1224"/>
                  </a:cubicBezTo>
                  <a:cubicBezTo>
                    <a:pt x="2407" y="1143"/>
                    <a:pt x="2407" y="1133"/>
                    <a:pt x="2403" y="1124"/>
                  </a:cubicBezTo>
                  <a:cubicBezTo>
                    <a:pt x="2396" y="1104"/>
                    <a:pt x="2396" y="1099"/>
                    <a:pt x="2394" y="1094"/>
                  </a:cubicBezTo>
                  <a:cubicBezTo>
                    <a:pt x="2379" y="1056"/>
                    <a:pt x="2379" y="1054"/>
                    <a:pt x="2377" y="1052"/>
                  </a:cubicBezTo>
                  <a:cubicBezTo>
                    <a:pt x="2362" y="1018"/>
                    <a:pt x="2360" y="1013"/>
                    <a:pt x="2359" y="1008"/>
                  </a:cubicBezTo>
                  <a:cubicBezTo>
                    <a:pt x="2322" y="939"/>
                    <a:pt x="2316" y="929"/>
                    <a:pt x="2311" y="919"/>
                  </a:cubicBezTo>
                  <a:cubicBezTo>
                    <a:pt x="2268" y="860"/>
                    <a:pt x="2269" y="857"/>
                    <a:pt x="2267" y="855"/>
                  </a:cubicBezTo>
                  <a:cubicBezTo>
                    <a:pt x="2242" y="833"/>
                    <a:pt x="2236" y="829"/>
                    <a:pt x="2230" y="825"/>
                  </a:cubicBezTo>
                  <a:cubicBezTo>
                    <a:pt x="2215" y="829"/>
                    <a:pt x="2217" y="829"/>
                    <a:pt x="2219" y="829"/>
                  </a:cubicBezTo>
                  <a:close/>
                  <a:moveTo>
                    <a:pt x="3510" y="16"/>
                  </a:moveTo>
                  <a:cubicBezTo>
                    <a:pt x="3524" y="18"/>
                    <a:pt x="3535" y="22"/>
                    <a:pt x="3546" y="27"/>
                  </a:cubicBezTo>
                  <a:cubicBezTo>
                    <a:pt x="3580" y="42"/>
                    <a:pt x="3582" y="38"/>
                    <a:pt x="3584" y="42"/>
                  </a:cubicBezTo>
                  <a:cubicBezTo>
                    <a:pt x="3618" y="52"/>
                    <a:pt x="3623" y="54"/>
                    <a:pt x="3628" y="56"/>
                  </a:cubicBezTo>
                  <a:cubicBezTo>
                    <a:pt x="3702" y="78"/>
                    <a:pt x="3712" y="88"/>
                    <a:pt x="3727" y="91"/>
                  </a:cubicBezTo>
                  <a:cubicBezTo>
                    <a:pt x="3785" y="120"/>
                    <a:pt x="3787" y="122"/>
                    <a:pt x="3791" y="123"/>
                  </a:cubicBezTo>
                  <a:cubicBezTo>
                    <a:pt x="3770" y="103"/>
                    <a:pt x="3762" y="105"/>
                    <a:pt x="3760" y="99"/>
                  </a:cubicBezTo>
                  <a:cubicBezTo>
                    <a:pt x="3707" y="77"/>
                    <a:pt x="3699" y="70"/>
                    <a:pt x="3688" y="67"/>
                  </a:cubicBezTo>
                  <a:cubicBezTo>
                    <a:pt x="3618" y="44"/>
                    <a:pt x="3610" y="38"/>
                    <a:pt x="3599" y="36"/>
                  </a:cubicBezTo>
                  <a:cubicBezTo>
                    <a:pt x="3547" y="17"/>
                    <a:pt x="3540" y="18"/>
                    <a:pt x="3538" y="12"/>
                  </a:cubicBezTo>
                  <a:cubicBezTo>
                    <a:pt x="3504" y="1"/>
                    <a:pt x="3503" y="1"/>
                    <a:pt x="3503" y="0"/>
                  </a:cubicBezTo>
                  <a:cubicBezTo>
                    <a:pt x="3495" y="8"/>
                    <a:pt x="3505" y="9"/>
                    <a:pt x="3510" y="16"/>
                  </a:cubicBezTo>
                  <a:close/>
                  <a:moveTo>
                    <a:pt x="3427" y="20"/>
                  </a:moveTo>
                  <a:cubicBezTo>
                    <a:pt x="3431" y="23"/>
                    <a:pt x="3439" y="22"/>
                    <a:pt x="3441" y="28"/>
                  </a:cubicBezTo>
                  <a:cubicBezTo>
                    <a:pt x="3472" y="49"/>
                    <a:pt x="3482" y="47"/>
                    <a:pt x="3484" y="53"/>
                  </a:cubicBezTo>
                  <a:cubicBezTo>
                    <a:pt x="3561" y="81"/>
                    <a:pt x="3567" y="88"/>
                    <a:pt x="3580" y="88"/>
                  </a:cubicBezTo>
                  <a:cubicBezTo>
                    <a:pt x="3610" y="99"/>
                    <a:pt x="3608" y="105"/>
                    <a:pt x="3614" y="103"/>
                  </a:cubicBezTo>
                  <a:cubicBezTo>
                    <a:pt x="3673" y="129"/>
                    <a:pt x="3682" y="128"/>
                    <a:pt x="3686" y="133"/>
                  </a:cubicBezTo>
                  <a:cubicBezTo>
                    <a:pt x="3728" y="150"/>
                    <a:pt x="3736" y="150"/>
                    <a:pt x="3738" y="156"/>
                  </a:cubicBezTo>
                  <a:cubicBezTo>
                    <a:pt x="3766" y="171"/>
                    <a:pt x="3768" y="173"/>
                    <a:pt x="3770" y="175"/>
                  </a:cubicBezTo>
                  <a:cubicBezTo>
                    <a:pt x="3815" y="218"/>
                    <a:pt x="3820" y="221"/>
                    <a:pt x="3824" y="226"/>
                  </a:cubicBezTo>
                  <a:cubicBezTo>
                    <a:pt x="3840" y="232"/>
                    <a:pt x="3826" y="226"/>
                    <a:pt x="3823" y="217"/>
                  </a:cubicBezTo>
                  <a:cubicBezTo>
                    <a:pt x="3809" y="197"/>
                    <a:pt x="3803" y="200"/>
                    <a:pt x="3804" y="195"/>
                  </a:cubicBezTo>
                  <a:cubicBezTo>
                    <a:pt x="3780" y="170"/>
                    <a:pt x="3772" y="173"/>
                    <a:pt x="3772" y="166"/>
                  </a:cubicBezTo>
                  <a:cubicBezTo>
                    <a:pt x="3732" y="139"/>
                    <a:pt x="3725" y="141"/>
                    <a:pt x="3724" y="135"/>
                  </a:cubicBezTo>
                  <a:cubicBezTo>
                    <a:pt x="3672" y="119"/>
                    <a:pt x="3670" y="114"/>
                    <a:pt x="3665" y="113"/>
                  </a:cubicBezTo>
                  <a:cubicBezTo>
                    <a:pt x="3622" y="94"/>
                    <a:pt x="3612" y="93"/>
                    <a:pt x="3607" y="88"/>
                  </a:cubicBezTo>
                  <a:cubicBezTo>
                    <a:pt x="3553" y="69"/>
                    <a:pt x="3545" y="69"/>
                    <a:pt x="3539" y="65"/>
                  </a:cubicBezTo>
                  <a:cubicBezTo>
                    <a:pt x="3500" y="46"/>
                    <a:pt x="3489" y="45"/>
                    <a:pt x="3481" y="40"/>
                  </a:cubicBezTo>
                  <a:cubicBezTo>
                    <a:pt x="3448" y="23"/>
                    <a:pt x="3449" y="17"/>
                    <a:pt x="3444" y="19"/>
                  </a:cubicBezTo>
                  <a:cubicBezTo>
                    <a:pt x="3422" y="2"/>
                    <a:pt x="3421" y="1"/>
                    <a:pt x="3421" y="0"/>
                  </a:cubicBezTo>
                  <a:close/>
                  <a:moveTo>
                    <a:pt x="2120" y="152"/>
                  </a:moveTo>
                  <a:cubicBezTo>
                    <a:pt x="2122" y="149"/>
                    <a:pt x="2127" y="152"/>
                    <a:pt x="2126" y="145"/>
                  </a:cubicBezTo>
                  <a:cubicBezTo>
                    <a:pt x="2128" y="141"/>
                    <a:pt x="2129" y="136"/>
                    <a:pt x="2130" y="132"/>
                  </a:cubicBezTo>
                  <a:cubicBezTo>
                    <a:pt x="2133" y="135"/>
                    <a:pt x="2137" y="123"/>
                    <a:pt x="2133" y="124"/>
                  </a:cubicBezTo>
                  <a:cubicBezTo>
                    <a:pt x="2133" y="119"/>
                    <a:pt x="2138" y="121"/>
                    <a:pt x="2138" y="114"/>
                  </a:cubicBezTo>
                  <a:cubicBezTo>
                    <a:pt x="2137" y="106"/>
                    <a:pt x="2141" y="96"/>
                    <a:pt x="2144" y="86"/>
                  </a:cubicBezTo>
                  <a:cubicBezTo>
                    <a:pt x="2144" y="69"/>
                    <a:pt x="2149" y="48"/>
                    <a:pt x="2154" y="28"/>
                  </a:cubicBezTo>
                  <a:cubicBezTo>
                    <a:pt x="2152" y="20"/>
                    <a:pt x="2156" y="9"/>
                    <a:pt x="2156" y="0"/>
                  </a:cubicBezTo>
                  <a:cubicBezTo>
                    <a:pt x="2146" y="0"/>
                    <a:pt x="2146" y="0"/>
                    <a:pt x="2146" y="0"/>
                  </a:cubicBezTo>
                  <a:cubicBezTo>
                    <a:pt x="2146" y="12"/>
                    <a:pt x="2145" y="24"/>
                    <a:pt x="2146" y="35"/>
                  </a:cubicBezTo>
                  <a:cubicBezTo>
                    <a:pt x="2140" y="38"/>
                    <a:pt x="2145" y="45"/>
                    <a:pt x="2140" y="53"/>
                  </a:cubicBezTo>
                  <a:cubicBezTo>
                    <a:pt x="2143" y="59"/>
                    <a:pt x="2137" y="69"/>
                    <a:pt x="2135" y="77"/>
                  </a:cubicBezTo>
                  <a:cubicBezTo>
                    <a:pt x="2143" y="79"/>
                    <a:pt x="2129" y="83"/>
                    <a:pt x="2136" y="84"/>
                  </a:cubicBezTo>
                  <a:cubicBezTo>
                    <a:pt x="2134" y="88"/>
                    <a:pt x="2133" y="92"/>
                    <a:pt x="2132" y="96"/>
                  </a:cubicBezTo>
                  <a:cubicBezTo>
                    <a:pt x="2127" y="106"/>
                    <a:pt x="2131" y="111"/>
                    <a:pt x="2127" y="120"/>
                  </a:cubicBezTo>
                  <a:cubicBezTo>
                    <a:pt x="2126" y="127"/>
                    <a:pt x="2123" y="131"/>
                    <a:pt x="2120" y="136"/>
                  </a:cubicBezTo>
                  <a:cubicBezTo>
                    <a:pt x="2119" y="142"/>
                    <a:pt x="2114" y="150"/>
                    <a:pt x="2120" y="152"/>
                  </a:cubicBezTo>
                  <a:close/>
                  <a:moveTo>
                    <a:pt x="3473" y="21"/>
                  </a:moveTo>
                  <a:cubicBezTo>
                    <a:pt x="3474" y="26"/>
                    <a:pt x="3481" y="23"/>
                    <a:pt x="3482" y="27"/>
                  </a:cubicBezTo>
                  <a:cubicBezTo>
                    <a:pt x="3525" y="42"/>
                    <a:pt x="3529" y="41"/>
                    <a:pt x="3529" y="43"/>
                  </a:cubicBezTo>
                  <a:cubicBezTo>
                    <a:pt x="3556" y="50"/>
                    <a:pt x="3560" y="53"/>
                    <a:pt x="3565" y="54"/>
                  </a:cubicBezTo>
                  <a:cubicBezTo>
                    <a:pt x="3587" y="59"/>
                    <a:pt x="3590" y="63"/>
                    <a:pt x="3596" y="63"/>
                  </a:cubicBezTo>
                  <a:cubicBezTo>
                    <a:pt x="3658" y="81"/>
                    <a:pt x="3665" y="83"/>
                    <a:pt x="3672" y="84"/>
                  </a:cubicBezTo>
                  <a:cubicBezTo>
                    <a:pt x="3705" y="94"/>
                    <a:pt x="3704" y="100"/>
                    <a:pt x="3710" y="98"/>
                  </a:cubicBezTo>
                  <a:cubicBezTo>
                    <a:pt x="3741" y="113"/>
                    <a:pt x="3750" y="122"/>
                    <a:pt x="3762" y="128"/>
                  </a:cubicBezTo>
                  <a:cubicBezTo>
                    <a:pt x="3734" y="106"/>
                    <a:pt x="3735" y="102"/>
                    <a:pt x="3732" y="101"/>
                  </a:cubicBezTo>
                  <a:cubicBezTo>
                    <a:pt x="3703" y="87"/>
                    <a:pt x="3695" y="86"/>
                    <a:pt x="3691" y="80"/>
                  </a:cubicBezTo>
                  <a:cubicBezTo>
                    <a:pt x="3643" y="67"/>
                    <a:pt x="3634" y="68"/>
                    <a:pt x="3631" y="63"/>
                  </a:cubicBezTo>
                  <a:cubicBezTo>
                    <a:pt x="3595" y="53"/>
                    <a:pt x="3580" y="51"/>
                    <a:pt x="3566" y="45"/>
                  </a:cubicBezTo>
                  <a:cubicBezTo>
                    <a:pt x="3521" y="29"/>
                    <a:pt x="3512" y="29"/>
                    <a:pt x="3506" y="25"/>
                  </a:cubicBezTo>
                  <a:cubicBezTo>
                    <a:pt x="3450" y="1"/>
                    <a:pt x="3450" y="1"/>
                    <a:pt x="3449" y="0"/>
                  </a:cubicBezTo>
                  <a:cubicBezTo>
                    <a:pt x="3460" y="14"/>
                    <a:pt x="3465" y="20"/>
                    <a:pt x="3473" y="21"/>
                  </a:cubicBezTo>
                  <a:close/>
                  <a:moveTo>
                    <a:pt x="3620" y="24"/>
                  </a:moveTo>
                  <a:cubicBezTo>
                    <a:pt x="3631" y="33"/>
                    <a:pt x="3648" y="37"/>
                    <a:pt x="3660" y="45"/>
                  </a:cubicBezTo>
                  <a:cubicBezTo>
                    <a:pt x="3693" y="63"/>
                    <a:pt x="3695" y="64"/>
                    <a:pt x="3697" y="64"/>
                  </a:cubicBezTo>
                  <a:cubicBezTo>
                    <a:pt x="3679" y="44"/>
                    <a:pt x="3672" y="47"/>
                    <a:pt x="3673" y="40"/>
                  </a:cubicBezTo>
                  <a:cubicBezTo>
                    <a:pt x="3676" y="28"/>
                    <a:pt x="3672" y="29"/>
                    <a:pt x="3670" y="27"/>
                  </a:cubicBezTo>
                  <a:cubicBezTo>
                    <a:pt x="3650" y="7"/>
                    <a:pt x="3647" y="4"/>
                    <a:pt x="3644" y="0"/>
                  </a:cubicBezTo>
                  <a:cubicBezTo>
                    <a:pt x="3635" y="4"/>
                    <a:pt x="3633" y="2"/>
                    <a:pt x="3633" y="1"/>
                  </a:cubicBezTo>
                  <a:cubicBezTo>
                    <a:pt x="3612" y="3"/>
                    <a:pt x="3615" y="4"/>
                    <a:pt x="3618" y="7"/>
                  </a:cubicBezTo>
                  <a:cubicBezTo>
                    <a:pt x="3628" y="5"/>
                    <a:pt x="3633" y="12"/>
                    <a:pt x="3636" y="12"/>
                  </a:cubicBezTo>
                  <a:cubicBezTo>
                    <a:pt x="3662" y="38"/>
                    <a:pt x="3670" y="35"/>
                    <a:pt x="3669" y="42"/>
                  </a:cubicBezTo>
                  <a:cubicBezTo>
                    <a:pt x="3626" y="22"/>
                    <a:pt x="3626" y="19"/>
                    <a:pt x="3622" y="19"/>
                  </a:cubicBezTo>
                  <a:cubicBezTo>
                    <a:pt x="3555" y="0"/>
                    <a:pt x="3555" y="0"/>
                    <a:pt x="3555" y="0"/>
                  </a:cubicBezTo>
                  <a:close/>
                  <a:moveTo>
                    <a:pt x="3212" y="33"/>
                  </a:moveTo>
                  <a:cubicBezTo>
                    <a:pt x="3206" y="33"/>
                    <a:pt x="3205" y="37"/>
                    <a:pt x="3203" y="40"/>
                  </a:cubicBezTo>
                  <a:cubicBezTo>
                    <a:pt x="3189" y="62"/>
                    <a:pt x="3182" y="63"/>
                    <a:pt x="3181" y="70"/>
                  </a:cubicBezTo>
                  <a:cubicBezTo>
                    <a:pt x="3156" y="101"/>
                    <a:pt x="3153" y="105"/>
                    <a:pt x="3149" y="110"/>
                  </a:cubicBezTo>
                  <a:cubicBezTo>
                    <a:pt x="3127" y="142"/>
                    <a:pt x="3121" y="145"/>
                    <a:pt x="3117" y="149"/>
                  </a:cubicBezTo>
                  <a:cubicBezTo>
                    <a:pt x="3095" y="182"/>
                    <a:pt x="3097" y="191"/>
                    <a:pt x="3089" y="192"/>
                  </a:cubicBezTo>
                  <a:cubicBezTo>
                    <a:pt x="3072" y="230"/>
                    <a:pt x="3070" y="235"/>
                    <a:pt x="3067" y="240"/>
                  </a:cubicBezTo>
                  <a:cubicBezTo>
                    <a:pt x="3055" y="279"/>
                    <a:pt x="3050" y="279"/>
                    <a:pt x="3052" y="285"/>
                  </a:cubicBezTo>
                  <a:cubicBezTo>
                    <a:pt x="3062" y="273"/>
                    <a:pt x="3059" y="266"/>
                    <a:pt x="3062" y="264"/>
                  </a:cubicBezTo>
                  <a:cubicBezTo>
                    <a:pt x="3091" y="212"/>
                    <a:pt x="3094" y="199"/>
                    <a:pt x="3102" y="189"/>
                  </a:cubicBezTo>
                  <a:cubicBezTo>
                    <a:pt x="3129" y="153"/>
                    <a:pt x="3131" y="147"/>
                    <a:pt x="3134" y="141"/>
                  </a:cubicBezTo>
                  <a:cubicBezTo>
                    <a:pt x="3178" y="91"/>
                    <a:pt x="3180" y="84"/>
                    <a:pt x="3184" y="79"/>
                  </a:cubicBezTo>
                  <a:cubicBezTo>
                    <a:pt x="3206" y="54"/>
                    <a:pt x="3203" y="47"/>
                    <a:pt x="3210" y="48"/>
                  </a:cubicBezTo>
                  <a:cubicBezTo>
                    <a:pt x="3230" y="23"/>
                    <a:pt x="3232" y="21"/>
                    <a:pt x="3235" y="18"/>
                  </a:cubicBezTo>
                  <a:cubicBezTo>
                    <a:pt x="3236" y="0"/>
                    <a:pt x="3236" y="0"/>
                    <a:pt x="3236" y="0"/>
                  </a:cubicBezTo>
                  <a:close/>
                  <a:moveTo>
                    <a:pt x="3233" y="56"/>
                  </a:moveTo>
                  <a:cubicBezTo>
                    <a:pt x="3233" y="58"/>
                    <a:pt x="3230" y="57"/>
                    <a:pt x="3229" y="58"/>
                  </a:cubicBezTo>
                  <a:cubicBezTo>
                    <a:pt x="3216" y="75"/>
                    <a:pt x="3212" y="85"/>
                    <a:pt x="3202" y="90"/>
                  </a:cubicBezTo>
                  <a:cubicBezTo>
                    <a:pt x="3171" y="129"/>
                    <a:pt x="3166" y="132"/>
                    <a:pt x="3164" y="137"/>
                  </a:cubicBezTo>
                  <a:cubicBezTo>
                    <a:pt x="3139" y="170"/>
                    <a:pt x="3133" y="178"/>
                    <a:pt x="3126" y="185"/>
                  </a:cubicBezTo>
                  <a:cubicBezTo>
                    <a:pt x="3100" y="228"/>
                    <a:pt x="3098" y="230"/>
                    <a:pt x="3099" y="233"/>
                  </a:cubicBezTo>
                  <a:cubicBezTo>
                    <a:pt x="3089" y="255"/>
                    <a:pt x="3084" y="261"/>
                    <a:pt x="3082" y="269"/>
                  </a:cubicBezTo>
                  <a:cubicBezTo>
                    <a:pt x="3073" y="289"/>
                    <a:pt x="3070" y="294"/>
                    <a:pt x="3071" y="301"/>
                  </a:cubicBezTo>
                  <a:cubicBezTo>
                    <a:pt x="3061" y="337"/>
                    <a:pt x="3052" y="344"/>
                    <a:pt x="3059" y="348"/>
                  </a:cubicBezTo>
                  <a:cubicBezTo>
                    <a:pt x="3069" y="311"/>
                    <a:pt x="3071" y="307"/>
                    <a:pt x="3073" y="305"/>
                  </a:cubicBezTo>
                  <a:cubicBezTo>
                    <a:pt x="3087" y="271"/>
                    <a:pt x="3088" y="268"/>
                    <a:pt x="3090" y="264"/>
                  </a:cubicBezTo>
                  <a:cubicBezTo>
                    <a:pt x="3111" y="237"/>
                    <a:pt x="3106" y="228"/>
                    <a:pt x="3109" y="226"/>
                  </a:cubicBezTo>
                  <a:cubicBezTo>
                    <a:pt x="3127" y="208"/>
                    <a:pt x="3122" y="199"/>
                    <a:pt x="3129" y="201"/>
                  </a:cubicBezTo>
                  <a:cubicBezTo>
                    <a:pt x="3162" y="155"/>
                    <a:pt x="3164" y="153"/>
                    <a:pt x="3165" y="150"/>
                  </a:cubicBezTo>
                  <a:cubicBezTo>
                    <a:pt x="3190" y="125"/>
                    <a:pt x="3187" y="118"/>
                    <a:pt x="3191" y="117"/>
                  </a:cubicBezTo>
                  <a:cubicBezTo>
                    <a:pt x="3208" y="99"/>
                    <a:pt x="3213" y="99"/>
                    <a:pt x="3214" y="94"/>
                  </a:cubicBezTo>
                  <a:cubicBezTo>
                    <a:pt x="3234" y="64"/>
                    <a:pt x="3239" y="64"/>
                    <a:pt x="3242" y="61"/>
                  </a:cubicBezTo>
                  <a:cubicBezTo>
                    <a:pt x="3259" y="28"/>
                    <a:pt x="3265" y="28"/>
                    <a:pt x="3268" y="25"/>
                  </a:cubicBezTo>
                  <a:cubicBezTo>
                    <a:pt x="3279" y="1"/>
                    <a:pt x="3279" y="1"/>
                    <a:pt x="3279" y="0"/>
                  </a:cubicBezTo>
                  <a:cubicBezTo>
                    <a:pt x="3256" y="19"/>
                    <a:pt x="3257" y="22"/>
                    <a:pt x="3257" y="25"/>
                  </a:cubicBezTo>
                  <a:cubicBezTo>
                    <a:pt x="3238" y="46"/>
                    <a:pt x="3237" y="52"/>
                    <a:pt x="3233" y="56"/>
                  </a:cubicBezTo>
                  <a:close/>
                  <a:moveTo>
                    <a:pt x="3266" y="58"/>
                  </a:moveTo>
                  <a:cubicBezTo>
                    <a:pt x="3268" y="64"/>
                    <a:pt x="3258" y="61"/>
                    <a:pt x="3262" y="69"/>
                  </a:cubicBezTo>
                  <a:cubicBezTo>
                    <a:pt x="3249" y="91"/>
                    <a:pt x="3245" y="92"/>
                    <a:pt x="3242" y="94"/>
                  </a:cubicBezTo>
                  <a:cubicBezTo>
                    <a:pt x="3222" y="121"/>
                    <a:pt x="3222" y="124"/>
                    <a:pt x="3220" y="124"/>
                  </a:cubicBezTo>
                  <a:cubicBezTo>
                    <a:pt x="3204" y="138"/>
                    <a:pt x="3209" y="147"/>
                    <a:pt x="3202" y="145"/>
                  </a:cubicBezTo>
                  <a:cubicBezTo>
                    <a:pt x="3184" y="168"/>
                    <a:pt x="3181" y="176"/>
                    <a:pt x="3176" y="182"/>
                  </a:cubicBezTo>
                  <a:cubicBezTo>
                    <a:pt x="3160" y="206"/>
                    <a:pt x="3156" y="212"/>
                    <a:pt x="3152" y="219"/>
                  </a:cubicBezTo>
                  <a:cubicBezTo>
                    <a:pt x="3130" y="247"/>
                    <a:pt x="3133" y="254"/>
                    <a:pt x="3129" y="255"/>
                  </a:cubicBezTo>
                  <a:cubicBezTo>
                    <a:pt x="3116" y="278"/>
                    <a:pt x="3117" y="283"/>
                    <a:pt x="3116" y="287"/>
                  </a:cubicBezTo>
                  <a:cubicBezTo>
                    <a:pt x="3103" y="309"/>
                    <a:pt x="3107" y="317"/>
                    <a:pt x="3103" y="318"/>
                  </a:cubicBezTo>
                  <a:cubicBezTo>
                    <a:pt x="3104" y="323"/>
                    <a:pt x="3113" y="307"/>
                    <a:pt x="3118" y="289"/>
                  </a:cubicBezTo>
                  <a:cubicBezTo>
                    <a:pt x="3132" y="263"/>
                    <a:pt x="3133" y="261"/>
                    <a:pt x="3133" y="259"/>
                  </a:cubicBezTo>
                  <a:cubicBezTo>
                    <a:pt x="3152" y="235"/>
                    <a:pt x="3156" y="227"/>
                    <a:pt x="3159" y="218"/>
                  </a:cubicBezTo>
                  <a:cubicBezTo>
                    <a:pt x="3212" y="152"/>
                    <a:pt x="3211" y="146"/>
                    <a:pt x="3215" y="144"/>
                  </a:cubicBezTo>
                  <a:cubicBezTo>
                    <a:pt x="3233" y="123"/>
                    <a:pt x="3234" y="121"/>
                    <a:pt x="3235" y="119"/>
                  </a:cubicBezTo>
                  <a:cubicBezTo>
                    <a:pt x="3276" y="61"/>
                    <a:pt x="3281" y="54"/>
                    <a:pt x="3285" y="45"/>
                  </a:cubicBezTo>
                  <a:cubicBezTo>
                    <a:pt x="3304" y="7"/>
                    <a:pt x="3306" y="3"/>
                    <a:pt x="3307" y="0"/>
                  </a:cubicBezTo>
                  <a:cubicBezTo>
                    <a:pt x="3289" y="13"/>
                    <a:pt x="3289" y="20"/>
                    <a:pt x="3288" y="25"/>
                  </a:cubicBezTo>
                  <a:close/>
                  <a:moveTo>
                    <a:pt x="3328" y="44"/>
                  </a:moveTo>
                  <a:cubicBezTo>
                    <a:pt x="3331" y="57"/>
                    <a:pt x="3320" y="58"/>
                    <a:pt x="3321" y="69"/>
                  </a:cubicBezTo>
                  <a:cubicBezTo>
                    <a:pt x="3291" y="125"/>
                    <a:pt x="3285" y="140"/>
                    <a:pt x="3274" y="151"/>
                  </a:cubicBezTo>
                  <a:cubicBezTo>
                    <a:pt x="3246" y="195"/>
                    <a:pt x="3240" y="199"/>
                    <a:pt x="3239" y="206"/>
                  </a:cubicBezTo>
                  <a:cubicBezTo>
                    <a:pt x="3207" y="239"/>
                    <a:pt x="3211" y="249"/>
                    <a:pt x="3203" y="248"/>
                  </a:cubicBezTo>
                  <a:cubicBezTo>
                    <a:pt x="3187" y="277"/>
                    <a:pt x="3183" y="280"/>
                    <a:pt x="3181" y="284"/>
                  </a:cubicBezTo>
                  <a:cubicBezTo>
                    <a:pt x="3135" y="346"/>
                    <a:pt x="3135" y="352"/>
                    <a:pt x="3131" y="356"/>
                  </a:cubicBezTo>
                  <a:cubicBezTo>
                    <a:pt x="3116" y="393"/>
                    <a:pt x="3117" y="386"/>
                    <a:pt x="3120" y="383"/>
                  </a:cubicBezTo>
                  <a:cubicBezTo>
                    <a:pt x="3155" y="333"/>
                    <a:pt x="3159" y="323"/>
                    <a:pt x="3168" y="316"/>
                  </a:cubicBezTo>
                  <a:cubicBezTo>
                    <a:pt x="3194" y="280"/>
                    <a:pt x="3194" y="276"/>
                    <a:pt x="3196" y="275"/>
                  </a:cubicBezTo>
                  <a:cubicBezTo>
                    <a:pt x="3222" y="247"/>
                    <a:pt x="3220" y="237"/>
                    <a:pt x="3226" y="235"/>
                  </a:cubicBezTo>
                  <a:cubicBezTo>
                    <a:pt x="3249" y="205"/>
                    <a:pt x="3250" y="199"/>
                    <a:pt x="3256" y="196"/>
                  </a:cubicBezTo>
                  <a:cubicBezTo>
                    <a:pt x="3279" y="168"/>
                    <a:pt x="3281" y="159"/>
                    <a:pt x="3286" y="152"/>
                  </a:cubicBezTo>
                  <a:cubicBezTo>
                    <a:pt x="3303" y="114"/>
                    <a:pt x="3312" y="117"/>
                    <a:pt x="3311" y="111"/>
                  </a:cubicBezTo>
                  <a:cubicBezTo>
                    <a:pt x="3332" y="68"/>
                    <a:pt x="3332" y="66"/>
                    <a:pt x="3332" y="64"/>
                  </a:cubicBezTo>
                  <a:cubicBezTo>
                    <a:pt x="3341" y="43"/>
                    <a:pt x="3345" y="38"/>
                    <a:pt x="3347" y="30"/>
                  </a:cubicBezTo>
                  <a:cubicBezTo>
                    <a:pt x="3353" y="4"/>
                    <a:pt x="3354" y="3"/>
                    <a:pt x="3355" y="0"/>
                  </a:cubicBezTo>
                  <a:cubicBezTo>
                    <a:pt x="3335" y="30"/>
                    <a:pt x="3335" y="40"/>
                    <a:pt x="3328" y="44"/>
                  </a:cubicBezTo>
                  <a:close/>
                  <a:moveTo>
                    <a:pt x="3306" y="46"/>
                  </a:moveTo>
                  <a:cubicBezTo>
                    <a:pt x="3299" y="56"/>
                    <a:pt x="3294" y="69"/>
                    <a:pt x="3289" y="82"/>
                  </a:cubicBezTo>
                  <a:cubicBezTo>
                    <a:pt x="3270" y="121"/>
                    <a:pt x="3264" y="120"/>
                    <a:pt x="3266" y="125"/>
                  </a:cubicBezTo>
                  <a:cubicBezTo>
                    <a:pt x="3247" y="151"/>
                    <a:pt x="3249" y="157"/>
                    <a:pt x="3247" y="159"/>
                  </a:cubicBezTo>
                  <a:cubicBezTo>
                    <a:pt x="3229" y="187"/>
                    <a:pt x="3227" y="190"/>
                    <a:pt x="3223" y="190"/>
                  </a:cubicBezTo>
                  <a:cubicBezTo>
                    <a:pt x="3198" y="226"/>
                    <a:pt x="3193" y="239"/>
                    <a:pt x="3183" y="247"/>
                  </a:cubicBezTo>
                  <a:cubicBezTo>
                    <a:pt x="3145" y="300"/>
                    <a:pt x="3145" y="309"/>
                    <a:pt x="3137" y="311"/>
                  </a:cubicBezTo>
                  <a:cubicBezTo>
                    <a:pt x="3114" y="353"/>
                    <a:pt x="3112" y="359"/>
                    <a:pt x="3108" y="364"/>
                  </a:cubicBezTo>
                  <a:cubicBezTo>
                    <a:pt x="3095" y="396"/>
                    <a:pt x="3095" y="401"/>
                    <a:pt x="3093" y="404"/>
                  </a:cubicBezTo>
                  <a:cubicBezTo>
                    <a:pt x="3091" y="418"/>
                    <a:pt x="3095" y="414"/>
                    <a:pt x="3096" y="408"/>
                  </a:cubicBezTo>
                  <a:cubicBezTo>
                    <a:pt x="3109" y="368"/>
                    <a:pt x="3117" y="366"/>
                    <a:pt x="3116" y="359"/>
                  </a:cubicBezTo>
                  <a:cubicBezTo>
                    <a:pt x="3148" y="313"/>
                    <a:pt x="3149" y="307"/>
                    <a:pt x="3154" y="304"/>
                  </a:cubicBezTo>
                  <a:cubicBezTo>
                    <a:pt x="3186" y="258"/>
                    <a:pt x="3191" y="256"/>
                    <a:pt x="3192" y="249"/>
                  </a:cubicBezTo>
                  <a:cubicBezTo>
                    <a:pt x="3234" y="190"/>
                    <a:pt x="3236" y="186"/>
                    <a:pt x="3239" y="182"/>
                  </a:cubicBezTo>
                  <a:cubicBezTo>
                    <a:pt x="3255" y="158"/>
                    <a:pt x="3264" y="150"/>
                    <a:pt x="3267" y="138"/>
                  </a:cubicBezTo>
                  <a:cubicBezTo>
                    <a:pt x="3306" y="78"/>
                    <a:pt x="3301" y="66"/>
                    <a:pt x="3308" y="66"/>
                  </a:cubicBezTo>
                  <a:cubicBezTo>
                    <a:pt x="3324" y="32"/>
                    <a:pt x="3322" y="26"/>
                    <a:pt x="3325" y="25"/>
                  </a:cubicBezTo>
                  <a:cubicBezTo>
                    <a:pt x="3322" y="0"/>
                    <a:pt x="3322" y="0"/>
                    <a:pt x="3322" y="0"/>
                  </a:cubicBezTo>
                  <a:cubicBezTo>
                    <a:pt x="3310" y="26"/>
                    <a:pt x="3313" y="33"/>
                    <a:pt x="3310" y="35"/>
                  </a:cubicBezTo>
                  <a:close/>
                  <a:moveTo>
                    <a:pt x="1833" y="144"/>
                  </a:moveTo>
                  <a:cubicBezTo>
                    <a:pt x="1834" y="148"/>
                    <a:pt x="1831" y="154"/>
                    <a:pt x="1834" y="158"/>
                  </a:cubicBezTo>
                  <a:cubicBezTo>
                    <a:pt x="1833" y="176"/>
                    <a:pt x="1836" y="192"/>
                    <a:pt x="1833" y="212"/>
                  </a:cubicBezTo>
                  <a:cubicBezTo>
                    <a:pt x="1835" y="220"/>
                    <a:pt x="1835" y="229"/>
                    <a:pt x="1835" y="238"/>
                  </a:cubicBezTo>
                  <a:cubicBezTo>
                    <a:pt x="1833" y="244"/>
                    <a:pt x="1838" y="245"/>
                    <a:pt x="1835" y="251"/>
                  </a:cubicBezTo>
                  <a:cubicBezTo>
                    <a:pt x="1841" y="253"/>
                    <a:pt x="1829" y="264"/>
                    <a:pt x="1838" y="264"/>
                  </a:cubicBezTo>
                  <a:cubicBezTo>
                    <a:pt x="1842" y="241"/>
                    <a:pt x="1841" y="220"/>
                    <a:pt x="1839" y="200"/>
                  </a:cubicBezTo>
                  <a:cubicBezTo>
                    <a:pt x="1843" y="193"/>
                    <a:pt x="1838" y="190"/>
                    <a:pt x="1842" y="183"/>
                  </a:cubicBezTo>
                  <a:cubicBezTo>
                    <a:pt x="1838" y="180"/>
                    <a:pt x="1844" y="172"/>
                    <a:pt x="1840" y="168"/>
                  </a:cubicBezTo>
                  <a:cubicBezTo>
                    <a:pt x="1842" y="156"/>
                    <a:pt x="1839" y="146"/>
                    <a:pt x="1841" y="135"/>
                  </a:cubicBezTo>
                  <a:cubicBezTo>
                    <a:pt x="1838" y="133"/>
                    <a:pt x="1840" y="132"/>
                    <a:pt x="1842" y="130"/>
                  </a:cubicBezTo>
                  <a:cubicBezTo>
                    <a:pt x="1842" y="128"/>
                    <a:pt x="1841" y="125"/>
                    <a:pt x="1839" y="123"/>
                  </a:cubicBezTo>
                  <a:cubicBezTo>
                    <a:pt x="1838" y="118"/>
                    <a:pt x="1843" y="111"/>
                    <a:pt x="1840" y="107"/>
                  </a:cubicBezTo>
                  <a:cubicBezTo>
                    <a:pt x="1841" y="96"/>
                    <a:pt x="1841" y="85"/>
                    <a:pt x="1840" y="75"/>
                  </a:cubicBezTo>
                  <a:cubicBezTo>
                    <a:pt x="1842" y="53"/>
                    <a:pt x="1847" y="28"/>
                    <a:pt x="1852" y="4"/>
                  </a:cubicBezTo>
                  <a:cubicBezTo>
                    <a:pt x="1853" y="3"/>
                    <a:pt x="1853" y="2"/>
                    <a:pt x="1853" y="0"/>
                  </a:cubicBezTo>
                  <a:cubicBezTo>
                    <a:pt x="1845" y="0"/>
                    <a:pt x="1845" y="0"/>
                    <a:pt x="1845" y="0"/>
                  </a:cubicBezTo>
                  <a:cubicBezTo>
                    <a:pt x="1842" y="19"/>
                    <a:pt x="1837" y="36"/>
                    <a:pt x="1834" y="51"/>
                  </a:cubicBezTo>
                  <a:cubicBezTo>
                    <a:pt x="1833" y="68"/>
                    <a:pt x="1832" y="87"/>
                    <a:pt x="1831" y="105"/>
                  </a:cubicBezTo>
                  <a:cubicBezTo>
                    <a:pt x="1833" y="113"/>
                    <a:pt x="1831" y="122"/>
                    <a:pt x="1833" y="130"/>
                  </a:cubicBezTo>
                  <a:cubicBezTo>
                    <a:pt x="1832" y="135"/>
                    <a:pt x="1833" y="139"/>
                    <a:pt x="1833" y="144"/>
                  </a:cubicBezTo>
                  <a:close/>
                  <a:moveTo>
                    <a:pt x="0" y="2063"/>
                  </a:moveTo>
                  <a:cubicBezTo>
                    <a:pt x="0" y="2074"/>
                    <a:pt x="0" y="2074"/>
                    <a:pt x="0" y="2074"/>
                  </a:cubicBezTo>
                  <a:cubicBezTo>
                    <a:pt x="3" y="2076"/>
                    <a:pt x="5" y="2078"/>
                    <a:pt x="8" y="2080"/>
                  </a:cubicBezTo>
                  <a:cubicBezTo>
                    <a:pt x="33" y="2102"/>
                    <a:pt x="57" y="2123"/>
                    <a:pt x="79" y="2145"/>
                  </a:cubicBezTo>
                  <a:cubicBezTo>
                    <a:pt x="83" y="2150"/>
                    <a:pt x="87" y="2155"/>
                    <a:pt x="91" y="2160"/>
                  </a:cubicBezTo>
                  <a:cubicBezTo>
                    <a:pt x="99" y="2160"/>
                    <a:pt x="99" y="2160"/>
                    <a:pt x="99" y="2160"/>
                  </a:cubicBezTo>
                  <a:cubicBezTo>
                    <a:pt x="91" y="2149"/>
                    <a:pt x="84" y="2139"/>
                    <a:pt x="73" y="2128"/>
                  </a:cubicBezTo>
                  <a:cubicBezTo>
                    <a:pt x="49" y="2106"/>
                    <a:pt x="25" y="2082"/>
                    <a:pt x="0" y="2063"/>
                  </a:cubicBezTo>
                  <a:close/>
                  <a:moveTo>
                    <a:pt x="3426" y="101"/>
                  </a:moveTo>
                  <a:cubicBezTo>
                    <a:pt x="3427" y="105"/>
                    <a:pt x="3433" y="102"/>
                    <a:pt x="3433" y="107"/>
                  </a:cubicBezTo>
                  <a:cubicBezTo>
                    <a:pt x="3466" y="129"/>
                    <a:pt x="3473" y="131"/>
                    <a:pt x="3477" y="137"/>
                  </a:cubicBezTo>
                  <a:cubicBezTo>
                    <a:pt x="3507" y="145"/>
                    <a:pt x="3507" y="155"/>
                    <a:pt x="3517" y="154"/>
                  </a:cubicBezTo>
                  <a:cubicBezTo>
                    <a:pt x="3564" y="174"/>
                    <a:pt x="3568" y="181"/>
                    <a:pt x="3578" y="180"/>
                  </a:cubicBezTo>
                  <a:cubicBezTo>
                    <a:pt x="3640" y="204"/>
                    <a:pt x="3649" y="204"/>
                    <a:pt x="3652" y="210"/>
                  </a:cubicBezTo>
                  <a:cubicBezTo>
                    <a:pt x="3735" y="234"/>
                    <a:pt x="3740" y="237"/>
                    <a:pt x="3746" y="238"/>
                  </a:cubicBezTo>
                  <a:cubicBezTo>
                    <a:pt x="3773" y="254"/>
                    <a:pt x="3787" y="255"/>
                    <a:pt x="3796" y="263"/>
                  </a:cubicBezTo>
                  <a:cubicBezTo>
                    <a:pt x="3834" y="280"/>
                    <a:pt x="3836" y="285"/>
                    <a:pt x="3840" y="287"/>
                  </a:cubicBezTo>
                  <a:cubicBezTo>
                    <a:pt x="3828" y="268"/>
                    <a:pt x="3815" y="266"/>
                    <a:pt x="3807" y="258"/>
                  </a:cubicBezTo>
                  <a:cubicBezTo>
                    <a:pt x="3762" y="240"/>
                    <a:pt x="3755" y="231"/>
                    <a:pt x="3741" y="230"/>
                  </a:cubicBezTo>
                  <a:cubicBezTo>
                    <a:pt x="3722" y="217"/>
                    <a:pt x="3714" y="217"/>
                    <a:pt x="3708" y="217"/>
                  </a:cubicBezTo>
                  <a:cubicBezTo>
                    <a:pt x="3661" y="197"/>
                    <a:pt x="3650" y="199"/>
                    <a:pt x="3645" y="195"/>
                  </a:cubicBezTo>
                  <a:cubicBezTo>
                    <a:pt x="3599" y="178"/>
                    <a:pt x="3586" y="177"/>
                    <a:pt x="3580" y="169"/>
                  </a:cubicBezTo>
                  <a:cubicBezTo>
                    <a:pt x="3514" y="144"/>
                    <a:pt x="3501" y="134"/>
                    <a:pt x="3483" y="130"/>
                  </a:cubicBezTo>
                  <a:cubicBezTo>
                    <a:pt x="3463" y="111"/>
                    <a:pt x="3458" y="112"/>
                    <a:pt x="3455" y="110"/>
                  </a:cubicBezTo>
                  <a:cubicBezTo>
                    <a:pt x="3436" y="101"/>
                    <a:pt x="3434" y="92"/>
                    <a:pt x="3425" y="90"/>
                  </a:cubicBezTo>
                  <a:cubicBezTo>
                    <a:pt x="3423" y="83"/>
                    <a:pt x="3430" y="83"/>
                    <a:pt x="3432" y="87"/>
                  </a:cubicBezTo>
                  <a:cubicBezTo>
                    <a:pt x="3449" y="100"/>
                    <a:pt x="3451" y="102"/>
                    <a:pt x="3455" y="101"/>
                  </a:cubicBezTo>
                  <a:cubicBezTo>
                    <a:pt x="3485" y="120"/>
                    <a:pt x="3492" y="126"/>
                    <a:pt x="3502" y="128"/>
                  </a:cubicBezTo>
                  <a:cubicBezTo>
                    <a:pt x="3535" y="145"/>
                    <a:pt x="3541" y="152"/>
                    <a:pt x="3552" y="153"/>
                  </a:cubicBezTo>
                  <a:cubicBezTo>
                    <a:pt x="3582" y="166"/>
                    <a:pt x="3589" y="165"/>
                    <a:pt x="3591" y="170"/>
                  </a:cubicBezTo>
                  <a:cubicBezTo>
                    <a:pt x="3647" y="181"/>
                    <a:pt x="3653" y="188"/>
                    <a:pt x="3664" y="189"/>
                  </a:cubicBezTo>
                  <a:cubicBezTo>
                    <a:pt x="3699" y="198"/>
                    <a:pt x="3710" y="200"/>
                    <a:pt x="3720" y="203"/>
                  </a:cubicBezTo>
                  <a:cubicBezTo>
                    <a:pt x="3763" y="221"/>
                    <a:pt x="3768" y="222"/>
                    <a:pt x="3774" y="223"/>
                  </a:cubicBezTo>
                  <a:cubicBezTo>
                    <a:pt x="3810" y="245"/>
                    <a:pt x="3813" y="246"/>
                    <a:pt x="3814" y="246"/>
                  </a:cubicBezTo>
                  <a:cubicBezTo>
                    <a:pt x="3799" y="228"/>
                    <a:pt x="3790" y="229"/>
                    <a:pt x="3787" y="222"/>
                  </a:cubicBezTo>
                  <a:cubicBezTo>
                    <a:pt x="3747" y="202"/>
                    <a:pt x="3743" y="201"/>
                    <a:pt x="3739" y="201"/>
                  </a:cubicBezTo>
                  <a:cubicBezTo>
                    <a:pt x="3695" y="187"/>
                    <a:pt x="3682" y="182"/>
                    <a:pt x="3664" y="183"/>
                  </a:cubicBezTo>
                  <a:cubicBezTo>
                    <a:pt x="3625" y="169"/>
                    <a:pt x="3620" y="165"/>
                    <a:pt x="3617" y="168"/>
                  </a:cubicBezTo>
                  <a:cubicBezTo>
                    <a:pt x="3539" y="138"/>
                    <a:pt x="3528" y="132"/>
                    <a:pt x="3518" y="127"/>
                  </a:cubicBezTo>
                  <a:cubicBezTo>
                    <a:pt x="3453" y="92"/>
                    <a:pt x="3452" y="89"/>
                    <a:pt x="3449" y="88"/>
                  </a:cubicBezTo>
                  <a:cubicBezTo>
                    <a:pt x="3426" y="67"/>
                    <a:pt x="3420" y="64"/>
                    <a:pt x="3415" y="62"/>
                  </a:cubicBezTo>
                  <a:cubicBezTo>
                    <a:pt x="3388" y="37"/>
                    <a:pt x="3389" y="32"/>
                    <a:pt x="3386" y="32"/>
                  </a:cubicBezTo>
                  <a:cubicBezTo>
                    <a:pt x="3402" y="34"/>
                    <a:pt x="3402" y="38"/>
                    <a:pt x="3404" y="39"/>
                  </a:cubicBezTo>
                  <a:cubicBezTo>
                    <a:pt x="3422" y="49"/>
                    <a:pt x="3421" y="55"/>
                    <a:pt x="3425" y="55"/>
                  </a:cubicBezTo>
                  <a:cubicBezTo>
                    <a:pt x="3447" y="71"/>
                    <a:pt x="3451" y="71"/>
                    <a:pt x="3451" y="75"/>
                  </a:cubicBezTo>
                  <a:cubicBezTo>
                    <a:pt x="3487" y="93"/>
                    <a:pt x="3490" y="98"/>
                    <a:pt x="3496" y="100"/>
                  </a:cubicBezTo>
                  <a:cubicBezTo>
                    <a:pt x="3542" y="119"/>
                    <a:pt x="3548" y="130"/>
                    <a:pt x="3564" y="131"/>
                  </a:cubicBezTo>
                  <a:cubicBezTo>
                    <a:pt x="3608" y="148"/>
                    <a:pt x="3621" y="146"/>
                    <a:pt x="3626" y="152"/>
                  </a:cubicBezTo>
                  <a:cubicBezTo>
                    <a:pt x="3717" y="160"/>
                    <a:pt x="3716" y="154"/>
                    <a:pt x="3710" y="155"/>
                  </a:cubicBezTo>
                  <a:cubicBezTo>
                    <a:pt x="3630" y="121"/>
                    <a:pt x="3616" y="106"/>
                    <a:pt x="3588" y="107"/>
                  </a:cubicBezTo>
                  <a:cubicBezTo>
                    <a:pt x="3522" y="77"/>
                    <a:pt x="3514" y="79"/>
                    <a:pt x="3512" y="73"/>
                  </a:cubicBezTo>
                  <a:cubicBezTo>
                    <a:pt x="3454" y="45"/>
                    <a:pt x="3444" y="40"/>
                    <a:pt x="3437" y="32"/>
                  </a:cubicBezTo>
                  <a:cubicBezTo>
                    <a:pt x="3419" y="23"/>
                    <a:pt x="3415" y="23"/>
                    <a:pt x="3416" y="19"/>
                  </a:cubicBezTo>
                  <a:cubicBezTo>
                    <a:pt x="3395" y="3"/>
                    <a:pt x="3393" y="2"/>
                    <a:pt x="3392" y="0"/>
                  </a:cubicBezTo>
                  <a:cubicBezTo>
                    <a:pt x="3358" y="12"/>
                    <a:pt x="3359" y="22"/>
                    <a:pt x="3360" y="31"/>
                  </a:cubicBezTo>
                  <a:cubicBezTo>
                    <a:pt x="3336" y="112"/>
                    <a:pt x="3336" y="117"/>
                    <a:pt x="3336" y="123"/>
                  </a:cubicBezTo>
                  <a:cubicBezTo>
                    <a:pt x="3321" y="150"/>
                    <a:pt x="3320" y="156"/>
                    <a:pt x="3317" y="159"/>
                  </a:cubicBezTo>
                  <a:cubicBezTo>
                    <a:pt x="3304" y="194"/>
                    <a:pt x="3296" y="199"/>
                    <a:pt x="3294" y="209"/>
                  </a:cubicBezTo>
                  <a:cubicBezTo>
                    <a:pt x="3283" y="219"/>
                    <a:pt x="3283" y="221"/>
                    <a:pt x="3282" y="223"/>
                  </a:cubicBezTo>
                  <a:cubicBezTo>
                    <a:pt x="3266" y="241"/>
                    <a:pt x="3269" y="250"/>
                    <a:pt x="3262" y="250"/>
                  </a:cubicBezTo>
                  <a:cubicBezTo>
                    <a:pt x="3229" y="295"/>
                    <a:pt x="3223" y="295"/>
                    <a:pt x="3221" y="299"/>
                  </a:cubicBezTo>
                  <a:cubicBezTo>
                    <a:pt x="3170" y="353"/>
                    <a:pt x="3162" y="358"/>
                    <a:pt x="3156" y="365"/>
                  </a:cubicBezTo>
                  <a:cubicBezTo>
                    <a:pt x="3137" y="388"/>
                    <a:pt x="3134" y="391"/>
                    <a:pt x="3132" y="395"/>
                  </a:cubicBezTo>
                  <a:cubicBezTo>
                    <a:pt x="3114" y="416"/>
                    <a:pt x="3113" y="418"/>
                    <a:pt x="3112" y="420"/>
                  </a:cubicBezTo>
                  <a:cubicBezTo>
                    <a:pt x="3122" y="411"/>
                    <a:pt x="3125" y="411"/>
                    <a:pt x="3126" y="408"/>
                  </a:cubicBezTo>
                  <a:cubicBezTo>
                    <a:pt x="3143" y="383"/>
                    <a:pt x="3152" y="383"/>
                    <a:pt x="3153" y="376"/>
                  </a:cubicBezTo>
                  <a:cubicBezTo>
                    <a:pt x="3211" y="324"/>
                    <a:pt x="3215" y="314"/>
                    <a:pt x="3224" y="308"/>
                  </a:cubicBezTo>
                  <a:cubicBezTo>
                    <a:pt x="3267" y="256"/>
                    <a:pt x="3271" y="256"/>
                    <a:pt x="3273" y="254"/>
                  </a:cubicBezTo>
                  <a:cubicBezTo>
                    <a:pt x="3290" y="222"/>
                    <a:pt x="3298" y="217"/>
                    <a:pt x="3300" y="208"/>
                  </a:cubicBezTo>
                  <a:cubicBezTo>
                    <a:pt x="3327" y="156"/>
                    <a:pt x="3333" y="155"/>
                    <a:pt x="3333" y="149"/>
                  </a:cubicBezTo>
                  <a:cubicBezTo>
                    <a:pt x="3360" y="77"/>
                    <a:pt x="3358" y="69"/>
                    <a:pt x="3360" y="66"/>
                  </a:cubicBezTo>
                  <a:cubicBezTo>
                    <a:pt x="3370" y="31"/>
                    <a:pt x="3365" y="21"/>
                    <a:pt x="3372" y="22"/>
                  </a:cubicBezTo>
                  <a:cubicBezTo>
                    <a:pt x="3365" y="85"/>
                    <a:pt x="3358" y="92"/>
                    <a:pt x="3362" y="97"/>
                  </a:cubicBezTo>
                  <a:cubicBezTo>
                    <a:pt x="3350" y="134"/>
                    <a:pt x="3348" y="136"/>
                    <a:pt x="3346" y="137"/>
                  </a:cubicBezTo>
                  <a:cubicBezTo>
                    <a:pt x="3335" y="157"/>
                    <a:pt x="3338" y="164"/>
                    <a:pt x="3334" y="164"/>
                  </a:cubicBezTo>
                  <a:cubicBezTo>
                    <a:pt x="3322" y="190"/>
                    <a:pt x="3320" y="192"/>
                    <a:pt x="3317" y="194"/>
                  </a:cubicBezTo>
                  <a:cubicBezTo>
                    <a:pt x="3288" y="230"/>
                    <a:pt x="3295" y="240"/>
                    <a:pt x="3289" y="240"/>
                  </a:cubicBezTo>
                  <a:cubicBezTo>
                    <a:pt x="3257" y="283"/>
                    <a:pt x="3258" y="287"/>
                    <a:pt x="3256" y="288"/>
                  </a:cubicBezTo>
                  <a:cubicBezTo>
                    <a:pt x="3239" y="311"/>
                    <a:pt x="3231" y="316"/>
                    <a:pt x="3225" y="323"/>
                  </a:cubicBezTo>
                  <a:cubicBezTo>
                    <a:pt x="3168" y="381"/>
                    <a:pt x="3169" y="385"/>
                    <a:pt x="3166" y="386"/>
                  </a:cubicBezTo>
                  <a:cubicBezTo>
                    <a:pt x="3148" y="408"/>
                    <a:pt x="3140" y="413"/>
                    <a:pt x="3136" y="421"/>
                  </a:cubicBezTo>
                  <a:cubicBezTo>
                    <a:pt x="3127" y="443"/>
                    <a:pt x="3128" y="438"/>
                    <a:pt x="3130" y="434"/>
                  </a:cubicBezTo>
                  <a:cubicBezTo>
                    <a:pt x="3153" y="408"/>
                    <a:pt x="3156" y="404"/>
                    <a:pt x="3159" y="400"/>
                  </a:cubicBezTo>
                  <a:cubicBezTo>
                    <a:pt x="3173" y="387"/>
                    <a:pt x="3177" y="383"/>
                    <a:pt x="3179" y="378"/>
                  </a:cubicBezTo>
                  <a:cubicBezTo>
                    <a:pt x="3197" y="369"/>
                    <a:pt x="3196" y="361"/>
                    <a:pt x="3202" y="359"/>
                  </a:cubicBezTo>
                  <a:cubicBezTo>
                    <a:pt x="3289" y="252"/>
                    <a:pt x="3303" y="239"/>
                    <a:pt x="3312" y="220"/>
                  </a:cubicBezTo>
                  <a:cubicBezTo>
                    <a:pt x="3339" y="180"/>
                    <a:pt x="3340" y="174"/>
                    <a:pt x="3344" y="170"/>
                  </a:cubicBezTo>
                  <a:cubicBezTo>
                    <a:pt x="3352" y="146"/>
                    <a:pt x="3355" y="145"/>
                    <a:pt x="3355" y="141"/>
                  </a:cubicBezTo>
                  <a:cubicBezTo>
                    <a:pt x="3368" y="101"/>
                    <a:pt x="3374" y="93"/>
                    <a:pt x="3374" y="81"/>
                  </a:cubicBezTo>
                  <a:cubicBezTo>
                    <a:pt x="3386" y="52"/>
                    <a:pt x="3387" y="59"/>
                    <a:pt x="3391" y="64"/>
                  </a:cubicBezTo>
                  <a:cubicBezTo>
                    <a:pt x="3383" y="109"/>
                    <a:pt x="3368" y="123"/>
                    <a:pt x="3368" y="151"/>
                  </a:cubicBezTo>
                  <a:cubicBezTo>
                    <a:pt x="3344" y="200"/>
                    <a:pt x="3339" y="213"/>
                    <a:pt x="3332" y="226"/>
                  </a:cubicBezTo>
                  <a:cubicBezTo>
                    <a:pt x="3301" y="269"/>
                    <a:pt x="3302" y="274"/>
                    <a:pt x="3301" y="278"/>
                  </a:cubicBezTo>
                  <a:cubicBezTo>
                    <a:pt x="3272" y="313"/>
                    <a:pt x="3268" y="314"/>
                    <a:pt x="3269" y="320"/>
                  </a:cubicBezTo>
                  <a:cubicBezTo>
                    <a:pt x="3225" y="362"/>
                    <a:pt x="3218" y="366"/>
                    <a:pt x="3213" y="372"/>
                  </a:cubicBezTo>
                  <a:cubicBezTo>
                    <a:pt x="3179" y="404"/>
                    <a:pt x="3178" y="407"/>
                    <a:pt x="3172" y="407"/>
                  </a:cubicBezTo>
                  <a:cubicBezTo>
                    <a:pt x="3180" y="408"/>
                    <a:pt x="3182" y="406"/>
                    <a:pt x="3185" y="404"/>
                  </a:cubicBezTo>
                  <a:cubicBezTo>
                    <a:pt x="3205" y="378"/>
                    <a:pt x="3215" y="382"/>
                    <a:pt x="3214" y="376"/>
                  </a:cubicBezTo>
                  <a:cubicBezTo>
                    <a:pt x="3265" y="334"/>
                    <a:pt x="3267" y="327"/>
                    <a:pt x="3271" y="322"/>
                  </a:cubicBezTo>
                  <a:cubicBezTo>
                    <a:pt x="3306" y="287"/>
                    <a:pt x="3304" y="280"/>
                    <a:pt x="3307" y="278"/>
                  </a:cubicBezTo>
                  <a:cubicBezTo>
                    <a:pt x="3333" y="243"/>
                    <a:pt x="3332" y="237"/>
                    <a:pt x="3337" y="236"/>
                  </a:cubicBezTo>
                  <a:cubicBezTo>
                    <a:pt x="3353" y="204"/>
                    <a:pt x="3355" y="198"/>
                    <a:pt x="3358" y="193"/>
                  </a:cubicBezTo>
                  <a:cubicBezTo>
                    <a:pt x="3386" y="121"/>
                    <a:pt x="3383" y="114"/>
                    <a:pt x="3385" y="113"/>
                  </a:cubicBezTo>
                  <a:cubicBezTo>
                    <a:pt x="3391" y="93"/>
                    <a:pt x="3387" y="87"/>
                    <a:pt x="3395" y="88"/>
                  </a:cubicBezTo>
                  <a:cubicBezTo>
                    <a:pt x="3390" y="147"/>
                    <a:pt x="3384" y="146"/>
                    <a:pt x="3386" y="152"/>
                  </a:cubicBezTo>
                  <a:cubicBezTo>
                    <a:pt x="3369" y="209"/>
                    <a:pt x="3374" y="218"/>
                    <a:pt x="3367" y="217"/>
                  </a:cubicBezTo>
                  <a:cubicBezTo>
                    <a:pt x="3331" y="288"/>
                    <a:pt x="3323" y="301"/>
                    <a:pt x="3317" y="314"/>
                  </a:cubicBezTo>
                  <a:cubicBezTo>
                    <a:pt x="3296" y="336"/>
                    <a:pt x="3293" y="336"/>
                    <a:pt x="3294" y="340"/>
                  </a:cubicBezTo>
                  <a:cubicBezTo>
                    <a:pt x="3283" y="348"/>
                    <a:pt x="3285" y="351"/>
                    <a:pt x="3284" y="351"/>
                  </a:cubicBezTo>
                  <a:cubicBezTo>
                    <a:pt x="3230" y="404"/>
                    <a:pt x="3232" y="418"/>
                    <a:pt x="3221" y="421"/>
                  </a:cubicBezTo>
                  <a:cubicBezTo>
                    <a:pt x="3201" y="467"/>
                    <a:pt x="3193" y="468"/>
                    <a:pt x="3195" y="476"/>
                  </a:cubicBezTo>
                  <a:cubicBezTo>
                    <a:pt x="3185" y="499"/>
                    <a:pt x="3182" y="502"/>
                    <a:pt x="3186" y="503"/>
                  </a:cubicBezTo>
                  <a:cubicBezTo>
                    <a:pt x="3209" y="452"/>
                    <a:pt x="3220" y="442"/>
                    <a:pt x="3224" y="428"/>
                  </a:cubicBezTo>
                  <a:cubicBezTo>
                    <a:pt x="3273" y="375"/>
                    <a:pt x="3279" y="367"/>
                    <a:pt x="3287" y="360"/>
                  </a:cubicBezTo>
                  <a:cubicBezTo>
                    <a:pt x="3305" y="342"/>
                    <a:pt x="3305" y="338"/>
                    <a:pt x="3307" y="337"/>
                  </a:cubicBezTo>
                  <a:cubicBezTo>
                    <a:pt x="3348" y="283"/>
                    <a:pt x="3350" y="279"/>
                    <a:pt x="3351" y="272"/>
                  </a:cubicBezTo>
                  <a:cubicBezTo>
                    <a:pt x="3379" y="229"/>
                    <a:pt x="3374" y="220"/>
                    <a:pt x="3378" y="218"/>
                  </a:cubicBezTo>
                  <a:cubicBezTo>
                    <a:pt x="3386" y="191"/>
                    <a:pt x="3387" y="187"/>
                    <a:pt x="3390" y="184"/>
                  </a:cubicBezTo>
                  <a:cubicBezTo>
                    <a:pt x="3406" y="145"/>
                    <a:pt x="3399" y="145"/>
                    <a:pt x="3404" y="153"/>
                  </a:cubicBezTo>
                  <a:cubicBezTo>
                    <a:pt x="3399" y="178"/>
                    <a:pt x="3398" y="180"/>
                    <a:pt x="3397" y="182"/>
                  </a:cubicBezTo>
                  <a:cubicBezTo>
                    <a:pt x="3387" y="219"/>
                    <a:pt x="3380" y="234"/>
                    <a:pt x="3376" y="251"/>
                  </a:cubicBezTo>
                  <a:cubicBezTo>
                    <a:pt x="3369" y="261"/>
                    <a:pt x="3370" y="263"/>
                    <a:pt x="3370" y="264"/>
                  </a:cubicBezTo>
                  <a:cubicBezTo>
                    <a:pt x="3349" y="302"/>
                    <a:pt x="3350" y="312"/>
                    <a:pt x="3343" y="317"/>
                  </a:cubicBezTo>
                  <a:cubicBezTo>
                    <a:pt x="3329" y="342"/>
                    <a:pt x="3327" y="345"/>
                    <a:pt x="3326" y="348"/>
                  </a:cubicBezTo>
                  <a:cubicBezTo>
                    <a:pt x="3309" y="373"/>
                    <a:pt x="3306" y="375"/>
                    <a:pt x="3306" y="380"/>
                  </a:cubicBezTo>
                  <a:cubicBezTo>
                    <a:pt x="3279" y="409"/>
                    <a:pt x="3279" y="415"/>
                    <a:pt x="3276" y="418"/>
                  </a:cubicBezTo>
                  <a:cubicBezTo>
                    <a:pt x="3256" y="453"/>
                    <a:pt x="3249" y="452"/>
                    <a:pt x="3250" y="459"/>
                  </a:cubicBezTo>
                  <a:cubicBezTo>
                    <a:pt x="3231" y="494"/>
                    <a:pt x="3234" y="503"/>
                    <a:pt x="3229" y="504"/>
                  </a:cubicBezTo>
                  <a:cubicBezTo>
                    <a:pt x="3228" y="556"/>
                    <a:pt x="3220" y="565"/>
                    <a:pt x="3229" y="567"/>
                  </a:cubicBezTo>
                  <a:cubicBezTo>
                    <a:pt x="3242" y="488"/>
                    <a:pt x="3247" y="481"/>
                    <a:pt x="3249" y="470"/>
                  </a:cubicBezTo>
                  <a:cubicBezTo>
                    <a:pt x="3269" y="440"/>
                    <a:pt x="3269" y="435"/>
                    <a:pt x="3275" y="435"/>
                  </a:cubicBezTo>
                  <a:cubicBezTo>
                    <a:pt x="3307" y="387"/>
                    <a:pt x="3311" y="385"/>
                    <a:pt x="3313" y="382"/>
                  </a:cubicBezTo>
                  <a:cubicBezTo>
                    <a:pt x="3339" y="343"/>
                    <a:pt x="3340" y="339"/>
                    <a:pt x="3342" y="336"/>
                  </a:cubicBezTo>
                  <a:cubicBezTo>
                    <a:pt x="3348" y="337"/>
                    <a:pt x="3342" y="339"/>
                    <a:pt x="3343" y="345"/>
                  </a:cubicBezTo>
                  <a:cubicBezTo>
                    <a:pt x="3330" y="361"/>
                    <a:pt x="3328" y="366"/>
                    <a:pt x="3327" y="372"/>
                  </a:cubicBezTo>
                  <a:cubicBezTo>
                    <a:pt x="3310" y="403"/>
                    <a:pt x="3307" y="407"/>
                    <a:pt x="3306" y="413"/>
                  </a:cubicBezTo>
                  <a:cubicBezTo>
                    <a:pt x="3272" y="477"/>
                    <a:pt x="3268" y="487"/>
                    <a:pt x="3266" y="499"/>
                  </a:cubicBezTo>
                  <a:cubicBezTo>
                    <a:pt x="3257" y="584"/>
                    <a:pt x="3258" y="602"/>
                    <a:pt x="3259" y="613"/>
                  </a:cubicBezTo>
                  <a:cubicBezTo>
                    <a:pt x="3262" y="591"/>
                    <a:pt x="3261" y="580"/>
                    <a:pt x="3260" y="569"/>
                  </a:cubicBezTo>
                  <a:cubicBezTo>
                    <a:pt x="3274" y="501"/>
                    <a:pt x="3273" y="491"/>
                    <a:pt x="3276" y="485"/>
                  </a:cubicBezTo>
                  <a:cubicBezTo>
                    <a:pt x="3286" y="463"/>
                    <a:pt x="3287" y="460"/>
                    <a:pt x="3290" y="458"/>
                  </a:cubicBezTo>
                  <a:cubicBezTo>
                    <a:pt x="3317" y="406"/>
                    <a:pt x="3319" y="398"/>
                    <a:pt x="3324" y="394"/>
                  </a:cubicBezTo>
                  <a:cubicBezTo>
                    <a:pt x="3347" y="355"/>
                    <a:pt x="3347" y="346"/>
                    <a:pt x="3354" y="342"/>
                  </a:cubicBezTo>
                  <a:cubicBezTo>
                    <a:pt x="3379" y="293"/>
                    <a:pt x="3383" y="279"/>
                    <a:pt x="3390" y="267"/>
                  </a:cubicBezTo>
                  <a:cubicBezTo>
                    <a:pt x="3402" y="242"/>
                    <a:pt x="3400" y="232"/>
                    <a:pt x="3407" y="229"/>
                  </a:cubicBezTo>
                  <a:cubicBezTo>
                    <a:pt x="3419" y="181"/>
                    <a:pt x="3415" y="173"/>
                    <a:pt x="3416" y="169"/>
                  </a:cubicBezTo>
                  <a:cubicBezTo>
                    <a:pt x="3428" y="157"/>
                    <a:pt x="3419" y="164"/>
                    <a:pt x="3420" y="174"/>
                  </a:cubicBezTo>
                  <a:cubicBezTo>
                    <a:pt x="3412" y="238"/>
                    <a:pt x="3415" y="245"/>
                    <a:pt x="3412" y="246"/>
                  </a:cubicBezTo>
                  <a:cubicBezTo>
                    <a:pt x="3399" y="288"/>
                    <a:pt x="3396" y="301"/>
                    <a:pt x="3388" y="311"/>
                  </a:cubicBezTo>
                  <a:cubicBezTo>
                    <a:pt x="3370" y="349"/>
                    <a:pt x="3371" y="354"/>
                    <a:pt x="3370" y="358"/>
                  </a:cubicBezTo>
                  <a:cubicBezTo>
                    <a:pt x="3348" y="399"/>
                    <a:pt x="3344" y="406"/>
                    <a:pt x="3341" y="415"/>
                  </a:cubicBezTo>
                  <a:cubicBezTo>
                    <a:pt x="3323" y="443"/>
                    <a:pt x="3322" y="453"/>
                    <a:pt x="3318" y="460"/>
                  </a:cubicBezTo>
                  <a:cubicBezTo>
                    <a:pt x="3302" y="501"/>
                    <a:pt x="3300" y="505"/>
                    <a:pt x="3300" y="510"/>
                  </a:cubicBezTo>
                  <a:cubicBezTo>
                    <a:pt x="3292" y="547"/>
                    <a:pt x="3289" y="556"/>
                    <a:pt x="3288" y="567"/>
                  </a:cubicBezTo>
                  <a:cubicBezTo>
                    <a:pt x="3294" y="608"/>
                    <a:pt x="3292" y="615"/>
                    <a:pt x="3298" y="613"/>
                  </a:cubicBezTo>
                  <a:cubicBezTo>
                    <a:pt x="3303" y="514"/>
                    <a:pt x="3308" y="512"/>
                    <a:pt x="3308" y="505"/>
                  </a:cubicBezTo>
                  <a:cubicBezTo>
                    <a:pt x="3321" y="471"/>
                    <a:pt x="3323" y="471"/>
                    <a:pt x="3323" y="467"/>
                  </a:cubicBezTo>
                  <a:cubicBezTo>
                    <a:pt x="3336" y="433"/>
                    <a:pt x="3345" y="427"/>
                    <a:pt x="3348" y="415"/>
                  </a:cubicBezTo>
                  <a:cubicBezTo>
                    <a:pt x="3384" y="349"/>
                    <a:pt x="3387" y="338"/>
                    <a:pt x="3392" y="329"/>
                  </a:cubicBezTo>
                  <a:cubicBezTo>
                    <a:pt x="3401" y="322"/>
                    <a:pt x="3392" y="343"/>
                    <a:pt x="3383" y="364"/>
                  </a:cubicBezTo>
                  <a:cubicBezTo>
                    <a:pt x="3368" y="400"/>
                    <a:pt x="3367" y="406"/>
                    <a:pt x="3365" y="411"/>
                  </a:cubicBezTo>
                  <a:cubicBezTo>
                    <a:pt x="3348" y="447"/>
                    <a:pt x="3349" y="456"/>
                    <a:pt x="3344" y="459"/>
                  </a:cubicBezTo>
                  <a:cubicBezTo>
                    <a:pt x="3328" y="515"/>
                    <a:pt x="3325" y="520"/>
                    <a:pt x="3325" y="528"/>
                  </a:cubicBezTo>
                  <a:cubicBezTo>
                    <a:pt x="3318" y="606"/>
                    <a:pt x="3323" y="617"/>
                    <a:pt x="3318" y="620"/>
                  </a:cubicBezTo>
                  <a:cubicBezTo>
                    <a:pt x="3332" y="669"/>
                    <a:pt x="3325" y="683"/>
                    <a:pt x="3332" y="682"/>
                  </a:cubicBezTo>
                  <a:cubicBezTo>
                    <a:pt x="3326" y="633"/>
                    <a:pt x="3325" y="621"/>
                    <a:pt x="3324" y="609"/>
                  </a:cubicBezTo>
                  <a:cubicBezTo>
                    <a:pt x="3333" y="543"/>
                    <a:pt x="3329" y="535"/>
                    <a:pt x="3330" y="532"/>
                  </a:cubicBezTo>
                  <a:cubicBezTo>
                    <a:pt x="3338" y="510"/>
                    <a:pt x="3335" y="503"/>
                    <a:pt x="3339" y="503"/>
                  </a:cubicBezTo>
                  <a:cubicBezTo>
                    <a:pt x="3360" y="438"/>
                    <a:pt x="3365" y="434"/>
                    <a:pt x="3366" y="427"/>
                  </a:cubicBezTo>
                  <a:cubicBezTo>
                    <a:pt x="3388" y="388"/>
                    <a:pt x="3385" y="376"/>
                    <a:pt x="3391" y="372"/>
                  </a:cubicBezTo>
                  <a:cubicBezTo>
                    <a:pt x="3405" y="344"/>
                    <a:pt x="3402" y="337"/>
                    <a:pt x="3406" y="336"/>
                  </a:cubicBezTo>
                  <a:cubicBezTo>
                    <a:pt x="3431" y="261"/>
                    <a:pt x="3430" y="249"/>
                    <a:pt x="3436" y="242"/>
                  </a:cubicBezTo>
                  <a:cubicBezTo>
                    <a:pt x="3440" y="222"/>
                    <a:pt x="3448" y="227"/>
                    <a:pt x="3442" y="233"/>
                  </a:cubicBezTo>
                  <a:cubicBezTo>
                    <a:pt x="3435" y="304"/>
                    <a:pt x="3435" y="312"/>
                    <a:pt x="3433" y="317"/>
                  </a:cubicBezTo>
                  <a:cubicBezTo>
                    <a:pt x="3426" y="349"/>
                    <a:pt x="3415" y="355"/>
                    <a:pt x="3417" y="373"/>
                  </a:cubicBezTo>
                  <a:cubicBezTo>
                    <a:pt x="3398" y="409"/>
                    <a:pt x="3395" y="419"/>
                    <a:pt x="3390" y="429"/>
                  </a:cubicBezTo>
                  <a:cubicBezTo>
                    <a:pt x="3374" y="468"/>
                    <a:pt x="3369" y="477"/>
                    <a:pt x="3364" y="486"/>
                  </a:cubicBezTo>
                  <a:cubicBezTo>
                    <a:pt x="3350" y="555"/>
                    <a:pt x="3342" y="561"/>
                    <a:pt x="3343" y="564"/>
                  </a:cubicBezTo>
                  <a:cubicBezTo>
                    <a:pt x="3337" y="589"/>
                    <a:pt x="3341" y="597"/>
                    <a:pt x="3336" y="597"/>
                  </a:cubicBezTo>
                  <a:cubicBezTo>
                    <a:pt x="3336" y="631"/>
                    <a:pt x="3331" y="635"/>
                    <a:pt x="3333" y="645"/>
                  </a:cubicBezTo>
                  <a:cubicBezTo>
                    <a:pt x="3351" y="557"/>
                    <a:pt x="3354" y="542"/>
                    <a:pt x="3360" y="530"/>
                  </a:cubicBezTo>
                  <a:cubicBezTo>
                    <a:pt x="3380" y="472"/>
                    <a:pt x="3380" y="468"/>
                    <a:pt x="3384" y="469"/>
                  </a:cubicBezTo>
                  <a:cubicBezTo>
                    <a:pt x="3401" y="432"/>
                    <a:pt x="3401" y="421"/>
                    <a:pt x="3407" y="415"/>
                  </a:cubicBezTo>
                  <a:cubicBezTo>
                    <a:pt x="3429" y="360"/>
                    <a:pt x="3431" y="352"/>
                    <a:pt x="3435" y="345"/>
                  </a:cubicBezTo>
                  <a:cubicBezTo>
                    <a:pt x="3442" y="313"/>
                    <a:pt x="3444" y="307"/>
                    <a:pt x="3447" y="301"/>
                  </a:cubicBezTo>
                  <a:cubicBezTo>
                    <a:pt x="3455" y="291"/>
                    <a:pt x="3449" y="295"/>
                    <a:pt x="3453" y="298"/>
                  </a:cubicBezTo>
                  <a:cubicBezTo>
                    <a:pt x="3425" y="410"/>
                    <a:pt x="3420" y="410"/>
                    <a:pt x="3422" y="416"/>
                  </a:cubicBezTo>
                  <a:cubicBezTo>
                    <a:pt x="3393" y="478"/>
                    <a:pt x="3393" y="496"/>
                    <a:pt x="3385" y="506"/>
                  </a:cubicBezTo>
                  <a:cubicBezTo>
                    <a:pt x="3370" y="564"/>
                    <a:pt x="3362" y="575"/>
                    <a:pt x="3360" y="591"/>
                  </a:cubicBezTo>
                  <a:cubicBezTo>
                    <a:pt x="3351" y="652"/>
                    <a:pt x="3352" y="666"/>
                    <a:pt x="3353" y="681"/>
                  </a:cubicBezTo>
                  <a:cubicBezTo>
                    <a:pt x="3358" y="622"/>
                    <a:pt x="3364" y="612"/>
                    <a:pt x="3363" y="597"/>
                  </a:cubicBezTo>
                  <a:cubicBezTo>
                    <a:pt x="3380" y="557"/>
                    <a:pt x="3378" y="549"/>
                    <a:pt x="3383" y="546"/>
                  </a:cubicBezTo>
                  <a:cubicBezTo>
                    <a:pt x="3402" y="483"/>
                    <a:pt x="3407" y="480"/>
                    <a:pt x="3406" y="472"/>
                  </a:cubicBezTo>
                  <a:cubicBezTo>
                    <a:pt x="3425" y="437"/>
                    <a:pt x="3422" y="430"/>
                    <a:pt x="3425" y="429"/>
                  </a:cubicBezTo>
                  <a:cubicBezTo>
                    <a:pt x="3438" y="397"/>
                    <a:pt x="3437" y="388"/>
                    <a:pt x="3442" y="384"/>
                  </a:cubicBezTo>
                  <a:cubicBezTo>
                    <a:pt x="3455" y="332"/>
                    <a:pt x="3460" y="332"/>
                    <a:pt x="3457" y="326"/>
                  </a:cubicBezTo>
                  <a:cubicBezTo>
                    <a:pt x="3463" y="349"/>
                    <a:pt x="3458" y="358"/>
                    <a:pt x="3458" y="372"/>
                  </a:cubicBezTo>
                  <a:cubicBezTo>
                    <a:pt x="3450" y="388"/>
                    <a:pt x="3451" y="393"/>
                    <a:pt x="3451" y="396"/>
                  </a:cubicBezTo>
                  <a:cubicBezTo>
                    <a:pt x="3444" y="416"/>
                    <a:pt x="3442" y="417"/>
                    <a:pt x="3442" y="421"/>
                  </a:cubicBezTo>
                  <a:cubicBezTo>
                    <a:pt x="3431" y="446"/>
                    <a:pt x="3430" y="460"/>
                    <a:pt x="3424" y="468"/>
                  </a:cubicBezTo>
                  <a:cubicBezTo>
                    <a:pt x="3407" y="509"/>
                    <a:pt x="3401" y="518"/>
                    <a:pt x="3397" y="529"/>
                  </a:cubicBezTo>
                  <a:cubicBezTo>
                    <a:pt x="3383" y="583"/>
                    <a:pt x="3376" y="592"/>
                    <a:pt x="3382" y="596"/>
                  </a:cubicBezTo>
                  <a:cubicBezTo>
                    <a:pt x="3409" y="524"/>
                    <a:pt x="3412" y="513"/>
                    <a:pt x="3417" y="504"/>
                  </a:cubicBezTo>
                  <a:cubicBezTo>
                    <a:pt x="3441" y="458"/>
                    <a:pt x="3440" y="453"/>
                    <a:pt x="3440" y="450"/>
                  </a:cubicBezTo>
                  <a:cubicBezTo>
                    <a:pt x="3457" y="405"/>
                    <a:pt x="3457" y="398"/>
                    <a:pt x="3462" y="396"/>
                  </a:cubicBezTo>
                  <a:cubicBezTo>
                    <a:pt x="3472" y="356"/>
                    <a:pt x="3467" y="344"/>
                    <a:pt x="3476" y="344"/>
                  </a:cubicBezTo>
                  <a:cubicBezTo>
                    <a:pt x="3464" y="412"/>
                    <a:pt x="3465" y="422"/>
                    <a:pt x="3460" y="426"/>
                  </a:cubicBezTo>
                  <a:cubicBezTo>
                    <a:pt x="3449" y="464"/>
                    <a:pt x="3445" y="466"/>
                    <a:pt x="3446" y="471"/>
                  </a:cubicBezTo>
                  <a:cubicBezTo>
                    <a:pt x="3438" y="502"/>
                    <a:pt x="3433" y="506"/>
                    <a:pt x="3433" y="516"/>
                  </a:cubicBezTo>
                  <a:cubicBezTo>
                    <a:pt x="3417" y="568"/>
                    <a:pt x="3415" y="576"/>
                    <a:pt x="3410" y="581"/>
                  </a:cubicBezTo>
                  <a:cubicBezTo>
                    <a:pt x="3410" y="660"/>
                    <a:pt x="3412" y="665"/>
                    <a:pt x="3412" y="672"/>
                  </a:cubicBezTo>
                  <a:cubicBezTo>
                    <a:pt x="3426" y="706"/>
                    <a:pt x="3422" y="719"/>
                    <a:pt x="3430" y="717"/>
                  </a:cubicBezTo>
                  <a:cubicBezTo>
                    <a:pt x="3420" y="681"/>
                    <a:pt x="3418" y="669"/>
                    <a:pt x="3415" y="659"/>
                  </a:cubicBezTo>
                  <a:cubicBezTo>
                    <a:pt x="3417" y="602"/>
                    <a:pt x="3414" y="595"/>
                    <a:pt x="3417" y="593"/>
                  </a:cubicBezTo>
                  <a:cubicBezTo>
                    <a:pt x="3434" y="546"/>
                    <a:pt x="3431" y="525"/>
                    <a:pt x="3442" y="515"/>
                  </a:cubicBezTo>
                  <a:cubicBezTo>
                    <a:pt x="3458" y="465"/>
                    <a:pt x="3460" y="456"/>
                    <a:pt x="3461" y="448"/>
                  </a:cubicBezTo>
                  <a:cubicBezTo>
                    <a:pt x="3477" y="411"/>
                    <a:pt x="3477" y="404"/>
                    <a:pt x="3480" y="401"/>
                  </a:cubicBezTo>
                  <a:cubicBezTo>
                    <a:pt x="3493" y="395"/>
                    <a:pt x="3485" y="406"/>
                    <a:pt x="3486" y="425"/>
                  </a:cubicBezTo>
                  <a:cubicBezTo>
                    <a:pt x="3466" y="480"/>
                    <a:pt x="3469" y="488"/>
                    <a:pt x="3464" y="490"/>
                  </a:cubicBezTo>
                  <a:cubicBezTo>
                    <a:pt x="3457" y="522"/>
                    <a:pt x="3453" y="524"/>
                    <a:pt x="3454" y="532"/>
                  </a:cubicBezTo>
                  <a:cubicBezTo>
                    <a:pt x="3444" y="561"/>
                    <a:pt x="3446" y="568"/>
                    <a:pt x="3444" y="572"/>
                  </a:cubicBezTo>
                  <a:cubicBezTo>
                    <a:pt x="3437" y="682"/>
                    <a:pt x="3434" y="691"/>
                    <a:pt x="3439" y="719"/>
                  </a:cubicBezTo>
                  <a:cubicBezTo>
                    <a:pt x="3448" y="743"/>
                    <a:pt x="3450" y="749"/>
                    <a:pt x="3457" y="750"/>
                  </a:cubicBezTo>
                  <a:cubicBezTo>
                    <a:pt x="3444" y="682"/>
                    <a:pt x="3442" y="668"/>
                    <a:pt x="3441" y="655"/>
                  </a:cubicBezTo>
                  <a:cubicBezTo>
                    <a:pt x="3449" y="616"/>
                    <a:pt x="3442" y="615"/>
                    <a:pt x="3447" y="611"/>
                  </a:cubicBezTo>
                  <a:cubicBezTo>
                    <a:pt x="3451" y="571"/>
                    <a:pt x="3456" y="564"/>
                    <a:pt x="3456" y="554"/>
                  </a:cubicBezTo>
                  <a:cubicBezTo>
                    <a:pt x="3482" y="464"/>
                    <a:pt x="3487" y="456"/>
                    <a:pt x="3488" y="446"/>
                  </a:cubicBezTo>
                  <a:cubicBezTo>
                    <a:pt x="3494" y="430"/>
                    <a:pt x="3499" y="432"/>
                    <a:pt x="3495" y="433"/>
                  </a:cubicBezTo>
                  <a:cubicBezTo>
                    <a:pt x="3483" y="507"/>
                    <a:pt x="3473" y="525"/>
                    <a:pt x="3476" y="554"/>
                  </a:cubicBezTo>
                  <a:cubicBezTo>
                    <a:pt x="3469" y="597"/>
                    <a:pt x="3466" y="612"/>
                    <a:pt x="3465" y="629"/>
                  </a:cubicBezTo>
                  <a:cubicBezTo>
                    <a:pt x="3479" y="752"/>
                    <a:pt x="3485" y="750"/>
                    <a:pt x="3485" y="755"/>
                  </a:cubicBezTo>
                  <a:cubicBezTo>
                    <a:pt x="3499" y="791"/>
                    <a:pt x="3500" y="794"/>
                    <a:pt x="3503" y="795"/>
                  </a:cubicBezTo>
                  <a:cubicBezTo>
                    <a:pt x="3492" y="758"/>
                    <a:pt x="3488" y="746"/>
                    <a:pt x="3484" y="744"/>
                  </a:cubicBezTo>
                  <a:cubicBezTo>
                    <a:pt x="3481" y="733"/>
                    <a:pt x="3481" y="729"/>
                    <a:pt x="3481" y="729"/>
                  </a:cubicBezTo>
                  <a:cubicBezTo>
                    <a:pt x="3475" y="679"/>
                    <a:pt x="3475" y="662"/>
                    <a:pt x="3473" y="646"/>
                  </a:cubicBezTo>
                  <a:cubicBezTo>
                    <a:pt x="3481" y="573"/>
                    <a:pt x="3482" y="570"/>
                    <a:pt x="3481" y="565"/>
                  </a:cubicBezTo>
                  <a:cubicBezTo>
                    <a:pt x="3488" y="543"/>
                    <a:pt x="3484" y="535"/>
                    <a:pt x="3485" y="532"/>
                  </a:cubicBezTo>
                  <a:cubicBezTo>
                    <a:pt x="3494" y="519"/>
                    <a:pt x="3487" y="532"/>
                    <a:pt x="3488" y="551"/>
                  </a:cubicBezTo>
                  <a:cubicBezTo>
                    <a:pt x="3483" y="582"/>
                    <a:pt x="3481" y="591"/>
                    <a:pt x="3481" y="600"/>
                  </a:cubicBezTo>
                  <a:cubicBezTo>
                    <a:pt x="3506" y="747"/>
                    <a:pt x="3504" y="754"/>
                    <a:pt x="3507" y="755"/>
                  </a:cubicBezTo>
                  <a:cubicBezTo>
                    <a:pt x="3522" y="799"/>
                    <a:pt x="3528" y="803"/>
                    <a:pt x="3531" y="811"/>
                  </a:cubicBezTo>
                  <a:cubicBezTo>
                    <a:pt x="3524" y="788"/>
                    <a:pt x="3521" y="783"/>
                    <a:pt x="3520" y="776"/>
                  </a:cubicBezTo>
                  <a:cubicBezTo>
                    <a:pt x="3511" y="743"/>
                    <a:pt x="3507" y="733"/>
                    <a:pt x="3503" y="723"/>
                  </a:cubicBezTo>
                  <a:cubicBezTo>
                    <a:pt x="3500" y="696"/>
                    <a:pt x="3497" y="689"/>
                    <a:pt x="3495" y="682"/>
                  </a:cubicBezTo>
                  <a:cubicBezTo>
                    <a:pt x="3491" y="631"/>
                    <a:pt x="3491" y="616"/>
                    <a:pt x="3490" y="599"/>
                  </a:cubicBezTo>
                  <a:cubicBezTo>
                    <a:pt x="3495" y="554"/>
                    <a:pt x="3495" y="550"/>
                    <a:pt x="3497" y="548"/>
                  </a:cubicBezTo>
                  <a:cubicBezTo>
                    <a:pt x="3502" y="498"/>
                    <a:pt x="3505" y="494"/>
                    <a:pt x="3506" y="489"/>
                  </a:cubicBezTo>
                  <a:cubicBezTo>
                    <a:pt x="3506" y="547"/>
                    <a:pt x="3503" y="566"/>
                    <a:pt x="3502" y="585"/>
                  </a:cubicBezTo>
                  <a:cubicBezTo>
                    <a:pt x="3515" y="692"/>
                    <a:pt x="3511" y="695"/>
                    <a:pt x="3512" y="698"/>
                  </a:cubicBezTo>
                  <a:cubicBezTo>
                    <a:pt x="3528" y="752"/>
                    <a:pt x="3532" y="765"/>
                    <a:pt x="3537" y="775"/>
                  </a:cubicBezTo>
                  <a:cubicBezTo>
                    <a:pt x="3550" y="790"/>
                    <a:pt x="3543" y="782"/>
                    <a:pt x="3539" y="771"/>
                  </a:cubicBezTo>
                  <a:cubicBezTo>
                    <a:pt x="3522" y="708"/>
                    <a:pt x="3521" y="704"/>
                    <a:pt x="3519" y="702"/>
                  </a:cubicBezTo>
                  <a:cubicBezTo>
                    <a:pt x="3511" y="634"/>
                    <a:pt x="3511" y="615"/>
                    <a:pt x="3509" y="600"/>
                  </a:cubicBezTo>
                  <a:cubicBezTo>
                    <a:pt x="3520" y="547"/>
                    <a:pt x="3511" y="533"/>
                    <a:pt x="3520" y="534"/>
                  </a:cubicBezTo>
                  <a:cubicBezTo>
                    <a:pt x="3524" y="611"/>
                    <a:pt x="3521" y="619"/>
                    <a:pt x="3526" y="619"/>
                  </a:cubicBezTo>
                  <a:cubicBezTo>
                    <a:pt x="3528" y="645"/>
                    <a:pt x="3532" y="649"/>
                    <a:pt x="3531" y="660"/>
                  </a:cubicBezTo>
                  <a:cubicBezTo>
                    <a:pt x="3556" y="737"/>
                    <a:pt x="3561" y="744"/>
                    <a:pt x="3562" y="760"/>
                  </a:cubicBezTo>
                  <a:cubicBezTo>
                    <a:pt x="3585" y="787"/>
                    <a:pt x="3582" y="784"/>
                    <a:pt x="3579" y="783"/>
                  </a:cubicBezTo>
                  <a:cubicBezTo>
                    <a:pt x="3560" y="729"/>
                    <a:pt x="3552" y="701"/>
                    <a:pt x="3543" y="672"/>
                  </a:cubicBezTo>
                  <a:cubicBezTo>
                    <a:pt x="3532" y="618"/>
                    <a:pt x="3532" y="614"/>
                    <a:pt x="3532" y="609"/>
                  </a:cubicBezTo>
                  <a:cubicBezTo>
                    <a:pt x="3535" y="597"/>
                    <a:pt x="3540" y="609"/>
                    <a:pt x="3544" y="622"/>
                  </a:cubicBezTo>
                  <a:cubicBezTo>
                    <a:pt x="3564" y="685"/>
                    <a:pt x="3567" y="689"/>
                    <a:pt x="3569" y="696"/>
                  </a:cubicBezTo>
                  <a:cubicBezTo>
                    <a:pt x="3585" y="716"/>
                    <a:pt x="3578" y="710"/>
                    <a:pt x="3575" y="700"/>
                  </a:cubicBezTo>
                  <a:cubicBezTo>
                    <a:pt x="3544" y="591"/>
                    <a:pt x="3539" y="578"/>
                    <a:pt x="3533" y="566"/>
                  </a:cubicBezTo>
                  <a:cubicBezTo>
                    <a:pt x="3524" y="501"/>
                    <a:pt x="3524" y="496"/>
                    <a:pt x="3524" y="492"/>
                  </a:cubicBezTo>
                  <a:cubicBezTo>
                    <a:pt x="3538" y="519"/>
                    <a:pt x="3540" y="534"/>
                    <a:pt x="3545" y="545"/>
                  </a:cubicBezTo>
                  <a:cubicBezTo>
                    <a:pt x="3565" y="611"/>
                    <a:pt x="3571" y="614"/>
                    <a:pt x="3572" y="622"/>
                  </a:cubicBezTo>
                  <a:cubicBezTo>
                    <a:pt x="3605" y="698"/>
                    <a:pt x="3603" y="709"/>
                    <a:pt x="3609" y="711"/>
                  </a:cubicBezTo>
                  <a:cubicBezTo>
                    <a:pt x="3621" y="744"/>
                    <a:pt x="3629" y="753"/>
                    <a:pt x="3632" y="766"/>
                  </a:cubicBezTo>
                  <a:cubicBezTo>
                    <a:pt x="3648" y="791"/>
                    <a:pt x="3648" y="793"/>
                    <a:pt x="3650" y="793"/>
                  </a:cubicBezTo>
                  <a:cubicBezTo>
                    <a:pt x="3633" y="742"/>
                    <a:pt x="3627" y="742"/>
                    <a:pt x="3626" y="738"/>
                  </a:cubicBezTo>
                  <a:cubicBezTo>
                    <a:pt x="3609" y="692"/>
                    <a:pt x="3602" y="684"/>
                    <a:pt x="3600" y="670"/>
                  </a:cubicBezTo>
                  <a:cubicBezTo>
                    <a:pt x="3573" y="591"/>
                    <a:pt x="3570" y="586"/>
                    <a:pt x="3569" y="578"/>
                  </a:cubicBezTo>
                  <a:cubicBezTo>
                    <a:pt x="3567" y="568"/>
                    <a:pt x="3571" y="572"/>
                    <a:pt x="3573" y="578"/>
                  </a:cubicBezTo>
                  <a:cubicBezTo>
                    <a:pt x="3589" y="595"/>
                    <a:pt x="3591" y="601"/>
                    <a:pt x="3593" y="607"/>
                  </a:cubicBezTo>
                  <a:cubicBezTo>
                    <a:pt x="3615" y="642"/>
                    <a:pt x="3619" y="647"/>
                    <a:pt x="3622" y="651"/>
                  </a:cubicBezTo>
                  <a:cubicBezTo>
                    <a:pt x="3682" y="757"/>
                    <a:pt x="3686" y="769"/>
                    <a:pt x="3692" y="779"/>
                  </a:cubicBezTo>
                  <a:cubicBezTo>
                    <a:pt x="3700" y="801"/>
                    <a:pt x="3701" y="805"/>
                    <a:pt x="3701" y="809"/>
                  </a:cubicBezTo>
                  <a:cubicBezTo>
                    <a:pt x="3698" y="773"/>
                    <a:pt x="3692" y="767"/>
                    <a:pt x="3689" y="758"/>
                  </a:cubicBezTo>
                  <a:cubicBezTo>
                    <a:pt x="3682" y="741"/>
                    <a:pt x="3677" y="738"/>
                    <a:pt x="3678" y="732"/>
                  </a:cubicBezTo>
                  <a:cubicBezTo>
                    <a:pt x="3657" y="683"/>
                    <a:pt x="3641" y="668"/>
                    <a:pt x="3631" y="646"/>
                  </a:cubicBezTo>
                  <a:cubicBezTo>
                    <a:pt x="3609" y="610"/>
                    <a:pt x="3605" y="606"/>
                    <a:pt x="3603" y="600"/>
                  </a:cubicBezTo>
                  <a:cubicBezTo>
                    <a:pt x="3602" y="588"/>
                    <a:pt x="3604" y="593"/>
                    <a:pt x="3605" y="598"/>
                  </a:cubicBezTo>
                  <a:cubicBezTo>
                    <a:pt x="3636" y="646"/>
                    <a:pt x="3645" y="650"/>
                    <a:pt x="3649" y="660"/>
                  </a:cubicBezTo>
                  <a:cubicBezTo>
                    <a:pt x="3683" y="718"/>
                    <a:pt x="3683" y="724"/>
                    <a:pt x="3687" y="727"/>
                  </a:cubicBezTo>
                  <a:cubicBezTo>
                    <a:pt x="3711" y="775"/>
                    <a:pt x="3709" y="785"/>
                    <a:pt x="3715" y="787"/>
                  </a:cubicBezTo>
                  <a:cubicBezTo>
                    <a:pt x="3704" y="756"/>
                    <a:pt x="3706" y="749"/>
                    <a:pt x="3703" y="748"/>
                  </a:cubicBezTo>
                  <a:cubicBezTo>
                    <a:pt x="3683" y="705"/>
                    <a:pt x="3676" y="692"/>
                    <a:pt x="3670" y="678"/>
                  </a:cubicBezTo>
                  <a:cubicBezTo>
                    <a:pt x="3642" y="629"/>
                    <a:pt x="3632" y="620"/>
                    <a:pt x="3626" y="607"/>
                  </a:cubicBezTo>
                  <a:cubicBezTo>
                    <a:pt x="3605" y="580"/>
                    <a:pt x="3601" y="579"/>
                    <a:pt x="3601" y="574"/>
                  </a:cubicBezTo>
                  <a:cubicBezTo>
                    <a:pt x="3573" y="536"/>
                    <a:pt x="3569" y="530"/>
                    <a:pt x="3565" y="524"/>
                  </a:cubicBezTo>
                  <a:cubicBezTo>
                    <a:pt x="3546" y="487"/>
                    <a:pt x="3541" y="488"/>
                    <a:pt x="3543" y="482"/>
                  </a:cubicBezTo>
                  <a:cubicBezTo>
                    <a:pt x="3536" y="457"/>
                    <a:pt x="3537" y="465"/>
                    <a:pt x="3542" y="469"/>
                  </a:cubicBezTo>
                  <a:cubicBezTo>
                    <a:pt x="3566" y="506"/>
                    <a:pt x="3571" y="510"/>
                    <a:pt x="3575" y="514"/>
                  </a:cubicBezTo>
                  <a:cubicBezTo>
                    <a:pt x="3616" y="563"/>
                    <a:pt x="3621" y="567"/>
                    <a:pt x="3623" y="575"/>
                  </a:cubicBezTo>
                  <a:cubicBezTo>
                    <a:pt x="3671" y="639"/>
                    <a:pt x="3669" y="646"/>
                    <a:pt x="3672" y="648"/>
                  </a:cubicBezTo>
                  <a:cubicBezTo>
                    <a:pt x="3691" y="678"/>
                    <a:pt x="3690" y="689"/>
                    <a:pt x="3695" y="692"/>
                  </a:cubicBezTo>
                  <a:cubicBezTo>
                    <a:pt x="3712" y="731"/>
                    <a:pt x="3709" y="741"/>
                    <a:pt x="3716" y="741"/>
                  </a:cubicBezTo>
                  <a:cubicBezTo>
                    <a:pt x="3708" y="703"/>
                    <a:pt x="3703" y="704"/>
                    <a:pt x="3704" y="698"/>
                  </a:cubicBezTo>
                  <a:cubicBezTo>
                    <a:pt x="3691" y="675"/>
                    <a:pt x="3692" y="664"/>
                    <a:pt x="3686" y="662"/>
                  </a:cubicBezTo>
                  <a:cubicBezTo>
                    <a:pt x="3670" y="620"/>
                    <a:pt x="3664" y="622"/>
                    <a:pt x="3664" y="618"/>
                  </a:cubicBezTo>
                  <a:cubicBezTo>
                    <a:pt x="3633" y="576"/>
                    <a:pt x="3635" y="569"/>
                    <a:pt x="3632" y="567"/>
                  </a:cubicBezTo>
                  <a:cubicBezTo>
                    <a:pt x="3612" y="544"/>
                    <a:pt x="3609" y="542"/>
                    <a:pt x="3608" y="538"/>
                  </a:cubicBezTo>
                  <a:cubicBezTo>
                    <a:pt x="3595" y="520"/>
                    <a:pt x="3590" y="520"/>
                    <a:pt x="3589" y="516"/>
                  </a:cubicBezTo>
                  <a:cubicBezTo>
                    <a:pt x="3575" y="485"/>
                    <a:pt x="3576" y="492"/>
                    <a:pt x="3583" y="494"/>
                  </a:cubicBezTo>
                  <a:cubicBezTo>
                    <a:pt x="3605" y="518"/>
                    <a:pt x="3612" y="530"/>
                    <a:pt x="3621" y="540"/>
                  </a:cubicBezTo>
                  <a:cubicBezTo>
                    <a:pt x="3637" y="562"/>
                    <a:pt x="3646" y="562"/>
                    <a:pt x="3647" y="571"/>
                  </a:cubicBezTo>
                  <a:cubicBezTo>
                    <a:pt x="3679" y="613"/>
                    <a:pt x="3687" y="624"/>
                    <a:pt x="3693" y="637"/>
                  </a:cubicBezTo>
                  <a:cubicBezTo>
                    <a:pt x="3722" y="683"/>
                    <a:pt x="3722" y="688"/>
                    <a:pt x="3725" y="690"/>
                  </a:cubicBezTo>
                  <a:cubicBezTo>
                    <a:pt x="3736" y="699"/>
                    <a:pt x="3730" y="697"/>
                    <a:pt x="3730" y="687"/>
                  </a:cubicBezTo>
                  <a:cubicBezTo>
                    <a:pt x="3696" y="629"/>
                    <a:pt x="3695" y="622"/>
                    <a:pt x="3690" y="618"/>
                  </a:cubicBezTo>
                  <a:cubicBezTo>
                    <a:pt x="3664" y="581"/>
                    <a:pt x="3661" y="574"/>
                    <a:pt x="3658" y="568"/>
                  </a:cubicBezTo>
                  <a:cubicBezTo>
                    <a:pt x="3624" y="530"/>
                    <a:pt x="3617" y="519"/>
                    <a:pt x="3608" y="510"/>
                  </a:cubicBezTo>
                  <a:cubicBezTo>
                    <a:pt x="3534" y="424"/>
                    <a:pt x="3528" y="418"/>
                    <a:pt x="3524" y="409"/>
                  </a:cubicBezTo>
                  <a:cubicBezTo>
                    <a:pt x="3505" y="384"/>
                    <a:pt x="3506" y="376"/>
                    <a:pt x="3500" y="376"/>
                  </a:cubicBezTo>
                  <a:cubicBezTo>
                    <a:pt x="3502" y="363"/>
                    <a:pt x="3500" y="371"/>
                    <a:pt x="3504" y="371"/>
                  </a:cubicBezTo>
                  <a:cubicBezTo>
                    <a:pt x="3530" y="404"/>
                    <a:pt x="3532" y="412"/>
                    <a:pt x="3538" y="417"/>
                  </a:cubicBezTo>
                  <a:cubicBezTo>
                    <a:pt x="3562" y="446"/>
                    <a:pt x="3566" y="447"/>
                    <a:pt x="3567" y="452"/>
                  </a:cubicBezTo>
                  <a:cubicBezTo>
                    <a:pt x="3602" y="487"/>
                    <a:pt x="3602" y="492"/>
                    <a:pt x="3607" y="493"/>
                  </a:cubicBezTo>
                  <a:cubicBezTo>
                    <a:pt x="3650" y="542"/>
                    <a:pt x="3656" y="546"/>
                    <a:pt x="3659" y="555"/>
                  </a:cubicBezTo>
                  <a:cubicBezTo>
                    <a:pt x="3706" y="616"/>
                    <a:pt x="3708" y="625"/>
                    <a:pt x="3715" y="629"/>
                  </a:cubicBezTo>
                  <a:cubicBezTo>
                    <a:pt x="3727" y="644"/>
                    <a:pt x="3724" y="639"/>
                    <a:pt x="3720" y="638"/>
                  </a:cubicBezTo>
                  <a:cubicBezTo>
                    <a:pt x="3689" y="575"/>
                    <a:pt x="3675" y="561"/>
                    <a:pt x="3663" y="546"/>
                  </a:cubicBezTo>
                  <a:cubicBezTo>
                    <a:pt x="3641" y="512"/>
                    <a:pt x="3631" y="508"/>
                    <a:pt x="3625" y="500"/>
                  </a:cubicBezTo>
                  <a:cubicBezTo>
                    <a:pt x="3592" y="468"/>
                    <a:pt x="3591" y="465"/>
                    <a:pt x="3591" y="461"/>
                  </a:cubicBezTo>
                  <a:cubicBezTo>
                    <a:pt x="3577" y="443"/>
                    <a:pt x="3570" y="445"/>
                    <a:pt x="3570" y="438"/>
                  </a:cubicBezTo>
                  <a:cubicBezTo>
                    <a:pt x="3535" y="402"/>
                    <a:pt x="3533" y="398"/>
                    <a:pt x="3532" y="393"/>
                  </a:cubicBezTo>
                  <a:cubicBezTo>
                    <a:pt x="3530" y="387"/>
                    <a:pt x="3532" y="390"/>
                    <a:pt x="3534" y="393"/>
                  </a:cubicBezTo>
                  <a:cubicBezTo>
                    <a:pt x="3549" y="412"/>
                    <a:pt x="3552" y="411"/>
                    <a:pt x="3553" y="413"/>
                  </a:cubicBezTo>
                  <a:cubicBezTo>
                    <a:pt x="3592" y="453"/>
                    <a:pt x="3594" y="455"/>
                    <a:pt x="3596" y="458"/>
                  </a:cubicBezTo>
                  <a:cubicBezTo>
                    <a:pt x="3621" y="483"/>
                    <a:pt x="3627" y="485"/>
                    <a:pt x="3631" y="491"/>
                  </a:cubicBezTo>
                  <a:cubicBezTo>
                    <a:pt x="3653" y="516"/>
                    <a:pt x="3661" y="526"/>
                    <a:pt x="3669" y="536"/>
                  </a:cubicBezTo>
                  <a:cubicBezTo>
                    <a:pt x="3710" y="588"/>
                    <a:pt x="3713" y="595"/>
                    <a:pt x="3719" y="598"/>
                  </a:cubicBezTo>
                  <a:cubicBezTo>
                    <a:pt x="3754" y="657"/>
                    <a:pt x="3756" y="665"/>
                    <a:pt x="3759" y="672"/>
                  </a:cubicBezTo>
                  <a:cubicBezTo>
                    <a:pt x="3769" y="696"/>
                    <a:pt x="3765" y="705"/>
                    <a:pt x="3770" y="704"/>
                  </a:cubicBezTo>
                  <a:cubicBezTo>
                    <a:pt x="3763" y="670"/>
                    <a:pt x="3763" y="659"/>
                    <a:pt x="3758" y="655"/>
                  </a:cubicBezTo>
                  <a:cubicBezTo>
                    <a:pt x="3722" y="590"/>
                    <a:pt x="3717" y="586"/>
                    <a:pt x="3713" y="579"/>
                  </a:cubicBezTo>
                  <a:cubicBezTo>
                    <a:pt x="3668" y="527"/>
                    <a:pt x="3671" y="520"/>
                    <a:pt x="3668" y="519"/>
                  </a:cubicBezTo>
                  <a:cubicBezTo>
                    <a:pt x="3638" y="483"/>
                    <a:pt x="3626" y="475"/>
                    <a:pt x="3618" y="463"/>
                  </a:cubicBezTo>
                  <a:cubicBezTo>
                    <a:pt x="3597" y="446"/>
                    <a:pt x="3593" y="439"/>
                    <a:pt x="3587" y="435"/>
                  </a:cubicBezTo>
                  <a:cubicBezTo>
                    <a:pt x="3544" y="388"/>
                    <a:pt x="3531" y="373"/>
                    <a:pt x="3516" y="359"/>
                  </a:cubicBezTo>
                  <a:cubicBezTo>
                    <a:pt x="3482" y="312"/>
                    <a:pt x="3483" y="307"/>
                    <a:pt x="3480" y="307"/>
                  </a:cubicBezTo>
                  <a:cubicBezTo>
                    <a:pt x="3491" y="306"/>
                    <a:pt x="3495" y="310"/>
                    <a:pt x="3498" y="315"/>
                  </a:cubicBezTo>
                  <a:cubicBezTo>
                    <a:pt x="3528" y="347"/>
                    <a:pt x="3536" y="354"/>
                    <a:pt x="3543" y="362"/>
                  </a:cubicBezTo>
                  <a:cubicBezTo>
                    <a:pt x="3574" y="381"/>
                    <a:pt x="3571" y="392"/>
                    <a:pt x="3580" y="390"/>
                  </a:cubicBezTo>
                  <a:cubicBezTo>
                    <a:pt x="3598" y="407"/>
                    <a:pt x="3606" y="414"/>
                    <a:pt x="3615" y="420"/>
                  </a:cubicBezTo>
                  <a:cubicBezTo>
                    <a:pt x="3642" y="449"/>
                    <a:pt x="3647" y="454"/>
                    <a:pt x="3650" y="457"/>
                  </a:cubicBezTo>
                  <a:cubicBezTo>
                    <a:pt x="3680" y="486"/>
                    <a:pt x="3682" y="493"/>
                    <a:pt x="3686" y="498"/>
                  </a:cubicBezTo>
                  <a:cubicBezTo>
                    <a:pt x="3724" y="544"/>
                    <a:pt x="3729" y="547"/>
                    <a:pt x="3731" y="554"/>
                  </a:cubicBezTo>
                  <a:cubicBezTo>
                    <a:pt x="3765" y="605"/>
                    <a:pt x="3771" y="607"/>
                    <a:pt x="3773" y="614"/>
                  </a:cubicBezTo>
                  <a:cubicBezTo>
                    <a:pt x="3793" y="649"/>
                    <a:pt x="3792" y="642"/>
                    <a:pt x="3790" y="637"/>
                  </a:cubicBezTo>
                  <a:cubicBezTo>
                    <a:pt x="3772" y="601"/>
                    <a:pt x="3770" y="595"/>
                    <a:pt x="3765" y="593"/>
                  </a:cubicBezTo>
                  <a:cubicBezTo>
                    <a:pt x="3747" y="556"/>
                    <a:pt x="3740" y="557"/>
                    <a:pt x="3740" y="549"/>
                  </a:cubicBezTo>
                  <a:cubicBezTo>
                    <a:pt x="3716" y="518"/>
                    <a:pt x="3713" y="513"/>
                    <a:pt x="3708" y="510"/>
                  </a:cubicBezTo>
                  <a:cubicBezTo>
                    <a:pt x="3663" y="455"/>
                    <a:pt x="3658" y="453"/>
                    <a:pt x="3656" y="448"/>
                  </a:cubicBezTo>
                  <a:cubicBezTo>
                    <a:pt x="3639" y="433"/>
                    <a:pt x="3635" y="430"/>
                    <a:pt x="3631" y="428"/>
                  </a:cubicBezTo>
                  <a:cubicBezTo>
                    <a:pt x="3606" y="403"/>
                    <a:pt x="3605" y="400"/>
                    <a:pt x="3602" y="399"/>
                  </a:cubicBezTo>
                  <a:cubicBezTo>
                    <a:pt x="3568" y="367"/>
                    <a:pt x="3560" y="369"/>
                    <a:pt x="3558" y="363"/>
                  </a:cubicBezTo>
                  <a:cubicBezTo>
                    <a:pt x="3494" y="295"/>
                    <a:pt x="3486" y="288"/>
                    <a:pt x="3480" y="279"/>
                  </a:cubicBezTo>
                  <a:cubicBezTo>
                    <a:pt x="3472" y="259"/>
                    <a:pt x="3480" y="269"/>
                    <a:pt x="3487" y="280"/>
                  </a:cubicBezTo>
                  <a:cubicBezTo>
                    <a:pt x="3581" y="355"/>
                    <a:pt x="3584" y="357"/>
                    <a:pt x="3588" y="356"/>
                  </a:cubicBezTo>
                  <a:cubicBezTo>
                    <a:pt x="3607" y="371"/>
                    <a:pt x="3608" y="375"/>
                    <a:pt x="3614" y="374"/>
                  </a:cubicBezTo>
                  <a:cubicBezTo>
                    <a:pt x="3644" y="397"/>
                    <a:pt x="3643" y="407"/>
                    <a:pt x="3651" y="406"/>
                  </a:cubicBezTo>
                  <a:cubicBezTo>
                    <a:pt x="3671" y="425"/>
                    <a:pt x="3673" y="426"/>
                    <a:pt x="3674" y="429"/>
                  </a:cubicBezTo>
                  <a:cubicBezTo>
                    <a:pt x="3702" y="457"/>
                    <a:pt x="3707" y="461"/>
                    <a:pt x="3710" y="466"/>
                  </a:cubicBezTo>
                  <a:cubicBezTo>
                    <a:pt x="3755" y="519"/>
                    <a:pt x="3757" y="520"/>
                    <a:pt x="3760" y="521"/>
                  </a:cubicBezTo>
                  <a:cubicBezTo>
                    <a:pt x="3775" y="552"/>
                    <a:pt x="3783" y="552"/>
                    <a:pt x="3784" y="559"/>
                  </a:cubicBezTo>
                  <a:cubicBezTo>
                    <a:pt x="3802" y="592"/>
                    <a:pt x="3803" y="594"/>
                    <a:pt x="3806" y="594"/>
                  </a:cubicBezTo>
                  <a:cubicBezTo>
                    <a:pt x="3803" y="583"/>
                    <a:pt x="3803" y="576"/>
                    <a:pt x="3798" y="573"/>
                  </a:cubicBezTo>
                  <a:cubicBezTo>
                    <a:pt x="3759" y="513"/>
                    <a:pt x="3754" y="504"/>
                    <a:pt x="3747" y="496"/>
                  </a:cubicBezTo>
                  <a:cubicBezTo>
                    <a:pt x="3718" y="457"/>
                    <a:pt x="3712" y="459"/>
                    <a:pt x="3713" y="455"/>
                  </a:cubicBezTo>
                  <a:cubicBezTo>
                    <a:pt x="3682" y="427"/>
                    <a:pt x="3680" y="421"/>
                    <a:pt x="3676" y="418"/>
                  </a:cubicBezTo>
                  <a:cubicBezTo>
                    <a:pt x="3660" y="405"/>
                    <a:pt x="3655" y="404"/>
                    <a:pt x="3655" y="397"/>
                  </a:cubicBezTo>
                  <a:cubicBezTo>
                    <a:pt x="3624" y="378"/>
                    <a:pt x="3624" y="370"/>
                    <a:pt x="3618" y="369"/>
                  </a:cubicBezTo>
                  <a:cubicBezTo>
                    <a:pt x="3604" y="356"/>
                    <a:pt x="3600" y="353"/>
                    <a:pt x="3595" y="351"/>
                  </a:cubicBezTo>
                  <a:cubicBezTo>
                    <a:pt x="3588" y="343"/>
                    <a:pt x="3585" y="343"/>
                    <a:pt x="3583" y="341"/>
                  </a:cubicBezTo>
                  <a:cubicBezTo>
                    <a:pt x="3552" y="324"/>
                    <a:pt x="3552" y="316"/>
                    <a:pt x="3546" y="315"/>
                  </a:cubicBezTo>
                  <a:cubicBezTo>
                    <a:pt x="3518" y="293"/>
                    <a:pt x="3513" y="292"/>
                    <a:pt x="3511" y="287"/>
                  </a:cubicBezTo>
                  <a:cubicBezTo>
                    <a:pt x="3473" y="249"/>
                    <a:pt x="3471" y="239"/>
                    <a:pt x="3464" y="236"/>
                  </a:cubicBezTo>
                  <a:cubicBezTo>
                    <a:pt x="3464" y="229"/>
                    <a:pt x="3471" y="229"/>
                    <a:pt x="3475" y="233"/>
                  </a:cubicBezTo>
                  <a:cubicBezTo>
                    <a:pt x="3498" y="257"/>
                    <a:pt x="3501" y="260"/>
                    <a:pt x="3505" y="262"/>
                  </a:cubicBezTo>
                  <a:cubicBezTo>
                    <a:pt x="3519" y="277"/>
                    <a:pt x="3523" y="275"/>
                    <a:pt x="3524" y="278"/>
                  </a:cubicBezTo>
                  <a:cubicBezTo>
                    <a:pt x="3556" y="301"/>
                    <a:pt x="3562" y="300"/>
                    <a:pt x="3565" y="303"/>
                  </a:cubicBezTo>
                  <a:cubicBezTo>
                    <a:pt x="3580" y="312"/>
                    <a:pt x="3580" y="313"/>
                    <a:pt x="3581" y="313"/>
                  </a:cubicBezTo>
                  <a:cubicBezTo>
                    <a:pt x="3601" y="325"/>
                    <a:pt x="3604" y="326"/>
                    <a:pt x="3608" y="329"/>
                  </a:cubicBezTo>
                  <a:cubicBezTo>
                    <a:pt x="3643" y="351"/>
                    <a:pt x="3649" y="350"/>
                    <a:pt x="3652" y="354"/>
                  </a:cubicBezTo>
                  <a:cubicBezTo>
                    <a:pt x="3678" y="367"/>
                    <a:pt x="3693" y="375"/>
                    <a:pt x="3708" y="383"/>
                  </a:cubicBezTo>
                  <a:cubicBezTo>
                    <a:pt x="3760" y="411"/>
                    <a:pt x="3762" y="421"/>
                    <a:pt x="3770" y="424"/>
                  </a:cubicBezTo>
                  <a:cubicBezTo>
                    <a:pt x="3809" y="461"/>
                    <a:pt x="3812" y="463"/>
                    <a:pt x="3815" y="467"/>
                  </a:cubicBezTo>
                  <a:cubicBezTo>
                    <a:pt x="3834" y="487"/>
                    <a:pt x="3838" y="487"/>
                    <a:pt x="3840" y="490"/>
                  </a:cubicBezTo>
                  <a:cubicBezTo>
                    <a:pt x="3834" y="475"/>
                    <a:pt x="3825" y="469"/>
                    <a:pt x="3819" y="460"/>
                  </a:cubicBezTo>
                  <a:cubicBezTo>
                    <a:pt x="3792" y="438"/>
                    <a:pt x="3793" y="432"/>
                    <a:pt x="3788" y="434"/>
                  </a:cubicBezTo>
                  <a:cubicBezTo>
                    <a:pt x="3769" y="415"/>
                    <a:pt x="3767" y="413"/>
                    <a:pt x="3767" y="409"/>
                  </a:cubicBezTo>
                  <a:cubicBezTo>
                    <a:pt x="3741" y="393"/>
                    <a:pt x="3737" y="390"/>
                    <a:pt x="3733" y="388"/>
                  </a:cubicBezTo>
                  <a:cubicBezTo>
                    <a:pt x="3678" y="358"/>
                    <a:pt x="3671" y="350"/>
                    <a:pt x="3658" y="349"/>
                  </a:cubicBezTo>
                  <a:cubicBezTo>
                    <a:pt x="3620" y="324"/>
                    <a:pt x="3616" y="320"/>
                    <a:pt x="3610" y="318"/>
                  </a:cubicBezTo>
                  <a:cubicBezTo>
                    <a:pt x="3586" y="305"/>
                    <a:pt x="3581" y="301"/>
                    <a:pt x="3576" y="298"/>
                  </a:cubicBezTo>
                  <a:cubicBezTo>
                    <a:pt x="3551" y="286"/>
                    <a:pt x="3550" y="278"/>
                    <a:pt x="3543" y="276"/>
                  </a:cubicBezTo>
                  <a:cubicBezTo>
                    <a:pt x="3518" y="256"/>
                    <a:pt x="3508" y="251"/>
                    <a:pt x="3497" y="245"/>
                  </a:cubicBezTo>
                  <a:cubicBezTo>
                    <a:pt x="3480" y="220"/>
                    <a:pt x="3474" y="222"/>
                    <a:pt x="3472" y="220"/>
                  </a:cubicBezTo>
                  <a:cubicBezTo>
                    <a:pt x="3458" y="198"/>
                    <a:pt x="3452" y="196"/>
                    <a:pt x="3450" y="189"/>
                  </a:cubicBezTo>
                  <a:cubicBezTo>
                    <a:pt x="3467" y="202"/>
                    <a:pt x="3470" y="200"/>
                    <a:pt x="3470" y="201"/>
                  </a:cubicBezTo>
                  <a:cubicBezTo>
                    <a:pt x="3508" y="228"/>
                    <a:pt x="3514" y="232"/>
                    <a:pt x="3519" y="237"/>
                  </a:cubicBezTo>
                  <a:cubicBezTo>
                    <a:pt x="3549" y="252"/>
                    <a:pt x="3552" y="253"/>
                    <a:pt x="3555" y="256"/>
                  </a:cubicBezTo>
                  <a:cubicBezTo>
                    <a:pt x="3598" y="278"/>
                    <a:pt x="3605" y="282"/>
                    <a:pt x="3610" y="287"/>
                  </a:cubicBezTo>
                  <a:cubicBezTo>
                    <a:pt x="3676" y="320"/>
                    <a:pt x="3685" y="315"/>
                    <a:pt x="3684" y="321"/>
                  </a:cubicBezTo>
                  <a:cubicBezTo>
                    <a:pt x="3725" y="340"/>
                    <a:pt x="3730" y="346"/>
                    <a:pt x="3737" y="350"/>
                  </a:cubicBezTo>
                  <a:cubicBezTo>
                    <a:pt x="3768" y="372"/>
                    <a:pt x="3771" y="375"/>
                    <a:pt x="3776" y="376"/>
                  </a:cubicBezTo>
                  <a:cubicBezTo>
                    <a:pt x="3822" y="416"/>
                    <a:pt x="3821" y="423"/>
                    <a:pt x="3825" y="425"/>
                  </a:cubicBezTo>
                  <a:cubicBezTo>
                    <a:pt x="3836" y="427"/>
                    <a:pt x="3826" y="425"/>
                    <a:pt x="3824" y="414"/>
                  </a:cubicBezTo>
                  <a:cubicBezTo>
                    <a:pt x="3808" y="399"/>
                    <a:pt x="3802" y="401"/>
                    <a:pt x="3803" y="396"/>
                  </a:cubicBezTo>
                  <a:cubicBezTo>
                    <a:pt x="3777" y="374"/>
                    <a:pt x="3776" y="369"/>
                    <a:pt x="3771" y="367"/>
                  </a:cubicBezTo>
                  <a:cubicBezTo>
                    <a:pt x="3753" y="354"/>
                    <a:pt x="3751" y="352"/>
                    <a:pt x="3750" y="349"/>
                  </a:cubicBezTo>
                  <a:cubicBezTo>
                    <a:pt x="3700" y="322"/>
                    <a:pt x="3698" y="317"/>
                    <a:pt x="3690" y="316"/>
                  </a:cubicBezTo>
                  <a:cubicBezTo>
                    <a:pt x="3657" y="299"/>
                    <a:pt x="3656" y="297"/>
                    <a:pt x="3652" y="297"/>
                  </a:cubicBezTo>
                  <a:cubicBezTo>
                    <a:pt x="3597" y="265"/>
                    <a:pt x="3579" y="257"/>
                    <a:pt x="3561" y="251"/>
                  </a:cubicBezTo>
                  <a:cubicBezTo>
                    <a:pt x="3513" y="220"/>
                    <a:pt x="3507" y="220"/>
                    <a:pt x="3504" y="216"/>
                  </a:cubicBezTo>
                  <a:cubicBezTo>
                    <a:pt x="3485" y="199"/>
                    <a:pt x="3474" y="197"/>
                    <a:pt x="3469" y="188"/>
                  </a:cubicBezTo>
                  <a:cubicBezTo>
                    <a:pt x="3442" y="157"/>
                    <a:pt x="3447" y="163"/>
                    <a:pt x="3453" y="169"/>
                  </a:cubicBezTo>
                  <a:cubicBezTo>
                    <a:pt x="3478" y="187"/>
                    <a:pt x="3481" y="189"/>
                    <a:pt x="3483" y="193"/>
                  </a:cubicBezTo>
                  <a:cubicBezTo>
                    <a:pt x="3525" y="218"/>
                    <a:pt x="3531" y="224"/>
                    <a:pt x="3538" y="229"/>
                  </a:cubicBezTo>
                  <a:cubicBezTo>
                    <a:pt x="3595" y="256"/>
                    <a:pt x="3603" y="260"/>
                    <a:pt x="3610" y="265"/>
                  </a:cubicBezTo>
                  <a:cubicBezTo>
                    <a:pt x="3642" y="275"/>
                    <a:pt x="3644" y="276"/>
                    <a:pt x="3646" y="278"/>
                  </a:cubicBezTo>
                  <a:cubicBezTo>
                    <a:pt x="3697" y="296"/>
                    <a:pt x="3705" y="296"/>
                    <a:pt x="3709" y="300"/>
                  </a:cubicBezTo>
                  <a:cubicBezTo>
                    <a:pt x="3768" y="328"/>
                    <a:pt x="3781" y="331"/>
                    <a:pt x="3788" y="340"/>
                  </a:cubicBezTo>
                  <a:cubicBezTo>
                    <a:pt x="3806" y="351"/>
                    <a:pt x="3808" y="353"/>
                    <a:pt x="3811" y="354"/>
                  </a:cubicBezTo>
                  <a:cubicBezTo>
                    <a:pt x="3833" y="374"/>
                    <a:pt x="3837" y="374"/>
                    <a:pt x="3840" y="376"/>
                  </a:cubicBezTo>
                  <a:cubicBezTo>
                    <a:pt x="3829" y="365"/>
                    <a:pt x="3828" y="354"/>
                    <a:pt x="3818" y="353"/>
                  </a:cubicBezTo>
                  <a:cubicBezTo>
                    <a:pt x="3790" y="329"/>
                    <a:pt x="3784" y="331"/>
                    <a:pt x="3785" y="325"/>
                  </a:cubicBezTo>
                  <a:cubicBezTo>
                    <a:pt x="3759" y="314"/>
                    <a:pt x="3754" y="308"/>
                    <a:pt x="3744" y="306"/>
                  </a:cubicBezTo>
                  <a:cubicBezTo>
                    <a:pt x="3691" y="279"/>
                    <a:pt x="3678" y="280"/>
                    <a:pt x="3672" y="274"/>
                  </a:cubicBezTo>
                  <a:cubicBezTo>
                    <a:pt x="3600" y="254"/>
                    <a:pt x="3589" y="241"/>
                    <a:pt x="3569" y="237"/>
                  </a:cubicBezTo>
                  <a:cubicBezTo>
                    <a:pt x="3539" y="215"/>
                    <a:pt x="3533" y="217"/>
                    <a:pt x="3534" y="211"/>
                  </a:cubicBezTo>
                  <a:cubicBezTo>
                    <a:pt x="3492" y="194"/>
                    <a:pt x="3495" y="184"/>
                    <a:pt x="3489" y="184"/>
                  </a:cubicBezTo>
                  <a:cubicBezTo>
                    <a:pt x="3456" y="152"/>
                    <a:pt x="3447" y="155"/>
                    <a:pt x="3447" y="148"/>
                  </a:cubicBezTo>
                  <a:cubicBezTo>
                    <a:pt x="3425" y="126"/>
                    <a:pt x="3423" y="125"/>
                    <a:pt x="3423" y="121"/>
                  </a:cubicBezTo>
                  <a:cubicBezTo>
                    <a:pt x="3434" y="129"/>
                    <a:pt x="3437" y="129"/>
                    <a:pt x="3437" y="131"/>
                  </a:cubicBezTo>
                  <a:cubicBezTo>
                    <a:pt x="3461" y="150"/>
                    <a:pt x="3474" y="156"/>
                    <a:pt x="3483" y="167"/>
                  </a:cubicBezTo>
                  <a:cubicBezTo>
                    <a:pt x="3514" y="176"/>
                    <a:pt x="3515" y="187"/>
                    <a:pt x="3526" y="186"/>
                  </a:cubicBezTo>
                  <a:cubicBezTo>
                    <a:pt x="3554" y="198"/>
                    <a:pt x="3561" y="202"/>
                    <a:pt x="3567" y="207"/>
                  </a:cubicBezTo>
                  <a:cubicBezTo>
                    <a:pt x="3627" y="229"/>
                    <a:pt x="3638" y="238"/>
                    <a:pt x="3657" y="240"/>
                  </a:cubicBezTo>
                  <a:cubicBezTo>
                    <a:pt x="3691" y="257"/>
                    <a:pt x="3698" y="265"/>
                    <a:pt x="3709" y="267"/>
                  </a:cubicBezTo>
                  <a:cubicBezTo>
                    <a:pt x="3751" y="290"/>
                    <a:pt x="3755" y="293"/>
                    <a:pt x="3761" y="294"/>
                  </a:cubicBezTo>
                  <a:cubicBezTo>
                    <a:pt x="3792" y="313"/>
                    <a:pt x="3794" y="315"/>
                    <a:pt x="3795" y="318"/>
                  </a:cubicBezTo>
                  <a:cubicBezTo>
                    <a:pt x="3817" y="331"/>
                    <a:pt x="3824" y="336"/>
                    <a:pt x="3830" y="344"/>
                  </a:cubicBezTo>
                  <a:cubicBezTo>
                    <a:pt x="3837" y="339"/>
                    <a:pt x="3833" y="338"/>
                    <a:pt x="3829" y="335"/>
                  </a:cubicBezTo>
                  <a:cubicBezTo>
                    <a:pt x="3748" y="279"/>
                    <a:pt x="3746" y="274"/>
                    <a:pt x="3738" y="276"/>
                  </a:cubicBezTo>
                  <a:cubicBezTo>
                    <a:pt x="3689" y="246"/>
                    <a:pt x="3677" y="244"/>
                    <a:pt x="3670" y="237"/>
                  </a:cubicBezTo>
                  <a:cubicBezTo>
                    <a:pt x="3605" y="209"/>
                    <a:pt x="3600" y="207"/>
                    <a:pt x="3593" y="207"/>
                  </a:cubicBezTo>
                  <a:cubicBezTo>
                    <a:pt x="3541" y="181"/>
                    <a:pt x="3531" y="177"/>
                    <a:pt x="3521" y="173"/>
                  </a:cubicBezTo>
                  <a:cubicBezTo>
                    <a:pt x="3487" y="152"/>
                    <a:pt x="3476" y="148"/>
                    <a:pt x="3468" y="142"/>
                  </a:cubicBezTo>
                  <a:cubicBezTo>
                    <a:pt x="3450" y="123"/>
                    <a:pt x="3447" y="124"/>
                    <a:pt x="3445" y="122"/>
                  </a:cubicBezTo>
                  <a:cubicBezTo>
                    <a:pt x="3426" y="105"/>
                    <a:pt x="3423" y="102"/>
                    <a:pt x="3426" y="101"/>
                  </a:cubicBezTo>
                  <a:close/>
                  <a:moveTo>
                    <a:pt x="3422" y="38"/>
                  </a:moveTo>
                  <a:cubicBezTo>
                    <a:pt x="3426" y="37"/>
                    <a:pt x="3428" y="39"/>
                    <a:pt x="3431" y="39"/>
                  </a:cubicBezTo>
                  <a:cubicBezTo>
                    <a:pt x="3434" y="44"/>
                    <a:pt x="3437" y="47"/>
                    <a:pt x="3442" y="50"/>
                  </a:cubicBezTo>
                  <a:cubicBezTo>
                    <a:pt x="3448" y="51"/>
                    <a:pt x="3451" y="55"/>
                    <a:pt x="3456" y="57"/>
                  </a:cubicBezTo>
                  <a:cubicBezTo>
                    <a:pt x="3460" y="61"/>
                    <a:pt x="3466" y="61"/>
                    <a:pt x="3470" y="65"/>
                  </a:cubicBezTo>
                  <a:cubicBezTo>
                    <a:pt x="3480" y="69"/>
                    <a:pt x="3486" y="77"/>
                    <a:pt x="3499" y="78"/>
                  </a:cubicBezTo>
                  <a:cubicBezTo>
                    <a:pt x="3506" y="86"/>
                    <a:pt x="3520" y="86"/>
                    <a:pt x="3526" y="94"/>
                  </a:cubicBezTo>
                  <a:cubicBezTo>
                    <a:pt x="3550" y="97"/>
                    <a:pt x="3570" y="105"/>
                    <a:pt x="3587" y="116"/>
                  </a:cubicBezTo>
                  <a:cubicBezTo>
                    <a:pt x="3599" y="116"/>
                    <a:pt x="3607" y="121"/>
                    <a:pt x="3618" y="122"/>
                  </a:cubicBezTo>
                  <a:cubicBezTo>
                    <a:pt x="3624" y="128"/>
                    <a:pt x="3636" y="128"/>
                    <a:pt x="3643" y="134"/>
                  </a:cubicBezTo>
                  <a:cubicBezTo>
                    <a:pt x="3653" y="135"/>
                    <a:pt x="3661" y="141"/>
                    <a:pt x="3672" y="143"/>
                  </a:cubicBezTo>
                  <a:cubicBezTo>
                    <a:pt x="3681" y="145"/>
                    <a:pt x="3687" y="152"/>
                    <a:pt x="3699" y="152"/>
                  </a:cubicBezTo>
                  <a:cubicBezTo>
                    <a:pt x="3691" y="160"/>
                    <a:pt x="3685" y="147"/>
                    <a:pt x="3674" y="151"/>
                  </a:cubicBezTo>
                  <a:cubicBezTo>
                    <a:pt x="3667" y="149"/>
                    <a:pt x="3659" y="148"/>
                    <a:pt x="3648" y="149"/>
                  </a:cubicBezTo>
                  <a:cubicBezTo>
                    <a:pt x="3645" y="145"/>
                    <a:pt x="3637" y="146"/>
                    <a:pt x="3632" y="143"/>
                  </a:cubicBezTo>
                  <a:cubicBezTo>
                    <a:pt x="3627" y="143"/>
                    <a:pt x="3622" y="141"/>
                    <a:pt x="3619" y="138"/>
                  </a:cubicBezTo>
                  <a:cubicBezTo>
                    <a:pt x="3607" y="137"/>
                    <a:pt x="3600" y="131"/>
                    <a:pt x="3588" y="131"/>
                  </a:cubicBezTo>
                  <a:cubicBezTo>
                    <a:pt x="3580" y="125"/>
                    <a:pt x="3567" y="125"/>
                    <a:pt x="3559" y="120"/>
                  </a:cubicBezTo>
                  <a:cubicBezTo>
                    <a:pt x="3550" y="116"/>
                    <a:pt x="3542" y="111"/>
                    <a:pt x="3532" y="109"/>
                  </a:cubicBezTo>
                  <a:cubicBezTo>
                    <a:pt x="3528" y="105"/>
                    <a:pt x="3522" y="104"/>
                    <a:pt x="3518" y="101"/>
                  </a:cubicBezTo>
                  <a:cubicBezTo>
                    <a:pt x="3516" y="100"/>
                    <a:pt x="3513" y="99"/>
                    <a:pt x="3509" y="100"/>
                  </a:cubicBezTo>
                  <a:cubicBezTo>
                    <a:pt x="3510" y="96"/>
                    <a:pt x="3507" y="96"/>
                    <a:pt x="3504" y="95"/>
                  </a:cubicBezTo>
                  <a:cubicBezTo>
                    <a:pt x="3497" y="90"/>
                    <a:pt x="3487" y="87"/>
                    <a:pt x="3481" y="80"/>
                  </a:cubicBezTo>
                  <a:cubicBezTo>
                    <a:pt x="3475" y="80"/>
                    <a:pt x="3473" y="75"/>
                    <a:pt x="3470" y="72"/>
                  </a:cubicBezTo>
                  <a:cubicBezTo>
                    <a:pt x="3466" y="72"/>
                    <a:pt x="3465" y="69"/>
                    <a:pt x="3461" y="70"/>
                  </a:cubicBezTo>
                  <a:cubicBezTo>
                    <a:pt x="3462" y="66"/>
                    <a:pt x="3459" y="66"/>
                    <a:pt x="3456" y="66"/>
                  </a:cubicBezTo>
                  <a:cubicBezTo>
                    <a:pt x="3455" y="60"/>
                    <a:pt x="3447" y="63"/>
                    <a:pt x="3445" y="58"/>
                  </a:cubicBezTo>
                  <a:cubicBezTo>
                    <a:pt x="3439" y="58"/>
                    <a:pt x="3438" y="52"/>
                    <a:pt x="3431" y="53"/>
                  </a:cubicBezTo>
                  <a:cubicBezTo>
                    <a:pt x="3428" y="45"/>
                    <a:pt x="3422" y="40"/>
                    <a:pt x="3415" y="36"/>
                  </a:cubicBezTo>
                  <a:cubicBezTo>
                    <a:pt x="3415" y="31"/>
                    <a:pt x="3422" y="35"/>
                    <a:pt x="3422" y="38"/>
                  </a:cubicBezTo>
                  <a:close/>
                  <a:moveTo>
                    <a:pt x="3358" y="316"/>
                  </a:moveTo>
                  <a:cubicBezTo>
                    <a:pt x="3355" y="318"/>
                    <a:pt x="3354" y="322"/>
                    <a:pt x="3352" y="325"/>
                  </a:cubicBezTo>
                  <a:cubicBezTo>
                    <a:pt x="3345" y="322"/>
                    <a:pt x="3356" y="319"/>
                    <a:pt x="3354" y="314"/>
                  </a:cubicBezTo>
                  <a:cubicBezTo>
                    <a:pt x="3356" y="311"/>
                    <a:pt x="3358" y="308"/>
                    <a:pt x="3360" y="305"/>
                  </a:cubicBezTo>
                  <a:cubicBezTo>
                    <a:pt x="3367" y="307"/>
                    <a:pt x="3355" y="310"/>
                    <a:pt x="3358" y="316"/>
                  </a:cubicBezTo>
                  <a:close/>
                  <a:moveTo>
                    <a:pt x="3369" y="289"/>
                  </a:moveTo>
                  <a:cubicBezTo>
                    <a:pt x="3368" y="293"/>
                    <a:pt x="3366" y="297"/>
                    <a:pt x="3364" y="302"/>
                  </a:cubicBezTo>
                  <a:cubicBezTo>
                    <a:pt x="3358" y="300"/>
                    <a:pt x="3368" y="295"/>
                    <a:pt x="3365" y="289"/>
                  </a:cubicBezTo>
                  <a:cubicBezTo>
                    <a:pt x="3369" y="286"/>
                    <a:pt x="3372" y="281"/>
                    <a:pt x="3373" y="275"/>
                  </a:cubicBezTo>
                  <a:cubicBezTo>
                    <a:pt x="3378" y="277"/>
                    <a:pt x="3371" y="286"/>
                    <a:pt x="3369" y="289"/>
                  </a:cubicBezTo>
                  <a:close/>
                  <a:moveTo>
                    <a:pt x="3386" y="250"/>
                  </a:moveTo>
                  <a:cubicBezTo>
                    <a:pt x="3383" y="256"/>
                    <a:pt x="3386" y="247"/>
                    <a:pt x="3386" y="244"/>
                  </a:cubicBezTo>
                  <a:cubicBezTo>
                    <a:pt x="3390" y="245"/>
                    <a:pt x="3387" y="248"/>
                    <a:pt x="3386" y="250"/>
                  </a:cubicBezTo>
                  <a:close/>
                  <a:moveTo>
                    <a:pt x="3411" y="294"/>
                  </a:moveTo>
                  <a:cubicBezTo>
                    <a:pt x="3406" y="294"/>
                    <a:pt x="3410" y="287"/>
                    <a:pt x="3411" y="286"/>
                  </a:cubicBezTo>
                  <a:cubicBezTo>
                    <a:pt x="3417" y="287"/>
                    <a:pt x="3409" y="290"/>
                    <a:pt x="3411" y="294"/>
                  </a:cubicBezTo>
                  <a:close/>
                  <a:moveTo>
                    <a:pt x="3420" y="261"/>
                  </a:moveTo>
                  <a:cubicBezTo>
                    <a:pt x="3416" y="267"/>
                    <a:pt x="3419" y="257"/>
                    <a:pt x="3419" y="254"/>
                  </a:cubicBezTo>
                  <a:cubicBezTo>
                    <a:pt x="3423" y="256"/>
                    <a:pt x="3420" y="258"/>
                    <a:pt x="3420" y="261"/>
                  </a:cubicBezTo>
                  <a:close/>
                  <a:moveTo>
                    <a:pt x="3593" y="579"/>
                  </a:moveTo>
                  <a:cubicBezTo>
                    <a:pt x="3593" y="580"/>
                    <a:pt x="3593" y="582"/>
                    <a:pt x="3593" y="583"/>
                  </a:cubicBezTo>
                  <a:cubicBezTo>
                    <a:pt x="3589" y="585"/>
                    <a:pt x="3589" y="580"/>
                    <a:pt x="3589" y="577"/>
                  </a:cubicBezTo>
                  <a:cubicBezTo>
                    <a:pt x="3590" y="577"/>
                    <a:pt x="3591" y="579"/>
                    <a:pt x="3593" y="579"/>
                  </a:cubicBezTo>
                  <a:close/>
                  <a:moveTo>
                    <a:pt x="3576" y="556"/>
                  </a:moveTo>
                  <a:cubicBezTo>
                    <a:pt x="3575" y="562"/>
                    <a:pt x="3571" y="551"/>
                    <a:pt x="3567" y="552"/>
                  </a:cubicBezTo>
                  <a:cubicBezTo>
                    <a:pt x="3567" y="549"/>
                    <a:pt x="3567" y="546"/>
                    <a:pt x="3565" y="546"/>
                  </a:cubicBezTo>
                  <a:cubicBezTo>
                    <a:pt x="3569" y="539"/>
                    <a:pt x="3571" y="556"/>
                    <a:pt x="3576" y="556"/>
                  </a:cubicBezTo>
                  <a:close/>
                  <a:moveTo>
                    <a:pt x="3522" y="440"/>
                  </a:moveTo>
                  <a:cubicBezTo>
                    <a:pt x="3518" y="438"/>
                    <a:pt x="3516" y="434"/>
                    <a:pt x="3515" y="429"/>
                  </a:cubicBezTo>
                  <a:cubicBezTo>
                    <a:pt x="3519" y="430"/>
                    <a:pt x="3521" y="435"/>
                    <a:pt x="3522" y="440"/>
                  </a:cubicBezTo>
                  <a:close/>
                  <a:moveTo>
                    <a:pt x="3503" y="443"/>
                  </a:moveTo>
                  <a:cubicBezTo>
                    <a:pt x="3507" y="446"/>
                    <a:pt x="3504" y="458"/>
                    <a:pt x="3508" y="462"/>
                  </a:cubicBezTo>
                  <a:cubicBezTo>
                    <a:pt x="3505" y="460"/>
                    <a:pt x="3503" y="460"/>
                    <a:pt x="3500" y="463"/>
                  </a:cubicBezTo>
                  <a:cubicBezTo>
                    <a:pt x="3502" y="474"/>
                    <a:pt x="3498" y="479"/>
                    <a:pt x="3497" y="487"/>
                  </a:cubicBezTo>
                  <a:cubicBezTo>
                    <a:pt x="3497" y="495"/>
                    <a:pt x="3491" y="481"/>
                    <a:pt x="3497" y="483"/>
                  </a:cubicBezTo>
                  <a:cubicBezTo>
                    <a:pt x="3495" y="466"/>
                    <a:pt x="3502" y="458"/>
                    <a:pt x="3503" y="443"/>
                  </a:cubicBezTo>
                  <a:close/>
                  <a:moveTo>
                    <a:pt x="3451" y="265"/>
                  </a:moveTo>
                  <a:cubicBezTo>
                    <a:pt x="3459" y="267"/>
                    <a:pt x="3454" y="277"/>
                    <a:pt x="3452" y="281"/>
                  </a:cubicBezTo>
                  <a:cubicBezTo>
                    <a:pt x="3445" y="278"/>
                    <a:pt x="3454" y="272"/>
                    <a:pt x="3451" y="265"/>
                  </a:cubicBezTo>
                  <a:close/>
                  <a:moveTo>
                    <a:pt x="57" y="2139"/>
                  </a:moveTo>
                  <a:cubicBezTo>
                    <a:pt x="52" y="2141"/>
                    <a:pt x="48" y="2128"/>
                    <a:pt x="43" y="2130"/>
                  </a:cubicBezTo>
                  <a:cubicBezTo>
                    <a:pt x="38" y="2120"/>
                    <a:pt x="28" y="2117"/>
                    <a:pt x="18" y="2109"/>
                  </a:cubicBezTo>
                  <a:cubicBezTo>
                    <a:pt x="12" y="2104"/>
                    <a:pt x="6" y="2099"/>
                    <a:pt x="0" y="2093"/>
                  </a:cubicBezTo>
                  <a:cubicBezTo>
                    <a:pt x="0" y="2105"/>
                    <a:pt x="0" y="2105"/>
                    <a:pt x="0" y="2105"/>
                  </a:cubicBezTo>
                  <a:cubicBezTo>
                    <a:pt x="5" y="2108"/>
                    <a:pt x="10" y="2111"/>
                    <a:pt x="15" y="2115"/>
                  </a:cubicBezTo>
                  <a:cubicBezTo>
                    <a:pt x="29" y="2128"/>
                    <a:pt x="43" y="2139"/>
                    <a:pt x="58" y="2150"/>
                  </a:cubicBezTo>
                  <a:cubicBezTo>
                    <a:pt x="60" y="2153"/>
                    <a:pt x="64" y="2157"/>
                    <a:pt x="67" y="2160"/>
                  </a:cubicBezTo>
                  <a:cubicBezTo>
                    <a:pt x="74" y="2160"/>
                    <a:pt x="74" y="2160"/>
                    <a:pt x="74" y="2160"/>
                  </a:cubicBezTo>
                  <a:cubicBezTo>
                    <a:pt x="72" y="2157"/>
                    <a:pt x="69" y="2154"/>
                    <a:pt x="67" y="2150"/>
                  </a:cubicBezTo>
                  <a:cubicBezTo>
                    <a:pt x="61" y="2143"/>
                    <a:pt x="59" y="2146"/>
                    <a:pt x="57" y="2139"/>
                  </a:cubicBezTo>
                  <a:close/>
                  <a:moveTo>
                    <a:pt x="0" y="2131"/>
                  </a:moveTo>
                  <a:cubicBezTo>
                    <a:pt x="0" y="2152"/>
                    <a:pt x="0" y="2152"/>
                    <a:pt x="0" y="2152"/>
                  </a:cubicBezTo>
                  <a:cubicBezTo>
                    <a:pt x="2" y="2155"/>
                    <a:pt x="4" y="2158"/>
                    <a:pt x="6" y="2160"/>
                  </a:cubicBezTo>
                  <a:cubicBezTo>
                    <a:pt x="18" y="2160"/>
                    <a:pt x="18" y="2160"/>
                    <a:pt x="18" y="2160"/>
                  </a:cubicBezTo>
                  <a:cubicBezTo>
                    <a:pt x="15" y="2155"/>
                    <a:pt x="11" y="2149"/>
                    <a:pt x="5" y="2144"/>
                  </a:cubicBezTo>
                  <a:cubicBezTo>
                    <a:pt x="4" y="2139"/>
                    <a:pt x="2" y="2135"/>
                    <a:pt x="0" y="2131"/>
                  </a:cubicBezTo>
                  <a:close/>
                  <a:moveTo>
                    <a:pt x="1714" y="33"/>
                  </a:moveTo>
                  <a:cubicBezTo>
                    <a:pt x="1718" y="31"/>
                    <a:pt x="1719" y="23"/>
                    <a:pt x="1721" y="17"/>
                  </a:cubicBezTo>
                  <a:cubicBezTo>
                    <a:pt x="1726" y="16"/>
                    <a:pt x="1724" y="2"/>
                    <a:pt x="1730" y="2"/>
                  </a:cubicBezTo>
                  <a:cubicBezTo>
                    <a:pt x="1730" y="1"/>
                    <a:pt x="1730" y="1"/>
                    <a:pt x="1730" y="0"/>
                  </a:cubicBezTo>
                  <a:cubicBezTo>
                    <a:pt x="1723" y="0"/>
                    <a:pt x="1723" y="0"/>
                    <a:pt x="1723" y="0"/>
                  </a:cubicBezTo>
                  <a:cubicBezTo>
                    <a:pt x="1720" y="5"/>
                    <a:pt x="1718" y="9"/>
                    <a:pt x="1715" y="13"/>
                  </a:cubicBezTo>
                  <a:cubicBezTo>
                    <a:pt x="1710" y="27"/>
                    <a:pt x="1705" y="42"/>
                    <a:pt x="1699" y="54"/>
                  </a:cubicBezTo>
                  <a:cubicBezTo>
                    <a:pt x="1702" y="61"/>
                    <a:pt x="1694" y="63"/>
                    <a:pt x="1693" y="72"/>
                  </a:cubicBezTo>
                  <a:cubicBezTo>
                    <a:pt x="1691" y="82"/>
                    <a:pt x="1692" y="83"/>
                    <a:pt x="1687" y="91"/>
                  </a:cubicBezTo>
                  <a:cubicBezTo>
                    <a:pt x="1685" y="88"/>
                    <a:pt x="1688" y="82"/>
                    <a:pt x="1687" y="77"/>
                  </a:cubicBezTo>
                  <a:cubicBezTo>
                    <a:pt x="1688" y="73"/>
                    <a:pt x="1690" y="68"/>
                    <a:pt x="1691" y="63"/>
                  </a:cubicBezTo>
                  <a:cubicBezTo>
                    <a:pt x="1692" y="53"/>
                    <a:pt x="1693" y="52"/>
                    <a:pt x="1696" y="39"/>
                  </a:cubicBezTo>
                  <a:cubicBezTo>
                    <a:pt x="1699" y="24"/>
                    <a:pt x="1705" y="13"/>
                    <a:pt x="1710" y="0"/>
                  </a:cubicBezTo>
                  <a:cubicBezTo>
                    <a:pt x="1703" y="0"/>
                    <a:pt x="1703" y="0"/>
                    <a:pt x="1703" y="0"/>
                  </a:cubicBezTo>
                  <a:cubicBezTo>
                    <a:pt x="1695" y="24"/>
                    <a:pt x="1693" y="32"/>
                    <a:pt x="1684" y="65"/>
                  </a:cubicBezTo>
                  <a:cubicBezTo>
                    <a:pt x="1684" y="77"/>
                    <a:pt x="1684" y="89"/>
                    <a:pt x="1679" y="103"/>
                  </a:cubicBezTo>
                  <a:cubicBezTo>
                    <a:pt x="1682" y="103"/>
                    <a:pt x="1685" y="103"/>
                    <a:pt x="1682" y="101"/>
                  </a:cubicBezTo>
                  <a:cubicBezTo>
                    <a:pt x="1684" y="98"/>
                    <a:pt x="1686" y="102"/>
                    <a:pt x="1686" y="104"/>
                  </a:cubicBezTo>
                  <a:cubicBezTo>
                    <a:pt x="1686" y="109"/>
                    <a:pt x="1678" y="118"/>
                    <a:pt x="1686" y="118"/>
                  </a:cubicBezTo>
                  <a:cubicBezTo>
                    <a:pt x="1691" y="95"/>
                    <a:pt x="1698" y="83"/>
                    <a:pt x="1700" y="65"/>
                  </a:cubicBezTo>
                  <a:cubicBezTo>
                    <a:pt x="1705" y="57"/>
                    <a:pt x="1709" y="44"/>
                    <a:pt x="1714" y="33"/>
                  </a:cubicBezTo>
                  <a:close/>
                  <a:moveTo>
                    <a:pt x="3158" y="1807"/>
                  </a:moveTo>
                  <a:cubicBezTo>
                    <a:pt x="3155" y="1805"/>
                    <a:pt x="3153" y="1805"/>
                    <a:pt x="3151" y="1805"/>
                  </a:cubicBezTo>
                  <a:cubicBezTo>
                    <a:pt x="3135" y="1790"/>
                    <a:pt x="3132" y="1787"/>
                    <a:pt x="3131" y="1789"/>
                  </a:cubicBezTo>
                  <a:cubicBezTo>
                    <a:pt x="3095" y="1762"/>
                    <a:pt x="3093" y="1759"/>
                    <a:pt x="3083" y="1754"/>
                  </a:cubicBezTo>
                  <a:cubicBezTo>
                    <a:pt x="3060" y="1715"/>
                    <a:pt x="3059" y="1709"/>
                    <a:pt x="3057" y="1703"/>
                  </a:cubicBezTo>
                  <a:cubicBezTo>
                    <a:pt x="3049" y="1705"/>
                    <a:pt x="3054" y="1709"/>
                    <a:pt x="3051" y="1715"/>
                  </a:cubicBezTo>
                  <a:cubicBezTo>
                    <a:pt x="3069" y="1745"/>
                    <a:pt x="3066" y="1750"/>
                    <a:pt x="3073" y="1753"/>
                  </a:cubicBezTo>
                  <a:cubicBezTo>
                    <a:pt x="3064" y="1757"/>
                    <a:pt x="3058" y="1755"/>
                    <a:pt x="3052" y="1750"/>
                  </a:cubicBezTo>
                  <a:cubicBezTo>
                    <a:pt x="3027" y="1719"/>
                    <a:pt x="3031" y="1715"/>
                    <a:pt x="3024" y="1713"/>
                  </a:cubicBezTo>
                  <a:cubicBezTo>
                    <a:pt x="3006" y="1687"/>
                    <a:pt x="3005" y="1680"/>
                    <a:pt x="2998" y="1674"/>
                  </a:cubicBezTo>
                  <a:cubicBezTo>
                    <a:pt x="2974" y="1614"/>
                    <a:pt x="2974" y="1605"/>
                    <a:pt x="2968" y="1597"/>
                  </a:cubicBezTo>
                  <a:cubicBezTo>
                    <a:pt x="2960" y="1561"/>
                    <a:pt x="2955" y="1552"/>
                    <a:pt x="2954" y="1543"/>
                  </a:cubicBezTo>
                  <a:cubicBezTo>
                    <a:pt x="2942" y="1487"/>
                    <a:pt x="2938" y="1485"/>
                    <a:pt x="2939" y="1483"/>
                  </a:cubicBezTo>
                  <a:cubicBezTo>
                    <a:pt x="2932" y="1458"/>
                    <a:pt x="2930" y="1454"/>
                    <a:pt x="2926" y="1451"/>
                  </a:cubicBezTo>
                  <a:cubicBezTo>
                    <a:pt x="2918" y="1423"/>
                    <a:pt x="2918" y="1412"/>
                    <a:pt x="2913" y="1416"/>
                  </a:cubicBezTo>
                  <a:cubicBezTo>
                    <a:pt x="2922" y="1441"/>
                    <a:pt x="2923" y="1444"/>
                    <a:pt x="2924" y="1447"/>
                  </a:cubicBezTo>
                  <a:cubicBezTo>
                    <a:pt x="2933" y="1489"/>
                    <a:pt x="2937" y="1499"/>
                    <a:pt x="2939" y="1510"/>
                  </a:cubicBezTo>
                  <a:cubicBezTo>
                    <a:pt x="2947" y="1546"/>
                    <a:pt x="2946" y="1552"/>
                    <a:pt x="2950" y="1556"/>
                  </a:cubicBezTo>
                  <a:cubicBezTo>
                    <a:pt x="2955" y="1583"/>
                    <a:pt x="2959" y="1585"/>
                    <a:pt x="2955" y="1588"/>
                  </a:cubicBezTo>
                  <a:cubicBezTo>
                    <a:pt x="2965" y="1615"/>
                    <a:pt x="2972" y="1624"/>
                    <a:pt x="2974" y="1635"/>
                  </a:cubicBezTo>
                  <a:cubicBezTo>
                    <a:pt x="3005" y="1703"/>
                    <a:pt x="3014" y="1707"/>
                    <a:pt x="3013" y="1713"/>
                  </a:cubicBezTo>
                  <a:cubicBezTo>
                    <a:pt x="3012" y="1729"/>
                    <a:pt x="3007" y="1712"/>
                    <a:pt x="2996" y="1704"/>
                  </a:cubicBezTo>
                  <a:cubicBezTo>
                    <a:pt x="2983" y="1672"/>
                    <a:pt x="2975" y="1670"/>
                    <a:pt x="2977" y="1666"/>
                  </a:cubicBezTo>
                  <a:cubicBezTo>
                    <a:pt x="2961" y="1640"/>
                    <a:pt x="2961" y="1632"/>
                    <a:pt x="2956" y="1626"/>
                  </a:cubicBezTo>
                  <a:cubicBezTo>
                    <a:pt x="2948" y="1598"/>
                    <a:pt x="2946" y="1591"/>
                    <a:pt x="2945" y="1584"/>
                  </a:cubicBezTo>
                  <a:cubicBezTo>
                    <a:pt x="2934" y="1529"/>
                    <a:pt x="2935" y="1525"/>
                    <a:pt x="2934" y="1522"/>
                  </a:cubicBezTo>
                  <a:cubicBezTo>
                    <a:pt x="2931" y="1493"/>
                    <a:pt x="2927" y="1487"/>
                    <a:pt x="2928" y="1479"/>
                  </a:cubicBezTo>
                  <a:cubicBezTo>
                    <a:pt x="2906" y="1410"/>
                    <a:pt x="2905" y="1403"/>
                    <a:pt x="2902" y="1396"/>
                  </a:cubicBezTo>
                  <a:cubicBezTo>
                    <a:pt x="2891" y="1385"/>
                    <a:pt x="2900" y="1391"/>
                    <a:pt x="2900" y="1400"/>
                  </a:cubicBezTo>
                  <a:cubicBezTo>
                    <a:pt x="2911" y="1442"/>
                    <a:pt x="2915" y="1445"/>
                    <a:pt x="2913" y="1450"/>
                  </a:cubicBezTo>
                  <a:cubicBezTo>
                    <a:pt x="2922" y="1477"/>
                    <a:pt x="2920" y="1480"/>
                    <a:pt x="2921" y="1482"/>
                  </a:cubicBezTo>
                  <a:cubicBezTo>
                    <a:pt x="2923" y="1506"/>
                    <a:pt x="2930" y="1509"/>
                    <a:pt x="2926" y="1514"/>
                  </a:cubicBezTo>
                  <a:cubicBezTo>
                    <a:pt x="2937" y="1582"/>
                    <a:pt x="2936" y="1585"/>
                    <a:pt x="2938" y="1587"/>
                  </a:cubicBezTo>
                  <a:cubicBezTo>
                    <a:pt x="2946" y="1620"/>
                    <a:pt x="2947" y="1623"/>
                    <a:pt x="2947" y="1628"/>
                  </a:cubicBezTo>
                  <a:cubicBezTo>
                    <a:pt x="2952" y="1638"/>
                    <a:pt x="2959" y="1643"/>
                    <a:pt x="2958" y="1648"/>
                  </a:cubicBezTo>
                  <a:cubicBezTo>
                    <a:pt x="2970" y="1669"/>
                    <a:pt x="2970" y="1675"/>
                    <a:pt x="2975" y="1680"/>
                  </a:cubicBezTo>
                  <a:cubicBezTo>
                    <a:pt x="2985" y="1703"/>
                    <a:pt x="2991" y="1708"/>
                    <a:pt x="2992" y="1715"/>
                  </a:cubicBezTo>
                  <a:cubicBezTo>
                    <a:pt x="2960" y="1672"/>
                    <a:pt x="2952" y="1665"/>
                    <a:pt x="2949" y="1657"/>
                  </a:cubicBezTo>
                  <a:cubicBezTo>
                    <a:pt x="2930" y="1604"/>
                    <a:pt x="2923" y="1599"/>
                    <a:pt x="2923" y="1593"/>
                  </a:cubicBezTo>
                  <a:cubicBezTo>
                    <a:pt x="2916" y="1554"/>
                    <a:pt x="2909" y="1552"/>
                    <a:pt x="2911" y="1548"/>
                  </a:cubicBezTo>
                  <a:cubicBezTo>
                    <a:pt x="2903" y="1513"/>
                    <a:pt x="2903" y="1506"/>
                    <a:pt x="2901" y="1500"/>
                  </a:cubicBezTo>
                  <a:cubicBezTo>
                    <a:pt x="2897" y="1475"/>
                    <a:pt x="2894" y="1469"/>
                    <a:pt x="2895" y="1462"/>
                  </a:cubicBezTo>
                  <a:cubicBezTo>
                    <a:pt x="2886" y="1404"/>
                    <a:pt x="2880" y="1402"/>
                    <a:pt x="2879" y="1399"/>
                  </a:cubicBezTo>
                  <a:cubicBezTo>
                    <a:pt x="2849" y="1306"/>
                    <a:pt x="2845" y="1298"/>
                    <a:pt x="2848" y="1289"/>
                  </a:cubicBezTo>
                  <a:cubicBezTo>
                    <a:pt x="2840" y="1270"/>
                    <a:pt x="2841" y="1277"/>
                    <a:pt x="2844" y="1284"/>
                  </a:cubicBezTo>
                  <a:cubicBezTo>
                    <a:pt x="2845" y="1328"/>
                    <a:pt x="2844" y="1332"/>
                    <a:pt x="2849" y="1334"/>
                  </a:cubicBezTo>
                  <a:cubicBezTo>
                    <a:pt x="2853" y="1401"/>
                    <a:pt x="2850" y="1416"/>
                    <a:pt x="2854" y="1429"/>
                  </a:cubicBezTo>
                  <a:cubicBezTo>
                    <a:pt x="2854" y="1447"/>
                    <a:pt x="2859" y="1448"/>
                    <a:pt x="2855" y="1451"/>
                  </a:cubicBezTo>
                  <a:cubicBezTo>
                    <a:pt x="2860" y="1486"/>
                    <a:pt x="2863" y="1500"/>
                    <a:pt x="2863" y="1514"/>
                  </a:cubicBezTo>
                  <a:cubicBezTo>
                    <a:pt x="2878" y="1567"/>
                    <a:pt x="2875" y="1571"/>
                    <a:pt x="2878" y="1574"/>
                  </a:cubicBezTo>
                  <a:cubicBezTo>
                    <a:pt x="2882" y="1588"/>
                    <a:pt x="2881" y="1592"/>
                    <a:pt x="2886" y="1594"/>
                  </a:cubicBezTo>
                  <a:cubicBezTo>
                    <a:pt x="2895" y="1630"/>
                    <a:pt x="2905" y="1631"/>
                    <a:pt x="2897" y="1633"/>
                  </a:cubicBezTo>
                  <a:cubicBezTo>
                    <a:pt x="2887" y="1603"/>
                    <a:pt x="2880" y="1602"/>
                    <a:pt x="2877" y="1599"/>
                  </a:cubicBezTo>
                  <a:cubicBezTo>
                    <a:pt x="2871" y="1576"/>
                    <a:pt x="2870" y="1573"/>
                    <a:pt x="2870" y="1571"/>
                  </a:cubicBezTo>
                  <a:cubicBezTo>
                    <a:pt x="2856" y="1524"/>
                    <a:pt x="2855" y="1519"/>
                    <a:pt x="2855" y="1514"/>
                  </a:cubicBezTo>
                  <a:cubicBezTo>
                    <a:pt x="2847" y="1481"/>
                    <a:pt x="2848" y="1476"/>
                    <a:pt x="2844" y="1472"/>
                  </a:cubicBezTo>
                  <a:cubicBezTo>
                    <a:pt x="2834" y="1424"/>
                    <a:pt x="2823" y="1421"/>
                    <a:pt x="2829" y="1415"/>
                  </a:cubicBezTo>
                  <a:cubicBezTo>
                    <a:pt x="2807" y="1354"/>
                    <a:pt x="2797" y="1336"/>
                    <a:pt x="2792" y="1317"/>
                  </a:cubicBezTo>
                  <a:cubicBezTo>
                    <a:pt x="2772" y="1287"/>
                    <a:pt x="2779" y="1281"/>
                    <a:pt x="2772" y="1278"/>
                  </a:cubicBezTo>
                  <a:cubicBezTo>
                    <a:pt x="2760" y="1259"/>
                    <a:pt x="2763" y="1254"/>
                    <a:pt x="2758" y="1250"/>
                  </a:cubicBezTo>
                  <a:cubicBezTo>
                    <a:pt x="2739" y="1219"/>
                    <a:pt x="2740" y="1214"/>
                    <a:pt x="2733" y="1210"/>
                  </a:cubicBezTo>
                  <a:cubicBezTo>
                    <a:pt x="2704" y="1176"/>
                    <a:pt x="2698" y="1167"/>
                    <a:pt x="2691" y="1158"/>
                  </a:cubicBezTo>
                  <a:cubicBezTo>
                    <a:pt x="2677" y="1152"/>
                    <a:pt x="2667" y="1150"/>
                    <a:pt x="2672" y="1156"/>
                  </a:cubicBezTo>
                  <a:cubicBezTo>
                    <a:pt x="2687" y="1171"/>
                    <a:pt x="2696" y="1174"/>
                    <a:pt x="2701" y="1178"/>
                  </a:cubicBezTo>
                  <a:cubicBezTo>
                    <a:pt x="2719" y="1217"/>
                    <a:pt x="2727" y="1221"/>
                    <a:pt x="2727" y="1227"/>
                  </a:cubicBezTo>
                  <a:cubicBezTo>
                    <a:pt x="2742" y="1266"/>
                    <a:pt x="2752" y="1271"/>
                    <a:pt x="2751" y="1277"/>
                  </a:cubicBezTo>
                  <a:cubicBezTo>
                    <a:pt x="2767" y="1314"/>
                    <a:pt x="2767" y="1317"/>
                    <a:pt x="2771" y="1319"/>
                  </a:cubicBezTo>
                  <a:cubicBezTo>
                    <a:pt x="2780" y="1351"/>
                    <a:pt x="2787" y="1356"/>
                    <a:pt x="2786" y="1363"/>
                  </a:cubicBezTo>
                  <a:cubicBezTo>
                    <a:pt x="2796" y="1382"/>
                    <a:pt x="2794" y="1385"/>
                    <a:pt x="2795" y="1388"/>
                  </a:cubicBezTo>
                  <a:cubicBezTo>
                    <a:pt x="2803" y="1417"/>
                    <a:pt x="2805" y="1420"/>
                    <a:pt x="2809" y="1423"/>
                  </a:cubicBezTo>
                  <a:cubicBezTo>
                    <a:pt x="2813" y="1444"/>
                    <a:pt x="2814" y="1447"/>
                    <a:pt x="2811" y="1450"/>
                  </a:cubicBezTo>
                  <a:cubicBezTo>
                    <a:pt x="2825" y="1491"/>
                    <a:pt x="2828" y="1493"/>
                    <a:pt x="2828" y="1496"/>
                  </a:cubicBezTo>
                  <a:cubicBezTo>
                    <a:pt x="2835" y="1522"/>
                    <a:pt x="2836" y="1525"/>
                    <a:pt x="2839" y="1527"/>
                  </a:cubicBezTo>
                  <a:cubicBezTo>
                    <a:pt x="2851" y="1580"/>
                    <a:pt x="2853" y="1585"/>
                    <a:pt x="2858" y="1589"/>
                  </a:cubicBezTo>
                  <a:cubicBezTo>
                    <a:pt x="2886" y="1644"/>
                    <a:pt x="2890" y="1655"/>
                    <a:pt x="2897" y="1665"/>
                  </a:cubicBezTo>
                  <a:cubicBezTo>
                    <a:pt x="2908" y="1689"/>
                    <a:pt x="2910" y="1697"/>
                    <a:pt x="2906" y="1694"/>
                  </a:cubicBezTo>
                  <a:cubicBezTo>
                    <a:pt x="2862" y="1637"/>
                    <a:pt x="2851" y="1606"/>
                    <a:pt x="2832" y="1577"/>
                  </a:cubicBezTo>
                  <a:cubicBezTo>
                    <a:pt x="2811" y="1528"/>
                    <a:pt x="2810" y="1524"/>
                    <a:pt x="2809" y="1520"/>
                  </a:cubicBezTo>
                  <a:cubicBezTo>
                    <a:pt x="2791" y="1470"/>
                    <a:pt x="2788" y="1454"/>
                    <a:pt x="2785" y="1438"/>
                  </a:cubicBezTo>
                  <a:cubicBezTo>
                    <a:pt x="2763" y="1361"/>
                    <a:pt x="2758" y="1353"/>
                    <a:pt x="2755" y="1345"/>
                  </a:cubicBezTo>
                  <a:cubicBezTo>
                    <a:pt x="2747" y="1318"/>
                    <a:pt x="2739" y="1315"/>
                    <a:pt x="2742" y="1310"/>
                  </a:cubicBezTo>
                  <a:cubicBezTo>
                    <a:pt x="2741" y="1318"/>
                    <a:pt x="2741" y="1322"/>
                    <a:pt x="2742" y="1326"/>
                  </a:cubicBezTo>
                  <a:cubicBezTo>
                    <a:pt x="2761" y="1380"/>
                    <a:pt x="2766" y="1383"/>
                    <a:pt x="2764" y="1388"/>
                  </a:cubicBezTo>
                  <a:cubicBezTo>
                    <a:pt x="2781" y="1433"/>
                    <a:pt x="2773" y="1439"/>
                    <a:pt x="2780" y="1443"/>
                  </a:cubicBezTo>
                  <a:cubicBezTo>
                    <a:pt x="2790" y="1491"/>
                    <a:pt x="2792" y="1496"/>
                    <a:pt x="2793" y="1501"/>
                  </a:cubicBezTo>
                  <a:cubicBezTo>
                    <a:pt x="2787" y="1502"/>
                    <a:pt x="2789" y="1498"/>
                    <a:pt x="2789" y="1496"/>
                  </a:cubicBezTo>
                  <a:cubicBezTo>
                    <a:pt x="2774" y="1451"/>
                    <a:pt x="2763" y="1443"/>
                    <a:pt x="2765" y="1433"/>
                  </a:cubicBezTo>
                  <a:cubicBezTo>
                    <a:pt x="2755" y="1409"/>
                    <a:pt x="2757" y="1406"/>
                    <a:pt x="2756" y="1403"/>
                  </a:cubicBezTo>
                  <a:cubicBezTo>
                    <a:pt x="2750" y="1380"/>
                    <a:pt x="2748" y="1378"/>
                    <a:pt x="2749" y="1375"/>
                  </a:cubicBezTo>
                  <a:cubicBezTo>
                    <a:pt x="2738" y="1336"/>
                    <a:pt x="2739" y="1326"/>
                    <a:pt x="2732" y="1317"/>
                  </a:cubicBezTo>
                  <a:cubicBezTo>
                    <a:pt x="2728" y="1292"/>
                    <a:pt x="2727" y="1288"/>
                    <a:pt x="2730" y="1289"/>
                  </a:cubicBezTo>
                  <a:cubicBezTo>
                    <a:pt x="2732" y="1282"/>
                    <a:pt x="2729" y="1282"/>
                    <a:pt x="2727" y="1282"/>
                  </a:cubicBezTo>
                  <a:cubicBezTo>
                    <a:pt x="2709" y="1224"/>
                    <a:pt x="2705" y="1217"/>
                    <a:pt x="2701" y="1210"/>
                  </a:cubicBezTo>
                  <a:cubicBezTo>
                    <a:pt x="2696" y="1199"/>
                    <a:pt x="2693" y="1203"/>
                    <a:pt x="2696" y="1206"/>
                  </a:cubicBezTo>
                  <a:cubicBezTo>
                    <a:pt x="2702" y="1235"/>
                    <a:pt x="2712" y="1241"/>
                    <a:pt x="2709" y="1249"/>
                  </a:cubicBezTo>
                  <a:cubicBezTo>
                    <a:pt x="2725" y="1297"/>
                    <a:pt x="2724" y="1301"/>
                    <a:pt x="2725" y="1304"/>
                  </a:cubicBezTo>
                  <a:cubicBezTo>
                    <a:pt x="2726" y="1320"/>
                    <a:pt x="2730" y="1323"/>
                    <a:pt x="2728" y="1327"/>
                  </a:cubicBezTo>
                  <a:cubicBezTo>
                    <a:pt x="2735" y="1366"/>
                    <a:pt x="2739" y="1368"/>
                    <a:pt x="2740" y="1372"/>
                  </a:cubicBezTo>
                  <a:cubicBezTo>
                    <a:pt x="2745" y="1391"/>
                    <a:pt x="2748" y="1399"/>
                    <a:pt x="2746" y="1407"/>
                  </a:cubicBezTo>
                  <a:cubicBezTo>
                    <a:pt x="2757" y="1429"/>
                    <a:pt x="2755" y="1432"/>
                    <a:pt x="2756" y="1435"/>
                  </a:cubicBezTo>
                  <a:cubicBezTo>
                    <a:pt x="2761" y="1455"/>
                    <a:pt x="2766" y="1459"/>
                    <a:pt x="2762" y="1465"/>
                  </a:cubicBezTo>
                  <a:cubicBezTo>
                    <a:pt x="2789" y="1521"/>
                    <a:pt x="2792" y="1525"/>
                    <a:pt x="2789" y="1530"/>
                  </a:cubicBezTo>
                  <a:cubicBezTo>
                    <a:pt x="2809" y="1580"/>
                    <a:pt x="2816" y="1588"/>
                    <a:pt x="2818" y="1597"/>
                  </a:cubicBezTo>
                  <a:cubicBezTo>
                    <a:pt x="2846" y="1638"/>
                    <a:pt x="2843" y="1644"/>
                    <a:pt x="2851" y="1647"/>
                  </a:cubicBezTo>
                  <a:cubicBezTo>
                    <a:pt x="2857" y="1651"/>
                    <a:pt x="2858" y="1648"/>
                    <a:pt x="2855" y="1645"/>
                  </a:cubicBezTo>
                  <a:cubicBezTo>
                    <a:pt x="2847" y="1622"/>
                    <a:pt x="2838" y="1620"/>
                    <a:pt x="2840" y="1616"/>
                  </a:cubicBezTo>
                  <a:cubicBezTo>
                    <a:pt x="2807" y="1551"/>
                    <a:pt x="2804" y="1544"/>
                    <a:pt x="2803" y="1537"/>
                  </a:cubicBezTo>
                  <a:cubicBezTo>
                    <a:pt x="2799" y="1521"/>
                    <a:pt x="2796" y="1518"/>
                    <a:pt x="2800" y="1519"/>
                  </a:cubicBezTo>
                  <a:cubicBezTo>
                    <a:pt x="2808" y="1542"/>
                    <a:pt x="2809" y="1548"/>
                    <a:pt x="2813" y="1554"/>
                  </a:cubicBezTo>
                  <a:cubicBezTo>
                    <a:pt x="2824" y="1583"/>
                    <a:pt x="2831" y="1585"/>
                    <a:pt x="2829" y="1588"/>
                  </a:cubicBezTo>
                  <a:cubicBezTo>
                    <a:pt x="2842" y="1611"/>
                    <a:pt x="2844" y="1617"/>
                    <a:pt x="2849" y="1622"/>
                  </a:cubicBezTo>
                  <a:cubicBezTo>
                    <a:pt x="2854" y="1643"/>
                    <a:pt x="2867" y="1644"/>
                    <a:pt x="2863" y="1648"/>
                  </a:cubicBezTo>
                  <a:cubicBezTo>
                    <a:pt x="2874" y="1665"/>
                    <a:pt x="2880" y="1668"/>
                    <a:pt x="2881" y="1672"/>
                  </a:cubicBezTo>
                  <a:cubicBezTo>
                    <a:pt x="2867" y="1679"/>
                    <a:pt x="2862" y="1674"/>
                    <a:pt x="2858" y="1675"/>
                  </a:cubicBezTo>
                  <a:cubicBezTo>
                    <a:pt x="2840" y="1657"/>
                    <a:pt x="2839" y="1651"/>
                    <a:pt x="2833" y="1646"/>
                  </a:cubicBezTo>
                  <a:cubicBezTo>
                    <a:pt x="2813" y="1626"/>
                    <a:pt x="2811" y="1624"/>
                    <a:pt x="2808" y="1621"/>
                  </a:cubicBezTo>
                  <a:cubicBezTo>
                    <a:pt x="2784" y="1586"/>
                    <a:pt x="2782" y="1584"/>
                    <a:pt x="2782" y="1581"/>
                  </a:cubicBezTo>
                  <a:cubicBezTo>
                    <a:pt x="2753" y="1534"/>
                    <a:pt x="2757" y="1527"/>
                    <a:pt x="2750" y="1522"/>
                  </a:cubicBezTo>
                  <a:cubicBezTo>
                    <a:pt x="2742" y="1503"/>
                    <a:pt x="2741" y="1500"/>
                    <a:pt x="2740" y="1498"/>
                  </a:cubicBezTo>
                  <a:cubicBezTo>
                    <a:pt x="2735" y="1477"/>
                    <a:pt x="2729" y="1475"/>
                    <a:pt x="2729" y="1472"/>
                  </a:cubicBezTo>
                  <a:cubicBezTo>
                    <a:pt x="2717" y="1432"/>
                    <a:pt x="2715" y="1427"/>
                    <a:pt x="2713" y="1422"/>
                  </a:cubicBezTo>
                  <a:cubicBezTo>
                    <a:pt x="2707" y="1382"/>
                    <a:pt x="2701" y="1380"/>
                    <a:pt x="2700" y="1377"/>
                  </a:cubicBezTo>
                  <a:cubicBezTo>
                    <a:pt x="2694" y="1327"/>
                    <a:pt x="2686" y="1323"/>
                    <a:pt x="2688" y="1316"/>
                  </a:cubicBezTo>
                  <a:cubicBezTo>
                    <a:pt x="2675" y="1280"/>
                    <a:pt x="2685" y="1274"/>
                    <a:pt x="2678" y="1273"/>
                  </a:cubicBezTo>
                  <a:cubicBezTo>
                    <a:pt x="2664" y="1216"/>
                    <a:pt x="2663" y="1205"/>
                    <a:pt x="2657" y="1194"/>
                  </a:cubicBezTo>
                  <a:cubicBezTo>
                    <a:pt x="2642" y="1140"/>
                    <a:pt x="2641" y="1137"/>
                    <a:pt x="2642" y="1134"/>
                  </a:cubicBezTo>
                  <a:cubicBezTo>
                    <a:pt x="2635" y="1113"/>
                    <a:pt x="2634" y="1110"/>
                    <a:pt x="2634" y="1107"/>
                  </a:cubicBezTo>
                  <a:cubicBezTo>
                    <a:pt x="2615" y="1061"/>
                    <a:pt x="2615" y="1053"/>
                    <a:pt x="2612" y="1045"/>
                  </a:cubicBezTo>
                  <a:cubicBezTo>
                    <a:pt x="2569" y="975"/>
                    <a:pt x="2573" y="967"/>
                    <a:pt x="2565" y="962"/>
                  </a:cubicBezTo>
                  <a:cubicBezTo>
                    <a:pt x="2564" y="964"/>
                    <a:pt x="2567" y="984"/>
                    <a:pt x="2581" y="1001"/>
                  </a:cubicBezTo>
                  <a:cubicBezTo>
                    <a:pt x="2593" y="1031"/>
                    <a:pt x="2587" y="1036"/>
                    <a:pt x="2590" y="1039"/>
                  </a:cubicBezTo>
                  <a:cubicBezTo>
                    <a:pt x="2593" y="1066"/>
                    <a:pt x="2592" y="1072"/>
                    <a:pt x="2598" y="1078"/>
                  </a:cubicBezTo>
                  <a:cubicBezTo>
                    <a:pt x="2600" y="1131"/>
                    <a:pt x="2604" y="1143"/>
                    <a:pt x="2603" y="1157"/>
                  </a:cubicBezTo>
                  <a:cubicBezTo>
                    <a:pt x="2611" y="1222"/>
                    <a:pt x="2612" y="1229"/>
                    <a:pt x="2611" y="1236"/>
                  </a:cubicBezTo>
                  <a:cubicBezTo>
                    <a:pt x="2616" y="1268"/>
                    <a:pt x="2615" y="1272"/>
                    <a:pt x="2616" y="1276"/>
                  </a:cubicBezTo>
                  <a:cubicBezTo>
                    <a:pt x="2627" y="1307"/>
                    <a:pt x="2618" y="1313"/>
                    <a:pt x="2624" y="1315"/>
                  </a:cubicBezTo>
                  <a:cubicBezTo>
                    <a:pt x="2624" y="1341"/>
                    <a:pt x="2628" y="1347"/>
                    <a:pt x="2630" y="1353"/>
                  </a:cubicBezTo>
                  <a:cubicBezTo>
                    <a:pt x="2640" y="1406"/>
                    <a:pt x="2644" y="1418"/>
                    <a:pt x="2648" y="1431"/>
                  </a:cubicBezTo>
                  <a:cubicBezTo>
                    <a:pt x="2672" y="1494"/>
                    <a:pt x="2679" y="1519"/>
                    <a:pt x="2697" y="1542"/>
                  </a:cubicBezTo>
                  <a:cubicBezTo>
                    <a:pt x="2719" y="1582"/>
                    <a:pt x="2726" y="1584"/>
                    <a:pt x="2725" y="1587"/>
                  </a:cubicBezTo>
                  <a:cubicBezTo>
                    <a:pt x="2737" y="1611"/>
                    <a:pt x="2733" y="1608"/>
                    <a:pt x="2729" y="1605"/>
                  </a:cubicBezTo>
                  <a:cubicBezTo>
                    <a:pt x="2723" y="1602"/>
                    <a:pt x="2721" y="1601"/>
                    <a:pt x="2719" y="1601"/>
                  </a:cubicBezTo>
                  <a:cubicBezTo>
                    <a:pt x="2684" y="1558"/>
                    <a:pt x="2688" y="1550"/>
                    <a:pt x="2678" y="1545"/>
                  </a:cubicBezTo>
                  <a:cubicBezTo>
                    <a:pt x="2663" y="1519"/>
                    <a:pt x="2656" y="1513"/>
                    <a:pt x="2657" y="1505"/>
                  </a:cubicBezTo>
                  <a:cubicBezTo>
                    <a:pt x="2638" y="1461"/>
                    <a:pt x="2631" y="1459"/>
                    <a:pt x="2633" y="1455"/>
                  </a:cubicBezTo>
                  <a:cubicBezTo>
                    <a:pt x="2618" y="1407"/>
                    <a:pt x="2611" y="1398"/>
                    <a:pt x="2615" y="1388"/>
                  </a:cubicBezTo>
                  <a:cubicBezTo>
                    <a:pt x="2603" y="1339"/>
                    <a:pt x="2605" y="1334"/>
                    <a:pt x="2601" y="1329"/>
                  </a:cubicBezTo>
                  <a:cubicBezTo>
                    <a:pt x="2603" y="1313"/>
                    <a:pt x="2596" y="1309"/>
                    <a:pt x="2601" y="1302"/>
                  </a:cubicBezTo>
                  <a:cubicBezTo>
                    <a:pt x="2595" y="1232"/>
                    <a:pt x="2596" y="1221"/>
                    <a:pt x="2593" y="1211"/>
                  </a:cubicBezTo>
                  <a:cubicBezTo>
                    <a:pt x="2593" y="1171"/>
                    <a:pt x="2592" y="1168"/>
                    <a:pt x="2592" y="1166"/>
                  </a:cubicBezTo>
                  <a:cubicBezTo>
                    <a:pt x="2585" y="1131"/>
                    <a:pt x="2588" y="1110"/>
                    <a:pt x="2585" y="1090"/>
                  </a:cubicBezTo>
                  <a:cubicBezTo>
                    <a:pt x="2577" y="1051"/>
                    <a:pt x="2577" y="1041"/>
                    <a:pt x="2571" y="1032"/>
                  </a:cubicBezTo>
                  <a:cubicBezTo>
                    <a:pt x="2548" y="965"/>
                    <a:pt x="2541" y="957"/>
                    <a:pt x="2540" y="948"/>
                  </a:cubicBezTo>
                  <a:cubicBezTo>
                    <a:pt x="2522" y="912"/>
                    <a:pt x="2517" y="903"/>
                    <a:pt x="2511" y="894"/>
                  </a:cubicBezTo>
                  <a:cubicBezTo>
                    <a:pt x="2495" y="873"/>
                    <a:pt x="2491" y="870"/>
                    <a:pt x="2489" y="872"/>
                  </a:cubicBezTo>
                  <a:cubicBezTo>
                    <a:pt x="2516" y="912"/>
                    <a:pt x="2519" y="916"/>
                    <a:pt x="2519" y="921"/>
                  </a:cubicBezTo>
                  <a:cubicBezTo>
                    <a:pt x="2535" y="961"/>
                    <a:pt x="2536" y="963"/>
                    <a:pt x="2537" y="964"/>
                  </a:cubicBezTo>
                  <a:cubicBezTo>
                    <a:pt x="2545" y="985"/>
                    <a:pt x="2546" y="987"/>
                    <a:pt x="2547" y="989"/>
                  </a:cubicBezTo>
                  <a:cubicBezTo>
                    <a:pt x="2553" y="1015"/>
                    <a:pt x="2554" y="1019"/>
                    <a:pt x="2556" y="1024"/>
                  </a:cubicBezTo>
                  <a:cubicBezTo>
                    <a:pt x="2563" y="1103"/>
                    <a:pt x="2562" y="1107"/>
                    <a:pt x="2564" y="1110"/>
                  </a:cubicBezTo>
                  <a:cubicBezTo>
                    <a:pt x="2564" y="1125"/>
                    <a:pt x="2564" y="1132"/>
                    <a:pt x="2566" y="1138"/>
                  </a:cubicBezTo>
                  <a:cubicBezTo>
                    <a:pt x="2561" y="1174"/>
                    <a:pt x="2570" y="1176"/>
                    <a:pt x="2567" y="1180"/>
                  </a:cubicBezTo>
                  <a:cubicBezTo>
                    <a:pt x="2571" y="1227"/>
                    <a:pt x="2573" y="1230"/>
                    <a:pt x="2570" y="1235"/>
                  </a:cubicBezTo>
                  <a:cubicBezTo>
                    <a:pt x="2573" y="1249"/>
                    <a:pt x="2574" y="1253"/>
                    <a:pt x="2573" y="1258"/>
                  </a:cubicBezTo>
                  <a:cubicBezTo>
                    <a:pt x="2576" y="1305"/>
                    <a:pt x="2575" y="1313"/>
                    <a:pt x="2575" y="1322"/>
                  </a:cubicBezTo>
                  <a:cubicBezTo>
                    <a:pt x="2578" y="1352"/>
                    <a:pt x="2579" y="1356"/>
                    <a:pt x="2584" y="1359"/>
                  </a:cubicBezTo>
                  <a:cubicBezTo>
                    <a:pt x="2589" y="1406"/>
                    <a:pt x="2594" y="1414"/>
                    <a:pt x="2593" y="1423"/>
                  </a:cubicBezTo>
                  <a:cubicBezTo>
                    <a:pt x="2604" y="1454"/>
                    <a:pt x="2606" y="1459"/>
                    <a:pt x="2608" y="1465"/>
                  </a:cubicBezTo>
                  <a:cubicBezTo>
                    <a:pt x="2608" y="1472"/>
                    <a:pt x="2606" y="1464"/>
                    <a:pt x="2600" y="1457"/>
                  </a:cubicBezTo>
                  <a:cubicBezTo>
                    <a:pt x="2589" y="1423"/>
                    <a:pt x="2580" y="1416"/>
                    <a:pt x="2578" y="1408"/>
                  </a:cubicBezTo>
                  <a:cubicBezTo>
                    <a:pt x="2568" y="1371"/>
                    <a:pt x="2571" y="1367"/>
                    <a:pt x="2570" y="1364"/>
                  </a:cubicBezTo>
                  <a:cubicBezTo>
                    <a:pt x="2564" y="1333"/>
                    <a:pt x="2563" y="1329"/>
                    <a:pt x="2562" y="1324"/>
                  </a:cubicBezTo>
                  <a:cubicBezTo>
                    <a:pt x="2557" y="1275"/>
                    <a:pt x="2551" y="1267"/>
                    <a:pt x="2555" y="1257"/>
                  </a:cubicBezTo>
                  <a:cubicBezTo>
                    <a:pt x="2545" y="1222"/>
                    <a:pt x="2544" y="1213"/>
                    <a:pt x="2543" y="1204"/>
                  </a:cubicBezTo>
                  <a:cubicBezTo>
                    <a:pt x="2538" y="1174"/>
                    <a:pt x="2541" y="1168"/>
                    <a:pt x="2538" y="1164"/>
                  </a:cubicBezTo>
                  <a:cubicBezTo>
                    <a:pt x="2538" y="1118"/>
                    <a:pt x="2536" y="1114"/>
                    <a:pt x="2535" y="1110"/>
                  </a:cubicBezTo>
                  <a:cubicBezTo>
                    <a:pt x="2523" y="1023"/>
                    <a:pt x="2516" y="1004"/>
                    <a:pt x="2513" y="985"/>
                  </a:cubicBezTo>
                  <a:cubicBezTo>
                    <a:pt x="2497" y="937"/>
                    <a:pt x="2492" y="933"/>
                    <a:pt x="2491" y="928"/>
                  </a:cubicBezTo>
                  <a:cubicBezTo>
                    <a:pt x="2456" y="864"/>
                    <a:pt x="2445" y="856"/>
                    <a:pt x="2440" y="847"/>
                  </a:cubicBezTo>
                  <a:cubicBezTo>
                    <a:pt x="2423" y="825"/>
                    <a:pt x="2418" y="822"/>
                    <a:pt x="2416" y="824"/>
                  </a:cubicBezTo>
                  <a:cubicBezTo>
                    <a:pt x="2466" y="889"/>
                    <a:pt x="2465" y="895"/>
                    <a:pt x="2471" y="899"/>
                  </a:cubicBezTo>
                  <a:cubicBezTo>
                    <a:pt x="2480" y="926"/>
                    <a:pt x="2487" y="927"/>
                    <a:pt x="2484" y="931"/>
                  </a:cubicBezTo>
                  <a:cubicBezTo>
                    <a:pt x="2502" y="971"/>
                    <a:pt x="2500" y="978"/>
                    <a:pt x="2504" y="984"/>
                  </a:cubicBezTo>
                  <a:cubicBezTo>
                    <a:pt x="2519" y="1035"/>
                    <a:pt x="2519" y="1048"/>
                    <a:pt x="2521" y="1061"/>
                  </a:cubicBezTo>
                  <a:cubicBezTo>
                    <a:pt x="2523" y="1094"/>
                    <a:pt x="2525" y="1097"/>
                    <a:pt x="2525" y="1101"/>
                  </a:cubicBezTo>
                  <a:cubicBezTo>
                    <a:pt x="2530" y="1187"/>
                    <a:pt x="2534" y="1193"/>
                    <a:pt x="2533" y="1200"/>
                  </a:cubicBezTo>
                  <a:cubicBezTo>
                    <a:pt x="2541" y="1242"/>
                    <a:pt x="2547" y="1244"/>
                    <a:pt x="2542" y="1248"/>
                  </a:cubicBezTo>
                  <a:cubicBezTo>
                    <a:pt x="2540" y="1238"/>
                    <a:pt x="2532" y="1221"/>
                    <a:pt x="2533" y="1203"/>
                  </a:cubicBezTo>
                  <a:cubicBezTo>
                    <a:pt x="2506" y="1094"/>
                    <a:pt x="2505" y="1090"/>
                    <a:pt x="2507" y="1085"/>
                  </a:cubicBezTo>
                  <a:cubicBezTo>
                    <a:pt x="2491" y="1037"/>
                    <a:pt x="2485" y="1030"/>
                    <a:pt x="2484" y="1021"/>
                  </a:cubicBezTo>
                  <a:cubicBezTo>
                    <a:pt x="2470" y="978"/>
                    <a:pt x="2464" y="974"/>
                    <a:pt x="2463" y="970"/>
                  </a:cubicBezTo>
                  <a:cubicBezTo>
                    <a:pt x="2425" y="913"/>
                    <a:pt x="2420" y="905"/>
                    <a:pt x="2415" y="896"/>
                  </a:cubicBezTo>
                  <a:cubicBezTo>
                    <a:pt x="2347" y="844"/>
                    <a:pt x="2367" y="846"/>
                    <a:pt x="2364" y="851"/>
                  </a:cubicBezTo>
                  <a:cubicBezTo>
                    <a:pt x="2398" y="881"/>
                    <a:pt x="2395" y="885"/>
                    <a:pt x="2401" y="887"/>
                  </a:cubicBezTo>
                  <a:cubicBezTo>
                    <a:pt x="2420" y="914"/>
                    <a:pt x="2421" y="917"/>
                    <a:pt x="2423" y="920"/>
                  </a:cubicBezTo>
                  <a:cubicBezTo>
                    <a:pt x="2470" y="1009"/>
                    <a:pt x="2477" y="1021"/>
                    <a:pt x="2479" y="1033"/>
                  </a:cubicBezTo>
                  <a:cubicBezTo>
                    <a:pt x="2487" y="1057"/>
                    <a:pt x="2492" y="1063"/>
                    <a:pt x="2491" y="1070"/>
                  </a:cubicBezTo>
                  <a:cubicBezTo>
                    <a:pt x="2500" y="1118"/>
                    <a:pt x="2507" y="1120"/>
                    <a:pt x="2505" y="1124"/>
                  </a:cubicBezTo>
                  <a:cubicBezTo>
                    <a:pt x="2516" y="1167"/>
                    <a:pt x="2521" y="1173"/>
                    <a:pt x="2519" y="1180"/>
                  </a:cubicBezTo>
                  <a:cubicBezTo>
                    <a:pt x="2529" y="1223"/>
                    <a:pt x="2528" y="1227"/>
                    <a:pt x="2528" y="1231"/>
                  </a:cubicBezTo>
                  <a:cubicBezTo>
                    <a:pt x="2535" y="1259"/>
                    <a:pt x="2536" y="1263"/>
                    <a:pt x="2535" y="1267"/>
                  </a:cubicBezTo>
                  <a:cubicBezTo>
                    <a:pt x="2543" y="1307"/>
                    <a:pt x="2545" y="1311"/>
                    <a:pt x="2545" y="1315"/>
                  </a:cubicBezTo>
                  <a:cubicBezTo>
                    <a:pt x="2549" y="1346"/>
                    <a:pt x="2551" y="1354"/>
                    <a:pt x="2556" y="1362"/>
                  </a:cubicBezTo>
                  <a:cubicBezTo>
                    <a:pt x="2566" y="1400"/>
                    <a:pt x="2567" y="1402"/>
                    <a:pt x="2567" y="1403"/>
                  </a:cubicBezTo>
                  <a:cubicBezTo>
                    <a:pt x="2547" y="1372"/>
                    <a:pt x="2545" y="1368"/>
                    <a:pt x="2541" y="1365"/>
                  </a:cubicBezTo>
                  <a:cubicBezTo>
                    <a:pt x="2530" y="1327"/>
                    <a:pt x="2528" y="1322"/>
                    <a:pt x="2528" y="1317"/>
                  </a:cubicBezTo>
                  <a:cubicBezTo>
                    <a:pt x="2519" y="1281"/>
                    <a:pt x="2515" y="1276"/>
                    <a:pt x="2514" y="1271"/>
                  </a:cubicBezTo>
                  <a:cubicBezTo>
                    <a:pt x="2501" y="1222"/>
                    <a:pt x="2501" y="1220"/>
                    <a:pt x="2503" y="1217"/>
                  </a:cubicBezTo>
                  <a:cubicBezTo>
                    <a:pt x="2493" y="1184"/>
                    <a:pt x="2494" y="1173"/>
                    <a:pt x="2489" y="1163"/>
                  </a:cubicBezTo>
                  <a:cubicBezTo>
                    <a:pt x="2478" y="1123"/>
                    <a:pt x="2479" y="1120"/>
                    <a:pt x="2477" y="1118"/>
                  </a:cubicBezTo>
                  <a:cubicBezTo>
                    <a:pt x="2465" y="1061"/>
                    <a:pt x="2464" y="1050"/>
                    <a:pt x="2458" y="1040"/>
                  </a:cubicBezTo>
                  <a:cubicBezTo>
                    <a:pt x="2438" y="969"/>
                    <a:pt x="2428" y="961"/>
                    <a:pt x="2429" y="950"/>
                  </a:cubicBezTo>
                  <a:cubicBezTo>
                    <a:pt x="2404" y="901"/>
                    <a:pt x="2405" y="895"/>
                    <a:pt x="2398" y="890"/>
                  </a:cubicBezTo>
                  <a:cubicBezTo>
                    <a:pt x="2373" y="865"/>
                    <a:pt x="2373" y="859"/>
                    <a:pt x="2370" y="861"/>
                  </a:cubicBezTo>
                  <a:cubicBezTo>
                    <a:pt x="2414" y="928"/>
                    <a:pt x="2413" y="940"/>
                    <a:pt x="2421" y="950"/>
                  </a:cubicBezTo>
                  <a:cubicBezTo>
                    <a:pt x="2424" y="979"/>
                    <a:pt x="2436" y="980"/>
                    <a:pt x="2433" y="984"/>
                  </a:cubicBezTo>
                  <a:cubicBezTo>
                    <a:pt x="2445" y="1019"/>
                    <a:pt x="2445" y="1021"/>
                    <a:pt x="2449" y="1023"/>
                  </a:cubicBezTo>
                  <a:cubicBezTo>
                    <a:pt x="2456" y="1056"/>
                    <a:pt x="2458" y="1061"/>
                    <a:pt x="2459" y="1067"/>
                  </a:cubicBezTo>
                  <a:cubicBezTo>
                    <a:pt x="2468" y="1089"/>
                    <a:pt x="2462" y="1096"/>
                    <a:pt x="2467" y="1101"/>
                  </a:cubicBezTo>
                  <a:cubicBezTo>
                    <a:pt x="2478" y="1155"/>
                    <a:pt x="2481" y="1157"/>
                    <a:pt x="2481" y="1160"/>
                  </a:cubicBezTo>
                  <a:cubicBezTo>
                    <a:pt x="2486" y="1197"/>
                    <a:pt x="2492" y="1207"/>
                    <a:pt x="2494" y="1218"/>
                  </a:cubicBezTo>
                  <a:cubicBezTo>
                    <a:pt x="2496" y="1246"/>
                    <a:pt x="2503" y="1248"/>
                    <a:pt x="2501" y="1252"/>
                  </a:cubicBezTo>
                  <a:cubicBezTo>
                    <a:pt x="2511" y="1278"/>
                    <a:pt x="2507" y="1282"/>
                    <a:pt x="2510" y="1284"/>
                  </a:cubicBezTo>
                  <a:cubicBezTo>
                    <a:pt x="2521" y="1328"/>
                    <a:pt x="2527" y="1339"/>
                    <a:pt x="2530" y="1350"/>
                  </a:cubicBezTo>
                  <a:cubicBezTo>
                    <a:pt x="2536" y="1372"/>
                    <a:pt x="2540" y="1377"/>
                    <a:pt x="2540" y="1382"/>
                  </a:cubicBezTo>
                  <a:cubicBezTo>
                    <a:pt x="2558" y="1416"/>
                    <a:pt x="2567" y="1421"/>
                    <a:pt x="2564" y="1428"/>
                  </a:cubicBezTo>
                  <a:cubicBezTo>
                    <a:pt x="2586" y="1475"/>
                    <a:pt x="2600" y="1476"/>
                    <a:pt x="2595" y="1480"/>
                  </a:cubicBezTo>
                  <a:cubicBezTo>
                    <a:pt x="2603" y="1500"/>
                    <a:pt x="2610" y="1502"/>
                    <a:pt x="2610" y="1505"/>
                  </a:cubicBezTo>
                  <a:cubicBezTo>
                    <a:pt x="2629" y="1535"/>
                    <a:pt x="2628" y="1540"/>
                    <a:pt x="2635" y="1543"/>
                  </a:cubicBezTo>
                  <a:cubicBezTo>
                    <a:pt x="2632" y="1550"/>
                    <a:pt x="2641" y="1552"/>
                    <a:pt x="2639" y="1556"/>
                  </a:cubicBezTo>
                  <a:cubicBezTo>
                    <a:pt x="2553" y="1493"/>
                    <a:pt x="2545" y="1489"/>
                    <a:pt x="2546" y="1483"/>
                  </a:cubicBezTo>
                  <a:cubicBezTo>
                    <a:pt x="2498" y="1431"/>
                    <a:pt x="2494" y="1426"/>
                    <a:pt x="2491" y="1420"/>
                  </a:cubicBezTo>
                  <a:cubicBezTo>
                    <a:pt x="2460" y="1376"/>
                    <a:pt x="2458" y="1364"/>
                    <a:pt x="2452" y="1353"/>
                  </a:cubicBezTo>
                  <a:cubicBezTo>
                    <a:pt x="2433" y="1313"/>
                    <a:pt x="2438" y="1305"/>
                    <a:pt x="2429" y="1301"/>
                  </a:cubicBezTo>
                  <a:cubicBezTo>
                    <a:pt x="2410" y="1264"/>
                    <a:pt x="2414" y="1260"/>
                    <a:pt x="2414" y="1257"/>
                  </a:cubicBezTo>
                  <a:cubicBezTo>
                    <a:pt x="2405" y="1236"/>
                    <a:pt x="2404" y="1233"/>
                    <a:pt x="2402" y="1231"/>
                  </a:cubicBezTo>
                  <a:cubicBezTo>
                    <a:pt x="2389" y="1192"/>
                    <a:pt x="2377" y="1192"/>
                    <a:pt x="2384" y="1187"/>
                  </a:cubicBezTo>
                  <a:cubicBezTo>
                    <a:pt x="2354" y="1133"/>
                    <a:pt x="2351" y="1121"/>
                    <a:pt x="2343" y="1110"/>
                  </a:cubicBezTo>
                  <a:cubicBezTo>
                    <a:pt x="2320" y="1065"/>
                    <a:pt x="2318" y="1062"/>
                    <a:pt x="2314" y="1060"/>
                  </a:cubicBezTo>
                  <a:cubicBezTo>
                    <a:pt x="2282" y="1003"/>
                    <a:pt x="2272" y="999"/>
                    <a:pt x="2273" y="992"/>
                  </a:cubicBezTo>
                  <a:cubicBezTo>
                    <a:pt x="2249" y="966"/>
                    <a:pt x="2245" y="954"/>
                    <a:pt x="2228" y="945"/>
                  </a:cubicBezTo>
                  <a:cubicBezTo>
                    <a:pt x="2207" y="915"/>
                    <a:pt x="2197" y="908"/>
                    <a:pt x="2190" y="901"/>
                  </a:cubicBezTo>
                  <a:cubicBezTo>
                    <a:pt x="2128" y="855"/>
                    <a:pt x="2122" y="846"/>
                    <a:pt x="2119" y="853"/>
                  </a:cubicBezTo>
                  <a:cubicBezTo>
                    <a:pt x="2131" y="868"/>
                    <a:pt x="2135" y="869"/>
                    <a:pt x="2138" y="869"/>
                  </a:cubicBezTo>
                  <a:cubicBezTo>
                    <a:pt x="2175" y="901"/>
                    <a:pt x="2188" y="909"/>
                    <a:pt x="2196" y="918"/>
                  </a:cubicBezTo>
                  <a:cubicBezTo>
                    <a:pt x="2232" y="953"/>
                    <a:pt x="2235" y="963"/>
                    <a:pt x="2245" y="971"/>
                  </a:cubicBezTo>
                  <a:cubicBezTo>
                    <a:pt x="2282" y="1016"/>
                    <a:pt x="2282" y="1022"/>
                    <a:pt x="2287" y="1026"/>
                  </a:cubicBezTo>
                  <a:cubicBezTo>
                    <a:pt x="2295" y="1045"/>
                    <a:pt x="2301" y="1049"/>
                    <a:pt x="2302" y="1054"/>
                  </a:cubicBezTo>
                  <a:cubicBezTo>
                    <a:pt x="2320" y="1087"/>
                    <a:pt x="2327" y="1091"/>
                    <a:pt x="2327" y="1096"/>
                  </a:cubicBezTo>
                  <a:cubicBezTo>
                    <a:pt x="2346" y="1129"/>
                    <a:pt x="2346" y="1134"/>
                    <a:pt x="2351" y="1139"/>
                  </a:cubicBezTo>
                  <a:cubicBezTo>
                    <a:pt x="2361" y="1163"/>
                    <a:pt x="2363" y="1166"/>
                    <a:pt x="2368" y="1168"/>
                  </a:cubicBezTo>
                  <a:cubicBezTo>
                    <a:pt x="2377" y="1209"/>
                    <a:pt x="2389" y="1211"/>
                    <a:pt x="2385" y="1217"/>
                  </a:cubicBezTo>
                  <a:cubicBezTo>
                    <a:pt x="2399" y="1258"/>
                    <a:pt x="2404" y="1262"/>
                    <a:pt x="2408" y="1266"/>
                  </a:cubicBezTo>
                  <a:cubicBezTo>
                    <a:pt x="2419" y="1293"/>
                    <a:pt x="2415" y="1298"/>
                    <a:pt x="2421" y="1301"/>
                  </a:cubicBezTo>
                  <a:cubicBezTo>
                    <a:pt x="2438" y="1342"/>
                    <a:pt x="2443" y="1346"/>
                    <a:pt x="2443" y="1350"/>
                  </a:cubicBezTo>
                  <a:cubicBezTo>
                    <a:pt x="2439" y="1341"/>
                    <a:pt x="2422" y="1324"/>
                    <a:pt x="2416" y="1305"/>
                  </a:cubicBezTo>
                  <a:cubicBezTo>
                    <a:pt x="2393" y="1273"/>
                    <a:pt x="2396" y="1267"/>
                    <a:pt x="2391" y="1263"/>
                  </a:cubicBezTo>
                  <a:cubicBezTo>
                    <a:pt x="2377" y="1239"/>
                    <a:pt x="2377" y="1237"/>
                    <a:pt x="2373" y="1235"/>
                  </a:cubicBezTo>
                  <a:cubicBezTo>
                    <a:pt x="2347" y="1182"/>
                    <a:pt x="2340" y="1173"/>
                    <a:pt x="2337" y="1164"/>
                  </a:cubicBezTo>
                  <a:cubicBezTo>
                    <a:pt x="2315" y="1131"/>
                    <a:pt x="2310" y="1126"/>
                    <a:pt x="2311" y="1120"/>
                  </a:cubicBezTo>
                  <a:cubicBezTo>
                    <a:pt x="2293" y="1094"/>
                    <a:pt x="2286" y="1084"/>
                    <a:pt x="2279" y="1073"/>
                  </a:cubicBezTo>
                  <a:cubicBezTo>
                    <a:pt x="2235" y="1000"/>
                    <a:pt x="2221" y="991"/>
                    <a:pt x="2215" y="980"/>
                  </a:cubicBezTo>
                  <a:cubicBezTo>
                    <a:pt x="2173" y="942"/>
                    <a:pt x="2176" y="938"/>
                    <a:pt x="2172" y="936"/>
                  </a:cubicBezTo>
                  <a:cubicBezTo>
                    <a:pt x="2117" y="899"/>
                    <a:pt x="2124" y="901"/>
                    <a:pt x="2127" y="904"/>
                  </a:cubicBezTo>
                  <a:cubicBezTo>
                    <a:pt x="2164" y="935"/>
                    <a:pt x="2173" y="946"/>
                    <a:pt x="2184" y="957"/>
                  </a:cubicBezTo>
                  <a:cubicBezTo>
                    <a:pt x="2206" y="984"/>
                    <a:pt x="2215" y="985"/>
                    <a:pt x="2212" y="989"/>
                  </a:cubicBezTo>
                  <a:cubicBezTo>
                    <a:pt x="2239" y="1031"/>
                    <a:pt x="2242" y="1033"/>
                    <a:pt x="2245" y="1034"/>
                  </a:cubicBezTo>
                  <a:cubicBezTo>
                    <a:pt x="2277" y="1078"/>
                    <a:pt x="2278" y="1086"/>
                    <a:pt x="2284" y="1094"/>
                  </a:cubicBezTo>
                  <a:cubicBezTo>
                    <a:pt x="2318" y="1152"/>
                    <a:pt x="2325" y="1160"/>
                    <a:pt x="2328" y="1168"/>
                  </a:cubicBezTo>
                  <a:cubicBezTo>
                    <a:pt x="2348" y="1210"/>
                    <a:pt x="2359" y="1213"/>
                    <a:pt x="2356" y="1218"/>
                  </a:cubicBezTo>
                  <a:cubicBezTo>
                    <a:pt x="2389" y="1274"/>
                    <a:pt x="2392" y="1282"/>
                    <a:pt x="2397" y="1290"/>
                  </a:cubicBezTo>
                  <a:cubicBezTo>
                    <a:pt x="2426" y="1344"/>
                    <a:pt x="2425" y="1350"/>
                    <a:pt x="2431" y="1349"/>
                  </a:cubicBezTo>
                  <a:cubicBezTo>
                    <a:pt x="2442" y="1375"/>
                    <a:pt x="2449" y="1379"/>
                    <a:pt x="2450" y="1383"/>
                  </a:cubicBezTo>
                  <a:cubicBezTo>
                    <a:pt x="2459" y="1401"/>
                    <a:pt x="2449" y="1394"/>
                    <a:pt x="2448" y="1390"/>
                  </a:cubicBezTo>
                  <a:cubicBezTo>
                    <a:pt x="2435" y="1366"/>
                    <a:pt x="2428" y="1370"/>
                    <a:pt x="2426" y="1364"/>
                  </a:cubicBezTo>
                  <a:cubicBezTo>
                    <a:pt x="2402" y="1323"/>
                    <a:pt x="2393" y="1316"/>
                    <a:pt x="2393" y="1308"/>
                  </a:cubicBezTo>
                  <a:cubicBezTo>
                    <a:pt x="2365" y="1270"/>
                    <a:pt x="2358" y="1255"/>
                    <a:pt x="2349" y="1240"/>
                  </a:cubicBezTo>
                  <a:cubicBezTo>
                    <a:pt x="2330" y="1210"/>
                    <a:pt x="2321" y="1202"/>
                    <a:pt x="2319" y="1194"/>
                  </a:cubicBezTo>
                  <a:cubicBezTo>
                    <a:pt x="2298" y="1164"/>
                    <a:pt x="2300" y="1156"/>
                    <a:pt x="2291" y="1149"/>
                  </a:cubicBezTo>
                  <a:cubicBezTo>
                    <a:pt x="2275" y="1118"/>
                    <a:pt x="2269" y="1111"/>
                    <a:pt x="2265" y="1103"/>
                  </a:cubicBezTo>
                  <a:cubicBezTo>
                    <a:pt x="2231" y="1042"/>
                    <a:pt x="2222" y="1040"/>
                    <a:pt x="2223" y="1035"/>
                  </a:cubicBezTo>
                  <a:cubicBezTo>
                    <a:pt x="2208" y="1017"/>
                    <a:pt x="2212" y="1014"/>
                    <a:pt x="2207" y="1012"/>
                  </a:cubicBezTo>
                  <a:cubicBezTo>
                    <a:pt x="2177" y="975"/>
                    <a:pt x="2180" y="972"/>
                    <a:pt x="2175" y="970"/>
                  </a:cubicBezTo>
                  <a:cubicBezTo>
                    <a:pt x="2160" y="950"/>
                    <a:pt x="2156" y="947"/>
                    <a:pt x="2156" y="944"/>
                  </a:cubicBezTo>
                  <a:cubicBezTo>
                    <a:pt x="2135" y="924"/>
                    <a:pt x="2131" y="922"/>
                    <a:pt x="2127" y="919"/>
                  </a:cubicBezTo>
                  <a:cubicBezTo>
                    <a:pt x="2066" y="879"/>
                    <a:pt x="2060" y="875"/>
                    <a:pt x="2053" y="870"/>
                  </a:cubicBezTo>
                  <a:cubicBezTo>
                    <a:pt x="2041" y="864"/>
                    <a:pt x="2045" y="872"/>
                    <a:pt x="2049" y="872"/>
                  </a:cubicBezTo>
                  <a:cubicBezTo>
                    <a:pt x="2083" y="887"/>
                    <a:pt x="2082" y="901"/>
                    <a:pt x="2086" y="895"/>
                  </a:cubicBezTo>
                  <a:cubicBezTo>
                    <a:pt x="2136" y="937"/>
                    <a:pt x="2158" y="956"/>
                    <a:pt x="2170" y="977"/>
                  </a:cubicBezTo>
                  <a:cubicBezTo>
                    <a:pt x="2201" y="1019"/>
                    <a:pt x="2207" y="1030"/>
                    <a:pt x="2215" y="1040"/>
                  </a:cubicBezTo>
                  <a:cubicBezTo>
                    <a:pt x="2242" y="1090"/>
                    <a:pt x="2250" y="1091"/>
                    <a:pt x="2249" y="1095"/>
                  </a:cubicBezTo>
                  <a:cubicBezTo>
                    <a:pt x="2279" y="1146"/>
                    <a:pt x="2287" y="1157"/>
                    <a:pt x="2295" y="1167"/>
                  </a:cubicBezTo>
                  <a:cubicBezTo>
                    <a:pt x="2319" y="1209"/>
                    <a:pt x="2324" y="1220"/>
                    <a:pt x="2334" y="1230"/>
                  </a:cubicBezTo>
                  <a:cubicBezTo>
                    <a:pt x="2378" y="1305"/>
                    <a:pt x="2386" y="1315"/>
                    <a:pt x="2391" y="1326"/>
                  </a:cubicBezTo>
                  <a:cubicBezTo>
                    <a:pt x="2425" y="1379"/>
                    <a:pt x="2446" y="1399"/>
                    <a:pt x="2462" y="1420"/>
                  </a:cubicBezTo>
                  <a:cubicBezTo>
                    <a:pt x="2493" y="1454"/>
                    <a:pt x="2509" y="1456"/>
                    <a:pt x="2502" y="1462"/>
                  </a:cubicBezTo>
                  <a:cubicBezTo>
                    <a:pt x="2420" y="1396"/>
                    <a:pt x="2419" y="1392"/>
                    <a:pt x="2415" y="1388"/>
                  </a:cubicBezTo>
                  <a:cubicBezTo>
                    <a:pt x="2373" y="1338"/>
                    <a:pt x="2363" y="1331"/>
                    <a:pt x="2362" y="1322"/>
                  </a:cubicBezTo>
                  <a:cubicBezTo>
                    <a:pt x="2329" y="1277"/>
                    <a:pt x="2324" y="1268"/>
                    <a:pt x="2317" y="1260"/>
                  </a:cubicBezTo>
                  <a:cubicBezTo>
                    <a:pt x="2273" y="1202"/>
                    <a:pt x="2274" y="1192"/>
                    <a:pt x="2265" y="1184"/>
                  </a:cubicBezTo>
                  <a:cubicBezTo>
                    <a:pt x="2231" y="1128"/>
                    <a:pt x="2228" y="1124"/>
                    <a:pt x="2224" y="1120"/>
                  </a:cubicBezTo>
                  <a:cubicBezTo>
                    <a:pt x="2206" y="1089"/>
                    <a:pt x="2206" y="1085"/>
                    <a:pt x="2201" y="1081"/>
                  </a:cubicBezTo>
                  <a:cubicBezTo>
                    <a:pt x="2145" y="996"/>
                    <a:pt x="2139" y="988"/>
                    <a:pt x="2132" y="980"/>
                  </a:cubicBezTo>
                  <a:cubicBezTo>
                    <a:pt x="2095" y="938"/>
                    <a:pt x="2082" y="921"/>
                    <a:pt x="2063" y="906"/>
                  </a:cubicBezTo>
                  <a:cubicBezTo>
                    <a:pt x="1958" y="846"/>
                    <a:pt x="1958" y="850"/>
                    <a:pt x="1960" y="848"/>
                  </a:cubicBezTo>
                  <a:cubicBezTo>
                    <a:pt x="1964" y="857"/>
                    <a:pt x="1973" y="868"/>
                    <a:pt x="1990" y="875"/>
                  </a:cubicBezTo>
                  <a:cubicBezTo>
                    <a:pt x="2029" y="915"/>
                    <a:pt x="2043" y="917"/>
                    <a:pt x="2042" y="922"/>
                  </a:cubicBezTo>
                  <a:cubicBezTo>
                    <a:pt x="2071" y="951"/>
                    <a:pt x="2074" y="955"/>
                    <a:pt x="2077" y="959"/>
                  </a:cubicBezTo>
                  <a:cubicBezTo>
                    <a:pt x="2113" y="1006"/>
                    <a:pt x="2117" y="1015"/>
                    <a:pt x="2123" y="1024"/>
                  </a:cubicBezTo>
                  <a:cubicBezTo>
                    <a:pt x="2145" y="1069"/>
                    <a:pt x="2158" y="1071"/>
                    <a:pt x="2153" y="1078"/>
                  </a:cubicBezTo>
                  <a:cubicBezTo>
                    <a:pt x="2060" y="980"/>
                    <a:pt x="2026" y="953"/>
                    <a:pt x="2003" y="933"/>
                  </a:cubicBezTo>
                  <a:cubicBezTo>
                    <a:pt x="1997" y="934"/>
                    <a:pt x="2030" y="962"/>
                    <a:pt x="2059" y="987"/>
                  </a:cubicBezTo>
                  <a:cubicBezTo>
                    <a:pt x="2135" y="1070"/>
                    <a:pt x="2141" y="1071"/>
                    <a:pt x="2140" y="1074"/>
                  </a:cubicBezTo>
                  <a:cubicBezTo>
                    <a:pt x="2158" y="1100"/>
                    <a:pt x="2165" y="1104"/>
                    <a:pt x="2166" y="1110"/>
                  </a:cubicBezTo>
                  <a:cubicBezTo>
                    <a:pt x="2185" y="1150"/>
                    <a:pt x="2199" y="1154"/>
                    <a:pt x="2198" y="1160"/>
                  </a:cubicBezTo>
                  <a:cubicBezTo>
                    <a:pt x="2229" y="1202"/>
                    <a:pt x="2233" y="1214"/>
                    <a:pt x="2241" y="1225"/>
                  </a:cubicBezTo>
                  <a:cubicBezTo>
                    <a:pt x="2280" y="1279"/>
                    <a:pt x="2285" y="1284"/>
                    <a:pt x="2287" y="1290"/>
                  </a:cubicBezTo>
                  <a:cubicBezTo>
                    <a:pt x="2310" y="1315"/>
                    <a:pt x="2308" y="1324"/>
                    <a:pt x="2312" y="1320"/>
                  </a:cubicBezTo>
                  <a:cubicBezTo>
                    <a:pt x="2334" y="1347"/>
                    <a:pt x="2343" y="1348"/>
                    <a:pt x="2340" y="1352"/>
                  </a:cubicBezTo>
                  <a:cubicBezTo>
                    <a:pt x="2304" y="1320"/>
                    <a:pt x="2297" y="1317"/>
                    <a:pt x="2298" y="1313"/>
                  </a:cubicBezTo>
                  <a:cubicBezTo>
                    <a:pt x="2267" y="1279"/>
                    <a:pt x="2258" y="1276"/>
                    <a:pt x="2259" y="1272"/>
                  </a:cubicBezTo>
                  <a:cubicBezTo>
                    <a:pt x="2207" y="1202"/>
                    <a:pt x="2201" y="1196"/>
                    <a:pt x="2194" y="1189"/>
                  </a:cubicBezTo>
                  <a:cubicBezTo>
                    <a:pt x="2163" y="1144"/>
                    <a:pt x="2160" y="1140"/>
                    <a:pt x="2155" y="1137"/>
                  </a:cubicBezTo>
                  <a:cubicBezTo>
                    <a:pt x="2105" y="1071"/>
                    <a:pt x="2089" y="1058"/>
                    <a:pt x="2076" y="1045"/>
                  </a:cubicBezTo>
                  <a:cubicBezTo>
                    <a:pt x="1943" y="937"/>
                    <a:pt x="1938" y="939"/>
                    <a:pt x="1930" y="932"/>
                  </a:cubicBezTo>
                  <a:cubicBezTo>
                    <a:pt x="1910" y="924"/>
                    <a:pt x="1912" y="926"/>
                    <a:pt x="1917" y="929"/>
                  </a:cubicBezTo>
                  <a:cubicBezTo>
                    <a:pt x="1950" y="953"/>
                    <a:pt x="1966" y="960"/>
                    <a:pt x="1975" y="967"/>
                  </a:cubicBezTo>
                  <a:cubicBezTo>
                    <a:pt x="2003" y="992"/>
                    <a:pt x="2017" y="997"/>
                    <a:pt x="2022" y="1007"/>
                  </a:cubicBezTo>
                  <a:cubicBezTo>
                    <a:pt x="2034" y="1020"/>
                    <a:pt x="2049" y="1023"/>
                    <a:pt x="2047" y="1028"/>
                  </a:cubicBezTo>
                  <a:cubicBezTo>
                    <a:pt x="2123" y="1110"/>
                    <a:pt x="2134" y="1117"/>
                    <a:pt x="2136" y="1127"/>
                  </a:cubicBezTo>
                  <a:cubicBezTo>
                    <a:pt x="2105" y="1093"/>
                    <a:pt x="2090" y="1093"/>
                    <a:pt x="2094" y="1088"/>
                  </a:cubicBezTo>
                  <a:cubicBezTo>
                    <a:pt x="1994" y="1026"/>
                    <a:pt x="1979" y="1015"/>
                    <a:pt x="1964" y="1007"/>
                  </a:cubicBezTo>
                  <a:cubicBezTo>
                    <a:pt x="1884" y="981"/>
                    <a:pt x="1880" y="980"/>
                    <a:pt x="1875" y="979"/>
                  </a:cubicBezTo>
                  <a:cubicBezTo>
                    <a:pt x="1802" y="959"/>
                    <a:pt x="1794" y="957"/>
                    <a:pt x="1785" y="954"/>
                  </a:cubicBezTo>
                  <a:cubicBezTo>
                    <a:pt x="1780" y="960"/>
                    <a:pt x="1800" y="964"/>
                    <a:pt x="1820" y="969"/>
                  </a:cubicBezTo>
                  <a:cubicBezTo>
                    <a:pt x="1861" y="984"/>
                    <a:pt x="1871" y="985"/>
                    <a:pt x="1882" y="989"/>
                  </a:cubicBezTo>
                  <a:cubicBezTo>
                    <a:pt x="1898" y="991"/>
                    <a:pt x="1904" y="998"/>
                    <a:pt x="1909" y="996"/>
                  </a:cubicBezTo>
                  <a:cubicBezTo>
                    <a:pt x="2016" y="1047"/>
                    <a:pt x="2029" y="1056"/>
                    <a:pt x="2042" y="1064"/>
                  </a:cubicBezTo>
                  <a:cubicBezTo>
                    <a:pt x="2139" y="1152"/>
                    <a:pt x="2153" y="1157"/>
                    <a:pt x="2152" y="1166"/>
                  </a:cubicBezTo>
                  <a:cubicBezTo>
                    <a:pt x="2037" y="1063"/>
                    <a:pt x="2028" y="1057"/>
                    <a:pt x="2019" y="1051"/>
                  </a:cubicBezTo>
                  <a:cubicBezTo>
                    <a:pt x="1918" y="1008"/>
                    <a:pt x="1913" y="1000"/>
                    <a:pt x="1910" y="1002"/>
                  </a:cubicBezTo>
                  <a:cubicBezTo>
                    <a:pt x="1880" y="995"/>
                    <a:pt x="1876" y="992"/>
                    <a:pt x="1872" y="993"/>
                  </a:cubicBezTo>
                  <a:cubicBezTo>
                    <a:pt x="1988" y="1044"/>
                    <a:pt x="1992" y="1046"/>
                    <a:pt x="2005" y="1053"/>
                  </a:cubicBezTo>
                  <a:cubicBezTo>
                    <a:pt x="2110" y="1134"/>
                    <a:pt x="2114" y="1139"/>
                    <a:pt x="2122" y="1144"/>
                  </a:cubicBezTo>
                  <a:cubicBezTo>
                    <a:pt x="2182" y="1205"/>
                    <a:pt x="2180" y="1210"/>
                    <a:pt x="2186" y="1213"/>
                  </a:cubicBezTo>
                  <a:cubicBezTo>
                    <a:pt x="2204" y="1238"/>
                    <a:pt x="2216" y="1240"/>
                    <a:pt x="2212" y="1245"/>
                  </a:cubicBezTo>
                  <a:cubicBezTo>
                    <a:pt x="2180" y="1218"/>
                    <a:pt x="2174" y="1210"/>
                    <a:pt x="2167" y="1202"/>
                  </a:cubicBezTo>
                  <a:cubicBezTo>
                    <a:pt x="2144" y="1177"/>
                    <a:pt x="2130" y="1177"/>
                    <a:pt x="2134" y="1173"/>
                  </a:cubicBezTo>
                  <a:cubicBezTo>
                    <a:pt x="2017" y="1102"/>
                    <a:pt x="2002" y="1093"/>
                    <a:pt x="1988" y="1086"/>
                  </a:cubicBezTo>
                  <a:cubicBezTo>
                    <a:pt x="1953" y="1072"/>
                    <a:pt x="1948" y="1063"/>
                    <a:pt x="1945" y="1071"/>
                  </a:cubicBezTo>
                  <a:cubicBezTo>
                    <a:pt x="2015" y="1108"/>
                    <a:pt x="2016" y="1110"/>
                    <a:pt x="2017" y="1108"/>
                  </a:cubicBezTo>
                  <a:cubicBezTo>
                    <a:pt x="2048" y="1127"/>
                    <a:pt x="2059" y="1131"/>
                    <a:pt x="2070" y="1140"/>
                  </a:cubicBezTo>
                  <a:cubicBezTo>
                    <a:pt x="2124" y="1179"/>
                    <a:pt x="2128" y="1181"/>
                    <a:pt x="2126" y="1185"/>
                  </a:cubicBezTo>
                  <a:cubicBezTo>
                    <a:pt x="1894" y="1067"/>
                    <a:pt x="1862" y="1046"/>
                    <a:pt x="1831" y="1031"/>
                  </a:cubicBezTo>
                  <a:cubicBezTo>
                    <a:pt x="1819" y="1028"/>
                    <a:pt x="1825" y="1032"/>
                    <a:pt x="1830" y="1036"/>
                  </a:cubicBezTo>
                  <a:cubicBezTo>
                    <a:pt x="1878" y="1062"/>
                    <a:pt x="1891" y="1074"/>
                    <a:pt x="1911" y="1079"/>
                  </a:cubicBezTo>
                  <a:cubicBezTo>
                    <a:pt x="2085" y="1172"/>
                    <a:pt x="2097" y="1179"/>
                    <a:pt x="2108" y="1184"/>
                  </a:cubicBezTo>
                  <a:cubicBezTo>
                    <a:pt x="2173" y="1234"/>
                    <a:pt x="2187" y="1235"/>
                    <a:pt x="2182" y="1239"/>
                  </a:cubicBezTo>
                  <a:cubicBezTo>
                    <a:pt x="2062" y="1185"/>
                    <a:pt x="2032" y="1171"/>
                    <a:pt x="2001" y="1152"/>
                  </a:cubicBezTo>
                  <a:cubicBezTo>
                    <a:pt x="1899" y="1094"/>
                    <a:pt x="1870" y="1065"/>
                    <a:pt x="1827" y="1044"/>
                  </a:cubicBezTo>
                  <a:cubicBezTo>
                    <a:pt x="1802" y="1021"/>
                    <a:pt x="1793" y="1020"/>
                    <a:pt x="1796" y="1016"/>
                  </a:cubicBezTo>
                  <a:cubicBezTo>
                    <a:pt x="1765" y="983"/>
                    <a:pt x="1759" y="982"/>
                    <a:pt x="1760" y="979"/>
                  </a:cubicBezTo>
                  <a:cubicBezTo>
                    <a:pt x="1750" y="965"/>
                    <a:pt x="1742" y="962"/>
                    <a:pt x="1742" y="964"/>
                  </a:cubicBezTo>
                  <a:cubicBezTo>
                    <a:pt x="1859" y="1073"/>
                    <a:pt x="1897" y="1098"/>
                    <a:pt x="1927" y="1122"/>
                  </a:cubicBezTo>
                  <a:cubicBezTo>
                    <a:pt x="1984" y="1157"/>
                    <a:pt x="1995" y="1155"/>
                    <a:pt x="1997" y="1163"/>
                  </a:cubicBezTo>
                  <a:cubicBezTo>
                    <a:pt x="2066" y="1192"/>
                    <a:pt x="2073" y="1204"/>
                    <a:pt x="2077" y="1200"/>
                  </a:cubicBezTo>
                  <a:cubicBezTo>
                    <a:pt x="1999" y="1181"/>
                    <a:pt x="1975" y="1172"/>
                    <a:pt x="1952" y="1164"/>
                  </a:cubicBezTo>
                  <a:cubicBezTo>
                    <a:pt x="1812" y="1102"/>
                    <a:pt x="1800" y="1107"/>
                    <a:pt x="1802" y="1101"/>
                  </a:cubicBezTo>
                  <a:cubicBezTo>
                    <a:pt x="1863" y="1135"/>
                    <a:pt x="1871" y="1147"/>
                    <a:pt x="1875" y="1145"/>
                  </a:cubicBezTo>
                  <a:cubicBezTo>
                    <a:pt x="1932" y="1163"/>
                    <a:pt x="1935" y="1166"/>
                    <a:pt x="1938" y="1168"/>
                  </a:cubicBezTo>
                  <a:cubicBezTo>
                    <a:pt x="1958" y="1170"/>
                    <a:pt x="1962" y="1178"/>
                    <a:pt x="1966" y="1178"/>
                  </a:cubicBezTo>
                  <a:cubicBezTo>
                    <a:pt x="1988" y="1181"/>
                    <a:pt x="1995" y="1191"/>
                    <a:pt x="2001" y="1189"/>
                  </a:cubicBezTo>
                  <a:cubicBezTo>
                    <a:pt x="2074" y="1212"/>
                    <a:pt x="2078" y="1217"/>
                    <a:pt x="2080" y="1215"/>
                  </a:cubicBezTo>
                  <a:cubicBezTo>
                    <a:pt x="2117" y="1228"/>
                    <a:pt x="2124" y="1232"/>
                    <a:pt x="2137" y="1235"/>
                  </a:cubicBezTo>
                  <a:cubicBezTo>
                    <a:pt x="2234" y="1279"/>
                    <a:pt x="2245" y="1287"/>
                    <a:pt x="2243" y="1292"/>
                  </a:cubicBezTo>
                  <a:cubicBezTo>
                    <a:pt x="2131" y="1245"/>
                    <a:pt x="2120" y="1242"/>
                    <a:pt x="2108" y="1239"/>
                  </a:cubicBezTo>
                  <a:cubicBezTo>
                    <a:pt x="2028" y="1217"/>
                    <a:pt x="2017" y="1216"/>
                    <a:pt x="2005" y="1213"/>
                  </a:cubicBezTo>
                  <a:cubicBezTo>
                    <a:pt x="1958" y="1197"/>
                    <a:pt x="1947" y="1195"/>
                    <a:pt x="1935" y="1192"/>
                  </a:cubicBezTo>
                  <a:cubicBezTo>
                    <a:pt x="1799" y="1116"/>
                    <a:pt x="1795" y="1118"/>
                    <a:pt x="1793" y="1116"/>
                  </a:cubicBezTo>
                  <a:cubicBezTo>
                    <a:pt x="1777" y="1110"/>
                    <a:pt x="1780" y="1101"/>
                    <a:pt x="1777" y="1100"/>
                  </a:cubicBezTo>
                  <a:cubicBezTo>
                    <a:pt x="1768" y="1091"/>
                    <a:pt x="1766" y="1092"/>
                    <a:pt x="1768" y="1094"/>
                  </a:cubicBezTo>
                  <a:cubicBezTo>
                    <a:pt x="1775" y="1110"/>
                    <a:pt x="1784" y="1111"/>
                    <a:pt x="1786" y="1114"/>
                  </a:cubicBezTo>
                  <a:cubicBezTo>
                    <a:pt x="1836" y="1150"/>
                    <a:pt x="1847" y="1161"/>
                    <a:pt x="1855" y="1163"/>
                  </a:cubicBezTo>
                  <a:cubicBezTo>
                    <a:pt x="1888" y="1188"/>
                    <a:pt x="1893" y="1191"/>
                    <a:pt x="1895" y="1189"/>
                  </a:cubicBezTo>
                  <a:cubicBezTo>
                    <a:pt x="1958" y="1223"/>
                    <a:pt x="1978" y="1230"/>
                    <a:pt x="2003" y="1240"/>
                  </a:cubicBezTo>
                  <a:cubicBezTo>
                    <a:pt x="2041" y="1245"/>
                    <a:pt x="2048" y="1253"/>
                    <a:pt x="2053" y="1252"/>
                  </a:cubicBezTo>
                  <a:cubicBezTo>
                    <a:pt x="2147" y="1279"/>
                    <a:pt x="2157" y="1282"/>
                    <a:pt x="2166" y="1286"/>
                  </a:cubicBezTo>
                  <a:cubicBezTo>
                    <a:pt x="2217" y="1301"/>
                    <a:pt x="2237" y="1308"/>
                    <a:pt x="2257" y="1315"/>
                  </a:cubicBezTo>
                  <a:cubicBezTo>
                    <a:pt x="2324" y="1358"/>
                    <a:pt x="2331" y="1352"/>
                    <a:pt x="2328" y="1357"/>
                  </a:cubicBezTo>
                  <a:cubicBezTo>
                    <a:pt x="2331" y="1361"/>
                    <a:pt x="2323" y="1361"/>
                    <a:pt x="2312" y="1354"/>
                  </a:cubicBezTo>
                  <a:cubicBezTo>
                    <a:pt x="2262" y="1327"/>
                    <a:pt x="2258" y="1327"/>
                    <a:pt x="2253" y="1325"/>
                  </a:cubicBezTo>
                  <a:cubicBezTo>
                    <a:pt x="2222" y="1313"/>
                    <a:pt x="2216" y="1307"/>
                    <a:pt x="2212" y="1308"/>
                  </a:cubicBezTo>
                  <a:cubicBezTo>
                    <a:pt x="2192" y="1303"/>
                    <a:pt x="2187" y="1302"/>
                    <a:pt x="2182" y="1302"/>
                  </a:cubicBezTo>
                  <a:cubicBezTo>
                    <a:pt x="2120" y="1285"/>
                    <a:pt x="2116" y="1290"/>
                    <a:pt x="2111" y="1286"/>
                  </a:cubicBezTo>
                  <a:cubicBezTo>
                    <a:pt x="2062" y="1273"/>
                    <a:pt x="2058" y="1275"/>
                    <a:pt x="2054" y="1274"/>
                  </a:cubicBezTo>
                  <a:cubicBezTo>
                    <a:pt x="2005" y="1263"/>
                    <a:pt x="2001" y="1263"/>
                    <a:pt x="1996" y="1262"/>
                  </a:cubicBezTo>
                  <a:cubicBezTo>
                    <a:pt x="1943" y="1252"/>
                    <a:pt x="1934" y="1249"/>
                    <a:pt x="1924" y="1245"/>
                  </a:cubicBezTo>
                  <a:cubicBezTo>
                    <a:pt x="1874" y="1231"/>
                    <a:pt x="1855" y="1225"/>
                    <a:pt x="1835" y="1217"/>
                  </a:cubicBezTo>
                  <a:cubicBezTo>
                    <a:pt x="1789" y="1181"/>
                    <a:pt x="1784" y="1176"/>
                    <a:pt x="1780" y="1181"/>
                  </a:cubicBezTo>
                  <a:cubicBezTo>
                    <a:pt x="1792" y="1194"/>
                    <a:pt x="1801" y="1197"/>
                    <a:pt x="1800" y="1202"/>
                  </a:cubicBezTo>
                  <a:cubicBezTo>
                    <a:pt x="1724" y="1168"/>
                    <a:pt x="1766" y="1186"/>
                    <a:pt x="1797" y="1207"/>
                  </a:cubicBezTo>
                  <a:cubicBezTo>
                    <a:pt x="1849" y="1237"/>
                    <a:pt x="1860" y="1244"/>
                    <a:pt x="1870" y="1251"/>
                  </a:cubicBezTo>
                  <a:cubicBezTo>
                    <a:pt x="2017" y="1319"/>
                    <a:pt x="2027" y="1321"/>
                    <a:pt x="2038" y="1326"/>
                  </a:cubicBezTo>
                  <a:cubicBezTo>
                    <a:pt x="2062" y="1334"/>
                    <a:pt x="2064" y="1329"/>
                    <a:pt x="2067" y="1332"/>
                  </a:cubicBezTo>
                  <a:cubicBezTo>
                    <a:pt x="2101" y="1345"/>
                    <a:pt x="2109" y="1344"/>
                    <a:pt x="2117" y="1348"/>
                  </a:cubicBezTo>
                  <a:cubicBezTo>
                    <a:pt x="2179" y="1365"/>
                    <a:pt x="2190" y="1363"/>
                    <a:pt x="2202" y="1370"/>
                  </a:cubicBezTo>
                  <a:cubicBezTo>
                    <a:pt x="2239" y="1378"/>
                    <a:pt x="2242" y="1381"/>
                    <a:pt x="2243" y="1379"/>
                  </a:cubicBezTo>
                  <a:cubicBezTo>
                    <a:pt x="2271" y="1395"/>
                    <a:pt x="2279" y="1390"/>
                    <a:pt x="2289" y="1396"/>
                  </a:cubicBezTo>
                  <a:cubicBezTo>
                    <a:pt x="2335" y="1407"/>
                    <a:pt x="2342" y="1415"/>
                    <a:pt x="2346" y="1413"/>
                  </a:cubicBezTo>
                  <a:cubicBezTo>
                    <a:pt x="2436" y="1455"/>
                    <a:pt x="2440" y="1458"/>
                    <a:pt x="2445" y="1461"/>
                  </a:cubicBezTo>
                  <a:cubicBezTo>
                    <a:pt x="2441" y="1460"/>
                    <a:pt x="2440" y="1470"/>
                    <a:pt x="2435" y="1465"/>
                  </a:cubicBezTo>
                  <a:cubicBezTo>
                    <a:pt x="2403" y="1446"/>
                    <a:pt x="2399" y="1444"/>
                    <a:pt x="2396" y="1441"/>
                  </a:cubicBezTo>
                  <a:cubicBezTo>
                    <a:pt x="2345" y="1421"/>
                    <a:pt x="2342" y="1417"/>
                    <a:pt x="2339" y="1419"/>
                  </a:cubicBezTo>
                  <a:cubicBezTo>
                    <a:pt x="2288" y="1400"/>
                    <a:pt x="2278" y="1399"/>
                    <a:pt x="2267" y="1395"/>
                  </a:cubicBezTo>
                  <a:cubicBezTo>
                    <a:pt x="2242" y="1393"/>
                    <a:pt x="2238" y="1387"/>
                    <a:pt x="2236" y="1390"/>
                  </a:cubicBezTo>
                  <a:cubicBezTo>
                    <a:pt x="2185" y="1383"/>
                    <a:pt x="2180" y="1381"/>
                    <a:pt x="2174" y="1380"/>
                  </a:cubicBezTo>
                  <a:cubicBezTo>
                    <a:pt x="2108" y="1367"/>
                    <a:pt x="2100" y="1369"/>
                    <a:pt x="2091" y="1364"/>
                  </a:cubicBezTo>
                  <a:cubicBezTo>
                    <a:pt x="2030" y="1352"/>
                    <a:pt x="2020" y="1345"/>
                    <a:pt x="2012" y="1348"/>
                  </a:cubicBezTo>
                  <a:cubicBezTo>
                    <a:pt x="1921" y="1321"/>
                    <a:pt x="1904" y="1314"/>
                    <a:pt x="1888" y="1310"/>
                  </a:cubicBezTo>
                  <a:cubicBezTo>
                    <a:pt x="1846" y="1294"/>
                    <a:pt x="1847" y="1280"/>
                    <a:pt x="1844" y="1286"/>
                  </a:cubicBezTo>
                  <a:cubicBezTo>
                    <a:pt x="1805" y="1264"/>
                    <a:pt x="1802" y="1260"/>
                    <a:pt x="1799" y="1256"/>
                  </a:cubicBezTo>
                  <a:cubicBezTo>
                    <a:pt x="1792" y="1262"/>
                    <a:pt x="1796" y="1264"/>
                    <a:pt x="1799" y="1267"/>
                  </a:cubicBezTo>
                  <a:cubicBezTo>
                    <a:pt x="1822" y="1281"/>
                    <a:pt x="1831" y="1288"/>
                    <a:pt x="1839" y="1293"/>
                  </a:cubicBezTo>
                  <a:cubicBezTo>
                    <a:pt x="1935" y="1335"/>
                    <a:pt x="1945" y="1339"/>
                    <a:pt x="1956" y="1342"/>
                  </a:cubicBezTo>
                  <a:cubicBezTo>
                    <a:pt x="1993" y="1352"/>
                    <a:pt x="1997" y="1353"/>
                    <a:pt x="2002" y="1352"/>
                  </a:cubicBezTo>
                  <a:cubicBezTo>
                    <a:pt x="2082" y="1371"/>
                    <a:pt x="2083" y="1372"/>
                    <a:pt x="2085" y="1373"/>
                  </a:cubicBezTo>
                  <a:cubicBezTo>
                    <a:pt x="2115" y="1375"/>
                    <a:pt x="2118" y="1381"/>
                    <a:pt x="2120" y="1378"/>
                  </a:cubicBezTo>
                  <a:cubicBezTo>
                    <a:pt x="2155" y="1386"/>
                    <a:pt x="2165" y="1383"/>
                    <a:pt x="2176" y="1389"/>
                  </a:cubicBezTo>
                  <a:cubicBezTo>
                    <a:pt x="2196" y="1393"/>
                    <a:pt x="2201" y="1391"/>
                    <a:pt x="2207" y="1394"/>
                  </a:cubicBezTo>
                  <a:cubicBezTo>
                    <a:pt x="2226" y="1393"/>
                    <a:pt x="2232" y="1397"/>
                    <a:pt x="2237" y="1396"/>
                  </a:cubicBezTo>
                  <a:cubicBezTo>
                    <a:pt x="2289" y="1410"/>
                    <a:pt x="2294" y="1408"/>
                    <a:pt x="2300" y="1412"/>
                  </a:cubicBezTo>
                  <a:cubicBezTo>
                    <a:pt x="2403" y="1451"/>
                    <a:pt x="2407" y="1454"/>
                    <a:pt x="2411" y="1457"/>
                  </a:cubicBezTo>
                  <a:cubicBezTo>
                    <a:pt x="2382" y="1460"/>
                    <a:pt x="2378" y="1455"/>
                    <a:pt x="2375" y="1456"/>
                  </a:cubicBezTo>
                  <a:cubicBezTo>
                    <a:pt x="2349" y="1454"/>
                    <a:pt x="2346" y="1457"/>
                    <a:pt x="2342" y="1455"/>
                  </a:cubicBezTo>
                  <a:cubicBezTo>
                    <a:pt x="2278" y="1447"/>
                    <a:pt x="2273" y="1444"/>
                    <a:pt x="2267" y="1445"/>
                  </a:cubicBezTo>
                  <a:cubicBezTo>
                    <a:pt x="2223" y="1440"/>
                    <a:pt x="2219" y="1437"/>
                    <a:pt x="2215" y="1433"/>
                  </a:cubicBezTo>
                  <a:cubicBezTo>
                    <a:pt x="2193" y="1431"/>
                    <a:pt x="2191" y="1434"/>
                    <a:pt x="2188" y="1434"/>
                  </a:cubicBezTo>
                  <a:cubicBezTo>
                    <a:pt x="2155" y="1427"/>
                    <a:pt x="2148" y="1421"/>
                    <a:pt x="2143" y="1423"/>
                  </a:cubicBezTo>
                  <a:cubicBezTo>
                    <a:pt x="2090" y="1417"/>
                    <a:pt x="2083" y="1408"/>
                    <a:pt x="2079" y="1413"/>
                  </a:cubicBezTo>
                  <a:cubicBezTo>
                    <a:pt x="1999" y="1398"/>
                    <a:pt x="1989" y="1393"/>
                    <a:pt x="1980" y="1392"/>
                  </a:cubicBezTo>
                  <a:cubicBezTo>
                    <a:pt x="1957" y="1385"/>
                    <a:pt x="1954" y="1382"/>
                    <a:pt x="1952" y="1384"/>
                  </a:cubicBezTo>
                  <a:cubicBezTo>
                    <a:pt x="1867" y="1355"/>
                    <a:pt x="1868" y="1352"/>
                    <a:pt x="1868" y="1352"/>
                  </a:cubicBezTo>
                  <a:cubicBezTo>
                    <a:pt x="1854" y="1345"/>
                    <a:pt x="1853" y="1346"/>
                    <a:pt x="1851" y="1346"/>
                  </a:cubicBezTo>
                  <a:cubicBezTo>
                    <a:pt x="1819" y="1330"/>
                    <a:pt x="1814" y="1322"/>
                    <a:pt x="1810" y="1321"/>
                  </a:cubicBezTo>
                  <a:cubicBezTo>
                    <a:pt x="1759" y="1288"/>
                    <a:pt x="1760" y="1285"/>
                    <a:pt x="1757" y="1283"/>
                  </a:cubicBezTo>
                  <a:cubicBezTo>
                    <a:pt x="1737" y="1278"/>
                    <a:pt x="1744" y="1285"/>
                    <a:pt x="1751" y="1292"/>
                  </a:cubicBezTo>
                  <a:cubicBezTo>
                    <a:pt x="1824" y="1336"/>
                    <a:pt x="1820" y="1339"/>
                    <a:pt x="1825" y="1342"/>
                  </a:cubicBezTo>
                  <a:cubicBezTo>
                    <a:pt x="1914" y="1376"/>
                    <a:pt x="1921" y="1385"/>
                    <a:pt x="1926" y="1383"/>
                  </a:cubicBezTo>
                  <a:cubicBezTo>
                    <a:pt x="1966" y="1396"/>
                    <a:pt x="1970" y="1399"/>
                    <a:pt x="1972" y="1397"/>
                  </a:cubicBezTo>
                  <a:cubicBezTo>
                    <a:pt x="2078" y="1420"/>
                    <a:pt x="2102" y="1426"/>
                    <a:pt x="2125" y="1426"/>
                  </a:cubicBezTo>
                  <a:cubicBezTo>
                    <a:pt x="2205" y="1443"/>
                    <a:pt x="2211" y="1443"/>
                    <a:pt x="2217" y="1442"/>
                  </a:cubicBezTo>
                  <a:cubicBezTo>
                    <a:pt x="2256" y="1449"/>
                    <a:pt x="2259" y="1450"/>
                    <a:pt x="2263" y="1452"/>
                  </a:cubicBezTo>
                  <a:cubicBezTo>
                    <a:pt x="2241" y="1449"/>
                    <a:pt x="2235" y="1450"/>
                    <a:pt x="2228" y="1453"/>
                  </a:cubicBezTo>
                  <a:cubicBezTo>
                    <a:pt x="2161" y="1450"/>
                    <a:pt x="2138" y="1452"/>
                    <a:pt x="2115" y="1453"/>
                  </a:cubicBezTo>
                  <a:cubicBezTo>
                    <a:pt x="2033" y="1453"/>
                    <a:pt x="2030" y="1453"/>
                    <a:pt x="2027" y="1452"/>
                  </a:cubicBezTo>
                  <a:cubicBezTo>
                    <a:pt x="1998" y="1450"/>
                    <a:pt x="1996" y="1456"/>
                    <a:pt x="1992" y="1450"/>
                  </a:cubicBezTo>
                  <a:cubicBezTo>
                    <a:pt x="1962" y="1449"/>
                    <a:pt x="1960" y="1455"/>
                    <a:pt x="1955" y="1449"/>
                  </a:cubicBezTo>
                  <a:cubicBezTo>
                    <a:pt x="1918" y="1451"/>
                    <a:pt x="1915" y="1451"/>
                    <a:pt x="1912" y="1452"/>
                  </a:cubicBezTo>
                  <a:cubicBezTo>
                    <a:pt x="1934" y="1456"/>
                    <a:pt x="1942" y="1456"/>
                    <a:pt x="1951" y="1457"/>
                  </a:cubicBezTo>
                  <a:cubicBezTo>
                    <a:pt x="1993" y="1458"/>
                    <a:pt x="1997" y="1456"/>
                    <a:pt x="2001" y="1459"/>
                  </a:cubicBezTo>
                  <a:cubicBezTo>
                    <a:pt x="2056" y="1461"/>
                    <a:pt x="2060" y="1459"/>
                    <a:pt x="2065" y="1462"/>
                  </a:cubicBezTo>
                  <a:cubicBezTo>
                    <a:pt x="2095" y="1465"/>
                    <a:pt x="2098" y="1457"/>
                    <a:pt x="2104" y="1462"/>
                  </a:cubicBezTo>
                  <a:cubicBezTo>
                    <a:pt x="2171" y="1462"/>
                    <a:pt x="2187" y="1459"/>
                    <a:pt x="2205" y="1461"/>
                  </a:cubicBezTo>
                  <a:cubicBezTo>
                    <a:pt x="2239" y="1464"/>
                    <a:pt x="2246" y="1458"/>
                    <a:pt x="2255" y="1463"/>
                  </a:cubicBezTo>
                  <a:cubicBezTo>
                    <a:pt x="2379" y="1467"/>
                    <a:pt x="2385" y="1469"/>
                    <a:pt x="2390" y="1469"/>
                  </a:cubicBezTo>
                  <a:cubicBezTo>
                    <a:pt x="2447" y="1477"/>
                    <a:pt x="2453" y="1485"/>
                    <a:pt x="2456" y="1481"/>
                  </a:cubicBezTo>
                  <a:cubicBezTo>
                    <a:pt x="2471" y="1483"/>
                    <a:pt x="2476" y="1485"/>
                    <a:pt x="2480" y="1484"/>
                  </a:cubicBezTo>
                  <a:cubicBezTo>
                    <a:pt x="2496" y="1492"/>
                    <a:pt x="2489" y="1491"/>
                    <a:pt x="2481" y="1490"/>
                  </a:cubicBezTo>
                  <a:cubicBezTo>
                    <a:pt x="2459" y="1486"/>
                    <a:pt x="2459" y="1488"/>
                    <a:pt x="2457" y="1487"/>
                  </a:cubicBezTo>
                  <a:cubicBezTo>
                    <a:pt x="2436" y="1484"/>
                    <a:pt x="2430" y="1485"/>
                    <a:pt x="2423" y="1483"/>
                  </a:cubicBezTo>
                  <a:cubicBezTo>
                    <a:pt x="2367" y="1482"/>
                    <a:pt x="2348" y="1479"/>
                    <a:pt x="2330" y="1481"/>
                  </a:cubicBezTo>
                  <a:cubicBezTo>
                    <a:pt x="2283" y="1485"/>
                    <a:pt x="2277" y="1479"/>
                    <a:pt x="2273" y="1480"/>
                  </a:cubicBezTo>
                  <a:cubicBezTo>
                    <a:pt x="2200" y="1484"/>
                    <a:pt x="2196" y="1487"/>
                    <a:pt x="2191" y="1488"/>
                  </a:cubicBezTo>
                  <a:cubicBezTo>
                    <a:pt x="2155" y="1488"/>
                    <a:pt x="2153" y="1490"/>
                    <a:pt x="2150" y="1487"/>
                  </a:cubicBezTo>
                  <a:cubicBezTo>
                    <a:pt x="2117" y="1486"/>
                    <a:pt x="2113" y="1490"/>
                    <a:pt x="2108" y="1488"/>
                  </a:cubicBezTo>
                  <a:cubicBezTo>
                    <a:pt x="2069" y="1483"/>
                    <a:pt x="2060" y="1487"/>
                    <a:pt x="2050" y="1484"/>
                  </a:cubicBezTo>
                  <a:cubicBezTo>
                    <a:pt x="1988" y="1472"/>
                    <a:pt x="1985" y="1477"/>
                    <a:pt x="1979" y="1473"/>
                  </a:cubicBezTo>
                  <a:cubicBezTo>
                    <a:pt x="1945" y="1469"/>
                    <a:pt x="1938" y="1456"/>
                    <a:pt x="1935" y="1464"/>
                  </a:cubicBezTo>
                  <a:cubicBezTo>
                    <a:pt x="2001" y="1482"/>
                    <a:pt x="2009" y="1487"/>
                    <a:pt x="2015" y="1486"/>
                  </a:cubicBezTo>
                  <a:cubicBezTo>
                    <a:pt x="2080" y="1493"/>
                    <a:pt x="2086" y="1494"/>
                    <a:pt x="2094" y="1497"/>
                  </a:cubicBezTo>
                  <a:cubicBezTo>
                    <a:pt x="2167" y="1495"/>
                    <a:pt x="2186" y="1498"/>
                    <a:pt x="2203" y="1494"/>
                  </a:cubicBezTo>
                  <a:cubicBezTo>
                    <a:pt x="2239" y="1495"/>
                    <a:pt x="2241" y="1492"/>
                    <a:pt x="2244" y="1492"/>
                  </a:cubicBezTo>
                  <a:cubicBezTo>
                    <a:pt x="2289" y="1487"/>
                    <a:pt x="2294" y="1490"/>
                    <a:pt x="2298" y="1489"/>
                  </a:cubicBezTo>
                  <a:cubicBezTo>
                    <a:pt x="2349" y="1491"/>
                    <a:pt x="2358" y="1488"/>
                    <a:pt x="2368" y="1491"/>
                  </a:cubicBezTo>
                  <a:cubicBezTo>
                    <a:pt x="2408" y="1491"/>
                    <a:pt x="2409" y="1489"/>
                    <a:pt x="2412" y="1491"/>
                  </a:cubicBezTo>
                  <a:cubicBezTo>
                    <a:pt x="2452" y="1494"/>
                    <a:pt x="2456" y="1493"/>
                    <a:pt x="2462" y="1498"/>
                  </a:cubicBezTo>
                  <a:cubicBezTo>
                    <a:pt x="2494" y="1499"/>
                    <a:pt x="2499" y="1504"/>
                    <a:pt x="2504" y="1503"/>
                  </a:cubicBezTo>
                  <a:cubicBezTo>
                    <a:pt x="2539" y="1513"/>
                    <a:pt x="2541" y="1511"/>
                    <a:pt x="2544" y="1514"/>
                  </a:cubicBezTo>
                  <a:cubicBezTo>
                    <a:pt x="2540" y="1522"/>
                    <a:pt x="2534" y="1517"/>
                    <a:pt x="2528" y="1514"/>
                  </a:cubicBezTo>
                  <a:cubicBezTo>
                    <a:pt x="2499" y="1515"/>
                    <a:pt x="2495" y="1516"/>
                    <a:pt x="2491" y="1515"/>
                  </a:cubicBezTo>
                  <a:cubicBezTo>
                    <a:pt x="2470" y="1517"/>
                    <a:pt x="2461" y="1511"/>
                    <a:pt x="2453" y="1516"/>
                  </a:cubicBezTo>
                  <a:cubicBezTo>
                    <a:pt x="2361" y="1511"/>
                    <a:pt x="2358" y="1522"/>
                    <a:pt x="2352" y="1514"/>
                  </a:cubicBezTo>
                  <a:cubicBezTo>
                    <a:pt x="2303" y="1521"/>
                    <a:pt x="2299" y="1520"/>
                    <a:pt x="2295" y="1521"/>
                  </a:cubicBezTo>
                  <a:cubicBezTo>
                    <a:pt x="2268" y="1522"/>
                    <a:pt x="2265" y="1529"/>
                    <a:pt x="2260" y="1526"/>
                  </a:cubicBezTo>
                  <a:cubicBezTo>
                    <a:pt x="2207" y="1533"/>
                    <a:pt x="2198" y="1529"/>
                    <a:pt x="2191" y="1533"/>
                  </a:cubicBezTo>
                  <a:cubicBezTo>
                    <a:pt x="2159" y="1533"/>
                    <a:pt x="2151" y="1531"/>
                    <a:pt x="2144" y="1533"/>
                  </a:cubicBezTo>
                  <a:cubicBezTo>
                    <a:pt x="2122" y="1534"/>
                    <a:pt x="2121" y="1537"/>
                    <a:pt x="2124" y="1535"/>
                  </a:cubicBezTo>
                  <a:cubicBezTo>
                    <a:pt x="2146" y="1533"/>
                    <a:pt x="2152" y="1539"/>
                    <a:pt x="2156" y="1538"/>
                  </a:cubicBezTo>
                  <a:cubicBezTo>
                    <a:pt x="2199" y="1537"/>
                    <a:pt x="2208" y="1537"/>
                    <a:pt x="2217" y="1537"/>
                  </a:cubicBezTo>
                  <a:cubicBezTo>
                    <a:pt x="2258" y="1531"/>
                    <a:pt x="2264" y="1537"/>
                    <a:pt x="2268" y="1534"/>
                  </a:cubicBezTo>
                  <a:cubicBezTo>
                    <a:pt x="2296" y="1526"/>
                    <a:pt x="2301" y="1531"/>
                    <a:pt x="2304" y="1527"/>
                  </a:cubicBezTo>
                  <a:cubicBezTo>
                    <a:pt x="2335" y="1525"/>
                    <a:pt x="2338" y="1528"/>
                    <a:pt x="2341" y="1528"/>
                  </a:cubicBezTo>
                  <a:cubicBezTo>
                    <a:pt x="2369" y="1527"/>
                    <a:pt x="2374" y="1522"/>
                    <a:pt x="2379" y="1525"/>
                  </a:cubicBezTo>
                  <a:cubicBezTo>
                    <a:pt x="2415" y="1519"/>
                    <a:pt x="2422" y="1529"/>
                    <a:pt x="2426" y="1521"/>
                  </a:cubicBezTo>
                  <a:cubicBezTo>
                    <a:pt x="2479" y="1523"/>
                    <a:pt x="2484" y="1524"/>
                    <a:pt x="2489" y="1524"/>
                  </a:cubicBezTo>
                  <a:cubicBezTo>
                    <a:pt x="2510" y="1525"/>
                    <a:pt x="2516" y="1524"/>
                    <a:pt x="2521" y="1524"/>
                  </a:cubicBezTo>
                  <a:cubicBezTo>
                    <a:pt x="2547" y="1526"/>
                    <a:pt x="2559" y="1534"/>
                    <a:pt x="2570" y="1533"/>
                  </a:cubicBezTo>
                  <a:cubicBezTo>
                    <a:pt x="2608" y="1551"/>
                    <a:pt x="2617" y="1556"/>
                    <a:pt x="2627" y="1558"/>
                  </a:cubicBezTo>
                  <a:cubicBezTo>
                    <a:pt x="2654" y="1575"/>
                    <a:pt x="2658" y="1582"/>
                    <a:pt x="2661" y="1578"/>
                  </a:cubicBezTo>
                  <a:cubicBezTo>
                    <a:pt x="2679" y="1592"/>
                    <a:pt x="2668" y="1591"/>
                    <a:pt x="2658" y="1587"/>
                  </a:cubicBezTo>
                  <a:cubicBezTo>
                    <a:pt x="2602" y="1571"/>
                    <a:pt x="2598" y="1576"/>
                    <a:pt x="2592" y="1572"/>
                  </a:cubicBezTo>
                  <a:cubicBezTo>
                    <a:pt x="2493" y="1566"/>
                    <a:pt x="2486" y="1559"/>
                    <a:pt x="2482" y="1564"/>
                  </a:cubicBezTo>
                  <a:cubicBezTo>
                    <a:pt x="2454" y="1559"/>
                    <a:pt x="2452" y="1559"/>
                    <a:pt x="2450" y="1561"/>
                  </a:cubicBezTo>
                  <a:cubicBezTo>
                    <a:pt x="2407" y="1554"/>
                    <a:pt x="2405" y="1561"/>
                    <a:pt x="2401" y="1560"/>
                  </a:cubicBezTo>
                  <a:cubicBezTo>
                    <a:pt x="2363" y="1561"/>
                    <a:pt x="2358" y="1554"/>
                    <a:pt x="2355" y="1558"/>
                  </a:cubicBezTo>
                  <a:cubicBezTo>
                    <a:pt x="2328" y="1563"/>
                    <a:pt x="2323" y="1555"/>
                    <a:pt x="2321" y="1561"/>
                  </a:cubicBezTo>
                  <a:cubicBezTo>
                    <a:pt x="2293" y="1560"/>
                    <a:pt x="2290" y="1562"/>
                    <a:pt x="2286" y="1562"/>
                  </a:cubicBezTo>
                  <a:cubicBezTo>
                    <a:pt x="2243" y="1564"/>
                    <a:pt x="2236" y="1566"/>
                    <a:pt x="2229" y="1566"/>
                  </a:cubicBezTo>
                  <a:cubicBezTo>
                    <a:pt x="2173" y="1564"/>
                    <a:pt x="2167" y="1569"/>
                    <a:pt x="2158" y="1566"/>
                  </a:cubicBezTo>
                  <a:cubicBezTo>
                    <a:pt x="2121" y="1565"/>
                    <a:pt x="2118" y="1572"/>
                    <a:pt x="2113" y="1567"/>
                  </a:cubicBezTo>
                  <a:cubicBezTo>
                    <a:pt x="2076" y="1567"/>
                    <a:pt x="2075" y="1564"/>
                    <a:pt x="2074" y="1562"/>
                  </a:cubicBezTo>
                  <a:cubicBezTo>
                    <a:pt x="2035" y="1553"/>
                    <a:pt x="2033" y="1551"/>
                    <a:pt x="2031" y="1549"/>
                  </a:cubicBezTo>
                  <a:cubicBezTo>
                    <a:pt x="2019" y="1549"/>
                    <a:pt x="2032" y="1553"/>
                    <a:pt x="2045" y="1559"/>
                  </a:cubicBezTo>
                  <a:cubicBezTo>
                    <a:pt x="2068" y="1563"/>
                    <a:pt x="2066" y="1572"/>
                    <a:pt x="2070" y="1568"/>
                  </a:cubicBezTo>
                  <a:cubicBezTo>
                    <a:pt x="2092" y="1572"/>
                    <a:pt x="2098" y="1570"/>
                    <a:pt x="2102" y="1576"/>
                  </a:cubicBezTo>
                  <a:cubicBezTo>
                    <a:pt x="2162" y="1582"/>
                    <a:pt x="2171" y="1587"/>
                    <a:pt x="2179" y="1585"/>
                  </a:cubicBezTo>
                  <a:cubicBezTo>
                    <a:pt x="2207" y="1588"/>
                    <a:pt x="2208" y="1584"/>
                    <a:pt x="2211" y="1585"/>
                  </a:cubicBezTo>
                  <a:cubicBezTo>
                    <a:pt x="2233" y="1583"/>
                    <a:pt x="2239" y="1590"/>
                    <a:pt x="2242" y="1585"/>
                  </a:cubicBezTo>
                  <a:cubicBezTo>
                    <a:pt x="2263" y="1586"/>
                    <a:pt x="2272" y="1586"/>
                    <a:pt x="2280" y="1587"/>
                  </a:cubicBezTo>
                  <a:cubicBezTo>
                    <a:pt x="2313" y="1585"/>
                    <a:pt x="2323" y="1589"/>
                    <a:pt x="2331" y="1589"/>
                  </a:cubicBezTo>
                  <a:cubicBezTo>
                    <a:pt x="2365" y="1592"/>
                    <a:pt x="2367" y="1591"/>
                    <a:pt x="2369" y="1591"/>
                  </a:cubicBezTo>
                  <a:cubicBezTo>
                    <a:pt x="2399" y="1594"/>
                    <a:pt x="2405" y="1600"/>
                    <a:pt x="2408" y="1596"/>
                  </a:cubicBezTo>
                  <a:cubicBezTo>
                    <a:pt x="2442" y="1597"/>
                    <a:pt x="2451" y="1602"/>
                    <a:pt x="2459" y="1598"/>
                  </a:cubicBezTo>
                  <a:cubicBezTo>
                    <a:pt x="2471" y="1601"/>
                    <a:pt x="2473" y="1601"/>
                    <a:pt x="2475" y="1601"/>
                  </a:cubicBezTo>
                  <a:cubicBezTo>
                    <a:pt x="2445" y="1606"/>
                    <a:pt x="2443" y="1607"/>
                    <a:pt x="2439" y="1604"/>
                  </a:cubicBezTo>
                  <a:cubicBezTo>
                    <a:pt x="2395" y="1607"/>
                    <a:pt x="2374" y="1608"/>
                    <a:pt x="2352" y="1609"/>
                  </a:cubicBezTo>
                  <a:cubicBezTo>
                    <a:pt x="2254" y="1621"/>
                    <a:pt x="2247" y="1616"/>
                    <a:pt x="2243" y="1620"/>
                  </a:cubicBezTo>
                  <a:cubicBezTo>
                    <a:pt x="2203" y="1616"/>
                    <a:pt x="2183" y="1620"/>
                    <a:pt x="2161" y="1620"/>
                  </a:cubicBezTo>
                  <a:cubicBezTo>
                    <a:pt x="2112" y="1621"/>
                    <a:pt x="2109" y="1622"/>
                    <a:pt x="2107" y="1623"/>
                  </a:cubicBezTo>
                  <a:cubicBezTo>
                    <a:pt x="2030" y="1621"/>
                    <a:pt x="2026" y="1616"/>
                    <a:pt x="2024" y="1618"/>
                  </a:cubicBezTo>
                  <a:cubicBezTo>
                    <a:pt x="1994" y="1611"/>
                    <a:pt x="1990" y="1617"/>
                    <a:pt x="1983" y="1612"/>
                  </a:cubicBezTo>
                  <a:cubicBezTo>
                    <a:pt x="1985" y="1614"/>
                    <a:pt x="1988" y="1619"/>
                    <a:pt x="1991" y="1617"/>
                  </a:cubicBezTo>
                  <a:cubicBezTo>
                    <a:pt x="2042" y="1624"/>
                    <a:pt x="2053" y="1625"/>
                    <a:pt x="2063" y="1626"/>
                  </a:cubicBezTo>
                  <a:cubicBezTo>
                    <a:pt x="2134" y="1631"/>
                    <a:pt x="2138" y="1625"/>
                    <a:pt x="2144" y="1627"/>
                  </a:cubicBezTo>
                  <a:cubicBezTo>
                    <a:pt x="2193" y="1623"/>
                    <a:pt x="2196" y="1627"/>
                    <a:pt x="2199" y="1627"/>
                  </a:cubicBezTo>
                  <a:cubicBezTo>
                    <a:pt x="2212" y="1625"/>
                    <a:pt x="2218" y="1627"/>
                    <a:pt x="2223" y="1625"/>
                  </a:cubicBezTo>
                  <a:cubicBezTo>
                    <a:pt x="2307" y="1624"/>
                    <a:pt x="2311" y="1617"/>
                    <a:pt x="2317" y="1622"/>
                  </a:cubicBezTo>
                  <a:cubicBezTo>
                    <a:pt x="2338" y="1618"/>
                    <a:pt x="2344" y="1620"/>
                    <a:pt x="2349" y="1617"/>
                  </a:cubicBezTo>
                  <a:cubicBezTo>
                    <a:pt x="2418" y="1614"/>
                    <a:pt x="2424" y="1617"/>
                    <a:pt x="2428" y="1612"/>
                  </a:cubicBezTo>
                  <a:cubicBezTo>
                    <a:pt x="2486" y="1613"/>
                    <a:pt x="2495" y="1611"/>
                    <a:pt x="2504" y="1613"/>
                  </a:cubicBezTo>
                  <a:cubicBezTo>
                    <a:pt x="2538" y="1616"/>
                    <a:pt x="2544" y="1614"/>
                    <a:pt x="2551" y="1618"/>
                  </a:cubicBezTo>
                  <a:cubicBezTo>
                    <a:pt x="2576" y="1617"/>
                    <a:pt x="2582" y="1619"/>
                    <a:pt x="2589" y="1619"/>
                  </a:cubicBezTo>
                  <a:cubicBezTo>
                    <a:pt x="2605" y="1620"/>
                    <a:pt x="2607" y="1617"/>
                    <a:pt x="2606" y="1621"/>
                  </a:cubicBezTo>
                  <a:cubicBezTo>
                    <a:pt x="2570" y="1626"/>
                    <a:pt x="2567" y="1624"/>
                    <a:pt x="2565" y="1624"/>
                  </a:cubicBezTo>
                  <a:cubicBezTo>
                    <a:pt x="2544" y="1626"/>
                    <a:pt x="2543" y="1633"/>
                    <a:pt x="2539" y="1631"/>
                  </a:cubicBezTo>
                  <a:cubicBezTo>
                    <a:pt x="2525" y="1626"/>
                    <a:pt x="2522" y="1626"/>
                    <a:pt x="2519" y="1625"/>
                  </a:cubicBezTo>
                  <a:cubicBezTo>
                    <a:pt x="2488" y="1626"/>
                    <a:pt x="2486" y="1632"/>
                    <a:pt x="2482" y="1630"/>
                  </a:cubicBezTo>
                  <a:cubicBezTo>
                    <a:pt x="2437" y="1636"/>
                    <a:pt x="2418" y="1631"/>
                    <a:pt x="2401" y="1638"/>
                  </a:cubicBezTo>
                  <a:cubicBezTo>
                    <a:pt x="2369" y="1638"/>
                    <a:pt x="2365" y="1641"/>
                    <a:pt x="2360" y="1640"/>
                  </a:cubicBezTo>
                  <a:cubicBezTo>
                    <a:pt x="2288" y="1646"/>
                    <a:pt x="2283" y="1643"/>
                    <a:pt x="2279" y="1644"/>
                  </a:cubicBezTo>
                  <a:cubicBezTo>
                    <a:pt x="2247" y="1646"/>
                    <a:pt x="2241" y="1643"/>
                    <a:pt x="2237" y="1644"/>
                  </a:cubicBezTo>
                  <a:cubicBezTo>
                    <a:pt x="2191" y="1641"/>
                    <a:pt x="2187" y="1648"/>
                    <a:pt x="2181" y="1641"/>
                  </a:cubicBezTo>
                  <a:cubicBezTo>
                    <a:pt x="2122" y="1643"/>
                    <a:pt x="2117" y="1637"/>
                    <a:pt x="2113" y="1638"/>
                  </a:cubicBezTo>
                  <a:cubicBezTo>
                    <a:pt x="2065" y="1636"/>
                    <a:pt x="2061" y="1637"/>
                    <a:pt x="2056" y="1637"/>
                  </a:cubicBezTo>
                  <a:cubicBezTo>
                    <a:pt x="2022" y="1634"/>
                    <a:pt x="2017" y="1630"/>
                    <a:pt x="2012" y="1631"/>
                  </a:cubicBezTo>
                  <a:cubicBezTo>
                    <a:pt x="2047" y="1640"/>
                    <a:pt x="2052" y="1641"/>
                    <a:pt x="2057" y="1640"/>
                  </a:cubicBezTo>
                  <a:cubicBezTo>
                    <a:pt x="2091" y="1647"/>
                    <a:pt x="2095" y="1643"/>
                    <a:pt x="2100" y="1645"/>
                  </a:cubicBezTo>
                  <a:cubicBezTo>
                    <a:pt x="2132" y="1645"/>
                    <a:pt x="2135" y="1647"/>
                    <a:pt x="2137" y="1649"/>
                  </a:cubicBezTo>
                  <a:cubicBezTo>
                    <a:pt x="2164" y="1651"/>
                    <a:pt x="2167" y="1648"/>
                    <a:pt x="2170" y="1650"/>
                  </a:cubicBezTo>
                  <a:cubicBezTo>
                    <a:pt x="2195" y="1655"/>
                    <a:pt x="2198" y="1646"/>
                    <a:pt x="2204" y="1651"/>
                  </a:cubicBezTo>
                  <a:cubicBezTo>
                    <a:pt x="2257" y="1652"/>
                    <a:pt x="2266" y="1651"/>
                    <a:pt x="2276" y="1652"/>
                  </a:cubicBezTo>
                  <a:cubicBezTo>
                    <a:pt x="2344" y="1649"/>
                    <a:pt x="2354" y="1649"/>
                    <a:pt x="2363" y="1647"/>
                  </a:cubicBezTo>
                  <a:cubicBezTo>
                    <a:pt x="2397" y="1650"/>
                    <a:pt x="2400" y="1643"/>
                    <a:pt x="2405" y="1644"/>
                  </a:cubicBezTo>
                  <a:cubicBezTo>
                    <a:pt x="2459" y="1643"/>
                    <a:pt x="2467" y="1634"/>
                    <a:pt x="2478" y="1640"/>
                  </a:cubicBezTo>
                  <a:cubicBezTo>
                    <a:pt x="2425" y="1649"/>
                    <a:pt x="2417" y="1651"/>
                    <a:pt x="2410" y="1652"/>
                  </a:cubicBezTo>
                  <a:cubicBezTo>
                    <a:pt x="2383" y="1656"/>
                    <a:pt x="2381" y="1661"/>
                    <a:pt x="2376" y="1659"/>
                  </a:cubicBezTo>
                  <a:cubicBezTo>
                    <a:pt x="2349" y="1660"/>
                    <a:pt x="2346" y="1666"/>
                    <a:pt x="2341" y="1661"/>
                  </a:cubicBezTo>
                  <a:cubicBezTo>
                    <a:pt x="2303" y="1667"/>
                    <a:pt x="2299" y="1668"/>
                    <a:pt x="2295" y="1667"/>
                  </a:cubicBezTo>
                  <a:cubicBezTo>
                    <a:pt x="2267" y="1667"/>
                    <a:pt x="2260" y="1667"/>
                    <a:pt x="2253" y="1668"/>
                  </a:cubicBezTo>
                  <a:cubicBezTo>
                    <a:pt x="2216" y="1663"/>
                    <a:pt x="2215" y="1672"/>
                    <a:pt x="2210" y="1669"/>
                  </a:cubicBezTo>
                  <a:cubicBezTo>
                    <a:pt x="2143" y="1667"/>
                    <a:pt x="2139" y="1664"/>
                    <a:pt x="2136" y="1669"/>
                  </a:cubicBezTo>
                  <a:cubicBezTo>
                    <a:pt x="2175" y="1676"/>
                    <a:pt x="2181" y="1672"/>
                    <a:pt x="2188" y="1675"/>
                  </a:cubicBezTo>
                  <a:cubicBezTo>
                    <a:pt x="2221" y="1675"/>
                    <a:pt x="2222" y="1675"/>
                    <a:pt x="2223" y="1672"/>
                  </a:cubicBezTo>
                  <a:cubicBezTo>
                    <a:pt x="2253" y="1672"/>
                    <a:pt x="2257" y="1673"/>
                    <a:pt x="2260" y="1676"/>
                  </a:cubicBezTo>
                  <a:cubicBezTo>
                    <a:pt x="2296" y="1677"/>
                    <a:pt x="2293" y="1681"/>
                    <a:pt x="2300" y="1684"/>
                  </a:cubicBezTo>
                  <a:cubicBezTo>
                    <a:pt x="2357" y="1678"/>
                    <a:pt x="2366" y="1682"/>
                    <a:pt x="2374" y="1678"/>
                  </a:cubicBezTo>
                  <a:cubicBezTo>
                    <a:pt x="2435" y="1674"/>
                    <a:pt x="2440" y="1673"/>
                    <a:pt x="2445" y="1673"/>
                  </a:cubicBezTo>
                  <a:cubicBezTo>
                    <a:pt x="2465" y="1667"/>
                    <a:pt x="2471" y="1669"/>
                    <a:pt x="2476" y="1667"/>
                  </a:cubicBezTo>
                  <a:cubicBezTo>
                    <a:pt x="2508" y="1661"/>
                    <a:pt x="2512" y="1666"/>
                    <a:pt x="2514" y="1664"/>
                  </a:cubicBezTo>
                  <a:cubicBezTo>
                    <a:pt x="2547" y="1662"/>
                    <a:pt x="2554" y="1661"/>
                    <a:pt x="2560" y="1658"/>
                  </a:cubicBezTo>
                  <a:cubicBezTo>
                    <a:pt x="2620" y="1652"/>
                    <a:pt x="2623" y="1651"/>
                    <a:pt x="2626" y="1650"/>
                  </a:cubicBezTo>
                  <a:cubicBezTo>
                    <a:pt x="2662" y="1652"/>
                    <a:pt x="2669" y="1652"/>
                    <a:pt x="2675" y="1651"/>
                  </a:cubicBezTo>
                  <a:cubicBezTo>
                    <a:pt x="2724" y="1652"/>
                    <a:pt x="2732" y="1655"/>
                    <a:pt x="2739" y="1654"/>
                  </a:cubicBezTo>
                  <a:cubicBezTo>
                    <a:pt x="2796" y="1661"/>
                    <a:pt x="2800" y="1664"/>
                    <a:pt x="2803" y="1663"/>
                  </a:cubicBezTo>
                  <a:cubicBezTo>
                    <a:pt x="2817" y="1678"/>
                    <a:pt x="2813" y="1673"/>
                    <a:pt x="2811" y="1675"/>
                  </a:cubicBezTo>
                  <a:cubicBezTo>
                    <a:pt x="2770" y="1672"/>
                    <a:pt x="2758" y="1673"/>
                    <a:pt x="2745" y="1671"/>
                  </a:cubicBezTo>
                  <a:cubicBezTo>
                    <a:pt x="2650" y="1676"/>
                    <a:pt x="2646" y="1683"/>
                    <a:pt x="2638" y="1679"/>
                  </a:cubicBezTo>
                  <a:cubicBezTo>
                    <a:pt x="2619" y="1686"/>
                    <a:pt x="2615" y="1682"/>
                    <a:pt x="2613" y="1685"/>
                  </a:cubicBezTo>
                  <a:cubicBezTo>
                    <a:pt x="2593" y="1688"/>
                    <a:pt x="2590" y="1688"/>
                    <a:pt x="2587" y="1689"/>
                  </a:cubicBezTo>
                  <a:cubicBezTo>
                    <a:pt x="2558" y="1695"/>
                    <a:pt x="2555" y="1695"/>
                    <a:pt x="2552" y="1697"/>
                  </a:cubicBezTo>
                  <a:cubicBezTo>
                    <a:pt x="2509" y="1701"/>
                    <a:pt x="2506" y="1705"/>
                    <a:pt x="2501" y="1700"/>
                  </a:cubicBezTo>
                  <a:cubicBezTo>
                    <a:pt x="2459" y="1707"/>
                    <a:pt x="2451" y="1707"/>
                    <a:pt x="2443" y="1708"/>
                  </a:cubicBezTo>
                  <a:cubicBezTo>
                    <a:pt x="2414" y="1713"/>
                    <a:pt x="2406" y="1710"/>
                    <a:pt x="2398" y="1713"/>
                  </a:cubicBezTo>
                  <a:cubicBezTo>
                    <a:pt x="2321" y="1710"/>
                    <a:pt x="2314" y="1713"/>
                    <a:pt x="2305" y="1711"/>
                  </a:cubicBezTo>
                  <a:cubicBezTo>
                    <a:pt x="2241" y="1703"/>
                    <a:pt x="2226" y="1705"/>
                    <a:pt x="2210" y="1700"/>
                  </a:cubicBezTo>
                  <a:cubicBezTo>
                    <a:pt x="2178" y="1697"/>
                    <a:pt x="2168" y="1688"/>
                    <a:pt x="2161" y="1691"/>
                  </a:cubicBezTo>
                  <a:cubicBezTo>
                    <a:pt x="2204" y="1705"/>
                    <a:pt x="2210" y="1706"/>
                    <a:pt x="2216" y="1707"/>
                  </a:cubicBezTo>
                  <a:cubicBezTo>
                    <a:pt x="2314" y="1720"/>
                    <a:pt x="2320" y="1719"/>
                    <a:pt x="2326" y="1719"/>
                  </a:cubicBezTo>
                  <a:cubicBezTo>
                    <a:pt x="2366" y="1716"/>
                    <a:pt x="2374" y="1724"/>
                    <a:pt x="2380" y="1721"/>
                  </a:cubicBezTo>
                  <a:cubicBezTo>
                    <a:pt x="2490" y="1712"/>
                    <a:pt x="2502" y="1711"/>
                    <a:pt x="2514" y="1711"/>
                  </a:cubicBezTo>
                  <a:cubicBezTo>
                    <a:pt x="2560" y="1701"/>
                    <a:pt x="2570" y="1701"/>
                    <a:pt x="2580" y="1700"/>
                  </a:cubicBezTo>
                  <a:cubicBezTo>
                    <a:pt x="2624" y="1689"/>
                    <a:pt x="2627" y="1689"/>
                    <a:pt x="2630" y="1691"/>
                  </a:cubicBezTo>
                  <a:cubicBezTo>
                    <a:pt x="2674" y="1686"/>
                    <a:pt x="2680" y="1685"/>
                    <a:pt x="2687" y="1685"/>
                  </a:cubicBezTo>
                  <a:cubicBezTo>
                    <a:pt x="2721" y="1678"/>
                    <a:pt x="2725" y="1684"/>
                    <a:pt x="2728" y="1681"/>
                  </a:cubicBezTo>
                  <a:cubicBezTo>
                    <a:pt x="2748" y="1684"/>
                    <a:pt x="2750" y="1680"/>
                    <a:pt x="2752" y="1681"/>
                  </a:cubicBezTo>
                  <a:cubicBezTo>
                    <a:pt x="2779" y="1689"/>
                    <a:pt x="2773" y="1678"/>
                    <a:pt x="2772" y="1686"/>
                  </a:cubicBezTo>
                  <a:cubicBezTo>
                    <a:pt x="2733" y="1690"/>
                    <a:pt x="2731" y="1691"/>
                    <a:pt x="2729" y="1692"/>
                  </a:cubicBezTo>
                  <a:cubicBezTo>
                    <a:pt x="2699" y="1696"/>
                    <a:pt x="2691" y="1701"/>
                    <a:pt x="2682" y="1703"/>
                  </a:cubicBezTo>
                  <a:cubicBezTo>
                    <a:pt x="2646" y="1707"/>
                    <a:pt x="2638" y="1713"/>
                    <a:pt x="2630" y="1715"/>
                  </a:cubicBezTo>
                  <a:cubicBezTo>
                    <a:pt x="2586" y="1730"/>
                    <a:pt x="2581" y="1731"/>
                    <a:pt x="2577" y="1732"/>
                  </a:cubicBezTo>
                  <a:cubicBezTo>
                    <a:pt x="2534" y="1747"/>
                    <a:pt x="2530" y="1748"/>
                    <a:pt x="2525" y="1750"/>
                  </a:cubicBezTo>
                  <a:cubicBezTo>
                    <a:pt x="2489" y="1754"/>
                    <a:pt x="2482" y="1764"/>
                    <a:pt x="2472" y="1759"/>
                  </a:cubicBezTo>
                  <a:cubicBezTo>
                    <a:pt x="2413" y="1764"/>
                    <a:pt x="2409" y="1766"/>
                    <a:pt x="2404" y="1766"/>
                  </a:cubicBezTo>
                  <a:cubicBezTo>
                    <a:pt x="2352" y="1766"/>
                    <a:pt x="2342" y="1760"/>
                    <a:pt x="2333" y="1763"/>
                  </a:cubicBezTo>
                  <a:cubicBezTo>
                    <a:pt x="2404" y="1770"/>
                    <a:pt x="2412" y="1772"/>
                    <a:pt x="2419" y="1771"/>
                  </a:cubicBezTo>
                  <a:cubicBezTo>
                    <a:pt x="2475" y="1765"/>
                    <a:pt x="2491" y="1769"/>
                    <a:pt x="2504" y="1762"/>
                  </a:cubicBezTo>
                  <a:cubicBezTo>
                    <a:pt x="2567" y="1744"/>
                    <a:pt x="2571" y="1747"/>
                    <a:pt x="2574" y="1740"/>
                  </a:cubicBezTo>
                  <a:cubicBezTo>
                    <a:pt x="2596" y="1732"/>
                    <a:pt x="2601" y="1738"/>
                    <a:pt x="2603" y="1731"/>
                  </a:cubicBezTo>
                  <a:cubicBezTo>
                    <a:pt x="2653" y="1722"/>
                    <a:pt x="2659" y="1714"/>
                    <a:pt x="2666" y="1712"/>
                  </a:cubicBezTo>
                  <a:cubicBezTo>
                    <a:pt x="2710" y="1703"/>
                    <a:pt x="2727" y="1700"/>
                    <a:pt x="2744" y="1697"/>
                  </a:cubicBezTo>
                  <a:cubicBezTo>
                    <a:pt x="2780" y="1698"/>
                    <a:pt x="2788" y="1692"/>
                    <a:pt x="2797" y="1695"/>
                  </a:cubicBezTo>
                  <a:cubicBezTo>
                    <a:pt x="2832" y="1693"/>
                    <a:pt x="2841" y="1692"/>
                    <a:pt x="2851" y="1697"/>
                  </a:cubicBezTo>
                  <a:cubicBezTo>
                    <a:pt x="2883" y="1700"/>
                    <a:pt x="2887" y="1701"/>
                    <a:pt x="2892" y="1703"/>
                  </a:cubicBezTo>
                  <a:cubicBezTo>
                    <a:pt x="2862" y="1708"/>
                    <a:pt x="2854" y="1704"/>
                    <a:pt x="2847" y="1707"/>
                  </a:cubicBezTo>
                  <a:cubicBezTo>
                    <a:pt x="2795" y="1706"/>
                    <a:pt x="2789" y="1714"/>
                    <a:pt x="2780" y="1710"/>
                  </a:cubicBezTo>
                  <a:cubicBezTo>
                    <a:pt x="2763" y="1715"/>
                    <a:pt x="2760" y="1712"/>
                    <a:pt x="2759" y="1714"/>
                  </a:cubicBezTo>
                  <a:cubicBezTo>
                    <a:pt x="2721" y="1718"/>
                    <a:pt x="2707" y="1724"/>
                    <a:pt x="2692" y="1724"/>
                  </a:cubicBezTo>
                  <a:cubicBezTo>
                    <a:pt x="2667" y="1732"/>
                    <a:pt x="2663" y="1731"/>
                    <a:pt x="2661" y="1735"/>
                  </a:cubicBezTo>
                  <a:cubicBezTo>
                    <a:pt x="2626" y="1745"/>
                    <a:pt x="2625" y="1745"/>
                    <a:pt x="2624" y="1748"/>
                  </a:cubicBezTo>
                  <a:cubicBezTo>
                    <a:pt x="2592" y="1757"/>
                    <a:pt x="2578" y="1764"/>
                    <a:pt x="2563" y="1768"/>
                  </a:cubicBezTo>
                  <a:cubicBezTo>
                    <a:pt x="2535" y="1773"/>
                    <a:pt x="2528" y="1777"/>
                    <a:pt x="2520" y="1781"/>
                  </a:cubicBezTo>
                  <a:cubicBezTo>
                    <a:pt x="2487" y="1781"/>
                    <a:pt x="2479" y="1784"/>
                    <a:pt x="2471" y="1785"/>
                  </a:cubicBezTo>
                  <a:cubicBezTo>
                    <a:pt x="2370" y="1780"/>
                    <a:pt x="2359" y="1771"/>
                    <a:pt x="2349" y="1774"/>
                  </a:cubicBezTo>
                  <a:cubicBezTo>
                    <a:pt x="2390" y="1781"/>
                    <a:pt x="2394" y="1787"/>
                    <a:pt x="2397" y="1785"/>
                  </a:cubicBezTo>
                  <a:cubicBezTo>
                    <a:pt x="2438" y="1786"/>
                    <a:pt x="2451" y="1790"/>
                    <a:pt x="2462" y="1789"/>
                  </a:cubicBezTo>
                  <a:cubicBezTo>
                    <a:pt x="2521" y="1786"/>
                    <a:pt x="2524" y="1785"/>
                    <a:pt x="2528" y="1786"/>
                  </a:cubicBezTo>
                  <a:cubicBezTo>
                    <a:pt x="2579" y="1770"/>
                    <a:pt x="2588" y="1769"/>
                    <a:pt x="2592" y="1768"/>
                  </a:cubicBezTo>
                  <a:cubicBezTo>
                    <a:pt x="2650" y="1747"/>
                    <a:pt x="2654" y="1746"/>
                    <a:pt x="2657" y="1746"/>
                  </a:cubicBezTo>
                  <a:cubicBezTo>
                    <a:pt x="2687" y="1734"/>
                    <a:pt x="2690" y="1734"/>
                    <a:pt x="2694" y="1737"/>
                  </a:cubicBezTo>
                  <a:cubicBezTo>
                    <a:pt x="2724" y="1724"/>
                    <a:pt x="2729" y="1728"/>
                    <a:pt x="2731" y="1727"/>
                  </a:cubicBezTo>
                  <a:cubicBezTo>
                    <a:pt x="2767" y="1722"/>
                    <a:pt x="2772" y="1720"/>
                    <a:pt x="2779" y="1723"/>
                  </a:cubicBezTo>
                  <a:cubicBezTo>
                    <a:pt x="2794" y="1720"/>
                    <a:pt x="2797" y="1718"/>
                    <a:pt x="2796" y="1721"/>
                  </a:cubicBezTo>
                  <a:cubicBezTo>
                    <a:pt x="2776" y="1728"/>
                    <a:pt x="2771" y="1730"/>
                    <a:pt x="2765" y="1732"/>
                  </a:cubicBezTo>
                  <a:cubicBezTo>
                    <a:pt x="2712" y="1755"/>
                    <a:pt x="2708" y="1762"/>
                    <a:pt x="2702" y="1760"/>
                  </a:cubicBezTo>
                  <a:cubicBezTo>
                    <a:pt x="2646" y="1781"/>
                    <a:pt x="2641" y="1788"/>
                    <a:pt x="2635" y="1789"/>
                  </a:cubicBezTo>
                  <a:cubicBezTo>
                    <a:pt x="2575" y="1810"/>
                    <a:pt x="2566" y="1802"/>
                    <a:pt x="2560" y="1807"/>
                  </a:cubicBezTo>
                  <a:cubicBezTo>
                    <a:pt x="2499" y="1820"/>
                    <a:pt x="2504" y="1816"/>
                    <a:pt x="2511" y="1819"/>
                  </a:cubicBezTo>
                  <a:cubicBezTo>
                    <a:pt x="2569" y="1813"/>
                    <a:pt x="2574" y="1809"/>
                    <a:pt x="2580" y="1813"/>
                  </a:cubicBezTo>
                  <a:cubicBezTo>
                    <a:pt x="2618" y="1802"/>
                    <a:pt x="2621" y="1802"/>
                    <a:pt x="2624" y="1803"/>
                  </a:cubicBezTo>
                  <a:cubicBezTo>
                    <a:pt x="2645" y="1797"/>
                    <a:pt x="2648" y="1796"/>
                    <a:pt x="2651" y="1794"/>
                  </a:cubicBezTo>
                  <a:cubicBezTo>
                    <a:pt x="2689" y="1774"/>
                    <a:pt x="2696" y="1779"/>
                    <a:pt x="2701" y="1773"/>
                  </a:cubicBezTo>
                  <a:cubicBezTo>
                    <a:pt x="2741" y="1756"/>
                    <a:pt x="2745" y="1746"/>
                    <a:pt x="2751" y="1749"/>
                  </a:cubicBezTo>
                  <a:cubicBezTo>
                    <a:pt x="2789" y="1733"/>
                    <a:pt x="2792" y="1733"/>
                    <a:pt x="2795" y="1730"/>
                  </a:cubicBezTo>
                  <a:cubicBezTo>
                    <a:pt x="2788" y="1740"/>
                    <a:pt x="2783" y="1735"/>
                    <a:pt x="2780" y="1741"/>
                  </a:cubicBezTo>
                  <a:cubicBezTo>
                    <a:pt x="2731" y="1774"/>
                    <a:pt x="2723" y="1772"/>
                    <a:pt x="2717" y="1781"/>
                  </a:cubicBezTo>
                  <a:cubicBezTo>
                    <a:pt x="2647" y="1806"/>
                    <a:pt x="2644" y="1811"/>
                    <a:pt x="2640" y="1810"/>
                  </a:cubicBezTo>
                  <a:cubicBezTo>
                    <a:pt x="2650" y="1810"/>
                    <a:pt x="2656" y="1813"/>
                    <a:pt x="2661" y="1809"/>
                  </a:cubicBezTo>
                  <a:cubicBezTo>
                    <a:pt x="2708" y="1802"/>
                    <a:pt x="2718" y="1795"/>
                    <a:pt x="2730" y="1797"/>
                  </a:cubicBezTo>
                  <a:cubicBezTo>
                    <a:pt x="2808" y="1776"/>
                    <a:pt x="2811" y="1768"/>
                    <a:pt x="2815" y="1767"/>
                  </a:cubicBezTo>
                  <a:cubicBezTo>
                    <a:pt x="2831" y="1757"/>
                    <a:pt x="2836" y="1762"/>
                    <a:pt x="2840" y="1758"/>
                  </a:cubicBezTo>
                  <a:cubicBezTo>
                    <a:pt x="2870" y="1752"/>
                    <a:pt x="2873" y="1743"/>
                    <a:pt x="2878" y="1747"/>
                  </a:cubicBezTo>
                  <a:cubicBezTo>
                    <a:pt x="2933" y="1737"/>
                    <a:pt x="2936" y="1737"/>
                    <a:pt x="2940" y="1738"/>
                  </a:cubicBezTo>
                  <a:cubicBezTo>
                    <a:pt x="2979" y="1744"/>
                    <a:pt x="2985" y="1741"/>
                    <a:pt x="2993" y="1744"/>
                  </a:cubicBezTo>
                  <a:cubicBezTo>
                    <a:pt x="3006" y="1750"/>
                    <a:pt x="3002" y="1756"/>
                    <a:pt x="2996" y="1751"/>
                  </a:cubicBezTo>
                  <a:cubicBezTo>
                    <a:pt x="2968" y="1752"/>
                    <a:pt x="2964" y="1751"/>
                    <a:pt x="2961" y="1749"/>
                  </a:cubicBezTo>
                  <a:cubicBezTo>
                    <a:pt x="2898" y="1754"/>
                    <a:pt x="2888" y="1762"/>
                    <a:pt x="2876" y="1758"/>
                  </a:cubicBezTo>
                  <a:cubicBezTo>
                    <a:pt x="2827" y="1782"/>
                    <a:pt x="2820" y="1785"/>
                    <a:pt x="2813" y="1787"/>
                  </a:cubicBezTo>
                  <a:cubicBezTo>
                    <a:pt x="2798" y="1797"/>
                    <a:pt x="2801" y="1795"/>
                    <a:pt x="2805" y="1795"/>
                  </a:cubicBezTo>
                  <a:cubicBezTo>
                    <a:pt x="2842" y="1780"/>
                    <a:pt x="2850" y="1784"/>
                    <a:pt x="2856" y="1776"/>
                  </a:cubicBezTo>
                  <a:cubicBezTo>
                    <a:pt x="2907" y="1764"/>
                    <a:pt x="2915" y="1765"/>
                    <a:pt x="2922" y="1760"/>
                  </a:cubicBezTo>
                  <a:cubicBezTo>
                    <a:pt x="2969" y="1757"/>
                    <a:pt x="2974" y="1763"/>
                    <a:pt x="2977" y="1760"/>
                  </a:cubicBezTo>
                  <a:cubicBezTo>
                    <a:pt x="3025" y="1770"/>
                    <a:pt x="3035" y="1767"/>
                    <a:pt x="3047" y="1773"/>
                  </a:cubicBezTo>
                  <a:cubicBezTo>
                    <a:pt x="3015" y="1779"/>
                    <a:pt x="3010" y="1773"/>
                    <a:pt x="3005" y="1776"/>
                  </a:cubicBezTo>
                  <a:cubicBezTo>
                    <a:pt x="3006" y="1780"/>
                    <a:pt x="3009" y="1784"/>
                    <a:pt x="3012" y="1786"/>
                  </a:cubicBezTo>
                  <a:cubicBezTo>
                    <a:pt x="2990" y="1813"/>
                    <a:pt x="2982" y="1817"/>
                    <a:pt x="2975" y="1826"/>
                  </a:cubicBezTo>
                  <a:cubicBezTo>
                    <a:pt x="3010" y="1818"/>
                    <a:pt x="3011" y="1815"/>
                    <a:pt x="3013" y="1816"/>
                  </a:cubicBezTo>
                  <a:cubicBezTo>
                    <a:pt x="3037" y="1804"/>
                    <a:pt x="3040" y="1802"/>
                    <a:pt x="3044" y="1802"/>
                  </a:cubicBezTo>
                  <a:cubicBezTo>
                    <a:pt x="3141" y="1829"/>
                    <a:pt x="3145" y="1819"/>
                    <a:pt x="3151" y="1821"/>
                  </a:cubicBezTo>
                  <a:close/>
                  <a:moveTo>
                    <a:pt x="2862" y="1579"/>
                  </a:moveTo>
                  <a:cubicBezTo>
                    <a:pt x="2853" y="1564"/>
                    <a:pt x="2854" y="1547"/>
                    <a:pt x="2846" y="1531"/>
                  </a:cubicBezTo>
                  <a:cubicBezTo>
                    <a:pt x="2843" y="1511"/>
                    <a:pt x="2840" y="1510"/>
                    <a:pt x="2841" y="1507"/>
                  </a:cubicBezTo>
                  <a:cubicBezTo>
                    <a:pt x="2815" y="1429"/>
                    <a:pt x="2813" y="1421"/>
                    <a:pt x="2813" y="1412"/>
                  </a:cubicBezTo>
                  <a:cubicBezTo>
                    <a:pt x="2793" y="1358"/>
                    <a:pt x="2786" y="1351"/>
                    <a:pt x="2786" y="1342"/>
                  </a:cubicBezTo>
                  <a:cubicBezTo>
                    <a:pt x="2769" y="1304"/>
                    <a:pt x="2769" y="1300"/>
                    <a:pt x="2764" y="1296"/>
                  </a:cubicBezTo>
                  <a:cubicBezTo>
                    <a:pt x="2737" y="1243"/>
                    <a:pt x="2739" y="1234"/>
                    <a:pt x="2732" y="1227"/>
                  </a:cubicBezTo>
                  <a:cubicBezTo>
                    <a:pt x="2719" y="1202"/>
                    <a:pt x="2722" y="1202"/>
                    <a:pt x="2724" y="1204"/>
                  </a:cubicBezTo>
                  <a:cubicBezTo>
                    <a:pt x="2736" y="1222"/>
                    <a:pt x="2739" y="1227"/>
                    <a:pt x="2741" y="1233"/>
                  </a:cubicBezTo>
                  <a:cubicBezTo>
                    <a:pt x="2767" y="1280"/>
                    <a:pt x="2769" y="1283"/>
                    <a:pt x="2769" y="1286"/>
                  </a:cubicBezTo>
                  <a:cubicBezTo>
                    <a:pt x="2790" y="1326"/>
                    <a:pt x="2788" y="1332"/>
                    <a:pt x="2795" y="1337"/>
                  </a:cubicBezTo>
                  <a:cubicBezTo>
                    <a:pt x="2816" y="1408"/>
                    <a:pt x="2821" y="1417"/>
                    <a:pt x="2821" y="1428"/>
                  </a:cubicBezTo>
                  <a:cubicBezTo>
                    <a:pt x="2828" y="1445"/>
                    <a:pt x="2827" y="1448"/>
                    <a:pt x="2827" y="1450"/>
                  </a:cubicBezTo>
                  <a:cubicBezTo>
                    <a:pt x="2840" y="1494"/>
                    <a:pt x="2842" y="1499"/>
                    <a:pt x="2844" y="1504"/>
                  </a:cubicBezTo>
                  <a:cubicBezTo>
                    <a:pt x="2856" y="1554"/>
                    <a:pt x="2859" y="1558"/>
                    <a:pt x="2859" y="1564"/>
                  </a:cubicBezTo>
                  <a:close/>
                  <a:moveTo>
                    <a:pt x="2583" y="1443"/>
                  </a:moveTo>
                  <a:cubicBezTo>
                    <a:pt x="2577" y="1441"/>
                    <a:pt x="2582" y="1437"/>
                    <a:pt x="2578" y="1434"/>
                  </a:cubicBezTo>
                  <a:cubicBezTo>
                    <a:pt x="2574" y="1428"/>
                    <a:pt x="2573" y="1422"/>
                    <a:pt x="2570" y="1416"/>
                  </a:cubicBezTo>
                  <a:cubicBezTo>
                    <a:pt x="2572" y="1413"/>
                    <a:pt x="2573" y="1418"/>
                    <a:pt x="2572" y="1420"/>
                  </a:cubicBezTo>
                  <a:cubicBezTo>
                    <a:pt x="2582" y="1429"/>
                    <a:pt x="2582" y="1440"/>
                    <a:pt x="2589" y="1449"/>
                  </a:cubicBezTo>
                  <a:cubicBezTo>
                    <a:pt x="2586" y="1453"/>
                    <a:pt x="2583" y="1445"/>
                    <a:pt x="2583" y="1443"/>
                  </a:cubicBezTo>
                  <a:close/>
                  <a:moveTo>
                    <a:pt x="2161" y="1164"/>
                  </a:moveTo>
                  <a:cubicBezTo>
                    <a:pt x="2159" y="1156"/>
                    <a:pt x="2149" y="1149"/>
                    <a:pt x="2145" y="1141"/>
                  </a:cubicBezTo>
                  <a:cubicBezTo>
                    <a:pt x="2150" y="1136"/>
                    <a:pt x="2148" y="1145"/>
                    <a:pt x="2152" y="1146"/>
                  </a:cubicBezTo>
                  <a:cubicBezTo>
                    <a:pt x="2153" y="1148"/>
                    <a:pt x="2156" y="1151"/>
                    <a:pt x="2160" y="1153"/>
                  </a:cubicBezTo>
                  <a:cubicBezTo>
                    <a:pt x="2160" y="1160"/>
                    <a:pt x="2166" y="1166"/>
                    <a:pt x="2172" y="1172"/>
                  </a:cubicBezTo>
                  <a:cubicBezTo>
                    <a:pt x="2166" y="1176"/>
                    <a:pt x="2167" y="1165"/>
                    <a:pt x="2161" y="1164"/>
                  </a:cubicBezTo>
                  <a:close/>
                  <a:moveTo>
                    <a:pt x="2176" y="1185"/>
                  </a:moveTo>
                  <a:cubicBezTo>
                    <a:pt x="2179" y="1177"/>
                    <a:pt x="2182" y="1189"/>
                    <a:pt x="2185" y="1191"/>
                  </a:cubicBezTo>
                  <a:cubicBezTo>
                    <a:pt x="2180" y="1195"/>
                    <a:pt x="2182" y="1185"/>
                    <a:pt x="2176" y="1185"/>
                  </a:cubicBezTo>
                  <a:close/>
                  <a:moveTo>
                    <a:pt x="2197" y="1209"/>
                  </a:moveTo>
                  <a:cubicBezTo>
                    <a:pt x="2194" y="1203"/>
                    <a:pt x="2200" y="1211"/>
                    <a:pt x="2202" y="1213"/>
                  </a:cubicBezTo>
                  <a:cubicBezTo>
                    <a:pt x="2199" y="1215"/>
                    <a:pt x="2199" y="1211"/>
                    <a:pt x="2197" y="1209"/>
                  </a:cubicBezTo>
                  <a:close/>
                  <a:moveTo>
                    <a:pt x="2096" y="1210"/>
                  </a:moveTo>
                  <a:cubicBezTo>
                    <a:pt x="2094" y="1207"/>
                    <a:pt x="2099" y="1209"/>
                    <a:pt x="2101" y="1211"/>
                  </a:cubicBezTo>
                  <a:cubicBezTo>
                    <a:pt x="2103" y="1214"/>
                    <a:pt x="2099" y="1212"/>
                    <a:pt x="2096" y="1210"/>
                  </a:cubicBezTo>
                  <a:close/>
                  <a:moveTo>
                    <a:pt x="2214" y="1294"/>
                  </a:moveTo>
                  <a:cubicBezTo>
                    <a:pt x="2209" y="1289"/>
                    <a:pt x="2207" y="1293"/>
                    <a:pt x="2203" y="1289"/>
                  </a:cubicBezTo>
                  <a:cubicBezTo>
                    <a:pt x="2145" y="1278"/>
                    <a:pt x="2137" y="1269"/>
                    <a:pt x="2130" y="1270"/>
                  </a:cubicBezTo>
                  <a:cubicBezTo>
                    <a:pt x="2065" y="1252"/>
                    <a:pt x="2059" y="1244"/>
                    <a:pt x="2056" y="1247"/>
                  </a:cubicBezTo>
                  <a:cubicBezTo>
                    <a:pt x="2032" y="1238"/>
                    <a:pt x="2030" y="1242"/>
                    <a:pt x="2026" y="1237"/>
                  </a:cubicBezTo>
                  <a:cubicBezTo>
                    <a:pt x="1992" y="1231"/>
                    <a:pt x="1987" y="1224"/>
                    <a:pt x="1985" y="1228"/>
                  </a:cubicBezTo>
                  <a:cubicBezTo>
                    <a:pt x="1894" y="1185"/>
                    <a:pt x="1889" y="1182"/>
                    <a:pt x="1884" y="1179"/>
                  </a:cubicBezTo>
                  <a:cubicBezTo>
                    <a:pt x="1936" y="1199"/>
                    <a:pt x="1940" y="1202"/>
                    <a:pt x="1943" y="1200"/>
                  </a:cubicBezTo>
                  <a:cubicBezTo>
                    <a:pt x="1968" y="1208"/>
                    <a:pt x="1973" y="1214"/>
                    <a:pt x="1975" y="1211"/>
                  </a:cubicBezTo>
                  <a:cubicBezTo>
                    <a:pt x="2048" y="1233"/>
                    <a:pt x="2055" y="1236"/>
                    <a:pt x="2062" y="1235"/>
                  </a:cubicBezTo>
                  <a:cubicBezTo>
                    <a:pt x="2108" y="1244"/>
                    <a:pt x="2114" y="1253"/>
                    <a:pt x="2117" y="1250"/>
                  </a:cubicBezTo>
                  <a:cubicBezTo>
                    <a:pt x="2143" y="1262"/>
                    <a:pt x="2145" y="1257"/>
                    <a:pt x="2149" y="1261"/>
                  </a:cubicBezTo>
                  <a:cubicBezTo>
                    <a:pt x="2224" y="1291"/>
                    <a:pt x="2230" y="1292"/>
                    <a:pt x="2235" y="1297"/>
                  </a:cubicBezTo>
                  <a:close/>
                  <a:moveTo>
                    <a:pt x="2235" y="1269"/>
                  </a:moveTo>
                  <a:cubicBezTo>
                    <a:pt x="2230" y="1265"/>
                    <a:pt x="2223" y="1262"/>
                    <a:pt x="2222" y="1257"/>
                  </a:cubicBezTo>
                  <a:cubicBezTo>
                    <a:pt x="2227" y="1254"/>
                    <a:pt x="2226" y="1264"/>
                    <a:pt x="2233" y="1265"/>
                  </a:cubicBezTo>
                  <a:cubicBezTo>
                    <a:pt x="2236" y="1266"/>
                    <a:pt x="2235" y="1268"/>
                    <a:pt x="2237" y="1270"/>
                  </a:cubicBezTo>
                  <a:cubicBezTo>
                    <a:pt x="2240" y="1272"/>
                    <a:pt x="2242" y="1273"/>
                    <a:pt x="2244" y="1275"/>
                  </a:cubicBezTo>
                  <a:cubicBezTo>
                    <a:pt x="2250" y="1281"/>
                    <a:pt x="2232" y="1272"/>
                    <a:pt x="2235" y="1269"/>
                  </a:cubicBezTo>
                  <a:close/>
                  <a:moveTo>
                    <a:pt x="2448" y="1429"/>
                  </a:moveTo>
                  <a:cubicBezTo>
                    <a:pt x="2451" y="1431"/>
                    <a:pt x="2453" y="1432"/>
                    <a:pt x="2456" y="1434"/>
                  </a:cubicBezTo>
                  <a:cubicBezTo>
                    <a:pt x="2458" y="1437"/>
                    <a:pt x="2454" y="1436"/>
                    <a:pt x="2453" y="1434"/>
                  </a:cubicBezTo>
                  <a:cubicBezTo>
                    <a:pt x="2450" y="1433"/>
                    <a:pt x="2448" y="1431"/>
                    <a:pt x="2445" y="1430"/>
                  </a:cubicBezTo>
                  <a:cubicBezTo>
                    <a:pt x="2443" y="1427"/>
                    <a:pt x="2446" y="1428"/>
                    <a:pt x="2448" y="1429"/>
                  </a:cubicBezTo>
                  <a:close/>
                  <a:moveTo>
                    <a:pt x="2359" y="1335"/>
                  </a:moveTo>
                  <a:cubicBezTo>
                    <a:pt x="2355" y="1338"/>
                    <a:pt x="2355" y="1333"/>
                    <a:pt x="2353" y="1332"/>
                  </a:cubicBezTo>
                  <a:cubicBezTo>
                    <a:pt x="2351" y="1325"/>
                    <a:pt x="2356" y="1333"/>
                    <a:pt x="2359" y="1335"/>
                  </a:cubicBezTo>
                  <a:close/>
                  <a:moveTo>
                    <a:pt x="2273" y="1239"/>
                  </a:moveTo>
                  <a:cubicBezTo>
                    <a:pt x="2265" y="1229"/>
                    <a:pt x="2258" y="1219"/>
                    <a:pt x="2252" y="1209"/>
                  </a:cubicBezTo>
                  <a:cubicBezTo>
                    <a:pt x="2209" y="1141"/>
                    <a:pt x="2202" y="1137"/>
                    <a:pt x="2201" y="1131"/>
                  </a:cubicBezTo>
                  <a:cubicBezTo>
                    <a:pt x="2182" y="1105"/>
                    <a:pt x="2183" y="1103"/>
                    <a:pt x="2180" y="1101"/>
                  </a:cubicBezTo>
                  <a:cubicBezTo>
                    <a:pt x="2155" y="1064"/>
                    <a:pt x="2155" y="1058"/>
                    <a:pt x="2148" y="1054"/>
                  </a:cubicBezTo>
                  <a:cubicBezTo>
                    <a:pt x="2108" y="987"/>
                    <a:pt x="2105" y="982"/>
                    <a:pt x="2100" y="977"/>
                  </a:cubicBezTo>
                  <a:cubicBezTo>
                    <a:pt x="2088" y="959"/>
                    <a:pt x="2079" y="954"/>
                    <a:pt x="2077" y="948"/>
                  </a:cubicBezTo>
                  <a:cubicBezTo>
                    <a:pt x="2024" y="896"/>
                    <a:pt x="2010" y="887"/>
                    <a:pt x="2001" y="877"/>
                  </a:cubicBezTo>
                  <a:cubicBezTo>
                    <a:pt x="1972" y="854"/>
                    <a:pt x="1977" y="859"/>
                    <a:pt x="1982" y="859"/>
                  </a:cubicBezTo>
                  <a:cubicBezTo>
                    <a:pt x="2035" y="890"/>
                    <a:pt x="2044" y="903"/>
                    <a:pt x="2063" y="913"/>
                  </a:cubicBezTo>
                  <a:cubicBezTo>
                    <a:pt x="2104" y="956"/>
                    <a:pt x="2107" y="960"/>
                    <a:pt x="2108" y="964"/>
                  </a:cubicBezTo>
                  <a:cubicBezTo>
                    <a:pt x="2144" y="1006"/>
                    <a:pt x="2147" y="1010"/>
                    <a:pt x="2148" y="1014"/>
                  </a:cubicBezTo>
                  <a:cubicBezTo>
                    <a:pt x="2196" y="1085"/>
                    <a:pt x="2195" y="1090"/>
                    <a:pt x="2200" y="1094"/>
                  </a:cubicBezTo>
                  <a:cubicBezTo>
                    <a:pt x="2235" y="1150"/>
                    <a:pt x="2235" y="1155"/>
                    <a:pt x="2240" y="1159"/>
                  </a:cubicBezTo>
                  <a:cubicBezTo>
                    <a:pt x="2266" y="1203"/>
                    <a:pt x="2273" y="1206"/>
                    <a:pt x="2274" y="1211"/>
                  </a:cubicBezTo>
                  <a:cubicBezTo>
                    <a:pt x="2296" y="1240"/>
                    <a:pt x="2302" y="1258"/>
                    <a:pt x="2318" y="1274"/>
                  </a:cubicBezTo>
                  <a:cubicBezTo>
                    <a:pt x="2328" y="1293"/>
                    <a:pt x="2330" y="1297"/>
                    <a:pt x="2334" y="1301"/>
                  </a:cubicBezTo>
                  <a:cubicBezTo>
                    <a:pt x="2328" y="1309"/>
                    <a:pt x="2328" y="1303"/>
                    <a:pt x="2320" y="1299"/>
                  </a:cubicBezTo>
                  <a:cubicBezTo>
                    <a:pt x="2303" y="1273"/>
                    <a:pt x="2296" y="1272"/>
                    <a:pt x="2298" y="1269"/>
                  </a:cubicBezTo>
                  <a:cubicBezTo>
                    <a:pt x="2277" y="1244"/>
                    <a:pt x="2272" y="1242"/>
                    <a:pt x="2273" y="1239"/>
                  </a:cubicBezTo>
                  <a:close/>
                  <a:moveTo>
                    <a:pt x="2317" y="1315"/>
                  </a:moveTo>
                  <a:cubicBezTo>
                    <a:pt x="2316" y="1310"/>
                    <a:pt x="2308" y="1306"/>
                    <a:pt x="2306" y="1300"/>
                  </a:cubicBezTo>
                  <a:cubicBezTo>
                    <a:pt x="2304" y="1295"/>
                    <a:pt x="2300" y="1291"/>
                    <a:pt x="2297" y="1286"/>
                  </a:cubicBezTo>
                  <a:cubicBezTo>
                    <a:pt x="2289" y="1277"/>
                    <a:pt x="2282" y="1267"/>
                    <a:pt x="2274" y="1258"/>
                  </a:cubicBezTo>
                  <a:cubicBezTo>
                    <a:pt x="2277" y="1256"/>
                    <a:pt x="2276" y="1260"/>
                    <a:pt x="2279" y="1262"/>
                  </a:cubicBezTo>
                  <a:cubicBezTo>
                    <a:pt x="2282" y="1263"/>
                    <a:pt x="2284" y="1265"/>
                    <a:pt x="2287" y="1266"/>
                  </a:cubicBezTo>
                  <a:cubicBezTo>
                    <a:pt x="2287" y="1272"/>
                    <a:pt x="2292" y="1277"/>
                    <a:pt x="2298" y="1282"/>
                  </a:cubicBezTo>
                  <a:cubicBezTo>
                    <a:pt x="2299" y="1287"/>
                    <a:pt x="2306" y="1291"/>
                    <a:pt x="2308" y="1297"/>
                  </a:cubicBezTo>
                  <a:cubicBezTo>
                    <a:pt x="2320" y="1305"/>
                    <a:pt x="2321" y="1316"/>
                    <a:pt x="2335" y="1324"/>
                  </a:cubicBezTo>
                  <a:cubicBezTo>
                    <a:pt x="2329" y="1330"/>
                    <a:pt x="2326" y="1318"/>
                    <a:pt x="2317" y="1315"/>
                  </a:cubicBezTo>
                  <a:close/>
                  <a:moveTo>
                    <a:pt x="2334" y="1329"/>
                  </a:moveTo>
                  <a:cubicBezTo>
                    <a:pt x="2335" y="1328"/>
                    <a:pt x="2337" y="1329"/>
                    <a:pt x="2339" y="1330"/>
                  </a:cubicBezTo>
                  <a:cubicBezTo>
                    <a:pt x="2353" y="1342"/>
                    <a:pt x="2363" y="1355"/>
                    <a:pt x="2382" y="1367"/>
                  </a:cubicBezTo>
                  <a:cubicBezTo>
                    <a:pt x="2388" y="1372"/>
                    <a:pt x="2390" y="1378"/>
                    <a:pt x="2398" y="1382"/>
                  </a:cubicBezTo>
                  <a:cubicBezTo>
                    <a:pt x="2404" y="1383"/>
                    <a:pt x="2397" y="1394"/>
                    <a:pt x="2404" y="1389"/>
                  </a:cubicBezTo>
                  <a:cubicBezTo>
                    <a:pt x="2405" y="1393"/>
                    <a:pt x="2410" y="1395"/>
                    <a:pt x="2411" y="1399"/>
                  </a:cubicBezTo>
                  <a:cubicBezTo>
                    <a:pt x="2413" y="1402"/>
                    <a:pt x="2423" y="1404"/>
                    <a:pt x="2420" y="1408"/>
                  </a:cubicBezTo>
                  <a:cubicBezTo>
                    <a:pt x="2423" y="1410"/>
                    <a:pt x="2431" y="1412"/>
                    <a:pt x="2425" y="1416"/>
                  </a:cubicBezTo>
                  <a:cubicBezTo>
                    <a:pt x="2424" y="1411"/>
                    <a:pt x="2420" y="1415"/>
                    <a:pt x="2414" y="1409"/>
                  </a:cubicBezTo>
                  <a:cubicBezTo>
                    <a:pt x="2408" y="1407"/>
                    <a:pt x="2411" y="1402"/>
                    <a:pt x="2405" y="1400"/>
                  </a:cubicBezTo>
                  <a:cubicBezTo>
                    <a:pt x="2398" y="1396"/>
                    <a:pt x="2391" y="1391"/>
                    <a:pt x="2385" y="1387"/>
                  </a:cubicBezTo>
                  <a:cubicBezTo>
                    <a:pt x="2366" y="1368"/>
                    <a:pt x="2351" y="1348"/>
                    <a:pt x="2334" y="1329"/>
                  </a:cubicBezTo>
                  <a:close/>
                  <a:moveTo>
                    <a:pt x="2489" y="1477"/>
                  </a:moveTo>
                  <a:cubicBezTo>
                    <a:pt x="2484" y="1476"/>
                    <a:pt x="2475" y="1475"/>
                    <a:pt x="2474" y="1469"/>
                  </a:cubicBezTo>
                  <a:cubicBezTo>
                    <a:pt x="2394" y="1424"/>
                    <a:pt x="2383" y="1424"/>
                    <a:pt x="2370" y="1413"/>
                  </a:cubicBezTo>
                  <a:cubicBezTo>
                    <a:pt x="2334" y="1402"/>
                    <a:pt x="2329" y="1399"/>
                    <a:pt x="2324" y="1399"/>
                  </a:cubicBezTo>
                  <a:cubicBezTo>
                    <a:pt x="2273" y="1380"/>
                    <a:pt x="2269" y="1381"/>
                    <a:pt x="2264" y="1379"/>
                  </a:cubicBezTo>
                  <a:cubicBezTo>
                    <a:pt x="2221" y="1363"/>
                    <a:pt x="2217" y="1365"/>
                    <a:pt x="2215" y="1363"/>
                  </a:cubicBezTo>
                  <a:cubicBezTo>
                    <a:pt x="2193" y="1359"/>
                    <a:pt x="2189" y="1356"/>
                    <a:pt x="2186" y="1354"/>
                  </a:cubicBezTo>
                  <a:cubicBezTo>
                    <a:pt x="2160" y="1349"/>
                    <a:pt x="2155" y="1345"/>
                    <a:pt x="2150" y="1346"/>
                  </a:cubicBezTo>
                  <a:cubicBezTo>
                    <a:pt x="2069" y="1323"/>
                    <a:pt x="2059" y="1322"/>
                    <a:pt x="2049" y="1320"/>
                  </a:cubicBezTo>
                  <a:cubicBezTo>
                    <a:pt x="2000" y="1301"/>
                    <a:pt x="1995" y="1302"/>
                    <a:pt x="1990" y="1299"/>
                  </a:cubicBezTo>
                  <a:cubicBezTo>
                    <a:pt x="1896" y="1255"/>
                    <a:pt x="1890" y="1251"/>
                    <a:pt x="1885" y="1248"/>
                  </a:cubicBezTo>
                  <a:cubicBezTo>
                    <a:pt x="1873" y="1238"/>
                    <a:pt x="1875" y="1238"/>
                    <a:pt x="1877" y="1240"/>
                  </a:cubicBezTo>
                  <a:cubicBezTo>
                    <a:pt x="1922" y="1254"/>
                    <a:pt x="1926" y="1252"/>
                    <a:pt x="1931" y="1258"/>
                  </a:cubicBezTo>
                  <a:cubicBezTo>
                    <a:pt x="1967" y="1262"/>
                    <a:pt x="1971" y="1268"/>
                    <a:pt x="1973" y="1265"/>
                  </a:cubicBezTo>
                  <a:cubicBezTo>
                    <a:pt x="2029" y="1276"/>
                    <a:pt x="2037" y="1284"/>
                    <a:pt x="2042" y="1279"/>
                  </a:cubicBezTo>
                  <a:cubicBezTo>
                    <a:pt x="2089" y="1292"/>
                    <a:pt x="2094" y="1289"/>
                    <a:pt x="2100" y="1294"/>
                  </a:cubicBezTo>
                  <a:cubicBezTo>
                    <a:pt x="2177" y="1307"/>
                    <a:pt x="2183" y="1311"/>
                    <a:pt x="2187" y="1310"/>
                  </a:cubicBezTo>
                  <a:cubicBezTo>
                    <a:pt x="2256" y="1336"/>
                    <a:pt x="2257" y="1330"/>
                    <a:pt x="2258" y="1337"/>
                  </a:cubicBezTo>
                  <a:cubicBezTo>
                    <a:pt x="2304" y="1360"/>
                    <a:pt x="2324" y="1367"/>
                    <a:pt x="2345" y="1379"/>
                  </a:cubicBezTo>
                  <a:cubicBezTo>
                    <a:pt x="2411" y="1419"/>
                    <a:pt x="2413" y="1422"/>
                    <a:pt x="2414" y="1425"/>
                  </a:cubicBezTo>
                  <a:cubicBezTo>
                    <a:pt x="2449" y="1443"/>
                    <a:pt x="2462" y="1451"/>
                    <a:pt x="2475" y="1460"/>
                  </a:cubicBezTo>
                  <a:close/>
                  <a:moveTo>
                    <a:pt x="2508" y="1489"/>
                  </a:moveTo>
                  <a:cubicBezTo>
                    <a:pt x="2505" y="1480"/>
                    <a:pt x="2519" y="1488"/>
                    <a:pt x="2524" y="1492"/>
                  </a:cubicBezTo>
                  <a:cubicBezTo>
                    <a:pt x="2519" y="1495"/>
                    <a:pt x="2512" y="1487"/>
                    <a:pt x="2508" y="1489"/>
                  </a:cubicBezTo>
                  <a:close/>
                  <a:moveTo>
                    <a:pt x="2534" y="1501"/>
                  </a:moveTo>
                  <a:cubicBezTo>
                    <a:pt x="2531" y="1500"/>
                    <a:pt x="2529" y="1498"/>
                    <a:pt x="2526" y="1497"/>
                  </a:cubicBezTo>
                  <a:cubicBezTo>
                    <a:pt x="2524" y="1494"/>
                    <a:pt x="2527" y="1495"/>
                    <a:pt x="2529" y="1496"/>
                  </a:cubicBezTo>
                  <a:cubicBezTo>
                    <a:pt x="2532" y="1498"/>
                    <a:pt x="2534" y="1499"/>
                    <a:pt x="2537" y="1501"/>
                  </a:cubicBezTo>
                  <a:cubicBezTo>
                    <a:pt x="2539" y="1504"/>
                    <a:pt x="2535" y="1503"/>
                    <a:pt x="2534" y="1501"/>
                  </a:cubicBezTo>
                  <a:close/>
                  <a:moveTo>
                    <a:pt x="2300" y="1676"/>
                  </a:moveTo>
                  <a:cubicBezTo>
                    <a:pt x="2304" y="1674"/>
                    <a:pt x="2308" y="1671"/>
                    <a:pt x="2314" y="1675"/>
                  </a:cubicBezTo>
                  <a:cubicBezTo>
                    <a:pt x="2309" y="1676"/>
                    <a:pt x="2305" y="1679"/>
                    <a:pt x="2300" y="1676"/>
                  </a:cubicBezTo>
                  <a:close/>
                  <a:moveTo>
                    <a:pt x="2329" y="1675"/>
                  </a:moveTo>
                  <a:cubicBezTo>
                    <a:pt x="2326" y="1677"/>
                    <a:pt x="2321" y="1673"/>
                    <a:pt x="2317" y="1677"/>
                  </a:cubicBezTo>
                  <a:cubicBezTo>
                    <a:pt x="2313" y="1672"/>
                    <a:pt x="2324" y="1676"/>
                    <a:pt x="2326" y="1672"/>
                  </a:cubicBezTo>
                  <a:cubicBezTo>
                    <a:pt x="2330" y="1673"/>
                    <a:pt x="2334" y="1672"/>
                    <a:pt x="2338" y="1670"/>
                  </a:cubicBezTo>
                  <a:cubicBezTo>
                    <a:pt x="2342" y="1675"/>
                    <a:pt x="2332" y="1675"/>
                    <a:pt x="2329" y="1675"/>
                  </a:cubicBezTo>
                  <a:close/>
                  <a:moveTo>
                    <a:pt x="2742" y="1593"/>
                  </a:moveTo>
                  <a:cubicBezTo>
                    <a:pt x="2729" y="1584"/>
                    <a:pt x="2729" y="1573"/>
                    <a:pt x="2717" y="1564"/>
                  </a:cubicBezTo>
                  <a:cubicBezTo>
                    <a:pt x="2704" y="1537"/>
                    <a:pt x="2702" y="1535"/>
                    <a:pt x="2699" y="1533"/>
                  </a:cubicBezTo>
                  <a:cubicBezTo>
                    <a:pt x="2684" y="1506"/>
                    <a:pt x="2685" y="1504"/>
                    <a:pt x="2683" y="1501"/>
                  </a:cubicBezTo>
                  <a:cubicBezTo>
                    <a:pt x="2650" y="1418"/>
                    <a:pt x="2654" y="1414"/>
                    <a:pt x="2651" y="1412"/>
                  </a:cubicBezTo>
                  <a:cubicBezTo>
                    <a:pt x="2638" y="1362"/>
                    <a:pt x="2638" y="1351"/>
                    <a:pt x="2636" y="1339"/>
                  </a:cubicBezTo>
                  <a:cubicBezTo>
                    <a:pt x="2625" y="1301"/>
                    <a:pt x="2630" y="1294"/>
                    <a:pt x="2625" y="1290"/>
                  </a:cubicBezTo>
                  <a:cubicBezTo>
                    <a:pt x="2622" y="1250"/>
                    <a:pt x="2621" y="1245"/>
                    <a:pt x="2621" y="1240"/>
                  </a:cubicBezTo>
                  <a:cubicBezTo>
                    <a:pt x="2612" y="1150"/>
                    <a:pt x="2607" y="1129"/>
                    <a:pt x="2608" y="1106"/>
                  </a:cubicBezTo>
                  <a:cubicBezTo>
                    <a:pt x="2616" y="1110"/>
                    <a:pt x="2612" y="1115"/>
                    <a:pt x="2616" y="1119"/>
                  </a:cubicBezTo>
                  <a:cubicBezTo>
                    <a:pt x="2620" y="1134"/>
                    <a:pt x="2621" y="1138"/>
                    <a:pt x="2620" y="1143"/>
                  </a:cubicBezTo>
                  <a:cubicBezTo>
                    <a:pt x="2635" y="1209"/>
                    <a:pt x="2637" y="1213"/>
                    <a:pt x="2636" y="1218"/>
                  </a:cubicBezTo>
                  <a:cubicBezTo>
                    <a:pt x="2642" y="1252"/>
                    <a:pt x="2643" y="1257"/>
                    <a:pt x="2643" y="1263"/>
                  </a:cubicBezTo>
                  <a:cubicBezTo>
                    <a:pt x="2658" y="1309"/>
                    <a:pt x="2657" y="1314"/>
                    <a:pt x="2657" y="1319"/>
                  </a:cubicBezTo>
                  <a:cubicBezTo>
                    <a:pt x="2668" y="1364"/>
                    <a:pt x="2668" y="1366"/>
                    <a:pt x="2666" y="1370"/>
                  </a:cubicBezTo>
                  <a:cubicBezTo>
                    <a:pt x="2671" y="1392"/>
                    <a:pt x="2676" y="1393"/>
                    <a:pt x="2676" y="1394"/>
                  </a:cubicBezTo>
                  <a:cubicBezTo>
                    <a:pt x="2681" y="1409"/>
                    <a:pt x="2673" y="1415"/>
                    <a:pt x="2680" y="1419"/>
                  </a:cubicBezTo>
                  <a:cubicBezTo>
                    <a:pt x="2689" y="1457"/>
                    <a:pt x="2692" y="1466"/>
                    <a:pt x="2698" y="1475"/>
                  </a:cubicBezTo>
                  <a:cubicBezTo>
                    <a:pt x="2724" y="1549"/>
                    <a:pt x="2735" y="1567"/>
                    <a:pt x="2748" y="1584"/>
                  </a:cubicBezTo>
                  <a:cubicBezTo>
                    <a:pt x="2774" y="1618"/>
                    <a:pt x="2781" y="1626"/>
                    <a:pt x="2788" y="1634"/>
                  </a:cubicBezTo>
                  <a:cubicBezTo>
                    <a:pt x="2756" y="1619"/>
                    <a:pt x="2754" y="1614"/>
                    <a:pt x="2750" y="1609"/>
                  </a:cubicBezTo>
                  <a:close/>
                  <a:moveTo>
                    <a:pt x="2716" y="1610"/>
                  </a:moveTo>
                  <a:cubicBezTo>
                    <a:pt x="2718" y="1613"/>
                    <a:pt x="2713" y="1611"/>
                    <a:pt x="2711" y="1609"/>
                  </a:cubicBezTo>
                  <a:cubicBezTo>
                    <a:pt x="2708" y="1605"/>
                    <a:pt x="2713" y="1608"/>
                    <a:pt x="2716" y="1610"/>
                  </a:cubicBezTo>
                  <a:close/>
                  <a:moveTo>
                    <a:pt x="2687" y="1582"/>
                  </a:moveTo>
                  <a:cubicBezTo>
                    <a:pt x="2683" y="1586"/>
                    <a:pt x="2677" y="1577"/>
                    <a:pt x="2673" y="1576"/>
                  </a:cubicBezTo>
                  <a:cubicBezTo>
                    <a:pt x="2647" y="1538"/>
                    <a:pt x="2652" y="1531"/>
                    <a:pt x="2645" y="1526"/>
                  </a:cubicBezTo>
                  <a:cubicBezTo>
                    <a:pt x="2627" y="1486"/>
                    <a:pt x="2621" y="1477"/>
                    <a:pt x="2619" y="1467"/>
                  </a:cubicBezTo>
                  <a:cubicBezTo>
                    <a:pt x="2594" y="1380"/>
                    <a:pt x="2592" y="1371"/>
                    <a:pt x="2592" y="1362"/>
                  </a:cubicBezTo>
                  <a:cubicBezTo>
                    <a:pt x="2580" y="1281"/>
                    <a:pt x="2583" y="1276"/>
                    <a:pt x="2582" y="1272"/>
                  </a:cubicBezTo>
                  <a:cubicBezTo>
                    <a:pt x="2585" y="1242"/>
                    <a:pt x="2578" y="1239"/>
                    <a:pt x="2581" y="1234"/>
                  </a:cubicBezTo>
                  <a:cubicBezTo>
                    <a:pt x="2578" y="1214"/>
                    <a:pt x="2576" y="1213"/>
                    <a:pt x="2575" y="1212"/>
                  </a:cubicBezTo>
                  <a:cubicBezTo>
                    <a:pt x="2574" y="1144"/>
                    <a:pt x="2577" y="1139"/>
                    <a:pt x="2572" y="1137"/>
                  </a:cubicBezTo>
                  <a:cubicBezTo>
                    <a:pt x="2574" y="1098"/>
                    <a:pt x="2569" y="1092"/>
                    <a:pt x="2573" y="1085"/>
                  </a:cubicBezTo>
                  <a:cubicBezTo>
                    <a:pt x="2570" y="1056"/>
                    <a:pt x="2569" y="1050"/>
                    <a:pt x="2566" y="1044"/>
                  </a:cubicBezTo>
                  <a:cubicBezTo>
                    <a:pt x="2572" y="1064"/>
                    <a:pt x="2576" y="1069"/>
                    <a:pt x="2574" y="1075"/>
                  </a:cubicBezTo>
                  <a:cubicBezTo>
                    <a:pt x="2582" y="1149"/>
                    <a:pt x="2583" y="1152"/>
                    <a:pt x="2584" y="1155"/>
                  </a:cubicBezTo>
                  <a:cubicBezTo>
                    <a:pt x="2588" y="1193"/>
                    <a:pt x="2583" y="1206"/>
                    <a:pt x="2587" y="1217"/>
                  </a:cubicBezTo>
                  <a:cubicBezTo>
                    <a:pt x="2589" y="1273"/>
                    <a:pt x="2591" y="1275"/>
                    <a:pt x="2592" y="1276"/>
                  </a:cubicBezTo>
                  <a:cubicBezTo>
                    <a:pt x="2589" y="1301"/>
                    <a:pt x="2594" y="1311"/>
                    <a:pt x="2592" y="1323"/>
                  </a:cubicBezTo>
                  <a:cubicBezTo>
                    <a:pt x="2594" y="1347"/>
                    <a:pt x="2599" y="1352"/>
                    <a:pt x="2598" y="1358"/>
                  </a:cubicBezTo>
                  <a:cubicBezTo>
                    <a:pt x="2604" y="1388"/>
                    <a:pt x="2602" y="1391"/>
                    <a:pt x="2606" y="1393"/>
                  </a:cubicBezTo>
                  <a:cubicBezTo>
                    <a:pt x="2611" y="1423"/>
                    <a:pt x="2611" y="1425"/>
                    <a:pt x="2615" y="1427"/>
                  </a:cubicBezTo>
                  <a:cubicBezTo>
                    <a:pt x="2628" y="1467"/>
                    <a:pt x="2631" y="1472"/>
                    <a:pt x="2633" y="1478"/>
                  </a:cubicBezTo>
                  <a:cubicBezTo>
                    <a:pt x="2651" y="1517"/>
                    <a:pt x="2656" y="1521"/>
                    <a:pt x="2658" y="1527"/>
                  </a:cubicBezTo>
                  <a:cubicBezTo>
                    <a:pt x="2697" y="1593"/>
                    <a:pt x="2691" y="1584"/>
                    <a:pt x="2687" y="1582"/>
                  </a:cubicBezTo>
                  <a:close/>
                  <a:moveTo>
                    <a:pt x="2144" y="1575"/>
                  </a:moveTo>
                  <a:cubicBezTo>
                    <a:pt x="2148" y="1570"/>
                    <a:pt x="2154" y="1577"/>
                    <a:pt x="2158" y="1574"/>
                  </a:cubicBezTo>
                  <a:cubicBezTo>
                    <a:pt x="2160" y="1578"/>
                    <a:pt x="2149" y="1578"/>
                    <a:pt x="2144" y="1575"/>
                  </a:cubicBezTo>
                  <a:close/>
                  <a:moveTo>
                    <a:pt x="2526" y="1607"/>
                  </a:moveTo>
                  <a:cubicBezTo>
                    <a:pt x="2524" y="1607"/>
                    <a:pt x="2522" y="1607"/>
                    <a:pt x="2520" y="1605"/>
                  </a:cubicBezTo>
                  <a:cubicBezTo>
                    <a:pt x="2516" y="1609"/>
                    <a:pt x="2511" y="1603"/>
                    <a:pt x="2508" y="1607"/>
                  </a:cubicBezTo>
                  <a:cubicBezTo>
                    <a:pt x="2499" y="1605"/>
                    <a:pt x="2490" y="1605"/>
                    <a:pt x="2482" y="1606"/>
                  </a:cubicBezTo>
                  <a:cubicBezTo>
                    <a:pt x="2480" y="1603"/>
                    <a:pt x="2484" y="1601"/>
                    <a:pt x="2486" y="1604"/>
                  </a:cubicBezTo>
                  <a:cubicBezTo>
                    <a:pt x="2489" y="1602"/>
                    <a:pt x="2492" y="1603"/>
                    <a:pt x="2494" y="1601"/>
                  </a:cubicBezTo>
                  <a:cubicBezTo>
                    <a:pt x="2507" y="1605"/>
                    <a:pt x="2518" y="1601"/>
                    <a:pt x="2531" y="1604"/>
                  </a:cubicBezTo>
                  <a:cubicBezTo>
                    <a:pt x="2533" y="1608"/>
                    <a:pt x="2528" y="1604"/>
                    <a:pt x="2526" y="1607"/>
                  </a:cubicBezTo>
                  <a:close/>
                  <a:moveTo>
                    <a:pt x="2567" y="1613"/>
                  </a:moveTo>
                  <a:cubicBezTo>
                    <a:pt x="2559" y="1606"/>
                    <a:pt x="2555" y="1614"/>
                    <a:pt x="2547" y="1607"/>
                  </a:cubicBezTo>
                  <a:cubicBezTo>
                    <a:pt x="2553" y="1605"/>
                    <a:pt x="2561" y="1610"/>
                    <a:pt x="2568" y="1608"/>
                  </a:cubicBezTo>
                  <a:cubicBezTo>
                    <a:pt x="2574" y="1610"/>
                    <a:pt x="2580" y="1607"/>
                    <a:pt x="2587" y="1610"/>
                  </a:cubicBezTo>
                  <a:cubicBezTo>
                    <a:pt x="2581" y="1615"/>
                    <a:pt x="2573" y="1607"/>
                    <a:pt x="2567" y="1613"/>
                  </a:cubicBezTo>
                  <a:close/>
                  <a:moveTo>
                    <a:pt x="2540" y="1598"/>
                  </a:moveTo>
                  <a:cubicBezTo>
                    <a:pt x="2525" y="1593"/>
                    <a:pt x="2512" y="1597"/>
                    <a:pt x="2497" y="1592"/>
                  </a:cubicBezTo>
                  <a:cubicBezTo>
                    <a:pt x="2450" y="1595"/>
                    <a:pt x="2441" y="1586"/>
                    <a:pt x="2435" y="1590"/>
                  </a:cubicBezTo>
                  <a:cubicBezTo>
                    <a:pt x="2387" y="1588"/>
                    <a:pt x="2379" y="1582"/>
                    <a:pt x="2372" y="1583"/>
                  </a:cubicBezTo>
                  <a:cubicBezTo>
                    <a:pt x="2312" y="1577"/>
                    <a:pt x="2305" y="1580"/>
                    <a:pt x="2296" y="1579"/>
                  </a:cubicBezTo>
                  <a:cubicBezTo>
                    <a:pt x="2241" y="1575"/>
                    <a:pt x="2238" y="1581"/>
                    <a:pt x="2233" y="1579"/>
                  </a:cubicBezTo>
                  <a:cubicBezTo>
                    <a:pt x="2204" y="1581"/>
                    <a:pt x="2199" y="1578"/>
                    <a:pt x="2196" y="1580"/>
                  </a:cubicBezTo>
                  <a:cubicBezTo>
                    <a:pt x="2167" y="1578"/>
                    <a:pt x="2165" y="1578"/>
                    <a:pt x="2162" y="1576"/>
                  </a:cubicBezTo>
                  <a:cubicBezTo>
                    <a:pt x="2207" y="1569"/>
                    <a:pt x="2214" y="1577"/>
                    <a:pt x="2219" y="1572"/>
                  </a:cubicBezTo>
                  <a:cubicBezTo>
                    <a:pt x="2278" y="1569"/>
                    <a:pt x="2290" y="1571"/>
                    <a:pt x="2300" y="1569"/>
                  </a:cubicBezTo>
                  <a:cubicBezTo>
                    <a:pt x="2323" y="1569"/>
                    <a:pt x="2329" y="1569"/>
                    <a:pt x="2335" y="1568"/>
                  </a:cubicBezTo>
                  <a:cubicBezTo>
                    <a:pt x="2440" y="1571"/>
                    <a:pt x="2444" y="1568"/>
                    <a:pt x="2449" y="1566"/>
                  </a:cubicBezTo>
                  <a:cubicBezTo>
                    <a:pt x="2502" y="1575"/>
                    <a:pt x="2506" y="1569"/>
                    <a:pt x="2512" y="1573"/>
                  </a:cubicBezTo>
                  <a:cubicBezTo>
                    <a:pt x="2567" y="1582"/>
                    <a:pt x="2574" y="1579"/>
                    <a:pt x="2583" y="1581"/>
                  </a:cubicBezTo>
                  <a:cubicBezTo>
                    <a:pt x="2641" y="1590"/>
                    <a:pt x="2646" y="1593"/>
                    <a:pt x="2652" y="1596"/>
                  </a:cubicBezTo>
                  <a:cubicBezTo>
                    <a:pt x="2707" y="1622"/>
                    <a:pt x="2702" y="1616"/>
                    <a:pt x="2699" y="1619"/>
                  </a:cubicBezTo>
                  <a:cubicBezTo>
                    <a:pt x="2672" y="1612"/>
                    <a:pt x="2669" y="1612"/>
                    <a:pt x="2666" y="1613"/>
                  </a:cubicBezTo>
                  <a:cubicBezTo>
                    <a:pt x="2637" y="1606"/>
                    <a:pt x="2631" y="1611"/>
                    <a:pt x="2624" y="1606"/>
                  </a:cubicBezTo>
                  <a:close/>
                  <a:moveTo>
                    <a:pt x="2597" y="1611"/>
                  </a:moveTo>
                  <a:cubicBezTo>
                    <a:pt x="2606" y="1607"/>
                    <a:pt x="2618" y="1619"/>
                    <a:pt x="2627" y="1613"/>
                  </a:cubicBezTo>
                  <a:cubicBezTo>
                    <a:pt x="2633" y="1619"/>
                    <a:pt x="2636" y="1614"/>
                    <a:pt x="2642" y="1618"/>
                  </a:cubicBezTo>
                  <a:cubicBezTo>
                    <a:pt x="2633" y="1621"/>
                    <a:pt x="2623" y="1619"/>
                    <a:pt x="2614" y="1621"/>
                  </a:cubicBezTo>
                  <a:cubicBezTo>
                    <a:pt x="2608" y="1613"/>
                    <a:pt x="2605" y="1615"/>
                    <a:pt x="2597" y="1611"/>
                  </a:cubicBezTo>
                  <a:close/>
                  <a:moveTo>
                    <a:pt x="2763" y="1649"/>
                  </a:moveTo>
                  <a:cubicBezTo>
                    <a:pt x="2754" y="1649"/>
                    <a:pt x="2745" y="1646"/>
                    <a:pt x="2735" y="1643"/>
                  </a:cubicBezTo>
                  <a:cubicBezTo>
                    <a:pt x="2676" y="1644"/>
                    <a:pt x="2666" y="1642"/>
                    <a:pt x="2656" y="1643"/>
                  </a:cubicBezTo>
                  <a:cubicBezTo>
                    <a:pt x="2619" y="1644"/>
                    <a:pt x="2610" y="1645"/>
                    <a:pt x="2601" y="1648"/>
                  </a:cubicBezTo>
                  <a:cubicBezTo>
                    <a:pt x="2566" y="1648"/>
                    <a:pt x="2563" y="1648"/>
                    <a:pt x="2560" y="1650"/>
                  </a:cubicBezTo>
                  <a:cubicBezTo>
                    <a:pt x="2515" y="1653"/>
                    <a:pt x="2510" y="1656"/>
                    <a:pt x="2503" y="1654"/>
                  </a:cubicBezTo>
                  <a:cubicBezTo>
                    <a:pt x="2451" y="1659"/>
                    <a:pt x="2440" y="1669"/>
                    <a:pt x="2426" y="1663"/>
                  </a:cubicBezTo>
                  <a:cubicBezTo>
                    <a:pt x="2376" y="1673"/>
                    <a:pt x="2369" y="1667"/>
                    <a:pt x="2365" y="1672"/>
                  </a:cubicBezTo>
                  <a:cubicBezTo>
                    <a:pt x="2379" y="1668"/>
                    <a:pt x="2384" y="1667"/>
                    <a:pt x="2389" y="1664"/>
                  </a:cubicBezTo>
                  <a:cubicBezTo>
                    <a:pt x="2438" y="1657"/>
                    <a:pt x="2443" y="1656"/>
                    <a:pt x="2448" y="1654"/>
                  </a:cubicBezTo>
                  <a:cubicBezTo>
                    <a:pt x="2508" y="1641"/>
                    <a:pt x="2511" y="1645"/>
                    <a:pt x="2512" y="1644"/>
                  </a:cubicBezTo>
                  <a:cubicBezTo>
                    <a:pt x="2542" y="1641"/>
                    <a:pt x="2546" y="1637"/>
                    <a:pt x="2551" y="1636"/>
                  </a:cubicBezTo>
                  <a:cubicBezTo>
                    <a:pt x="2604" y="1630"/>
                    <a:pt x="2614" y="1631"/>
                    <a:pt x="2623" y="1627"/>
                  </a:cubicBezTo>
                  <a:cubicBezTo>
                    <a:pt x="2687" y="1626"/>
                    <a:pt x="2697" y="1629"/>
                    <a:pt x="2705" y="1626"/>
                  </a:cubicBezTo>
                  <a:cubicBezTo>
                    <a:pt x="2750" y="1637"/>
                    <a:pt x="2753" y="1632"/>
                    <a:pt x="2757" y="1637"/>
                  </a:cubicBezTo>
                  <a:cubicBezTo>
                    <a:pt x="2783" y="1654"/>
                    <a:pt x="2773" y="1651"/>
                    <a:pt x="2763" y="1649"/>
                  </a:cubicBezTo>
                  <a:close/>
                  <a:moveTo>
                    <a:pt x="2805" y="1637"/>
                  </a:moveTo>
                  <a:cubicBezTo>
                    <a:pt x="2800" y="1634"/>
                    <a:pt x="2797" y="1631"/>
                    <a:pt x="2796" y="1626"/>
                  </a:cubicBezTo>
                  <a:cubicBezTo>
                    <a:pt x="2758" y="1589"/>
                    <a:pt x="2761" y="1584"/>
                    <a:pt x="2756" y="1581"/>
                  </a:cubicBezTo>
                  <a:cubicBezTo>
                    <a:pt x="2746" y="1568"/>
                    <a:pt x="2747" y="1564"/>
                    <a:pt x="2740" y="1561"/>
                  </a:cubicBezTo>
                  <a:cubicBezTo>
                    <a:pt x="2730" y="1535"/>
                    <a:pt x="2730" y="1532"/>
                    <a:pt x="2727" y="1530"/>
                  </a:cubicBezTo>
                  <a:cubicBezTo>
                    <a:pt x="2718" y="1506"/>
                    <a:pt x="2718" y="1503"/>
                    <a:pt x="2714" y="1501"/>
                  </a:cubicBezTo>
                  <a:cubicBezTo>
                    <a:pt x="2687" y="1421"/>
                    <a:pt x="2685" y="1400"/>
                    <a:pt x="2677" y="1380"/>
                  </a:cubicBezTo>
                  <a:cubicBezTo>
                    <a:pt x="2674" y="1353"/>
                    <a:pt x="2671" y="1351"/>
                    <a:pt x="2673" y="1348"/>
                  </a:cubicBezTo>
                  <a:cubicBezTo>
                    <a:pt x="2646" y="1236"/>
                    <a:pt x="2645" y="1214"/>
                    <a:pt x="2642" y="1194"/>
                  </a:cubicBezTo>
                  <a:cubicBezTo>
                    <a:pt x="2628" y="1129"/>
                    <a:pt x="2621" y="1127"/>
                    <a:pt x="2623" y="1123"/>
                  </a:cubicBezTo>
                  <a:cubicBezTo>
                    <a:pt x="2620" y="1109"/>
                    <a:pt x="2614" y="1106"/>
                    <a:pt x="2617" y="1101"/>
                  </a:cubicBezTo>
                  <a:cubicBezTo>
                    <a:pt x="2600" y="1060"/>
                    <a:pt x="2601" y="1047"/>
                    <a:pt x="2596" y="1035"/>
                  </a:cubicBezTo>
                  <a:cubicBezTo>
                    <a:pt x="2606" y="1050"/>
                    <a:pt x="2612" y="1052"/>
                    <a:pt x="2608" y="1056"/>
                  </a:cubicBezTo>
                  <a:cubicBezTo>
                    <a:pt x="2633" y="1119"/>
                    <a:pt x="2633" y="1126"/>
                    <a:pt x="2632" y="1133"/>
                  </a:cubicBezTo>
                  <a:cubicBezTo>
                    <a:pt x="2642" y="1158"/>
                    <a:pt x="2644" y="1164"/>
                    <a:pt x="2643" y="1171"/>
                  </a:cubicBezTo>
                  <a:cubicBezTo>
                    <a:pt x="2653" y="1196"/>
                    <a:pt x="2654" y="1203"/>
                    <a:pt x="2657" y="1209"/>
                  </a:cubicBezTo>
                  <a:cubicBezTo>
                    <a:pt x="2667" y="1272"/>
                    <a:pt x="2677" y="1274"/>
                    <a:pt x="2671" y="1279"/>
                  </a:cubicBezTo>
                  <a:cubicBezTo>
                    <a:pt x="2685" y="1333"/>
                    <a:pt x="2681" y="1340"/>
                    <a:pt x="2688" y="1345"/>
                  </a:cubicBezTo>
                  <a:cubicBezTo>
                    <a:pt x="2693" y="1378"/>
                    <a:pt x="2694" y="1381"/>
                    <a:pt x="2696" y="1384"/>
                  </a:cubicBezTo>
                  <a:cubicBezTo>
                    <a:pt x="2700" y="1418"/>
                    <a:pt x="2706" y="1420"/>
                    <a:pt x="2703" y="1423"/>
                  </a:cubicBezTo>
                  <a:cubicBezTo>
                    <a:pt x="2722" y="1475"/>
                    <a:pt x="2722" y="1478"/>
                    <a:pt x="2723" y="1481"/>
                  </a:cubicBezTo>
                  <a:cubicBezTo>
                    <a:pt x="2751" y="1548"/>
                    <a:pt x="2760" y="1560"/>
                    <a:pt x="2766" y="1573"/>
                  </a:cubicBezTo>
                  <a:cubicBezTo>
                    <a:pt x="2784" y="1604"/>
                    <a:pt x="2791" y="1605"/>
                    <a:pt x="2789" y="1609"/>
                  </a:cubicBezTo>
                  <a:close/>
                  <a:moveTo>
                    <a:pt x="2817" y="1654"/>
                  </a:moveTo>
                  <a:cubicBezTo>
                    <a:pt x="2819" y="1652"/>
                    <a:pt x="2819" y="1650"/>
                    <a:pt x="2818" y="1649"/>
                  </a:cubicBezTo>
                  <a:cubicBezTo>
                    <a:pt x="2824" y="1647"/>
                    <a:pt x="2833" y="1657"/>
                    <a:pt x="2836" y="1661"/>
                  </a:cubicBezTo>
                  <a:cubicBezTo>
                    <a:pt x="2827" y="1663"/>
                    <a:pt x="2826" y="1655"/>
                    <a:pt x="2817" y="1654"/>
                  </a:cubicBezTo>
                  <a:close/>
                  <a:moveTo>
                    <a:pt x="2828" y="1677"/>
                  </a:moveTo>
                  <a:cubicBezTo>
                    <a:pt x="2829" y="1675"/>
                    <a:pt x="2831" y="1673"/>
                    <a:pt x="2832" y="1671"/>
                  </a:cubicBezTo>
                  <a:cubicBezTo>
                    <a:pt x="2835" y="1671"/>
                    <a:pt x="2840" y="1673"/>
                    <a:pt x="2844" y="1677"/>
                  </a:cubicBezTo>
                  <a:cubicBezTo>
                    <a:pt x="2839" y="1679"/>
                    <a:pt x="2834" y="1679"/>
                    <a:pt x="2828" y="1677"/>
                  </a:cubicBezTo>
                  <a:close/>
                  <a:moveTo>
                    <a:pt x="2900" y="1640"/>
                  </a:moveTo>
                  <a:cubicBezTo>
                    <a:pt x="2895" y="1633"/>
                    <a:pt x="2905" y="1639"/>
                    <a:pt x="2904" y="1641"/>
                  </a:cubicBezTo>
                  <a:cubicBezTo>
                    <a:pt x="2904" y="1642"/>
                    <a:pt x="2900" y="1641"/>
                    <a:pt x="2900" y="1640"/>
                  </a:cubicBezTo>
                  <a:close/>
                  <a:moveTo>
                    <a:pt x="2864" y="1737"/>
                  </a:moveTo>
                  <a:cubicBezTo>
                    <a:pt x="2860" y="1739"/>
                    <a:pt x="2856" y="1743"/>
                    <a:pt x="2851" y="1741"/>
                  </a:cubicBezTo>
                  <a:cubicBezTo>
                    <a:pt x="2847" y="1745"/>
                    <a:pt x="2843" y="1748"/>
                    <a:pt x="2837" y="1746"/>
                  </a:cubicBezTo>
                  <a:cubicBezTo>
                    <a:pt x="2834" y="1753"/>
                    <a:pt x="2829" y="1752"/>
                    <a:pt x="2825" y="1753"/>
                  </a:cubicBezTo>
                  <a:cubicBezTo>
                    <a:pt x="2822" y="1759"/>
                    <a:pt x="2817" y="1754"/>
                    <a:pt x="2813" y="1758"/>
                  </a:cubicBezTo>
                  <a:cubicBezTo>
                    <a:pt x="2811" y="1757"/>
                    <a:pt x="2810" y="1760"/>
                    <a:pt x="2809" y="1761"/>
                  </a:cubicBezTo>
                  <a:cubicBezTo>
                    <a:pt x="2807" y="1762"/>
                    <a:pt x="2807" y="1761"/>
                    <a:pt x="2806" y="1761"/>
                  </a:cubicBezTo>
                  <a:cubicBezTo>
                    <a:pt x="2804" y="1762"/>
                    <a:pt x="2799" y="1763"/>
                    <a:pt x="2797" y="1766"/>
                  </a:cubicBezTo>
                  <a:cubicBezTo>
                    <a:pt x="2796" y="1768"/>
                    <a:pt x="2791" y="1771"/>
                    <a:pt x="2787" y="1770"/>
                  </a:cubicBezTo>
                  <a:cubicBezTo>
                    <a:pt x="2779" y="1776"/>
                    <a:pt x="2771" y="1778"/>
                    <a:pt x="2762" y="1779"/>
                  </a:cubicBezTo>
                  <a:cubicBezTo>
                    <a:pt x="2761" y="1784"/>
                    <a:pt x="2757" y="1780"/>
                    <a:pt x="2755" y="1782"/>
                  </a:cubicBezTo>
                  <a:cubicBezTo>
                    <a:pt x="2753" y="1784"/>
                    <a:pt x="2751" y="1785"/>
                    <a:pt x="2749" y="1784"/>
                  </a:cubicBezTo>
                  <a:cubicBezTo>
                    <a:pt x="2745" y="1785"/>
                    <a:pt x="2741" y="1789"/>
                    <a:pt x="2736" y="1788"/>
                  </a:cubicBezTo>
                  <a:cubicBezTo>
                    <a:pt x="2732" y="1791"/>
                    <a:pt x="2726" y="1789"/>
                    <a:pt x="2722" y="1792"/>
                  </a:cubicBezTo>
                  <a:cubicBezTo>
                    <a:pt x="2720" y="1791"/>
                    <a:pt x="2719" y="1795"/>
                    <a:pt x="2716" y="1793"/>
                  </a:cubicBezTo>
                  <a:cubicBezTo>
                    <a:pt x="2714" y="1793"/>
                    <a:pt x="2712" y="1793"/>
                    <a:pt x="2710" y="1795"/>
                  </a:cubicBezTo>
                  <a:cubicBezTo>
                    <a:pt x="2707" y="1789"/>
                    <a:pt x="2717" y="1789"/>
                    <a:pt x="2720" y="1788"/>
                  </a:cubicBezTo>
                  <a:cubicBezTo>
                    <a:pt x="2724" y="1786"/>
                    <a:pt x="2726" y="1778"/>
                    <a:pt x="2732" y="1783"/>
                  </a:cubicBezTo>
                  <a:cubicBezTo>
                    <a:pt x="2734" y="1775"/>
                    <a:pt x="2739" y="1776"/>
                    <a:pt x="2742" y="1774"/>
                  </a:cubicBezTo>
                  <a:cubicBezTo>
                    <a:pt x="2745" y="1768"/>
                    <a:pt x="2750" y="1771"/>
                    <a:pt x="2753" y="1766"/>
                  </a:cubicBezTo>
                  <a:cubicBezTo>
                    <a:pt x="2762" y="1766"/>
                    <a:pt x="2768" y="1758"/>
                    <a:pt x="2776" y="1755"/>
                  </a:cubicBezTo>
                  <a:cubicBezTo>
                    <a:pt x="2783" y="1749"/>
                    <a:pt x="2792" y="1749"/>
                    <a:pt x="2799" y="1741"/>
                  </a:cubicBezTo>
                  <a:cubicBezTo>
                    <a:pt x="2810" y="1740"/>
                    <a:pt x="2821" y="1735"/>
                    <a:pt x="2831" y="1731"/>
                  </a:cubicBezTo>
                  <a:cubicBezTo>
                    <a:pt x="2836" y="1732"/>
                    <a:pt x="2840" y="1731"/>
                    <a:pt x="2843" y="1729"/>
                  </a:cubicBezTo>
                  <a:cubicBezTo>
                    <a:pt x="2849" y="1735"/>
                    <a:pt x="2851" y="1724"/>
                    <a:pt x="2856" y="1729"/>
                  </a:cubicBezTo>
                  <a:cubicBezTo>
                    <a:pt x="2864" y="1725"/>
                    <a:pt x="2872" y="1724"/>
                    <a:pt x="2880" y="1721"/>
                  </a:cubicBezTo>
                  <a:cubicBezTo>
                    <a:pt x="2893" y="1726"/>
                    <a:pt x="2905" y="1722"/>
                    <a:pt x="2918" y="1726"/>
                  </a:cubicBezTo>
                  <a:cubicBezTo>
                    <a:pt x="2900" y="1729"/>
                    <a:pt x="2882" y="1734"/>
                    <a:pt x="2864" y="1737"/>
                  </a:cubicBezTo>
                  <a:close/>
                  <a:moveTo>
                    <a:pt x="2915" y="1687"/>
                  </a:moveTo>
                  <a:cubicBezTo>
                    <a:pt x="2914" y="1684"/>
                    <a:pt x="2912" y="1681"/>
                    <a:pt x="2912" y="1677"/>
                  </a:cubicBezTo>
                  <a:cubicBezTo>
                    <a:pt x="2906" y="1672"/>
                    <a:pt x="2907" y="1664"/>
                    <a:pt x="2900" y="1659"/>
                  </a:cubicBezTo>
                  <a:cubicBezTo>
                    <a:pt x="2904" y="1655"/>
                    <a:pt x="2909" y="1664"/>
                    <a:pt x="2908" y="1667"/>
                  </a:cubicBezTo>
                  <a:cubicBezTo>
                    <a:pt x="2913" y="1670"/>
                    <a:pt x="2912" y="1673"/>
                    <a:pt x="2915" y="1677"/>
                  </a:cubicBezTo>
                  <a:cubicBezTo>
                    <a:pt x="2917" y="1678"/>
                    <a:pt x="2915" y="1681"/>
                    <a:pt x="2916" y="1683"/>
                  </a:cubicBezTo>
                  <a:cubicBezTo>
                    <a:pt x="2916" y="1684"/>
                    <a:pt x="2919" y="1684"/>
                    <a:pt x="2920" y="1685"/>
                  </a:cubicBezTo>
                  <a:cubicBezTo>
                    <a:pt x="2920" y="1685"/>
                    <a:pt x="2918" y="1686"/>
                    <a:pt x="2918" y="1687"/>
                  </a:cubicBezTo>
                  <a:cubicBezTo>
                    <a:pt x="2920" y="1690"/>
                    <a:pt x="2927" y="1693"/>
                    <a:pt x="2922" y="1697"/>
                  </a:cubicBezTo>
                  <a:cubicBezTo>
                    <a:pt x="2915" y="1695"/>
                    <a:pt x="2918" y="1691"/>
                    <a:pt x="2915" y="1687"/>
                  </a:cubicBezTo>
                  <a:close/>
                  <a:moveTo>
                    <a:pt x="2921" y="1726"/>
                  </a:moveTo>
                  <a:cubicBezTo>
                    <a:pt x="2924" y="1725"/>
                    <a:pt x="2927" y="1725"/>
                    <a:pt x="2929" y="1726"/>
                  </a:cubicBezTo>
                  <a:cubicBezTo>
                    <a:pt x="2933" y="1729"/>
                    <a:pt x="2924" y="1727"/>
                    <a:pt x="2921" y="1726"/>
                  </a:cubicBezTo>
                  <a:close/>
                  <a:moveTo>
                    <a:pt x="2925" y="1704"/>
                  </a:moveTo>
                  <a:cubicBezTo>
                    <a:pt x="2926" y="1701"/>
                    <a:pt x="2929" y="1702"/>
                    <a:pt x="2931" y="1703"/>
                  </a:cubicBezTo>
                  <a:cubicBezTo>
                    <a:pt x="2930" y="1704"/>
                    <a:pt x="2931" y="1705"/>
                    <a:pt x="2932" y="1706"/>
                  </a:cubicBezTo>
                  <a:cubicBezTo>
                    <a:pt x="2930" y="1708"/>
                    <a:pt x="2927" y="1706"/>
                    <a:pt x="2925" y="1704"/>
                  </a:cubicBezTo>
                  <a:close/>
                  <a:moveTo>
                    <a:pt x="2954" y="1716"/>
                  </a:moveTo>
                  <a:cubicBezTo>
                    <a:pt x="2953" y="1717"/>
                    <a:pt x="2950" y="1716"/>
                    <a:pt x="2949" y="1715"/>
                  </a:cubicBezTo>
                  <a:cubicBezTo>
                    <a:pt x="2945" y="1708"/>
                    <a:pt x="2955" y="1714"/>
                    <a:pt x="2954" y="1716"/>
                  </a:cubicBezTo>
                  <a:close/>
                  <a:moveTo>
                    <a:pt x="2973" y="1726"/>
                  </a:moveTo>
                  <a:cubicBezTo>
                    <a:pt x="2968" y="1724"/>
                    <a:pt x="2972" y="1720"/>
                    <a:pt x="2969" y="1718"/>
                  </a:cubicBezTo>
                  <a:cubicBezTo>
                    <a:pt x="2938" y="1683"/>
                    <a:pt x="2930" y="1679"/>
                    <a:pt x="2927" y="1674"/>
                  </a:cubicBezTo>
                  <a:cubicBezTo>
                    <a:pt x="2915" y="1643"/>
                    <a:pt x="2912" y="1636"/>
                    <a:pt x="2907" y="1629"/>
                  </a:cubicBezTo>
                  <a:cubicBezTo>
                    <a:pt x="2892" y="1579"/>
                    <a:pt x="2886" y="1575"/>
                    <a:pt x="2887" y="1569"/>
                  </a:cubicBezTo>
                  <a:cubicBezTo>
                    <a:pt x="2883" y="1542"/>
                    <a:pt x="2877" y="1540"/>
                    <a:pt x="2879" y="1538"/>
                  </a:cubicBezTo>
                  <a:cubicBezTo>
                    <a:pt x="2871" y="1501"/>
                    <a:pt x="2870" y="1496"/>
                    <a:pt x="2868" y="1491"/>
                  </a:cubicBezTo>
                  <a:cubicBezTo>
                    <a:pt x="2853" y="1392"/>
                    <a:pt x="2859" y="1387"/>
                    <a:pt x="2855" y="1385"/>
                  </a:cubicBezTo>
                  <a:cubicBezTo>
                    <a:pt x="2851" y="1351"/>
                    <a:pt x="2854" y="1340"/>
                    <a:pt x="2850" y="1330"/>
                  </a:cubicBezTo>
                  <a:cubicBezTo>
                    <a:pt x="2857" y="1350"/>
                    <a:pt x="2862" y="1353"/>
                    <a:pt x="2863" y="1357"/>
                  </a:cubicBezTo>
                  <a:cubicBezTo>
                    <a:pt x="2872" y="1389"/>
                    <a:pt x="2874" y="1392"/>
                    <a:pt x="2874" y="1395"/>
                  </a:cubicBezTo>
                  <a:cubicBezTo>
                    <a:pt x="2880" y="1418"/>
                    <a:pt x="2877" y="1423"/>
                    <a:pt x="2880" y="1426"/>
                  </a:cubicBezTo>
                  <a:cubicBezTo>
                    <a:pt x="2883" y="1449"/>
                    <a:pt x="2885" y="1452"/>
                    <a:pt x="2886" y="1456"/>
                  </a:cubicBezTo>
                  <a:cubicBezTo>
                    <a:pt x="2887" y="1491"/>
                    <a:pt x="2897" y="1495"/>
                    <a:pt x="2892" y="1502"/>
                  </a:cubicBezTo>
                  <a:cubicBezTo>
                    <a:pt x="2901" y="1537"/>
                    <a:pt x="2901" y="1540"/>
                    <a:pt x="2899" y="1543"/>
                  </a:cubicBezTo>
                  <a:cubicBezTo>
                    <a:pt x="2907" y="1572"/>
                    <a:pt x="2913" y="1576"/>
                    <a:pt x="2910" y="1582"/>
                  </a:cubicBezTo>
                  <a:cubicBezTo>
                    <a:pt x="2913" y="1604"/>
                    <a:pt x="2924" y="1607"/>
                    <a:pt x="2918" y="1613"/>
                  </a:cubicBezTo>
                  <a:cubicBezTo>
                    <a:pt x="2937" y="1642"/>
                    <a:pt x="2934" y="1651"/>
                    <a:pt x="2941" y="1657"/>
                  </a:cubicBezTo>
                  <a:cubicBezTo>
                    <a:pt x="2993" y="1738"/>
                    <a:pt x="2982" y="1726"/>
                    <a:pt x="2973" y="1726"/>
                  </a:cubicBezTo>
                  <a:close/>
                  <a:moveTo>
                    <a:pt x="3024" y="1736"/>
                  </a:moveTo>
                  <a:cubicBezTo>
                    <a:pt x="3029" y="1728"/>
                    <a:pt x="3032" y="1742"/>
                    <a:pt x="3035" y="1744"/>
                  </a:cubicBezTo>
                  <a:cubicBezTo>
                    <a:pt x="3030" y="1747"/>
                    <a:pt x="3028" y="1738"/>
                    <a:pt x="3024" y="1736"/>
                  </a:cubicBezTo>
                  <a:close/>
                  <a:moveTo>
                    <a:pt x="3115" y="1805"/>
                  </a:moveTo>
                  <a:cubicBezTo>
                    <a:pt x="3110" y="1802"/>
                    <a:pt x="3105" y="1802"/>
                    <a:pt x="3100" y="1803"/>
                  </a:cubicBezTo>
                  <a:cubicBezTo>
                    <a:pt x="3096" y="1798"/>
                    <a:pt x="3093" y="1800"/>
                    <a:pt x="3088" y="1797"/>
                  </a:cubicBezTo>
                  <a:cubicBezTo>
                    <a:pt x="3084" y="1796"/>
                    <a:pt x="3080" y="1793"/>
                    <a:pt x="3077" y="1795"/>
                  </a:cubicBezTo>
                  <a:cubicBezTo>
                    <a:pt x="3074" y="1791"/>
                    <a:pt x="3079" y="1792"/>
                    <a:pt x="3080" y="1790"/>
                  </a:cubicBezTo>
                  <a:cubicBezTo>
                    <a:pt x="3084" y="1789"/>
                    <a:pt x="3088" y="1790"/>
                    <a:pt x="3091" y="1789"/>
                  </a:cubicBezTo>
                  <a:cubicBezTo>
                    <a:pt x="3096" y="1792"/>
                    <a:pt x="3101" y="1795"/>
                    <a:pt x="3106" y="1799"/>
                  </a:cubicBezTo>
                  <a:cubicBezTo>
                    <a:pt x="3108" y="1801"/>
                    <a:pt x="3110" y="1799"/>
                    <a:pt x="3113" y="1800"/>
                  </a:cubicBezTo>
                  <a:cubicBezTo>
                    <a:pt x="3114" y="1802"/>
                    <a:pt x="3116" y="1803"/>
                    <a:pt x="3118" y="1804"/>
                  </a:cubicBezTo>
                  <a:cubicBezTo>
                    <a:pt x="3120" y="1805"/>
                    <a:pt x="3122" y="1806"/>
                    <a:pt x="3123" y="1808"/>
                  </a:cubicBezTo>
                  <a:cubicBezTo>
                    <a:pt x="3121" y="1810"/>
                    <a:pt x="3118" y="1806"/>
                    <a:pt x="3115" y="1805"/>
                  </a:cubicBezTo>
                  <a:close/>
                  <a:moveTo>
                    <a:pt x="1680" y="9"/>
                  </a:moveTo>
                  <a:cubicBezTo>
                    <a:pt x="1681" y="6"/>
                    <a:pt x="1682" y="3"/>
                    <a:pt x="1683" y="0"/>
                  </a:cubicBezTo>
                  <a:cubicBezTo>
                    <a:pt x="1678" y="0"/>
                    <a:pt x="1678" y="0"/>
                    <a:pt x="1678" y="0"/>
                  </a:cubicBezTo>
                  <a:cubicBezTo>
                    <a:pt x="1678" y="2"/>
                    <a:pt x="1677" y="4"/>
                    <a:pt x="1676" y="6"/>
                  </a:cubicBezTo>
                  <a:cubicBezTo>
                    <a:pt x="1676" y="9"/>
                    <a:pt x="1678" y="11"/>
                    <a:pt x="1676" y="15"/>
                  </a:cubicBezTo>
                  <a:cubicBezTo>
                    <a:pt x="1672" y="19"/>
                    <a:pt x="1676" y="26"/>
                    <a:pt x="1679" y="20"/>
                  </a:cubicBezTo>
                  <a:cubicBezTo>
                    <a:pt x="1674" y="19"/>
                    <a:pt x="1680" y="13"/>
                    <a:pt x="1680" y="9"/>
                  </a:cubicBezTo>
                  <a:close/>
                  <a:moveTo>
                    <a:pt x="974" y="1507"/>
                  </a:moveTo>
                  <a:cubicBezTo>
                    <a:pt x="972" y="1503"/>
                    <a:pt x="969" y="1505"/>
                    <a:pt x="966" y="1504"/>
                  </a:cubicBezTo>
                  <a:cubicBezTo>
                    <a:pt x="931" y="1480"/>
                    <a:pt x="929" y="1480"/>
                    <a:pt x="927" y="1479"/>
                  </a:cubicBezTo>
                  <a:cubicBezTo>
                    <a:pt x="911" y="1456"/>
                    <a:pt x="903" y="1450"/>
                    <a:pt x="900" y="1449"/>
                  </a:cubicBezTo>
                  <a:cubicBezTo>
                    <a:pt x="891" y="1420"/>
                    <a:pt x="892" y="1413"/>
                    <a:pt x="887" y="1405"/>
                  </a:cubicBezTo>
                  <a:cubicBezTo>
                    <a:pt x="899" y="1346"/>
                    <a:pt x="894" y="1342"/>
                    <a:pt x="900" y="1340"/>
                  </a:cubicBezTo>
                  <a:cubicBezTo>
                    <a:pt x="889" y="1354"/>
                    <a:pt x="882" y="1359"/>
                    <a:pt x="883" y="1365"/>
                  </a:cubicBezTo>
                  <a:cubicBezTo>
                    <a:pt x="879" y="1379"/>
                    <a:pt x="873" y="1375"/>
                    <a:pt x="876" y="1373"/>
                  </a:cubicBezTo>
                  <a:cubicBezTo>
                    <a:pt x="867" y="1315"/>
                    <a:pt x="864" y="1303"/>
                    <a:pt x="861" y="1290"/>
                  </a:cubicBezTo>
                  <a:cubicBezTo>
                    <a:pt x="844" y="1227"/>
                    <a:pt x="849" y="1225"/>
                    <a:pt x="845" y="1221"/>
                  </a:cubicBezTo>
                  <a:cubicBezTo>
                    <a:pt x="820" y="1167"/>
                    <a:pt x="816" y="1162"/>
                    <a:pt x="812" y="1156"/>
                  </a:cubicBezTo>
                  <a:cubicBezTo>
                    <a:pt x="782" y="1111"/>
                    <a:pt x="775" y="1106"/>
                    <a:pt x="777" y="1103"/>
                  </a:cubicBezTo>
                  <a:cubicBezTo>
                    <a:pt x="763" y="1061"/>
                    <a:pt x="767" y="1054"/>
                    <a:pt x="760" y="1046"/>
                  </a:cubicBezTo>
                  <a:cubicBezTo>
                    <a:pt x="758" y="1037"/>
                    <a:pt x="754" y="1047"/>
                    <a:pt x="761" y="1059"/>
                  </a:cubicBezTo>
                  <a:cubicBezTo>
                    <a:pt x="759" y="1081"/>
                    <a:pt x="757" y="1079"/>
                    <a:pt x="755" y="1076"/>
                  </a:cubicBezTo>
                  <a:cubicBezTo>
                    <a:pt x="746" y="1052"/>
                    <a:pt x="751" y="1050"/>
                    <a:pt x="749" y="1046"/>
                  </a:cubicBezTo>
                  <a:cubicBezTo>
                    <a:pt x="743" y="1005"/>
                    <a:pt x="744" y="997"/>
                    <a:pt x="744" y="990"/>
                  </a:cubicBezTo>
                  <a:cubicBezTo>
                    <a:pt x="720" y="917"/>
                    <a:pt x="722" y="913"/>
                    <a:pt x="719" y="909"/>
                  </a:cubicBezTo>
                  <a:cubicBezTo>
                    <a:pt x="724" y="939"/>
                    <a:pt x="724" y="944"/>
                    <a:pt x="729" y="950"/>
                  </a:cubicBezTo>
                  <a:cubicBezTo>
                    <a:pt x="742" y="1033"/>
                    <a:pt x="743" y="1042"/>
                    <a:pt x="742" y="1051"/>
                  </a:cubicBezTo>
                  <a:cubicBezTo>
                    <a:pt x="748" y="1098"/>
                    <a:pt x="747" y="1116"/>
                    <a:pt x="751" y="1135"/>
                  </a:cubicBezTo>
                  <a:cubicBezTo>
                    <a:pt x="760" y="1183"/>
                    <a:pt x="759" y="1188"/>
                    <a:pt x="763" y="1193"/>
                  </a:cubicBezTo>
                  <a:cubicBezTo>
                    <a:pt x="774" y="1226"/>
                    <a:pt x="771" y="1231"/>
                    <a:pt x="772" y="1236"/>
                  </a:cubicBezTo>
                  <a:cubicBezTo>
                    <a:pt x="781" y="1282"/>
                    <a:pt x="794" y="1289"/>
                    <a:pt x="786" y="1293"/>
                  </a:cubicBezTo>
                  <a:cubicBezTo>
                    <a:pt x="799" y="1326"/>
                    <a:pt x="799" y="1331"/>
                    <a:pt x="801" y="1336"/>
                  </a:cubicBezTo>
                  <a:cubicBezTo>
                    <a:pt x="825" y="1401"/>
                    <a:pt x="829" y="1406"/>
                    <a:pt x="830" y="1411"/>
                  </a:cubicBezTo>
                  <a:cubicBezTo>
                    <a:pt x="830" y="1413"/>
                    <a:pt x="823" y="1404"/>
                    <a:pt x="816" y="1394"/>
                  </a:cubicBezTo>
                  <a:cubicBezTo>
                    <a:pt x="781" y="1320"/>
                    <a:pt x="783" y="1315"/>
                    <a:pt x="776" y="1308"/>
                  </a:cubicBezTo>
                  <a:cubicBezTo>
                    <a:pt x="769" y="1284"/>
                    <a:pt x="767" y="1277"/>
                    <a:pt x="765" y="1270"/>
                  </a:cubicBezTo>
                  <a:cubicBezTo>
                    <a:pt x="743" y="1187"/>
                    <a:pt x="741" y="1180"/>
                    <a:pt x="742" y="1174"/>
                  </a:cubicBezTo>
                  <a:cubicBezTo>
                    <a:pt x="735" y="1142"/>
                    <a:pt x="733" y="1130"/>
                    <a:pt x="734" y="1118"/>
                  </a:cubicBezTo>
                  <a:cubicBezTo>
                    <a:pt x="731" y="1086"/>
                    <a:pt x="725" y="1082"/>
                    <a:pt x="728" y="1080"/>
                  </a:cubicBezTo>
                  <a:cubicBezTo>
                    <a:pt x="722" y="1018"/>
                    <a:pt x="715" y="1010"/>
                    <a:pt x="717" y="1004"/>
                  </a:cubicBezTo>
                  <a:cubicBezTo>
                    <a:pt x="713" y="1033"/>
                    <a:pt x="724" y="1038"/>
                    <a:pt x="716" y="1040"/>
                  </a:cubicBezTo>
                  <a:cubicBezTo>
                    <a:pt x="717" y="1070"/>
                    <a:pt x="724" y="1074"/>
                    <a:pt x="721" y="1077"/>
                  </a:cubicBezTo>
                  <a:cubicBezTo>
                    <a:pt x="722" y="1126"/>
                    <a:pt x="728" y="1130"/>
                    <a:pt x="725" y="1132"/>
                  </a:cubicBezTo>
                  <a:cubicBezTo>
                    <a:pt x="721" y="1146"/>
                    <a:pt x="726" y="1142"/>
                    <a:pt x="720" y="1136"/>
                  </a:cubicBezTo>
                  <a:cubicBezTo>
                    <a:pt x="713" y="1098"/>
                    <a:pt x="714" y="1093"/>
                    <a:pt x="712" y="1088"/>
                  </a:cubicBezTo>
                  <a:cubicBezTo>
                    <a:pt x="704" y="1052"/>
                    <a:pt x="713" y="1048"/>
                    <a:pt x="706" y="1042"/>
                  </a:cubicBezTo>
                  <a:cubicBezTo>
                    <a:pt x="704" y="1006"/>
                    <a:pt x="702" y="1001"/>
                    <a:pt x="703" y="996"/>
                  </a:cubicBezTo>
                  <a:cubicBezTo>
                    <a:pt x="697" y="954"/>
                    <a:pt x="698" y="944"/>
                    <a:pt x="696" y="934"/>
                  </a:cubicBezTo>
                  <a:cubicBezTo>
                    <a:pt x="689" y="896"/>
                    <a:pt x="689" y="891"/>
                    <a:pt x="689" y="885"/>
                  </a:cubicBezTo>
                  <a:cubicBezTo>
                    <a:pt x="677" y="832"/>
                    <a:pt x="675" y="827"/>
                    <a:pt x="676" y="822"/>
                  </a:cubicBezTo>
                  <a:cubicBezTo>
                    <a:pt x="670" y="849"/>
                    <a:pt x="681" y="857"/>
                    <a:pt x="677" y="862"/>
                  </a:cubicBezTo>
                  <a:cubicBezTo>
                    <a:pt x="682" y="891"/>
                    <a:pt x="679" y="902"/>
                    <a:pt x="682" y="914"/>
                  </a:cubicBezTo>
                  <a:cubicBezTo>
                    <a:pt x="675" y="936"/>
                    <a:pt x="679" y="939"/>
                    <a:pt x="675" y="941"/>
                  </a:cubicBezTo>
                  <a:cubicBezTo>
                    <a:pt x="676" y="951"/>
                    <a:pt x="674" y="953"/>
                    <a:pt x="677" y="955"/>
                  </a:cubicBezTo>
                  <a:cubicBezTo>
                    <a:pt x="671" y="1001"/>
                    <a:pt x="666" y="1006"/>
                    <a:pt x="669" y="1012"/>
                  </a:cubicBezTo>
                  <a:cubicBezTo>
                    <a:pt x="670" y="1042"/>
                    <a:pt x="665" y="1044"/>
                    <a:pt x="671" y="1048"/>
                  </a:cubicBezTo>
                  <a:cubicBezTo>
                    <a:pt x="675" y="1091"/>
                    <a:pt x="668" y="1096"/>
                    <a:pt x="672" y="1103"/>
                  </a:cubicBezTo>
                  <a:cubicBezTo>
                    <a:pt x="675" y="1163"/>
                    <a:pt x="676" y="1169"/>
                    <a:pt x="676" y="1176"/>
                  </a:cubicBezTo>
                  <a:cubicBezTo>
                    <a:pt x="682" y="1236"/>
                    <a:pt x="694" y="1244"/>
                    <a:pt x="688" y="1250"/>
                  </a:cubicBezTo>
                  <a:cubicBezTo>
                    <a:pt x="698" y="1281"/>
                    <a:pt x="699" y="1284"/>
                    <a:pt x="696" y="1287"/>
                  </a:cubicBezTo>
                  <a:cubicBezTo>
                    <a:pt x="690" y="1298"/>
                    <a:pt x="692" y="1293"/>
                    <a:pt x="688" y="1287"/>
                  </a:cubicBezTo>
                  <a:cubicBezTo>
                    <a:pt x="672" y="1252"/>
                    <a:pt x="668" y="1243"/>
                    <a:pt x="666" y="1233"/>
                  </a:cubicBezTo>
                  <a:cubicBezTo>
                    <a:pt x="651" y="1146"/>
                    <a:pt x="645" y="1138"/>
                    <a:pt x="646" y="1130"/>
                  </a:cubicBezTo>
                  <a:cubicBezTo>
                    <a:pt x="640" y="1069"/>
                    <a:pt x="643" y="1054"/>
                    <a:pt x="643" y="1039"/>
                  </a:cubicBezTo>
                  <a:cubicBezTo>
                    <a:pt x="647" y="987"/>
                    <a:pt x="648" y="980"/>
                    <a:pt x="646" y="972"/>
                  </a:cubicBezTo>
                  <a:cubicBezTo>
                    <a:pt x="652" y="935"/>
                    <a:pt x="651" y="931"/>
                    <a:pt x="652" y="928"/>
                  </a:cubicBezTo>
                  <a:cubicBezTo>
                    <a:pt x="656" y="852"/>
                    <a:pt x="648" y="843"/>
                    <a:pt x="653" y="836"/>
                  </a:cubicBezTo>
                  <a:cubicBezTo>
                    <a:pt x="643" y="816"/>
                    <a:pt x="650" y="822"/>
                    <a:pt x="647" y="827"/>
                  </a:cubicBezTo>
                  <a:cubicBezTo>
                    <a:pt x="644" y="882"/>
                    <a:pt x="649" y="888"/>
                    <a:pt x="645" y="892"/>
                  </a:cubicBezTo>
                  <a:cubicBezTo>
                    <a:pt x="642" y="928"/>
                    <a:pt x="644" y="934"/>
                    <a:pt x="641" y="938"/>
                  </a:cubicBezTo>
                  <a:cubicBezTo>
                    <a:pt x="641" y="965"/>
                    <a:pt x="638" y="967"/>
                    <a:pt x="639" y="969"/>
                  </a:cubicBezTo>
                  <a:cubicBezTo>
                    <a:pt x="633" y="1038"/>
                    <a:pt x="633" y="1043"/>
                    <a:pt x="633" y="1048"/>
                  </a:cubicBezTo>
                  <a:cubicBezTo>
                    <a:pt x="633" y="1085"/>
                    <a:pt x="635" y="1090"/>
                    <a:pt x="635" y="1095"/>
                  </a:cubicBezTo>
                  <a:cubicBezTo>
                    <a:pt x="642" y="1123"/>
                    <a:pt x="631" y="1124"/>
                    <a:pt x="637" y="1128"/>
                  </a:cubicBezTo>
                  <a:cubicBezTo>
                    <a:pt x="638" y="1156"/>
                    <a:pt x="642" y="1169"/>
                    <a:pt x="642" y="1181"/>
                  </a:cubicBezTo>
                  <a:cubicBezTo>
                    <a:pt x="652" y="1203"/>
                    <a:pt x="648" y="1205"/>
                    <a:pt x="651" y="1209"/>
                  </a:cubicBezTo>
                  <a:cubicBezTo>
                    <a:pt x="670" y="1264"/>
                    <a:pt x="669" y="1270"/>
                    <a:pt x="673" y="1277"/>
                  </a:cubicBezTo>
                  <a:cubicBezTo>
                    <a:pt x="675" y="1288"/>
                    <a:pt x="670" y="1291"/>
                    <a:pt x="665" y="1285"/>
                  </a:cubicBezTo>
                  <a:cubicBezTo>
                    <a:pt x="650" y="1251"/>
                    <a:pt x="642" y="1245"/>
                    <a:pt x="645" y="1241"/>
                  </a:cubicBezTo>
                  <a:cubicBezTo>
                    <a:pt x="624" y="1186"/>
                    <a:pt x="627" y="1177"/>
                    <a:pt x="624" y="1167"/>
                  </a:cubicBezTo>
                  <a:cubicBezTo>
                    <a:pt x="617" y="1119"/>
                    <a:pt x="620" y="1115"/>
                    <a:pt x="615" y="1109"/>
                  </a:cubicBezTo>
                  <a:cubicBezTo>
                    <a:pt x="612" y="1061"/>
                    <a:pt x="616" y="1043"/>
                    <a:pt x="609" y="1022"/>
                  </a:cubicBezTo>
                  <a:cubicBezTo>
                    <a:pt x="623" y="949"/>
                    <a:pt x="617" y="941"/>
                    <a:pt x="624" y="934"/>
                  </a:cubicBezTo>
                  <a:cubicBezTo>
                    <a:pt x="640" y="866"/>
                    <a:pt x="634" y="861"/>
                    <a:pt x="637" y="858"/>
                  </a:cubicBezTo>
                  <a:cubicBezTo>
                    <a:pt x="635" y="834"/>
                    <a:pt x="646" y="833"/>
                    <a:pt x="640" y="829"/>
                  </a:cubicBezTo>
                  <a:cubicBezTo>
                    <a:pt x="642" y="801"/>
                    <a:pt x="647" y="799"/>
                    <a:pt x="643" y="795"/>
                  </a:cubicBezTo>
                  <a:cubicBezTo>
                    <a:pt x="643" y="761"/>
                    <a:pt x="645" y="757"/>
                    <a:pt x="645" y="753"/>
                  </a:cubicBezTo>
                  <a:cubicBezTo>
                    <a:pt x="634" y="744"/>
                    <a:pt x="632" y="755"/>
                    <a:pt x="638" y="766"/>
                  </a:cubicBezTo>
                  <a:cubicBezTo>
                    <a:pt x="632" y="820"/>
                    <a:pt x="632" y="834"/>
                    <a:pt x="632" y="848"/>
                  </a:cubicBezTo>
                  <a:cubicBezTo>
                    <a:pt x="621" y="875"/>
                    <a:pt x="625" y="883"/>
                    <a:pt x="619" y="889"/>
                  </a:cubicBezTo>
                  <a:cubicBezTo>
                    <a:pt x="609" y="963"/>
                    <a:pt x="606" y="993"/>
                    <a:pt x="601" y="1022"/>
                  </a:cubicBezTo>
                  <a:cubicBezTo>
                    <a:pt x="607" y="1061"/>
                    <a:pt x="599" y="1069"/>
                    <a:pt x="604" y="1079"/>
                  </a:cubicBezTo>
                  <a:cubicBezTo>
                    <a:pt x="607" y="1103"/>
                    <a:pt x="605" y="1105"/>
                    <a:pt x="606" y="1108"/>
                  </a:cubicBezTo>
                  <a:cubicBezTo>
                    <a:pt x="615" y="1176"/>
                    <a:pt x="616" y="1186"/>
                    <a:pt x="621" y="1196"/>
                  </a:cubicBezTo>
                  <a:cubicBezTo>
                    <a:pt x="630" y="1230"/>
                    <a:pt x="630" y="1235"/>
                    <a:pt x="634" y="1240"/>
                  </a:cubicBezTo>
                  <a:cubicBezTo>
                    <a:pt x="624" y="1245"/>
                    <a:pt x="627" y="1241"/>
                    <a:pt x="623" y="1237"/>
                  </a:cubicBezTo>
                  <a:cubicBezTo>
                    <a:pt x="611" y="1184"/>
                    <a:pt x="605" y="1176"/>
                    <a:pt x="607" y="1169"/>
                  </a:cubicBezTo>
                  <a:cubicBezTo>
                    <a:pt x="596" y="1116"/>
                    <a:pt x="594" y="1108"/>
                    <a:pt x="593" y="1101"/>
                  </a:cubicBezTo>
                  <a:cubicBezTo>
                    <a:pt x="593" y="1067"/>
                    <a:pt x="588" y="1054"/>
                    <a:pt x="589" y="1042"/>
                  </a:cubicBezTo>
                  <a:cubicBezTo>
                    <a:pt x="591" y="964"/>
                    <a:pt x="591" y="961"/>
                    <a:pt x="590" y="958"/>
                  </a:cubicBezTo>
                  <a:cubicBezTo>
                    <a:pt x="590" y="927"/>
                    <a:pt x="596" y="925"/>
                    <a:pt x="593" y="921"/>
                  </a:cubicBezTo>
                  <a:cubicBezTo>
                    <a:pt x="605" y="892"/>
                    <a:pt x="595" y="887"/>
                    <a:pt x="603" y="885"/>
                  </a:cubicBezTo>
                  <a:cubicBezTo>
                    <a:pt x="602" y="863"/>
                    <a:pt x="614" y="862"/>
                    <a:pt x="607" y="858"/>
                  </a:cubicBezTo>
                  <a:cubicBezTo>
                    <a:pt x="613" y="834"/>
                    <a:pt x="614" y="828"/>
                    <a:pt x="616" y="822"/>
                  </a:cubicBezTo>
                  <a:cubicBezTo>
                    <a:pt x="615" y="800"/>
                    <a:pt x="620" y="797"/>
                    <a:pt x="618" y="794"/>
                  </a:cubicBezTo>
                  <a:cubicBezTo>
                    <a:pt x="608" y="817"/>
                    <a:pt x="609" y="822"/>
                    <a:pt x="609" y="827"/>
                  </a:cubicBezTo>
                  <a:cubicBezTo>
                    <a:pt x="597" y="876"/>
                    <a:pt x="594" y="885"/>
                    <a:pt x="590" y="894"/>
                  </a:cubicBezTo>
                  <a:cubicBezTo>
                    <a:pt x="584" y="957"/>
                    <a:pt x="578" y="965"/>
                    <a:pt x="581" y="975"/>
                  </a:cubicBezTo>
                  <a:cubicBezTo>
                    <a:pt x="579" y="1012"/>
                    <a:pt x="580" y="1021"/>
                    <a:pt x="580" y="1030"/>
                  </a:cubicBezTo>
                  <a:cubicBezTo>
                    <a:pt x="582" y="1091"/>
                    <a:pt x="586" y="1096"/>
                    <a:pt x="585" y="1101"/>
                  </a:cubicBezTo>
                  <a:cubicBezTo>
                    <a:pt x="600" y="1177"/>
                    <a:pt x="598" y="1181"/>
                    <a:pt x="604" y="1187"/>
                  </a:cubicBezTo>
                  <a:cubicBezTo>
                    <a:pt x="606" y="1230"/>
                    <a:pt x="603" y="1224"/>
                    <a:pt x="600" y="1219"/>
                  </a:cubicBezTo>
                  <a:cubicBezTo>
                    <a:pt x="585" y="1180"/>
                    <a:pt x="590" y="1172"/>
                    <a:pt x="586" y="1170"/>
                  </a:cubicBezTo>
                  <a:cubicBezTo>
                    <a:pt x="581" y="1151"/>
                    <a:pt x="584" y="1149"/>
                    <a:pt x="579" y="1145"/>
                  </a:cubicBezTo>
                  <a:cubicBezTo>
                    <a:pt x="573" y="1114"/>
                    <a:pt x="573" y="1112"/>
                    <a:pt x="573" y="1110"/>
                  </a:cubicBezTo>
                  <a:cubicBezTo>
                    <a:pt x="566" y="1082"/>
                    <a:pt x="569" y="1078"/>
                    <a:pt x="568" y="1073"/>
                  </a:cubicBezTo>
                  <a:cubicBezTo>
                    <a:pt x="566" y="1036"/>
                    <a:pt x="563" y="1033"/>
                    <a:pt x="567" y="1031"/>
                  </a:cubicBezTo>
                  <a:cubicBezTo>
                    <a:pt x="569" y="979"/>
                    <a:pt x="563" y="969"/>
                    <a:pt x="565" y="960"/>
                  </a:cubicBezTo>
                  <a:cubicBezTo>
                    <a:pt x="568" y="930"/>
                    <a:pt x="564" y="927"/>
                    <a:pt x="566" y="924"/>
                  </a:cubicBezTo>
                  <a:cubicBezTo>
                    <a:pt x="574" y="895"/>
                    <a:pt x="569" y="889"/>
                    <a:pt x="573" y="885"/>
                  </a:cubicBezTo>
                  <a:cubicBezTo>
                    <a:pt x="579" y="847"/>
                    <a:pt x="578" y="841"/>
                    <a:pt x="578" y="836"/>
                  </a:cubicBezTo>
                  <a:cubicBezTo>
                    <a:pt x="583" y="808"/>
                    <a:pt x="590" y="806"/>
                    <a:pt x="590" y="803"/>
                  </a:cubicBezTo>
                  <a:cubicBezTo>
                    <a:pt x="597" y="749"/>
                    <a:pt x="598" y="743"/>
                    <a:pt x="599" y="738"/>
                  </a:cubicBezTo>
                  <a:cubicBezTo>
                    <a:pt x="600" y="694"/>
                    <a:pt x="601" y="691"/>
                    <a:pt x="601" y="688"/>
                  </a:cubicBezTo>
                  <a:cubicBezTo>
                    <a:pt x="594" y="675"/>
                    <a:pt x="596" y="680"/>
                    <a:pt x="600" y="686"/>
                  </a:cubicBezTo>
                  <a:cubicBezTo>
                    <a:pt x="595" y="733"/>
                    <a:pt x="590" y="739"/>
                    <a:pt x="592" y="746"/>
                  </a:cubicBezTo>
                  <a:cubicBezTo>
                    <a:pt x="570" y="852"/>
                    <a:pt x="563" y="853"/>
                    <a:pt x="567" y="857"/>
                  </a:cubicBezTo>
                  <a:cubicBezTo>
                    <a:pt x="563" y="882"/>
                    <a:pt x="561" y="885"/>
                    <a:pt x="563" y="889"/>
                  </a:cubicBezTo>
                  <a:cubicBezTo>
                    <a:pt x="558" y="915"/>
                    <a:pt x="558" y="918"/>
                    <a:pt x="558" y="920"/>
                  </a:cubicBezTo>
                  <a:cubicBezTo>
                    <a:pt x="554" y="958"/>
                    <a:pt x="558" y="966"/>
                    <a:pt x="555" y="972"/>
                  </a:cubicBezTo>
                  <a:cubicBezTo>
                    <a:pt x="558" y="1019"/>
                    <a:pt x="555" y="1023"/>
                    <a:pt x="557" y="1027"/>
                  </a:cubicBezTo>
                  <a:cubicBezTo>
                    <a:pt x="558" y="1059"/>
                    <a:pt x="561" y="1064"/>
                    <a:pt x="556" y="1068"/>
                  </a:cubicBezTo>
                  <a:cubicBezTo>
                    <a:pt x="562" y="1093"/>
                    <a:pt x="560" y="1096"/>
                    <a:pt x="563" y="1100"/>
                  </a:cubicBezTo>
                  <a:cubicBezTo>
                    <a:pt x="564" y="1121"/>
                    <a:pt x="568" y="1131"/>
                    <a:pt x="571" y="1141"/>
                  </a:cubicBezTo>
                  <a:cubicBezTo>
                    <a:pt x="580" y="1181"/>
                    <a:pt x="584" y="1184"/>
                    <a:pt x="582" y="1186"/>
                  </a:cubicBezTo>
                  <a:cubicBezTo>
                    <a:pt x="564" y="1172"/>
                    <a:pt x="561" y="1161"/>
                    <a:pt x="558" y="1150"/>
                  </a:cubicBezTo>
                  <a:cubicBezTo>
                    <a:pt x="546" y="1104"/>
                    <a:pt x="550" y="1101"/>
                    <a:pt x="545" y="1097"/>
                  </a:cubicBezTo>
                  <a:cubicBezTo>
                    <a:pt x="543" y="1058"/>
                    <a:pt x="539" y="1047"/>
                    <a:pt x="540" y="1037"/>
                  </a:cubicBezTo>
                  <a:cubicBezTo>
                    <a:pt x="536" y="987"/>
                    <a:pt x="533" y="982"/>
                    <a:pt x="534" y="977"/>
                  </a:cubicBezTo>
                  <a:cubicBezTo>
                    <a:pt x="533" y="942"/>
                    <a:pt x="535" y="938"/>
                    <a:pt x="535" y="933"/>
                  </a:cubicBezTo>
                  <a:cubicBezTo>
                    <a:pt x="540" y="908"/>
                    <a:pt x="534" y="897"/>
                    <a:pt x="541" y="889"/>
                  </a:cubicBezTo>
                  <a:cubicBezTo>
                    <a:pt x="544" y="865"/>
                    <a:pt x="544" y="862"/>
                    <a:pt x="547" y="860"/>
                  </a:cubicBezTo>
                  <a:cubicBezTo>
                    <a:pt x="546" y="829"/>
                    <a:pt x="552" y="826"/>
                    <a:pt x="552" y="822"/>
                  </a:cubicBezTo>
                  <a:cubicBezTo>
                    <a:pt x="565" y="779"/>
                    <a:pt x="565" y="775"/>
                    <a:pt x="567" y="771"/>
                  </a:cubicBezTo>
                  <a:cubicBezTo>
                    <a:pt x="575" y="741"/>
                    <a:pt x="570" y="736"/>
                    <a:pt x="577" y="732"/>
                  </a:cubicBezTo>
                  <a:cubicBezTo>
                    <a:pt x="577" y="702"/>
                    <a:pt x="583" y="698"/>
                    <a:pt x="578" y="693"/>
                  </a:cubicBezTo>
                  <a:cubicBezTo>
                    <a:pt x="583" y="675"/>
                    <a:pt x="583" y="671"/>
                    <a:pt x="583" y="666"/>
                  </a:cubicBezTo>
                  <a:cubicBezTo>
                    <a:pt x="575" y="703"/>
                    <a:pt x="574" y="710"/>
                    <a:pt x="571" y="717"/>
                  </a:cubicBezTo>
                  <a:cubicBezTo>
                    <a:pt x="570" y="735"/>
                    <a:pt x="567" y="736"/>
                    <a:pt x="568" y="739"/>
                  </a:cubicBezTo>
                  <a:cubicBezTo>
                    <a:pt x="561" y="763"/>
                    <a:pt x="562" y="767"/>
                    <a:pt x="561" y="770"/>
                  </a:cubicBezTo>
                  <a:cubicBezTo>
                    <a:pt x="549" y="802"/>
                    <a:pt x="549" y="804"/>
                    <a:pt x="549" y="806"/>
                  </a:cubicBezTo>
                  <a:cubicBezTo>
                    <a:pt x="540" y="840"/>
                    <a:pt x="537" y="858"/>
                    <a:pt x="532" y="876"/>
                  </a:cubicBezTo>
                  <a:cubicBezTo>
                    <a:pt x="524" y="936"/>
                    <a:pt x="527" y="941"/>
                    <a:pt x="525" y="946"/>
                  </a:cubicBezTo>
                  <a:cubicBezTo>
                    <a:pt x="526" y="979"/>
                    <a:pt x="524" y="983"/>
                    <a:pt x="526" y="988"/>
                  </a:cubicBezTo>
                  <a:cubicBezTo>
                    <a:pt x="528" y="1026"/>
                    <a:pt x="534" y="1036"/>
                    <a:pt x="529" y="1045"/>
                  </a:cubicBezTo>
                  <a:cubicBezTo>
                    <a:pt x="544" y="1143"/>
                    <a:pt x="552" y="1151"/>
                    <a:pt x="548" y="1157"/>
                  </a:cubicBezTo>
                  <a:cubicBezTo>
                    <a:pt x="539" y="1126"/>
                    <a:pt x="532" y="1132"/>
                    <a:pt x="527" y="1121"/>
                  </a:cubicBezTo>
                  <a:cubicBezTo>
                    <a:pt x="526" y="1098"/>
                    <a:pt x="526" y="1092"/>
                    <a:pt x="524" y="1086"/>
                  </a:cubicBezTo>
                  <a:cubicBezTo>
                    <a:pt x="522" y="1028"/>
                    <a:pt x="517" y="1022"/>
                    <a:pt x="520" y="1017"/>
                  </a:cubicBezTo>
                  <a:cubicBezTo>
                    <a:pt x="518" y="993"/>
                    <a:pt x="516" y="987"/>
                    <a:pt x="519" y="982"/>
                  </a:cubicBezTo>
                  <a:cubicBezTo>
                    <a:pt x="517" y="890"/>
                    <a:pt x="517" y="878"/>
                    <a:pt x="522" y="865"/>
                  </a:cubicBezTo>
                  <a:cubicBezTo>
                    <a:pt x="524" y="834"/>
                    <a:pt x="523" y="830"/>
                    <a:pt x="523" y="826"/>
                  </a:cubicBezTo>
                  <a:cubicBezTo>
                    <a:pt x="528" y="766"/>
                    <a:pt x="535" y="764"/>
                    <a:pt x="533" y="761"/>
                  </a:cubicBezTo>
                  <a:cubicBezTo>
                    <a:pt x="541" y="726"/>
                    <a:pt x="537" y="718"/>
                    <a:pt x="541" y="712"/>
                  </a:cubicBezTo>
                  <a:cubicBezTo>
                    <a:pt x="551" y="692"/>
                    <a:pt x="546" y="688"/>
                    <a:pt x="549" y="685"/>
                  </a:cubicBezTo>
                  <a:cubicBezTo>
                    <a:pt x="542" y="713"/>
                    <a:pt x="530" y="716"/>
                    <a:pt x="535" y="722"/>
                  </a:cubicBezTo>
                  <a:cubicBezTo>
                    <a:pt x="526" y="743"/>
                    <a:pt x="531" y="749"/>
                    <a:pt x="525" y="753"/>
                  </a:cubicBezTo>
                  <a:cubicBezTo>
                    <a:pt x="518" y="809"/>
                    <a:pt x="514" y="815"/>
                    <a:pt x="518" y="822"/>
                  </a:cubicBezTo>
                  <a:cubicBezTo>
                    <a:pt x="513" y="854"/>
                    <a:pt x="513" y="856"/>
                    <a:pt x="510" y="857"/>
                  </a:cubicBezTo>
                  <a:cubicBezTo>
                    <a:pt x="508" y="870"/>
                    <a:pt x="511" y="872"/>
                    <a:pt x="509" y="874"/>
                  </a:cubicBezTo>
                  <a:cubicBezTo>
                    <a:pt x="509" y="898"/>
                    <a:pt x="507" y="901"/>
                    <a:pt x="507" y="905"/>
                  </a:cubicBezTo>
                  <a:cubicBezTo>
                    <a:pt x="503" y="954"/>
                    <a:pt x="508" y="962"/>
                    <a:pt x="504" y="969"/>
                  </a:cubicBezTo>
                  <a:cubicBezTo>
                    <a:pt x="508" y="1018"/>
                    <a:pt x="511" y="1031"/>
                    <a:pt x="509" y="1043"/>
                  </a:cubicBezTo>
                  <a:cubicBezTo>
                    <a:pt x="511" y="1074"/>
                    <a:pt x="512" y="1078"/>
                    <a:pt x="515" y="1081"/>
                  </a:cubicBezTo>
                  <a:cubicBezTo>
                    <a:pt x="518" y="1112"/>
                    <a:pt x="517" y="1113"/>
                    <a:pt x="517" y="1115"/>
                  </a:cubicBezTo>
                  <a:cubicBezTo>
                    <a:pt x="503" y="1090"/>
                    <a:pt x="497" y="1080"/>
                    <a:pt x="501" y="1073"/>
                  </a:cubicBezTo>
                  <a:cubicBezTo>
                    <a:pt x="492" y="1033"/>
                    <a:pt x="486" y="1028"/>
                    <a:pt x="490" y="1024"/>
                  </a:cubicBezTo>
                  <a:cubicBezTo>
                    <a:pt x="487" y="996"/>
                    <a:pt x="483" y="991"/>
                    <a:pt x="485" y="987"/>
                  </a:cubicBezTo>
                  <a:cubicBezTo>
                    <a:pt x="484" y="972"/>
                    <a:pt x="482" y="969"/>
                    <a:pt x="484" y="967"/>
                  </a:cubicBezTo>
                  <a:cubicBezTo>
                    <a:pt x="483" y="926"/>
                    <a:pt x="486" y="914"/>
                    <a:pt x="486" y="901"/>
                  </a:cubicBezTo>
                  <a:cubicBezTo>
                    <a:pt x="486" y="872"/>
                    <a:pt x="486" y="869"/>
                    <a:pt x="487" y="866"/>
                  </a:cubicBezTo>
                  <a:cubicBezTo>
                    <a:pt x="491" y="841"/>
                    <a:pt x="492" y="835"/>
                    <a:pt x="496" y="830"/>
                  </a:cubicBezTo>
                  <a:cubicBezTo>
                    <a:pt x="497" y="808"/>
                    <a:pt x="497" y="805"/>
                    <a:pt x="498" y="802"/>
                  </a:cubicBezTo>
                  <a:cubicBezTo>
                    <a:pt x="501" y="781"/>
                    <a:pt x="502" y="777"/>
                    <a:pt x="502" y="774"/>
                  </a:cubicBezTo>
                  <a:cubicBezTo>
                    <a:pt x="509" y="743"/>
                    <a:pt x="503" y="739"/>
                    <a:pt x="507" y="736"/>
                  </a:cubicBezTo>
                  <a:cubicBezTo>
                    <a:pt x="513" y="714"/>
                    <a:pt x="508" y="710"/>
                    <a:pt x="514" y="708"/>
                  </a:cubicBezTo>
                  <a:cubicBezTo>
                    <a:pt x="516" y="672"/>
                    <a:pt x="518" y="666"/>
                    <a:pt x="514" y="659"/>
                  </a:cubicBezTo>
                  <a:cubicBezTo>
                    <a:pt x="522" y="620"/>
                    <a:pt x="511" y="615"/>
                    <a:pt x="515" y="613"/>
                  </a:cubicBezTo>
                  <a:cubicBezTo>
                    <a:pt x="513" y="576"/>
                    <a:pt x="517" y="570"/>
                    <a:pt x="514" y="562"/>
                  </a:cubicBezTo>
                  <a:cubicBezTo>
                    <a:pt x="512" y="540"/>
                    <a:pt x="511" y="537"/>
                    <a:pt x="513" y="534"/>
                  </a:cubicBezTo>
                  <a:cubicBezTo>
                    <a:pt x="508" y="542"/>
                    <a:pt x="509" y="547"/>
                    <a:pt x="510" y="552"/>
                  </a:cubicBezTo>
                  <a:cubicBezTo>
                    <a:pt x="511" y="613"/>
                    <a:pt x="510" y="618"/>
                    <a:pt x="509" y="622"/>
                  </a:cubicBezTo>
                  <a:cubicBezTo>
                    <a:pt x="509" y="654"/>
                    <a:pt x="508" y="658"/>
                    <a:pt x="509" y="663"/>
                  </a:cubicBezTo>
                  <a:cubicBezTo>
                    <a:pt x="499" y="722"/>
                    <a:pt x="502" y="727"/>
                    <a:pt x="499" y="732"/>
                  </a:cubicBezTo>
                  <a:cubicBezTo>
                    <a:pt x="490" y="794"/>
                    <a:pt x="488" y="801"/>
                    <a:pt x="486" y="808"/>
                  </a:cubicBezTo>
                  <a:cubicBezTo>
                    <a:pt x="484" y="836"/>
                    <a:pt x="481" y="842"/>
                    <a:pt x="480" y="849"/>
                  </a:cubicBezTo>
                  <a:cubicBezTo>
                    <a:pt x="477" y="885"/>
                    <a:pt x="474" y="888"/>
                    <a:pt x="476" y="892"/>
                  </a:cubicBezTo>
                  <a:cubicBezTo>
                    <a:pt x="475" y="941"/>
                    <a:pt x="477" y="949"/>
                    <a:pt x="474" y="956"/>
                  </a:cubicBezTo>
                  <a:cubicBezTo>
                    <a:pt x="478" y="1007"/>
                    <a:pt x="478" y="1015"/>
                    <a:pt x="481" y="1023"/>
                  </a:cubicBezTo>
                  <a:cubicBezTo>
                    <a:pt x="485" y="1060"/>
                    <a:pt x="486" y="1063"/>
                    <a:pt x="489" y="1068"/>
                  </a:cubicBezTo>
                  <a:cubicBezTo>
                    <a:pt x="477" y="1065"/>
                    <a:pt x="473" y="1058"/>
                    <a:pt x="472" y="1051"/>
                  </a:cubicBezTo>
                  <a:cubicBezTo>
                    <a:pt x="469" y="1021"/>
                    <a:pt x="469" y="1014"/>
                    <a:pt x="467" y="1006"/>
                  </a:cubicBezTo>
                  <a:cubicBezTo>
                    <a:pt x="464" y="956"/>
                    <a:pt x="462" y="949"/>
                    <a:pt x="460" y="941"/>
                  </a:cubicBezTo>
                  <a:cubicBezTo>
                    <a:pt x="460" y="879"/>
                    <a:pt x="462" y="877"/>
                    <a:pt x="461" y="874"/>
                  </a:cubicBezTo>
                  <a:cubicBezTo>
                    <a:pt x="468" y="826"/>
                    <a:pt x="463" y="820"/>
                    <a:pt x="467" y="815"/>
                  </a:cubicBezTo>
                  <a:cubicBezTo>
                    <a:pt x="474" y="789"/>
                    <a:pt x="470" y="786"/>
                    <a:pt x="474" y="784"/>
                  </a:cubicBezTo>
                  <a:cubicBezTo>
                    <a:pt x="479" y="746"/>
                    <a:pt x="482" y="724"/>
                    <a:pt x="486" y="703"/>
                  </a:cubicBezTo>
                  <a:cubicBezTo>
                    <a:pt x="490" y="666"/>
                    <a:pt x="494" y="661"/>
                    <a:pt x="493" y="656"/>
                  </a:cubicBezTo>
                  <a:cubicBezTo>
                    <a:pt x="494" y="600"/>
                    <a:pt x="491" y="594"/>
                    <a:pt x="490" y="588"/>
                  </a:cubicBezTo>
                  <a:cubicBezTo>
                    <a:pt x="482" y="572"/>
                    <a:pt x="482" y="575"/>
                    <a:pt x="485" y="578"/>
                  </a:cubicBezTo>
                  <a:cubicBezTo>
                    <a:pt x="489" y="615"/>
                    <a:pt x="484" y="625"/>
                    <a:pt x="488" y="638"/>
                  </a:cubicBezTo>
                  <a:cubicBezTo>
                    <a:pt x="482" y="691"/>
                    <a:pt x="474" y="695"/>
                    <a:pt x="477" y="701"/>
                  </a:cubicBezTo>
                  <a:cubicBezTo>
                    <a:pt x="478" y="728"/>
                    <a:pt x="467" y="729"/>
                    <a:pt x="473" y="734"/>
                  </a:cubicBezTo>
                  <a:cubicBezTo>
                    <a:pt x="466" y="787"/>
                    <a:pt x="456" y="807"/>
                    <a:pt x="456" y="829"/>
                  </a:cubicBezTo>
                  <a:cubicBezTo>
                    <a:pt x="452" y="864"/>
                    <a:pt x="453" y="867"/>
                    <a:pt x="452" y="869"/>
                  </a:cubicBezTo>
                  <a:cubicBezTo>
                    <a:pt x="452" y="898"/>
                    <a:pt x="451" y="901"/>
                    <a:pt x="450" y="903"/>
                  </a:cubicBezTo>
                  <a:cubicBezTo>
                    <a:pt x="454" y="926"/>
                    <a:pt x="448" y="928"/>
                    <a:pt x="454" y="932"/>
                  </a:cubicBezTo>
                  <a:cubicBezTo>
                    <a:pt x="453" y="980"/>
                    <a:pt x="457" y="993"/>
                    <a:pt x="458" y="1005"/>
                  </a:cubicBezTo>
                  <a:cubicBezTo>
                    <a:pt x="460" y="1036"/>
                    <a:pt x="452" y="1028"/>
                    <a:pt x="453" y="1021"/>
                  </a:cubicBezTo>
                  <a:cubicBezTo>
                    <a:pt x="440" y="968"/>
                    <a:pt x="437" y="966"/>
                    <a:pt x="439" y="964"/>
                  </a:cubicBezTo>
                  <a:cubicBezTo>
                    <a:pt x="438" y="947"/>
                    <a:pt x="437" y="944"/>
                    <a:pt x="437" y="942"/>
                  </a:cubicBezTo>
                  <a:cubicBezTo>
                    <a:pt x="434" y="894"/>
                    <a:pt x="436" y="890"/>
                    <a:pt x="437" y="885"/>
                  </a:cubicBezTo>
                  <a:cubicBezTo>
                    <a:pt x="442" y="839"/>
                    <a:pt x="439" y="834"/>
                    <a:pt x="440" y="830"/>
                  </a:cubicBezTo>
                  <a:cubicBezTo>
                    <a:pt x="450" y="793"/>
                    <a:pt x="446" y="783"/>
                    <a:pt x="451" y="774"/>
                  </a:cubicBezTo>
                  <a:cubicBezTo>
                    <a:pt x="454" y="744"/>
                    <a:pt x="457" y="742"/>
                    <a:pt x="457" y="740"/>
                  </a:cubicBezTo>
                  <a:cubicBezTo>
                    <a:pt x="463" y="717"/>
                    <a:pt x="463" y="715"/>
                    <a:pt x="464" y="713"/>
                  </a:cubicBezTo>
                  <a:cubicBezTo>
                    <a:pt x="468" y="697"/>
                    <a:pt x="463" y="694"/>
                    <a:pt x="468" y="692"/>
                  </a:cubicBezTo>
                  <a:cubicBezTo>
                    <a:pt x="474" y="647"/>
                    <a:pt x="473" y="645"/>
                    <a:pt x="473" y="643"/>
                  </a:cubicBezTo>
                  <a:cubicBezTo>
                    <a:pt x="475" y="617"/>
                    <a:pt x="478" y="612"/>
                    <a:pt x="474" y="607"/>
                  </a:cubicBezTo>
                  <a:cubicBezTo>
                    <a:pt x="467" y="544"/>
                    <a:pt x="471" y="539"/>
                    <a:pt x="465" y="538"/>
                  </a:cubicBezTo>
                  <a:cubicBezTo>
                    <a:pt x="461" y="511"/>
                    <a:pt x="460" y="507"/>
                    <a:pt x="462" y="503"/>
                  </a:cubicBezTo>
                  <a:cubicBezTo>
                    <a:pt x="457" y="538"/>
                    <a:pt x="470" y="546"/>
                    <a:pt x="465" y="552"/>
                  </a:cubicBezTo>
                  <a:cubicBezTo>
                    <a:pt x="470" y="582"/>
                    <a:pt x="469" y="588"/>
                    <a:pt x="468" y="595"/>
                  </a:cubicBezTo>
                  <a:cubicBezTo>
                    <a:pt x="465" y="622"/>
                    <a:pt x="467" y="628"/>
                    <a:pt x="467" y="634"/>
                  </a:cubicBezTo>
                  <a:cubicBezTo>
                    <a:pt x="460" y="664"/>
                    <a:pt x="461" y="676"/>
                    <a:pt x="459" y="687"/>
                  </a:cubicBezTo>
                  <a:cubicBezTo>
                    <a:pt x="444" y="731"/>
                    <a:pt x="452" y="736"/>
                    <a:pt x="447" y="739"/>
                  </a:cubicBezTo>
                  <a:cubicBezTo>
                    <a:pt x="444" y="764"/>
                    <a:pt x="442" y="767"/>
                    <a:pt x="441" y="770"/>
                  </a:cubicBezTo>
                  <a:cubicBezTo>
                    <a:pt x="433" y="806"/>
                    <a:pt x="437" y="810"/>
                    <a:pt x="433" y="813"/>
                  </a:cubicBezTo>
                  <a:cubicBezTo>
                    <a:pt x="430" y="841"/>
                    <a:pt x="429" y="849"/>
                    <a:pt x="426" y="855"/>
                  </a:cubicBezTo>
                  <a:cubicBezTo>
                    <a:pt x="427" y="895"/>
                    <a:pt x="426" y="897"/>
                    <a:pt x="425" y="899"/>
                  </a:cubicBezTo>
                  <a:cubicBezTo>
                    <a:pt x="422" y="888"/>
                    <a:pt x="419" y="883"/>
                    <a:pt x="419" y="879"/>
                  </a:cubicBezTo>
                  <a:cubicBezTo>
                    <a:pt x="422" y="840"/>
                    <a:pt x="418" y="835"/>
                    <a:pt x="419" y="831"/>
                  </a:cubicBezTo>
                  <a:cubicBezTo>
                    <a:pt x="420" y="773"/>
                    <a:pt x="425" y="741"/>
                    <a:pt x="432" y="709"/>
                  </a:cubicBezTo>
                  <a:cubicBezTo>
                    <a:pt x="433" y="669"/>
                    <a:pt x="436" y="665"/>
                    <a:pt x="432" y="661"/>
                  </a:cubicBezTo>
                  <a:cubicBezTo>
                    <a:pt x="438" y="624"/>
                    <a:pt x="435" y="620"/>
                    <a:pt x="438" y="617"/>
                  </a:cubicBezTo>
                  <a:cubicBezTo>
                    <a:pt x="438" y="601"/>
                    <a:pt x="437" y="597"/>
                    <a:pt x="437" y="593"/>
                  </a:cubicBezTo>
                  <a:cubicBezTo>
                    <a:pt x="433" y="602"/>
                    <a:pt x="434" y="608"/>
                    <a:pt x="433" y="613"/>
                  </a:cubicBezTo>
                  <a:cubicBezTo>
                    <a:pt x="423" y="677"/>
                    <a:pt x="424" y="683"/>
                    <a:pt x="425" y="688"/>
                  </a:cubicBezTo>
                  <a:cubicBezTo>
                    <a:pt x="418" y="711"/>
                    <a:pt x="423" y="715"/>
                    <a:pt x="418" y="717"/>
                  </a:cubicBezTo>
                  <a:cubicBezTo>
                    <a:pt x="411" y="765"/>
                    <a:pt x="414" y="768"/>
                    <a:pt x="414" y="771"/>
                  </a:cubicBezTo>
                  <a:cubicBezTo>
                    <a:pt x="415" y="805"/>
                    <a:pt x="408" y="814"/>
                    <a:pt x="413" y="825"/>
                  </a:cubicBezTo>
                  <a:cubicBezTo>
                    <a:pt x="409" y="843"/>
                    <a:pt x="411" y="847"/>
                    <a:pt x="408" y="852"/>
                  </a:cubicBezTo>
                  <a:cubicBezTo>
                    <a:pt x="413" y="907"/>
                    <a:pt x="416" y="911"/>
                    <a:pt x="415" y="915"/>
                  </a:cubicBezTo>
                  <a:cubicBezTo>
                    <a:pt x="424" y="956"/>
                    <a:pt x="423" y="963"/>
                    <a:pt x="426" y="971"/>
                  </a:cubicBezTo>
                  <a:cubicBezTo>
                    <a:pt x="422" y="973"/>
                    <a:pt x="413" y="966"/>
                    <a:pt x="416" y="962"/>
                  </a:cubicBezTo>
                  <a:cubicBezTo>
                    <a:pt x="398" y="901"/>
                    <a:pt x="390" y="896"/>
                    <a:pt x="397" y="893"/>
                  </a:cubicBezTo>
                  <a:cubicBezTo>
                    <a:pt x="393" y="859"/>
                    <a:pt x="388" y="854"/>
                    <a:pt x="387" y="849"/>
                  </a:cubicBezTo>
                  <a:cubicBezTo>
                    <a:pt x="388" y="825"/>
                    <a:pt x="387" y="822"/>
                    <a:pt x="387" y="819"/>
                  </a:cubicBezTo>
                  <a:cubicBezTo>
                    <a:pt x="387" y="781"/>
                    <a:pt x="387" y="778"/>
                    <a:pt x="385" y="775"/>
                  </a:cubicBezTo>
                  <a:cubicBezTo>
                    <a:pt x="385" y="740"/>
                    <a:pt x="388" y="735"/>
                    <a:pt x="388" y="730"/>
                  </a:cubicBezTo>
                  <a:cubicBezTo>
                    <a:pt x="396" y="683"/>
                    <a:pt x="389" y="676"/>
                    <a:pt x="394" y="672"/>
                  </a:cubicBezTo>
                  <a:cubicBezTo>
                    <a:pt x="397" y="622"/>
                    <a:pt x="400" y="617"/>
                    <a:pt x="397" y="611"/>
                  </a:cubicBezTo>
                  <a:cubicBezTo>
                    <a:pt x="404" y="586"/>
                    <a:pt x="406" y="584"/>
                    <a:pt x="405" y="581"/>
                  </a:cubicBezTo>
                  <a:cubicBezTo>
                    <a:pt x="415" y="540"/>
                    <a:pt x="413" y="537"/>
                    <a:pt x="414" y="535"/>
                  </a:cubicBezTo>
                  <a:cubicBezTo>
                    <a:pt x="414" y="477"/>
                    <a:pt x="420" y="468"/>
                    <a:pt x="416" y="458"/>
                  </a:cubicBezTo>
                  <a:cubicBezTo>
                    <a:pt x="412" y="435"/>
                    <a:pt x="414" y="431"/>
                    <a:pt x="411" y="432"/>
                  </a:cubicBezTo>
                  <a:cubicBezTo>
                    <a:pt x="412" y="490"/>
                    <a:pt x="409" y="495"/>
                    <a:pt x="411" y="500"/>
                  </a:cubicBezTo>
                  <a:cubicBezTo>
                    <a:pt x="408" y="524"/>
                    <a:pt x="408" y="526"/>
                    <a:pt x="408" y="529"/>
                  </a:cubicBezTo>
                  <a:cubicBezTo>
                    <a:pt x="405" y="563"/>
                    <a:pt x="397" y="567"/>
                    <a:pt x="402" y="573"/>
                  </a:cubicBezTo>
                  <a:cubicBezTo>
                    <a:pt x="394" y="607"/>
                    <a:pt x="390" y="612"/>
                    <a:pt x="391" y="618"/>
                  </a:cubicBezTo>
                  <a:cubicBezTo>
                    <a:pt x="389" y="640"/>
                    <a:pt x="389" y="643"/>
                    <a:pt x="389" y="646"/>
                  </a:cubicBezTo>
                  <a:cubicBezTo>
                    <a:pt x="386" y="667"/>
                    <a:pt x="380" y="670"/>
                    <a:pt x="385" y="673"/>
                  </a:cubicBezTo>
                  <a:cubicBezTo>
                    <a:pt x="376" y="720"/>
                    <a:pt x="380" y="734"/>
                    <a:pt x="377" y="746"/>
                  </a:cubicBezTo>
                  <a:cubicBezTo>
                    <a:pt x="382" y="786"/>
                    <a:pt x="376" y="788"/>
                    <a:pt x="378" y="791"/>
                  </a:cubicBezTo>
                  <a:cubicBezTo>
                    <a:pt x="372" y="812"/>
                    <a:pt x="384" y="817"/>
                    <a:pt x="379" y="819"/>
                  </a:cubicBezTo>
                  <a:cubicBezTo>
                    <a:pt x="384" y="878"/>
                    <a:pt x="385" y="881"/>
                    <a:pt x="382" y="884"/>
                  </a:cubicBezTo>
                  <a:cubicBezTo>
                    <a:pt x="375" y="870"/>
                    <a:pt x="378" y="866"/>
                    <a:pt x="377" y="861"/>
                  </a:cubicBezTo>
                  <a:cubicBezTo>
                    <a:pt x="373" y="822"/>
                    <a:pt x="370" y="812"/>
                    <a:pt x="373" y="803"/>
                  </a:cubicBezTo>
                  <a:cubicBezTo>
                    <a:pt x="369" y="752"/>
                    <a:pt x="366" y="739"/>
                    <a:pt x="370" y="727"/>
                  </a:cubicBezTo>
                  <a:cubicBezTo>
                    <a:pt x="374" y="678"/>
                    <a:pt x="368" y="674"/>
                    <a:pt x="373" y="671"/>
                  </a:cubicBezTo>
                  <a:cubicBezTo>
                    <a:pt x="375" y="650"/>
                    <a:pt x="376" y="644"/>
                    <a:pt x="375" y="637"/>
                  </a:cubicBezTo>
                  <a:cubicBezTo>
                    <a:pt x="385" y="618"/>
                    <a:pt x="376" y="613"/>
                    <a:pt x="383" y="611"/>
                  </a:cubicBezTo>
                  <a:cubicBezTo>
                    <a:pt x="392" y="583"/>
                    <a:pt x="382" y="577"/>
                    <a:pt x="389" y="574"/>
                  </a:cubicBezTo>
                  <a:cubicBezTo>
                    <a:pt x="394" y="539"/>
                    <a:pt x="393" y="537"/>
                    <a:pt x="394" y="536"/>
                  </a:cubicBezTo>
                  <a:cubicBezTo>
                    <a:pt x="399" y="513"/>
                    <a:pt x="397" y="506"/>
                    <a:pt x="397" y="499"/>
                  </a:cubicBezTo>
                  <a:cubicBezTo>
                    <a:pt x="395" y="482"/>
                    <a:pt x="393" y="485"/>
                    <a:pt x="394" y="487"/>
                  </a:cubicBezTo>
                  <a:cubicBezTo>
                    <a:pt x="386" y="537"/>
                    <a:pt x="387" y="542"/>
                    <a:pt x="386" y="547"/>
                  </a:cubicBezTo>
                  <a:cubicBezTo>
                    <a:pt x="384" y="570"/>
                    <a:pt x="381" y="575"/>
                    <a:pt x="380" y="580"/>
                  </a:cubicBezTo>
                  <a:cubicBezTo>
                    <a:pt x="374" y="608"/>
                    <a:pt x="372" y="618"/>
                    <a:pt x="369" y="629"/>
                  </a:cubicBezTo>
                  <a:cubicBezTo>
                    <a:pt x="362" y="701"/>
                    <a:pt x="362" y="711"/>
                    <a:pt x="360" y="721"/>
                  </a:cubicBezTo>
                  <a:cubicBezTo>
                    <a:pt x="357" y="790"/>
                    <a:pt x="360" y="800"/>
                    <a:pt x="362" y="810"/>
                  </a:cubicBezTo>
                  <a:cubicBezTo>
                    <a:pt x="364" y="835"/>
                    <a:pt x="365" y="838"/>
                    <a:pt x="365" y="840"/>
                  </a:cubicBezTo>
                  <a:cubicBezTo>
                    <a:pt x="372" y="877"/>
                    <a:pt x="366" y="881"/>
                    <a:pt x="371" y="887"/>
                  </a:cubicBezTo>
                  <a:cubicBezTo>
                    <a:pt x="360" y="876"/>
                    <a:pt x="349" y="866"/>
                    <a:pt x="352" y="857"/>
                  </a:cubicBezTo>
                  <a:cubicBezTo>
                    <a:pt x="349" y="832"/>
                    <a:pt x="341" y="829"/>
                    <a:pt x="344" y="823"/>
                  </a:cubicBezTo>
                  <a:cubicBezTo>
                    <a:pt x="342" y="804"/>
                    <a:pt x="343" y="799"/>
                    <a:pt x="340" y="794"/>
                  </a:cubicBezTo>
                  <a:cubicBezTo>
                    <a:pt x="344" y="767"/>
                    <a:pt x="335" y="758"/>
                    <a:pt x="342" y="752"/>
                  </a:cubicBezTo>
                  <a:cubicBezTo>
                    <a:pt x="344" y="689"/>
                    <a:pt x="344" y="687"/>
                    <a:pt x="342" y="685"/>
                  </a:cubicBezTo>
                  <a:cubicBezTo>
                    <a:pt x="346" y="665"/>
                    <a:pt x="346" y="662"/>
                    <a:pt x="348" y="659"/>
                  </a:cubicBezTo>
                  <a:cubicBezTo>
                    <a:pt x="351" y="634"/>
                    <a:pt x="353" y="631"/>
                    <a:pt x="358" y="628"/>
                  </a:cubicBezTo>
                  <a:cubicBezTo>
                    <a:pt x="364" y="573"/>
                    <a:pt x="367" y="568"/>
                    <a:pt x="364" y="562"/>
                  </a:cubicBezTo>
                  <a:cubicBezTo>
                    <a:pt x="375" y="527"/>
                    <a:pt x="370" y="521"/>
                    <a:pt x="375" y="517"/>
                  </a:cubicBezTo>
                  <a:cubicBezTo>
                    <a:pt x="381" y="476"/>
                    <a:pt x="381" y="466"/>
                    <a:pt x="382" y="456"/>
                  </a:cubicBezTo>
                  <a:cubicBezTo>
                    <a:pt x="383" y="391"/>
                    <a:pt x="380" y="388"/>
                    <a:pt x="380" y="385"/>
                  </a:cubicBezTo>
                  <a:cubicBezTo>
                    <a:pt x="380" y="365"/>
                    <a:pt x="378" y="363"/>
                    <a:pt x="375" y="362"/>
                  </a:cubicBezTo>
                  <a:cubicBezTo>
                    <a:pt x="377" y="320"/>
                    <a:pt x="375" y="314"/>
                    <a:pt x="376" y="308"/>
                  </a:cubicBezTo>
                  <a:cubicBezTo>
                    <a:pt x="366" y="262"/>
                    <a:pt x="371" y="257"/>
                    <a:pt x="364" y="249"/>
                  </a:cubicBezTo>
                  <a:cubicBezTo>
                    <a:pt x="357" y="219"/>
                    <a:pt x="350" y="209"/>
                    <a:pt x="348" y="212"/>
                  </a:cubicBezTo>
                  <a:cubicBezTo>
                    <a:pt x="361" y="263"/>
                    <a:pt x="365" y="271"/>
                    <a:pt x="365" y="278"/>
                  </a:cubicBezTo>
                  <a:cubicBezTo>
                    <a:pt x="373" y="347"/>
                    <a:pt x="367" y="353"/>
                    <a:pt x="370" y="360"/>
                  </a:cubicBezTo>
                  <a:cubicBezTo>
                    <a:pt x="368" y="383"/>
                    <a:pt x="362" y="385"/>
                    <a:pt x="367" y="389"/>
                  </a:cubicBezTo>
                  <a:cubicBezTo>
                    <a:pt x="359" y="426"/>
                    <a:pt x="354" y="432"/>
                    <a:pt x="354" y="438"/>
                  </a:cubicBezTo>
                  <a:cubicBezTo>
                    <a:pt x="346" y="471"/>
                    <a:pt x="341" y="484"/>
                    <a:pt x="339" y="497"/>
                  </a:cubicBezTo>
                  <a:cubicBezTo>
                    <a:pt x="329" y="543"/>
                    <a:pt x="322" y="548"/>
                    <a:pt x="325" y="556"/>
                  </a:cubicBezTo>
                  <a:cubicBezTo>
                    <a:pt x="320" y="592"/>
                    <a:pt x="315" y="606"/>
                    <a:pt x="315" y="621"/>
                  </a:cubicBezTo>
                  <a:cubicBezTo>
                    <a:pt x="312" y="648"/>
                    <a:pt x="309" y="651"/>
                    <a:pt x="313" y="655"/>
                  </a:cubicBezTo>
                  <a:cubicBezTo>
                    <a:pt x="309" y="675"/>
                    <a:pt x="311" y="683"/>
                    <a:pt x="309" y="690"/>
                  </a:cubicBezTo>
                  <a:cubicBezTo>
                    <a:pt x="304" y="717"/>
                    <a:pt x="313" y="722"/>
                    <a:pt x="306" y="724"/>
                  </a:cubicBezTo>
                  <a:cubicBezTo>
                    <a:pt x="307" y="752"/>
                    <a:pt x="314" y="757"/>
                    <a:pt x="308" y="761"/>
                  </a:cubicBezTo>
                  <a:cubicBezTo>
                    <a:pt x="301" y="681"/>
                    <a:pt x="302" y="674"/>
                    <a:pt x="300" y="667"/>
                  </a:cubicBezTo>
                  <a:cubicBezTo>
                    <a:pt x="303" y="622"/>
                    <a:pt x="302" y="618"/>
                    <a:pt x="306" y="615"/>
                  </a:cubicBezTo>
                  <a:cubicBezTo>
                    <a:pt x="315" y="560"/>
                    <a:pt x="315" y="557"/>
                    <a:pt x="316" y="554"/>
                  </a:cubicBezTo>
                  <a:cubicBezTo>
                    <a:pt x="318" y="529"/>
                    <a:pt x="325" y="526"/>
                    <a:pt x="320" y="522"/>
                  </a:cubicBezTo>
                  <a:cubicBezTo>
                    <a:pt x="330" y="478"/>
                    <a:pt x="331" y="475"/>
                    <a:pt x="333" y="472"/>
                  </a:cubicBezTo>
                  <a:cubicBezTo>
                    <a:pt x="334" y="447"/>
                    <a:pt x="338" y="444"/>
                    <a:pt x="339" y="441"/>
                  </a:cubicBezTo>
                  <a:cubicBezTo>
                    <a:pt x="341" y="417"/>
                    <a:pt x="344" y="414"/>
                    <a:pt x="342" y="410"/>
                  </a:cubicBezTo>
                  <a:cubicBezTo>
                    <a:pt x="343" y="371"/>
                    <a:pt x="341" y="364"/>
                    <a:pt x="344" y="357"/>
                  </a:cubicBezTo>
                  <a:cubicBezTo>
                    <a:pt x="331" y="289"/>
                    <a:pt x="326" y="279"/>
                    <a:pt x="324" y="269"/>
                  </a:cubicBezTo>
                  <a:cubicBezTo>
                    <a:pt x="317" y="254"/>
                    <a:pt x="314" y="265"/>
                    <a:pt x="322" y="277"/>
                  </a:cubicBezTo>
                  <a:cubicBezTo>
                    <a:pt x="324" y="297"/>
                    <a:pt x="329" y="300"/>
                    <a:pt x="327" y="303"/>
                  </a:cubicBezTo>
                  <a:cubicBezTo>
                    <a:pt x="335" y="347"/>
                    <a:pt x="336" y="355"/>
                    <a:pt x="335" y="363"/>
                  </a:cubicBezTo>
                  <a:cubicBezTo>
                    <a:pt x="329" y="420"/>
                    <a:pt x="334" y="428"/>
                    <a:pt x="330" y="434"/>
                  </a:cubicBezTo>
                  <a:cubicBezTo>
                    <a:pt x="324" y="463"/>
                    <a:pt x="322" y="470"/>
                    <a:pt x="322" y="477"/>
                  </a:cubicBezTo>
                  <a:cubicBezTo>
                    <a:pt x="311" y="526"/>
                    <a:pt x="312" y="534"/>
                    <a:pt x="309" y="540"/>
                  </a:cubicBezTo>
                  <a:cubicBezTo>
                    <a:pt x="295" y="624"/>
                    <a:pt x="294" y="627"/>
                    <a:pt x="292" y="630"/>
                  </a:cubicBezTo>
                  <a:cubicBezTo>
                    <a:pt x="291" y="652"/>
                    <a:pt x="292" y="656"/>
                    <a:pt x="292" y="659"/>
                  </a:cubicBezTo>
                  <a:cubicBezTo>
                    <a:pt x="292" y="705"/>
                    <a:pt x="293" y="711"/>
                    <a:pt x="293" y="717"/>
                  </a:cubicBezTo>
                  <a:cubicBezTo>
                    <a:pt x="293" y="733"/>
                    <a:pt x="294" y="736"/>
                    <a:pt x="292" y="734"/>
                  </a:cubicBezTo>
                  <a:cubicBezTo>
                    <a:pt x="289" y="694"/>
                    <a:pt x="277" y="695"/>
                    <a:pt x="284" y="689"/>
                  </a:cubicBezTo>
                  <a:cubicBezTo>
                    <a:pt x="283" y="634"/>
                    <a:pt x="284" y="631"/>
                    <a:pt x="283" y="628"/>
                  </a:cubicBezTo>
                  <a:cubicBezTo>
                    <a:pt x="285" y="596"/>
                    <a:pt x="290" y="592"/>
                    <a:pt x="288" y="587"/>
                  </a:cubicBezTo>
                  <a:cubicBezTo>
                    <a:pt x="296" y="555"/>
                    <a:pt x="294" y="550"/>
                    <a:pt x="297" y="546"/>
                  </a:cubicBezTo>
                  <a:cubicBezTo>
                    <a:pt x="302" y="524"/>
                    <a:pt x="300" y="521"/>
                    <a:pt x="301" y="519"/>
                  </a:cubicBezTo>
                  <a:cubicBezTo>
                    <a:pt x="305" y="475"/>
                    <a:pt x="304" y="473"/>
                    <a:pt x="308" y="471"/>
                  </a:cubicBezTo>
                  <a:cubicBezTo>
                    <a:pt x="306" y="439"/>
                    <a:pt x="313" y="430"/>
                    <a:pt x="309" y="420"/>
                  </a:cubicBezTo>
                  <a:cubicBezTo>
                    <a:pt x="312" y="383"/>
                    <a:pt x="309" y="373"/>
                    <a:pt x="312" y="364"/>
                  </a:cubicBezTo>
                  <a:cubicBezTo>
                    <a:pt x="304" y="330"/>
                    <a:pt x="309" y="326"/>
                    <a:pt x="305" y="321"/>
                  </a:cubicBezTo>
                  <a:cubicBezTo>
                    <a:pt x="294" y="266"/>
                    <a:pt x="291" y="256"/>
                    <a:pt x="286" y="246"/>
                  </a:cubicBezTo>
                  <a:cubicBezTo>
                    <a:pt x="272" y="214"/>
                    <a:pt x="274" y="209"/>
                    <a:pt x="270" y="204"/>
                  </a:cubicBezTo>
                  <a:cubicBezTo>
                    <a:pt x="263" y="201"/>
                    <a:pt x="269" y="213"/>
                    <a:pt x="274" y="225"/>
                  </a:cubicBezTo>
                  <a:cubicBezTo>
                    <a:pt x="284" y="267"/>
                    <a:pt x="290" y="274"/>
                    <a:pt x="291" y="279"/>
                  </a:cubicBezTo>
                  <a:cubicBezTo>
                    <a:pt x="298" y="309"/>
                    <a:pt x="296" y="320"/>
                    <a:pt x="303" y="333"/>
                  </a:cubicBezTo>
                  <a:cubicBezTo>
                    <a:pt x="301" y="383"/>
                    <a:pt x="302" y="396"/>
                    <a:pt x="301" y="409"/>
                  </a:cubicBezTo>
                  <a:cubicBezTo>
                    <a:pt x="298" y="441"/>
                    <a:pt x="299" y="444"/>
                    <a:pt x="299" y="448"/>
                  </a:cubicBezTo>
                  <a:cubicBezTo>
                    <a:pt x="292" y="469"/>
                    <a:pt x="302" y="474"/>
                    <a:pt x="295" y="475"/>
                  </a:cubicBezTo>
                  <a:cubicBezTo>
                    <a:pt x="282" y="575"/>
                    <a:pt x="277" y="588"/>
                    <a:pt x="277" y="601"/>
                  </a:cubicBezTo>
                  <a:cubicBezTo>
                    <a:pt x="270" y="621"/>
                    <a:pt x="277" y="626"/>
                    <a:pt x="272" y="628"/>
                  </a:cubicBezTo>
                  <a:cubicBezTo>
                    <a:pt x="265" y="615"/>
                    <a:pt x="270" y="596"/>
                    <a:pt x="270" y="576"/>
                  </a:cubicBezTo>
                  <a:cubicBezTo>
                    <a:pt x="279" y="502"/>
                    <a:pt x="277" y="498"/>
                    <a:pt x="277" y="496"/>
                  </a:cubicBezTo>
                  <a:cubicBezTo>
                    <a:pt x="279" y="469"/>
                    <a:pt x="282" y="464"/>
                    <a:pt x="280" y="459"/>
                  </a:cubicBezTo>
                  <a:cubicBezTo>
                    <a:pt x="285" y="425"/>
                    <a:pt x="282" y="419"/>
                    <a:pt x="283" y="414"/>
                  </a:cubicBezTo>
                  <a:cubicBezTo>
                    <a:pt x="284" y="394"/>
                    <a:pt x="281" y="389"/>
                    <a:pt x="283" y="384"/>
                  </a:cubicBezTo>
                  <a:cubicBezTo>
                    <a:pt x="276" y="328"/>
                    <a:pt x="271" y="317"/>
                    <a:pt x="271" y="307"/>
                  </a:cubicBezTo>
                  <a:cubicBezTo>
                    <a:pt x="257" y="256"/>
                    <a:pt x="255" y="250"/>
                    <a:pt x="254" y="245"/>
                  </a:cubicBezTo>
                  <a:cubicBezTo>
                    <a:pt x="220" y="175"/>
                    <a:pt x="210" y="168"/>
                    <a:pt x="208" y="162"/>
                  </a:cubicBezTo>
                  <a:cubicBezTo>
                    <a:pt x="233" y="223"/>
                    <a:pt x="239" y="222"/>
                    <a:pt x="237" y="225"/>
                  </a:cubicBezTo>
                  <a:cubicBezTo>
                    <a:pt x="254" y="264"/>
                    <a:pt x="253" y="276"/>
                    <a:pt x="260" y="288"/>
                  </a:cubicBezTo>
                  <a:cubicBezTo>
                    <a:pt x="264" y="326"/>
                    <a:pt x="267" y="331"/>
                    <a:pt x="267" y="335"/>
                  </a:cubicBezTo>
                  <a:cubicBezTo>
                    <a:pt x="272" y="407"/>
                    <a:pt x="275" y="411"/>
                    <a:pt x="272" y="414"/>
                  </a:cubicBezTo>
                  <a:cubicBezTo>
                    <a:pt x="276" y="454"/>
                    <a:pt x="267" y="456"/>
                    <a:pt x="271" y="460"/>
                  </a:cubicBezTo>
                  <a:cubicBezTo>
                    <a:pt x="270" y="503"/>
                    <a:pt x="264" y="509"/>
                    <a:pt x="266" y="517"/>
                  </a:cubicBezTo>
                  <a:cubicBezTo>
                    <a:pt x="257" y="543"/>
                    <a:pt x="265" y="548"/>
                    <a:pt x="260" y="551"/>
                  </a:cubicBezTo>
                  <a:cubicBezTo>
                    <a:pt x="259" y="593"/>
                    <a:pt x="259" y="601"/>
                    <a:pt x="258" y="608"/>
                  </a:cubicBezTo>
                  <a:cubicBezTo>
                    <a:pt x="259" y="636"/>
                    <a:pt x="262" y="640"/>
                    <a:pt x="259" y="643"/>
                  </a:cubicBezTo>
                  <a:cubicBezTo>
                    <a:pt x="249" y="634"/>
                    <a:pt x="251" y="618"/>
                    <a:pt x="247" y="600"/>
                  </a:cubicBezTo>
                  <a:cubicBezTo>
                    <a:pt x="240" y="541"/>
                    <a:pt x="241" y="533"/>
                    <a:pt x="241" y="524"/>
                  </a:cubicBezTo>
                  <a:cubicBezTo>
                    <a:pt x="248" y="492"/>
                    <a:pt x="240" y="482"/>
                    <a:pt x="246" y="475"/>
                  </a:cubicBezTo>
                  <a:cubicBezTo>
                    <a:pt x="244" y="453"/>
                    <a:pt x="250" y="452"/>
                    <a:pt x="246" y="448"/>
                  </a:cubicBezTo>
                  <a:cubicBezTo>
                    <a:pt x="247" y="407"/>
                    <a:pt x="254" y="404"/>
                    <a:pt x="251" y="399"/>
                  </a:cubicBezTo>
                  <a:cubicBezTo>
                    <a:pt x="254" y="383"/>
                    <a:pt x="250" y="378"/>
                    <a:pt x="252" y="374"/>
                  </a:cubicBezTo>
                  <a:cubicBezTo>
                    <a:pt x="251" y="314"/>
                    <a:pt x="248" y="306"/>
                    <a:pt x="251" y="298"/>
                  </a:cubicBezTo>
                  <a:cubicBezTo>
                    <a:pt x="240" y="257"/>
                    <a:pt x="233" y="260"/>
                    <a:pt x="238" y="264"/>
                  </a:cubicBezTo>
                  <a:cubicBezTo>
                    <a:pt x="247" y="313"/>
                    <a:pt x="244" y="319"/>
                    <a:pt x="248" y="327"/>
                  </a:cubicBezTo>
                  <a:cubicBezTo>
                    <a:pt x="248" y="356"/>
                    <a:pt x="242" y="359"/>
                    <a:pt x="245" y="364"/>
                  </a:cubicBezTo>
                  <a:cubicBezTo>
                    <a:pt x="241" y="405"/>
                    <a:pt x="239" y="409"/>
                    <a:pt x="242" y="414"/>
                  </a:cubicBezTo>
                  <a:cubicBezTo>
                    <a:pt x="239" y="435"/>
                    <a:pt x="240" y="438"/>
                    <a:pt x="240" y="440"/>
                  </a:cubicBezTo>
                  <a:cubicBezTo>
                    <a:pt x="236" y="486"/>
                    <a:pt x="234" y="494"/>
                    <a:pt x="234" y="503"/>
                  </a:cubicBezTo>
                  <a:cubicBezTo>
                    <a:pt x="231" y="524"/>
                    <a:pt x="232" y="526"/>
                    <a:pt x="231" y="529"/>
                  </a:cubicBezTo>
                  <a:cubicBezTo>
                    <a:pt x="230" y="471"/>
                    <a:pt x="222" y="464"/>
                    <a:pt x="227" y="459"/>
                  </a:cubicBezTo>
                  <a:cubicBezTo>
                    <a:pt x="228" y="431"/>
                    <a:pt x="222" y="427"/>
                    <a:pt x="226" y="425"/>
                  </a:cubicBezTo>
                  <a:cubicBezTo>
                    <a:pt x="227" y="372"/>
                    <a:pt x="228" y="367"/>
                    <a:pt x="225" y="362"/>
                  </a:cubicBezTo>
                  <a:cubicBezTo>
                    <a:pt x="226" y="313"/>
                    <a:pt x="223" y="308"/>
                    <a:pt x="225" y="303"/>
                  </a:cubicBezTo>
                  <a:cubicBezTo>
                    <a:pt x="215" y="226"/>
                    <a:pt x="202" y="221"/>
                    <a:pt x="208" y="219"/>
                  </a:cubicBezTo>
                  <a:cubicBezTo>
                    <a:pt x="202" y="192"/>
                    <a:pt x="193" y="187"/>
                    <a:pt x="197" y="184"/>
                  </a:cubicBezTo>
                  <a:cubicBezTo>
                    <a:pt x="159" y="111"/>
                    <a:pt x="161" y="108"/>
                    <a:pt x="158" y="104"/>
                  </a:cubicBezTo>
                  <a:cubicBezTo>
                    <a:pt x="162" y="120"/>
                    <a:pt x="165" y="126"/>
                    <a:pt x="165" y="132"/>
                  </a:cubicBezTo>
                  <a:cubicBezTo>
                    <a:pt x="195" y="203"/>
                    <a:pt x="200" y="209"/>
                    <a:pt x="199" y="214"/>
                  </a:cubicBezTo>
                  <a:cubicBezTo>
                    <a:pt x="212" y="270"/>
                    <a:pt x="215" y="275"/>
                    <a:pt x="215" y="281"/>
                  </a:cubicBezTo>
                  <a:cubicBezTo>
                    <a:pt x="212" y="317"/>
                    <a:pt x="220" y="324"/>
                    <a:pt x="217" y="330"/>
                  </a:cubicBezTo>
                  <a:cubicBezTo>
                    <a:pt x="219" y="372"/>
                    <a:pt x="217" y="383"/>
                    <a:pt x="215" y="393"/>
                  </a:cubicBezTo>
                  <a:cubicBezTo>
                    <a:pt x="221" y="422"/>
                    <a:pt x="210" y="424"/>
                    <a:pt x="216" y="429"/>
                  </a:cubicBezTo>
                  <a:cubicBezTo>
                    <a:pt x="216" y="474"/>
                    <a:pt x="220" y="483"/>
                    <a:pt x="217" y="491"/>
                  </a:cubicBezTo>
                  <a:cubicBezTo>
                    <a:pt x="226" y="548"/>
                    <a:pt x="218" y="555"/>
                    <a:pt x="224" y="564"/>
                  </a:cubicBezTo>
                  <a:cubicBezTo>
                    <a:pt x="214" y="556"/>
                    <a:pt x="221" y="553"/>
                    <a:pt x="218" y="549"/>
                  </a:cubicBezTo>
                  <a:cubicBezTo>
                    <a:pt x="213" y="498"/>
                    <a:pt x="206" y="488"/>
                    <a:pt x="209" y="480"/>
                  </a:cubicBezTo>
                  <a:cubicBezTo>
                    <a:pt x="200" y="416"/>
                    <a:pt x="200" y="407"/>
                    <a:pt x="200" y="399"/>
                  </a:cubicBezTo>
                  <a:cubicBezTo>
                    <a:pt x="200" y="341"/>
                    <a:pt x="197" y="337"/>
                    <a:pt x="198" y="333"/>
                  </a:cubicBezTo>
                  <a:cubicBezTo>
                    <a:pt x="199" y="312"/>
                    <a:pt x="203" y="310"/>
                    <a:pt x="198" y="306"/>
                  </a:cubicBezTo>
                  <a:cubicBezTo>
                    <a:pt x="198" y="275"/>
                    <a:pt x="194" y="269"/>
                    <a:pt x="195" y="265"/>
                  </a:cubicBezTo>
                  <a:cubicBezTo>
                    <a:pt x="175" y="191"/>
                    <a:pt x="172" y="186"/>
                    <a:pt x="170" y="181"/>
                  </a:cubicBezTo>
                  <a:cubicBezTo>
                    <a:pt x="122" y="111"/>
                    <a:pt x="132" y="117"/>
                    <a:pt x="134" y="122"/>
                  </a:cubicBezTo>
                  <a:cubicBezTo>
                    <a:pt x="153" y="151"/>
                    <a:pt x="153" y="155"/>
                    <a:pt x="155" y="160"/>
                  </a:cubicBezTo>
                  <a:cubicBezTo>
                    <a:pt x="182" y="243"/>
                    <a:pt x="187" y="248"/>
                    <a:pt x="187" y="252"/>
                  </a:cubicBezTo>
                  <a:cubicBezTo>
                    <a:pt x="190" y="282"/>
                    <a:pt x="193" y="287"/>
                    <a:pt x="190" y="291"/>
                  </a:cubicBezTo>
                  <a:cubicBezTo>
                    <a:pt x="194" y="347"/>
                    <a:pt x="192" y="351"/>
                    <a:pt x="190" y="355"/>
                  </a:cubicBezTo>
                  <a:cubicBezTo>
                    <a:pt x="191" y="394"/>
                    <a:pt x="194" y="397"/>
                    <a:pt x="192" y="399"/>
                  </a:cubicBezTo>
                  <a:cubicBezTo>
                    <a:pt x="193" y="428"/>
                    <a:pt x="194" y="436"/>
                    <a:pt x="195" y="445"/>
                  </a:cubicBezTo>
                  <a:cubicBezTo>
                    <a:pt x="197" y="504"/>
                    <a:pt x="204" y="514"/>
                    <a:pt x="202" y="522"/>
                  </a:cubicBezTo>
                  <a:cubicBezTo>
                    <a:pt x="195" y="496"/>
                    <a:pt x="192" y="492"/>
                    <a:pt x="191" y="488"/>
                  </a:cubicBezTo>
                  <a:cubicBezTo>
                    <a:pt x="182" y="442"/>
                    <a:pt x="186" y="437"/>
                    <a:pt x="185" y="430"/>
                  </a:cubicBezTo>
                  <a:cubicBezTo>
                    <a:pt x="186" y="370"/>
                    <a:pt x="181" y="363"/>
                    <a:pt x="183" y="357"/>
                  </a:cubicBezTo>
                  <a:cubicBezTo>
                    <a:pt x="182" y="325"/>
                    <a:pt x="175" y="321"/>
                    <a:pt x="177" y="318"/>
                  </a:cubicBezTo>
                  <a:cubicBezTo>
                    <a:pt x="173" y="294"/>
                    <a:pt x="175" y="288"/>
                    <a:pt x="172" y="281"/>
                  </a:cubicBezTo>
                  <a:cubicBezTo>
                    <a:pt x="170" y="250"/>
                    <a:pt x="163" y="245"/>
                    <a:pt x="166" y="243"/>
                  </a:cubicBezTo>
                  <a:cubicBezTo>
                    <a:pt x="117" y="146"/>
                    <a:pt x="115" y="136"/>
                    <a:pt x="110" y="138"/>
                  </a:cubicBezTo>
                  <a:cubicBezTo>
                    <a:pt x="158" y="251"/>
                    <a:pt x="166" y="268"/>
                    <a:pt x="163" y="283"/>
                  </a:cubicBezTo>
                  <a:cubicBezTo>
                    <a:pt x="170" y="315"/>
                    <a:pt x="167" y="323"/>
                    <a:pt x="173" y="332"/>
                  </a:cubicBezTo>
                  <a:cubicBezTo>
                    <a:pt x="172" y="391"/>
                    <a:pt x="174" y="397"/>
                    <a:pt x="174" y="404"/>
                  </a:cubicBezTo>
                  <a:cubicBezTo>
                    <a:pt x="174" y="419"/>
                    <a:pt x="175" y="423"/>
                    <a:pt x="172" y="421"/>
                  </a:cubicBezTo>
                  <a:cubicBezTo>
                    <a:pt x="157" y="335"/>
                    <a:pt x="157" y="325"/>
                    <a:pt x="156" y="322"/>
                  </a:cubicBezTo>
                  <a:cubicBezTo>
                    <a:pt x="154" y="304"/>
                    <a:pt x="152" y="301"/>
                    <a:pt x="152" y="298"/>
                  </a:cubicBezTo>
                  <a:cubicBezTo>
                    <a:pt x="121" y="215"/>
                    <a:pt x="124" y="220"/>
                    <a:pt x="126" y="224"/>
                  </a:cubicBezTo>
                  <a:cubicBezTo>
                    <a:pt x="142" y="278"/>
                    <a:pt x="141" y="294"/>
                    <a:pt x="149" y="312"/>
                  </a:cubicBezTo>
                  <a:cubicBezTo>
                    <a:pt x="152" y="360"/>
                    <a:pt x="149" y="372"/>
                    <a:pt x="155" y="385"/>
                  </a:cubicBezTo>
                  <a:cubicBezTo>
                    <a:pt x="164" y="425"/>
                    <a:pt x="163" y="427"/>
                    <a:pt x="166" y="430"/>
                  </a:cubicBezTo>
                  <a:cubicBezTo>
                    <a:pt x="166" y="449"/>
                    <a:pt x="160" y="441"/>
                    <a:pt x="155" y="433"/>
                  </a:cubicBezTo>
                  <a:cubicBezTo>
                    <a:pt x="52" y="216"/>
                    <a:pt x="51" y="203"/>
                    <a:pt x="42" y="189"/>
                  </a:cubicBezTo>
                  <a:cubicBezTo>
                    <a:pt x="33" y="158"/>
                    <a:pt x="33" y="148"/>
                    <a:pt x="29" y="151"/>
                  </a:cubicBezTo>
                  <a:cubicBezTo>
                    <a:pt x="101" y="327"/>
                    <a:pt x="104" y="346"/>
                    <a:pt x="123" y="370"/>
                  </a:cubicBezTo>
                  <a:cubicBezTo>
                    <a:pt x="135" y="395"/>
                    <a:pt x="130" y="397"/>
                    <a:pt x="134" y="400"/>
                  </a:cubicBezTo>
                  <a:cubicBezTo>
                    <a:pt x="148" y="437"/>
                    <a:pt x="157" y="443"/>
                    <a:pt x="154" y="447"/>
                  </a:cubicBezTo>
                  <a:cubicBezTo>
                    <a:pt x="151" y="451"/>
                    <a:pt x="156" y="444"/>
                    <a:pt x="151" y="447"/>
                  </a:cubicBezTo>
                  <a:cubicBezTo>
                    <a:pt x="132" y="420"/>
                    <a:pt x="125" y="405"/>
                    <a:pt x="116" y="394"/>
                  </a:cubicBezTo>
                  <a:cubicBezTo>
                    <a:pt x="47" y="271"/>
                    <a:pt x="45" y="264"/>
                    <a:pt x="39" y="256"/>
                  </a:cubicBezTo>
                  <a:cubicBezTo>
                    <a:pt x="23" y="217"/>
                    <a:pt x="19" y="203"/>
                    <a:pt x="8" y="187"/>
                  </a:cubicBezTo>
                  <a:cubicBezTo>
                    <a:pt x="0" y="172"/>
                    <a:pt x="0" y="172"/>
                    <a:pt x="0" y="172"/>
                  </a:cubicBezTo>
                  <a:cubicBezTo>
                    <a:pt x="13" y="212"/>
                    <a:pt x="18" y="217"/>
                    <a:pt x="17" y="221"/>
                  </a:cubicBezTo>
                  <a:cubicBezTo>
                    <a:pt x="38" y="262"/>
                    <a:pt x="42" y="277"/>
                    <a:pt x="49" y="292"/>
                  </a:cubicBezTo>
                  <a:cubicBezTo>
                    <a:pt x="88" y="361"/>
                    <a:pt x="84" y="375"/>
                    <a:pt x="89" y="371"/>
                  </a:cubicBezTo>
                  <a:cubicBezTo>
                    <a:pt x="157" y="471"/>
                    <a:pt x="164" y="481"/>
                    <a:pt x="172" y="491"/>
                  </a:cubicBezTo>
                  <a:cubicBezTo>
                    <a:pt x="187" y="517"/>
                    <a:pt x="186" y="518"/>
                    <a:pt x="186" y="518"/>
                  </a:cubicBezTo>
                  <a:cubicBezTo>
                    <a:pt x="198" y="535"/>
                    <a:pt x="201" y="544"/>
                    <a:pt x="199" y="552"/>
                  </a:cubicBezTo>
                  <a:cubicBezTo>
                    <a:pt x="156" y="486"/>
                    <a:pt x="141" y="472"/>
                    <a:pt x="130" y="459"/>
                  </a:cubicBezTo>
                  <a:cubicBezTo>
                    <a:pt x="110" y="430"/>
                    <a:pt x="107" y="427"/>
                    <a:pt x="105" y="423"/>
                  </a:cubicBezTo>
                  <a:cubicBezTo>
                    <a:pt x="50" y="348"/>
                    <a:pt x="55" y="346"/>
                    <a:pt x="50" y="342"/>
                  </a:cubicBezTo>
                  <a:cubicBezTo>
                    <a:pt x="3" y="267"/>
                    <a:pt x="5" y="258"/>
                    <a:pt x="0" y="254"/>
                  </a:cubicBezTo>
                  <a:cubicBezTo>
                    <a:pt x="11" y="297"/>
                    <a:pt x="19" y="301"/>
                    <a:pt x="20" y="304"/>
                  </a:cubicBezTo>
                  <a:cubicBezTo>
                    <a:pt x="37" y="330"/>
                    <a:pt x="35" y="333"/>
                    <a:pt x="38" y="337"/>
                  </a:cubicBezTo>
                  <a:cubicBezTo>
                    <a:pt x="94" y="423"/>
                    <a:pt x="98" y="426"/>
                    <a:pt x="101" y="429"/>
                  </a:cubicBezTo>
                  <a:cubicBezTo>
                    <a:pt x="129" y="469"/>
                    <a:pt x="132" y="472"/>
                    <a:pt x="134" y="475"/>
                  </a:cubicBezTo>
                  <a:cubicBezTo>
                    <a:pt x="155" y="502"/>
                    <a:pt x="157" y="504"/>
                    <a:pt x="159" y="507"/>
                  </a:cubicBezTo>
                  <a:cubicBezTo>
                    <a:pt x="167" y="526"/>
                    <a:pt x="176" y="523"/>
                    <a:pt x="172" y="528"/>
                  </a:cubicBezTo>
                  <a:cubicBezTo>
                    <a:pt x="127" y="476"/>
                    <a:pt x="107" y="458"/>
                    <a:pt x="85" y="432"/>
                  </a:cubicBezTo>
                  <a:cubicBezTo>
                    <a:pt x="42" y="373"/>
                    <a:pt x="30" y="364"/>
                    <a:pt x="27" y="355"/>
                  </a:cubicBezTo>
                  <a:cubicBezTo>
                    <a:pt x="0" y="328"/>
                    <a:pt x="0" y="328"/>
                    <a:pt x="0" y="328"/>
                  </a:cubicBezTo>
                  <a:cubicBezTo>
                    <a:pt x="26" y="363"/>
                    <a:pt x="25" y="368"/>
                    <a:pt x="32" y="373"/>
                  </a:cubicBezTo>
                  <a:cubicBezTo>
                    <a:pt x="69" y="424"/>
                    <a:pt x="79" y="434"/>
                    <a:pt x="89" y="450"/>
                  </a:cubicBezTo>
                  <a:cubicBezTo>
                    <a:pt x="187" y="565"/>
                    <a:pt x="194" y="574"/>
                    <a:pt x="200" y="583"/>
                  </a:cubicBezTo>
                  <a:cubicBezTo>
                    <a:pt x="195" y="580"/>
                    <a:pt x="178" y="573"/>
                    <a:pt x="164" y="552"/>
                  </a:cubicBezTo>
                  <a:cubicBezTo>
                    <a:pt x="130" y="519"/>
                    <a:pt x="122" y="508"/>
                    <a:pt x="114" y="500"/>
                  </a:cubicBezTo>
                  <a:cubicBezTo>
                    <a:pt x="18" y="376"/>
                    <a:pt x="19" y="374"/>
                    <a:pt x="16" y="374"/>
                  </a:cubicBezTo>
                  <a:cubicBezTo>
                    <a:pt x="7" y="360"/>
                    <a:pt x="5" y="354"/>
                    <a:pt x="0" y="347"/>
                  </a:cubicBezTo>
                  <a:cubicBezTo>
                    <a:pt x="0" y="358"/>
                    <a:pt x="0" y="358"/>
                    <a:pt x="0" y="359"/>
                  </a:cubicBezTo>
                  <a:cubicBezTo>
                    <a:pt x="16" y="378"/>
                    <a:pt x="13" y="388"/>
                    <a:pt x="20" y="387"/>
                  </a:cubicBezTo>
                  <a:cubicBezTo>
                    <a:pt x="147" y="544"/>
                    <a:pt x="149" y="552"/>
                    <a:pt x="153" y="555"/>
                  </a:cubicBezTo>
                  <a:cubicBezTo>
                    <a:pt x="205" y="609"/>
                    <a:pt x="209" y="614"/>
                    <a:pt x="213" y="620"/>
                  </a:cubicBezTo>
                  <a:cubicBezTo>
                    <a:pt x="248" y="673"/>
                    <a:pt x="250" y="678"/>
                    <a:pt x="249" y="682"/>
                  </a:cubicBezTo>
                  <a:cubicBezTo>
                    <a:pt x="215" y="648"/>
                    <a:pt x="211" y="642"/>
                    <a:pt x="207" y="642"/>
                  </a:cubicBezTo>
                  <a:cubicBezTo>
                    <a:pt x="173" y="607"/>
                    <a:pt x="159" y="599"/>
                    <a:pt x="145" y="585"/>
                  </a:cubicBezTo>
                  <a:cubicBezTo>
                    <a:pt x="89" y="539"/>
                    <a:pt x="87" y="528"/>
                    <a:pt x="82" y="530"/>
                  </a:cubicBezTo>
                  <a:cubicBezTo>
                    <a:pt x="10" y="445"/>
                    <a:pt x="5" y="438"/>
                    <a:pt x="0" y="430"/>
                  </a:cubicBezTo>
                  <a:cubicBezTo>
                    <a:pt x="7" y="448"/>
                    <a:pt x="10" y="450"/>
                    <a:pt x="12" y="455"/>
                  </a:cubicBezTo>
                  <a:cubicBezTo>
                    <a:pt x="63" y="516"/>
                    <a:pt x="68" y="529"/>
                    <a:pt x="76" y="532"/>
                  </a:cubicBezTo>
                  <a:cubicBezTo>
                    <a:pt x="109" y="563"/>
                    <a:pt x="112" y="569"/>
                    <a:pt x="116" y="574"/>
                  </a:cubicBezTo>
                  <a:cubicBezTo>
                    <a:pt x="151" y="606"/>
                    <a:pt x="166" y="613"/>
                    <a:pt x="180" y="630"/>
                  </a:cubicBezTo>
                  <a:cubicBezTo>
                    <a:pt x="239" y="683"/>
                    <a:pt x="241" y="686"/>
                    <a:pt x="243" y="689"/>
                  </a:cubicBezTo>
                  <a:cubicBezTo>
                    <a:pt x="155" y="616"/>
                    <a:pt x="134" y="603"/>
                    <a:pt x="114" y="586"/>
                  </a:cubicBezTo>
                  <a:cubicBezTo>
                    <a:pt x="37" y="519"/>
                    <a:pt x="35" y="503"/>
                    <a:pt x="30" y="506"/>
                  </a:cubicBezTo>
                  <a:cubicBezTo>
                    <a:pt x="76" y="567"/>
                    <a:pt x="91" y="576"/>
                    <a:pt x="105" y="592"/>
                  </a:cubicBezTo>
                  <a:cubicBezTo>
                    <a:pt x="129" y="611"/>
                    <a:pt x="137" y="616"/>
                    <a:pt x="145" y="622"/>
                  </a:cubicBezTo>
                  <a:cubicBezTo>
                    <a:pt x="163" y="636"/>
                    <a:pt x="167" y="641"/>
                    <a:pt x="165" y="643"/>
                  </a:cubicBezTo>
                  <a:cubicBezTo>
                    <a:pt x="119" y="612"/>
                    <a:pt x="116" y="612"/>
                    <a:pt x="114" y="612"/>
                  </a:cubicBezTo>
                  <a:cubicBezTo>
                    <a:pt x="88" y="593"/>
                    <a:pt x="82" y="591"/>
                    <a:pt x="77" y="587"/>
                  </a:cubicBezTo>
                  <a:cubicBezTo>
                    <a:pt x="13" y="544"/>
                    <a:pt x="7" y="538"/>
                    <a:pt x="0" y="533"/>
                  </a:cubicBezTo>
                  <a:cubicBezTo>
                    <a:pt x="17" y="555"/>
                    <a:pt x="24" y="560"/>
                    <a:pt x="31" y="567"/>
                  </a:cubicBezTo>
                  <a:cubicBezTo>
                    <a:pt x="78" y="600"/>
                    <a:pt x="82" y="597"/>
                    <a:pt x="86" y="603"/>
                  </a:cubicBezTo>
                  <a:cubicBezTo>
                    <a:pt x="126" y="627"/>
                    <a:pt x="133" y="631"/>
                    <a:pt x="141" y="636"/>
                  </a:cubicBezTo>
                  <a:cubicBezTo>
                    <a:pt x="168" y="656"/>
                    <a:pt x="171" y="658"/>
                    <a:pt x="173" y="658"/>
                  </a:cubicBezTo>
                  <a:cubicBezTo>
                    <a:pt x="213" y="686"/>
                    <a:pt x="215" y="691"/>
                    <a:pt x="217" y="694"/>
                  </a:cubicBezTo>
                  <a:cubicBezTo>
                    <a:pt x="241" y="718"/>
                    <a:pt x="246" y="717"/>
                    <a:pt x="251" y="723"/>
                  </a:cubicBezTo>
                  <a:cubicBezTo>
                    <a:pt x="272" y="754"/>
                    <a:pt x="281" y="753"/>
                    <a:pt x="277" y="759"/>
                  </a:cubicBezTo>
                  <a:cubicBezTo>
                    <a:pt x="250" y="738"/>
                    <a:pt x="248" y="731"/>
                    <a:pt x="245" y="733"/>
                  </a:cubicBezTo>
                  <a:cubicBezTo>
                    <a:pt x="215" y="709"/>
                    <a:pt x="205" y="703"/>
                    <a:pt x="195" y="696"/>
                  </a:cubicBezTo>
                  <a:cubicBezTo>
                    <a:pt x="156" y="670"/>
                    <a:pt x="145" y="670"/>
                    <a:pt x="135" y="661"/>
                  </a:cubicBezTo>
                  <a:cubicBezTo>
                    <a:pt x="98" y="642"/>
                    <a:pt x="87" y="639"/>
                    <a:pt x="78" y="630"/>
                  </a:cubicBezTo>
                  <a:cubicBezTo>
                    <a:pt x="44" y="608"/>
                    <a:pt x="39" y="604"/>
                    <a:pt x="35" y="599"/>
                  </a:cubicBezTo>
                  <a:cubicBezTo>
                    <a:pt x="64" y="632"/>
                    <a:pt x="77" y="634"/>
                    <a:pt x="88" y="647"/>
                  </a:cubicBezTo>
                  <a:cubicBezTo>
                    <a:pt x="113" y="663"/>
                    <a:pt x="120" y="661"/>
                    <a:pt x="126" y="668"/>
                  </a:cubicBezTo>
                  <a:cubicBezTo>
                    <a:pt x="179" y="700"/>
                    <a:pt x="192" y="704"/>
                    <a:pt x="205" y="714"/>
                  </a:cubicBezTo>
                  <a:cubicBezTo>
                    <a:pt x="252" y="749"/>
                    <a:pt x="256" y="748"/>
                    <a:pt x="259" y="752"/>
                  </a:cubicBezTo>
                  <a:cubicBezTo>
                    <a:pt x="309" y="812"/>
                    <a:pt x="313" y="815"/>
                    <a:pt x="311" y="817"/>
                  </a:cubicBezTo>
                  <a:cubicBezTo>
                    <a:pt x="287" y="793"/>
                    <a:pt x="281" y="789"/>
                    <a:pt x="275" y="782"/>
                  </a:cubicBezTo>
                  <a:cubicBezTo>
                    <a:pt x="238" y="756"/>
                    <a:pt x="233" y="745"/>
                    <a:pt x="226" y="744"/>
                  </a:cubicBezTo>
                  <a:cubicBezTo>
                    <a:pt x="179" y="713"/>
                    <a:pt x="167" y="709"/>
                    <a:pt x="155" y="701"/>
                  </a:cubicBezTo>
                  <a:cubicBezTo>
                    <a:pt x="130" y="689"/>
                    <a:pt x="124" y="688"/>
                    <a:pt x="118" y="682"/>
                  </a:cubicBezTo>
                  <a:cubicBezTo>
                    <a:pt x="87" y="673"/>
                    <a:pt x="85" y="666"/>
                    <a:pt x="81" y="668"/>
                  </a:cubicBezTo>
                  <a:cubicBezTo>
                    <a:pt x="6" y="628"/>
                    <a:pt x="4" y="626"/>
                    <a:pt x="0" y="626"/>
                  </a:cubicBezTo>
                  <a:cubicBezTo>
                    <a:pt x="2" y="634"/>
                    <a:pt x="4" y="634"/>
                    <a:pt x="5" y="633"/>
                  </a:cubicBezTo>
                  <a:cubicBezTo>
                    <a:pt x="34" y="652"/>
                    <a:pt x="37" y="657"/>
                    <a:pt x="41" y="656"/>
                  </a:cubicBezTo>
                  <a:cubicBezTo>
                    <a:pt x="82" y="671"/>
                    <a:pt x="86" y="684"/>
                    <a:pt x="93" y="681"/>
                  </a:cubicBezTo>
                  <a:cubicBezTo>
                    <a:pt x="148" y="714"/>
                    <a:pt x="153" y="704"/>
                    <a:pt x="155" y="711"/>
                  </a:cubicBezTo>
                  <a:cubicBezTo>
                    <a:pt x="188" y="727"/>
                    <a:pt x="193" y="733"/>
                    <a:pt x="199" y="736"/>
                  </a:cubicBezTo>
                  <a:cubicBezTo>
                    <a:pt x="227" y="758"/>
                    <a:pt x="231" y="754"/>
                    <a:pt x="233" y="760"/>
                  </a:cubicBezTo>
                  <a:cubicBezTo>
                    <a:pt x="290" y="813"/>
                    <a:pt x="296" y="820"/>
                    <a:pt x="302" y="824"/>
                  </a:cubicBezTo>
                  <a:cubicBezTo>
                    <a:pt x="314" y="839"/>
                    <a:pt x="311" y="840"/>
                    <a:pt x="308" y="836"/>
                  </a:cubicBezTo>
                  <a:cubicBezTo>
                    <a:pt x="294" y="829"/>
                    <a:pt x="288" y="817"/>
                    <a:pt x="281" y="817"/>
                  </a:cubicBezTo>
                  <a:cubicBezTo>
                    <a:pt x="229" y="777"/>
                    <a:pt x="227" y="773"/>
                    <a:pt x="223" y="773"/>
                  </a:cubicBezTo>
                  <a:cubicBezTo>
                    <a:pt x="175" y="741"/>
                    <a:pt x="167" y="743"/>
                    <a:pt x="160" y="734"/>
                  </a:cubicBezTo>
                  <a:cubicBezTo>
                    <a:pt x="133" y="722"/>
                    <a:pt x="125" y="722"/>
                    <a:pt x="118" y="716"/>
                  </a:cubicBezTo>
                  <a:cubicBezTo>
                    <a:pt x="83" y="708"/>
                    <a:pt x="81" y="695"/>
                    <a:pt x="75" y="701"/>
                  </a:cubicBezTo>
                  <a:cubicBezTo>
                    <a:pt x="102" y="718"/>
                    <a:pt x="105" y="719"/>
                    <a:pt x="108" y="721"/>
                  </a:cubicBezTo>
                  <a:cubicBezTo>
                    <a:pt x="162" y="747"/>
                    <a:pt x="164" y="749"/>
                    <a:pt x="168" y="748"/>
                  </a:cubicBezTo>
                  <a:cubicBezTo>
                    <a:pt x="198" y="770"/>
                    <a:pt x="205" y="770"/>
                    <a:pt x="210" y="774"/>
                  </a:cubicBezTo>
                  <a:cubicBezTo>
                    <a:pt x="297" y="836"/>
                    <a:pt x="302" y="842"/>
                    <a:pt x="307" y="846"/>
                  </a:cubicBezTo>
                  <a:cubicBezTo>
                    <a:pt x="324" y="865"/>
                    <a:pt x="312" y="860"/>
                    <a:pt x="303" y="847"/>
                  </a:cubicBezTo>
                  <a:cubicBezTo>
                    <a:pt x="244" y="813"/>
                    <a:pt x="238" y="807"/>
                    <a:pt x="232" y="801"/>
                  </a:cubicBezTo>
                  <a:cubicBezTo>
                    <a:pt x="172" y="765"/>
                    <a:pt x="165" y="768"/>
                    <a:pt x="159" y="759"/>
                  </a:cubicBezTo>
                  <a:cubicBezTo>
                    <a:pt x="124" y="742"/>
                    <a:pt x="119" y="747"/>
                    <a:pt x="115" y="742"/>
                  </a:cubicBezTo>
                  <a:cubicBezTo>
                    <a:pt x="80" y="724"/>
                    <a:pt x="77" y="723"/>
                    <a:pt x="75" y="720"/>
                  </a:cubicBezTo>
                  <a:cubicBezTo>
                    <a:pt x="43" y="707"/>
                    <a:pt x="39" y="696"/>
                    <a:pt x="34" y="699"/>
                  </a:cubicBezTo>
                  <a:cubicBezTo>
                    <a:pt x="17" y="698"/>
                    <a:pt x="31" y="699"/>
                    <a:pt x="42" y="711"/>
                  </a:cubicBezTo>
                  <a:cubicBezTo>
                    <a:pt x="73" y="726"/>
                    <a:pt x="76" y="731"/>
                    <a:pt x="80" y="730"/>
                  </a:cubicBezTo>
                  <a:cubicBezTo>
                    <a:pt x="143" y="758"/>
                    <a:pt x="148" y="769"/>
                    <a:pt x="155" y="768"/>
                  </a:cubicBezTo>
                  <a:cubicBezTo>
                    <a:pt x="195" y="790"/>
                    <a:pt x="198" y="792"/>
                    <a:pt x="201" y="791"/>
                  </a:cubicBezTo>
                  <a:cubicBezTo>
                    <a:pt x="241" y="822"/>
                    <a:pt x="254" y="823"/>
                    <a:pt x="266" y="833"/>
                  </a:cubicBezTo>
                  <a:cubicBezTo>
                    <a:pt x="321" y="881"/>
                    <a:pt x="327" y="880"/>
                    <a:pt x="332" y="885"/>
                  </a:cubicBezTo>
                  <a:cubicBezTo>
                    <a:pt x="358" y="919"/>
                    <a:pt x="348" y="917"/>
                    <a:pt x="340" y="904"/>
                  </a:cubicBezTo>
                  <a:cubicBezTo>
                    <a:pt x="310" y="881"/>
                    <a:pt x="307" y="882"/>
                    <a:pt x="305" y="877"/>
                  </a:cubicBezTo>
                  <a:cubicBezTo>
                    <a:pt x="278" y="859"/>
                    <a:pt x="271" y="855"/>
                    <a:pt x="263" y="852"/>
                  </a:cubicBezTo>
                  <a:cubicBezTo>
                    <a:pt x="217" y="825"/>
                    <a:pt x="212" y="819"/>
                    <a:pt x="208" y="816"/>
                  </a:cubicBezTo>
                  <a:cubicBezTo>
                    <a:pt x="170" y="802"/>
                    <a:pt x="169" y="799"/>
                    <a:pt x="167" y="799"/>
                  </a:cubicBezTo>
                  <a:cubicBezTo>
                    <a:pt x="126" y="782"/>
                    <a:pt x="119" y="775"/>
                    <a:pt x="110" y="776"/>
                  </a:cubicBezTo>
                  <a:cubicBezTo>
                    <a:pt x="70" y="760"/>
                    <a:pt x="67" y="754"/>
                    <a:pt x="62" y="754"/>
                  </a:cubicBezTo>
                  <a:cubicBezTo>
                    <a:pt x="18" y="739"/>
                    <a:pt x="25" y="738"/>
                    <a:pt x="31" y="744"/>
                  </a:cubicBezTo>
                  <a:cubicBezTo>
                    <a:pt x="75" y="767"/>
                    <a:pt x="81" y="772"/>
                    <a:pt x="88" y="772"/>
                  </a:cubicBezTo>
                  <a:cubicBezTo>
                    <a:pt x="132" y="793"/>
                    <a:pt x="139" y="794"/>
                    <a:pt x="145" y="799"/>
                  </a:cubicBezTo>
                  <a:cubicBezTo>
                    <a:pt x="158" y="805"/>
                    <a:pt x="163" y="802"/>
                    <a:pt x="166" y="806"/>
                  </a:cubicBezTo>
                  <a:cubicBezTo>
                    <a:pt x="217" y="829"/>
                    <a:pt x="228" y="842"/>
                    <a:pt x="241" y="848"/>
                  </a:cubicBezTo>
                  <a:cubicBezTo>
                    <a:pt x="293" y="879"/>
                    <a:pt x="304" y="894"/>
                    <a:pt x="317" y="898"/>
                  </a:cubicBezTo>
                  <a:cubicBezTo>
                    <a:pt x="372" y="946"/>
                    <a:pt x="386" y="963"/>
                    <a:pt x="400" y="976"/>
                  </a:cubicBezTo>
                  <a:cubicBezTo>
                    <a:pt x="392" y="979"/>
                    <a:pt x="371" y="960"/>
                    <a:pt x="349" y="943"/>
                  </a:cubicBezTo>
                  <a:cubicBezTo>
                    <a:pt x="329" y="924"/>
                    <a:pt x="322" y="926"/>
                    <a:pt x="317" y="917"/>
                  </a:cubicBezTo>
                  <a:cubicBezTo>
                    <a:pt x="278" y="892"/>
                    <a:pt x="274" y="883"/>
                    <a:pt x="269" y="882"/>
                  </a:cubicBezTo>
                  <a:cubicBezTo>
                    <a:pt x="213" y="844"/>
                    <a:pt x="206" y="850"/>
                    <a:pt x="202" y="841"/>
                  </a:cubicBezTo>
                  <a:cubicBezTo>
                    <a:pt x="179" y="829"/>
                    <a:pt x="173" y="827"/>
                    <a:pt x="167" y="823"/>
                  </a:cubicBezTo>
                  <a:cubicBezTo>
                    <a:pt x="145" y="809"/>
                    <a:pt x="140" y="807"/>
                    <a:pt x="135" y="803"/>
                  </a:cubicBezTo>
                  <a:cubicBezTo>
                    <a:pt x="94" y="787"/>
                    <a:pt x="88" y="786"/>
                    <a:pt x="82" y="782"/>
                  </a:cubicBezTo>
                  <a:cubicBezTo>
                    <a:pt x="18" y="768"/>
                    <a:pt x="25" y="763"/>
                    <a:pt x="31" y="770"/>
                  </a:cubicBezTo>
                  <a:cubicBezTo>
                    <a:pt x="72" y="789"/>
                    <a:pt x="76" y="784"/>
                    <a:pt x="78" y="788"/>
                  </a:cubicBezTo>
                  <a:cubicBezTo>
                    <a:pt x="101" y="793"/>
                    <a:pt x="103" y="801"/>
                    <a:pt x="107" y="799"/>
                  </a:cubicBezTo>
                  <a:cubicBezTo>
                    <a:pt x="130" y="808"/>
                    <a:pt x="135" y="815"/>
                    <a:pt x="142" y="817"/>
                  </a:cubicBezTo>
                  <a:cubicBezTo>
                    <a:pt x="170" y="836"/>
                    <a:pt x="179" y="838"/>
                    <a:pt x="187" y="844"/>
                  </a:cubicBezTo>
                  <a:cubicBezTo>
                    <a:pt x="233" y="870"/>
                    <a:pt x="251" y="880"/>
                    <a:pt x="268" y="893"/>
                  </a:cubicBezTo>
                  <a:cubicBezTo>
                    <a:pt x="303" y="920"/>
                    <a:pt x="313" y="923"/>
                    <a:pt x="321" y="933"/>
                  </a:cubicBezTo>
                  <a:cubicBezTo>
                    <a:pt x="355" y="961"/>
                    <a:pt x="358" y="960"/>
                    <a:pt x="359" y="965"/>
                  </a:cubicBezTo>
                  <a:cubicBezTo>
                    <a:pt x="330" y="953"/>
                    <a:pt x="328" y="946"/>
                    <a:pt x="325" y="946"/>
                  </a:cubicBezTo>
                  <a:cubicBezTo>
                    <a:pt x="294" y="928"/>
                    <a:pt x="291" y="926"/>
                    <a:pt x="288" y="928"/>
                  </a:cubicBezTo>
                  <a:cubicBezTo>
                    <a:pt x="253" y="905"/>
                    <a:pt x="246" y="907"/>
                    <a:pt x="240" y="902"/>
                  </a:cubicBezTo>
                  <a:cubicBezTo>
                    <a:pt x="196" y="874"/>
                    <a:pt x="189" y="878"/>
                    <a:pt x="183" y="871"/>
                  </a:cubicBezTo>
                  <a:cubicBezTo>
                    <a:pt x="151" y="863"/>
                    <a:pt x="149" y="853"/>
                    <a:pt x="145" y="855"/>
                  </a:cubicBezTo>
                  <a:cubicBezTo>
                    <a:pt x="101" y="836"/>
                    <a:pt x="95" y="830"/>
                    <a:pt x="89" y="825"/>
                  </a:cubicBezTo>
                  <a:cubicBezTo>
                    <a:pt x="75" y="820"/>
                    <a:pt x="78" y="824"/>
                    <a:pt x="81" y="829"/>
                  </a:cubicBezTo>
                  <a:cubicBezTo>
                    <a:pt x="125" y="851"/>
                    <a:pt x="134" y="857"/>
                    <a:pt x="143" y="859"/>
                  </a:cubicBezTo>
                  <a:cubicBezTo>
                    <a:pt x="177" y="878"/>
                    <a:pt x="186" y="880"/>
                    <a:pt x="195" y="884"/>
                  </a:cubicBezTo>
                  <a:cubicBezTo>
                    <a:pt x="207" y="892"/>
                    <a:pt x="211" y="897"/>
                    <a:pt x="218" y="897"/>
                  </a:cubicBezTo>
                  <a:cubicBezTo>
                    <a:pt x="249" y="916"/>
                    <a:pt x="257" y="920"/>
                    <a:pt x="265" y="922"/>
                  </a:cubicBezTo>
                  <a:cubicBezTo>
                    <a:pt x="296" y="944"/>
                    <a:pt x="307" y="946"/>
                    <a:pt x="317" y="954"/>
                  </a:cubicBezTo>
                  <a:cubicBezTo>
                    <a:pt x="372" y="983"/>
                    <a:pt x="377" y="991"/>
                    <a:pt x="383" y="991"/>
                  </a:cubicBezTo>
                  <a:cubicBezTo>
                    <a:pt x="407" y="1010"/>
                    <a:pt x="410" y="1011"/>
                    <a:pt x="412" y="1013"/>
                  </a:cubicBezTo>
                  <a:cubicBezTo>
                    <a:pt x="429" y="1029"/>
                    <a:pt x="432" y="1032"/>
                    <a:pt x="434" y="1035"/>
                  </a:cubicBezTo>
                  <a:cubicBezTo>
                    <a:pt x="391" y="1012"/>
                    <a:pt x="379" y="1003"/>
                    <a:pt x="366" y="1000"/>
                  </a:cubicBezTo>
                  <a:cubicBezTo>
                    <a:pt x="282" y="959"/>
                    <a:pt x="273" y="956"/>
                    <a:pt x="265" y="952"/>
                  </a:cubicBezTo>
                  <a:cubicBezTo>
                    <a:pt x="208" y="925"/>
                    <a:pt x="204" y="923"/>
                    <a:pt x="199" y="924"/>
                  </a:cubicBezTo>
                  <a:cubicBezTo>
                    <a:pt x="168" y="902"/>
                    <a:pt x="164" y="897"/>
                    <a:pt x="160" y="895"/>
                  </a:cubicBezTo>
                  <a:cubicBezTo>
                    <a:pt x="119" y="863"/>
                    <a:pt x="114" y="861"/>
                    <a:pt x="110" y="856"/>
                  </a:cubicBezTo>
                  <a:cubicBezTo>
                    <a:pt x="97" y="853"/>
                    <a:pt x="111" y="861"/>
                    <a:pt x="124" y="875"/>
                  </a:cubicBezTo>
                  <a:cubicBezTo>
                    <a:pt x="187" y="933"/>
                    <a:pt x="199" y="943"/>
                    <a:pt x="211" y="952"/>
                  </a:cubicBezTo>
                  <a:cubicBezTo>
                    <a:pt x="237" y="972"/>
                    <a:pt x="244" y="976"/>
                    <a:pt x="251" y="978"/>
                  </a:cubicBezTo>
                  <a:cubicBezTo>
                    <a:pt x="355" y="1037"/>
                    <a:pt x="362" y="1036"/>
                    <a:pt x="369" y="1041"/>
                  </a:cubicBezTo>
                  <a:cubicBezTo>
                    <a:pt x="396" y="1053"/>
                    <a:pt x="402" y="1057"/>
                    <a:pt x="410" y="1057"/>
                  </a:cubicBezTo>
                  <a:cubicBezTo>
                    <a:pt x="443" y="1078"/>
                    <a:pt x="446" y="1080"/>
                    <a:pt x="450" y="1080"/>
                  </a:cubicBezTo>
                  <a:cubicBezTo>
                    <a:pt x="498" y="1117"/>
                    <a:pt x="507" y="1122"/>
                    <a:pt x="503" y="1125"/>
                  </a:cubicBezTo>
                  <a:cubicBezTo>
                    <a:pt x="426" y="1084"/>
                    <a:pt x="415" y="1078"/>
                    <a:pt x="403" y="1075"/>
                  </a:cubicBezTo>
                  <a:cubicBezTo>
                    <a:pt x="382" y="1065"/>
                    <a:pt x="376" y="1061"/>
                    <a:pt x="370" y="1062"/>
                  </a:cubicBezTo>
                  <a:cubicBezTo>
                    <a:pt x="331" y="1045"/>
                    <a:pt x="325" y="1046"/>
                    <a:pt x="320" y="1041"/>
                  </a:cubicBezTo>
                  <a:cubicBezTo>
                    <a:pt x="300" y="1035"/>
                    <a:pt x="297" y="1034"/>
                    <a:pt x="295" y="1035"/>
                  </a:cubicBezTo>
                  <a:cubicBezTo>
                    <a:pt x="257" y="1018"/>
                    <a:pt x="244" y="1017"/>
                    <a:pt x="232" y="1015"/>
                  </a:cubicBezTo>
                  <a:cubicBezTo>
                    <a:pt x="276" y="1032"/>
                    <a:pt x="287" y="1038"/>
                    <a:pt x="298" y="1040"/>
                  </a:cubicBezTo>
                  <a:cubicBezTo>
                    <a:pt x="343" y="1060"/>
                    <a:pt x="355" y="1062"/>
                    <a:pt x="366" y="1067"/>
                  </a:cubicBezTo>
                  <a:cubicBezTo>
                    <a:pt x="421" y="1094"/>
                    <a:pt x="428" y="1089"/>
                    <a:pt x="433" y="1097"/>
                  </a:cubicBezTo>
                  <a:cubicBezTo>
                    <a:pt x="477" y="1120"/>
                    <a:pt x="488" y="1124"/>
                    <a:pt x="499" y="1130"/>
                  </a:cubicBezTo>
                  <a:cubicBezTo>
                    <a:pt x="530" y="1153"/>
                    <a:pt x="538" y="1158"/>
                    <a:pt x="534" y="1161"/>
                  </a:cubicBezTo>
                  <a:cubicBezTo>
                    <a:pt x="497" y="1142"/>
                    <a:pt x="495" y="1135"/>
                    <a:pt x="492" y="1135"/>
                  </a:cubicBezTo>
                  <a:cubicBezTo>
                    <a:pt x="453" y="1119"/>
                    <a:pt x="442" y="1110"/>
                    <a:pt x="430" y="1105"/>
                  </a:cubicBezTo>
                  <a:cubicBezTo>
                    <a:pt x="399" y="1091"/>
                    <a:pt x="395" y="1089"/>
                    <a:pt x="392" y="1089"/>
                  </a:cubicBezTo>
                  <a:cubicBezTo>
                    <a:pt x="366" y="1080"/>
                    <a:pt x="361" y="1073"/>
                    <a:pt x="354" y="1073"/>
                  </a:cubicBezTo>
                  <a:cubicBezTo>
                    <a:pt x="272" y="1038"/>
                    <a:pt x="264" y="1045"/>
                    <a:pt x="258" y="1037"/>
                  </a:cubicBezTo>
                  <a:cubicBezTo>
                    <a:pt x="228" y="1020"/>
                    <a:pt x="224" y="1018"/>
                    <a:pt x="221" y="1018"/>
                  </a:cubicBezTo>
                  <a:cubicBezTo>
                    <a:pt x="190" y="1001"/>
                    <a:pt x="188" y="991"/>
                    <a:pt x="184" y="993"/>
                  </a:cubicBezTo>
                  <a:cubicBezTo>
                    <a:pt x="154" y="965"/>
                    <a:pt x="150" y="962"/>
                    <a:pt x="146" y="962"/>
                  </a:cubicBezTo>
                  <a:cubicBezTo>
                    <a:pt x="188" y="1003"/>
                    <a:pt x="191" y="1002"/>
                    <a:pt x="193" y="1006"/>
                  </a:cubicBezTo>
                  <a:cubicBezTo>
                    <a:pt x="231" y="1027"/>
                    <a:pt x="233" y="1033"/>
                    <a:pt x="236" y="1031"/>
                  </a:cubicBezTo>
                  <a:cubicBezTo>
                    <a:pt x="256" y="1046"/>
                    <a:pt x="258" y="1053"/>
                    <a:pt x="261" y="1051"/>
                  </a:cubicBezTo>
                  <a:cubicBezTo>
                    <a:pt x="284" y="1067"/>
                    <a:pt x="286" y="1072"/>
                    <a:pt x="288" y="1075"/>
                  </a:cubicBezTo>
                  <a:cubicBezTo>
                    <a:pt x="317" y="1095"/>
                    <a:pt x="323" y="1099"/>
                    <a:pt x="330" y="1104"/>
                  </a:cubicBezTo>
                  <a:cubicBezTo>
                    <a:pt x="350" y="1113"/>
                    <a:pt x="352" y="1114"/>
                    <a:pt x="355" y="1115"/>
                  </a:cubicBezTo>
                  <a:cubicBezTo>
                    <a:pt x="387" y="1132"/>
                    <a:pt x="392" y="1132"/>
                    <a:pt x="396" y="1137"/>
                  </a:cubicBezTo>
                  <a:cubicBezTo>
                    <a:pt x="442" y="1160"/>
                    <a:pt x="445" y="1159"/>
                    <a:pt x="447" y="1162"/>
                  </a:cubicBezTo>
                  <a:cubicBezTo>
                    <a:pt x="495" y="1178"/>
                    <a:pt x="504" y="1188"/>
                    <a:pt x="514" y="1189"/>
                  </a:cubicBezTo>
                  <a:cubicBezTo>
                    <a:pt x="545" y="1207"/>
                    <a:pt x="548" y="1205"/>
                    <a:pt x="550" y="1206"/>
                  </a:cubicBezTo>
                  <a:cubicBezTo>
                    <a:pt x="576" y="1222"/>
                    <a:pt x="581" y="1223"/>
                    <a:pt x="586" y="1229"/>
                  </a:cubicBezTo>
                  <a:cubicBezTo>
                    <a:pt x="606" y="1238"/>
                    <a:pt x="610" y="1248"/>
                    <a:pt x="615" y="1248"/>
                  </a:cubicBezTo>
                  <a:cubicBezTo>
                    <a:pt x="617" y="1257"/>
                    <a:pt x="606" y="1255"/>
                    <a:pt x="597" y="1245"/>
                  </a:cubicBezTo>
                  <a:cubicBezTo>
                    <a:pt x="545" y="1221"/>
                    <a:pt x="540" y="1217"/>
                    <a:pt x="534" y="1218"/>
                  </a:cubicBezTo>
                  <a:cubicBezTo>
                    <a:pt x="485" y="1200"/>
                    <a:pt x="482" y="1196"/>
                    <a:pt x="479" y="1193"/>
                  </a:cubicBezTo>
                  <a:cubicBezTo>
                    <a:pt x="454" y="1186"/>
                    <a:pt x="450" y="1184"/>
                    <a:pt x="446" y="1184"/>
                  </a:cubicBezTo>
                  <a:cubicBezTo>
                    <a:pt x="389" y="1155"/>
                    <a:pt x="374" y="1155"/>
                    <a:pt x="361" y="1140"/>
                  </a:cubicBezTo>
                  <a:cubicBezTo>
                    <a:pt x="332" y="1126"/>
                    <a:pt x="326" y="1117"/>
                    <a:pt x="318" y="1117"/>
                  </a:cubicBezTo>
                  <a:cubicBezTo>
                    <a:pt x="296" y="1099"/>
                    <a:pt x="291" y="1096"/>
                    <a:pt x="284" y="1096"/>
                  </a:cubicBezTo>
                  <a:cubicBezTo>
                    <a:pt x="297" y="1108"/>
                    <a:pt x="302" y="1107"/>
                    <a:pt x="305" y="1110"/>
                  </a:cubicBezTo>
                  <a:cubicBezTo>
                    <a:pt x="326" y="1125"/>
                    <a:pt x="329" y="1128"/>
                    <a:pt x="333" y="1134"/>
                  </a:cubicBezTo>
                  <a:cubicBezTo>
                    <a:pt x="387" y="1166"/>
                    <a:pt x="394" y="1176"/>
                    <a:pt x="401" y="1181"/>
                  </a:cubicBezTo>
                  <a:cubicBezTo>
                    <a:pt x="430" y="1196"/>
                    <a:pt x="433" y="1199"/>
                    <a:pt x="437" y="1204"/>
                  </a:cubicBezTo>
                  <a:cubicBezTo>
                    <a:pt x="480" y="1225"/>
                    <a:pt x="488" y="1230"/>
                    <a:pt x="496" y="1231"/>
                  </a:cubicBezTo>
                  <a:cubicBezTo>
                    <a:pt x="512" y="1244"/>
                    <a:pt x="515" y="1239"/>
                    <a:pt x="516" y="1244"/>
                  </a:cubicBezTo>
                  <a:cubicBezTo>
                    <a:pt x="550" y="1257"/>
                    <a:pt x="553" y="1259"/>
                    <a:pt x="557" y="1260"/>
                  </a:cubicBezTo>
                  <a:cubicBezTo>
                    <a:pt x="595" y="1278"/>
                    <a:pt x="602" y="1276"/>
                    <a:pt x="608" y="1283"/>
                  </a:cubicBezTo>
                  <a:cubicBezTo>
                    <a:pt x="633" y="1289"/>
                    <a:pt x="638" y="1292"/>
                    <a:pt x="642" y="1290"/>
                  </a:cubicBezTo>
                  <a:cubicBezTo>
                    <a:pt x="671" y="1306"/>
                    <a:pt x="673" y="1306"/>
                    <a:pt x="672" y="1309"/>
                  </a:cubicBezTo>
                  <a:cubicBezTo>
                    <a:pt x="688" y="1331"/>
                    <a:pt x="675" y="1322"/>
                    <a:pt x="660" y="1323"/>
                  </a:cubicBezTo>
                  <a:cubicBezTo>
                    <a:pt x="632" y="1317"/>
                    <a:pt x="625" y="1308"/>
                    <a:pt x="617" y="1311"/>
                  </a:cubicBezTo>
                  <a:cubicBezTo>
                    <a:pt x="588" y="1307"/>
                    <a:pt x="582" y="1296"/>
                    <a:pt x="574" y="1299"/>
                  </a:cubicBezTo>
                  <a:cubicBezTo>
                    <a:pt x="545" y="1291"/>
                    <a:pt x="539" y="1284"/>
                    <a:pt x="531" y="1284"/>
                  </a:cubicBezTo>
                  <a:cubicBezTo>
                    <a:pt x="518" y="1276"/>
                    <a:pt x="514" y="1277"/>
                    <a:pt x="511" y="1275"/>
                  </a:cubicBezTo>
                  <a:cubicBezTo>
                    <a:pt x="466" y="1250"/>
                    <a:pt x="462" y="1253"/>
                    <a:pt x="459" y="1247"/>
                  </a:cubicBezTo>
                  <a:cubicBezTo>
                    <a:pt x="425" y="1226"/>
                    <a:pt x="420" y="1229"/>
                    <a:pt x="418" y="1223"/>
                  </a:cubicBezTo>
                  <a:cubicBezTo>
                    <a:pt x="384" y="1200"/>
                    <a:pt x="381" y="1195"/>
                    <a:pt x="377" y="1196"/>
                  </a:cubicBezTo>
                  <a:cubicBezTo>
                    <a:pt x="435" y="1244"/>
                    <a:pt x="446" y="1249"/>
                    <a:pt x="456" y="1258"/>
                  </a:cubicBezTo>
                  <a:cubicBezTo>
                    <a:pt x="492" y="1278"/>
                    <a:pt x="498" y="1276"/>
                    <a:pt x="504" y="1280"/>
                  </a:cubicBezTo>
                  <a:cubicBezTo>
                    <a:pt x="525" y="1289"/>
                    <a:pt x="530" y="1291"/>
                    <a:pt x="536" y="1294"/>
                  </a:cubicBezTo>
                  <a:cubicBezTo>
                    <a:pt x="557" y="1301"/>
                    <a:pt x="562" y="1305"/>
                    <a:pt x="568" y="1306"/>
                  </a:cubicBezTo>
                  <a:cubicBezTo>
                    <a:pt x="590" y="1309"/>
                    <a:pt x="595" y="1319"/>
                    <a:pt x="601" y="1315"/>
                  </a:cubicBezTo>
                  <a:cubicBezTo>
                    <a:pt x="677" y="1338"/>
                    <a:pt x="682" y="1337"/>
                    <a:pt x="686" y="1337"/>
                  </a:cubicBezTo>
                  <a:cubicBezTo>
                    <a:pt x="717" y="1352"/>
                    <a:pt x="722" y="1353"/>
                    <a:pt x="726" y="1359"/>
                  </a:cubicBezTo>
                  <a:cubicBezTo>
                    <a:pt x="698" y="1354"/>
                    <a:pt x="691" y="1350"/>
                    <a:pt x="684" y="1349"/>
                  </a:cubicBezTo>
                  <a:cubicBezTo>
                    <a:pt x="670" y="1348"/>
                    <a:pt x="667" y="1343"/>
                    <a:pt x="663" y="1345"/>
                  </a:cubicBezTo>
                  <a:cubicBezTo>
                    <a:pt x="627" y="1341"/>
                    <a:pt x="624" y="1336"/>
                    <a:pt x="620" y="1338"/>
                  </a:cubicBezTo>
                  <a:cubicBezTo>
                    <a:pt x="560" y="1320"/>
                    <a:pt x="556" y="1320"/>
                    <a:pt x="553" y="1319"/>
                  </a:cubicBezTo>
                  <a:cubicBezTo>
                    <a:pt x="518" y="1303"/>
                    <a:pt x="512" y="1300"/>
                    <a:pt x="505" y="1300"/>
                  </a:cubicBezTo>
                  <a:cubicBezTo>
                    <a:pt x="488" y="1293"/>
                    <a:pt x="487" y="1289"/>
                    <a:pt x="485" y="1290"/>
                  </a:cubicBezTo>
                  <a:cubicBezTo>
                    <a:pt x="521" y="1315"/>
                    <a:pt x="524" y="1319"/>
                    <a:pt x="528" y="1318"/>
                  </a:cubicBezTo>
                  <a:cubicBezTo>
                    <a:pt x="566" y="1335"/>
                    <a:pt x="569" y="1341"/>
                    <a:pt x="572" y="1346"/>
                  </a:cubicBezTo>
                  <a:cubicBezTo>
                    <a:pt x="604" y="1356"/>
                    <a:pt x="608" y="1362"/>
                    <a:pt x="611" y="1366"/>
                  </a:cubicBezTo>
                  <a:cubicBezTo>
                    <a:pt x="652" y="1386"/>
                    <a:pt x="660" y="1398"/>
                    <a:pt x="669" y="1400"/>
                  </a:cubicBezTo>
                  <a:cubicBezTo>
                    <a:pt x="717" y="1420"/>
                    <a:pt x="721" y="1423"/>
                    <a:pt x="726" y="1423"/>
                  </a:cubicBezTo>
                  <a:cubicBezTo>
                    <a:pt x="789" y="1445"/>
                    <a:pt x="794" y="1444"/>
                    <a:pt x="799" y="1446"/>
                  </a:cubicBezTo>
                  <a:cubicBezTo>
                    <a:pt x="834" y="1455"/>
                    <a:pt x="839" y="1460"/>
                    <a:pt x="844" y="1460"/>
                  </a:cubicBezTo>
                  <a:cubicBezTo>
                    <a:pt x="868" y="1469"/>
                    <a:pt x="872" y="1468"/>
                    <a:pt x="870" y="1471"/>
                  </a:cubicBezTo>
                  <a:cubicBezTo>
                    <a:pt x="799" y="1494"/>
                    <a:pt x="796" y="1495"/>
                    <a:pt x="792" y="1497"/>
                  </a:cubicBezTo>
                  <a:cubicBezTo>
                    <a:pt x="807" y="1500"/>
                    <a:pt x="814" y="1498"/>
                    <a:pt x="821" y="1492"/>
                  </a:cubicBezTo>
                  <a:cubicBezTo>
                    <a:pt x="853" y="1487"/>
                    <a:pt x="846" y="1492"/>
                    <a:pt x="840" y="1492"/>
                  </a:cubicBezTo>
                  <a:cubicBezTo>
                    <a:pt x="845" y="1498"/>
                    <a:pt x="850" y="1500"/>
                    <a:pt x="857" y="1494"/>
                  </a:cubicBezTo>
                  <a:cubicBezTo>
                    <a:pt x="896" y="1495"/>
                    <a:pt x="902" y="1495"/>
                    <a:pt x="906" y="1499"/>
                  </a:cubicBezTo>
                  <a:cubicBezTo>
                    <a:pt x="937" y="1499"/>
                    <a:pt x="939" y="1509"/>
                    <a:pt x="944" y="1507"/>
                  </a:cubicBezTo>
                  <a:cubicBezTo>
                    <a:pt x="979" y="1513"/>
                    <a:pt x="980" y="1525"/>
                    <a:pt x="984" y="1518"/>
                  </a:cubicBezTo>
                  <a:close/>
                  <a:moveTo>
                    <a:pt x="194" y="560"/>
                  </a:moveTo>
                  <a:cubicBezTo>
                    <a:pt x="193" y="556"/>
                    <a:pt x="197" y="560"/>
                    <a:pt x="199" y="563"/>
                  </a:cubicBezTo>
                  <a:cubicBezTo>
                    <a:pt x="200" y="567"/>
                    <a:pt x="196" y="563"/>
                    <a:pt x="194" y="560"/>
                  </a:cubicBezTo>
                  <a:close/>
                  <a:moveTo>
                    <a:pt x="272" y="655"/>
                  </a:moveTo>
                  <a:cubicBezTo>
                    <a:pt x="271" y="660"/>
                    <a:pt x="274" y="665"/>
                    <a:pt x="273" y="670"/>
                  </a:cubicBezTo>
                  <a:cubicBezTo>
                    <a:pt x="266" y="671"/>
                    <a:pt x="272" y="661"/>
                    <a:pt x="269" y="657"/>
                  </a:cubicBezTo>
                  <a:cubicBezTo>
                    <a:pt x="270" y="652"/>
                    <a:pt x="269" y="647"/>
                    <a:pt x="268" y="641"/>
                  </a:cubicBezTo>
                  <a:cubicBezTo>
                    <a:pt x="275" y="641"/>
                    <a:pt x="269" y="651"/>
                    <a:pt x="272" y="655"/>
                  </a:cubicBezTo>
                  <a:close/>
                  <a:moveTo>
                    <a:pt x="268" y="727"/>
                  </a:moveTo>
                  <a:cubicBezTo>
                    <a:pt x="276" y="724"/>
                    <a:pt x="273" y="733"/>
                    <a:pt x="279" y="738"/>
                  </a:cubicBezTo>
                  <a:cubicBezTo>
                    <a:pt x="274" y="741"/>
                    <a:pt x="272" y="730"/>
                    <a:pt x="268" y="727"/>
                  </a:cubicBezTo>
                  <a:close/>
                  <a:moveTo>
                    <a:pt x="290" y="751"/>
                  </a:moveTo>
                  <a:cubicBezTo>
                    <a:pt x="298" y="753"/>
                    <a:pt x="300" y="766"/>
                    <a:pt x="303" y="772"/>
                  </a:cubicBezTo>
                  <a:cubicBezTo>
                    <a:pt x="296" y="771"/>
                    <a:pt x="298" y="758"/>
                    <a:pt x="290" y="751"/>
                  </a:cubicBezTo>
                  <a:close/>
                  <a:moveTo>
                    <a:pt x="308" y="784"/>
                  </a:moveTo>
                  <a:cubicBezTo>
                    <a:pt x="319" y="781"/>
                    <a:pt x="311" y="795"/>
                    <a:pt x="318" y="801"/>
                  </a:cubicBezTo>
                  <a:cubicBezTo>
                    <a:pt x="308" y="801"/>
                    <a:pt x="317" y="790"/>
                    <a:pt x="308" y="784"/>
                  </a:cubicBezTo>
                  <a:close/>
                  <a:moveTo>
                    <a:pt x="335" y="731"/>
                  </a:moveTo>
                  <a:cubicBezTo>
                    <a:pt x="331" y="739"/>
                    <a:pt x="333" y="748"/>
                    <a:pt x="329" y="756"/>
                  </a:cubicBezTo>
                  <a:cubicBezTo>
                    <a:pt x="331" y="839"/>
                    <a:pt x="330" y="829"/>
                    <a:pt x="331" y="827"/>
                  </a:cubicBezTo>
                  <a:cubicBezTo>
                    <a:pt x="322" y="788"/>
                    <a:pt x="320" y="778"/>
                    <a:pt x="322" y="769"/>
                  </a:cubicBezTo>
                  <a:cubicBezTo>
                    <a:pt x="318" y="724"/>
                    <a:pt x="317" y="720"/>
                    <a:pt x="317" y="717"/>
                  </a:cubicBezTo>
                  <a:cubicBezTo>
                    <a:pt x="318" y="666"/>
                    <a:pt x="315" y="662"/>
                    <a:pt x="318" y="659"/>
                  </a:cubicBezTo>
                  <a:cubicBezTo>
                    <a:pt x="321" y="617"/>
                    <a:pt x="325" y="610"/>
                    <a:pt x="326" y="603"/>
                  </a:cubicBezTo>
                  <a:cubicBezTo>
                    <a:pt x="329" y="554"/>
                    <a:pt x="337" y="551"/>
                    <a:pt x="334" y="546"/>
                  </a:cubicBezTo>
                  <a:cubicBezTo>
                    <a:pt x="340" y="528"/>
                    <a:pt x="337" y="525"/>
                    <a:pt x="340" y="524"/>
                  </a:cubicBezTo>
                  <a:cubicBezTo>
                    <a:pt x="358" y="455"/>
                    <a:pt x="361" y="441"/>
                    <a:pt x="367" y="427"/>
                  </a:cubicBezTo>
                  <a:cubicBezTo>
                    <a:pt x="372" y="400"/>
                    <a:pt x="369" y="396"/>
                    <a:pt x="372" y="393"/>
                  </a:cubicBezTo>
                  <a:cubicBezTo>
                    <a:pt x="373" y="371"/>
                    <a:pt x="375" y="370"/>
                    <a:pt x="377" y="374"/>
                  </a:cubicBezTo>
                  <a:cubicBezTo>
                    <a:pt x="377" y="403"/>
                    <a:pt x="376" y="410"/>
                    <a:pt x="376" y="417"/>
                  </a:cubicBezTo>
                  <a:cubicBezTo>
                    <a:pt x="376" y="432"/>
                    <a:pt x="379" y="436"/>
                    <a:pt x="376" y="439"/>
                  </a:cubicBezTo>
                  <a:cubicBezTo>
                    <a:pt x="374" y="475"/>
                    <a:pt x="370" y="478"/>
                    <a:pt x="372" y="482"/>
                  </a:cubicBezTo>
                  <a:cubicBezTo>
                    <a:pt x="363" y="531"/>
                    <a:pt x="358" y="537"/>
                    <a:pt x="363" y="545"/>
                  </a:cubicBezTo>
                  <a:cubicBezTo>
                    <a:pt x="349" y="586"/>
                    <a:pt x="354" y="590"/>
                    <a:pt x="351" y="593"/>
                  </a:cubicBezTo>
                  <a:cubicBezTo>
                    <a:pt x="346" y="626"/>
                    <a:pt x="344" y="633"/>
                    <a:pt x="342" y="640"/>
                  </a:cubicBezTo>
                  <a:cubicBezTo>
                    <a:pt x="338" y="668"/>
                    <a:pt x="336" y="675"/>
                    <a:pt x="335" y="682"/>
                  </a:cubicBezTo>
                  <a:close/>
                  <a:moveTo>
                    <a:pt x="377" y="918"/>
                  </a:moveTo>
                  <a:cubicBezTo>
                    <a:pt x="384" y="917"/>
                    <a:pt x="377" y="927"/>
                    <a:pt x="384" y="931"/>
                  </a:cubicBezTo>
                  <a:cubicBezTo>
                    <a:pt x="377" y="932"/>
                    <a:pt x="376" y="921"/>
                    <a:pt x="377" y="918"/>
                  </a:cubicBezTo>
                  <a:close/>
                  <a:moveTo>
                    <a:pt x="383" y="897"/>
                  </a:moveTo>
                  <a:cubicBezTo>
                    <a:pt x="382" y="892"/>
                    <a:pt x="387" y="897"/>
                    <a:pt x="385" y="899"/>
                  </a:cubicBezTo>
                  <a:cubicBezTo>
                    <a:pt x="387" y="902"/>
                    <a:pt x="385" y="904"/>
                    <a:pt x="388" y="907"/>
                  </a:cubicBezTo>
                  <a:cubicBezTo>
                    <a:pt x="387" y="914"/>
                    <a:pt x="383" y="899"/>
                    <a:pt x="383" y="897"/>
                  </a:cubicBezTo>
                  <a:close/>
                  <a:moveTo>
                    <a:pt x="454" y="1071"/>
                  </a:moveTo>
                  <a:cubicBezTo>
                    <a:pt x="452" y="1070"/>
                    <a:pt x="449" y="1072"/>
                    <a:pt x="447" y="1068"/>
                  </a:cubicBezTo>
                  <a:cubicBezTo>
                    <a:pt x="405" y="1048"/>
                    <a:pt x="400" y="1045"/>
                    <a:pt x="395" y="1044"/>
                  </a:cubicBezTo>
                  <a:cubicBezTo>
                    <a:pt x="344" y="1022"/>
                    <a:pt x="338" y="1021"/>
                    <a:pt x="333" y="1018"/>
                  </a:cubicBezTo>
                  <a:cubicBezTo>
                    <a:pt x="314" y="1012"/>
                    <a:pt x="310" y="1001"/>
                    <a:pt x="304" y="1004"/>
                  </a:cubicBezTo>
                  <a:cubicBezTo>
                    <a:pt x="227" y="958"/>
                    <a:pt x="222" y="952"/>
                    <a:pt x="217" y="949"/>
                  </a:cubicBezTo>
                  <a:cubicBezTo>
                    <a:pt x="187" y="918"/>
                    <a:pt x="197" y="935"/>
                    <a:pt x="210" y="935"/>
                  </a:cubicBezTo>
                  <a:cubicBezTo>
                    <a:pt x="249" y="953"/>
                    <a:pt x="254" y="958"/>
                    <a:pt x="260" y="960"/>
                  </a:cubicBezTo>
                  <a:cubicBezTo>
                    <a:pt x="301" y="977"/>
                    <a:pt x="306" y="982"/>
                    <a:pt x="311" y="983"/>
                  </a:cubicBezTo>
                  <a:cubicBezTo>
                    <a:pt x="357" y="1005"/>
                    <a:pt x="360" y="1006"/>
                    <a:pt x="363" y="1007"/>
                  </a:cubicBezTo>
                  <a:cubicBezTo>
                    <a:pt x="404" y="1025"/>
                    <a:pt x="402" y="1033"/>
                    <a:pt x="409" y="1031"/>
                  </a:cubicBezTo>
                  <a:cubicBezTo>
                    <a:pt x="437" y="1049"/>
                    <a:pt x="439" y="1056"/>
                    <a:pt x="441" y="1053"/>
                  </a:cubicBezTo>
                  <a:cubicBezTo>
                    <a:pt x="464" y="1081"/>
                    <a:pt x="459" y="1076"/>
                    <a:pt x="454" y="1071"/>
                  </a:cubicBezTo>
                  <a:close/>
                  <a:moveTo>
                    <a:pt x="268" y="1051"/>
                  </a:moveTo>
                  <a:cubicBezTo>
                    <a:pt x="271" y="1051"/>
                    <a:pt x="273" y="1052"/>
                    <a:pt x="276" y="1054"/>
                  </a:cubicBezTo>
                  <a:cubicBezTo>
                    <a:pt x="278" y="1059"/>
                    <a:pt x="270" y="1054"/>
                    <a:pt x="268" y="1051"/>
                  </a:cubicBezTo>
                  <a:close/>
                  <a:moveTo>
                    <a:pt x="580" y="1214"/>
                  </a:moveTo>
                  <a:cubicBezTo>
                    <a:pt x="573" y="1211"/>
                    <a:pt x="567" y="1205"/>
                    <a:pt x="560" y="1205"/>
                  </a:cubicBezTo>
                  <a:cubicBezTo>
                    <a:pt x="529" y="1186"/>
                    <a:pt x="526" y="1184"/>
                    <a:pt x="522" y="1186"/>
                  </a:cubicBezTo>
                  <a:cubicBezTo>
                    <a:pt x="481" y="1169"/>
                    <a:pt x="479" y="1162"/>
                    <a:pt x="475" y="1164"/>
                  </a:cubicBezTo>
                  <a:cubicBezTo>
                    <a:pt x="441" y="1147"/>
                    <a:pt x="434" y="1148"/>
                    <a:pt x="428" y="1143"/>
                  </a:cubicBezTo>
                  <a:cubicBezTo>
                    <a:pt x="404" y="1135"/>
                    <a:pt x="402" y="1125"/>
                    <a:pt x="398" y="1127"/>
                  </a:cubicBezTo>
                  <a:cubicBezTo>
                    <a:pt x="345" y="1102"/>
                    <a:pt x="339" y="1102"/>
                    <a:pt x="333" y="1096"/>
                  </a:cubicBezTo>
                  <a:cubicBezTo>
                    <a:pt x="282" y="1057"/>
                    <a:pt x="286" y="1056"/>
                    <a:pt x="289" y="1061"/>
                  </a:cubicBezTo>
                  <a:cubicBezTo>
                    <a:pt x="303" y="1065"/>
                    <a:pt x="306" y="1064"/>
                    <a:pt x="309" y="1067"/>
                  </a:cubicBezTo>
                  <a:cubicBezTo>
                    <a:pt x="329" y="1073"/>
                    <a:pt x="332" y="1077"/>
                    <a:pt x="336" y="1075"/>
                  </a:cubicBezTo>
                  <a:cubicBezTo>
                    <a:pt x="382" y="1096"/>
                    <a:pt x="389" y="1094"/>
                    <a:pt x="395" y="1100"/>
                  </a:cubicBezTo>
                  <a:cubicBezTo>
                    <a:pt x="420" y="1110"/>
                    <a:pt x="426" y="1117"/>
                    <a:pt x="433" y="1116"/>
                  </a:cubicBezTo>
                  <a:cubicBezTo>
                    <a:pt x="475" y="1138"/>
                    <a:pt x="479" y="1137"/>
                    <a:pt x="482" y="1140"/>
                  </a:cubicBezTo>
                  <a:cubicBezTo>
                    <a:pt x="503" y="1150"/>
                    <a:pt x="505" y="1157"/>
                    <a:pt x="509" y="1155"/>
                  </a:cubicBezTo>
                  <a:cubicBezTo>
                    <a:pt x="552" y="1189"/>
                    <a:pt x="558" y="1193"/>
                    <a:pt x="565" y="1196"/>
                  </a:cubicBezTo>
                  <a:close/>
                  <a:moveTo>
                    <a:pt x="617" y="1274"/>
                  </a:moveTo>
                  <a:cubicBezTo>
                    <a:pt x="613" y="1273"/>
                    <a:pt x="608" y="1272"/>
                    <a:pt x="604" y="1270"/>
                  </a:cubicBezTo>
                  <a:cubicBezTo>
                    <a:pt x="596" y="1264"/>
                    <a:pt x="587" y="1264"/>
                    <a:pt x="579" y="1258"/>
                  </a:cubicBezTo>
                  <a:cubicBezTo>
                    <a:pt x="575" y="1258"/>
                    <a:pt x="570" y="1256"/>
                    <a:pt x="566" y="1254"/>
                  </a:cubicBezTo>
                  <a:cubicBezTo>
                    <a:pt x="562" y="1252"/>
                    <a:pt x="558" y="1249"/>
                    <a:pt x="554" y="1249"/>
                  </a:cubicBezTo>
                  <a:cubicBezTo>
                    <a:pt x="546" y="1247"/>
                    <a:pt x="537" y="1243"/>
                    <a:pt x="529" y="1240"/>
                  </a:cubicBezTo>
                  <a:cubicBezTo>
                    <a:pt x="513" y="1231"/>
                    <a:pt x="495" y="1229"/>
                    <a:pt x="480" y="1216"/>
                  </a:cubicBezTo>
                  <a:cubicBezTo>
                    <a:pt x="475" y="1215"/>
                    <a:pt x="471" y="1216"/>
                    <a:pt x="467" y="1209"/>
                  </a:cubicBezTo>
                  <a:cubicBezTo>
                    <a:pt x="462" y="1214"/>
                    <a:pt x="460" y="1202"/>
                    <a:pt x="455" y="1204"/>
                  </a:cubicBezTo>
                  <a:cubicBezTo>
                    <a:pt x="447" y="1200"/>
                    <a:pt x="439" y="1194"/>
                    <a:pt x="431" y="1192"/>
                  </a:cubicBezTo>
                  <a:cubicBezTo>
                    <a:pt x="427" y="1188"/>
                    <a:pt x="424" y="1185"/>
                    <a:pt x="420" y="1184"/>
                  </a:cubicBezTo>
                  <a:cubicBezTo>
                    <a:pt x="419" y="1181"/>
                    <a:pt x="421" y="1183"/>
                    <a:pt x="423" y="1182"/>
                  </a:cubicBezTo>
                  <a:cubicBezTo>
                    <a:pt x="425" y="1182"/>
                    <a:pt x="427" y="1183"/>
                    <a:pt x="429" y="1186"/>
                  </a:cubicBezTo>
                  <a:cubicBezTo>
                    <a:pt x="434" y="1181"/>
                    <a:pt x="436" y="1194"/>
                    <a:pt x="441" y="1188"/>
                  </a:cubicBezTo>
                  <a:cubicBezTo>
                    <a:pt x="447" y="1196"/>
                    <a:pt x="456" y="1192"/>
                    <a:pt x="462" y="1199"/>
                  </a:cubicBezTo>
                  <a:cubicBezTo>
                    <a:pt x="464" y="1201"/>
                    <a:pt x="467" y="1198"/>
                    <a:pt x="468" y="1200"/>
                  </a:cubicBezTo>
                  <a:cubicBezTo>
                    <a:pt x="470" y="1204"/>
                    <a:pt x="472" y="1203"/>
                    <a:pt x="475" y="1201"/>
                  </a:cubicBezTo>
                  <a:cubicBezTo>
                    <a:pt x="477" y="1208"/>
                    <a:pt x="482" y="1201"/>
                    <a:pt x="484" y="1208"/>
                  </a:cubicBezTo>
                  <a:cubicBezTo>
                    <a:pt x="492" y="1207"/>
                    <a:pt x="499" y="1213"/>
                    <a:pt x="506" y="1216"/>
                  </a:cubicBezTo>
                  <a:cubicBezTo>
                    <a:pt x="515" y="1216"/>
                    <a:pt x="522" y="1222"/>
                    <a:pt x="530" y="1226"/>
                  </a:cubicBezTo>
                  <a:cubicBezTo>
                    <a:pt x="538" y="1225"/>
                    <a:pt x="545" y="1230"/>
                    <a:pt x="552" y="1235"/>
                  </a:cubicBezTo>
                  <a:cubicBezTo>
                    <a:pt x="556" y="1235"/>
                    <a:pt x="559" y="1239"/>
                    <a:pt x="563" y="1240"/>
                  </a:cubicBezTo>
                  <a:cubicBezTo>
                    <a:pt x="567" y="1242"/>
                    <a:pt x="571" y="1239"/>
                    <a:pt x="573" y="1246"/>
                  </a:cubicBezTo>
                  <a:cubicBezTo>
                    <a:pt x="581" y="1247"/>
                    <a:pt x="588" y="1254"/>
                    <a:pt x="595" y="1254"/>
                  </a:cubicBezTo>
                  <a:cubicBezTo>
                    <a:pt x="597" y="1256"/>
                    <a:pt x="598" y="1258"/>
                    <a:pt x="599" y="1260"/>
                  </a:cubicBezTo>
                  <a:cubicBezTo>
                    <a:pt x="604" y="1262"/>
                    <a:pt x="609" y="1265"/>
                    <a:pt x="614" y="1265"/>
                  </a:cubicBezTo>
                  <a:cubicBezTo>
                    <a:pt x="618" y="1269"/>
                    <a:pt x="623" y="1274"/>
                    <a:pt x="628" y="1274"/>
                  </a:cubicBezTo>
                  <a:cubicBezTo>
                    <a:pt x="629" y="1283"/>
                    <a:pt x="620" y="1272"/>
                    <a:pt x="617" y="1274"/>
                  </a:cubicBezTo>
                  <a:close/>
                  <a:moveTo>
                    <a:pt x="805" y="1319"/>
                  </a:moveTo>
                  <a:cubicBezTo>
                    <a:pt x="807" y="1316"/>
                    <a:pt x="803" y="1312"/>
                    <a:pt x="802" y="1308"/>
                  </a:cubicBezTo>
                  <a:cubicBezTo>
                    <a:pt x="798" y="1300"/>
                    <a:pt x="801" y="1294"/>
                    <a:pt x="795" y="1286"/>
                  </a:cubicBezTo>
                  <a:cubicBezTo>
                    <a:pt x="796" y="1283"/>
                    <a:pt x="793" y="1279"/>
                    <a:pt x="792" y="1275"/>
                  </a:cubicBezTo>
                  <a:cubicBezTo>
                    <a:pt x="792" y="1271"/>
                    <a:pt x="789" y="1267"/>
                    <a:pt x="789" y="1263"/>
                  </a:cubicBezTo>
                  <a:cubicBezTo>
                    <a:pt x="784" y="1259"/>
                    <a:pt x="792" y="1257"/>
                    <a:pt x="786" y="1252"/>
                  </a:cubicBezTo>
                  <a:cubicBezTo>
                    <a:pt x="788" y="1249"/>
                    <a:pt x="782" y="1245"/>
                    <a:pt x="785" y="1242"/>
                  </a:cubicBezTo>
                  <a:cubicBezTo>
                    <a:pt x="779" y="1240"/>
                    <a:pt x="788" y="1232"/>
                    <a:pt x="782" y="1234"/>
                  </a:cubicBezTo>
                  <a:cubicBezTo>
                    <a:pt x="780" y="1230"/>
                    <a:pt x="785" y="1227"/>
                    <a:pt x="779" y="1223"/>
                  </a:cubicBezTo>
                  <a:cubicBezTo>
                    <a:pt x="777" y="1216"/>
                    <a:pt x="771" y="1208"/>
                    <a:pt x="775" y="1202"/>
                  </a:cubicBezTo>
                  <a:cubicBezTo>
                    <a:pt x="766" y="1186"/>
                    <a:pt x="772" y="1173"/>
                    <a:pt x="762" y="1157"/>
                  </a:cubicBezTo>
                  <a:cubicBezTo>
                    <a:pt x="762" y="1151"/>
                    <a:pt x="764" y="1145"/>
                    <a:pt x="759" y="1138"/>
                  </a:cubicBezTo>
                  <a:cubicBezTo>
                    <a:pt x="763" y="1133"/>
                    <a:pt x="757" y="1126"/>
                    <a:pt x="757" y="1120"/>
                  </a:cubicBezTo>
                  <a:cubicBezTo>
                    <a:pt x="762" y="1115"/>
                    <a:pt x="752" y="1107"/>
                    <a:pt x="757" y="1102"/>
                  </a:cubicBezTo>
                  <a:cubicBezTo>
                    <a:pt x="753" y="1095"/>
                    <a:pt x="756" y="1090"/>
                    <a:pt x="752" y="1084"/>
                  </a:cubicBezTo>
                  <a:cubicBezTo>
                    <a:pt x="757" y="1082"/>
                    <a:pt x="759" y="1092"/>
                    <a:pt x="763" y="1095"/>
                  </a:cubicBezTo>
                  <a:cubicBezTo>
                    <a:pt x="764" y="1101"/>
                    <a:pt x="771" y="1108"/>
                    <a:pt x="771" y="1113"/>
                  </a:cubicBezTo>
                  <a:cubicBezTo>
                    <a:pt x="774" y="1123"/>
                    <a:pt x="774" y="1132"/>
                    <a:pt x="777" y="1141"/>
                  </a:cubicBezTo>
                  <a:cubicBezTo>
                    <a:pt x="776" y="1145"/>
                    <a:pt x="777" y="1150"/>
                    <a:pt x="779" y="1155"/>
                  </a:cubicBezTo>
                  <a:cubicBezTo>
                    <a:pt x="776" y="1159"/>
                    <a:pt x="783" y="1164"/>
                    <a:pt x="780" y="1168"/>
                  </a:cubicBezTo>
                  <a:cubicBezTo>
                    <a:pt x="783" y="1178"/>
                    <a:pt x="783" y="1186"/>
                    <a:pt x="787" y="1196"/>
                  </a:cubicBezTo>
                  <a:cubicBezTo>
                    <a:pt x="784" y="1199"/>
                    <a:pt x="791" y="1205"/>
                    <a:pt x="788" y="1208"/>
                  </a:cubicBezTo>
                  <a:cubicBezTo>
                    <a:pt x="790" y="1213"/>
                    <a:pt x="790" y="1217"/>
                    <a:pt x="795" y="1222"/>
                  </a:cubicBezTo>
                  <a:cubicBezTo>
                    <a:pt x="789" y="1226"/>
                    <a:pt x="793" y="1231"/>
                    <a:pt x="797" y="1237"/>
                  </a:cubicBezTo>
                  <a:cubicBezTo>
                    <a:pt x="791" y="1240"/>
                    <a:pt x="797" y="1245"/>
                    <a:pt x="798" y="1249"/>
                  </a:cubicBezTo>
                  <a:cubicBezTo>
                    <a:pt x="792" y="1257"/>
                    <a:pt x="805" y="1267"/>
                    <a:pt x="800" y="1275"/>
                  </a:cubicBezTo>
                  <a:cubicBezTo>
                    <a:pt x="807" y="1281"/>
                    <a:pt x="801" y="1284"/>
                    <a:pt x="805" y="1290"/>
                  </a:cubicBezTo>
                  <a:cubicBezTo>
                    <a:pt x="807" y="1294"/>
                    <a:pt x="806" y="1298"/>
                    <a:pt x="806" y="1302"/>
                  </a:cubicBezTo>
                  <a:cubicBezTo>
                    <a:pt x="808" y="1311"/>
                    <a:pt x="809" y="1319"/>
                    <a:pt x="811" y="1328"/>
                  </a:cubicBezTo>
                  <a:cubicBezTo>
                    <a:pt x="805" y="1330"/>
                    <a:pt x="808" y="1322"/>
                    <a:pt x="805" y="1319"/>
                  </a:cubicBezTo>
                  <a:close/>
                  <a:moveTo>
                    <a:pt x="825" y="1377"/>
                  </a:moveTo>
                  <a:cubicBezTo>
                    <a:pt x="822" y="1373"/>
                    <a:pt x="823" y="1369"/>
                    <a:pt x="818" y="1364"/>
                  </a:cubicBezTo>
                  <a:cubicBezTo>
                    <a:pt x="822" y="1360"/>
                    <a:pt x="813" y="1353"/>
                    <a:pt x="816" y="1349"/>
                  </a:cubicBezTo>
                  <a:cubicBezTo>
                    <a:pt x="810" y="1344"/>
                    <a:pt x="813" y="1340"/>
                    <a:pt x="808" y="1335"/>
                  </a:cubicBezTo>
                  <a:cubicBezTo>
                    <a:pt x="816" y="1330"/>
                    <a:pt x="814" y="1343"/>
                    <a:pt x="816" y="1346"/>
                  </a:cubicBezTo>
                  <a:cubicBezTo>
                    <a:pt x="821" y="1352"/>
                    <a:pt x="818" y="1356"/>
                    <a:pt x="824" y="1362"/>
                  </a:cubicBezTo>
                  <a:cubicBezTo>
                    <a:pt x="821" y="1369"/>
                    <a:pt x="831" y="1379"/>
                    <a:pt x="832" y="1388"/>
                  </a:cubicBezTo>
                  <a:cubicBezTo>
                    <a:pt x="826" y="1390"/>
                    <a:pt x="828" y="1380"/>
                    <a:pt x="825" y="1377"/>
                  </a:cubicBezTo>
                  <a:close/>
                  <a:moveTo>
                    <a:pt x="750" y="1257"/>
                  </a:moveTo>
                  <a:cubicBezTo>
                    <a:pt x="752" y="1260"/>
                    <a:pt x="755" y="1264"/>
                    <a:pt x="757" y="1267"/>
                  </a:cubicBezTo>
                  <a:cubicBezTo>
                    <a:pt x="754" y="1272"/>
                    <a:pt x="762" y="1279"/>
                    <a:pt x="761" y="1284"/>
                  </a:cubicBezTo>
                  <a:cubicBezTo>
                    <a:pt x="759" y="1289"/>
                    <a:pt x="763" y="1294"/>
                    <a:pt x="764" y="1300"/>
                  </a:cubicBezTo>
                  <a:cubicBezTo>
                    <a:pt x="765" y="1305"/>
                    <a:pt x="771" y="1311"/>
                    <a:pt x="771" y="1317"/>
                  </a:cubicBezTo>
                  <a:cubicBezTo>
                    <a:pt x="774" y="1320"/>
                    <a:pt x="773" y="1322"/>
                    <a:pt x="774" y="1325"/>
                  </a:cubicBezTo>
                  <a:cubicBezTo>
                    <a:pt x="776" y="1327"/>
                    <a:pt x="778" y="1330"/>
                    <a:pt x="776" y="1332"/>
                  </a:cubicBezTo>
                  <a:cubicBezTo>
                    <a:pt x="783" y="1341"/>
                    <a:pt x="783" y="1356"/>
                    <a:pt x="792" y="1361"/>
                  </a:cubicBezTo>
                  <a:cubicBezTo>
                    <a:pt x="790" y="1363"/>
                    <a:pt x="793" y="1366"/>
                    <a:pt x="795" y="1369"/>
                  </a:cubicBezTo>
                  <a:cubicBezTo>
                    <a:pt x="797" y="1372"/>
                    <a:pt x="795" y="1374"/>
                    <a:pt x="798" y="1377"/>
                  </a:cubicBezTo>
                  <a:cubicBezTo>
                    <a:pt x="798" y="1382"/>
                    <a:pt x="807" y="1388"/>
                    <a:pt x="801" y="1392"/>
                  </a:cubicBezTo>
                  <a:cubicBezTo>
                    <a:pt x="779" y="1365"/>
                    <a:pt x="778" y="1342"/>
                    <a:pt x="763" y="1317"/>
                  </a:cubicBezTo>
                  <a:cubicBezTo>
                    <a:pt x="764" y="1312"/>
                    <a:pt x="764" y="1307"/>
                    <a:pt x="760" y="1301"/>
                  </a:cubicBezTo>
                  <a:cubicBezTo>
                    <a:pt x="762" y="1296"/>
                    <a:pt x="756" y="1291"/>
                    <a:pt x="757" y="1286"/>
                  </a:cubicBezTo>
                  <a:cubicBezTo>
                    <a:pt x="757" y="1281"/>
                    <a:pt x="754" y="1276"/>
                    <a:pt x="752" y="1271"/>
                  </a:cubicBezTo>
                  <a:cubicBezTo>
                    <a:pt x="754" y="1267"/>
                    <a:pt x="749" y="1261"/>
                    <a:pt x="750" y="1257"/>
                  </a:cubicBezTo>
                  <a:cubicBezTo>
                    <a:pt x="743" y="1251"/>
                    <a:pt x="755" y="1253"/>
                    <a:pt x="750" y="1257"/>
                  </a:cubicBezTo>
                  <a:close/>
                  <a:moveTo>
                    <a:pt x="732" y="1176"/>
                  </a:moveTo>
                  <a:cubicBezTo>
                    <a:pt x="734" y="1178"/>
                    <a:pt x="734" y="1179"/>
                    <a:pt x="733" y="1180"/>
                  </a:cubicBezTo>
                  <a:cubicBezTo>
                    <a:pt x="737" y="1184"/>
                    <a:pt x="732" y="1187"/>
                    <a:pt x="737" y="1191"/>
                  </a:cubicBezTo>
                  <a:cubicBezTo>
                    <a:pt x="733" y="1195"/>
                    <a:pt x="740" y="1200"/>
                    <a:pt x="737" y="1205"/>
                  </a:cubicBezTo>
                  <a:cubicBezTo>
                    <a:pt x="734" y="1200"/>
                    <a:pt x="733" y="1196"/>
                    <a:pt x="736" y="1192"/>
                  </a:cubicBezTo>
                  <a:cubicBezTo>
                    <a:pt x="731" y="1185"/>
                    <a:pt x="731" y="1179"/>
                    <a:pt x="730" y="1172"/>
                  </a:cubicBezTo>
                  <a:cubicBezTo>
                    <a:pt x="733" y="1171"/>
                    <a:pt x="730" y="1174"/>
                    <a:pt x="732" y="1176"/>
                  </a:cubicBezTo>
                  <a:close/>
                  <a:moveTo>
                    <a:pt x="727" y="1158"/>
                  </a:moveTo>
                  <a:cubicBezTo>
                    <a:pt x="726" y="1149"/>
                    <a:pt x="735" y="1168"/>
                    <a:pt x="728" y="1162"/>
                  </a:cubicBezTo>
                  <a:cubicBezTo>
                    <a:pt x="725" y="1160"/>
                    <a:pt x="728" y="1159"/>
                    <a:pt x="727" y="1158"/>
                  </a:cubicBezTo>
                  <a:close/>
                  <a:moveTo>
                    <a:pt x="687" y="988"/>
                  </a:moveTo>
                  <a:cubicBezTo>
                    <a:pt x="686" y="980"/>
                    <a:pt x="691" y="972"/>
                    <a:pt x="688" y="963"/>
                  </a:cubicBezTo>
                  <a:cubicBezTo>
                    <a:pt x="690" y="939"/>
                    <a:pt x="692" y="942"/>
                    <a:pt x="690" y="943"/>
                  </a:cubicBezTo>
                  <a:cubicBezTo>
                    <a:pt x="691" y="958"/>
                    <a:pt x="690" y="959"/>
                    <a:pt x="692" y="961"/>
                  </a:cubicBezTo>
                  <a:cubicBezTo>
                    <a:pt x="692" y="977"/>
                    <a:pt x="693" y="981"/>
                    <a:pt x="692" y="985"/>
                  </a:cubicBezTo>
                  <a:cubicBezTo>
                    <a:pt x="698" y="1018"/>
                    <a:pt x="694" y="1026"/>
                    <a:pt x="698" y="1034"/>
                  </a:cubicBezTo>
                  <a:cubicBezTo>
                    <a:pt x="707" y="1091"/>
                    <a:pt x="704" y="1098"/>
                    <a:pt x="708" y="1107"/>
                  </a:cubicBezTo>
                  <a:cubicBezTo>
                    <a:pt x="711" y="1139"/>
                    <a:pt x="716" y="1148"/>
                    <a:pt x="715" y="1156"/>
                  </a:cubicBezTo>
                  <a:cubicBezTo>
                    <a:pt x="725" y="1197"/>
                    <a:pt x="729" y="1214"/>
                    <a:pt x="734" y="1231"/>
                  </a:cubicBezTo>
                  <a:cubicBezTo>
                    <a:pt x="749" y="1288"/>
                    <a:pt x="747" y="1296"/>
                    <a:pt x="752" y="1306"/>
                  </a:cubicBezTo>
                  <a:cubicBezTo>
                    <a:pt x="764" y="1347"/>
                    <a:pt x="773" y="1364"/>
                    <a:pt x="782" y="1381"/>
                  </a:cubicBezTo>
                  <a:cubicBezTo>
                    <a:pt x="746" y="1345"/>
                    <a:pt x="746" y="1340"/>
                    <a:pt x="740" y="1333"/>
                  </a:cubicBezTo>
                  <a:cubicBezTo>
                    <a:pt x="729" y="1298"/>
                    <a:pt x="730" y="1290"/>
                    <a:pt x="721" y="1280"/>
                  </a:cubicBezTo>
                  <a:cubicBezTo>
                    <a:pt x="713" y="1238"/>
                    <a:pt x="715" y="1234"/>
                    <a:pt x="712" y="1230"/>
                  </a:cubicBezTo>
                  <a:cubicBezTo>
                    <a:pt x="706" y="1195"/>
                    <a:pt x="704" y="1194"/>
                    <a:pt x="704" y="1193"/>
                  </a:cubicBezTo>
                  <a:cubicBezTo>
                    <a:pt x="701" y="1173"/>
                    <a:pt x="699" y="1164"/>
                    <a:pt x="699" y="1156"/>
                  </a:cubicBezTo>
                  <a:cubicBezTo>
                    <a:pt x="691" y="1100"/>
                    <a:pt x="690" y="1092"/>
                    <a:pt x="691" y="1084"/>
                  </a:cubicBezTo>
                  <a:close/>
                  <a:moveTo>
                    <a:pt x="736" y="1347"/>
                  </a:moveTo>
                  <a:cubicBezTo>
                    <a:pt x="730" y="1348"/>
                    <a:pt x="730" y="1337"/>
                    <a:pt x="727" y="1334"/>
                  </a:cubicBezTo>
                  <a:cubicBezTo>
                    <a:pt x="734" y="1333"/>
                    <a:pt x="734" y="1344"/>
                    <a:pt x="736" y="1347"/>
                  </a:cubicBezTo>
                  <a:close/>
                  <a:moveTo>
                    <a:pt x="678" y="1070"/>
                  </a:moveTo>
                  <a:cubicBezTo>
                    <a:pt x="684" y="1068"/>
                    <a:pt x="678" y="1073"/>
                    <a:pt x="680" y="1076"/>
                  </a:cubicBezTo>
                  <a:cubicBezTo>
                    <a:pt x="684" y="1082"/>
                    <a:pt x="675" y="1078"/>
                    <a:pt x="678" y="1070"/>
                  </a:cubicBezTo>
                  <a:close/>
                  <a:moveTo>
                    <a:pt x="716" y="1310"/>
                  </a:moveTo>
                  <a:cubicBezTo>
                    <a:pt x="716" y="1305"/>
                    <a:pt x="710" y="1299"/>
                    <a:pt x="709" y="1294"/>
                  </a:cubicBezTo>
                  <a:cubicBezTo>
                    <a:pt x="710" y="1289"/>
                    <a:pt x="705" y="1283"/>
                    <a:pt x="706" y="1278"/>
                  </a:cubicBezTo>
                  <a:cubicBezTo>
                    <a:pt x="703" y="1275"/>
                    <a:pt x="704" y="1272"/>
                    <a:pt x="705" y="1270"/>
                  </a:cubicBezTo>
                  <a:cubicBezTo>
                    <a:pt x="702" y="1269"/>
                    <a:pt x="703" y="1267"/>
                    <a:pt x="702" y="1264"/>
                  </a:cubicBezTo>
                  <a:cubicBezTo>
                    <a:pt x="697" y="1253"/>
                    <a:pt x="697" y="1242"/>
                    <a:pt x="693" y="1230"/>
                  </a:cubicBezTo>
                  <a:cubicBezTo>
                    <a:pt x="694" y="1225"/>
                    <a:pt x="691" y="1219"/>
                    <a:pt x="693" y="1214"/>
                  </a:cubicBezTo>
                  <a:cubicBezTo>
                    <a:pt x="689" y="1208"/>
                    <a:pt x="692" y="1204"/>
                    <a:pt x="692" y="1199"/>
                  </a:cubicBezTo>
                  <a:cubicBezTo>
                    <a:pt x="686" y="1180"/>
                    <a:pt x="684" y="1162"/>
                    <a:pt x="683" y="1144"/>
                  </a:cubicBezTo>
                  <a:cubicBezTo>
                    <a:pt x="684" y="1135"/>
                    <a:pt x="679" y="1126"/>
                    <a:pt x="682" y="1117"/>
                  </a:cubicBezTo>
                  <a:cubicBezTo>
                    <a:pt x="676" y="1107"/>
                    <a:pt x="683" y="1100"/>
                    <a:pt x="679" y="1090"/>
                  </a:cubicBezTo>
                  <a:cubicBezTo>
                    <a:pt x="684" y="1088"/>
                    <a:pt x="681" y="1096"/>
                    <a:pt x="682" y="1099"/>
                  </a:cubicBezTo>
                  <a:cubicBezTo>
                    <a:pt x="682" y="1102"/>
                    <a:pt x="683" y="1106"/>
                    <a:pt x="682" y="1109"/>
                  </a:cubicBezTo>
                  <a:cubicBezTo>
                    <a:pt x="684" y="1117"/>
                    <a:pt x="686" y="1124"/>
                    <a:pt x="683" y="1130"/>
                  </a:cubicBezTo>
                  <a:cubicBezTo>
                    <a:pt x="686" y="1138"/>
                    <a:pt x="688" y="1145"/>
                    <a:pt x="689" y="1153"/>
                  </a:cubicBezTo>
                  <a:cubicBezTo>
                    <a:pt x="687" y="1156"/>
                    <a:pt x="691" y="1160"/>
                    <a:pt x="692" y="1164"/>
                  </a:cubicBezTo>
                  <a:cubicBezTo>
                    <a:pt x="687" y="1167"/>
                    <a:pt x="693" y="1171"/>
                    <a:pt x="690" y="1173"/>
                  </a:cubicBezTo>
                  <a:cubicBezTo>
                    <a:pt x="694" y="1180"/>
                    <a:pt x="697" y="1187"/>
                    <a:pt x="696" y="1193"/>
                  </a:cubicBezTo>
                  <a:cubicBezTo>
                    <a:pt x="697" y="1196"/>
                    <a:pt x="697" y="1199"/>
                    <a:pt x="698" y="1203"/>
                  </a:cubicBezTo>
                  <a:cubicBezTo>
                    <a:pt x="696" y="1206"/>
                    <a:pt x="702" y="1210"/>
                    <a:pt x="699" y="1212"/>
                  </a:cubicBezTo>
                  <a:cubicBezTo>
                    <a:pt x="702" y="1225"/>
                    <a:pt x="703" y="1237"/>
                    <a:pt x="707" y="1250"/>
                  </a:cubicBezTo>
                  <a:cubicBezTo>
                    <a:pt x="708" y="1274"/>
                    <a:pt x="726" y="1302"/>
                    <a:pt x="727" y="1326"/>
                  </a:cubicBezTo>
                  <a:cubicBezTo>
                    <a:pt x="721" y="1327"/>
                    <a:pt x="718" y="1315"/>
                    <a:pt x="716" y="1310"/>
                  </a:cubicBezTo>
                  <a:close/>
                  <a:moveTo>
                    <a:pt x="591" y="1343"/>
                  </a:moveTo>
                  <a:cubicBezTo>
                    <a:pt x="583" y="1344"/>
                    <a:pt x="576" y="1334"/>
                    <a:pt x="568" y="1336"/>
                  </a:cubicBezTo>
                  <a:cubicBezTo>
                    <a:pt x="565" y="1330"/>
                    <a:pt x="572" y="1336"/>
                    <a:pt x="574" y="1334"/>
                  </a:cubicBezTo>
                  <a:cubicBezTo>
                    <a:pt x="577" y="1336"/>
                    <a:pt x="579" y="1334"/>
                    <a:pt x="582" y="1336"/>
                  </a:cubicBezTo>
                  <a:cubicBezTo>
                    <a:pt x="587" y="1339"/>
                    <a:pt x="593" y="1337"/>
                    <a:pt x="598" y="1344"/>
                  </a:cubicBezTo>
                  <a:cubicBezTo>
                    <a:pt x="607" y="1344"/>
                    <a:pt x="617" y="1346"/>
                    <a:pt x="627" y="1347"/>
                  </a:cubicBezTo>
                  <a:cubicBezTo>
                    <a:pt x="632" y="1349"/>
                    <a:pt x="637" y="1350"/>
                    <a:pt x="642" y="1350"/>
                  </a:cubicBezTo>
                  <a:cubicBezTo>
                    <a:pt x="646" y="1353"/>
                    <a:pt x="651" y="1353"/>
                    <a:pt x="655" y="1354"/>
                  </a:cubicBezTo>
                  <a:cubicBezTo>
                    <a:pt x="661" y="1352"/>
                    <a:pt x="665" y="1356"/>
                    <a:pt x="671" y="1356"/>
                  </a:cubicBezTo>
                  <a:cubicBezTo>
                    <a:pt x="675" y="1357"/>
                    <a:pt x="680" y="1358"/>
                    <a:pt x="684" y="1360"/>
                  </a:cubicBezTo>
                  <a:cubicBezTo>
                    <a:pt x="693" y="1361"/>
                    <a:pt x="702" y="1366"/>
                    <a:pt x="711" y="1364"/>
                  </a:cubicBezTo>
                  <a:cubicBezTo>
                    <a:pt x="722" y="1373"/>
                    <a:pt x="735" y="1372"/>
                    <a:pt x="746" y="1380"/>
                  </a:cubicBezTo>
                  <a:cubicBezTo>
                    <a:pt x="750" y="1379"/>
                    <a:pt x="753" y="1379"/>
                    <a:pt x="755" y="1381"/>
                  </a:cubicBezTo>
                  <a:cubicBezTo>
                    <a:pt x="757" y="1389"/>
                    <a:pt x="762" y="1379"/>
                    <a:pt x="764" y="1386"/>
                  </a:cubicBezTo>
                  <a:cubicBezTo>
                    <a:pt x="770" y="1383"/>
                    <a:pt x="774" y="1394"/>
                    <a:pt x="781" y="1390"/>
                  </a:cubicBezTo>
                  <a:cubicBezTo>
                    <a:pt x="782" y="1393"/>
                    <a:pt x="784" y="1395"/>
                    <a:pt x="786" y="1394"/>
                  </a:cubicBezTo>
                  <a:cubicBezTo>
                    <a:pt x="786" y="1397"/>
                    <a:pt x="786" y="1399"/>
                    <a:pt x="789" y="1398"/>
                  </a:cubicBezTo>
                  <a:cubicBezTo>
                    <a:pt x="792" y="1398"/>
                    <a:pt x="795" y="1403"/>
                    <a:pt x="798" y="1407"/>
                  </a:cubicBezTo>
                  <a:cubicBezTo>
                    <a:pt x="791" y="1410"/>
                    <a:pt x="786" y="1403"/>
                    <a:pt x="780" y="1404"/>
                  </a:cubicBezTo>
                  <a:cubicBezTo>
                    <a:pt x="774" y="1399"/>
                    <a:pt x="768" y="1401"/>
                    <a:pt x="763" y="1395"/>
                  </a:cubicBezTo>
                  <a:cubicBezTo>
                    <a:pt x="758" y="1394"/>
                    <a:pt x="753" y="1395"/>
                    <a:pt x="749" y="1391"/>
                  </a:cubicBezTo>
                  <a:cubicBezTo>
                    <a:pt x="745" y="1391"/>
                    <a:pt x="741" y="1390"/>
                    <a:pt x="737" y="1389"/>
                  </a:cubicBezTo>
                  <a:cubicBezTo>
                    <a:pt x="729" y="1388"/>
                    <a:pt x="721" y="1384"/>
                    <a:pt x="713" y="1382"/>
                  </a:cubicBezTo>
                  <a:cubicBezTo>
                    <a:pt x="705" y="1380"/>
                    <a:pt x="696" y="1378"/>
                    <a:pt x="688" y="1376"/>
                  </a:cubicBezTo>
                  <a:cubicBezTo>
                    <a:pt x="679" y="1375"/>
                    <a:pt x="671" y="1373"/>
                    <a:pt x="664" y="1369"/>
                  </a:cubicBezTo>
                  <a:cubicBezTo>
                    <a:pt x="661" y="1368"/>
                    <a:pt x="658" y="1370"/>
                    <a:pt x="656" y="1366"/>
                  </a:cubicBezTo>
                  <a:cubicBezTo>
                    <a:pt x="654" y="1367"/>
                    <a:pt x="653" y="1364"/>
                    <a:pt x="650" y="1365"/>
                  </a:cubicBezTo>
                  <a:cubicBezTo>
                    <a:pt x="647" y="1361"/>
                    <a:pt x="642" y="1366"/>
                    <a:pt x="639" y="1360"/>
                  </a:cubicBezTo>
                  <a:cubicBezTo>
                    <a:pt x="630" y="1360"/>
                    <a:pt x="623" y="1356"/>
                    <a:pt x="615" y="1353"/>
                  </a:cubicBezTo>
                  <a:cubicBezTo>
                    <a:pt x="607" y="1348"/>
                    <a:pt x="599" y="1348"/>
                    <a:pt x="591" y="1343"/>
                  </a:cubicBezTo>
                  <a:close/>
                  <a:moveTo>
                    <a:pt x="862" y="1455"/>
                  </a:moveTo>
                  <a:cubicBezTo>
                    <a:pt x="859" y="1456"/>
                    <a:pt x="857" y="1456"/>
                    <a:pt x="854" y="1453"/>
                  </a:cubicBezTo>
                  <a:cubicBezTo>
                    <a:pt x="849" y="1453"/>
                    <a:pt x="844" y="1449"/>
                    <a:pt x="838" y="1448"/>
                  </a:cubicBezTo>
                  <a:cubicBezTo>
                    <a:pt x="828" y="1443"/>
                    <a:pt x="817" y="1443"/>
                    <a:pt x="807" y="1438"/>
                  </a:cubicBezTo>
                  <a:cubicBezTo>
                    <a:pt x="796" y="1436"/>
                    <a:pt x="786" y="1431"/>
                    <a:pt x="775" y="1431"/>
                  </a:cubicBezTo>
                  <a:cubicBezTo>
                    <a:pt x="771" y="1424"/>
                    <a:pt x="764" y="1431"/>
                    <a:pt x="759" y="1424"/>
                  </a:cubicBezTo>
                  <a:cubicBezTo>
                    <a:pt x="754" y="1427"/>
                    <a:pt x="750" y="1419"/>
                    <a:pt x="744" y="1422"/>
                  </a:cubicBezTo>
                  <a:cubicBezTo>
                    <a:pt x="734" y="1413"/>
                    <a:pt x="722" y="1416"/>
                    <a:pt x="712" y="1410"/>
                  </a:cubicBezTo>
                  <a:cubicBezTo>
                    <a:pt x="707" y="1405"/>
                    <a:pt x="700" y="1410"/>
                    <a:pt x="696" y="1402"/>
                  </a:cubicBezTo>
                  <a:cubicBezTo>
                    <a:pt x="690" y="1403"/>
                    <a:pt x="685" y="1401"/>
                    <a:pt x="681" y="1397"/>
                  </a:cubicBezTo>
                  <a:cubicBezTo>
                    <a:pt x="670" y="1394"/>
                    <a:pt x="660" y="1389"/>
                    <a:pt x="650" y="1384"/>
                  </a:cubicBezTo>
                  <a:cubicBezTo>
                    <a:pt x="646" y="1377"/>
                    <a:pt x="639" y="1382"/>
                    <a:pt x="635" y="1374"/>
                  </a:cubicBezTo>
                  <a:cubicBezTo>
                    <a:pt x="629" y="1374"/>
                    <a:pt x="625" y="1367"/>
                    <a:pt x="620" y="1368"/>
                  </a:cubicBezTo>
                  <a:cubicBezTo>
                    <a:pt x="619" y="1366"/>
                    <a:pt x="618" y="1364"/>
                    <a:pt x="616" y="1363"/>
                  </a:cubicBezTo>
                  <a:cubicBezTo>
                    <a:pt x="626" y="1363"/>
                    <a:pt x="635" y="1369"/>
                    <a:pt x="644" y="1372"/>
                  </a:cubicBezTo>
                  <a:cubicBezTo>
                    <a:pt x="654" y="1376"/>
                    <a:pt x="663" y="1379"/>
                    <a:pt x="673" y="1381"/>
                  </a:cubicBezTo>
                  <a:cubicBezTo>
                    <a:pt x="677" y="1385"/>
                    <a:pt x="682" y="1385"/>
                    <a:pt x="687" y="1387"/>
                  </a:cubicBezTo>
                  <a:cubicBezTo>
                    <a:pt x="690" y="1386"/>
                    <a:pt x="693" y="1387"/>
                    <a:pt x="695" y="1390"/>
                  </a:cubicBezTo>
                  <a:cubicBezTo>
                    <a:pt x="697" y="1387"/>
                    <a:pt x="699" y="1389"/>
                    <a:pt x="701" y="1391"/>
                  </a:cubicBezTo>
                  <a:cubicBezTo>
                    <a:pt x="706" y="1386"/>
                    <a:pt x="709" y="1395"/>
                    <a:pt x="715" y="1392"/>
                  </a:cubicBezTo>
                  <a:cubicBezTo>
                    <a:pt x="716" y="1396"/>
                    <a:pt x="720" y="1392"/>
                    <a:pt x="722" y="1394"/>
                  </a:cubicBezTo>
                  <a:cubicBezTo>
                    <a:pt x="724" y="1395"/>
                    <a:pt x="726" y="1396"/>
                    <a:pt x="728" y="1398"/>
                  </a:cubicBezTo>
                  <a:cubicBezTo>
                    <a:pt x="733" y="1400"/>
                    <a:pt x="738" y="1398"/>
                    <a:pt x="743" y="1401"/>
                  </a:cubicBezTo>
                  <a:cubicBezTo>
                    <a:pt x="748" y="1400"/>
                    <a:pt x="751" y="1407"/>
                    <a:pt x="757" y="1402"/>
                  </a:cubicBezTo>
                  <a:cubicBezTo>
                    <a:pt x="766" y="1410"/>
                    <a:pt x="776" y="1411"/>
                    <a:pt x="786" y="1416"/>
                  </a:cubicBezTo>
                  <a:cubicBezTo>
                    <a:pt x="796" y="1416"/>
                    <a:pt x="804" y="1425"/>
                    <a:pt x="814" y="1425"/>
                  </a:cubicBezTo>
                  <a:cubicBezTo>
                    <a:pt x="822" y="1434"/>
                    <a:pt x="833" y="1431"/>
                    <a:pt x="841" y="1438"/>
                  </a:cubicBezTo>
                  <a:cubicBezTo>
                    <a:pt x="850" y="1444"/>
                    <a:pt x="859" y="1451"/>
                    <a:pt x="868" y="1453"/>
                  </a:cubicBezTo>
                  <a:cubicBezTo>
                    <a:pt x="871" y="1458"/>
                    <a:pt x="863" y="1458"/>
                    <a:pt x="862" y="1455"/>
                  </a:cubicBezTo>
                  <a:close/>
                  <a:moveTo>
                    <a:pt x="840" y="1425"/>
                  </a:moveTo>
                  <a:cubicBezTo>
                    <a:pt x="842" y="1424"/>
                    <a:pt x="844" y="1423"/>
                    <a:pt x="846" y="1421"/>
                  </a:cubicBezTo>
                  <a:cubicBezTo>
                    <a:pt x="847" y="1424"/>
                    <a:pt x="849" y="1426"/>
                    <a:pt x="851" y="1428"/>
                  </a:cubicBezTo>
                  <a:cubicBezTo>
                    <a:pt x="846" y="1432"/>
                    <a:pt x="843" y="1428"/>
                    <a:pt x="840" y="1425"/>
                  </a:cubicBezTo>
                  <a:close/>
                  <a:moveTo>
                    <a:pt x="860" y="1430"/>
                  </a:moveTo>
                  <a:cubicBezTo>
                    <a:pt x="863" y="1427"/>
                    <a:pt x="855" y="1422"/>
                    <a:pt x="857" y="1419"/>
                  </a:cubicBezTo>
                  <a:cubicBezTo>
                    <a:pt x="837" y="1377"/>
                    <a:pt x="840" y="1373"/>
                    <a:pt x="834" y="1368"/>
                  </a:cubicBezTo>
                  <a:cubicBezTo>
                    <a:pt x="825" y="1337"/>
                    <a:pt x="822" y="1332"/>
                    <a:pt x="822" y="1328"/>
                  </a:cubicBezTo>
                  <a:cubicBezTo>
                    <a:pt x="816" y="1281"/>
                    <a:pt x="809" y="1272"/>
                    <a:pt x="808" y="1263"/>
                  </a:cubicBezTo>
                  <a:cubicBezTo>
                    <a:pt x="805" y="1231"/>
                    <a:pt x="802" y="1222"/>
                    <a:pt x="799" y="1214"/>
                  </a:cubicBezTo>
                  <a:cubicBezTo>
                    <a:pt x="788" y="1155"/>
                    <a:pt x="788" y="1147"/>
                    <a:pt x="784" y="1139"/>
                  </a:cubicBezTo>
                  <a:cubicBezTo>
                    <a:pt x="801" y="1169"/>
                    <a:pt x="802" y="1172"/>
                    <a:pt x="804" y="1175"/>
                  </a:cubicBezTo>
                  <a:cubicBezTo>
                    <a:pt x="817" y="1231"/>
                    <a:pt x="820" y="1237"/>
                    <a:pt x="819" y="1242"/>
                  </a:cubicBezTo>
                  <a:cubicBezTo>
                    <a:pt x="835" y="1298"/>
                    <a:pt x="831" y="1303"/>
                    <a:pt x="835" y="1309"/>
                  </a:cubicBezTo>
                  <a:cubicBezTo>
                    <a:pt x="846" y="1364"/>
                    <a:pt x="845" y="1369"/>
                    <a:pt x="847" y="1375"/>
                  </a:cubicBezTo>
                  <a:cubicBezTo>
                    <a:pt x="855" y="1404"/>
                    <a:pt x="856" y="1406"/>
                    <a:pt x="859" y="1409"/>
                  </a:cubicBezTo>
                  <a:close/>
                  <a:moveTo>
                    <a:pt x="866" y="1401"/>
                  </a:moveTo>
                  <a:cubicBezTo>
                    <a:pt x="866" y="1396"/>
                    <a:pt x="864" y="1391"/>
                    <a:pt x="863" y="1385"/>
                  </a:cubicBezTo>
                  <a:cubicBezTo>
                    <a:pt x="855" y="1379"/>
                    <a:pt x="863" y="1375"/>
                    <a:pt x="856" y="1368"/>
                  </a:cubicBezTo>
                  <a:cubicBezTo>
                    <a:pt x="856" y="1363"/>
                    <a:pt x="852" y="1357"/>
                    <a:pt x="856" y="1353"/>
                  </a:cubicBezTo>
                  <a:cubicBezTo>
                    <a:pt x="852" y="1352"/>
                    <a:pt x="853" y="1350"/>
                    <a:pt x="852" y="1347"/>
                  </a:cubicBezTo>
                  <a:cubicBezTo>
                    <a:pt x="854" y="1345"/>
                    <a:pt x="848" y="1345"/>
                    <a:pt x="851" y="1343"/>
                  </a:cubicBezTo>
                  <a:cubicBezTo>
                    <a:pt x="850" y="1337"/>
                    <a:pt x="848" y="1332"/>
                    <a:pt x="848" y="1326"/>
                  </a:cubicBezTo>
                  <a:cubicBezTo>
                    <a:pt x="845" y="1321"/>
                    <a:pt x="846" y="1316"/>
                    <a:pt x="844" y="1310"/>
                  </a:cubicBezTo>
                  <a:cubicBezTo>
                    <a:pt x="841" y="1304"/>
                    <a:pt x="846" y="1300"/>
                    <a:pt x="840" y="1294"/>
                  </a:cubicBezTo>
                  <a:cubicBezTo>
                    <a:pt x="845" y="1289"/>
                    <a:pt x="838" y="1283"/>
                    <a:pt x="837" y="1278"/>
                  </a:cubicBezTo>
                  <a:cubicBezTo>
                    <a:pt x="837" y="1272"/>
                    <a:pt x="834" y="1267"/>
                    <a:pt x="833" y="1261"/>
                  </a:cubicBezTo>
                  <a:cubicBezTo>
                    <a:pt x="833" y="1251"/>
                    <a:pt x="827" y="1240"/>
                    <a:pt x="829" y="1230"/>
                  </a:cubicBezTo>
                  <a:cubicBezTo>
                    <a:pt x="823" y="1208"/>
                    <a:pt x="819" y="1186"/>
                    <a:pt x="806" y="1163"/>
                  </a:cubicBezTo>
                  <a:cubicBezTo>
                    <a:pt x="810" y="1161"/>
                    <a:pt x="812" y="1170"/>
                    <a:pt x="815" y="1172"/>
                  </a:cubicBezTo>
                  <a:cubicBezTo>
                    <a:pt x="819" y="1171"/>
                    <a:pt x="816" y="1174"/>
                    <a:pt x="818" y="1176"/>
                  </a:cubicBezTo>
                  <a:cubicBezTo>
                    <a:pt x="819" y="1178"/>
                    <a:pt x="821" y="1180"/>
                    <a:pt x="822" y="1181"/>
                  </a:cubicBezTo>
                  <a:cubicBezTo>
                    <a:pt x="823" y="1187"/>
                    <a:pt x="828" y="1193"/>
                    <a:pt x="828" y="1198"/>
                  </a:cubicBezTo>
                  <a:cubicBezTo>
                    <a:pt x="828" y="1203"/>
                    <a:pt x="835" y="1209"/>
                    <a:pt x="834" y="1213"/>
                  </a:cubicBezTo>
                  <a:cubicBezTo>
                    <a:pt x="837" y="1218"/>
                    <a:pt x="836" y="1223"/>
                    <a:pt x="839" y="1228"/>
                  </a:cubicBezTo>
                  <a:cubicBezTo>
                    <a:pt x="846" y="1234"/>
                    <a:pt x="837" y="1237"/>
                    <a:pt x="844" y="1243"/>
                  </a:cubicBezTo>
                  <a:cubicBezTo>
                    <a:pt x="842" y="1245"/>
                    <a:pt x="847" y="1249"/>
                    <a:pt x="845" y="1251"/>
                  </a:cubicBezTo>
                  <a:cubicBezTo>
                    <a:pt x="845" y="1253"/>
                    <a:pt x="845" y="1255"/>
                    <a:pt x="847" y="1257"/>
                  </a:cubicBezTo>
                  <a:cubicBezTo>
                    <a:pt x="845" y="1262"/>
                    <a:pt x="849" y="1267"/>
                    <a:pt x="849" y="1272"/>
                  </a:cubicBezTo>
                  <a:cubicBezTo>
                    <a:pt x="851" y="1282"/>
                    <a:pt x="851" y="1291"/>
                    <a:pt x="856" y="1301"/>
                  </a:cubicBezTo>
                  <a:cubicBezTo>
                    <a:pt x="855" y="1321"/>
                    <a:pt x="863" y="1343"/>
                    <a:pt x="860" y="1363"/>
                  </a:cubicBezTo>
                  <a:cubicBezTo>
                    <a:pt x="865" y="1372"/>
                    <a:pt x="865" y="1380"/>
                    <a:pt x="868" y="1389"/>
                  </a:cubicBezTo>
                  <a:cubicBezTo>
                    <a:pt x="870" y="1398"/>
                    <a:pt x="875" y="1407"/>
                    <a:pt x="873" y="1415"/>
                  </a:cubicBezTo>
                  <a:cubicBezTo>
                    <a:pt x="867" y="1416"/>
                    <a:pt x="868" y="1405"/>
                    <a:pt x="866" y="1401"/>
                  </a:cubicBezTo>
                  <a:close/>
                  <a:moveTo>
                    <a:pt x="872" y="1421"/>
                  </a:moveTo>
                  <a:cubicBezTo>
                    <a:pt x="878" y="1421"/>
                    <a:pt x="879" y="1433"/>
                    <a:pt x="881" y="1437"/>
                  </a:cubicBezTo>
                  <a:cubicBezTo>
                    <a:pt x="873" y="1437"/>
                    <a:pt x="876" y="1426"/>
                    <a:pt x="872" y="1421"/>
                  </a:cubicBezTo>
                  <a:close/>
                  <a:moveTo>
                    <a:pt x="0" y="157"/>
                  </a:moveTo>
                  <a:cubicBezTo>
                    <a:pt x="0" y="158"/>
                    <a:pt x="0" y="158"/>
                    <a:pt x="0" y="158"/>
                  </a:cubicBezTo>
                  <a:cubicBezTo>
                    <a:pt x="0" y="158"/>
                    <a:pt x="1" y="157"/>
                    <a:pt x="1" y="157"/>
                  </a:cubicBezTo>
                  <a:cubicBezTo>
                    <a:pt x="1" y="157"/>
                    <a:pt x="0" y="157"/>
                    <a:pt x="0" y="157"/>
                  </a:cubicBezTo>
                  <a:close/>
                  <a:moveTo>
                    <a:pt x="1990" y="177"/>
                  </a:moveTo>
                  <a:cubicBezTo>
                    <a:pt x="1986" y="177"/>
                    <a:pt x="1989" y="180"/>
                    <a:pt x="1988" y="183"/>
                  </a:cubicBezTo>
                  <a:cubicBezTo>
                    <a:pt x="1987" y="200"/>
                    <a:pt x="1977" y="199"/>
                    <a:pt x="1977" y="203"/>
                  </a:cubicBezTo>
                  <a:cubicBezTo>
                    <a:pt x="1972" y="214"/>
                    <a:pt x="1973" y="215"/>
                    <a:pt x="1974" y="213"/>
                  </a:cubicBezTo>
                  <a:cubicBezTo>
                    <a:pt x="1987" y="201"/>
                    <a:pt x="1986" y="193"/>
                    <a:pt x="1988" y="190"/>
                  </a:cubicBezTo>
                  <a:cubicBezTo>
                    <a:pt x="2008" y="131"/>
                    <a:pt x="2015" y="118"/>
                    <a:pt x="2014" y="109"/>
                  </a:cubicBezTo>
                  <a:cubicBezTo>
                    <a:pt x="2029" y="70"/>
                    <a:pt x="2030" y="64"/>
                    <a:pt x="2028" y="63"/>
                  </a:cubicBezTo>
                  <a:cubicBezTo>
                    <a:pt x="2038" y="12"/>
                    <a:pt x="2039" y="6"/>
                    <a:pt x="2040" y="0"/>
                  </a:cubicBezTo>
                  <a:cubicBezTo>
                    <a:pt x="2031" y="29"/>
                    <a:pt x="2029" y="44"/>
                    <a:pt x="2027" y="60"/>
                  </a:cubicBezTo>
                  <a:cubicBezTo>
                    <a:pt x="2025" y="57"/>
                    <a:pt x="2024" y="42"/>
                    <a:pt x="2025" y="26"/>
                  </a:cubicBezTo>
                  <a:cubicBezTo>
                    <a:pt x="2026" y="2"/>
                    <a:pt x="2026" y="1"/>
                    <a:pt x="2026" y="0"/>
                  </a:cubicBezTo>
                  <a:cubicBezTo>
                    <a:pt x="2013" y="63"/>
                    <a:pt x="2011" y="101"/>
                    <a:pt x="2002" y="142"/>
                  </a:cubicBezTo>
                  <a:close/>
                  <a:moveTo>
                    <a:pt x="1971" y="192"/>
                  </a:moveTo>
                  <a:cubicBezTo>
                    <a:pt x="1982" y="160"/>
                    <a:pt x="1984" y="143"/>
                    <a:pt x="1990" y="113"/>
                  </a:cubicBezTo>
                  <a:cubicBezTo>
                    <a:pt x="1986" y="110"/>
                    <a:pt x="1995" y="99"/>
                    <a:pt x="1991" y="95"/>
                  </a:cubicBezTo>
                  <a:cubicBezTo>
                    <a:pt x="1992" y="88"/>
                    <a:pt x="1993" y="81"/>
                    <a:pt x="1992" y="75"/>
                  </a:cubicBezTo>
                  <a:cubicBezTo>
                    <a:pt x="1995" y="62"/>
                    <a:pt x="1995" y="49"/>
                    <a:pt x="1995" y="37"/>
                  </a:cubicBezTo>
                  <a:cubicBezTo>
                    <a:pt x="1992" y="36"/>
                    <a:pt x="1994" y="32"/>
                    <a:pt x="1995" y="28"/>
                  </a:cubicBezTo>
                  <a:cubicBezTo>
                    <a:pt x="1995" y="25"/>
                    <a:pt x="1993" y="23"/>
                    <a:pt x="1996" y="19"/>
                  </a:cubicBezTo>
                  <a:cubicBezTo>
                    <a:pt x="1993" y="18"/>
                    <a:pt x="1995" y="14"/>
                    <a:pt x="1996" y="10"/>
                  </a:cubicBezTo>
                  <a:cubicBezTo>
                    <a:pt x="1992" y="9"/>
                    <a:pt x="1996" y="4"/>
                    <a:pt x="1997" y="0"/>
                  </a:cubicBezTo>
                  <a:cubicBezTo>
                    <a:pt x="1988" y="0"/>
                    <a:pt x="1988" y="0"/>
                    <a:pt x="1988" y="0"/>
                  </a:cubicBezTo>
                  <a:cubicBezTo>
                    <a:pt x="1987" y="6"/>
                    <a:pt x="1987" y="11"/>
                    <a:pt x="1987" y="17"/>
                  </a:cubicBezTo>
                  <a:cubicBezTo>
                    <a:pt x="1989" y="40"/>
                    <a:pt x="1987" y="66"/>
                    <a:pt x="1985" y="91"/>
                  </a:cubicBezTo>
                  <a:cubicBezTo>
                    <a:pt x="1985" y="113"/>
                    <a:pt x="1977" y="140"/>
                    <a:pt x="1977" y="166"/>
                  </a:cubicBezTo>
                  <a:cubicBezTo>
                    <a:pt x="1969" y="169"/>
                    <a:pt x="1977" y="178"/>
                    <a:pt x="1971" y="178"/>
                  </a:cubicBezTo>
                  <a:cubicBezTo>
                    <a:pt x="1975" y="184"/>
                    <a:pt x="1964" y="188"/>
                    <a:pt x="1971" y="192"/>
                  </a:cubicBezTo>
                  <a:close/>
                  <a:moveTo>
                    <a:pt x="1900" y="50"/>
                  </a:moveTo>
                  <a:cubicBezTo>
                    <a:pt x="1902" y="34"/>
                    <a:pt x="1906" y="17"/>
                    <a:pt x="1908" y="0"/>
                  </a:cubicBezTo>
                  <a:cubicBezTo>
                    <a:pt x="1903" y="0"/>
                    <a:pt x="1903" y="0"/>
                    <a:pt x="1903" y="0"/>
                  </a:cubicBezTo>
                  <a:cubicBezTo>
                    <a:pt x="1902" y="2"/>
                    <a:pt x="1902" y="4"/>
                    <a:pt x="1902" y="5"/>
                  </a:cubicBezTo>
                  <a:cubicBezTo>
                    <a:pt x="1900" y="13"/>
                    <a:pt x="1899" y="20"/>
                    <a:pt x="1900" y="27"/>
                  </a:cubicBezTo>
                  <a:cubicBezTo>
                    <a:pt x="1900" y="31"/>
                    <a:pt x="1894" y="37"/>
                    <a:pt x="1899" y="38"/>
                  </a:cubicBezTo>
                  <a:cubicBezTo>
                    <a:pt x="1899" y="42"/>
                    <a:pt x="1892" y="50"/>
                    <a:pt x="1900" y="50"/>
                  </a:cubicBezTo>
                  <a:close/>
                  <a:moveTo>
                    <a:pt x="1772" y="0"/>
                  </a:moveTo>
                  <a:cubicBezTo>
                    <a:pt x="1766" y="0"/>
                    <a:pt x="1766" y="0"/>
                    <a:pt x="1766" y="0"/>
                  </a:cubicBezTo>
                  <a:cubicBezTo>
                    <a:pt x="1761" y="13"/>
                    <a:pt x="1756" y="25"/>
                    <a:pt x="1752" y="35"/>
                  </a:cubicBezTo>
                  <a:cubicBezTo>
                    <a:pt x="1750" y="40"/>
                    <a:pt x="1748" y="48"/>
                    <a:pt x="1746" y="54"/>
                  </a:cubicBezTo>
                  <a:cubicBezTo>
                    <a:pt x="1744" y="62"/>
                    <a:pt x="1740" y="68"/>
                    <a:pt x="1743" y="74"/>
                  </a:cubicBezTo>
                  <a:cubicBezTo>
                    <a:pt x="1751" y="51"/>
                    <a:pt x="1761" y="26"/>
                    <a:pt x="1772" y="0"/>
                  </a:cubicBezTo>
                  <a:close/>
                  <a:moveTo>
                    <a:pt x="2038" y="266"/>
                  </a:moveTo>
                  <a:cubicBezTo>
                    <a:pt x="2058" y="233"/>
                    <a:pt x="2063" y="188"/>
                    <a:pt x="2074" y="152"/>
                  </a:cubicBezTo>
                  <a:cubicBezTo>
                    <a:pt x="2076" y="145"/>
                    <a:pt x="2072" y="141"/>
                    <a:pt x="2075" y="134"/>
                  </a:cubicBezTo>
                  <a:cubicBezTo>
                    <a:pt x="2079" y="120"/>
                    <a:pt x="2079" y="118"/>
                    <a:pt x="2084" y="105"/>
                  </a:cubicBezTo>
                  <a:cubicBezTo>
                    <a:pt x="2087" y="93"/>
                    <a:pt x="2091" y="81"/>
                    <a:pt x="2094" y="69"/>
                  </a:cubicBezTo>
                  <a:cubicBezTo>
                    <a:pt x="2098" y="46"/>
                    <a:pt x="2102" y="24"/>
                    <a:pt x="2107" y="0"/>
                  </a:cubicBezTo>
                  <a:cubicBezTo>
                    <a:pt x="2098" y="0"/>
                    <a:pt x="2098" y="0"/>
                    <a:pt x="2098" y="0"/>
                  </a:cubicBezTo>
                  <a:cubicBezTo>
                    <a:pt x="2096" y="14"/>
                    <a:pt x="2093" y="27"/>
                    <a:pt x="2092" y="39"/>
                  </a:cubicBezTo>
                  <a:cubicBezTo>
                    <a:pt x="2091" y="44"/>
                    <a:pt x="2089" y="50"/>
                    <a:pt x="2087" y="56"/>
                  </a:cubicBezTo>
                  <a:cubicBezTo>
                    <a:pt x="2085" y="62"/>
                    <a:pt x="2082" y="67"/>
                    <a:pt x="2085" y="71"/>
                  </a:cubicBezTo>
                  <a:cubicBezTo>
                    <a:pt x="2084" y="75"/>
                    <a:pt x="2082" y="75"/>
                    <a:pt x="2082" y="72"/>
                  </a:cubicBezTo>
                  <a:cubicBezTo>
                    <a:pt x="2081" y="70"/>
                    <a:pt x="2081" y="68"/>
                    <a:pt x="2082" y="66"/>
                  </a:cubicBezTo>
                  <a:cubicBezTo>
                    <a:pt x="2081" y="61"/>
                    <a:pt x="2084" y="55"/>
                    <a:pt x="2081" y="52"/>
                  </a:cubicBezTo>
                  <a:cubicBezTo>
                    <a:pt x="2085" y="41"/>
                    <a:pt x="2079" y="34"/>
                    <a:pt x="2083" y="23"/>
                  </a:cubicBezTo>
                  <a:cubicBezTo>
                    <a:pt x="2083" y="18"/>
                    <a:pt x="2079" y="16"/>
                    <a:pt x="2083" y="9"/>
                  </a:cubicBezTo>
                  <a:cubicBezTo>
                    <a:pt x="2081" y="7"/>
                    <a:pt x="2081" y="4"/>
                    <a:pt x="2081" y="0"/>
                  </a:cubicBezTo>
                  <a:cubicBezTo>
                    <a:pt x="2074" y="0"/>
                    <a:pt x="2074" y="0"/>
                    <a:pt x="2074" y="0"/>
                  </a:cubicBezTo>
                  <a:cubicBezTo>
                    <a:pt x="2074" y="7"/>
                    <a:pt x="2074" y="13"/>
                    <a:pt x="2073" y="20"/>
                  </a:cubicBezTo>
                  <a:cubicBezTo>
                    <a:pt x="2077" y="23"/>
                    <a:pt x="2070" y="32"/>
                    <a:pt x="2075" y="34"/>
                  </a:cubicBezTo>
                  <a:cubicBezTo>
                    <a:pt x="2073" y="40"/>
                    <a:pt x="2073" y="46"/>
                    <a:pt x="2075" y="50"/>
                  </a:cubicBezTo>
                  <a:cubicBezTo>
                    <a:pt x="2074" y="71"/>
                    <a:pt x="2074" y="91"/>
                    <a:pt x="2072" y="113"/>
                  </a:cubicBezTo>
                  <a:cubicBezTo>
                    <a:pt x="2068" y="119"/>
                    <a:pt x="2065" y="134"/>
                    <a:pt x="2058" y="145"/>
                  </a:cubicBezTo>
                  <a:cubicBezTo>
                    <a:pt x="2057" y="151"/>
                    <a:pt x="2055" y="156"/>
                    <a:pt x="2053" y="162"/>
                  </a:cubicBezTo>
                  <a:cubicBezTo>
                    <a:pt x="2052" y="167"/>
                    <a:pt x="2048" y="174"/>
                    <a:pt x="2054" y="175"/>
                  </a:cubicBezTo>
                  <a:cubicBezTo>
                    <a:pt x="2055" y="173"/>
                    <a:pt x="2057" y="173"/>
                    <a:pt x="2058" y="170"/>
                  </a:cubicBezTo>
                  <a:cubicBezTo>
                    <a:pt x="2058" y="166"/>
                    <a:pt x="2062" y="165"/>
                    <a:pt x="2059" y="164"/>
                  </a:cubicBezTo>
                  <a:cubicBezTo>
                    <a:pt x="2063" y="161"/>
                    <a:pt x="2063" y="151"/>
                    <a:pt x="2068" y="150"/>
                  </a:cubicBezTo>
                  <a:cubicBezTo>
                    <a:pt x="2058" y="193"/>
                    <a:pt x="2055" y="210"/>
                    <a:pt x="2042" y="252"/>
                  </a:cubicBezTo>
                  <a:cubicBezTo>
                    <a:pt x="2041" y="255"/>
                    <a:pt x="2033" y="262"/>
                    <a:pt x="2038" y="266"/>
                  </a:cubicBezTo>
                  <a:close/>
                  <a:moveTo>
                    <a:pt x="1895" y="189"/>
                  </a:moveTo>
                  <a:cubicBezTo>
                    <a:pt x="1897" y="183"/>
                    <a:pt x="1898" y="177"/>
                    <a:pt x="1900" y="171"/>
                  </a:cubicBezTo>
                  <a:cubicBezTo>
                    <a:pt x="1902" y="165"/>
                    <a:pt x="1905" y="159"/>
                    <a:pt x="1903" y="155"/>
                  </a:cubicBezTo>
                  <a:cubicBezTo>
                    <a:pt x="1908" y="155"/>
                    <a:pt x="1907" y="144"/>
                    <a:pt x="1910" y="139"/>
                  </a:cubicBezTo>
                  <a:cubicBezTo>
                    <a:pt x="1911" y="117"/>
                    <a:pt x="1919" y="102"/>
                    <a:pt x="1918" y="80"/>
                  </a:cubicBezTo>
                  <a:cubicBezTo>
                    <a:pt x="1925" y="53"/>
                    <a:pt x="1931" y="26"/>
                    <a:pt x="1935" y="0"/>
                  </a:cubicBezTo>
                  <a:cubicBezTo>
                    <a:pt x="1927" y="0"/>
                    <a:pt x="1927" y="0"/>
                    <a:pt x="1927" y="0"/>
                  </a:cubicBezTo>
                  <a:cubicBezTo>
                    <a:pt x="1924" y="22"/>
                    <a:pt x="1917" y="43"/>
                    <a:pt x="1916" y="66"/>
                  </a:cubicBezTo>
                  <a:cubicBezTo>
                    <a:pt x="1911" y="100"/>
                    <a:pt x="1901" y="137"/>
                    <a:pt x="1896" y="171"/>
                  </a:cubicBezTo>
                  <a:cubicBezTo>
                    <a:pt x="1890" y="184"/>
                    <a:pt x="1893" y="192"/>
                    <a:pt x="1885" y="198"/>
                  </a:cubicBezTo>
                  <a:cubicBezTo>
                    <a:pt x="1892" y="201"/>
                    <a:pt x="1893" y="196"/>
                    <a:pt x="1895" y="189"/>
                  </a:cubicBezTo>
                  <a:close/>
                  <a:moveTo>
                    <a:pt x="1767" y="129"/>
                  </a:moveTo>
                  <a:cubicBezTo>
                    <a:pt x="1770" y="127"/>
                    <a:pt x="1772" y="124"/>
                    <a:pt x="1772" y="119"/>
                  </a:cubicBezTo>
                  <a:cubicBezTo>
                    <a:pt x="1772" y="117"/>
                    <a:pt x="1771" y="107"/>
                    <a:pt x="1776" y="108"/>
                  </a:cubicBezTo>
                  <a:cubicBezTo>
                    <a:pt x="1778" y="97"/>
                    <a:pt x="1778" y="98"/>
                    <a:pt x="1780" y="87"/>
                  </a:cubicBezTo>
                  <a:cubicBezTo>
                    <a:pt x="1787" y="80"/>
                    <a:pt x="1788" y="63"/>
                    <a:pt x="1792" y="52"/>
                  </a:cubicBezTo>
                  <a:cubicBezTo>
                    <a:pt x="1797" y="50"/>
                    <a:pt x="1795" y="46"/>
                    <a:pt x="1795" y="42"/>
                  </a:cubicBezTo>
                  <a:cubicBezTo>
                    <a:pt x="1801" y="41"/>
                    <a:pt x="1800" y="29"/>
                    <a:pt x="1803" y="23"/>
                  </a:cubicBezTo>
                  <a:cubicBezTo>
                    <a:pt x="1807" y="19"/>
                    <a:pt x="1808" y="9"/>
                    <a:pt x="1813" y="0"/>
                  </a:cubicBezTo>
                  <a:cubicBezTo>
                    <a:pt x="1807" y="0"/>
                    <a:pt x="1807" y="0"/>
                    <a:pt x="1807" y="0"/>
                  </a:cubicBezTo>
                  <a:cubicBezTo>
                    <a:pt x="1802" y="14"/>
                    <a:pt x="1797" y="27"/>
                    <a:pt x="1791" y="40"/>
                  </a:cubicBezTo>
                  <a:cubicBezTo>
                    <a:pt x="1787" y="56"/>
                    <a:pt x="1782" y="71"/>
                    <a:pt x="1778" y="86"/>
                  </a:cubicBezTo>
                  <a:cubicBezTo>
                    <a:pt x="1773" y="92"/>
                    <a:pt x="1776" y="96"/>
                    <a:pt x="1772" y="105"/>
                  </a:cubicBezTo>
                  <a:cubicBezTo>
                    <a:pt x="1771" y="109"/>
                    <a:pt x="1770" y="113"/>
                    <a:pt x="1768" y="118"/>
                  </a:cubicBezTo>
                  <a:cubicBezTo>
                    <a:pt x="1769" y="121"/>
                    <a:pt x="1763" y="128"/>
                    <a:pt x="1767" y="129"/>
                  </a:cubicBezTo>
                  <a:close/>
                  <a:moveTo>
                    <a:pt x="1848" y="80"/>
                  </a:moveTo>
                  <a:cubicBezTo>
                    <a:pt x="1847" y="84"/>
                    <a:pt x="1845" y="88"/>
                    <a:pt x="1844" y="92"/>
                  </a:cubicBezTo>
                  <a:cubicBezTo>
                    <a:pt x="1848" y="94"/>
                    <a:pt x="1842" y="102"/>
                    <a:pt x="1845" y="104"/>
                  </a:cubicBezTo>
                  <a:cubicBezTo>
                    <a:pt x="1847" y="108"/>
                    <a:pt x="1844" y="114"/>
                    <a:pt x="1843" y="119"/>
                  </a:cubicBezTo>
                  <a:cubicBezTo>
                    <a:pt x="1845" y="122"/>
                    <a:pt x="1846" y="126"/>
                    <a:pt x="1844" y="131"/>
                  </a:cubicBezTo>
                  <a:cubicBezTo>
                    <a:pt x="1846" y="134"/>
                    <a:pt x="1845" y="140"/>
                    <a:pt x="1847" y="143"/>
                  </a:cubicBezTo>
                  <a:cubicBezTo>
                    <a:pt x="1851" y="119"/>
                    <a:pt x="1849" y="97"/>
                    <a:pt x="1852" y="72"/>
                  </a:cubicBezTo>
                  <a:cubicBezTo>
                    <a:pt x="1854" y="60"/>
                    <a:pt x="1855" y="47"/>
                    <a:pt x="1857" y="35"/>
                  </a:cubicBezTo>
                  <a:cubicBezTo>
                    <a:pt x="1862" y="18"/>
                    <a:pt x="1862" y="14"/>
                    <a:pt x="1865" y="0"/>
                  </a:cubicBezTo>
                  <a:cubicBezTo>
                    <a:pt x="1858" y="0"/>
                    <a:pt x="1858" y="0"/>
                    <a:pt x="1858" y="0"/>
                  </a:cubicBezTo>
                  <a:cubicBezTo>
                    <a:pt x="1853" y="28"/>
                    <a:pt x="1846" y="56"/>
                    <a:pt x="1848" y="80"/>
                  </a:cubicBezTo>
                  <a:close/>
                  <a:moveTo>
                    <a:pt x="1862" y="259"/>
                  </a:moveTo>
                  <a:cubicBezTo>
                    <a:pt x="1858" y="265"/>
                    <a:pt x="1862" y="266"/>
                    <a:pt x="1858" y="267"/>
                  </a:cubicBezTo>
                  <a:cubicBezTo>
                    <a:pt x="1856" y="268"/>
                    <a:pt x="1856" y="277"/>
                    <a:pt x="1857" y="276"/>
                  </a:cubicBezTo>
                  <a:cubicBezTo>
                    <a:pt x="1867" y="260"/>
                    <a:pt x="1877" y="244"/>
                    <a:pt x="1888" y="228"/>
                  </a:cubicBezTo>
                  <a:cubicBezTo>
                    <a:pt x="1900" y="211"/>
                    <a:pt x="1905" y="198"/>
                    <a:pt x="1914" y="177"/>
                  </a:cubicBezTo>
                  <a:cubicBezTo>
                    <a:pt x="1927" y="132"/>
                    <a:pt x="1941" y="88"/>
                    <a:pt x="1954" y="52"/>
                  </a:cubicBezTo>
                  <a:cubicBezTo>
                    <a:pt x="1954" y="42"/>
                    <a:pt x="1959" y="30"/>
                    <a:pt x="1959" y="20"/>
                  </a:cubicBezTo>
                  <a:cubicBezTo>
                    <a:pt x="1962" y="9"/>
                    <a:pt x="1964" y="8"/>
                    <a:pt x="1965" y="0"/>
                  </a:cubicBezTo>
                  <a:cubicBezTo>
                    <a:pt x="1957" y="0"/>
                    <a:pt x="1957" y="0"/>
                    <a:pt x="1957" y="0"/>
                  </a:cubicBezTo>
                  <a:cubicBezTo>
                    <a:pt x="1955" y="6"/>
                    <a:pt x="1953" y="13"/>
                    <a:pt x="1952" y="20"/>
                  </a:cubicBezTo>
                  <a:cubicBezTo>
                    <a:pt x="1952" y="30"/>
                    <a:pt x="1948" y="34"/>
                    <a:pt x="1948" y="42"/>
                  </a:cubicBezTo>
                  <a:cubicBezTo>
                    <a:pt x="1936" y="87"/>
                    <a:pt x="1917" y="124"/>
                    <a:pt x="1909" y="171"/>
                  </a:cubicBezTo>
                  <a:cubicBezTo>
                    <a:pt x="1904" y="174"/>
                    <a:pt x="1904" y="184"/>
                    <a:pt x="1901" y="191"/>
                  </a:cubicBezTo>
                  <a:cubicBezTo>
                    <a:pt x="1900" y="195"/>
                    <a:pt x="1897" y="195"/>
                    <a:pt x="1896" y="199"/>
                  </a:cubicBezTo>
                  <a:cubicBezTo>
                    <a:pt x="1894" y="202"/>
                    <a:pt x="1896" y="211"/>
                    <a:pt x="1891" y="209"/>
                  </a:cubicBezTo>
                  <a:cubicBezTo>
                    <a:pt x="1890" y="218"/>
                    <a:pt x="1886" y="223"/>
                    <a:pt x="1881" y="226"/>
                  </a:cubicBezTo>
                  <a:cubicBezTo>
                    <a:pt x="1880" y="236"/>
                    <a:pt x="1874" y="238"/>
                    <a:pt x="1872" y="249"/>
                  </a:cubicBezTo>
                  <a:cubicBezTo>
                    <a:pt x="1869" y="248"/>
                    <a:pt x="1870" y="254"/>
                    <a:pt x="1866" y="254"/>
                  </a:cubicBezTo>
                  <a:cubicBezTo>
                    <a:pt x="1861" y="255"/>
                    <a:pt x="1868" y="260"/>
                    <a:pt x="1862" y="259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</p:sp>
        <p:sp>
          <p:nvSpPr>
            <p:cNvPr id="17" name="Freeform 9"/>
            <p:cNvSpPr>
              <a:spLocks noEditPoints="1"/>
            </p:cNvSpPr>
            <p:nvPr/>
          </p:nvSpPr>
          <p:spPr bwMode="auto">
            <a:xfrm>
              <a:off x="0" y="3175"/>
              <a:ext cx="12192000" cy="6862763"/>
            </a:xfrm>
            <a:custGeom>
              <a:avLst/>
              <a:gdLst/>
              <a:ahLst/>
              <a:cxnLst/>
              <a:rect l="0" t="0" r="r" b="b"/>
              <a:pathLst>
                <a:path w="3840" h="2160">
                  <a:moveTo>
                    <a:pt x="31" y="1111"/>
                  </a:moveTo>
                  <a:cubicBezTo>
                    <a:pt x="45" y="1096"/>
                    <a:pt x="58" y="1080"/>
                    <a:pt x="69" y="1061"/>
                  </a:cubicBezTo>
                  <a:cubicBezTo>
                    <a:pt x="72" y="1054"/>
                    <a:pt x="75" y="1047"/>
                    <a:pt x="78" y="1040"/>
                  </a:cubicBezTo>
                  <a:cubicBezTo>
                    <a:pt x="69" y="1034"/>
                    <a:pt x="72" y="1054"/>
                    <a:pt x="66" y="1052"/>
                  </a:cubicBezTo>
                  <a:cubicBezTo>
                    <a:pt x="66" y="1060"/>
                    <a:pt x="61" y="1061"/>
                    <a:pt x="58" y="1070"/>
                  </a:cubicBezTo>
                  <a:cubicBezTo>
                    <a:pt x="53" y="1075"/>
                    <a:pt x="48" y="1080"/>
                    <a:pt x="44" y="1086"/>
                  </a:cubicBezTo>
                  <a:cubicBezTo>
                    <a:pt x="43" y="1091"/>
                    <a:pt x="39" y="1088"/>
                    <a:pt x="38" y="1095"/>
                  </a:cubicBezTo>
                  <a:cubicBezTo>
                    <a:pt x="33" y="1091"/>
                    <a:pt x="35" y="1105"/>
                    <a:pt x="31" y="1101"/>
                  </a:cubicBezTo>
                  <a:cubicBezTo>
                    <a:pt x="26" y="1106"/>
                    <a:pt x="21" y="1111"/>
                    <a:pt x="17" y="1117"/>
                  </a:cubicBezTo>
                  <a:cubicBezTo>
                    <a:pt x="15" y="1119"/>
                    <a:pt x="12" y="1120"/>
                    <a:pt x="9" y="1123"/>
                  </a:cubicBezTo>
                  <a:cubicBezTo>
                    <a:pt x="6" y="1123"/>
                    <a:pt x="6" y="1131"/>
                    <a:pt x="2" y="1129"/>
                  </a:cubicBezTo>
                  <a:cubicBezTo>
                    <a:pt x="1" y="1130"/>
                    <a:pt x="1" y="1131"/>
                    <a:pt x="0" y="1131"/>
                  </a:cubicBezTo>
                  <a:cubicBezTo>
                    <a:pt x="0" y="1141"/>
                    <a:pt x="0" y="1141"/>
                    <a:pt x="0" y="1141"/>
                  </a:cubicBezTo>
                  <a:cubicBezTo>
                    <a:pt x="4" y="1138"/>
                    <a:pt x="7" y="1136"/>
                    <a:pt x="10" y="1133"/>
                  </a:cubicBezTo>
                  <a:cubicBezTo>
                    <a:pt x="17" y="1124"/>
                    <a:pt x="24" y="1117"/>
                    <a:pt x="31" y="1111"/>
                  </a:cubicBezTo>
                  <a:close/>
                  <a:moveTo>
                    <a:pt x="15" y="1054"/>
                  </a:moveTo>
                  <a:cubicBezTo>
                    <a:pt x="19" y="1046"/>
                    <a:pt x="26" y="1046"/>
                    <a:pt x="31" y="1040"/>
                  </a:cubicBezTo>
                  <a:cubicBezTo>
                    <a:pt x="35" y="1041"/>
                    <a:pt x="36" y="1033"/>
                    <a:pt x="40" y="1034"/>
                  </a:cubicBezTo>
                  <a:cubicBezTo>
                    <a:pt x="43" y="1031"/>
                    <a:pt x="45" y="1026"/>
                    <a:pt x="48" y="1026"/>
                  </a:cubicBezTo>
                  <a:cubicBezTo>
                    <a:pt x="49" y="1024"/>
                    <a:pt x="51" y="1024"/>
                    <a:pt x="53" y="1025"/>
                  </a:cubicBezTo>
                  <a:cubicBezTo>
                    <a:pt x="54" y="1023"/>
                    <a:pt x="52" y="1021"/>
                    <a:pt x="54" y="1018"/>
                  </a:cubicBezTo>
                  <a:cubicBezTo>
                    <a:pt x="57" y="1018"/>
                    <a:pt x="60" y="1015"/>
                    <a:pt x="62" y="1010"/>
                  </a:cubicBezTo>
                  <a:cubicBezTo>
                    <a:pt x="68" y="1004"/>
                    <a:pt x="72" y="998"/>
                    <a:pt x="73" y="989"/>
                  </a:cubicBezTo>
                  <a:cubicBezTo>
                    <a:pt x="67" y="986"/>
                    <a:pt x="65" y="992"/>
                    <a:pt x="62" y="998"/>
                  </a:cubicBezTo>
                  <a:cubicBezTo>
                    <a:pt x="58" y="1003"/>
                    <a:pt x="54" y="1005"/>
                    <a:pt x="51" y="1013"/>
                  </a:cubicBezTo>
                  <a:cubicBezTo>
                    <a:pt x="46" y="1012"/>
                    <a:pt x="43" y="1019"/>
                    <a:pt x="38" y="1021"/>
                  </a:cubicBezTo>
                  <a:cubicBezTo>
                    <a:pt x="36" y="1031"/>
                    <a:pt x="28" y="1027"/>
                    <a:pt x="25" y="1035"/>
                  </a:cubicBezTo>
                  <a:cubicBezTo>
                    <a:pt x="17" y="1041"/>
                    <a:pt x="7" y="1044"/>
                    <a:pt x="0" y="1056"/>
                  </a:cubicBezTo>
                  <a:cubicBezTo>
                    <a:pt x="0" y="1064"/>
                    <a:pt x="0" y="1064"/>
                    <a:pt x="0" y="1064"/>
                  </a:cubicBezTo>
                  <a:cubicBezTo>
                    <a:pt x="5" y="1062"/>
                    <a:pt x="8" y="1054"/>
                    <a:pt x="15" y="1054"/>
                  </a:cubicBezTo>
                  <a:close/>
                  <a:moveTo>
                    <a:pt x="21" y="1107"/>
                  </a:moveTo>
                  <a:cubicBezTo>
                    <a:pt x="25" y="1101"/>
                    <a:pt x="31" y="1100"/>
                    <a:pt x="34" y="1093"/>
                  </a:cubicBezTo>
                  <a:cubicBezTo>
                    <a:pt x="39" y="1092"/>
                    <a:pt x="40" y="1081"/>
                    <a:pt x="46" y="1082"/>
                  </a:cubicBezTo>
                  <a:cubicBezTo>
                    <a:pt x="48" y="1073"/>
                    <a:pt x="54" y="1072"/>
                    <a:pt x="58" y="1065"/>
                  </a:cubicBezTo>
                  <a:cubicBezTo>
                    <a:pt x="54" y="1063"/>
                    <a:pt x="60" y="1062"/>
                    <a:pt x="57" y="1060"/>
                  </a:cubicBezTo>
                  <a:cubicBezTo>
                    <a:pt x="57" y="1056"/>
                    <a:pt x="66" y="1056"/>
                    <a:pt x="61" y="1052"/>
                  </a:cubicBezTo>
                  <a:cubicBezTo>
                    <a:pt x="44" y="1073"/>
                    <a:pt x="28" y="1095"/>
                    <a:pt x="7" y="1105"/>
                  </a:cubicBezTo>
                  <a:cubicBezTo>
                    <a:pt x="5" y="1108"/>
                    <a:pt x="3" y="1110"/>
                    <a:pt x="0" y="1112"/>
                  </a:cubicBezTo>
                  <a:cubicBezTo>
                    <a:pt x="0" y="1121"/>
                    <a:pt x="0" y="1121"/>
                    <a:pt x="0" y="1121"/>
                  </a:cubicBezTo>
                  <a:cubicBezTo>
                    <a:pt x="3" y="1119"/>
                    <a:pt x="5" y="1117"/>
                    <a:pt x="8" y="1115"/>
                  </a:cubicBezTo>
                  <a:cubicBezTo>
                    <a:pt x="13" y="1114"/>
                    <a:pt x="15" y="1106"/>
                    <a:pt x="21" y="1107"/>
                  </a:cubicBezTo>
                  <a:close/>
                  <a:moveTo>
                    <a:pt x="37" y="962"/>
                  </a:moveTo>
                  <a:cubicBezTo>
                    <a:pt x="39" y="959"/>
                    <a:pt x="42" y="960"/>
                    <a:pt x="44" y="958"/>
                  </a:cubicBezTo>
                  <a:cubicBezTo>
                    <a:pt x="46" y="955"/>
                    <a:pt x="46" y="950"/>
                    <a:pt x="49" y="950"/>
                  </a:cubicBezTo>
                  <a:cubicBezTo>
                    <a:pt x="55" y="942"/>
                    <a:pt x="52" y="942"/>
                    <a:pt x="58" y="935"/>
                  </a:cubicBezTo>
                  <a:cubicBezTo>
                    <a:pt x="61" y="928"/>
                    <a:pt x="64" y="922"/>
                    <a:pt x="67" y="915"/>
                  </a:cubicBezTo>
                  <a:cubicBezTo>
                    <a:pt x="72" y="913"/>
                    <a:pt x="72" y="903"/>
                    <a:pt x="66" y="900"/>
                  </a:cubicBezTo>
                  <a:cubicBezTo>
                    <a:pt x="64" y="900"/>
                    <a:pt x="63" y="899"/>
                    <a:pt x="62" y="899"/>
                  </a:cubicBezTo>
                  <a:cubicBezTo>
                    <a:pt x="60" y="902"/>
                    <a:pt x="61" y="904"/>
                    <a:pt x="61" y="906"/>
                  </a:cubicBezTo>
                  <a:cubicBezTo>
                    <a:pt x="54" y="905"/>
                    <a:pt x="62" y="911"/>
                    <a:pt x="61" y="913"/>
                  </a:cubicBezTo>
                  <a:cubicBezTo>
                    <a:pt x="56" y="913"/>
                    <a:pt x="53" y="926"/>
                    <a:pt x="54" y="929"/>
                  </a:cubicBezTo>
                  <a:cubicBezTo>
                    <a:pt x="46" y="930"/>
                    <a:pt x="45" y="945"/>
                    <a:pt x="38" y="948"/>
                  </a:cubicBezTo>
                  <a:cubicBezTo>
                    <a:pt x="34" y="957"/>
                    <a:pt x="27" y="962"/>
                    <a:pt x="22" y="970"/>
                  </a:cubicBezTo>
                  <a:cubicBezTo>
                    <a:pt x="17" y="976"/>
                    <a:pt x="11" y="979"/>
                    <a:pt x="6" y="986"/>
                  </a:cubicBezTo>
                  <a:cubicBezTo>
                    <a:pt x="4" y="987"/>
                    <a:pt x="2" y="989"/>
                    <a:pt x="0" y="991"/>
                  </a:cubicBezTo>
                  <a:cubicBezTo>
                    <a:pt x="0" y="1003"/>
                    <a:pt x="0" y="1003"/>
                    <a:pt x="0" y="1003"/>
                  </a:cubicBezTo>
                  <a:cubicBezTo>
                    <a:pt x="5" y="998"/>
                    <a:pt x="9" y="994"/>
                    <a:pt x="14" y="990"/>
                  </a:cubicBezTo>
                  <a:cubicBezTo>
                    <a:pt x="22" y="982"/>
                    <a:pt x="30" y="972"/>
                    <a:pt x="37" y="962"/>
                  </a:cubicBezTo>
                  <a:close/>
                  <a:moveTo>
                    <a:pt x="126" y="0"/>
                  </a:moveTo>
                  <a:cubicBezTo>
                    <a:pt x="129" y="4"/>
                    <a:pt x="131" y="8"/>
                    <a:pt x="137" y="8"/>
                  </a:cubicBezTo>
                  <a:cubicBezTo>
                    <a:pt x="137" y="5"/>
                    <a:pt x="136" y="3"/>
                    <a:pt x="135" y="0"/>
                  </a:cubicBezTo>
                  <a:lnTo>
                    <a:pt x="126" y="0"/>
                  </a:lnTo>
                  <a:close/>
                  <a:moveTo>
                    <a:pt x="23" y="823"/>
                  </a:moveTo>
                  <a:cubicBezTo>
                    <a:pt x="18" y="820"/>
                    <a:pt x="26" y="813"/>
                    <a:pt x="18" y="812"/>
                  </a:cubicBezTo>
                  <a:cubicBezTo>
                    <a:pt x="15" y="810"/>
                    <a:pt x="15" y="817"/>
                    <a:pt x="11" y="816"/>
                  </a:cubicBezTo>
                  <a:cubicBezTo>
                    <a:pt x="9" y="820"/>
                    <a:pt x="9" y="824"/>
                    <a:pt x="9" y="827"/>
                  </a:cubicBezTo>
                  <a:cubicBezTo>
                    <a:pt x="6" y="826"/>
                    <a:pt x="6" y="831"/>
                    <a:pt x="7" y="833"/>
                  </a:cubicBezTo>
                  <a:cubicBezTo>
                    <a:pt x="1" y="831"/>
                    <a:pt x="8" y="838"/>
                    <a:pt x="3" y="841"/>
                  </a:cubicBezTo>
                  <a:cubicBezTo>
                    <a:pt x="2" y="843"/>
                    <a:pt x="1" y="844"/>
                    <a:pt x="0" y="846"/>
                  </a:cubicBezTo>
                  <a:cubicBezTo>
                    <a:pt x="0" y="863"/>
                    <a:pt x="0" y="863"/>
                    <a:pt x="0" y="863"/>
                  </a:cubicBezTo>
                  <a:cubicBezTo>
                    <a:pt x="6" y="853"/>
                    <a:pt x="11" y="843"/>
                    <a:pt x="18" y="835"/>
                  </a:cubicBezTo>
                  <a:cubicBezTo>
                    <a:pt x="13" y="831"/>
                    <a:pt x="22" y="827"/>
                    <a:pt x="23" y="823"/>
                  </a:cubicBezTo>
                  <a:close/>
                  <a:moveTo>
                    <a:pt x="78" y="1128"/>
                  </a:moveTo>
                  <a:cubicBezTo>
                    <a:pt x="67" y="1132"/>
                    <a:pt x="63" y="1150"/>
                    <a:pt x="51" y="1152"/>
                  </a:cubicBezTo>
                  <a:cubicBezTo>
                    <a:pt x="48" y="1159"/>
                    <a:pt x="42" y="1159"/>
                    <a:pt x="39" y="1166"/>
                  </a:cubicBezTo>
                  <a:cubicBezTo>
                    <a:pt x="34" y="1169"/>
                    <a:pt x="29" y="1171"/>
                    <a:pt x="25" y="1177"/>
                  </a:cubicBezTo>
                  <a:cubicBezTo>
                    <a:pt x="23" y="1180"/>
                    <a:pt x="19" y="1176"/>
                    <a:pt x="18" y="1181"/>
                  </a:cubicBezTo>
                  <a:cubicBezTo>
                    <a:pt x="14" y="1180"/>
                    <a:pt x="14" y="1187"/>
                    <a:pt x="9" y="1184"/>
                  </a:cubicBezTo>
                  <a:cubicBezTo>
                    <a:pt x="7" y="1189"/>
                    <a:pt x="3" y="1189"/>
                    <a:pt x="0" y="1192"/>
                  </a:cubicBezTo>
                  <a:cubicBezTo>
                    <a:pt x="0" y="1200"/>
                    <a:pt x="0" y="1200"/>
                    <a:pt x="0" y="1200"/>
                  </a:cubicBezTo>
                  <a:cubicBezTo>
                    <a:pt x="0" y="1200"/>
                    <a:pt x="0" y="1200"/>
                    <a:pt x="1" y="1200"/>
                  </a:cubicBezTo>
                  <a:cubicBezTo>
                    <a:pt x="6" y="1199"/>
                    <a:pt x="9" y="1193"/>
                    <a:pt x="14" y="1191"/>
                  </a:cubicBezTo>
                  <a:cubicBezTo>
                    <a:pt x="22" y="1186"/>
                    <a:pt x="30" y="1180"/>
                    <a:pt x="38" y="1173"/>
                  </a:cubicBezTo>
                  <a:cubicBezTo>
                    <a:pt x="46" y="1165"/>
                    <a:pt x="56" y="1161"/>
                    <a:pt x="62" y="1150"/>
                  </a:cubicBezTo>
                  <a:cubicBezTo>
                    <a:pt x="70" y="1145"/>
                    <a:pt x="76" y="1133"/>
                    <a:pt x="84" y="1126"/>
                  </a:cubicBezTo>
                  <a:cubicBezTo>
                    <a:pt x="87" y="1119"/>
                    <a:pt x="93" y="1121"/>
                    <a:pt x="95" y="1112"/>
                  </a:cubicBezTo>
                  <a:cubicBezTo>
                    <a:pt x="98" y="1113"/>
                    <a:pt x="99" y="1108"/>
                    <a:pt x="100" y="1104"/>
                  </a:cubicBezTo>
                  <a:cubicBezTo>
                    <a:pt x="103" y="1106"/>
                    <a:pt x="105" y="1100"/>
                    <a:pt x="103" y="1098"/>
                  </a:cubicBezTo>
                  <a:cubicBezTo>
                    <a:pt x="95" y="1109"/>
                    <a:pt x="86" y="1118"/>
                    <a:pt x="78" y="1128"/>
                  </a:cubicBezTo>
                  <a:close/>
                  <a:moveTo>
                    <a:pt x="8" y="1255"/>
                  </a:moveTo>
                  <a:cubicBezTo>
                    <a:pt x="5" y="1257"/>
                    <a:pt x="3" y="1259"/>
                    <a:pt x="0" y="1261"/>
                  </a:cubicBezTo>
                  <a:cubicBezTo>
                    <a:pt x="0" y="1267"/>
                    <a:pt x="0" y="1267"/>
                    <a:pt x="0" y="1267"/>
                  </a:cubicBezTo>
                  <a:cubicBezTo>
                    <a:pt x="1" y="1267"/>
                    <a:pt x="3" y="1266"/>
                    <a:pt x="4" y="1265"/>
                  </a:cubicBezTo>
                  <a:cubicBezTo>
                    <a:pt x="4" y="1261"/>
                    <a:pt x="13" y="1259"/>
                    <a:pt x="8" y="1255"/>
                  </a:cubicBezTo>
                  <a:close/>
                  <a:moveTo>
                    <a:pt x="48" y="1199"/>
                  </a:moveTo>
                  <a:cubicBezTo>
                    <a:pt x="45" y="1203"/>
                    <a:pt x="42" y="1207"/>
                    <a:pt x="37" y="1208"/>
                  </a:cubicBezTo>
                  <a:cubicBezTo>
                    <a:pt x="34" y="1213"/>
                    <a:pt x="31" y="1216"/>
                    <a:pt x="26" y="1218"/>
                  </a:cubicBezTo>
                  <a:cubicBezTo>
                    <a:pt x="20" y="1225"/>
                    <a:pt x="12" y="1230"/>
                    <a:pt x="5" y="1235"/>
                  </a:cubicBezTo>
                  <a:cubicBezTo>
                    <a:pt x="3" y="1234"/>
                    <a:pt x="1" y="1235"/>
                    <a:pt x="0" y="1236"/>
                  </a:cubicBezTo>
                  <a:cubicBezTo>
                    <a:pt x="0" y="1245"/>
                    <a:pt x="0" y="1245"/>
                    <a:pt x="0" y="1245"/>
                  </a:cubicBezTo>
                  <a:cubicBezTo>
                    <a:pt x="1" y="1244"/>
                    <a:pt x="2" y="1244"/>
                    <a:pt x="3" y="1243"/>
                  </a:cubicBezTo>
                  <a:cubicBezTo>
                    <a:pt x="7" y="1240"/>
                    <a:pt x="10" y="1236"/>
                    <a:pt x="15" y="1234"/>
                  </a:cubicBezTo>
                  <a:cubicBezTo>
                    <a:pt x="19" y="1232"/>
                    <a:pt x="23" y="1227"/>
                    <a:pt x="28" y="1225"/>
                  </a:cubicBezTo>
                  <a:cubicBezTo>
                    <a:pt x="36" y="1219"/>
                    <a:pt x="44" y="1212"/>
                    <a:pt x="51" y="1204"/>
                  </a:cubicBezTo>
                  <a:cubicBezTo>
                    <a:pt x="53" y="1198"/>
                    <a:pt x="59" y="1200"/>
                    <a:pt x="61" y="1192"/>
                  </a:cubicBezTo>
                  <a:cubicBezTo>
                    <a:pt x="64" y="1193"/>
                    <a:pt x="64" y="1187"/>
                    <a:pt x="67" y="1188"/>
                  </a:cubicBezTo>
                  <a:cubicBezTo>
                    <a:pt x="68" y="1184"/>
                    <a:pt x="71" y="1181"/>
                    <a:pt x="69" y="1179"/>
                  </a:cubicBezTo>
                  <a:cubicBezTo>
                    <a:pt x="62" y="1186"/>
                    <a:pt x="56" y="1194"/>
                    <a:pt x="48" y="1199"/>
                  </a:cubicBezTo>
                  <a:close/>
                  <a:moveTo>
                    <a:pt x="920" y="10"/>
                  </a:moveTo>
                  <a:cubicBezTo>
                    <a:pt x="925" y="12"/>
                    <a:pt x="931" y="14"/>
                    <a:pt x="935" y="17"/>
                  </a:cubicBezTo>
                  <a:cubicBezTo>
                    <a:pt x="954" y="28"/>
                    <a:pt x="960" y="29"/>
                    <a:pt x="963" y="33"/>
                  </a:cubicBezTo>
                  <a:cubicBezTo>
                    <a:pt x="1027" y="64"/>
                    <a:pt x="1029" y="69"/>
                    <a:pt x="1034" y="71"/>
                  </a:cubicBezTo>
                  <a:cubicBezTo>
                    <a:pt x="1068" y="87"/>
                    <a:pt x="1071" y="88"/>
                    <a:pt x="1073" y="90"/>
                  </a:cubicBezTo>
                  <a:cubicBezTo>
                    <a:pt x="1128" y="114"/>
                    <a:pt x="1137" y="122"/>
                    <a:pt x="1151" y="124"/>
                  </a:cubicBezTo>
                  <a:cubicBezTo>
                    <a:pt x="1235" y="156"/>
                    <a:pt x="1245" y="163"/>
                    <a:pt x="1261" y="164"/>
                  </a:cubicBezTo>
                  <a:cubicBezTo>
                    <a:pt x="1288" y="169"/>
                    <a:pt x="1293" y="172"/>
                    <a:pt x="1303" y="171"/>
                  </a:cubicBezTo>
                  <a:cubicBezTo>
                    <a:pt x="1331" y="172"/>
                    <a:pt x="1327" y="172"/>
                    <a:pt x="1322" y="171"/>
                  </a:cubicBezTo>
                  <a:cubicBezTo>
                    <a:pt x="1251" y="157"/>
                    <a:pt x="1246" y="152"/>
                    <a:pt x="1238" y="152"/>
                  </a:cubicBezTo>
                  <a:cubicBezTo>
                    <a:pt x="1203" y="142"/>
                    <a:pt x="1194" y="133"/>
                    <a:pt x="1177" y="131"/>
                  </a:cubicBezTo>
                  <a:cubicBezTo>
                    <a:pt x="1162" y="122"/>
                    <a:pt x="1157" y="121"/>
                    <a:pt x="1153" y="118"/>
                  </a:cubicBezTo>
                  <a:cubicBezTo>
                    <a:pt x="1092" y="91"/>
                    <a:pt x="1083" y="87"/>
                    <a:pt x="1076" y="81"/>
                  </a:cubicBezTo>
                  <a:cubicBezTo>
                    <a:pt x="1016" y="51"/>
                    <a:pt x="1006" y="48"/>
                    <a:pt x="998" y="44"/>
                  </a:cubicBezTo>
                  <a:cubicBezTo>
                    <a:pt x="966" y="24"/>
                    <a:pt x="957" y="21"/>
                    <a:pt x="951" y="15"/>
                  </a:cubicBezTo>
                  <a:cubicBezTo>
                    <a:pt x="901" y="0"/>
                    <a:pt x="901" y="0"/>
                    <a:pt x="901" y="0"/>
                  </a:cubicBezTo>
                  <a:close/>
                  <a:moveTo>
                    <a:pt x="1096" y="23"/>
                  </a:moveTo>
                  <a:cubicBezTo>
                    <a:pt x="1108" y="25"/>
                    <a:pt x="1112" y="33"/>
                    <a:pt x="1125" y="34"/>
                  </a:cubicBezTo>
                  <a:cubicBezTo>
                    <a:pt x="1154" y="53"/>
                    <a:pt x="1163" y="51"/>
                    <a:pt x="1163" y="57"/>
                  </a:cubicBezTo>
                  <a:cubicBezTo>
                    <a:pt x="1224" y="83"/>
                    <a:pt x="1241" y="93"/>
                    <a:pt x="1261" y="100"/>
                  </a:cubicBezTo>
                  <a:cubicBezTo>
                    <a:pt x="1309" y="119"/>
                    <a:pt x="1319" y="116"/>
                    <a:pt x="1321" y="121"/>
                  </a:cubicBezTo>
                  <a:cubicBezTo>
                    <a:pt x="1483" y="135"/>
                    <a:pt x="1494" y="132"/>
                    <a:pt x="1508" y="132"/>
                  </a:cubicBezTo>
                  <a:cubicBezTo>
                    <a:pt x="1513" y="124"/>
                    <a:pt x="1524" y="129"/>
                    <a:pt x="1522" y="121"/>
                  </a:cubicBezTo>
                  <a:cubicBezTo>
                    <a:pt x="1429" y="114"/>
                    <a:pt x="1421" y="115"/>
                    <a:pt x="1415" y="115"/>
                  </a:cubicBezTo>
                  <a:cubicBezTo>
                    <a:pt x="1377" y="104"/>
                    <a:pt x="1367" y="106"/>
                    <a:pt x="1365" y="100"/>
                  </a:cubicBezTo>
                  <a:cubicBezTo>
                    <a:pt x="1321" y="90"/>
                    <a:pt x="1313" y="84"/>
                    <a:pt x="1302" y="82"/>
                  </a:cubicBezTo>
                  <a:cubicBezTo>
                    <a:pt x="1242" y="52"/>
                    <a:pt x="1240" y="47"/>
                    <a:pt x="1233" y="47"/>
                  </a:cubicBezTo>
                  <a:cubicBezTo>
                    <a:pt x="1284" y="57"/>
                    <a:pt x="1302" y="60"/>
                    <a:pt x="1318" y="64"/>
                  </a:cubicBezTo>
                  <a:cubicBezTo>
                    <a:pt x="1452" y="80"/>
                    <a:pt x="1459" y="83"/>
                    <a:pt x="1464" y="79"/>
                  </a:cubicBezTo>
                  <a:cubicBezTo>
                    <a:pt x="1275" y="49"/>
                    <a:pt x="1260" y="41"/>
                    <a:pt x="1240" y="39"/>
                  </a:cubicBezTo>
                  <a:cubicBezTo>
                    <a:pt x="1219" y="31"/>
                    <a:pt x="1217" y="26"/>
                    <a:pt x="1208" y="27"/>
                  </a:cubicBezTo>
                  <a:cubicBezTo>
                    <a:pt x="1171" y="4"/>
                    <a:pt x="1160" y="6"/>
                    <a:pt x="1156" y="2"/>
                  </a:cubicBezTo>
                  <a:cubicBezTo>
                    <a:pt x="1119" y="4"/>
                    <a:pt x="1126" y="9"/>
                    <a:pt x="1136" y="10"/>
                  </a:cubicBezTo>
                  <a:cubicBezTo>
                    <a:pt x="1169" y="30"/>
                    <a:pt x="1176" y="28"/>
                    <a:pt x="1177" y="31"/>
                  </a:cubicBezTo>
                  <a:cubicBezTo>
                    <a:pt x="1206" y="45"/>
                    <a:pt x="1215" y="46"/>
                    <a:pt x="1220" y="49"/>
                  </a:cubicBezTo>
                  <a:cubicBezTo>
                    <a:pt x="1280" y="78"/>
                    <a:pt x="1290" y="84"/>
                    <a:pt x="1302" y="88"/>
                  </a:cubicBezTo>
                  <a:cubicBezTo>
                    <a:pt x="1327" y="100"/>
                    <a:pt x="1331" y="99"/>
                    <a:pt x="1335" y="100"/>
                  </a:cubicBezTo>
                  <a:cubicBezTo>
                    <a:pt x="1385" y="116"/>
                    <a:pt x="1401" y="116"/>
                    <a:pt x="1413" y="121"/>
                  </a:cubicBezTo>
                  <a:cubicBezTo>
                    <a:pt x="1486" y="126"/>
                    <a:pt x="1486" y="125"/>
                    <a:pt x="1495" y="127"/>
                  </a:cubicBezTo>
                  <a:cubicBezTo>
                    <a:pt x="1458" y="133"/>
                    <a:pt x="1456" y="132"/>
                    <a:pt x="1443" y="133"/>
                  </a:cubicBezTo>
                  <a:cubicBezTo>
                    <a:pt x="1346" y="119"/>
                    <a:pt x="1337" y="119"/>
                    <a:pt x="1334" y="115"/>
                  </a:cubicBezTo>
                  <a:cubicBezTo>
                    <a:pt x="1283" y="98"/>
                    <a:pt x="1273" y="101"/>
                    <a:pt x="1274" y="94"/>
                  </a:cubicBezTo>
                  <a:cubicBezTo>
                    <a:pt x="1197" y="60"/>
                    <a:pt x="1189" y="61"/>
                    <a:pt x="1185" y="57"/>
                  </a:cubicBezTo>
                  <a:cubicBezTo>
                    <a:pt x="1136" y="33"/>
                    <a:pt x="1127" y="28"/>
                    <a:pt x="1118" y="23"/>
                  </a:cubicBezTo>
                  <a:cubicBezTo>
                    <a:pt x="1081" y="8"/>
                    <a:pt x="1076" y="3"/>
                    <a:pt x="1068" y="0"/>
                  </a:cubicBezTo>
                  <a:cubicBezTo>
                    <a:pt x="1077" y="14"/>
                    <a:pt x="1089" y="16"/>
                    <a:pt x="1096" y="23"/>
                  </a:cubicBezTo>
                  <a:close/>
                  <a:moveTo>
                    <a:pt x="979" y="13"/>
                  </a:moveTo>
                  <a:cubicBezTo>
                    <a:pt x="986" y="13"/>
                    <a:pt x="987" y="17"/>
                    <a:pt x="992" y="18"/>
                  </a:cubicBezTo>
                  <a:cubicBezTo>
                    <a:pt x="1035" y="35"/>
                    <a:pt x="1037" y="39"/>
                    <a:pt x="1039" y="43"/>
                  </a:cubicBezTo>
                  <a:cubicBezTo>
                    <a:pt x="1082" y="59"/>
                    <a:pt x="1083" y="64"/>
                    <a:pt x="1089" y="64"/>
                  </a:cubicBezTo>
                  <a:cubicBezTo>
                    <a:pt x="1163" y="104"/>
                    <a:pt x="1170" y="102"/>
                    <a:pt x="1173" y="105"/>
                  </a:cubicBezTo>
                  <a:cubicBezTo>
                    <a:pt x="1200" y="116"/>
                    <a:pt x="1202" y="117"/>
                    <a:pt x="1203" y="119"/>
                  </a:cubicBezTo>
                  <a:cubicBezTo>
                    <a:pt x="1236" y="133"/>
                    <a:pt x="1244" y="134"/>
                    <a:pt x="1249" y="139"/>
                  </a:cubicBezTo>
                  <a:cubicBezTo>
                    <a:pt x="1273" y="146"/>
                    <a:pt x="1277" y="147"/>
                    <a:pt x="1279" y="149"/>
                  </a:cubicBezTo>
                  <a:cubicBezTo>
                    <a:pt x="1302" y="160"/>
                    <a:pt x="1315" y="152"/>
                    <a:pt x="1314" y="158"/>
                  </a:cubicBezTo>
                  <a:cubicBezTo>
                    <a:pt x="1355" y="161"/>
                    <a:pt x="1375" y="162"/>
                    <a:pt x="1394" y="162"/>
                  </a:cubicBezTo>
                  <a:cubicBezTo>
                    <a:pt x="1429" y="161"/>
                    <a:pt x="1435" y="155"/>
                    <a:pt x="1429" y="154"/>
                  </a:cubicBezTo>
                  <a:cubicBezTo>
                    <a:pt x="1393" y="155"/>
                    <a:pt x="1392" y="157"/>
                    <a:pt x="1381" y="155"/>
                  </a:cubicBezTo>
                  <a:cubicBezTo>
                    <a:pt x="1358" y="157"/>
                    <a:pt x="1347" y="153"/>
                    <a:pt x="1338" y="154"/>
                  </a:cubicBezTo>
                  <a:cubicBezTo>
                    <a:pt x="1234" y="126"/>
                    <a:pt x="1232" y="119"/>
                    <a:pt x="1223" y="119"/>
                  </a:cubicBezTo>
                  <a:cubicBezTo>
                    <a:pt x="1147" y="88"/>
                    <a:pt x="1147" y="80"/>
                    <a:pt x="1139" y="80"/>
                  </a:cubicBezTo>
                  <a:cubicBezTo>
                    <a:pt x="1111" y="65"/>
                    <a:pt x="1099" y="60"/>
                    <a:pt x="1087" y="55"/>
                  </a:cubicBezTo>
                  <a:cubicBezTo>
                    <a:pt x="1033" y="27"/>
                    <a:pt x="1028" y="24"/>
                    <a:pt x="1022" y="21"/>
                  </a:cubicBezTo>
                  <a:cubicBezTo>
                    <a:pt x="956" y="0"/>
                    <a:pt x="956" y="0"/>
                    <a:pt x="956" y="0"/>
                  </a:cubicBezTo>
                  <a:close/>
                  <a:moveTo>
                    <a:pt x="1304" y="25"/>
                  </a:moveTo>
                  <a:cubicBezTo>
                    <a:pt x="1335" y="32"/>
                    <a:pt x="1379" y="35"/>
                    <a:pt x="1419" y="41"/>
                  </a:cubicBezTo>
                  <a:cubicBezTo>
                    <a:pt x="1435" y="41"/>
                    <a:pt x="1451" y="41"/>
                    <a:pt x="1467" y="42"/>
                  </a:cubicBezTo>
                  <a:cubicBezTo>
                    <a:pt x="1473" y="45"/>
                    <a:pt x="1476" y="40"/>
                    <a:pt x="1486" y="42"/>
                  </a:cubicBezTo>
                  <a:cubicBezTo>
                    <a:pt x="1491" y="42"/>
                    <a:pt x="1495" y="42"/>
                    <a:pt x="1499" y="42"/>
                  </a:cubicBezTo>
                  <a:cubicBezTo>
                    <a:pt x="1503" y="41"/>
                    <a:pt x="1511" y="45"/>
                    <a:pt x="1510" y="40"/>
                  </a:cubicBezTo>
                  <a:cubicBezTo>
                    <a:pt x="1508" y="38"/>
                    <a:pt x="1505" y="37"/>
                    <a:pt x="1500" y="38"/>
                  </a:cubicBezTo>
                  <a:cubicBezTo>
                    <a:pt x="1498" y="39"/>
                    <a:pt x="1489" y="43"/>
                    <a:pt x="1489" y="38"/>
                  </a:cubicBezTo>
                  <a:cubicBezTo>
                    <a:pt x="1477" y="38"/>
                    <a:pt x="1478" y="38"/>
                    <a:pt x="1467" y="39"/>
                  </a:cubicBezTo>
                  <a:cubicBezTo>
                    <a:pt x="1458" y="35"/>
                    <a:pt x="1442" y="38"/>
                    <a:pt x="1430" y="36"/>
                  </a:cubicBezTo>
                  <a:cubicBezTo>
                    <a:pt x="1426" y="33"/>
                    <a:pt x="1423" y="35"/>
                    <a:pt x="1419" y="36"/>
                  </a:cubicBezTo>
                  <a:cubicBezTo>
                    <a:pt x="1417" y="31"/>
                    <a:pt x="1405" y="35"/>
                    <a:pt x="1399" y="34"/>
                  </a:cubicBezTo>
                  <a:cubicBezTo>
                    <a:pt x="1393" y="30"/>
                    <a:pt x="1379" y="33"/>
                    <a:pt x="1369" y="29"/>
                  </a:cubicBezTo>
                  <a:cubicBezTo>
                    <a:pt x="1366" y="28"/>
                    <a:pt x="1363" y="28"/>
                    <a:pt x="1360" y="28"/>
                  </a:cubicBezTo>
                  <a:cubicBezTo>
                    <a:pt x="1356" y="29"/>
                    <a:pt x="1355" y="25"/>
                    <a:pt x="1354" y="28"/>
                  </a:cubicBezTo>
                  <a:cubicBezTo>
                    <a:pt x="1352" y="23"/>
                    <a:pt x="1338" y="29"/>
                    <a:pt x="1336" y="23"/>
                  </a:cubicBezTo>
                  <a:cubicBezTo>
                    <a:pt x="1311" y="21"/>
                    <a:pt x="1288" y="17"/>
                    <a:pt x="1269" y="9"/>
                  </a:cubicBezTo>
                  <a:cubicBezTo>
                    <a:pt x="1257" y="8"/>
                    <a:pt x="1250" y="4"/>
                    <a:pt x="1241" y="0"/>
                  </a:cubicBezTo>
                  <a:cubicBezTo>
                    <a:pt x="1214" y="0"/>
                    <a:pt x="1214" y="0"/>
                    <a:pt x="1214" y="0"/>
                  </a:cubicBezTo>
                  <a:cubicBezTo>
                    <a:pt x="1225" y="4"/>
                    <a:pt x="1237" y="7"/>
                    <a:pt x="1249" y="11"/>
                  </a:cubicBezTo>
                  <a:cubicBezTo>
                    <a:pt x="1265" y="18"/>
                    <a:pt x="1285" y="21"/>
                    <a:pt x="1304" y="25"/>
                  </a:cubicBezTo>
                  <a:close/>
                  <a:moveTo>
                    <a:pt x="883" y="9"/>
                  </a:moveTo>
                  <a:cubicBezTo>
                    <a:pt x="887" y="14"/>
                    <a:pt x="895" y="14"/>
                    <a:pt x="898" y="20"/>
                  </a:cubicBezTo>
                  <a:cubicBezTo>
                    <a:pt x="913" y="36"/>
                    <a:pt x="920" y="33"/>
                    <a:pt x="922" y="36"/>
                  </a:cubicBezTo>
                  <a:cubicBezTo>
                    <a:pt x="951" y="55"/>
                    <a:pt x="953" y="62"/>
                    <a:pt x="960" y="63"/>
                  </a:cubicBezTo>
                  <a:cubicBezTo>
                    <a:pt x="985" y="82"/>
                    <a:pt x="997" y="88"/>
                    <a:pt x="1008" y="95"/>
                  </a:cubicBezTo>
                  <a:cubicBezTo>
                    <a:pt x="1077" y="135"/>
                    <a:pt x="1084" y="133"/>
                    <a:pt x="1085" y="136"/>
                  </a:cubicBezTo>
                  <a:cubicBezTo>
                    <a:pt x="1124" y="154"/>
                    <a:pt x="1130" y="165"/>
                    <a:pt x="1148" y="165"/>
                  </a:cubicBezTo>
                  <a:cubicBezTo>
                    <a:pt x="1177" y="180"/>
                    <a:pt x="1184" y="177"/>
                    <a:pt x="1185" y="182"/>
                  </a:cubicBezTo>
                  <a:cubicBezTo>
                    <a:pt x="1245" y="198"/>
                    <a:pt x="1249" y="200"/>
                    <a:pt x="1254" y="200"/>
                  </a:cubicBezTo>
                  <a:cubicBezTo>
                    <a:pt x="1350" y="212"/>
                    <a:pt x="1357" y="219"/>
                    <a:pt x="1360" y="218"/>
                  </a:cubicBezTo>
                  <a:cubicBezTo>
                    <a:pt x="1358" y="204"/>
                    <a:pt x="1355" y="205"/>
                    <a:pt x="1352" y="207"/>
                  </a:cubicBezTo>
                  <a:cubicBezTo>
                    <a:pt x="1328" y="204"/>
                    <a:pt x="1321" y="204"/>
                    <a:pt x="1306" y="204"/>
                  </a:cubicBezTo>
                  <a:cubicBezTo>
                    <a:pt x="1249" y="187"/>
                    <a:pt x="1239" y="190"/>
                    <a:pt x="1237" y="185"/>
                  </a:cubicBezTo>
                  <a:cubicBezTo>
                    <a:pt x="1165" y="161"/>
                    <a:pt x="1154" y="164"/>
                    <a:pt x="1152" y="159"/>
                  </a:cubicBezTo>
                  <a:cubicBezTo>
                    <a:pt x="1126" y="149"/>
                    <a:pt x="1124" y="147"/>
                    <a:pt x="1120" y="147"/>
                  </a:cubicBezTo>
                  <a:cubicBezTo>
                    <a:pt x="1087" y="129"/>
                    <a:pt x="1085" y="124"/>
                    <a:pt x="1077" y="125"/>
                  </a:cubicBezTo>
                  <a:cubicBezTo>
                    <a:pt x="1047" y="103"/>
                    <a:pt x="1040" y="103"/>
                    <a:pt x="1036" y="100"/>
                  </a:cubicBezTo>
                  <a:cubicBezTo>
                    <a:pt x="1008" y="81"/>
                    <a:pt x="1003" y="82"/>
                    <a:pt x="999" y="81"/>
                  </a:cubicBezTo>
                  <a:cubicBezTo>
                    <a:pt x="968" y="59"/>
                    <a:pt x="965" y="56"/>
                    <a:pt x="961" y="54"/>
                  </a:cubicBezTo>
                  <a:cubicBezTo>
                    <a:pt x="925" y="28"/>
                    <a:pt x="920" y="26"/>
                    <a:pt x="915" y="25"/>
                  </a:cubicBezTo>
                  <a:cubicBezTo>
                    <a:pt x="893" y="5"/>
                    <a:pt x="887" y="4"/>
                    <a:pt x="885" y="1"/>
                  </a:cubicBezTo>
                  <a:cubicBezTo>
                    <a:pt x="872" y="5"/>
                    <a:pt x="878" y="6"/>
                    <a:pt x="883" y="9"/>
                  </a:cubicBezTo>
                  <a:close/>
                  <a:moveTo>
                    <a:pt x="1280" y="0"/>
                  </a:moveTo>
                  <a:cubicBezTo>
                    <a:pt x="1280" y="0"/>
                    <a:pt x="1280" y="0"/>
                    <a:pt x="1280" y="0"/>
                  </a:cubicBezTo>
                  <a:cubicBezTo>
                    <a:pt x="1280" y="0"/>
                    <a:pt x="1280" y="0"/>
                    <a:pt x="1280" y="0"/>
                  </a:cubicBezTo>
                  <a:cubicBezTo>
                    <a:pt x="1280" y="0"/>
                    <a:pt x="1280" y="0"/>
                    <a:pt x="1280" y="0"/>
                  </a:cubicBezTo>
                  <a:close/>
                  <a:moveTo>
                    <a:pt x="833" y="8"/>
                  </a:moveTo>
                  <a:cubicBezTo>
                    <a:pt x="837" y="12"/>
                    <a:pt x="843" y="13"/>
                    <a:pt x="846" y="17"/>
                  </a:cubicBezTo>
                  <a:cubicBezTo>
                    <a:pt x="882" y="51"/>
                    <a:pt x="891" y="50"/>
                    <a:pt x="893" y="55"/>
                  </a:cubicBezTo>
                  <a:cubicBezTo>
                    <a:pt x="911" y="66"/>
                    <a:pt x="911" y="74"/>
                    <a:pt x="916" y="75"/>
                  </a:cubicBezTo>
                  <a:cubicBezTo>
                    <a:pt x="986" y="136"/>
                    <a:pt x="988" y="138"/>
                    <a:pt x="991" y="138"/>
                  </a:cubicBezTo>
                  <a:cubicBezTo>
                    <a:pt x="1014" y="162"/>
                    <a:pt x="1027" y="164"/>
                    <a:pt x="1032" y="172"/>
                  </a:cubicBezTo>
                  <a:cubicBezTo>
                    <a:pt x="1049" y="184"/>
                    <a:pt x="1054" y="186"/>
                    <a:pt x="1056" y="192"/>
                  </a:cubicBezTo>
                  <a:cubicBezTo>
                    <a:pt x="1096" y="211"/>
                    <a:pt x="1102" y="220"/>
                    <a:pt x="1114" y="224"/>
                  </a:cubicBezTo>
                  <a:cubicBezTo>
                    <a:pt x="1182" y="262"/>
                    <a:pt x="1192" y="266"/>
                    <a:pt x="1202" y="271"/>
                  </a:cubicBezTo>
                  <a:cubicBezTo>
                    <a:pt x="1247" y="288"/>
                    <a:pt x="1251" y="287"/>
                    <a:pt x="1252" y="290"/>
                  </a:cubicBezTo>
                  <a:cubicBezTo>
                    <a:pt x="1295" y="297"/>
                    <a:pt x="1305" y="294"/>
                    <a:pt x="1304" y="287"/>
                  </a:cubicBezTo>
                  <a:cubicBezTo>
                    <a:pt x="1296" y="277"/>
                    <a:pt x="1294" y="287"/>
                    <a:pt x="1291" y="286"/>
                  </a:cubicBezTo>
                  <a:cubicBezTo>
                    <a:pt x="1240" y="278"/>
                    <a:pt x="1233" y="274"/>
                    <a:pt x="1224" y="272"/>
                  </a:cubicBezTo>
                  <a:cubicBezTo>
                    <a:pt x="1177" y="250"/>
                    <a:pt x="1172" y="250"/>
                    <a:pt x="1170" y="247"/>
                  </a:cubicBezTo>
                  <a:cubicBezTo>
                    <a:pt x="1150" y="240"/>
                    <a:pt x="1150" y="230"/>
                    <a:pt x="1138" y="231"/>
                  </a:cubicBezTo>
                  <a:cubicBezTo>
                    <a:pt x="1116" y="211"/>
                    <a:pt x="1101" y="214"/>
                    <a:pt x="1099" y="206"/>
                  </a:cubicBezTo>
                  <a:cubicBezTo>
                    <a:pt x="1054" y="177"/>
                    <a:pt x="1048" y="173"/>
                    <a:pt x="1043" y="168"/>
                  </a:cubicBezTo>
                  <a:cubicBezTo>
                    <a:pt x="1011" y="146"/>
                    <a:pt x="999" y="136"/>
                    <a:pt x="987" y="127"/>
                  </a:cubicBezTo>
                  <a:cubicBezTo>
                    <a:pt x="971" y="108"/>
                    <a:pt x="966" y="108"/>
                    <a:pt x="962" y="107"/>
                  </a:cubicBezTo>
                  <a:cubicBezTo>
                    <a:pt x="940" y="87"/>
                    <a:pt x="938" y="84"/>
                    <a:pt x="934" y="82"/>
                  </a:cubicBezTo>
                  <a:cubicBezTo>
                    <a:pt x="885" y="38"/>
                    <a:pt x="878" y="37"/>
                    <a:pt x="876" y="31"/>
                  </a:cubicBezTo>
                  <a:cubicBezTo>
                    <a:pt x="860" y="15"/>
                    <a:pt x="853" y="14"/>
                    <a:pt x="850" y="8"/>
                  </a:cubicBezTo>
                  <a:cubicBezTo>
                    <a:pt x="828" y="2"/>
                    <a:pt x="832" y="4"/>
                    <a:pt x="833" y="8"/>
                  </a:cubicBezTo>
                  <a:close/>
                  <a:moveTo>
                    <a:pt x="750" y="19"/>
                  </a:moveTo>
                  <a:cubicBezTo>
                    <a:pt x="756" y="21"/>
                    <a:pt x="760" y="24"/>
                    <a:pt x="763" y="28"/>
                  </a:cubicBezTo>
                  <a:cubicBezTo>
                    <a:pt x="795" y="48"/>
                    <a:pt x="793" y="58"/>
                    <a:pt x="801" y="58"/>
                  </a:cubicBezTo>
                  <a:cubicBezTo>
                    <a:pt x="830" y="88"/>
                    <a:pt x="839" y="94"/>
                    <a:pt x="846" y="102"/>
                  </a:cubicBezTo>
                  <a:cubicBezTo>
                    <a:pt x="861" y="116"/>
                    <a:pt x="865" y="120"/>
                    <a:pt x="867" y="124"/>
                  </a:cubicBezTo>
                  <a:cubicBezTo>
                    <a:pt x="917" y="168"/>
                    <a:pt x="917" y="172"/>
                    <a:pt x="919" y="174"/>
                  </a:cubicBezTo>
                  <a:cubicBezTo>
                    <a:pt x="944" y="198"/>
                    <a:pt x="950" y="207"/>
                    <a:pt x="957" y="214"/>
                  </a:cubicBezTo>
                  <a:cubicBezTo>
                    <a:pt x="1014" y="262"/>
                    <a:pt x="1021" y="270"/>
                    <a:pt x="1032" y="274"/>
                  </a:cubicBezTo>
                  <a:cubicBezTo>
                    <a:pt x="1086" y="317"/>
                    <a:pt x="1095" y="316"/>
                    <a:pt x="1096" y="321"/>
                  </a:cubicBezTo>
                  <a:cubicBezTo>
                    <a:pt x="1138" y="334"/>
                    <a:pt x="1141" y="339"/>
                    <a:pt x="1148" y="340"/>
                  </a:cubicBezTo>
                  <a:cubicBezTo>
                    <a:pt x="1136" y="331"/>
                    <a:pt x="1110" y="323"/>
                    <a:pt x="1092" y="308"/>
                  </a:cubicBezTo>
                  <a:cubicBezTo>
                    <a:pt x="1045" y="279"/>
                    <a:pt x="1047" y="273"/>
                    <a:pt x="1041" y="274"/>
                  </a:cubicBezTo>
                  <a:cubicBezTo>
                    <a:pt x="1014" y="255"/>
                    <a:pt x="1012" y="250"/>
                    <a:pt x="1006" y="247"/>
                  </a:cubicBezTo>
                  <a:cubicBezTo>
                    <a:pt x="990" y="232"/>
                    <a:pt x="985" y="227"/>
                    <a:pt x="981" y="223"/>
                  </a:cubicBezTo>
                  <a:cubicBezTo>
                    <a:pt x="959" y="204"/>
                    <a:pt x="956" y="201"/>
                    <a:pt x="955" y="198"/>
                  </a:cubicBezTo>
                  <a:cubicBezTo>
                    <a:pt x="920" y="167"/>
                    <a:pt x="916" y="155"/>
                    <a:pt x="904" y="151"/>
                  </a:cubicBezTo>
                  <a:cubicBezTo>
                    <a:pt x="889" y="134"/>
                    <a:pt x="887" y="129"/>
                    <a:pt x="880" y="127"/>
                  </a:cubicBezTo>
                  <a:cubicBezTo>
                    <a:pt x="843" y="89"/>
                    <a:pt x="841" y="87"/>
                    <a:pt x="840" y="85"/>
                  </a:cubicBezTo>
                  <a:cubicBezTo>
                    <a:pt x="818" y="66"/>
                    <a:pt x="818" y="62"/>
                    <a:pt x="817" y="60"/>
                  </a:cubicBezTo>
                  <a:cubicBezTo>
                    <a:pt x="790" y="41"/>
                    <a:pt x="790" y="33"/>
                    <a:pt x="782" y="33"/>
                  </a:cubicBezTo>
                  <a:cubicBezTo>
                    <a:pt x="747" y="6"/>
                    <a:pt x="748" y="2"/>
                    <a:pt x="746" y="0"/>
                  </a:cubicBezTo>
                  <a:cubicBezTo>
                    <a:pt x="739" y="12"/>
                    <a:pt x="750" y="11"/>
                    <a:pt x="750" y="19"/>
                  </a:cubicBezTo>
                  <a:close/>
                  <a:moveTo>
                    <a:pt x="709" y="12"/>
                  </a:moveTo>
                  <a:cubicBezTo>
                    <a:pt x="713" y="13"/>
                    <a:pt x="713" y="18"/>
                    <a:pt x="715" y="21"/>
                  </a:cubicBezTo>
                  <a:cubicBezTo>
                    <a:pt x="737" y="43"/>
                    <a:pt x="740" y="46"/>
                    <a:pt x="743" y="50"/>
                  </a:cubicBezTo>
                  <a:cubicBezTo>
                    <a:pt x="773" y="89"/>
                    <a:pt x="783" y="92"/>
                    <a:pt x="785" y="103"/>
                  </a:cubicBezTo>
                  <a:cubicBezTo>
                    <a:pt x="812" y="126"/>
                    <a:pt x="818" y="134"/>
                    <a:pt x="823" y="141"/>
                  </a:cubicBezTo>
                  <a:cubicBezTo>
                    <a:pt x="844" y="164"/>
                    <a:pt x="844" y="170"/>
                    <a:pt x="849" y="172"/>
                  </a:cubicBezTo>
                  <a:cubicBezTo>
                    <a:pt x="873" y="211"/>
                    <a:pt x="877" y="213"/>
                    <a:pt x="881" y="216"/>
                  </a:cubicBezTo>
                  <a:cubicBezTo>
                    <a:pt x="937" y="283"/>
                    <a:pt x="953" y="295"/>
                    <a:pt x="966" y="310"/>
                  </a:cubicBezTo>
                  <a:cubicBezTo>
                    <a:pt x="1005" y="341"/>
                    <a:pt x="1012" y="342"/>
                    <a:pt x="1015" y="346"/>
                  </a:cubicBezTo>
                  <a:cubicBezTo>
                    <a:pt x="1079" y="381"/>
                    <a:pt x="1093" y="382"/>
                    <a:pt x="1102" y="387"/>
                  </a:cubicBezTo>
                  <a:cubicBezTo>
                    <a:pt x="1128" y="397"/>
                    <a:pt x="1134" y="397"/>
                    <a:pt x="1134" y="394"/>
                  </a:cubicBezTo>
                  <a:cubicBezTo>
                    <a:pt x="1057" y="366"/>
                    <a:pt x="1055" y="360"/>
                    <a:pt x="1048" y="360"/>
                  </a:cubicBezTo>
                  <a:cubicBezTo>
                    <a:pt x="1026" y="342"/>
                    <a:pt x="1019" y="344"/>
                    <a:pt x="1020" y="339"/>
                  </a:cubicBezTo>
                  <a:cubicBezTo>
                    <a:pt x="983" y="316"/>
                    <a:pt x="981" y="309"/>
                    <a:pt x="975" y="306"/>
                  </a:cubicBezTo>
                  <a:cubicBezTo>
                    <a:pt x="934" y="271"/>
                    <a:pt x="928" y="260"/>
                    <a:pt x="919" y="250"/>
                  </a:cubicBezTo>
                  <a:cubicBezTo>
                    <a:pt x="900" y="223"/>
                    <a:pt x="896" y="222"/>
                    <a:pt x="894" y="219"/>
                  </a:cubicBezTo>
                  <a:cubicBezTo>
                    <a:pt x="844" y="149"/>
                    <a:pt x="837" y="146"/>
                    <a:pt x="834" y="139"/>
                  </a:cubicBezTo>
                  <a:cubicBezTo>
                    <a:pt x="805" y="108"/>
                    <a:pt x="799" y="109"/>
                    <a:pt x="800" y="103"/>
                  </a:cubicBezTo>
                  <a:cubicBezTo>
                    <a:pt x="808" y="110"/>
                    <a:pt x="824" y="120"/>
                    <a:pt x="832" y="137"/>
                  </a:cubicBezTo>
                  <a:cubicBezTo>
                    <a:pt x="914" y="214"/>
                    <a:pt x="916" y="217"/>
                    <a:pt x="918" y="221"/>
                  </a:cubicBezTo>
                  <a:cubicBezTo>
                    <a:pt x="957" y="254"/>
                    <a:pt x="966" y="257"/>
                    <a:pt x="971" y="264"/>
                  </a:cubicBezTo>
                  <a:cubicBezTo>
                    <a:pt x="1006" y="292"/>
                    <a:pt x="1013" y="292"/>
                    <a:pt x="1016" y="296"/>
                  </a:cubicBezTo>
                  <a:cubicBezTo>
                    <a:pt x="1079" y="324"/>
                    <a:pt x="1087" y="328"/>
                    <a:pt x="1096" y="332"/>
                  </a:cubicBezTo>
                  <a:cubicBezTo>
                    <a:pt x="1182" y="339"/>
                    <a:pt x="1164" y="349"/>
                    <a:pt x="1164" y="342"/>
                  </a:cubicBezTo>
                  <a:cubicBezTo>
                    <a:pt x="1119" y="336"/>
                    <a:pt x="1120" y="331"/>
                    <a:pt x="1114" y="333"/>
                  </a:cubicBezTo>
                  <a:cubicBezTo>
                    <a:pt x="1082" y="320"/>
                    <a:pt x="1080" y="318"/>
                    <a:pt x="1077" y="317"/>
                  </a:cubicBezTo>
                  <a:cubicBezTo>
                    <a:pt x="989" y="266"/>
                    <a:pt x="977" y="261"/>
                    <a:pt x="969" y="251"/>
                  </a:cubicBezTo>
                  <a:cubicBezTo>
                    <a:pt x="950" y="235"/>
                    <a:pt x="942" y="233"/>
                    <a:pt x="939" y="226"/>
                  </a:cubicBezTo>
                  <a:cubicBezTo>
                    <a:pt x="906" y="190"/>
                    <a:pt x="899" y="192"/>
                    <a:pt x="899" y="188"/>
                  </a:cubicBezTo>
                  <a:cubicBezTo>
                    <a:pt x="866" y="157"/>
                    <a:pt x="859" y="155"/>
                    <a:pt x="856" y="148"/>
                  </a:cubicBezTo>
                  <a:cubicBezTo>
                    <a:pt x="825" y="117"/>
                    <a:pt x="824" y="114"/>
                    <a:pt x="822" y="110"/>
                  </a:cubicBezTo>
                  <a:cubicBezTo>
                    <a:pt x="801" y="90"/>
                    <a:pt x="798" y="87"/>
                    <a:pt x="796" y="84"/>
                  </a:cubicBezTo>
                  <a:cubicBezTo>
                    <a:pt x="768" y="53"/>
                    <a:pt x="765" y="51"/>
                    <a:pt x="762" y="48"/>
                  </a:cubicBezTo>
                  <a:cubicBezTo>
                    <a:pt x="742" y="24"/>
                    <a:pt x="737" y="18"/>
                    <a:pt x="728" y="15"/>
                  </a:cubicBezTo>
                  <a:cubicBezTo>
                    <a:pt x="704" y="1"/>
                    <a:pt x="705" y="2"/>
                    <a:pt x="707" y="3"/>
                  </a:cubicBezTo>
                  <a:close/>
                  <a:moveTo>
                    <a:pt x="781" y="5"/>
                  </a:moveTo>
                  <a:cubicBezTo>
                    <a:pt x="780" y="9"/>
                    <a:pt x="783" y="9"/>
                    <a:pt x="785" y="11"/>
                  </a:cubicBezTo>
                  <a:cubicBezTo>
                    <a:pt x="813" y="32"/>
                    <a:pt x="815" y="38"/>
                    <a:pt x="821" y="41"/>
                  </a:cubicBezTo>
                  <a:cubicBezTo>
                    <a:pt x="837" y="55"/>
                    <a:pt x="839" y="56"/>
                    <a:pt x="843" y="56"/>
                  </a:cubicBezTo>
                  <a:cubicBezTo>
                    <a:pt x="873" y="83"/>
                    <a:pt x="883" y="90"/>
                    <a:pt x="892" y="99"/>
                  </a:cubicBezTo>
                  <a:cubicBezTo>
                    <a:pt x="909" y="114"/>
                    <a:pt x="916" y="117"/>
                    <a:pt x="918" y="123"/>
                  </a:cubicBezTo>
                  <a:cubicBezTo>
                    <a:pt x="952" y="150"/>
                    <a:pt x="958" y="152"/>
                    <a:pt x="960" y="157"/>
                  </a:cubicBezTo>
                  <a:cubicBezTo>
                    <a:pt x="1007" y="194"/>
                    <a:pt x="1009" y="196"/>
                    <a:pt x="1010" y="199"/>
                  </a:cubicBezTo>
                  <a:cubicBezTo>
                    <a:pt x="1034" y="220"/>
                    <a:pt x="1042" y="221"/>
                    <a:pt x="1044" y="226"/>
                  </a:cubicBezTo>
                  <a:cubicBezTo>
                    <a:pt x="1095" y="265"/>
                    <a:pt x="1104" y="266"/>
                    <a:pt x="1108" y="271"/>
                  </a:cubicBezTo>
                  <a:cubicBezTo>
                    <a:pt x="1152" y="297"/>
                    <a:pt x="1154" y="304"/>
                    <a:pt x="1162" y="305"/>
                  </a:cubicBezTo>
                  <a:cubicBezTo>
                    <a:pt x="1183" y="317"/>
                    <a:pt x="1184" y="319"/>
                    <a:pt x="1184" y="321"/>
                  </a:cubicBezTo>
                  <a:cubicBezTo>
                    <a:pt x="1209" y="327"/>
                    <a:pt x="1216" y="329"/>
                    <a:pt x="1225" y="326"/>
                  </a:cubicBezTo>
                  <a:cubicBezTo>
                    <a:pt x="1193" y="309"/>
                    <a:pt x="1186" y="309"/>
                    <a:pt x="1182" y="306"/>
                  </a:cubicBezTo>
                  <a:cubicBezTo>
                    <a:pt x="1131" y="277"/>
                    <a:pt x="1126" y="272"/>
                    <a:pt x="1119" y="270"/>
                  </a:cubicBezTo>
                  <a:cubicBezTo>
                    <a:pt x="1082" y="240"/>
                    <a:pt x="1074" y="237"/>
                    <a:pt x="1068" y="233"/>
                  </a:cubicBezTo>
                  <a:cubicBezTo>
                    <a:pt x="1015" y="191"/>
                    <a:pt x="1009" y="187"/>
                    <a:pt x="1004" y="182"/>
                  </a:cubicBezTo>
                  <a:cubicBezTo>
                    <a:pt x="952" y="138"/>
                    <a:pt x="945" y="135"/>
                    <a:pt x="941" y="128"/>
                  </a:cubicBezTo>
                  <a:cubicBezTo>
                    <a:pt x="904" y="100"/>
                    <a:pt x="901" y="93"/>
                    <a:pt x="894" y="90"/>
                  </a:cubicBezTo>
                  <a:cubicBezTo>
                    <a:pt x="858" y="58"/>
                    <a:pt x="853" y="54"/>
                    <a:pt x="847" y="50"/>
                  </a:cubicBezTo>
                  <a:cubicBezTo>
                    <a:pt x="822" y="26"/>
                    <a:pt x="817" y="26"/>
                    <a:pt x="813" y="25"/>
                  </a:cubicBezTo>
                  <a:cubicBezTo>
                    <a:pt x="781" y="0"/>
                    <a:pt x="781" y="0"/>
                    <a:pt x="781" y="0"/>
                  </a:cubicBezTo>
                  <a:close/>
                  <a:moveTo>
                    <a:pt x="429" y="17"/>
                  </a:moveTo>
                  <a:cubicBezTo>
                    <a:pt x="434" y="17"/>
                    <a:pt x="433" y="24"/>
                    <a:pt x="440" y="23"/>
                  </a:cubicBezTo>
                  <a:cubicBezTo>
                    <a:pt x="504" y="85"/>
                    <a:pt x="517" y="96"/>
                    <a:pt x="530" y="106"/>
                  </a:cubicBezTo>
                  <a:cubicBezTo>
                    <a:pt x="570" y="139"/>
                    <a:pt x="576" y="139"/>
                    <a:pt x="579" y="142"/>
                  </a:cubicBezTo>
                  <a:cubicBezTo>
                    <a:pt x="604" y="156"/>
                    <a:pt x="606" y="167"/>
                    <a:pt x="609" y="160"/>
                  </a:cubicBezTo>
                  <a:cubicBezTo>
                    <a:pt x="583" y="140"/>
                    <a:pt x="574" y="135"/>
                    <a:pt x="569" y="129"/>
                  </a:cubicBezTo>
                  <a:cubicBezTo>
                    <a:pt x="531" y="105"/>
                    <a:pt x="533" y="96"/>
                    <a:pt x="526" y="97"/>
                  </a:cubicBezTo>
                  <a:cubicBezTo>
                    <a:pt x="493" y="61"/>
                    <a:pt x="489" y="59"/>
                    <a:pt x="487" y="53"/>
                  </a:cubicBezTo>
                  <a:cubicBezTo>
                    <a:pt x="450" y="20"/>
                    <a:pt x="443" y="19"/>
                    <a:pt x="442" y="13"/>
                  </a:cubicBezTo>
                  <a:cubicBezTo>
                    <a:pt x="463" y="26"/>
                    <a:pt x="465" y="28"/>
                    <a:pt x="466" y="31"/>
                  </a:cubicBezTo>
                  <a:cubicBezTo>
                    <a:pt x="519" y="68"/>
                    <a:pt x="521" y="73"/>
                    <a:pt x="526" y="76"/>
                  </a:cubicBezTo>
                  <a:cubicBezTo>
                    <a:pt x="542" y="88"/>
                    <a:pt x="542" y="94"/>
                    <a:pt x="547" y="96"/>
                  </a:cubicBezTo>
                  <a:cubicBezTo>
                    <a:pt x="565" y="108"/>
                    <a:pt x="564" y="115"/>
                    <a:pt x="571" y="116"/>
                  </a:cubicBezTo>
                  <a:cubicBezTo>
                    <a:pt x="606" y="152"/>
                    <a:pt x="609" y="155"/>
                    <a:pt x="614" y="158"/>
                  </a:cubicBezTo>
                  <a:cubicBezTo>
                    <a:pt x="619" y="167"/>
                    <a:pt x="612" y="162"/>
                    <a:pt x="611" y="167"/>
                  </a:cubicBezTo>
                  <a:cubicBezTo>
                    <a:pt x="629" y="174"/>
                    <a:pt x="629" y="177"/>
                    <a:pt x="633" y="176"/>
                  </a:cubicBezTo>
                  <a:cubicBezTo>
                    <a:pt x="695" y="224"/>
                    <a:pt x="698" y="233"/>
                    <a:pt x="708" y="234"/>
                  </a:cubicBezTo>
                  <a:cubicBezTo>
                    <a:pt x="693" y="216"/>
                    <a:pt x="685" y="219"/>
                    <a:pt x="684" y="214"/>
                  </a:cubicBezTo>
                  <a:cubicBezTo>
                    <a:pt x="649" y="191"/>
                    <a:pt x="648" y="181"/>
                    <a:pt x="639" y="178"/>
                  </a:cubicBezTo>
                  <a:cubicBezTo>
                    <a:pt x="616" y="151"/>
                    <a:pt x="612" y="152"/>
                    <a:pt x="612" y="149"/>
                  </a:cubicBezTo>
                  <a:cubicBezTo>
                    <a:pt x="596" y="135"/>
                    <a:pt x="596" y="129"/>
                    <a:pt x="593" y="127"/>
                  </a:cubicBezTo>
                  <a:cubicBezTo>
                    <a:pt x="564" y="105"/>
                    <a:pt x="565" y="101"/>
                    <a:pt x="563" y="100"/>
                  </a:cubicBezTo>
                  <a:cubicBezTo>
                    <a:pt x="537" y="78"/>
                    <a:pt x="536" y="72"/>
                    <a:pt x="531" y="71"/>
                  </a:cubicBezTo>
                  <a:cubicBezTo>
                    <a:pt x="517" y="59"/>
                    <a:pt x="516" y="57"/>
                    <a:pt x="516" y="53"/>
                  </a:cubicBezTo>
                  <a:cubicBezTo>
                    <a:pt x="486" y="37"/>
                    <a:pt x="484" y="26"/>
                    <a:pt x="473" y="24"/>
                  </a:cubicBezTo>
                  <a:cubicBezTo>
                    <a:pt x="427" y="0"/>
                    <a:pt x="427" y="0"/>
                    <a:pt x="427" y="0"/>
                  </a:cubicBezTo>
                  <a:cubicBezTo>
                    <a:pt x="438" y="11"/>
                    <a:pt x="441" y="12"/>
                    <a:pt x="438" y="13"/>
                  </a:cubicBezTo>
                  <a:cubicBezTo>
                    <a:pt x="423" y="1"/>
                    <a:pt x="422" y="1"/>
                    <a:pt x="422" y="0"/>
                  </a:cubicBezTo>
                  <a:cubicBezTo>
                    <a:pt x="424" y="10"/>
                    <a:pt x="427" y="13"/>
                    <a:pt x="429" y="17"/>
                  </a:cubicBezTo>
                  <a:close/>
                  <a:moveTo>
                    <a:pt x="385" y="151"/>
                  </a:moveTo>
                  <a:cubicBezTo>
                    <a:pt x="384" y="148"/>
                    <a:pt x="382" y="146"/>
                    <a:pt x="378" y="146"/>
                  </a:cubicBezTo>
                  <a:cubicBezTo>
                    <a:pt x="359" y="123"/>
                    <a:pt x="353" y="121"/>
                    <a:pt x="349" y="117"/>
                  </a:cubicBezTo>
                  <a:cubicBezTo>
                    <a:pt x="312" y="78"/>
                    <a:pt x="306" y="76"/>
                    <a:pt x="304" y="71"/>
                  </a:cubicBezTo>
                  <a:cubicBezTo>
                    <a:pt x="278" y="47"/>
                    <a:pt x="276" y="45"/>
                    <a:pt x="276" y="42"/>
                  </a:cubicBezTo>
                  <a:cubicBezTo>
                    <a:pt x="256" y="35"/>
                    <a:pt x="262" y="26"/>
                    <a:pt x="255" y="28"/>
                  </a:cubicBezTo>
                  <a:cubicBezTo>
                    <a:pt x="207" y="0"/>
                    <a:pt x="207" y="0"/>
                    <a:pt x="207" y="0"/>
                  </a:cubicBezTo>
                  <a:cubicBezTo>
                    <a:pt x="240" y="25"/>
                    <a:pt x="245" y="33"/>
                    <a:pt x="254" y="37"/>
                  </a:cubicBezTo>
                  <a:cubicBezTo>
                    <a:pt x="280" y="63"/>
                    <a:pt x="289" y="68"/>
                    <a:pt x="295" y="75"/>
                  </a:cubicBezTo>
                  <a:cubicBezTo>
                    <a:pt x="336" y="116"/>
                    <a:pt x="339" y="115"/>
                    <a:pt x="340" y="117"/>
                  </a:cubicBezTo>
                  <a:cubicBezTo>
                    <a:pt x="359" y="135"/>
                    <a:pt x="363" y="137"/>
                    <a:pt x="368" y="137"/>
                  </a:cubicBezTo>
                  <a:cubicBezTo>
                    <a:pt x="389" y="157"/>
                    <a:pt x="395" y="166"/>
                    <a:pt x="398" y="160"/>
                  </a:cubicBezTo>
                  <a:close/>
                  <a:moveTo>
                    <a:pt x="1507" y="2099"/>
                  </a:moveTo>
                  <a:cubicBezTo>
                    <a:pt x="1503" y="2109"/>
                    <a:pt x="1496" y="2117"/>
                    <a:pt x="1494" y="2129"/>
                  </a:cubicBezTo>
                  <a:cubicBezTo>
                    <a:pt x="1487" y="2132"/>
                    <a:pt x="1486" y="2141"/>
                    <a:pt x="1481" y="2145"/>
                  </a:cubicBezTo>
                  <a:cubicBezTo>
                    <a:pt x="1478" y="2151"/>
                    <a:pt x="1471" y="2153"/>
                    <a:pt x="1468" y="2160"/>
                  </a:cubicBezTo>
                  <a:cubicBezTo>
                    <a:pt x="1468" y="2160"/>
                    <a:pt x="1467" y="2160"/>
                    <a:pt x="1467" y="2160"/>
                  </a:cubicBezTo>
                  <a:cubicBezTo>
                    <a:pt x="1479" y="2160"/>
                    <a:pt x="1479" y="2160"/>
                    <a:pt x="1479" y="2160"/>
                  </a:cubicBezTo>
                  <a:cubicBezTo>
                    <a:pt x="1481" y="2159"/>
                    <a:pt x="1482" y="2158"/>
                    <a:pt x="1481" y="2155"/>
                  </a:cubicBezTo>
                  <a:cubicBezTo>
                    <a:pt x="1488" y="2155"/>
                    <a:pt x="1487" y="2146"/>
                    <a:pt x="1494" y="2145"/>
                  </a:cubicBezTo>
                  <a:cubicBezTo>
                    <a:pt x="1495" y="2139"/>
                    <a:pt x="1496" y="2135"/>
                    <a:pt x="1501" y="2134"/>
                  </a:cubicBezTo>
                  <a:cubicBezTo>
                    <a:pt x="1501" y="2128"/>
                    <a:pt x="1505" y="2126"/>
                    <a:pt x="1507" y="2123"/>
                  </a:cubicBezTo>
                  <a:cubicBezTo>
                    <a:pt x="1505" y="2116"/>
                    <a:pt x="1511" y="2116"/>
                    <a:pt x="1509" y="2110"/>
                  </a:cubicBezTo>
                  <a:cubicBezTo>
                    <a:pt x="1512" y="2107"/>
                    <a:pt x="1513" y="2099"/>
                    <a:pt x="1507" y="2099"/>
                  </a:cubicBezTo>
                  <a:close/>
                  <a:moveTo>
                    <a:pt x="1509" y="2042"/>
                  </a:moveTo>
                  <a:cubicBezTo>
                    <a:pt x="1498" y="2041"/>
                    <a:pt x="1501" y="2053"/>
                    <a:pt x="1494" y="2055"/>
                  </a:cubicBezTo>
                  <a:cubicBezTo>
                    <a:pt x="1489" y="2060"/>
                    <a:pt x="1487" y="2067"/>
                    <a:pt x="1481" y="2070"/>
                  </a:cubicBezTo>
                  <a:cubicBezTo>
                    <a:pt x="1478" y="2077"/>
                    <a:pt x="1471" y="2079"/>
                    <a:pt x="1468" y="2086"/>
                  </a:cubicBezTo>
                  <a:cubicBezTo>
                    <a:pt x="1463" y="2091"/>
                    <a:pt x="1460" y="2098"/>
                    <a:pt x="1453" y="2101"/>
                  </a:cubicBezTo>
                  <a:cubicBezTo>
                    <a:pt x="1435" y="2123"/>
                    <a:pt x="1408" y="2135"/>
                    <a:pt x="1389" y="2155"/>
                  </a:cubicBezTo>
                  <a:cubicBezTo>
                    <a:pt x="1389" y="2159"/>
                    <a:pt x="1384" y="2158"/>
                    <a:pt x="1383" y="2160"/>
                  </a:cubicBezTo>
                  <a:cubicBezTo>
                    <a:pt x="1396" y="2160"/>
                    <a:pt x="1396" y="2160"/>
                    <a:pt x="1396" y="2160"/>
                  </a:cubicBezTo>
                  <a:cubicBezTo>
                    <a:pt x="1400" y="2158"/>
                    <a:pt x="1402" y="2154"/>
                    <a:pt x="1405" y="2151"/>
                  </a:cubicBezTo>
                  <a:cubicBezTo>
                    <a:pt x="1409" y="2147"/>
                    <a:pt x="1415" y="2146"/>
                    <a:pt x="1418" y="2140"/>
                  </a:cubicBezTo>
                  <a:cubicBezTo>
                    <a:pt x="1420" y="2139"/>
                    <a:pt x="1423" y="2138"/>
                    <a:pt x="1424" y="2136"/>
                  </a:cubicBezTo>
                  <a:cubicBezTo>
                    <a:pt x="1425" y="2132"/>
                    <a:pt x="1432" y="2134"/>
                    <a:pt x="1433" y="2131"/>
                  </a:cubicBezTo>
                  <a:cubicBezTo>
                    <a:pt x="1440" y="2124"/>
                    <a:pt x="1449" y="2117"/>
                    <a:pt x="1457" y="2110"/>
                  </a:cubicBezTo>
                  <a:cubicBezTo>
                    <a:pt x="1459" y="2104"/>
                    <a:pt x="1466" y="2102"/>
                    <a:pt x="1468" y="2097"/>
                  </a:cubicBezTo>
                  <a:cubicBezTo>
                    <a:pt x="1471" y="2091"/>
                    <a:pt x="1475" y="2087"/>
                    <a:pt x="1479" y="2083"/>
                  </a:cubicBezTo>
                  <a:cubicBezTo>
                    <a:pt x="1485" y="2075"/>
                    <a:pt x="1493" y="2067"/>
                    <a:pt x="1498" y="2057"/>
                  </a:cubicBezTo>
                  <a:cubicBezTo>
                    <a:pt x="1501" y="2056"/>
                    <a:pt x="1503" y="2055"/>
                    <a:pt x="1503" y="2051"/>
                  </a:cubicBezTo>
                  <a:cubicBezTo>
                    <a:pt x="1505" y="2049"/>
                    <a:pt x="1507" y="2046"/>
                    <a:pt x="1509" y="2044"/>
                  </a:cubicBezTo>
                  <a:cubicBezTo>
                    <a:pt x="1513" y="2044"/>
                    <a:pt x="1510" y="2038"/>
                    <a:pt x="1514" y="2038"/>
                  </a:cubicBezTo>
                  <a:cubicBezTo>
                    <a:pt x="1512" y="2032"/>
                    <a:pt x="1518" y="2033"/>
                    <a:pt x="1518" y="2029"/>
                  </a:cubicBezTo>
                  <a:cubicBezTo>
                    <a:pt x="1511" y="2029"/>
                    <a:pt x="1510" y="2035"/>
                    <a:pt x="1509" y="2042"/>
                  </a:cubicBezTo>
                  <a:close/>
                  <a:moveTo>
                    <a:pt x="1392" y="2125"/>
                  </a:moveTo>
                  <a:cubicBezTo>
                    <a:pt x="1392" y="2119"/>
                    <a:pt x="1401" y="2121"/>
                    <a:pt x="1402" y="2116"/>
                  </a:cubicBezTo>
                  <a:cubicBezTo>
                    <a:pt x="1434" y="2086"/>
                    <a:pt x="1442" y="2088"/>
                    <a:pt x="1444" y="2083"/>
                  </a:cubicBezTo>
                  <a:cubicBezTo>
                    <a:pt x="1462" y="2059"/>
                    <a:pt x="1469" y="2060"/>
                    <a:pt x="1470" y="2055"/>
                  </a:cubicBezTo>
                  <a:cubicBezTo>
                    <a:pt x="1490" y="2036"/>
                    <a:pt x="1492" y="2034"/>
                    <a:pt x="1494" y="2033"/>
                  </a:cubicBezTo>
                  <a:cubicBezTo>
                    <a:pt x="1512" y="2017"/>
                    <a:pt x="1514" y="2004"/>
                    <a:pt x="1509" y="2003"/>
                  </a:cubicBezTo>
                  <a:cubicBezTo>
                    <a:pt x="1466" y="2054"/>
                    <a:pt x="1462" y="2055"/>
                    <a:pt x="1461" y="2059"/>
                  </a:cubicBezTo>
                  <a:cubicBezTo>
                    <a:pt x="1449" y="2068"/>
                    <a:pt x="1446" y="2069"/>
                    <a:pt x="1446" y="2075"/>
                  </a:cubicBezTo>
                  <a:cubicBezTo>
                    <a:pt x="1423" y="2087"/>
                    <a:pt x="1422" y="2091"/>
                    <a:pt x="1420" y="2094"/>
                  </a:cubicBezTo>
                  <a:cubicBezTo>
                    <a:pt x="1397" y="2111"/>
                    <a:pt x="1395" y="2113"/>
                    <a:pt x="1394" y="2114"/>
                  </a:cubicBezTo>
                  <a:cubicBezTo>
                    <a:pt x="1343" y="2159"/>
                    <a:pt x="1342" y="2159"/>
                    <a:pt x="1341" y="2160"/>
                  </a:cubicBezTo>
                  <a:cubicBezTo>
                    <a:pt x="1360" y="2155"/>
                    <a:pt x="1362" y="2153"/>
                    <a:pt x="1365" y="2153"/>
                  </a:cubicBezTo>
                  <a:cubicBezTo>
                    <a:pt x="1382" y="2127"/>
                    <a:pt x="1389" y="2128"/>
                    <a:pt x="1392" y="2125"/>
                  </a:cubicBezTo>
                  <a:close/>
                  <a:moveTo>
                    <a:pt x="1461" y="2131"/>
                  </a:moveTo>
                  <a:cubicBezTo>
                    <a:pt x="1458" y="2140"/>
                    <a:pt x="1448" y="2143"/>
                    <a:pt x="1446" y="2153"/>
                  </a:cubicBezTo>
                  <a:cubicBezTo>
                    <a:pt x="1441" y="2153"/>
                    <a:pt x="1438" y="2157"/>
                    <a:pt x="1436" y="2160"/>
                  </a:cubicBezTo>
                  <a:cubicBezTo>
                    <a:pt x="1445" y="2160"/>
                    <a:pt x="1445" y="2160"/>
                    <a:pt x="1445" y="2160"/>
                  </a:cubicBezTo>
                  <a:cubicBezTo>
                    <a:pt x="1446" y="2158"/>
                    <a:pt x="1448" y="2156"/>
                    <a:pt x="1450" y="2155"/>
                  </a:cubicBezTo>
                  <a:cubicBezTo>
                    <a:pt x="1453" y="2153"/>
                    <a:pt x="1451" y="2147"/>
                    <a:pt x="1457" y="2149"/>
                  </a:cubicBezTo>
                  <a:cubicBezTo>
                    <a:pt x="1455" y="2143"/>
                    <a:pt x="1461" y="2144"/>
                    <a:pt x="1461" y="2140"/>
                  </a:cubicBezTo>
                  <a:cubicBezTo>
                    <a:pt x="1462" y="2139"/>
                    <a:pt x="1467" y="2132"/>
                    <a:pt x="1461" y="2131"/>
                  </a:cubicBezTo>
                  <a:close/>
                  <a:moveTo>
                    <a:pt x="1527" y="1857"/>
                  </a:moveTo>
                  <a:cubicBezTo>
                    <a:pt x="1525" y="1861"/>
                    <a:pt x="1521" y="1863"/>
                    <a:pt x="1522" y="1870"/>
                  </a:cubicBezTo>
                  <a:cubicBezTo>
                    <a:pt x="1494" y="1913"/>
                    <a:pt x="1484" y="1917"/>
                    <a:pt x="1481" y="1927"/>
                  </a:cubicBezTo>
                  <a:cubicBezTo>
                    <a:pt x="1462" y="1952"/>
                    <a:pt x="1458" y="1955"/>
                    <a:pt x="1457" y="1959"/>
                  </a:cubicBezTo>
                  <a:cubicBezTo>
                    <a:pt x="1426" y="2000"/>
                    <a:pt x="1415" y="2003"/>
                    <a:pt x="1411" y="2012"/>
                  </a:cubicBezTo>
                  <a:cubicBezTo>
                    <a:pt x="1383" y="2042"/>
                    <a:pt x="1371" y="2050"/>
                    <a:pt x="1363" y="2062"/>
                  </a:cubicBezTo>
                  <a:cubicBezTo>
                    <a:pt x="1339" y="2088"/>
                    <a:pt x="1333" y="2088"/>
                    <a:pt x="1330" y="2090"/>
                  </a:cubicBezTo>
                  <a:cubicBezTo>
                    <a:pt x="1301" y="2125"/>
                    <a:pt x="1296" y="2125"/>
                    <a:pt x="1296" y="2129"/>
                  </a:cubicBezTo>
                  <a:cubicBezTo>
                    <a:pt x="1275" y="2157"/>
                    <a:pt x="1274" y="2159"/>
                    <a:pt x="1273" y="2160"/>
                  </a:cubicBezTo>
                  <a:cubicBezTo>
                    <a:pt x="1296" y="2148"/>
                    <a:pt x="1296" y="2140"/>
                    <a:pt x="1302" y="2138"/>
                  </a:cubicBezTo>
                  <a:cubicBezTo>
                    <a:pt x="1317" y="2122"/>
                    <a:pt x="1315" y="2116"/>
                    <a:pt x="1320" y="2116"/>
                  </a:cubicBezTo>
                  <a:cubicBezTo>
                    <a:pt x="1339" y="2093"/>
                    <a:pt x="1344" y="2092"/>
                    <a:pt x="1346" y="2090"/>
                  </a:cubicBezTo>
                  <a:cubicBezTo>
                    <a:pt x="1359" y="2073"/>
                    <a:pt x="1366" y="2075"/>
                    <a:pt x="1365" y="2070"/>
                  </a:cubicBezTo>
                  <a:cubicBezTo>
                    <a:pt x="1383" y="2053"/>
                    <a:pt x="1385" y="2045"/>
                    <a:pt x="1392" y="2042"/>
                  </a:cubicBezTo>
                  <a:cubicBezTo>
                    <a:pt x="1407" y="2027"/>
                    <a:pt x="1409" y="2025"/>
                    <a:pt x="1411" y="2022"/>
                  </a:cubicBezTo>
                  <a:cubicBezTo>
                    <a:pt x="1429" y="2007"/>
                    <a:pt x="1427" y="2001"/>
                    <a:pt x="1433" y="2003"/>
                  </a:cubicBezTo>
                  <a:cubicBezTo>
                    <a:pt x="1463" y="1970"/>
                    <a:pt x="1461" y="1959"/>
                    <a:pt x="1468" y="1957"/>
                  </a:cubicBezTo>
                  <a:cubicBezTo>
                    <a:pt x="1484" y="1929"/>
                    <a:pt x="1489" y="1929"/>
                    <a:pt x="1487" y="1922"/>
                  </a:cubicBezTo>
                  <a:cubicBezTo>
                    <a:pt x="1509" y="1885"/>
                    <a:pt x="1518" y="1890"/>
                    <a:pt x="1516" y="1883"/>
                  </a:cubicBezTo>
                  <a:cubicBezTo>
                    <a:pt x="1524" y="1862"/>
                    <a:pt x="1533" y="1859"/>
                    <a:pt x="1527" y="1857"/>
                  </a:cubicBezTo>
                  <a:close/>
                  <a:moveTo>
                    <a:pt x="1352" y="2127"/>
                  </a:moveTo>
                  <a:cubicBezTo>
                    <a:pt x="1354" y="2125"/>
                    <a:pt x="1357" y="2123"/>
                    <a:pt x="1359" y="2121"/>
                  </a:cubicBezTo>
                  <a:cubicBezTo>
                    <a:pt x="1395" y="2078"/>
                    <a:pt x="1399" y="2074"/>
                    <a:pt x="1405" y="2070"/>
                  </a:cubicBezTo>
                  <a:cubicBezTo>
                    <a:pt x="1423" y="2052"/>
                    <a:pt x="1427" y="2047"/>
                    <a:pt x="1431" y="2042"/>
                  </a:cubicBezTo>
                  <a:cubicBezTo>
                    <a:pt x="1457" y="2023"/>
                    <a:pt x="1460" y="2021"/>
                    <a:pt x="1459" y="2016"/>
                  </a:cubicBezTo>
                  <a:cubicBezTo>
                    <a:pt x="1462" y="2009"/>
                    <a:pt x="1456" y="2017"/>
                    <a:pt x="1446" y="2022"/>
                  </a:cubicBezTo>
                  <a:cubicBezTo>
                    <a:pt x="1424" y="2038"/>
                    <a:pt x="1427" y="2045"/>
                    <a:pt x="1422" y="2044"/>
                  </a:cubicBezTo>
                  <a:cubicBezTo>
                    <a:pt x="1392" y="2075"/>
                    <a:pt x="1382" y="2080"/>
                    <a:pt x="1374" y="2088"/>
                  </a:cubicBezTo>
                  <a:cubicBezTo>
                    <a:pt x="1345" y="2122"/>
                    <a:pt x="1343" y="2124"/>
                    <a:pt x="1341" y="2127"/>
                  </a:cubicBezTo>
                  <a:cubicBezTo>
                    <a:pt x="1332" y="2135"/>
                    <a:pt x="1333" y="2138"/>
                    <a:pt x="1330" y="2138"/>
                  </a:cubicBezTo>
                  <a:cubicBezTo>
                    <a:pt x="1315" y="2150"/>
                    <a:pt x="1317" y="2157"/>
                    <a:pt x="1313" y="2158"/>
                  </a:cubicBezTo>
                  <a:cubicBezTo>
                    <a:pt x="1328" y="2154"/>
                    <a:pt x="1334" y="2147"/>
                    <a:pt x="1341" y="2142"/>
                  </a:cubicBezTo>
                  <a:close/>
                  <a:moveTo>
                    <a:pt x="1579" y="1510"/>
                  </a:moveTo>
                  <a:cubicBezTo>
                    <a:pt x="1576" y="1516"/>
                    <a:pt x="1577" y="1527"/>
                    <a:pt x="1572" y="1532"/>
                  </a:cubicBezTo>
                  <a:cubicBezTo>
                    <a:pt x="1553" y="1580"/>
                    <a:pt x="1549" y="1586"/>
                    <a:pt x="1546" y="1593"/>
                  </a:cubicBezTo>
                  <a:cubicBezTo>
                    <a:pt x="1508" y="1646"/>
                    <a:pt x="1502" y="1650"/>
                    <a:pt x="1501" y="1652"/>
                  </a:cubicBezTo>
                  <a:cubicBezTo>
                    <a:pt x="1485" y="1663"/>
                    <a:pt x="1489" y="1672"/>
                    <a:pt x="1483" y="1671"/>
                  </a:cubicBezTo>
                  <a:cubicBezTo>
                    <a:pt x="1448" y="1697"/>
                    <a:pt x="1450" y="1704"/>
                    <a:pt x="1446" y="1704"/>
                  </a:cubicBezTo>
                  <a:cubicBezTo>
                    <a:pt x="1400" y="1740"/>
                    <a:pt x="1393" y="1742"/>
                    <a:pt x="1392" y="1750"/>
                  </a:cubicBezTo>
                  <a:cubicBezTo>
                    <a:pt x="1354" y="1774"/>
                    <a:pt x="1358" y="1783"/>
                    <a:pt x="1352" y="1783"/>
                  </a:cubicBezTo>
                  <a:cubicBezTo>
                    <a:pt x="1309" y="1823"/>
                    <a:pt x="1313" y="1832"/>
                    <a:pt x="1306" y="1831"/>
                  </a:cubicBezTo>
                  <a:cubicBezTo>
                    <a:pt x="1291" y="1850"/>
                    <a:pt x="1288" y="1851"/>
                    <a:pt x="1289" y="1855"/>
                  </a:cubicBezTo>
                  <a:cubicBezTo>
                    <a:pt x="1269" y="1881"/>
                    <a:pt x="1265" y="1882"/>
                    <a:pt x="1263" y="1885"/>
                  </a:cubicBezTo>
                  <a:cubicBezTo>
                    <a:pt x="1247" y="1908"/>
                    <a:pt x="1244" y="1910"/>
                    <a:pt x="1241" y="1913"/>
                  </a:cubicBezTo>
                  <a:cubicBezTo>
                    <a:pt x="1232" y="1921"/>
                    <a:pt x="1240" y="1911"/>
                    <a:pt x="1245" y="1900"/>
                  </a:cubicBezTo>
                  <a:cubicBezTo>
                    <a:pt x="1283" y="1849"/>
                    <a:pt x="1286" y="1842"/>
                    <a:pt x="1289" y="1835"/>
                  </a:cubicBezTo>
                  <a:cubicBezTo>
                    <a:pt x="1309" y="1806"/>
                    <a:pt x="1318" y="1810"/>
                    <a:pt x="1317" y="1804"/>
                  </a:cubicBezTo>
                  <a:cubicBezTo>
                    <a:pt x="1359" y="1769"/>
                    <a:pt x="1359" y="1764"/>
                    <a:pt x="1363" y="1763"/>
                  </a:cubicBezTo>
                  <a:cubicBezTo>
                    <a:pt x="1384" y="1744"/>
                    <a:pt x="1387" y="1737"/>
                    <a:pt x="1392" y="1732"/>
                  </a:cubicBezTo>
                  <a:cubicBezTo>
                    <a:pt x="1416" y="1708"/>
                    <a:pt x="1420" y="1707"/>
                    <a:pt x="1422" y="1704"/>
                  </a:cubicBezTo>
                  <a:cubicBezTo>
                    <a:pt x="1441" y="1688"/>
                    <a:pt x="1443" y="1686"/>
                    <a:pt x="1444" y="1682"/>
                  </a:cubicBezTo>
                  <a:cubicBezTo>
                    <a:pt x="1465" y="1668"/>
                    <a:pt x="1461" y="1659"/>
                    <a:pt x="1468" y="1660"/>
                  </a:cubicBezTo>
                  <a:cubicBezTo>
                    <a:pt x="1491" y="1612"/>
                    <a:pt x="1503" y="1610"/>
                    <a:pt x="1503" y="1597"/>
                  </a:cubicBezTo>
                  <a:cubicBezTo>
                    <a:pt x="1527" y="1537"/>
                    <a:pt x="1531" y="1534"/>
                    <a:pt x="1531" y="1527"/>
                  </a:cubicBezTo>
                  <a:cubicBezTo>
                    <a:pt x="1517" y="1548"/>
                    <a:pt x="1518" y="1552"/>
                    <a:pt x="1518" y="1556"/>
                  </a:cubicBezTo>
                  <a:cubicBezTo>
                    <a:pt x="1510" y="1576"/>
                    <a:pt x="1505" y="1576"/>
                    <a:pt x="1507" y="1582"/>
                  </a:cubicBezTo>
                  <a:cubicBezTo>
                    <a:pt x="1476" y="1632"/>
                    <a:pt x="1471" y="1639"/>
                    <a:pt x="1468" y="1647"/>
                  </a:cubicBezTo>
                  <a:cubicBezTo>
                    <a:pt x="1436" y="1686"/>
                    <a:pt x="1427" y="1682"/>
                    <a:pt x="1429" y="1689"/>
                  </a:cubicBezTo>
                  <a:cubicBezTo>
                    <a:pt x="1397" y="1713"/>
                    <a:pt x="1396" y="1723"/>
                    <a:pt x="1387" y="1724"/>
                  </a:cubicBezTo>
                  <a:cubicBezTo>
                    <a:pt x="1347" y="1765"/>
                    <a:pt x="1336" y="1774"/>
                    <a:pt x="1324" y="1783"/>
                  </a:cubicBezTo>
                  <a:cubicBezTo>
                    <a:pt x="1294" y="1825"/>
                    <a:pt x="1284" y="1819"/>
                    <a:pt x="1287" y="1826"/>
                  </a:cubicBezTo>
                  <a:cubicBezTo>
                    <a:pt x="1269" y="1846"/>
                    <a:pt x="1267" y="1852"/>
                    <a:pt x="1263" y="1857"/>
                  </a:cubicBezTo>
                  <a:cubicBezTo>
                    <a:pt x="1241" y="1894"/>
                    <a:pt x="1235" y="1892"/>
                    <a:pt x="1237" y="1898"/>
                  </a:cubicBezTo>
                  <a:cubicBezTo>
                    <a:pt x="1230" y="1892"/>
                    <a:pt x="1235" y="1886"/>
                    <a:pt x="1239" y="1879"/>
                  </a:cubicBezTo>
                  <a:cubicBezTo>
                    <a:pt x="1256" y="1846"/>
                    <a:pt x="1268" y="1835"/>
                    <a:pt x="1274" y="1820"/>
                  </a:cubicBezTo>
                  <a:cubicBezTo>
                    <a:pt x="1287" y="1807"/>
                    <a:pt x="1290" y="1804"/>
                    <a:pt x="1293" y="1800"/>
                  </a:cubicBezTo>
                  <a:cubicBezTo>
                    <a:pt x="1318" y="1779"/>
                    <a:pt x="1319" y="1773"/>
                    <a:pt x="1324" y="1772"/>
                  </a:cubicBezTo>
                  <a:cubicBezTo>
                    <a:pt x="1347" y="1749"/>
                    <a:pt x="1349" y="1744"/>
                    <a:pt x="1354" y="1743"/>
                  </a:cubicBezTo>
                  <a:cubicBezTo>
                    <a:pt x="1365" y="1728"/>
                    <a:pt x="1371" y="1728"/>
                    <a:pt x="1372" y="1722"/>
                  </a:cubicBezTo>
                  <a:cubicBezTo>
                    <a:pt x="1395" y="1693"/>
                    <a:pt x="1399" y="1693"/>
                    <a:pt x="1400" y="1691"/>
                  </a:cubicBezTo>
                  <a:cubicBezTo>
                    <a:pt x="1433" y="1656"/>
                    <a:pt x="1430" y="1647"/>
                    <a:pt x="1437" y="1647"/>
                  </a:cubicBezTo>
                  <a:cubicBezTo>
                    <a:pt x="1461" y="1606"/>
                    <a:pt x="1467" y="1605"/>
                    <a:pt x="1468" y="1599"/>
                  </a:cubicBezTo>
                  <a:cubicBezTo>
                    <a:pt x="1488" y="1573"/>
                    <a:pt x="1484" y="1562"/>
                    <a:pt x="1490" y="1560"/>
                  </a:cubicBezTo>
                  <a:cubicBezTo>
                    <a:pt x="1512" y="1498"/>
                    <a:pt x="1513" y="1492"/>
                    <a:pt x="1514" y="1486"/>
                  </a:cubicBezTo>
                  <a:cubicBezTo>
                    <a:pt x="1523" y="1457"/>
                    <a:pt x="1522" y="1452"/>
                    <a:pt x="1522" y="1449"/>
                  </a:cubicBezTo>
                  <a:cubicBezTo>
                    <a:pt x="1510" y="1484"/>
                    <a:pt x="1507" y="1489"/>
                    <a:pt x="1507" y="1497"/>
                  </a:cubicBezTo>
                  <a:cubicBezTo>
                    <a:pt x="1490" y="1532"/>
                    <a:pt x="1493" y="1538"/>
                    <a:pt x="1490" y="1538"/>
                  </a:cubicBezTo>
                  <a:cubicBezTo>
                    <a:pt x="1467" y="1585"/>
                    <a:pt x="1465" y="1592"/>
                    <a:pt x="1461" y="1597"/>
                  </a:cubicBezTo>
                  <a:cubicBezTo>
                    <a:pt x="1423" y="1648"/>
                    <a:pt x="1419" y="1653"/>
                    <a:pt x="1416" y="1658"/>
                  </a:cubicBezTo>
                  <a:cubicBezTo>
                    <a:pt x="1397" y="1673"/>
                    <a:pt x="1404" y="1684"/>
                    <a:pt x="1396" y="1680"/>
                  </a:cubicBezTo>
                  <a:cubicBezTo>
                    <a:pt x="1383" y="1699"/>
                    <a:pt x="1379" y="1700"/>
                    <a:pt x="1376" y="1702"/>
                  </a:cubicBezTo>
                  <a:cubicBezTo>
                    <a:pt x="1295" y="1789"/>
                    <a:pt x="1288" y="1786"/>
                    <a:pt x="1289" y="1791"/>
                  </a:cubicBezTo>
                  <a:cubicBezTo>
                    <a:pt x="1276" y="1807"/>
                    <a:pt x="1274" y="1807"/>
                    <a:pt x="1274" y="1809"/>
                  </a:cubicBezTo>
                  <a:cubicBezTo>
                    <a:pt x="1315" y="1744"/>
                    <a:pt x="1330" y="1731"/>
                    <a:pt x="1341" y="1715"/>
                  </a:cubicBezTo>
                  <a:cubicBezTo>
                    <a:pt x="1359" y="1699"/>
                    <a:pt x="1361" y="1697"/>
                    <a:pt x="1361" y="1693"/>
                  </a:cubicBezTo>
                  <a:cubicBezTo>
                    <a:pt x="1387" y="1671"/>
                    <a:pt x="1383" y="1661"/>
                    <a:pt x="1392" y="1663"/>
                  </a:cubicBezTo>
                  <a:cubicBezTo>
                    <a:pt x="1413" y="1636"/>
                    <a:pt x="1410" y="1630"/>
                    <a:pt x="1413" y="1630"/>
                  </a:cubicBezTo>
                  <a:cubicBezTo>
                    <a:pt x="1427" y="1606"/>
                    <a:pt x="1434" y="1606"/>
                    <a:pt x="1433" y="1597"/>
                  </a:cubicBezTo>
                  <a:cubicBezTo>
                    <a:pt x="1464" y="1531"/>
                    <a:pt x="1472" y="1526"/>
                    <a:pt x="1472" y="1512"/>
                  </a:cubicBezTo>
                  <a:cubicBezTo>
                    <a:pt x="1485" y="1469"/>
                    <a:pt x="1487" y="1458"/>
                    <a:pt x="1490" y="1447"/>
                  </a:cubicBezTo>
                  <a:cubicBezTo>
                    <a:pt x="1496" y="1386"/>
                    <a:pt x="1498" y="1372"/>
                    <a:pt x="1494" y="1371"/>
                  </a:cubicBezTo>
                  <a:cubicBezTo>
                    <a:pt x="1481" y="1459"/>
                    <a:pt x="1480" y="1462"/>
                    <a:pt x="1479" y="1464"/>
                  </a:cubicBezTo>
                  <a:cubicBezTo>
                    <a:pt x="1458" y="1526"/>
                    <a:pt x="1455" y="1533"/>
                    <a:pt x="1453" y="1541"/>
                  </a:cubicBezTo>
                  <a:cubicBezTo>
                    <a:pt x="1435" y="1576"/>
                    <a:pt x="1428" y="1591"/>
                    <a:pt x="1420" y="1604"/>
                  </a:cubicBezTo>
                  <a:cubicBezTo>
                    <a:pt x="1397" y="1633"/>
                    <a:pt x="1397" y="1638"/>
                    <a:pt x="1394" y="1641"/>
                  </a:cubicBezTo>
                  <a:cubicBezTo>
                    <a:pt x="1371" y="1672"/>
                    <a:pt x="1364" y="1671"/>
                    <a:pt x="1365" y="1678"/>
                  </a:cubicBezTo>
                  <a:cubicBezTo>
                    <a:pt x="1330" y="1711"/>
                    <a:pt x="1331" y="1717"/>
                    <a:pt x="1326" y="1717"/>
                  </a:cubicBezTo>
                  <a:cubicBezTo>
                    <a:pt x="1310" y="1739"/>
                    <a:pt x="1306" y="1742"/>
                    <a:pt x="1304" y="1746"/>
                  </a:cubicBezTo>
                  <a:cubicBezTo>
                    <a:pt x="1274" y="1783"/>
                    <a:pt x="1272" y="1787"/>
                    <a:pt x="1269" y="1789"/>
                  </a:cubicBezTo>
                  <a:cubicBezTo>
                    <a:pt x="1256" y="1812"/>
                    <a:pt x="1254" y="1812"/>
                    <a:pt x="1254" y="1815"/>
                  </a:cubicBezTo>
                  <a:cubicBezTo>
                    <a:pt x="1275" y="1759"/>
                    <a:pt x="1280" y="1753"/>
                    <a:pt x="1282" y="1743"/>
                  </a:cubicBezTo>
                  <a:cubicBezTo>
                    <a:pt x="1316" y="1701"/>
                    <a:pt x="1316" y="1695"/>
                    <a:pt x="1320" y="1693"/>
                  </a:cubicBezTo>
                  <a:cubicBezTo>
                    <a:pt x="1345" y="1660"/>
                    <a:pt x="1348" y="1658"/>
                    <a:pt x="1350" y="1654"/>
                  </a:cubicBezTo>
                  <a:cubicBezTo>
                    <a:pt x="1368" y="1640"/>
                    <a:pt x="1369" y="1630"/>
                    <a:pt x="1376" y="1626"/>
                  </a:cubicBezTo>
                  <a:cubicBezTo>
                    <a:pt x="1392" y="1603"/>
                    <a:pt x="1395" y="1604"/>
                    <a:pt x="1396" y="1602"/>
                  </a:cubicBezTo>
                  <a:cubicBezTo>
                    <a:pt x="1412" y="1579"/>
                    <a:pt x="1417" y="1571"/>
                    <a:pt x="1422" y="1565"/>
                  </a:cubicBezTo>
                  <a:cubicBezTo>
                    <a:pt x="1456" y="1505"/>
                    <a:pt x="1465" y="1490"/>
                    <a:pt x="1470" y="1471"/>
                  </a:cubicBezTo>
                  <a:cubicBezTo>
                    <a:pt x="1457" y="1496"/>
                    <a:pt x="1452" y="1500"/>
                    <a:pt x="1450" y="1508"/>
                  </a:cubicBezTo>
                  <a:cubicBezTo>
                    <a:pt x="1424" y="1544"/>
                    <a:pt x="1425" y="1550"/>
                    <a:pt x="1422" y="1554"/>
                  </a:cubicBezTo>
                  <a:cubicBezTo>
                    <a:pt x="1402" y="1574"/>
                    <a:pt x="1402" y="1580"/>
                    <a:pt x="1398" y="1582"/>
                  </a:cubicBezTo>
                  <a:cubicBezTo>
                    <a:pt x="1368" y="1611"/>
                    <a:pt x="1371" y="1621"/>
                    <a:pt x="1365" y="1621"/>
                  </a:cubicBezTo>
                  <a:cubicBezTo>
                    <a:pt x="1354" y="1633"/>
                    <a:pt x="1354" y="1639"/>
                    <a:pt x="1350" y="1641"/>
                  </a:cubicBezTo>
                  <a:cubicBezTo>
                    <a:pt x="1312" y="1680"/>
                    <a:pt x="1314" y="1689"/>
                    <a:pt x="1309" y="1689"/>
                  </a:cubicBezTo>
                  <a:cubicBezTo>
                    <a:pt x="1303" y="1687"/>
                    <a:pt x="1312" y="1679"/>
                    <a:pt x="1317" y="1669"/>
                  </a:cubicBezTo>
                  <a:cubicBezTo>
                    <a:pt x="1338" y="1634"/>
                    <a:pt x="1343" y="1631"/>
                    <a:pt x="1346" y="1626"/>
                  </a:cubicBezTo>
                  <a:cubicBezTo>
                    <a:pt x="1362" y="1602"/>
                    <a:pt x="1370" y="1594"/>
                    <a:pt x="1374" y="1582"/>
                  </a:cubicBezTo>
                  <a:cubicBezTo>
                    <a:pt x="1400" y="1555"/>
                    <a:pt x="1402" y="1543"/>
                    <a:pt x="1411" y="1538"/>
                  </a:cubicBezTo>
                  <a:cubicBezTo>
                    <a:pt x="1430" y="1502"/>
                    <a:pt x="1436" y="1494"/>
                    <a:pt x="1442" y="1486"/>
                  </a:cubicBezTo>
                  <a:cubicBezTo>
                    <a:pt x="1463" y="1430"/>
                    <a:pt x="1462" y="1425"/>
                    <a:pt x="1466" y="1423"/>
                  </a:cubicBezTo>
                  <a:cubicBezTo>
                    <a:pt x="1476" y="1383"/>
                    <a:pt x="1478" y="1365"/>
                    <a:pt x="1481" y="1349"/>
                  </a:cubicBezTo>
                  <a:cubicBezTo>
                    <a:pt x="1488" y="1306"/>
                    <a:pt x="1492" y="1305"/>
                    <a:pt x="1485" y="1303"/>
                  </a:cubicBezTo>
                  <a:cubicBezTo>
                    <a:pt x="1480" y="1348"/>
                    <a:pt x="1473" y="1361"/>
                    <a:pt x="1472" y="1373"/>
                  </a:cubicBezTo>
                  <a:cubicBezTo>
                    <a:pt x="1455" y="1430"/>
                    <a:pt x="1453" y="1436"/>
                    <a:pt x="1453" y="1442"/>
                  </a:cubicBezTo>
                  <a:cubicBezTo>
                    <a:pt x="1426" y="1491"/>
                    <a:pt x="1427" y="1499"/>
                    <a:pt x="1422" y="1501"/>
                  </a:cubicBezTo>
                  <a:cubicBezTo>
                    <a:pt x="1403" y="1536"/>
                    <a:pt x="1397" y="1537"/>
                    <a:pt x="1396" y="1543"/>
                  </a:cubicBezTo>
                  <a:cubicBezTo>
                    <a:pt x="1363" y="1583"/>
                    <a:pt x="1363" y="1588"/>
                    <a:pt x="1359" y="1589"/>
                  </a:cubicBezTo>
                  <a:cubicBezTo>
                    <a:pt x="1340" y="1611"/>
                    <a:pt x="1343" y="1619"/>
                    <a:pt x="1337" y="1619"/>
                  </a:cubicBezTo>
                  <a:cubicBezTo>
                    <a:pt x="1308" y="1668"/>
                    <a:pt x="1302" y="1674"/>
                    <a:pt x="1298" y="1680"/>
                  </a:cubicBezTo>
                  <a:cubicBezTo>
                    <a:pt x="1268" y="1729"/>
                    <a:pt x="1267" y="1740"/>
                    <a:pt x="1261" y="1746"/>
                  </a:cubicBezTo>
                  <a:cubicBezTo>
                    <a:pt x="1277" y="1701"/>
                    <a:pt x="1282" y="1699"/>
                    <a:pt x="1285" y="1695"/>
                  </a:cubicBezTo>
                  <a:cubicBezTo>
                    <a:pt x="1316" y="1640"/>
                    <a:pt x="1317" y="1629"/>
                    <a:pt x="1324" y="1623"/>
                  </a:cubicBezTo>
                  <a:cubicBezTo>
                    <a:pt x="1354" y="1567"/>
                    <a:pt x="1362" y="1563"/>
                    <a:pt x="1365" y="1554"/>
                  </a:cubicBezTo>
                  <a:cubicBezTo>
                    <a:pt x="1392" y="1519"/>
                    <a:pt x="1393" y="1513"/>
                    <a:pt x="1396" y="1510"/>
                  </a:cubicBezTo>
                  <a:cubicBezTo>
                    <a:pt x="1407" y="1498"/>
                    <a:pt x="1409" y="1493"/>
                    <a:pt x="1411" y="1488"/>
                  </a:cubicBezTo>
                  <a:cubicBezTo>
                    <a:pt x="1431" y="1446"/>
                    <a:pt x="1440" y="1431"/>
                    <a:pt x="1444" y="1410"/>
                  </a:cubicBezTo>
                  <a:cubicBezTo>
                    <a:pt x="1455" y="1371"/>
                    <a:pt x="1457" y="1361"/>
                    <a:pt x="1459" y="1351"/>
                  </a:cubicBezTo>
                  <a:cubicBezTo>
                    <a:pt x="1456" y="1316"/>
                    <a:pt x="1460" y="1326"/>
                    <a:pt x="1455" y="1327"/>
                  </a:cubicBezTo>
                  <a:cubicBezTo>
                    <a:pt x="1450" y="1376"/>
                    <a:pt x="1442" y="1392"/>
                    <a:pt x="1439" y="1412"/>
                  </a:cubicBezTo>
                  <a:cubicBezTo>
                    <a:pt x="1419" y="1450"/>
                    <a:pt x="1422" y="1459"/>
                    <a:pt x="1418" y="1460"/>
                  </a:cubicBezTo>
                  <a:cubicBezTo>
                    <a:pt x="1403" y="1493"/>
                    <a:pt x="1394" y="1496"/>
                    <a:pt x="1392" y="1506"/>
                  </a:cubicBezTo>
                  <a:cubicBezTo>
                    <a:pt x="1367" y="1540"/>
                    <a:pt x="1364" y="1542"/>
                    <a:pt x="1361" y="1545"/>
                  </a:cubicBezTo>
                  <a:cubicBezTo>
                    <a:pt x="1341" y="1571"/>
                    <a:pt x="1342" y="1575"/>
                    <a:pt x="1339" y="1575"/>
                  </a:cubicBezTo>
                  <a:cubicBezTo>
                    <a:pt x="1315" y="1617"/>
                    <a:pt x="1314" y="1628"/>
                    <a:pt x="1306" y="1632"/>
                  </a:cubicBezTo>
                  <a:cubicBezTo>
                    <a:pt x="1281" y="1673"/>
                    <a:pt x="1283" y="1669"/>
                    <a:pt x="1285" y="1665"/>
                  </a:cubicBezTo>
                  <a:cubicBezTo>
                    <a:pt x="1293" y="1637"/>
                    <a:pt x="1298" y="1629"/>
                    <a:pt x="1298" y="1621"/>
                  </a:cubicBezTo>
                  <a:cubicBezTo>
                    <a:pt x="1327" y="1583"/>
                    <a:pt x="1332" y="1570"/>
                    <a:pt x="1341" y="1562"/>
                  </a:cubicBezTo>
                  <a:cubicBezTo>
                    <a:pt x="1362" y="1525"/>
                    <a:pt x="1368" y="1521"/>
                    <a:pt x="1370" y="1514"/>
                  </a:cubicBezTo>
                  <a:cubicBezTo>
                    <a:pt x="1382" y="1497"/>
                    <a:pt x="1380" y="1491"/>
                    <a:pt x="1383" y="1490"/>
                  </a:cubicBezTo>
                  <a:cubicBezTo>
                    <a:pt x="1400" y="1460"/>
                    <a:pt x="1402" y="1453"/>
                    <a:pt x="1405" y="1447"/>
                  </a:cubicBezTo>
                  <a:cubicBezTo>
                    <a:pt x="1421" y="1403"/>
                    <a:pt x="1428" y="1375"/>
                    <a:pt x="1431" y="1344"/>
                  </a:cubicBezTo>
                  <a:cubicBezTo>
                    <a:pt x="1424" y="1331"/>
                    <a:pt x="1428" y="1347"/>
                    <a:pt x="1422" y="1364"/>
                  </a:cubicBezTo>
                  <a:cubicBezTo>
                    <a:pt x="1389" y="1467"/>
                    <a:pt x="1384" y="1467"/>
                    <a:pt x="1383" y="1471"/>
                  </a:cubicBezTo>
                  <a:cubicBezTo>
                    <a:pt x="1360" y="1505"/>
                    <a:pt x="1363" y="1514"/>
                    <a:pt x="1357" y="1514"/>
                  </a:cubicBezTo>
                  <a:cubicBezTo>
                    <a:pt x="1325" y="1568"/>
                    <a:pt x="1323" y="1570"/>
                    <a:pt x="1322" y="1573"/>
                  </a:cubicBezTo>
                  <a:cubicBezTo>
                    <a:pt x="1318" y="1562"/>
                    <a:pt x="1327" y="1553"/>
                    <a:pt x="1330" y="1538"/>
                  </a:cubicBezTo>
                  <a:cubicBezTo>
                    <a:pt x="1360" y="1485"/>
                    <a:pt x="1360" y="1483"/>
                    <a:pt x="1361" y="1480"/>
                  </a:cubicBezTo>
                  <a:cubicBezTo>
                    <a:pt x="1374" y="1460"/>
                    <a:pt x="1374" y="1453"/>
                    <a:pt x="1378" y="1447"/>
                  </a:cubicBezTo>
                  <a:cubicBezTo>
                    <a:pt x="1390" y="1394"/>
                    <a:pt x="1388" y="1398"/>
                    <a:pt x="1387" y="1403"/>
                  </a:cubicBezTo>
                  <a:cubicBezTo>
                    <a:pt x="1351" y="1475"/>
                    <a:pt x="1354" y="1486"/>
                    <a:pt x="1348" y="1488"/>
                  </a:cubicBezTo>
                  <a:cubicBezTo>
                    <a:pt x="1316" y="1541"/>
                    <a:pt x="1317" y="1550"/>
                    <a:pt x="1313" y="1554"/>
                  </a:cubicBezTo>
                  <a:cubicBezTo>
                    <a:pt x="1303" y="1582"/>
                    <a:pt x="1298" y="1589"/>
                    <a:pt x="1302" y="1589"/>
                  </a:cubicBezTo>
                  <a:cubicBezTo>
                    <a:pt x="1311" y="1542"/>
                    <a:pt x="1309" y="1486"/>
                    <a:pt x="1322" y="1445"/>
                  </a:cubicBezTo>
                  <a:cubicBezTo>
                    <a:pt x="1347" y="1309"/>
                    <a:pt x="1348" y="1301"/>
                    <a:pt x="1350" y="1294"/>
                  </a:cubicBezTo>
                  <a:cubicBezTo>
                    <a:pt x="1342" y="1297"/>
                    <a:pt x="1337" y="1326"/>
                    <a:pt x="1328" y="1353"/>
                  </a:cubicBezTo>
                  <a:cubicBezTo>
                    <a:pt x="1301" y="1512"/>
                    <a:pt x="1302" y="1520"/>
                    <a:pt x="1300" y="1525"/>
                  </a:cubicBezTo>
                  <a:cubicBezTo>
                    <a:pt x="1294" y="1548"/>
                    <a:pt x="1295" y="1546"/>
                    <a:pt x="1293" y="1554"/>
                  </a:cubicBezTo>
                  <a:cubicBezTo>
                    <a:pt x="1283" y="1594"/>
                    <a:pt x="1287" y="1604"/>
                    <a:pt x="1282" y="1606"/>
                  </a:cubicBezTo>
                  <a:cubicBezTo>
                    <a:pt x="1281" y="1580"/>
                    <a:pt x="1286" y="1581"/>
                    <a:pt x="1285" y="1575"/>
                  </a:cubicBezTo>
                  <a:cubicBezTo>
                    <a:pt x="1283" y="1509"/>
                    <a:pt x="1285" y="1500"/>
                    <a:pt x="1282" y="1488"/>
                  </a:cubicBezTo>
                  <a:cubicBezTo>
                    <a:pt x="1307" y="1366"/>
                    <a:pt x="1303" y="1357"/>
                    <a:pt x="1304" y="1353"/>
                  </a:cubicBezTo>
                  <a:cubicBezTo>
                    <a:pt x="1322" y="1288"/>
                    <a:pt x="1323" y="1280"/>
                    <a:pt x="1324" y="1272"/>
                  </a:cubicBezTo>
                  <a:cubicBezTo>
                    <a:pt x="1320" y="1266"/>
                    <a:pt x="1318" y="1285"/>
                    <a:pt x="1311" y="1299"/>
                  </a:cubicBezTo>
                  <a:cubicBezTo>
                    <a:pt x="1303" y="1329"/>
                    <a:pt x="1307" y="1338"/>
                    <a:pt x="1302" y="1338"/>
                  </a:cubicBezTo>
                  <a:cubicBezTo>
                    <a:pt x="1288" y="1420"/>
                    <a:pt x="1282" y="1435"/>
                    <a:pt x="1278" y="1451"/>
                  </a:cubicBezTo>
                  <a:cubicBezTo>
                    <a:pt x="1274" y="1519"/>
                    <a:pt x="1277" y="1544"/>
                    <a:pt x="1276" y="1586"/>
                  </a:cubicBezTo>
                  <a:cubicBezTo>
                    <a:pt x="1275" y="1640"/>
                    <a:pt x="1270" y="1639"/>
                    <a:pt x="1272" y="1645"/>
                  </a:cubicBezTo>
                  <a:cubicBezTo>
                    <a:pt x="1269" y="1666"/>
                    <a:pt x="1272" y="1667"/>
                    <a:pt x="1272" y="1667"/>
                  </a:cubicBezTo>
                  <a:cubicBezTo>
                    <a:pt x="1263" y="1686"/>
                    <a:pt x="1260" y="1671"/>
                    <a:pt x="1261" y="1654"/>
                  </a:cubicBezTo>
                  <a:cubicBezTo>
                    <a:pt x="1259" y="1577"/>
                    <a:pt x="1257" y="1567"/>
                    <a:pt x="1261" y="1562"/>
                  </a:cubicBezTo>
                  <a:cubicBezTo>
                    <a:pt x="1258" y="1525"/>
                    <a:pt x="1261" y="1505"/>
                    <a:pt x="1256" y="1493"/>
                  </a:cubicBezTo>
                  <a:cubicBezTo>
                    <a:pt x="1259" y="1422"/>
                    <a:pt x="1264" y="1408"/>
                    <a:pt x="1263" y="1388"/>
                  </a:cubicBezTo>
                  <a:cubicBezTo>
                    <a:pt x="1266" y="1353"/>
                    <a:pt x="1260" y="1365"/>
                    <a:pt x="1261" y="1384"/>
                  </a:cubicBezTo>
                  <a:cubicBezTo>
                    <a:pt x="1254" y="1407"/>
                    <a:pt x="1258" y="1415"/>
                    <a:pt x="1256" y="1418"/>
                  </a:cubicBezTo>
                  <a:cubicBezTo>
                    <a:pt x="1251" y="1496"/>
                    <a:pt x="1249" y="1512"/>
                    <a:pt x="1250" y="1530"/>
                  </a:cubicBezTo>
                  <a:cubicBezTo>
                    <a:pt x="1249" y="1585"/>
                    <a:pt x="1251" y="1587"/>
                    <a:pt x="1252" y="1589"/>
                  </a:cubicBezTo>
                  <a:cubicBezTo>
                    <a:pt x="1252" y="1622"/>
                    <a:pt x="1256" y="1623"/>
                    <a:pt x="1254" y="1630"/>
                  </a:cubicBezTo>
                  <a:cubicBezTo>
                    <a:pt x="1254" y="1651"/>
                    <a:pt x="1255" y="1655"/>
                    <a:pt x="1252" y="1656"/>
                  </a:cubicBezTo>
                  <a:cubicBezTo>
                    <a:pt x="1249" y="1641"/>
                    <a:pt x="1246" y="1637"/>
                    <a:pt x="1245" y="1630"/>
                  </a:cubicBezTo>
                  <a:cubicBezTo>
                    <a:pt x="1238" y="1483"/>
                    <a:pt x="1233" y="1484"/>
                    <a:pt x="1235" y="1477"/>
                  </a:cubicBezTo>
                  <a:cubicBezTo>
                    <a:pt x="1237" y="1385"/>
                    <a:pt x="1236" y="1379"/>
                    <a:pt x="1237" y="1362"/>
                  </a:cubicBezTo>
                  <a:cubicBezTo>
                    <a:pt x="1241" y="1335"/>
                    <a:pt x="1237" y="1341"/>
                    <a:pt x="1235" y="1349"/>
                  </a:cubicBezTo>
                  <a:cubicBezTo>
                    <a:pt x="1228" y="1434"/>
                    <a:pt x="1228" y="1434"/>
                    <a:pt x="1228" y="1434"/>
                  </a:cubicBezTo>
                  <a:cubicBezTo>
                    <a:pt x="1229" y="1493"/>
                    <a:pt x="1228" y="1494"/>
                    <a:pt x="1230" y="1506"/>
                  </a:cubicBezTo>
                  <a:cubicBezTo>
                    <a:pt x="1241" y="1659"/>
                    <a:pt x="1243" y="1673"/>
                    <a:pt x="1243" y="1693"/>
                  </a:cubicBezTo>
                  <a:cubicBezTo>
                    <a:pt x="1244" y="1744"/>
                    <a:pt x="1248" y="1748"/>
                    <a:pt x="1241" y="1750"/>
                  </a:cubicBezTo>
                  <a:cubicBezTo>
                    <a:pt x="1230" y="1656"/>
                    <a:pt x="1225" y="1654"/>
                    <a:pt x="1226" y="1645"/>
                  </a:cubicBezTo>
                  <a:cubicBezTo>
                    <a:pt x="1215" y="1495"/>
                    <a:pt x="1215" y="1476"/>
                    <a:pt x="1215" y="1460"/>
                  </a:cubicBezTo>
                  <a:cubicBezTo>
                    <a:pt x="1217" y="1441"/>
                    <a:pt x="1215" y="1440"/>
                    <a:pt x="1215" y="1440"/>
                  </a:cubicBezTo>
                  <a:cubicBezTo>
                    <a:pt x="1217" y="1406"/>
                    <a:pt x="1212" y="1407"/>
                    <a:pt x="1213" y="1414"/>
                  </a:cubicBezTo>
                  <a:cubicBezTo>
                    <a:pt x="1212" y="1453"/>
                    <a:pt x="1204" y="1459"/>
                    <a:pt x="1211" y="1462"/>
                  </a:cubicBezTo>
                  <a:cubicBezTo>
                    <a:pt x="1223" y="1664"/>
                    <a:pt x="1219" y="1671"/>
                    <a:pt x="1221" y="1676"/>
                  </a:cubicBezTo>
                  <a:cubicBezTo>
                    <a:pt x="1232" y="1763"/>
                    <a:pt x="1232" y="1763"/>
                    <a:pt x="1232" y="1763"/>
                  </a:cubicBezTo>
                  <a:cubicBezTo>
                    <a:pt x="1230" y="1827"/>
                    <a:pt x="1229" y="1832"/>
                    <a:pt x="1226" y="1835"/>
                  </a:cubicBezTo>
                  <a:cubicBezTo>
                    <a:pt x="1217" y="1788"/>
                    <a:pt x="1219" y="1780"/>
                    <a:pt x="1215" y="1778"/>
                  </a:cubicBezTo>
                  <a:cubicBezTo>
                    <a:pt x="1208" y="1730"/>
                    <a:pt x="1200" y="1715"/>
                    <a:pt x="1197" y="1695"/>
                  </a:cubicBezTo>
                  <a:cubicBezTo>
                    <a:pt x="1179" y="1625"/>
                    <a:pt x="1183" y="1616"/>
                    <a:pt x="1178" y="1615"/>
                  </a:cubicBezTo>
                  <a:cubicBezTo>
                    <a:pt x="1169" y="1471"/>
                    <a:pt x="1169" y="1471"/>
                    <a:pt x="1169" y="1471"/>
                  </a:cubicBezTo>
                  <a:cubicBezTo>
                    <a:pt x="1168" y="1443"/>
                    <a:pt x="1165" y="1446"/>
                    <a:pt x="1165" y="1451"/>
                  </a:cubicBezTo>
                  <a:cubicBezTo>
                    <a:pt x="1164" y="1504"/>
                    <a:pt x="1165" y="1507"/>
                    <a:pt x="1165" y="1512"/>
                  </a:cubicBezTo>
                  <a:cubicBezTo>
                    <a:pt x="1171" y="1591"/>
                    <a:pt x="1168" y="1605"/>
                    <a:pt x="1171" y="1613"/>
                  </a:cubicBezTo>
                  <a:cubicBezTo>
                    <a:pt x="1181" y="1657"/>
                    <a:pt x="1180" y="1663"/>
                    <a:pt x="1180" y="1669"/>
                  </a:cubicBezTo>
                  <a:cubicBezTo>
                    <a:pt x="1190" y="1716"/>
                    <a:pt x="1198" y="1731"/>
                    <a:pt x="1200" y="1752"/>
                  </a:cubicBezTo>
                  <a:cubicBezTo>
                    <a:pt x="1217" y="1837"/>
                    <a:pt x="1217" y="1837"/>
                    <a:pt x="1217" y="1837"/>
                  </a:cubicBezTo>
                  <a:cubicBezTo>
                    <a:pt x="1188" y="1727"/>
                    <a:pt x="1178" y="1704"/>
                    <a:pt x="1171" y="1678"/>
                  </a:cubicBezTo>
                  <a:cubicBezTo>
                    <a:pt x="1148" y="1580"/>
                    <a:pt x="1156" y="1565"/>
                    <a:pt x="1150" y="1565"/>
                  </a:cubicBezTo>
                  <a:cubicBezTo>
                    <a:pt x="1152" y="1641"/>
                    <a:pt x="1159" y="1657"/>
                    <a:pt x="1160" y="1678"/>
                  </a:cubicBezTo>
                  <a:cubicBezTo>
                    <a:pt x="1169" y="1708"/>
                    <a:pt x="1173" y="1716"/>
                    <a:pt x="1176" y="1726"/>
                  </a:cubicBezTo>
                  <a:cubicBezTo>
                    <a:pt x="1183" y="1748"/>
                    <a:pt x="1183" y="1754"/>
                    <a:pt x="1180" y="1754"/>
                  </a:cubicBezTo>
                  <a:cubicBezTo>
                    <a:pt x="1161" y="1703"/>
                    <a:pt x="1159" y="1701"/>
                    <a:pt x="1156" y="1700"/>
                  </a:cubicBezTo>
                  <a:cubicBezTo>
                    <a:pt x="1146" y="1669"/>
                    <a:pt x="1143" y="1664"/>
                    <a:pt x="1141" y="1658"/>
                  </a:cubicBezTo>
                  <a:cubicBezTo>
                    <a:pt x="1113" y="1583"/>
                    <a:pt x="1111" y="1573"/>
                    <a:pt x="1108" y="1562"/>
                  </a:cubicBezTo>
                  <a:cubicBezTo>
                    <a:pt x="1100" y="1553"/>
                    <a:pt x="1105" y="1570"/>
                    <a:pt x="1108" y="1589"/>
                  </a:cubicBezTo>
                  <a:cubicBezTo>
                    <a:pt x="1127" y="1648"/>
                    <a:pt x="1131" y="1655"/>
                    <a:pt x="1134" y="1663"/>
                  </a:cubicBezTo>
                  <a:cubicBezTo>
                    <a:pt x="1149" y="1694"/>
                    <a:pt x="1149" y="1704"/>
                    <a:pt x="1154" y="1711"/>
                  </a:cubicBezTo>
                  <a:cubicBezTo>
                    <a:pt x="1172" y="1752"/>
                    <a:pt x="1171" y="1761"/>
                    <a:pt x="1176" y="1763"/>
                  </a:cubicBezTo>
                  <a:cubicBezTo>
                    <a:pt x="1183" y="1795"/>
                    <a:pt x="1188" y="1805"/>
                    <a:pt x="1191" y="1817"/>
                  </a:cubicBezTo>
                  <a:cubicBezTo>
                    <a:pt x="1200" y="1838"/>
                    <a:pt x="1197" y="1849"/>
                    <a:pt x="1202" y="1852"/>
                  </a:cubicBezTo>
                  <a:cubicBezTo>
                    <a:pt x="1205" y="1895"/>
                    <a:pt x="1209" y="1903"/>
                    <a:pt x="1204" y="1903"/>
                  </a:cubicBezTo>
                  <a:cubicBezTo>
                    <a:pt x="1200" y="1891"/>
                    <a:pt x="1196" y="1889"/>
                    <a:pt x="1197" y="1881"/>
                  </a:cubicBezTo>
                  <a:cubicBezTo>
                    <a:pt x="1190" y="1859"/>
                    <a:pt x="1188" y="1854"/>
                    <a:pt x="1187" y="1848"/>
                  </a:cubicBezTo>
                  <a:cubicBezTo>
                    <a:pt x="1163" y="1796"/>
                    <a:pt x="1164" y="1787"/>
                    <a:pt x="1158" y="1785"/>
                  </a:cubicBezTo>
                  <a:cubicBezTo>
                    <a:pt x="1131" y="1733"/>
                    <a:pt x="1135" y="1732"/>
                    <a:pt x="1130" y="1726"/>
                  </a:cubicBezTo>
                  <a:cubicBezTo>
                    <a:pt x="1106" y="1674"/>
                    <a:pt x="1105" y="1667"/>
                    <a:pt x="1104" y="1660"/>
                  </a:cubicBezTo>
                  <a:cubicBezTo>
                    <a:pt x="1092" y="1645"/>
                    <a:pt x="1099" y="1656"/>
                    <a:pt x="1102" y="1671"/>
                  </a:cubicBezTo>
                  <a:cubicBezTo>
                    <a:pt x="1122" y="1723"/>
                    <a:pt x="1122" y="1728"/>
                    <a:pt x="1126" y="1730"/>
                  </a:cubicBezTo>
                  <a:cubicBezTo>
                    <a:pt x="1148" y="1779"/>
                    <a:pt x="1152" y="1785"/>
                    <a:pt x="1154" y="1793"/>
                  </a:cubicBezTo>
                  <a:cubicBezTo>
                    <a:pt x="1188" y="1879"/>
                    <a:pt x="1186" y="1886"/>
                    <a:pt x="1189" y="1887"/>
                  </a:cubicBezTo>
                  <a:cubicBezTo>
                    <a:pt x="1200" y="1972"/>
                    <a:pt x="1200" y="1972"/>
                    <a:pt x="1200" y="1972"/>
                  </a:cubicBezTo>
                  <a:cubicBezTo>
                    <a:pt x="1197" y="1978"/>
                    <a:pt x="1194" y="1969"/>
                    <a:pt x="1191" y="1959"/>
                  </a:cubicBezTo>
                  <a:cubicBezTo>
                    <a:pt x="1179" y="1903"/>
                    <a:pt x="1182" y="1899"/>
                    <a:pt x="1180" y="1892"/>
                  </a:cubicBezTo>
                  <a:cubicBezTo>
                    <a:pt x="1163" y="1845"/>
                    <a:pt x="1160" y="1839"/>
                    <a:pt x="1156" y="1833"/>
                  </a:cubicBezTo>
                  <a:cubicBezTo>
                    <a:pt x="1131" y="1785"/>
                    <a:pt x="1130" y="1781"/>
                    <a:pt x="1128" y="1778"/>
                  </a:cubicBezTo>
                  <a:cubicBezTo>
                    <a:pt x="1111" y="1736"/>
                    <a:pt x="1101" y="1742"/>
                    <a:pt x="1104" y="1735"/>
                  </a:cubicBezTo>
                  <a:cubicBezTo>
                    <a:pt x="1071" y="1679"/>
                    <a:pt x="1067" y="1666"/>
                    <a:pt x="1060" y="1654"/>
                  </a:cubicBezTo>
                  <a:cubicBezTo>
                    <a:pt x="1049" y="1627"/>
                    <a:pt x="1050" y="1617"/>
                    <a:pt x="1043" y="1615"/>
                  </a:cubicBezTo>
                  <a:cubicBezTo>
                    <a:pt x="1056" y="1663"/>
                    <a:pt x="1061" y="1667"/>
                    <a:pt x="1062" y="1674"/>
                  </a:cubicBezTo>
                  <a:cubicBezTo>
                    <a:pt x="1073" y="1700"/>
                    <a:pt x="1076" y="1705"/>
                    <a:pt x="1080" y="1711"/>
                  </a:cubicBezTo>
                  <a:cubicBezTo>
                    <a:pt x="1100" y="1752"/>
                    <a:pt x="1107" y="1755"/>
                    <a:pt x="1108" y="1763"/>
                  </a:cubicBezTo>
                  <a:cubicBezTo>
                    <a:pt x="1132" y="1809"/>
                    <a:pt x="1138" y="1807"/>
                    <a:pt x="1136" y="1813"/>
                  </a:cubicBezTo>
                  <a:cubicBezTo>
                    <a:pt x="1156" y="1857"/>
                    <a:pt x="1160" y="1861"/>
                    <a:pt x="1160" y="1870"/>
                  </a:cubicBezTo>
                  <a:cubicBezTo>
                    <a:pt x="1171" y="1894"/>
                    <a:pt x="1171" y="1904"/>
                    <a:pt x="1176" y="1909"/>
                  </a:cubicBezTo>
                  <a:cubicBezTo>
                    <a:pt x="1188" y="1985"/>
                    <a:pt x="1184" y="1994"/>
                    <a:pt x="1189" y="1994"/>
                  </a:cubicBezTo>
                  <a:cubicBezTo>
                    <a:pt x="1181" y="1994"/>
                    <a:pt x="1184" y="1992"/>
                    <a:pt x="1184" y="1992"/>
                  </a:cubicBezTo>
                  <a:cubicBezTo>
                    <a:pt x="1171" y="1946"/>
                    <a:pt x="1164" y="1932"/>
                    <a:pt x="1163" y="1913"/>
                  </a:cubicBezTo>
                  <a:cubicBezTo>
                    <a:pt x="1151" y="1884"/>
                    <a:pt x="1143" y="1881"/>
                    <a:pt x="1143" y="1870"/>
                  </a:cubicBezTo>
                  <a:cubicBezTo>
                    <a:pt x="1120" y="1824"/>
                    <a:pt x="1119" y="1821"/>
                    <a:pt x="1119" y="1815"/>
                  </a:cubicBezTo>
                  <a:cubicBezTo>
                    <a:pt x="1093" y="1783"/>
                    <a:pt x="1091" y="1775"/>
                    <a:pt x="1086" y="1770"/>
                  </a:cubicBezTo>
                  <a:cubicBezTo>
                    <a:pt x="1073" y="1758"/>
                    <a:pt x="1078" y="1761"/>
                    <a:pt x="1080" y="1767"/>
                  </a:cubicBezTo>
                  <a:cubicBezTo>
                    <a:pt x="1094" y="1796"/>
                    <a:pt x="1105" y="1803"/>
                    <a:pt x="1108" y="1817"/>
                  </a:cubicBezTo>
                  <a:cubicBezTo>
                    <a:pt x="1124" y="1843"/>
                    <a:pt x="1121" y="1850"/>
                    <a:pt x="1126" y="1850"/>
                  </a:cubicBezTo>
                  <a:cubicBezTo>
                    <a:pt x="1151" y="1911"/>
                    <a:pt x="1161" y="1936"/>
                    <a:pt x="1165" y="1966"/>
                  </a:cubicBezTo>
                  <a:cubicBezTo>
                    <a:pt x="1177" y="2011"/>
                    <a:pt x="1185" y="2016"/>
                    <a:pt x="1180" y="2022"/>
                  </a:cubicBezTo>
                  <a:cubicBezTo>
                    <a:pt x="1165" y="1991"/>
                    <a:pt x="1163" y="1975"/>
                    <a:pt x="1158" y="1961"/>
                  </a:cubicBezTo>
                  <a:cubicBezTo>
                    <a:pt x="1134" y="1913"/>
                    <a:pt x="1135" y="1894"/>
                    <a:pt x="1126" y="1885"/>
                  </a:cubicBezTo>
                  <a:cubicBezTo>
                    <a:pt x="1101" y="1842"/>
                    <a:pt x="1098" y="1834"/>
                    <a:pt x="1095" y="1826"/>
                  </a:cubicBezTo>
                  <a:cubicBezTo>
                    <a:pt x="1079" y="1795"/>
                    <a:pt x="1071" y="1790"/>
                    <a:pt x="1069" y="1778"/>
                  </a:cubicBezTo>
                  <a:cubicBezTo>
                    <a:pt x="1059" y="1761"/>
                    <a:pt x="1059" y="1754"/>
                    <a:pt x="1054" y="1752"/>
                  </a:cubicBezTo>
                  <a:cubicBezTo>
                    <a:pt x="1039" y="1719"/>
                    <a:pt x="1039" y="1712"/>
                    <a:pt x="1034" y="1711"/>
                  </a:cubicBezTo>
                  <a:cubicBezTo>
                    <a:pt x="1046" y="1743"/>
                    <a:pt x="1046" y="1752"/>
                    <a:pt x="1051" y="1756"/>
                  </a:cubicBezTo>
                  <a:cubicBezTo>
                    <a:pt x="1065" y="1790"/>
                    <a:pt x="1073" y="1801"/>
                    <a:pt x="1078" y="1815"/>
                  </a:cubicBezTo>
                  <a:cubicBezTo>
                    <a:pt x="1100" y="1859"/>
                    <a:pt x="1108" y="1861"/>
                    <a:pt x="1108" y="1870"/>
                  </a:cubicBezTo>
                  <a:cubicBezTo>
                    <a:pt x="1125" y="1900"/>
                    <a:pt x="1124" y="1905"/>
                    <a:pt x="1128" y="1907"/>
                  </a:cubicBezTo>
                  <a:cubicBezTo>
                    <a:pt x="1156" y="1984"/>
                    <a:pt x="1160" y="1999"/>
                    <a:pt x="1167" y="2012"/>
                  </a:cubicBezTo>
                  <a:cubicBezTo>
                    <a:pt x="1177" y="2063"/>
                    <a:pt x="1183" y="2072"/>
                    <a:pt x="1184" y="2086"/>
                  </a:cubicBezTo>
                  <a:cubicBezTo>
                    <a:pt x="1167" y="2065"/>
                    <a:pt x="1168" y="2057"/>
                    <a:pt x="1165" y="2053"/>
                  </a:cubicBezTo>
                  <a:cubicBezTo>
                    <a:pt x="1156" y="2026"/>
                    <a:pt x="1153" y="2023"/>
                    <a:pt x="1156" y="2022"/>
                  </a:cubicBezTo>
                  <a:cubicBezTo>
                    <a:pt x="1136" y="1970"/>
                    <a:pt x="1130" y="1962"/>
                    <a:pt x="1128" y="1950"/>
                  </a:cubicBezTo>
                  <a:cubicBezTo>
                    <a:pt x="1109" y="1914"/>
                    <a:pt x="1105" y="1907"/>
                    <a:pt x="1102" y="1898"/>
                  </a:cubicBezTo>
                  <a:cubicBezTo>
                    <a:pt x="1087" y="1883"/>
                    <a:pt x="1089" y="1877"/>
                    <a:pt x="1086" y="1876"/>
                  </a:cubicBezTo>
                  <a:cubicBezTo>
                    <a:pt x="1054" y="1823"/>
                    <a:pt x="1051" y="1814"/>
                    <a:pt x="1045" y="1809"/>
                  </a:cubicBezTo>
                  <a:cubicBezTo>
                    <a:pt x="1027" y="1777"/>
                    <a:pt x="1023" y="1769"/>
                    <a:pt x="1019" y="1761"/>
                  </a:cubicBezTo>
                  <a:cubicBezTo>
                    <a:pt x="1015" y="1765"/>
                    <a:pt x="1017" y="1772"/>
                    <a:pt x="1021" y="1778"/>
                  </a:cubicBezTo>
                  <a:cubicBezTo>
                    <a:pt x="1046" y="1821"/>
                    <a:pt x="1048" y="1829"/>
                    <a:pt x="1054" y="1833"/>
                  </a:cubicBezTo>
                  <a:cubicBezTo>
                    <a:pt x="1076" y="1869"/>
                    <a:pt x="1074" y="1873"/>
                    <a:pt x="1075" y="1874"/>
                  </a:cubicBezTo>
                  <a:cubicBezTo>
                    <a:pt x="1088" y="1895"/>
                    <a:pt x="1093" y="1899"/>
                    <a:pt x="1095" y="1907"/>
                  </a:cubicBezTo>
                  <a:cubicBezTo>
                    <a:pt x="1125" y="1974"/>
                    <a:pt x="1129" y="1979"/>
                    <a:pt x="1132" y="1985"/>
                  </a:cubicBezTo>
                  <a:cubicBezTo>
                    <a:pt x="1155" y="2062"/>
                    <a:pt x="1160" y="2069"/>
                    <a:pt x="1163" y="2077"/>
                  </a:cubicBezTo>
                  <a:cubicBezTo>
                    <a:pt x="1199" y="2160"/>
                    <a:pt x="1199" y="2160"/>
                    <a:pt x="1199" y="2160"/>
                  </a:cubicBezTo>
                  <a:cubicBezTo>
                    <a:pt x="1207" y="2118"/>
                    <a:pt x="1213" y="2112"/>
                    <a:pt x="1215" y="2101"/>
                  </a:cubicBezTo>
                  <a:cubicBezTo>
                    <a:pt x="1231" y="2073"/>
                    <a:pt x="1235" y="2071"/>
                    <a:pt x="1235" y="2064"/>
                  </a:cubicBezTo>
                  <a:cubicBezTo>
                    <a:pt x="1253" y="2040"/>
                    <a:pt x="1251" y="2034"/>
                    <a:pt x="1256" y="2036"/>
                  </a:cubicBezTo>
                  <a:cubicBezTo>
                    <a:pt x="1278" y="2002"/>
                    <a:pt x="1278" y="1999"/>
                    <a:pt x="1278" y="1996"/>
                  </a:cubicBezTo>
                  <a:cubicBezTo>
                    <a:pt x="1296" y="1974"/>
                    <a:pt x="1297" y="1970"/>
                    <a:pt x="1302" y="1968"/>
                  </a:cubicBezTo>
                  <a:cubicBezTo>
                    <a:pt x="1332" y="1928"/>
                    <a:pt x="1337" y="1926"/>
                    <a:pt x="1337" y="1920"/>
                  </a:cubicBezTo>
                  <a:cubicBezTo>
                    <a:pt x="1372" y="1885"/>
                    <a:pt x="1376" y="1881"/>
                    <a:pt x="1378" y="1876"/>
                  </a:cubicBezTo>
                  <a:cubicBezTo>
                    <a:pt x="1404" y="1854"/>
                    <a:pt x="1402" y="1849"/>
                    <a:pt x="1407" y="1850"/>
                  </a:cubicBezTo>
                  <a:cubicBezTo>
                    <a:pt x="1438" y="1821"/>
                    <a:pt x="1440" y="1819"/>
                    <a:pt x="1439" y="1815"/>
                  </a:cubicBezTo>
                  <a:cubicBezTo>
                    <a:pt x="1465" y="1793"/>
                    <a:pt x="1467" y="1780"/>
                    <a:pt x="1479" y="1776"/>
                  </a:cubicBezTo>
                  <a:cubicBezTo>
                    <a:pt x="1501" y="1736"/>
                    <a:pt x="1500" y="1733"/>
                    <a:pt x="1503" y="1732"/>
                  </a:cubicBezTo>
                  <a:cubicBezTo>
                    <a:pt x="1484" y="1757"/>
                    <a:pt x="1476" y="1761"/>
                    <a:pt x="1474" y="1772"/>
                  </a:cubicBezTo>
                  <a:cubicBezTo>
                    <a:pt x="1452" y="1794"/>
                    <a:pt x="1452" y="1796"/>
                    <a:pt x="1448" y="1796"/>
                  </a:cubicBezTo>
                  <a:cubicBezTo>
                    <a:pt x="1431" y="1818"/>
                    <a:pt x="1426" y="1820"/>
                    <a:pt x="1422" y="1822"/>
                  </a:cubicBezTo>
                  <a:cubicBezTo>
                    <a:pt x="1399" y="1848"/>
                    <a:pt x="1393" y="1849"/>
                    <a:pt x="1389" y="1852"/>
                  </a:cubicBezTo>
                  <a:cubicBezTo>
                    <a:pt x="1370" y="1874"/>
                    <a:pt x="1368" y="1876"/>
                    <a:pt x="1365" y="1879"/>
                  </a:cubicBezTo>
                  <a:cubicBezTo>
                    <a:pt x="1352" y="1896"/>
                    <a:pt x="1346" y="1894"/>
                    <a:pt x="1348" y="1900"/>
                  </a:cubicBezTo>
                  <a:cubicBezTo>
                    <a:pt x="1328" y="1926"/>
                    <a:pt x="1317" y="1924"/>
                    <a:pt x="1317" y="1933"/>
                  </a:cubicBezTo>
                  <a:cubicBezTo>
                    <a:pt x="1282" y="1982"/>
                    <a:pt x="1277" y="1986"/>
                    <a:pt x="1272" y="1990"/>
                  </a:cubicBezTo>
                  <a:cubicBezTo>
                    <a:pt x="1260" y="2009"/>
                    <a:pt x="1259" y="2012"/>
                    <a:pt x="1259" y="2016"/>
                  </a:cubicBezTo>
                  <a:cubicBezTo>
                    <a:pt x="1227" y="2056"/>
                    <a:pt x="1228" y="2066"/>
                    <a:pt x="1221" y="2068"/>
                  </a:cubicBezTo>
                  <a:cubicBezTo>
                    <a:pt x="1213" y="2075"/>
                    <a:pt x="1217" y="2073"/>
                    <a:pt x="1219" y="2068"/>
                  </a:cubicBezTo>
                  <a:cubicBezTo>
                    <a:pt x="1238" y="2041"/>
                    <a:pt x="1236" y="2032"/>
                    <a:pt x="1239" y="2027"/>
                  </a:cubicBezTo>
                  <a:cubicBezTo>
                    <a:pt x="1264" y="1978"/>
                    <a:pt x="1273" y="1978"/>
                    <a:pt x="1274" y="1970"/>
                  </a:cubicBezTo>
                  <a:cubicBezTo>
                    <a:pt x="1319" y="1906"/>
                    <a:pt x="1329" y="1912"/>
                    <a:pt x="1326" y="1905"/>
                  </a:cubicBezTo>
                  <a:cubicBezTo>
                    <a:pt x="1347" y="1891"/>
                    <a:pt x="1335" y="1884"/>
                    <a:pt x="1341" y="1885"/>
                  </a:cubicBezTo>
                  <a:cubicBezTo>
                    <a:pt x="1371" y="1867"/>
                    <a:pt x="1360" y="1858"/>
                    <a:pt x="1365" y="1859"/>
                  </a:cubicBezTo>
                  <a:cubicBezTo>
                    <a:pt x="1388" y="1843"/>
                    <a:pt x="1391" y="1840"/>
                    <a:pt x="1392" y="1835"/>
                  </a:cubicBezTo>
                  <a:cubicBezTo>
                    <a:pt x="1413" y="1810"/>
                    <a:pt x="1424" y="1812"/>
                    <a:pt x="1424" y="1802"/>
                  </a:cubicBezTo>
                  <a:cubicBezTo>
                    <a:pt x="1434" y="1791"/>
                    <a:pt x="1439" y="1791"/>
                    <a:pt x="1439" y="1787"/>
                  </a:cubicBezTo>
                  <a:cubicBezTo>
                    <a:pt x="1465" y="1752"/>
                    <a:pt x="1463" y="1753"/>
                    <a:pt x="1461" y="1754"/>
                  </a:cubicBezTo>
                  <a:cubicBezTo>
                    <a:pt x="1440" y="1779"/>
                    <a:pt x="1432" y="1785"/>
                    <a:pt x="1429" y="1796"/>
                  </a:cubicBezTo>
                  <a:cubicBezTo>
                    <a:pt x="1407" y="1811"/>
                    <a:pt x="1408" y="1817"/>
                    <a:pt x="1402" y="1815"/>
                  </a:cubicBezTo>
                  <a:cubicBezTo>
                    <a:pt x="1380" y="1832"/>
                    <a:pt x="1382" y="1838"/>
                    <a:pt x="1378" y="1839"/>
                  </a:cubicBezTo>
                  <a:cubicBezTo>
                    <a:pt x="1326" y="1895"/>
                    <a:pt x="1317" y="1899"/>
                    <a:pt x="1313" y="1909"/>
                  </a:cubicBezTo>
                  <a:cubicBezTo>
                    <a:pt x="1270" y="1963"/>
                    <a:pt x="1262" y="1968"/>
                    <a:pt x="1259" y="1979"/>
                  </a:cubicBezTo>
                  <a:cubicBezTo>
                    <a:pt x="1234" y="2019"/>
                    <a:pt x="1235" y="2023"/>
                    <a:pt x="1230" y="2022"/>
                  </a:cubicBezTo>
                  <a:cubicBezTo>
                    <a:pt x="1217" y="2047"/>
                    <a:pt x="1216" y="2054"/>
                    <a:pt x="1213" y="2057"/>
                  </a:cubicBezTo>
                  <a:cubicBezTo>
                    <a:pt x="1203" y="2078"/>
                    <a:pt x="1196" y="2069"/>
                    <a:pt x="1195" y="2062"/>
                  </a:cubicBezTo>
                  <a:cubicBezTo>
                    <a:pt x="1212" y="2023"/>
                    <a:pt x="1212" y="2017"/>
                    <a:pt x="1217" y="2016"/>
                  </a:cubicBezTo>
                  <a:cubicBezTo>
                    <a:pt x="1225" y="1996"/>
                    <a:pt x="1229" y="1996"/>
                    <a:pt x="1230" y="1994"/>
                  </a:cubicBezTo>
                  <a:cubicBezTo>
                    <a:pt x="1246" y="1972"/>
                    <a:pt x="1245" y="1966"/>
                    <a:pt x="1248" y="1964"/>
                  </a:cubicBezTo>
                  <a:cubicBezTo>
                    <a:pt x="1289" y="1906"/>
                    <a:pt x="1295" y="1902"/>
                    <a:pt x="1298" y="1896"/>
                  </a:cubicBezTo>
                  <a:cubicBezTo>
                    <a:pt x="1307" y="1885"/>
                    <a:pt x="1311" y="1884"/>
                    <a:pt x="1313" y="1881"/>
                  </a:cubicBezTo>
                  <a:cubicBezTo>
                    <a:pt x="1330" y="1864"/>
                    <a:pt x="1332" y="1861"/>
                    <a:pt x="1337" y="1861"/>
                  </a:cubicBezTo>
                  <a:cubicBezTo>
                    <a:pt x="1366" y="1832"/>
                    <a:pt x="1372" y="1824"/>
                    <a:pt x="1381" y="1817"/>
                  </a:cubicBezTo>
                  <a:cubicBezTo>
                    <a:pt x="1402" y="1788"/>
                    <a:pt x="1410" y="1789"/>
                    <a:pt x="1411" y="1783"/>
                  </a:cubicBezTo>
                  <a:cubicBezTo>
                    <a:pt x="1435" y="1755"/>
                    <a:pt x="1442" y="1756"/>
                    <a:pt x="1444" y="1750"/>
                  </a:cubicBezTo>
                  <a:cubicBezTo>
                    <a:pt x="1487" y="1692"/>
                    <a:pt x="1498" y="1687"/>
                    <a:pt x="1501" y="1676"/>
                  </a:cubicBezTo>
                  <a:cubicBezTo>
                    <a:pt x="1513" y="1663"/>
                    <a:pt x="1510" y="1657"/>
                    <a:pt x="1514" y="1656"/>
                  </a:cubicBezTo>
                  <a:cubicBezTo>
                    <a:pt x="1531" y="1632"/>
                    <a:pt x="1531" y="1623"/>
                    <a:pt x="1535" y="1619"/>
                  </a:cubicBezTo>
                  <a:cubicBezTo>
                    <a:pt x="1560" y="1583"/>
                    <a:pt x="1561" y="1575"/>
                    <a:pt x="1564" y="1569"/>
                  </a:cubicBezTo>
                  <a:cubicBezTo>
                    <a:pt x="1579" y="1527"/>
                    <a:pt x="1580" y="1524"/>
                    <a:pt x="1579" y="1519"/>
                  </a:cubicBezTo>
                  <a:close/>
                  <a:moveTo>
                    <a:pt x="1256" y="1826"/>
                  </a:moveTo>
                  <a:cubicBezTo>
                    <a:pt x="1260" y="1823"/>
                    <a:pt x="1263" y="1818"/>
                    <a:pt x="1265" y="1813"/>
                  </a:cubicBezTo>
                  <a:cubicBezTo>
                    <a:pt x="1271" y="1817"/>
                    <a:pt x="1260" y="1821"/>
                    <a:pt x="1261" y="1826"/>
                  </a:cubicBezTo>
                  <a:cubicBezTo>
                    <a:pt x="1257" y="1829"/>
                    <a:pt x="1256" y="1836"/>
                    <a:pt x="1252" y="1839"/>
                  </a:cubicBezTo>
                  <a:cubicBezTo>
                    <a:pt x="1246" y="1836"/>
                    <a:pt x="1257" y="1831"/>
                    <a:pt x="1256" y="1826"/>
                  </a:cubicBezTo>
                  <a:close/>
                  <a:moveTo>
                    <a:pt x="1252" y="1704"/>
                  </a:moveTo>
                  <a:cubicBezTo>
                    <a:pt x="1254" y="1700"/>
                    <a:pt x="1254" y="1705"/>
                    <a:pt x="1254" y="1708"/>
                  </a:cubicBezTo>
                  <a:cubicBezTo>
                    <a:pt x="1252" y="1712"/>
                    <a:pt x="1252" y="1707"/>
                    <a:pt x="1252" y="1704"/>
                  </a:cubicBezTo>
                  <a:close/>
                  <a:moveTo>
                    <a:pt x="1211" y="2088"/>
                  </a:moveTo>
                  <a:cubicBezTo>
                    <a:pt x="1212" y="2084"/>
                    <a:pt x="1214" y="2090"/>
                    <a:pt x="1211" y="2090"/>
                  </a:cubicBezTo>
                  <a:cubicBezTo>
                    <a:pt x="1211" y="2094"/>
                    <a:pt x="1208" y="2095"/>
                    <a:pt x="1208" y="2099"/>
                  </a:cubicBezTo>
                  <a:cubicBezTo>
                    <a:pt x="1203" y="2104"/>
                    <a:pt x="1209" y="2089"/>
                    <a:pt x="1211" y="2088"/>
                  </a:cubicBezTo>
                  <a:close/>
                  <a:moveTo>
                    <a:pt x="1191" y="2116"/>
                  </a:moveTo>
                  <a:cubicBezTo>
                    <a:pt x="1185" y="2113"/>
                    <a:pt x="1191" y="2103"/>
                    <a:pt x="1193" y="2101"/>
                  </a:cubicBezTo>
                  <a:cubicBezTo>
                    <a:pt x="1199" y="2105"/>
                    <a:pt x="1188" y="2109"/>
                    <a:pt x="1191" y="2116"/>
                  </a:cubicBezTo>
                  <a:close/>
                  <a:moveTo>
                    <a:pt x="1219" y="1916"/>
                  </a:moveTo>
                  <a:cubicBezTo>
                    <a:pt x="1225" y="1921"/>
                    <a:pt x="1218" y="1933"/>
                    <a:pt x="1217" y="1940"/>
                  </a:cubicBezTo>
                  <a:cubicBezTo>
                    <a:pt x="1212" y="1935"/>
                    <a:pt x="1222" y="1926"/>
                    <a:pt x="1219" y="1916"/>
                  </a:cubicBezTo>
                  <a:close/>
                  <a:moveTo>
                    <a:pt x="1215" y="1883"/>
                  </a:moveTo>
                  <a:cubicBezTo>
                    <a:pt x="1223" y="1885"/>
                    <a:pt x="1215" y="1890"/>
                    <a:pt x="1217" y="1898"/>
                  </a:cubicBezTo>
                  <a:cubicBezTo>
                    <a:pt x="1212" y="1897"/>
                    <a:pt x="1216" y="1887"/>
                    <a:pt x="1215" y="1883"/>
                  </a:cubicBezTo>
                  <a:close/>
                  <a:moveTo>
                    <a:pt x="1215" y="1953"/>
                  </a:moveTo>
                  <a:cubicBezTo>
                    <a:pt x="1225" y="1956"/>
                    <a:pt x="1210" y="1963"/>
                    <a:pt x="1213" y="1972"/>
                  </a:cubicBezTo>
                  <a:cubicBezTo>
                    <a:pt x="1205" y="1966"/>
                    <a:pt x="1218" y="1962"/>
                    <a:pt x="1215" y="1953"/>
                  </a:cubicBezTo>
                  <a:close/>
                  <a:moveTo>
                    <a:pt x="1503" y="1667"/>
                  </a:moveTo>
                  <a:cubicBezTo>
                    <a:pt x="1497" y="1666"/>
                    <a:pt x="1501" y="1675"/>
                    <a:pt x="1496" y="1676"/>
                  </a:cubicBezTo>
                  <a:cubicBezTo>
                    <a:pt x="1479" y="1700"/>
                    <a:pt x="1478" y="1701"/>
                    <a:pt x="1477" y="1702"/>
                  </a:cubicBezTo>
                  <a:cubicBezTo>
                    <a:pt x="1453" y="1729"/>
                    <a:pt x="1455" y="1737"/>
                    <a:pt x="1448" y="1735"/>
                  </a:cubicBezTo>
                  <a:cubicBezTo>
                    <a:pt x="1421" y="1763"/>
                    <a:pt x="1414" y="1767"/>
                    <a:pt x="1411" y="1774"/>
                  </a:cubicBezTo>
                  <a:cubicBezTo>
                    <a:pt x="1382" y="1802"/>
                    <a:pt x="1374" y="1808"/>
                    <a:pt x="1370" y="1817"/>
                  </a:cubicBezTo>
                  <a:cubicBezTo>
                    <a:pt x="1349" y="1831"/>
                    <a:pt x="1347" y="1837"/>
                    <a:pt x="1344" y="1841"/>
                  </a:cubicBezTo>
                  <a:cubicBezTo>
                    <a:pt x="1317" y="1866"/>
                    <a:pt x="1313" y="1866"/>
                    <a:pt x="1311" y="1870"/>
                  </a:cubicBezTo>
                  <a:cubicBezTo>
                    <a:pt x="1280" y="1911"/>
                    <a:pt x="1267" y="1911"/>
                    <a:pt x="1267" y="1924"/>
                  </a:cubicBezTo>
                  <a:cubicBezTo>
                    <a:pt x="1224" y="1976"/>
                    <a:pt x="1220" y="1998"/>
                    <a:pt x="1206" y="2012"/>
                  </a:cubicBezTo>
                  <a:cubicBezTo>
                    <a:pt x="1215" y="1984"/>
                    <a:pt x="1215" y="1976"/>
                    <a:pt x="1221" y="1974"/>
                  </a:cubicBezTo>
                  <a:cubicBezTo>
                    <a:pt x="1251" y="1919"/>
                    <a:pt x="1250" y="1913"/>
                    <a:pt x="1254" y="1911"/>
                  </a:cubicBezTo>
                  <a:cubicBezTo>
                    <a:pt x="1282" y="1880"/>
                    <a:pt x="1282" y="1869"/>
                    <a:pt x="1289" y="1865"/>
                  </a:cubicBezTo>
                  <a:cubicBezTo>
                    <a:pt x="1309" y="1844"/>
                    <a:pt x="1311" y="1835"/>
                    <a:pt x="1320" y="1833"/>
                  </a:cubicBezTo>
                  <a:cubicBezTo>
                    <a:pt x="1356" y="1793"/>
                    <a:pt x="1359" y="1786"/>
                    <a:pt x="1365" y="1783"/>
                  </a:cubicBezTo>
                  <a:cubicBezTo>
                    <a:pt x="1384" y="1765"/>
                    <a:pt x="1385" y="1763"/>
                    <a:pt x="1387" y="1763"/>
                  </a:cubicBezTo>
                  <a:cubicBezTo>
                    <a:pt x="1411" y="1742"/>
                    <a:pt x="1423" y="1733"/>
                    <a:pt x="1435" y="1724"/>
                  </a:cubicBezTo>
                  <a:cubicBezTo>
                    <a:pt x="1481" y="1684"/>
                    <a:pt x="1482" y="1680"/>
                    <a:pt x="1485" y="1678"/>
                  </a:cubicBezTo>
                  <a:cubicBezTo>
                    <a:pt x="1501" y="1660"/>
                    <a:pt x="1504" y="1659"/>
                    <a:pt x="1505" y="1656"/>
                  </a:cubicBezTo>
                  <a:close/>
                  <a:moveTo>
                    <a:pt x="3827" y="1689"/>
                  </a:moveTo>
                  <a:cubicBezTo>
                    <a:pt x="3822" y="1681"/>
                    <a:pt x="3815" y="1679"/>
                    <a:pt x="3810" y="1674"/>
                  </a:cubicBezTo>
                  <a:cubicBezTo>
                    <a:pt x="3786" y="1654"/>
                    <a:pt x="3779" y="1651"/>
                    <a:pt x="3773" y="1648"/>
                  </a:cubicBezTo>
                  <a:cubicBezTo>
                    <a:pt x="3732" y="1620"/>
                    <a:pt x="3724" y="1621"/>
                    <a:pt x="3718" y="1614"/>
                  </a:cubicBezTo>
                  <a:cubicBezTo>
                    <a:pt x="3671" y="1584"/>
                    <a:pt x="3666" y="1588"/>
                    <a:pt x="3664" y="1582"/>
                  </a:cubicBezTo>
                  <a:cubicBezTo>
                    <a:pt x="3623" y="1550"/>
                    <a:pt x="3616" y="1549"/>
                    <a:pt x="3611" y="1541"/>
                  </a:cubicBezTo>
                  <a:cubicBezTo>
                    <a:pt x="3587" y="1524"/>
                    <a:pt x="3582" y="1515"/>
                    <a:pt x="3576" y="1512"/>
                  </a:cubicBezTo>
                  <a:cubicBezTo>
                    <a:pt x="3523" y="1447"/>
                    <a:pt x="3522" y="1437"/>
                    <a:pt x="3517" y="1439"/>
                  </a:cubicBezTo>
                  <a:cubicBezTo>
                    <a:pt x="3524" y="1435"/>
                    <a:pt x="3522" y="1438"/>
                    <a:pt x="3523" y="1439"/>
                  </a:cubicBezTo>
                  <a:cubicBezTo>
                    <a:pt x="3560" y="1475"/>
                    <a:pt x="3574" y="1484"/>
                    <a:pt x="3586" y="1501"/>
                  </a:cubicBezTo>
                  <a:cubicBezTo>
                    <a:pt x="3613" y="1523"/>
                    <a:pt x="3622" y="1521"/>
                    <a:pt x="3628" y="1532"/>
                  </a:cubicBezTo>
                  <a:cubicBezTo>
                    <a:pt x="3674" y="1562"/>
                    <a:pt x="3677" y="1565"/>
                    <a:pt x="3680" y="1570"/>
                  </a:cubicBezTo>
                  <a:cubicBezTo>
                    <a:pt x="3722" y="1587"/>
                    <a:pt x="3728" y="1593"/>
                    <a:pt x="3735" y="1596"/>
                  </a:cubicBezTo>
                  <a:cubicBezTo>
                    <a:pt x="3754" y="1599"/>
                    <a:pt x="3748" y="1599"/>
                    <a:pt x="3743" y="1594"/>
                  </a:cubicBezTo>
                  <a:cubicBezTo>
                    <a:pt x="3713" y="1575"/>
                    <a:pt x="3700" y="1574"/>
                    <a:pt x="3689" y="1562"/>
                  </a:cubicBezTo>
                  <a:cubicBezTo>
                    <a:pt x="3660" y="1547"/>
                    <a:pt x="3659" y="1539"/>
                    <a:pt x="3655" y="1541"/>
                  </a:cubicBezTo>
                  <a:cubicBezTo>
                    <a:pt x="3598" y="1497"/>
                    <a:pt x="3575" y="1479"/>
                    <a:pt x="3555" y="1453"/>
                  </a:cubicBezTo>
                  <a:cubicBezTo>
                    <a:pt x="3519" y="1416"/>
                    <a:pt x="3508" y="1416"/>
                    <a:pt x="3510" y="1407"/>
                  </a:cubicBezTo>
                  <a:cubicBezTo>
                    <a:pt x="3541" y="1429"/>
                    <a:pt x="3552" y="1443"/>
                    <a:pt x="3564" y="1453"/>
                  </a:cubicBezTo>
                  <a:cubicBezTo>
                    <a:pt x="3613" y="1486"/>
                    <a:pt x="3622" y="1505"/>
                    <a:pt x="3636" y="1508"/>
                  </a:cubicBezTo>
                  <a:cubicBezTo>
                    <a:pt x="3682" y="1535"/>
                    <a:pt x="3689" y="1542"/>
                    <a:pt x="3697" y="1547"/>
                  </a:cubicBezTo>
                  <a:cubicBezTo>
                    <a:pt x="3728" y="1568"/>
                    <a:pt x="3739" y="1569"/>
                    <a:pt x="3747" y="1578"/>
                  </a:cubicBezTo>
                  <a:cubicBezTo>
                    <a:pt x="3766" y="1589"/>
                    <a:pt x="3770" y="1596"/>
                    <a:pt x="3776" y="1595"/>
                  </a:cubicBezTo>
                  <a:cubicBezTo>
                    <a:pt x="3808" y="1618"/>
                    <a:pt x="3811" y="1625"/>
                    <a:pt x="3817" y="1623"/>
                  </a:cubicBezTo>
                  <a:cubicBezTo>
                    <a:pt x="3788" y="1599"/>
                    <a:pt x="3783" y="1590"/>
                    <a:pt x="3775" y="1589"/>
                  </a:cubicBezTo>
                  <a:cubicBezTo>
                    <a:pt x="3744" y="1565"/>
                    <a:pt x="3731" y="1560"/>
                    <a:pt x="3719" y="1548"/>
                  </a:cubicBezTo>
                  <a:cubicBezTo>
                    <a:pt x="3674" y="1518"/>
                    <a:pt x="3666" y="1521"/>
                    <a:pt x="3661" y="1513"/>
                  </a:cubicBezTo>
                  <a:cubicBezTo>
                    <a:pt x="3629" y="1493"/>
                    <a:pt x="3626" y="1488"/>
                    <a:pt x="3622" y="1488"/>
                  </a:cubicBezTo>
                  <a:cubicBezTo>
                    <a:pt x="3554" y="1431"/>
                    <a:pt x="3542" y="1419"/>
                    <a:pt x="3528" y="1411"/>
                  </a:cubicBezTo>
                  <a:cubicBezTo>
                    <a:pt x="3491" y="1368"/>
                    <a:pt x="3481" y="1362"/>
                    <a:pt x="3472" y="1350"/>
                  </a:cubicBezTo>
                  <a:cubicBezTo>
                    <a:pt x="3499" y="1360"/>
                    <a:pt x="3503" y="1368"/>
                    <a:pt x="3508" y="1370"/>
                  </a:cubicBezTo>
                  <a:cubicBezTo>
                    <a:pt x="3531" y="1391"/>
                    <a:pt x="3535" y="1392"/>
                    <a:pt x="3533" y="1395"/>
                  </a:cubicBezTo>
                  <a:cubicBezTo>
                    <a:pt x="3580" y="1434"/>
                    <a:pt x="3590" y="1438"/>
                    <a:pt x="3599" y="1447"/>
                  </a:cubicBezTo>
                  <a:cubicBezTo>
                    <a:pt x="3636" y="1472"/>
                    <a:pt x="3644" y="1476"/>
                    <a:pt x="3652" y="1483"/>
                  </a:cubicBezTo>
                  <a:cubicBezTo>
                    <a:pt x="3673" y="1489"/>
                    <a:pt x="3674" y="1496"/>
                    <a:pt x="3678" y="1495"/>
                  </a:cubicBezTo>
                  <a:cubicBezTo>
                    <a:pt x="3737" y="1528"/>
                    <a:pt x="3745" y="1534"/>
                    <a:pt x="3753" y="1536"/>
                  </a:cubicBezTo>
                  <a:cubicBezTo>
                    <a:pt x="3787" y="1557"/>
                    <a:pt x="3796" y="1562"/>
                    <a:pt x="3804" y="1568"/>
                  </a:cubicBezTo>
                  <a:cubicBezTo>
                    <a:pt x="3805" y="1561"/>
                    <a:pt x="3799" y="1556"/>
                    <a:pt x="3793" y="1552"/>
                  </a:cubicBezTo>
                  <a:cubicBezTo>
                    <a:pt x="3745" y="1525"/>
                    <a:pt x="3740" y="1519"/>
                    <a:pt x="3732" y="1518"/>
                  </a:cubicBezTo>
                  <a:cubicBezTo>
                    <a:pt x="3691" y="1496"/>
                    <a:pt x="3691" y="1492"/>
                    <a:pt x="3689" y="1491"/>
                  </a:cubicBezTo>
                  <a:cubicBezTo>
                    <a:pt x="3666" y="1478"/>
                    <a:pt x="3659" y="1477"/>
                    <a:pt x="3653" y="1471"/>
                  </a:cubicBezTo>
                  <a:cubicBezTo>
                    <a:pt x="3589" y="1424"/>
                    <a:pt x="3582" y="1422"/>
                    <a:pt x="3576" y="1417"/>
                  </a:cubicBezTo>
                  <a:cubicBezTo>
                    <a:pt x="3512" y="1356"/>
                    <a:pt x="3504" y="1353"/>
                    <a:pt x="3497" y="1347"/>
                  </a:cubicBezTo>
                  <a:cubicBezTo>
                    <a:pt x="3434" y="1269"/>
                    <a:pt x="3431" y="1265"/>
                    <a:pt x="3432" y="1261"/>
                  </a:cubicBezTo>
                  <a:cubicBezTo>
                    <a:pt x="3490" y="1320"/>
                    <a:pt x="3493" y="1321"/>
                    <a:pt x="3496" y="1320"/>
                  </a:cubicBezTo>
                  <a:cubicBezTo>
                    <a:pt x="3526" y="1349"/>
                    <a:pt x="3531" y="1358"/>
                    <a:pt x="3536" y="1362"/>
                  </a:cubicBezTo>
                  <a:cubicBezTo>
                    <a:pt x="3574" y="1397"/>
                    <a:pt x="3581" y="1398"/>
                    <a:pt x="3586" y="1405"/>
                  </a:cubicBezTo>
                  <a:cubicBezTo>
                    <a:pt x="3640" y="1440"/>
                    <a:pt x="3643" y="1443"/>
                    <a:pt x="3645" y="1448"/>
                  </a:cubicBezTo>
                  <a:cubicBezTo>
                    <a:pt x="3673" y="1473"/>
                    <a:pt x="3678" y="1469"/>
                    <a:pt x="3681" y="1471"/>
                  </a:cubicBezTo>
                  <a:cubicBezTo>
                    <a:pt x="3713" y="1487"/>
                    <a:pt x="3716" y="1501"/>
                    <a:pt x="3724" y="1499"/>
                  </a:cubicBezTo>
                  <a:cubicBezTo>
                    <a:pt x="3772" y="1524"/>
                    <a:pt x="3783" y="1533"/>
                    <a:pt x="3796" y="1534"/>
                  </a:cubicBezTo>
                  <a:cubicBezTo>
                    <a:pt x="3807" y="1534"/>
                    <a:pt x="3800" y="1533"/>
                    <a:pt x="3794" y="1527"/>
                  </a:cubicBezTo>
                  <a:cubicBezTo>
                    <a:pt x="3760" y="1515"/>
                    <a:pt x="3759" y="1505"/>
                    <a:pt x="3754" y="1509"/>
                  </a:cubicBezTo>
                  <a:cubicBezTo>
                    <a:pt x="3728" y="1498"/>
                    <a:pt x="3734" y="1492"/>
                    <a:pt x="3729" y="1493"/>
                  </a:cubicBezTo>
                  <a:cubicBezTo>
                    <a:pt x="3697" y="1467"/>
                    <a:pt x="3690" y="1476"/>
                    <a:pt x="3689" y="1467"/>
                  </a:cubicBezTo>
                  <a:cubicBezTo>
                    <a:pt x="3648" y="1438"/>
                    <a:pt x="3643" y="1437"/>
                    <a:pt x="3640" y="1429"/>
                  </a:cubicBezTo>
                  <a:cubicBezTo>
                    <a:pt x="3565" y="1379"/>
                    <a:pt x="3562" y="1371"/>
                    <a:pt x="3557" y="1370"/>
                  </a:cubicBezTo>
                  <a:cubicBezTo>
                    <a:pt x="3508" y="1322"/>
                    <a:pt x="3500" y="1312"/>
                    <a:pt x="3492" y="1303"/>
                  </a:cubicBezTo>
                  <a:cubicBezTo>
                    <a:pt x="3476" y="1289"/>
                    <a:pt x="3465" y="1285"/>
                    <a:pt x="3469" y="1278"/>
                  </a:cubicBezTo>
                  <a:cubicBezTo>
                    <a:pt x="3519" y="1313"/>
                    <a:pt x="3521" y="1321"/>
                    <a:pt x="3525" y="1319"/>
                  </a:cubicBezTo>
                  <a:cubicBezTo>
                    <a:pt x="3556" y="1344"/>
                    <a:pt x="3559" y="1347"/>
                    <a:pt x="3563" y="1347"/>
                  </a:cubicBezTo>
                  <a:cubicBezTo>
                    <a:pt x="3609" y="1374"/>
                    <a:pt x="3615" y="1384"/>
                    <a:pt x="3623" y="1384"/>
                  </a:cubicBezTo>
                  <a:cubicBezTo>
                    <a:pt x="3668" y="1413"/>
                    <a:pt x="3673" y="1420"/>
                    <a:pt x="3680" y="1422"/>
                  </a:cubicBezTo>
                  <a:cubicBezTo>
                    <a:pt x="3706" y="1438"/>
                    <a:pt x="3712" y="1443"/>
                    <a:pt x="3720" y="1444"/>
                  </a:cubicBezTo>
                  <a:cubicBezTo>
                    <a:pt x="3762" y="1470"/>
                    <a:pt x="3764" y="1478"/>
                    <a:pt x="3768" y="1476"/>
                  </a:cubicBezTo>
                  <a:cubicBezTo>
                    <a:pt x="3762" y="1471"/>
                    <a:pt x="3759" y="1466"/>
                    <a:pt x="3757" y="1461"/>
                  </a:cubicBezTo>
                  <a:cubicBezTo>
                    <a:pt x="3697" y="1429"/>
                    <a:pt x="3695" y="1419"/>
                    <a:pt x="3689" y="1420"/>
                  </a:cubicBezTo>
                  <a:cubicBezTo>
                    <a:pt x="3648" y="1395"/>
                    <a:pt x="3648" y="1394"/>
                    <a:pt x="3647" y="1392"/>
                  </a:cubicBezTo>
                  <a:cubicBezTo>
                    <a:pt x="3623" y="1371"/>
                    <a:pt x="3617" y="1377"/>
                    <a:pt x="3614" y="1370"/>
                  </a:cubicBezTo>
                  <a:cubicBezTo>
                    <a:pt x="3570" y="1344"/>
                    <a:pt x="3576" y="1338"/>
                    <a:pt x="3568" y="1342"/>
                  </a:cubicBezTo>
                  <a:cubicBezTo>
                    <a:pt x="3511" y="1303"/>
                    <a:pt x="3501" y="1291"/>
                    <a:pt x="3490" y="1285"/>
                  </a:cubicBezTo>
                  <a:cubicBezTo>
                    <a:pt x="3458" y="1254"/>
                    <a:pt x="3448" y="1254"/>
                    <a:pt x="3445" y="1245"/>
                  </a:cubicBezTo>
                  <a:cubicBezTo>
                    <a:pt x="3425" y="1230"/>
                    <a:pt x="3423" y="1227"/>
                    <a:pt x="3420" y="1226"/>
                  </a:cubicBezTo>
                  <a:cubicBezTo>
                    <a:pt x="3406" y="1202"/>
                    <a:pt x="3396" y="1204"/>
                    <a:pt x="3402" y="1199"/>
                  </a:cubicBezTo>
                  <a:cubicBezTo>
                    <a:pt x="3488" y="1263"/>
                    <a:pt x="3502" y="1269"/>
                    <a:pt x="3515" y="1276"/>
                  </a:cubicBezTo>
                  <a:cubicBezTo>
                    <a:pt x="3590" y="1319"/>
                    <a:pt x="3598" y="1326"/>
                    <a:pt x="3608" y="1330"/>
                  </a:cubicBezTo>
                  <a:cubicBezTo>
                    <a:pt x="3652" y="1363"/>
                    <a:pt x="3658" y="1360"/>
                    <a:pt x="3662" y="1367"/>
                  </a:cubicBezTo>
                  <a:cubicBezTo>
                    <a:pt x="3696" y="1396"/>
                    <a:pt x="3705" y="1402"/>
                    <a:pt x="3712" y="1412"/>
                  </a:cubicBezTo>
                  <a:cubicBezTo>
                    <a:pt x="3742" y="1439"/>
                    <a:pt x="3745" y="1445"/>
                    <a:pt x="3750" y="1448"/>
                  </a:cubicBezTo>
                  <a:cubicBezTo>
                    <a:pt x="3710" y="1400"/>
                    <a:pt x="3696" y="1387"/>
                    <a:pt x="3682" y="1372"/>
                  </a:cubicBezTo>
                  <a:cubicBezTo>
                    <a:pt x="3635" y="1319"/>
                    <a:pt x="3632" y="1314"/>
                    <a:pt x="3628" y="1313"/>
                  </a:cubicBezTo>
                  <a:cubicBezTo>
                    <a:pt x="3572" y="1267"/>
                    <a:pt x="3545" y="1249"/>
                    <a:pt x="3518" y="1230"/>
                  </a:cubicBezTo>
                  <a:cubicBezTo>
                    <a:pt x="3473" y="1209"/>
                    <a:pt x="3472" y="1198"/>
                    <a:pt x="3467" y="1203"/>
                  </a:cubicBezTo>
                  <a:cubicBezTo>
                    <a:pt x="3428" y="1181"/>
                    <a:pt x="3422" y="1174"/>
                    <a:pt x="3414" y="1173"/>
                  </a:cubicBezTo>
                  <a:cubicBezTo>
                    <a:pt x="3381" y="1146"/>
                    <a:pt x="3367" y="1135"/>
                    <a:pt x="3354" y="1125"/>
                  </a:cubicBezTo>
                  <a:cubicBezTo>
                    <a:pt x="3351" y="1113"/>
                    <a:pt x="3364" y="1118"/>
                    <a:pt x="3374" y="1127"/>
                  </a:cubicBezTo>
                  <a:cubicBezTo>
                    <a:pt x="3446" y="1170"/>
                    <a:pt x="3448" y="1171"/>
                    <a:pt x="3451" y="1170"/>
                  </a:cubicBezTo>
                  <a:cubicBezTo>
                    <a:pt x="3483" y="1191"/>
                    <a:pt x="3489" y="1192"/>
                    <a:pt x="3495" y="1195"/>
                  </a:cubicBezTo>
                  <a:cubicBezTo>
                    <a:pt x="3535" y="1210"/>
                    <a:pt x="3536" y="1218"/>
                    <a:pt x="3540" y="1215"/>
                  </a:cubicBezTo>
                  <a:cubicBezTo>
                    <a:pt x="3559" y="1230"/>
                    <a:pt x="3565" y="1220"/>
                    <a:pt x="3566" y="1228"/>
                  </a:cubicBezTo>
                  <a:cubicBezTo>
                    <a:pt x="3619" y="1240"/>
                    <a:pt x="3611" y="1246"/>
                    <a:pt x="3606" y="1241"/>
                  </a:cubicBezTo>
                  <a:cubicBezTo>
                    <a:pt x="3548" y="1214"/>
                    <a:pt x="3543" y="1208"/>
                    <a:pt x="3536" y="1209"/>
                  </a:cubicBezTo>
                  <a:cubicBezTo>
                    <a:pt x="3471" y="1175"/>
                    <a:pt x="3461" y="1165"/>
                    <a:pt x="3449" y="1161"/>
                  </a:cubicBezTo>
                  <a:cubicBezTo>
                    <a:pt x="3408" y="1139"/>
                    <a:pt x="3402" y="1137"/>
                    <a:pt x="3398" y="1130"/>
                  </a:cubicBezTo>
                  <a:cubicBezTo>
                    <a:pt x="3340" y="1089"/>
                    <a:pt x="3334" y="1084"/>
                    <a:pt x="3327" y="1077"/>
                  </a:cubicBezTo>
                  <a:cubicBezTo>
                    <a:pt x="3317" y="1064"/>
                    <a:pt x="3323" y="1067"/>
                    <a:pt x="3328" y="1074"/>
                  </a:cubicBezTo>
                  <a:cubicBezTo>
                    <a:pt x="3358" y="1090"/>
                    <a:pt x="3360" y="1098"/>
                    <a:pt x="3363" y="1098"/>
                  </a:cubicBezTo>
                  <a:cubicBezTo>
                    <a:pt x="3425" y="1134"/>
                    <a:pt x="3432" y="1139"/>
                    <a:pt x="3438" y="1142"/>
                  </a:cubicBezTo>
                  <a:cubicBezTo>
                    <a:pt x="3460" y="1158"/>
                    <a:pt x="3463" y="1159"/>
                    <a:pt x="3468" y="1156"/>
                  </a:cubicBezTo>
                  <a:cubicBezTo>
                    <a:pt x="3511" y="1180"/>
                    <a:pt x="3525" y="1185"/>
                    <a:pt x="3538" y="1192"/>
                  </a:cubicBezTo>
                  <a:cubicBezTo>
                    <a:pt x="3604" y="1225"/>
                    <a:pt x="3609" y="1234"/>
                    <a:pt x="3616" y="1235"/>
                  </a:cubicBezTo>
                  <a:cubicBezTo>
                    <a:pt x="3641" y="1254"/>
                    <a:pt x="3647" y="1261"/>
                    <a:pt x="3653" y="1266"/>
                  </a:cubicBezTo>
                  <a:cubicBezTo>
                    <a:pt x="3677" y="1288"/>
                    <a:pt x="3684" y="1291"/>
                    <a:pt x="3690" y="1296"/>
                  </a:cubicBezTo>
                  <a:cubicBezTo>
                    <a:pt x="3703" y="1302"/>
                    <a:pt x="3693" y="1298"/>
                    <a:pt x="3684" y="1286"/>
                  </a:cubicBezTo>
                  <a:cubicBezTo>
                    <a:pt x="3660" y="1267"/>
                    <a:pt x="3659" y="1260"/>
                    <a:pt x="3656" y="1261"/>
                  </a:cubicBezTo>
                  <a:cubicBezTo>
                    <a:pt x="3619" y="1228"/>
                    <a:pt x="3616" y="1229"/>
                    <a:pt x="3614" y="1225"/>
                  </a:cubicBezTo>
                  <a:cubicBezTo>
                    <a:pt x="3594" y="1204"/>
                    <a:pt x="3591" y="1205"/>
                    <a:pt x="3589" y="1201"/>
                  </a:cubicBezTo>
                  <a:cubicBezTo>
                    <a:pt x="3566" y="1181"/>
                    <a:pt x="3564" y="1176"/>
                    <a:pt x="3562" y="1173"/>
                  </a:cubicBezTo>
                  <a:cubicBezTo>
                    <a:pt x="3525" y="1143"/>
                    <a:pt x="3523" y="1142"/>
                    <a:pt x="3522" y="1141"/>
                  </a:cubicBezTo>
                  <a:cubicBezTo>
                    <a:pt x="3496" y="1126"/>
                    <a:pt x="3491" y="1125"/>
                    <a:pt x="3488" y="1120"/>
                  </a:cubicBezTo>
                  <a:cubicBezTo>
                    <a:pt x="3448" y="1095"/>
                    <a:pt x="3439" y="1087"/>
                    <a:pt x="3428" y="1082"/>
                  </a:cubicBezTo>
                  <a:cubicBezTo>
                    <a:pt x="3403" y="1070"/>
                    <a:pt x="3402" y="1063"/>
                    <a:pt x="3399" y="1064"/>
                  </a:cubicBezTo>
                  <a:cubicBezTo>
                    <a:pt x="3332" y="1024"/>
                    <a:pt x="3325" y="1028"/>
                    <a:pt x="3322" y="1020"/>
                  </a:cubicBezTo>
                  <a:cubicBezTo>
                    <a:pt x="3297" y="1005"/>
                    <a:pt x="3295" y="1003"/>
                    <a:pt x="3292" y="1002"/>
                  </a:cubicBezTo>
                  <a:cubicBezTo>
                    <a:pt x="3260" y="981"/>
                    <a:pt x="3258" y="977"/>
                    <a:pt x="3255" y="976"/>
                  </a:cubicBezTo>
                  <a:cubicBezTo>
                    <a:pt x="3231" y="953"/>
                    <a:pt x="3229" y="949"/>
                    <a:pt x="3227" y="946"/>
                  </a:cubicBezTo>
                  <a:cubicBezTo>
                    <a:pt x="3264" y="965"/>
                    <a:pt x="3274" y="976"/>
                    <a:pt x="3286" y="981"/>
                  </a:cubicBezTo>
                  <a:cubicBezTo>
                    <a:pt x="3328" y="1007"/>
                    <a:pt x="3340" y="1010"/>
                    <a:pt x="3351" y="1014"/>
                  </a:cubicBezTo>
                  <a:cubicBezTo>
                    <a:pt x="3379" y="1029"/>
                    <a:pt x="3382" y="1034"/>
                    <a:pt x="3385" y="1036"/>
                  </a:cubicBezTo>
                  <a:cubicBezTo>
                    <a:pt x="3416" y="1052"/>
                    <a:pt x="3425" y="1050"/>
                    <a:pt x="3431" y="1059"/>
                  </a:cubicBezTo>
                  <a:cubicBezTo>
                    <a:pt x="3502" y="1097"/>
                    <a:pt x="3503" y="1108"/>
                    <a:pt x="3507" y="1106"/>
                  </a:cubicBezTo>
                  <a:cubicBezTo>
                    <a:pt x="3543" y="1136"/>
                    <a:pt x="3545" y="1138"/>
                    <a:pt x="3548" y="1140"/>
                  </a:cubicBezTo>
                  <a:cubicBezTo>
                    <a:pt x="3574" y="1156"/>
                    <a:pt x="3573" y="1153"/>
                    <a:pt x="3571" y="1154"/>
                  </a:cubicBezTo>
                  <a:cubicBezTo>
                    <a:pt x="3558" y="1134"/>
                    <a:pt x="3548" y="1133"/>
                    <a:pt x="3546" y="1130"/>
                  </a:cubicBezTo>
                  <a:cubicBezTo>
                    <a:pt x="3518" y="1109"/>
                    <a:pt x="3511" y="1099"/>
                    <a:pt x="3503" y="1094"/>
                  </a:cubicBezTo>
                  <a:cubicBezTo>
                    <a:pt x="3453" y="1053"/>
                    <a:pt x="3451" y="1043"/>
                    <a:pt x="3445" y="1045"/>
                  </a:cubicBezTo>
                  <a:cubicBezTo>
                    <a:pt x="3417" y="1024"/>
                    <a:pt x="3413" y="1021"/>
                    <a:pt x="3410" y="1016"/>
                  </a:cubicBezTo>
                  <a:cubicBezTo>
                    <a:pt x="3358" y="980"/>
                    <a:pt x="3354" y="981"/>
                    <a:pt x="3351" y="976"/>
                  </a:cubicBezTo>
                  <a:cubicBezTo>
                    <a:pt x="3337" y="968"/>
                    <a:pt x="3333" y="968"/>
                    <a:pt x="3329" y="967"/>
                  </a:cubicBezTo>
                  <a:cubicBezTo>
                    <a:pt x="3294" y="946"/>
                    <a:pt x="3290" y="949"/>
                    <a:pt x="3288" y="941"/>
                  </a:cubicBezTo>
                  <a:cubicBezTo>
                    <a:pt x="3241" y="919"/>
                    <a:pt x="3237" y="920"/>
                    <a:pt x="3234" y="915"/>
                  </a:cubicBezTo>
                  <a:cubicBezTo>
                    <a:pt x="3205" y="900"/>
                    <a:pt x="3200" y="898"/>
                    <a:pt x="3195" y="899"/>
                  </a:cubicBezTo>
                  <a:cubicBezTo>
                    <a:pt x="3175" y="884"/>
                    <a:pt x="3172" y="884"/>
                    <a:pt x="3170" y="883"/>
                  </a:cubicBezTo>
                  <a:cubicBezTo>
                    <a:pt x="3195" y="875"/>
                    <a:pt x="3199" y="875"/>
                    <a:pt x="3203" y="875"/>
                  </a:cubicBezTo>
                  <a:cubicBezTo>
                    <a:pt x="3240" y="895"/>
                    <a:pt x="3246" y="887"/>
                    <a:pt x="3249" y="893"/>
                  </a:cubicBezTo>
                  <a:cubicBezTo>
                    <a:pt x="3288" y="904"/>
                    <a:pt x="3290" y="912"/>
                    <a:pt x="3294" y="910"/>
                  </a:cubicBezTo>
                  <a:cubicBezTo>
                    <a:pt x="3330" y="928"/>
                    <a:pt x="3331" y="930"/>
                    <a:pt x="3333" y="929"/>
                  </a:cubicBezTo>
                  <a:cubicBezTo>
                    <a:pt x="3357" y="941"/>
                    <a:pt x="3364" y="949"/>
                    <a:pt x="3372" y="951"/>
                  </a:cubicBezTo>
                  <a:cubicBezTo>
                    <a:pt x="3408" y="970"/>
                    <a:pt x="3410" y="979"/>
                    <a:pt x="3414" y="981"/>
                  </a:cubicBezTo>
                  <a:cubicBezTo>
                    <a:pt x="3449" y="1003"/>
                    <a:pt x="3451" y="1013"/>
                    <a:pt x="3456" y="1012"/>
                  </a:cubicBezTo>
                  <a:cubicBezTo>
                    <a:pt x="3489" y="1044"/>
                    <a:pt x="3492" y="1048"/>
                    <a:pt x="3497" y="1049"/>
                  </a:cubicBezTo>
                  <a:cubicBezTo>
                    <a:pt x="3401" y="963"/>
                    <a:pt x="3396" y="957"/>
                    <a:pt x="3390" y="954"/>
                  </a:cubicBezTo>
                  <a:cubicBezTo>
                    <a:pt x="3354" y="936"/>
                    <a:pt x="3353" y="929"/>
                    <a:pt x="3350" y="930"/>
                  </a:cubicBezTo>
                  <a:cubicBezTo>
                    <a:pt x="3324" y="912"/>
                    <a:pt x="3322" y="914"/>
                    <a:pt x="3321" y="914"/>
                  </a:cubicBezTo>
                  <a:cubicBezTo>
                    <a:pt x="3289" y="894"/>
                    <a:pt x="3285" y="896"/>
                    <a:pt x="3283" y="895"/>
                  </a:cubicBezTo>
                  <a:cubicBezTo>
                    <a:pt x="3251" y="882"/>
                    <a:pt x="3244" y="883"/>
                    <a:pt x="3238" y="879"/>
                  </a:cubicBezTo>
                  <a:cubicBezTo>
                    <a:pt x="3163" y="843"/>
                    <a:pt x="3156" y="848"/>
                    <a:pt x="3152" y="844"/>
                  </a:cubicBezTo>
                  <a:cubicBezTo>
                    <a:pt x="3129" y="824"/>
                    <a:pt x="3133" y="823"/>
                    <a:pt x="3136" y="829"/>
                  </a:cubicBezTo>
                  <a:cubicBezTo>
                    <a:pt x="3171" y="839"/>
                    <a:pt x="3173" y="840"/>
                    <a:pt x="3174" y="842"/>
                  </a:cubicBezTo>
                  <a:cubicBezTo>
                    <a:pt x="3201" y="845"/>
                    <a:pt x="3208" y="851"/>
                    <a:pt x="3217" y="851"/>
                  </a:cubicBezTo>
                  <a:cubicBezTo>
                    <a:pt x="3244" y="863"/>
                    <a:pt x="3252" y="861"/>
                    <a:pt x="3258" y="865"/>
                  </a:cubicBezTo>
                  <a:cubicBezTo>
                    <a:pt x="3312" y="888"/>
                    <a:pt x="3315" y="890"/>
                    <a:pt x="3319" y="891"/>
                  </a:cubicBezTo>
                  <a:cubicBezTo>
                    <a:pt x="3360" y="920"/>
                    <a:pt x="3365" y="916"/>
                    <a:pt x="3368" y="920"/>
                  </a:cubicBezTo>
                  <a:cubicBezTo>
                    <a:pt x="3374" y="912"/>
                    <a:pt x="3365" y="914"/>
                    <a:pt x="3358" y="907"/>
                  </a:cubicBezTo>
                  <a:cubicBezTo>
                    <a:pt x="3329" y="880"/>
                    <a:pt x="3319" y="883"/>
                    <a:pt x="3314" y="872"/>
                  </a:cubicBezTo>
                  <a:cubicBezTo>
                    <a:pt x="3285" y="856"/>
                    <a:pt x="3281" y="852"/>
                    <a:pt x="3276" y="850"/>
                  </a:cubicBezTo>
                  <a:cubicBezTo>
                    <a:pt x="3245" y="827"/>
                    <a:pt x="3239" y="825"/>
                    <a:pt x="3235" y="816"/>
                  </a:cubicBezTo>
                  <a:cubicBezTo>
                    <a:pt x="3182" y="776"/>
                    <a:pt x="3171" y="775"/>
                    <a:pt x="3161" y="768"/>
                  </a:cubicBezTo>
                  <a:cubicBezTo>
                    <a:pt x="3121" y="750"/>
                    <a:pt x="3110" y="747"/>
                    <a:pt x="3101" y="739"/>
                  </a:cubicBezTo>
                  <a:cubicBezTo>
                    <a:pt x="3052" y="714"/>
                    <a:pt x="3044" y="719"/>
                    <a:pt x="3040" y="714"/>
                  </a:cubicBezTo>
                  <a:cubicBezTo>
                    <a:pt x="3003" y="699"/>
                    <a:pt x="2998" y="697"/>
                    <a:pt x="2993" y="694"/>
                  </a:cubicBezTo>
                  <a:cubicBezTo>
                    <a:pt x="3002" y="688"/>
                    <a:pt x="3024" y="683"/>
                    <a:pt x="3048" y="671"/>
                  </a:cubicBezTo>
                  <a:cubicBezTo>
                    <a:pt x="3075" y="669"/>
                    <a:pt x="3083" y="661"/>
                    <a:pt x="3080" y="655"/>
                  </a:cubicBezTo>
                  <a:cubicBezTo>
                    <a:pt x="3030" y="667"/>
                    <a:pt x="3022" y="671"/>
                    <a:pt x="3014" y="674"/>
                  </a:cubicBezTo>
                  <a:cubicBezTo>
                    <a:pt x="3024" y="659"/>
                    <a:pt x="3033" y="668"/>
                    <a:pt x="3036" y="659"/>
                  </a:cubicBezTo>
                  <a:cubicBezTo>
                    <a:pt x="2993" y="660"/>
                    <a:pt x="2986" y="663"/>
                    <a:pt x="2980" y="666"/>
                  </a:cubicBezTo>
                  <a:cubicBezTo>
                    <a:pt x="2939" y="653"/>
                    <a:pt x="2932" y="657"/>
                    <a:pt x="2928" y="652"/>
                  </a:cubicBezTo>
                  <a:cubicBezTo>
                    <a:pt x="2898" y="634"/>
                    <a:pt x="2890" y="634"/>
                    <a:pt x="2883" y="626"/>
                  </a:cubicBezTo>
                  <a:cubicBezTo>
                    <a:pt x="2861" y="631"/>
                    <a:pt x="2869" y="634"/>
                    <a:pt x="2873" y="637"/>
                  </a:cubicBezTo>
                  <a:cubicBezTo>
                    <a:pt x="2898" y="653"/>
                    <a:pt x="2909" y="660"/>
                    <a:pt x="2918" y="668"/>
                  </a:cubicBezTo>
                  <a:cubicBezTo>
                    <a:pt x="2928" y="687"/>
                    <a:pt x="2934" y="689"/>
                    <a:pt x="2939" y="695"/>
                  </a:cubicBezTo>
                  <a:cubicBezTo>
                    <a:pt x="2944" y="721"/>
                    <a:pt x="2952" y="728"/>
                    <a:pt x="2948" y="731"/>
                  </a:cubicBezTo>
                  <a:cubicBezTo>
                    <a:pt x="2950" y="798"/>
                    <a:pt x="2944" y="807"/>
                    <a:pt x="2940" y="817"/>
                  </a:cubicBezTo>
                  <a:cubicBezTo>
                    <a:pt x="2938" y="837"/>
                    <a:pt x="2940" y="824"/>
                    <a:pt x="2950" y="820"/>
                  </a:cubicBezTo>
                  <a:cubicBezTo>
                    <a:pt x="2961" y="789"/>
                    <a:pt x="2962" y="779"/>
                    <a:pt x="2965" y="784"/>
                  </a:cubicBezTo>
                  <a:cubicBezTo>
                    <a:pt x="2967" y="814"/>
                    <a:pt x="2969" y="828"/>
                    <a:pt x="2968" y="842"/>
                  </a:cubicBezTo>
                  <a:cubicBezTo>
                    <a:pt x="2974" y="934"/>
                    <a:pt x="2982" y="943"/>
                    <a:pt x="2978" y="949"/>
                  </a:cubicBezTo>
                  <a:cubicBezTo>
                    <a:pt x="2990" y="987"/>
                    <a:pt x="2993" y="1001"/>
                    <a:pt x="2999" y="1016"/>
                  </a:cubicBezTo>
                  <a:cubicBezTo>
                    <a:pt x="3032" y="1065"/>
                    <a:pt x="3034" y="1074"/>
                    <a:pt x="3041" y="1085"/>
                  </a:cubicBezTo>
                  <a:cubicBezTo>
                    <a:pt x="3045" y="1117"/>
                    <a:pt x="3048" y="1125"/>
                    <a:pt x="3047" y="1133"/>
                  </a:cubicBezTo>
                  <a:cubicBezTo>
                    <a:pt x="3052" y="1173"/>
                    <a:pt x="3059" y="1185"/>
                    <a:pt x="3062" y="1183"/>
                  </a:cubicBezTo>
                  <a:cubicBezTo>
                    <a:pt x="3055" y="1114"/>
                    <a:pt x="3058" y="1119"/>
                    <a:pt x="3061" y="1120"/>
                  </a:cubicBezTo>
                  <a:cubicBezTo>
                    <a:pt x="3064" y="1132"/>
                    <a:pt x="3070" y="1142"/>
                    <a:pt x="3064" y="1148"/>
                  </a:cubicBezTo>
                  <a:cubicBezTo>
                    <a:pt x="3067" y="1182"/>
                    <a:pt x="3066" y="1190"/>
                    <a:pt x="3065" y="1197"/>
                  </a:cubicBezTo>
                  <a:cubicBezTo>
                    <a:pt x="3076" y="1282"/>
                    <a:pt x="3077" y="1290"/>
                    <a:pt x="3079" y="1299"/>
                  </a:cubicBezTo>
                  <a:cubicBezTo>
                    <a:pt x="3087" y="1310"/>
                    <a:pt x="3085" y="1298"/>
                    <a:pt x="3082" y="1286"/>
                  </a:cubicBezTo>
                  <a:cubicBezTo>
                    <a:pt x="3078" y="1227"/>
                    <a:pt x="3069" y="1205"/>
                    <a:pt x="3075" y="1186"/>
                  </a:cubicBezTo>
                  <a:cubicBezTo>
                    <a:pt x="3073" y="1135"/>
                    <a:pt x="3072" y="1130"/>
                    <a:pt x="3076" y="1125"/>
                  </a:cubicBezTo>
                  <a:cubicBezTo>
                    <a:pt x="3075" y="1028"/>
                    <a:pt x="3067" y="1020"/>
                    <a:pt x="3071" y="1016"/>
                  </a:cubicBezTo>
                  <a:cubicBezTo>
                    <a:pt x="3067" y="980"/>
                    <a:pt x="3066" y="975"/>
                    <a:pt x="3063" y="969"/>
                  </a:cubicBezTo>
                  <a:cubicBezTo>
                    <a:pt x="3057" y="926"/>
                    <a:pt x="3056" y="916"/>
                    <a:pt x="3054" y="905"/>
                  </a:cubicBezTo>
                  <a:cubicBezTo>
                    <a:pt x="3049" y="868"/>
                    <a:pt x="3041" y="861"/>
                    <a:pt x="3046" y="858"/>
                  </a:cubicBezTo>
                  <a:cubicBezTo>
                    <a:pt x="3031" y="797"/>
                    <a:pt x="3030" y="786"/>
                    <a:pt x="3022" y="773"/>
                  </a:cubicBezTo>
                  <a:cubicBezTo>
                    <a:pt x="3014" y="747"/>
                    <a:pt x="3011" y="747"/>
                    <a:pt x="3016" y="744"/>
                  </a:cubicBezTo>
                  <a:cubicBezTo>
                    <a:pt x="3050" y="839"/>
                    <a:pt x="3059" y="847"/>
                    <a:pt x="3056" y="852"/>
                  </a:cubicBezTo>
                  <a:cubicBezTo>
                    <a:pt x="3070" y="887"/>
                    <a:pt x="3065" y="889"/>
                    <a:pt x="3069" y="894"/>
                  </a:cubicBezTo>
                  <a:cubicBezTo>
                    <a:pt x="3084" y="974"/>
                    <a:pt x="3084" y="987"/>
                    <a:pt x="3087" y="1001"/>
                  </a:cubicBezTo>
                  <a:cubicBezTo>
                    <a:pt x="3086" y="1036"/>
                    <a:pt x="3093" y="1041"/>
                    <a:pt x="3089" y="1044"/>
                  </a:cubicBezTo>
                  <a:cubicBezTo>
                    <a:pt x="3093" y="1109"/>
                    <a:pt x="3094" y="1113"/>
                    <a:pt x="3092" y="1116"/>
                  </a:cubicBezTo>
                  <a:cubicBezTo>
                    <a:pt x="3094" y="1174"/>
                    <a:pt x="3095" y="1181"/>
                    <a:pt x="3095" y="1188"/>
                  </a:cubicBezTo>
                  <a:cubicBezTo>
                    <a:pt x="3102" y="1188"/>
                    <a:pt x="3095" y="1183"/>
                    <a:pt x="3099" y="1180"/>
                  </a:cubicBezTo>
                  <a:cubicBezTo>
                    <a:pt x="3098" y="1147"/>
                    <a:pt x="3098" y="1144"/>
                    <a:pt x="3101" y="1141"/>
                  </a:cubicBezTo>
                  <a:cubicBezTo>
                    <a:pt x="3103" y="1088"/>
                    <a:pt x="3096" y="1082"/>
                    <a:pt x="3099" y="1079"/>
                  </a:cubicBezTo>
                  <a:cubicBezTo>
                    <a:pt x="3102" y="1056"/>
                    <a:pt x="3097" y="1051"/>
                    <a:pt x="3103" y="1049"/>
                  </a:cubicBezTo>
                  <a:cubicBezTo>
                    <a:pt x="3108" y="1090"/>
                    <a:pt x="3111" y="1096"/>
                    <a:pt x="3108" y="1101"/>
                  </a:cubicBezTo>
                  <a:cubicBezTo>
                    <a:pt x="3109" y="1140"/>
                    <a:pt x="3116" y="1148"/>
                    <a:pt x="3110" y="1152"/>
                  </a:cubicBezTo>
                  <a:cubicBezTo>
                    <a:pt x="3112" y="1193"/>
                    <a:pt x="3113" y="1198"/>
                    <a:pt x="3112" y="1203"/>
                  </a:cubicBezTo>
                  <a:cubicBezTo>
                    <a:pt x="3115" y="1245"/>
                    <a:pt x="3109" y="1249"/>
                    <a:pt x="3112" y="1255"/>
                  </a:cubicBezTo>
                  <a:cubicBezTo>
                    <a:pt x="3109" y="1311"/>
                    <a:pt x="3117" y="1319"/>
                    <a:pt x="3115" y="1324"/>
                  </a:cubicBezTo>
                  <a:cubicBezTo>
                    <a:pt x="3117" y="1370"/>
                    <a:pt x="3120" y="1383"/>
                    <a:pt x="3117" y="1394"/>
                  </a:cubicBezTo>
                  <a:cubicBezTo>
                    <a:pt x="3127" y="1414"/>
                    <a:pt x="3128" y="1401"/>
                    <a:pt x="3121" y="1387"/>
                  </a:cubicBezTo>
                  <a:cubicBezTo>
                    <a:pt x="3122" y="1355"/>
                    <a:pt x="3121" y="1352"/>
                    <a:pt x="3124" y="1349"/>
                  </a:cubicBezTo>
                  <a:cubicBezTo>
                    <a:pt x="3129" y="1294"/>
                    <a:pt x="3130" y="1292"/>
                    <a:pt x="3132" y="1290"/>
                  </a:cubicBezTo>
                  <a:cubicBezTo>
                    <a:pt x="3132" y="1271"/>
                    <a:pt x="3133" y="1275"/>
                    <a:pt x="3136" y="1274"/>
                  </a:cubicBezTo>
                  <a:cubicBezTo>
                    <a:pt x="3145" y="1244"/>
                    <a:pt x="3144" y="1234"/>
                    <a:pt x="3149" y="1226"/>
                  </a:cubicBezTo>
                  <a:cubicBezTo>
                    <a:pt x="3150" y="1183"/>
                    <a:pt x="3156" y="1181"/>
                    <a:pt x="3152" y="1178"/>
                  </a:cubicBezTo>
                  <a:cubicBezTo>
                    <a:pt x="3155" y="1141"/>
                    <a:pt x="3153" y="1134"/>
                    <a:pt x="3157" y="1128"/>
                  </a:cubicBezTo>
                  <a:cubicBezTo>
                    <a:pt x="3158" y="1062"/>
                    <a:pt x="3159" y="1055"/>
                    <a:pt x="3157" y="1049"/>
                  </a:cubicBezTo>
                  <a:cubicBezTo>
                    <a:pt x="3160" y="982"/>
                    <a:pt x="3153" y="974"/>
                    <a:pt x="3155" y="968"/>
                  </a:cubicBezTo>
                  <a:cubicBezTo>
                    <a:pt x="3145" y="922"/>
                    <a:pt x="3151" y="920"/>
                    <a:pt x="3150" y="916"/>
                  </a:cubicBezTo>
                  <a:cubicBezTo>
                    <a:pt x="3147" y="883"/>
                    <a:pt x="3153" y="880"/>
                    <a:pt x="3156" y="888"/>
                  </a:cubicBezTo>
                  <a:cubicBezTo>
                    <a:pt x="3165" y="928"/>
                    <a:pt x="3166" y="926"/>
                    <a:pt x="3169" y="935"/>
                  </a:cubicBezTo>
                  <a:cubicBezTo>
                    <a:pt x="3187" y="1039"/>
                    <a:pt x="3186" y="1046"/>
                    <a:pt x="3189" y="1055"/>
                  </a:cubicBezTo>
                  <a:cubicBezTo>
                    <a:pt x="3185" y="1114"/>
                    <a:pt x="3188" y="1123"/>
                    <a:pt x="3185" y="1131"/>
                  </a:cubicBezTo>
                  <a:cubicBezTo>
                    <a:pt x="3179" y="1213"/>
                    <a:pt x="3173" y="1220"/>
                    <a:pt x="3176" y="1229"/>
                  </a:cubicBezTo>
                  <a:cubicBezTo>
                    <a:pt x="3163" y="1280"/>
                    <a:pt x="3160" y="1284"/>
                    <a:pt x="3163" y="1289"/>
                  </a:cubicBezTo>
                  <a:cubicBezTo>
                    <a:pt x="3153" y="1341"/>
                    <a:pt x="3148" y="1356"/>
                    <a:pt x="3149" y="1373"/>
                  </a:cubicBezTo>
                  <a:cubicBezTo>
                    <a:pt x="3151" y="1417"/>
                    <a:pt x="3144" y="1420"/>
                    <a:pt x="3149" y="1425"/>
                  </a:cubicBezTo>
                  <a:cubicBezTo>
                    <a:pt x="3155" y="1378"/>
                    <a:pt x="3156" y="1367"/>
                    <a:pt x="3154" y="1354"/>
                  </a:cubicBezTo>
                  <a:cubicBezTo>
                    <a:pt x="3165" y="1316"/>
                    <a:pt x="3166" y="1311"/>
                    <a:pt x="3167" y="1305"/>
                  </a:cubicBezTo>
                  <a:cubicBezTo>
                    <a:pt x="3176" y="1270"/>
                    <a:pt x="3175" y="1267"/>
                    <a:pt x="3177" y="1264"/>
                  </a:cubicBezTo>
                  <a:cubicBezTo>
                    <a:pt x="3187" y="1210"/>
                    <a:pt x="3189" y="1199"/>
                    <a:pt x="3191" y="1188"/>
                  </a:cubicBezTo>
                  <a:cubicBezTo>
                    <a:pt x="3195" y="1149"/>
                    <a:pt x="3193" y="1142"/>
                    <a:pt x="3194" y="1137"/>
                  </a:cubicBezTo>
                  <a:cubicBezTo>
                    <a:pt x="3196" y="1100"/>
                    <a:pt x="3196" y="1097"/>
                    <a:pt x="3197" y="1094"/>
                  </a:cubicBezTo>
                  <a:cubicBezTo>
                    <a:pt x="3195" y="1071"/>
                    <a:pt x="3197" y="1069"/>
                    <a:pt x="3195" y="1066"/>
                  </a:cubicBezTo>
                  <a:cubicBezTo>
                    <a:pt x="3196" y="1014"/>
                    <a:pt x="3190" y="1009"/>
                    <a:pt x="3193" y="1006"/>
                  </a:cubicBezTo>
                  <a:cubicBezTo>
                    <a:pt x="3187" y="970"/>
                    <a:pt x="3186" y="957"/>
                    <a:pt x="3181" y="942"/>
                  </a:cubicBezTo>
                  <a:cubicBezTo>
                    <a:pt x="3172" y="905"/>
                    <a:pt x="3165" y="899"/>
                    <a:pt x="3169" y="897"/>
                  </a:cubicBezTo>
                  <a:cubicBezTo>
                    <a:pt x="3193" y="936"/>
                    <a:pt x="3197" y="938"/>
                    <a:pt x="3200" y="945"/>
                  </a:cubicBezTo>
                  <a:cubicBezTo>
                    <a:pt x="3205" y="988"/>
                    <a:pt x="3213" y="1001"/>
                    <a:pt x="3210" y="1011"/>
                  </a:cubicBezTo>
                  <a:cubicBezTo>
                    <a:pt x="3216" y="1080"/>
                    <a:pt x="3212" y="1084"/>
                    <a:pt x="3217" y="1091"/>
                  </a:cubicBezTo>
                  <a:cubicBezTo>
                    <a:pt x="3214" y="1126"/>
                    <a:pt x="3219" y="1133"/>
                    <a:pt x="3217" y="1138"/>
                  </a:cubicBezTo>
                  <a:cubicBezTo>
                    <a:pt x="3206" y="1258"/>
                    <a:pt x="3194" y="1263"/>
                    <a:pt x="3198" y="1272"/>
                  </a:cubicBezTo>
                  <a:cubicBezTo>
                    <a:pt x="3179" y="1351"/>
                    <a:pt x="3173" y="1358"/>
                    <a:pt x="3172" y="1366"/>
                  </a:cubicBezTo>
                  <a:cubicBezTo>
                    <a:pt x="3163" y="1392"/>
                    <a:pt x="3160" y="1394"/>
                    <a:pt x="3160" y="1397"/>
                  </a:cubicBezTo>
                  <a:cubicBezTo>
                    <a:pt x="3154" y="1428"/>
                    <a:pt x="3159" y="1432"/>
                    <a:pt x="3153" y="1434"/>
                  </a:cubicBezTo>
                  <a:cubicBezTo>
                    <a:pt x="3150" y="1467"/>
                    <a:pt x="3150" y="1472"/>
                    <a:pt x="3147" y="1475"/>
                  </a:cubicBezTo>
                  <a:cubicBezTo>
                    <a:pt x="3151" y="1507"/>
                    <a:pt x="3154" y="1515"/>
                    <a:pt x="3160" y="1512"/>
                  </a:cubicBezTo>
                  <a:cubicBezTo>
                    <a:pt x="3159" y="1447"/>
                    <a:pt x="3165" y="1441"/>
                    <a:pt x="3164" y="1433"/>
                  </a:cubicBezTo>
                  <a:cubicBezTo>
                    <a:pt x="3173" y="1372"/>
                    <a:pt x="3184" y="1371"/>
                    <a:pt x="3180" y="1366"/>
                  </a:cubicBezTo>
                  <a:cubicBezTo>
                    <a:pt x="3201" y="1314"/>
                    <a:pt x="3194" y="1304"/>
                    <a:pt x="3201" y="1297"/>
                  </a:cubicBezTo>
                  <a:cubicBezTo>
                    <a:pt x="3225" y="1182"/>
                    <a:pt x="3222" y="1176"/>
                    <a:pt x="3225" y="1171"/>
                  </a:cubicBezTo>
                  <a:cubicBezTo>
                    <a:pt x="3228" y="1123"/>
                    <a:pt x="3230" y="1121"/>
                    <a:pt x="3227" y="1118"/>
                  </a:cubicBezTo>
                  <a:cubicBezTo>
                    <a:pt x="3225" y="1065"/>
                    <a:pt x="3224" y="1055"/>
                    <a:pt x="3223" y="1044"/>
                  </a:cubicBezTo>
                  <a:cubicBezTo>
                    <a:pt x="3215" y="989"/>
                    <a:pt x="3220" y="986"/>
                    <a:pt x="3216" y="979"/>
                  </a:cubicBezTo>
                  <a:cubicBezTo>
                    <a:pt x="3216" y="948"/>
                    <a:pt x="3217" y="958"/>
                    <a:pt x="3221" y="955"/>
                  </a:cubicBezTo>
                  <a:cubicBezTo>
                    <a:pt x="3228" y="1001"/>
                    <a:pt x="3229" y="1009"/>
                    <a:pt x="3230" y="1018"/>
                  </a:cubicBezTo>
                  <a:cubicBezTo>
                    <a:pt x="3236" y="1076"/>
                    <a:pt x="3243" y="1086"/>
                    <a:pt x="3241" y="1094"/>
                  </a:cubicBezTo>
                  <a:cubicBezTo>
                    <a:pt x="3239" y="1134"/>
                    <a:pt x="3241" y="1139"/>
                    <a:pt x="3245" y="1144"/>
                  </a:cubicBezTo>
                  <a:cubicBezTo>
                    <a:pt x="3236" y="1237"/>
                    <a:pt x="3231" y="1250"/>
                    <a:pt x="3231" y="1264"/>
                  </a:cubicBezTo>
                  <a:cubicBezTo>
                    <a:pt x="3225" y="1290"/>
                    <a:pt x="3224" y="1296"/>
                    <a:pt x="3220" y="1302"/>
                  </a:cubicBezTo>
                  <a:cubicBezTo>
                    <a:pt x="3214" y="1328"/>
                    <a:pt x="3216" y="1336"/>
                    <a:pt x="3213" y="1342"/>
                  </a:cubicBezTo>
                  <a:cubicBezTo>
                    <a:pt x="3207" y="1365"/>
                    <a:pt x="3199" y="1366"/>
                    <a:pt x="3202" y="1370"/>
                  </a:cubicBezTo>
                  <a:cubicBezTo>
                    <a:pt x="3194" y="1393"/>
                    <a:pt x="3193" y="1396"/>
                    <a:pt x="3191" y="1399"/>
                  </a:cubicBezTo>
                  <a:cubicBezTo>
                    <a:pt x="3182" y="1431"/>
                    <a:pt x="3186" y="1436"/>
                    <a:pt x="3180" y="1438"/>
                  </a:cubicBezTo>
                  <a:cubicBezTo>
                    <a:pt x="3184" y="1446"/>
                    <a:pt x="3192" y="1438"/>
                    <a:pt x="3188" y="1427"/>
                  </a:cubicBezTo>
                  <a:cubicBezTo>
                    <a:pt x="3201" y="1389"/>
                    <a:pt x="3204" y="1380"/>
                    <a:pt x="3210" y="1371"/>
                  </a:cubicBezTo>
                  <a:cubicBezTo>
                    <a:pt x="3234" y="1306"/>
                    <a:pt x="3232" y="1295"/>
                    <a:pt x="3235" y="1286"/>
                  </a:cubicBezTo>
                  <a:cubicBezTo>
                    <a:pt x="3246" y="1236"/>
                    <a:pt x="3245" y="1231"/>
                    <a:pt x="3245" y="1226"/>
                  </a:cubicBezTo>
                  <a:cubicBezTo>
                    <a:pt x="3252" y="1156"/>
                    <a:pt x="3254" y="1146"/>
                    <a:pt x="3251" y="1135"/>
                  </a:cubicBezTo>
                  <a:cubicBezTo>
                    <a:pt x="3253" y="1084"/>
                    <a:pt x="3246" y="1062"/>
                    <a:pt x="3243" y="1041"/>
                  </a:cubicBezTo>
                  <a:cubicBezTo>
                    <a:pt x="3240" y="998"/>
                    <a:pt x="3234" y="986"/>
                    <a:pt x="3236" y="976"/>
                  </a:cubicBezTo>
                  <a:cubicBezTo>
                    <a:pt x="3253" y="1016"/>
                    <a:pt x="3250" y="1025"/>
                    <a:pt x="3251" y="1036"/>
                  </a:cubicBezTo>
                  <a:cubicBezTo>
                    <a:pt x="3259" y="1058"/>
                    <a:pt x="3260" y="1059"/>
                    <a:pt x="3260" y="1061"/>
                  </a:cubicBezTo>
                  <a:cubicBezTo>
                    <a:pt x="3265" y="1094"/>
                    <a:pt x="3262" y="1098"/>
                    <a:pt x="3263" y="1103"/>
                  </a:cubicBezTo>
                  <a:cubicBezTo>
                    <a:pt x="3267" y="1125"/>
                    <a:pt x="3264" y="1130"/>
                    <a:pt x="3264" y="1135"/>
                  </a:cubicBezTo>
                  <a:cubicBezTo>
                    <a:pt x="3265" y="1184"/>
                    <a:pt x="3263" y="1186"/>
                    <a:pt x="3262" y="1188"/>
                  </a:cubicBezTo>
                  <a:cubicBezTo>
                    <a:pt x="3264" y="1224"/>
                    <a:pt x="3258" y="1233"/>
                    <a:pt x="3261" y="1244"/>
                  </a:cubicBezTo>
                  <a:cubicBezTo>
                    <a:pt x="3258" y="1295"/>
                    <a:pt x="3252" y="1299"/>
                    <a:pt x="3248" y="1303"/>
                  </a:cubicBezTo>
                  <a:cubicBezTo>
                    <a:pt x="3248" y="1327"/>
                    <a:pt x="3244" y="1332"/>
                    <a:pt x="3247" y="1339"/>
                  </a:cubicBezTo>
                  <a:cubicBezTo>
                    <a:pt x="3235" y="1378"/>
                    <a:pt x="3233" y="1384"/>
                    <a:pt x="3235" y="1390"/>
                  </a:cubicBezTo>
                  <a:cubicBezTo>
                    <a:pt x="3220" y="1427"/>
                    <a:pt x="3219" y="1429"/>
                    <a:pt x="3218" y="1432"/>
                  </a:cubicBezTo>
                  <a:cubicBezTo>
                    <a:pt x="3202" y="1481"/>
                    <a:pt x="3197" y="1486"/>
                    <a:pt x="3198" y="1493"/>
                  </a:cubicBezTo>
                  <a:cubicBezTo>
                    <a:pt x="3188" y="1549"/>
                    <a:pt x="3188" y="1552"/>
                    <a:pt x="3190" y="1555"/>
                  </a:cubicBezTo>
                  <a:cubicBezTo>
                    <a:pt x="3191" y="1578"/>
                    <a:pt x="3185" y="1580"/>
                    <a:pt x="3187" y="1584"/>
                  </a:cubicBezTo>
                  <a:cubicBezTo>
                    <a:pt x="3198" y="1539"/>
                    <a:pt x="3196" y="1531"/>
                    <a:pt x="3200" y="1525"/>
                  </a:cubicBezTo>
                  <a:cubicBezTo>
                    <a:pt x="3215" y="1451"/>
                    <a:pt x="3233" y="1424"/>
                    <a:pt x="3240" y="1395"/>
                  </a:cubicBezTo>
                  <a:cubicBezTo>
                    <a:pt x="3242" y="1369"/>
                    <a:pt x="3253" y="1367"/>
                    <a:pt x="3249" y="1362"/>
                  </a:cubicBezTo>
                  <a:cubicBezTo>
                    <a:pt x="3258" y="1328"/>
                    <a:pt x="3257" y="1326"/>
                    <a:pt x="3258" y="1325"/>
                  </a:cubicBezTo>
                  <a:cubicBezTo>
                    <a:pt x="3263" y="1299"/>
                    <a:pt x="3264" y="1292"/>
                    <a:pt x="3265" y="1285"/>
                  </a:cubicBezTo>
                  <a:cubicBezTo>
                    <a:pt x="3273" y="1232"/>
                    <a:pt x="3267" y="1222"/>
                    <a:pt x="3275" y="1216"/>
                  </a:cubicBezTo>
                  <a:cubicBezTo>
                    <a:pt x="3273" y="1181"/>
                    <a:pt x="3272" y="1177"/>
                    <a:pt x="3275" y="1173"/>
                  </a:cubicBezTo>
                  <a:cubicBezTo>
                    <a:pt x="3271" y="1142"/>
                    <a:pt x="3276" y="1139"/>
                    <a:pt x="3275" y="1135"/>
                  </a:cubicBezTo>
                  <a:cubicBezTo>
                    <a:pt x="3275" y="1115"/>
                    <a:pt x="3277" y="1113"/>
                    <a:pt x="3275" y="1110"/>
                  </a:cubicBezTo>
                  <a:cubicBezTo>
                    <a:pt x="3266" y="1042"/>
                    <a:pt x="3265" y="1039"/>
                    <a:pt x="3265" y="1036"/>
                  </a:cubicBezTo>
                  <a:cubicBezTo>
                    <a:pt x="3265" y="1022"/>
                    <a:pt x="3274" y="1018"/>
                    <a:pt x="3279" y="1031"/>
                  </a:cubicBezTo>
                  <a:cubicBezTo>
                    <a:pt x="3283" y="1112"/>
                    <a:pt x="3292" y="1110"/>
                    <a:pt x="3289" y="1116"/>
                  </a:cubicBezTo>
                  <a:cubicBezTo>
                    <a:pt x="3295" y="1149"/>
                    <a:pt x="3288" y="1153"/>
                    <a:pt x="3292" y="1160"/>
                  </a:cubicBezTo>
                  <a:cubicBezTo>
                    <a:pt x="3290" y="1231"/>
                    <a:pt x="3294" y="1237"/>
                    <a:pt x="3293" y="1242"/>
                  </a:cubicBezTo>
                  <a:cubicBezTo>
                    <a:pt x="3292" y="1281"/>
                    <a:pt x="3291" y="1286"/>
                    <a:pt x="3288" y="1291"/>
                  </a:cubicBezTo>
                  <a:cubicBezTo>
                    <a:pt x="3287" y="1318"/>
                    <a:pt x="3281" y="1319"/>
                    <a:pt x="3284" y="1323"/>
                  </a:cubicBezTo>
                  <a:cubicBezTo>
                    <a:pt x="3273" y="1372"/>
                    <a:pt x="3269" y="1374"/>
                    <a:pt x="3268" y="1376"/>
                  </a:cubicBezTo>
                  <a:cubicBezTo>
                    <a:pt x="3258" y="1401"/>
                    <a:pt x="3267" y="1409"/>
                    <a:pt x="3258" y="1412"/>
                  </a:cubicBezTo>
                  <a:cubicBezTo>
                    <a:pt x="3246" y="1448"/>
                    <a:pt x="3240" y="1456"/>
                    <a:pt x="3240" y="1466"/>
                  </a:cubicBezTo>
                  <a:cubicBezTo>
                    <a:pt x="3232" y="1498"/>
                    <a:pt x="3226" y="1501"/>
                    <a:pt x="3224" y="1505"/>
                  </a:cubicBezTo>
                  <a:cubicBezTo>
                    <a:pt x="3214" y="1537"/>
                    <a:pt x="3214" y="1542"/>
                    <a:pt x="3213" y="1547"/>
                  </a:cubicBezTo>
                  <a:cubicBezTo>
                    <a:pt x="3210" y="1570"/>
                    <a:pt x="3207" y="1572"/>
                    <a:pt x="3207" y="1575"/>
                  </a:cubicBezTo>
                  <a:cubicBezTo>
                    <a:pt x="3206" y="1587"/>
                    <a:pt x="3213" y="1574"/>
                    <a:pt x="3217" y="1559"/>
                  </a:cubicBezTo>
                  <a:cubicBezTo>
                    <a:pt x="3226" y="1523"/>
                    <a:pt x="3228" y="1522"/>
                    <a:pt x="3227" y="1520"/>
                  </a:cubicBezTo>
                  <a:cubicBezTo>
                    <a:pt x="3236" y="1499"/>
                    <a:pt x="3235" y="1495"/>
                    <a:pt x="3238" y="1492"/>
                  </a:cubicBezTo>
                  <a:cubicBezTo>
                    <a:pt x="3249" y="1462"/>
                    <a:pt x="3251" y="1454"/>
                    <a:pt x="3254" y="1447"/>
                  </a:cubicBezTo>
                  <a:cubicBezTo>
                    <a:pt x="3266" y="1434"/>
                    <a:pt x="3259" y="1428"/>
                    <a:pt x="3267" y="1426"/>
                  </a:cubicBezTo>
                  <a:cubicBezTo>
                    <a:pt x="3291" y="1328"/>
                    <a:pt x="3293" y="1319"/>
                    <a:pt x="3295" y="1309"/>
                  </a:cubicBezTo>
                  <a:cubicBezTo>
                    <a:pt x="3295" y="1272"/>
                    <a:pt x="3304" y="1270"/>
                    <a:pt x="3299" y="1263"/>
                  </a:cubicBezTo>
                  <a:cubicBezTo>
                    <a:pt x="3300" y="1227"/>
                    <a:pt x="3303" y="1222"/>
                    <a:pt x="3300" y="1216"/>
                  </a:cubicBezTo>
                  <a:cubicBezTo>
                    <a:pt x="3306" y="1096"/>
                    <a:pt x="3289" y="1092"/>
                    <a:pt x="3296" y="1084"/>
                  </a:cubicBezTo>
                  <a:cubicBezTo>
                    <a:pt x="3307" y="1085"/>
                    <a:pt x="3304" y="1080"/>
                    <a:pt x="3302" y="1086"/>
                  </a:cubicBezTo>
                  <a:cubicBezTo>
                    <a:pt x="3316" y="1116"/>
                    <a:pt x="3310" y="1118"/>
                    <a:pt x="3315" y="1123"/>
                  </a:cubicBezTo>
                  <a:cubicBezTo>
                    <a:pt x="3320" y="1188"/>
                    <a:pt x="3309" y="1192"/>
                    <a:pt x="3315" y="1199"/>
                  </a:cubicBezTo>
                  <a:cubicBezTo>
                    <a:pt x="3308" y="1229"/>
                    <a:pt x="3313" y="1234"/>
                    <a:pt x="3311" y="1237"/>
                  </a:cubicBezTo>
                  <a:cubicBezTo>
                    <a:pt x="3302" y="1311"/>
                    <a:pt x="3307" y="1327"/>
                    <a:pt x="3302" y="1340"/>
                  </a:cubicBezTo>
                  <a:cubicBezTo>
                    <a:pt x="3290" y="1405"/>
                    <a:pt x="3289" y="1408"/>
                    <a:pt x="3288" y="1411"/>
                  </a:cubicBezTo>
                  <a:cubicBezTo>
                    <a:pt x="3277" y="1471"/>
                    <a:pt x="3275" y="1477"/>
                    <a:pt x="3272" y="1483"/>
                  </a:cubicBezTo>
                  <a:cubicBezTo>
                    <a:pt x="3265" y="1511"/>
                    <a:pt x="3263" y="1517"/>
                    <a:pt x="3263" y="1524"/>
                  </a:cubicBezTo>
                  <a:cubicBezTo>
                    <a:pt x="3248" y="1557"/>
                    <a:pt x="3247" y="1560"/>
                    <a:pt x="3250" y="1564"/>
                  </a:cubicBezTo>
                  <a:cubicBezTo>
                    <a:pt x="3251" y="1572"/>
                    <a:pt x="3252" y="1561"/>
                    <a:pt x="3259" y="1551"/>
                  </a:cubicBezTo>
                  <a:cubicBezTo>
                    <a:pt x="3271" y="1525"/>
                    <a:pt x="3265" y="1520"/>
                    <a:pt x="3270" y="1518"/>
                  </a:cubicBezTo>
                  <a:cubicBezTo>
                    <a:pt x="3282" y="1472"/>
                    <a:pt x="3288" y="1462"/>
                    <a:pt x="3291" y="1450"/>
                  </a:cubicBezTo>
                  <a:cubicBezTo>
                    <a:pt x="3301" y="1403"/>
                    <a:pt x="3302" y="1399"/>
                    <a:pt x="3301" y="1396"/>
                  </a:cubicBezTo>
                  <a:cubicBezTo>
                    <a:pt x="3305" y="1383"/>
                    <a:pt x="3304" y="1381"/>
                    <a:pt x="3306" y="1379"/>
                  </a:cubicBezTo>
                  <a:cubicBezTo>
                    <a:pt x="3314" y="1359"/>
                    <a:pt x="3308" y="1354"/>
                    <a:pt x="3311" y="1352"/>
                  </a:cubicBezTo>
                  <a:cubicBezTo>
                    <a:pt x="3312" y="1308"/>
                    <a:pt x="3320" y="1302"/>
                    <a:pt x="3317" y="1294"/>
                  </a:cubicBezTo>
                  <a:cubicBezTo>
                    <a:pt x="3325" y="1246"/>
                    <a:pt x="3318" y="1237"/>
                    <a:pt x="3322" y="1231"/>
                  </a:cubicBezTo>
                  <a:cubicBezTo>
                    <a:pt x="3327" y="1166"/>
                    <a:pt x="3326" y="1162"/>
                    <a:pt x="3324" y="1158"/>
                  </a:cubicBezTo>
                  <a:cubicBezTo>
                    <a:pt x="3326" y="1124"/>
                    <a:pt x="3320" y="1119"/>
                    <a:pt x="3325" y="1117"/>
                  </a:cubicBezTo>
                  <a:cubicBezTo>
                    <a:pt x="3331" y="1117"/>
                    <a:pt x="3335" y="1124"/>
                    <a:pt x="3339" y="1131"/>
                  </a:cubicBezTo>
                  <a:cubicBezTo>
                    <a:pt x="3344" y="1190"/>
                    <a:pt x="3346" y="1195"/>
                    <a:pt x="3344" y="1199"/>
                  </a:cubicBezTo>
                  <a:cubicBezTo>
                    <a:pt x="3344" y="1229"/>
                    <a:pt x="3347" y="1235"/>
                    <a:pt x="3346" y="1239"/>
                  </a:cubicBezTo>
                  <a:cubicBezTo>
                    <a:pt x="3345" y="1262"/>
                    <a:pt x="3347" y="1265"/>
                    <a:pt x="3348" y="1268"/>
                  </a:cubicBezTo>
                  <a:cubicBezTo>
                    <a:pt x="3344" y="1292"/>
                    <a:pt x="3342" y="1299"/>
                    <a:pt x="3340" y="1305"/>
                  </a:cubicBezTo>
                  <a:cubicBezTo>
                    <a:pt x="3337" y="1369"/>
                    <a:pt x="3330" y="1371"/>
                    <a:pt x="3330" y="1374"/>
                  </a:cubicBezTo>
                  <a:cubicBezTo>
                    <a:pt x="3325" y="1397"/>
                    <a:pt x="3324" y="1400"/>
                    <a:pt x="3325" y="1404"/>
                  </a:cubicBezTo>
                  <a:cubicBezTo>
                    <a:pt x="3316" y="1437"/>
                    <a:pt x="3315" y="1438"/>
                    <a:pt x="3314" y="1443"/>
                  </a:cubicBezTo>
                  <a:cubicBezTo>
                    <a:pt x="3305" y="1465"/>
                    <a:pt x="3312" y="1470"/>
                    <a:pt x="3306" y="1472"/>
                  </a:cubicBezTo>
                  <a:cubicBezTo>
                    <a:pt x="3300" y="1507"/>
                    <a:pt x="3299" y="1510"/>
                    <a:pt x="3297" y="1513"/>
                  </a:cubicBezTo>
                  <a:cubicBezTo>
                    <a:pt x="3293" y="1537"/>
                    <a:pt x="3285" y="1538"/>
                    <a:pt x="3290" y="1544"/>
                  </a:cubicBezTo>
                  <a:cubicBezTo>
                    <a:pt x="3287" y="1572"/>
                    <a:pt x="3276" y="1576"/>
                    <a:pt x="3281" y="1585"/>
                  </a:cubicBezTo>
                  <a:cubicBezTo>
                    <a:pt x="3277" y="1633"/>
                    <a:pt x="3271" y="1638"/>
                    <a:pt x="3275" y="1646"/>
                  </a:cubicBezTo>
                  <a:cubicBezTo>
                    <a:pt x="3268" y="1674"/>
                    <a:pt x="3272" y="1682"/>
                    <a:pt x="3268" y="1688"/>
                  </a:cubicBezTo>
                  <a:cubicBezTo>
                    <a:pt x="3263" y="1723"/>
                    <a:pt x="3269" y="1728"/>
                    <a:pt x="3266" y="1730"/>
                  </a:cubicBezTo>
                  <a:cubicBezTo>
                    <a:pt x="3271" y="1746"/>
                    <a:pt x="3274" y="1743"/>
                    <a:pt x="3269" y="1737"/>
                  </a:cubicBezTo>
                  <a:cubicBezTo>
                    <a:pt x="3272" y="1680"/>
                    <a:pt x="3280" y="1672"/>
                    <a:pt x="3278" y="1661"/>
                  </a:cubicBezTo>
                  <a:cubicBezTo>
                    <a:pt x="3282" y="1626"/>
                    <a:pt x="3284" y="1622"/>
                    <a:pt x="3283" y="1617"/>
                  </a:cubicBezTo>
                  <a:cubicBezTo>
                    <a:pt x="3289" y="1561"/>
                    <a:pt x="3298" y="1553"/>
                    <a:pt x="3298" y="1543"/>
                  </a:cubicBezTo>
                  <a:cubicBezTo>
                    <a:pt x="3308" y="1499"/>
                    <a:pt x="3315" y="1485"/>
                    <a:pt x="3316" y="1469"/>
                  </a:cubicBezTo>
                  <a:cubicBezTo>
                    <a:pt x="3325" y="1431"/>
                    <a:pt x="3330" y="1428"/>
                    <a:pt x="3331" y="1425"/>
                  </a:cubicBezTo>
                  <a:cubicBezTo>
                    <a:pt x="3340" y="1376"/>
                    <a:pt x="3345" y="1373"/>
                    <a:pt x="3343" y="1369"/>
                  </a:cubicBezTo>
                  <a:cubicBezTo>
                    <a:pt x="3349" y="1326"/>
                    <a:pt x="3347" y="1318"/>
                    <a:pt x="3352" y="1312"/>
                  </a:cubicBezTo>
                  <a:cubicBezTo>
                    <a:pt x="3355" y="1256"/>
                    <a:pt x="3358" y="1249"/>
                    <a:pt x="3354" y="1240"/>
                  </a:cubicBezTo>
                  <a:cubicBezTo>
                    <a:pt x="3356" y="1187"/>
                    <a:pt x="3353" y="1182"/>
                    <a:pt x="3352" y="1178"/>
                  </a:cubicBezTo>
                  <a:cubicBezTo>
                    <a:pt x="3350" y="1152"/>
                    <a:pt x="3358" y="1157"/>
                    <a:pt x="3365" y="1163"/>
                  </a:cubicBezTo>
                  <a:cubicBezTo>
                    <a:pt x="3365" y="1201"/>
                    <a:pt x="3368" y="1206"/>
                    <a:pt x="3367" y="1210"/>
                  </a:cubicBezTo>
                  <a:cubicBezTo>
                    <a:pt x="3365" y="1266"/>
                    <a:pt x="3369" y="1274"/>
                    <a:pt x="3367" y="1281"/>
                  </a:cubicBezTo>
                  <a:cubicBezTo>
                    <a:pt x="3359" y="1358"/>
                    <a:pt x="3362" y="1365"/>
                    <a:pt x="3360" y="1370"/>
                  </a:cubicBezTo>
                  <a:cubicBezTo>
                    <a:pt x="3357" y="1401"/>
                    <a:pt x="3353" y="1413"/>
                    <a:pt x="3354" y="1426"/>
                  </a:cubicBezTo>
                  <a:cubicBezTo>
                    <a:pt x="3342" y="1462"/>
                    <a:pt x="3341" y="1465"/>
                    <a:pt x="3339" y="1467"/>
                  </a:cubicBezTo>
                  <a:cubicBezTo>
                    <a:pt x="3337" y="1487"/>
                    <a:pt x="3329" y="1488"/>
                    <a:pt x="3332" y="1493"/>
                  </a:cubicBezTo>
                  <a:cubicBezTo>
                    <a:pt x="3311" y="1584"/>
                    <a:pt x="3307" y="1589"/>
                    <a:pt x="3306" y="1595"/>
                  </a:cubicBezTo>
                  <a:cubicBezTo>
                    <a:pt x="3297" y="1642"/>
                    <a:pt x="3295" y="1653"/>
                    <a:pt x="3297" y="1666"/>
                  </a:cubicBezTo>
                  <a:cubicBezTo>
                    <a:pt x="3296" y="1697"/>
                    <a:pt x="3297" y="1701"/>
                    <a:pt x="3300" y="1705"/>
                  </a:cubicBezTo>
                  <a:cubicBezTo>
                    <a:pt x="3307" y="1683"/>
                    <a:pt x="3299" y="1675"/>
                    <a:pt x="3305" y="1670"/>
                  </a:cubicBezTo>
                  <a:cubicBezTo>
                    <a:pt x="3314" y="1592"/>
                    <a:pt x="3317" y="1587"/>
                    <a:pt x="3320" y="1582"/>
                  </a:cubicBezTo>
                  <a:cubicBezTo>
                    <a:pt x="3327" y="1544"/>
                    <a:pt x="3331" y="1542"/>
                    <a:pt x="3331" y="1540"/>
                  </a:cubicBezTo>
                  <a:cubicBezTo>
                    <a:pt x="3333" y="1506"/>
                    <a:pt x="3344" y="1502"/>
                    <a:pt x="3342" y="1496"/>
                  </a:cubicBezTo>
                  <a:cubicBezTo>
                    <a:pt x="3368" y="1406"/>
                    <a:pt x="3367" y="1399"/>
                    <a:pt x="3368" y="1393"/>
                  </a:cubicBezTo>
                  <a:cubicBezTo>
                    <a:pt x="3372" y="1369"/>
                    <a:pt x="3370" y="1362"/>
                    <a:pt x="3374" y="1357"/>
                  </a:cubicBezTo>
                  <a:cubicBezTo>
                    <a:pt x="3370" y="1333"/>
                    <a:pt x="3376" y="1331"/>
                    <a:pt x="3374" y="1327"/>
                  </a:cubicBezTo>
                  <a:cubicBezTo>
                    <a:pt x="3375" y="1290"/>
                    <a:pt x="3379" y="1285"/>
                    <a:pt x="3375" y="1277"/>
                  </a:cubicBezTo>
                  <a:cubicBezTo>
                    <a:pt x="3380" y="1210"/>
                    <a:pt x="3373" y="1201"/>
                    <a:pt x="3378" y="1196"/>
                  </a:cubicBezTo>
                  <a:cubicBezTo>
                    <a:pt x="3387" y="1254"/>
                    <a:pt x="3398" y="1267"/>
                    <a:pt x="3391" y="1276"/>
                  </a:cubicBezTo>
                  <a:cubicBezTo>
                    <a:pt x="3393" y="1294"/>
                    <a:pt x="3394" y="1297"/>
                    <a:pt x="3390" y="1298"/>
                  </a:cubicBezTo>
                  <a:cubicBezTo>
                    <a:pt x="3386" y="1342"/>
                    <a:pt x="3393" y="1349"/>
                    <a:pt x="3389" y="1354"/>
                  </a:cubicBezTo>
                  <a:cubicBezTo>
                    <a:pt x="3387" y="1405"/>
                    <a:pt x="3377" y="1408"/>
                    <a:pt x="3380" y="1414"/>
                  </a:cubicBezTo>
                  <a:cubicBezTo>
                    <a:pt x="3373" y="1448"/>
                    <a:pt x="3368" y="1452"/>
                    <a:pt x="3369" y="1458"/>
                  </a:cubicBezTo>
                  <a:cubicBezTo>
                    <a:pt x="3348" y="1506"/>
                    <a:pt x="3357" y="1514"/>
                    <a:pt x="3351" y="1517"/>
                  </a:cubicBezTo>
                  <a:cubicBezTo>
                    <a:pt x="3346" y="1537"/>
                    <a:pt x="3342" y="1541"/>
                    <a:pt x="3344" y="1546"/>
                  </a:cubicBezTo>
                  <a:cubicBezTo>
                    <a:pt x="3339" y="1563"/>
                    <a:pt x="3338" y="1565"/>
                    <a:pt x="3336" y="1567"/>
                  </a:cubicBezTo>
                  <a:cubicBezTo>
                    <a:pt x="3327" y="1612"/>
                    <a:pt x="3322" y="1615"/>
                    <a:pt x="3323" y="1621"/>
                  </a:cubicBezTo>
                  <a:cubicBezTo>
                    <a:pt x="3319" y="1641"/>
                    <a:pt x="3315" y="1645"/>
                    <a:pt x="3319" y="1651"/>
                  </a:cubicBezTo>
                  <a:cubicBezTo>
                    <a:pt x="3313" y="1707"/>
                    <a:pt x="3315" y="1719"/>
                    <a:pt x="3311" y="1729"/>
                  </a:cubicBezTo>
                  <a:cubicBezTo>
                    <a:pt x="3316" y="1758"/>
                    <a:pt x="3318" y="1763"/>
                    <a:pt x="3316" y="1767"/>
                  </a:cubicBezTo>
                  <a:cubicBezTo>
                    <a:pt x="3321" y="1777"/>
                    <a:pt x="3325" y="1764"/>
                    <a:pt x="3316" y="1748"/>
                  </a:cubicBezTo>
                  <a:cubicBezTo>
                    <a:pt x="3319" y="1710"/>
                    <a:pt x="3319" y="1706"/>
                    <a:pt x="3320" y="1702"/>
                  </a:cubicBezTo>
                  <a:cubicBezTo>
                    <a:pt x="3317" y="1662"/>
                    <a:pt x="3326" y="1661"/>
                    <a:pt x="3321" y="1655"/>
                  </a:cubicBezTo>
                  <a:cubicBezTo>
                    <a:pt x="3331" y="1625"/>
                    <a:pt x="3332" y="1621"/>
                    <a:pt x="3333" y="1618"/>
                  </a:cubicBezTo>
                  <a:cubicBezTo>
                    <a:pt x="3354" y="1553"/>
                    <a:pt x="3353" y="1545"/>
                    <a:pt x="3355" y="1537"/>
                  </a:cubicBezTo>
                  <a:cubicBezTo>
                    <a:pt x="3359" y="1510"/>
                    <a:pt x="3369" y="1509"/>
                    <a:pt x="3366" y="1504"/>
                  </a:cubicBezTo>
                  <a:cubicBezTo>
                    <a:pt x="3373" y="1465"/>
                    <a:pt x="3384" y="1464"/>
                    <a:pt x="3378" y="1458"/>
                  </a:cubicBezTo>
                  <a:cubicBezTo>
                    <a:pt x="3390" y="1433"/>
                    <a:pt x="3381" y="1427"/>
                    <a:pt x="3389" y="1425"/>
                  </a:cubicBezTo>
                  <a:cubicBezTo>
                    <a:pt x="3399" y="1371"/>
                    <a:pt x="3400" y="1367"/>
                    <a:pt x="3399" y="1362"/>
                  </a:cubicBezTo>
                  <a:cubicBezTo>
                    <a:pt x="3402" y="1354"/>
                    <a:pt x="3405" y="1359"/>
                    <a:pt x="3406" y="1363"/>
                  </a:cubicBezTo>
                  <a:cubicBezTo>
                    <a:pt x="3407" y="1409"/>
                    <a:pt x="3398" y="1411"/>
                    <a:pt x="3403" y="1417"/>
                  </a:cubicBezTo>
                  <a:cubicBezTo>
                    <a:pt x="3397" y="1447"/>
                    <a:pt x="3396" y="1452"/>
                    <a:pt x="3396" y="1456"/>
                  </a:cubicBezTo>
                  <a:cubicBezTo>
                    <a:pt x="3371" y="1591"/>
                    <a:pt x="3367" y="1595"/>
                    <a:pt x="3366" y="1599"/>
                  </a:cubicBezTo>
                  <a:cubicBezTo>
                    <a:pt x="3363" y="1632"/>
                    <a:pt x="3356" y="1639"/>
                    <a:pt x="3361" y="1649"/>
                  </a:cubicBezTo>
                  <a:cubicBezTo>
                    <a:pt x="3355" y="1669"/>
                    <a:pt x="3358" y="1672"/>
                    <a:pt x="3356" y="1673"/>
                  </a:cubicBezTo>
                  <a:cubicBezTo>
                    <a:pt x="3352" y="1690"/>
                    <a:pt x="3360" y="1687"/>
                    <a:pt x="3361" y="1682"/>
                  </a:cubicBezTo>
                  <a:cubicBezTo>
                    <a:pt x="3372" y="1622"/>
                    <a:pt x="3371" y="1610"/>
                    <a:pt x="3374" y="1600"/>
                  </a:cubicBezTo>
                  <a:cubicBezTo>
                    <a:pt x="3382" y="1565"/>
                    <a:pt x="3383" y="1563"/>
                    <a:pt x="3385" y="1561"/>
                  </a:cubicBezTo>
                  <a:cubicBezTo>
                    <a:pt x="3392" y="1525"/>
                    <a:pt x="3396" y="1515"/>
                    <a:pt x="3399" y="1504"/>
                  </a:cubicBezTo>
                  <a:cubicBezTo>
                    <a:pt x="3409" y="1484"/>
                    <a:pt x="3400" y="1475"/>
                    <a:pt x="3404" y="1471"/>
                  </a:cubicBezTo>
                  <a:cubicBezTo>
                    <a:pt x="3407" y="1422"/>
                    <a:pt x="3415" y="1422"/>
                    <a:pt x="3417" y="1422"/>
                  </a:cubicBezTo>
                  <a:cubicBezTo>
                    <a:pt x="3414" y="1376"/>
                    <a:pt x="3413" y="1364"/>
                    <a:pt x="3416" y="1352"/>
                  </a:cubicBezTo>
                  <a:cubicBezTo>
                    <a:pt x="3415" y="1319"/>
                    <a:pt x="3409" y="1310"/>
                    <a:pt x="3412" y="1302"/>
                  </a:cubicBezTo>
                  <a:cubicBezTo>
                    <a:pt x="3410" y="1257"/>
                    <a:pt x="3415" y="1264"/>
                    <a:pt x="3415" y="1270"/>
                  </a:cubicBezTo>
                  <a:cubicBezTo>
                    <a:pt x="3433" y="1332"/>
                    <a:pt x="3430" y="1341"/>
                    <a:pt x="3435" y="1352"/>
                  </a:cubicBezTo>
                  <a:cubicBezTo>
                    <a:pt x="3435" y="1387"/>
                    <a:pt x="3432" y="1391"/>
                    <a:pt x="3436" y="1398"/>
                  </a:cubicBezTo>
                  <a:cubicBezTo>
                    <a:pt x="3432" y="1431"/>
                    <a:pt x="3436" y="1435"/>
                    <a:pt x="3431" y="1436"/>
                  </a:cubicBezTo>
                  <a:cubicBezTo>
                    <a:pt x="3428" y="1480"/>
                    <a:pt x="3430" y="1482"/>
                    <a:pt x="3432" y="1485"/>
                  </a:cubicBezTo>
                  <a:cubicBezTo>
                    <a:pt x="3427" y="1515"/>
                    <a:pt x="3428" y="1521"/>
                    <a:pt x="3424" y="1525"/>
                  </a:cubicBezTo>
                  <a:cubicBezTo>
                    <a:pt x="3417" y="1579"/>
                    <a:pt x="3414" y="1583"/>
                    <a:pt x="3417" y="1589"/>
                  </a:cubicBezTo>
                  <a:cubicBezTo>
                    <a:pt x="3403" y="1642"/>
                    <a:pt x="3402" y="1647"/>
                    <a:pt x="3402" y="1653"/>
                  </a:cubicBezTo>
                  <a:cubicBezTo>
                    <a:pt x="3390" y="1687"/>
                    <a:pt x="3394" y="1691"/>
                    <a:pt x="3389" y="1693"/>
                  </a:cubicBezTo>
                  <a:cubicBezTo>
                    <a:pt x="3375" y="1737"/>
                    <a:pt x="3375" y="1740"/>
                    <a:pt x="3377" y="1743"/>
                  </a:cubicBezTo>
                  <a:cubicBezTo>
                    <a:pt x="3364" y="1778"/>
                    <a:pt x="3370" y="1792"/>
                    <a:pt x="3361" y="1802"/>
                  </a:cubicBezTo>
                  <a:cubicBezTo>
                    <a:pt x="3361" y="1851"/>
                    <a:pt x="3364" y="1854"/>
                    <a:pt x="3362" y="1856"/>
                  </a:cubicBezTo>
                  <a:cubicBezTo>
                    <a:pt x="3366" y="1823"/>
                    <a:pt x="3372" y="1815"/>
                    <a:pt x="3367" y="1803"/>
                  </a:cubicBezTo>
                  <a:cubicBezTo>
                    <a:pt x="3376" y="1771"/>
                    <a:pt x="3375" y="1768"/>
                    <a:pt x="3379" y="1767"/>
                  </a:cubicBezTo>
                  <a:cubicBezTo>
                    <a:pt x="3383" y="1736"/>
                    <a:pt x="3387" y="1732"/>
                    <a:pt x="3390" y="1728"/>
                  </a:cubicBezTo>
                  <a:cubicBezTo>
                    <a:pt x="3397" y="1691"/>
                    <a:pt x="3403" y="1687"/>
                    <a:pt x="3404" y="1681"/>
                  </a:cubicBezTo>
                  <a:cubicBezTo>
                    <a:pt x="3411" y="1650"/>
                    <a:pt x="3412" y="1647"/>
                    <a:pt x="3413" y="1644"/>
                  </a:cubicBezTo>
                  <a:cubicBezTo>
                    <a:pt x="3415" y="1620"/>
                    <a:pt x="3422" y="1618"/>
                    <a:pt x="3417" y="1614"/>
                  </a:cubicBezTo>
                  <a:cubicBezTo>
                    <a:pt x="3423" y="1579"/>
                    <a:pt x="3434" y="1575"/>
                    <a:pt x="3429" y="1566"/>
                  </a:cubicBezTo>
                  <a:cubicBezTo>
                    <a:pt x="3436" y="1500"/>
                    <a:pt x="3438" y="1494"/>
                    <a:pt x="3441" y="1488"/>
                  </a:cubicBezTo>
                  <a:cubicBezTo>
                    <a:pt x="3442" y="1464"/>
                    <a:pt x="3441" y="1460"/>
                    <a:pt x="3440" y="1456"/>
                  </a:cubicBezTo>
                  <a:cubicBezTo>
                    <a:pt x="3448" y="1401"/>
                    <a:pt x="3441" y="1392"/>
                    <a:pt x="3446" y="1387"/>
                  </a:cubicBezTo>
                  <a:cubicBezTo>
                    <a:pt x="3451" y="1376"/>
                    <a:pt x="3448" y="1380"/>
                    <a:pt x="3448" y="1385"/>
                  </a:cubicBezTo>
                  <a:cubicBezTo>
                    <a:pt x="3445" y="1422"/>
                    <a:pt x="3452" y="1429"/>
                    <a:pt x="3452" y="1435"/>
                  </a:cubicBezTo>
                  <a:cubicBezTo>
                    <a:pt x="3455" y="1495"/>
                    <a:pt x="3447" y="1500"/>
                    <a:pt x="3450" y="1508"/>
                  </a:cubicBezTo>
                  <a:cubicBezTo>
                    <a:pt x="3441" y="1592"/>
                    <a:pt x="3429" y="1592"/>
                    <a:pt x="3436" y="1598"/>
                  </a:cubicBezTo>
                  <a:cubicBezTo>
                    <a:pt x="3423" y="1621"/>
                    <a:pt x="3439" y="1621"/>
                    <a:pt x="3432" y="1624"/>
                  </a:cubicBezTo>
                  <a:cubicBezTo>
                    <a:pt x="3413" y="1657"/>
                    <a:pt x="3429" y="1660"/>
                    <a:pt x="3423" y="1662"/>
                  </a:cubicBezTo>
                  <a:cubicBezTo>
                    <a:pt x="3410" y="1689"/>
                    <a:pt x="3409" y="1694"/>
                    <a:pt x="3412" y="1699"/>
                  </a:cubicBezTo>
                  <a:cubicBezTo>
                    <a:pt x="3404" y="1734"/>
                    <a:pt x="3393" y="1739"/>
                    <a:pt x="3398" y="1748"/>
                  </a:cubicBezTo>
                  <a:cubicBezTo>
                    <a:pt x="3395" y="1763"/>
                    <a:pt x="3390" y="1766"/>
                    <a:pt x="3392" y="1770"/>
                  </a:cubicBezTo>
                  <a:cubicBezTo>
                    <a:pt x="3387" y="1817"/>
                    <a:pt x="3388" y="1815"/>
                    <a:pt x="3389" y="1813"/>
                  </a:cubicBezTo>
                  <a:cubicBezTo>
                    <a:pt x="3396" y="1778"/>
                    <a:pt x="3400" y="1768"/>
                    <a:pt x="3398" y="1756"/>
                  </a:cubicBezTo>
                  <a:cubicBezTo>
                    <a:pt x="3410" y="1730"/>
                    <a:pt x="3405" y="1725"/>
                    <a:pt x="3412" y="1723"/>
                  </a:cubicBezTo>
                  <a:cubicBezTo>
                    <a:pt x="3424" y="1695"/>
                    <a:pt x="3419" y="1691"/>
                    <a:pt x="3422" y="1688"/>
                  </a:cubicBezTo>
                  <a:cubicBezTo>
                    <a:pt x="3441" y="1607"/>
                    <a:pt x="3447" y="1598"/>
                    <a:pt x="3446" y="1586"/>
                  </a:cubicBezTo>
                  <a:cubicBezTo>
                    <a:pt x="3457" y="1512"/>
                    <a:pt x="3462" y="1503"/>
                    <a:pt x="3460" y="1491"/>
                  </a:cubicBezTo>
                  <a:cubicBezTo>
                    <a:pt x="3461" y="1440"/>
                    <a:pt x="3458" y="1436"/>
                    <a:pt x="3463" y="1435"/>
                  </a:cubicBezTo>
                  <a:cubicBezTo>
                    <a:pt x="3462" y="1404"/>
                    <a:pt x="3459" y="1398"/>
                    <a:pt x="3460" y="1392"/>
                  </a:cubicBezTo>
                  <a:cubicBezTo>
                    <a:pt x="3458" y="1367"/>
                    <a:pt x="3470" y="1372"/>
                    <a:pt x="3475" y="1379"/>
                  </a:cubicBezTo>
                  <a:cubicBezTo>
                    <a:pt x="3480" y="1425"/>
                    <a:pt x="3483" y="1430"/>
                    <a:pt x="3479" y="1434"/>
                  </a:cubicBezTo>
                  <a:cubicBezTo>
                    <a:pt x="3482" y="1457"/>
                    <a:pt x="3478" y="1458"/>
                    <a:pt x="3478" y="1461"/>
                  </a:cubicBezTo>
                  <a:cubicBezTo>
                    <a:pt x="3476" y="1491"/>
                    <a:pt x="3479" y="1496"/>
                    <a:pt x="3478" y="1500"/>
                  </a:cubicBezTo>
                  <a:cubicBezTo>
                    <a:pt x="3470" y="1576"/>
                    <a:pt x="3467" y="1583"/>
                    <a:pt x="3467" y="1591"/>
                  </a:cubicBezTo>
                  <a:cubicBezTo>
                    <a:pt x="3464" y="1606"/>
                    <a:pt x="3461" y="1609"/>
                    <a:pt x="3461" y="1613"/>
                  </a:cubicBezTo>
                  <a:cubicBezTo>
                    <a:pt x="3454" y="1638"/>
                    <a:pt x="3454" y="1642"/>
                    <a:pt x="3449" y="1645"/>
                  </a:cubicBezTo>
                  <a:cubicBezTo>
                    <a:pt x="3438" y="1688"/>
                    <a:pt x="3436" y="1699"/>
                    <a:pt x="3431" y="1710"/>
                  </a:cubicBezTo>
                  <a:cubicBezTo>
                    <a:pt x="3427" y="1749"/>
                    <a:pt x="3419" y="1753"/>
                    <a:pt x="3421" y="1759"/>
                  </a:cubicBezTo>
                  <a:cubicBezTo>
                    <a:pt x="3414" y="1798"/>
                    <a:pt x="3406" y="1801"/>
                    <a:pt x="3408" y="1808"/>
                  </a:cubicBezTo>
                  <a:cubicBezTo>
                    <a:pt x="3398" y="1886"/>
                    <a:pt x="3391" y="1896"/>
                    <a:pt x="3394" y="1908"/>
                  </a:cubicBezTo>
                  <a:cubicBezTo>
                    <a:pt x="3390" y="1927"/>
                    <a:pt x="3395" y="1932"/>
                    <a:pt x="3393" y="1934"/>
                  </a:cubicBezTo>
                  <a:cubicBezTo>
                    <a:pt x="3390" y="1966"/>
                    <a:pt x="3394" y="1974"/>
                    <a:pt x="3392" y="1981"/>
                  </a:cubicBezTo>
                  <a:cubicBezTo>
                    <a:pt x="3388" y="2028"/>
                    <a:pt x="3392" y="2036"/>
                    <a:pt x="3392" y="2043"/>
                  </a:cubicBezTo>
                  <a:cubicBezTo>
                    <a:pt x="3401" y="2091"/>
                    <a:pt x="3402" y="2095"/>
                    <a:pt x="3405" y="2099"/>
                  </a:cubicBezTo>
                  <a:cubicBezTo>
                    <a:pt x="3401" y="2074"/>
                    <a:pt x="3404" y="2067"/>
                    <a:pt x="3397" y="2057"/>
                  </a:cubicBezTo>
                  <a:cubicBezTo>
                    <a:pt x="3400" y="1997"/>
                    <a:pt x="3395" y="1981"/>
                    <a:pt x="3401" y="1967"/>
                  </a:cubicBezTo>
                  <a:cubicBezTo>
                    <a:pt x="3408" y="1929"/>
                    <a:pt x="3404" y="1925"/>
                    <a:pt x="3409" y="1924"/>
                  </a:cubicBezTo>
                  <a:cubicBezTo>
                    <a:pt x="3415" y="1896"/>
                    <a:pt x="3417" y="1889"/>
                    <a:pt x="3421" y="1882"/>
                  </a:cubicBezTo>
                  <a:cubicBezTo>
                    <a:pt x="3432" y="1848"/>
                    <a:pt x="3435" y="1845"/>
                    <a:pt x="3435" y="1841"/>
                  </a:cubicBezTo>
                  <a:cubicBezTo>
                    <a:pt x="3464" y="1774"/>
                    <a:pt x="3463" y="1766"/>
                    <a:pt x="3468" y="1760"/>
                  </a:cubicBezTo>
                  <a:cubicBezTo>
                    <a:pt x="3481" y="1724"/>
                    <a:pt x="3478" y="1719"/>
                    <a:pt x="3482" y="1716"/>
                  </a:cubicBezTo>
                  <a:cubicBezTo>
                    <a:pt x="3494" y="1652"/>
                    <a:pt x="3496" y="1648"/>
                    <a:pt x="3495" y="1643"/>
                  </a:cubicBezTo>
                  <a:cubicBezTo>
                    <a:pt x="3500" y="1623"/>
                    <a:pt x="3502" y="1622"/>
                    <a:pt x="3500" y="1619"/>
                  </a:cubicBezTo>
                  <a:cubicBezTo>
                    <a:pt x="3506" y="1577"/>
                    <a:pt x="3508" y="1573"/>
                    <a:pt x="3506" y="1568"/>
                  </a:cubicBezTo>
                  <a:cubicBezTo>
                    <a:pt x="3512" y="1540"/>
                    <a:pt x="3511" y="1535"/>
                    <a:pt x="3513" y="1532"/>
                  </a:cubicBezTo>
                  <a:cubicBezTo>
                    <a:pt x="3515" y="1572"/>
                    <a:pt x="3510" y="1584"/>
                    <a:pt x="3515" y="1599"/>
                  </a:cubicBezTo>
                  <a:cubicBezTo>
                    <a:pt x="3504" y="1650"/>
                    <a:pt x="3506" y="1658"/>
                    <a:pt x="3504" y="1665"/>
                  </a:cubicBezTo>
                  <a:cubicBezTo>
                    <a:pt x="3496" y="1703"/>
                    <a:pt x="3488" y="1716"/>
                    <a:pt x="3485" y="1731"/>
                  </a:cubicBezTo>
                  <a:cubicBezTo>
                    <a:pt x="3479" y="1756"/>
                    <a:pt x="3474" y="1759"/>
                    <a:pt x="3476" y="1763"/>
                  </a:cubicBezTo>
                  <a:cubicBezTo>
                    <a:pt x="3463" y="1803"/>
                    <a:pt x="3464" y="1811"/>
                    <a:pt x="3457" y="1818"/>
                  </a:cubicBezTo>
                  <a:cubicBezTo>
                    <a:pt x="3452" y="1843"/>
                    <a:pt x="3449" y="1846"/>
                    <a:pt x="3449" y="1850"/>
                  </a:cubicBezTo>
                  <a:cubicBezTo>
                    <a:pt x="3437" y="1873"/>
                    <a:pt x="3443" y="1879"/>
                    <a:pt x="3440" y="1882"/>
                  </a:cubicBezTo>
                  <a:cubicBezTo>
                    <a:pt x="3435" y="1913"/>
                    <a:pt x="3436" y="1921"/>
                    <a:pt x="3433" y="1927"/>
                  </a:cubicBezTo>
                  <a:cubicBezTo>
                    <a:pt x="3431" y="1993"/>
                    <a:pt x="3438" y="2005"/>
                    <a:pt x="3437" y="2015"/>
                  </a:cubicBezTo>
                  <a:cubicBezTo>
                    <a:pt x="3445" y="2068"/>
                    <a:pt x="3449" y="2081"/>
                    <a:pt x="3454" y="2079"/>
                  </a:cubicBezTo>
                  <a:cubicBezTo>
                    <a:pt x="3446" y="2029"/>
                    <a:pt x="3445" y="2025"/>
                    <a:pt x="3442" y="2020"/>
                  </a:cubicBezTo>
                  <a:cubicBezTo>
                    <a:pt x="3442" y="1992"/>
                    <a:pt x="3443" y="1983"/>
                    <a:pt x="3440" y="1973"/>
                  </a:cubicBezTo>
                  <a:cubicBezTo>
                    <a:pt x="3445" y="1909"/>
                    <a:pt x="3446" y="1899"/>
                    <a:pt x="3445" y="1891"/>
                  </a:cubicBezTo>
                  <a:cubicBezTo>
                    <a:pt x="3461" y="1854"/>
                    <a:pt x="3460" y="1850"/>
                    <a:pt x="3460" y="1846"/>
                  </a:cubicBezTo>
                  <a:cubicBezTo>
                    <a:pt x="3475" y="1793"/>
                    <a:pt x="3479" y="1786"/>
                    <a:pt x="3482" y="1779"/>
                  </a:cubicBezTo>
                  <a:cubicBezTo>
                    <a:pt x="3507" y="1698"/>
                    <a:pt x="3509" y="1684"/>
                    <a:pt x="3513" y="1671"/>
                  </a:cubicBezTo>
                  <a:cubicBezTo>
                    <a:pt x="3520" y="1649"/>
                    <a:pt x="3514" y="1643"/>
                    <a:pt x="3518" y="1641"/>
                  </a:cubicBezTo>
                  <a:cubicBezTo>
                    <a:pt x="3521" y="1601"/>
                    <a:pt x="3525" y="1595"/>
                    <a:pt x="3522" y="1586"/>
                  </a:cubicBezTo>
                  <a:cubicBezTo>
                    <a:pt x="3525" y="1554"/>
                    <a:pt x="3525" y="1552"/>
                    <a:pt x="3523" y="1550"/>
                  </a:cubicBezTo>
                  <a:cubicBezTo>
                    <a:pt x="3531" y="1579"/>
                    <a:pt x="3531" y="1583"/>
                    <a:pt x="3531" y="1587"/>
                  </a:cubicBezTo>
                  <a:cubicBezTo>
                    <a:pt x="3529" y="1651"/>
                    <a:pt x="3527" y="1653"/>
                    <a:pt x="3529" y="1656"/>
                  </a:cubicBezTo>
                  <a:cubicBezTo>
                    <a:pt x="3522" y="1684"/>
                    <a:pt x="3521" y="1689"/>
                    <a:pt x="3521" y="1694"/>
                  </a:cubicBezTo>
                  <a:cubicBezTo>
                    <a:pt x="3516" y="1729"/>
                    <a:pt x="3504" y="1731"/>
                    <a:pt x="3507" y="1737"/>
                  </a:cubicBezTo>
                  <a:cubicBezTo>
                    <a:pt x="3498" y="1768"/>
                    <a:pt x="3498" y="1771"/>
                    <a:pt x="3498" y="1773"/>
                  </a:cubicBezTo>
                  <a:cubicBezTo>
                    <a:pt x="3485" y="1804"/>
                    <a:pt x="3490" y="1816"/>
                    <a:pt x="3483" y="1825"/>
                  </a:cubicBezTo>
                  <a:cubicBezTo>
                    <a:pt x="3480" y="1845"/>
                    <a:pt x="3479" y="1850"/>
                    <a:pt x="3479" y="1855"/>
                  </a:cubicBezTo>
                  <a:cubicBezTo>
                    <a:pt x="3475" y="1908"/>
                    <a:pt x="3465" y="1910"/>
                    <a:pt x="3470" y="1917"/>
                  </a:cubicBezTo>
                  <a:cubicBezTo>
                    <a:pt x="3465" y="1968"/>
                    <a:pt x="3468" y="1974"/>
                    <a:pt x="3464" y="1978"/>
                  </a:cubicBezTo>
                  <a:cubicBezTo>
                    <a:pt x="3472" y="2023"/>
                    <a:pt x="3468" y="2033"/>
                    <a:pt x="3472" y="2044"/>
                  </a:cubicBezTo>
                  <a:cubicBezTo>
                    <a:pt x="3481" y="2100"/>
                    <a:pt x="3492" y="2101"/>
                    <a:pt x="3486" y="2107"/>
                  </a:cubicBezTo>
                  <a:cubicBezTo>
                    <a:pt x="3498" y="2137"/>
                    <a:pt x="3500" y="2142"/>
                    <a:pt x="3503" y="2141"/>
                  </a:cubicBezTo>
                  <a:cubicBezTo>
                    <a:pt x="3487" y="2075"/>
                    <a:pt x="3484" y="2068"/>
                    <a:pt x="3482" y="2061"/>
                  </a:cubicBezTo>
                  <a:cubicBezTo>
                    <a:pt x="3474" y="2027"/>
                    <a:pt x="3481" y="2026"/>
                    <a:pt x="3478" y="2022"/>
                  </a:cubicBezTo>
                  <a:cubicBezTo>
                    <a:pt x="3476" y="1955"/>
                    <a:pt x="3478" y="1948"/>
                    <a:pt x="3476" y="1941"/>
                  </a:cubicBezTo>
                  <a:cubicBezTo>
                    <a:pt x="3484" y="1875"/>
                    <a:pt x="3485" y="1872"/>
                    <a:pt x="3487" y="1869"/>
                  </a:cubicBezTo>
                  <a:cubicBezTo>
                    <a:pt x="3489" y="1844"/>
                    <a:pt x="3495" y="1842"/>
                    <a:pt x="3490" y="1837"/>
                  </a:cubicBezTo>
                  <a:cubicBezTo>
                    <a:pt x="3500" y="1788"/>
                    <a:pt x="3510" y="1762"/>
                    <a:pt x="3520" y="1735"/>
                  </a:cubicBezTo>
                  <a:cubicBezTo>
                    <a:pt x="3536" y="1682"/>
                    <a:pt x="3530" y="1677"/>
                    <a:pt x="3535" y="1675"/>
                  </a:cubicBezTo>
                  <a:cubicBezTo>
                    <a:pt x="3539" y="1659"/>
                    <a:pt x="3538" y="1655"/>
                    <a:pt x="3541" y="1658"/>
                  </a:cubicBezTo>
                  <a:cubicBezTo>
                    <a:pt x="3517" y="1789"/>
                    <a:pt x="3524" y="1796"/>
                    <a:pt x="3518" y="1799"/>
                  </a:cubicBezTo>
                  <a:cubicBezTo>
                    <a:pt x="3515" y="1821"/>
                    <a:pt x="3511" y="1825"/>
                    <a:pt x="3515" y="1831"/>
                  </a:cubicBezTo>
                  <a:cubicBezTo>
                    <a:pt x="3509" y="1869"/>
                    <a:pt x="3503" y="1873"/>
                    <a:pt x="3507" y="1880"/>
                  </a:cubicBezTo>
                  <a:cubicBezTo>
                    <a:pt x="3503" y="1908"/>
                    <a:pt x="3500" y="1910"/>
                    <a:pt x="3501" y="1913"/>
                  </a:cubicBezTo>
                  <a:cubicBezTo>
                    <a:pt x="3498" y="1956"/>
                    <a:pt x="3499" y="1968"/>
                    <a:pt x="3500" y="1979"/>
                  </a:cubicBezTo>
                  <a:cubicBezTo>
                    <a:pt x="3506" y="2052"/>
                    <a:pt x="3514" y="2059"/>
                    <a:pt x="3510" y="2063"/>
                  </a:cubicBezTo>
                  <a:cubicBezTo>
                    <a:pt x="3538" y="2132"/>
                    <a:pt x="3538" y="2143"/>
                    <a:pt x="3548" y="2157"/>
                  </a:cubicBezTo>
                  <a:cubicBezTo>
                    <a:pt x="3547" y="2144"/>
                    <a:pt x="3540" y="2128"/>
                    <a:pt x="3532" y="2111"/>
                  </a:cubicBezTo>
                  <a:cubicBezTo>
                    <a:pt x="3530" y="2090"/>
                    <a:pt x="3523" y="2082"/>
                    <a:pt x="3523" y="2076"/>
                  </a:cubicBezTo>
                  <a:cubicBezTo>
                    <a:pt x="3515" y="2007"/>
                    <a:pt x="3512" y="2002"/>
                    <a:pt x="3511" y="1998"/>
                  </a:cubicBezTo>
                  <a:cubicBezTo>
                    <a:pt x="3511" y="1925"/>
                    <a:pt x="3511" y="1917"/>
                    <a:pt x="3513" y="1909"/>
                  </a:cubicBezTo>
                  <a:cubicBezTo>
                    <a:pt x="3519" y="1876"/>
                    <a:pt x="3513" y="1866"/>
                    <a:pt x="3519" y="1859"/>
                  </a:cubicBezTo>
                  <a:cubicBezTo>
                    <a:pt x="3526" y="1827"/>
                    <a:pt x="3521" y="1817"/>
                    <a:pt x="3527" y="1811"/>
                  </a:cubicBezTo>
                  <a:cubicBezTo>
                    <a:pt x="3533" y="1769"/>
                    <a:pt x="3540" y="1767"/>
                    <a:pt x="3537" y="1761"/>
                  </a:cubicBezTo>
                  <a:cubicBezTo>
                    <a:pt x="3544" y="1729"/>
                    <a:pt x="3544" y="1721"/>
                    <a:pt x="3545" y="1713"/>
                  </a:cubicBezTo>
                  <a:cubicBezTo>
                    <a:pt x="3553" y="1672"/>
                    <a:pt x="3550" y="1667"/>
                    <a:pt x="3552" y="1662"/>
                  </a:cubicBezTo>
                  <a:cubicBezTo>
                    <a:pt x="3554" y="1642"/>
                    <a:pt x="3553" y="1638"/>
                    <a:pt x="3556" y="1641"/>
                  </a:cubicBezTo>
                  <a:cubicBezTo>
                    <a:pt x="3564" y="1736"/>
                    <a:pt x="3565" y="1745"/>
                    <a:pt x="3563" y="1754"/>
                  </a:cubicBezTo>
                  <a:cubicBezTo>
                    <a:pt x="3558" y="1799"/>
                    <a:pt x="3551" y="1802"/>
                    <a:pt x="3556" y="1808"/>
                  </a:cubicBezTo>
                  <a:cubicBezTo>
                    <a:pt x="3546" y="1849"/>
                    <a:pt x="3547" y="1852"/>
                    <a:pt x="3547" y="1854"/>
                  </a:cubicBezTo>
                  <a:cubicBezTo>
                    <a:pt x="3542" y="1894"/>
                    <a:pt x="3541" y="1898"/>
                    <a:pt x="3536" y="1902"/>
                  </a:cubicBezTo>
                  <a:cubicBezTo>
                    <a:pt x="3535" y="1925"/>
                    <a:pt x="3535" y="1927"/>
                    <a:pt x="3535" y="1929"/>
                  </a:cubicBezTo>
                  <a:cubicBezTo>
                    <a:pt x="3525" y="1979"/>
                    <a:pt x="3527" y="1989"/>
                    <a:pt x="3525" y="1998"/>
                  </a:cubicBezTo>
                  <a:cubicBezTo>
                    <a:pt x="3539" y="2083"/>
                    <a:pt x="3540" y="2080"/>
                    <a:pt x="3537" y="2076"/>
                  </a:cubicBezTo>
                  <a:cubicBezTo>
                    <a:pt x="3532" y="2032"/>
                    <a:pt x="3531" y="2024"/>
                    <a:pt x="3533" y="2018"/>
                  </a:cubicBezTo>
                  <a:cubicBezTo>
                    <a:pt x="3537" y="1977"/>
                    <a:pt x="3538" y="1973"/>
                    <a:pt x="3538" y="1968"/>
                  </a:cubicBezTo>
                  <a:cubicBezTo>
                    <a:pt x="3543" y="1933"/>
                    <a:pt x="3545" y="1924"/>
                    <a:pt x="3546" y="1915"/>
                  </a:cubicBezTo>
                  <a:cubicBezTo>
                    <a:pt x="3550" y="1884"/>
                    <a:pt x="3554" y="1883"/>
                    <a:pt x="3553" y="1880"/>
                  </a:cubicBezTo>
                  <a:cubicBezTo>
                    <a:pt x="3559" y="1851"/>
                    <a:pt x="3560" y="1841"/>
                    <a:pt x="3561" y="1832"/>
                  </a:cubicBezTo>
                  <a:cubicBezTo>
                    <a:pt x="3568" y="1790"/>
                    <a:pt x="3567" y="1787"/>
                    <a:pt x="3571" y="1786"/>
                  </a:cubicBezTo>
                  <a:cubicBezTo>
                    <a:pt x="3572" y="1822"/>
                    <a:pt x="3568" y="1827"/>
                    <a:pt x="3571" y="1835"/>
                  </a:cubicBezTo>
                  <a:cubicBezTo>
                    <a:pt x="3568" y="1875"/>
                    <a:pt x="3568" y="1878"/>
                    <a:pt x="3567" y="1881"/>
                  </a:cubicBezTo>
                  <a:cubicBezTo>
                    <a:pt x="3563" y="1933"/>
                    <a:pt x="3559" y="1938"/>
                    <a:pt x="3562" y="1944"/>
                  </a:cubicBezTo>
                  <a:cubicBezTo>
                    <a:pt x="3557" y="1996"/>
                    <a:pt x="3552" y="2000"/>
                    <a:pt x="3554" y="2006"/>
                  </a:cubicBezTo>
                  <a:cubicBezTo>
                    <a:pt x="3559" y="2073"/>
                    <a:pt x="3554" y="2087"/>
                    <a:pt x="3562" y="2105"/>
                  </a:cubicBezTo>
                  <a:cubicBezTo>
                    <a:pt x="3569" y="2134"/>
                    <a:pt x="3564" y="2137"/>
                    <a:pt x="3569" y="2142"/>
                  </a:cubicBezTo>
                  <a:cubicBezTo>
                    <a:pt x="3579" y="2160"/>
                    <a:pt x="3579" y="2160"/>
                    <a:pt x="3579" y="2160"/>
                  </a:cubicBezTo>
                  <a:cubicBezTo>
                    <a:pt x="3570" y="2116"/>
                    <a:pt x="3569" y="2110"/>
                    <a:pt x="3566" y="2103"/>
                  </a:cubicBezTo>
                  <a:cubicBezTo>
                    <a:pt x="3565" y="2043"/>
                    <a:pt x="3560" y="2036"/>
                    <a:pt x="3563" y="2031"/>
                  </a:cubicBezTo>
                  <a:cubicBezTo>
                    <a:pt x="3562" y="1988"/>
                    <a:pt x="3567" y="1984"/>
                    <a:pt x="3565" y="1977"/>
                  </a:cubicBezTo>
                  <a:cubicBezTo>
                    <a:pt x="3575" y="1922"/>
                    <a:pt x="3572" y="1917"/>
                    <a:pt x="3576" y="1914"/>
                  </a:cubicBezTo>
                  <a:cubicBezTo>
                    <a:pt x="3581" y="1883"/>
                    <a:pt x="3574" y="1877"/>
                    <a:pt x="3580" y="1874"/>
                  </a:cubicBezTo>
                  <a:cubicBezTo>
                    <a:pt x="3581" y="1811"/>
                    <a:pt x="3583" y="1803"/>
                    <a:pt x="3584" y="1795"/>
                  </a:cubicBezTo>
                  <a:cubicBezTo>
                    <a:pt x="3586" y="1732"/>
                    <a:pt x="3581" y="1721"/>
                    <a:pt x="3583" y="1713"/>
                  </a:cubicBezTo>
                  <a:cubicBezTo>
                    <a:pt x="3592" y="1764"/>
                    <a:pt x="3588" y="1768"/>
                    <a:pt x="3588" y="1773"/>
                  </a:cubicBezTo>
                  <a:cubicBezTo>
                    <a:pt x="3588" y="1842"/>
                    <a:pt x="3593" y="1853"/>
                    <a:pt x="3590" y="1862"/>
                  </a:cubicBezTo>
                  <a:cubicBezTo>
                    <a:pt x="3591" y="1932"/>
                    <a:pt x="3586" y="1940"/>
                    <a:pt x="3588" y="1951"/>
                  </a:cubicBezTo>
                  <a:cubicBezTo>
                    <a:pt x="3582" y="1998"/>
                    <a:pt x="3584" y="2004"/>
                    <a:pt x="3583" y="2008"/>
                  </a:cubicBezTo>
                  <a:cubicBezTo>
                    <a:pt x="3579" y="2026"/>
                    <a:pt x="3580" y="2032"/>
                    <a:pt x="3580" y="2037"/>
                  </a:cubicBezTo>
                  <a:cubicBezTo>
                    <a:pt x="3584" y="2088"/>
                    <a:pt x="3584" y="2107"/>
                    <a:pt x="3592" y="2129"/>
                  </a:cubicBezTo>
                  <a:cubicBezTo>
                    <a:pt x="3605" y="2160"/>
                    <a:pt x="3605" y="2160"/>
                    <a:pt x="3605" y="2160"/>
                  </a:cubicBezTo>
                  <a:cubicBezTo>
                    <a:pt x="3593" y="2092"/>
                    <a:pt x="3588" y="2086"/>
                    <a:pt x="3589" y="2081"/>
                  </a:cubicBezTo>
                  <a:cubicBezTo>
                    <a:pt x="3589" y="2049"/>
                    <a:pt x="3586" y="2043"/>
                    <a:pt x="3590" y="2040"/>
                  </a:cubicBezTo>
                  <a:cubicBezTo>
                    <a:pt x="3592" y="1978"/>
                    <a:pt x="3594" y="1974"/>
                    <a:pt x="3597" y="1970"/>
                  </a:cubicBezTo>
                  <a:cubicBezTo>
                    <a:pt x="3600" y="1927"/>
                    <a:pt x="3597" y="1924"/>
                    <a:pt x="3599" y="1922"/>
                  </a:cubicBezTo>
                  <a:cubicBezTo>
                    <a:pt x="3602" y="1891"/>
                    <a:pt x="3601" y="1882"/>
                    <a:pt x="3601" y="1872"/>
                  </a:cubicBezTo>
                  <a:cubicBezTo>
                    <a:pt x="3605" y="1808"/>
                    <a:pt x="3598" y="1796"/>
                    <a:pt x="3601" y="1787"/>
                  </a:cubicBezTo>
                  <a:cubicBezTo>
                    <a:pt x="3606" y="1817"/>
                    <a:pt x="3609" y="1821"/>
                    <a:pt x="3610" y="1826"/>
                  </a:cubicBezTo>
                  <a:cubicBezTo>
                    <a:pt x="3615" y="1876"/>
                    <a:pt x="3610" y="1882"/>
                    <a:pt x="3610" y="1889"/>
                  </a:cubicBezTo>
                  <a:cubicBezTo>
                    <a:pt x="3603" y="1955"/>
                    <a:pt x="3607" y="1963"/>
                    <a:pt x="3604" y="1969"/>
                  </a:cubicBezTo>
                  <a:cubicBezTo>
                    <a:pt x="3602" y="2003"/>
                    <a:pt x="3609" y="2008"/>
                    <a:pt x="3606" y="2011"/>
                  </a:cubicBezTo>
                  <a:cubicBezTo>
                    <a:pt x="3608" y="2038"/>
                    <a:pt x="3605" y="2044"/>
                    <a:pt x="3608" y="2052"/>
                  </a:cubicBezTo>
                  <a:cubicBezTo>
                    <a:pt x="3607" y="2086"/>
                    <a:pt x="3614" y="2092"/>
                    <a:pt x="3610" y="2094"/>
                  </a:cubicBezTo>
                  <a:cubicBezTo>
                    <a:pt x="3629" y="2141"/>
                    <a:pt x="3624" y="2122"/>
                    <a:pt x="3621" y="2104"/>
                  </a:cubicBezTo>
                  <a:cubicBezTo>
                    <a:pt x="3617" y="2034"/>
                    <a:pt x="3614" y="2029"/>
                    <a:pt x="3617" y="2025"/>
                  </a:cubicBezTo>
                  <a:cubicBezTo>
                    <a:pt x="3613" y="1967"/>
                    <a:pt x="3616" y="1954"/>
                    <a:pt x="3617" y="1940"/>
                  </a:cubicBezTo>
                  <a:cubicBezTo>
                    <a:pt x="3620" y="1907"/>
                    <a:pt x="3620" y="1906"/>
                    <a:pt x="3619" y="1903"/>
                  </a:cubicBezTo>
                  <a:cubicBezTo>
                    <a:pt x="3625" y="1960"/>
                    <a:pt x="3635" y="1977"/>
                    <a:pt x="3626" y="1989"/>
                  </a:cubicBezTo>
                  <a:cubicBezTo>
                    <a:pt x="3632" y="2019"/>
                    <a:pt x="3629" y="2022"/>
                    <a:pt x="3629" y="2023"/>
                  </a:cubicBezTo>
                  <a:cubicBezTo>
                    <a:pt x="3639" y="2083"/>
                    <a:pt x="3643" y="2106"/>
                    <a:pt x="3650" y="2131"/>
                  </a:cubicBezTo>
                  <a:cubicBezTo>
                    <a:pt x="3646" y="2095"/>
                    <a:pt x="3648" y="2087"/>
                    <a:pt x="3644" y="2077"/>
                  </a:cubicBezTo>
                  <a:cubicBezTo>
                    <a:pt x="3642" y="1997"/>
                    <a:pt x="3638" y="1989"/>
                    <a:pt x="3642" y="1983"/>
                  </a:cubicBezTo>
                  <a:cubicBezTo>
                    <a:pt x="3636" y="1915"/>
                    <a:pt x="3635" y="1908"/>
                    <a:pt x="3633" y="1900"/>
                  </a:cubicBezTo>
                  <a:cubicBezTo>
                    <a:pt x="3632" y="1877"/>
                    <a:pt x="3626" y="1869"/>
                    <a:pt x="3628" y="1862"/>
                  </a:cubicBezTo>
                  <a:cubicBezTo>
                    <a:pt x="3704" y="2064"/>
                    <a:pt x="3715" y="2091"/>
                    <a:pt x="3723" y="2120"/>
                  </a:cubicBezTo>
                  <a:cubicBezTo>
                    <a:pt x="3738" y="2147"/>
                    <a:pt x="3735" y="2134"/>
                    <a:pt x="3732" y="2120"/>
                  </a:cubicBezTo>
                  <a:cubicBezTo>
                    <a:pt x="3671" y="1955"/>
                    <a:pt x="3666" y="1948"/>
                    <a:pt x="3665" y="1942"/>
                  </a:cubicBezTo>
                  <a:cubicBezTo>
                    <a:pt x="3658" y="1918"/>
                    <a:pt x="3659" y="1920"/>
                    <a:pt x="3656" y="1912"/>
                  </a:cubicBezTo>
                  <a:cubicBezTo>
                    <a:pt x="3644" y="1868"/>
                    <a:pt x="3634" y="1861"/>
                    <a:pt x="3638" y="1856"/>
                  </a:cubicBezTo>
                  <a:cubicBezTo>
                    <a:pt x="3654" y="1880"/>
                    <a:pt x="3649" y="1882"/>
                    <a:pt x="3653" y="1886"/>
                  </a:cubicBezTo>
                  <a:cubicBezTo>
                    <a:pt x="3690" y="1949"/>
                    <a:pt x="3693" y="1958"/>
                    <a:pt x="3702" y="1968"/>
                  </a:cubicBezTo>
                  <a:cubicBezTo>
                    <a:pt x="3745" y="2097"/>
                    <a:pt x="3753" y="2103"/>
                    <a:pt x="3754" y="2107"/>
                  </a:cubicBezTo>
                  <a:cubicBezTo>
                    <a:pt x="3776" y="2160"/>
                    <a:pt x="3776" y="2160"/>
                    <a:pt x="3776" y="2160"/>
                  </a:cubicBezTo>
                  <a:cubicBezTo>
                    <a:pt x="3769" y="2130"/>
                    <a:pt x="3760" y="2123"/>
                    <a:pt x="3765" y="2121"/>
                  </a:cubicBezTo>
                  <a:cubicBezTo>
                    <a:pt x="3734" y="2035"/>
                    <a:pt x="3731" y="2018"/>
                    <a:pt x="3726" y="2000"/>
                  </a:cubicBezTo>
                  <a:cubicBezTo>
                    <a:pt x="3693" y="1934"/>
                    <a:pt x="3677" y="1912"/>
                    <a:pt x="3655" y="1871"/>
                  </a:cubicBezTo>
                  <a:cubicBezTo>
                    <a:pt x="3628" y="1820"/>
                    <a:pt x="3632" y="1818"/>
                    <a:pt x="3627" y="1813"/>
                  </a:cubicBezTo>
                  <a:cubicBezTo>
                    <a:pt x="3618" y="1792"/>
                    <a:pt x="3615" y="1792"/>
                    <a:pt x="3616" y="1793"/>
                  </a:cubicBezTo>
                  <a:cubicBezTo>
                    <a:pt x="3614" y="1770"/>
                    <a:pt x="3625" y="1783"/>
                    <a:pt x="3633" y="1799"/>
                  </a:cubicBezTo>
                  <a:cubicBezTo>
                    <a:pt x="3676" y="1871"/>
                    <a:pt x="3684" y="1880"/>
                    <a:pt x="3682" y="1886"/>
                  </a:cubicBezTo>
                  <a:cubicBezTo>
                    <a:pt x="3706" y="1920"/>
                    <a:pt x="3713" y="1940"/>
                    <a:pt x="3724" y="1950"/>
                  </a:cubicBezTo>
                  <a:cubicBezTo>
                    <a:pt x="3760" y="2018"/>
                    <a:pt x="3762" y="2034"/>
                    <a:pt x="3775" y="2052"/>
                  </a:cubicBezTo>
                  <a:cubicBezTo>
                    <a:pt x="3791" y="2087"/>
                    <a:pt x="3790" y="2072"/>
                    <a:pt x="3779" y="2055"/>
                  </a:cubicBezTo>
                  <a:cubicBezTo>
                    <a:pt x="3773" y="2029"/>
                    <a:pt x="3765" y="2023"/>
                    <a:pt x="3764" y="2020"/>
                  </a:cubicBezTo>
                  <a:cubicBezTo>
                    <a:pt x="3727" y="1943"/>
                    <a:pt x="3720" y="1927"/>
                    <a:pt x="3710" y="1911"/>
                  </a:cubicBezTo>
                  <a:cubicBezTo>
                    <a:pt x="3681" y="1859"/>
                    <a:pt x="3679" y="1858"/>
                    <a:pt x="3677" y="1856"/>
                  </a:cubicBezTo>
                  <a:cubicBezTo>
                    <a:pt x="3659" y="1825"/>
                    <a:pt x="3654" y="1826"/>
                    <a:pt x="3652" y="1818"/>
                  </a:cubicBezTo>
                  <a:cubicBezTo>
                    <a:pt x="3641" y="1799"/>
                    <a:pt x="3638" y="1795"/>
                    <a:pt x="3640" y="1793"/>
                  </a:cubicBezTo>
                  <a:cubicBezTo>
                    <a:pt x="3651" y="1805"/>
                    <a:pt x="3656" y="1807"/>
                    <a:pt x="3660" y="1814"/>
                  </a:cubicBezTo>
                  <a:cubicBezTo>
                    <a:pt x="3747" y="1948"/>
                    <a:pt x="3751" y="1945"/>
                    <a:pt x="3753" y="1952"/>
                  </a:cubicBezTo>
                  <a:cubicBezTo>
                    <a:pt x="3801" y="2041"/>
                    <a:pt x="3805" y="2046"/>
                    <a:pt x="3813" y="2063"/>
                  </a:cubicBezTo>
                  <a:cubicBezTo>
                    <a:pt x="3824" y="2090"/>
                    <a:pt x="3825" y="2083"/>
                    <a:pt x="3823" y="2074"/>
                  </a:cubicBezTo>
                  <a:cubicBezTo>
                    <a:pt x="3793" y="2008"/>
                    <a:pt x="3788" y="1999"/>
                    <a:pt x="3783" y="1990"/>
                  </a:cubicBezTo>
                  <a:cubicBezTo>
                    <a:pt x="3750" y="1934"/>
                    <a:pt x="3750" y="1933"/>
                    <a:pt x="3742" y="1923"/>
                  </a:cubicBezTo>
                  <a:cubicBezTo>
                    <a:pt x="3649" y="1784"/>
                    <a:pt x="3640" y="1771"/>
                    <a:pt x="3628" y="1753"/>
                  </a:cubicBezTo>
                  <a:cubicBezTo>
                    <a:pt x="3600" y="1705"/>
                    <a:pt x="3594" y="1703"/>
                    <a:pt x="3600" y="1698"/>
                  </a:cubicBezTo>
                  <a:cubicBezTo>
                    <a:pt x="3661" y="1781"/>
                    <a:pt x="3667" y="1780"/>
                    <a:pt x="3671" y="1789"/>
                  </a:cubicBezTo>
                  <a:cubicBezTo>
                    <a:pt x="3762" y="1925"/>
                    <a:pt x="3772" y="1943"/>
                    <a:pt x="3781" y="1958"/>
                  </a:cubicBezTo>
                  <a:cubicBezTo>
                    <a:pt x="3789" y="1977"/>
                    <a:pt x="3792" y="1977"/>
                    <a:pt x="3792" y="1977"/>
                  </a:cubicBezTo>
                  <a:cubicBezTo>
                    <a:pt x="3808" y="2010"/>
                    <a:pt x="3813" y="2006"/>
                    <a:pt x="3808" y="2000"/>
                  </a:cubicBezTo>
                  <a:cubicBezTo>
                    <a:pt x="3787" y="1964"/>
                    <a:pt x="3792" y="1953"/>
                    <a:pt x="3784" y="1954"/>
                  </a:cubicBezTo>
                  <a:cubicBezTo>
                    <a:pt x="3664" y="1770"/>
                    <a:pt x="3663" y="1761"/>
                    <a:pt x="3658" y="1758"/>
                  </a:cubicBezTo>
                  <a:cubicBezTo>
                    <a:pt x="3608" y="1693"/>
                    <a:pt x="3604" y="1687"/>
                    <a:pt x="3601" y="1681"/>
                  </a:cubicBezTo>
                  <a:cubicBezTo>
                    <a:pt x="3568" y="1619"/>
                    <a:pt x="3567" y="1614"/>
                    <a:pt x="3568" y="1609"/>
                  </a:cubicBezTo>
                  <a:cubicBezTo>
                    <a:pt x="3602" y="1650"/>
                    <a:pt x="3605" y="1657"/>
                    <a:pt x="3609" y="1657"/>
                  </a:cubicBezTo>
                  <a:cubicBezTo>
                    <a:pt x="3642" y="1699"/>
                    <a:pt x="3657" y="1709"/>
                    <a:pt x="3670" y="1726"/>
                  </a:cubicBezTo>
                  <a:cubicBezTo>
                    <a:pt x="3726" y="1782"/>
                    <a:pt x="3727" y="1793"/>
                    <a:pt x="3732" y="1792"/>
                  </a:cubicBezTo>
                  <a:cubicBezTo>
                    <a:pt x="3804" y="1897"/>
                    <a:pt x="3811" y="1910"/>
                    <a:pt x="3818" y="1923"/>
                  </a:cubicBezTo>
                  <a:cubicBezTo>
                    <a:pt x="3834" y="1949"/>
                    <a:pt x="3835" y="1944"/>
                    <a:pt x="3833" y="1939"/>
                  </a:cubicBezTo>
                  <a:cubicBezTo>
                    <a:pt x="3805" y="1889"/>
                    <a:pt x="3802" y="1887"/>
                    <a:pt x="3800" y="1881"/>
                  </a:cubicBezTo>
                  <a:cubicBezTo>
                    <a:pt x="3752" y="1810"/>
                    <a:pt x="3747" y="1795"/>
                    <a:pt x="3740" y="1790"/>
                  </a:cubicBezTo>
                  <a:cubicBezTo>
                    <a:pt x="3707" y="1754"/>
                    <a:pt x="3704" y="1747"/>
                    <a:pt x="3701" y="1741"/>
                  </a:cubicBezTo>
                  <a:cubicBezTo>
                    <a:pt x="3666" y="1702"/>
                    <a:pt x="3650" y="1693"/>
                    <a:pt x="3638" y="1674"/>
                  </a:cubicBezTo>
                  <a:cubicBezTo>
                    <a:pt x="3579" y="1610"/>
                    <a:pt x="3577" y="1606"/>
                    <a:pt x="3575" y="1603"/>
                  </a:cubicBezTo>
                  <a:cubicBezTo>
                    <a:pt x="3662" y="1692"/>
                    <a:pt x="3684" y="1707"/>
                    <a:pt x="3705" y="1728"/>
                  </a:cubicBezTo>
                  <a:cubicBezTo>
                    <a:pt x="3780" y="1809"/>
                    <a:pt x="3780" y="1827"/>
                    <a:pt x="3786" y="1824"/>
                  </a:cubicBezTo>
                  <a:cubicBezTo>
                    <a:pt x="3743" y="1752"/>
                    <a:pt x="3728" y="1741"/>
                    <a:pt x="3715" y="1723"/>
                  </a:cubicBezTo>
                  <a:cubicBezTo>
                    <a:pt x="3691" y="1699"/>
                    <a:pt x="3682" y="1693"/>
                    <a:pt x="3674" y="1685"/>
                  </a:cubicBezTo>
                  <a:cubicBezTo>
                    <a:pt x="3656" y="1669"/>
                    <a:pt x="3653" y="1663"/>
                    <a:pt x="3655" y="1661"/>
                  </a:cubicBezTo>
                  <a:cubicBezTo>
                    <a:pt x="3701" y="1699"/>
                    <a:pt x="3704" y="1700"/>
                    <a:pt x="3707" y="1700"/>
                  </a:cubicBezTo>
                  <a:cubicBezTo>
                    <a:pt x="3733" y="1723"/>
                    <a:pt x="3739" y="1726"/>
                    <a:pt x="3744" y="1730"/>
                  </a:cubicBezTo>
                  <a:cubicBezTo>
                    <a:pt x="3810" y="1787"/>
                    <a:pt x="3819" y="1795"/>
                    <a:pt x="3827" y="1803"/>
                  </a:cubicBezTo>
                  <a:cubicBezTo>
                    <a:pt x="3840" y="1813"/>
                    <a:pt x="3840" y="1813"/>
                    <a:pt x="3840" y="1813"/>
                  </a:cubicBezTo>
                  <a:cubicBezTo>
                    <a:pt x="3784" y="1755"/>
                    <a:pt x="3778" y="1742"/>
                    <a:pt x="3769" y="1741"/>
                  </a:cubicBezTo>
                  <a:cubicBezTo>
                    <a:pt x="3733" y="1710"/>
                    <a:pt x="3728" y="1711"/>
                    <a:pt x="3725" y="1703"/>
                  </a:cubicBezTo>
                  <a:cubicBezTo>
                    <a:pt x="3677" y="1667"/>
                    <a:pt x="3672" y="1665"/>
                    <a:pt x="3670" y="1658"/>
                  </a:cubicBezTo>
                  <a:cubicBezTo>
                    <a:pt x="3644" y="1644"/>
                    <a:pt x="3643" y="1636"/>
                    <a:pt x="3639" y="1637"/>
                  </a:cubicBezTo>
                  <a:cubicBezTo>
                    <a:pt x="3601" y="1601"/>
                    <a:pt x="3599" y="1596"/>
                    <a:pt x="3597" y="1593"/>
                  </a:cubicBezTo>
                  <a:cubicBezTo>
                    <a:pt x="3566" y="1555"/>
                    <a:pt x="3560" y="1554"/>
                    <a:pt x="3556" y="1545"/>
                  </a:cubicBezTo>
                  <a:cubicBezTo>
                    <a:pt x="3552" y="1522"/>
                    <a:pt x="3553" y="1536"/>
                    <a:pt x="3559" y="1536"/>
                  </a:cubicBezTo>
                  <a:cubicBezTo>
                    <a:pt x="3580" y="1559"/>
                    <a:pt x="3583" y="1558"/>
                    <a:pt x="3585" y="1562"/>
                  </a:cubicBezTo>
                  <a:cubicBezTo>
                    <a:pt x="3634" y="1600"/>
                    <a:pt x="3637" y="1610"/>
                    <a:pt x="3644" y="1607"/>
                  </a:cubicBezTo>
                  <a:cubicBezTo>
                    <a:pt x="3695" y="1644"/>
                    <a:pt x="3699" y="1652"/>
                    <a:pt x="3705" y="1652"/>
                  </a:cubicBezTo>
                  <a:cubicBezTo>
                    <a:pt x="3754" y="1683"/>
                    <a:pt x="3757" y="1694"/>
                    <a:pt x="3762" y="1695"/>
                  </a:cubicBezTo>
                  <a:cubicBezTo>
                    <a:pt x="3798" y="1722"/>
                    <a:pt x="3801" y="1735"/>
                    <a:pt x="3808" y="1732"/>
                  </a:cubicBezTo>
                  <a:cubicBezTo>
                    <a:pt x="3735" y="1667"/>
                    <a:pt x="3734" y="1659"/>
                    <a:pt x="3730" y="1662"/>
                  </a:cubicBezTo>
                  <a:cubicBezTo>
                    <a:pt x="3691" y="1638"/>
                    <a:pt x="3686" y="1628"/>
                    <a:pt x="3679" y="1626"/>
                  </a:cubicBezTo>
                  <a:cubicBezTo>
                    <a:pt x="3606" y="1569"/>
                    <a:pt x="3593" y="1561"/>
                    <a:pt x="3584" y="1546"/>
                  </a:cubicBezTo>
                  <a:cubicBezTo>
                    <a:pt x="3554" y="1514"/>
                    <a:pt x="3542" y="1501"/>
                    <a:pt x="3531" y="1486"/>
                  </a:cubicBezTo>
                  <a:cubicBezTo>
                    <a:pt x="3515" y="1452"/>
                    <a:pt x="3508" y="1447"/>
                    <a:pt x="3512" y="1445"/>
                  </a:cubicBezTo>
                  <a:cubicBezTo>
                    <a:pt x="3556" y="1505"/>
                    <a:pt x="3567" y="1513"/>
                    <a:pt x="3566" y="1520"/>
                  </a:cubicBezTo>
                  <a:cubicBezTo>
                    <a:pt x="3605" y="1552"/>
                    <a:pt x="3611" y="1553"/>
                    <a:pt x="3616" y="1560"/>
                  </a:cubicBezTo>
                  <a:cubicBezTo>
                    <a:pt x="3676" y="1598"/>
                    <a:pt x="3677" y="1606"/>
                    <a:pt x="3681" y="1605"/>
                  </a:cubicBezTo>
                  <a:cubicBezTo>
                    <a:pt x="3717" y="1624"/>
                    <a:pt x="3722" y="1631"/>
                    <a:pt x="3729" y="1632"/>
                  </a:cubicBezTo>
                  <a:cubicBezTo>
                    <a:pt x="3761" y="1652"/>
                    <a:pt x="3773" y="1659"/>
                    <a:pt x="3786" y="1665"/>
                  </a:cubicBezTo>
                  <a:cubicBezTo>
                    <a:pt x="3834" y="1700"/>
                    <a:pt x="3837" y="1704"/>
                    <a:pt x="3840" y="1705"/>
                  </a:cubicBezTo>
                  <a:close/>
                  <a:moveTo>
                    <a:pt x="3587" y="1208"/>
                  </a:moveTo>
                  <a:cubicBezTo>
                    <a:pt x="3585" y="1207"/>
                    <a:pt x="3582" y="1206"/>
                    <a:pt x="3580" y="1204"/>
                  </a:cubicBezTo>
                  <a:cubicBezTo>
                    <a:pt x="3578" y="1198"/>
                    <a:pt x="3586" y="1205"/>
                    <a:pt x="3587" y="1208"/>
                  </a:cubicBezTo>
                  <a:close/>
                  <a:moveTo>
                    <a:pt x="3234" y="928"/>
                  </a:moveTo>
                  <a:cubicBezTo>
                    <a:pt x="3238" y="930"/>
                    <a:pt x="3243" y="932"/>
                    <a:pt x="3248" y="934"/>
                  </a:cubicBezTo>
                  <a:cubicBezTo>
                    <a:pt x="3256" y="941"/>
                    <a:pt x="3265" y="942"/>
                    <a:pt x="3273" y="950"/>
                  </a:cubicBezTo>
                  <a:cubicBezTo>
                    <a:pt x="3278" y="950"/>
                    <a:pt x="3283" y="953"/>
                    <a:pt x="3287" y="955"/>
                  </a:cubicBezTo>
                  <a:cubicBezTo>
                    <a:pt x="3291" y="957"/>
                    <a:pt x="3295" y="962"/>
                    <a:pt x="3299" y="962"/>
                  </a:cubicBezTo>
                  <a:cubicBezTo>
                    <a:pt x="3308" y="965"/>
                    <a:pt x="3317" y="970"/>
                    <a:pt x="3326" y="974"/>
                  </a:cubicBezTo>
                  <a:cubicBezTo>
                    <a:pt x="3342" y="986"/>
                    <a:pt x="3361" y="990"/>
                    <a:pt x="3376" y="1006"/>
                  </a:cubicBezTo>
                  <a:cubicBezTo>
                    <a:pt x="3381" y="1008"/>
                    <a:pt x="3386" y="1007"/>
                    <a:pt x="3389" y="1014"/>
                  </a:cubicBezTo>
                  <a:cubicBezTo>
                    <a:pt x="3395" y="1010"/>
                    <a:pt x="3396" y="1023"/>
                    <a:pt x="3402" y="1021"/>
                  </a:cubicBezTo>
                  <a:cubicBezTo>
                    <a:pt x="3410" y="1027"/>
                    <a:pt x="3418" y="1034"/>
                    <a:pt x="3427" y="1037"/>
                  </a:cubicBezTo>
                  <a:cubicBezTo>
                    <a:pt x="3430" y="1042"/>
                    <a:pt x="3434" y="1046"/>
                    <a:pt x="3438" y="1047"/>
                  </a:cubicBezTo>
                  <a:cubicBezTo>
                    <a:pt x="3439" y="1050"/>
                    <a:pt x="3436" y="1048"/>
                    <a:pt x="3434" y="1049"/>
                  </a:cubicBezTo>
                  <a:cubicBezTo>
                    <a:pt x="3432" y="1048"/>
                    <a:pt x="3430" y="1047"/>
                    <a:pt x="3428" y="1044"/>
                  </a:cubicBezTo>
                  <a:cubicBezTo>
                    <a:pt x="3422" y="1049"/>
                    <a:pt x="3422" y="1034"/>
                    <a:pt x="3415" y="1041"/>
                  </a:cubicBezTo>
                  <a:cubicBezTo>
                    <a:pt x="3409" y="1031"/>
                    <a:pt x="3400" y="1034"/>
                    <a:pt x="3393" y="1026"/>
                  </a:cubicBezTo>
                  <a:cubicBezTo>
                    <a:pt x="3392" y="1024"/>
                    <a:pt x="3388" y="1027"/>
                    <a:pt x="3387" y="1024"/>
                  </a:cubicBezTo>
                  <a:cubicBezTo>
                    <a:pt x="3386" y="1020"/>
                    <a:pt x="3383" y="1021"/>
                    <a:pt x="3380" y="1022"/>
                  </a:cubicBezTo>
                  <a:cubicBezTo>
                    <a:pt x="3378" y="1015"/>
                    <a:pt x="3372" y="1022"/>
                    <a:pt x="3370" y="1014"/>
                  </a:cubicBezTo>
                  <a:cubicBezTo>
                    <a:pt x="3362" y="1014"/>
                    <a:pt x="3355" y="1007"/>
                    <a:pt x="3347" y="1003"/>
                  </a:cubicBezTo>
                  <a:cubicBezTo>
                    <a:pt x="3338" y="1002"/>
                    <a:pt x="3331" y="995"/>
                    <a:pt x="3323" y="989"/>
                  </a:cubicBezTo>
                  <a:cubicBezTo>
                    <a:pt x="3315" y="989"/>
                    <a:pt x="3307" y="983"/>
                    <a:pt x="3300" y="978"/>
                  </a:cubicBezTo>
                  <a:cubicBezTo>
                    <a:pt x="3296" y="977"/>
                    <a:pt x="3293" y="972"/>
                    <a:pt x="3288" y="971"/>
                  </a:cubicBezTo>
                  <a:cubicBezTo>
                    <a:pt x="3285" y="968"/>
                    <a:pt x="3280" y="971"/>
                    <a:pt x="3278" y="963"/>
                  </a:cubicBezTo>
                  <a:cubicBezTo>
                    <a:pt x="3270" y="961"/>
                    <a:pt x="3264" y="953"/>
                    <a:pt x="3255" y="952"/>
                  </a:cubicBezTo>
                  <a:cubicBezTo>
                    <a:pt x="3254" y="950"/>
                    <a:pt x="3253" y="948"/>
                    <a:pt x="3252" y="946"/>
                  </a:cubicBezTo>
                  <a:cubicBezTo>
                    <a:pt x="3247" y="942"/>
                    <a:pt x="3242" y="939"/>
                    <a:pt x="3236" y="938"/>
                  </a:cubicBezTo>
                  <a:cubicBezTo>
                    <a:pt x="3232" y="933"/>
                    <a:pt x="3228" y="927"/>
                    <a:pt x="3222" y="927"/>
                  </a:cubicBezTo>
                  <a:cubicBezTo>
                    <a:pt x="3222" y="917"/>
                    <a:pt x="3230" y="930"/>
                    <a:pt x="3234" y="928"/>
                  </a:cubicBezTo>
                  <a:close/>
                  <a:moveTo>
                    <a:pt x="3269" y="856"/>
                  </a:moveTo>
                  <a:cubicBezTo>
                    <a:pt x="3278" y="856"/>
                    <a:pt x="3285" y="867"/>
                    <a:pt x="3294" y="867"/>
                  </a:cubicBezTo>
                  <a:cubicBezTo>
                    <a:pt x="3296" y="873"/>
                    <a:pt x="3289" y="865"/>
                    <a:pt x="3287" y="868"/>
                  </a:cubicBezTo>
                  <a:cubicBezTo>
                    <a:pt x="3284" y="866"/>
                    <a:pt x="3281" y="867"/>
                    <a:pt x="3279" y="864"/>
                  </a:cubicBezTo>
                  <a:cubicBezTo>
                    <a:pt x="3274" y="860"/>
                    <a:pt x="3267" y="862"/>
                    <a:pt x="3263" y="855"/>
                  </a:cubicBezTo>
                  <a:cubicBezTo>
                    <a:pt x="3252" y="853"/>
                    <a:pt x="3242" y="851"/>
                    <a:pt x="3231" y="848"/>
                  </a:cubicBezTo>
                  <a:cubicBezTo>
                    <a:pt x="3226" y="845"/>
                    <a:pt x="3221" y="843"/>
                    <a:pt x="3215" y="843"/>
                  </a:cubicBezTo>
                  <a:cubicBezTo>
                    <a:pt x="3211" y="839"/>
                    <a:pt x="3206" y="839"/>
                    <a:pt x="3201" y="838"/>
                  </a:cubicBezTo>
                  <a:cubicBezTo>
                    <a:pt x="3195" y="839"/>
                    <a:pt x="3190" y="834"/>
                    <a:pt x="3185" y="833"/>
                  </a:cubicBezTo>
                  <a:cubicBezTo>
                    <a:pt x="3180" y="832"/>
                    <a:pt x="3175" y="831"/>
                    <a:pt x="3171" y="828"/>
                  </a:cubicBezTo>
                  <a:cubicBezTo>
                    <a:pt x="3161" y="826"/>
                    <a:pt x="3152" y="820"/>
                    <a:pt x="3142" y="820"/>
                  </a:cubicBezTo>
                  <a:cubicBezTo>
                    <a:pt x="3130" y="810"/>
                    <a:pt x="3117" y="809"/>
                    <a:pt x="3105" y="799"/>
                  </a:cubicBezTo>
                  <a:cubicBezTo>
                    <a:pt x="3102" y="800"/>
                    <a:pt x="3098" y="799"/>
                    <a:pt x="3096" y="797"/>
                  </a:cubicBezTo>
                  <a:cubicBezTo>
                    <a:pt x="3094" y="789"/>
                    <a:pt x="3088" y="799"/>
                    <a:pt x="3087" y="791"/>
                  </a:cubicBezTo>
                  <a:cubicBezTo>
                    <a:pt x="3080" y="793"/>
                    <a:pt x="3077" y="781"/>
                    <a:pt x="3069" y="784"/>
                  </a:cubicBezTo>
                  <a:cubicBezTo>
                    <a:pt x="3068" y="781"/>
                    <a:pt x="3066" y="778"/>
                    <a:pt x="3064" y="779"/>
                  </a:cubicBezTo>
                  <a:cubicBezTo>
                    <a:pt x="3064" y="777"/>
                    <a:pt x="3064" y="774"/>
                    <a:pt x="3061" y="775"/>
                  </a:cubicBezTo>
                  <a:cubicBezTo>
                    <a:pt x="3058" y="774"/>
                    <a:pt x="3055" y="769"/>
                    <a:pt x="3052" y="764"/>
                  </a:cubicBezTo>
                  <a:cubicBezTo>
                    <a:pt x="3060" y="762"/>
                    <a:pt x="3065" y="770"/>
                    <a:pt x="3072" y="769"/>
                  </a:cubicBezTo>
                  <a:cubicBezTo>
                    <a:pt x="3077" y="776"/>
                    <a:pt x="3084" y="774"/>
                    <a:pt x="3089" y="781"/>
                  </a:cubicBezTo>
                  <a:cubicBezTo>
                    <a:pt x="3094" y="782"/>
                    <a:pt x="3100" y="782"/>
                    <a:pt x="3104" y="787"/>
                  </a:cubicBezTo>
                  <a:cubicBezTo>
                    <a:pt x="3108" y="787"/>
                    <a:pt x="3112" y="789"/>
                    <a:pt x="3117" y="790"/>
                  </a:cubicBezTo>
                  <a:cubicBezTo>
                    <a:pt x="3125" y="792"/>
                    <a:pt x="3133" y="798"/>
                    <a:pt x="3142" y="801"/>
                  </a:cubicBezTo>
                  <a:cubicBezTo>
                    <a:pt x="3151" y="803"/>
                    <a:pt x="3160" y="806"/>
                    <a:pt x="3169" y="810"/>
                  </a:cubicBezTo>
                  <a:cubicBezTo>
                    <a:pt x="3177" y="812"/>
                    <a:pt x="3186" y="815"/>
                    <a:pt x="3194" y="820"/>
                  </a:cubicBezTo>
                  <a:cubicBezTo>
                    <a:pt x="3196" y="821"/>
                    <a:pt x="3200" y="820"/>
                    <a:pt x="3201" y="824"/>
                  </a:cubicBezTo>
                  <a:cubicBezTo>
                    <a:pt x="3204" y="823"/>
                    <a:pt x="3205" y="827"/>
                    <a:pt x="3208" y="826"/>
                  </a:cubicBezTo>
                  <a:cubicBezTo>
                    <a:pt x="3211" y="830"/>
                    <a:pt x="3217" y="825"/>
                    <a:pt x="3220" y="832"/>
                  </a:cubicBezTo>
                  <a:cubicBezTo>
                    <a:pt x="3229" y="834"/>
                    <a:pt x="3237" y="839"/>
                    <a:pt x="3245" y="843"/>
                  </a:cubicBezTo>
                  <a:cubicBezTo>
                    <a:pt x="3253" y="849"/>
                    <a:pt x="3262" y="849"/>
                    <a:pt x="3269" y="856"/>
                  </a:cubicBezTo>
                  <a:close/>
                  <a:moveTo>
                    <a:pt x="3121" y="851"/>
                  </a:moveTo>
                  <a:cubicBezTo>
                    <a:pt x="3114" y="851"/>
                    <a:pt x="3115" y="840"/>
                    <a:pt x="3113" y="836"/>
                  </a:cubicBezTo>
                  <a:cubicBezTo>
                    <a:pt x="3120" y="836"/>
                    <a:pt x="3119" y="847"/>
                    <a:pt x="3121" y="851"/>
                  </a:cubicBezTo>
                  <a:close/>
                  <a:moveTo>
                    <a:pt x="2966" y="723"/>
                  </a:moveTo>
                  <a:cubicBezTo>
                    <a:pt x="2974" y="724"/>
                    <a:pt x="2969" y="736"/>
                    <a:pt x="2973" y="741"/>
                  </a:cubicBezTo>
                  <a:cubicBezTo>
                    <a:pt x="2967" y="741"/>
                    <a:pt x="2968" y="728"/>
                    <a:pt x="2966" y="723"/>
                  </a:cubicBezTo>
                  <a:close/>
                  <a:moveTo>
                    <a:pt x="3008" y="1016"/>
                  </a:moveTo>
                  <a:cubicBezTo>
                    <a:pt x="3004" y="1017"/>
                    <a:pt x="3007" y="1015"/>
                    <a:pt x="3006" y="1012"/>
                  </a:cubicBezTo>
                  <a:cubicBezTo>
                    <a:pt x="3004" y="1010"/>
                    <a:pt x="3003" y="1008"/>
                    <a:pt x="3002" y="1006"/>
                  </a:cubicBezTo>
                  <a:cubicBezTo>
                    <a:pt x="3001" y="1000"/>
                    <a:pt x="2996" y="993"/>
                    <a:pt x="2997" y="987"/>
                  </a:cubicBezTo>
                  <a:cubicBezTo>
                    <a:pt x="2997" y="982"/>
                    <a:pt x="2990" y="975"/>
                    <a:pt x="2993" y="971"/>
                  </a:cubicBezTo>
                  <a:cubicBezTo>
                    <a:pt x="2990" y="965"/>
                    <a:pt x="2991" y="960"/>
                    <a:pt x="2988" y="954"/>
                  </a:cubicBezTo>
                  <a:cubicBezTo>
                    <a:pt x="2982" y="947"/>
                    <a:pt x="2991" y="944"/>
                    <a:pt x="2984" y="937"/>
                  </a:cubicBezTo>
                  <a:cubicBezTo>
                    <a:pt x="2987" y="935"/>
                    <a:pt x="2982" y="930"/>
                    <a:pt x="2985" y="928"/>
                  </a:cubicBezTo>
                  <a:cubicBezTo>
                    <a:pt x="2985" y="926"/>
                    <a:pt x="2985" y="924"/>
                    <a:pt x="2983" y="921"/>
                  </a:cubicBezTo>
                  <a:cubicBezTo>
                    <a:pt x="2985" y="916"/>
                    <a:pt x="2981" y="910"/>
                    <a:pt x="2983" y="905"/>
                  </a:cubicBezTo>
                  <a:cubicBezTo>
                    <a:pt x="2981" y="894"/>
                    <a:pt x="2982" y="884"/>
                    <a:pt x="2978" y="872"/>
                  </a:cubicBezTo>
                  <a:cubicBezTo>
                    <a:pt x="2981" y="851"/>
                    <a:pt x="2975" y="827"/>
                    <a:pt x="2980" y="805"/>
                  </a:cubicBezTo>
                  <a:cubicBezTo>
                    <a:pt x="2976" y="795"/>
                    <a:pt x="2977" y="786"/>
                    <a:pt x="2974" y="776"/>
                  </a:cubicBezTo>
                  <a:cubicBezTo>
                    <a:pt x="2973" y="766"/>
                    <a:pt x="2969" y="756"/>
                    <a:pt x="2972" y="747"/>
                  </a:cubicBezTo>
                  <a:cubicBezTo>
                    <a:pt x="2979" y="747"/>
                    <a:pt x="2976" y="759"/>
                    <a:pt x="2978" y="763"/>
                  </a:cubicBezTo>
                  <a:cubicBezTo>
                    <a:pt x="2977" y="769"/>
                    <a:pt x="2980" y="775"/>
                    <a:pt x="2980" y="781"/>
                  </a:cubicBezTo>
                  <a:cubicBezTo>
                    <a:pt x="2988" y="789"/>
                    <a:pt x="2979" y="792"/>
                    <a:pt x="2985" y="800"/>
                  </a:cubicBezTo>
                  <a:cubicBezTo>
                    <a:pt x="2984" y="805"/>
                    <a:pt x="2988" y="812"/>
                    <a:pt x="2984" y="817"/>
                  </a:cubicBezTo>
                  <a:cubicBezTo>
                    <a:pt x="2988" y="818"/>
                    <a:pt x="2987" y="820"/>
                    <a:pt x="2988" y="823"/>
                  </a:cubicBezTo>
                  <a:cubicBezTo>
                    <a:pt x="2985" y="826"/>
                    <a:pt x="2991" y="826"/>
                    <a:pt x="2988" y="828"/>
                  </a:cubicBezTo>
                  <a:cubicBezTo>
                    <a:pt x="2988" y="834"/>
                    <a:pt x="2990" y="841"/>
                    <a:pt x="2990" y="846"/>
                  </a:cubicBezTo>
                  <a:cubicBezTo>
                    <a:pt x="2992" y="853"/>
                    <a:pt x="2990" y="858"/>
                    <a:pt x="2992" y="864"/>
                  </a:cubicBezTo>
                  <a:cubicBezTo>
                    <a:pt x="2994" y="871"/>
                    <a:pt x="2988" y="875"/>
                    <a:pt x="2994" y="882"/>
                  </a:cubicBezTo>
                  <a:cubicBezTo>
                    <a:pt x="2989" y="887"/>
                    <a:pt x="2996" y="894"/>
                    <a:pt x="2996" y="900"/>
                  </a:cubicBezTo>
                  <a:cubicBezTo>
                    <a:pt x="2996" y="906"/>
                    <a:pt x="2998" y="912"/>
                    <a:pt x="2998" y="918"/>
                  </a:cubicBezTo>
                  <a:cubicBezTo>
                    <a:pt x="2997" y="930"/>
                    <a:pt x="3002" y="942"/>
                    <a:pt x="2999" y="953"/>
                  </a:cubicBezTo>
                  <a:cubicBezTo>
                    <a:pt x="3003" y="978"/>
                    <a:pt x="3006" y="1001"/>
                    <a:pt x="3017" y="1028"/>
                  </a:cubicBezTo>
                  <a:cubicBezTo>
                    <a:pt x="3012" y="1030"/>
                    <a:pt x="3011" y="1019"/>
                    <a:pt x="3008" y="1016"/>
                  </a:cubicBezTo>
                  <a:close/>
                  <a:moveTo>
                    <a:pt x="3027" y="1036"/>
                  </a:moveTo>
                  <a:cubicBezTo>
                    <a:pt x="3032" y="1033"/>
                    <a:pt x="3024" y="1028"/>
                    <a:pt x="3023" y="1024"/>
                  </a:cubicBezTo>
                  <a:cubicBezTo>
                    <a:pt x="3013" y="970"/>
                    <a:pt x="3013" y="964"/>
                    <a:pt x="3010" y="958"/>
                  </a:cubicBezTo>
                  <a:cubicBezTo>
                    <a:pt x="3009" y="898"/>
                    <a:pt x="3001" y="890"/>
                    <a:pt x="3007" y="886"/>
                  </a:cubicBezTo>
                  <a:cubicBezTo>
                    <a:pt x="2992" y="822"/>
                    <a:pt x="3003" y="819"/>
                    <a:pt x="2998" y="812"/>
                  </a:cubicBezTo>
                  <a:cubicBezTo>
                    <a:pt x="2992" y="771"/>
                    <a:pt x="2986" y="766"/>
                    <a:pt x="2990" y="764"/>
                  </a:cubicBezTo>
                  <a:cubicBezTo>
                    <a:pt x="2983" y="719"/>
                    <a:pt x="2985" y="730"/>
                    <a:pt x="2988" y="733"/>
                  </a:cubicBezTo>
                  <a:cubicBezTo>
                    <a:pt x="3000" y="776"/>
                    <a:pt x="3004" y="782"/>
                    <a:pt x="3003" y="787"/>
                  </a:cubicBezTo>
                  <a:cubicBezTo>
                    <a:pt x="3014" y="823"/>
                    <a:pt x="3013" y="827"/>
                    <a:pt x="3018" y="833"/>
                  </a:cubicBezTo>
                  <a:cubicBezTo>
                    <a:pt x="3023" y="872"/>
                    <a:pt x="3015" y="879"/>
                    <a:pt x="3023" y="890"/>
                  </a:cubicBezTo>
                  <a:cubicBezTo>
                    <a:pt x="3027" y="937"/>
                    <a:pt x="3022" y="940"/>
                    <a:pt x="3027" y="945"/>
                  </a:cubicBezTo>
                  <a:cubicBezTo>
                    <a:pt x="3036" y="1011"/>
                    <a:pt x="3031" y="1019"/>
                    <a:pt x="3037" y="1030"/>
                  </a:cubicBezTo>
                  <a:close/>
                  <a:moveTo>
                    <a:pt x="2998" y="735"/>
                  </a:moveTo>
                  <a:cubicBezTo>
                    <a:pt x="3003" y="732"/>
                    <a:pt x="3005" y="737"/>
                    <a:pt x="3008" y="740"/>
                  </a:cubicBezTo>
                  <a:cubicBezTo>
                    <a:pt x="3006" y="741"/>
                    <a:pt x="3004" y="742"/>
                    <a:pt x="3002" y="744"/>
                  </a:cubicBezTo>
                  <a:cubicBezTo>
                    <a:pt x="3001" y="741"/>
                    <a:pt x="2999" y="738"/>
                    <a:pt x="2998" y="735"/>
                  </a:cubicBezTo>
                  <a:close/>
                  <a:moveTo>
                    <a:pt x="3035" y="859"/>
                  </a:moveTo>
                  <a:cubicBezTo>
                    <a:pt x="3033" y="862"/>
                    <a:pt x="3036" y="867"/>
                    <a:pt x="3037" y="871"/>
                  </a:cubicBezTo>
                  <a:cubicBezTo>
                    <a:pt x="3040" y="880"/>
                    <a:pt x="3037" y="886"/>
                    <a:pt x="3043" y="895"/>
                  </a:cubicBezTo>
                  <a:cubicBezTo>
                    <a:pt x="3041" y="899"/>
                    <a:pt x="3043" y="904"/>
                    <a:pt x="3044" y="908"/>
                  </a:cubicBezTo>
                  <a:cubicBezTo>
                    <a:pt x="3044" y="912"/>
                    <a:pt x="3047" y="917"/>
                    <a:pt x="3046" y="921"/>
                  </a:cubicBezTo>
                  <a:cubicBezTo>
                    <a:pt x="3051" y="926"/>
                    <a:pt x="3043" y="928"/>
                    <a:pt x="3048" y="933"/>
                  </a:cubicBezTo>
                  <a:cubicBezTo>
                    <a:pt x="3046" y="936"/>
                    <a:pt x="3052" y="942"/>
                    <a:pt x="3049" y="944"/>
                  </a:cubicBezTo>
                  <a:cubicBezTo>
                    <a:pt x="3054" y="948"/>
                    <a:pt x="3044" y="955"/>
                    <a:pt x="3051" y="953"/>
                  </a:cubicBezTo>
                  <a:cubicBezTo>
                    <a:pt x="3053" y="958"/>
                    <a:pt x="3047" y="961"/>
                    <a:pt x="3053" y="966"/>
                  </a:cubicBezTo>
                  <a:cubicBezTo>
                    <a:pt x="3054" y="974"/>
                    <a:pt x="3060" y="983"/>
                    <a:pt x="3055" y="989"/>
                  </a:cubicBezTo>
                  <a:cubicBezTo>
                    <a:pt x="3063" y="1007"/>
                    <a:pt x="3055" y="1021"/>
                    <a:pt x="3064" y="1039"/>
                  </a:cubicBezTo>
                  <a:cubicBezTo>
                    <a:pt x="3064" y="1046"/>
                    <a:pt x="3060" y="1052"/>
                    <a:pt x="3066" y="1060"/>
                  </a:cubicBezTo>
                  <a:cubicBezTo>
                    <a:pt x="3061" y="1065"/>
                    <a:pt x="3066" y="1073"/>
                    <a:pt x="3066" y="1079"/>
                  </a:cubicBezTo>
                  <a:cubicBezTo>
                    <a:pt x="3059" y="1084"/>
                    <a:pt x="3069" y="1094"/>
                    <a:pt x="3064" y="1100"/>
                  </a:cubicBezTo>
                  <a:cubicBezTo>
                    <a:pt x="3067" y="1107"/>
                    <a:pt x="3063" y="1112"/>
                    <a:pt x="3067" y="1120"/>
                  </a:cubicBezTo>
                  <a:cubicBezTo>
                    <a:pt x="3062" y="1121"/>
                    <a:pt x="3060" y="1110"/>
                    <a:pt x="3056" y="1106"/>
                  </a:cubicBezTo>
                  <a:cubicBezTo>
                    <a:pt x="3056" y="1100"/>
                    <a:pt x="3049" y="1092"/>
                    <a:pt x="3050" y="1085"/>
                  </a:cubicBezTo>
                  <a:cubicBezTo>
                    <a:pt x="3047" y="1075"/>
                    <a:pt x="3049" y="1065"/>
                    <a:pt x="3046" y="1055"/>
                  </a:cubicBezTo>
                  <a:cubicBezTo>
                    <a:pt x="3048" y="1050"/>
                    <a:pt x="3047" y="1045"/>
                    <a:pt x="3045" y="1039"/>
                  </a:cubicBezTo>
                  <a:cubicBezTo>
                    <a:pt x="3050" y="1035"/>
                    <a:pt x="3042" y="1029"/>
                    <a:pt x="3046" y="1025"/>
                  </a:cubicBezTo>
                  <a:cubicBezTo>
                    <a:pt x="3043" y="1014"/>
                    <a:pt x="3045" y="1005"/>
                    <a:pt x="3042" y="994"/>
                  </a:cubicBezTo>
                  <a:cubicBezTo>
                    <a:pt x="3045" y="991"/>
                    <a:pt x="3038" y="984"/>
                    <a:pt x="3042" y="981"/>
                  </a:cubicBezTo>
                  <a:cubicBezTo>
                    <a:pt x="3040" y="975"/>
                    <a:pt x="3041" y="971"/>
                    <a:pt x="3036" y="965"/>
                  </a:cubicBezTo>
                  <a:cubicBezTo>
                    <a:pt x="3042" y="961"/>
                    <a:pt x="3038" y="955"/>
                    <a:pt x="3035" y="949"/>
                  </a:cubicBezTo>
                  <a:cubicBezTo>
                    <a:pt x="3042" y="946"/>
                    <a:pt x="3035" y="940"/>
                    <a:pt x="3035" y="935"/>
                  </a:cubicBezTo>
                  <a:cubicBezTo>
                    <a:pt x="3042" y="928"/>
                    <a:pt x="3030" y="915"/>
                    <a:pt x="3036" y="908"/>
                  </a:cubicBezTo>
                  <a:cubicBezTo>
                    <a:pt x="3029" y="900"/>
                    <a:pt x="3036" y="897"/>
                    <a:pt x="3032" y="891"/>
                  </a:cubicBezTo>
                  <a:cubicBezTo>
                    <a:pt x="3031" y="886"/>
                    <a:pt x="3032" y="882"/>
                    <a:pt x="3032" y="877"/>
                  </a:cubicBezTo>
                  <a:cubicBezTo>
                    <a:pt x="3031" y="867"/>
                    <a:pt x="3031" y="858"/>
                    <a:pt x="3029" y="848"/>
                  </a:cubicBezTo>
                  <a:cubicBezTo>
                    <a:pt x="3036" y="847"/>
                    <a:pt x="3032" y="856"/>
                    <a:pt x="3035" y="859"/>
                  </a:cubicBezTo>
                  <a:close/>
                  <a:moveTo>
                    <a:pt x="3020" y="794"/>
                  </a:moveTo>
                  <a:cubicBezTo>
                    <a:pt x="3022" y="799"/>
                    <a:pt x="3021" y="803"/>
                    <a:pt x="3026" y="809"/>
                  </a:cubicBezTo>
                  <a:cubicBezTo>
                    <a:pt x="3021" y="813"/>
                    <a:pt x="3030" y="821"/>
                    <a:pt x="3027" y="825"/>
                  </a:cubicBezTo>
                  <a:cubicBezTo>
                    <a:pt x="3033" y="831"/>
                    <a:pt x="3028" y="835"/>
                    <a:pt x="3033" y="841"/>
                  </a:cubicBezTo>
                  <a:cubicBezTo>
                    <a:pt x="3025" y="846"/>
                    <a:pt x="3028" y="832"/>
                    <a:pt x="3026" y="828"/>
                  </a:cubicBezTo>
                  <a:cubicBezTo>
                    <a:pt x="3022" y="822"/>
                    <a:pt x="3025" y="818"/>
                    <a:pt x="3019" y="811"/>
                  </a:cubicBezTo>
                  <a:cubicBezTo>
                    <a:pt x="3023" y="803"/>
                    <a:pt x="3013" y="791"/>
                    <a:pt x="3013" y="781"/>
                  </a:cubicBezTo>
                  <a:cubicBezTo>
                    <a:pt x="3020" y="780"/>
                    <a:pt x="3017" y="790"/>
                    <a:pt x="3020" y="794"/>
                  </a:cubicBezTo>
                  <a:close/>
                  <a:moveTo>
                    <a:pt x="3009" y="726"/>
                  </a:moveTo>
                  <a:cubicBezTo>
                    <a:pt x="3000" y="718"/>
                    <a:pt x="2991" y="710"/>
                    <a:pt x="2981" y="706"/>
                  </a:cubicBezTo>
                  <a:cubicBezTo>
                    <a:pt x="2978" y="701"/>
                    <a:pt x="2988" y="702"/>
                    <a:pt x="2988" y="705"/>
                  </a:cubicBezTo>
                  <a:cubicBezTo>
                    <a:pt x="2991" y="704"/>
                    <a:pt x="2994" y="705"/>
                    <a:pt x="2996" y="709"/>
                  </a:cubicBezTo>
                  <a:cubicBezTo>
                    <a:pt x="3002" y="709"/>
                    <a:pt x="3008" y="713"/>
                    <a:pt x="3013" y="715"/>
                  </a:cubicBezTo>
                  <a:cubicBezTo>
                    <a:pt x="3024" y="722"/>
                    <a:pt x="3036" y="723"/>
                    <a:pt x="3046" y="729"/>
                  </a:cubicBezTo>
                  <a:cubicBezTo>
                    <a:pt x="3057" y="733"/>
                    <a:pt x="3068" y="740"/>
                    <a:pt x="3080" y="740"/>
                  </a:cubicBezTo>
                  <a:cubicBezTo>
                    <a:pt x="3084" y="749"/>
                    <a:pt x="3092" y="742"/>
                    <a:pt x="3096" y="750"/>
                  </a:cubicBezTo>
                  <a:cubicBezTo>
                    <a:pt x="3103" y="748"/>
                    <a:pt x="3106" y="756"/>
                    <a:pt x="3112" y="754"/>
                  </a:cubicBezTo>
                  <a:cubicBezTo>
                    <a:pt x="3122" y="765"/>
                    <a:pt x="3136" y="763"/>
                    <a:pt x="3146" y="771"/>
                  </a:cubicBezTo>
                  <a:cubicBezTo>
                    <a:pt x="3151" y="776"/>
                    <a:pt x="3159" y="772"/>
                    <a:pt x="3163" y="780"/>
                  </a:cubicBezTo>
                  <a:cubicBezTo>
                    <a:pt x="3168" y="781"/>
                    <a:pt x="3174" y="783"/>
                    <a:pt x="3178" y="788"/>
                  </a:cubicBezTo>
                  <a:cubicBezTo>
                    <a:pt x="3189" y="792"/>
                    <a:pt x="3199" y="799"/>
                    <a:pt x="3210" y="805"/>
                  </a:cubicBezTo>
                  <a:cubicBezTo>
                    <a:pt x="3214" y="814"/>
                    <a:pt x="3222" y="809"/>
                    <a:pt x="3225" y="818"/>
                  </a:cubicBezTo>
                  <a:cubicBezTo>
                    <a:pt x="3231" y="818"/>
                    <a:pt x="3235" y="826"/>
                    <a:pt x="3241" y="826"/>
                  </a:cubicBezTo>
                  <a:cubicBezTo>
                    <a:pt x="3242" y="828"/>
                    <a:pt x="3243" y="830"/>
                    <a:pt x="3244" y="832"/>
                  </a:cubicBezTo>
                  <a:cubicBezTo>
                    <a:pt x="3234" y="831"/>
                    <a:pt x="3225" y="823"/>
                    <a:pt x="3215" y="819"/>
                  </a:cubicBezTo>
                  <a:cubicBezTo>
                    <a:pt x="3205" y="814"/>
                    <a:pt x="3195" y="810"/>
                    <a:pt x="3185" y="806"/>
                  </a:cubicBezTo>
                  <a:cubicBezTo>
                    <a:pt x="3181" y="801"/>
                    <a:pt x="3175" y="801"/>
                    <a:pt x="3170" y="798"/>
                  </a:cubicBezTo>
                  <a:cubicBezTo>
                    <a:pt x="3167" y="799"/>
                    <a:pt x="3164" y="798"/>
                    <a:pt x="3162" y="794"/>
                  </a:cubicBezTo>
                  <a:cubicBezTo>
                    <a:pt x="3159" y="797"/>
                    <a:pt x="3158" y="795"/>
                    <a:pt x="3156" y="792"/>
                  </a:cubicBezTo>
                  <a:cubicBezTo>
                    <a:pt x="3150" y="797"/>
                    <a:pt x="3147" y="787"/>
                    <a:pt x="3141" y="790"/>
                  </a:cubicBezTo>
                  <a:cubicBezTo>
                    <a:pt x="3139" y="785"/>
                    <a:pt x="3135" y="789"/>
                    <a:pt x="3133" y="786"/>
                  </a:cubicBezTo>
                  <a:cubicBezTo>
                    <a:pt x="3131" y="785"/>
                    <a:pt x="3129" y="784"/>
                    <a:pt x="3128" y="781"/>
                  </a:cubicBezTo>
                  <a:cubicBezTo>
                    <a:pt x="3122" y="779"/>
                    <a:pt x="3116" y="781"/>
                    <a:pt x="3112" y="777"/>
                  </a:cubicBezTo>
                  <a:cubicBezTo>
                    <a:pt x="3106" y="777"/>
                    <a:pt x="3103" y="770"/>
                    <a:pt x="3097" y="774"/>
                  </a:cubicBezTo>
                  <a:cubicBezTo>
                    <a:pt x="3088" y="764"/>
                    <a:pt x="3077" y="763"/>
                    <a:pt x="3067" y="756"/>
                  </a:cubicBezTo>
                  <a:cubicBezTo>
                    <a:pt x="3056" y="755"/>
                    <a:pt x="3048" y="745"/>
                    <a:pt x="3037" y="743"/>
                  </a:cubicBezTo>
                  <a:cubicBezTo>
                    <a:pt x="3029" y="733"/>
                    <a:pt x="3018" y="734"/>
                    <a:pt x="3009" y="726"/>
                  </a:cubicBezTo>
                  <a:close/>
                  <a:moveTo>
                    <a:pt x="3088" y="932"/>
                  </a:moveTo>
                  <a:cubicBezTo>
                    <a:pt x="3086" y="928"/>
                    <a:pt x="3084" y="924"/>
                    <a:pt x="3081" y="920"/>
                  </a:cubicBezTo>
                  <a:cubicBezTo>
                    <a:pt x="3085" y="915"/>
                    <a:pt x="3078" y="907"/>
                    <a:pt x="3079" y="902"/>
                  </a:cubicBezTo>
                  <a:cubicBezTo>
                    <a:pt x="3082" y="897"/>
                    <a:pt x="3078" y="890"/>
                    <a:pt x="3077" y="884"/>
                  </a:cubicBezTo>
                  <a:cubicBezTo>
                    <a:pt x="3077" y="878"/>
                    <a:pt x="3071" y="871"/>
                    <a:pt x="3072" y="865"/>
                  </a:cubicBezTo>
                  <a:cubicBezTo>
                    <a:pt x="3068" y="861"/>
                    <a:pt x="3070" y="859"/>
                    <a:pt x="3069" y="856"/>
                  </a:cubicBezTo>
                  <a:cubicBezTo>
                    <a:pt x="3067" y="853"/>
                    <a:pt x="3065" y="850"/>
                    <a:pt x="3068" y="848"/>
                  </a:cubicBezTo>
                  <a:cubicBezTo>
                    <a:pt x="3062" y="838"/>
                    <a:pt x="3063" y="821"/>
                    <a:pt x="3054" y="815"/>
                  </a:cubicBezTo>
                  <a:cubicBezTo>
                    <a:pt x="3057" y="813"/>
                    <a:pt x="3053" y="809"/>
                    <a:pt x="3051" y="806"/>
                  </a:cubicBezTo>
                  <a:cubicBezTo>
                    <a:pt x="3049" y="802"/>
                    <a:pt x="3051" y="800"/>
                    <a:pt x="3049" y="796"/>
                  </a:cubicBezTo>
                  <a:cubicBezTo>
                    <a:pt x="3050" y="791"/>
                    <a:pt x="3041" y="784"/>
                    <a:pt x="3048" y="780"/>
                  </a:cubicBezTo>
                  <a:cubicBezTo>
                    <a:pt x="3068" y="811"/>
                    <a:pt x="3067" y="836"/>
                    <a:pt x="3080" y="866"/>
                  </a:cubicBezTo>
                  <a:cubicBezTo>
                    <a:pt x="3079" y="871"/>
                    <a:pt x="3078" y="877"/>
                    <a:pt x="3082" y="884"/>
                  </a:cubicBezTo>
                  <a:cubicBezTo>
                    <a:pt x="3080" y="888"/>
                    <a:pt x="3085" y="895"/>
                    <a:pt x="3083" y="900"/>
                  </a:cubicBezTo>
                  <a:cubicBezTo>
                    <a:pt x="3083" y="905"/>
                    <a:pt x="3086" y="911"/>
                    <a:pt x="3087" y="916"/>
                  </a:cubicBezTo>
                  <a:cubicBezTo>
                    <a:pt x="3085" y="921"/>
                    <a:pt x="3090" y="927"/>
                    <a:pt x="3088" y="932"/>
                  </a:cubicBezTo>
                  <a:cubicBezTo>
                    <a:pt x="3095" y="940"/>
                    <a:pt x="3082" y="936"/>
                    <a:pt x="3088" y="932"/>
                  </a:cubicBezTo>
                  <a:close/>
                  <a:moveTo>
                    <a:pt x="3098" y="1017"/>
                  </a:moveTo>
                  <a:cubicBezTo>
                    <a:pt x="3095" y="1012"/>
                    <a:pt x="3099" y="1010"/>
                    <a:pt x="3094" y="1005"/>
                  </a:cubicBezTo>
                  <a:cubicBezTo>
                    <a:pt x="3100" y="1001"/>
                    <a:pt x="3093" y="994"/>
                    <a:pt x="3097" y="990"/>
                  </a:cubicBezTo>
                  <a:cubicBezTo>
                    <a:pt x="3099" y="995"/>
                    <a:pt x="3100" y="1000"/>
                    <a:pt x="3097" y="1004"/>
                  </a:cubicBezTo>
                  <a:cubicBezTo>
                    <a:pt x="3101" y="1012"/>
                    <a:pt x="3100" y="1019"/>
                    <a:pt x="3101" y="1026"/>
                  </a:cubicBezTo>
                  <a:cubicBezTo>
                    <a:pt x="3097" y="1027"/>
                    <a:pt x="3100" y="1024"/>
                    <a:pt x="3099" y="1022"/>
                  </a:cubicBezTo>
                  <a:cubicBezTo>
                    <a:pt x="3097" y="1020"/>
                    <a:pt x="3097" y="1018"/>
                    <a:pt x="3098" y="1017"/>
                  </a:cubicBezTo>
                  <a:close/>
                  <a:moveTo>
                    <a:pt x="3102" y="1037"/>
                  </a:moveTo>
                  <a:cubicBezTo>
                    <a:pt x="3104" y="1040"/>
                    <a:pt x="3102" y="1040"/>
                    <a:pt x="3102" y="1042"/>
                  </a:cubicBezTo>
                  <a:cubicBezTo>
                    <a:pt x="3103" y="1051"/>
                    <a:pt x="3095" y="1030"/>
                    <a:pt x="3102" y="1037"/>
                  </a:cubicBezTo>
                  <a:close/>
                  <a:moveTo>
                    <a:pt x="3133" y="1125"/>
                  </a:moveTo>
                  <a:cubicBezTo>
                    <a:pt x="3136" y="1144"/>
                    <a:pt x="3134" y="1162"/>
                    <a:pt x="3134" y="1180"/>
                  </a:cubicBezTo>
                  <a:cubicBezTo>
                    <a:pt x="3121" y="1261"/>
                    <a:pt x="3124" y="1266"/>
                    <a:pt x="3120" y="1270"/>
                  </a:cubicBezTo>
                  <a:cubicBezTo>
                    <a:pt x="3117" y="1275"/>
                    <a:pt x="3119" y="1274"/>
                    <a:pt x="3118" y="1271"/>
                  </a:cubicBezTo>
                  <a:cubicBezTo>
                    <a:pt x="3121" y="1257"/>
                    <a:pt x="3119" y="1254"/>
                    <a:pt x="3118" y="1252"/>
                  </a:cubicBezTo>
                  <a:cubicBezTo>
                    <a:pt x="3118" y="1228"/>
                    <a:pt x="3121" y="1224"/>
                    <a:pt x="3121" y="1220"/>
                  </a:cubicBezTo>
                  <a:cubicBezTo>
                    <a:pt x="3122" y="1171"/>
                    <a:pt x="3120" y="1162"/>
                    <a:pt x="3122" y="1154"/>
                  </a:cubicBezTo>
                  <a:cubicBezTo>
                    <a:pt x="3120" y="1095"/>
                    <a:pt x="3117" y="1089"/>
                    <a:pt x="3118" y="1085"/>
                  </a:cubicBezTo>
                  <a:cubicBezTo>
                    <a:pt x="3110" y="1040"/>
                    <a:pt x="3113" y="1036"/>
                    <a:pt x="3112" y="1031"/>
                  </a:cubicBezTo>
                  <a:cubicBezTo>
                    <a:pt x="3101" y="953"/>
                    <a:pt x="3102" y="945"/>
                    <a:pt x="3098" y="935"/>
                  </a:cubicBezTo>
                  <a:cubicBezTo>
                    <a:pt x="3089" y="874"/>
                    <a:pt x="3092" y="870"/>
                    <a:pt x="3088" y="864"/>
                  </a:cubicBezTo>
                  <a:cubicBezTo>
                    <a:pt x="3074" y="793"/>
                    <a:pt x="3077" y="807"/>
                    <a:pt x="3084" y="806"/>
                  </a:cubicBezTo>
                  <a:cubicBezTo>
                    <a:pt x="3106" y="855"/>
                    <a:pt x="3107" y="860"/>
                    <a:pt x="3110" y="865"/>
                  </a:cubicBezTo>
                  <a:cubicBezTo>
                    <a:pt x="3119" y="919"/>
                    <a:pt x="3123" y="929"/>
                    <a:pt x="3125" y="939"/>
                  </a:cubicBezTo>
                  <a:cubicBezTo>
                    <a:pt x="3124" y="973"/>
                    <a:pt x="3130" y="984"/>
                    <a:pt x="3128" y="992"/>
                  </a:cubicBezTo>
                  <a:cubicBezTo>
                    <a:pt x="3131" y="1008"/>
                    <a:pt x="3129" y="1011"/>
                    <a:pt x="3129" y="1013"/>
                  </a:cubicBezTo>
                  <a:cubicBezTo>
                    <a:pt x="3134" y="1056"/>
                    <a:pt x="3135" y="1065"/>
                    <a:pt x="3133" y="1073"/>
                  </a:cubicBezTo>
                  <a:close/>
                  <a:moveTo>
                    <a:pt x="3146" y="1143"/>
                  </a:moveTo>
                  <a:cubicBezTo>
                    <a:pt x="3139" y="1144"/>
                    <a:pt x="3146" y="1139"/>
                    <a:pt x="3144" y="1135"/>
                  </a:cubicBezTo>
                  <a:cubicBezTo>
                    <a:pt x="3141" y="1129"/>
                    <a:pt x="3149" y="1134"/>
                    <a:pt x="3146" y="1143"/>
                  </a:cubicBezTo>
                  <a:close/>
                  <a:moveTo>
                    <a:pt x="3147" y="967"/>
                  </a:moveTo>
                  <a:cubicBezTo>
                    <a:pt x="3145" y="973"/>
                    <a:pt x="3147" y="979"/>
                    <a:pt x="3145" y="984"/>
                  </a:cubicBezTo>
                  <a:cubicBezTo>
                    <a:pt x="3149" y="991"/>
                    <a:pt x="3145" y="996"/>
                    <a:pt x="3144" y="1001"/>
                  </a:cubicBezTo>
                  <a:cubicBezTo>
                    <a:pt x="3149" y="1023"/>
                    <a:pt x="3149" y="1042"/>
                    <a:pt x="3149" y="1062"/>
                  </a:cubicBezTo>
                  <a:cubicBezTo>
                    <a:pt x="3146" y="1071"/>
                    <a:pt x="3150" y="1082"/>
                    <a:pt x="3146" y="1091"/>
                  </a:cubicBezTo>
                  <a:cubicBezTo>
                    <a:pt x="3152" y="1102"/>
                    <a:pt x="3144" y="1110"/>
                    <a:pt x="3147" y="1120"/>
                  </a:cubicBezTo>
                  <a:cubicBezTo>
                    <a:pt x="3141" y="1123"/>
                    <a:pt x="3146" y="1114"/>
                    <a:pt x="3144" y="1111"/>
                  </a:cubicBezTo>
                  <a:cubicBezTo>
                    <a:pt x="3144" y="1107"/>
                    <a:pt x="3144" y="1103"/>
                    <a:pt x="3145" y="1099"/>
                  </a:cubicBezTo>
                  <a:cubicBezTo>
                    <a:pt x="3144" y="1091"/>
                    <a:pt x="3143" y="1084"/>
                    <a:pt x="3146" y="1077"/>
                  </a:cubicBezTo>
                  <a:cubicBezTo>
                    <a:pt x="3144" y="1068"/>
                    <a:pt x="3143" y="1060"/>
                    <a:pt x="3143" y="1051"/>
                  </a:cubicBezTo>
                  <a:cubicBezTo>
                    <a:pt x="3145" y="1048"/>
                    <a:pt x="3142" y="1043"/>
                    <a:pt x="3141" y="1039"/>
                  </a:cubicBezTo>
                  <a:cubicBezTo>
                    <a:pt x="3146" y="1037"/>
                    <a:pt x="3140" y="1032"/>
                    <a:pt x="3144" y="1029"/>
                  </a:cubicBezTo>
                  <a:cubicBezTo>
                    <a:pt x="3140" y="1021"/>
                    <a:pt x="3138" y="1014"/>
                    <a:pt x="3139" y="1007"/>
                  </a:cubicBezTo>
                  <a:cubicBezTo>
                    <a:pt x="3139" y="1003"/>
                    <a:pt x="3139" y="1000"/>
                    <a:pt x="3139" y="996"/>
                  </a:cubicBezTo>
                  <a:cubicBezTo>
                    <a:pt x="3141" y="994"/>
                    <a:pt x="3134" y="988"/>
                    <a:pt x="3138" y="986"/>
                  </a:cubicBezTo>
                  <a:cubicBezTo>
                    <a:pt x="3136" y="972"/>
                    <a:pt x="3137" y="959"/>
                    <a:pt x="3134" y="945"/>
                  </a:cubicBezTo>
                  <a:cubicBezTo>
                    <a:pt x="3135" y="918"/>
                    <a:pt x="3119" y="886"/>
                    <a:pt x="3120" y="859"/>
                  </a:cubicBezTo>
                  <a:cubicBezTo>
                    <a:pt x="3127" y="860"/>
                    <a:pt x="3129" y="873"/>
                    <a:pt x="3131" y="878"/>
                  </a:cubicBezTo>
                  <a:cubicBezTo>
                    <a:pt x="3130" y="883"/>
                    <a:pt x="3136" y="891"/>
                    <a:pt x="3136" y="897"/>
                  </a:cubicBezTo>
                  <a:cubicBezTo>
                    <a:pt x="3134" y="902"/>
                    <a:pt x="3140" y="909"/>
                    <a:pt x="3138" y="915"/>
                  </a:cubicBezTo>
                  <a:cubicBezTo>
                    <a:pt x="3140" y="918"/>
                    <a:pt x="3140" y="921"/>
                    <a:pt x="3138" y="923"/>
                  </a:cubicBezTo>
                  <a:cubicBezTo>
                    <a:pt x="3142" y="924"/>
                    <a:pt x="3140" y="926"/>
                    <a:pt x="3141" y="929"/>
                  </a:cubicBezTo>
                  <a:cubicBezTo>
                    <a:pt x="3145" y="943"/>
                    <a:pt x="3143" y="954"/>
                    <a:pt x="3147" y="967"/>
                  </a:cubicBezTo>
                  <a:close/>
                  <a:moveTo>
                    <a:pt x="3300" y="1035"/>
                  </a:moveTo>
                  <a:cubicBezTo>
                    <a:pt x="3295" y="1028"/>
                    <a:pt x="3289" y="1022"/>
                    <a:pt x="3282" y="1018"/>
                  </a:cubicBezTo>
                  <a:cubicBezTo>
                    <a:pt x="3274" y="1001"/>
                    <a:pt x="3280" y="1009"/>
                    <a:pt x="3288" y="1009"/>
                  </a:cubicBezTo>
                  <a:cubicBezTo>
                    <a:pt x="3320" y="1033"/>
                    <a:pt x="3323" y="1035"/>
                    <a:pt x="3327" y="1034"/>
                  </a:cubicBezTo>
                  <a:cubicBezTo>
                    <a:pt x="3370" y="1056"/>
                    <a:pt x="3372" y="1065"/>
                    <a:pt x="3376" y="1063"/>
                  </a:cubicBezTo>
                  <a:cubicBezTo>
                    <a:pt x="3411" y="1085"/>
                    <a:pt x="3419" y="1084"/>
                    <a:pt x="3425" y="1090"/>
                  </a:cubicBezTo>
                  <a:cubicBezTo>
                    <a:pt x="3450" y="1102"/>
                    <a:pt x="3451" y="1113"/>
                    <a:pt x="3455" y="1111"/>
                  </a:cubicBezTo>
                  <a:cubicBezTo>
                    <a:pt x="3509" y="1144"/>
                    <a:pt x="3517" y="1145"/>
                    <a:pt x="3523" y="1152"/>
                  </a:cubicBezTo>
                  <a:cubicBezTo>
                    <a:pt x="3573" y="1200"/>
                    <a:pt x="3569" y="1200"/>
                    <a:pt x="3566" y="1195"/>
                  </a:cubicBezTo>
                  <a:cubicBezTo>
                    <a:pt x="3552" y="1189"/>
                    <a:pt x="3548" y="1189"/>
                    <a:pt x="3545" y="1185"/>
                  </a:cubicBezTo>
                  <a:cubicBezTo>
                    <a:pt x="3524" y="1178"/>
                    <a:pt x="3521" y="1172"/>
                    <a:pt x="3516" y="1174"/>
                  </a:cubicBezTo>
                  <a:cubicBezTo>
                    <a:pt x="3469" y="1147"/>
                    <a:pt x="3462" y="1147"/>
                    <a:pt x="3456" y="1140"/>
                  </a:cubicBezTo>
                  <a:cubicBezTo>
                    <a:pt x="3430" y="1127"/>
                    <a:pt x="3424" y="1119"/>
                    <a:pt x="3417" y="1119"/>
                  </a:cubicBezTo>
                  <a:cubicBezTo>
                    <a:pt x="3373" y="1091"/>
                    <a:pt x="3369" y="1091"/>
                    <a:pt x="3366" y="1088"/>
                  </a:cubicBezTo>
                  <a:cubicBezTo>
                    <a:pt x="3343" y="1075"/>
                    <a:pt x="3342" y="1066"/>
                    <a:pt x="3338" y="1068"/>
                  </a:cubicBezTo>
                  <a:close/>
                  <a:moveTo>
                    <a:pt x="3392" y="1172"/>
                  </a:moveTo>
                  <a:cubicBezTo>
                    <a:pt x="3385" y="1167"/>
                    <a:pt x="3378" y="1163"/>
                    <a:pt x="3372" y="1156"/>
                  </a:cubicBezTo>
                  <a:cubicBezTo>
                    <a:pt x="3399" y="1168"/>
                    <a:pt x="3400" y="1175"/>
                    <a:pt x="3404" y="1173"/>
                  </a:cubicBezTo>
                  <a:cubicBezTo>
                    <a:pt x="3454" y="1209"/>
                    <a:pt x="3460" y="1205"/>
                    <a:pt x="3464" y="1212"/>
                  </a:cubicBezTo>
                  <a:cubicBezTo>
                    <a:pt x="3514" y="1237"/>
                    <a:pt x="3515" y="1240"/>
                    <a:pt x="3516" y="1240"/>
                  </a:cubicBezTo>
                  <a:cubicBezTo>
                    <a:pt x="3547" y="1261"/>
                    <a:pt x="3553" y="1261"/>
                    <a:pt x="3558" y="1266"/>
                  </a:cubicBezTo>
                  <a:cubicBezTo>
                    <a:pt x="3637" y="1326"/>
                    <a:pt x="3641" y="1334"/>
                    <a:pt x="3647" y="1335"/>
                  </a:cubicBezTo>
                  <a:cubicBezTo>
                    <a:pt x="3634" y="1330"/>
                    <a:pt x="3626" y="1332"/>
                    <a:pt x="3621" y="1328"/>
                  </a:cubicBezTo>
                  <a:cubicBezTo>
                    <a:pt x="3579" y="1307"/>
                    <a:pt x="3575" y="1297"/>
                    <a:pt x="3568" y="1298"/>
                  </a:cubicBezTo>
                  <a:cubicBezTo>
                    <a:pt x="3521" y="1272"/>
                    <a:pt x="3509" y="1264"/>
                    <a:pt x="3498" y="1256"/>
                  </a:cubicBezTo>
                  <a:cubicBezTo>
                    <a:pt x="3474" y="1243"/>
                    <a:pt x="3469" y="1237"/>
                    <a:pt x="3463" y="1235"/>
                  </a:cubicBezTo>
                  <a:cubicBezTo>
                    <a:pt x="3427" y="1207"/>
                    <a:pt x="3421" y="1204"/>
                    <a:pt x="3416" y="1199"/>
                  </a:cubicBezTo>
                  <a:cubicBezTo>
                    <a:pt x="3398" y="1177"/>
                    <a:pt x="3390" y="1177"/>
                    <a:pt x="3392" y="1172"/>
                  </a:cubicBezTo>
                  <a:close/>
                  <a:moveTo>
                    <a:pt x="3445" y="1360"/>
                  </a:moveTo>
                  <a:cubicBezTo>
                    <a:pt x="3442" y="1357"/>
                    <a:pt x="3445" y="1354"/>
                    <a:pt x="3442" y="1351"/>
                  </a:cubicBezTo>
                  <a:cubicBezTo>
                    <a:pt x="3444" y="1343"/>
                    <a:pt x="3447" y="1359"/>
                    <a:pt x="3446" y="1362"/>
                  </a:cubicBezTo>
                  <a:cubicBezTo>
                    <a:pt x="3447" y="1367"/>
                    <a:pt x="3442" y="1362"/>
                    <a:pt x="3445" y="1360"/>
                  </a:cubicBezTo>
                  <a:close/>
                  <a:moveTo>
                    <a:pt x="3455" y="1340"/>
                  </a:moveTo>
                  <a:cubicBezTo>
                    <a:pt x="3447" y="1340"/>
                    <a:pt x="3456" y="1330"/>
                    <a:pt x="3449" y="1325"/>
                  </a:cubicBezTo>
                  <a:cubicBezTo>
                    <a:pt x="3457" y="1325"/>
                    <a:pt x="3457" y="1337"/>
                    <a:pt x="3455" y="1340"/>
                  </a:cubicBezTo>
                  <a:close/>
                  <a:moveTo>
                    <a:pt x="3500" y="1553"/>
                  </a:moveTo>
                  <a:cubicBezTo>
                    <a:pt x="3499" y="1556"/>
                    <a:pt x="3499" y="1560"/>
                    <a:pt x="3499" y="1564"/>
                  </a:cubicBezTo>
                  <a:cubicBezTo>
                    <a:pt x="3491" y="1619"/>
                    <a:pt x="3494" y="1624"/>
                    <a:pt x="3490" y="1627"/>
                  </a:cubicBezTo>
                  <a:cubicBezTo>
                    <a:pt x="3483" y="1671"/>
                    <a:pt x="3478" y="1679"/>
                    <a:pt x="3476" y="1687"/>
                  </a:cubicBezTo>
                  <a:cubicBezTo>
                    <a:pt x="3467" y="1740"/>
                    <a:pt x="3458" y="1742"/>
                    <a:pt x="3461" y="1747"/>
                  </a:cubicBezTo>
                  <a:cubicBezTo>
                    <a:pt x="3453" y="1766"/>
                    <a:pt x="3455" y="1770"/>
                    <a:pt x="3453" y="1771"/>
                  </a:cubicBezTo>
                  <a:cubicBezTo>
                    <a:pt x="3426" y="1843"/>
                    <a:pt x="3420" y="1858"/>
                    <a:pt x="3413" y="1873"/>
                  </a:cubicBezTo>
                  <a:cubicBezTo>
                    <a:pt x="3404" y="1901"/>
                    <a:pt x="3407" y="1906"/>
                    <a:pt x="3403" y="1909"/>
                  </a:cubicBezTo>
                  <a:cubicBezTo>
                    <a:pt x="3400" y="1933"/>
                    <a:pt x="3398" y="1933"/>
                    <a:pt x="3396" y="1929"/>
                  </a:cubicBezTo>
                  <a:cubicBezTo>
                    <a:pt x="3399" y="1898"/>
                    <a:pt x="3401" y="1890"/>
                    <a:pt x="3402" y="1882"/>
                  </a:cubicBezTo>
                  <a:cubicBezTo>
                    <a:pt x="3404" y="1867"/>
                    <a:pt x="3401" y="1862"/>
                    <a:pt x="3404" y="1859"/>
                  </a:cubicBezTo>
                  <a:cubicBezTo>
                    <a:pt x="3410" y="1820"/>
                    <a:pt x="3415" y="1817"/>
                    <a:pt x="3414" y="1813"/>
                  </a:cubicBezTo>
                  <a:cubicBezTo>
                    <a:pt x="3428" y="1760"/>
                    <a:pt x="3435" y="1755"/>
                    <a:pt x="3430" y="1746"/>
                  </a:cubicBezTo>
                  <a:cubicBezTo>
                    <a:pt x="3449" y="1702"/>
                    <a:pt x="3445" y="1698"/>
                    <a:pt x="3447" y="1695"/>
                  </a:cubicBezTo>
                  <a:cubicBezTo>
                    <a:pt x="3457" y="1660"/>
                    <a:pt x="3460" y="1653"/>
                    <a:pt x="3463" y="1645"/>
                  </a:cubicBezTo>
                  <a:cubicBezTo>
                    <a:pt x="3471" y="1615"/>
                    <a:pt x="3473" y="1607"/>
                    <a:pt x="3475" y="1600"/>
                  </a:cubicBezTo>
                  <a:cubicBezTo>
                    <a:pt x="3486" y="1539"/>
                    <a:pt x="3485" y="1529"/>
                    <a:pt x="3490" y="1520"/>
                  </a:cubicBezTo>
                  <a:cubicBezTo>
                    <a:pt x="3496" y="1430"/>
                    <a:pt x="3496" y="1441"/>
                    <a:pt x="3495" y="1443"/>
                  </a:cubicBezTo>
                  <a:cubicBezTo>
                    <a:pt x="3501" y="1487"/>
                    <a:pt x="3502" y="1497"/>
                    <a:pt x="3499" y="1507"/>
                  </a:cubicBezTo>
                  <a:close/>
                  <a:moveTo>
                    <a:pt x="3614" y="1747"/>
                  </a:moveTo>
                  <a:cubicBezTo>
                    <a:pt x="3615" y="1752"/>
                    <a:pt x="3611" y="1747"/>
                    <a:pt x="3610" y="1744"/>
                  </a:cubicBezTo>
                  <a:cubicBezTo>
                    <a:pt x="3609" y="1740"/>
                    <a:pt x="3613" y="1744"/>
                    <a:pt x="3614" y="1747"/>
                  </a:cubicBezTo>
                  <a:close/>
                  <a:moveTo>
                    <a:pt x="3553" y="1558"/>
                  </a:moveTo>
                  <a:cubicBezTo>
                    <a:pt x="3543" y="1561"/>
                    <a:pt x="3548" y="1551"/>
                    <a:pt x="3542" y="1545"/>
                  </a:cubicBezTo>
                  <a:cubicBezTo>
                    <a:pt x="3547" y="1543"/>
                    <a:pt x="3549" y="1555"/>
                    <a:pt x="3553" y="1558"/>
                  </a:cubicBezTo>
                  <a:close/>
                  <a:moveTo>
                    <a:pt x="3540" y="1637"/>
                  </a:moveTo>
                  <a:cubicBezTo>
                    <a:pt x="3542" y="1631"/>
                    <a:pt x="3540" y="1625"/>
                    <a:pt x="3541" y="1619"/>
                  </a:cubicBezTo>
                  <a:cubicBezTo>
                    <a:pt x="3549" y="1619"/>
                    <a:pt x="3541" y="1630"/>
                    <a:pt x="3544" y="1634"/>
                  </a:cubicBezTo>
                  <a:cubicBezTo>
                    <a:pt x="3542" y="1640"/>
                    <a:pt x="3542" y="1645"/>
                    <a:pt x="3543" y="1651"/>
                  </a:cubicBezTo>
                  <a:cubicBezTo>
                    <a:pt x="3535" y="1651"/>
                    <a:pt x="3543" y="1641"/>
                    <a:pt x="3540" y="1637"/>
                  </a:cubicBezTo>
                  <a:close/>
                  <a:moveTo>
                    <a:pt x="3531" y="1530"/>
                  </a:moveTo>
                  <a:cubicBezTo>
                    <a:pt x="3523" y="1527"/>
                    <a:pt x="3522" y="1512"/>
                    <a:pt x="3520" y="1506"/>
                  </a:cubicBezTo>
                  <a:cubicBezTo>
                    <a:pt x="3527" y="1508"/>
                    <a:pt x="3523" y="1522"/>
                    <a:pt x="3531" y="1530"/>
                  </a:cubicBezTo>
                  <a:close/>
                  <a:moveTo>
                    <a:pt x="3515" y="1492"/>
                  </a:moveTo>
                  <a:cubicBezTo>
                    <a:pt x="3503" y="1494"/>
                    <a:pt x="3514" y="1480"/>
                    <a:pt x="3506" y="1473"/>
                  </a:cubicBezTo>
                  <a:cubicBezTo>
                    <a:pt x="3517" y="1475"/>
                    <a:pt x="3507" y="1485"/>
                    <a:pt x="3515" y="1492"/>
                  </a:cubicBezTo>
                  <a:close/>
                  <a:moveTo>
                    <a:pt x="3814" y="0"/>
                  </a:moveTo>
                  <a:cubicBezTo>
                    <a:pt x="3805" y="0"/>
                    <a:pt x="3805" y="0"/>
                    <a:pt x="3805" y="0"/>
                  </a:cubicBezTo>
                  <a:cubicBezTo>
                    <a:pt x="3810" y="6"/>
                    <a:pt x="3814" y="12"/>
                    <a:pt x="3821" y="18"/>
                  </a:cubicBezTo>
                  <a:cubicBezTo>
                    <a:pt x="3827" y="24"/>
                    <a:pt x="3834" y="30"/>
                    <a:pt x="3840" y="36"/>
                  </a:cubicBezTo>
                  <a:cubicBezTo>
                    <a:pt x="3840" y="26"/>
                    <a:pt x="3840" y="26"/>
                    <a:pt x="3840" y="26"/>
                  </a:cubicBezTo>
                  <a:cubicBezTo>
                    <a:pt x="3831" y="18"/>
                    <a:pt x="3823" y="9"/>
                    <a:pt x="3814" y="1"/>
                  </a:cubicBezTo>
                  <a:cubicBezTo>
                    <a:pt x="3814" y="1"/>
                    <a:pt x="3814" y="1"/>
                    <a:pt x="3814" y="0"/>
                  </a:cubicBezTo>
                  <a:close/>
                  <a:moveTo>
                    <a:pt x="3831" y="0"/>
                  </a:moveTo>
                  <a:cubicBezTo>
                    <a:pt x="3834" y="2"/>
                    <a:pt x="3835" y="3"/>
                    <a:pt x="3837" y="7"/>
                  </a:cubicBezTo>
                  <a:cubicBezTo>
                    <a:pt x="3838" y="7"/>
                    <a:pt x="3839" y="7"/>
                    <a:pt x="3840" y="8"/>
                  </a:cubicBezTo>
                  <a:cubicBezTo>
                    <a:pt x="3840" y="0"/>
                    <a:pt x="3840" y="0"/>
                    <a:pt x="3840" y="0"/>
                  </a:cubicBezTo>
                  <a:lnTo>
                    <a:pt x="3831" y="0"/>
                  </a:lnTo>
                  <a:close/>
                  <a:moveTo>
                    <a:pt x="740" y="250"/>
                  </a:moveTo>
                  <a:cubicBezTo>
                    <a:pt x="740" y="254"/>
                    <a:pt x="736" y="252"/>
                    <a:pt x="734" y="250"/>
                  </a:cubicBezTo>
                  <a:cubicBezTo>
                    <a:pt x="700" y="243"/>
                    <a:pt x="693" y="242"/>
                    <a:pt x="688" y="238"/>
                  </a:cubicBezTo>
                  <a:cubicBezTo>
                    <a:pt x="649" y="218"/>
                    <a:pt x="646" y="213"/>
                    <a:pt x="639" y="211"/>
                  </a:cubicBezTo>
                  <a:cubicBezTo>
                    <a:pt x="605" y="186"/>
                    <a:pt x="597" y="185"/>
                    <a:pt x="594" y="179"/>
                  </a:cubicBezTo>
                  <a:cubicBezTo>
                    <a:pt x="566" y="166"/>
                    <a:pt x="569" y="159"/>
                    <a:pt x="564" y="159"/>
                  </a:cubicBezTo>
                  <a:cubicBezTo>
                    <a:pt x="529" y="136"/>
                    <a:pt x="526" y="135"/>
                    <a:pt x="525" y="132"/>
                  </a:cubicBezTo>
                  <a:cubicBezTo>
                    <a:pt x="512" y="117"/>
                    <a:pt x="505" y="119"/>
                    <a:pt x="506" y="114"/>
                  </a:cubicBezTo>
                  <a:cubicBezTo>
                    <a:pt x="484" y="93"/>
                    <a:pt x="478" y="94"/>
                    <a:pt x="478" y="90"/>
                  </a:cubicBezTo>
                  <a:cubicBezTo>
                    <a:pt x="454" y="72"/>
                    <a:pt x="447" y="64"/>
                    <a:pt x="437" y="58"/>
                  </a:cubicBezTo>
                  <a:cubicBezTo>
                    <a:pt x="424" y="42"/>
                    <a:pt x="416" y="42"/>
                    <a:pt x="414" y="36"/>
                  </a:cubicBezTo>
                  <a:cubicBezTo>
                    <a:pt x="402" y="18"/>
                    <a:pt x="391" y="21"/>
                    <a:pt x="390" y="14"/>
                  </a:cubicBezTo>
                  <a:cubicBezTo>
                    <a:pt x="372" y="9"/>
                    <a:pt x="380" y="20"/>
                    <a:pt x="392" y="27"/>
                  </a:cubicBezTo>
                  <a:cubicBezTo>
                    <a:pt x="405" y="43"/>
                    <a:pt x="409" y="42"/>
                    <a:pt x="409" y="45"/>
                  </a:cubicBezTo>
                  <a:cubicBezTo>
                    <a:pt x="474" y="97"/>
                    <a:pt x="479" y="102"/>
                    <a:pt x="484" y="109"/>
                  </a:cubicBezTo>
                  <a:cubicBezTo>
                    <a:pt x="530" y="145"/>
                    <a:pt x="540" y="147"/>
                    <a:pt x="544" y="154"/>
                  </a:cubicBezTo>
                  <a:cubicBezTo>
                    <a:pt x="580" y="177"/>
                    <a:pt x="581" y="181"/>
                    <a:pt x="587" y="182"/>
                  </a:cubicBezTo>
                  <a:cubicBezTo>
                    <a:pt x="639" y="211"/>
                    <a:pt x="642" y="220"/>
                    <a:pt x="652" y="222"/>
                  </a:cubicBezTo>
                  <a:cubicBezTo>
                    <a:pt x="676" y="237"/>
                    <a:pt x="673" y="238"/>
                    <a:pt x="671" y="238"/>
                  </a:cubicBezTo>
                  <a:cubicBezTo>
                    <a:pt x="651" y="229"/>
                    <a:pt x="645" y="226"/>
                    <a:pt x="641" y="222"/>
                  </a:cubicBezTo>
                  <a:cubicBezTo>
                    <a:pt x="594" y="197"/>
                    <a:pt x="590" y="195"/>
                    <a:pt x="589" y="192"/>
                  </a:cubicBezTo>
                  <a:cubicBezTo>
                    <a:pt x="550" y="170"/>
                    <a:pt x="548" y="164"/>
                    <a:pt x="539" y="163"/>
                  </a:cubicBezTo>
                  <a:cubicBezTo>
                    <a:pt x="484" y="114"/>
                    <a:pt x="474" y="110"/>
                    <a:pt x="469" y="100"/>
                  </a:cubicBezTo>
                  <a:cubicBezTo>
                    <a:pt x="454" y="90"/>
                    <a:pt x="453" y="87"/>
                    <a:pt x="452" y="85"/>
                  </a:cubicBezTo>
                  <a:cubicBezTo>
                    <a:pt x="417" y="55"/>
                    <a:pt x="413" y="52"/>
                    <a:pt x="409" y="49"/>
                  </a:cubicBezTo>
                  <a:cubicBezTo>
                    <a:pt x="372" y="13"/>
                    <a:pt x="367" y="11"/>
                    <a:pt x="364" y="7"/>
                  </a:cubicBezTo>
                  <a:cubicBezTo>
                    <a:pt x="344" y="1"/>
                    <a:pt x="344" y="1"/>
                    <a:pt x="345" y="2"/>
                  </a:cubicBezTo>
                  <a:cubicBezTo>
                    <a:pt x="378" y="27"/>
                    <a:pt x="378" y="34"/>
                    <a:pt x="383" y="35"/>
                  </a:cubicBezTo>
                  <a:cubicBezTo>
                    <a:pt x="407" y="60"/>
                    <a:pt x="411" y="64"/>
                    <a:pt x="415" y="67"/>
                  </a:cubicBezTo>
                  <a:cubicBezTo>
                    <a:pt x="446" y="91"/>
                    <a:pt x="451" y="100"/>
                    <a:pt x="460" y="105"/>
                  </a:cubicBezTo>
                  <a:cubicBezTo>
                    <a:pt x="490" y="130"/>
                    <a:pt x="498" y="136"/>
                    <a:pt x="505" y="143"/>
                  </a:cubicBezTo>
                  <a:cubicBezTo>
                    <a:pt x="570" y="188"/>
                    <a:pt x="575" y="191"/>
                    <a:pt x="578" y="194"/>
                  </a:cubicBezTo>
                  <a:cubicBezTo>
                    <a:pt x="601" y="206"/>
                    <a:pt x="601" y="209"/>
                    <a:pt x="604" y="210"/>
                  </a:cubicBezTo>
                  <a:cubicBezTo>
                    <a:pt x="635" y="227"/>
                    <a:pt x="639" y="230"/>
                    <a:pt x="645" y="231"/>
                  </a:cubicBezTo>
                  <a:cubicBezTo>
                    <a:pt x="681" y="244"/>
                    <a:pt x="685" y="247"/>
                    <a:pt x="690" y="249"/>
                  </a:cubicBezTo>
                  <a:cubicBezTo>
                    <a:pt x="728" y="254"/>
                    <a:pt x="731" y="254"/>
                    <a:pt x="734" y="255"/>
                  </a:cubicBezTo>
                  <a:close/>
                  <a:moveTo>
                    <a:pt x="989" y="371"/>
                  </a:moveTo>
                  <a:cubicBezTo>
                    <a:pt x="998" y="376"/>
                    <a:pt x="1006" y="381"/>
                    <a:pt x="1017" y="385"/>
                  </a:cubicBezTo>
                  <a:cubicBezTo>
                    <a:pt x="1041" y="394"/>
                    <a:pt x="1046" y="395"/>
                    <a:pt x="1047" y="392"/>
                  </a:cubicBezTo>
                  <a:cubicBezTo>
                    <a:pt x="1003" y="373"/>
                    <a:pt x="998" y="371"/>
                    <a:pt x="995" y="367"/>
                  </a:cubicBezTo>
                  <a:cubicBezTo>
                    <a:pt x="960" y="342"/>
                    <a:pt x="958" y="341"/>
                    <a:pt x="956" y="340"/>
                  </a:cubicBezTo>
                  <a:cubicBezTo>
                    <a:pt x="939" y="327"/>
                    <a:pt x="937" y="326"/>
                    <a:pt x="935" y="324"/>
                  </a:cubicBezTo>
                  <a:cubicBezTo>
                    <a:pt x="917" y="306"/>
                    <a:pt x="913" y="302"/>
                    <a:pt x="909" y="300"/>
                  </a:cubicBezTo>
                  <a:cubicBezTo>
                    <a:pt x="861" y="237"/>
                    <a:pt x="859" y="233"/>
                    <a:pt x="856" y="231"/>
                  </a:cubicBezTo>
                  <a:cubicBezTo>
                    <a:pt x="848" y="219"/>
                    <a:pt x="845" y="213"/>
                    <a:pt x="839" y="209"/>
                  </a:cubicBezTo>
                  <a:cubicBezTo>
                    <a:pt x="825" y="175"/>
                    <a:pt x="815" y="179"/>
                    <a:pt x="816" y="173"/>
                  </a:cubicBezTo>
                  <a:cubicBezTo>
                    <a:pt x="788" y="136"/>
                    <a:pt x="784" y="135"/>
                    <a:pt x="784" y="129"/>
                  </a:cubicBezTo>
                  <a:cubicBezTo>
                    <a:pt x="774" y="119"/>
                    <a:pt x="771" y="116"/>
                    <a:pt x="770" y="111"/>
                  </a:cubicBezTo>
                  <a:cubicBezTo>
                    <a:pt x="742" y="73"/>
                    <a:pt x="738" y="66"/>
                    <a:pt x="734" y="58"/>
                  </a:cubicBezTo>
                  <a:cubicBezTo>
                    <a:pt x="714" y="35"/>
                    <a:pt x="711" y="32"/>
                    <a:pt x="706" y="31"/>
                  </a:cubicBezTo>
                  <a:cubicBezTo>
                    <a:pt x="680" y="2"/>
                    <a:pt x="679" y="1"/>
                    <a:pt x="679" y="0"/>
                  </a:cubicBezTo>
                  <a:cubicBezTo>
                    <a:pt x="686" y="20"/>
                    <a:pt x="692" y="26"/>
                    <a:pt x="697" y="33"/>
                  </a:cubicBezTo>
                  <a:cubicBezTo>
                    <a:pt x="751" y="95"/>
                    <a:pt x="751" y="101"/>
                    <a:pt x="754" y="104"/>
                  </a:cubicBezTo>
                  <a:cubicBezTo>
                    <a:pt x="768" y="131"/>
                    <a:pt x="775" y="130"/>
                    <a:pt x="776" y="135"/>
                  </a:cubicBezTo>
                  <a:cubicBezTo>
                    <a:pt x="788" y="151"/>
                    <a:pt x="791" y="151"/>
                    <a:pt x="793" y="151"/>
                  </a:cubicBezTo>
                  <a:cubicBezTo>
                    <a:pt x="829" y="208"/>
                    <a:pt x="829" y="214"/>
                    <a:pt x="835" y="213"/>
                  </a:cubicBezTo>
                  <a:cubicBezTo>
                    <a:pt x="854" y="247"/>
                    <a:pt x="861" y="249"/>
                    <a:pt x="862" y="257"/>
                  </a:cubicBezTo>
                  <a:cubicBezTo>
                    <a:pt x="880" y="280"/>
                    <a:pt x="884" y="285"/>
                    <a:pt x="890" y="288"/>
                  </a:cubicBezTo>
                  <a:cubicBezTo>
                    <a:pt x="874" y="275"/>
                    <a:pt x="868" y="272"/>
                    <a:pt x="867" y="266"/>
                  </a:cubicBezTo>
                  <a:cubicBezTo>
                    <a:pt x="820" y="208"/>
                    <a:pt x="817" y="207"/>
                    <a:pt x="816" y="204"/>
                  </a:cubicBezTo>
                  <a:cubicBezTo>
                    <a:pt x="792" y="174"/>
                    <a:pt x="789" y="161"/>
                    <a:pt x="780" y="153"/>
                  </a:cubicBezTo>
                  <a:cubicBezTo>
                    <a:pt x="748" y="107"/>
                    <a:pt x="745" y="107"/>
                    <a:pt x="744" y="106"/>
                  </a:cubicBezTo>
                  <a:cubicBezTo>
                    <a:pt x="733" y="84"/>
                    <a:pt x="723" y="78"/>
                    <a:pt x="718" y="67"/>
                  </a:cubicBezTo>
                  <a:cubicBezTo>
                    <a:pt x="703" y="47"/>
                    <a:pt x="697" y="46"/>
                    <a:pt x="695" y="40"/>
                  </a:cubicBezTo>
                  <a:cubicBezTo>
                    <a:pt x="673" y="18"/>
                    <a:pt x="673" y="15"/>
                    <a:pt x="669" y="15"/>
                  </a:cubicBezTo>
                  <a:cubicBezTo>
                    <a:pt x="644" y="0"/>
                    <a:pt x="644" y="0"/>
                    <a:pt x="644" y="0"/>
                  </a:cubicBezTo>
                  <a:cubicBezTo>
                    <a:pt x="675" y="28"/>
                    <a:pt x="679" y="37"/>
                    <a:pt x="686" y="44"/>
                  </a:cubicBezTo>
                  <a:cubicBezTo>
                    <a:pt x="707" y="69"/>
                    <a:pt x="710" y="70"/>
                    <a:pt x="707" y="71"/>
                  </a:cubicBezTo>
                  <a:cubicBezTo>
                    <a:pt x="730" y="96"/>
                    <a:pt x="734" y="106"/>
                    <a:pt x="741" y="113"/>
                  </a:cubicBezTo>
                  <a:cubicBezTo>
                    <a:pt x="782" y="170"/>
                    <a:pt x="787" y="179"/>
                    <a:pt x="794" y="186"/>
                  </a:cubicBezTo>
                  <a:cubicBezTo>
                    <a:pt x="806" y="199"/>
                    <a:pt x="804" y="205"/>
                    <a:pt x="807" y="206"/>
                  </a:cubicBezTo>
                  <a:cubicBezTo>
                    <a:pt x="854" y="262"/>
                    <a:pt x="852" y="269"/>
                    <a:pt x="860" y="268"/>
                  </a:cubicBezTo>
                  <a:cubicBezTo>
                    <a:pt x="896" y="311"/>
                    <a:pt x="905" y="316"/>
                    <a:pt x="913" y="322"/>
                  </a:cubicBezTo>
                  <a:cubicBezTo>
                    <a:pt x="967" y="358"/>
                    <a:pt x="972" y="359"/>
                    <a:pt x="976" y="362"/>
                  </a:cubicBezTo>
                  <a:close/>
                  <a:moveTo>
                    <a:pt x="1027" y="2129"/>
                  </a:moveTo>
                  <a:cubicBezTo>
                    <a:pt x="1022" y="2125"/>
                    <a:pt x="1022" y="2116"/>
                    <a:pt x="1017" y="2112"/>
                  </a:cubicBezTo>
                  <a:cubicBezTo>
                    <a:pt x="1016" y="2108"/>
                    <a:pt x="1019" y="2101"/>
                    <a:pt x="1012" y="2103"/>
                  </a:cubicBezTo>
                  <a:cubicBezTo>
                    <a:pt x="1012" y="2098"/>
                    <a:pt x="1011" y="2094"/>
                    <a:pt x="1008" y="2092"/>
                  </a:cubicBezTo>
                  <a:cubicBezTo>
                    <a:pt x="1006" y="2085"/>
                    <a:pt x="1004" y="2077"/>
                    <a:pt x="1001" y="2070"/>
                  </a:cubicBezTo>
                  <a:cubicBezTo>
                    <a:pt x="997" y="2070"/>
                    <a:pt x="1000" y="2063"/>
                    <a:pt x="997" y="2062"/>
                  </a:cubicBezTo>
                  <a:cubicBezTo>
                    <a:pt x="993" y="2060"/>
                    <a:pt x="997" y="2051"/>
                    <a:pt x="993" y="2051"/>
                  </a:cubicBezTo>
                  <a:cubicBezTo>
                    <a:pt x="993" y="2041"/>
                    <a:pt x="988" y="2036"/>
                    <a:pt x="986" y="2029"/>
                  </a:cubicBezTo>
                  <a:cubicBezTo>
                    <a:pt x="988" y="2022"/>
                    <a:pt x="982" y="2023"/>
                    <a:pt x="984" y="2016"/>
                  </a:cubicBezTo>
                  <a:cubicBezTo>
                    <a:pt x="984" y="2010"/>
                    <a:pt x="983" y="2005"/>
                    <a:pt x="979" y="2003"/>
                  </a:cubicBezTo>
                  <a:cubicBezTo>
                    <a:pt x="978" y="2019"/>
                    <a:pt x="984" y="2027"/>
                    <a:pt x="986" y="2040"/>
                  </a:cubicBezTo>
                  <a:cubicBezTo>
                    <a:pt x="987" y="2046"/>
                    <a:pt x="989" y="2051"/>
                    <a:pt x="990" y="2057"/>
                  </a:cubicBezTo>
                  <a:cubicBezTo>
                    <a:pt x="990" y="2061"/>
                    <a:pt x="993" y="2062"/>
                    <a:pt x="993" y="2066"/>
                  </a:cubicBezTo>
                  <a:cubicBezTo>
                    <a:pt x="996" y="2066"/>
                    <a:pt x="994" y="2072"/>
                    <a:pt x="997" y="2073"/>
                  </a:cubicBezTo>
                  <a:cubicBezTo>
                    <a:pt x="998" y="2086"/>
                    <a:pt x="1006" y="2093"/>
                    <a:pt x="1008" y="2105"/>
                  </a:cubicBezTo>
                  <a:cubicBezTo>
                    <a:pt x="1011" y="2105"/>
                    <a:pt x="1009" y="2111"/>
                    <a:pt x="1012" y="2112"/>
                  </a:cubicBezTo>
                  <a:cubicBezTo>
                    <a:pt x="1012" y="2116"/>
                    <a:pt x="1015" y="2117"/>
                    <a:pt x="1014" y="2121"/>
                  </a:cubicBezTo>
                  <a:cubicBezTo>
                    <a:pt x="1016" y="2125"/>
                    <a:pt x="1020" y="2133"/>
                    <a:pt x="1017" y="2136"/>
                  </a:cubicBezTo>
                  <a:cubicBezTo>
                    <a:pt x="1020" y="2136"/>
                    <a:pt x="1018" y="2142"/>
                    <a:pt x="1021" y="2142"/>
                  </a:cubicBezTo>
                  <a:cubicBezTo>
                    <a:pt x="1020" y="2146"/>
                    <a:pt x="1023" y="2147"/>
                    <a:pt x="1023" y="2151"/>
                  </a:cubicBezTo>
                  <a:cubicBezTo>
                    <a:pt x="1023" y="2155"/>
                    <a:pt x="1024" y="2158"/>
                    <a:pt x="1025" y="2160"/>
                  </a:cubicBezTo>
                  <a:cubicBezTo>
                    <a:pt x="1032" y="2160"/>
                    <a:pt x="1032" y="2160"/>
                    <a:pt x="1032" y="2160"/>
                  </a:cubicBezTo>
                  <a:cubicBezTo>
                    <a:pt x="1032" y="2159"/>
                    <a:pt x="1032" y="2159"/>
                    <a:pt x="1032" y="2158"/>
                  </a:cubicBezTo>
                  <a:cubicBezTo>
                    <a:pt x="1033" y="2158"/>
                    <a:pt x="1035" y="2159"/>
                    <a:pt x="1036" y="2160"/>
                  </a:cubicBezTo>
                  <a:cubicBezTo>
                    <a:pt x="1045" y="2160"/>
                    <a:pt x="1045" y="2160"/>
                    <a:pt x="1045" y="2160"/>
                  </a:cubicBezTo>
                  <a:cubicBezTo>
                    <a:pt x="1043" y="2156"/>
                    <a:pt x="1040" y="2152"/>
                    <a:pt x="1036" y="2149"/>
                  </a:cubicBezTo>
                  <a:cubicBezTo>
                    <a:pt x="1037" y="2138"/>
                    <a:pt x="1027" y="2139"/>
                    <a:pt x="1027" y="2129"/>
                  </a:cubicBezTo>
                  <a:close/>
                  <a:moveTo>
                    <a:pt x="1027" y="2147"/>
                  </a:moveTo>
                  <a:cubicBezTo>
                    <a:pt x="1029" y="2148"/>
                    <a:pt x="1031" y="2151"/>
                    <a:pt x="1032" y="2153"/>
                  </a:cubicBezTo>
                  <a:cubicBezTo>
                    <a:pt x="1031" y="2159"/>
                    <a:pt x="1027" y="2150"/>
                    <a:pt x="1027" y="2147"/>
                  </a:cubicBezTo>
                  <a:close/>
                  <a:moveTo>
                    <a:pt x="887" y="319"/>
                  </a:moveTo>
                  <a:cubicBezTo>
                    <a:pt x="888" y="314"/>
                    <a:pt x="881" y="316"/>
                    <a:pt x="881" y="312"/>
                  </a:cubicBezTo>
                  <a:cubicBezTo>
                    <a:pt x="860" y="299"/>
                    <a:pt x="864" y="290"/>
                    <a:pt x="857" y="292"/>
                  </a:cubicBezTo>
                  <a:cubicBezTo>
                    <a:pt x="829" y="256"/>
                    <a:pt x="827" y="249"/>
                    <a:pt x="821" y="246"/>
                  </a:cubicBezTo>
                  <a:cubicBezTo>
                    <a:pt x="769" y="177"/>
                    <a:pt x="766" y="171"/>
                    <a:pt x="762" y="166"/>
                  </a:cubicBezTo>
                  <a:cubicBezTo>
                    <a:pt x="731" y="135"/>
                    <a:pt x="734" y="128"/>
                    <a:pt x="730" y="128"/>
                  </a:cubicBezTo>
                  <a:cubicBezTo>
                    <a:pt x="708" y="102"/>
                    <a:pt x="706" y="100"/>
                    <a:pt x="704" y="97"/>
                  </a:cubicBezTo>
                  <a:cubicBezTo>
                    <a:pt x="687" y="81"/>
                    <a:pt x="689" y="75"/>
                    <a:pt x="683" y="77"/>
                  </a:cubicBezTo>
                  <a:cubicBezTo>
                    <a:pt x="649" y="44"/>
                    <a:pt x="648" y="36"/>
                    <a:pt x="643" y="32"/>
                  </a:cubicBezTo>
                  <a:cubicBezTo>
                    <a:pt x="595" y="0"/>
                    <a:pt x="595" y="0"/>
                    <a:pt x="595" y="0"/>
                  </a:cubicBezTo>
                  <a:cubicBezTo>
                    <a:pt x="618" y="17"/>
                    <a:pt x="617" y="23"/>
                    <a:pt x="621" y="23"/>
                  </a:cubicBezTo>
                  <a:cubicBezTo>
                    <a:pt x="659" y="58"/>
                    <a:pt x="665" y="68"/>
                    <a:pt x="672" y="77"/>
                  </a:cubicBezTo>
                  <a:cubicBezTo>
                    <a:pt x="702" y="103"/>
                    <a:pt x="701" y="111"/>
                    <a:pt x="708" y="112"/>
                  </a:cubicBezTo>
                  <a:cubicBezTo>
                    <a:pt x="732" y="144"/>
                    <a:pt x="736" y="147"/>
                    <a:pt x="738" y="152"/>
                  </a:cubicBezTo>
                  <a:cubicBezTo>
                    <a:pt x="794" y="223"/>
                    <a:pt x="810" y="239"/>
                    <a:pt x="821" y="259"/>
                  </a:cubicBezTo>
                  <a:cubicBezTo>
                    <a:pt x="812" y="259"/>
                    <a:pt x="813" y="253"/>
                    <a:pt x="808" y="252"/>
                  </a:cubicBezTo>
                  <a:cubicBezTo>
                    <a:pt x="796" y="241"/>
                    <a:pt x="793" y="238"/>
                    <a:pt x="791" y="234"/>
                  </a:cubicBezTo>
                  <a:cubicBezTo>
                    <a:pt x="743" y="186"/>
                    <a:pt x="739" y="183"/>
                    <a:pt x="738" y="178"/>
                  </a:cubicBezTo>
                  <a:cubicBezTo>
                    <a:pt x="714" y="153"/>
                    <a:pt x="710" y="150"/>
                    <a:pt x="708" y="145"/>
                  </a:cubicBezTo>
                  <a:cubicBezTo>
                    <a:pt x="670" y="114"/>
                    <a:pt x="668" y="109"/>
                    <a:pt x="665" y="105"/>
                  </a:cubicBezTo>
                  <a:cubicBezTo>
                    <a:pt x="633" y="73"/>
                    <a:pt x="631" y="71"/>
                    <a:pt x="631" y="67"/>
                  </a:cubicBezTo>
                  <a:cubicBezTo>
                    <a:pt x="615" y="51"/>
                    <a:pt x="610" y="52"/>
                    <a:pt x="610" y="51"/>
                  </a:cubicBezTo>
                  <a:cubicBezTo>
                    <a:pt x="597" y="42"/>
                    <a:pt x="601" y="32"/>
                    <a:pt x="592" y="33"/>
                  </a:cubicBezTo>
                  <a:cubicBezTo>
                    <a:pt x="567" y="8"/>
                    <a:pt x="562" y="4"/>
                    <a:pt x="557" y="0"/>
                  </a:cubicBezTo>
                  <a:cubicBezTo>
                    <a:pt x="552" y="10"/>
                    <a:pt x="563" y="13"/>
                    <a:pt x="569" y="22"/>
                  </a:cubicBezTo>
                  <a:cubicBezTo>
                    <a:pt x="629" y="79"/>
                    <a:pt x="629" y="83"/>
                    <a:pt x="633" y="82"/>
                  </a:cubicBezTo>
                  <a:cubicBezTo>
                    <a:pt x="676" y="124"/>
                    <a:pt x="689" y="140"/>
                    <a:pt x="705" y="154"/>
                  </a:cubicBezTo>
                  <a:cubicBezTo>
                    <a:pt x="778" y="231"/>
                    <a:pt x="785" y="238"/>
                    <a:pt x="793" y="245"/>
                  </a:cubicBezTo>
                  <a:cubicBezTo>
                    <a:pt x="808" y="256"/>
                    <a:pt x="807" y="260"/>
                    <a:pt x="808" y="261"/>
                  </a:cubicBezTo>
                  <a:cubicBezTo>
                    <a:pt x="834" y="279"/>
                    <a:pt x="840" y="280"/>
                    <a:pt x="844" y="283"/>
                  </a:cubicBezTo>
                  <a:cubicBezTo>
                    <a:pt x="859" y="314"/>
                    <a:pt x="859" y="308"/>
                    <a:pt x="855" y="307"/>
                  </a:cubicBezTo>
                  <a:cubicBezTo>
                    <a:pt x="822" y="280"/>
                    <a:pt x="808" y="275"/>
                    <a:pt x="801" y="263"/>
                  </a:cubicBezTo>
                  <a:cubicBezTo>
                    <a:pt x="778" y="238"/>
                    <a:pt x="768" y="243"/>
                    <a:pt x="771" y="236"/>
                  </a:cubicBezTo>
                  <a:cubicBezTo>
                    <a:pt x="741" y="218"/>
                    <a:pt x="746" y="208"/>
                    <a:pt x="739" y="211"/>
                  </a:cubicBezTo>
                  <a:cubicBezTo>
                    <a:pt x="700" y="175"/>
                    <a:pt x="692" y="164"/>
                    <a:pt x="681" y="155"/>
                  </a:cubicBezTo>
                  <a:cubicBezTo>
                    <a:pt x="658" y="131"/>
                    <a:pt x="649" y="121"/>
                    <a:pt x="641" y="111"/>
                  </a:cubicBezTo>
                  <a:cubicBezTo>
                    <a:pt x="610" y="82"/>
                    <a:pt x="609" y="78"/>
                    <a:pt x="605" y="77"/>
                  </a:cubicBezTo>
                  <a:cubicBezTo>
                    <a:pt x="581" y="54"/>
                    <a:pt x="580" y="50"/>
                    <a:pt x="575" y="50"/>
                  </a:cubicBezTo>
                  <a:cubicBezTo>
                    <a:pt x="534" y="16"/>
                    <a:pt x="534" y="11"/>
                    <a:pt x="530" y="10"/>
                  </a:cubicBezTo>
                  <a:cubicBezTo>
                    <a:pt x="503" y="0"/>
                    <a:pt x="503" y="0"/>
                    <a:pt x="503" y="0"/>
                  </a:cubicBezTo>
                  <a:cubicBezTo>
                    <a:pt x="515" y="14"/>
                    <a:pt x="521" y="12"/>
                    <a:pt x="523" y="14"/>
                  </a:cubicBezTo>
                  <a:cubicBezTo>
                    <a:pt x="555" y="41"/>
                    <a:pt x="559" y="45"/>
                    <a:pt x="564" y="48"/>
                  </a:cubicBezTo>
                  <a:cubicBezTo>
                    <a:pt x="590" y="78"/>
                    <a:pt x="596" y="77"/>
                    <a:pt x="598" y="79"/>
                  </a:cubicBezTo>
                  <a:cubicBezTo>
                    <a:pt x="631" y="118"/>
                    <a:pt x="640" y="117"/>
                    <a:pt x="641" y="124"/>
                  </a:cubicBezTo>
                  <a:cubicBezTo>
                    <a:pt x="671" y="148"/>
                    <a:pt x="666" y="158"/>
                    <a:pt x="673" y="155"/>
                  </a:cubicBezTo>
                  <a:cubicBezTo>
                    <a:pt x="715" y="195"/>
                    <a:pt x="722" y="205"/>
                    <a:pt x="733" y="211"/>
                  </a:cubicBezTo>
                  <a:cubicBezTo>
                    <a:pt x="774" y="248"/>
                    <a:pt x="776" y="250"/>
                    <a:pt x="777" y="253"/>
                  </a:cubicBezTo>
                  <a:cubicBezTo>
                    <a:pt x="795" y="267"/>
                    <a:pt x="797" y="269"/>
                    <a:pt x="799" y="271"/>
                  </a:cubicBezTo>
                  <a:cubicBezTo>
                    <a:pt x="840" y="300"/>
                    <a:pt x="844" y="307"/>
                    <a:pt x="850" y="312"/>
                  </a:cubicBezTo>
                  <a:cubicBezTo>
                    <a:pt x="924" y="348"/>
                    <a:pt x="925" y="357"/>
                    <a:pt x="934" y="357"/>
                  </a:cubicBezTo>
                  <a:cubicBezTo>
                    <a:pt x="934" y="355"/>
                    <a:pt x="921" y="340"/>
                    <a:pt x="900" y="332"/>
                  </a:cubicBezTo>
                  <a:close/>
                  <a:moveTo>
                    <a:pt x="417" y="167"/>
                  </a:moveTo>
                  <a:cubicBezTo>
                    <a:pt x="412" y="160"/>
                    <a:pt x="403" y="156"/>
                    <a:pt x="398" y="149"/>
                  </a:cubicBezTo>
                  <a:cubicBezTo>
                    <a:pt x="374" y="130"/>
                    <a:pt x="375" y="123"/>
                    <a:pt x="368" y="124"/>
                  </a:cubicBezTo>
                  <a:cubicBezTo>
                    <a:pt x="353" y="108"/>
                    <a:pt x="352" y="106"/>
                    <a:pt x="351" y="104"/>
                  </a:cubicBezTo>
                  <a:cubicBezTo>
                    <a:pt x="329" y="83"/>
                    <a:pt x="329" y="77"/>
                    <a:pt x="326" y="73"/>
                  </a:cubicBezTo>
                  <a:cubicBezTo>
                    <a:pt x="286" y="24"/>
                    <a:pt x="279" y="26"/>
                    <a:pt x="279" y="22"/>
                  </a:cubicBezTo>
                  <a:cubicBezTo>
                    <a:pt x="240" y="0"/>
                    <a:pt x="240" y="0"/>
                    <a:pt x="240" y="0"/>
                  </a:cubicBezTo>
                  <a:cubicBezTo>
                    <a:pt x="256" y="19"/>
                    <a:pt x="265" y="15"/>
                    <a:pt x="263" y="22"/>
                  </a:cubicBezTo>
                  <a:cubicBezTo>
                    <a:pt x="312" y="70"/>
                    <a:pt x="314" y="72"/>
                    <a:pt x="317" y="73"/>
                  </a:cubicBezTo>
                  <a:cubicBezTo>
                    <a:pt x="335" y="90"/>
                    <a:pt x="331" y="99"/>
                    <a:pt x="338" y="98"/>
                  </a:cubicBezTo>
                  <a:cubicBezTo>
                    <a:pt x="376" y="141"/>
                    <a:pt x="389" y="148"/>
                    <a:pt x="400" y="158"/>
                  </a:cubicBezTo>
                  <a:cubicBezTo>
                    <a:pt x="428" y="181"/>
                    <a:pt x="429" y="185"/>
                    <a:pt x="434" y="185"/>
                  </a:cubicBezTo>
                  <a:close/>
                  <a:moveTo>
                    <a:pt x="527" y="235"/>
                  </a:moveTo>
                  <a:cubicBezTo>
                    <a:pt x="526" y="226"/>
                    <a:pt x="513" y="224"/>
                    <a:pt x="519" y="215"/>
                  </a:cubicBezTo>
                  <a:cubicBezTo>
                    <a:pt x="496" y="189"/>
                    <a:pt x="492" y="188"/>
                    <a:pt x="491" y="184"/>
                  </a:cubicBezTo>
                  <a:cubicBezTo>
                    <a:pt x="440" y="113"/>
                    <a:pt x="434" y="113"/>
                    <a:pt x="434" y="108"/>
                  </a:cubicBezTo>
                  <a:cubicBezTo>
                    <a:pt x="423" y="99"/>
                    <a:pt x="423" y="94"/>
                    <a:pt x="421" y="91"/>
                  </a:cubicBezTo>
                  <a:cubicBezTo>
                    <a:pt x="377" y="41"/>
                    <a:pt x="367" y="32"/>
                    <a:pt x="357" y="22"/>
                  </a:cubicBezTo>
                  <a:cubicBezTo>
                    <a:pt x="342" y="7"/>
                    <a:pt x="340" y="6"/>
                    <a:pt x="338" y="6"/>
                  </a:cubicBezTo>
                  <a:cubicBezTo>
                    <a:pt x="319" y="0"/>
                    <a:pt x="319" y="0"/>
                    <a:pt x="319" y="0"/>
                  </a:cubicBezTo>
                  <a:cubicBezTo>
                    <a:pt x="343" y="19"/>
                    <a:pt x="344" y="25"/>
                    <a:pt x="348" y="28"/>
                  </a:cubicBezTo>
                  <a:cubicBezTo>
                    <a:pt x="367" y="41"/>
                    <a:pt x="366" y="48"/>
                    <a:pt x="374" y="48"/>
                  </a:cubicBezTo>
                  <a:cubicBezTo>
                    <a:pt x="399" y="84"/>
                    <a:pt x="410" y="89"/>
                    <a:pt x="414" y="99"/>
                  </a:cubicBezTo>
                  <a:cubicBezTo>
                    <a:pt x="464" y="158"/>
                    <a:pt x="467" y="158"/>
                    <a:pt x="468" y="161"/>
                  </a:cubicBezTo>
                  <a:cubicBezTo>
                    <a:pt x="497" y="204"/>
                    <a:pt x="491" y="197"/>
                    <a:pt x="489" y="197"/>
                  </a:cubicBezTo>
                  <a:cubicBezTo>
                    <a:pt x="469" y="181"/>
                    <a:pt x="467" y="179"/>
                    <a:pt x="465" y="177"/>
                  </a:cubicBezTo>
                  <a:cubicBezTo>
                    <a:pt x="441" y="152"/>
                    <a:pt x="434" y="155"/>
                    <a:pt x="435" y="150"/>
                  </a:cubicBezTo>
                  <a:cubicBezTo>
                    <a:pt x="421" y="129"/>
                    <a:pt x="412" y="132"/>
                    <a:pt x="414" y="125"/>
                  </a:cubicBezTo>
                  <a:cubicBezTo>
                    <a:pt x="401" y="106"/>
                    <a:pt x="395" y="108"/>
                    <a:pt x="395" y="103"/>
                  </a:cubicBezTo>
                  <a:cubicBezTo>
                    <a:pt x="363" y="74"/>
                    <a:pt x="362" y="68"/>
                    <a:pt x="356" y="65"/>
                  </a:cubicBezTo>
                  <a:cubicBezTo>
                    <a:pt x="338" y="45"/>
                    <a:pt x="336" y="44"/>
                    <a:pt x="335" y="41"/>
                  </a:cubicBezTo>
                  <a:cubicBezTo>
                    <a:pt x="308" y="17"/>
                    <a:pt x="306" y="15"/>
                    <a:pt x="303" y="14"/>
                  </a:cubicBezTo>
                  <a:cubicBezTo>
                    <a:pt x="275" y="0"/>
                    <a:pt x="275" y="0"/>
                    <a:pt x="275" y="0"/>
                  </a:cubicBezTo>
                  <a:cubicBezTo>
                    <a:pt x="299" y="19"/>
                    <a:pt x="304" y="24"/>
                    <a:pt x="307" y="29"/>
                  </a:cubicBezTo>
                  <a:cubicBezTo>
                    <a:pt x="332" y="48"/>
                    <a:pt x="330" y="56"/>
                    <a:pt x="337" y="54"/>
                  </a:cubicBezTo>
                  <a:cubicBezTo>
                    <a:pt x="368" y="81"/>
                    <a:pt x="367" y="87"/>
                    <a:pt x="369" y="90"/>
                  </a:cubicBezTo>
                  <a:cubicBezTo>
                    <a:pt x="398" y="119"/>
                    <a:pt x="406" y="128"/>
                    <a:pt x="413" y="138"/>
                  </a:cubicBezTo>
                  <a:cubicBezTo>
                    <a:pt x="435" y="161"/>
                    <a:pt x="441" y="161"/>
                    <a:pt x="441" y="165"/>
                  </a:cubicBezTo>
                  <a:cubicBezTo>
                    <a:pt x="525" y="234"/>
                    <a:pt x="526" y="240"/>
                    <a:pt x="529" y="243"/>
                  </a:cubicBezTo>
                  <a:close/>
                  <a:moveTo>
                    <a:pt x="1152" y="2099"/>
                  </a:moveTo>
                  <a:cubicBezTo>
                    <a:pt x="1150" y="2096"/>
                    <a:pt x="1154" y="2087"/>
                    <a:pt x="1150" y="2088"/>
                  </a:cubicBezTo>
                  <a:cubicBezTo>
                    <a:pt x="1138" y="2039"/>
                    <a:pt x="1133" y="2035"/>
                    <a:pt x="1134" y="2025"/>
                  </a:cubicBezTo>
                  <a:cubicBezTo>
                    <a:pt x="1111" y="1981"/>
                    <a:pt x="1109" y="1965"/>
                    <a:pt x="1102" y="1955"/>
                  </a:cubicBezTo>
                  <a:cubicBezTo>
                    <a:pt x="1091" y="1924"/>
                    <a:pt x="1085" y="1926"/>
                    <a:pt x="1086" y="1920"/>
                  </a:cubicBezTo>
                  <a:cubicBezTo>
                    <a:pt x="1073" y="1890"/>
                    <a:pt x="1072" y="1887"/>
                    <a:pt x="1069" y="1885"/>
                  </a:cubicBezTo>
                  <a:cubicBezTo>
                    <a:pt x="1052" y="1843"/>
                    <a:pt x="1043" y="1843"/>
                    <a:pt x="1043" y="1835"/>
                  </a:cubicBezTo>
                  <a:cubicBezTo>
                    <a:pt x="1003" y="1780"/>
                    <a:pt x="996" y="1770"/>
                    <a:pt x="988" y="1761"/>
                  </a:cubicBezTo>
                  <a:cubicBezTo>
                    <a:pt x="1012" y="1803"/>
                    <a:pt x="1016" y="1808"/>
                    <a:pt x="1021" y="1813"/>
                  </a:cubicBezTo>
                  <a:cubicBezTo>
                    <a:pt x="1030" y="1837"/>
                    <a:pt x="1036" y="1835"/>
                    <a:pt x="1036" y="1839"/>
                  </a:cubicBezTo>
                  <a:cubicBezTo>
                    <a:pt x="1046" y="1859"/>
                    <a:pt x="1050" y="1860"/>
                    <a:pt x="1049" y="1865"/>
                  </a:cubicBezTo>
                  <a:cubicBezTo>
                    <a:pt x="1067" y="1896"/>
                    <a:pt x="1069" y="1900"/>
                    <a:pt x="1071" y="1903"/>
                  </a:cubicBezTo>
                  <a:cubicBezTo>
                    <a:pt x="1092" y="1948"/>
                    <a:pt x="1092" y="1955"/>
                    <a:pt x="1095" y="1959"/>
                  </a:cubicBezTo>
                  <a:cubicBezTo>
                    <a:pt x="1123" y="2041"/>
                    <a:pt x="1129" y="2042"/>
                    <a:pt x="1130" y="2049"/>
                  </a:cubicBezTo>
                  <a:cubicBezTo>
                    <a:pt x="1150" y="2114"/>
                    <a:pt x="1150" y="2117"/>
                    <a:pt x="1150" y="2121"/>
                  </a:cubicBezTo>
                  <a:cubicBezTo>
                    <a:pt x="1151" y="2128"/>
                    <a:pt x="1142" y="2118"/>
                    <a:pt x="1139" y="2103"/>
                  </a:cubicBezTo>
                  <a:cubicBezTo>
                    <a:pt x="1126" y="2078"/>
                    <a:pt x="1123" y="2071"/>
                    <a:pt x="1119" y="2066"/>
                  </a:cubicBezTo>
                  <a:cubicBezTo>
                    <a:pt x="1108" y="2039"/>
                    <a:pt x="1106" y="2032"/>
                    <a:pt x="1099" y="2029"/>
                  </a:cubicBezTo>
                  <a:cubicBezTo>
                    <a:pt x="1078" y="1982"/>
                    <a:pt x="1076" y="1975"/>
                    <a:pt x="1071" y="1970"/>
                  </a:cubicBezTo>
                  <a:cubicBezTo>
                    <a:pt x="1048" y="1932"/>
                    <a:pt x="1047" y="1928"/>
                    <a:pt x="1047" y="1924"/>
                  </a:cubicBezTo>
                  <a:cubicBezTo>
                    <a:pt x="1030" y="1888"/>
                    <a:pt x="1021" y="1887"/>
                    <a:pt x="1021" y="1879"/>
                  </a:cubicBezTo>
                  <a:cubicBezTo>
                    <a:pt x="1008" y="1846"/>
                    <a:pt x="1000" y="1840"/>
                    <a:pt x="999" y="1846"/>
                  </a:cubicBezTo>
                  <a:cubicBezTo>
                    <a:pt x="1015" y="1873"/>
                    <a:pt x="1017" y="1885"/>
                    <a:pt x="1023" y="1892"/>
                  </a:cubicBezTo>
                  <a:cubicBezTo>
                    <a:pt x="1045" y="1935"/>
                    <a:pt x="1047" y="1939"/>
                    <a:pt x="1049" y="1944"/>
                  </a:cubicBezTo>
                  <a:cubicBezTo>
                    <a:pt x="1065" y="1974"/>
                    <a:pt x="1066" y="1974"/>
                    <a:pt x="1067" y="1974"/>
                  </a:cubicBezTo>
                  <a:cubicBezTo>
                    <a:pt x="1082" y="2010"/>
                    <a:pt x="1086" y="2011"/>
                    <a:pt x="1086" y="2018"/>
                  </a:cubicBezTo>
                  <a:cubicBezTo>
                    <a:pt x="1103" y="2056"/>
                    <a:pt x="1107" y="2058"/>
                    <a:pt x="1110" y="2062"/>
                  </a:cubicBezTo>
                  <a:cubicBezTo>
                    <a:pt x="1141" y="2137"/>
                    <a:pt x="1147" y="2139"/>
                    <a:pt x="1147" y="2147"/>
                  </a:cubicBezTo>
                  <a:cubicBezTo>
                    <a:pt x="1165" y="2142"/>
                    <a:pt x="1161" y="2123"/>
                    <a:pt x="1156" y="2105"/>
                  </a:cubicBezTo>
                  <a:close/>
                  <a:moveTo>
                    <a:pt x="1282" y="2121"/>
                  </a:moveTo>
                  <a:cubicBezTo>
                    <a:pt x="1283" y="2117"/>
                    <a:pt x="1286" y="2117"/>
                    <a:pt x="1287" y="2114"/>
                  </a:cubicBezTo>
                  <a:cubicBezTo>
                    <a:pt x="1321" y="2080"/>
                    <a:pt x="1320" y="2072"/>
                    <a:pt x="1326" y="2070"/>
                  </a:cubicBezTo>
                  <a:cubicBezTo>
                    <a:pt x="1347" y="2053"/>
                    <a:pt x="1345" y="2047"/>
                    <a:pt x="1350" y="2049"/>
                  </a:cubicBezTo>
                  <a:cubicBezTo>
                    <a:pt x="1377" y="2021"/>
                    <a:pt x="1391" y="2005"/>
                    <a:pt x="1407" y="1990"/>
                  </a:cubicBezTo>
                  <a:cubicBezTo>
                    <a:pt x="1432" y="1962"/>
                    <a:pt x="1438" y="1960"/>
                    <a:pt x="1439" y="1955"/>
                  </a:cubicBezTo>
                  <a:cubicBezTo>
                    <a:pt x="1473" y="1911"/>
                    <a:pt x="1474" y="1904"/>
                    <a:pt x="1477" y="1898"/>
                  </a:cubicBezTo>
                  <a:cubicBezTo>
                    <a:pt x="1479" y="1880"/>
                    <a:pt x="1478" y="1883"/>
                    <a:pt x="1479" y="1887"/>
                  </a:cubicBezTo>
                  <a:cubicBezTo>
                    <a:pt x="1460" y="1920"/>
                    <a:pt x="1450" y="1925"/>
                    <a:pt x="1446" y="1937"/>
                  </a:cubicBezTo>
                  <a:cubicBezTo>
                    <a:pt x="1410" y="1977"/>
                    <a:pt x="1401" y="1976"/>
                    <a:pt x="1400" y="1983"/>
                  </a:cubicBezTo>
                  <a:cubicBezTo>
                    <a:pt x="1385" y="2005"/>
                    <a:pt x="1376" y="2000"/>
                    <a:pt x="1378" y="2007"/>
                  </a:cubicBezTo>
                  <a:cubicBezTo>
                    <a:pt x="1342" y="2047"/>
                    <a:pt x="1322" y="2057"/>
                    <a:pt x="1309" y="2075"/>
                  </a:cubicBezTo>
                  <a:cubicBezTo>
                    <a:pt x="1286" y="2101"/>
                    <a:pt x="1285" y="2104"/>
                    <a:pt x="1282" y="2105"/>
                  </a:cubicBezTo>
                  <a:cubicBezTo>
                    <a:pt x="1265" y="2129"/>
                    <a:pt x="1263" y="2131"/>
                    <a:pt x="1261" y="2131"/>
                  </a:cubicBezTo>
                  <a:cubicBezTo>
                    <a:pt x="1251" y="2152"/>
                    <a:pt x="1245" y="2151"/>
                    <a:pt x="1248" y="2158"/>
                  </a:cubicBezTo>
                  <a:cubicBezTo>
                    <a:pt x="1262" y="2152"/>
                    <a:pt x="1267" y="2142"/>
                    <a:pt x="1272" y="2131"/>
                  </a:cubicBezTo>
                  <a:close/>
                  <a:moveTo>
                    <a:pt x="1252" y="2121"/>
                  </a:moveTo>
                  <a:cubicBezTo>
                    <a:pt x="1253" y="2116"/>
                    <a:pt x="1258" y="2113"/>
                    <a:pt x="1261" y="2110"/>
                  </a:cubicBezTo>
                  <a:cubicBezTo>
                    <a:pt x="1292" y="2075"/>
                    <a:pt x="1292" y="2069"/>
                    <a:pt x="1296" y="2066"/>
                  </a:cubicBezTo>
                  <a:cubicBezTo>
                    <a:pt x="1325" y="2042"/>
                    <a:pt x="1328" y="2032"/>
                    <a:pt x="1337" y="2027"/>
                  </a:cubicBezTo>
                  <a:cubicBezTo>
                    <a:pt x="1357" y="2004"/>
                    <a:pt x="1360" y="2005"/>
                    <a:pt x="1361" y="2003"/>
                  </a:cubicBezTo>
                  <a:cubicBezTo>
                    <a:pt x="1379" y="1988"/>
                    <a:pt x="1381" y="1987"/>
                    <a:pt x="1383" y="1985"/>
                  </a:cubicBezTo>
                  <a:cubicBezTo>
                    <a:pt x="1395" y="1974"/>
                    <a:pt x="1393" y="1969"/>
                    <a:pt x="1398" y="1970"/>
                  </a:cubicBezTo>
                  <a:cubicBezTo>
                    <a:pt x="1429" y="1937"/>
                    <a:pt x="1430" y="1935"/>
                    <a:pt x="1431" y="1933"/>
                  </a:cubicBezTo>
                  <a:cubicBezTo>
                    <a:pt x="1448" y="1913"/>
                    <a:pt x="1452" y="1911"/>
                    <a:pt x="1453" y="1905"/>
                  </a:cubicBezTo>
                  <a:cubicBezTo>
                    <a:pt x="1484" y="1849"/>
                    <a:pt x="1489" y="1848"/>
                    <a:pt x="1485" y="1844"/>
                  </a:cubicBezTo>
                  <a:cubicBezTo>
                    <a:pt x="1498" y="1819"/>
                    <a:pt x="1499" y="1815"/>
                    <a:pt x="1503" y="1813"/>
                  </a:cubicBezTo>
                  <a:cubicBezTo>
                    <a:pt x="1479" y="1838"/>
                    <a:pt x="1484" y="1853"/>
                    <a:pt x="1477" y="1855"/>
                  </a:cubicBezTo>
                  <a:cubicBezTo>
                    <a:pt x="1464" y="1882"/>
                    <a:pt x="1459" y="1886"/>
                    <a:pt x="1455" y="1892"/>
                  </a:cubicBezTo>
                  <a:cubicBezTo>
                    <a:pt x="1437" y="1912"/>
                    <a:pt x="1434" y="1918"/>
                    <a:pt x="1431" y="1922"/>
                  </a:cubicBezTo>
                  <a:cubicBezTo>
                    <a:pt x="1408" y="1942"/>
                    <a:pt x="1402" y="1953"/>
                    <a:pt x="1394" y="1961"/>
                  </a:cubicBezTo>
                  <a:cubicBezTo>
                    <a:pt x="1356" y="1988"/>
                    <a:pt x="1360" y="1997"/>
                    <a:pt x="1354" y="1996"/>
                  </a:cubicBezTo>
                  <a:cubicBezTo>
                    <a:pt x="1337" y="2014"/>
                    <a:pt x="1333" y="2016"/>
                    <a:pt x="1330" y="2018"/>
                  </a:cubicBezTo>
                  <a:cubicBezTo>
                    <a:pt x="1304" y="2043"/>
                    <a:pt x="1304" y="2048"/>
                    <a:pt x="1300" y="2049"/>
                  </a:cubicBezTo>
                  <a:cubicBezTo>
                    <a:pt x="1281" y="2070"/>
                    <a:pt x="1275" y="2075"/>
                    <a:pt x="1269" y="2079"/>
                  </a:cubicBezTo>
                  <a:cubicBezTo>
                    <a:pt x="1247" y="2112"/>
                    <a:pt x="1245" y="2113"/>
                    <a:pt x="1243" y="2114"/>
                  </a:cubicBezTo>
                  <a:cubicBezTo>
                    <a:pt x="1247" y="2103"/>
                    <a:pt x="1247" y="2098"/>
                    <a:pt x="1250" y="2094"/>
                  </a:cubicBezTo>
                  <a:cubicBezTo>
                    <a:pt x="1275" y="2064"/>
                    <a:pt x="1275" y="2058"/>
                    <a:pt x="1278" y="2055"/>
                  </a:cubicBezTo>
                  <a:cubicBezTo>
                    <a:pt x="1312" y="2008"/>
                    <a:pt x="1335" y="1985"/>
                    <a:pt x="1359" y="1964"/>
                  </a:cubicBezTo>
                  <a:cubicBezTo>
                    <a:pt x="1384" y="1931"/>
                    <a:pt x="1387" y="1930"/>
                    <a:pt x="1387" y="1924"/>
                  </a:cubicBezTo>
                  <a:cubicBezTo>
                    <a:pt x="1413" y="1898"/>
                    <a:pt x="1413" y="1892"/>
                    <a:pt x="1418" y="1892"/>
                  </a:cubicBezTo>
                  <a:cubicBezTo>
                    <a:pt x="1427" y="1879"/>
                    <a:pt x="1429" y="1875"/>
                    <a:pt x="1431" y="1872"/>
                  </a:cubicBezTo>
                  <a:cubicBezTo>
                    <a:pt x="1422" y="1877"/>
                    <a:pt x="1419" y="1882"/>
                    <a:pt x="1416" y="1885"/>
                  </a:cubicBezTo>
                  <a:cubicBezTo>
                    <a:pt x="1370" y="1932"/>
                    <a:pt x="1368" y="1937"/>
                    <a:pt x="1365" y="1942"/>
                  </a:cubicBezTo>
                  <a:cubicBezTo>
                    <a:pt x="1347" y="1957"/>
                    <a:pt x="1348" y="1963"/>
                    <a:pt x="1344" y="1961"/>
                  </a:cubicBezTo>
                  <a:cubicBezTo>
                    <a:pt x="1310" y="1997"/>
                    <a:pt x="1311" y="2001"/>
                    <a:pt x="1309" y="2003"/>
                  </a:cubicBezTo>
                  <a:cubicBezTo>
                    <a:pt x="1290" y="2031"/>
                    <a:pt x="1278" y="2034"/>
                    <a:pt x="1276" y="2046"/>
                  </a:cubicBezTo>
                  <a:cubicBezTo>
                    <a:pt x="1263" y="2059"/>
                    <a:pt x="1262" y="2063"/>
                    <a:pt x="1256" y="2066"/>
                  </a:cubicBezTo>
                  <a:cubicBezTo>
                    <a:pt x="1229" y="2114"/>
                    <a:pt x="1229" y="2119"/>
                    <a:pt x="1226" y="2121"/>
                  </a:cubicBezTo>
                  <a:cubicBezTo>
                    <a:pt x="1210" y="2155"/>
                    <a:pt x="1209" y="2158"/>
                    <a:pt x="1208" y="2160"/>
                  </a:cubicBezTo>
                  <a:cubicBezTo>
                    <a:pt x="1234" y="2148"/>
                    <a:pt x="1239" y="2141"/>
                    <a:pt x="1243" y="2131"/>
                  </a:cubicBezTo>
                  <a:close/>
                  <a:moveTo>
                    <a:pt x="1095" y="2090"/>
                  </a:moveTo>
                  <a:cubicBezTo>
                    <a:pt x="1092" y="2080"/>
                    <a:pt x="1087" y="2072"/>
                    <a:pt x="1082" y="2064"/>
                  </a:cubicBezTo>
                  <a:cubicBezTo>
                    <a:pt x="1051" y="2009"/>
                    <a:pt x="1049" y="2005"/>
                    <a:pt x="1045" y="2003"/>
                  </a:cubicBezTo>
                  <a:cubicBezTo>
                    <a:pt x="1032" y="1967"/>
                    <a:pt x="1032" y="1961"/>
                    <a:pt x="1030" y="1957"/>
                  </a:cubicBezTo>
                  <a:cubicBezTo>
                    <a:pt x="1015" y="1906"/>
                    <a:pt x="1012" y="1903"/>
                    <a:pt x="1012" y="1896"/>
                  </a:cubicBezTo>
                  <a:cubicBezTo>
                    <a:pt x="1003" y="1886"/>
                    <a:pt x="1010" y="1901"/>
                    <a:pt x="1012" y="1920"/>
                  </a:cubicBezTo>
                  <a:cubicBezTo>
                    <a:pt x="1029" y="2003"/>
                    <a:pt x="1034" y="2018"/>
                    <a:pt x="1038" y="2033"/>
                  </a:cubicBezTo>
                  <a:cubicBezTo>
                    <a:pt x="1048" y="2064"/>
                    <a:pt x="1051" y="2072"/>
                    <a:pt x="1056" y="2077"/>
                  </a:cubicBezTo>
                  <a:cubicBezTo>
                    <a:pt x="1101" y="2160"/>
                    <a:pt x="1101" y="2160"/>
                    <a:pt x="1101" y="2160"/>
                  </a:cubicBezTo>
                  <a:cubicBezTo>
                    <a:pt x="1097" y="2151"/>
                    <a:pt x="1093" y="2150"/>
                    <a:pt x="1093" y="2142"/>
                  </a:cubicBezTo>
                  <a:cubicBezTo>
                    <a:pt x="1069" y="2093"/>
                    <a:pt x="1058" y="2074"/>
                    <a:pt x="1051" y="2051"/>
                  </a:cubicBezTo>
                  <a:cubicBezTo>
                    <a:pt x="1037" y="2005"/>
                    <a:pt x="1030" y="1997"/>
                    <a:pt x="1030" y="1983"/>
                  </a:cubicBezTo>
                  <a:cubicBezTo>
                    <a:pt x="1058" y="2041"/>
                    <a:pt x="1062" y="2045"/>
                    <a:pt x="1064" y="2051"/>
                  </a:cubicBezTo>
                  <a:cubicBezTo>
                    <a:pt x="1085" y="2092"/>
                    <a:pt x="1091" y="2094"/>
                    <a:pt x="1093" y="2101"/>
                  </a:cubicBezTo>
                  <a:cubicBezTo>
                    <a:pt x="1127" y="2147"/>
                    <a:pt x="1120" y="2159"/>
                    <a:pt x="1126" y="2158"/>
                  </a:cubicBezTo>
                  <a:cubicBezTo>
                    <a:pt x="1131" y="2147"/>
                    <a:pt x="1123" y="2137"/>
                    <a:pt x="1117" y="2125"/>
                  </a:cubicBezTo>
                  <a:close/>
                  <a:moveTo>
                    <a:pt x="1062" y="2155"/>
                  </a:moveTo>
                  <a:cubicBezTo>
                    <a:pt x="1062" y="2152"/>
                    <a:pt x="1061" y="2150"/>
                    <a:pt x="1058" y="2149"/>
                  </a:cubicBezTo>
                  <a:cubicBezTo>
                    <a:pt x="1061" y="2142"/>
                    <a:pt x="1051" y="2147"/>
                    <a:pt x="1054" y="2140"/>
                  </a:cubicBezTo>
                  <a:cubicBezTo>
                    <a:pt x="1048" y="2137"/>
                    <a:pt x="1047" y="2129"/>
                    <a:pt x="1040" y="2127"/>
                  </a:cubicBezTo>
                  <a:cubicBezTo>
                    <a:pt x="1037" y="2113"/>
                    <a:pt x="1027" y="2105"/>
                    <a:pt x="1019" y="2097"/>
                  </a:cubicBezTo>
                  <a:cubicBezTo>
                    <a:pt x="1017" y="2106"/>
                    <a:pt x="1026" y="2106"/>
                    <a:pt x="1027" y="2112"/>
                  </a:cubicBezTo>
                  <a:cubicBezTo>
                    <a:pt x="1028" y="2119"/>
                    <a:pt x="1036" y="2120"/>
                    <a:pt x="1036" y="2127"/>
                  </a:cubicBezTo>
                  <a:cubicBezTo>
                    <a:pt x="1045" y="2135"/>
                    <a:pt x="1050" y="2146"/>
                    <a:pt x="1058" y="2155"/>
                  </a:cubicBezTo>
                  <a:cubicBezTo>
                    <a:pt x="1059" y="2157"/>
                    <a:pt x="1060" y="2159"/>
                    <a:pt x="1061" y="2160"/>
                  </a:cubicBezTo>
                  <a:cubicBezTo>
                    <a:pt x="1067" y="2160"/>
                    <a:pt x="1067" y="2160"/>
                    <a:pt x="1067" y="2160"/>
                  </a:cubicBezTo>
                  <a:cubicBezTo>
                    <a:pt x="1066" y="2158"/>
                    <a:pt x="1066" y="2155"/>
                    <a:pt x="1062" y="215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</p:sp>
        <p:sp>
          <p:nvSpPr>
            <p:cNvPr id="20" name="Freeform 13"/>
            <p:cNvSpPr>
              <a:spLocks noEditPoints="1"/>
            </p:cNvSpPr>
            <p:nvPr/>
          </p:nvSpPr>
          <p:spPr bwMode="auto">
            <a:xfrm>
              <a:off x="0" y="3175"/>
              <a:ext cx="12198350" cy="6875463"/>
            </a:xfrm>
            <a:custGeom>
              <a:avLst/>
              <a:gdLst/>
              <a:ahLst/>
              <a:cxnLst/>
              <a:rect l="0" t="0" r="r" b="b"/>
              <a:pathLst>
                <a:path w="3840" h="2163">
                  <a:moveTo>
                    <a:pt x="3809" y="960"/>
                  </a:moveTo>
                  <a:cubicBezTo>
                    <a:pt x="3796" y="975"/>
                    <a:pt x="3783" y="990"/>
                    <a:pt x="3772" y="1010"/>
                  </a:cubicBezTo>
                  <a:cubicBezTo>
                    <a:pt x="3769" y="1017"/>
                    <a:pt x="3766" y="1024"/>
                    <a:pt x="3763" y="1030"/>
                  </a:cubicBezTo>
                  <a:cubicBezTo>
                    <a:pt x="3771" y="1037"/>
                    <a:pt x="3769" y="1017"/>
                    <a:pt x="3775" y="1019"/>
                  </a:cubicBezTo>
                  <a:cubicBezTo>
                    <a:pt x="3774" y="1010"/>
                    <a:pt x="3779" y="1009"/>
                    <a:pt x="3783" y="1001"/>
                  </a:cubicBezTo>
                  <a:cubicBezTo>
                    <a:pt x="3787" y="996"/>
                    <a:pt x="3792" y="991"/>
                    <a:pt x="3796" y="985"/>
                  </a:cubicBezTo>
                  <a:cubicBezTo>
                    <a:pt x="3798" y="980"/>
                    <a:pt x="3802" y="982"/>
                    <a:pt x="3803" y="976"/>
                  </a:cubicBezTo>
                  <a:cubicBezTo>
                    <a:pt x="3807" y="980"/>
                    <a:pt x="3805" y="966"/>
                    <a:pt x="3810" y="970"/>
                  </a:cubicBezTo>
                  <a:cubicBezTo>
                    <a:pt x="3815" y="965"/>
                    <a:pt x="3819" y="960"/>
                    <a:pt x="3824" y="954"/>
                  </a:cubicBezTo>
                  <a:cubicBezTo>
                    <a:pt x="3826" y="952"/>
                    <a:pt x="3829" y="950"/>
                    <a:pt x="3831" y="948"/>
                  </a:cubicBezTo>
                  <a:cubicBezTo>
                    <a:pt x="3834" y="948"/>
                    <a:pt x="3835" y="940"/>
                    <a:pt x="3838" y="942"/>
                  </a:cubicBezTo>
                  <a:cubicBezTo>
                    <a:pt x="3839" y="941"/>
                    <a:pt x="3840" y="940"/>
                    <a:pt x="3840" y="940"/>
                  </a:cubicBezTo>
                  <a:cubicBezTo>
                    <a:pt x="3840" y="930"/>
                    <a:pt x="3840" y="930"/>
                    <a:pt x="3840" y="930"/>
                  </a:cubicBezTo>
                  <a:cubicBezTo>
                    <a:pt x="3837" y="933"/>
                    <a:pt x="3833" y="935"/>
                    <a:pt x="3830" y="938"/>
                  </a:cubicBezTo>
                  <a:cubicBezTo>
                    <a:pt x="3824" y="947"/>
                    <a:pt x="3817" y="953"/>
                    <a:pt x="3809" y="960"/>
                  </a:cubicBezTo>
                  <a:close/>
                  <a:moveTo>
                    <a:pt x="3827" y="880"/>
                  </a:moveTo>
                  <a:cubicBezTo>
                    <a:pt x="3818" y="885"/>
                    <a:pt x="3810" y="891"/>
                    <a:pt x="3802" y="898"/>
                  </a:cubicBezTo>
                  <a:cubicBezTo>
                    <a:pt x="3795" y="906"/>
                    <a:pt x="3785" y="910"/>
                    <a:pt x="3779" y="921"/>
                  </a:cubicBezTo>
                  <a:cubicBezTo>
                    <a:pt x="3770" y="926"/>
                    <a:pt x="3764" y="938"/>
                    <a:pt x="3757" y="945"/>
                  </a:cubicBezTo>
                  <a:cubicBezTo>
                    <a:pt x="3754" y="951"/>
                    <a:pt x="3748" y="950"/>
                    <a:pt x="3746" y="959"/>
                  </a:cubicBezTo>
                  <a:cubicBezTo>
                    <a:pt x="3743" y="958"/>
                    <a:pt x="3742" y="963"/>
                    <a:pt x="3740" y="966"/>
                  </a:cubicBezTo>
                  <a:cubicBezTo>
                    <a:pt x="3738" y="965"/>
                    <a:pt x="3735" y="971"/>
                    <a:pt x="3738" y="972"/>
                  </a:cubicBezTo>
                  <a:cubicBezTo>
                    <a:pt x="3746" y="962"/>
                    <a:pt x="3754" y="953"/>
                    <a:pt x="3762" y="942"/>
                  </a:cubicBezTo>
                  <a:cubicBezTo>
                    <a:pt x="3773" y="939"/>
                    <a:pt x="3778" y="921"/>
                    <a:pt x="3789" y="918"/>
                  </a:cubicBezTo>
                  <a:cubicBezTo>
                    <a:pt x="3792" y="911"/>
                    <a:pt x="3799" y="912"/>
                    <a:pt x="3802" y="905"/>
                  </a:cubicBezTo>
                  <a:cubicBezTo>
                    <a:pt x="3807" y="902"/>
                    <a:pt x="3812" y="899"/>
                    <a:pt x="3816" y="894"/>
                  </a:cubicBezTo>
                  <a:cubicBezTo>
                    <a:pt x="3817" y="891"/>
                    <a:pt x="3822" y="895"/>
                    <a:pt x="3822" y="890"/>
                  </a:cubicBezTo>
                  <a:cubicBezTo>
                    <a:pt x="3826" y="891"/>
                    <a:pt x="3827" y="884"/>
                    <a:pt x="3831" y="886"/>
                  </a:cubicBezTo>
                  <a:cubicBezTo>
                    <a:pt x="3833" y="882"/>
                    <a:pt x="3837" y="881"/>
                    <a:pt x="3840" y="879"/>
                  </a:cubicBezTo>
                  <a:cubicBezTo>
                    <a:pt x="3840" y="871"/>
                    <a:pt x="3840" y="871"/>
                    <a:pt x="3840" y="871"/>
                  </a:cubicBezTo>
                  <a:cubicBezTo>
                    <a:pt x="3840" y="871"/>
                    <a:pt x="3840" y="871"/>
                    <a:pt x="3840" y="871"/>
                  </a:cubicBezTo>
                  <a:cubicBezTo>
                    <a:pt x="3835" y="872"/>
                    <a:pt x="3831" y="878"/>
                    <a:pt x="3827" y="880"/>
                  </a:cubicBezTo>
                  <a:close/>
                  <a:moveTo>
                    <a:pt x="3837" y="806"/>
                  </a:moveTo>
                  <a:cubicBezTo>
                    <a:pt x="3836" y="810"/>
                    <a:pt x="3827" y="812"/>
                    <a:pt x="3832" y="816"/>
                  </a:cubicBezTo>
                  <a:cubicBezTo>
                    <a:pt x="3835" y="814"/>
                    <a:pt x="3837" y="812"/>
                    <a:pt x="3840" y="810"/>
                  </a:cubicBezTo>
                  <a:cubicBezTo>
                    <a:pt x="3840" y="804"/>
                    <a:pt x="3840" y="804"/>
                    <a:pt x="3840" y="804"/>
                  </a:cubicBezTo>
                  <a:cubicBezTo>
                    <a:pt x="3839" y="804"/>
                    <a:pt x="3838" y="805"/>
                    <a:pt x="3837" y="806"/>
                  </a:cubicBezTo>
                  <a:close/>
                  <a:moveTo>
                    <a:pt x="2318" y="205"/>
                  </a:moveTo>
                  <a:cubicBezTo>
                    <a:pt x="2319" y="200"/>
                    <a:pt x="2323" y="198"/>
                    <a:pt x="2322" y="192"/>
                  </a:cubicBezTo>
                  <a:cubicBezTo>
                    <a:pt x="2351" y="148"/>
                    <a:pt x="2361" y="145"/>
                    <a:pt x="2364" y="135"/>
                  </a:cubicBezTo>
                  <a:cubicBezTo>
                    <a:pt x="2383" y="109"/>
                    <a:pt x="2387" y="107"/>
                    <a:pt x="2388" y="102"/>
                  </a:cubicBezTo>
                  <a:cubicBezTo>
                    <a:pt x="2419" y="61"/>
                    <a:pt x="2429" y="59"/>
                    <a:pt x="2434" y="50"/>
                  </a:cubicBezTo>
                  <a:cubicBezTo>
                    <a:pt x="2462" y="20"/>
                    <a:pt x="2474" y="12"/>
                    <a:pt x="2481" y="0"/>
                  </a:cubicBezTo>
                  <a:cubicBezTo>
                    <a:pt x="2462" y="9"/>
                    <a:pt x="2460" y="16"/>
                    <a:pt x="2453" y="19"/>
                  </a:cubicBezTo>
                  <a:cubicBezTo>
                    <a:pt x="2438" y="35"/>
                    <a:pt x="2436" y="37"/>
                    <a:pt x="2434" y="39"/>
                  </a:cubicBezTo>
                  <a:cubicBezTo>
                    <a:pt x="2416" y="54"/>
                    <a:pt x="2418" y="60"/>
                    <a:pt x="2412" y="59"/>
                  </a:cubicBezTo>
                  <a:cubicBezTo>
                    <a:pt x="2382" y="92"/>
                    <a:pt x="2384" y="103"/>
                    <a:pt x="2377" y="104"/>
                  </a:cubicBezTo>
                  <a:cubicBezTo>
                    <a:pt x="2361" y="133"/>
                    <a:pt x="2355" y="132"/>
                    <a:pt x="2357" y="139"/>
                  </a:cubicBezTo>
                  <a:cubicBezTo>
                    <a:pt x="2336" y="177"/>
                    <a:pt x="2326" y="171"/>
                    <a:pt x="2329" y="179"/>
                  </a:cubicBezTo>
                  <a:cubicBezTo>
                    <a:pt x="2321" y="199"/>
                    <a:pt x="2312" y="203"/>
                    <a:pt x="2318" y="205"/>
                  </a:cubicBezTo>
                  <a:close/>
                  <a:moveTo>
                    <a:pt x="3826" y="837"/>
                  </a:moveTo>
                  <a:cubicBezTo>
                    <a:pt x="3821" y="839"/>
                    <a:pt x="3818" y="844"/>
                    <a:pt x="3813" y="845"/>
                  </a:cubicBezTo>
                  <a:cubicBezTo>
                    <a:pt x="3805" y="852"/>
                    <a:pt x="3797" y="858"/>
                    <a:pt x="3790" y="867"/>
                  </a:cubicBezTo>
                  <a:cubicBezTo>
                    <a:pt x="3787" y="873"/>
                    <a:pt x="3782" y="871"/>
                    <a:pt x="3780" y="879"/>
                  </a:cubicBezTo>
                  <a:cubicBezTo>
                    <a:pt x="3776" y="877"/>
                    <a:pt x="3776" y="884"/>
                    <a:pt x="3773" y="883"/>
                  </a:cubicBezTo>
                  <a:cubicBezTo>
                    <a:pt x="3772" y="886"/>
                    <a:pt x="3769" y="890"/>
                    <a:pt x="3772" y="892"/>
                  </a:cubicBezTo>
                  <a:cubicBezTo>
                    <a:pt x="3778" y="885"/>
                    <a:pt x="3784" y="877"/>
                    <a:pt x="3792" y="872"/>
                  </a:cubicBezTo>
                  <a:cubicBezTo>
                    <a:pt x="3795" y="867"/>
                    <a:pt x="3799" y="864"/>
                    <a:pt x="3803" y="863"/>
                  </a:cubicBezTo>
                  <a:cubicBezTo>
                    <a:pt x="3806" y="858"/>
                    <a:pt x="3810" y="855"/>
                    <a:pt x="3814" y="853"/>
                  </a:cubicBezTo>
                  <a:cubicBezTo>
                    <a:pt x="3821" y="846"/>
                    <a:pt x="3828" y="841"/>
                    <a:pt x="3836" y="836"/>
                  </a:cubicBezTo>
                  <a:cubicBezTo>
                    <a:pt x="3837" y="837"/>
                    <a:pt x="3839" y="836"/>
                    <a:pt x="3840" y="835"/>
                  </a:cubicBezTo>
                  <a:cubicBezTo>
                    <a:pt x="3840" y="826"/>
                    <a:pt x="3840" y="826"/>
                    <a:pt x="3840" y="826"/>
                  </a:cubicBezTo>
                  <a:cubicBezTo>
                    <a:pt x="3839" y="827"/>
                    <a:pt x="3838" y="827"/>
                    <a:pt x="3837" y="827"/>
                  </a:cubicBezTo>
                  <a:cubicBezTo>
                    <a:pt x="3834" y="831"/>
                    <a:pt x="3830" y="835"/>
                    <a:pt x="3826" y="837"/>
                  </a:cubicBezTo>
                  <a:close/>
                  <a:moveTo>
                    <a:pt x="3819" y="964"/>
                  </a:moveTo>
                  <a:cubicBezTo>
                    <a:pt x="3816" y="970"/>
                    <a:pt x="3810" y="971"/>
                    <a:pt x="3807" y="978"/>
                  </a:cubicBezTo>
                  <a:cubicBezTo>
                    <a:pt x="3801" y="978"/>
                    <a:pt x="3800" y="989"/>
                    <a:pt x="3795" y="989"/>
                  </a:cubicBezTo>
                  <a:cubicBezTo>
                    <a:pt x="3792" y="998"/>
                    <a:pt x="3786" y="999"/>
                    <a:pt x="3783" y="1006"/>
                  </a:cubicBezTo>
                  <a:cubicBezTo>
                    <a:pt x="3787" y="1008"/>
                    <a:pt x="3780" y="1008"/>
                    <a:pt x="3783" y="1011"/>
                  </a:cubicBezTo>
                  <a:cubicBezTo>
                    <a:pt x="3784" y="1015"/>
                    <a:pt x="3774" y="1015"/>
                    <a:pt x="3780" y="1019"/>
                  </a:cubicBezTo>
                  <a:cubicBezTo>
                    <a:pt x="3796" y="998"/>
                    <a:pt x="3813" y="976"/>
                    <a:pt x="3833" y="965"/>
                  </a:cubicBezTo>
                  <a:cubicBezTo>
                    <a:pt x="3835" y="963"/>
                    <a:pt x="3838" y="961"/>
                    <a:pt x="3840" y="959"/>
                  </a:cubicBezTo>
                  <a:cubicBezTo>
                    <a:pt x="3840" y="950"/>
                    <a:pt x="3840" y="950"/>
                    <a:pt x="3840" y="950"/>
                  </a:cubicBezTo>
                  <a:cubicBezTo>
                    <a:pt x="3837" y="952"/>
                    <a:pt x="3835" y="954"/>
                    <a:pt x="3833" y="956"/>
                  </a:cubicBezTo>
                  <a:cubicBezTo>
                    <a:pt x="3827" y="957"/>
                    <a:pt x="3825" y="965"/>
                    <a:pt x="3819" y="964"/>
                  </a:cubicBezTo>
                  <a:close/>
                  <a:moveTo>
                    <a:pt x="3803" y="1109"/>
                  </a:moveTo>
                  <a:cubicBezTo>
                    <a:pt x="3801" y="1112"/>
                    <a:pt x="3798" y="1111"/>
                    <a:pt x="3797" y="1113"/>
                  </a:cubicBezTo>
                  <a:cubicBezTo>
                    <a:pt x="3795" y="1116"/>
                    <a:pt x="3794" y="1121"/>
                    <a:pt x="3791" y="1120"/>
                  </a:cubicBezTo>
                  <a:cubicBezTo>
                    <a:pt x="3786" y="1128"/>
                    <a:pt x="3788" y="1129"/>
                    <a:pt x="3782" y="1136"/>
                  </a:cubicBezTo>
                  <a:cubicBezTo>
                    <a:pt x="3780" y="1142"/>
                    <a:pt x="3777" y="1149"/>
                    <a:pt x="3774" y="1156"/>
                  </a:cubicBezTo>
                  <a:cubicBezTo>
                    <a:pt x="3769" y="1158"/>
                    <a:pt x="3768" y="1168"/>
                    <a:pt x="3775" y="1170"/>
                  </a:cubicBezTo>
                  <a:cubicBezTo>
                    <a:pt x="3776" y="1171"/>
                    <a:pt x="3778" y="1171"/>
                    <a:pt x="3779" y="1172"/>
                  </a:cubicBezTo>
                  <a:cubicBezTo>
                    <a:pt x="3780" y="1169"/>
                    <a:pt x="3780" y="1167"/>
                    <a:pt x="3779" y="1165"/>
                  </a:cubicBezTo>
                  <a:cubicBezTo>
                    <a:pt x="3787" y="1166"/>
                    <a:pt x="3779" y="1160"/>
                    <a:pt x="3780" y="1158"/>
                  </a:cubicBezTo>
                  <a:cubicBezTo>
                    <a:pt x="3785" y="1158"/>
                    <a:pt x="3788" y="1145"/>
                    <a:pt x="3787" y="1142"/>
                  </a:cubicBezTo>
                  <a:cubicBezTo>
                    <a:pt x="3794" y="1141"/>
                    <a:pt x="3796" y="1126"/>
                    <a:pt x="3802" y="1123"/>
                  </a:cubicBezTo>
                  <a:cubicBezTo>
                    <a:pt x="3807" y="1114"/>
                    <a:pt x="3813" y="1109"/>
                    <a:pt x="3818" y="1101"/>
                  </a:cubicBezTo>
                  <a:cubicBezTo>
                    <a:pt x="3823" y="1095"/>
                    <a:pt x="3830" y="1091"/>
                    <a:pt x="3835" y="1084"/>
                  </a:cubicBezTo>
                  <a:cubicBezTo>
                    <a:pt x="3837" y="1084"/>
                    <a:pt x="3838" y="1082"/>
                    <a:pt x="3840" y="1081"/>
                  </a:cubicBezTo>
                  <a:cubicBezTo>
                    <a:pt x="3840" y="1069"/>
                    <a:pt x="3840" y="1069"/>
                    <a:pt x="3840" y="1069"/>
                  </a:cubicBezTo>
                  <a:cubicBezTo>
                    <a:pt x="3836" y="1073"/>
                    <a:pt x="3831" y="1077"/>
                    <a:pt x="3827" y="1081"/>
                  </a:cubicBezTo>
                  <a:cubicBezTo>
                    <a:pt x="3818" y="1089"/>
                    <a:pt x="3811" y="1099"/>
                    <a:pt x="3803" y="1109"/>
                  </a:cubicBezTo>
                  <a:close/>
                  <a:moveTo>
                    <a:pt x="3818" y="1248"/>
                  </a:moveTo>
                  <a:cubicBezTo>
                    <a:pt x="3822" y="1250"/>
                    <a:pt x="3815" y="1258"/>
                    <a:pt x="3822" y="1259"/>
                  </a:cubicBezTo>
                  <a:cubicBezTo>
                    <a:pt x="3826" y="1261"/>
                    <a:pt x="3826" y="1254"/>
                    <a:pt x="3829" y="1255"/>
                  </a:cubicBezTo>
                  <a:cubicBezTo>
                    <a:pt x="3832" y="1250"/>
                    <a:pt x="3832" y="1247"/>
                    <a:pt x="3831" y="1244"/>
                  </a:cubicBezTo>
                  <a:cubicBezTo>
                    <a:pt x="3835" y="1245"/>
                    <a:pt x="3835" y="1240"/>
                    <a:pt x="3834" y="1238"/>
                  </a:cubicBezTo>
                  <a:cubicBezTo>
                    <a:pt x="3839" y="1240"/>
                    <a:pt x="3833" y="1233"/>
                    <a:pt x="3837" y="1230"/>
                  </a:cubicBezTo>
                  <a:cubicBezTo>
                    <a:pt x="3838" y="1228"/>
                    <a:pt x="3839" y="1227"/>
                    <a:pt x="3840" y="1226"/>
                  </a:cubicBezTo>
                  <a:cubicBezTo>
                    <a:pt x="3840" y="1209"/>
                    <a:pt x="3840" y="1209"/>
                    <a:pt x="3840" y="1209"/>
                  </a:cubicBezTo>
                  <a:cubicBezTo>
                    <a:pt x="3835" y="1219"/>
                    <a:pt x="3829" y="1228"/>
                    <a:pt x="3823" y="1236"/>
                  </a:cubicBezTo>
                  <a:cubicBezTo>
                    <a:pt x="3828" y="1240"/>
                    <a:pt x="3819" y="1244"/>
                    <a:pt x="3818" y="1248"/>
                  </a:cubicBezTo>
                  <a:close/>
                  <a:moveTo>
                    <a:pt x="3121" y="2109"/>
                  </a:moveTo>
                  <a:cubicBezTo>
                    <a:pt x="3119" y="2105"/>
                    <a:pt x="3124" y="2102"/>
                    <a:pt x="3118" y="2098"/>
                  </a:cubicBezTo>
                  <a:cubicBezTo>
                    <a:pt x="3121" y="2094"/>
                    <a:pt x="3113" y="2089"/>
                    <a:pt x="3115" y="2086"/>
                  </a:cubicBezTo>
                  <a:cubicBezTo>
                    <a:pt x="3114" y="2077"/>
                    <a:pt x="3111" y="2069"/>
                    <a:pt x="3108" y="2060"/>
                  </a:cubicBezTo>
                  <a:cubicBezTo>
                    <a:pt x="3108" y="2056"/>
                    <a:pt x="3105" y="2053"/>
                    <a:pt x="3104" y="2049"/>
                  </a:cubicBezTo>
                  <a:cubicBezTo>
                    <a:pt x="3103" y="2048"/>
                    <a:pt x="3105" y="2045"/>
                    <a:pt x="3104" y="2043"/>
                  </a:cubicBezTo>
                  <a:cubicBezTo>
                    <a:pt x="3103" y="2041"/>
                    <a:pt x="3099" y="2039"/>
                    <a:pt x="3102" y="2037"/>
                  </a:cubicBezTo>
                  <a:cubicBezTo>
                    <a:pt x="3096" y="2032"/>
                    <a:pt x="3099" y="2028"/>
                    <a:pt x="3093" y="2024"/>
                  </a:cubicBezTo>
                  <a:cubicBezTo>
                    <a:pt x="3095" y="2020"/>
                    <a:pt x="3092" y="2014"/>
                    <a:pt x="3087" y="2017"/>
                  </a:cubicBezTo>
                  <a:cubicBezTo>
                    <a:pt x="3092" y="2025"/>
                    <a:pt x="3088" y="2032"/>
                    <a:pt x="3095" y="2039"/>
                  </a:cubicBezTo>
                  <a:cubicBezTo>
                    <a:pt x="3093" y="2041"/>
                    <a:pt x="3096" y="2042"/>
                    <a:pt x="3096" y="2044"/>
                  </a:cubicBezTo>
                  <a:cubicBezTo>
                    <a:pt x="3097" y="2045"/>
                    <a:pt x="3096" y="2049"/>
                    <a:pt x="3096" y="2050"/>
                  </a:cubicBezTo>
                  <a:cubicBezTo>
                    <a:pt x="3096" y="2051"/>
                    <a:pt x="3098" y="2052"/>
                    <a:pt x="3099" y="2054"/>
                  </a:cubicBezTo>
                  <a:cubicBezTo>
                    <a:pt x="3101" y="2058"/>
                    <a:pt x="3097" y="2059"/>
                    <a:pt x="3101" y="2063"/>
                  </a:cubicBezTo>
                  <a:cubicBezTo>
                    <a:pt x="3106" y="2071"/>
                    <a:pt x="3101" y="2078"/>
                    <a:pt x="3107" y="2087"/>
                  </a:cubicBezTo>
                  <a:cubicBezTo>
                    <a:pt x="3108" y="2094"/>
                    <a:pt x="3109" y="2102"/>
                    <a:pt x="3114" y="2110"/>
                  </a:cubicBezTo>
                  <a:cubicBezTo>
                    <a:pt x="3112" y="2117"/>
                    <a:pt x="3115" y="2125"/>
                    <a:pt x="3115" y="2132"/>
                  </a:cubicBezTo>
                  <a:cubicBezTo>
                    <a:pt x="3119" y="2136"/>
                    <a:pt x="3117" y="2139"/>
                    <a:pt x="3119" y="2143"/>
                  </a:cubicBezTo>
                  <a:cubicBezTo>
                    <a:pt x="3118" y="2145"/>
                    <a:pt x="3120" y="2147"/>
                    <a:pt x="3122" y="2149"/>
                  </a:cubicBezTo>
                  <a:cubicBezTo>
                    <a:pt x="3124" y="2152"/>
                    <a:pt x="3120" y="2153"/>
                    <a:pt x="3121" y="2155"/>
                  </a:cubicBezTo>
                  <a:cubicBezTo>
                    <a:pt x="3122" y="2157"/>
                    <a:pt x="3123" y="2159"/>
                    <a:pt x="3123" y="2160"/>
                  </a:cubicBezTo>
                  <a:cubicBezTo>
                    <a:pt x="3132" y="2160"/>
                    <a:pt x="3132" y="2160"/>
                    <a:pt x="3132" y="2160"/>
                  </a:cubicBezTo>
                  <a:cubicBezTo>
                    <a:pt x="3132" y="2160"/>
                    <a:pt x="3132" y="2159"/>
                    <a:pt x="3132" y="2158"/>
                  </a:cubicBezTo>
                  <a:cubicBezTo>
                    <a:pt x="3129" y="2142"/>
                    <a:pt x="3124" y="2125"/>
                    <a:pt x="3121" y="2109"/>
                  </a:cubicBezTo>
                  <a:close/>
                  <a:moveTo>
                    <a:pt x="3826" y="1017"/>
                  </a:moveTo>
                  <a:cubicBezTo>
                    <a:pt x="3822" y="1025"/>
                    <a:pt x="3814" y="1024"/>
                    <a:pt x="3810" y="1031"/>
                  </a:cubicBezTo>
                  <a:cubicBezTo>
                    <a:pt x="3806" y="1030"/>
                    <a:pt x="3805" y="1038"/>
                    <a:pt x="3801" y="1037"/>
                  </a:cubicBezTo>
                  <a:cubicBezTo>
                    <a:pt x="3798" y="1040"/>
                    <a:pt x="3796" y="1045"/>
                    <a:pt x="3792" y="1045"/>
                  </a:cubicBezTo>
                  <a:cubicBezTo>
                    <a:pt x="3791" y="1047"/>
                    <a:pt x="3790" y="1047"/>
                    <a:pt x="3787" y="1045"/>
                  </a:cubicBezTo>
                  <a:cubicBezTo>
                    <a:pt x="3786" y="1048"/>
                    <a:pt x="3789" y="1049"/>
                    <a:pt x="3787" y="1052"/>
                  </a:cubicBezTo>
                  <a:cubicBezTo>
                    <a:pt x="3783" y="1053"/>
                    <a:pt x="3780" y="1056"/>
                    <a:pt x="3779" y="1061"/>
                  </a:cubicBezTo>
                  <a:cubicBezTo>
                    <a:pt x="3772" y="1066"/>
                    <a:pt x="3768" y="1072"/>
                    <a:pt x="3767" y="1082"/>
                  </a:cubicBezTo>
                  <a:cubicBezTo>
                    <a:pt x="3773" y="1085"/>
                    <a:pt x="3776" y="1078"/>
                    <a:pt x="3778" y="1072"/>
                  </a:cubicBezTo>
                  <a:cubicBezTo>
                    <a:pt x="3782" y="1068"/>
                    <a:pt x="3787" y="1066"/>
                    <a:pt x="3789" y="1058"/>
                  </a:cubicBezTo>
                  <a:cubicBezTo>
                    <a:pt x="3795" y="1059"/>
                    <a:pt x="3798" y="1052"/>
                    <a:pt x="3802" y="1049"/>
                  </a:cubicBezTo>
                  <a:cubicBezTo>
                    <a:pt x="3805" y="1040"/>
                    <a:pt x="3812" y="1044"/>
                    <a:pt x="3815" y="1036"/>
                  </a:cubicBezTo>
                  <a:cubicBezTo>
                    <a:pt x="3824" y="1030"/>
                    <a:pt x="3833" y="1026"/>
                    <a:pt x="3840" y="1015"/>
                  </a:cubicBezTo>
                  <a:cubicBezTo>
                    <a:pt x="3840" y="1007"/>
                    <a:pt x="3840" y="1007"/>
                    <a:pt x="3840" y="1007"/>
                  </a:cubicBezTo>
                  <a:cubicBezTo>
                    <a:pt x="3835" y="1010"/>
                    <a:pt x="3832" y="1017"/>
                    <a:pt x="3826" y="1017"/>
                  </a:cubicBezTo>
                  <a:close/>
                  <a:moveTo>
                    <a:pt x="450" y="2148"/>
                  </a:moveTo>
                  <a:cubicBezTo>
                    <a:pt x="443" y="2147"/>
                    <a:pt x="440" y="2141"/>
                    <a:pt x="432" y="2141"/>
                  </a:cubicBezTo>
                  <a:cubicBezTo>
                    <a:pt x="398" y="2115"/>
                    <a:pt x="391" y="2113"/>
                    <a:pt x="386" y="2109"/>
                  </a:cubicBezTo>
                  <a:cubicBezTo>
                    <a:pt x="312" y="2071"/>
                    <a:pt x="301" y="2066"/>
                    <a:pt x="298" y="2063"/>
                  </a:cubicBezTo>
                  <a:cubicBezTo>
                    <a:pt x="286" y="2058"/>
                    <a:pt x="284" y="2061"/>
                    <a:pt x="285" y="2061"/>
                  </a:cubicBezTo>
                  <a:cubicBezTo>
                    <a:pt x="253" y="2044"/>
                    <a:pt x="241" y="2046"/>
                    <a:pt x="235" y="2041"/>
                  </a:cubicBezTo>
                  <a:cubicBezTo>
                    <a:pt x="141" y="2001"/>
                    <a:pt x="136" y="1995"/>
                    <a:pt x="127" y="1994"/>
                  </a:cubicBezTo>
                  <a:cubicBezTo>
                    <a:pt x="113" y="1982"/>
                    <a:pt x="110" y="1982"/>
                    <a:pt x="111" y="1986"/>
                  </a:cubicBezTo>
                  <a:cubicBezTo>
                    <a:pt x="141" y="2010"/>
                    <a:pt x="141" y="2016"/>
                    <a:pt x="144" y="2019"/>
                  </a:cubicBezTo>
                  <a:cubicBezTo>
                    <a:pt x="143" y="2021"/>
                    <a:pt x="142" y="2027"/>
                    <a:pt x="147" y="2025"/>
                  </a:cubicBezTo>
                  <a:cubicBezTo>
                    <a:pt x="177" y="2058"/>
                    <a:pt x="180" y="2066"/>
                    <a:pt x="187" y="2070"/>
                  </a:cubicBezTo>
                  <a:cubicBezTo>
                    <a:pt x="244" y="2123"/>
                    <a:pt x="247" y="2132"/>
                    <a:pt x="253" y="2138"/>
                  </a:cubicBezTo>
                  <a:cubicBezTo>
                    <a:pt x="283" y="2160"/>
                    <a:pt x="283" y="2160"/>
                    <a:pt x="283" y="2160"/>
                  </a:cubicBezTo>
                  <a:cubicBezTo>
                    <a:pt x="254" y="2126"/>
                    <a:pt x="250" y="2124"/>
                    <a:pt x="247" y="2121"/>
                  </a:cubicBezTo>
                  <a:cubicBezTo>
                    <a:pt x="268" y="2130"/>
                    <a:pt x="274" y="2132"/>
                    <a:pt x="279" y="2136"/>
                  </a:cubicBezTo>
                  <a:cubicBezTo>
                    <a:pt x="313" y="2158"/>
                    <a:pt x="315" y="2159"/>
                    <a:pt x="318" y="2160"/>
                  </a:cubicBezTo>
                  <a:cubicBezTo>
                    <a:pt x="329" y="2157"/>
                    <a:pt x="326" y="2149"/>
                    <a:pt x="315" y="2149"/>
                  </a:cubicBezTo>
                  <a:cubicBezTo>
                    <a:pt x="288" y="2131"/>
                    <a:pt x="286" y="2130"/>
                    <a:pt x="285" y="2127"/>
                  </a:cubicBezTo>
                  <a:cubicBezTo>
                    <a:pt x="259" y="2117"/>
                    <a:pt x="260" y="2107"/>
                    <a:pt x="251" y="2110"/>
                  </a:cubicBezTo>
                  <a:cubicBezTo>
                    <a:pt x="223" y="2093"/>
                    <a:pt x="222" y="2087"/>
                    <a:pt x="216" y="2086"/>
                  </a:cubicBezTo>
                  <a:cubicBezTo>
                    <a:pt x="193" y="2069"/>
                    <a:pt x="184" y="2057"/>
                    <a:pt x="174" y="2047"/>
                  </a:cubicBezTo>
                  <a:cubicBezTo>
                    <a:pt x="206" y="2062"/>
                    <a:pt x="209" y="2064"/>
                    <a:pt x="211" y="2069"/>
                  </a:cubicBezTo>
                  <a:cubicBezTo>
                    <a:pt x="250" y="2097"/>
                    <a:pt x="255" y="2097"/>
                    <a:pt x="259" y="2100"/>
                  </a:cubicBezTo>
                  <a:cubicBezTo>
                    <a:pt x="299" y="2125"/>
                    <a:pt x="305" y="2125"/>
                    <a:pt x="309" y="2127"/>
                  </a:cubicBezTo>
                  <a:cubicBezTo>
                    <a:pt x="332" y="2140"/>
                    <a:pt x="331" y="2143"/>
                    <a:pt x="334" y="2143"/>
                  </a:cubicBezTo>
                  <a:cubicBezTo>
                    <a:pt x="363" y="2158"/>
                    <a:pt x="366" y="2159"/>
                    <a:pt x="369" y="2160"/>
                  </a:cubicBezTo>
                  <a:cubicBezTo>
                    <a:pt x="382" y="2154"/>
                    <a:pt x="375" y="2154"/>
                    <a:pt x="372" y="2149"/>
                  </a:cubicBezTo>
                  <a:cubicBezTo>
                    <a:pt x="323" y="2123"/>
                    <a:pt x="317" y="2125"/>
                    <a:pt x="313" y="2121"/>
                  </a:cubicBezTo>
                  <a:cubicBezTo>
                    <a:pt x="300" y="2113"/>
                    <a:pt x="295" y="2114"/>
                    <a:pt x="295" y="2111"/>
                  </a:cubicBezTo>
                  <a:cubicBezTo>
                    <a:pt x="234" y="2076"/>
                    <a:pt x="233" y="2074"/>
                    <a:pt x="231" y="2074"/>
                  </a:cubicBezTo>
                  <a:cubicBezTo>
                    <a:pt x="259" y="2083"/>
                    <a:pt x="261" y="2087"/>
                    <a:pt x="265" y="2089"/>
                  </a:cubicBezTo>
                  <a:cubicBezTo>
                    <a:pt x="310" y="2106"/>
                    <a:pt x="319" y="2108"/>
                    <a:pt x="325" y="2113"/>
                  </a:cubicBezTo>
                  <a:cubicBezTo>
                    <a:pt x="367" y="2126"/>
                    <a:pt x="366" y="2132"/>
                    <a:pt x="370" y="2132"/>
                  </a:cubicBezTo>
                  <a:cubicBezTo>
                    <a:pt x="395" y="2147"/>
                    <a:pt x="398" y="2148"/>
                    <a:pt x="400" y="2149"/>
                  </a:cubicBezTo>
                  <a:cubicBezTo>
                    <a:pt x="412" y="2155"/>
                    <a:pt x="413" y="2157"/>
                    <a:pt x="414" y="2157"/>
                  </a:cubicBezTo>
                  <a:cubicBezTo>
                    <a:pt x="439" y="2160"/>
                    <a:pt x="439" y="2160"/>
                    <a:pt x="439" y="2160"/>
                  </a:cubicBezTo>
                  <a:cubicBezTo>
                    <a:pt x="427" y="2149"/>
                    <a:pt x="421" y="2151"/>
                    <a:pt x="418" y="2148"/>
                  </a:cubicBezTo>
                  <a:cubicBezTo>
                    <a:pt x="389" y="2135"/>
                    <a:pt x="387" y="2131"/>
                    <a:pt x="383" y="2129"/>
                  </a:cubicBezTo>
                  <a:cubicBezTo>
                    <a:pt x="334" y="2106"/>
                    <a:pt x="329" y="2103"/>
                    <a:pt x="322" y="2100"/>
                  </a:cubicBezTo>
                  <a:cubicBezTo>
                    <a:pt x="300" y="2091"/>
                    <a:pt x="295" y="2088"/>
                    <a:pt x="289" y="2087"/>
                  </a:cubicBezTo>
                  <a:cubicBezTo>
                    <a:pt x="263" y="2072"/>
                    <a:pt x="256" y="2075"/>
                    <a:pt x="255" y="2072"/>
                  </a:cubicBezTo>
                  <a:cubicBezTo>
                    <a:pt x="202" y="2047"/>
                    <a:pt x="196" y="2045"/>
                    <a:pt x="191" y="2042"/>
                  </a:cubicBezTo>
                  <a:cubicBezTo>
                    <a:pt x="182" y="2043"/>
                    <a:pt x="176" y="2036"/>
                    <a:pt x="174" y="2036"/>
                  </a:cubicBezTo>
                  <a:cubicBezTo>
                    <a:pt x="148" y="2010"/>
                    <a:pt x="140" y="2013"/>
                    <a:pt x="141" y="2006"/>
                  </a:cubicBezTo>
                  <a:cubicBezTo>
                    <a:pt x="184" y="2026"/>
                    <a:pt x="184" y="2030"/>
                    <a:pt x="188" y="2029"/>
                  </a:cubicBezTo>
                  <a:cubicBezTo>
                    <a:pt x="278" y="2065"/>
                    <a:pt x="282" y="2074"/>
                    <a:pt x="296" y="2072"/>
                  </a:cubicBezTo>
                  <a:cubicBezTo>
                    <a:pt x="324" y="2086"/>
                    <a:pt x="331" y="2089"/>
                    <a:pt x="337" y="2093"/>
                  </a:cubicBezTo>
                  <a:cubicBezTo>
                    <a:pt x="364" y="2108"/>
                    <a:pt x="372" y="2110"/>
                    <a:pt x="376" y="2116"/>
                  </a:cubicBezTo>
                  <a:cubicBezTo>
                    <a:pt x="390" y="2124"/>
                    <a:pt x="394" y="2125"/>
                    <a:pt x="396" y="2128"/>
                  </a:cubicBezTo>
                  <a:cubicBezTo>
                    <a:pt x="426" y="2151"/>
                    <a:pt x="435" y="2147"/>
                    <a:pt x="433" y="2154"/>
                  </a:cubicBezTo>
                  <a:cubicBezTo>
                    <a:pt x="456" y="2157"/>
                    <a:pt x="452" y="2154"/>
                    <a:pt x="450" y="2148"/>
                  </a:cubicBezTo>
                  <a:close/>
                  <a:moveTo>
                    <a:pt x="2266" y="551"/>
                  </a:moveTo>
                  <a:cubicBezTo>
                    <a:pt x="2269" y="545"/>
                    <a:pt x="2268" y="535"/>
                    <a:pt x="2272" y="530"/>
                  </a:cubicBezTo>
                  <a:cubicBezTo>
                    <a:pt x="2292" y="481"/>
                    <a:pt x="2296" y="476"/>
                    <a:pt x="2298" y="469"/>
                  </a:cubicBezTo>
                  <a:cubicBezTo>
                    <a:pt x="2337" y="415"/>
                    <a:pt x="2342" y="412"/>
                    <a:pt x="2344" y="410"/>
                  </a:cubicBezTo>
                  <a:cubicBezTo>
                    <a:pt x="2360" y="398"/>
                    <a:pt x="2356" y="389"/>
                    <a:pt x="2362" y="390"/>
                  </a:cubicBezTo>
                  <a:cubicBezTo>
                    <a:pt x="2397" y="365"/>
                    <a:pt x="2395" y="358"/>
                    <a:pt x="2399" y="357"/>
                  </a:cubicBezTo>
                  <a:cubicBezTo>
                    <a:pt x="2444" y="321"/>
                    <a:pt x="2452" y="319"/>
                    <a:pt x="2453" y="312"/>
                  </a:cubicBezTo>
                  <a:cubicBezTo>
                    <a:pt x="2491" y="287"/>
                    <a:pt x="2487" y="278"/>
                    <a:pt x="2493" y="279"/>
                  </a:cubicBezTo>
                  <a:cubicBezTo>
                    <a:pt x="2535" y="238"/>
                    <a:pt x="2531" y="229"/>
                    <a:pt x="2538" y="231"/>
                  </a:cubicBezTo>
                  <a:cubicBezTo>
                    <a:pt x="2554" y="211"/>
                    <a:pt x="2557" y="211"/>
                    <a:pt x="2556" y="207"/>
                  </a:cubicBezTo>
                  <a:cubicBezTo>
                    <a:pt x="2576" y="181"/>
                    <a:pt x="2580" y="179"/>
                    <a:pt x="2582" y="176"/>
                  </a:cubicBezTo>
                  <a:cubicBezTo>
                    <a:pt x="2597" y="153"/>
                    <a:pt x="2601" y="151"/>
                    <a:pt x="2604" y="148"/>
                  </a:cubicBezTo>
                  <a:cubicBezTo>
                    <a:pt x="2613" y="141"/>
                    <a:pt x="2605" y="150"/>
                    <a:pt x="2599" y="161"/>
                  </a:cubicBezTo>
                  <a:cubicBezTo>
                    <a:pt x="2562" y="212"/>
                    <a:pt x="2559" y="220"/>
                    <a:pt x="2556" y="226"/>
                  </a:cubicBezTo>
                  <a:cubicBezTo>
                    <a:pt x="2536" y="255"/>
                    <a:pt x="2527" y="251"/>
                    <a:pt x="2527" y="257"/>
                  </a:cubicBezTo>
                  <a:cubicBezTo>
                    <a:pt x="2486" y="293"/>
                    <a:pt x="2486" y="298"/>
                    <a:pt x="2482" y="298"/>
                  </a:cubicBezTo>
                  <a:cubicBezTo>
                    <a:pt x="2460" y="317"/>
                    <a:pt x="2458" y="324"/>
                    <a:pt x="2453" y="329"/>
                  </a:cubicBezTo>
                  <a:cubicBezTo>
                    <a:pt x="2429" y="353"/>
                    <a:pt x="2425" y="354"/>
                    <a:pt x="2423" y="357"/>
                  </a:cubicBezTo>
                  <a:cubicBezTo>
                    <a:pt x="2404" y="374"/>
                    <a:pt x="2402" y="376"/>
                    <a:pt x="2401" y="379"/>
                  </a:cubicBezTo>
                  <a:cubicBezTo>
                    <a:pt x="2380" y="394"/>
                    <a:pt x="2384" y="403"/>
                    <a:pt x="2377" y="401"/>
                  </a:cubicBezTo>
                  <a:cubicBezTo>
                    <a:pt x="2353" y="449"/>
                    <a:pt x="2342" y="451"/>
                    <a:pt x="2342" y="464"/>
                  </a:cubicBezTo>
                  <a:cubicBezTo>
                    <a:pt x="2318" y="525"/>
                    <a:pt x="2314" y="528"/>
                    <a:pt x="2314" y="534"/>
                  </a:cubicBezTo>
                  <a:cubicBezTo>
                    <a:pt x="2328" y="514"/>
                    <a:pt x="2327" y="509"/>
                    <a:pt x="2327" y="506"/>
                  </a:cubicBezTo>
                  <a:cubicBezTo>
                    <a:pt x="2335" y="485"/>
                    <a:pt x="2339" y="486"/>
                    <a:pt x="2338" y="479"/>
                  </a:cubicBezTo>
                  <a:cubicBezTo>
                    <a:pt x="2369" y="429"/>
                    <a:pt x="2374" y="423"/>
                    <a:pt x="2377" y="414"/>
                  </a:cubicBezTo>
                  <a:cubicBezTo>
                    <a:pt x="2409" y="376"/>
                    <a:pt x="2418" y="380"/>
                    <a:pt x="2416" y="373"/>
                  </a:cubicBezTo>
                  <a:cubicBezTo>
                    <a:pt x="2448" y="348"/>
                    <a:pt x="2448" y="339"/>
                    <a:pt x="2458" y="338"/>
                  </a:cubicBezTo>
                  <a:cubicBezTo>
                    <a:pt x="2497" y="296"/>
                    <a:pt x="2509" y="287"/>
                    <a:pt x="2521" y="279"/>
                  </a:cubicBezTo>
                  <a:cubicBezTo>
                    <a:pt x="2551" y="237"/>
                    <a:pt x="2561" y="242"/>
                    <a:pt x="2558" y="235"/>
                  </a:cubicBezTo>
                  <a:cubicBezTo>
                    <a:pt x="2575" y="216"/>
                    <a:pt x="2578" y="210"/>
                    <a:pt x="2582" y="205"/>
                  </a:cubicBezTo>
                  <a:cubicBezTo>
                    <a:pt x="2604" y="168"/>
                    <a:pt x="2610" y="169"/>
                    <a:pt x="2608" y="163"/>
                  </a:cubicBezTo>
                  <a:cubicBezTo>
                    <a:pt x="2614" y="170"/>
                    <a:pt x="2610" y="176"/>
                    <a:pt x="2606" y="183"/>
                  </a:cubicBezTo>
                  <a:cubicBezTo>
                    <a:pt x="2589" y="216"/>
                    <a:pt x="2577" y="226"/>
                    <a:pt x="2571" y="242"/>
                  </a:cubicBezTo>
                  <a:cubicBezTo>
                    <a:pt x="2558" y="254"/>
                    <a:pt x="2554" y="258"/>
                    <a:pt x="2551" y="261"/>
                  </a:cubicBezTo>
                  <a:cubicBezTo>
                    <a:pt x="2527" y="282"/>
                    <a:pt x="2526" y="288"/>
                    <a:pt x="2521" y="290"/>
                  </a:cubicBezTo>
                  <a:cubicBezTo>
                    <a:pt x="2498" y="313"/>
                    <a:pt x="2496" y="317"/>
                    <a:pt x="2490" y="318"/>
                  </a:cubicBezTo>
                  <a:cubicBezTo>
                    <a:pt x="2480" y="334"/>
                    <a:pt x="2473" y="334"/>
                    <a:pt x="2473" y="340"/>
                  </a:cubicBezTo>
                  <a:cubicBezTo>
                    <a:pt x="2450" y="368"/>
                    <a:pt x="2446" y="368"/>
                    <a:pt x="2445" y="370"/>
                  </a:cubicBezTo>
                  <a:cubicBezTo>
                    <a:pt x="2412" y="406"/>
                    <a:pt x="2415" y="415"/>
                    <a:pt x="2407" y="414"/>
                  </a:cubicBezTo>
                  <a:cubicBezTo>
                    <a:pt x="2383" y="455"/>
                    <a:pt x="2378" y="456"/>
                    <a:pt x="2377" y="462"/>
                  </a:cubicBezTo>
                  <a:cubicBezTo>
                    <a:pt x="2357" y="489"/>
                    <a:pt x="2361" y="500"/>
                    <a:pt x="2355" y="501"/>
                  </a:cubicBezTo>
                  <a:cubicBezTo>
                    <a:pt x="2332" y="563"/>
                    <a:pt x="2332" y="570"/>
                    <a:pt x="2331" y="575"/>
                  </a:cubicBezTo>
                  <a:cubicBezTo>
                    <a:pt x="2321" y="604"/>
                    <a:pt x="2323" y="609"/>
                    <a:pt x="2322" y="612"/>
                  </a:cubicBezTo>
                  <a:cubicBezTo>
                    <a:pt x="2334" y="577"/>
                    <a:pt x="2338" y="572"/>
                    <a:pt x="2338" y="564"/>
                  </a:cubicBezTo>
                  <a:cubicBezTo>
                    <a:pt x="2354" y="530"/>
                    <a:pt x="2352" y="524"/>
                    <a:pt x="2355" y="523"/>
                  </a:cubicBezTo>
                  <a:cubicBezTo>
                    <a:pt x="2378" y="476"/>
                    <a:pt x="2380" y="470"/>
                    <a:pt x="2383" y="464"/>
                  </a:cubicBezTo>
                  <a:cubicBezTo>
                    <a:pt x="2422" y="413"/>
                    <a:pt x="2426" y="409"/>
                    <a:pt x="2429" y="403"/>
                  </a:cubicBezTo>
                  <a:cubicBezTo>
                    <a:pt x="2448" y="389"/>
                    <a:pt x="2441" y="378"/>
                    <a:pt x="2449" y="381"/>
                  </a:cubicBezTo>
                  <a:cubicBezTo>
                    <a:pt x="2462" y="363"/>
                    <a:pt x="2465" y="361"/>
                    <a:pt x="2469" y="359"/>
                  </a:cubicBezTo>
                  <a:cubicBezTo>
                    <a:pt x="2549" y="273"/>
                    <a:pt x="2556" y="275"/>
                    <a:pt x="2556" y="270"/>
                  </a:cubicBezTo>
                  <a:cubicBezTo>
                    <a:pt x="2569" y="255"/>
                    <a:pt x="2571" y="254"/>
                    <a:pt x="2571" y="253"/>
                  </a:cubicBezTo>
                  <a:cubicBezTo>
                    <a:pt x="2530" y="317"/>
                    <a:pt x="2515" y="330"/>
                    <a:pt x="2503" y="346"/>
                  </a:cubicBezTo>
                  <a:cubicBezTo>
                    <a:pt x="2485" y="363"/>
                    <a:pt x="2484" y="364"/>
                    <a:pt x="2484" y="368"/>
                  </a:cubicBezTo>
                  <a:cubicBezTo>
                    <a:pt x="2458" y="390"/>
                    <a:pt x="2461" y="400"/>
                    <a:pt x="2453" y="399"/>
                  </a:cubicBezTo>
                  <a:cubicBezTo>
                    <a:pt x="2432" y="425"/>
                    <a:pt x="2435" y="431"/>
                    <a:pt x="2431" y="431"/>
                  </a:cubicBezTo>
                  <a:cubicBezTo>
                    <a:pt x="2417" y="455"/>
                    <a:pt x="2411" y="456"/>
                    <a:pt x="2412" y="464"/>
                  </a:cubicBezTo>
                  <a:cubicBezTo>
                    <a:pt x="2381" y="530"/>
                    <a:pt x="2373" y="536"/>
                    <a:pt x="2373" y="549"/>
                  </a:cubicBezTo>
                  <a:cubicBezTo>
                    <a:pt x="2360" y="592"/>
                    <a:pt x="2358" y="604"/>
                    <a:pt x="2355" y="615"/>
                  </a:cubicBezTo>
                  <a:cubicBezTo>
                    <a:pt x="2348" y="676"/>
                    <a:pt x="2346" y="689"/>
                    <a:pt x="2351" y="691"/>
                  </a:cubicBezTo>
                  <a:cubicBezTo>
                    <a:pt x="2364" y="602"/>
                    <a:pt x="2364" y="599"/>
                    <a:pt x="2366" y="597"/>
                  </a:cubicBezTo>
                  <a:cubicBezTo>
                    <a:pt x="2387" y="536"/>
                    <a:pt x="2389" y="528"/>
                    <a:pt x="2392" y="521"/>
                  </a:cubicBezTo>
                  <a:cubicBezTo>
                    <a:pt x="2410" y="485"/>
                    <a:pt x="2417" y="471"/>
                    <a:pt x="2425" y="458"/>
                  </a:cubicBezTo>
                  <a:cubicBezTo>
                    <a:pt x="2448" y="429"/>
                    <a:pt x="2448" y="423"/>
                    <a:pt x="2451" y="421"/>
                  </a:cubicBezTo>
                  <a:cubicBezTo>
                    <a:pt x="2474" y="389"/>
                    <a:pt x="2480" y="390"/>
                    <a:pt x="2479" y="383"/>
                  </a:cubicBezTo>
                  <a:cubicBezTo>
                    <a:pt x="2514" y="350"/>
                    <a:pt x="2514" y="345"/>
                    <a:pt x="2519" y="344"/>
                  </a:cubicBezTo>
                  <a:cubicBezTo>
                    <a:pt x="2535" y="322"/>
                    <a:pt x="2539" y="320"/>
                    <a:pt x="2540" y="316"/>
                  </a:cubicBezTo>
                  <a:cubicBezTo>
                    <a:pt x="2571" y="278"/>
                    <a:pt x="2572" y="274"/>
                    <a:pt x="2575" y="272"/>
                  </a:cubicBezTo>
                  <a:cubicBezTo>
                    <a:pt x="2589" y="250"/>
                    <a:pt x="2591" y="250"/>
                    <a:pt x="2591" y="246"/>
                  </a:cubicBezTo>
                  <a:cubicBezTo>
                    <a:pt x="2570" y="303"/>
                    <a:pt x="2565" y="309"/>
                    <a:pt x="2562" y="318"/>
                  </a:cubicBezTo>
                  <a:cubicBezTo>
                    <a:pt x="2529" y="360"/>
                    <a:pt x="2529" y="366"/>
                    <a:pt x="2525" y="368"/>
                  </a:cubicBezTo>
                  <a:cubicBezTo>
                    <a:pt x="2500" y="401"/>
                    <a:pt x="2497" y="404"/>
                    <a:pt x="2495" y="407"/>
                  </a:cubicBezTo>
                  <a:cubicBezTo>
                    <a:pt x="2477" y="421"/>
                    <a:pt x="2475" y="431"/>
                    <a:pt x="2469" y="436"/>
                  </a:cubicBezTo>
                  <a:cubicBezTo>
                    <a:pt x="2453" y="458"/>
                    <a:pt x="2449" y="457"/>
                    <a:pt x="2449" y="460"/>
                  </a:cubicBezTo>
                  <a:cubicBezTo>
                    <a:pt x="2433" y="483"/>
                    <a:pt x="2428" y="490"/>
                    <a:pt x="2423" y="497"/>
                  </a:cubicBezTo>
                  <a:cubicBezTo>
                    <a:pt x="2389" y="557"/>
                    <a:pt x="2380" y="572"/>
                    <a:pt x="2375" y="591"/>
                  </a:cubicBezTo>
                  <a:cubicBezTo>
                    <a:pt x="2388" y="566"/>
                    <a:pt x="2393" y="561"/>
                    <a:pt x="2394" y="554"/>
                  </a:cubicBezTo>
                  <a:cubicBezTo>
                    <a:pt x="2421" y="517"/>
                    <a:pt x="2420" y="511"/>
                    <a:pt x="2423" y="508"/>
                  </a:cubicBezTo>
                  <a:cubicBezTo>
                    <a:pt x="2443" y="487"/>
                    <a:pt x="2443" y="481"/>
                    <a:pt x="2447" y="479"/>
                  </a:cubicBezTo>
                  <a:cubicBezTo>
                    <a:pt x="2477" y="451"/>
                    <a:pt x="2473" y="441"/>
                    <a:pt x="2479" y="440"/>
                  </a:cubicBezTo>
                  <a:cubicBezTo>
                    <a:pt x="2491" y="429"/>
                    <a:pt x="2491" y="423"/>
                    <a:pt x="2495" y="421"/>
                  </a:cubicBezTo>
                  <a:cubicBezTo>
                    <a:pt x="2533" y="381"/>
                    <a:pt x="2531" y="373"/>
                    <a:pt x="2536" y="373"/>
                  </a:cubicBezTo>
                  <a:cubicBezTo>
                    <a:pt x="2542" y="375"/>
                    <a:pt x="2533" y="382"/>
                    <a:pt x="2527" y="392"/>
                  </a:cubicBezTo>
                  <a:cubicBezTo>
                    <a:pt x="2507" y="428"/>
                    <a:pt x="2501" y="430"/>
                    <a:pt x="2499" y="436"/>
                  </a:cubicBezTo>
                  <a:cubicBezTo>
                    <a:pt x="2483" y="460"/>
                    <a:pt x="2475" y="467"/>
                    <a:pt x="2471" y="479"/>
                  </a:cubicBezTo>
                  <a:cubicBezTo>
                    <a:pt x="2444" y="506"/>
                    <a:pt x="2443" y="518"/>
                    <a:pt x="2434" y="523"/>
                  </a:cubicBezTo>
                  <a:cubicBezTo>
                    <a:pt x="2415" y="560"/>
                    <a:pt x="2409" y="568"/>
                    <a:pt x="2403" y="575"/>
                  </a:cubicBezTo>
                  <a:cubicBezTo>
                    <a:pt x="2382" y="632"/>
                    <a:pt x="2382" y="637"/>
                    <a:pt x="2379" y="639"/>
                  </a:cubicBezTo>
                  <a:cubicBezTo>
                    <a:pt x="2369" y="679"/>
                    <a:pt x="2367" y="696"/>
                    <a:pt x="2364" y="713"/>
                  </a:cubicBezTo>
                  <a:cubicBezTo>
                    <a:pt x="2357" y="755"/>
                    <a:pt x="2353" y="757"/>
                    <a:pt x="2359" y="758"/>
                  </a:cubicBezTo>
                  <a:cubicBezTo>
                    <a:pt x="2365" y="714"/>
                    <a:pt x="2371" y="701"/>
                    <a:pt x="2373" y="689"/>
                  </a:cubicBezTo>
                  <a:cubicBezTo>
                    <a:pt x="2390" y="631"/>
                    <a:pt x="2392" y="626"/>
                    <a:pt x="2392" y="619"/>
                  </a:cubicBezTo>
                  <a:cubicBezTo>
                    <a:pt x="2419" y="571"/>
                    <a:pt x="2418" y="562"/>
                    <a:pt x="2423" y="560"/>
                  </a:cubicBezTo>
                  <a:cubicBezTo>
                    <a:pt x="2441" y="526"/>
                    <a:pt x="2448" y="525"/>
                    <a:pt x="2449" y="519"/>
                  </a:cubicBezTo>
                  <a:cubicBezTo>
                    <a:pt x="2482" y="479"/>
                    <a:pt x="2481" y="473"/>
                    <a:pt x="2486" y="473"/>
                  </a:cubicBezTo>
                  <a:cubicBezTo>
                    <a:pt x="2505" y="451"/>
                    <a:pt x="2502" y="443"/>
                    <a:pt x="2508" y="442"/>
                  </a:cubicBezTo>
                  <a:cubicBezTo>
                    <a:pt x="2537" y="393"/>
                    <a:pt x="2543" y="388"/>
                    <a:pt x="2547" y="381"/>
                  </a:cubicBezTo>
                  <a:cubicBezTo>
                    <a:pt x="2577" y="332"/>
                    <a:pt x="2578" y="321"/>
                    <a:pt x="2584" y="316"/>
                  </a:cubicBezTo>
                  <a:cubicBezTo>
                    <a:pt x="2567" y="360"/>
                    <a:pt x="2563" y="362"/>
                    <a:pt x="2560" y="366"/>
                  </a:cubicBezTo>
                  <a:cubicBezTo>
                    <a:pt x="2529" y="421"/>
                    <a:pt x="2528" y="432"/>
                    <a:pt x="2521" y="438"/>
                  </a:cubicBezTo>
                  <a:cubicBezTo>
                    <a:pt x="2490" y="494"/>
                    <a:pt x="2482" y="498"/>
                    <a:pt x="2479" y="508"/>
                  </a:cubicBezTo>
                  <a:cubicBezTo>
                    <a:pt x="2453" y="542"/>
                    <a:pt x="2452" y="548"/>
                    <a:pt x="2449" y="551"/>
                  </a:cubicBezTo>
                  <a:cubicBezTo>
                    <a:pt x="2437" y="564"/>
                    <a:pt x="2436" y="569"/>
                    <a:pt x="2434" y="573"/>
                  </a:cubicBezTo>
                  <a:cubicBezTo>
                    <a:pt x="2414" y="615"/>
                    <a:pt x="2404" y="630"/>
                    <a:pt x="2401" y="652"/>
                  </a:cubicBezTo>
                  <a:cubicBezTo>
                    <a:pt x="2390" y="690"/>
                    <a:pt x="2387" y="700"/>
                    <a:pt x="2386" y="711"/>
                  </a:cubicBezTo>
                  <a:cubicBezTo>
                    <a:pt x="2389" y="745"/>
                    <a:pt x="2385" y="735"/>
                    <a:pt x="2390" y="734"/>
                  </a:cubicBezTo>
                  <a:cubicBezTo>
                    <a:pt x="2395" y="685"/>
                    <a:pt x="2402" y="670"/>
                    <a:pt x="2405" y="649"/>
                  </a:cubicBezTo>
                  <a:cubicBezTo>
                    <a:pt x="2426" y="612"/>
                    <a:pt x="2423" y="603"/>
                    <a:pt x="2427" y="602"/>
                  </a:cubicBezTo>
                  <a:cubicBezTo>
                    <a:pt x="2441" y="569"/>
                    <a:pt x="2451" y="566"/>
                    <a:pt x="2453" y="556"/>
                  </a:cubicBezTo>
                  <a:cubicBezTo>
                    <a:pt x="2477" y="522"/>
                    <a:pt x="2481" y="520"/>
                    <a:pt x="2484" y="516"/>
                  </a:cubicBezTo>
                  <a:cubicBezTo>
                    <a:pt x="2504" y="490"/>
                    <a:pt x="2503" y="486"/>
                    <a:pt x="2506" y="486"/>
                  </a:cubicBezTo>
                  <a:cubicBezTo>
                    <a:pt x="2530" y="444"/>
                    <a:pt x="2531" y="434"/>
                    <a:pt x="2538" y="429"/>
                  </a:cubicBezTo>
                  <a:cubicBezTo>
                    <a:pt x="2564" y="389"/>
                    <a:pt x="2562" y="392"/>
                    <a:pt x="2560" y="397"/>
                  </a:cubicBezTo>
                  <a:cubicBezTo>
                    <a:pt x="2551" y="425"/>
                    <a:pt x="2547" y="432"/>
                    <a:pt x="2547" y="440"/>
                  </a:cubicBezTo>
                  <a:cubicBezTo>
                    <a:pt x="2518" y="479"/>
                    <a:pt x="2513" y="491"/>
                    <a:pt x="2503" y="499"/>
                  </a:cubicBezTo>
                  <a:cubicBezTo>
                    <a:pt x="2482" y="537"/>
                    <a:pt x="2477" y="540"/>
                    <a:pt x="2475" y="547"/>
                  </a:cubicBezTo>
                  <a:cubicBezTo>
                    <a:pt x="2463" y="564"/>
                    <a:pt x="2465" y="570"/>
                    <a:pt x="2462" y="571"/>
                  </a:cubicBezTo>
                  <a:cubicBezTo>
                    <a:pt x="2445" y="602"/>
                    <a:pt x="2443" y="608"/>
                    <a:pt x="2440" y="615"/>
                  </a:cubicBezTo>
                  <a:cubicBezTo>
                    <a:pt x="2423" y="658"/>
                    <a:pt x="2417" y="686"/>
                    <a:pt x="2414" y="717"/>
                  </a:cubicBezTo>
                  <a:cubicBezTo>
                    <a:pt x="2421" y="730"/>
                    <a:pt x="2417" y="715"/>
                    <a:pt x="2423" y="697"/>
                  </a:cubicBezTo>
                  <a:cubicBezTo>
                    <a:pt x="2456" y="595"/>
                    <a:pt x="2461" y="595"/>
                    <a:pt x="2462" y="591"/>
                  </a:cubicBezTo>
                  <a:cubicBezTo>
                    <a:pt x="2484" y="556"/>
                    <a:pt x="2482" y="547"/>
                    <a:pt x="2488" y="547"/>
                  </a:cubicBezTo>
                  <a:cubicBezTo>
                    <a:pt x="2520" y="494"/>
                    <a:pt x="2522" y="491"/>
                    <a:pt x="2523" y="488"/>
                  </a:cubicBezTo>
                  <a:cubicBezTo>
                    <a:pt x="2527" y="499"/>
                    <a:pt x="2518" y="509"/>
                    <a:pt x="2514" y="523"/>
                  </a:cubicBezTo>
                  <a:cubicBezTo>
                    <a:pt x="2485" y="577"/>
                    <a:pt x="2485" y="579"/>
                    <a:pt x="2484" y="582"/>
                  </a:cubicBezTo>
                  <a:cubicBezTo>
                    <a:pt x="2471" y="601"/>
                    <a:pt x="2471" y="608"/>
                    <a:pt x="2466" y="615"/>
                  </a:cubicBezTo>
                  <a:cubicBezTo>
                    <a:pt x="2455" y="667"/>
                    <a:pt x="2457" y="663"/>
                    <a:pt x="2458" y="658"/>
                  </a:cubicBezTo>
                  <a:cubicBezTo>
                    <a:pt x="2494" y="586"/>
                    <a:pt x="2491" y="575"/>
                    <a:pt x="2497" y="573"/>
                  </a:cubicBezTo>
                  <a:cubicBezTo>
                    <a:pt x="2528" y="520"/>
                    <a:pt x="2527" y="511"/>
                    <a:pt x="2532" y="508"/>
                  </a:cubicBezTo>
                  <a:cubicBezTo>
                    <a:pt x="2542" y="479"/>
                    <a:pt x="2547" y="472"/>
                    <a:pt x="2543" y="473"/>
                  </a:cubicBezTo>
                  <a:cubicBezTo>
                    <a:pt x="2533" y="519"/>
                    <a:pt x="2535" y="575"/>
                    <a:pt x="2523" y="617"/>
                  </a:cubicBezTo>
                  <a:cubicBezTo>
                    <a:pt x="2498" y="753"/>
                    <a:pt x="2496" y="760"/>
                    <a:pt x="2495" y="767"/>
                  </a:cubicBezTo>
                  <a:cubicBezTo>
                    <a:pt x="2503" y="765"/>
                    <a:pt x="2508" y="735"/>
                    <a:pt x="2516" y="708"/>
                  </a:cubicBezTo>
                  <a:cubicBezTo>
                    <a:pt x="2543" y="549"/>
                    <a:pt x="2543" y="541"/>
                    <a:pt x="2545" y="536"/>
                  </a:cubicBezTo>
                  <a:cubicBezTo>
                    <a:pt x="2550" y="513"/>
                    <a:pt x="2550" y="516"/>
                    <a:pt x="2551" y="508"/>
                  </a:cubicBezTo>
                  <a:cubicBezTo>
                    <a:pt x="2561" y="468"/>
                    <a:pt x="2557" y="457"/>
                    <a:pt x="2562" y="455"/>
                  </a:cubicBezTo>
                  <a:cubicBezTo>
                    <a:pt x="2564" y="481"/>
                    <a:pt x="2559" y="481"/>
                    <a:pt x="2560" y="486"/>
                  </a:cubicBezTo>
                  <a:cubicBezTo>
                    <a:pt x="2561" y="552"/>
                    <a:pt x="2560" y="561"/>
                    <a:pt x="2562" y="573"/>
                  </a:cubicBezTo>
                  <a:cubicBezTo>
                    <a:pt x="2538" y="696"/>
                    <a:pt x="2542" y="705"/>
                    <a:pt x="2540" y="708"/>
                  </a:cubicBezTo>
                  <a:cubicBezTo>
                    <a:pt x="2522" y="773"/>
                    <a:pt x="2522" y="782"/>
                    <a:pt x="2521" y="789"/>
                  </a:cubicBezTo>
                  <a:cubicBezTo>
                    <a:pt x="2525" y="796"/>
                    <a:pt x="2527" y="777"/>
                    <a:pt x="2534" y="763"/>
                  </a:cubicBezTo>
                  <a:cubicBezTo>
                    <a:pt x="2542" y="733"/>
                    <a:pt x="2538" y="724"/>
                    <a:pt x="2543" y="724"/>
                  </a:cubicBezTo>
                  <a:cubicBezTo>
                    <a:pt x="2557" y="641"/>
                    <a:pt x="2562" y="626"/>
                    <a:pt x="2567" y="610"/>
                  </a:cubicBezTo>
                  <a:cubicBezTo>
                    <a:pt x="2571" y="542"/>
                    <a:pt x="2568" y="518"/>
                    <a:pt x="2569" y="475"/>
                  </a:cubicBezTo>
                  <a:cubicBezTo>
                    <a:pt x="2570" y="422"/>
                    <a:pt x="2575" y="422"/>
                    <a:pt x="2573" y="416"/>
                  </a:cubicBezTo>
                  <a:cubicBezTo>
                    <a:pt x="2576" y="395"/>
                    <a:pt x="2573" y="394"/>
                    <a:pt x="2573" y="394"/>
                  </a:cubicBezTo>
                  <a:cubicBezTo>
                    <a:pt x="2582" y="376"/>
                    <a:pt x="2585" y="391"/>
                    <a:pt x="2584" y="407"/>
                  </a:cubicBezTo>
                  <a:cubicBezTo>
                    <a:pt x="2586" y="485"/>
                    <a:pt x="2588" y="495"/>
                    <a:pt x="2584" y="499"/>
                  </a:cubicBezTo>
                  <a:cubicBezTo>
                    <a:pt x="2587" y="537"/>
                    <a:pt x="2584" y="556"/>
                    <a:pt x="2588" y="569"/>
                  </a:cubicBezTo>
                  <a:cubicBezTo>
                    <a:pt x="2586" y="639"/>
                    <a:pt x="2581" y="653"/>
                    <a:pt x="2582" y="673"/>
                  </a:cubicBezTo>
                  <a:cubicBezTo>
                    <a:pt x="2579" y="709"/>
                    <a:pt x="2585" y="697"/>
                    <a:pt x="2584" y="678"/>
                  </a:cubicBezTo>
                  <a:cubicBezTo>
                    <a:pt x="2591" y="654"/>
                    <a:pt x="2587" y="646"/>
                    <a:pt x="2588" y="643"/>
                  </a:cubicBezTo>
                  <a:cubicBezTo>
                    <a:pt x="2594" y="565"/>
                    <a:pt x="2596" y="549"/>
                    <a:pt x="2595" y="532"/>
                  </a:cubicBezTo>
                  <a:cubicBezTo>
                    <a:pt x="2595" y="477"/>
                    <a:pt x="2594" y="475"/>
                    <a:pt x="2593" y="473"/>
                  </a:cubicBezTo>
                  <a:cubicBezTo>
                    <a:pt x="2593" y="439"/>
                    <a:pt x="2589" y="438"/>
                    <a:pt x="2591" y="431"/>
                  </a:cubicBezTo>
                  <a:cubicBezTo>
                    <a:pt x="2591" y="411"/>
                    <a:pt x="2590" y="406"/>
                    <a:pt x="2593" y="405"/>
                  </a:cubicBezTo>
                  <a:cubicBezTo>
                    <a:pt x="2596" y="421"/>
                    <a:pt x="2599" y="424"/>
                    <a:pt x="2599" y="431"/>
                  </a:cubicBezTo>
                  <a:cubicBezTo>
                    <a:pt x="2607" y="578"/>
                    <a:pt x="2612" y="578"/>
                    <a:pt x="2610" y="584"/>
                  </a:cubicBezTo>
                  <a:cubicBezTo>
                    <a:pt x="2608" y="676"/>
                    <a:pt x="2609" y="683"/>
                    <a:pt x="2608" y="700"/>
                  </a:cubicBezTo>
                  <a:cubicBezTo>
                    <a:pt x="2604" y="727"/>
                    <a:pt x="2608" y="721"/>
                    <a:pt x="2610" y="713"/>
                  </a:cubicBezTo>
                  <a:cubicBezTo>
                    <a:pt x="2617" y="628"/>
                    <a:pt x="2617" y="628"/>
                    <a:pt x="2617" y="628"/>
                  </a:cubicBezTo>
                  <a:cubicBezTo>
                    <a:pt x="2616" y="568"/>
                    <a:pt x="2617" y="567"/>
                    <a:pt x="2615" y="556"/>
                  </a:cubicBezTo>
                  <a:cubicBezTo>
                    <a:pt x="2604" y="402"/>
                    <a:pt x="2602" y="388"/>
                    <a:pt x="2602" y="368"/>
                  </a:cubicBezTo>
                  <a:cubicBezTo>
                    <a:pt x="2601" y="317"/>
                    <a:pt x="2597" y="313"/>
                    <a:pt x="2604" y="312"/>
                  </a:cubicBezTo>
                  <a:cubicBezTo>
                    <a:pt x="2615" y="406"/>
                    <a:pt x="2620" y="408"/>
                    <a:pt x="2619" y="416"/>
                  </a:cubicBezTo>
                  <a:cubicBezTo>
                    <a:pt x="2630" y="567"/>
                    <a:pt x="2630" y="585"/>
                    <a:pt x="2630" y="602"/>
                  </a:cubicBezTo>
                  <a:cubicBezTo>
                    <a:pt x="2627" y="621"/>
                    <a:pt x="2630" y="621"/>
                    <a:pt x="2630" y="621"/>
                  </a:cubicBezTo>
                  <a:cubicBezTo>
                    <a:pt x="2628" y="655"/>
                    <a:pt x="2633" y="654"/>
                    <a:pt x="2632" y="647"/>
                  </a:cubicBezTo>
                  <a:cubicBezTo>
                    <a:pt x="2632" y="609"/>
                    <a:pt x="2641" y="603"/>
                    <a:pt x="2634" y="599"/>
                  </a:cubicBezTo>
                  <a:cubicBezTo>
                    <a:pt x="2622" y="398"/>
                    <a:pt x="2625" y="390"/>
                    <a:pt x="2623" y="386"/>
                  </a:cubicBezTo>
                  <a:cubicBezTo>
                    <a:pt x="2612" y="298"/>
                    <a:pt x="2612" y="298"/>
                    <a:pt x="2612" y="298"/>
                  </a:cubicBezTo>
                  <a:cubicBezTo>
                    <a:pt x="2615" y="234"/>
                    <a:pt x="2616" y="229"/>
                    <a:pt x="2619" y="226"/>
                  </a:cubicBezTo>
                  <a:cubicBezTo>
                    <a:pt x="2627" y="274"/>
                    <a:pt x="2626" y="281"/>
                    <a:pt x="2630" y="283"/>
                  </a:cubicBezTo>
                  <a:cubicBezTo>
                    <a:pt x="2637" y="331"/>
                    <a:pt x="2644" y="346"/>
                    <a:pt x="2647" y="366"/>
                  </a:cubicBezTo>
                  <a:cubicBezTo>
                    <a:pt x="2666" y="436"/>
                    <a:pt x="2662" y="446"/>
                    <a:pt x="2667" y="447"/>
                  </a:cubicBezTo>
                  <a:cubicBezTo>
                    <a:pt x="2676" y="591"/>
                    <a:pt x="2676" y="591"/>
                    <a:pt x="2676" y="591"/>
                  </a:cubicBezTo>
                  <a:cubicBezTo>
                    <a:pt x="2677" y="618"/>
                    <a:pt x="2679" y="615"/>
                    <a:pt x="2680" y="610"/>
                  </a:cubicBezTo>
                  <a:cubicBezTo>
                    <a:pt x="2680" y="558"/>
                    <a:pt x="2679" y="554"/>
                    <a:pt x="2680" y="549"/>
                  </a:cubicBezTo>
                  <a:cubicBezTo>
                    <a:pt x="2674" y="470"/>
                    <a:pt x="2677" y="456"/>
                    <a:pt x="2673" y="449"/>
                  </a:cubicBezTo>
                  <a:cubicBezTo>
                    <a:pt x="2664" y="405"/>
                    <a:pt x="2665" y="398"/>
                    <a:pt x="2665" y="392"/>
                  </a:cubicBezTo>
                  <a:cubicBezTo>
                    <a:pt x="2654" y="345"/>
                    <a:pt x="2647" y="330"/>
                    <a:pt x="2645" y="309"/>
                  </a:cubicBezTo>
                  <a:cubicBezTo>
                    <a:pt x="2628" y="224"/>
                    <a:pt x="2628" y="224"/>
                    <a:pt x="2628" y="224"/>
                  </a:cubicBezTo>
                  <a:cubicBezTo>
                    <a:pt x="2657" y="335"/>
                    <a:pt x="2667" y="357"/>
                    <a:pt x="2673" y="383"/>
                  </a:cubicBezTo>
                  <a:cubicBezTo>
                    <a:pt x="2697" y="482"/>
                    <a:pt x="2689" y="497"/>
                    <a:pt x="2695" y="497"/>
                  </a:cubicBezTo>
                  <a:cubicBezTo>
                    <a:pt x="2693" y="420"/>
                    <a:pt x="2686" y="404"/>
                    <a:pt x="2684" y="383"/>
                  </a:cubicBezTo>
                  <a:cubicBezTo>
                    <a:pt x="2676" y="354"/>
                    <a:pt x="2672" y="345"/>
                    <a:pt x="2669" y="335"/>
                  </a:cubicBezTo>
                  <a:cubicBezTo>
                    <a:pt x="2662" y="314"/>
                    <a:pt x="2662" y="308"/>
                    <a:pt x="2665" y="307"/>
                  </a:cubicBezTo>
                  <a:cubicBezTo>
                    <a:pt x="2684" y="359"/>
                    <a:pt x="2686" y="361"/>
                    <a:pt x="2689" y="362"/>
                  </a:cubicBezTo>
                  <a:cubicBezTo>
                    <a:pt x="2699" y="392"/>
                    <a:pt x="2702" y="397"/>
                    <a:pt x="2704" y="403"/>
                  </a:cubicBezTo>
                  <a:cubicBezTo>
                    <a:pt x="2731" y="478"/>
                    <a:pt x="2734" y="489"/>
                    <a:pt x="2737" y="499"/>
                  </a:cubicBezTo>
                  <a:cubicBezTo>
                    <a:pt x="2745" y="509"/>
                    <a:pt x="2740" y="492"/>
                    <a:pt x="2737" y="473"/>
                  </a:cubicBezTo>
                  <a:cubicBezTo>
                    <a:pt x="2718" y="414"/>
                    <a:pt x="2713" y="407"/>
                    <a:pt x="2711" y="399"/>
                  </a:cubicBezTo>
                  <a:cubicBezTo>
                    <a:pt x="2696" y="368"/>
                    <a:pt x="2695" y="357"/>
                    <a:pt x="2691" y="351"/>
                  </a:cubicBezTo>
                  <a:cubicBezTo>
                    <a:pt x="2673" y="309"/>
                    <a:pt x="2674" y="301"/>
                    <a:pt x="2669" y="298"/>
                  </a:cubicBezTo>
                  <a:cubicBezTo>
                    <a:pt x="2662" y="267"/>
                    <a:pt x="2657" y="256"/>
                    <a:pt x="2654" y="244"/>
                  </a:cubicBezTo>
                  <a:cubicBezTo>
                    <a:pt x="2645" y="223"/>
                    <a:pt x="2648" y="212"/>
                    <a:pt x="2643" y="209"/>
                  </a:cubicBezTo>
                  <a:cubicBezTo>
                    <a:pt x="2640" y="167"/>
                    <a:pt x="2636" y="159"/>
                    <a:pt x="2641" y="159"/>
                  </a:cubicBezTo>
                  <a:cubicBezTo>
                    <a:pt x="2645" y="170"/>
                    <a:pt x="2649" y="172"/>
                    <a:pt x="2647" y="181"/>
                  </a:cubicBezTo>
                  <a:cubicBezTo>
                    <a:pt x="2655" y="202"/>
                    <a:pt x="2657" y="207"/>
                    <a:pt x="2658" y="213"/>
                  </a:cubicBezTo>
                  <a:cubicBezTo>
                    <a:pt x="2682" y="266"/>
                    <a:pt x="2681" y="275"/>
                    <a:pt x="2687" y="277"/>
                  </a:cubicBezTo>
                  <a:cubicBezTo>
                    <a:pt x="2714" y="328"/>
                    <a:pt x="2710" y="330"/>
                    <a:pt x="2715" y="335"/>
                  </a:cubicBezTo>
                  <a:cubicBezTo>
                    <a:pt x="2739" y="387"/>
                    <a:pt x="2739" y="394"/>
                    <a:pt x="2741" y="401"/>
                  </a:cubicBezTo>
                  <a:cubicBezTo>
                    <a:pt x="2753" y="416"/>
                    <a:pt x="2746" y="406"/>
                    <a:pt x="2743" y="390"/>
                  </a:cubicBezTo>
                  <a:cubicBezTo>
                    <a:pt x="2722" y="338"/>
                    <a:pt x="2722" y="333"/>
                    <a:pt x="2719" y="331"/>
                  </a:cubicBezTo>
                  <a:cubicBezTo>
                    <a:pt x="2696" y="283"/>
                    <a:pt x="2692" y="277"/>
                    <a:pt x="2691" y="268"/>
                  </a:cubicBezTo>
                  <a:cubicBezTo>
                    <a:pt x="2656" y="183"/>
                    <a:pt x="2659" y="175"/>
                    <a:pt x="2656" y="174"/>
                  </a:cubicBezTo>
                  <a:cubicBezTo>
                    <a:pt x="2645" y="89"/>
                    <a:pt x="2645" y="89"/>
                    <a:pt x="2645" y="89"/>
                  </a:cubicBezTo>
                  <a:cubicBezTo>
                    <a:pt x="2648" y="83"/>
                    <a:pt x="2651" y="92"/>
                    <a:pt x="2654" y="102"/>
                  </a:cubicBezTo>
                  <a:cubicBezTo>
                    <a:pt x="2666" y="159"/>
                    <a:pt x="2662" y="163"/>
                    <a:pt x="2665" y="170"/>
                  </a:cubicBezTo>
                  <a:cubicBezTo>
                    <a:pt x="2682" y="216"/>
                    <a:pt x="2685" y="223"/>
                    <a:pt x="2689" y="229"/>
                  </a:cubicBezTo>
                  <a:cubicBezTo>
                    <a:pt x="2713" y="277"/>
                    <a:pt x="2715" y="280"/>
                    <a:pt x="2717" y="283"/>
                  </a:cubicBezTo>
                  <a:cubicBezTo>
                    <a:pt x="2734" y="325"/>
                    <a:pt x="2744" y="320"/>
                    <a:pt x="2741" y="327"/>
                  </a:cubicBezTo>
                  <a:cubicBezTo>
                    <a:pt x="2773" y="382"/>
                    <a:pt x="2778" y="396"/>
                    <a:pt x="2785" y="407"/>
                  </a:cubicBezTo>
                  <a:cubicBezTo>
                    <a:pt x="2796" y="434"/>
                    <a:pt x="2795" y="444"/>
                    <a:pt x="2802" y="447"/>
                  </a:cubicBezTo>
                  <a:cubicBezTo>
                    <a:pt x="2789" y="399"/>
                    <a:pt x="2784" y="395"/>
                    <a:pt x="2782" y="388"/>
                  </a:cubicBezTo>
                  <a:cubicBezTo>
                    <a:pt x="2772" y="361"/>
                    <a:pt x="2768" y="356"/>
                    <a:pt x="2765" y="351"/>
                  </a:cubicBezTo>
                  <a:cubicBezTo>
                    <a:pt x="2745" y="309"/>
                    <a:pt x="2738" y="307"/>
                    <a:pt x="2737" y="298"/>
                  </a:cubicBezTo>
                  <a:cubicBezTo>
                    <a:pt x="2713" y="253"/>
                    <a:pt x="2707" y="254"/>
                    <a:pt x="2708" y="248"/>
                  </a:cubicBezTo>
                  <a:cubicBezTo>
                    <a:pt x="2689" y="204"/>
                    <a:pt x="2684" y="200"/>
                    <a:pt x="2684" y="192"/>
                  </a:cubicBezTo>
                  <a:cubicBezTo>
                    <a:pt x="2673" y="167"/>
                    <a:pt x="2673" y="158"/>
                    <a:pt x="2669" y="152"/>
                  </a:cubicBezTo>
                  <a:cubicBezTo>
                    <a:pt x="2657" y="77"/>
                    <a:pt x="2661" y="68"/>
                    <a:pt x="2656" y="67"/>
                  </a:cubicBezTo>
                  <a:cubicBezTo>
                    <a:pt x="2664" y="67"/>
                    <a:pt x="2660" y="69"/>
                    <a:pt x="2660" y="70"/>
                  </a:cubicBezTo>
                  <a:cubicBezTo>
                    <a:pt x="2674" y="116"/>
                    <a:pt x="2681" y="129"/>
                    <a:pt x="2682" y="148"/>
                  </a:cubicBezTo>
                  <a:cubicBezTo>
                    <a:pt x="2694" y="178"/>
                    <a:pt x="2702" y="181"/>
                    <a:pt x="2702" y="192"/>
                  </a:cubicBezTo>
                  <a:cubicBezTo>
                    <a:pt x="2725" y="237"/>
                    <a:pt x="2726" y="241"/>
                    <a:pt x="2726" y="246"/>
                  </a:cubicBezTo>
                  <a:cubicBezTo>
                    <a:pt x="2752" y="278"/>
                    <a:pt x="2754" y="286"/>
                    <a:pt x="2759" y="292"/>
                  </a:cubicBezTo>
                  <a:cubicBezTo>
                    <a:pt x="2772" y="303"/>
                    <a:pt x="2767" y="300"/>
                    <a:pt x="2765" y="294"/>
                  </a:cubicBezTo>
                  <a:cubicBezTo>
                    <a:pt x="2750" y="265"/>
                    <a:pt x="2740" y="258"/>
                    <a:pt x="2737" y="244"/>
                  </a:cubicBezTo>
                  <a:cubicBezTo>
                    <a:pt x="2721" y="219"/>
                    <a:pt x="2723" y="212"/>
                    <a:pt x="2719" y="211"/>
                  </a:cubicBezTo>
                  <a:cubicBezTo>
                    <a:pt x="2694" y="150"/>
                    <a:pt x="2684" y="126"/>
                    <a:pt x="2680" y="96"/>
                  </a:cubicBezTo>
                  <a:cubicBezTo>
                    <a:pt x="2668" y="50"/>
                    <a:pt x="2659" y="45"/>
                    <a:pt x="2665" y="39"/>
                  </a:cubicBezTo>
                  <a:cubicBezTo>
                    <a:pt x="2680" y="70"/>
                    <a:pt x="2682" y="86"/>
                    <a:pt x="2687" y="100"/>
                  </a:cubicBezTo>
                  <a:cubicBezTo>
                    <a:pt x="2711" y="149"/>
                    <a:pt x="2710" y="168"/>
                    <a:pt x="2719" y="176"/>
                  </a:cubicBezTo>
                  <a:cubicBezTo>
                    <a:pt x="2744" y="219"/>
                    <a:pt x="2747" y="228"/>
                    <a:pt x="2750" y="235"/>
                  </a:cubicBezTo>
                  <a:cubicBezTo>
                    <a:pt x="2765" y="266"/>
                    <a:pt x="2774" y="272"/>
                    <a:pt x="2776" y="283"/>
                  </a:cubicBezTo>
                  <a:cubicBezTo>
                    <a:pt x="2786" y="300"/>
                    <a:pt x="2786" y="308"/>
                    <a:pt x="2791" y="309"/>
                  </a:cubicBezTo>
                  <a:cubicBezTo>
                    <a:pt x="2806" y="343"/>
                    <a:pt x="2806" y="350"/>
                    <a:pt x="2811" y="351"/>
                  </a:cubicBezTo>
                  <a:cubicBezTo>
                    <a:pt x="2799" y="318"/>
                    <a:pt x="2799" y="309"/>
                    <a:pt x="2793" y="305"/>
                  </a:cubicBezTo>
                  <a:cubicBezTo>
                    <a:pt x="2780" y="271"/>
                    <a:pt x="2771" y="261"/>
                    <a:pt x="2767" y="246"/>
                  </a:cubicBezTo>
                  <a:cubicBezTo>
                    <a:pt x="2745" y="202"/>
                    <a:pt x="2737" y="201"/>
                    <a:pt x="2737" y="192"/>
                  </a:cubicBezTo>
                  <a:cubicBezTo>
                    <a:pt x="2720" y="162"/>
                    <a:pt x="2720" y="156"/>
                    <a:pt x="2717" y="155"/>
                  </a:cubicBezTo>
                  <a:cubicBezTo>
                    <a:pt x="2689" y="78"/>
                    <a:pt x="2685" y="62"/>
                    <a:pt x="2678" y="50"/>
                  </a:cubicBezTo>
                  <a:cubicBezTo>
                    <a:pt x="2669" y="8"/>
                    <a:pt x="2668" y="4"/>
                    <a:pt x="2667" y="0"/>
                  </a:cubicBezTo>
                  <a:cubicBezTo>
                    <a:pt x="2643" y="26"/>
                    <a:pt x="2634" y="31"/>
                    <a:pt x="2636" y="37"/>
                  </a:cubicBezTo>
                  <a:cubicBezTo>
                    <a:pt x="2621" y="57"/>
                    <a:pt x="2620" y="59"/>
                    <a:pt x="2619" y="61"/>
                  </a:cubicBezTo>
                  <a:cubicBezTo>
                    <a:pt x="2604" y="81"/>
                    <a:pt x="2606" y="87"/>
                    <a:pt x="2604" y="89"/>
                  </a:cubicBezTo>
                  <a:cubicBezTo>
                    <a:pt x="2577" y="128"/>
                    <a:pt x="2568" y="139"/>
                    <a:pt x="2560" y="150"/>
                  </a:cubicBezTo>
                  <a:cubicBezTo>
                    <a:pt x="2542" y="170"/>
                    <a:pt x="2540" y="170"/>
                    <a:pt x="2540" y="174"/>
                  </a:cubicBezTo>
                  <a:cubicBezTo>
                    <a:pt x="2521" y="188"/>
                    <a:pt x="2523" y="196"/>
                    <a:pt x="2516" y="194"/>
                  </a:cubicBezTo>
                  <a:cubicBezTo>
                    <a:pt x="2500" y="217"/>
                    <a:pt x="2490" y="217"/>
                    <a:pt x="2488" y="224"/>
                  </a:cubicBezTo>
                  <a:cubicBezTo>
                    <a:pt x="2447" y="256"/>
                    <a:pt x="2450" y="266"/>
                    <a:pt x="2442" y="266"/>
                  </a:cubicBezTo>
                  <a:cubicBezTo>
                    <a:pt x="2420" y="294"/>
                    <a:pt x="2413" y="295"/>
                    <a:pt x="2410" y="298"/>
                  </a:cubicBezTo>
                  <a:cubicBezTo>
                    <a:pt x="2372" y="341"/>
                    <a:pt x="2367" y="350"/>
                    <a:pt x="2359" y="357"/>
                  </a:cubicBezTo>
                  <a:cubicBezTo>
                    <a:pt x="2337" y="393"/>
                    <a:pt x="2335" y="395"/>
                    <a:pt x="2336" y="399"/>
                  </a:cubicBezTo>
                  <a:cubicBezTo>
                    <a:pt x="2321" y="412"/>
                    <a:pt x="2325" y="424"/>
                    <a:pt x="2320" y="427"/>
                  </a:cubicBezTo>
                  <a:cubicBezTo>
                    <a:pt x="2297" y="465"/>
                    <a:pt x="2291" y="468"/>
                    <a:pt x="2290" y="475"/>
                  </a:cubicBezTo>
                  <a:cubicBezTo>
                    <a:pt x="2269" y="516"/>
                    <a:pt x="2269" y="524"/>
                    <a:pt x="2268" y="532"/>
                  </a:cubicBezTo>
                  <a:close/>
                  <a:moveTo>
                    <a:pt x="2588" y="235"/>
                  </a:moveTo>
                  <a:cubicBezTo>
                    <a:pt x="2585" y="239"/>
                    <a:pt x="2582" y="243"/>
                    <a:pt x="2580" y="248"/>
                  </a:cubicBezTo>
                  <a:cubicBezTo>
                    <a:pt x="2574" y="245"/>
                    <a:pt x="2584" y="240"/>
                    <a:pt x="2584" y="235"/>
                  </a:cubicBezTo>
                  <a:cubicBezTo>
                    <a:pt x="2588" y="232"/>
                    <a:pt x="2589" y="226"/>
                    <a:pt x="2593" y="222"/>
                  </a:cubicBezTo>
                  <a:cubicBezTo>
                    <a:pt x="2599" y="226"/>
                    <a:pt x="2588" y="230"/>
                    <a:pt x="2588" y="235"/>
                  </a:cubicBezTo>
                  <a:close/>
                  <a:moveTo>
                    <a:pt x="2593" y="357"/>
                  </a:moveTo>
                  <a:cubicBezTo>
                    <a:pt x="2591" y="361"/>
                    <a:pt x="2590" y="356"/>
                    <a:pt x="2591" y="353"/>
                  </a:cubicBezTo>
                  <a:cubicBezTo>
                    <a:pt x="2592" y="349"/>
                    <a:pt x="2593" y="354"/>
                    <a:pt x="2593" y="357"/>
                  </a:cubicBezTo>
                  <a:close/>
                  <a:moveTo>
                    <a:pt x="2626" y="146"/>
                  </a:moveTo>
                  <a:cubicBezTo>
                    <a:pt x="2620" y="140"/>
                    <a:pt x="2626" y="128"/>
                    <a:pt x="2628" y="122"/>
                  </a:cubicBezTo>
                  <a:cubicBezTo>
                    <a:pt x="2633" y="127"/>
                    <a:pt x="2623" y="136"/>
                    <a:pt x="2626" y="146"/>
                  </a:cubicBezTo>
                  <a:close/>
                  <a:moveTo>
                    <a:pt x="2630" y="179"/>
                  </a:moveTo>
                  <a:cubicBezTo>
                    <a:pt x="2621" y="176"/>
                    <a:pt x="2630" y="171"/>
                    <a:pt x="2628" y="163"/>
                  </a:cubicBezTo>
                  <a:cubicBezTo>
                    <a:pt x="2633" y="164"/>
                    <a:pt x="2629" y="174"/>
                    <a:pt x="2630" y="179"/>
                  </a:cubicBezTo>
                  <a:close/>
                  <a:moveTo>
                    <a:pt x="2630" y="109"/>
                  </a:moveTo>
                  <a:cubicBezTo>
                    <a:pt x="2620" y="105"/>
                    <a:pt x="2634" y="99"/>
                    <a:pt x="2632" y="89"/>
                  </a:cubicBezTo>
                  <a:cubicBezTo>
                    <a:pt x="2640" y="96"/>
                    <a:pt x="2627" y="99"/>
                    <a:pt x="2630" y="109"/>
                  </a:cubicBezTo>
                  <a:close/>
                  <a:moveTo>
                    <a:pt x="2342" y="394"/>
                  </a:moveTo>
                  <a:cubicBezTo>
                    <a:pt x="2348" y="395"/>
                    <a:pt x="2344" y="386"/>
                    <a:pt x="2349" y="386"/>
                  </a:cubicBezTo>
                  <a:cubicBezTo>
                    <a:pt x="2366" y="361"/>
                    <a:pt x="2367" y="360"/>
                    <a:pt x="2368" y="359"/>
                  </a:cubicBezTo>
                  <a:cubicBezTo>
                    <a:pt x="2392" y="332"/>
                    <a:pt x="2390" y="325"/>
                    <a:pt x="2397" y="327"/>
                  </a:cubicBezTo>
                  <a:cubicBezTo>
                    <a:pt x="2424" y="298"/>
                    <a:pt x="2431" y="295"/>
                    <a:pt x="2434" y="288"/>
                  </a:cubicBezTo>
                  <a:cubicBezTo>
                    <a:pt x="2463" y="259"/>
                    <a:pt x="2471" y="253"/>
                    <a:pt x="2475" y="244"/>
                  </a:cubicBezTo>
                  <a:cubicBezTo>
                    <a:pt x="2495" y="230"/>
                    <a:pt x="2497" y="224"/>
                    <a:pt x="2501" y="220"/>
                  </a:cubicBezTo>
                  <a:cubicBezTo>
                    <a:pt x="2528" y="196"/>
                    <a:pt x="2532" y="195"/>
                    <a:pt x="2534" y="192"/>
                  </a:cubicBezTo>
                  <a:cubicBezTo>
                    <a:pt x="2564" y="150"/>
                    <a:pt x="2578" y="151"/>
                    <a:pt x="2578" y="137"/>
                  </a:cubicBezTo>
                  <a:cubicBezTo>
                    <a:pt x="2621" y="86"/>
                    <a:pt x="2625" y="63"/>
                    <a:pt x="2639" y="50"/>
                  </a:cubicBezTo>
                  <a:cubicBezTo>
                    <a:pt x="2629" y="77"/>
                    <a:pt x="2629" y="85"/>
                    <a:pt x="2623" y="87"/>
                  </a:cubicBezTo>
                  <a:cubicBezTo>
                    <a:pt x="2594" y="142"/>
                    <a:pt x="2594" y="148"/>
                    <a:pt x="2591" y="150"/>
                  </a:cubicBezTo>
                  <a:cubicBezTo>
                    <a:pt x="2563" y="181"/>
                    <a:pt x="2563" y="192"/>
                    <a:pt x="2556" y="196"/>
                  </a:cubicBezTo>
                  <a:cubicBezTo>
                    <a:pt x="2535" y="217"/>
                    <a:pt x="2534" y="226"/>
                    <a:pt x="2525" y="229"/>
                  </a:cubicBezTo>
                  <a:cubicBezTo>
                    <a:pt x="2489" y="268"/>
                    <a:pt x="2486" y="275"/>
                    <a:pt x="2479" y="279"/>
                  </a:cubicBezTo>
                  <a:cubicBezTo>
                    <a:pt x="2461" y="296"/>
                    <a:pt x="2460" y="298"/>
                    <a:pt x="2458" y="298"/>
                  </a:cubicBezTo>
                  <a:cubicBezTo>
                    <a:pt x="2433" y="319"/>
                    <a:pt x="2422" y="329"/>
                    <a:pt x="2410" y="338"/>
                  </a:cubicBezTo>
                  <a:cubicBezTo>
                    <a:pt x="2364" y="378"/>
                    <a:pt x="2362" y="381"/>
                    <a:pt x="2359" y="383"/>
                  </a:cubicBezTo>
                  <a:cubicBezTo>
                    <a:pt x="2343" y="402"/>
                    <a:pt x="2340" y="402"/>
                    <a:pt x="2340" y="405"/>
                  </a:cubicBezTo>
                  <a:close/>
                  <a:moveTo>
                    <a:pt x="2551" y="26"/>
                  </a:moveTo>
                  <a:cubicBezTo>
                    <a:pt x="2533" y="53"/>
                    <a:pt x="2510" y="76"/>
                    <a:pt x="2486" y="98"/>
                  </a:cubicBezTo>
                  <a:cubicBezTo>
                    <a:pt x="2461" y="130"/>
                    <a:pt x="2457" y="132"/>
                    <a:pt x="2458" y="137"/>
                  </a:cubicBezTo>
                  <a:cubicBezTo>
                    <a:pt x="2431" y="164"/>
                    <a:pt x="2432" y="169"/>
                    <a:pt x="2427" y="170"/>
                  </a:cubicBezTo>
                  <a:cubicBezTo>
                    <a:pt x="2418" y="183"/>
                    <a:pt x="2416" y="187"/>
                    <a:pt x="2414" y="189"/>
                  </a:cubicBezTo>
                  <a:cubicBezTo>
                    <a:pt x="2423" y="184"/>
                    <a:pt x="2425" y="180"/>
                    <a:pt x="2429" y="176"/>
                  </a:cubicBezTo>
                  <a:cubicBezTo>
                    <a:pt x="2474" y="129"/>
                    <a:pt x="2477" y="124"/>
                    <a:pt x="2479" y="120"/>
                  </a:cubicBezTo>
                  <a:cubicBezTo>
                    <a:pt x="2498" y="104"/>
                    <a:pt x="2496" y="99"/>
                    <a:pt x="2501" y="100"/>
                  </a:cubicBezTo>
                  <a:cubicBezTo>
                    <a:pt x="2535" y="65"/>
                    <a:pt x="2534" y="60"/>
                    <a:pt x="2536" y="59"/>
                  </a:cubicBezTo>
                  <a:cubicBezTo>
                    <a:pt x="2555" y="30"/>
                    <a:pt x="2566" y="27"/>
                    <a:pt x="2569" y="15"/>
                  </a:cubicBezTo>
                  <a:cubicBezTo>
                    <a:pt x="2583" y="5"/>
                    <a:pt x="2583" y="3"/>
                    <a:pt x="2583" y="0"/>
                  </a:cubicBezTo>
                  <a:cubicBezTo>
                    <a:pt x="2563" y="8"/>
                    <a:pt x="2563" y="14"/>
                    <a:pt x="2560" y="17"/>
                  </a:cubicBezTo>
                  <a:close/>
                  <a:moveTo>
                    <a:pt x="2711" y="37"/>
                  </a:moveTo>
                  <a:cubicBezTo>
                    <a:pt x="2717" y="39"/>
                    <a:pt x="2715" y="48"/>
                    <a:pt x="2719" y="52"/>
                  </a:cubicBezTo>
                  <a:cubicBezTo>
                    <a:pt x="2743" y="115"/>
                    <a:pt x="2751" y="115"/>
                    <a:pt x="2750" y="124"/>
                  </a:cubicBezTo>
                  <a:cubicBezTo>
                    <a:pt x="2761" y="147"/>
                    <a:pt x="2765" y="152"/>
                    <a:pt x="2767" y="159"/>
                  </a:cubicBezTo>
                  <a:cubicBezTo>
                    <a:pt x="2777" y="183"/>
                    <a:pt x="2781" y="188"/>
                    <a:pt x="2782" y="194"/>
                  </a:cubicBezTo>
                  <a:cubicBezTo>
                    <a:pt x="2806" y="231"/>
                    <a:pt x="2811" y="235"/>
                    <a:pt x="2813" y="242"/>
                  </a:cubicBezTo>
                  <a:cubicBezTo>
                    <a:pt x="2858" y="290"/>
                    <a:pt x="2848" y="290"/>
                    <a:pt x="2848" y="281"/>
                  </a:cubicBezTo>
                  <a:cubicBezTo>
                    <a:pt x="2826" y="242"/>
                    <a:pt x="2820" y="244"/>
                    <a:pt x="2820" y="240"/>
                  </a:cubicBezTo>
                  <a:cubicBezTo>
                    <a:pt x="2804" y="222"/>
                    <a:pt x="2807" y="214"/>
                    <a:pt x="2802" y="213"/>
                  </a:cubicBezTo>
                  <a:cubicBezTo>
                    <a:pt x="2789" y="193"/>
                    <a:pt x="2789" y="184"/>
                    <a:pt x="2785" y="179"/>
                  </a:cubicBezTo>
                  <a:cubicBezTo>
                    <a:pt x="2773" y="147"/>
                    <a:pt x="2767" y="140"/>
                    <a:pt x="2763" y="131"/>
                  </a:cubicBezTo>
                  <a:cubicBezTo>
                    <a:pt x="2742" y="83"/>
                    <a:pt x="2732" y="64"/>
                    <a:pt x="2726" y="43"/>
                  </a:cubicBezTo>
                  <a:cubicBezTo>
                    <a:pt x="2714" y="8"/>
                    <a:pt x="2713" y="4"/>
                    <a:pt x="2712" y="0"/>
                  </a:cubicBezTo>
                  <a:cubicBezTo>
                    <a:pt x="2707" y="23"/>
                    <a:pt x="2712" y="27"/>
                    <a:pt x="2711" y="37"/>
                  </a:cubicBezTo>
                  <a:close/>
                  <a:moveTo>
                    <a:pt x="1591" y="997"/>
                  </a:moveTo>
                  <a:cubicBezTo>
                    <a:pt x="1591" y="991"/>
                    <a:pt x="1595" y="988"/>
                    <a:pt x="1595" y="981"/>
                  </a:cubicBezTo>
                  <a:cubicBezTo>
                    <a:pt x="1610" y="933"/>
                    <a:pt x="1607" y="925"/>
                    <a:pt x="1613" y="923"/>
                  </a:cubicBezTo>
                  <a:cubicBezTo>
                    <a:pt x="1626" y="868"/>
                    <a:pt x="1627" y="859"/>
                    <a:pt x="1631" y="853"/>
                  </a:cubicBezTo>
                  <a:cubicBezTo>
                    <a:pt x="1644" y="801"/>
                    <a:pt x="1644" y="793"/>
                    <a:pt x="1648" y="788"/>
                  </a:cubicBezTo>
                  <a:cubicBezTo>
                    <a:pt x="1660" y="736"/>
                    <a:pt x="1667" y="729"/>
                    <a:pt x="1669" y="720"/>
                  </a:cubicBezTo>
                  <a:cubicBezTo>
                    <a:pt x="1682" y="706"/>
                    <a:pt x="1681" y="700"/>
                    <a:pt x="1683" y="695"/>
                  </a:cubicBezTo>
                  <a:cubicBezTo>
                    <a:pt x="1695" y="675"/>
                    <a:pt x="1697" y="672"/>
                    <a:pt x="1699" y="674"/>
                  </a:cubicBezTo>
                  <a:cubicBezTo>
                    <a:pt x="1672" y="737"/>
                    <a:pt x="1676" y="744"/>
                    <a:pt x="1672" y="746"/>
                  </a:cubicBezTo>
                  <a:cubicBezTo>
                    <a:pt x="1661" y="790"/>
                    <a:pt x="1663" y="793"/>
                    <a:pt x="1661" y="794"/>
                  </a:cubicBezTo>
                  <a:cubicBezTo>
                    <a:pt x="1657" y="822"/>
                    <a:pt x="1655" y="826"/>
                    <a:pt x="1654" y="831"/>
                  </a:cubicBezTo>
                  <a:cubicBezTo>
                    <a:pt x="1651" y="853"/>
                    <a:pt x="1648" y="857"/>
                    <a:pt x="1649" y="863"/>
                  </a:cubicBezTo>
                  <a:cubicBezTo>
                    <a:pt x="1637" y="927"/>
                    <a:pt x="1636" y="933"/>
                    <a:pt x="1636" y="941"/>
                  </a:cubicBezTo>
                  <a:cubicBezTo>
                    <a:pt x="1629" y="975"/>
                    <a:pt x="1623" y="975"/>
                    <a:pt x="1625" y="980"/>
                  </a:cubicBezTo>
                  <a:cubicBezTo>
                    <a:pt x="1614" y="1012"/>
                    <a:pt x="1607" y="1023"/>
                    <a:pt x="1602" y="1035"/>
                  </a:cubicBezTo>
                  <a:cubicBezTo>
                    <a:pt x="1621" y="1005"/>
                    <a:pt x="1625" y="1005"/>
                    <a:pt x="1625" y="1002"/>
                  </a:cubicBezTo>
                  <a:cubicBezTo>
                    <a:pt x="1636" y="972"/>
                    <a:pt x="1636" y="964"/>
                    <a:pt x="1642" y="960"/>
                  </a:cubicBezTo>
                  <a:cubicBezTo>
                    <a:pt x="1649" y="910"/>
                    <a:pt x="1647" y="901"/>
                    <a:pt x="1653" y="898"/>
                  </a:cubicBezTo>
                  <a:cubicBezTo>
                    <a:pt x="1658" y="861"/>
                    <a:pt x="1659" y="845"/>
                    <a:pt x="1663" y="832"/>
                  </a:cubicBezTo>
                  <a:cubicBezTo>
                    <a:pt x="1674" y="785"/>
                    <a:pt x="1673" y="775"/>
                    <a:pt x="1676" y="769"/>
                  </a:cubicBezTo>
                  <a:cubicBezTo>
                    <a:pt x="1698" y="710"/>
                    <a:pt x="1694" y="703"/>
                    <a:pt x="1697" y="701"/>
                  </a:cubicBezTo>
                  <a:cubicBezTo>
                    <a:pt x="1721" y="660"/>
                    <a:pt x="1728" y="644"/>
                    <a:pt x="1737" y="630"/>
                  </a:cubicBezTo>
                  <a:cubicBezTo>
                    <a:pt x="1757" y="606"/>
                    <a:pt x="1761" y="604"/>
                    <a:pt x="1766" y="603"/>
                  </a:cubicBezTo>
                  <a:cubicBezTo>
                    <a:pt x="1773" y="599"/>
                    <a:pt x="1768" y="600"/>
                    <a:pt x="1766" y="603"/>
                  </a:cubicBezTo>
                  <a:cubicBezTo>
                    <a:pt x="1749" y="626"/>
                    <a:pt x="1750" y="632"/>
                    <a:pt x="1747" y="635"/>
                  </a:cubicBezTo>
                  <a:cubicBezTo>
                    <a:pt x="1719" y="686"/>
                    <a:pt x="1715" y="692"/>
                    <a:pt x="1712" y="701"/>
                  </a:cubicBezTo>
                  <a:cubicBezTo>
                    <a:pt x="1692" y="757"/>
                    <a:pt x="1692" y="767"/>
                    <a:pt x="1685" y="772"/>
                  </a:cubicBezTo>
                  <a:cubicBezTo>
                    <a:pt x="1669" y="830"/>
                    <a:pt x="1673" y="839"/>
                    <a:pt x="1667" y="842"/>
                  </a:cubicBezTo>
                  <a:cubicBezTo>
                    <a:pt x="1665" y="865"/>
                    <a:pt x="1664" y="870"/>
                    <a:pt x="1662" y="876"/>
                  </a:cubicBezTo>
                  <a:cubicBezTo>
                    <a:pt x="1650" y="927"/>
                    <a:pt x="1654" y="945"/>
                    <a:pt x="1645" y="954"/>
                  </a:cubicBezTo>
                  <a:cubicBezTo>
                    <a:pt x="1621" y="1043"/>
                    <a:pt x="1613" y="1046"/>
                    <a:pt x="1615" y="1055"/>
                  </a:cubicBezTo>
                  <a:cubicBezTo>
                    <a:pt x="1614" y="1060"/>
                    <a:pt x="1622" y="1054"/>
                    <a:pt x="1623" y="1043"/>
                  </a:cubicBezTo>
                  <a:cubicBezTo>
                    <a:pt x="1639" y="1006"/>
                    <a:pt x="1641" y="995"/>
                    <a:pt x="1647" y="987"/>
                  </a:cubicBezTo>
                  <a:cubicBezTo>
                    <a:pt x="1662" y="913"/>
                    <a:pt x="1670" y="906"/>
                    <a:pt x="1670" y="895"/>
                  </a:cubicBezTo>
                  <a:cubicBezTo>
                    <a:pt x="1687" y="827"/>
                    <a:pt x="1683" y="818"/>
                    <a:pt x="1686" y="814"/>
                  </a:cubicBezTo>
                  <a:cubicBezTo>
                    <a:pt x="1693" y="775"/>
                    <a:pt x="1702" y="773"/>
                    <a:pt x="1700" y="765"/>
                  </a:cubicBezTo>
                  <a:cubicBezTo>
                    <a:pt x="1730" y="692"/>
                    <a:pt x="1734" y="679"/>
                    <a:pt x="1740" y="667"/>
                  </a:cubicBezTo>
                  <a:cubicBezTo>
                    <a:pt x="1764" y="633"/>
                    <a:pt x="1761" y="628"/>
                    <a:pt x="1763" y="625"/>
                  </a:cubicBezTo>
                  <a:cubicBezTo>
                    <a:pt x="1784" y="596"/>
                    <a:pt x="1791" y="593"/>
                    <a:pt x="1794" y="586"/>
                  </a:cubicBezTo>
                  <a:cubicBezTo>
                    <a:pt x="1808" y="577"/>
                    <a:pt x="1808" y="574"/>
                    <a:pt x="1810" y="577"/>
                  </a:cubicBezTo>
                  <a:cubicBezTo>
                    <a:pt x="1785" y="618"/>
                    <a:pt x="1779" y="621"/>
                    <a:pt x="1779" y="629"/>
                  </a:cubicBezTo>
                  <a:cubicBezTo>
                    <a:pt x="1757" y="666"/>
                    <a:pt x="1756" y="673"/>
                    <a:pt x="1753" y="678"/>
                  </a:cubicBezTo>
                  <a:cubicBezTo>
                    <a:pt x="1723" y="756"/>
                    <a:pt x="1719" y="768"/>
                    <a:pt x="1716" y="771"/>
                  </a:cubicBezTo>
                  <a:cubicBezTo>
                    <a:pt x="1713" y="784"/>
                    <a:pt x="1716" y="785"/>
                    <a:pt x="1716" y="784"/>
                  </a:cubicBezTo>
                  <a:cubicBezTo>
                    <a:pt x="1703" y="818"/>
                    <a:pt x="1705" y="829"/>
                    <a:pt x="1701" y="836"/>
                  </a:cubicBezTo>
                  <a:cubicBezTo>
                    <a:pt x="1672" y="934"/>
                    <a:pt x="1666" y="939"/>
                    <a:pt x="1666" y="948"/>
                  </a:cubicBezTo>
                  <a:cubicBezTo>
                    <a:pt x="1656" y="964"/>
                    <a:pt x="1657" y="966"/>
                    <a:pt x="1660" y="965"/>
                  </a:cubicBezTo>
                  <a:cubicBezTo>
                    <a:pt x="1681" y="933"/>
                    <a:pt x="1686" y="932"/>
                    <a:pt x="1689" y="929"/>
                  </a:cubicBezTo>
                  <a:cubicBezTo>
                    <a:pt x="1692" y="929"/>
                    <a:pt x="1697" y="930"/>
                    <a:pt x="1695" y="925"/>
                  </a:cubicBezTo>
                  <a:cubicBezTo>
                    <a:pt x="1725" y="892"/>
                    <a:pt x="1733" y="888"/>
                    <a:pt x="1736" y="880"/>
                  </a:cubicBezTo>
                  <a:cubicBezTo>
                    <a:pt x="1782" y="818"/>
                    <a:pt x="1791" y="814"/>
                    <a:pt x="1796" y="808"/>
                  </a:cubicBezTo>
                  <a:cubicBezTo>
                    <a:pt x="1839" y="758"/>
                    <a:pt x="1838" y="752"/>
                    <a:pt x="1841" y="749"/>
                  </a:cubicBezTo>
                  <a:cubicBezTo>
                    <a:pt x="1855" y="724"/>
                    <a:pt x="1858" y="721"/>
                    <a:pt x="1859" y="716"/>
                  </a:cubicBezTo>
                  <a:cubicBezTo>
                    <a:pt x="1868" y="703"/>
                    <a:pt x="1872" y="700"/>
                    <a:pt x="1871" y="694"/>
                  </a:cubicBezTo>
                  <a:cubicBezTo>
                    <a:pt x="1887" y="668"/>
                    <a:pt x="1889" y="664"/>
                    <a:pt x="1891" y="660"/>
                  </a:cubicBezTo>
                  <a:cubicBezTo>
                    <a:pt x="1907" y="625"/>
                    <a:pt x="1908" y="623"/>
                    <a:pt x="1909" y="621"/>
                  </a:cubicBezTo>
                  <a:cubicBezTo>
                    <a:pt x="1919" y="591"/>
                    <a:pt x="1927" y="591"/>
                    <a:pt x="1924" y="583"/>
                  </a:cubicBezTo>
                  <a:cubicBezTo>
                    <a:pt x="1943" y="565"/>
                    <a:pt x="1936" y="556"/>
                    <a:pt x="1944" y="557"/>
                  </a:cubicBezTo>
                  <a:cubicBezTo>
                    <a:pt x="1961" y="515"/>
                    <a:pt x="1963" y="513"/>
                    <a:pt x="1964" y="509"/>
                  </a:cubicBezTo>
                  <a:cubicBezTo>
                    <a:pt x="1974" y="496"/>
                    <a:pt x="1971" y="486"/>
                    <a:pt x="1979" y="484"/>
                  </a:cubicBezTo>
                  <a:cubicBezTo>
                    <a:pt x="1987" y="478"/>
                    <a:pt x="1983" y="488"/>
                    <a:pt x="1982" y="499"/>
                  </a:cubicBezTo>
                  <a:cubicBezTo>
                    <a:pt x="1984" y="525"/>
                    <a:pt x="1985" y="528"/>
                    <a:pt x="1985" y="532"/>
                  </a:cubicBezTo>
                  <a:cubicBezTo>
                    <a:pt x="1992" y="482"/>
                    <a:pt x="1998" y="479"/>
                    <a:pt x="1997" y="470"/>
                  </a:cubicBezTo>
                  <a:cubicBezTo>
                    <a:pt x="2016" y="476"/>
                    <a:pt x="2011" y="464"/>
                    <a:pt x="2014" y="458"/>
                  </a:cubicBezTo>
                  <a:cubicBezTo>
                    <a:pt x="2023" y="444"/>
                    <a:pt x="2017" y="446"/>
                    <a:pt x="2020" y="455"/>
                  </a:cubicBezTo>
                  <a:cubicBezTo>
                    <a:pt x="2028" y="470"/>
                    <a:pt x="2025" y="476"/>
                    <a:pt x="2029" y="478"/>
                  </a:cubicBezTo>
                  <a:cubicBezTo>
                    <a:pt x="2037" y="428"/>
                    <a:pt x="2041" y="425"/>
                    <a:pt x="2040" y="418"/>
                  </a:cubicBezTo>
                  <a:cubicBezTo>
                    <a:pt x="2053" y="391"/>
                    <a:pt x="2065" y="395"/>
                    <a:pt x="2061" y="388"/>
                  </a:cubicBezTo>
                  <a:cubicBezTo>
                    <a:pt x="2076" y="361"/>
                    <a:pt x="2072" y="363"/>
                    <a:pt x="2071" y="357"/>
                  </a:cubicBezTo>
                  <a:cubicBezTo>
                    <a:pt x="2019" y="368"/>
                    <a:pt x="2016" y="366"/>
                    <a:pt x="2013" y="365"/>
                  </a:cubicBezTo>
                  <a:cubicBezTo>
                    <a:pt x="1985" y="336"/>
                    <a:pt x="1974" y="340"/>
                    <a:pt x="1973" y="328"/>
                  </a:cubicBezTo>
                  <a:cubicBezTo>
                    <a:pt x="1978" y="346"/>
                    <a:pt x="1981" y="350"/>
                    <a:pt x="1985" y="355"/>
                  </a:cubicBezTo>
                  <a:cubicBezTo>
                    <a:pt x="2009" y="380"/>
                    <a:pt x="2013" y="383"/>
                    <a:pt x="2017" y="387"/>
                  </a:cubicBezTo>
                  <a:cubicBezTo>
                    <a:pt x="1983" y="404"/>
                    <a:pt x="1984" y="398"/>
                    <a:pt x="1979" y="400"/>
                  </a:cubicBezTo>
                  <a:cubicBezTo>
                    <a:pt x="1942" y="400"/>
                    <a:pt x="1943" y="392"/>
                    <a:pt x="1936" y="395"/>
                  </a:cubicBezTo>
                  <a:cubicBezTo>
                    <a:pt x="1910" y="389"/>
                    <a:pt x="1906" y="388"/>
                    <a:pt x="1904" y="385"/>
                  </a:cubicBezTo>
                  <a:cubicBezTo>
                    <a:pt x="1835" y="360"/>
                    <a:pt x="1828" y="358"/>
                    <a:pt x="1823" y="353"/>
                  </a:cubicBezTo>
                  <a:cubicBezTo>
                    <a:pt x="1774" y="332"/>
                    <a:pt x="1774" y="325"/>
                    <a:pt x="1769" y="325"/>
                  </a:cubicBezTo>
                  <a:cubicBezTo>
                    <a:pt x="1728" y="306"/>
                    <a:pt x="1722" y="307"/>
                    <a:pt x="1719" y="305"/>
                  </a:cubicBezTo>
                  <a:cubicBezTo>
                    <a:pt x="1684" y="287"/>
                    <a:pt x="1676" y="287"/>
                    <a:pt x="1670" y="283"/>
                  </a:cubicBezTo>
                  <a:cubicBezTo>
                    <a:pt x="1616" y="276"/>
                    <a:pt x="1604" y="277"/>
                    <a:pt x="1592" y="277"/>
                  </a:cubicBezTo>
                  <a:cubicBezTo>
                    <a:pt x="1594" y="280"/>
                    <a:pt x="1613" y="284"/>
                    <a:pt x="1635" y="283"/>
                  </a:cubicBezTo>
                  <a:cubicBezTo>
                    <a:pt x="1657" y="292"/>
                    <a:pt x="1663" y="288"/>
                    <a:pt x="1665" y="291"/>
                  </a:cubicBezTo>
                  <a:cubicBezTo>
                    <a:pt x="1741" y="318"/>
                    <a:pt x="1767" y="337"/>
                    <a:pt x="1797" y="349"/>
                  </a:cubicBezTo>
                  <a:cubicBezTo>
                    <a:pt x="1813" y="360"/>
                    <a:pt x="1814" y="361"/>
                    <a:pt x="1816" y="363"/>
                  </a:cubicBezTo>
                  <a:cubicBezTo>
                    <a:pt x="1887" y="388"/>
                    <a:pt x="1889" y="392"/>
                    <a:pt x="1892" y="394"/>
                  </a:cubicBezTo>
                  <a:cubicBezTo>
                    <a:pt x="1944" y="403"/>
                    <a:pt x="1955" y="411"/>
                    <a:pt x="1970" y="411"/>
                  </a:cubicBezTo>
                  <a:cubicBezTo>
                    <a:pt x="2004" y="413"/>
                    <a:pt x="2006" y="413"/>
                    <a:pt x="2008" y="413"/>
                  </a:cubicBezTo>
                  <a:cubicBezTo>
                    <a:pt x="2000" y="416"/>
                    <a:pt x="1998" y="418"/>
                    <a:pt x="1996" y="419"/>
                  </a:cubicBezTo>
                  <a:cubicBezTo>
                    <a:pt x="1935" y="417"/>
                    <a:pt x="1925" y="412"/>
                    <a:pt x="1914" y="407"/>
                  </a:cubicBezTo>
                  <a:cubicBezTo>
                    <a:pt x="1886" y="400"/>
                    <a:pt x="1868" y="398"/>
                    <a:pt x="1856" y="389"/>
                  </a:cubicBezTo>
                  <a:cubicBezTo>
                    <a:pt x="1831" y="377"/>
                    <a:pt x="1825" y="378"/>
                    <a:pt x="1822" y="375"/>
                  </a:cubicBezTo>
                  <a:cubicBezTo>
                    <a:pt x="1787" y="357"/>
                    <a:pt x="1782" y="358"/>
                    <a:pt x="1779" y="357"/>
                  </a:cubicBezTo>
                  <a:cubicBezTo>
                    <a:pt x="1762" y="352"/>
                    <a:pt x="1764" y="344"/>
                    <a:pt x="1757" y="347"/>
                  </a:cubicBezTo>
                  <a:cubicBezTo>
                    <a:pt x="1743" y="338"/>
                    <a:pt x="1738" y="339"/>
                    <a:pt x="1735" y="336"/>
                  </a:cubicBezTo>
                  <a:cubicBezTo>
                    <a:pt x="1708" y="326"/>
                    <a:pt x="1693" y="321"/>
                    <a:pt x="1678" y="315"/>
                  </a:cubicBezTo>
                  <a:cubicBezTo>
                    <a:pt x="1644" y="309"/>
                    <a:pt x="1637" y="305"/>
                    <a:pt x="1628" y="304"/>
                  </a:cubicBezTo>
                  <a:cubicBezTo>
                    <a:pt x="1587" y="293"/>
                    <a:pt x="1579" y="297"/>
                    <a:pt x="1577" y="293"/>
                  </a:cubicBezTo>
                  <a:cubicBezTo>
                    <a:pt x="1478" y="297"/>
                    <a:pt x="1469" y="299"/>
                    <a:pt x="1454" y="298"/>
                  </a:cubicBezTo>
                  <a:cubicBezTo>
                    <a:pt x="1420" y="304"/>
                    <a:pt x="1411" y="305"/>
                    <a:pt x="1400" y="307"/>
                  </a:cubicBezTo>
                  <a:cubicBezTo>
                    <a:pt x="1397" y="310"/>
                    <a:pt x="1420" y="310"/>
                    <a:pt x="1444" y="308"/>
                  </a:cubicBezTo>
                  <a:cubicBezTo>
                    <a:pt x="1478" y="310"/>
                    <a:pt x="1483" y="317"/>
                    <a:pt x="1494" y="313"/>
                  </a:cubicBezTo>
                  <a:cubicBezTo>
                    <a:pt x="1547" y="330"/>
                    <a:pt x="1550" y="333"/>
                    <a:pt x="1555" y="333"/>
                  </a:cubicBezTo>
                  <a:cubicBezTo>
                    <a:pt x="1582" y="345"/>
                    <a:pt x="1585" y="347"/>
                    <a:pt x="1589" y="349"/>
                  </a:cubicBezTo>
                  <a:cubicBezTo>
                    <a:pt x="1616" y="360"/>
                    <a:pt x="1616" y="367"/>
                    <a:pt x="1623" y="365"/>
                  </a:cubicBezTo>
                  <a:cubicBezTo>
                    <a:pt x="1648" y="381"/>
                    <a:pt x="1665" y="385"/>
                    <a:pt x="1678" y="397"/>
                  </a:cubicBezTo>
                  <a:cubicBezTo>
                    <a:pt x="1726" y="414"/>
                    <a:pt x="1728" y="418"/>
                    <a:pt x="1731" y="421"/>
                  </a:cubicBezTo>
                  <a:cubicBezTo>
                    <a:pt x="1755" y="430"/>
                    <a:pt x="1759" y="430"/>
                    <a:pt x="1762" y="433"/>
                  </a:cubicBezTo>
                  <a:cubicBezTo>
                    <a:pt x="1807" y="456"/>
                    <a:pt x="1816" y="455"/>
                    <a:pt x="1822" y="460"/>
                  </a:cubicBezTo>
                  <a:cubicBezTo>
                    <a:pt x="1852" y="468"/>
                    <a:pt x="1860" y="470"/>
                    <a:pt x="1866" y="474"/>
                  </a:cubicBezTo>
                  <a:cubicBezTo>
                    <a:pt x="1905" y="475"/>
                    <a:pt x="1910" y="476"/>
                    <a:pt x="1914" y="478"/>
                  </a:cubicBezTo>
                  <a:cubicBezTo>
                    <a:pt x="1913" y="492"/>
                    <a:pt x="1911" y="496"/>
                    <a:pt x="1904" y="498"/>
                  </a:cubicBezTo>
                  <a:cubicBezTo>
                    <a:pt x="1850" y="489"/>
                    <a:pt x="1841" y="492"/>
                    <a:pt x="1834" y="491"/>
                  </a:cubicBezTo>
                  <a:cubicBezTo>
                    <a:pt x="1794" y="478"/>
                    <a:pt x="1788" y="478"/>
                    <a:pt x="1784" y="473"/>
                  </a:cubicBezTo>
                  <a:cubicBezTo>
                    <a:pt x="1745" y="457"/>
                    <a:pt x="1727" y="442"/>
                    <a:pt x="1702" y="437"/>
                  </a:cubicBezTo>
                  <a:cubicBezTo>
                    <a:pt x="1656" y="409"/>
                    <a:pt x="1651" y="403"/>
                    <a:pt x="1643" y="401"/>
                  </a:cubicBezTo>
                  <a:cubicBezTo>
                    <a:pt x="1610" y="385"/>
                    <a:pt x="1611" y="381"/>
                    <a:pt x="1608" y="381"/>
                  </a:cubicBezTo>
                  <a:cubicBezTo>
                    <a:pt x="1598" y="373"/>
                    <a:pt x="1594" y="374"/>
                    <a:pt x="1593" y="372"/>
                  </a:cubicBezTo>
                  <a:cubicBezTo>
                    <a:pt x="1555" y="351"/>
                    <a:pt x="1543" y="353"/>
                    <a:pt x="1540" y="344"/>
                  </a:cubicBezTo>
                  <a:cubicBezTo>
                    <a:pt x="1506" y="339"/>
                    <a:pt x="1502" y="331"/>
                    <a:pt x="1493" y="331"/>
                  </a:cubicBezTo>
                  <a:cubicBezTo>
                    <a:pt x="1454" y="318"/>
                    <a:pt x="1445" y="322"/>
                    <a:pt x="1444" y="317"/>
                  </a:cubicBezTo>
                  <a:cubicBezTo>
                    <a:pt x="1411" y="318"/>
                    <a:pt x="1405" y="311"/>
                    <a:pt x="1404" y="318"/>
                  </a:cubicBezTo>
                  <a:cubicBezTo>
                    <a:pt x="1460" y="329"/>
                    <a:pt x="1466" y="329"/>
                    <a:pt x="1473" y="330"/>
                  </a:cubicBezTo>
                  <a:cubicBezTo>
                    <a:pt x="1513" y="345"/>
                    <a:pt x="1524" y="347"/>
                    <a:pt x="1533" y="354"/>
                  </a:cubicBezTo>
                  <a:cubicBezTo>
                    <a:pt x="1571" y="372"/>
                    <a:pt x="1574" y="372"/>
                    <a:pt x="1576" y="373"/>
                  </a:cubicBezTo>
                  <a:cubicBezTo>
                    <a:pt x="1626" y="404"/>
                    <a:pt x="1639" y="404"/>
                    <a:pt x="1645" y="414"/>
                  </a:cubicBezTo>
                  <a:cubicBezTo>
                    <a:pt x="1705" y="444"/>
                    <a:pt x="1706" y="446"/>
                    <a:pt x="1709" y="447"/>
                  </a:cubicBezTo>
                  <a:cubicBezTo>
                    <a:pt x="1733" y="461"/>
                    <a:pt x="1738" y="463"/>
                    <a:pt x="1745" y="462"/>
                  </a:cubicBezTo>
                  <a:cubicBezTo>
                    <a:pt x="1768" y="476"/>
                    <a:pt x="1770" y="478"/>
                    <a:pt x="1774" y="477"/>
                  </a:cubicBezTo>
                  <a:cubicBezTo>
                    <a:pt x="1806" y="494"/>
                    <a:pt x="1815" y="492"/>
                    <a:pt x="1819" y="495"/>
                  </a:cubicBezTo>
                  <a:cubicBezTo>
                    <a:pt x="1873" y="511"/>
                    <a:pt x="1884" y="506"/>
                    <a:pt x="1888" y="510"/>
                  </a:cubicBezTo>
                  <a:cubicBezTo>
                    <a:pt x="1869" y="516"/>
                    <a:pt x="1866" y="515"/>
                    <a:pt x="1863" y="514"/>
                  </a:cubicBezTo>
                  <a:cubicBezTo>
                    <a:pt x="1835" y="516"/>
                    <a:pt x="1831" y="512"/>
                    <a:pt x="1825" y="512"/>
                  </a:cubicBezTo>
                  <a:cubicBezTo>
                    <a:pt x="1781" y="495"/>
                    <a:pt x="1779" y="493"/>
                    <a:pt x="1775" y="495"/>
                  </a:cubicBezTo>
                  <a:cubicBezTo>
                    <a:pt x="1738" y="472"/>
                    <a:pt x="1730" y="475"/>
                    <a:pt x="1728" y="470"/>
                  </a:cubicBezTo>
                  <a:cubicBezTo>
                    <a:pt x="1705" y="458"/>
                    <a:pt x="1703" y="456"/>
                    <a:pt x="1700" y="457"/>
                  </a:cubicBezTo>
                  <a:cubicBezTo>
                    <a:pt x="1653" y="427"/>
                    <a:pt x="1642" y="426"/>
                    <a:pt x="1637" y="415"/>
                  </a:cubicBezTo>
                  <a:cubicBezTo>
                    <a:pt x="1618" y="408"/>
                    <a:pt x="1613" y="406"/>
                    <a:pt x="1608" y="405"/>
                  </a:cubicBezTo>
                  <a:cubicBezTo>
                    <a:pt x="1580" y="386"/>
                    <a:pt x="1573" y="389"/>
                    <a:pt x="1571" y="383"/>
                  </a:cubicBezTo>
                  <a:cubicBezTo>
                    <a:pt x="1546" y="373"/>
                    <a:pt x="1538" y="367"/>
                    <a:pt x="1528" y="364"/>
                  </a:cubicBezTo>
                  <a:cubicBezTo>
                    <a:pt x="1452" y="335"/>
                    <a:pt x="1444" y="337"/>
                    <a:pt x="1440" y="333"/>
                  </a:cubicBezTo>
                  <a:cubicBezTo>
                    <a:pt x="1412" y="329"/>
                    <a:pt x="1409" y="326"/>
                    <a:pt x="1409" y="330"/>
                  </a:cubicBezTo>
                  <a:cubicBezTo>
                    <a:pt x="1478" y="351"/>
                    <a:pt x="1489" y="352"/>
                    <a:pt x="1497" y="356"/>
                  </a:cubicBezTo>
                  <a:cubicBezTo>
                    <a:pt x="1540" y="378"/>
                    <a:pt x="1541" y="380"/>
                    <a:pt x="1546" y="379"/>
                  </a:cubicBezTo>
                  <a:cubicBezTo>
                    <a:pt x="1569" y="394"/>
                    <a:pt x="1574" y="397"/>
                    <a:pt x="1580" y="397"/>
                  </a:cubicBezTo>
                  <a:cubicBezTo>
                    <a:pt x="1624" y="422"/>
                    <a:pt x="1629" y="423"/>
                    <a:pt x="1634" y="425"/>
                  </a:cubicBezTo>
                  <a:cubicBezTo>
                    <a:pt x="1646" y="437"/>
                    <a:pt x="1652" y="436"/>
                    <a:pt x="1655" y="441"/>
                  </a:cubicBezTo>
                  <a:cubicBezTo>
                    <a:pt x="1683" y="456"/>
                    <a:pt x="1689" y="454"/>
                    <a:pt x="1689" y="461"/>
                  </a:cubicBezTo>
                  <a:cubicBezTo>
                    <a:pt x="1731" y="481"/>
                    <a:pt x="1736" y="482"/>
                    <a:pt x="1738" y="486"/>
                  </a:cubicBezTo>
                  <a:cubicBezTo>
                    <a:pt x="1766" y="502"/>
                    <a:pt x="1774" y="499"/>
                    <a:pt x="1776" y="503"/>
                  </a:cubicBezTo>
                  <a:cubicBezTo>
                    <a:pt x="1808" y="514"/>
                    <a:pt x="1813" y="515"/>
                    <a:pt x="1817" y="518"/>
                  </a:cubicBezTo>
                  <a:cubicBezTo>
                    <a:pt x="1835" y="524"/>
                    <a:pt x="1840" y="524"/>
                    <a:pt x="1843" y="527"/>
                  </a:cubicBezTo>
                  <a:cubicBezTo>
                    <a:pt x="1844" y="539"/>
                    <a:pt x="1833" y="532"/>
                    <a:pt x="1822" y="537"/>
                  </a:cubicBezTo>
                  <a:cubicBezTo>
                    <a:pt x="1763" y="519"/>
                    <a:pt x="1760" y="515"/>
                    <a:pt x="1756" y="513"/>
                  </a:cubicBezTo>
                  <a:cubicBezTo>
                    <a:pt x="1726" y="503"/>
                    <a:pt x="1719" y="500"/>
                    <a:pt x="1713" y="495"/>
                  </a:cubicBezTo>
                  <a:cubicBezTo>
                    <a:pt x="1680" y="476"/>
                    <a:pt x="1674" y="477"/>
                    <a:pt x="1671" y="473"/>
                  </a:cubicBezTo>
                  <a:cubicBezTo>
                    <a:pt x="1645" y="461"/>
                    <a:pt x="1644" y="455"/>
                    <a:pt x="1637" y="455"/>
                  </a:cubicBezTo>
                  <a:cubicBezTo>
                    <a:pt x="1601" y="434"/>
                    <a:pt x="1598" y="425"/>
                    <a:pt x="1590" y="426"/>
                  </a:cubicBezTo>
                  <a:cubicBezTo>
                    <a:pt x="1571" y="413"/>
                    <a:pt x="1568" y="411"/>
                    <a:pt x="1565" y="411"/>
                  </a:cubicBezTo>
                  <a:cubicBezTo>
                    <a:pt x="1547" y="395"/>
                    <a:pt x="1543" y="395"/>
                    <a:pt x="1540" y="393"/>
                  </a:cubicBezTo>
                  <a:cubicBezTo>
                    <a:pt x="1478" y="362"/>
                    <a:pt x="1474" y="356"/>
                    <a:pt x="1464" y="358"/>
                  </a:cubicBezTo>
                  <a:cubicBezTo>
                    <a:pt x="1433" y="346"/>
                    <a:pt x="1429" y="345"/>
                    <a:pt x="1426" y="343"/>
                  </a:cubicBezTo>
                  <a:cubicBezTo>
                    <a:pt x="1374" y="333"/>
                    <a:pt x="1366" y="332"/>
                    <a:pt x="1360" y="330"/>
                  </a:cubicBezTo>
                  <a:cubicBezTo>
                    <a:pt x="1329" y="331"/>
                    <a:pt x="1332" y="335"/>
                    <a:pt x="1340" y="331"/>
                  </a:cubicBezTo>
                  <a:cubicBezTo>
                    <a:pt x="1379" y="339"/>
                    <a:pt x="1390" y="339"/>
                    <a:pt x="1398" y="343"/>
                  </a:cubicBezTo>
                  <a:cubicBezTo>
                    <a:pt x="1435" y="353"/>
                    <a:pt x="1445" y="354"/>
                    <a:pt x="1452" y="360"/>
                  </a:cubicBezTo>
                  <a:cubicBezTo>
                    <a:pt x="1485" y="377"/>
                    <a:pt x="1496" y="378"/>
                    <a:pt x="1502" y="384"/>
                  </a:cubicBezTo>
                  <a:cubicBezTo>
                    <a:pt x="1541" y="399"/>
                    <a:pt x="1542" y="408"/>
                    <a:pt x="1549" y="409"/>
                  </a:cubicBezTo>
                  <a:cubicBezTo>
                    <a:pt x="1571" y="418"/>
                    <a:pt x="1568" y="428"/>
                    <a:pt x="1574" y="424"/>
                  </a:cubicBezTo>
                  <a:cubicBezTo>
                    <a:pt x="1592" y="440"/>
                    <a:pt x="1600" y="435"/>
                    <a:pt x="1599" y="442"/>
                  </a:cubicBezTo>
                  <a:cubicBezTo>
                    <a:pt x="1641" y="464"/>
                    <a:pt x="1644" y="471"/>
                    <a:pt x="1651" y="473"/>
                  </a:cubicBezTo>
                  <a:cubicBezTo>
                    <a:pt x="1673" y="488"/>
                    <a:pt x="1680" y="489"/>
                    <a:pt x="1686" y="493"/>
                  </a:cubicBezTo>
                  <a:cubicBezTo>
                    <a:pt x="1729" y="513"/>
                    <a:pt x="1736" y="515"/>
                    <a:pt x="1742" y="518"/>
                  </a:cubicBezTo>
                  <a:cubicBezTo>
                    <a:pt x="1788" y="534"/>
                    <a:pt x="1792" y="539"/>
                    <a:pt x="1801" y="539"/>
                  </a:cubicBezTo>
                  <a:cubicBezTo>
                    <a:pt x="1790" y="544"/>
                    <a:pt x="1783" y="547"/>
                    <a:pt x="1780" y="545"/>
                  </a:cubicBezTo>
                  <a:cubicBezTo>
                    <a:pt x="1738" y="528"/>
                    <a:pt x="1721" y="530"/>
                    <a:pt x="1713" y="519"/>
                  </a:cubicBezTo>
                  <a:cubicBezTo>
                    <a:pt x="1690" y="508"/>
                    <a:pt x="1683" y="507"/>
                    <a:pt x="1679" y="501"/>
                  </a:cubicBezTo>
                  <a:cubicBezTo>
                    <a:pt x="1636" y="472"/>
                    <a:pt x="1632" y="471"/>
                    <a:pt x="1629" y="470"/>
                  </a:cubicBezTo>
                  <a:cubicBezTo>
                    <a:pt x="1606" y="458"/>
                    <a:pt x="1604" y="451"/>
                    <a:pt x="1597" y="451"/>
                  </a:cubicBezTo>
                  <a:cubicBezTo>
                    <a:pt x="1563" y="430"/>
                    <a:pt x="1559" y="427"/>
                    <a:pt x="1554" y="424"/>
                  </a:cubicBezTo>
                  <a:cubicBezTo>
                    <a:pt x="1519" y="405"/>
                    <a:pt x="1516" y="400"/>
                    <a:pt x="1511" y="396"/>
                  </a:cubicBezTo>
                  <a:cubicBezTo>
                    <a:pt x="1476" y="378"/>
                    <a:pt x="1467" y="380"/>
                    <a:pt x="1465" y="373"/>
                  </a:cubicBezTo>
                  <a:cubicBezTo>
                    <a:pt x="1426" y="360"/>
                    <a:pt x="1420" y="358"/>
                    <a:pt x="1415" y="356"/>
                  </a:cubicBezTo>
                  <a:cubicBezTo>
                    <a:pt x="1375" y="348"/>
                    <a:pt x="1375" y="343"/>
                    <a:pt x="1369" y="346"/>
                  </a:cubicBezTo>
                  <a:cubicBezTo>
                    <a:pt x="1382" y="355"/>
                    <a:pt x="1389" y="351"/>
                    <a:pt x="1391" y="353"/>
                  </a:cubicBezTo>
                  <a:cubicBezTo>
                    <a:pt x="1446" y="377"/>
                    <a:pt x="1459" y="379"/>
                    <a:pt x="1470" y="386"/>
                  </a:cubicBezTo>
                  <a:cubicBezTo>
                    <a:pt x="1508" y="408"/>
                    <a:pt x="1515" y="409"/>
                    <a:pt x="1521" y="412"/>
                  </a:cubicBezTo>
                  <a:cubicBezTo>
                    <a:pt x="1575" y="451"/>
                    <a:pt x="1583" y="451"/>
                    <a:pt x="1588" y="455"/>
                  </a:cubicBezTo>
                  <a:cubicBezTo>
                    <a:pt x="1615" y="475"/>
                    <a:pt x="1622" y="471"/>
                    <a:pt x="1621" y="478"/>
                  </a:cubicBezTo>
                  <a:cubicBezTo>
                    <a:pt x="1649" y="495"/>
                    <a:pt x="1651" y="497"/>
                    <a:pt x="1654" y="499"/>
                  </a:cubicBezTo>
                  <a:cubicBezTo>
                    <a:pt x="1711" y="527"/>
                    <a:pt x="1711" y="533"/>
                    <a:pt x="1715" y="532"/>
                  </a:cubicBezTo>
                  <a:cubicBezTo>
                    <a:pt x="1752" y="544"/>
                    <a:pt x="1758" y="548"/>
                    <a:pt x="1765" y="550"/>
                  </a:cubicBezTo>
                  <a:cubicBezTo>
                    <a:pt x="1779" y="556"/>
                    <a:pt x="1783" y="556"/>
                    <a:pt x="1780" y="558"/>
                  </a:cubicBezTo>
                  <a:cubicBezTo>
                    <a:pt x="1702" y="547"/>
                    <a:pt x="1695" y="539"/>
                    <a:pt x="1685" y="535"/>
                  </a:cubicBezTo>
                  <a:cubicBezTo>
                    <a:pt x="1649" y="518"/>
                    <a:pt x="1646" y="517"/>
                    <a:pt x="1644" y="516"/>
                  </a:cubicBezTo>
                  <a:cubicBezTo>
                    <a:pt x="1614" y="502"/>
                    <a:pt x="1615" y="498"/>
                    <a:pt x="1614" y="497"/>
                  </a:cubicBezTo>
                  <a:cubicBezTo>
                    <a:pt x="1595" y="486"/>
                    <a:pt x="1585" y="484"/>
                    <a:pt x="1579" y="475"/>
                  </a:cubicBezTo>
                  <a:cubicBezTo>
                    <a:pt x="1537" y="447"/>
                    <a:pt x="1533" y="443"/>
                    <a:pt x="1528" y="442"/>
                  </a:cubicBezTo>
                  <a:cubicBezTo>
                    <a:pt x="1493" y="420"/>
                    <a:pt x="1484" y="415"/>
                    <a:pt x="1476" y="409"/>
                  </a:cubicBezTo>
                  <a:cubicBezTo>
                    <a:pt x="1431" y="388"/>
                    <a:pt x="1429" y="386"/>
                    <a:pt x="1425" y="387"/>
                  </a:cubicBezTo>
                  <a:cubicBezTo>
                    <a:pt x="1403" y="379"/>
                    <a:pt x="1396" y="375"/>
                    <a:pt x="1388" y="374"/>
                  </a:cubicBezTo>
                  <a:cubicBezTo>
                    <a:pt x="1367" y="367"/>
                    <a:pt x="1362" y="365"/>
                    <a:pt x="1355" y="366"/>
                  </a:cubicBezTo>
                  <a:cubicBezTo>
                    <a:pt x="1318" y="360"/>
                    <a:pt x="1310" y="352"/>
                    <a:pt x="1307" y="360"/>
                  </a:cubicBezTo>
                  <a:cubicBezTo>
                    <a:pt x="1345" y="366"/>
                    <a:pt x="1349" y="367"/>
                    <a:pt x="1351" y="369"/>
                  </a:cubicBezTo>
                  <a:cubicBezTo>
                    <a:pt x="1386" y="379"/>
                    <a:pt x="1390" y="380"/>
                    <a:pt x="1393" y="382"/>
                  </a:cubicBezTo>
                  <a:cubicBezTo>
                    <a:pt x="1423" y="399"/>
                    <a:pt x="1432" y="393"/>
                    <a:pt x="1434" y="397"/>
                  </a:cubicBezTo>
                  <a:cubicBezTo>
                    <a:pt x="1454" y="412"/>
                    <a:pt x="1462" y="407"/>
                    <a:pt x="1461" y="414"/>
                  </a:cubicBezTo>
                  <a:cubicBezTo>
                    <a:pt x="1510" y="441"/>
                    <a:pt x="1512" y="443"/>
                    <a:pt x="1515" y="444"/>
                  </a:cubicBezTo>
                  <a:cubicBezTo>
                    <a:pt x="1543" y="466"/>
                    <a:pt x="1550" y="462"/>
                    <a:pt x="1551" y="466"/>
                  </a:cubicBezTo>
                  <a:cubicBezTo>
                    <a:pt x="1571" y="481"/>
                    <a:pt x="1572" y="486"/>
                    <a:pt x="1576" y="486"/>
                  </a:cubicBezTo>
                  <a:cubicBezTo>
                    <a:pt x="1608" y="503"/>
                    <a:pt x="1609" y="508"/>
                    <a:pt x="1612" y="511"/>
                  </a:cubicBezTo>
                  <a:cubicBezTo>
                    <a:pt x="1647" y="524"/>
                    <a:pt x="1647" y="530"/>
                    <a:pt x="1651" y="532"/>
                  </a:cubicBezTo>
                  <a:cubicBezTo>
                    <a:pt x="1681" y="539"/>
                    <a:pt x="1682" y="546"/>
                    <a:pt x="1687" y="546"/>
                  </a:cubicBezTo>
                  <a:cubicBezTo>
                    <a:pt x="1722" y="557"/>
                    <a:pt x="1728" y="560"/>
                    <a:pt x="1734" y="562"/>
                  </a:cubicBezTo>
                  <a:cubicBezTo>
                    <a:pt x="1758" y="569"/>
                    <a:pt x="1752" y="572"/>
                    <a:pt x="1738" y="570"/>
                  </a:cubicBezTo>
                  <a:cubicBezTo>
                    <a:pt x="1665" y="552"/>
                    <a:pt x="1658" y="553"/>
                    <a:pt x="1652" y="552"/>
                  </a:cubicBezTo>
                  <a:cubicBezTo>
                    <a:pt x="1612" y="537"/>
                    <a:pt x="1614" y="527"/>
                    <a:pt x="1607" y="532"/>
                  </a:cubicBezTo>
                  <a:cubicBezTo>
                    <a:pt x="1584" y="521"/>
                    <a:pt x="1582" y="517"/>
                    <a:pt x="1579" y="514"/>
                  </a:cubicBezTo>
                  <a:cubicBezTo>
                    <a:pt x="1550" y="497"/>
                    <a:pt x="1547" y="498"/>
                    <a:pt x="1547" y="496"/>
                  </a:cubicBezTo>
                  <a:cubicBezTo>
                    <a:pt x="1532" y="482"/>
                    <a:pt x="1524" y="487"/>
                    <a:pt x="1524" y="480"/>
                  </a:cubicBezTo>
                  <a:cubicBezTo>
                    <a:pt x="1499" y="464"/>
                    <a:pt x="1491" y="463"/>
                    <a:pt x="1485" y="458"/>
                  </a:cubicBezTo>
                  <a:cubicBezTo>
                    <a:pt x="1459" y="445"/>
                    <a:pt x="1453" y="441"/>
                    <a:pt x="1446" y="439"/>
                  </a:cubicBezTo>
                  <a:cubicBezTo>
                    <a:pt x="1415" y="420"/>
                    <a:pt x="1408" y="423"/>
                    <a:pt x="1407" y="419"/>
                  </a:cubicBezTo>
                  <a:cubicBezTo>
                    <a:pt x="1383" y="409"/>
                    <a:pt x="1378" y="410"/>
                    <a:pt x="1374" y="410"/>
                  </a:cubicBezTo>
                  <a:cubicBezTo>
                    <a:pt x="1351" y="399"/>
                    <a:pt x="1343" y="404"/>
                    <a:pt x="1341" y="400"/>
                  </a:cubicBezTo>
                  <a:cubicBezTo>
                    <a:pt x="1337" y="401"/>
                    <a:pt x="1353" y="409"/>
                    <a:pt x="1372" y="412"/>
                  </a:cubicBezTo>
                  <a:cubicBezTo>
                    <a:pt x="1399" y="423"/>
                    <a:pt x="1401" y="424"/>
                    <a:pt x="1403" y="424"/>
                  </a:cubicBezTo>
                  <a:cubicBezTo>
                    <a:pt x="1429" y="440"/>
                    <a:pt x="1438" y="443"/>
                    <a:pt x="1447" y="445"/>
                  </a:cubicBezTo>
                  <a:cubicBezTo>
                    <a:pt x="1518" y="491"/>
                    <a:pt x="1524" y="489"/>
                    <a:pt x="1526" y="493"/>
                  </a:cubicBezTo>
                  <a:cubicBezTo>
                    <a:pt x="1550" y="509"/>
                    <a:pt x="1552" y="509"/>
                    <a:pt x="1554" y="510"/>
                  </a:cubicBezTo>
                  <a:cubicBezTo>
                    <a:pt x="1616" y="544"/>
                    <a:pt x="1623" y="549"/>
                    <a:pt x="1632" y="551"/>
                  </a:cubicBezTo>
                  <a:cubicBezTo>
                    <a:pt x="1674" y="567"/>
                    <a:pt x="1679" y="568"/>
                    <a:pt x="1682" y="571"/>
                  </a:cubicBezTo>
                  <a:cubicBezTo>
                    <a:pt x="1723" y="576"/>
                    <a:pt x="1729" y="583"/>
                    <a:pt x="1742" y="580"/>
                  </a:cubicBezTo>
                  <a:cubicBezTo>
                    <a:pt x="1759" y="590"/>
                    <a:pt x="1755" y="592"/>
                    <a:pt x="1754" y="589"/>
                  </a:cubicBezTo>
                  <a:cubicBezTo>
                    <a:pt x="1713" y="591"/>
                    <a:pt x="1708" y="586"/>
                    <a:pt x="1698" y="586"/>
                  </a:cubicBezTo>
                  <a:cubicBezTo>
                    <a:pt x="1654" y="574"/>
                    <a:pt x="1647" y="578"/>
                    <a:pt x="1646" y="576"/>
                  </a:cubicBezTo>
                  <a:cubicBezTo>
                    <a:pt x="1591" y="557"/>
                    <a:pt x="1586" y="553"/>
                    <a:pt x="1577" y="555"/>
                  </a:cubicBezTo>
                  <a:cubicBezTo>
                    <a:pt x="1551" y="536"/>
                    <a:pt x="1541" y="545"/>
                    <a:pt x="1543" y="536"/>
                  </a:cubicBezTo>
                  <a:cubicBezTo>
                    <a:pt x="1513" y="523"/>
                    <a:pt x="1510" y="521"/>
                    <a:pt x="1507" y="521"/>
                  </a:cubicBezTo>
                  <a:cubicBezTo>
                    <a:pt x="1477" y="507"/>
                    <a:pt x="1473" y="506"/>
                    <a:pt x="1472" y="500"/>
                  </a:cubicBezTo>
                  <a:cubicBezTo>
                    <a:pt x="1408" y="467"/>
                    <a:pt x="1397" y="459"/>
                    <a:pt x="1384" y="454"/>
                  </a:cubicBezTo>
                  <a:cubicBezTo>
                    <a:pt x="1343" y="434"/>
                    <a:pt x="1341" y="426"/>
                    <a:pt x="1333" y="426"/>
                  </a:cubicBezTo>
                  <a:cubicBezTo>
                    <a:pt x="1289" y="410"/>
                    <a:pt x="1284" y="405"/>
                    <a:pt x="1276" y="405"/>
                  </a:cubicBezTo>
                  <a:cubicBezTo>
                    <a:pt x="1253" y="397"/>
                    <a:pt x="1247" y="401"/>
                    <a:pt x="1246" y="397"/>
                  </a:cubicBezTo>
                  <a:cubicBezTo>
                    <a:pt x="1257" y="404"/>
                    <a:pt x="1261" y="408"/>
                    <a:pt x="1269" y="406"/>
                  </a:cubicBezTo>
                  <a:cubicBezTo>
                    <a:pt x="1312" y="423"/>
                    <a:pt x="1323" y="427"/>
                    <a:pt x="1332" y="433"/>
                  </a:cubicBezTo>
                  <a:cubicBezTo>
                    <a:pt x="1373" y="452"/>
                    <a:pt x="1380" y="461"/>
                    <a:pt x="1391" y="464"/>
                  </a:cubicBezTo>
                  <a:cubicBezTo>
                    <a:pt x="1429" y="487"/>
                    <a:pt x="1438" y="493"/>
                    <a:pt x="1448" y="498"/>
                  </a:cubicBezTo>
                  <a:cubicBezTo>
                    <a:pt x="1495" y="522"/>
                    <a:pt x="1497" y="523"/>
                    <a:pt x="1497" y="527"/>
                  </a:cubicBezTo>
                  <a:cubicBezTo>
                    <a:pt x="1546" y="551"/>
                    <a:pt x="1559" y="551"/>
                    <a:pt x="1567" y="559"/>
                  </a:cubicBezTo>
                  <a:cubicBezTo>
                    <a:pt x="1622" y="576"/>
                    <a:pt x="1626" y="580"/>
                    <a:pt x="1631" y="583"/>
                  </a:cubicBezTo>
                  <a:cubicBezTo>
                    <a:pt x="1662" y="587"/>
                    <a:pt x="1662" y="592"/>
                    <a:pt x="1668" y="589"/>
                  </a:cubicBezTo>
                  <a:cubicBezTo>
                    <a:pt x="1709" y="600"/>
                    <a:pt x="1718" y="597"/>
                    <a:pt x="1723" y="599"/>
                  </a:cubicBezTo>
                  <a:cubicBezTo>
                    <a:pt x="1724" y="608"/>
                    <a:pt x="1723" y="608"/>
                    <a:pt x="1722" y="606"/>
                  </a:cubicBezTo>
                  <a:cubicBezTo>
                    <a:pt x="1682" y="603"/>
                    <a:pt x="1670" y="604"/>
                    <a:pt x="1660" y="604"/>
                  </a:cubicBezTo>
                  <a:cubicBezTo>
                    <a:pt x="1606" y="587"/>
                    <a:pt x="1598" y="585"/>
                    <a:pt x="1591" y="581"/>
                  </a:cubicBezTo>
                  <a:cubicBezTo>
                    <a:pt x="1518" y="552"/>
                    <a:pt x="1512" y="547"/>
                    <a:pt x="1505" y="543"/>
                  </a:cubicBezTo>
                  <a:cubicBezTo>
                    <a:pt x="1461" y="517"/>
                    <a:pt x="1453" y="512"/>
                    <a:pt x="1445" y="508"/>
                  </a:cubicBezTo>
                  <a:cubicBezTo>
                    <a:pt x="1416" y="493"/>
                    <a:pt x="1413" y="488"/>
                    <a:pt x="1410" y="485"/>
                  </a:cubicBezTo>
                  <a:cubicBezTo>
                    <a:pt x="1380" y="471"/>
                    <a:pt x="1374" y="471"/>
                    <a:pt x="1371" y="466"/>
                  </a:cubicBezTo>
                  <a:cubicBezTo>
                    <a:pt x="1302" y="432"/>
                    <a:pt x="1301" y="425"/>
                    <a:pt x="1293" y="429"/>
                  </a:cubicBezTo>
                  <a:cubicBezTo>
                    <a:pt x="1283" y="430"/>
                    <a:pt x="1290" y="428"/>
                    <a:pt x="1294" y="433"/>
                  </a:cubicBezTo>
                  <a:cubicBezTo>
                    <a:pt x="1362" y="468"/>
                    <a:pt x="1370" y="477"/>
                    <a:pt x="1382" y="479"/>
                  </a:cubicBezTo>
                  <a:cubicBezTo>
                    <a:pt x="1400" y="491"/>
                    <a:pt x="1406" y="491"/>
                    <a:pt x="1410" y="496"/>
                  </a:cubicBezTo>
                  <a:cubicBezTo>
                    <a:pt x="1443" y="513"/>
                    <a:pt x="1445" y="520"/>
                    <a:pt x="1452" y="520"/>
                  </a:cubicBezTo>
                  <a:cubicBezTo>
                    <a:pt x="1488" y="537"/>
                    <a:pt x="1488" y="547"/>
                    <a:pt x="1496" y="545"/>
                  </a:cubicBezTo>
                  <a:cubicBezTo>
                    <a:pt x="1533" y="569"/>
                    <a:pt x="1543" y="571"/>
                    <a:pt x="1548" y="578"/>
                  </a:cubicBezTo>
                  <a:cubicBezTo>
                    <a:pt x="1580" y="584"/>
                    <a:pt x="1582" y="594"/>
                    <a:pt x="1593" y="592"/>
                  </a:cubicBezTo>
                  <a:cubicBezTo>
                    <a:pt x="1620" y="603"/>
                    <a:pt x="1621" y="605"/>
                    <a:pt x="1624" y="604"/>
                  </a:cubicBezTo>
                  <a:cubicBezTo>
                    <a:pt x="1657" y="614"/>
                    <a:pt x="1662" y="613"/>
                    <a:pt x="1667" y="611"/>
                  </a:cubicBezTo>
                  <a:cubicBezTo>
                    <a:pt x="1692" y="626"/>
                    <a:pt x="1685" y="617"/>
                    <a:pt x="1681" y="622"/>
                  </a:cubicBezTo>
                  <a:cubicBezTo>
                    <a:pt x="1593" y="615"/>
                    <a:pt x="1584" y="614"/>
                    <a:pt x="1575" y="613"/>
                  </a:cubicBezTo>
                  <a:cubicBezTo>
                    <a:pt x="1546" y="601"/>
                    <a:pt x="1538" y="605"/>
                    <a:pt x="1535" y="602"/>
                  </a:cubicBezTo>
                  <a:cubicBezTo>
                    <a:pt x="1505" y="591"/>
                    <a:pt x="1501" y="590"/>
                    <a:pt x="1497" y="587"/>
                  </a:cubicBezTo>
                  <a:cubicBezTo>
                    <a:pt x="1464" y="574"/>
                    <a:pt x="1462" y="573"/>
                    <a:pt x="1461" y="571"/>
                  </a:cubicBezTo>
                  <a:cubicBezTo>
                    <a:pt x="1444" y="564"/>
                    <a:pt x="1441" y="561"/>
                    <a:pt x="1437" y="560"/>
                  </a:cubicBezTo>
                  <a:cubicBezTo>
                    <a:pt x="1396" y="533"/>
                    <a:pt x="1390" y="529"/>
                    <a:pt x="1384" y="523"/>
                  </a:cubicBezTo>
                  <a:cubicBezTo>
                    <a:pt x="1348" y="497"/>
                    <a:pt x="1334" y="487"/>
                    <a:pt x="1322" y="474"/>
                  </a:cubicBezTo>
                  <a:cubicBezTo>
                    <a:pt x="1288" y="447"/>
                    <a:pt x="1282" y="448"/>
                    <a:pt x="1280" y="442"/>
                  </a:cubicBezTo>
                  <a:cubicBezTo>
                    <a:pt x="1254" y="427"/>
                    <a:pt x="1251" y="424"/>
                    <a:pt x="1246" y="424"/>
                  </a:cubicBezTo>
                  <a:cubicBezTo>
                    <a:pt x="1239" y="423"/>
                    <a:pt x="1244" y="426"/>
                    <a:pt x="1247" y="430"/>
                  </a:cubicBezTo>
                  <a:cubicBezTo>
                    <a:pt x="1267" y="440"/>
                    <a:pt x="1271" y="443"/>
                    <a:pt x="1275" y="447"/>
                  </a:cubicBezTo>
                  <a:cubicBezTo>
                    <a:pt x="1323" y="484"/>
                    <a:pt x="1331" y="493"/>
                    <a:pt x="1339" y="500"/>
                  </a:cubicBezTo>
                  <a:cubicBezTo>
                    <a:pt x="1401" y="544"/>
                    <a:pt x="1408" y="552"/>
                    <a:pt x="1418" y="557"/>
                  </a:cubicBezTo>
                  <a:cubicBezTo>
                    <a:pt x="1436" y="571"/>
                    <a:pt x="1444" y="569"/>
                    <a:pt x="1446" y="576"/>
                  </a:cubicBezTo>
                  <a:cubicBezTo>
                    <a:pt x="1503" y="601"/>
                    <a:pt x="1515" y="599"/>
                    <a:pt x="1520" y="607"/>
                  </a:cubicBezTo>
                  <a:cubicBezTo>
                    <a:pt x="1568" y="619"/>
                    <a:pt x="1585" y="625"/>
                    <a:pt x="1606" y="627"/>
                  </a:cubicBezTo>
                  <a:cubicBezTo>
                    <a:pt x="1641" y="631"/>
                    <a:pt x="1645" y="634"/>
                    <a:pt x="1651" y="632"/>
                  </a:cubicBezTo>
                  <a:cubicBezTo>
                    <a:pt x="1618" y="637"/>
                    <a:pt x="1616" y="637"/>
                    <a:pt x="1608" y="636"/>
                  </a:cubicBezTo>
                  <a:cubicBezTo>
                    <a:pt x="1567" y="628"/>
                    <a:pt x="1562" y="625"/>
                    <a:pt x="1555" y="625"/>
                  </a:cubicBezTo>
                  <a:cubicBezTo>
                    <a:pt x="1534" y="620"/>
                    <a:pt x="1531" y="619"/>
                    <a:pt x="1529" y="616"/>
                  </a:cubicBezTo>
                  <a:cubicBezTo>
                    <a:pt x="1499" y="609"/>
                    <a:pt x="1498" y="606"/>
                    <a:pt x="1496" y="605"/>
                  </a:cubicBezTo>
                  <a:cubicBezTo>
                    <a:pt x="1453" y="583"/>
                    <a:pt x="1451" y="582"/>
                    <a:pt x="1447" y="582"/>
                  </a:cubicBezTo>
                  <a:cubicBezTo>
                    <a:pt x="1415" y="563"/>
                    <a:pt x="1404" y="558"/>
                    <a:pt x="1393" y="552"/>
                  </a:cubicBezTo>
                  <a:cubicBezTo>
                    <a:pt x="1381" y="541"/>
                    <a:pt x="1375" y="541"/>
                    <a:pt x="1373" y="536"/>
                  </a:cubicBezTo>
                  <a:cubicBezTo>
                    <a:pt x="1299" y="486"/>
                    <a:pt x="1294" y="478"/>
                    <a:pt x="1286" y="474"/>
                  </a:cubicBezTo>
                  <a:cubicBezTo>
                    <a:pt x="1274" y="462"/>
                    <a:pt x="1268" y="463"/>
                    <a:pt x="1265" y="458"/>
                  </a:cubicBezTo>
                  <a:cubicBezTo>
                    <a:pt x="1227" y="434"/>
                    <a:pt x="1225" y="430"/>
                    <a:pt x="1218" y="431"/>
                  </a:cubicBezTo>
                  <a:cubicBezTo>
                    <a:pt x="1245" y="452"/>
                    <a:pt x="1249" y="454"/>
                    <a:pt x="1254" y="456"/>
                  </a:cubicBezTo>
                  <a:cubicBezTo>
                    <a:pt x="1273" y="470"/>
                    <a:pt x="1275" y="472"/>
                    <a:pt x="1277" y="474"/>
                  </a:cubicBezTo>
                  <a:cubicBezTo>
                    <a:pt x="1295" y="490"/>
                    <a:pt x="1297" y="491"/>
                    <a:pt x="1300" y="492"/>
                  </a:cubicBezTo>
                  <a:cubicBezTo>
                    <a:pt x="1374" y="550"/>
                    <a:pt x="1391" y="560"/>
                    <a:pt x="1408" y="572"/>
                  </a:cubicBezTo>
                  <a:cubicBezTo>
                    <a:pt x="1492" y="612"/>
                    <a:pt x="1496" y="615"/>
                    <a:pt x="1500" y="617"/>
                  </a:cubicBezTo>
                  <a:cubicBezTo>
                    <a:pt x="1529" y="631"/>
                    <a:pt x="1535" y="628"/>
                    <a:pt x="1536" y="631"/>
                  </a:cubicBezTo>
                  <a:cubicBezTo>
                    <a:pt x="1564" y="637"/>
                    <a:pt x="1570" y="637"/>
                    <a:pt x="1575" y="639"/>
                  </a:cubicBezTo>
                  <a:cubicBezTo>
                    <a:pt x="1630" y="648"/>
                    <a:pt x="1639" y="643"/>
                    <a:pt x="1641" y="649"/>
                  </a:cubicBezTo>
                  <a:cubicBezTo>
                    <a:pt x="1616" y="651"/>
                    <a:pt x="1609" y="655"/>
                    <a:pt x="1608" y="651"/>
                  </a:cubicBezTo>
                  <a:cubicBezTo>
                    <a:pt x="1511" y="636"/>
                    <a:pt x="1504" y="634"/>
                    <a:pt x="1496" y="633"/>
                  </a:cubicBezTo>
                  <a:cubicBezTo>
                    <a:pt x="1421" y="596"/>
                    <a:pt x="1414" y="600"/>
                    <a:pt x="1412" y="598"/>
                  </a:cubicBezTo>
                  <a:cubicBezTo>
                    <a:pt x="1378" y="578"/>
                    <a:pt x="1373" y="574"/>
                    <a:pt x="1368" y="570"/>
                  </a:cubicBezTo>
                  <a:cubicBezTo>
                    <a:pt x="1339" y="548"/>
                    <a:pt x="1329" y="538"/>
                    <a:pt x="1316" y="531"/>
                  </a:cubicBezTo>
                  <a:cubicBezTo>
                    <a:pt x="1280" y="494"/>
                    <a:pt x="1271" y="495"/>
                    <a:pt x="1268" y="486"/>
                  </a:cubicBezTo>
                  <a:cubicBezTo>
                    <a:pt x="1258" y="473"/>
                    <a:pt x="1254" y="485"/>
                    <a:pt x="1259" y="483"/>
                  </a:cubicBezTo>
                  <a:cubicBezTo>
                    <a:pt x="1281" y="508"/>
                    <a:pt x="1287" y="506"/>
                    <a:pt x="1286" y="512"/>
                  </a:cubicBezTo>
                  <a:cubicBezTo>
                    <a:pt x="1320" y="539"/>
                    <a:pt x="1329" y="550"/>
                    <a:pt x="1341" y="555"/>
                  </a:cubicBezTo>
                  <a:cubicBezTo>
                    <a:pt x="1379" y="584"/>
                    <a:pt x="1383" y="593"/>
                    <a:pt x="1394" y="592"/>
                  </a:cubicBezTo>
                  <a:cubicBezTo>
                    <a:pt x="1424" y="609"/>
                    <a:pt x="1430" y="615"/>
                    <a:pt x="1438" y="617"/>
                  </a:cubicBezTo>
                  <a:cubicBezTo>
                    <a:pt x="1466" y="632"/>
                    <a:pt x="1473" y="632"/>
                    <a:pt x="1478" y="632"/>
                  </a:cubicBezTo>
                  <a:cubicBezTo>
                    <a:pt x="1542" y="650"/>
                    <a:pt x="1551" y="659"/>
                    <a:pt x="1567" y="656"/>
                  </a:cubicBezTo>
                  <a:cubicBezTo>
                    <a:pt x="1589" y="662"/>
                    <a:pt x="1592" y="664"/>
                    <a:pt x="1595" y="664"/>
                  </a:cubicBezTo>
                  <a:cubicBezTo>
                    <a:pt x="1555" y="665"/>
                    <a:pt x="1549" y="669"/>
                    <a:pt x="1547" y="666"/>
                  </a:cubicBezTo>
                  <a:cubicBezTo>
                    <a:pt x="1487" y="658"/>
                    <a:pt x="1484" y="657"/>
                    <a:pt x="1481" y="656"/>
                  </a:cubicBezTo>
                  <a:cubicBezTo>
                    <a:pt x="1433" y="643"/>
                    <a:pt x="1421" y="636"/>
                    <a:pt x="1408" y="632"/>
                  </a:cubicBezTo>
                  <a:cubicBezTo>
                    <a:pt x="1354" y="601"/>
                    <a:pt x="1350" y="598"/>
                    <a:pt x="1346" y="596"/>
                  </a:cubicBezTo>
                  <a:cubicBezTo>
                    <a:pt x="1333" y="588"/>
                    <a:pt x="1334" y="584"/>
                    <a:pt x="1332" y="583"/>
                  </a:cubicBezTo>
                  <a:cubicBezTo>
                    <a:pt x="1306" y="568"/>
                    <a:pt x="1292" y="554"/>
                    <a:pt x="1274" y="545"/>
                  </a:cubicBezTo>
                  <a:cubicBezTo>
                    <a:pt x="1221" y="514"/>
                    <a:pt x="1213" y="518"/>
                    <a:pt x="1211" y="512"/>
                  </a:cubicBezTo>
                  <a:cubicBezTo>
                    <a:pt x="1178" y="504"/>
                    <a:pt x="1176" y="502"/>
                    <a:pt x="1172" y="504"/>
                  </a:cubicBezTo>
                  <a:cubicBezTo>
                    <a:pt x="1192" y="514"/>
                    <a:pt x="1200" y="513"/>
                    <a:pt x="1205" y="518"/>
                  </a:cubicBezTo>
                  <a:cubicBezTo>
                    <a:pt x="1278" y="558"/>
                    <a:pt x="1289" y="560"/>
                    <a:pt x="1294" y="570"/>
                  </a:cubicBezTo>
                  <a:cubicBezTo>
                    <a:pt x="1336" y="596"/>
                    <a:pt x="1337" y="599"/>
                    <a:pt x="1340" y="600"/>
                  </a:cubicBezTo>
                  <a:cubicBezTo>
                    <a:pt x="1380" y="627"/>
                    <a:pt x="1387" y="635"/>
                    <a:pt x="1399" y="635"/>
                  </a:cubicBezTo>
                  <a:cubicBezTo>
                    <a:pt x="1436" y="655"/>
                    <a:pt x="1447" y="659"/>
                    <a:pt x="1461" y="658"/>
                  </a:cubicBezTo>
                  <a:cubicBezTo>
                    <a:pt x="1487" y="664"/>
                    <a:pt x="1488" y="669"/>
                    <a:pt x="1492" y="670"/>
                  </a:cubicBezTo>
                  <a:cubicBezTo>
                    <a:pt x="1538" y="679"/>
                    <a:pt x="1550" y="675"/>
                    <a:pt x="1556" y="680"/>
                  </a:cubicBezTo>
                  <a:cubicBezTo>
                    <a:pt x="1519" y="683"/>
                    <a:pt x="1520" y="675"/>
                    <a:pt x="1513" y="677"/>
                  </a:cubicBezTo>
                  <a:cubicBezTo>
                    <a:pt x="1499" y="674"/>
                    <a:pt x="1492" y="677"/>
                    <a:pt x="1488" y="675"/>
                  </a:cubicBezTo>
                  <a:cubicBezTo>
                    <a:pt x="1432" y="662"/>
                    <a:pt x="1430" y="659"/>
                    <a:pt x="1428" y="659"/>
                  </a:cubicBezTo>
                  <a:cubicBezTo>
                    <a:pt x="1407" y="653"/>
                    <a:pt x="1398" y="651"/>
                    <a:pt x="1391" y="648"/>
                  </a:cubicBezTo>
                  <a:cubicBezTo>
                    <a:pt x="1354" y="632"/>
                    <a:pt x="1348" y="632"/>
                    <a:pt x="1345" y="630"/>
                  </a:cubicBezTo>
                  <a:cubicBezTo>
                    <a:pt x="1322" y="615"/>
                    <a:pt x="1316" y="617"/>
                    <a:pt x="1313" y="613"/>
                  </a:cubicBezTo>
                  <a:cubicBezTo>
                    <a:pt x="1279" y="594"/>
                    <a:pt x="1276" y="591"/>
                    <a:pt x="1271" y="590"/>
                  </a:cubicBezTo>
                  <a:cubicBezTo>
                    <a:pt x="1238" y="568"/>
                    <a:pt x="1232" y="570"/>
                    <a:pt x="1230" y="566"/>
                  </a:cubicBezTo>
                  <a:cubicBezTo>
                    <a:pt x="1190" y="554"/>
                    <a:pt x="1189" y="549"/>
                    <a:pt x="1182" y="550"/>
                  </a:cubicBezTo>
                  <a:cubicBezTo>
                    <a:pt x="1139" y="548"/>
                    <a:pt x="1134" y="547"/>
                    <a:pt x="1126" y="547"/>
                  </a:cubicBezTo>
                  <a:cubicBezTo>
                    <a:pt x="1156" y="555"/>
                    <a:pt x="1170" y="550"/>
                    <a:pt x="1177" y="556"/>
                  </a:cubicBezTo>
                  <a:cubicBezTo>
                    <a:pt x="1230" y="573"/>
                    <a:pt x="1232" y="576"/>
                    <a:pt x="1234" y="579"/>
                  </a:cubicBezTo>
                  <a:cubicBezTo>
                    <a:pt x="1286" y="604"/>
                    <a:pt x="1288" y="608"/>
                    <a:pt x="1291" y="611"/>
                  </a:cubicBezTo>
                  <a:cubicBezTo>
                    <a:pt x="1326" y="629"/>
                    <a:pt x="1333" y="632"/>
                    <a:pt x="1339" y="635"/>
                  </a:cubicBezTo>
                  <a:cubicBezTo>
                    <a:pt x="1354" y="643"/>
                    <a:pt x="1358" y="644"/>
                    <a:pt x="1355" y="646"/>
                  </a:cubicBezTo>
                  <a:cubicBezTo>
                    <a:pt x="1332" y="636"/>
                    <a:pt x="1330" y="635"/>
                    <a:pt x="1326" y="635"/>
                  </a:cubicBezTo>
                  <a:cubicBezTo>
                    <a:pt x="1294" y="620"/>
                    <a:pt x="1289" y="619"/>
                    <a:pt x="1283" y="619"/>
                  </a:cubicBezTo>
                  <a:cubicBezTo>
                    <a:pt x="1231" y="596"/>
                    <a:pt x="1222" y="592"/>
                    <a:pt x="1212" y="589"/>
                  </a:cubicBezTo>
                  <a:cubicBezTo>
                    <a:pt x="1134" y="577"/>
                    <a:pt x="1120" y="579"/>
                    <a:pt x="1108" y="579"/>
                  </a:cubicBezTo>
                  <a:cubicBezTo>
                    <a:pt x="1062" y="594"/>
                    <a:pt x="1067" y="589"/>
                    <a:pt x="1076" y="589"/>
                  </a:cubicBezTo>
                  <a:cubicBezTo>
                    <a:pt x="1157" y="587"/>
                    <a:pt x="1166" y="585"/>
                    <a:pt x="1173" y="585"/>
                  </a:cubicBezTo>
                  <a:cubicBezTo>
                    <a:pt x="1205" y="597"/>
                    <a:pt x="1212" y="594"/>
                    <a:pt x="1213" y="598"/>
                  </a:cubicBezTo>
                  <a:cubicBezTo>
                    <a:pt x="1245" y="611"/>
                    <a:pt x="1259" y="614"/>
                    <a:pt x="1270" y="621"/>
                  </a:cubicBezTo>
                  <a:cubicBezTo>
                    <a:pt x="1316" y="636"/>
                    <a:pt x="1321" y="639"/>
                    <a:pt x="1326" y="644"/>
                  </a:cubicBezTo>
                  <a:cubicBezTo>
                    <a:pt x="1370" y="662"/>
                    <a:pt x="1377" y="664"/>
                    <a:pt x="1383" y="667"/>
                  </a:cubicBezTo>
                  <a:cubicBezTo>
                    <a:pt x="1436" y="683"/>
                    <a:pt x="1437" y="688"/>
                    <a:pt x="1444" y="685"/>
                  </a:cubicBezTo>
                  <a:cubicBezTo>
                    <a:pt x="1504" y="697"/>
                    <a:pt x="1508" y="695"/>
                    <a:pt x="1512" y="695"/>
                  </a:cubicBezTo>
                  <a:cubicBezTo>
                    <a:pt x="1536" y="698"/>
                    <a:pt x="1543" y="693"/>
                    <a:pt x="1544" y="698"/>
                  </a:cubicBezTo>
                  <a:cubicBezTo>
                    <a:pt x="1486" y="702"/>
                    <a:pt x="1471" y="703"/>
                    <a:pt x="1456" y="703"/>
                  </a:cubicBezTo>
                  <a:cubicBezTo>
                    <a:pt x="1429" y="698"/>
                    <a:pt x="1423" y="696"/>
                    <a:pt x="1415" y="697"/>
                  </a:cubicBezTo>
                  <a:cubicBezTo>
                    <a:pt x="1353" y="677"/>
                    <a:pt x="1348" y="673"/>
                    <a:pt x="1340" y="675"/>
                  </a:cubicBezTo>
                  <a:cubicBezTo>
                    <a:pt x="1312" y="661"/>
                    <a:pt x="1304" y="658"/>
                    <a:pt x="1295" y="656"/>
                  </a:cubicBezTo>
                  <a:cubicBezTo>
                    <a:pt x="1258" y="637"/>
                    <a:pt x="1253" y="638"/>
                    <a:pt x="1247" y="638"/>
                  </a:cubicBezTo>
                  <a:cubicBezTo>
                    <a:pt x="1196" y="619"/>
                    <a:pt x="1187" y="623"/>
                    <a:pt x="1186" y="618"/>
                  </a:cubicBezTo>
                  <a:cubicBezTo>
                    <a:pt x="1157" y="610"/>
                    <a:pt x="1149" y="614"/>
                    <a:pt x="1147" y="610"/>
                  </a:cubicBezTo>
                  <a:cubicBezTo>
                    <a:pt x="1083" y="616"/>
                    <a:pt x="1084" y="621"/>
                    <a:pt x="1078" y="620"/>
                  </a:cubicBezTo>
                  <a:cubicBezTo>
                    <a:pt x="1150" y="620"/>
                    <a:pt x="1157" y="619"/>
                    <a:pt x="1160" y="623"/>
                  </a:cubicBezTo>
                  <a:cubicBezTo>
                    <a:pt x="1199" y="630"/>
                    <a:pt x="1204" y="632"/>
                    <a:pt x="1209" y="634"/>
                  </a:cubicBezTo>
                  <a:cubicBezTo>
                    <a:pt x="1228" y="642"/>
                    <a:pt x="1238" y="637"/>
                    <a:pt x="1239" y="644"/>
                  </a:cubicBezTo>
                  <a:cubicBezTo>
                    <a:pt x="1313" y="668"/>
                    <a:pt x="1320" y="677"/>
                    <a:pt x="1332" y="679"/>
                  </a:cubicBezTo>
                  <a:cubicBezTo>
                    <a:pt x="1381" y="698"/>
                    <a:pt x="1390" y="695"/>
                    <a:pt x="1393" y="701"/>
                  </a:cubicBezTo>
                  <a:cubicBezTo>
                    <a:pt x="1304" y="679"/>
                    <a:pt x="1301" y="674"/>
                    <a:pt x="1293" y="674"/>
                  </a:cubicBezTo>
                  <a:cubicBezTo>
                    <a:pt x="1253" y="666"/>
                    <a:pt x="1252" y="659"/>
                    <a:pt x="1244" y="661"/>
                  </a:cubicBezTo>
                  <a:cubicBezTo>
                    <a:pt x="1190" y="645"/>
                    <a:pt x="1182" y="646"/>
                    <a:pt x="1177" y="644"/>
                  </a:cubicBezTo>
                  <a:cubicBezTo>
                    <a:pt x="1102" y="645"/>
                    <a:pt x="1100" y="643"/>
                    <a:pt x="1084" y="646"/>
                  </a:cubicBezTo>
                  <a:cubicBezTo>
                    <a:pt x="1038" y="654"/>
                    <a:pt x="1027" y="657"/>
                    <a:pt x="1016" y="660"/>
                  </a:cubicBezTo>
                  <a:cubicBezTo>
                    <a:pt x="1009" y="671"/>
                    <a:pt x="1023" y="663"/>
                    <a:pt x="1040" y="658"/>
                  </a:cubicBezTo>
                  <a:cubicBezTo>
                    <a:pt x="1127" y="644"/>
                    <a:pt x="1133" y="653"/>
                    <a:pt x="1142" y="648"/>
                  </a:cubicBezTo>
                  <a:cubicBezTo>
                    <a:pt x="1168" y="650"/>
                    <a:pt x="1171" y="650"/>
                    <a:pt x="1174" y="652"/>
                  </a:cubicBezTo>
                  <a:cubicBezTo>
                    <a:pt x="1216" y="663"/>
                    <a:pt x="1230" y="664"/>
                    <a:pt x="1243" y="668"/>
                  </a:cubicBezTo>
                  <a:cubicBezTo>
                    <a:pt x="1286" y="682"/>
                    <a:pt x="1293" y="683"/>
                    <a:pt x="1300" y="684"/>
                  </a:cubicBezTo>
                  <a:cubicBezTo>
                    <a:pt x="1341" y="697"/>
                    <a:pt x="1345" y="698"/>
                    <a:pt x="1347" y="700"/>
                  </a:cubicBezTo>
                  <a:cubicBezTo>
                    <a:pt x="1407" y="712"/>
                    <a:pt x="1415" y="717"/>
                    <a:pt x="1425" y="717"/>
                  </a:cubicBezTo>
                  <a:cubicBezTo>
                    <a:pt x="1468" y="727"/>
                    <a:pt x="1479" y="717"/>
                    <a:pt x="1479" y="723"/>
                  </a:cubicBezTo>
                  <a:cubicBezTo>
                    <a:pt x="1425" y="732"/>
                    <a:pt x="1411" y="731"/>
                    <a:pt x="1397" y="731"/>
                  </a:cubicBezTo>
                  <a:cubicBezTo>
                    <a:pt x="1367" y="724"/>
                    <a:pt x="1361" y="728"/>
                    <a:pt x="1360" y="724"/>
                  </a:cubicBezTo>
                  <a:cubicBezTo>
                    <a:pt x="1304" y="710"/>
                    <a:pt x="1299" y="708"/>
                    <a:pt x="1293" y="708"/>
                  </a:cubicBezTo>
                  <a:cubicBezTo>
                    <a:pt x="1240" y="696"/>
                    <a:pt x="1239" y="689"/>
                    <a:pt x="1232" y="690"/>
                  </a:cubicBezTo>
                  <a:cubicBezTo>
                    <a:pt x="1148" y="668"/>
                    <a:pt x="1139" y="669"/>
                    <a:pt x="1132" y="666"/>
                  </a:cubicBezTo>
                  <a:cubicBezTo>
                    <a:pt x="1108" y="662"/>
                    <a:pt x="1101" y="667"/>
                    <a:pt x="1101" y="663"/>
                  </a:cubicBezTo>
                  <a:cubicBezTo>
                    <a:pt x="1074" y="662"/>
                    <a:pt x="1066" y="667"/>
                    <a:pt x="1065" y="662"/>
                  </a:cubicBezTo>
                  <a:cubicBezTo>
                    <a:pt x="1055" y="666"/>
                    <a:pt x="1086" y="668"/>
                    <a:pt x="1116" y="671"/>
                  </a:cubicBezTo>
                  <a:cubicBezTo>
                    <a:pt x="1206" y="690"/>
                    <a:pt x="1212" y="689"/>
                    <a:pt x="1215" y="693"/>
                  </a:cubicBezTo>
                  <a:cubicBezTo>
                    <a:pt x="1240" y="698"/>
                    <a:pt x="1245" y="703"/>
                    <a:pt x="1254" y="704"/>
                  </a:cubicBezTo>
                  <a:cubicBezTo>
                    <a:pt x="1310" y="722"/>
                    <a:pt x="1318" y="725"/>
                    <a:pt x="1325" y="729"/>
                  </a:cubicBezTo>
                  <a:cubicBezTo>
                    <a:pt x="1364" y="740"/>
                    <a:pt x="1374" y="733"/>
                    <a:pt x="1374" y="740"/>
                  </a:cubicBezTo>
                  <a:cubicBezTo>
                    <a:pt x="1411" y="742"/>
                    <a:pt x="1411" y="738"/>
                    <a:pt x="1414" y="743"/>
                  </a:cubicBezTo>
                  <a:cubicBezTo>
                    <a:pt x="1303" y="732"/>
                    <a:pt x="1295" y="732"/>
                    <a:pt x="1290" y="728"/>
                  </a:cubicBezTo>
                  <a:cubicBezTo>
                    <a:pt x="1255" y="719"/>
                    <a:pt x="1240" y="716"/>
                    <a:pt x="1225" y="713"/>
                  </a:cubicBezTo>
                  <a:cubicBezTo>
                    <a:pt x="1158" y="693"/>
                    <a:pt x="1147" y="697"/>
                    <a:pt x="1142" y="693"/>
                  </a:cubicBezTo>
                  <a:cubicBezTo>
                    <a:pt x="1067" y="682"/>
                    <a:pt x="1060" y="680"/>
                    <a:pt x="1051" y="680"/>
                  </a:cubicBezTo>
                  <a:cubicBezTo>
                    <a:pt x="1019" y="689"/>
                    <a:pt x="1034" y="691"/>
                    <a:pt x="1054" y="687"/>
                  </a:cubicBezTo>
                  <a:cubicBezTo>
                    <a:pt x="1119" y="691"/>
                    <a:pt x="1120" y="700"/>
                    <a:pt x="1129" y="697"/>
                  </a:cubicBezTo>
                  <a:cubicBezTo>
                    <a:pt x="1178" y="710"/>
                    <a:pt x="1192" y="710"/>
                    <a:pt x="1203" y="715"/>
                  </a:cubicBezTo>
                  <a:cubicBezTo>
                    <a:pt x="1244" y="728"/>
                    <a:pt x="1252" y="727"/>
                    <a:pt x="1257" y="730"/>
                  </a:cubicBezTo>
                  <a:cubicBezTo>
                    <a:pt x="1283" y="735"/>
                    <a:pt x="1286" y="740"/>
                    <a:pt x="1294" y="739"/>
                  </a:cubicBezTo>
                  <a:cubicBezTo>
                    <a:pt x="1351" y="756"/>
                    <a:pt x="1361" y="747"/>
                    <a:pt x="1361" y="753"/>
                  </a:cubicBezTo>
                  <a:cubicBezTo>
                    <a:pt x="1380" y="756"/>
                    <a:pt x="1376" y="760"/>
                    <a:pt x="1362" y="762"/>
                  </a:cubicBezTo>
                  <a:cubicBezTo>
                    <a:pt x="1315" y="757"/>
                    <a:pt x="1314" y="755"/>
                    <a:pt x="1310" y="756"/>
                  </a:cubicBezTo>
                  <a:cubicBezTo>
                    <a:pt x="1291" y="749"/>
                    <a:pt x="1286" y="752"/>
                    <a:pt x="1285" y="749"/>
                  </a:cubicBezTo>
                  <a:cubicBezTo>
                    <a:pt x="1265" y="745"/>
                    <a:pt x="1264" y="743"/>
                    <a:pt x="1260" y="745"/>
                  </a:cubicBezTo>
                  <a:cubicBezTo>
                    <a:pt x="1206" y="729"/>
                    <a:pt x="1199" y="730"/>
                    <a:pt x="1196" y="725"/>
                  </a:cubicBezTo>
                  <a:cubicBezTo>
                    <a:pt x="1126" y="707"/>
                    <a:pt x="1120" y="706"/>
                    <a:pt x="1113" y="707"/>
                  </a:cubicBezTo>
                  <a:cubicBezTo>
                    <a:pt x="1142" y="713"/>
                    <a:pt x="1148" y="722"/>
                    <a:pt x="1162" y="720"/>
                  </a:cubicBezTo>
                  <a:cubicBezTo>
                    <a:pt x="1229" y="744"/>
                    <a:pt x="1232" y="748"/>
                    <a:pt x="1238" y="749"/>
                  </a:cubicBezTo>
                  <a:cubicBezTo>
                    <a:pt x="1266" y="755"/>
                    <a:pt x="1278" y="756"/>
                    <a:pt x="1287" y="762"/>
                  </a:cubicBezTo>
                  <a:cubicBezTo>
                    <a:pt x="1327" y="768"/>
                    <a:pt x="1331" y="770"/>
                    <a:pt x="1339" y="768"/>
                  </a:cubicBezTo>
                  <a:cubicBezTo>
                    <a:pt x="1311" y="775"/>
                    <a:pt x="1304" y="771"/>
                    <a:pt x="1291" y="774"/>
                  </a:cubicBezTo>
                  <a:cubicBezTo>
                    <a:pt x="1247" y="759"/>
                    <a:pt x="1242" y="760"/>
                    <a:pt x="1238" y="760"/>
                  </a:cubicBezTo>
                  <a:cubicBezTo>
                    <a:pt x="1210" y="756"/>
                    <a:pt x="1208" y="753"/>
                    <a:pt x="1203" y="753"/>
                  </a:cubicBezTo>
                  <a:cubicBezTo>
                    <a:pt x="1153" y="739"/>
                    <a:pt x="1142" y="743"/>
                    <a:pt x="1136" y="738"/>
                  </a:cubicBezTo>
                  <a:cubicBezTo>
                    <a:pt x="1065" y="736"/>
                    <a:pt x="1052" y="738"/>
                    <a:pt x="1039" y="740"/>
                  </a:cubicBezTo>
                  <a:cubicBezTo>
                    <a:pt x="1001" y="753"/>
                    <a:pt x="1000" y="758"/>
                    <a:pt x="992" y="758"/>
                  </a:cubicBezTo>
                  <a:cubicBezTo>
                    <a:pt x="998" y="764"/>
                    <a:pt x="1000" y="760"/>
                    <a:pt x="1005" y="757"/>
                  </a:cubicBezTo>
                  <a:cubicBezTo>
                    <a:pt x="1082" y="742"/>
                    <a:pt x="1087" y="741"/>
                    <a:pt x="1092" y="739"/>
                  </a:cubicBezTo>
                  <a:cubicBezTo>
                    <a:pt x="1123" y="744"/>
                    <a:pt x="1129" y="748"/>
                    <a:pt x="1138" y="747"/>
                  </a:cubicBezTo>
                  <a:cubicBezTo>
                    <a:pt x="1211" y="765"/>
                    <a:pt x="1220" y="764"/>
                    <a:pt x="1228" y="766"/>
                  </a:cubicBezTo>
                  <a:cubicBezTo>
                    <a:pt x="1279" y="775"/>
                    <a:pt x="1279" y="782"/>
                    <a:pt x="1286" y="780"/>
                  </a:cubicBezTo>
                  <a:cubicBezTo>
                    <a:pt x="1318" y="788"/>
                    <a:pt x="1327" y="783"/>
                    <a:pt x="1328" y="790"/>
                  </a:cubicBezTo>
                  <a:cubicBezTo>
                    <a:pt x="1241" y="786"/>
                    <a:pt x="1232" y="784"/>
                    <a:pt x="1222" y="783"/>
                  </a:cubicBezTo>
                  <a:cubicBezTo>
                    <a:pt x="1192" y="776"/>
                    <a:pt x="1187" y="776"/>
                    <a:pt x="1181" y="777"/>
                  </a:cubicBezTo>
                  <a:cubicBezTo>
                    <a:pt x="1149" y="770"/>
                    <a:pt x="1146" y="766"/>
                    <a:pt x="1140" y="769"/>
                  </a:cubicBezTo>
                  <a:cubicBezTo>
                    <a:pt x="1088" y="767"/>
                    <a:pt x="1068" y="764"/>
                    <a:pt x="1046" y="766"/>
                  </a:cubicBezTo>
                  <a:cubicBezTo>
                    <a:pt x="971" y="785"/>
                    <a:pt x="962" y="782"/>
                    <a:pt x="964" y="787"/>
                  </a:cubicBezTo>
                  <a:cubicBezTo>
                    <a:pt x="983" y="786"/>
                    <a:pt x="994" y="781"/>
                    <a:pt x="1006" y="777"/>
                  </a:cubicBezTo>
                  <a:cubicBezTo>
                    <a:pt x="1067" y="772"/>
                    <a:pt x="1071" y="774"/>
                    <a:pt x="1076" y="773"/>
                  </a:cubicBezTo>
                  <a:cubicBezTo>
                    <a:pt x="1106" y="776"/>
                    <a:pt x="1115" y="770"/>
                    <a:pt x="1117" y="775"/>
                  </a:cubicBezTo>
                  <a:cubicBezTo>
                    <a:pt x="1191" y="786"/>
                    <a:pt x="1211" y="787"/>
                    <a:pt x="1228" y="793"/>
                  </a:cubicBezTo>
                  <a:cubicBezTo>
                    <a:pt x="1281" y="803"/>
                    <a:pt x="1277" y="804"/>
                    <a:pt x="1276" y="802"/>
                  </a:cubicBezTo>
                  <a:cubicBezTo>
                    <a:pt x="1242" y="800"/>
                    <a:pt x="1229" y="800"/>
                    <a:pt x="1218" y="799"/>
                  </a:cubicBezTo>
                  <a:cubicBezTo>
                    <a:pt x="1129" y="795"/>
                    <a:pt x="1128" y="790"/>
                    <a:pt x="1122" y="792"/>
                  </a:cubicBezTo>
                  <a:cubicBezTo>
                    <a:pt x="971" y="817"/>
                    <a:pt x="962" y="818"/>
                    <a:pt x="957" y="822"/>
                  </a:cubicBezTo>
                  <a:cubicBezTo>
                    <a:pt x="931" y="836"/>
                    <a:pt x="925" y="840"/>
                    <a:pt x="918" y="844"/>
                  </a:cubicBezTo>
                  <a:cubicBezTo>
                    <a:pt x="915" y="851"/>
                    <a:pt x="927" y="844"/>
                    <a:pt x="937" y="836"/>
                  </a:cubicBezTo>
                  <a:cubicBezTo>
                    <a:pt x="967" y="824"/>
                    <a:pt x="968" y="824"/>
                    <a:pt x="970" y="821"/>
                  </a:cubicBezTo>
                  <a:cubicBezTo>
                    <a:pt x="988" y="819"/>
                    <a:pt x="997" y="815"/>
                    <a:pt x="1010" y="812"/>
                  </a:cubicBezTo>
                  <a:cubicBezTo>
                    <a:pt x="1118" y="803"/>
                    <a:pt x="1124" y="799"/>
                    <a:pt x="1126" y="802"/>
                  </a:cubicBezTo>
                  <a:cubicBezTo>
                    <a:pt x="1151" y="804"/>
                    <a:pt x="1155" y="804"/>
                    <a:pt x="1159" y="803"/>
                  </a:cubicBezTo>
                  <a:cubicBezTo>
                    <a:pt x="1188" y="806"/>
                    <a:pt x="1197" y="803"/>
                    <a:pt x="1202" y="808"/>
                  </a:cubicBezTo>
                  <a:cubicBezTo>
                    <a:pt x="1137" y="807"/>
                    <a:pt x="1132" y="808"/>
                    <a:pt x="1129" y="806"/>
                  </a:cubicBezTo>
                  <a:cubicBezTo>
                    <a:pt x="1007" y="827"/>
                    <a:pt x="987" y="836"/>
                    <a:pt x="958" y="843"/>
                  </a:cubicBezTo>
                  <a:cubicBezTo>
                    <a:pt x="933" y="859"/>
                    <a:pt x="923" y="861"/>
                    <a:pt x="918" y="866"/>
                  </a:cubicBezTo>
                  <a:cubicBezTo>
                    <a:pt x="898" y="891"/>
                    <a:pt x="901" y="878"/>
                    <a:pt x="915" y="873"/>
                  </a:cubicBezTo>
                  <a:cubicBezTo>
                    <a:pt x="944" y="858"/>
                    <a:pt x="947" y="856"/>
                    <a:pt x="949" y="854"/>
                  </a:cubicBezTo>
                  <a:cubicBezTo>
                    <a:pt x="992" y="838"/>
                    <a:pt x="1000" y="841"/>
                    <a:pt x="999" y="836"/>
                  </a:cubicBezTo>
                  <a:cubicBezTo>
                    <a:pt x="1049" y="824"/>
                    <a:pt x="1051" y="821"/>
                    <a:pt x="1058" y="821"/>
                  </a:cubicBezTo>
                  <a:cubicBezTo>
                    <a:pt x="1141" y="816"/>
                    <a:pt x="1140" y="815"/>
                    <a:pt x="1146" y="816"/>
                  </a:cubicBezTo>
                  <a:cubicBezTo>
                    <a:pt x="1178" y="815"/>
                    <a:pt x="1186" y="820"/>
                    <a:pt x="1200" y="818"/>
                  </a:cubicBezTo>
                  <a:cubicBezTo>
                    <a:pt x="1212" y="833"/>
                    <a:pt x="1196" y="824"/>
                    <a:pt x="1177" y="826"/>
                  </a:cubicBezTo>
                  <a:cubicBezTo>
                    <a:pt x="1028" y="844"/>
                    <a:pt x="1022" y="846"/>
                    <a:pt x="1014" y="847"/>
                  </a:cubicBezTo>
                  <a:cubicBezTo>
                    <a:pt x="992" y="855"/>
                    <a:pt x="977" y="859"/>
                    <a:pt x="966" y="864"/>
                  </a:cubicBezTo>
                  <a:cubicBezTo>
                    <a:pt x="916" y="894"/>
                    <a:pt x="905" y="894"/>
                    <a:pt x="904" y="900"/>
                  </a:cubicBezTo>
                  <a:cubicBezTo>
                    <a:pt x="980" y="863"/>
                    <a:pt x="990" y="863"/>
                    <a:pt x="994" y="859"/>
                  </a:cubicBezTo>
                  <a:cubicBezTo>
                    <a:pt x="1024" y="851"/>
                    <a:pt x="1039" y="847"/>
                    <a:pt x="1056" y="844"/>
                  </a:cubicBezTo>
                  <a:cubicBezTo>
                    <a:pt x="1146" y="832"/>
                    <a:pt x="1149" y="836"/>
                    <a:pt x="1156" y="834"/>
                  </a:cubicBezTo>
                  <a:cubicBezTo>
                    <a:pt x="1103" y="846"/>
                    <a:pt x="1103" y="849"/>
                    <a:pt x="1099" y="849"/>
                  </a:cubicBezTo>
                  <a:cubicBezTo>
                    <a:pt x="1074" y="856"/>
                    <a:pt x="1075" y="852"/>
                    <a:pt x="1071" y="856"/>
                  </a:cubicBezTo>
                  <a:cubicBezTo>
                    <a:pt x="1014" y="877"/>
                    <a:pt x="1004" y="885"/>
                    <a:pt x="989" y="889"/>
                  </a:cubicBezTo>
                  <a:cubicBezTo>
                    <a:pt x="937" y="920"/>
                    <a:pt x="924" y="917"/>
                    <a:pt x="927" y="927"/>
                  </a:cubicBezTo>
                  <a:cubicBezTo>
                    <a:pt x="944" y="914"/>
                    <a:pt x="953" y="913"/>
                    <a:pt x="957" y="908"/>
                  </a:cubicBezTo>
                  <a:cubicBezTo>
                    <a:pt x="1079" y="868"/>
                    <a:pt x="1081" y="859"/>
                    <a:pt x="1085" y="860"/>
                  </a:cubicBezTo>
                  <a:cubicBezTo>
                    <a:pt x="1115" y="856"/>
                    <a:pt x="1123" y="851"/>
                    <a:pt x="1124" y="856"/>
                  </a:cubicBezTo>
                  <a:cubicBezTo>
                    <a:pt x="1048" y="892"/>
                    <a:pt x="1037" y="891"/>
                    <a:pt x="1034" y="896"/>
                  </a:cubicBezTo>
                  <a:cubicBezTo>
                    <a:pt x="995" y="917"/>
                    <a:pt x="985" y="917"/>
                    <a:pt x="986" y="925"/>
                  </a:cubicBezTo>
                  <a:cubicBezTo>
                    <a:pt x="1060" y="887"/>
                    <a:pt x="1082" y="881"/>
                    <a:pt x="1101" y="871"/>
                  </a:cubicBezTo>
                  <a:cubicBezTo>
                    <a:pt x="1190" y="845"/>
                    <a:pt x="1192" y="840"/>
                    <a:pt x="1201" y="839"/>
                  </a:cubicBezTo>
                  <a:cubicBezTo>
                    <a:pt x="1214" y="839"/>
                    <a:pt x="1208" y="844"/>
                    <a:pt x="1196" y="845"/>
                  </a:cubicBezTo>
                  <a:cubicBezTo>
                    <a:pt x="1124" y="887"/>
                    <a:pt x="1112" y="885"/>
                    <a:pt x="1111" y="891"/>
                  </a:cubicBezTo>
                  <a:cubicBezTo>
                    <a:pt x="1040" y="922"/>
                    <a:pt x="1032" y="930"/>
                    <a:pt x="1019" y="934"/>
                  </a:cubicBezTo>
                  <a:cubicBezTo>
                    <a:pt x="994" y="953"/>
                    <a:pt x="987" y="952"/>
                    <a:pt x="987" y="956"/>
                  </a:cubicBezTo>
                  <a:cubicBezTo>
                    <a:pt x="936" y="987"/>
                    <a:pt x="933" y="989"/>
                    <a:pt x="932" y="992"/>
                  </a:cubicBezTo>
                  <a:cubicBezTo>
                    <a:pt x="945" y="988"/>
                    <a:pt x="958" y="980"/>
                    <a:pt x="970" y="972"/>
                  </a:cubicBezTo>
                  <a:cubicBezTo>
                    <a:pt x="999" y="956"/>
                    <a:pt x="1004" y="952"/>
                    <a:pt x="1010" y="947"/>
                  </a:cubicBezTo>
                  <a:cubicBezTo>
                    <a:pt x="1093" y="911"/>
                    <a:pt x="1102" y="904"/>
                    <a:pt x="1115" y="899"/>
                  </a:cubicBezTo>
                  <a:cubicBezTo>
                    <a:pt x="1139" y="885"/>
                    <a:pt x="1151" y="883"/>
                    <a:pt x="1150" y="886"/>
                  </a:cubicBezTo>
                  <a:cubicBezTo>
                    <a:pt x="1128" y="905"/>
                    <a:pt x="1125" y="907"/>
                    <a:pt x="1120" y="907"/>
                  </a:cubicBezTo>
                  <a:cubicBezTo>
                    <a:pt x="1090" y="934"/>
                    <a:pt x="1084" y="937"/>
                    <a:pt x="1082" y="943"/>
                  </a:cubicBezTo>
                  <a:cubicBezTo>
                    <a:pt x="1020" y="991"/>
                    <a:pt x="998" y="1003"/>
                    <a:pt x="978" y="1017"/>
                  </a:cubicBezTo>
                  <a:cubicBezTo>
                    <a:pt x="941" y="1045"/>
                    <a:pt x="928" y="1040"/>
                    <a:pt x="930" y="1046"/>
                  </a:cubicBezTo>
                  <a:cubicBezTo>
                    <a:pt x="921" y="1048"/>
                    <a:pt x="938" y="1050"/>
                    <a:pt x="941" y="1042"/>
                  </a:cubicBezTo>
                  <a:cubicBezTo>
                    <a:pt x="977" y="1024"/>
                    <a:pt x="978" y="1024"/>
                    <a:pt x="980" y="1023"/>
                  </a:cubicBezTo>
                  <a:cubicBezTo>
                    <a:pt x="1005" y="1006"/>
                    <a:pt x="1009" y="1003"/>
                    <a:pt x="1013" y="1000"/>
                  </a:cubicBezTo>
                  <a:cubicBezTo>
                    <a:pt x="1093" y="947"/>
                    <a:pt x="1094" y="941"/>
                    <a:pt x="1102" y="939"/>
                  </a:cubicBezTo>
                  <a:cubicBezTo>
                    <a:pt x="1124" y="923"/>
                    <a:pt x="1125" y="913"/>
                    <a:pt x="1127" y="919"/>
                  </a:cubicBezTo>
                  <a:cubicBezTo>
                    <a:pt x="1102" y="949"/>
                    <a:pt x="1088" y="952"/>
                    <a:pt x="1086" y="962"/>
                  </a:cubicBezTo>
                  <a:cubicBezTo>
                    <a:pt x="1026" y="1003"/>
                    <a:pt x="1022" y="1013"/>
                    <a:pt x="1009" y="1016"/>
                  </a:cubicBezTo>
                  <a:cubicBezTo>
                    <a:pt x="974" y="1039"/>
                    <a:pt x="965" y="1044"/>
                    <a:pt x="956" y="1050"/>
                  </a:cubicBezTo>
                  <a:cubicBezTo>
                    <a:pt x="944" y="1063"/>
                    <a:pt x="956" y="1056"/>
                    <a:pt x="971" y="1049"/>
                  </a:cubicBezTo>
                  <a:cubicBezTo>
                    <a:pt x="996" y="1034"/>
                    <a:pt x="1001" y="1029"/>
                    <a:pt x="1009" y="1027"/>
                  </a:cubicBezTo>
                  <a:cubicBezTo>
                    <a:pt x="1066" y="985"/>
                    <a:pt x="1076" y="984"/>
                    <a:pt x="1078" y="977"/>
                  </a:cubicBezTo>
                  <a:cubicBezTo>
                    <a:pt x="1127" y="934"/>
                    <a:pt x="1130" y="932"/>
                    <a:pt x="1134" y="931"/>
                  </a:cubicBezTo>
                  <a:cubicBezTo>
                    <a:pt x="1159" y="903"/>
                    <a:pt x="1165" y="900"/>
                    <a:pt x="1172" y="896"/>
                  </a:cubicBezTo>
                  <a:cubicBezTo>
                    <a:pt x="1209" y="866"/>
                    <a:pt x="1212" y="862"/>
                    <a:pt x="1216" y="859"/>
                  </a:cubicBezTo>
                  <a:cubicBezTo>
                    <a:pt x="1239" y="845"/>
                    <a:pt x="1244" y="841"/>
                    <a:pt x="1252" y="839"/>
                  </a:cubicBezTo>
                  <a:cubicBezTo>
                    <a:pt x="1222" y="871"/>
                    <a:pt x="1212" y="871"/>
                    <a:pt x="1210" y="878"/>
                  </a:cubicBezTo>
                  <a:cubicBezTo>
                    <a:pt x="1167" y="923"/>
                    <a:pt x="1164" y="928"/>
                    <a:pt x="1158" y="931"/>
                  </a:cubicBezTo>
                  <a:cubicBezTo>
                    <a:pt x="1105" y="979"/>
                    <a:pt x="1096" y="989"/>
                    <a:pt x="1083" y="996"/>
                  </a:cubicBezTo>
                  <a:cubicBezTo>
                    <a:pt x="1060" y="1010"/>
                    <a:pt x="1059" y="1017"/>
                    <a:pt x="1049" y="1017"/>
                  </a:cubicBezTo>
                  <a:cubicBezTo>
                    <a:pt x="1009" y="1042"/>
                    <a:pt x="1008" y="1047"/>
                    <a:pt x="999" y="1046"/>
                  </a:cubicBezTo>
                  <a:cubicBezTo>
                    <a:pt x="1010" y="1045"/>
                    <a:pt x="1018" y="1046"/>
                    <a:pt x="1019" y="1043"/>
                  </a:cubicBezTo>
                  <a:cubicBezTo>
                    <a:pt x="1042" y="1033"/>
                    <a:pt x="1041" y="1028"/>
                    <a:pt x="1047" y="1029"/>
                  </a:cubicBezTo>
                  <a:cubicBezTo>
                    <a:pt x="1083" y="1001"/>
                    <a:pt x="1094" y="1001"/>
                    <a:pt x="1096" y="996"/>
                  </a:cubicBezTo>
                  <a:cubicBezTo>
                    <a:pt x="1125" y="978"/>
                    <a:pt x="1132" y="967"/>
                    <a:pt x="1143" y="959"/>
                  </a:cubicBezTo>
                  <a:cubicBezTo>
                    <a:pt x="1161" y="941"/>
                    <a:pt x="1167" y="938"/>
                    <a:pt x="1172" y="933"/>
                  </a:cubicBezTo>
                  <a:cubicBezTo>
                    <a:pt x="1182" y="914"/>
                    <a:pt x="1188" y="915"/>
                    <a:pt x="1190" y="912"/>
                  </a:cubicBezTo>
                  <a:cubicBezTo>
                    <a:pt x="1250" y="864"/>
                    <a:pt x="1235" y="870"/>
                    <a:pt x="1231" y="883"/>
                  </a:cubicBezTo>
                  <a:cubicBezTo>
                    <a:pt x="1206" y="904"/>
                    <a:pt x="1210" y="911"/>
                    <a:pt x="1203" y="910"/>
                  </a:cubicBezTo>
                  <a:cubicBezTo>
                    <a:pt x="1169" y="949"/>
                    <a:pt x="1164" y="950"/>
                    <a:pt x="1164" y="955"/>
                  </a:cubicBezTo>
                  <a:cubicBezTo>
                    <a:pt x="1132" y="987"/>
                    <a:pt x="1124" y="990"/>
                    <a:pt x="1121" y="996"/>
                  </a:cubicBezTo>
                  <a:cubicBezTo>
                    <a:pt x="1053" y="1048"/>
                    <a:pt x="1050" y="1050"/>
                    <a:pt x="1049" y="1053"/>
                  </a:cubicBezTo>
                  <a:cubicBezTo>
                    <a:pt x="1028" y="1067"/>
                    <a:pt x="1023" y="1068"/>
                    <a:pt x="1021" y="1071"/>
                  </a:cubicBezTo>
                  <a:cubicBezTo>
                    <a:pt x="1074" y="1047"/>
                    <a:pt x="1077" y="1034"/>
                    <a:pt x="1094" y="1029"/>
                  </a:cubicBezTo>
                  <a:cubicBezTo>
                    <a:pt x="1127" y="1000"/>
                    <a:pt x="1131" y="995"/>
                    <a:pt x="1138" y="993"/>
                  </a:cubicBezTo>
                  <a:cubicBezTo>
                    <a:pt x="1170" y="960"/>
                    <a:pt x="1175" y="957"/>
                    <a:pt x="1179" y="952"/>
                  </a:cubicBezTo>
                  <a:cubicBezTo>
                    <a:pt x="1266" y="861"/>
                    <a:pt x="1268" y="852"/>
                    <a:pt x="1278" y="848"/>
                  </a:cubicBezTo>
                  <a:cubicBezTo>
                    <a:pt x="1310" y="817"/>
                    <a:pt x="1311" y="812"/>
                    <a:pt x="1318" y="812"/>
                  </a:cubicBezTo>
                  <a:cubicBezTo>
                    <a:pt x="1337" y="798"/>
                    <a:pt x="1338" y="794"/>
                    <a:pt x="1340" y="797"/>
                  </a:cubicBezTo>
                  <a:cubicBezTo>
                    <a:pt x="1320" y="818"/>
                    <a:pt x="1310" y="821"/>
                    <a:pt x="1305" y="827"/>
                  </a:cubicBezTo>
                  <a:cubicBezTo>
                    <a:pt x="1272" y="863"/>
                    <a:pt x="1269" y="865"/>
                    <a:pt x="1266" y="868"/>
                  </a:cubicBezTo>
                  <a:cubicBezTo>
                    <a:pt x="1240" y="900"/>
                    <a:pt x="1232" y="904"/>
                    <a:pt x="1230" y="912"/>
                  </a:cubicBezTo>
                  <a:cubicBezTo>
                    <a:pt x="1205" y="941"/>
                    <a:pt x="1195" y="952"/>
                    <a:pt x="1184" y="962"/>
                  </a:cubicBezTo>
                  <a:cubicBezTo>
                    <a:pt x="1136" y="1004"/>
                    <a:pt x="1131" y="1018"/>
                    <a:pt x="1115" y="1026"/>
                  </a:cubicBezTo>
                  <a:cubicBezTo>
                    <a:pt x="1086" y="1052"/>
                    <a:pt x="1078" y="1051"/>
                    <a:pt x="1079" y="1057"/>
                  </a:cubicBezTo>
                  <a:cubicBezTo>
                    <a:pt x="1113" y="1033"/>
                    <a:pt x="1124" y="1028"/>
                    <a:pt x="1130" y="1021"/>
                  </a:cubicBezTo>
                  <a:cubicBezTo>
                    <a:pt x="1187" y="966"/>
                    <a:pt x="1196" y="966"/>
                    <a:pt x="1196" y="960"/>
                  </a:cubicBezTo>
                  <a:cubicBezTo>
                    <a:pt x="1240" y="913"/>
                    <a:pt x="1240" y="908"/>
                    <a:pt x="1247" y="907"/>
                  </a:cubicBezTo>
                  <a:cubicBezTo>
                    <a:pt x="1258" y="891"/>
                    <a:pt x="1263" y="890"/>
                    <a:pt x="1263" y="886"/>
                  </a:cubicBezTo>
                  <a:cubicBezTo>
                    <a:pt x="1296" y="857"/>
                    <a:pt x="1296" y="847"/>
                    <a:pt x="1304" y="843"/>
                  </a:cubicBezTo>
                  <a:cubicBezTo>
                    <a:pt x="1319" y="829"/>
                    <a:pt x="1320" y="826"/>
                    <a:pt x="1321" y="829"/>
                  </a:cubicBezTo>
                  <a:cubicBezTo>
                    <a:pt x="1305" y="848"/>
                    <a:pt x="1301" y="850"/>
                    <a:pt x="1299" y="853"/>
                  </a:cubicBezTo>
                  <a:cubicBezTo>
                    <a:pt x="1280" y="873"/>
                    <a:pt x="1274" y="888"/>
                    <a:pt x="1260" y="897"/>
                  </a:cubicBezTo>
                  <a:cubicBezTo>
                    <a:pt x="1250" y="921"/>
                    <a:pt x="1239" y="921"/>
                    <a:pt x="1240" y="930"/>
                  </a:cubicBezTo>
                  <a:cubicBezTo>
                    <a:pt x="1219" y="954"/>
                    <a:pt x="1214" y="955"/>
                    <a:pt x="1214" y="959"/>
                  </a:cubicBezTo>
                  <a:cubicBezTo>
                    <a:pt x="1153" y="1020"/>
                    <a:pt x="1147" y="1023"/>
                    <a:pt x="1145" y="1029"/>
                  </a:cubicBezTo>
                  <a:cubicBezTo>
                    <a:pt x="1092" y="1073"/>
                    <a:pt x="1084" y="1075"/>
                    <a:pt x="1078" y="1079"/>
                  </a:cubicBezTo>
                  <a:cubicBezTo>
                    <a:pt x="1049" y="1099"/>
                    <a:pt x="1040" y="1097"/>
                    <a:pt x="1040" y="1101"/>
                  </a:cubicBezTo>
                  <a:cubicBezTo>
                    <a:pt x="1032" y="1111"/>
                    <a:pt x="1047" y="1102"/>
                    <a:pt x="1060" y="1100"/>
                  </a:cubicBezTo>
                  <a:cubicBezTo>
                    <a:pt x="1109" y="1066"/>
                    <a:pt x="1122" y="1059"/>
                    <a:pt x="1133" y="1049"/>
                  </a:cubicBezTo>
                  <a:cubicBezTo>
                    <a:pt x="1174" y="1010"/>
                    <a:pt x="1187" y="1001"/>
                    <a:pt x="1195" y="989"/>
                  </a:cubicBezTo>
                  <a:cubicBezTo>
                    <a:pt x="1215" y="970"/>
                    <a:pt x="1221" y="965"/>
                    <a:pt x="1225" y="959"/>
                  </a:cubicBezTo>
                  <a:cubicBezTo>
                    <a:pt x="1259" y="917"/>
                    <a:pt x="1260" y="913"/>
                    <a:pt x="1265" y="912"/>
                  </a:cubicBezTo>
                  <a:cubicBezTo>
                    <a:pt x="1297" y="873"/>
                    <a:pt x="1300" y="866"/>
                    <a:pt x="1305" y="861"/>
                  </a:cubicBezTo>
                  <a:cubicBezTo>
                    <a:pt x="1383" y="782"/>
                    <a:pt x="1385" y="780"/>
                    <a:pt x="1385" y="778"/>
                  </a:cubicBezTo>
                  <a:cubicBezTo>
                    <a:pt x="1409" y="773"/>
                    <a:pt x="1402" y="775"/>
                    <a:pt x="1399" y="780"/>
                  </a:cubicBezTo>
                  <a:cubicBezTo>
                    <a:pt x="1372" y="809"/>
                    <a:pt x="1370" y="815"/>
                    <a:pt x="1363" y="817"/>
                  </a:cubicBezTo>
                  <a:cubicBezTo>
                    <a:pt x="1334" y="859"/>
                    <a:pt x="1336" y="867"/>
                    <a:pt x="1328" y="868"/>
                  </a:cubicBezTo>
                  <a:cubicBezTo>
                    <a:pt x="1317" y="891"/>
                    <a:pt x="1311" y="890"/>
                    <a:pt x="1313" y="895"/>
                  </a:cubicBezTo>
                  <a:cubicBezTo>
                    <a:pt x="1281" y="937"/>
                    <a:pt x="1275" y="940"/>
                    <a:pt x="1274" y="946"/>
                  </a:cubicBezTo>
                  <a:cubicBezTo>
                    <a:pt x="1245" y="976"/>
                    <a:pt x="1245" y="983"/>
                    <a:pt x="1239" y="986"/>
                  </a:cubicBezTo>
                  <a:cubicBezTo>
                    <a:pt x="1200" y="1032"/>
                    <a:pt x="1193" y="1033"/>
                    <a:pt x="1191" y="1039"/>
                  </a:cubicBezTo>
                  <a:cubicBezTo>
                    <a:pt x="1145" y="1080"/>
                    <a:pt x="1138" y="1082"/>
                    <a:pt x="1135" y="1086"/>
                  </a:cubicBezTo>
                  <a:cubicBezTo>
                    <a:pt x="1085" y="1120"/>
                    <a:pt x="1080" y="1120"/>
                    <a:pt x="1079" y="1123"/>
                  </a:cubicBezTo>
                  <a:cubicBezTo>
                    <a:pt x="1119" y="1106"/>
                    <a:pt x="1123" y="1103"/>
                    <a:pt x="1126" y="1099"/>
                  </a:cubicBezTo>
                  <a:cubicBezTo>
                    <a:pt x="1159" y="1076"/>
                    <a:pt x="1165" y="1073"/>
                    <a:pt x="1167" y="1067"/>
                  </a:cubicBezTo>
                  <a:cubicBezTo>
                    <a:pt x="1200" y="1044"/>
                    <a:pt x="1196" y="1035"/>
                    <a:pt x="1206" y="1036"/>
                  </a:cubicBezTo>
                  <a:cubicBezTo>
                    <a:pt x="1247" y="991"/>
                    <a:pt x="1255" y="984"/>
                    <a:pt x="1261" y="975"/>
                  </a:cubicBezTo>
                  <a:cubicBezTo>
                    <a:pt x="1275" y="953"/>
                    <a:pt x="1282" y="954"/>
                    <a:pt x="1281" y="949"/>
                  </a:cubicBezTo>
                  <a:cubicBezTo>
                    <a:pt x="1307" y="922"/>
                    <a:pt x="1306" y="914"/>
                    <a:pt x="1312" y="913"/>
                  </a:cubicBezTo>
                  <a:cubicBezTo>
                    <a:pt x="1326" y="889"/>
                    <a:pt x="1332" y="880"/>
                    <a:pt x="1338" y="870"/>
                  </a:cubicBezTo>
                  <a:cubicBezTo>
                    <a:pt x="1367" y="825"/>
                    <a:pt x="1385" y="812"/>
                    <a:pt x="1399" y="795"/>
                  </a:cubicBezTo>
                  <a:cubicBezTo>
                    <a:pt x="1439" y="757"/>
                    <a:pt x="1439" y="750"/>
                    <a:pt x="1449" y="751"/>
                  </a:cubicBezTo>
                  <a:cubicBezTo>
                    <a:pt x="1375" y="857"/>
                    <a:pt x="1363" y="865"/>
                    <a:pt x="1361" y="879"/>
                  </a:cubicBezTo>
                  <a:cubicBezTo>
                    <a:pt x="1346" y="897"/>
                    <a:pt x="1345" y="900"/>
                    <a:pt x="1346" y="904"/>
                  </a:cubicBezTo>
                  <a:cubicBezTo>
                    <a:pt x="1326" y="929"/>
                    <a:pt x="1328" y="937"/>
                    <a:pt x="1319" y="938"/>
                  </a:cubicBezTo>
                  <a:cubicBezTo>
                    <a:pt x="1302" y="971"/>
                    <a:pt x="1298" y="971"/>
                    <a:pt x="1296" y="973"/>
                  </a:cubicBezTo>
                  <a:cubicBezTo>
                    <a:pt x="1279" y="998"/>
                    <a:pt x="1276" y="1003"/>
                    <a:pt x="1271" y="1006"/>
                  </a:cubicBezTo>
                  <a:cubicBezTo>
                    <a:pt x="1232" y="1053"/>
                    <a:pt x="1222" y="1060"/>
                    <a:pt x="1216" y="1069"/>
                  </a:cubicBezTo>
                  <a:cubicBezTo>
                    <a:pt x="1197" y="1083"/>
                    <a:pt x="1193" y="1088"/>
                    <a:pt x="1189" y="1092"/>
                  </a:cubicBezTo>
                  <a:cubicBezTo>
                    <a:pt x="1158" y="1118"/>
                    <a:pt x="1152" y="1120"/>
                    <a:pt x="1148" y="1124"/>
                  </a:cubicBezTo>
                  <a:cubicBezTo>
                    <a:pt x="1140" y="1133"/>
                    <a:pt x="1146" y="1132"/>
                    <a:pt x="1149" y="1128"/>
                  </a:cubicBezTo>
                  <a:cubicBezTo>
                    <a:pt x="1198" y="1096"/>
                    <a:pt x="1201" y="1086"/>
                    <a:pt x="1212" y="1081"/>
                  </a:cubicBezTo>
                  <a:cubicBezTo>
                    <a:pt x="1258" y="1034"/>
                    <a:pt x="1262" y="1031"/>
                    <a:pt x="1266" y="1027"/>
                  </a:cubicBezTo>
                  <a:cubicBezTo>
                    <a:pt x="1285" y="1010"/>
                    <a:pt x="1287" y="999"/>
                    <a:pt x="1295" y="993"/>
                  </a:cubicBezTo>
                  <a:cubicBezTo>
                    <a:pt x="1309" y="971"/>
                    <a:pt x="1311" y="969"/>
                    <a:pt x="1313" y="968"/>
                  </a:cubicBezTo>
                  <a:cubicBezTo>
                    <a:pt x="1331" y="939"/>
                    <a:pt x="1336" y="936"/>
                    <a:pt x="1340" y="932"/>
                  </a:cubicBezTo>
                  <a:cubicBezTo>
                    <a:pt x="1349" y="909"/>
                    <a:pt x="1355" y="910"/>
                    <a:pt x="1353" y="905"/>
                  </a:cubicBezTo>
                  <a:cubicBezTo>
                    <a:pt x="1363" y="887"/>
                    <a:pt x="1367" y="888"/>
                    <a:pt x="1367" y="887"/>
                  </a:cubicBezTo>
                  <a:cubicBezTo>
                    <a:pt x="1378" y="861"/>
                    <a:pt x="1381" y="858"/>
                    <a:pt x="1386" y="855"/>
                  </a:cubicBezTo>
                  <a:cubicBezTo>
                    <a:pt x="1404" y="824"/>
                    <a:pt x="1403" y="817"/>
                    <a:pt x="1410" y="815"/>
                  </a:cubicBezTo>
                  <a:cubicBezTo>
                    <a:pt x="1431" y="782"/>
                    <a:pt x="1438" y="775"/>
                    <a:pt x="1445" y="767"/>
                  </a:cubicBezTo>
                  <a:cubicBezTo>
                    <a:pt x="1483" y="743"/>
                    <a:pt x="1475" y="742"/>
                    <a:pt x="1475" y="748"/>
                  </a:cubicBezTo>
                  <a:cubicBezTo>
                    <a:pt x="1453" y="775"/>
                    <a:pt x="1451" y="780"/>
                    <a:pt x="1446" y="782"/>
                  </a:cubicBezTo>
                  <a:cubicBezTo>
                    <a:pt x="1434" y="807"/>
                    <a:pt x="1432" y="808"/>
                    <a:pt x="1431" y="809"/>
                  </a:cubicBezTo>
                  <a:cubicBezTo>
                    <a:pt x="1421" y="835"/>
                    <a:pt x="1414" y="839"/>
                    <a:pt x="1413" y="848"/>
                  </a:cubicBezTo>
                  <a:cubicBezTo>
                    <a:pt x="1399" y="870"/>
                    <a:pt x="1400" y="871"/>
                    <a:pt x="1400" y="872"/>
                  </a:cubicBezTo>
                  <a:cubicBezTo>
                    <a:pt x="1396" y="885"/>
                    <a:pt x="1392" y="888"/>
                    <a:pt x="1390" y="892"/>
                  </a:cubicBezTo>
                  <a:cubicBezTo>
                    <a:pt x="1377" y="923"/>
                    <a:pt x="1372" y="929"/>
                    <a:pt x="1372" y="939"/>
                  </a:cubicBezTo>
                  <a:cubicBezTo>
                    <a:pt x="1362" y="957"/>
                    <a:pt x="1363" y="961"/>
                    <a:pt x="1361" y="961"/>
                  </a:cubicBezTo>
                  <a:cubicBezTo>
                    <a:pt x="1326" y="1038"/>
                    <a:pt x="1327" y="1048"/>
                    <a:pt x="1319" y="1053"/>
                  </a:cubicBezTo>
                  <a:cubicBezTo>
                    <a:pt x="1288" y="1101"/>
                    <a:pt x="1283" y="1108"/>
                    <a:pt x="1280" y="1116"/>
                  </a:cubicBezTo>
                  <a:cubicBezTo>
                    <a:pt x="1261" y="1138"/>
                    <a:pt x="1258" y="1140"/>
                    <a:pt x="1256" y="1144"/>
                  </a:cubicBezTo>
                  <a:cubicBezTo>
                    <a:pt x="1240" y="1168"/>
                    <a:pt x="1231" y="1166"/>
                    <a:pt x="1230" y="1171"/>
                  </a:cubicBezTo>
                  <a:cubicBezTo>
                    <a:pt x="1264" y="1144"/>
                    <a:pt x="1269" y="1134"/>
                    <a:pt x="1277" y="1127"/>
                  </a:cubicBezTo>
                  <a:cubicBezTo>
                    <a:pt x="1297" y="1098"/>
                    <a:pt x="1302" y="1099"/>
                    <a:pt x="1300" y="1094"/>
                  </a:cubicBezTo>
                  <a:cubicBezTo>
                    <a:pt x="1317" y="1073"/>
                    <a:pt x="1319" y="1071"/>
                    <a:pt x="1323" y="1070"/>
                  </a:cubicBezTo>
                  <a:cubicBezTo>
                    <a:pt x="1336" y="1043"/>
                    <a:pt x="1339" y="1039"/>
                    <a:pt x="1340" y="1034"/>
                  </a:cubicBezTo>
                  <a:cubicBezTo>
                    <a:pt x="1364" y="977"/>
                    <a:pt x="1371" y="968"/>
                    <a:pt x="1371" y="955"/>
                  </a:cubicBezTo>
                  <a:cubicBezTo>
                    <a:pt x="1391" y="915"/>
                    <a:pt x="1395" y="910"/>
                    <a:pt x="1397" y="904"/>
                  </a:cubicBezTo>
                  <a:cubicBezTo>
                    <a:pt x="1407" y="879"/>
                    <a:pt x="1410" y="874"/>
                    <a:pt x="1412" y="868"/>
                  </a:cubicBezTo>
                  <a:cubicBezTo>
                    <a:pt x="1421" y="842"/>
                    <a:pt x="1430" y="841"/>
                    <a:pt x="1431" y="834"/>
                  </a:cubicBezTo>
                  <a:cubicBezTo>
                    <a:pt x="1448" y="807"/>
                    <a:pt x="1452" y="796"/>
                    <a:pt x="1457" y="784"/>
                  </a:cubicBezTo>
                  <a:cubicBezTo>
                    <a:pt x="1479" y="764"/>
                    <a:pt x="1477" y="759"/>
                    <a:pt x="1479" y="756"/>
                  </a:cubicBezTo>
                  <a:cubicBezTo>
                    <a:pt x="1499" y="740"/>
                    <a:pt x="1500" y="734"/>
                    <a:pt x="1507" y="731"/>
                  </a:cubicBezTo>
                  <a:cubicBezTo>
                    <a:pt x="1497" y="749"/>
                    <a:pt x="1499" y="752"/>
                    <a:pt x="1498" y="753"/>
                  </a:cubicBezTo>
                  <a:cubicBezTo>
                    <a:pt x="1475" y="794"/>
                    <a:pt x="1472" y="800"/>
                    <a:pt x="1467" y="805"/>
                  </a:cubicBezTo>
                  <a:cubicBezTo>
                    <a:pt x="1456" y="837"/>
                    <a:pt x="1455" y="840"/>
                    <a:pt x="1452" y="843"/>
                  </a:cubicBezTo>
                  <a:cubicBezTo>
                    <a:pt x="1435" y="888"/>
                    <a:pt x="1432" y="895"/>
                    <a:pt x="1427" y="901"/>
                  </a:cubicBezTo>
                  <a:cubicBezTo>
                    <a:pt x="1402" y="970"/>
                    <a:pt x="1407" y="978"/>
                    <a:pt x="1401" y="978"/>
                  </a:cubicBezTo>
                  <a:cubicBezTo>
                    <a:pt x="1387" y="1021"/>
                    <a:pt x="1381" y="1027"/>
                    <a:pt x="1378" y="1034"/>
                  </a:cubicBezTo>
                  <a:cubicBezTo>
                    <a:pt x="1360" y="1067"/>
                    <a:pt x="1357" y="1070"/>
                    <a:pt x="1357" y="1075"/>
                  </a:cubicBezTo>
                  <a:cubicBezTo>
                    <a:pt x="1322" y="1125"/>
                    <a:pt x="1315" y="1126"/>
                    <a:pt x="1313" y="1129"/>
                  </a:cubicBezTo>
                  <a:cubicBezTo>
                    <a:pt x="1325" y="1123"/>
                    <a:pt x="1326" y="1118"/>
                    <a:pt x="1331" y="1115"/>
                  </a:cubicBezTo>
                  <a:cubicBezTo>
                    <a:pt x="1341" y="1100"/>
                    <a:pt x="1349" y="1100"/>
                    <a:pt x="1347" y="1092"/>
                  </a:cubicBezTo>
                  <a:cubicBezTo>
                    <a:pt x="1369" y="1067"/>
                    <a:pt x="1368" y="1060"/>
                    <a:pt x="1374" y="1059"/>
                  </a:cubicBezTo>
                  <a:cubicBezTo>
                    <a:pt x="1382" y="1041"/>
                    <a:pt x="1385" y="1037"/>
                    <a:pt x="1389" y="1034"/>
                  </a:cubicBezTo>
                  <a:cubicBezTo>
                    <a:pt x="1413" y="982"/>
                    <a:pt x="1409" y="972"/>
                    <a:pt x="1415" y="969"/>
                  </a:cubicBezTo>
                  <a:cubicBezTo>
                    <a:pt x="1422" y="940"/>
                    <a:pt x="1428" y="941"/>
                    <a:pt x="1424" y="934"/>
                  </a:cubicBezTo>
                  <a:cubicBezTo>
                    <a:pt x="1466" y="845"/>
                    <a:pt x="1463" y="834"/>
                    <a:pt x="1472" y="831"/>
                  </a:cubicBezTo>
                  <a:cubicBezTo>
                    <a:pt x="1490" y="787"/>
                    <a:pt x="1488" y="783"/>
                    <a:pt x="1490" y="781"/>
                  </a:cubicBezTo>
                  <a:cubicBezTo>
                    <a:pt x="1514" y="740"/>
                    <a:pt x="1518" y="731"/>
                    <a:pt x="1526" y="723"/>
                  </a:cubicBezTo>
                  <a:cubicBezTo>
                    <a:pt x="1526" y="736"/>
                    <a:pt x="1523" y="739"/>
                    <a:pt x="1520" y="742"/>
                  </a:cubicBezTo>
                  <a:cubicBezTo>
                    <a:pt x="1505" y="769"/>
                    <a:pt x="1502" y="773"/>
                    <a:pt x="1500" y="777"/>
                  </a:cubicBezTo>
                  <a:cubicBezTo>
                    <a:pt x="1474" y="831"/>
                    <a:pt x="1473" y="841"/>
                    <a:pt x="1466" y="847"/>
                  </a:cubicBezTo>
                  <a:cubicBezTo>
                    <a:pt x="1452" y="905"/>
                    <a:pt x="1448" y="907"/>
                    <a:pt x="1449" y="912"/>
                  </a:cubicBezTo>
                  <a:cubicBezTo>
                    <a:pt x="1437" y="938"/>
                    <a:pt x="1441" y="944"/>
                    <a:pt x="1437" y="945"/>
                  </a:cubicBezTo>
                  <a:cubicBezTo>
                    <a:pt x="1425" y="1007"/>
                    <a:pt x="1422" y="1012"/>
                    <a:pt x="1419" y="1017"/>
                  </a:cubicBezTo>
                  <a:cubicBezTo>
                    <a:pt x="1394" y="1087"/>
                    <a:pt x="1391" y="1089"/>
                    <a:pt x="1393" y="1093"/>
                  </a:cubicBezTo>
                  <a:cubicBezTo>
                    <a:pt x="1381" y="1111"/>
                    <a:pt x="1379" y="1113"/>
                    <a:pt x="1377" y="1116"/>
                  </a:cubicBezTo>
                  <a:cubicBezTo>
                    <a:pt x="1358" y="1151"/>
                    <a:pt x="1350" y="1152"/>
                    <a:pt x="1350" y="1158"/>
                  </a:cubicBezTo>
                  <a:cubicBezTo>
                    <a:pt x="1373" y="1127"/>
                    <a:pt x="1385" y="1125"/>
                    <a:pt x="1384" y="1115"/>
                  </a:cubicBezTo>
                  <a:cubicBezTo>
                    <a:pt x="1405" y="1084"/>
                    <a:pt x="1402" y="1079"/>
                    <a:pt x="1408" y="1079"/>
                  </a:cubicBezTo>
                  <a:cubicBezTo>
                    <a:pt x="1416" y="1052"/>
                    <a:pt x="1422" y="1046"/>
                    <a:pt x="1423" y="1037"/>
                  </a:cubicBezTo>
                  <a:cubicBezTo>
                    <a:pt x="1444" y="980"/>
                    <a:pt x="1442" y="968"/>
                    <a:pt x="1447" y="961"/>
                  </a:cubicBezTo>
                  <a:cubicBezTo>
                    <a:pt x="1459" y="887"/>
                    <a:pt x="1471" y="875"/>
                    <a:pt x="1472" y="855"/>
                  </a:cubicBezTo>
                  <a:cubicBezTo>
                    <a:pt x="1491" y="823"/>
                    <a:pt x="1488" y="817"/>
                    <a:pt x="1494" y="818"/>
                  </a:cubicBezTo>
                  <a:cubicBezTo>
                    <a:pt x="1507" y="774"/>
                    <a:pt x="1517" y="775"/>
                    <a:pt x="1516" y="769"/>
                  </a:cubicBezTo>
                  <a:cubicBezTo>
                    <a:pt x="1545" y="733"/>
                    <a:pt x="1541" y="724"/>
                    <a:pt x="1548" y="724"/>
                  </a:cubicBezTo>
                  <a:cubicBezTo>
                    <a:pt x="1567" y="700"/>
                    <a:pt x="1568" y="698"/>
                    <a:pt x="1572" y="697"/>
                  </a:cubicBezTo>
                  <a:cubicBezTo>
                    <a:pt x="1565" y="709"/>
                    <a:pt x="1566" y="712"/>
                    <a:pt x="1564" y="712"/>
                  </a:cubicBezTo>
                  <a:cubicBezTo>
                    <a:pt x="1548" y="738"/>
                    <a:pt x="1542" y="752"/>
                    <a:pt x="1533" y="762"/>
                  </a:cubicBezTo>
                  <a:cubicBezTo>
                    <a:pt x="1527" y="793"/>
                    <a:pt x="1516" y="796"/>
                    <a:pt x="1519" y="807"/>
                  </a:cubicBezTo>
                  <a:cubicBezTo>
                    <a:pt x="1509" y="836"/>
                    <a:pt x="1506" y="843"/>
                    <a:pt x="1502" y="849"/>
                  </a:cubicBezTo>
                  <a:cubicBezTo>
                    <a:pt x="1486" y="911"/>
                    <a:pt x="1479" y="924"/>
                    <a:pt x="1479" y="942"/>
                  </a:cubicBezTo>
                  <a:cubicBezTo>
                    <a:pt x="1466" y="979"/>
                    <a:pt x="1459" y="986"/>
                    <a:pt x="1458" y="997"/>
                  </a:cubicBezTo>
                  <a:cubicBezTo>
                    <a:pt x="1439" y="1041"/>
                    <a:pt x="1437" y="1046"/>
                    <a:pt x="1437" y="1052"/>
                  </a:cubicBezTo>
                  <a:cubicBezTo>
                    <a:pt x="1421" y="1085"/>
                    <a:pt x="1419" y="1087"/>
                    <a:pt x="1417" y="1089"/>
                  </a:cubicBezTo>
                  <a:cubicBezTo>
                    <a:pt x="1406" y="1111"/>
                    <a:pt x="1401" y="1119"/>
                    <a:pt x="1395" y="1126"/>
                  </a:cubicBezTo>
                  <a:cubicBezTo>
                    <a:pt x="1373" y="1155"/>
                    <a:pt x="1373" y="1163"/>
                    <a:pt x="1364" y="1165"/>
                  </a:cubicBezTo>
                  <a:cubicBezTo>
                    <a:pt x="1358" y="1177"/>
                    <a:pt x="1365" y="1179"/>
                    <a:pt x="1366" y="1175"/>
                  </a:cubicBezTo>
                  <a:cubicBezTo>
                    <a:pt x="1386" y="1144"/>
                    <a:pt x="1394" y="1143"/>
                    <a:pt x="1394" y="1137"/>
                  </a:cubicBezTo>
                  <a:cubicBezTo>
                    <a:pt x="1431" y="1081"/>
                    <a:pt x="1439" y="1061"/>
                    <a:pt x="1448" y="1043"/>
                  </a:cubicBezTo>
                  <a:cubicBezTo>
                    <a:pt x="1464" y="1004"/>
                    <a:pt x="1466" y="993"/>
                    <a:pt x="1471" y="984"/>
                  </a:cubicBezTo>
                  <a:cubicBezTo>
                    <a:pt x="1496" y="912"/>
                    <a:pt x="1499" y="902"/>
                    <a:pt x="1501" y="892"/>
                  </a:cubicBezTo>
                  <a:cubicBezTo>
                    <a:pt x="1512" y="850"/>
                    <a:pt x="1519" y="842"/>
                    <a:pt x="1521" y="831"/>
                  </a:cubicBezTo>
                  <a:cubicBezTo>
                    <a:pt x="1539" y="782"/>
                    <a:pt x="1541" y="778"/>
                    <a:pt x="1541" y="772"/>
                  </a:cubicBezTo>
                  <a:cubicBezTo>
                    <a:pt x="1564" y="728"/>
                    <a:pt x="1567" y="727"/>
                    <a:pt x="1568" y="725"/>
                  </a:cubicBezTo>
                  <a:cubicBezTo>
                    <a:pt x="1586" y="705"/>
                    <a:pt x="1586" y="702"/>
                    <a:pt x="1588" y="701"/>
                  </a:cubicBezTo>
                  <a:cubicBezTo>
                    <a:pt x="1587" y="710"/>
                    <a:pt x="1582" y="711"/>
                    <a:pt x="1582" y="715"/>
                  </a:cubicBezTo>
                  <a:cubicBezTo>
                    <a:pt x="1565" y="759"/>
                    <a:pt x="1557" y="757"/>
                    <a:pt x="1560" y="764"/>
                  </a:cubicBezTo>
                  <a:cubicBezTo>
                    <a:pt x="1544" y="799"/>
                    <a:pt x="1545" y="808"/>
                    <a:pt x="1540" y="814"/>
                  </a:cubicBezTo>
                  <a:cubicBezTo>
                    <a:pt x="1522" y="867"/>
                    <a:pt x="1526" y="885"/>
                    <a:pt x="1517" y="893"/>
                  </a:cubicBezTo>
                  <a:cubicBezTo>
                    <a:pt x="1511" y="951"/>
                    <a:pt x="1505" y="961"/>
                    <a:pt x="1502" y="974"/>
                  </a:cubicBezTo>
                  <a:cubicBezTo>
                    <a:pt x="1488" y="1033"/>
                    <a:pt x="1487" y="1036"/>
                    <a:pt x="1488" y="1040"/>
                  </a:cubicBezTo>
                  <a:cubicBezTo>
                    <a:pt x="1472" y="1091"/>
                    <a:pt x="1465" y="1093"/>
                    <a:pt x="1465" y="1100"/>
                  </a:cubicBezTo>
                  <a:cubicBezTo>
                    <a:pt x="1449" y="1137"/>
                    <a:pt x="1447" y="1140"/>
                    <a:pt x="1446" y="1143"/>
                  </a:cubicBezTo>
                  <a:cubicBezTo>
                    <a:pt x="1454" y="1132"/>
                    <a:pt x="1459" y="1129"/>
                    <a:pt x="1461" y="1123"/>
                  </a:cubicBezTo>
                  <a:cubicBezTo>
                    <a:pt x="1487" y="1072"/>
                    <a:pt x="1483" y="1063"/>
                    <a:pt x="1489" y="1060"/>
                  </a:cubicBezTo>
                  <a:cubicBezTo>
                    <a:pt x="1500" y="1013"/>
                    <a:pt x="1511" y="1017"/>
                    <a:pt x="1507" y="1010"/>
                  </a:cubicBezTo>
                  <a:cubicBezTo>
                    <a:pt x="1511" y="959"/>
                    <a:pt x="1522" y="958"/>
                    <a:pt x="1517" y="946"/>
                  </a:cubicBezTo>
                  <a:cubicBezTo>
                    <a:pt x="1527" y="897"/>
                    <a:pt x="1531" y="894"/>
                    <a:pt x="1529" y="887"/>
                  </a:cubicBezTo>
                  <a:cubicBezTo>
                    <a:pt x="1547" y="822"/>
                    <a:pt x="1551" y="815"/>
                    <a:pt x="1554" y="807"/>
                  </a:cubicBezTo>
                  <a:cubicBezTo>
                    <a:pt x="1573" y="742"/>
                    <a:pt x="1585" y="745"/>
                    <a:pt x="1582" y="738"/>
                  </a:cubicBezTo>
                  <a:cubicBezTo>
                    <a:pt x="1593" y="722"/>
                    <a:pt x="1591" y="719"/>
                    <a:pt x="1594" y="718"/>
                  </a:cubicBezTo>
                  <a:cubicBezTo>
                    <a:pt x="1619" y="684"/>
                    <a:pt x="1616" y="687"/>
                    <a:pt x="1615" y="692"/>
                  </a:cubicBezTo>
                  <a:cubicBezTo>
                    <a:pt x="1599" y="715"/>
                    <a:pt x="1601" y="718"/>
                    <a:pt x="1598" y="719"/>
                  </a:cubicBezTo>
                  <a:cubicBezTo>
                    <a:pt x="1585" y="740"/>
                    <a:pt x="1585" y="746"/>
                    <a:pt x="1581" y="749"/>
                  </a:cubicBezTo>
                  <a:cubicBezTo>
                    <a:pt x="1568" y="794"/>
                    <a:pt x="1561" y="795"/>
                    <a:pt x="1562" y="801"/>
                  </a:cubicBezTo>
                  <a:cubicBezTo>
                    <a:pt x="1546" y="844"/>
                    <a:pt x="1548" y="851"/>
                    <a:pt x="1545" y="855"/>
                  </a:cubicBezTo>
                  <a:cubicBezTo>
                    <a:pt x="1538" y="894"/>
                    <a:pt x="1537" y="904"/>
                    <a:pt x="1536" y="914"/>
                  </a:cubicBezTo>
                  <a:cubicBezTo>
                    <a:pt x="1529" y="960"/>
                    <a:pt x="1529" y="966"/>
                    <a:pt x="1526" y="969"/>
                  </a:cubicBezTo>
                  <a:cubicBezTo>
                    <a:pt x="1512" y="1031"/>
                    <a:pt x="1515" y="1039"/>
                    <a:pt x="1513" y="1043"/>
                  </a:cubicBezTo>
                  <a:cubicBezTo>
                    <a:pt x="1500" y="1088"/>
                    <a:pt x="1491" y="1087"/>
                    <a:pt x="1493" y="1095"/>
                  </a:cubicBezTo>
                  <a:cubicBezTo>
                    <a:pt x="1496" y="1099"/>
                    <a:pt x="1498" y="1092"/>
                    <a:pt x="1501" y="1087"/>
                  </a:cubicBezTo>
                  <a:cubicBezTo>
                    <a:pt x="1520" y="1044"/>
                    <a:pt x="1523" y="1037"/>
                    <a:pt x="1524" y="1030"/>
                  </a:cubicBezTo>
                  <a:cubicBezTo>
                    <a:pt x="1535" y="1007"/>
                    <a:pt x="1530" y="996"/>
                    <a:pt x="1534" y="990"/>
                  </a:cubicBezTo>
                  <a:cubicBezTo>
                    <a:pt x="1547" y="920"/>
                    <a:pt x="1543" y="912"/>
                    <a:pt x="1546" y="908"/>
                  </a:cubicBezTo>
                  <a:cubicBezTo>
                    <a:pt x="1558" y="848"/>
                    <a:pt x="1560" y="836"/>
                    <a:pt x="1564" y="825"/>
                  </a:cubicBezTo>
                  <a:cubicBezTo>
                    <a:pt x="1596" y="749"/>
                    <a:pt x="1597" y="736"/>
                    <a:pt x="1604" y="727"/>
                  </a:cubicBezTo>
                  <a:cubicBezTo>
                    <a:pt x="1617" y="708"/>
                    <a:pt x="1618" y="702"/>
                    <a:pt x="1621" y="697"/>
                  </a:cubicBezTo>
                  <a:cubicBezTo>
                    <a:pt x="1645" y="666"/>
                    <a:pt x="1646" y="660"/>
                    <a:pt x="1649" y="655"/>
                  </a:cubicBezTo>
                  <a:cubicBezTo>
                    <a:pt x="1664" y="655"/>
                    <a:pt x="1660" y="659"/>
                    <a:pt x="1655" y="663"/>
                  </a:cubicBezTo>
                  <a:cubicBezTo>
                    <a:pt x="1646" y="680"/>
                    <a:pt x="1644" y="682"/>
                    <a:pt x="1640" y="683"/>
                  </a:cubicBezTo>
                  <a:cubicBezTo>
                    <a:pt x="1628" y="709"/>
                    <a:pt x="1626" y="711"/>
                    <a:pt x="1624" y="712"/>
                  </a:cubicBezTo>
                  <a:cubicBezTo>
                    <a:pt x="1609" y="739"/>
                    <a:pt x="1613" y="749"/>
                    <a:pt x="1606" y="751"/>
                  </a:cubicBezTo>
                  <a:cubicBezTo>
                    <a:pt x="1591" y="789"/>
                    <a:pt x="1590" y="796"/>
                    <a:pt x="1586" y="801"/>
                  </a:cubicBezTo>
                  <a:cubicBezTo>
                    <a:pt x="1573" y="863"/>
                    <a:pt x="1567" y="866"/>
                    <a:pt x="1571" y="877"/>
                  </a:cubicBezTo>
                  <a:cubicBezTo>
                    <a:pt x="1569" y="1011"/>
                    <a:pt x="1566" y="1004"/>
                    <a:pt x="1567" y="1000"/>
                  </a:cubicBezTo>
                  <a:cubicBezTo>
                    <a:pt x="1584" y="947"/>
                    <a:pt x="1586" y="936"/>
                    <a:pt x="1591" y="926"/>
                  </a:cubicBezTo>
                  <a:cubicBezTo>
                    <a:pt x="1618" y="817"/>
                    <a:pt x="1621" y="806"/>
                    <a:pt x="1623" y="794"/>
                  </a:cubicBezTo>
                  <a:cubicBezTo>
                    <a:pt x="1638" y="752"/>
                    <a:pt x="1642" y="741"/>
                    <a:pt x="1647" y="730"/>
                  </a:cubicBezTo>
                  <a:cubicBezTo>
                    <a:pt x="1665" y="691"/>
                    <a:pt x="1667" y="688"/>
                    <a:pt x="1670" y="686"/>
                  </a:cubicBezTo>
                  <a:cubicBezTo>
                    <a:pt x="1680" y="666"/>
                    <a:pt x="1683" y="662"/>
                    <a:pt x="1685" y="657"/>
                  </a:cubicBezTo>
                  <a:cubicBezTo>
                    <a:pt x="1698" y="643"/>
                    <a:pt x="1698" y="640"/>
                    <a:pt x="1701" y="639"/>
                  </a:cubicBezTo>
                  <a:cubicBezTo>
                    <a:pt x="1715" y="633"/>
                    <a:pt x="1706" y="644"/>
                    <a:pt x="1697" y="655"/>
                  </a:cubicBezTo>
                  <a:cubicBezTo>
                    <a:pt x="1662" y="708"/>
                    <a:pt x="1663" y="716"/>
                    <a:pt x="1658" y="719"/>
                  </a:cubicBezTo>
                  <a:cubicBezTo>
                    <a:pt x="1644" y="762"/>
                    <a:pt x="1639" y="772"/>
                    <a:pt x="1639" y="785"/>
                  </a:cubicBezTo>
                  <a:cubicBezTo>
                    <a:pt x="1619" y="855"/>
                    <a:pt x="1616" y="860"/>
                    <a:pt x="1616" y="867"/>
                  </a:cubicBezTo>
                  <a:cubicBezTo>
                    <a:pt x="1604" y="896"/>
                    <a:pt x="1606" y="912"/>
                    <a:pt x="1600" y="923"/>
                  </a:cubicBezTo>
                  <a:cubicBezTo>
                    <a:pt x="1589" y="968"/>
                    <a:pt x="1585" y="973"/>
                    <a:pt x="1586" y="981"/>
                  </a:cubicBezTo>
                  <a:cubicBezTo>
                    <a:pt x="1573" y="1022"/>
                    <a:pt x="1565" y="1025"/>
                    <a:pt x="1566" y="1033"/>
                  </a:cubicBezTo>
                  <a:cubicBezTo>
                    <a:pt x="1553" y="1054"/>
                    <a:pt x="1550" y="1059"/>
                    <a:pt x="1545" y="1063"/>
                  </a:cubicBezTo>
                  <a:cubicBezTo>
                    <a:pt x="1509" y="1110"/>
                    <a:pt x="1503" y="1109"/>
                    <a:pt x="1506" y="1115"/>
                  </a:cubicBezTo>
                  <a:cubicBezTo>
                    <a:pt x="1523" y="1102"/>
                    <a:pt x="1526" y="1099"/>
                    <a:pt x="1529" y="1095"/>
                  </a:cubicBezTo>
                  <a:cubicBezTo>
                    <a:pt x="1541" y="1079"/>
                    <a:pt x="1546" y="1077"/>
                    <a:pt x="1547" y="1072"/>
                  </a:cubicBezTo>
                  <a:cubicBezTo>
                    <a:pt x="1566" y="1044"/>
                    <a:pt x="1569" y="1040"/>
                    <a:pt x="1573" y="1036"/>
                  </a:cubicBezTo>
                  <a:close/>
                  <a:moveTo>
                    <a:pt x="1704" y="888"/>
                  </a:moveTo>
                  <a:cubicBezTo>
                    <a:pt x="1709" y="888"/>
                    <a:pt x="1703" y="895"/>
                    <a:pt x="1704" y="897"/>
                  </a:cubicBezTo>
                  <a:cubicBezTo>
                    <a:pt x="1680" y="926"/>
                    <a:pt x="1684" y="933"/>
                    <a:pt x="1677" y="933"/>
                  </a:cubicBezTo>
                  <a:cubicBezTo>
                    <a:pt x="1692" y="888"/>
                    <a:pt x="1696" y="888"/>
                    <a:pt x="1694" y="884"/>
                  </a:cubicBezTo>
                  <a:cubicBezTo>
                    <a:pt x="1720" y="791"/>
                    <a:pt x="1729" y="785"/>
                    <a:pt x="1725" y="772"/>
                  </a:cubicBezTo>
                  <a:cubicBezTo>
                    <a:pt x="1737" y="743"/>
                    <a:pt x="1738" y="735"/>
                    <a:pt x="1742" y="729"/>
                  </a:cubicBezTo>
                  <a:cubicBezTo>
                    <a:pt x="1754" y="700"/>
                    <a:pt x="1755" y="692"/>
                    <a:pt x="1761" y="688"/>
                  </a:cubicBezTo>
                  <a:cubicBezTo>
                    <a:pt x="1767" y="673"/>
                    <a:pt x="1768" y="669"/>
                    <a:pt x="1770" y="666"/>
                  </a:cubicBezTo>
                  <a:cubicBezTo>
                    <a:pt x="1790" y="634"/>
                    <a:pt x="1785" y="626"/>
                    <a:pt x="1792" y="627"/>
                  </a:cubicBezTo>
                  <a:cubicBezTo>
                    <a:pt x="1795" y="624"/>
                    <a:pt x="1796" y="629"/>
                    <a:pt x="1795" y="633"/>
                  </a:cubicBezTo>
                  <a:cubicBezTo>
                    <a:pt x="1779" y="657"/>
                    <a:pt x="1783" y="666"/>
                    <a:pt x="1777" y="667"/>
                  </a:cubicBezTo>
                  <a:cubicBezTo>
                    <a:pt x="1760" y="709"/>
                    <a:pt x="1759" y="717"/>
                    <a:pt x="1754" y="722"/>
                  </a:cubicBezTo>
                  <a:cubicBezTo>
                    <a:pt x="1745" y="753"/>
                    <a:pt x="1749" y="759"/>
                    <a:pt x="1745" y="759"/>
                  </a:cubicBezTo>
                  <a:cubicBezTo>
                    <a:pt x="1733" y="796"/>
                    <a:pt x="1737" y="802"/>
                    <a:pt x="1733" y="803"/>
                  </a:cubicBezTo>
                  <a:cubicBezTo>
                    <a:pt x="1722" y="841"/>
                    <a:pt x="1717" y="851"/>
                    <a:pt x="1715" y="864"/>
                  </a:cubicBezTo>
                  <a:cubicBezTo>
                    <a:pt x="1700" y="892"/>
                    <a:pt x="1704" y="892"/>
                    <a:pt x="1704" y="888"/>
                  </a:cubicBezTo>
                  <a:close/>
                  <a:moveTo>
                    <a:pt x="1534" y="299"/>
                  </a:moveTo>
                  <a:cubicBezTo>
                    <a:pt x="1541" y="296"/>
                    <a:pt x="1544" y="300"/>
                    <a:pt x="1551" y="298"/>
                  </a:cubicBezTo>
                  <a:cubicBezTo>
                    <a:pt x="1606" y="305"/>
                    <a:pt x="1609" y="310"/>
                    <a:pt x="1615" y="309"/>
                  </a:cubicBezTo>
                  <a:cubicBezTo>
                    <a:pt x="1665" y="320"/>
                    <a:pt x="1668" y="324"/>
                    <a:pt x="1675" y="322"/>
                  </a:cubicBezTo>
                  <a:cubicBezTo>
                    <a:pt x="1725" y="336"/>
                    <a:pt x="1725" y="345"/>
                    <a:pt x="1732" y="343"/>
                  </a:cubicBezTo>
                  <a:cubicBezTo>
                    <a:pt x="1776" y="364"/>
                    <a:pt x="1782" y="363"/>
                    <a:pt x="1783" y="369"/>
                  </a:cubicBezTo>
                  <a:cubicBezTo>
                    <a:pt x="1805" y="373"/>
                    <a:pt x="1804" y="382"/>
                    <a:pt x="1812" y="379"/>
                  </a:cubicBezTo>
                  <a:cubicBezTo>
                    <a:pt x="1845" y="400"/>
                    <a:pt x="1856" y="399"/>
                    <a:pt x="1863" y="406"/>
                  </a:cubicBezTo>
                  <a:cubicBezTo>
                    <a:pt x="1911" y="424"/>
                    <a:pt x="1920" y="418"/>
                    <a:pt x="1923" y="421"/>
                  </a:cubicBezTo>
                  <a:cubicBezTo>
                    <a:pt x="1958" y="431"/>
                    <a:pt x="1968" y="425"/>
                    <a:pt x="1969" y="431"/>
                  </a:cubicBezTo>
                  <a:cubicBezTo>
                    <a:pt x="1954" y="441"/>
                    <a:pt x="1952" y="436"/>
                    <a:pt x="1948" y="435"/>
                  </a:cubicBezTo>
                  <a:cubicBezTo>
                    <a:pt x="1904" y="430"/>
                    <a:pt x="1898" y="426"/>
                    <a:pt x="1891" y="425"/>
                  </a:cubicBezTo>
                  <a:cubicBezTo>
                    <a:pt x="1826" y="407"/>
                    <a:pt x="1828" y="397"/>
                    <a:pt x="1822" y="400"/>
                  </a:cubicBezTo>
                  <a:cubicBezTo>
                    <a:pt x="1792" y="385"/>
                    <a:pt x="1790" y="382"/>
                    <a:pt x="1786" y="382"/>
                  </a:cubicBezTo>
                  <a:cubicBezTo>
                    <a:pt x="1758" y="367"/>
                    <a:pt x="1754" y="368"/>
                    <a:pt x="1754" y="365"/>
                  </a:cubicBezTo>
                  <a:cubicBezTo>
                    <a:pt x="1735" y="356"/>
                    <a:pt x="1730" y="353"/>
                    <a:pt x="1723" y="351"/>
                  </a:cubicBezTo>
                  <a:cubicBezTo>
                    <a:pt x="1699" y="338"/>
                    <a:pt x="1689" y="341"/>
                    <a:pt x="1684" y="336"/>
                  </a:cubicBezTo>
                  <a:cubicBezTo>
                    <a:pt x="1637" y="322"/>
                    <a:pt x="1631" y="319"/>
                    <a:pt x="1625" y="316"/>
                  </a:cubicBezTo>
                  <a:cubicBezTo>
                    <a:pt x="1552" y="306"/>
                    <a:pt x="1547" y="305"/>
                    <a:pt x="1542" y="306"/>
                  </a:cubicBezTo>
                  <a:cubicBezTo>
                    <a:pt x="1519" y="295"/>
                    <a:pt x="1527" y="303"/>
                    <a:pt x="1534" y="299"/>
                  </a:cubicBezTo>
                  <a:close/>
                  <a:moveTo>
                    <a:pt x="1968" y="449"/>
                  </a:moveTo>
                  <a:cubicBezTo>
                    <a:pt x="1969" y="454"/>
                    <a:pt x="1963" y="455"/>
                    <a:pt x="1960" y="452"/>
                  </a:cubicBezTo>
                  <a:cubicBezTo>
                    <a:pt x="1960" y="449"/>
                    <a:pt x="1965" y="450"/>
                    <a:pt x="1968" y="449"/>
                  </a:cubicBezTo>
                  <a:close/>
                  <a:moveTo>
                    <a:pt x="1567" y="324"/>
                  </a:moveTo>
                  <a:cubicBezTo>
                    <a:pt x="1564" y="319"/>
                    <a:pt x="1555" y="323"/>
                    <a:pt x="1551" y="320"/>
                  </a:cubicBezTo>
                  <a:cubicBezTo>
                    <a:pt x="1450" y="299"/>
                    <a:pt x="1460" y="303"/>
                    <a:pt x="1463" y="303"/>
                  </a:cubicBezTo>
                  <a:cubicBezTo>
                    <a:pt x="1502" y="303"/>
                    <a:pt x="1506" y="306"/>
                    <a:pt x="1511" y="307"/>
                  </a:cubicBezTo>
                  <a:cubicBezTo>
                    <a:pt x="1565" y="311"/>
                    <a:pt x="1566" y="318"/>
                    <a:pt x="1572" y="316"/>
                  </a:cubicBezTo>
                  <a:cubicBezTo>
                    <a:pt x="1642" y="329"/>
                    <a:pt x="1649" y="335"/>
                    <a:pt x="1660" y="336"/>
                  </a:cubicBezTo>
                  <a:cubicBezTo>
                    <a:pt x="1704" y="352"/>
                    <a:pt x="1706" y="355"/>
                    <a:pt x="1710" y="354"/>
                  </a:cubicBezTo>
                  <a:cubicBezTo>
                    <a:pt x="1734" y="367"/>
                    <a:pt x="1739" y="368"/>
                    <a:pt x="1744" y="370"/>
                  </a:cubicBezTo>
                  <a:cubicBezTo>
                    <a:pt x="1759" y="383"/>
                    <a:pt x="1767" y="380"/>
                    <a:pt x="1770" y="382"/>
                  </a:cubicBezTo>
                  <a:cubicBezTo>
                    <a:pt x="1788" y="392"/>
                    <a:pt x="1791" y="396"/>
                    <a:pt x="1797" y="395"/>
                  </a:cubicBezTo>
                  <a:cubicBezTo>
                    <a:pt x="1858" y="428"/>
                    <a:pt x="1872" y="424"/>
                    <a:pt x="1879" y="432"/>
                  </a:cubicBezTo>
                  <a:cubicBezTo>
                    <a:pt x="1917" y="440"/>
                    <a:pt x="1925" y="442"/>
                    <a:pt x="1932" y="444"/>
                  </a:cubicBezTo>
                  <a:cubicBezTo>
                    <a:pt x="1950" y="451"/>
                    <a:pt x="1943" y="456"/>
                    <a:pt x="1942" y="451"/>
                  </a:cubicBezTo>
                  <a:cubicBezTo>
                    <a:pt x="1913" y="449"/>
                    <a:pt x="1907" y="449"/>
                    <a:pt x="1902" y="447"/>
                  </a:cubicBezTo>
                  <a:cubicBezTo>
                    <a:pt x="1879" y="443"/>
                    <a:pt x="1872" y="443"/>
                    <a:pt x="1869" y="438"/>
                  </a:cubicBezTo>
                  <a:cubicBezTo>
                    <a:pt x="1814" y="426"/>
                    <a:pt x="1813" y="418"/>
                    <a:pt x="1804" y="421"/>
                  </a:cubicBezTo>
                  <a:cubicBezTo>
                    <a:pt x="1757" y="398"/>
                    <a:pt x="1753" y="395"/>
                    <a:pt x="1748" y="393"/>
                  </a:cubicBezTo>
                  <a:cubicBezTo>
                    <a:pt x="1726" y="379"/>
                    <a:pt x="1714" y="379"/>
                    <a:pt x="1706" y="372"/>
                  </a:cubicBezTo>
                  <a:cubicBezTo>
                    <a:pt x="1669" y="351"/>
                    <a:pt x="1663" y="354"/>
                    <a:pt x="1663" y="351"/>
                  </a:cubicBezTo>
                  <a:cubicBezTo>
                    <a:pt x="1643" y="344"/>
                    <a:pt x="1639" y="340"/>
                    <a:pt x="1632" y="341"/>
                  </a:cubicBezTo>
                  <a:cubicBezTo>
                    <a:pt x="1598" y="327"/>
                    <a:pt x="1591" y="328"/>
                    <a:pt x="1585" y="327"/>
                  </a:cubicBezTo>
                  <a:close/>
                  <a:moveTo>
                    <a:pt x="1948" y="481"/>
                  </a:moveTo>
                  <a:cubicBezTo>
                    <a:pt x="1943" y="482"/>
                    <a:pt x="1946" y="488"/>
                    <a:pt x="1940" y="487"/>
                  </a:cubicBezTo>
                  <a:cubicBezTo>
                    <a:pt x="1944" y="482"/>
                    <a:pt x="1944" y="475"/>
                    <a:pt x="1953" y="474"/>
                  </a:cubicBezTo>
                  <a:cubicBezTo>
                    <a:pt x="1955" y="479"/>
                    <a:pt x="1949" y="479"/>
                    <a:pt x="1948" y="481"/>
                  </a:cubicBezTo>
                  <a:close/>
                  <a:moveTo>
                    <a:pt x="1923" y="470"/>
                  </a:moveTo>
                  <a:cubicBezTo>
                    <a:pt x="1920" y="466"/>
                    <a:pt x="1912" y="469"/>
                    <a:pt x="1907" y="466"/>
                  </a:cubicBezTo>
                  <a:cubicBezTo>
                    <a:pt x="1879" y="465"/>
                    <a:pt x="1874" y="467"/>
                    <a:pt x="1873" y="464"/>
                  </a:cubicBezTo>
                  <a:cubicBezTo>
                    <a:pt x="1838" y="455"/>
                    <a:pt x="1833" y="454"/>
                    <a:pt x="1829" y="452"/>
                  </a:cubicBezTo>
                  <a:cubicBezTo>
                    <a:pt x="1753" y="419"/>
                    <a:pt x="1749" y="416"/>
                    <a:pt x="1745" y="414"/>
                  </a:cubicBezTo>
                  <a:cubicBezTo>
                    <a:pt x="1687" y="386"/>
                    <a:pt x="1681" y="389"/>
                    <a:pt x="1680" y="385"/>
                  </a:cubicBezTo>
                  <a:cubicBezTo>
                    <a:pt x="1662" y="375"/>
                    <a:pt x="1659" y="374"/>
                    <a:pt x="1656" y="374"/>
                  </a:cubicBezTo>
                  <a:cubicBezTo>
                    <a:pt x="1619" y="357"/>
                    <a:pt x="1617" y="350"/>
                    <a:pt x="1610" y="352"/>
                  </a:cubicBezTo>
                  <a:cubicBezTo>
                    <a:pt x="1571" y="325"/>
                    <a:pt x="1576" y="333"/>
                    <a:pt x="1579" y="330"/>
                  </a:cubicBezTo>
                  <a:cubicBezTo>
                    <a:pt x="1615" y="345"/>
                    <a:pt x="1630" y="345"/>
                    <a:pt x="1640" y="350"/>
                  </a:cubicBezTo>
                  <a:cubicBezTo>
                    <a:pt x="1669" y="363"/>
                    <a:pt x="1671" y="364"/>
                    <a:pt x="1672" y="367"/>
                  </a:cubicBezTo>
                  <a:cubicBezTo>
                    <a:pt x="1726" y="389"/>
                    <a:pt x="1726" y="395"/>
                    <a:pt x="1730" y="394"/>
                  </a:cubicBezTo>
                  <a:cubicBezTo>
                    <a:pt x="1758" y="411"/>
                    <a:pt x="1765" y="409"/>
                    <a:pt x="1769" y="414"/>
                  </a:cubicBezTo>
                  <a:cubicBezTo>
                    <a:pt x="1815" y="430"/>
                    <a:pt x="1822" y="439"/>
                    <a:pt x="1838" y="437"/>
                  </a:cubicBezTo>
                  <a:cubicBezTo>
                    <a:pt x="1891" y="455"/>
                    <a:pt x="1892" y="458"/>
                    <a:pt x="1895" y="458"/>
                  </a:cubicBezTo>
                  <a:cubicBezTo>
                    <a:pt x="1925" y="456"/>
                    <a:pt x="1939" y="461"/>
                    <a:pt x="1947" y="464"/>
                  </a:cubicBezTo>
                  <a:cubicBezTo>
                    <a:pt x="1946" y="472"/>
                    <a:pt x="1931" y="465"/>
                    <a:pt x="1923" y="470"/>
                  </a:cubicBezTo>
                  <a:close/>
                  <a:moveTo>
                    <a:pt x="1923" y="528"/>
                  </a:moveTo>
                  <a:cubicBezTo>
                    <a:pt x="1926" y="518"/>
                    <a:pt x="1933" y="511"/>
                    <a:pt x="1938" y="503"/>
                  </a:cubicBezTo>
                  <a:cubicBezTo>
                    <a:pt x="1972" y="476"/>
                    <a:pt x="1969" y="477"/>
                    <a:pt x="1969" y="479"/>
                  </a:cubicBezTo>
                  <a:cubicBezTo>
                    <a:pt x="1958" y="497"/>
                    <a:pt x="1958" y="501"/>
                    <a:pt x="1956" y="504"/>
                  </a:cubicBezTo>
                  <a:cubicBezTo>
                    <a:pt x="1932" y="538"/>
                    <a:pt x="1936" y="549"/>
                    <a:pt x="1929" y="553"/>
                  </a:cubicBezTo>
                  <a:cubicBezTo>
                    <a:pt x="1901" y="608"/>
                    <a:pt x="1903" y="613"/>
                    <a:pt x="1901" y="616"/>
                  </a:cubicBezTo>
                  <a:cubicBezTo>
                    <a:pt x="1866" y="694"/>
                    <a:pt x="1857" y="699"/>
                    <a:pt x="1856" y="708"/>
                  </a:cubicBezTo>
                  <a:cubicBezTo>
                    <a:pt x="1838" y="738"/>
                    <a:pt x="1833" y="746"/>
                    <a:pt x="1828" y="753"/>
                  </a:cubicBezTo>
                  <a:cubicBezTo>
                    <a:pt x="1818" y="768"/>
                    <a:pt x="1816" y="771"/>
                    <a:pt x="1814" y="775"/>
                  </a:cubicBezTo>
                  <a:cubicBezTo>
                    <a:pt x="1784" y="808"/>
                    <a:pt x="1782" y="812"/>
                    <a:pt x="1780" y="815"/>
                  </a:cubicBezTo>
                  <a:cubicBezTo>
                    <a:pt x="1787" y="794"/>
                    <a:pt x="1788" y="787"/>
                    <a:pt x="1791" y="782"/>
                  </a:cubicBezTo>
                  <a:cubicBezTo>
                    <a:pt x="1812" y="744"/>
                    <a:pt x="1811" y="736"/>
                    <a:pt x="1815" y="731"/>
                  </a:cubicBezTo>
                  <a:cubicBezTo>
                    <a:pt x="1845" y="671"/>
                    <a:pt x="1848" y="658"/>
                    <a:pt x="1853" y="647"/>
                  </a:cubicBezTo>
                  <a:cubicBezTo>
                    <a:pt x="1865" y="618"/>
                    <a:pt x="1870" y="618"/>
                    <a:pt x="1870" y="615"/>
                  </a:cubicBezTo>
                  <a:cubicBezTo>
                    <a:pt x="1884" y="588"/>
                    <a:pt x="1881" y="581"/>
                    <a:pt x="1886" y="581"/>
                  </a:cubicBezTo>
                  <a:cubicBezTo>
                    <a:pt x="1902" y="555"/>
                    <a:pt x="1903" y="553"/>
                    <a:pt x="1902" y="549"/>
                  </a:cubicBezTo>
                  <a:close/>
                  <a:moveTo>
                    <a:pt x="1897" y="530"/>
                  </a:moveTo>
                  <a:cubicBezTo>
                    <a:pt x="1900" y="530"/>
                    <a:pt x="1902" y="528"/>
                    <a:pt x="1902" y="525"/>
                  </a:cubicBezTo>
                  <a:cubicBezTo>
                    <a:pt x="1921" y="520"/>
                    <a:pt x="1910" y="520"/>
                    <a:pt x="1909" y="526"/>
                  </a:cubicBezTo>
                  <a:cubicBezTo>
                    <a:pt x="1880" y="565"/>
                    <a:pt x="1883" y="570"/>
                    <a:pt x="1880" y="571"/>
                  </a:cubicBezTo>
                  <a:cubicBezTo>
                    <a:pt x="1866" y="602"/>
                    <a:pt x="1857" y="609"/>
                    <a:pt x="1858" y="621"/>
                  </a:cubicBezTo>
                  <a:cubicBezTo>
                    <a:pt x="1825" y="682"/>
                    <a:pt x="1824" y="691"/>
                    <a:pt x="1818" y="697"/>
                  </a:cubicBezTo>
                  <a:cubicBezTo>
                    <a:pt x="1794" y="747"/>
                    <a:pt x="1794" y="753"/>
                    <a:pt x="1791" y="758"/>
                  </a:cubicBezTo>
                  <a:cubicBezTo>
                    <a:pt x="1780" y="779"/>
                    <a:pt x="1781" y="783"/>
                    <a:pt x="1778" y="784"/>
                  </a:cubicBezTo>
                  <a:cubicBezTo>
                    <a:pt x="1763" y="815"/>
                    <a:pt x="1763" y="820"/>
                    <a:pt x="1761" y="825"/>
                  </a:cubicBezTo>
                  <a:cubicBezTo>
                    <a:pt x="1742" y="853"/>
                    <a:pt x="1738" y="859"/>
                    <a:pt x="1730" y="862"/>
                  </a:cubicBezTo>
                  <a:cubicBezTo>
                    <a:pt x="1712" y="896"/>
                    <a:pt x="1713" y="894"/>
                    <a:pt x="1714" y="893"/>
                  </a:cubicBezTo>
                  <a:cubicBezTo>
                    <a:pt x="1733" y="846"/>
                    <a:pt x="1741" y="839"/>
                    <a:pt x="1745" y="830"/>
                  </a:cubicBezTo>
                  <a:cubicBezTo>
                    <a:pt x="1765" y="800"/>
                    <a:pt x="1765" y="788"/>
                    <a:pt x="1771" y="781"/>
                  </a:cubicBezTo>
                  <a:cubicBezTo>
                    <a:pt x="1785" y="750"/>
                    <a:pt x="1782" y="742"/>
                    <a:pt x="1786" y="739"/>
                  </a:cubicBezTo>
                  <a:cubicBezTo>
                    <a:pt x="1790" y="719"/>
                    <a:pt x="1799" y="720"/>
                    <a:pt x="1796" y="712"/>
                  </a:cubicBezTo>
                  <a:cubicBezTo>
                    <a:pt x="1816" y="669"/>
                    <a:pt x="1812" y="661"/>
                    <a:pt x="1818" y="660"/>
                  </a:cubicBezTo>
                  <a:cubicBezTo>
                    <a:pt x="1829" y="643"/>
                    <a:pt x="1826" y="635"/>
                    <a:pt x="1833" y="633"/>
                  </a:cubicBezTo>
                  <a:cubicBezTo>
                    <a:pt x="1843" y="612"/>
                    <a:pt x="1842" y="605"/>
                    <a:pt x="1845" y="599"/>
                  </a:cubicBezTo>
                  <a:cubicBezTo>
                    <a:pt x="1856" y="588"/>
                    <a:pt x="1855" y="583"/>
                    <a:pt x="1859" y="581"/>
                  </a:cubicBezTo>
                  <a:cubicBezTo>
                    <a:pt x="1885" y="546"/>
                    <a:pt x="1893" y="540"/>
                    <a:pt x="1897" y="530"/>
                  </a:cubicBezTo>
                  <a:close/>
                  <a:moveTo>
                    <a:pt x="1824" y="596"/>
                  </a:moveTo>
                  <a:cubicBezTo>
                    <a:pt x="1827" y="593"/>
                    <a:pt x="1832" y="591"/>
                    <a:pt x="1831" y="584"/>
                  </a:cubicBezTo>
                  <a:cubicBezTo>
                    <a:pt x="1861" y="547"/>
                    <a:pt x="1867" y="544"/>
                    <a:pt x="1869" y="540"/>
                  </a:cubicBezTo>
                  <a:cubicBezTo>
                    <a:pt x="1888" y="530"/>
                    <a:pt x="1879" y="535"/>
                    <a:pt x="1880" y="538"/>
                  </a:cubicBezTo>
                  <a:cubicBezTo>
                    <a:pt x="1870" y="552"/>
                    <a:pt x="1866" y="551"/>
                    <a:pt x="1867" y="553"/>
                  </a:cubicBezTo>
                  <a:cubicBezTo>
                    <a:pt x="1850" y="569"/>
                    <a:pt x="1854" y="575"/>
                    <a:pt x="1850" y="576"/>
                  </a:cubicBezTo>
                  <a:cubicBezTo>
                    <a:pt x="1822" y="623"/>
                    <a:pt x="1825" y="632"/>
                    <a:pt x="1818" y="633"/>
                  </a:cubicBezTo>
                  <a:cubicBezTo>
                    <a:pt x="1805" y="665"/>
                    <a:pt x="1801" y="669"/>
                    <a:pt x="1801" y="674"/>
                  </a:cubicBezTo>
                  <a:cubicBezTo>
                    <a:pt x="1786" y="713"/>
                    <a:pt x="1784" y="727"/>
                    <a:pt x="1776" y="736"/>
                  </a:cubicBezTo>
                  <a:cubicBezTo>
                    <a:pt x="1773" y="758"/>
                    <a:pt x="1767" y="757"/>
                    <a:pt x="1768" y="762"/>
                  </a:cubicBezTo>
                  <a:cubicBezTo>
                    <a:pt x="1745" y="811"/>
                    <a:pt x="1743" y="823"/>
                    <a:pt x="1736" y="832"/>
                  </a:cubicBezTo>
                  <a:cubicBezTo>
                    <a:pt x="1737" y="820"/>
                    <a:pt x="1738" y="815"/>
                    <a:pt x="1741" y="813"/>
                  </a:cubicBezTo>
                  <a:cubicBezTo>
                    <a:pt x="1751" y="780"/>
                    <a:pt x="1752" y="770"/>
                    <a:pt x="1754" y="762"/>
                  </a:cubicBezTo>
                  <a:cubicBezTo>
                    <a:pt x="1769" y="712"/>
                    <a:pt x="1770" y="705"/>
                    <a:pt x="1774" y="701"/>
                  </a:cubicBezTo>
                  <a:cubicBezTo>
                    <a:pt x="1782" y="677"/>
                    <a:pt x="1787" y="673"/>
                    <a:pt x="1791" y="669"/>
                  </a:cubicBezTo>
                  <a:cubicBezTo>
                    <a:pt x="1796" y="652"/>
                    <a:pt x="1795" y="650"/>
                    <a:pt x="1796" y="648"/>
                  </a:cubicBezTo>
                  <a:cubicBezTo>
                    <a:pt x="1802" y="634"/>
                    <a:pt x="1807" y="627"/>
                    <a:pt x="1811" y="619"/>
                  </a:cubicBezTo>
                  <a:close/>
                  <a:moveTo>
                    <a:pt x="1818" y="584"/>
                  </a:moveTo>
                  <a:cubicBezTo>
                    <a:pt x="1823" y="584"/>
                    <a:pt x="1819" y="591"/>
                    <a:pt x="1817" y="591"/>
                  </a:cubicBezTo>
                  <a:cubicBezTo>
                    <a:pt x="1813" y="593"/>
                    <a:pt x="1817" y="600"/>
                    <a:pt x="1809" y="599"/>
                  </a:cubicBezTo>
                  <a:cubicBezTo>
                    <a:pt x="1809" y="592"/>
                    <a:pt x="1818" y="591"/>
                    <a:pt x="1818" y="584"/>
                  </a:cubicBezTo>
                  <a:close/>
                  <a:moveTo>
                    <a:pt x="1372" y="654"/>
                  </a:moveTo>
                  <a:cubicBezTo>
                    <a:pt x="1369" y="651"/>
                    <a:pt x="1365" y="650"/>
                    <a:pt x="1362" y="649"/>
                  </a:cubicBezTo>
                  <a:cubicBezTo>
                    <a:pt x="1364" y="641"/>
                    <a:pt x="1368" y="652"/>
                    <a:pt x="1373" y="649"/>
                  </a:cubicBezTo>
                  <a:cubicBezTo>
                    <a:pt x="1376" y="652"/>
                    <a:pt x="1379" y="652"/>
                    <a:pt x="1383" y="654"/>
                  </a:cubicBezTo>
                  <a:cubicBezTo>
                    <a:pt x="1381" y="662"/>
                    <a:pt x="1377" y="650"/>
                    <a:pt x="1372" y="654"/>
                  </a:cubicBezTo>
                  <a:close/>
                  <a:moveTo>
                    <a:pt x="1400" y="662"/>
                  </a:moveTo>
                  <a:cubicBezTo>
                    <a:pt x="1395" y="661"/>
                    <a:pt x="1390" y="659"/>
                    <a:pt x="1386" y="658"/>
                  </a:cubicBezTo>
                  <a:cubicBezTo>
                    <a:pt x="1387" y="652"/>
                    <a:pt x="1393" y="662"/>
                    <a:pt x="1399" y="658"/>
                  </a:cubicBezTo>
                  <a:cubicBezTo>
                    <a:pt x="1402" y="661"/>
                    <a:pt x="1407" y="664"/>
                    <a:pt x="1413" y="664"/>
                  </a:cubicBezTo>
                  <a:cubicBezTo>
                    <a:pt x="1412" y="669"/>
                    <a:pt x="1402" y="664"/>
                    <a:pt x="1400" y="662"/>
                  </a:cubicBezTo>
                  <a:close/>
                  <a:moveTo>
                    <a:pt x="1440" y="675"/>
                  </a:moveTo>
                  <a:cubicBezTo>
                    <a:pt x="1434" y="672"/>
                    <a:pt x="1443" y="674"/>
                    <a:pt x="1446" y="674"/>
                  </a:cubicBezTo>
                  <a:cubicBezTo>
                    <a:pt x="1445" y="678"/>
                    <a:pt x="1442" y="675"/>
                    <a:pt x="1440" y="675"/>
                  </a:cubicBezTo>
                  <a:close/>
                  <a:moveTo>
                    <a:pt x="1398" y="704"/>
                  </a:moveTo>
                  <a:cubicBezTo>
                    <a:pt x="1398" y="699"/>
                    <a:pt x="1406" y="702"/>
                    <a:pt x="1407" y="703"/>
                  </a:cubicBezTo>
                  <a:cubicBezTo>
                    <a:pt x="1407" y="709"/>
                    <a:pt x="1402" y="701"/>
                    <a:pt x="1398" y="704"/>
                  </a:cubicBezTo>
                  <a:close/>
                  <a:moveTo>
                    <a:pt x="1433" y="709"/>
                  </a:moveTo>
                  <a:cubicBezTo>
                    <a:pt x="1426" y="706"/>
                    <a:pt x="1436" y="708"/>
                    <a:pt x="1439" y="708"/>
                  </a:cubicBezTo>
                  <a:cubicBezTo>
                    <a:pt x="1438" y="712"/>
                    <a:pt x="1435" y="709"/>
                    <a:pt x="1433" y="709"/>
                  </a:cubicBezTo>
                  <a:close/>
                  <a:moveTo>
                    <a:pt x="1135" y="916"/>
                  </a:moveTo>
                  <a:cubicBezTo>
                    <a:pt x="1134" y="916"/>
                    <a:pt x="1132" y="916"/>
                    <a:pt x="1131" y="916"/>
                  </a:cubicBezTo>
                  <a:cubicBezTo>
                    <a:pt x="1129" y="912"/>
                    <a:pt x="1133" y="912"/>
                    <a:pt x="1137" y="911"/>
                  </a:cubicBezTo>
                  <a:cubicBezTo>
                    <a:pt x="1137" y="913"/>
                    <a:pt x="1135" y="913"/>
                    <a:pt x="1135" y="916"/>
                  </a:cubicBezTo>
                  <a:close/>
                  <a:moveTo>
                    <a:pt x="1156" y="896"/>
                  </a:moveTo>
                  <a:cubicBezTo>
                    <a:pt x="1150" y="895"/>
                    <a:pt x="1160" y="891"/>
                    <a:pt x="1159" y="887"/>
                  </a:cubicBezTo>
                  <a:cubicBezTo>
                    <a:pt x="1162" y="887"/>
                    <a:pt x="1165" y="886"/>
                    <a:pt x="1165" y="884"/>
                  </a:cubicBezTo>
                  <a:cubicBezTo>
                    <a:pt x="1172" y="888"/>
                    <a:pt x="1156" y="891"/>
                    <a:pt x="1156" y="896"/>
                  </a:cubicBezTo>
                  <a:close/>
                  <a:moveTo>
                    <a:pt x="1242" y="819"/>
                  </a:moveTo>
                  <a:cubicBezTo>
                    <a:pt x="1244" y="815"/>
                    <a:pt x="1243" y="813"/>
                    <a:pt x="1240" y="810"/>
                  </a:cubicBezTo>
                  <a:cubicBezTo>
                    <a:pt x="1230" y="814"/>
                    <a:pt x="1224" y="810"/>
                    <a:pt x="1216" y="810"/>
                  </a:cubicBezTo>
                  <a:cubicBezTo>
                    <a:pt x="1208" y="811"/>
                    <a:pt x="1221" y="804"/>
                    <a:pt x="1220" y="809"/>
                  </a:cubicBezTo>
                  <a:cubicBezTo>
                    <a:pt x="1236" y="806"/>
                    <a:pt x="1246" y="812"/>
                    <a:pt x="1260" y="811"/>
                  </a:cubicBezTo>
                  <a:cubicBezTo>
                    <a:pt x="1258" y="816"/>
                    <a:pt x="1246" y="815"/>
                    <a:pt x="1242" y="819"/>
                  </a:cubicBezTo>
                  <a:close/>
                  <a:moveTo>
                    <a:pt x="1266" y="830"/>
                  </a:moveTo>
                  <a:cubicBezTo>
                    <a:pt x="1267" y="826"/>
                    <a:pt x="1271" y="823"/>
                    <a:pt x="1276" y="822"/>
                  </a:cubicBezTo>
                  <a:cubicBezTo>
                    <a:pt x="1275" y="826"/>
                    <a:pt x="1271" y="828"/>
                    <a:pt x="1266" y="830"/>
                  </a:cubicBezTo>
                  <a:close/>
                  <a:moveTo>
                    <a:pt x="1416" y="743"/>
                  </a:moveTo>
                  <a:cubicBezTo>
                    <a:pt x="1418" y="736"/>
                    <a:pt x="1425" y="744"/>
                    <a:pt x="1432" y="740"/>
                  </a:cubicBezTo>
                  <a:cubicBezTo>
                    <a:pt x="1431" y="749"/>
                    <a:pt x="1421" y="745"/>
                    <a:pt x="1416" y="743"/>
                  </a:cubicBezTo>
                  <a:close/>
                  <a:moveTo>
                    <a:pt x="1655" y="687"/>
                  </a:moveTo>
                  <a:cubicBezTo>
                    <a:pt x="1656" y="691"/>
                    <a:pt x="1654" y="693"/>
                    <a:pt x="1654" y="696"/>
                  </a:cubicBezTo>
                  <a:cubicBezTo>
                    <a:pt x="1650" y="699"/>
                    <a:pt x="1647" y="704"/>
                    <a:pt x="1645" y="709"/>
                  </a:cubicBezTo>
                  <a:cubicBezTo>
                    <a:pt x="1645" y="715"/>
                    <a:pt x="1640" y="718"/>
                    <a:pt x="1639" y="723"/>
                  </a:cubicBezTo>
                  <a:cubicBezTo>
                    <a:pt x="1636" y="727"/>
                    <a:pt x="1636" y="733"/>
                    <a:pt x="1633" y="737"/>
                  </a:cubicBezTo>
                  <a:cubicBezTo>
                    <a:pt x="1630" y="748"/>
                    <a:pt x="1623" y="755"/>
                    <a:pt x="1623" y="768"/>
                  </a:cubicBezTo>
                  <a:cubicBezTo>
                    <a:pt x="1616" y="776"/>
                    <a:pt x="1617" y="789"/>
                    <a:pt x="1610" y="797"/>
                  </a:cubicBezTo>
                  <a:cubicBezTo>
                    <a:pt x="1609" y="821"/>
                    <a:pt x="1604" y="841"/>
                    <a:pt x="1595" y="859"/>
                  </a:cubicBezTo>
                  <a:cubicBezTo>
                    <a:pt x="1596" y="871"/>
                    <a:pt x="1592" y="880"/>
                    <a:pt x="1592" y="891"/>
                  </a:cubicBezTo>
                  <a:cubicBezTo>
                    <a:pt x="1586" y="898"/>
                    <a:pt x="1588" y="910"/>
                    <a:pt x="1583" y="917"/>
                  </a:cubicBezTo>
                  <a:cubicBezTo>
                    <a:pt x="1583" y="928"/>
                    <a:pt x="1578" y="936"/>
                    <a:pt x="1577" y="947"/>
                  </a:cubicBezTo>
                  <a:cubicBezTo>
                    <a:pt x="1576" y="956"/>
                    <a:pt x="1570" y="963"/>
                    <a:pt x="1571" y="974"/>
                  </a:cubicBezTo>
                  <a:cubicBezTo>
                    <a:pt x="1562" y="968"/>
                    <a:pt x="1575" y="961"/>
                    <a:pt x="1569" y="950"/>
                  </a:cubicBezTo>
                  <a:cubicBezTo>
                    <a:pt x="1570" y="943"/>
                    <a:pt x="1571" y="934"/>
                    <a:pt x="1569" y="924"/>
                  </a:cubicBezTo>
                  <a:cubicBezTo>
                    <a:pt x="1572" y="920"/>
                    <a:pt x="1570" y="912"/>
                    <a:pt x="1572" y="908"/>
                  </a:cubicBezTo>
                  <a:cubicBezTo>
                    <a:pt x="1572" y="902"/>
                    <a:pt x="1574" y="897"/>
                    <a:pt x="1577" y="894"/>
                  </a:cubicBezTo>
                  <a:cubicBezTo>
                    <a:pt x="1575" y="882"/>
                    <a:pt x="1582" y="875"/>
                    <a:pt x="1580" y="862"/>
                  </a:cubicBezTo>
                  <a:cubicBezTo>
                    <a:pt x="1585" y="854"/>
                    <a:pt x="1584" y="841"/>
                    <a:pt x="1588" y="832"/>
                  </a:cubicBezTo>
                  <a:cubicBezTo>
                    <a:pt x="1591" y="823"/>
                    <a:pt x="1595" y="814"/>
                    <a:pt x="1596" y="804"/>
                  </a:cubicBezTo>
                  <a:cubicBezTo>
                    <a:pt x="1599" y="800"/>
                    <a:pt x="1599" y="794"/>
                    <a:pt x="1602" y="789"/>
                  </a:cubicBezTo>
                  <a:cubicBezTo>
                    <a:pt x="1603" y="787"/>
                    <a:pt x="1604" y="784"/>
                    <a:pt x="1603" y="780"/>
                  </a:cubicBezTo>
                  <a:cubicBezTo>
                    <a:pt x="1606" y="781"/>
                    <a:pt x="1606" y="778"/>
                    <a:pt x="1606" y="775"/>
                  </a:cubicBezTo>
                  <a:cubicBezTo>
                    <a:pt x="1611" y="767"/>
                    <a:pt x="1612" y="757"/>
                    <a:pt x="1619" y="751"/>
                  </a:cubicBezTo>
                  <a:cubicBezTo>
                    <a:pt x="1619" y="744"/>
                    <a:pt x="1623" y="742"/>
                    <a:pt x="1626" y="739"/>
                  </a:cubicBezTo>
                  <a:cubicBezTo>
                    <a:pt x="1625" y="735"/>
                    <a:pt x="1628" y="734"/>
                    <a:pt x="1627" y="730"/>
                  </a:cubicBezTo>
                  <a:cubicBezTo>
                    <a:pt x="1631" y="730"/>
                    <a:pt x="1630" y="727"/>
                    <a:pt x="1630" y="724"/>
                  </a:cubicBezTo>
                  <a:cubicBezTo>
                    <a:pt x="1636" y="723"/>
                    <a:pt x="1632" y="715"/>
                    <a:pt x="1637" y="712"/>
                  </a:cubicBezTo>
                  <a:cubicBezTo>
                    <a:pt x="1637" y="706"/>
                    <a:pt x="1642" y="705"/>
                    <a:pt x="1641" y="698"/>
                  </a:cubicBezTo>
                  <a:cubicBezTo>
                    <a:pt x="1648" y="694"/>
                    <a:pt x="1652" y="687"/>
                    <a:pt x="1656" y="680"/>
                  </a:cubicBezTo>
                  <a:cubicBezTo>
                    <a:pt x="1661" y="679"/>
                    <a:pt x="1657" y="687"/>
                    <a:pt x="1655" y="687"/>
                  </a:cubicBezTo>
                  <a:close/>
                  <a:moveTo>
                    <a:pt x="2606" y="35"/>
                  </a:moveTo>
                  <a:cubicBezTo>
                    <a:pt x="2599" y="41"/>
                    <a:pt x="2596" y="51"/>
                    <a:pt x="2588" y="56"/>
                  </a:cubicBezTo>
                  <a:cubicBezTo>
                    <a:pt x="2562" y="100"/>
                    <a:pt x="2557" y="112"/>
                    <a:pt x="2547" y="120"/>
                  </a:cubicBezTo>
                  <a:cubicBezTo>
                    <a:pt x="2515" y="157"/>
                    <a:pt x="2517" y="164"/>
                    <a:pt x="2512" y="163"/>
                  </a:cubicBezTo>
                  <a:cubicBezTo>
                    <a:pt x="2498" y="179"/>
                    <a:pt x="2493" y="184"/>
                    <a:pt x="2490" y="189"/>
                  </a:cubicBezTo>
                  <a:cubicBezTo>
                    <a:pt x="2471" y="199"/>
                    <a:pt x="2475" y="208"/>
                    <a:pt x="2469" y="207"/>
                  </a:cubicBezTo>
                  <a:cubicBezTo>
                    <a:pt x="2445" y="224"/>
                    <a:pt x="2450" y="235"/>
                    <a:pt x="2442" y="233"/>
                  </a:cubicBezTo>
                  <a:cubicBezTo>
                    <a:pt x="2418" y="259"/>
                    <a:pt x="2417" y="261"/>
                    <a:pt x="2416" y="261"/>
                  </a:cubicBezTo>
                  <a:cubicBezTo>
                    <a:pt x="2399" y="277"/>
                    <a:pt x="2396" y="284"/>
                    <a:pt x="2392" y="290"/>
                  </a:cubicBezTo>
                  <a:cubicBezTo>
                    <a:pt x="2384" y="304"/>
                    <a:pt x="2387" y="303"/>
                    <a:pt x="2388" y="301"/>
                  </a:cubicBezTo>
                  <a:cubicBezTo>
                    <a:pt x="2423" y="265"/>
                    <a:pt x="2425" y="260"/>
                    <a:pt x="2429" y="257"/>
                  </a:cubicBezTo>
                  <a:cubicBezTo>
                    <a:pt x="2444" y="240"/>
                    <a:pt x="2450" y="237"/>
                    <a:pt x="2453" y="233"/>
                  </a:cubicBezTo>
                  <a:cubicBezTo>
                    <a:pt x="2474" y="214"/>
                    <a:pt x="2481" y="207"/>
                    <a:pt x="2490" y="200"/>
                  </a:cubicBezTo>
                  <a:cubicBezTo>
                    <a:pt x="2538" y="145"/>
                    <a:pt x="2544" y="137"/>
                    <a:pt x="2551" y="131"/>
                  </a:cubicBezTo>
                  <a:cubicBezTo>
                    <a:pt x="2594" y="76"/>
                    <a:pt x="2597" y="66"/>
                    <a:pt x="2602" y="56"/>
                  </a:cubicBezTo>
                  <a:cubicBezTo>
                    <a:pt x="2614" y="35"/>
                    <a:pt x="2615" y="32"/>
                    <a:pt x="2617" y="30"/>
                  </a:cubicBezTo>
                  <a:cubicBezTo>
                    <a:pt x="2632" y="3"/>
                    <a:pt x="2632" y="1"/>
                    <a:pt x="2633" y="0"/>
                  </a:cubicBezTo>
                  <a:cubicBezTo>
                    <a:pt x="2619" y="13"/>
                    <a:pt x="2613" y="14"/>
                    <a:pt x="2612" y="19"/>
                  </a:cubicBezTo>
                  <a:close/>
                  <a:moveTo>
                    <a:pt x="2684" y="26"/>
                  </a:moveTo>
                  <a:cubicBezTo>
                    <a:pt x="2685" y="29"/>
                    <a:pt x="2687" y="30"/>
                    <a:pt x="2687" y="35"/>
                  </a:cubicBezTo>
                  <a:cubicBezTo>
                    <a:pt x="2698" y="65"/>
                    <a:pt x="2702" y="73"/>
                    <a:pt x="2706" y="80"/>
                  </a:cubicBezTo>
                  <a:cubicBezTo>
                    <a:pt x="2728" y="129"/>
                    <a:pt x="2728" y="136"/>
                    <a:pt x="2730" y="141"/>
                  </a:cubicBezTo>
                  <a:cubicBezTo>
                    <a:pt x="2753" y="174"/>
                    <a:pt x="2752" y="178"/>
                    <a:pt x="2754" y="179"/>
                  </a:cubicBezTo>
                  <a:cubicBezTo>
                    <a:pt x="2777" y="216"/>
                    <a:pt x="2779" y="226"/>
                    <a:pt x="2787" y="231"/>
                  </a:cubicBezTo>
                  <a:cubicBezTo>
                    <a:pt x="2810" y="267"/>
                    <a:pt x="2809" y="274"/>
                    <a:pt x="2813" y="277"/>
                  </a:cubicBezTo>
                  <a:cubicBezTo>
                    <a:pt x="2841" y="314"/>
                    <a:pt x="2834" y="311"/>
                    <a:pt x="2833" y="303"/>
                  </a:cubicBezTo>
                  <a:cubicBezTo>
                    <a:pt x="2810" y="258"/>
                    <a:pt x="2808" y="251"/>
                    <a:pt x="2802" y="246"/>
                  </a:cubicBezTo>
                  <a:cubicBezTo>
                    <a:pt x="2778" y="204"/>
                    <a:pt x="2773" y="199"/>
                    <a:pt x="2772" y="192"/>
                  </a:cubicBezTo>
                  <a:cubicBezTo>
                    <a:pt x="2764" y="178"/>
                    <a:pt x="2759" y="179"/>
                    <a:pt x="2759" y="174"/>
                  </a:cubicBezTo>
                  <a:cubicBezTo>
                    <a:pt x="2730" y="126"/>
                    <a:pt x="2729" y="108"/>
                    <a:pt x="2721" y="96"/>
                  </a:cubicBezTo>
                  <a:cubicBezTo>
                    <a:pt x="2698" y="41"/>
                    <a:pt x="2697" y="22"/>
                    <a:pt x="2689" y="11"/>
                  </a:cubicBezTo>
                  <a:cubicBezTo>
                    <a:pt x="2678" y="3"/>
                    <a:pt x="2678" y="6"/>
                    <a:pt x="2680" y="8"/>
                  </a:cubicBezTo>
                  <a:close/>
                  <a:moveTo>
                    <a:pt x="2336" y="19"/>
                  </a:moveTo>
                  <a:cubicBezTo>
                    <a:pt x="2346" y="21"/>
                    <a:pt x="2343" y="8"/>
                    <a:pt x="2351" y="6"/>
                  </a:cubicBezTo>
                  <a:cubicBezTo>
                    <a:pt x="2352" y="5"/>
                    <a:pt x="2354" y="2"/>
                    <a:pt x="2355" y="0"/>
                  </a:cubicBezTo>
                  <a:cubicBezTo>
                    <a:pt x="2349" y="0"/>
                    <a:pt x="2349" y="0"/>
                    <a:pt x="2349" y="0"/>
                  </a:cubicBezTo>
                  <a:cubicBezTo>
                    <a:pt x="2348" y="2"/>
                    <a:pt x="2347" y="3"/>
                    <a:pt x="2346" y="4"/>
                  </a:cubicBezTo>
                  <a:cubicBezTo>
                    <a:pt x="2344" y="5"/>
                    <a:pt x="2342" y="7"/>
                    <a:pt x="2342" y="11"/>
                  </a:cubicBezTo>
                  <a:cubicBezTo>
                    <a:pt x="2340" y="13"/>
                    <a:pt x="2338" y="15"/>
                    <a:pt x="2336" y="17"/>
                  </a:cubicBezTo>
                  <a:cubicBezTo>
                    <a:pt x="2332" y="17"/>
                    <a:pt x="2334" y="23"/>
                    <a:pt x="2331" y="24"/>
                  </a:cubicBezTo>
                  <a:cubicBezTo>
                    <a:pt x="2333" y="30"/>
                    <a:pt x="2327" y="28"/>
                    <a:pt x="2327" y="32"/>
                  </a:cubicBezTo>
                  <a:cubicBezTo>
                    <a:pt x="2334" y="32"/>
                    <a:pt x="2335" y="26"/>
                    <a:pt x="2336" y="19"/>
                  </a:cubicBezTo>
                  <a:close/>
                  <a:moveTo>
                    <a:pt x="2793" y="46"/>
                  </a:moveTo>
                  <a:cubicBezTo>
                    <a:pt x="2793" y="52"/>
                    <a:pt x="2795" y="57"/>
                    <a:pt x="2800" y="59"/>
                  </a:cubicBezTo>
                  <a:cubicBezTo>
                    <a:pt x="2798" y="68"/>
                    <a:pt x="2804" y="69"/>
                    <a:pt x="2804" y="76"/>
                  </a:cubicBezTo>
                  <a:cubicBezTo>
                    <a:pt x="2809" y="78"/>
                    <a:pt x="2806" y="87"/>
                    <a:pt x="2811" y="89"/>
                  </a:cubicBezTo>
                  <a:cubicBezTo>
                    <a:pt x="2812" y="94"/>
                    <a:pt x="2813" y="100"/>
                    <a:pt x="2815" y="104"/>
                  </a:cubicBezTo>
                  <a:cubicBezTo>
                    <a:pt x="2818" y="115"/>
                    <a:pt x="2822" y="123"/>
                    <a:pt x="2824" y="135"/>
                  </a:cubicBezTo>
                  <a:cubicBezTo>
                    <a:pt x="2827" y="138"/>
                    <a:pt x="2827" y="144"/>
                    <a:pt x="2828" y="150"/>
                  </a:cubicBezTo>
                  <a:cubicBezTo>
                    <a:pt x="2830" y="155"/>
                    <a:pt x="2833" y="159"/>
                    <a:pt x="2833" y="165"/>
                  </a:cubicBezTo>
                  <a:cubicBezTo>
                    <a:pt x="2835" y="170"/>
                    <a:pt x="2835" y="176"/>
                    <a:pt x="2837" y="181"/>
                  </a:cubicBezTo>
                  <a:cubicBezTo>
                    <a:pt x="2841" y="184"/>
                    <a:pt x="2836" y="197"/>
                    <a:pt x="2844" y="196"/>
                  </a:cubicBezTo>
                  <a:cubicBezTo>
                    <a:pt x="2842" y="176"/>
                    <a:pt x="2835" y="161"/>
                    <a:pt x="2833" y="141"/>
                  </a:cubicBezTo>
                  <a:cubicBezTo>
                    <a:pt x="2827" y="124"/>
                    <a:pt x="2822" y="107"/>
                    <a:pt x="2817" y="89"/>
                  </a:cubicBezTo>
                  <a:cubicBezTo>
                    <a:pt x="2818" y="84"/>
                    <a:pt x="2821" y="81"/>
                    <a:pt x="2820" y="74"/>
                  </a:cubicBezTo>
                  <a:cubicBezTo>
                    <a:pt x="2815" y="58"/>
                    <a:pt x="2811" y="43"/>
                    <a:pt x="2806" y="28"/>
                  </a:cubicBezTo>
                  <a:cubicBezTo>
                    <a:pt x="2804" y="25"/>
                    <a:pt x="2804" y="20"/>
                    <a:pt x="2802" y="17"/>
                  </a:cubicBezTo>
                  <a:cubicBezTo>
                    <a:pt x="2801" y="13"/>
                    <a:pt x="2801" y="8"/>
                    <a:pt x="2798" y="6"/>
                  </a:cubicBezTo>
                  <a:cubicBezTo>
                    <a:pt x="2798" y="4"/>
                    <a:pt x="2797" y="2"/>
                    <a:pt x="2797" y="0"/>
                  </a:cubicBezTo>
                  <a:cubicBezTo>
                    <a:pt x="2790" y="0"/>
                    <a:pt x="2790" y="0"/>
                    <a:pt x="2790" y="0"/>
                  </a:cubicBezTo>
                  <a:cubicBezTo>
                    <a:pt x="2791" y="4"/>
                    <a:pt x="2792" y="7"/>
                    <a:pt x="2793" y="11"/>
                  </a:cubicBezTo>
                  <a:cubicBezTo>
                    <a:pt x="2797" y="15"/>
                    <a:pt x="2798" y="22"/>
                    <a:pt x="2800" y="28"/>
                  </a:cubicBezTo>
                  <a:cubicBezTo>
                    <a:pt x="2803" y="32"/>
                    <a:pt x="2802" y="40"/>
                    <a:pt x="2806" y="43"/>
                  </a:cubicBezTo>
                  <a:cubicBezTo>
                    <a:pt x="2808" y="56"/>
                    <a:pt x="2814" y="65"/>
                    <a:pt x="2815" y="78"/>
                  </a:cubicBezTo>
                  <a:cubicBezTo>
                    <a:pt x="2806" y="70"/>
                    <a:pt x="2808" y="50"/>
                    <a:pt x="2798" y="43"/>
                  </a:cubicBezTo>
                  <a:cubicBezTo>
                    <a:pt x="2799" y="34"/>
                    <a:pt x="2792" y="32"/>
                    <a:pt x="2789" y="26"/>
                  </a:cubicBezTo>
                  <a:cubicBezTo>
                    <a:pt x="2787" y="20"/>
                    <a:pt x="2782" y="17"/>
                    <a:pt x="2780" y="11"/>
                  </a:cubicBezTo>
                  <a:cubicBezTo>
                    <a:pt x="2778" y="8"/>
                    <a:pt x="2776" y="4"/>
                    <a:pt x="2775" y="0"/>
                  </a:cubicBezTo>
                  <a:cubicBezTo>
                    <a:pt x="2765" y="0"/>
                    <a:pt x="2765" y="0"/>
                    <a:pt x="2765" y="0"/>
                  </a:cubicBezTo>
                  <a:cubicBezTo>
                    <a:pt x="2770" y="7"/>
                    <a:pt x="2773" y="15"/>
                    <a:pt x="2778" y="22"/>
                  </a:cubicBezTo>
                  <a:cubicBezTo>
                    <a:pt x="2783" y="30"/>
                    <a:pt x="2786" y="40"/>
                    <a:pt x="2793" y="46"/>
                  </a:cubicBezTo>
                  <a:close/>
                  <a:moveTo>
                    <a:pt x="2852" y="11"/>
                  </a:moveTo>
                  <a:cubicBezTo>
                    <a:pt x="2852" y="20"/>
                    <a:pt x="2857" y="25"/>
                    <a:pt x="2859" y="32"/>
                  </a:cubicBezTo>
                  <a:cubicBezTo>
                    <a:pt x="2857" y="39"/>
                    <a:pt x="2863" y="39"/>
                    <a:pt x="2861" y="46"/>
                  </a:cubicBezTo>
                  <a:cubicBezTo>
                    <a:pt x="2861" y="51"/>
                    <a:pt x="2862" y="56"/>
                    <a:pt x="2865" y="59"/>
                  </a:cubicBezTo>
                  <a:cubicBezTo>
                    <a:pt x="2867" y="43"/>
                    <a:pt x="2860" y="35"/>
                    <a:pt x="2859" y="22"/>
                  </a:cubicBezTo>
                  <a:cubicBezTo>
                    <a:pt x="2858" y="15"/>
                    <a:pt x="2856" y="10"/>
                    <a:pt x="2854" y="4"/>
                  </a:cubicBezTo>
                  <a:cubicBezTo>
                    <a:pt x="2855" y="2"/>
                    <a:pt x="2854" y="1"/>
                    <a:pt x="2854" y="0"/>
                  </a:cubicBezTo>
                  <a:cubicBezTo>
                    <a:pt x="2849" y="0"/>
                    <a:pt x="2849" y="0"/>
                    <a:pt x="2849" y="0"/>
                  </a:cubicBezTo>
                  <a:cubicBezTo>
                    <a:pt x="2851" y="3"/>
                    <a:pt x="2848" y="10"/>
                    <a:pt x="2852" y="11"/>
                  </a:cubicBezTo>
                  <a:close/>
                  <a:moveTo>
                    <a:pt x="2386" y="46"/>
                  </a:moveTo>
                  <a:cubicBezTo>
                    <a:pt x="2379" y="43"/>
                    <a:pt x="2380" y="49"/>
                    <a:pt x="2377" y="50"/>
                  </a:cubicBezTo>
                  <a:cubicBezTo>
                    <a:pt x="2377" y="53"/>
                    <a:pt x="2370" y="58"/>
                    <a:pt x="2375" y="59"/>
                  </a:cubicBezTo>
                  <a:cubicBezTo>
                    <a:pt x="2383" y="52"/>
                    <a:pt x="2389" y="44"/>
                    <a:pt x="2399" y="39"/>
                  </a:cubicBezTo>
                  <a:cubicBezTo>
                    <a:pt x="2399" y="32"/>
                    <a:pt x="2410" y="36"/>
                    <a:pt x="2410" y="28"/>
                  </a:cubicBezTo>
                  <a:cubicBezTo>
                    <a:pt x="2413" y="28"/>
                    <a:pt x="2413" y="24"/>
                    <a:pt x="2416" y="24"/>
                  </a:cubicBezTo>
                  <a:cubicBezTo>
                    <a:pt x="2420" y="23"/>
                    <a:pt x="2418" y="16"/>
                    <a:pt x="2423" y="17"/>
                  </a:cubicBezTo>
                  <a:cubicBezTo>
                    <a:pt x="2429" y="16"/>
                    <a:pt x="2428" y="8"/>
                    <a:pt x="2436" y="8"/>
                  </a:cubicBezTo>
                  <a:cubicBezTo>
                    <a:pt x="2436" y="5"/>
                    <a:pt x="2438" y="2"/>
                    <a:pt x="2440" y="0"/>
                  </a:cubicBezTo>
                  <a:cubicBezTo>
                    <a:pt x="2432" y="0"/>
                    <a:pt x="2432" y="0"/>
                    <a:pt x="2432" y="0"/>
                  </a:cubicBezTo>
                  <a:cubicBezTo>
                    <a:pt x="2430" y="2"/>
                    <a:pt x="2428" y="3"/>
                    <a:pt x="2427" y="6"/>
                  </a:cubicBezTo>
                  <a:cubicBezTo>
                    <a:pt x="2422" y="10"/>
                    <a:pt x="2417" y="14"/>
                    <a:pt x="2414" y="19"/>
                  </a:cubicBezTo>
                  <a:cubicBezTo>
                    <a:pt x="2406" y="21"/>
                    <a:pt x="2406" y="30"/>
                    <a:pt x="2399" y="32"/>
                  </a:cubicBezTo>
                  <a:cubicBezTo>
                    <a:pt x="2393" y="31"/>
                    <a:pt x="2395" y="37"/>
                    <a:pt x="2392" y="39"/>
                  </a:cubicBezTo>
                  <a:cubicBezTo>
                    <a:pt x="2387" y="39"/>
                    <a:pt x="2385" y="41"/>
                    <a:pt x="2386" y="46"/>
                  </a:cubicBezTo>
                  <a:close/>
                  <a:moveTo>
                    <a:pt x="2569" y="59"/>
                  </a:moveTo>
                  <a:cubicBezTo>
                    <a:pt x="2566" y="59"/>
                    <a:pt x="2566" y="62"/>
                    <a:pt x="2567" y="65"/>
                  </a:cubicBezTo>
                  <a:cubicBezTo>
                    <a:pt x="2549" y="87"/>
                    <a:pt x="2548" y="92"/>
                    <a:pt x="2543" y="93"/>
                  </a:cubicBezTo>
                  <a:cubicBezTo>
                    <a:pt x="2513" y="133"/>
                    <a:pt x="2508" y="135"/>
                    <a:pt x="2508" y="141"/>
                  </a:cubicBezTo>
                  <a:cubicBezTo>
                    <a:pt x="2473" y="177"/>
                    <a:pt x="2469" y="180"/>
                    <a:pt x="2466" y="185"/>
                  </a:cubicBezTo>
                  <a:cubicBezTo>
                    <a:pt x="2441" y="207"/>
                    <a:pt x="2443" y="212"/>
                    <a:pt x="2438" y="211"/>
                  </a:cubicBezTo>
                  <a:cubicBezTo>
                    <a:pt x="2407" y="240"/>
                    <a:pt x="2405" y="242"/>
                    <a:pt x="2405" y="246"/>
                  </a:cubicBezTo>
                  <a:cubicBezTo>
                    <a:pt x="2379" y="268"/>
                    <a:pt x="2378" y="282"/>
                    <a:pt x="2366" y="285"/>
                  </a:cubicBezTo>
                  <a:cubicBezTo>
                    <a:pt x="2344" y="325"/>
                    <a:pt x="2345" y="329"/>
                    <a:pt x="2342" y="329"/>
                  </a:cubicBezTo>
                  <a:cubicBezTo>
                    <a:pt x="2361" y="305"/>
                    <a:pt x="2369" y="301"/>
                    <a:pt x="2370" y="290"/>
                  </a:cubicBezTo>
                  <a:cubicBezTo>
                    <a:pt x="2392" y="267"/>
                    <a:pt x="2393" y="265"/>
                    <a:pt x="2397" y="266"/>
                  </a:cubicBezTo>
                  <a:cubicBezTo>
                    <a:pt x="2413" y="243"/>
                    <a:pt x="2418" y="242"/>
                    <a:pt x="2423" y="240"/>
                  </a:cubicBezTo>
                  <a:cubicBezTo>
                    <a:pt x="2446" y="214"/>
                    <a:pt x="2452" y="213"/>
                    <a:pt x="2455" y="209"/>
                  </a:cubicBezTo>
                  <a:cubicBezTo>
                    <a:pt x="2475" y="187"/>
                    <a:pt x="2477" y="185"/>
                    <a:pt x="2479" y="183"/>
                  </a:cubicBezTo>
                  <a:cubicBezTo>
                    <a:pt x="2492" y="165"/>
                    <a:pt x="2498" y="167"/>
                    <a:pt x="2497" y="161"/>
                  </a:cubicBezTo>
                  <a:cubicBezTo>
                    <a:pt x="2517" y="136"/>
                    <a:pt x="2528" y="137"/>
                    <a:pt x="2527" y="128"/>
                  </a:cubicBezTo>
                  <a:cubicBezTo>
                    <a:pt x="2563" y="79"/>
                    <a:pt x="2568" y="75"/>
                    <a:pt x="2573" y="72"/>
                  </a:cubicBezTo>
                  <a:cubicBezTo>
                    <a:pt x="2585" y="53"/>
                    <a:pt x="2586" y="50"/>
                    <a:pt x="2586" y="46"/>
                  </a:cubicBezTo>
                  <a:cubicBezTo>
                    <a:pt x="2615" y="7"/>
                    <a:pt x="2616" y="4"/>
                    <a:pt x="2617" y="0"/>
                  </a:cubicBezTo>
                  <a:cubicBezTo>
                    <a:pt x="2600" y="13"/>
                    <a:pt x="2595" y="15"/>
                    <a:pt x="2595" y="22"/>
                  </a:cubicBezTo>
                  <a:cubicBezTo>
                    <a:pt x="2579" y="41"/>
                    <a:pt x="2576" y="52"/>
                    <a:pt x="2569" y="59"/>
                  </a:cubicBezTo>
                  <a:close/>
                  <a:moveTo>
                    <a:pt x="2351" y="28"/>
                  </a:moveTo>
                  <a:cubicBezTo>
                    <a:pt x="2351" y="32"/>
                    <a:pt x="2348" y="32"/>
                    <a:pt x="2346" y="35"/>
                  </a:cubicBezTo>
                  <a:cubicBezTo>
                    <a:pt x="2343" y="38"/>
                    <a:pt x="2340" y="42"/>
                    <a:pt x="2338" y="46"/>
                  </a:cubicBezTo>
                  <a:cubicBezTo>
                    <a:pt x="2333" y="44"/>
                    <a:pt x="2331" y="57"/>
                    <a:pt x="2336" y="59"/>
                  </a:cubicBezTo>
                  <a:cubicBezTo>
                    <a:pt x="2341" y="44"/>
                    <a:pt x="2352" y="36"/>
                    <a:pt x="2362" y="26"/>
                  </a:cubicBezTo>
                  <a:cubicBezTo>
                    <a:pt x="2366" y="20"/>
                    <a:pt x="2371" y="15"/>
                    <a:pt x="2377" y="11"/>
                  </a:cubicBezTo>
                  <a:cubicBezTo>
                    <a:pt x="2379" y="8"/>
                    <a:pt x="2383" y="6"/>
                    <a:pt x="2383" y="2"/>
                  </a:cubicBezTo>
                  <a:cubicBezTo>
                    <a:pt x="2385" y="1"/>
                    <a:pt x="2387" y="2"/>
                    <a:pt x="2388" y="0"/>
                  </a:cubicBezTo>
                  <a:cubicBezTo>
                    <a:pt x="2380" y="0"/>
                    <a:pt x="2380" y="0"/>
                    <a:pt x="2380" y="0"/>
                  </a:cubicBezTo>
                  <a:cubicBezTo>
                    <a:pt x="2378" y="2"/>
                    <a:pt x="2375" y="3"/>
                    <a:pt x="2375" y="6"/>
                  </a:cubicBezTo>
                  <a:cubicBezTo>
                    <a:pt x="2369" y="7"/>
                    <a:pt x="2367" y="12"/>
                    <a:pt x="2364" y="15"/>
                  </a:cubicBezTo>
                  <a:cubicBezTo>
                    <a:pt x="2363" y="20"/>
                    <a:pt x="2356" y="19"/>
                    <a:pt x="2357" y="26"/>
                  </a:cubicBezTo>
                  <a:cubicBezTo>
                    <a:pt x="2354" y="26"/>
                    <a:pt x="2353" y="27"/>
                    <a:pt x="2351" y="28"/>
                  </a:cubicBezTo>
                  <a:close/>
                  <a:moveTo>
                    <a:pt x="2438" y="72"/>
                  </a:moveTo>
                  <a:cubicBezTo>
                    <a:pt x="2435" y="76"/>
                    <a:pt x="2432" y="80"/>
                    <a:pt x="2427" y="83"/>
                  </a:cubicBezTo>
                  <a:cubicBezTo>
                    <a:pt x="2425" y="89"/>
                    <a:pt x="2420" y="91"/>
                    <a:pt x="2416" y="96"/>
                  </a:cubicBezTo>
                  <a:cubicBezTo>
                    <a:pt x="2413" y="100"/>
                    <a:pt x="2407" y="101"/>
                    <a:pt x="2405" y="107"/>
                  </a:cubicBezTo>
                  <a:cubicBezTo>
                    <a:pt x="2403" y="112"/>
                    <a:pt x="2397" y="114"/>
                    <a:pt x="2394" y="120"/>
                  </a:cubicBezTo>
                  <a:cubicBezTo>
                    <a:pt x="2388" y="128"/>
                    <a:pt x="2381" y="137"/>
                    <a:pt x="2377" y="148"/>
                  </a:cubicBezTo>
                  <a:cubicBezTo>
                    <a:pt x="2372" y="151"/>
                    <a:pt x="2371" y="158"/>
                    <a:pt x="2368" y="163"/>
                  </a:cubicBezTo>
                  <a:cubicBezTo>
                    <a:pt x="2365" y="163"/>
                    <a:pt x="2367" y="169"/>
                    <a:pt x="2364" y="170"/>
                  </a:cubicBezTo>
                  <a:cubicBezTo>
                    <a:pt x="2362" y="172"/>
                    <a:pt x="2361" y="176"/>
                    <a:pt x="2362" y="181"/>
                  </a:cubicBezTo>
                  <a:cubicBezTo>
                    <a:pt x="2366" y="181"/>
                    <a:pt x="2367" y="179"/>
                    <a:pt x="2366" y="174"/>
                  </a:cubicBezTo>
                  <a:cubicBezTo>
                    <a:pt x="2369" y="173"/>
                    <a:pt x="2370" y="171"/>
                    <a:pt x="2370" y="168"/>
                  </a:cubicBezTo>
                  <a:cubicBezTo>
                    <a:pt x="2377" y="166"/>
                    <a:pt x="2375" y="156"/>
                    <a:pt x="2381" y="155"/>
                  </a:cubicBezTo>
                  <a:cubicBezTo>
                    <a:pt x="2385" y="142"/>
                    <a:pt x="2395" y="136"/>
                    <a:pt x="2399" y="124"/>
                  </a:cubicBezTo>
                  <a:cubicBezTo>
                    <a:pt x="2408" y="118"/>
                    <a:pt x="2413" y="108"/>
                    <a:pt x="2423" y="102"/>
                  </a:cubicBezTo>
                  <a:cubicBezTo>
                    <a:pt x="2424" y="96"/>
                    <a:pt x="2429" y="94"/>
                    <a:pt x="2434" y="91"/>
                  </a:cubicBezTo>
                  <a:cubicBezTo>
                    <a:pt x="2434" y="84"/>
                    <a:pt x="2443" y="85"/>
                    <a:pt x="2445" y="78"/>
                  </a:cubicBezTo>
                  <a:cubicBezTo>
                    <a:pt x="2449" y="76"/>
                    <a:pt x="2453" y="72"/>
                    <a:pt x="2455" y="67"/>
                  </a:cubicBezTo>
                  <a:cubicBezTo>
                    <a:pt x="2456" y="64"/>
                    <a:pt x="2460" y="65"/>
                    <a:pt x="2462" y="63"/>
                  </a:cubicBezTo>
                  <a:cubicBezTo>
                    <a:pt x="2459" y="56"/>
                    <a:pt x="2469" y="61"/>
                    <a:pt x="2466" y="54"/>
                  </a:cubicBezTo>
                  <a:cubicBezTo>
                    <a:pt x="2472" y="53"/>
                    <a:pt x="2475" y="48"/>
                    <a:pt x="2479" y="46"/>
                  </a:cubicBezTo>
                  <a:cubicBezTo>
                    <a:pt x="2479" y="37"/>
                    <a:pt x="2489" y="39"/>
                    <a:pt x="2490" y="32"/>
                  </a:cubicBezTo>
                  <a:cubicBezTo>
                    <a:pt x="2500" y="20"/>
                    <a:pt x="2512" y="11"/>
                    <a:pt x="2523" y="0"/>
                  </a:cubicBezTo>
                  <a:cubicBezTo>
                    <a:pt x="2509" y="0"/>
                    <a:pt x="2509" y="0"/>
                    <a:pt x="2509" y="0"/>
                  </a:cubicBezTo>
                  <a:cubicBezTo>
                    <a:pt x="2508" y="1"/>
                    <a:pt x="2507" y="2"/>
                    <a:pt x="2506" y="2"/>
                  </a:cubicBezTo>
                  <a:cubicBezTo>
                    <a:pt x="2506" y="6"/>
                    <a:pt x="2504" y="8"/>
                    <a:pt x="2501" y="8"/>
                  </a:cubicBezTo>
                  <a:cubicBezTo>
                    <a:pt x="2498" y="9"/>
                    <a:pt x="2500" y="14"/>
                    <a:pt x="2495" y="13"/>
                  </a:cubicBezTo>
                  <a:cubicBezTo>
                    <a:pt x="2494" y="16"/>
                    <a:pt x="2491" y="16"/>
                    <a:pt x="2490" y="19"/>
                  </a:cubicBezTo>
                  <a:cubicBezTo>
                    <a:pt x="2490" y="23"/>
                    <a:pt x="2483" y="21"/>
                    <a:pt x="2484" y="26"/>
                  </a:cubicBezTo>
                  <a:cubicBezTo>
                    <a:pt x="2468" y="41"/>
                    <a:pt x="2454" y="57"/>
                    <a:pt x="2438" y="72"/>
                  </a:cubicBezTo>
                  <a:close/>
                  <a:moveTo>
                    <a:pt x="2508" y="35"/>
                  </a:moveTo>
                  <a:cubicBezTo>
                    <a:pt x="2506" y="40"/>
                    <a:pt x="2501" y="40"/>
                    <a:pt x="2499" y="46"/>
                  </a:cubicBezTo>
                  <a:cubicBezTo>
                    <a:pt x="2484" y="62"/>
                    <a:pt x="2478" y="60"/>
                    <a:pt x="2479" y="65"/>
                  </a:cubicBezTo>
                  <a:cubicBezTo>
                    <a:pt x="2463" y="80"/>
                    <a:pt x="2459" y="80"/>
                    <a:pt x="2458" y="83"/>
                  </a:cubicBezTo>
                  <a:cubicBezTo>
                    <a:pt x="2444" y="102"/>
                    <a:pt x="2434" y="106"/>
                    <a:pt x="2427" y="113"/>
                  </a:cubicBezTo>
                  <a:cubicBezTo>
                    <a:pt x="2414" y="132"/>
                    <a:pt x="2408" y="130"/>
                    <a:pt x="2410" y="135"/>
                  </a:cubicBezTo>
                  <a:cubicBezTo>
                    <a:pt x="2383" y="161"/>
                    <a:pt x="2382" y="173"/>
                    <a:pt x="2375" y="179"/>
                  </a:cubicBezTo>
                  <a:cubicBezTo>
                    <a:pt x="2355" y="218"/>
                    <a:pt x="2355" y="224"/>
                    <a:pt x="2351" y="224"/>
                  </a:cubicBezTo>
                  <a:cubicBezTo>
                    <a:pt x="2344" y="254"/>
                    <a:pt x="2335" y="259"/>
                    <a:pt x="2342" y="261"/>
                  </a:cubicBezTo>
                  <a:cubicBezTo>
                    <a:pt x="2366" y="200"/>
                    <a:pt x="2372" y="200"/>
                    <a:pt x="2373" y="196"/>
                  </a:cubicBezTo>
                  <a:cubicBezTo>
                    <a:pt x="2395" y="169"/>
                    <a:pt x="2391" y="160"/>
                    <a:pt x="2397" y="161"/>
                  </a:cubicBezTo>
                  <a:cubicBezTo>
                    <a:pt x="2420" y="141"/>
                    <a:pt x="2418" y="135"/>
                    <a:pt x="2421" y="133"/>
                  </a:cubicBezTo>
                  <a:cubicBezTo>
                    <a:pt x="2456" y="96"/>
                    <a:pt x="2463" y="93"/>
                    <a:pt x="2466" y="87"/>
                  </a:cubicBezTo>
                  <a:cubicBezTo>
                    <a:pt x="2495" y="64"/>
                    <a:pt x="2495" y="59"/>
                    <a:pt x="2499" y="59"/>
                  </a:cubicBezTo>
                  <a:cubicBezTo>
                    <a:pt x="2518" y="37"/>
                    <a:pt x="2524" y="32"/>
                    <a:pt x="2530" y="28"/>
                  </a:cubicBezTo>
                  <a:cubicBezTo>
                    <a:pt x="2545" y="8"/>
                    <a:pt x="2549" y="7"/>
                    <a:pt x="2551" y="4"/>
                  </a:cubicBezTo>
                  <a:cubicBezTo>
                    <a:pt x="2541" y="2"/>
                    <a:pt x="2540" y="3"/>
                    <a:pt x="2538" y="4"/>
                  </a:cubicBezTo>
                  <a:close/>
                  <a:moveTo>
                    <a:pt x="3098" y="2129"/>
                  </a:moveTo>
                  <a:cubicBezTo>
                    <a:pt x="3093" y="2124"/>
                    <a:pt x="3098" y="2119"/>
                    <a:pt x="3093" y="2113"/>
                  </a:cubicBezTo>
                  <a:cubicBezTo>
                    <a:pt x="3086" y="2064"/>
                    <a:pt x="3077" y="2058"/>
                    <a:pt x="3079" y="2054"/>
                  </a:cubicBezTo>
                  <a:cubicBezTo>
                    <a:pt x="3040" y="1980"/>
                    <a:pt x="3047" y="1984"/>
                    <a:pt x="3048" y="1988"/>
                  </a:cubicBezTo>
                  <a:cubicBezTo>
                    <a:pt x="3064" y="2024"/>
                    <a:pt x="3062" y="2030"/>
                    <a:pt x="3069" y="2036"/>
                  </a:cubicBezTo>
                  <a:cubicBezTo>
                    <a:pt x="3073" y="2062"/>
                    <a:pt x="3074" y="2065"/>
                    <a:pt x="3078" y="2069"/>
                  </a:cubicBezTo>
                  <a:cubicBezTo>
                    <a:pt x="3075" y="2066"/>
                    <a:pt x="3067" y="2062"/>
                    <a:pt x="3071" y="2058"/>
                  </a:cubicBezTo>
                  <a:cubicBezTo>
                    <a:pt x="3019" y="1980"/>
                    <a:pt x="3021" y="1968"/>
                    <a:pt x="3011" y="1974"/>
                  </a:cubicBezTo>
                  <a:cubicBezTo>
                    <a:pt x="3035" y="2011"/>
                    <a:pt x="3044" y="2015"/>
                    <a:pt x="3046" y="2019"/>
                  </a:cubicBezTo>
                  <a:cubicBezTo>
                    <a:pt x="3060" y="2063"/>
                    <a:pt x="3065" y="2068"/>
                    <a:pt x="3067" y="2073"/>
                  </a:cubicBezTo>
                  <a:cubicBezTo>
                    <a:pt x="3073" y="2103"/>
                    <a:pt x="3074" y="2105"/>
                    <a:pt x="3071" y="2107"/>
                  </a:cubicBezTo>
                  <a:cubicBezTo>
                    <a:pt x="3078" y="2130"/>
                    <a:pt x="3077" y="2132"/>
                    <a:pt x="3077" y="2134"/>
                  </a:cubicBezTo>
                  <a:cubicBezTo>
                    <a:pt x="3065" y="2103"/>
                    <a:pt x="3062" y="2098"/>
                    <a:pt x="3061" y="2093"/>
                  </a:cubicBezTo>
                  <a:cubicBezTo>
                    <a:pt x="3054" y="2074"/>
                    <a:pt x="3050" y="2071"/>
                    <a:pt x="3051" y="2069"/>
                  </a:cubicBezTo>
                  <a:cubicBezTo>
                    <a:pt x="2992" y="2001"/>
                    <a:pt x="2987" y="1997"/>
                    <a:pt x="2983" y="1990"/>
                  </a:cubicBezTo>
                  <a:cubicBezTo>
                    <a:pt x="3043" y="2076"/>
                    <a:pt x="3050" y="2086"/>
                    <a:pt x="3056" y="2097"/>
                  </a:cubicBezTo>
                  <a:cubicBezTo>
                    <a:pt x="3062" y="2124"/>
                    <a:pt x="3060" y="2124"/>
                    <a:pt x="3060" y="2125"/>
                  </a:cubicBezTo>
                  <a:cubicBezTo>
                    <a:pt x="3064" y="2144"/>
                    <a:pt x="3068" y="2146"/>
                    <a:pt x="3068" y="2147"/>
                  </a:cubicBezTo>
                  <a:cubicBezTo>
                    <a:pt x="3078" y="2160"/>
                    <a:pt x="3078" y="2160"/>
                    <a:pt x="3078" y="2160"/>
                  </a:cubicBezTo>
                  <a:cubicBezTo>
                    <a:pt x="3079" y="2148"/>
                    <a:pt x="3079" y="2154"/>
                    <a:pt x="3079" y="2160"/>
                  </a:cubicBezTo>
                  <a:cubicBezTo>
                    <a:pt x="3087" y="2158"/>
                    <a:pt x="3088" y="2155"/>
                    <a:pt x="3088" y="2153"/>
                  </a:cubicBezTo>
                  <a:cubicBezTo>
                    <a:pt x="3082" y="2102"/>
                    <a:pt x="3079" y="2093"/>
                    <a:pt x="3077" y="2085"/>
                  </a:cubicBezTo>
                  <a:cubicBezTo>
                    <a:pt x="3087" y="2106"/>
                    <a:pt x="3084" y="2112"/>
                    <a:pt x="3088" y="2118"/>
                  </a:cubicBezTo>
                  <a:cubicBezTo>
                    <a:pt x="3091" y="2155"/>
                    <a:pt x="3092" y="2158"/>
                    <a:pt x="3093" y="2160"/>
                  </a:cubicBezTo>
                  <a:cubicBezTo>
                    <a:pt x="3101" y="2149"/>
                    <a:pt x="3096" y="2139"/>
                    <a:pt x="3098" y="2129"/>
                  </a:cubicBezTo>
                  <a:close/>
                  <a:moveTo>
                    <a:pt x="2730" y="4"/>
                  </a:moveTo>
                  <a:cubicBezTo>
                    <a:pt x="2730" y="10"/>
                    <a:pt x="2731" y="13"/>
                    <a:pt x="2735" y="15"/>
                  </a:cubicBezTo>
                  <a:cubicBezTo>
                    <a:pt x="2759" y="58"/>
                    <a:pt x="2759" y="68"/>
                    <a:pt x="2765" y="72"/>
                  </a:cubicBezTo>
                  <a:cubicBezTo>
                    <a:pt x="2788" y="115"/>
                    <a:pt x="2789" y="123"/>
                    <a:pt x="2793" y="128"/>
                  </a:cubicBezTo>
                  <a:cubicBezTo>
                    <a:pt x="2807" y="153"/>
                    <a:pt x="2810" y="159"/>
                    <a:pt x="2815" y="163"/>
                  </a:cubicBezTo>
                  <a:cubicBezTo>
                    <a:pt x="2837" y="203"/>
                    <a:pt x="2835" y="211"/>
                    <a:pt x="2839" y="211"/>
                  </a:cubicBezTo>
                  <a:cubicBezTo>
                    <a:pt x="2837" y="204"/>
                    <a:pt x="2837" y="199"/>
                    <a:pt x="2837" y="194"/>
                  </a:cubicBezTo>
                  <a:cubicBezTo>
                    <a:pt x="2804" y="142"/>
                    <a:pt x="2807" y="132"/>
                    <a:pt x="2802" y="131"/>
                  </a:cubicBezTo>
                  <a:cubicBezTo>
                    <a:pt x="2780" y="92"/>
                    <a:pt x="2781" y="90"/>
                    <a:pt x="2780" y="89"/>
                  </a:cubicBezTo>
                  <a:cubicBezTo>
                    <a:pt x="2772" y="61"/>
                    <a:pt x="2764" y="63"/>
                    <a:pt x="2765" y="56"/>
                  </a:cubicBezTo>
                  <a:cubicBezTo>
                    <a:pt x="2742" y="16"/>
                    <a:pt x="2749" y="13"/>
                    <a:pt x="2741" y="13"/>
                  </a:cubicBezTo>
                  <a:cubicBezTo>
                    <a:pt x="2727" y="2"/>
                    <a:pt x="2728" y="4"/>
                    <a:pt x="2730" y="4"/>
                  </a:cubicBezTo>
                  <a:close/>
                  <a:moveTo>
                    <a:pt x="2729" y="2032"/>
                  </a:moveTo>
                  <a:cubicBezTo>
                    <a:pt x="2713" y="2020"/>
                    <a:pt x="2697" y="2002"/>
                    <a:pt x="2681" y="1987"/>
                  </a:cubicBezTo>
                  <a:cubicBezTo>
                    <a:pt x="2676" y="1986"/>
                    <a:pt x="2671" y="1980"/>
                    <a:pt x="2665" y="1978"/>
                  </a:cubicBezTo>
                  <a:cubicBezTo>
                    <a:pt x="2660" y="1970"/>
                    <a:pt x="2655" y="1972"/>
                    <a:pt x="2650" y="1965"/>
                  </a:cubicBezTo>
                  <a:cubicBezTo>
                    <a:pt x="2648" y="1962"/>
                    <a:pt x="2645" y="1963"/>
                    <a:pt x="2643" y="1960"/>
                  </a:cubicBezTo>
                  <a:cubicBezTo>
                    <a:pt x="2642" y="1961"/>
                    <a:pt x="2634" y="1956"/>
                    <a:pt x="2637" y="1962"/>
                  </a:cubicBezTo>
                  <a:cubicBezTo>
                    <a:pt x="2645" y="1963"/>
                    <a:pt x="2653" y="1974"/>
                    <a:pt x="2662" y="1978"/>
                  </a:cubicBezTo>
                  <a:cubicBezTo>
                    <a:pt x="2672" y="1992"/>
                    <a:pt x="2683" y="1992"/>
                    <a:pt x="2693" y="2006"/>
                  </a:cubicBezTo>
                  <a:cubicBezTo>
                    <a:pt x="2696" y="2004"/>
                    <a:pt x="2694" y="2010"/>
                    <a:pt x="2697" y="2008"/>
                  </a:cubicBezTo>
                  <a:cubicBezTo>
                    <a:pt x="2699" y="2011"/>
                    <a:pt x="2702" y="2014"/>
                    <a:pt x="2704" y="2016"/>
                  </a:cubicBezTo>
                  <a:cubicBezTo>
                    <a:pt x="2709" y="2024"/>
                    <a:pt x="2715" y="2026"/>
                    <a:pt x="2720" y="2031"/>
                  </a:cubicBezTo>
                  <a:cubicBezTo>
                    <a:pt x="2743" y="2058"/>
                    <a:pt x="2766" y="2084"/>
                    <a:pt x="2789" y="2110"/>
                  </a:cubicBezTo>
                  <a:cubicBezTo>
                    <a:pt x="2794" y="2119"/>
                    <a:pt x="2805" y="2136"/>
                    <a:pt x="2811" y="2146"/>
                  </a:cubicBezTo>
                  <a:cubicBezTo>
                    <a:pt x="2815" y="2150"/>
                    <a:pt x="2819" y="2155"/>
                    <a:pt x="2822" y="2160"/>
                  </a:cubicBezTo>
                  <a:cubicBezTo>
                    <a:pt x="2833" y="2160"/>
                    <a:pt x="2833" y="2160"/>
                    <a:pt x="2833" y="2160"/>
                  </a:cubicBezTo>
                  <a:cubicBezTo>
                    <a:pt x="2819" y="2141"/>
                    <a:pt x="2808" y="2121"/>
                    <a:pt x="2793" y="2101"/>
                  </a:cubicBezTo>
                  <a:cubicBezTo>
                    <a:pt x="2769" y="2071"/>
                    <a:pt x="2752" y="2059"/>
                    <a:pt x="2729" y="2032"/>
                  </a:cubicBezTo>
                  <a:close/>
                  <a:moveTo>
                    <a:pt x="2593" y="2068"/>
                  </a:moveTo>
                  <a:cubicBezTo>
                    <a:pt x="2590" y="2060"/>
                    <a:pt x="2586" y="2052"/>
                    <a:pt x="2577" y="2043"/>
                  </a:cubicBezTo>
                  <a:cubicBezTo>
                    <a:pt x="2574" y="2034"/>
                    <a:pt x="2569" y="2024"/>
                    <a:pt x="2561" y="2015"/>
                  </a:cubicBezTo>
                  <a:cubicBezTo>
                    <a:pt x="2556" y="2010"/>
                    <a:pt x="2562" y="2004"/>
                    <a:pt x="2554" y="2003"/>
                  </a:cubicBezTo>
                  <a:cubicBezTo>
                    <a:pt x="2558" y="1999"/>
                    <a:pt x="2542" y="1993"/>
                    <a:pt x="2547" y="1989"/>
                  </a:cubicBezTo>
                  <a:cubicBezTo>
                    <a:pt x="2539" y="1985"/>
                    <a:pt x="2535" y="1972"/>
                    <a:pt x="2527" y="1963"/>
                  </a:cubicBezTo>
                  <a:cubicBezTo>
                    <a:pt x="2522" y="1953"/>
                    <a:pt x="2513" y="1943"/>
                    <a:pt x="2507" y="1934"/>
                  </a:cubicBezTo>
                  <a:cubicBezTo>
                    <a:pt x="2502" y="1938"/>
                    <a:pt x="2505" y="1942"/>
                    <a:pt x="2510" y="1946"/>
                  </a:cubicBezTo>
                  <a:cubicBezTo>
                    <a:pt x="2509" y="1950"/>
                    <a:pt x="2514" y="1955"/>
                    <a:pt x="2518" y="1959"/>
                  </a:cubicBezTo>
                  <a:cubicBezTo>
                    <a:pt x="2522" y="1968"/>
                    <a:pt x="2528" y="1977"/>
                    <a:pt x="2536" y="1987"/>
                  </a:cubicBezTo>
                  <a:cubicBezTo>
                    <a:pt x="2535" y="1994"/>
                    <a:pt x="2547" y="2003"/>
                    <a:pt x="2549" y="2011"/>
                  </a:cubicBezTo>
                  <a:cubicBezTo>
                    <a:pt x="2552" y="2015"/>
                    <a:pt x="2550" y="2018"/>
                    <a:pt x="2556" y="2022"/>
                  </a:cubicBezTo>
                  <a:cubicBezTo>
                    <a:pt x="2553" y="2026"/>
                    <a:pt x="2564" y="2031"/>
                    <a:pt x="2561" y="2035"/>
                  </a:cubicBezTo>
                  <a:cubicBezTo>
                    <a:pt x="2574" y="2053"/>
                    <a:pt x="2580" y="2063"/>
                    <a:pt x="2590" y="2081"/>
                  </a:cubicBezTo>
                  <a:cubicBezTo>
                    <a:pt x="2617" y="2114"/>
                    <a:pt x="2628" y="2123"/>
                    <a:pt x="2652" y="2158"/>
                  </a:cubicBezTo>
                  <a:cubicBezTo>
                    <a:pt x="2653" y="2159"/>
                    <a:pt x="2654" y="2160"/>
                    <a:pt x="2655" y="2160"/>
                  </a:cubicBezTo>
                  <a:cubicBezTo>
                    <a:pt x="2668" y="2160"/>
                    <a:pt x="2668" y="2160"/>
                    <a:pt x="2668" y="2160"/>
                  </a:cubicBezTo>
                  <a:cubicBezTo>
                    <a:pt x="2649" y="2138"/>
                    <a:pt x="2635" y="2118"/>
                    <a:pt x="2614" y="2095"/>
                  </a:cubicBezTo>
                  <a:cubicBezTo>
                    <a:pt x="2611" y="2088"/>
                    <a:pt x="2603" y="2079"/>
                    <a:pt x="2593" y="2068"/>
                  </a:cubicBezTo>
                  <a:close/>
                  <a:moveTo>
                    <a:pt x="2526" y="2071"/>
                  </a:moveTo>
                  <a:cubicBezTo>
                    <a:pt x="2526" y="2071"/>
                    <a:pt x="2524" y="2072"/>
                    <a:pt x="2524" y="2072"/>
                  </a:cubicBezTo>
                  <a:cubicBezTo>
                    <a:pt x="2524" y="2072"/>
                    <a:pt x="2519" y="2060"/>
                    <a:pt x="2519" y="2060"/>
                  </a:cubicBezTo>
                  <a:cubicBezTo>
                    <a:pt x="2518" y="2058"/>
                    <a:pt x="2517" y="2058"/>
                    <a:pt x="2516" y="2056"/>
                  </a:cubicBezTo>
                  <a:cubicBezTo>
                    <a:pt x="2506" y="2038"/>
                    <a:pt x="2496" y="2020"/>
                    <a:pt x="2481" y="2000"/>
                  </a:cubicBezTo>
                  <a:cubicBezTo>
                    <a:pt x="2460" y="1977"/>
                    <a:pt x="2453" y="1962"/>
                    <a:pt x="2430" y="1938"/>
                  </a:cubicBezTo>
                  <a:cubicBezTo>
                    <a:pt x="2422" y="1935"/>
                    <a:pt x="2415" y="1922"/>
                    <a:pt x="2408" y="1922"/>
                  </a:cubicBezTo>
                  <a:cubicBezTo>
                    <a:pt x="2410" y="1925"/>
                    <a:pt x="2411" y="1927"/>
                    <a:pt x="2413" y="1929"/>
                  </a:cubicBezTo>
                  <a:cubicBezTo>
                    <a:pt x="2415" y="1931"/>
                    <a:pt x="2418" y="1930"/>
                    <a:pt x="2416" y="1932"/>
                  </a:cubicBezTo>
                  <a:cubicBezTo>
                    <a:pt x="2421" y="1940"/>
                    <a:pt x="2420" y="1938"/>
                    <a:pt x="2426" y="1944"/>
                  </a:cubicBezTo>
                  <a:cubicBezTo>
                    <a:pt x="2435" y="1954"/>
                    <a:pt x="2444" y="1964"/>
                    <a:pt x="2452" y="1973"/>
                  </a:cubicBezTo>
                  <a:cubicBezTo>
                    <a:pt x="2451" y="1975"/>
                    <a:pt x="2451" y="1975"/>
                    <a:pt x="2452" y="1976"/>
                  </a:cubicBezTo>
                  <a:cubicBezTo>
                    <a:pt x="2455" y="1979"/>
                    <a:pt x="2459" y="1978"/>
                    <a:pt x="2458" y="1983"/>
                  </a:cubicBezTo>
                  <a:cubicBezTo>
                    <a:pt x="2462" y="1988"/>
                    <a:pt x="2466" y="1993"/>
                    <a:pt x="2471" y="1998"/>
                  </a:cubicBezTo>
                  <a:cubicBezTo>
                    <a:pt x="2468" y="2002"/>
                    <a:pt x="2478" y="2008"/>
                    <a:pt x="2480" y="2012"/>
                  </a:cubicBezTo>
                  <a:cubicBezTo>
                    <a:pt x="2478" y="2017"/>
                    <a:pt x="2488" y="2022"/>
                    <a:pt x="2490" y="2027"/>
                  </a:cubicBezTo>
                  <a:cubicBezTo>
                    <a:pt x="2495" y="2040"/>
                    <a:pt x="2506" y="2054"/>
                    <a:pt x="2511" y="2067"/>
                  </a:cubicBezTo>
                  <a:cubicBezTo>
                    <a:pt x="2516" y="2080"/>
                    <a:pt x="2531" y="2094"/>
                    <a:pt x="2534" y="2107"/>
                  </a:cubicBezTo>
                  <a:cubicBezTo>
                    <a:pt x="2540" y="2104"/>
                    <a:pt x="2536" y="2112"/>
                    <a:pt x="2540" y="2114"/>
                  </a:cubicBezTo>
                  <a:cubicBezTo>
                    <a:pt x="2544" y="2118"/>
                    <a:pt x="2540" y="2119"/>
                    <a:pt x="2546" y="2120"/>
                  </a:cubicBezTo>
                  <a:cubicBezTo>
                    <a:pt x="2542" y="2123"/>
                    <a:pt x="2550" y="2127"/>
                    <a:pt x="2551" y="2130"/>
                  </a:cubicBezTo>
                  <a:cubicBezTo>
                    <a:pt x="2557" y="2134"/>
                    <a:pt x="2555" y="2137"/>
                    <a:pt x="2558" y="2141"/>
                  </a:cubicBezTo>
                  <a:cubicBezTo>
                    <a:pt x="2564" y="2148"/>
                    <a:pt x="2569" y="2154"/>
                    <a:pt x="2573" y="2160"/>
                  </a:cubicBezTo>
                  <a:cubicBezTo>
                    <a:pt x="2586" y="2160"/>
                    <a:pt x="2586" y="2160"/>
                    <a:pt x="2586" y="2160"/>
                  </a:cubicBezTo>
                  <a:cubicBezTo>
                    <a:pt x="2570" y="2139"/>
                    <a:pt x="2553" y="2118"/>
                    <a:pt x="2541" y="2095"/>
                  </a:cubicBezTo>
                  <a:cubicBezTo>
                    <a:pt x="2533" y="2089"/>
                    <a:pt x="2531" y="2079"/>
                    <a:pt x="2526" y="2071"/>
                  </a:cubicBezTo>
                  <a:close/>
                  <a:moveTo>
                    <a:pt x="2594" y="2142"/>
                  </a:moveTo>
                  <a:cubicBezTo>
                    <a:pt x="2588" y="2138"/>
                    <a:pt x="2596" y="2135"/>
                    <a:pt x="2590" y="2131"/>
                  </a:cubicBezTo>
                  <a:cubicBezTo>
                    <a:pt x="2586" y="2134"/>
                    <a:pt x="2585" y="2126"/>
                    <a:pt x="2584" y="2124"/>
                  </a:cubicBezTo>
                  <a:cubicBezTo>
                    <a:pt x="2581" y="2120"/>
                    <a:pt x="2578" y="2123"/>
                    <a:pt x="2575" y="2118"/>
                  </a:cubicBezTo>
                  <a:cubicBezTo>
                    <a:pt x="2581" y="2115"/>
                    <a:pt x="2567" y="2111"/>
                    <a:pt x="2573" y="2108"/>
                  </a:cubicBezTo>
                  <a:cubicBezTo>
                    <a:pt x="2572" y="2105"/>
                    <a:pt x="2564" y="2101"/>
                    <a:pt x="2567" y="2098"/>
                  </a:cubicBezTo>
                  <a:cubicBezTo>
                    <a:pt x="2564" y="2092"/>
                    <a:pt x="2558" y="2085"/>
                    <a:pt x="2556" y="2079"/>
                  </a:cubicBezTo>
                  <a:cubicBezTo>
                    <a:pt x="2545" y="2066"/>
                    <a:pt x="2543" y="2053"/>
                    <a:pt x="2530" y="2039"/>
                  </a:cubicBezTo>
                  <a:cubicBezTo>
                    <a:pt x="2520" y="2018"/>
                    <a:pt x="2508" y="1996"/>
                    <a:pt x="2494" y="1975"/>
                  </a:cubicBezTo>
                  <a:cubicBezTo>
                    <a:pt x="2486" y="1969"/>
                    <a:pt x="2487" y="1968"/>
                    <a:pt x="2481" y="1960"/>
                  </a:cubicBezTo>
                  <a:cubicBezTo>
                    <a:pt x="2474" y="1955"/>
                    <a:pt x="2476" y="1956"/>
                    <a:pt x="2469" y="1950"/>
                  </a:cubicBezTo>
                  <a:cubicBezTo>
                    <a:pt x="2464" y="1944"/>
                    <a:pt x="2459" y="1938"/>
                    <a:pt x="2453" y="1932"/>
                  </a:cubicBezTo>
                  <a:cubicBezTo>
                    <a:pt x="2450" y="1930"/>
                    <a:pt x="2448" y="1922"/>
                    <a:pt x="2445" y="1925"/>
                  </a:cubicBezTo>
                  <a:cubicBezTo>
                    <a:pt x="2442" y="1923"/>
                    <a:pt x="2439" y="1915"/>
                    <a:pt x="2436" y="1918"/>
                  </a:cubicBezTo>
                  <a:cubicBezTo>
                    <a:pt x="2438" y="1927"/>
                    <a:pt x="2447" y="1931"/>
                    <a:pt x="2453" y="1938"/>
                  </a:cubicBezTo>
                  <a:cubicBezTo>
                    <a:pt x="2469" y="1956"/>
                    <a:pt x="2486" y="1976"/>
                    <a:pt x="2499" y="1993"/>
                  </a:cubicBezTo>
                  <a:cubicBezTo>
                    <a:pt x="2501" y="2004"/>
                    <a:pt x="2507" y="2011"/>
                    <a:pt x="2511" y="2017"/>
                  </a:cubicBezTo>
                  <a:cubicBezTo>
                    <a:pt x="2515" y="2027"/>
                    <a:pt x="2522" y="2037"/>
                    <a:pt x="2525" y="2046"/>
                  </a:cubicBezTo>
                  <a:cubicBezTo>
                    <a:pt x="2532" y="2052"/>
                    <a:pt x="2530" y="2058"/>
                    <a:pt x="2537" y="2064"/>
                  </a:cubicBezTo>
                  <a:cubicBezTo>
                    <a:pt x="2536" y="2070"/>
                    <a:pt x="2547" y="2077"/>
                    <a:pt x="2545" y="2083"/>
                  </a:cubicBezTo>
                  <a:cubicBezTo>
                    <a:pt x="2554" y="2096"/>
                    <a:pt x="2560" y="2108"/>
                    <a:pt x="2566" y="2120"/>
                  </a:cubicBezTo>
                  <a:cubicBezTo>
                    <a:pt x="2570" y="2125"/>
                    <a:pt x="2575" y="2130"/>
                    <a:pt x="2579" y="2135"/>
                  </a:cubicBezTo>
                  <a:cubicBezTo>
                    <a:pt x="2583" y="2143"/>
                    <a:pt x="2590" y="2152"/>
                    <a:pt x="2595" y="2160"/>
                  </a:cubicBezTo>
                  <a:cubicBezTo>
                    <a:pt x="2607" y="2160"/>
                    <a:pt x="2607" y="2160"/>
                    <a:pt x="2607" y="2160"/>
                  </a:cubicBezTo>
                  <a:cubicBezTo>
                    <a:pt x="2605" y="2158"/>
                    <a:pt x="2603" y="2156"/>
                    <a:pt x="2601" y="2153"/>
                  </a:cubicBezTo>
                  <a:cubicBezTo>
                    <a:pt x="2601" y="2150"/>
                    <a:pt x="2598" y="2146"/>
                    <a:pt x="2594" y="2142"/>
                  </a:cubicBezTo>
                  <a:close/>
                  <a:moveTo>
                    <a:pt x="2754" y="2103"/>
                  </a:moveTo>
                  <a:cubicBezTo>
                    <a:pt x="2742" y="2089"/>
                    <a:pt x="2730" y="2080"/>
                    <a:pt x="2724" y="2069"/>
                  </a:cubicBezTo>
                  <a:cubicBezTo>
                    <a:pt x="2673" y="2020"/>
                    <a:pt x="2658" y="2006"/>
                    <a:pt x="2642" y="1992"/>
                  </a:cubicBezTo>
                  <a:cubicBezTo>
                    <a:pt x="2611" y="1967"/>
                    <a:pt x="2603" y="1971"/>
                    <a:pt x="2595" y="1958"/>
                  </a:cubicBezTo>
                  <a:cubicBezTo>
                    <a:pt x="2552" y="1947"/>
                    <a:pt x="2570" y="1954"/>
                    <a:pt x="2579" y="1969"/>
                  </a:cubicBezTo>
                  <a:cubicBezTo>
                    <a:pt x="2603" y="1993"/>
                    <a:pt x="2607" y="1992"/>
                    <a:pt x="2605" y="1996"/>
                  </a:cubicBezTo>
                  <a:cubicBezTo>
                    <a:pt x="2621" y="2013"/>
                    <a:pt x="2630" y="2011"/>
                    <a:pt x="2630" y="2018"/>
                  </a:cubicBezTo>
                  <a:cubicBezTo>
                    <a:pt x="2705" y="2088"/>
                    <a:pt x="2711" y="2097"/>
                    <a:pt x="2730" y="2115"/>
                  </a:cubicBezTo>
                  <a:cubicBezTo>
                    <a:pt x="2774" y="2160"/>
                    <a:pt x="2774" y="2160"/>
                    <a:pt x="2774" y="2160"/>
                  </a:cubicBezTo>
                  <a:cubicBezTo>
                    <a:pt x="2687" y="2056"/>
                    <a:pt x="2675" y="2048"/>
                    <a:pt x="2664" y="2034"/>
                  </a:cubicBezTo>
                  <a:cubicBezTo>
                    <a:pt x="2639" y="2016"/>
                    <a:pt x="2640" y="2011"/>
                    <a:pt x="2634" y="2009"/>
                  </a:cubicBezTo>
                  <a:cubicBezTo>
                    <a:pt x="2590" y="1961"/>
                    <a:pt x="2592" y="1965"/>
                    <a:pt x="2595" y="1967"/>
                  </a:cubicBezTo>
                  <a:cubicBezTo>
                    <a:pt x="2643" y="2000"/>
                    <a:pt x="2660" y="2019"/>
                    <a:pt x="2677" y="2032"/>
                  </a:cubicBezTo>
                  <a:cubicBezTo>
                    <a:pt x="2722" y="2081"/>
                    <a:pt x="2728" y="2091"/>
                    <a:pt x="2740" y="2104"/>
                  </a:cubicBezTo>
                  <a:cubicBezTo>
                    <a:pt x="2743" y="2107"/>
                    <a:pt x="2746" y="2106"/>
                    <a:pt x="2746" y="2107"/>
                  </a:cubicBezTo>
                  <a:cubicBezTo>
                    <a:pt x="2776" y="2144"/>
                    <a:pt x="2782" y="2152"/>
                    <a:pt x="2788" y="2160"/>
                  </a:cubicBezTo>
                  <a:cubicBezTo>
                    <a:pt x="2766" y="2118"/>
                    <a:pt x="2761" y="2111"/>
                    <a:pt x="2754" y="2103"/>
                  </a:cubicBezTo>
                  <a:close/>
                  <a:moveTo>
                    <a:pt x="2693" y="2110"/>
                  </a:moveTo>
                  <a:cubicBezTo>
                    <a:pt x="2696" y="2104"/>
                    <a:pt x="2682" y="2098"/>
                    <a:pt x="2684" y="2092"/>
                  </a:cubicBezTo>
                  <a:cubicBezTo>
                    <a:pt x="2662" y="2071"/>
                    <a:pt x="2655" y="2066"/>
                    <a:pt x="2644" y="2057"/>
                  </a:cubicBezTo>
                  <a:cubicBezTo>
                    <a:pt x="2578" y="1981"/>
                    <a:pt x="2570" y="1972"/>
                    <a:pt x="2560" y="1960"/>
                  </a:cubicBezTo>
                  <a:cubicBezTo>
                    <a:pt x="2548" y="1932"/>
                    <a:pt x="2535" y="1928"/>
                    <a:pt x="2540" y="1925"/>
                  </a:cubicBezTo>
                  <a:cubicBezTo>
                    <a:pt x="2520" y="1893"/>
                    <a:pt x="2526" y="1881"/>
                    <a:pt x="2517" y="1885"/>
                  </a:cubicBezTo>
                  <a:cubicBezTo>
                    <a:pt x="2536" y="1948"/>
                    <a:pt x="2536" y="1956"/>
                    <a:pt x="2544" y="1966"/>
                  </a:cubicBezTo>
                  <a:cubicBezTo>
                    <a:pt x="2562" y="2002"/>
                    <a:pt x="2567" y="2009"/>
                    <a:pt x="2571" y="2017"/>
                  </a:cubicBezTo>
                  <a:cubicBezTo>
                    <a:pt x="2647" y="2106"/>
                    <a:pt x="2655" y="2116"/>
                    <a:pt x="2663" y="2125"/>
                  </a:cubicBezTo>
                  <a:cubicBezTo>
                    <a:pt x="2703" y="2158"/>
                    <a:pt x="2696" y="2155"/>
                    <a:pt x="2695" y="2152"/>
                  </a:cubicBezTo>
                  <a:cubicBezTo>
                    <a:pt x="2672" y="2122"/>
                    <a:pt x="2670" y="2119"/>
                    <a:pt x="2667" y="2116"/>
                  </a:cubicBezTo>
                  <a:cubicBezTo>
                    <a:pt x="2636" y="2077"/>
                    <a:pt x="2632" y="2073"/>
                    <a:pt x="2628" y="2069"/>
                  </a:cubicBezTo>
                  <a:cubicBezTo>
                    <a:pt x="2551" y="1971"/>
                    <a:pt x="2541" y="1952"/>
                    <a:pt x="2535" y="1933"/>
                  </a:cubicBezTo>
                  <a:cubicBezTo>
                    <a:pt x="2537" y="1931"/>
                    <a:pt x="2537" y="1933"/>
                    <a:pt x="2538" y="1936"/>
                  </a:cubicBezTo>
                  <a:cubicBezTo>
                    <a:pt x="2555" y="1961"/>
                    <a:pt x="2559" y="1971"/>
                    <a:pt x="2566" y="1981"/>
                  </a:cubicBezTo>
                  <a:cubicBezTo>
                    <a:pt x="2684" y="2109"/>
                    <a:pt x="2700" y="2128"/>
                    <a:pt x="2712" y="2137"/>
                  </a:cubicBezTo>
                  <a:cubicBezTo>
                    <a:pt x="2738" y="2156"/>
                    <a:pt x="2735" y="2152"/>
                    <a:pt x="2733" y="2148"/>
                  </a:cubicBezTo>
                  <a:close/>
                  <a:moveTo>
                    <a:pt x="2591" y="2098"/>
                  </a:moveTo>
                  <a:cubicBezTo>
                    <a:pt x="2574" y="2082"/>
                    <a:pt x="2569" y="2066"/>
                    <a:pt x="2557" y="2050"/>
                  </a:cubicBezTo>
                  <a:cubicBezTo>
                    <a:pt x="2542" y="2025"/>
                    <a:pt x="2544" y="2022"/>
                    <a:pt x="2540" y="2018"/>
                  </a:cubicBezTo>
                  <a:cubicBezTo>
                    <a:pt x="2518" y="1973"/>
                    <a:pt x="2511" y="1965"/>
                    <a:pt x="2510" y="1957"/>
                  </a:cubicBezTo>
                  <a:cubicBezTo>
                    <a:pt x="2495" y="1931"/>
                    <a:pt x="2489" y="1936"/>
                    <a:pt x="2497" y="1942"/>
                  </a:cubicBezTo>
                  <a:cubicBezTo>
                    <a:pt x="2510" y="1978"/>
                    <a:pt x="2514" y="1981"/>
                    <a:pt x="2516" y="1984"/>
                  </a:cubicBezTo>
                  <a:cubicBezTo>
                    <a:pt x="2525" y="2012"/>
                    <a:pt x="2529" y="2015"/>
                    <a:pt x="2531" y="2017"/>
                  </a:cubicBezTo>
                  <a:cubicBezTo>
                    <a:pt x="2543" y="2038"/>
                    <a:pt x="2539" y="2041"/>
                    <a:pt x="2543" y="2044"/>
                  </a:cubicBezTo>
                  <a:cubicBezTo>
                    <a:pt x="2576" y="2100"/>
                    <a:pt x="2580" y="2103"/>
                    <a:pt x="2582" y="2106"/>
                  </a:cubicBezTo>
                  <a:cubicBezTo>
                    <a:pt x="2599" y="2132"/>
                    <a:pt x="2603" y="2135"/>
                    <a:pt x="2605" y="2138"/>
                  </a:cubicBezTo>
                  <a:cubicBezTo>
                    <a:pt x="2623" y="2154"/>
                    <a:pt x="2621" y="2156"/>
                    <a:pt x="2622" y="2158"/>
                  </a:cubicBezTo>
                  <a:cubicBezTo>
                    <a:pt x="2623" y="2145"/>
                    <a:pt x="2610" y="2129"/>
                    <a:pt x="2597" y="2113"/>
                  </a:cubicBezTo>
                  <a:close/>
                  <a:moveTo>
                    <a:pt x="3033" y="2114"/>
                  </a:moveTo>
                  <a:cubicBezTo>
                    <a:pt x="3034" y="2107"/>
                    <a:pt x="3026" y="2100"/>
                    <a:pt x="3027" y="2094"/>
                  </a:cubicBezTo>
                  <a:cubicBezTo>
                    <a:pt x="3015" y="2078"/>
                    <a:pt x="3010" y="2064"/>
                    <a:pt x="2999" y="2048"/>
                  </a:cubicBezTo>
                  <a:cubicBezTo>
                    <a:pt x="2993" y="2042"/>
                    <a:pt x="2987" y="2035"/>
                    <a:pt x="2982" y="2029"/>
                  </a:cubicBezTo>
                  <a:cubicBezTo>
                    <a:pt x="2976" y="2019"/>
                    <a:pt x="2974" y="2020"/>
                    <a:pt x="2966" y="2011"/>
                  </a:cubicBezTo>
                  <a:cubicBezTo>
                    <a:pt x="2959" y="2006"/>
                    <a:pt x="2963" y="2002"/>
                    <a:pt x="2957" y="1998"/>
                  </a:cubicBezTo>
                  <a:cubicBezTo>
                    <a:pt x="2951" y="1998"/>
                    <a:pt x="2953" y="1992"/>
                    <a:pt x="2952" y="1991"/>
                  </a:cubicBezTo>
                  <a:cubicBezTo>
                    <a:pt x="2951" y="1991"/>
                    <a:pt x="2950" y="1993"/>
                    <a:pt x="2949" y="1991"/>
                  </a:cubicBezTo>
                  <a:cubicBezTo>
                    <a:pt x="2945" y="1988"/>
                    <a:pt x="2942" y="1983"/>
                    <a:pt x="2937" y="1978"/>
                  </a:cubicBezTo>
                  <a:cubicBezTo>
                    <a:pt x="2933" y="1980"/>
                    <a:pt x="2929" y="1969"/>
                    <a:pt x="2925" y="1971"/>
                  </a:cubicBezTo>
                  <a:cubicBezTo>
                    <a:pt x="2921" y="1969"/>
                    <a:pt x="2917" y="1962"/>
                    <a:pt x="2913" y="1967"/>
                  </a:cubicBezTo>
                  <a:cubicBezTo>
                    <a:pt x="2922" y="1978"/>
                    <a:pt x="2932" y="1982"/>
                    <a:pt x="2941" y="1989"/>
                  </a:cubicBezTo>
                  <a:cubicBezTo>
                    <a:pt x="2945" y="1997"/>
                    <a:pt x="2946" y="1998"/>
                    <a:pt x="2955" y="2005"/>
                  </a:cubicBezTo>
                  <a:cubicBezTo>
                    <a:pt x="2959" y="2009"/>
                    <a:pt x="2957" y="2013"/>
                    <a:pt x="2962" y="2017"/>
                  </a:cubicBezTo>
                  <a:cubicBezTo>
                    <a:pt x="2976" y="2032"/>
                    <a:pt x="2989" y="2047"/>
                    <a:pt x="2995" y="2057"/>
                  </a:cubicBezTo>
                  <a:cubicBezTo>
                    <a:pt x="3002" y="2065"/>
                    <a:pt x="3006" y="2073"/>
                    <a:pt x="3009" y="2080"/>
                  </a:cubicBezTo>
                  <a:cubicBezTo>
                    <a:pt x="3013" y="2084"/>
                    <a:pt x="3016" y="2088"/>
                    <a:pt x="3013" y="2091"/>
                  </a:cubicBezTo>
                  <a:cubicBezTo>
                    <a:pt x="3017" y="2095"/>
                    <a:pt x="3020" y="2099"/>
                    <a:pt x="3020" y="2102"/>
                  </a:cubicBezTo>
                  <a:cubicBezTo>
                    <a:pt x="3026" y="2117"/>
                    <a:pt x="3033" y="2132"/>
                    <a:pt x="3039" y="2147"/>
                  </a:cubicBezTo>
                  <a:cubicBezTo>
                    <a:pt x="3040" y="2151"/>
                    <a:pt x="3041" y="2156"/>
                    <a:pt x="3042" y="2160"/>
                  </a:cubicBezTo>
                  <a:cubicBezTo>
                    <a:pt x="3052" y="2160"/>
                    <a:pt x="3052" y="2160"/>
                    <a:pt x="3052" y="2160"/>
                  </a:cubicBezTo>
                  <a:cubicBezTo>
                    <a:pt x="3049" y="2152"/>
                    <a:pt x="3045" y="2143"/>
                    <a:pt x="3046" y="2135"/>
                  </a:cubicBezTo>
                  <a:cubicBezTo>
                    <a:pt x="3039" y="2128"/>
                    <a:pt x="3040" y="2121"/>
                    <a:pt x="3033" y="2114"/>
                  </a:cubicBezTo>
                  <a:close/>
                  <a:moveTo>
                    <a:pt x="2537" y="2130"/>
                  </a:moveTo>
                  <a:cubicBezTo>
                    <a:pt x="2524" y="2116"/>
                    <a:pt x="2523" y="2103"/>
                    <a:pt x="2514" y="2093"/>
                  </a:cubicBezTo>
                  <a:cubicBezTo>
                    <a:pt x="2504" y="2070"/>
                    <a:pt x="2497" y="2066"/>
                    <a:pt x="2499" y="2063"/>
                  </a:cubicBezTo>
                  <a:cubicBezTo>
                    <a:pt x="2497" y="2052"/>
                    <a:pt x="2484" y="2048"/>
                    <a:pt x="2489" y="2045"/>
                  </a:cubicBezTo>
                  <a:cubicBezTo>
                    <a:pt x="2476" y="2022"/>
                    <a:pt x="2468" y="2018"/>
                    <a:pt x="2471" y="2015"/>
                  </a:cubicBezTo>
                  <a:cubicBezTo>
                    <a:pt x="2435" y="1967"/>
                    <a:pt x="2425" y="1955"/>
                    <a:pt x="2414" y="1943"/>
                  </a:cubicBezTo>
                  <a:cubicBezTo>
                    <a:pt x="2373" y="1912"/>
                    <a:pt x="2369" y="1896"/>
                    <a:pt x="2364" y="1900"/>
                  </a:cubicBezTo>
                  <a:cubicBezTo>
                    <a:pt x="2381" y="1915"/>
                    <a:pt x="2378" y="1916"/>
                    <a:pt x="2380" y="1918"/>
                  </a:cubicBezTo>
                  <a:cubicBezTo>
                    <a:pt x="2388" y="1923"/>
                    <a:pt x="2388" y="1926"/>
                    <a:pt x="2389" y="1927"/>
                  </a:cubicBezTo>
                  <a:cubicBezTo>
                    <a:pt x="2400" y="1940"/>
                    <a:pt x="2408" y="1942"/>
                    <a:pt x="2409" y="1947"/>
                  </a:cubicBezTo>
                  <a:cubicBezTo>
                    <a:pt x="2443" y="1995"/>
                    <a:pt x="2452" y="1999"/>
                    <a:pt x="2449" y="2002"/>
                  </a:cubicBezTo>
                  <a:cubicBezTo>
                    <a:pt x="2487" y="2063"/>
                    <a:pt x="2491" y="2067"/>
                    <a:pt x="2487" y="2070"/>
                  </a:cubicBezTo>
                  <a:cubicBezTo>
                    <a:pt x="2506" y="2104"/>
                    <a:pt x="2514" y="2108"/>
                    <a:pt x="2512" y="2112"/>
                  </a:cubicBezTo>
                  <a:cubicBezTo>
                    <a:pt x="2539" y="2152"/>
                    <a:pt x="2543" y="2157"/>
                    <a:pt x="2546" y="2160"/>
                  </a:cubicBezTo>
                  <a:cubicBezTo>
                    <a:pt x="2540" y="2140"/>
                    <a:pt x="2541" y="2135"/>
                    <a:pt x="2537" y="2130"/>
                  </a:cubicBezTo>
                  <a:close/>
                  <a:moveTo>
                    <a:pt x="2359" y="2098"/>
                  </a:moveTo>
                  <a:cubicBezTo>
                    <a:pt x="2355" y="2093"/>
                    <a:pt x="2356" y="2088"/>
                    <a:pt x="2351" y="2082"/>
                  </a:cubicBezTo>
                  <a:cubicBezTo>
                    <a:pt x="2335" y="2044"/>
                    <a:pt x="2331" y="2038"/>
                    <a:pt x="2328" y="2033"/>
                  </a:cubicBezTo>
                  <a:cubicBezTo>
                    <a:pt x="2301" y="1982"/>
                    <a:pt x="2293" y="1965"/>
                    <a:pt x="2285" y="1948"/>
                  </a:cubicBezTo>
                  <a:cubicBezTo>
                    <a:pt x="2224" y="1882"/>
                    <a:pt x="2221" y="1878"/>
                    <a:pt x="2218" y="1874"/>
                  </a:cubicBezTo>
                  <a:cubicBezTo>
                    <a:pt x="2188" y="1841"/>
                    <a:pt x="2182" y="1834"/>
                    <a:pt x="2176" y="1827"/>
                  </a:cubicBezTo>
                  <a:cubicBezTo>
                    <a:pt x="2168" y="1800"/>
                    <a:pt x="2167" y="1797"/>
                    <a:pt x="2164" y="1793"/>
                  </a:cubicBezTo>
                  <a:cubicBezTo>
                    <a:pt x="2171" y="1829"/>
                    <a:pt x="2175" y="1832"/>
                    <a:pt x="2177" y="1835"/>
                  </a:cubicBezTo>
                  <a:cubicBezTo>
                    <a:pt x="2193" y="1872"/>
                    <a:pt x="2204" y="1885"/>
                    <a:pt x="2212" y="1897"/>
                  </a:cubicBezTo>
                  <a:cubicBezTo>
                    <a:pt x="2261" y="1978"/>
                    <a:pt x="2271" y="1983"/>
                    <a:pt x="2264" y="1987"/>
                  </a:cubicBezTo>
                  <a:cubicBezTo>
                    <a:pt x="2277" y="2021"/>
                    <a:pt x="2288" y="2026"/>
                    <a:pt x="2285" y="2030"/>
                  </a:cubicBezTo>
                  <a:cubicBezTo>
                    <a:pt x="2303" y="2068"/>
                    <a:pt x="2301" y="2072"/>
                    <a:pt x="2302" y="2076"/>
                  </a:cubicBezTo>
                  <a:cubicBezTo>
                    <a:pt x="2322" y="2110"/>
                    <a:pt x="2320" y="2114"/>
                    <a:pt x="2324" y="2118"/>
                  </a:cubicBezTo>
                  <a:cubicBezTo>
                    <a:pt x="2337" y="2145"/>
                    <a:pt x="2350" y="2149"/>
                    <a:pt x="2344" y="2152"/>
                  </a:cubicBezTo>
                  <a:cubicBezTo>
                    <a:pt x="2314" y="2125"/>
                    <a:pt x="2312" y="2120"/>
                    <a:pt x="2308" y="2120"/>
                  </a:cubicBezTo>
                  <a:cubicBezTo>
                    <a:pt x="2286" y="2084"/>
                    <a:pt x="2287" y="2074"/>
                    <a:pt x="2278" y="2062"/>
                  </a:cubicBezTo>
                  <a:cubicBezTo>
                    <a:pt x="2250" y="1984"/>
                    <a:pt x="2245" y="1972"/>
                    <a:pt x="2241" y="1961"/>
                  </a:cubicBezTo>
                  <a:cubicBezTo>
                    <a:pt x="2207" y="1901"/>
                    <a:pt x="2203" y="1897"/>
                    <a:pt x="2199" y="1893"/>
                  </a:cubicBezTo>
                  <a:cubicBezTo>
                    <a:pt x="2180" y="1859"/>
                    <a:pt x="2173" y="1847"/>
                    <a:pt x="2168" y="1834"/>
                  </a:cubicBezTo>
                  <a:cubicBezTo>
                    <a:pt x="2156" y="1801"/>
                    <a:pt x="2161" y="1800"/>
                    <a:pt x="2155" y="1799"/>
                  </a:cubicBezTo>
                  <a:cubicBezTo>
                    <a:pt x="2162" y="1855"/>
                    <a:pt x="2173" y="1859"/>
                    <a:pt x="2171" y="1863"/>
                  </a:cubicBezTo>
                  <a:cubicBezTo>
                    <a:pt x="2220" y="1937"/>
                    <a:pt x="2218" y="1940"/>
                    <a:pt x="2219" y="1942"/>
                  </a:cubicBezTo>
                  <a:cubicBezTo>
                    <a:pt x="2235" y="1976"/>
                    <a:pt x="2242" y="1984"/>
                    <a:pt x="2242" y="1992"/>
                  </a:cubicBezTo>
                  <a:cubicBezTo>
                    <a:pt x="2250" y="2025"/>
                    <a:pt x="2261" y="2035"/>
                    <a:pt x="2259" y="2044"/>
                  </a:cubicBezTo>
                  <a:cubicBezTo>
                    <a:pt x="2271" y="2072"/>
                    <a:pt x="2281" y="2080"/>
                    <a:pt x="2279" y="2087"/>
                  </a:cubicBezTo>
                  <a:cubicBezTo>
                    <a:pt x="2297" y="2123"/>
                    <a:pt x="2306" y="2127"/>
                    <a:pt x="2303" y="2130"/>
                  </a:cubicBezTo>
                  <a:cubicBezTo>
                    <a:pt x="2288" y="2117"/>
                    <a:pt x="2278" y="2115"/>
                    <a:pt x="2273" y="2107"/>
                  </a:cubicBezTo>
                  <a:cubicBezTo>
                    <a:pt x="2244" y="2046"/>
                    <a:pt x="2250" y="2043"/>
                    <a:pt x="2247" y="2040"/>
                  </a:cubicBezTo>
                  <a:cubicBezTo>
                    <a:pt x="2239" y="2016"/>
                    <a:pt x="2232" y="2013"/>
                    <a:pt x="2235" y="2010"/>
                  </a:cubicBezTo>
                  <a:cubicBezTo>
                    <a:pt x="2222" y="1977"/>
                    <a:pt x="2214" y="1973"/>
                    <a:pt x="2218" y="1970"/>
                  </a:cubicBezTo>
                  <a:cubicBezTo>
                    <a:pt x="2196" y="1923"/>
                    <a:pt x="2187" y="1916"/>
                    <a:pt x="2188" y="1909"/>
                  </a:cubicBezTo>
                  <a:cubicBezTo>
                    <a:pt x="2172" y="1880"/>
                    <a:pt x="2172" y="1877"/>
                    <a:pt x="2170" y="1879"/>
                  </a:cubicBezTo>
                  <a:cubicBezTo>
                    <a:pt x="2148" y="1849"/>
                    <a:pt x="2146" y="1846"/>
                    <a:pt x="2140" y="1841"/>
                  </a:cubicBezTo>
                  <a:cubicBezTo>
                    <a:pt x="2122" y="1818"/>
                    <a:pt x="2120" y="1815"/>
                    <a:pt x="2120" y="1812"/>
                  </a:cubicBezTo>
                  <a:cubicBezTo>
                    <a:pt x="2133" y="1844"/>
                    <a:pt x="2148" y="1854"/>
                    <a:pt x="2149" y="1862"/>
                  </a:cubicBezTo>
                  <a:cubicBezTo>
                    <a:pt x="2163" y="1878"/>
                    <a:pt x="2160" y="1878"/>
                    <a:pt x="2166" y="1882"/>
                  </a:cubicBezTo>
                  <a:cubicBezTo>
                    <a:pt x="2182" y="1914"/>
                    <a:pt x="2180" y="1918"/>
                    <a:pt x="2184" y="1921"/>
                  </a:cubicBezTo>
                  <a:cubicBezTo>
                    <a:pt x="2203" y="1968"/>
                    <a:pt x="2210" y="1974"/>
                    <a:pt x="2209" y="1980"/>
                  </a:cubicBezTo>
                  <a:cubicBezTo>
                    <a:pt x="2222" y="2004"/>
                    <a:pt x="2224" y="2008"/>
                    <a:pt x="2224" y="2011"/>
                  </a:cubicBezTo>
                  <a:cubicBezTo>
                    <a:pt x="2245" y="2053"/>
                    <a:pt x="2243" y="2065"/>
                    <a:pt x="2251" y="2077"/>
                  </a:cubicBezTo>
                  <a:cubicBezTo>
                    <a:pt x="2258" y="2112"/>
                    <a:pt x="2252" y="2108"/>
                    <a:pt x="2246" y="2105"/>
                  </a:cubicBezTo>
                  <a:cubicBezTo>
                    <a:pt x="2234" y="2075"/>
                    <a:pt x="2228" y="2071"/>
                    <a:pt x="2230" y="2067"/>
                  </a:cubicBezTo>
                  <a:cubicBezTo>
                    <a:pt x="2214" y="2023"/>
                    <a:pt x="2210" y="2019"/>
                    <a:pt x="2210" y="2014"/>
                  </a:cubicBezTo>
                  <a:cubicBezTo>
                    <a:pt x="2191" y="1966"/>
                    <a:pt x="2190" y="1957"/>
                    <a:pt x="2183" y="1948"/>
                  </a:cubicBezTo>
                  <a:cubicBezTo>
                    <a:pt x="2115" y="1843"/>
                    <a:pt x="2109" y="1836"/>
                    <a:pt x="2102" y="1828"/>
                  </a:cubicBezTo>
                  <a:cubicBezTo>
                    <a:pt x="2084" y="1810"/>
                    <a:pt x="2089" y="1820"/>
                    <a:pt x="2100" y="1829"/>
                  </a:cubicBezTo>
                  <a:cubicBezTo>
                    <a:pt x="2180" y="1968"/>
                    <a:pt x="2187" y="1974"/>
                    <a:pt x="2184" y="1979"/>
                  </a:cubicBezTo>
                  <a:cubicBezTo>
                    <a:pt x="2204" y="2026"/>
                    <a:pt x="2202" y="2030"/>
                    <a:pt x="2207" y="2034"/>
                  </a:cubicBezTo>
                  <a:cubicBezTo>
                    <a:pt x="2222" y="2075"/>
                    <a:pt x="2224" y="2079"/>
                    <a:pt x="2224" y="2083"/>
                  </a:cubicBezTo>
                  <a:cubicBezTo>
                    <a:pt x="2213" y="2080"/>
                    <a:pt x="2204" y="2073"/>
                    <a:pt x="2206" y="2067"/>
                  </a:cubicBezTo>
                  <a:cubicBezTo>
                    <a:pt x="2183" y="2022"/>
                    <a:pt x="2178" y="2013"/>
                    <a:pt x="2178" y="2005"/>
                  </a:cubicBezTo>
                  <a:cubicBezTo>
                    <a:pt x="2150" y="1952"/>
                    <a:pt x="2156" y="1949"/>
                    <a:pt x="2153" y="1946"/>
                  </a:cubicBezTo>
                  <a:cubicBezTo>
                    <a:pt x="2092" y="1848"/>
                    <a:pt x="2086" y="1839"/>
                    <a:pt x="2080" y="1830"/>
                  </a:cubicBezTo>
                  <a:cubicBezTo>
                    <a:pt x="2028" y="1770"/>
                    <a:pt x="2025" y="1766"/>
                    <a:pt x="2021" y="1765"/>
                  </a:cubicBezTo>
                  <a:cubicBezTo>
                    <a:pt x="2015" y="1759"/>
                    <a:pt x="2018" y="1765"/>
                    <a:pt x="2019" y="1767"/>
                  </a:cubicBezTo>
                  <a:cubicBezTo>
                    <a:pt x="2031" y="1783"/>
                    <a:pt x="2032" y="1782"/>
                    <a:pt x="2034" y="1783"/>
                  </a:cubicBezTo>
                  <a:cubicBezTo>
                    <a:pt x="2080" y="1843"/>
                    <a:pt x="2084" y="1849"/>
                    <a:pt x="2088" y="1855"/>
                  </a:cubicBezTo>
                  <a:cubicBezTo>
                    <a:pt x="2107" y="1882"/>
                    <a:pt x="2113" y="1894"/>
                    <a:pt x="2121" y="1907"/>
                  </a:cubicBezTo>
                  <a:cubicBezTo>
                    <a:pt x="2133" y="1930"/>
                    <a:pt x="2135" y="1937"/>
                    <a:pt x="2142" y="1943"/>
                  </a:cubicBezTo>
                  <a:cubicBezTo>
                    <a:pt x="2150" y="1967"/>
                    <a:pt x="2149" y="1968"/>
                    <a:pt x="2153" y="1969"/>
                  </a:cubicBezTo>
                  <a:cubicBezTo>
                    <a:pt x="2176" y="2038"/>
                    <a:pt x="2182" y="2045"/>
                    <a:pt x="2184" y="2051"/>
                  </a:cubicBezTo>
                  <a:cubicBezTo>
                    <a:pt x="2178" y="2070"/>
                    <a:pt x="2180" y="2060"/>
                    <a:pt x="2175" y="2057"/>
                  </a:cubicBezTo>
                  <a:cubicBezTo>
                    <a:pt x="2153" y="2021"/>
                    <a:pt x="2158" y="2016"/>
                    <a:pt x="2151" y="2010"/>
                  </a:cubicBezTo>
                  <a:cubicBezTo>
                    <a:pt x="2121" y="1936"/>
                    <a:pt x="2119" y="1926"/>
                    <a:pt x="2108" y="1915"/>
                  </a:cubicBezTo>
                  <a:cubicBezTo>
                    <a:pt x="2036" y="1803"/>
                    <a:pt x="2040" y="1801"/>
                    <a:pt x="2034" y="1797"/>
                  </a:cubicBezTo>
                  <a:cubicBezTo>
                    <a:pt x="2007" y="1765"/>
                    <a:pt x="2005" y="1763"/>
                    <a:pt x="2003" y="1761"/>
                  </a:cubicBezTo>
                  <a:cubicBezTo>
                    <a:pt x="1972" y="1730"/>
                    <a:pt x="1967" y="1720"/>
                    <a:pt x="1962" y="1724"/>
                  </a:cubicBezTo>
                  <a:cubicBezTo>
                    <a:pt x="1992" y="1755"/>
                    <a:pt x="1992" y="1758"/>
                    <a:pt x="1992" y="1759"/>
                  </a:cubicBezTo>
                  <a:cubicBezTo>
                    <a:pt x="2021" y="1792"/>
                    <a:pt x="2020" y="1796"/>
                    <a:pt x="2026" y="1801"/>
                  </a:cubicBezTo>
                  <a:cubicBezTo>
                    <a:pt x="2060" y="1845"/>
                    <a:pt x="2062" y="1850"/>
                    <a:pt x="2064" y="1855"/>
                  </a:cubicBezTo>
                  <a:cubicBezTo>
                    <a:pt x="2095" y="1898"/>
                    <a:pt x="2096" y="1916"/>
                    <a:pt x="2112" y="1935"/>
                  </a:cubicBezTo>
                  <a:cubicBezTo>
                    <a:pt x="2128" y="1975"/>
                    <a:pt x="2126" y="1980"/>
                    <a:pt x="2133" y="1986"/>
                  </a:cubicBezTo>
                  <a:cubicBezTo>
                    <a:pt x="2155" y="2039"/>
                    <a:pt x="2153" y="2043"/>
                    <a:pt x="2157" y="2046"/>
                  </a:cubicBezTo>
                  <a:cubicBezTo>
                    <a:pt x="2137" y="2045"/>
                    <a:pt x="2142" y="2043"/>
                    <a:pt x="2142" y="2042"/>
                  </a:cubicBezTo>
                  <a:cubicBezTo>
                    <a:pt x="2135" y="2030"/>
                    <a:pt x="2128" y="2031"/>
                    <a:pt x="2127" y="2026"/>
                  </a:cubicBezTo>
                  <a:cubicBezTo>
                    <a:pt x="2111" y="1989"/>
                    <a:pt x="2109" y="1986"/>
                    <a:pt x="2107" y="1983"/>
                  </a:cubicBezTo>
                  <a:cubicBezTo>
                    <a:pt x="2085" y="1918"/>
                    <a:pt x="2078" y="1914"/>
                    <a:pt x="2079" y="1911"/>
                  </a:cubicBezTo>
                  <a:cubicBezTo>
                    <a:pt x="2055" y="1866"/>
                    <a:pt x="2049" y="1852"/>
                    <a:pt x="2041" y="1838"/>
                  </a:cubicBezTo>
                  <a:cubicBezTo>
                    <a:pt x="1965" y="1757"/>
                    <a:pt x="1962" y="1741"/>
                    <a:pt x="1957" y="1746"/>
                  </a:cubicBezTo>
                  <a:cubicBezTo>
                    <a:pt x="2003" y="1791"/>
                    <a:pt x="2001" y="1802"/>
                    <a:pt x="2007" y="1806"/>
                  </a:cubicBezTo>
                  <a:cubicBezTo>
                    <a:pt x="2039" y="1854"/>
                    <a:pt x="2043" y="1857"/>
                    <a:pt x="2046" y="1860"/>
                  </a:cubicBezTo>
                  <a:cubicBezTo>
                    <a:pt x="2065" y="1901"/>
                    <a:pt x="2070" y="1913"/>
                    <a:pt x="2074" y="1925"/>
                  </a:cubicBezTo>
                  <a:cubicBezTo>
                    <a:pt x="2084" y="1955"/>
                    <a:pt x="2091" y="1959"/>
                    <a:pt x="2088" y="1961"/>
                  </a:cubicBezTo>
                  <a:cubicBezTo>
                    <a:pt x="2109" y="2008"/>
                    <a:pt x="2111" y="2011"/>
                    <a:pt x="2111" y="2014"/>
                  </a:cubicBezTo>
                  <a:cubicBezTo>
                    <a:pt x="2084" y="2001"/>
                    <a:pt x="2083" y="1990"/>
                    <a:pt x="2078" y="1979"/>
                  </a:cubicBezTo>
                  <a:cubicBezTo>
                    <a:pt x="2058" y="1935"/>
                    <a:pt x="2059" y="1924"/>
                    <a:pt x="2051" y="1913"/>
                  </a:cubicBezTo>
                  <a:cubicBezTo>
                    <a:pt x="2005" y="1834"/>
                    <a:pt x="1999" y="1823"/>
                    <a:pt x="1992" y="1811"/>
                  </a:cubicBezTo>
                  <a:cubicBezTo>
                    <a:pt x="1942" y="1756"/>
                    <a:pt x="1938" y="1745"/>
                    <a:pt x="1934" y="1752"/>
                  </a:cubicBezTo>
                  <a:cubicBezTo>
                    <a:pt x="2017" y="1869"/>
                    <a:pt x="2028" y="1877"/>
                    <a:pt x="2027" y="1885"/>
                  </a:cubicBezTo>
                  <a:cubicBezTo>
                    <a:pt x="2063" y="1966"/>
                    <a:pt x="2065" y="1973"/>
                    <a:pt x="2067" y="1980"/>
                  </a:cubicBezTo>
                  <a:cubicBezTo>
                    <a:pt x="2065" y="1992"/>
                    <a:pt x="2057" y="1989"/>
                    <a:pt x="2060" y="1986"/>
                  </a:cubicBezTo>
                  <a:cubicBezTo>
                    <a:pt x="2045" y="1948"/>
                    <a:pt x="2043" y="1946"/>
                    <a:pt x="2043" y="1943"/>
                  </a:cubicBezTo>
                  <a:cubicBezTo>
                    <a:pt x="2023" y="1902"/>
                    <a:pt x="2017" y="1897"/>
                    <a:pt x="2017" y="1893"/>
                  </a:cubicBezTo>
                  <a:cubicBezTo>
                    <a:pt x="2004" y="1865"/>
                    <a:pt x="1997" y="1860"/>
                    <a:pt x="1998" y="1855"/>
                  </a:cubicBezTo>
                  <a:cubicBezTo>
                    <a:pt x="1963" y="1808"/>
                    <a:pt x="1953" y="1796"/>
                    <a:pt x="1940" y="1775"/>
                  </a:cubicBezTo>
                  <a:cubicBezTo>
                    <a:pt x="1905" y="1717"/>
                    <a:pt x="1893" y="1717"/>
                    <a:pt x="1896" y="1709"/>
                  </a:cubicBezTo>
                  <a:cubicBezTo>
                    <a:pt x="1877" y="1696"/>
                    <a:pt x="1887" y="1701"/>
                    <a:pt x="1884" y="1705"/>
                  </a:cubicBezTo>
                  <a:cubicBezTo>
                    <a:pt x="1901" y="1729"/>
                    <a:pt x="1903" y="1740"/>
                    <a:pt x="1915" y="1751"/>
                  </a:cubicBezTo>
                  <a:cubicBezTo>
                    <a:pt x="1973" y="1832"/>
                    <a:pt x="1981" y="1851"/>
                    <a:pt x="1997" y="1870"/>
                  </a:cubicBezTo>
                  <a:cubicBezTo>
                    <a:pt x="2010" y="1904"/>
                    <a:pt x="2014" y="1909"/>
                    <a:pt x="2017" y="1913"/>
                  </a:cubicBezTo>
                  <a:cubicBezTo>
                    <a:pt x="2030" y="1939"/>
                    <a:pt x="2036" y="1949"/>
                    <a:pt x="2039" y="1958"/>
                  </a:cubicBezTo>
                  <a:cubicBezTo>
                    <a:pt x="2048" y="1982"/>
                    <a:pt x="2048" y="1987"/>
                    <a:pt x="2045" y="1985"/>
                  </a:cubicBezTo>
                  <a:cubicBezTo>
                    <a:pt x="2031" y="1963"/>
                    <a:pt x="2024" y="1958"/>
                    <a:pt x="2019" y="1952"/>
                  </a:cubicBezTo>
                  <a:cubicBezTo>
                    <a:pt x="1966" y="1858"/>
                    <a:pt x="1972" y="1850"/>
                    <a:pt x="1964" y="1850"/>
                  </a:cubicBezTo>
                  <a:cubicBezTo>
                    <a:pt x="1953" y="1828"/>
                    <a:pt x="1951" y="1823"/>
                    <a:pt x="1948" y="1818"/>
                  </a:cubicBezTo>
                  <a:cubicBezTo>
                    <a:pt x="1895" y="1732"/>
                    <a:pt x="1891" y="1727"/>
                    <a:pt x="1888" y="1723"/>
                  </a:cubicBezTo>
                  <a:cubicBezTo>
                    <a:pt x="1919" y="1786"/>
                    <a:pt x="1923" y="1796"/>
                    <a:pt x="1930" y="1807"/>
                  </a:cubicBezTo>
                  <a:cubicBezTo>
                    <a:pt x="1947" y="1834"/>
                    <a:pt x="1951" y="1837"/>
                    <a:pt x="1950" y="1839"/>
                  </a:cubicBezTo>
                  <a:cubicBezTo>
                    <a:pt x="1975" y="1882"/>
                    <a:pt x="1974" y="1885"/>
                    <a:pt x="1977" y="1888"/>
                  </a:cubicBezTo>
                  <a:cubicBezTo>
                    <a:pt x="1992" y="1925"/>
                    <a:pt x="2004" y="1931"/>
                    <a:pt x="1999" y="1935"/>
                  </a:cubicBezTo>
                  <a:cubicBezTo>
                    <a:pt x="2013" y="1957"/>
                    <a:pt x="2017" y="1963"/>
                    <a:pt x="2017" y="1969"/>
                  </a:cubicBezTo>
                  <a:cubicBezTo>
                    <a:pt x="2004" y="1947"/>
                    <a:pt x="1994" y="1941"/>
                    <a:pt x="1991" y="1936"/>
                  </a:cubicBezTo>
                  <a:cubicBezTo>
                    <a:pt x="1972" y="1896"/>
                    <a:pt x="1966" y="1889"/>
                    <a:pt x="1964" y="1882"/>
                  </a:cubicBezTo>
                  <a:cubicBezTo>
                    <a:pt x="1925" y="1808"/>
                    <a:pt x="1925" y="1804"/>
                    <a:pt x="1915" y="1797"/>
                  </a:cubicBezTo>
                  <a:cubicBezTo>
                    <a:pt x="1867" y="1736"/>
                    <a:pt x="1869" y="1724"/>
                    <a:pt x="1860" y="1730"/>
                  </a:cubicBezTo>
                  <a:cubicBezTo>
                    <a:pt x="1899" y="1781"/>
                    <a:pt x="1901" y="1790"/>
                    <a:pt x="1916" y="1808"/>
                  </a:cubicBezTo>
                  <a:cubicBezTo>
                    <a:pt x="1941" y="1843"/>
                    <a:pt x="1937" y="1847"/>
                    <a:pt x="1943" y="1851"/>
                  </a:cubicBezTo>
                  <a:cubicBezTo>
                    <a:pt x="1973" y="1924"/>
                    <a:pt x="1975" y="1926"/>
                    <a:pt x="1978" y="1931"/>
                  </a:cubicBezTo>
                  <a:cubicBezTo>
                    <a:pt x="1970" y="1937"/>
                    <a:pt x="1972" y="1932"/>
                    <a:pt x="1965" y="1927"/>
                  </a:cubicBezTo>
                  <a:cubicBezTo>
                    <a:pt x="1952" y="1892"/>
                    <a:pt x="1945" y="1884"/>
                    <a:pt x="1941" y="1876"/>
                  </a:cubicBezTo>
                  <a:cubicBezTo>
                    <a:pt x="1925" y="1837"/>
                    <a:pt x="1914" y="1832"/>
                    <a:pt x="1916" y="1828"/>
                  </a:cubicBezTo>
                  <a:cubicBezTo>
                    <a:pt x="1875" y="1771"/>
                    <a:pt x="1871" y="1766"/>
                    <a:pt x="1867" y="1761"/>
                  </a:cubicBezTo>
                  <a:cubicBezTo>
                    <a:pt x="1850" y="1739"/>
                    <a:pt x="1837" y="1733"/>
                    <a:pt x="1834" y="1724"/>
                  </a:cubicBezTo>
                  <a:cubicBezTo>
                    <a:pt x="1831" y="1727"/>
                    <a:pt x="1840" y="1739"/>
                    <a:pt x="1859" y="1759"/>
                  </a:cubicBezTo>
                  <a:cubicBezTo>
                    <a:pt x="1929" y="1870"/>
                    <a:pt x="1932" y="1882"/>
                    <a:pt x="1940" y="1894"/>
                  </a:cubicBezTo>
                  <a:cubicBezTo>
                    <a:pt x="1955" y="1926"/>
                    <a:pt x="1962" y="1930"/>
                    <a:pt x="1956" y="1933"/>
                  </a:cubicBezTo>
                  <a:cubicBezTo>
                    <a:pt x="1948" y="1914"/>
                    <a:pt x="1940" y="1910"/>
                    <a:pt x="1939" y="1907"/>
                  </a:cubicBezTo>
                  <a:cubicBezTo>
                    <a:pt x="1901" y="1834"/>
                    <a:pt x="1882" y="1810"/>
                    <a:pt x="1865" y="1786"/>
                  </a:cubicBezTo>
                  <a:cubicBezTo>
                    <a:pt x="1823" y="1743"/>
                    <a:pt x="1820" y="1733"/>
                    <a:pt x="1816" y="1736"/>
                  </a:cubicBezTo>
                  <a:cubicBezTo>
                    <a:pt x="1800" y="1727"/>
                    <a:pt x="1800" y="1727"/>
                    <a:pt x="1808" y="1734"/>
                  </a:cubicBezTo>
                  <a:cubicBezTo>
                    <a:pt x="1845" y="1773"/>
                    <a:pt x="1851" y="1780"/>
                    <a:pt x="1857" y="1787"/>
                  </a:cubicBezTo>
                  <a:cubicBezTo>
                    <a:pt x="1914" y="1883"/>
                    <a:pt x="1922" y="1889"/>
                    <a:pt x="1921" y="1893"/>
                  </a:cubicBezTo>
                  <a:cubicBezTo>
                    <a:pt x="1911" y="1899"/>
                    <a:pt x="1910" y="1880"/>
                    <a:pt x="1897" y="1865"/>
                  </a:cubicBezTo>
                  <a:cubicBezTo>
                    <a:pt x="1850" y="1801"/>
                    <a:pt x="1840" y="1789"/>
                    <a:pt x="1832" y="1778"/>
                  </a:cubicBezTo>
                  <a:cubicBezTo>
                    <a:pt x="1783" y="1729"/>
                    <a:pt x="1776" y="1719"/>
                    <a:pt x="1768" y="1715"/>
                  </a:cubicBezTo>
                  <a:cubicBezTo>
                    <a:pt x="1752" y="1711"/>
                    <a:pt x="1762" y="1716"/>
                    <a:pt x="1772" y="1723"/>
                  </a:cubicBezTo>
                  <a:cubicBezTo>
                    <a:pt x="1813" y="1762"/>
                    <a:pt x="1814" y="1765"/>
                    <a:pt x="1814" y="1767"/>
                  </a:cubicBezTo>
                  <a:cubicBezTo>
                    <a:pt x="1834" y="1793"/>
                    <a:pt x="1840" y="1799"/>
                    <a:pt x="1844" y="1808"/>
                  </a:cubicBezTo>
                  <a:cubicBezTo>
                    <a:pt x="1893" y="1871"/>
                    <a:pt x="1889" y="1874"/>
                    <a:pt x="1893" y="1877"/>
                  </a:cubicBezTo>
                  <a:cubicBezTo>
                    <a:pt x="1882" y="1864"/>
                    <a:pt x="1878" y="1863"/>
                    <a:pt x="1874" y="1856"/>
                  </a:cubicBezTo>
                  <a:cubicBezTo>
                    <a:pt x="1833" y="1802"/>
                    <a:pt x="1826" y="1794"/>
                    <a:pt x="1819" y="1786"/>
                  </a:cubicBezTo>
                  <a:cubicBezTo>
                    <a:pt x="1773" y="1738"/>
                    <a:pt x="1769" y="1738"/>
                    <a:pt x="1765" y="1734"/>
                  </a:cubicBezTo>
                  <a:cubicBezTo>
                    <a:pt x="1760" y="1738"/>
                    <a:pt x="1770" y="1737"/>
                    <a:pt x="1766" y="1742"/>
                  </a:cubicBezTo>
                  <a:cubicBezTo>
                    <a:pt x="1803" y="1777"/>
                    <a:pt x="1807" y="1785"/>
                    <a:pt x="1813" y="1785"/>
                  </a:cubicBezTo>
                  <a:cubicBezTo>
                    <a:pt x="1829" y="1807"/>
                    <a:pt x="1825" y="1810"/>
                    <a:pt x="1831" y="1813"/>
                  </a:cubicBezTo>
                  <a:cubicBezTo>
                    <a:pt x="1813" y="1794"/>
                    <a:pt x="1808" y="1796"/>
                    <a:pt x="1805" y="1790"/>
                  </a:cubicBezTo>
                  <a:cubicBezTo>
                    <a:pt x="1754" y="1747"/>
                    <a:pt x="1750" y="1740"/>
                    <a:pt x="1745" y="1738"/>
                  </a:cubicBezTo>
                  <a:cubicBezTo>
                    <a:pt x="1769" y="1764"/>
                    <a:pt x="1779" y="1774"/>
                    <a:pt x="1790" y="1782"/>
                  </a:cubicBezTo>
                  <a:cubicBezTo>
                    <a:pt x="1832" y="1841"/>
                    <a:pt x="1845" y="1847"/>
                    <a:pt x="1842" y="1852"/>
                  </a:cubicBezTo>
                  <a:cubicBezTo>
                    <a:pt x="1793" y="1807"/>
                    <a:pt x="1776" y="1786"/>
                    <a:pt x="1752" y="1769"/>
                  </a:cubicBezTo>
                  <a:cubicBezTo>
                    <a:pt x="1766" y="1787"/>
                    <a:pt x="1777" y="1798"/>
                    <a:pt x="1788" y="1810"/>
                  </a:cubicBezTo>
                  <a:cubicBezTo>
                    <a:pt x="1812" y="1838"/>
                    <a:pt x="1805" y="1839"/>
                    <a:pt x="1803" y="1837"/>
                  </a:cubicBezTo>
                  <a:cubicBezTo>
                    <a:pt x="1781" y="1826"/>
                    <a:pt x="1776" y="1821"/>
                    <a:pt x="1770" y="1820"/>
                  </a:cubicBezTo>
                  <a:cubicBezTo>
                    <a:pt x="1726" y="1790"/>
                    <a:pt x="1728" y="1785"/>
                    <a:pt x="1721" y="1787"/>
                  </a:cubicBezTo>
                  <a:cubicBezTo>
                    <a:pt x="1746" y="1808"/>
                    <a:pt x="1748" y="1812"/>
                    <a:pt x="1751" y="1811"/>
                  </a:cubicBezTo>
                  <a:cubicBezTo>
                    <a:pt x="1774" y="1830"/>
                    <a:pt x="1769" y="1830"/>
                    <a:pt x="1768" y="1830"/>
                  </a:cubicBezTo>
                  <a:cubicBezTo>
                    <a:pt x="1762" y="1829"/>
                    <a:pt x="1758" y="1825"/>
                    <a:pt x="1757" y="1825"/>
                  </a:cubicBezTo>
                  <a:cubicBezTo>
                    <a:pt x="1733" y="1815"/>
                    <a:pt x="1722" y="1808"/>
                    <a:pt x="1711" y="1802"/>
                  </a:cubicBezTo>
                  <a:cubicBezTo>
                    <a:pt x="1668" y="1781"/>
                    <a:pt x="1665" y="1767"/>
                    <a:pt x="1662" y="1772"/>
                  </a:cubicBezTo>
                  <a:cubicBezTo>
                    <a:pt x="1716" y="1810"/>
                    <a:pt x="1719" y="1814"/>
                    <a:pt x="1721" y="1816"/>
                  </a:cubicBezTo>
                  <a:cubicBezTo>
                    <a:pt x="1754" y="1831"/>
                    <a:pt x="1760" y="1834"/>
                    <a:pt x="1766" y="1838"/>
                  </a:cubicBezTo>
                  <a:cubicBezTo>
                    <a:pt x="1741" y="1835"/>
                    <a:pt x="1730" y="1831"/>
                    <a:pt x="1719" y="1827"/>
                  </a:cubicBezTo>
                  <a:cubicBezTo>
                    <a:pt x="1667" y="1800"/>
                    <a:pt x="1664" y="1802"/>
                    <a:pt x="1662" y="1799"/>
                  </a:cubicBezTo>
                  <a:cubicBezTo>
                    <a:pt x="1679" y="1814"/>
                    <a:pt x="1683" y="1818"/>
                    <a:pt x="1687" y="1817"/>
                  </a:cubicBezTo>
                  <a:cubicBezTo>
                    <a:pt x="1763" y="1850"/>
                    <a:pt x="1779" y="1856"/>
                    <a:pt x="1795" y="1858"/>
                  </a:cubicBezTo>
                  <a:cubicBezTo>
                    <a:pt x="1811" y="1866"/>
                    <a:pt x="1816" y="1856"/>
                    <a:pt x="1820" y="1863"/>
                  </a:cubicBezTo>
                  <a:cubicBezTo>
                    <a:pt x="1850" y="1871"/>
                    <a:pt x="1857" y="1864"/>
                    <a:pt x="1862" y="1875"/>
                  </a:cubicBezTo>
                  <a:cubicBezTo>
                    <a:pt x="1842" y="1876"/>
                    <a:pt x="1840" y="1873"/>
                    <a:pt x="1838" y="1874"/>
                  </a:cubicBezTo>
                  <a:cubicBezTo>
                    <a:pt x="1781" y="1864"/>
                    <a:pt x="1772" y="1865"/>
                    <a:pt x="1764" y="1866"/>
                  </a:cubicBezTo>
                  <a:cubicBezTo>
                    <a:pt x="1697" y="1850"/>
                    <a:pt x="1680" y="1845"/>
                    <a:pt x="1664" y="1837"/>
                  </a:cubicBezTo>
                  <a:cubicBezTo>
                    <a:pt x="1641" y="1830"/>
                    <a:pt x="1651" y="1834"/>
                    <a:pt x="1660" y="1843"/>
                  </a:cubicBezTo>
                  <a:cubicBezTo>
                    <a:pt x="1703" y="1857"/>
                    <a:pt x="1709" y="1862"/>
                    <a:pt x="1715" y="1862"/>
                  </a:cubicBezTo>
                  <a:cubicBezTo>
                    <a:pt x="1776" y="1874"/>
                    <a:pt x="1779" y="1875"/>
                    <a:pt x="1782" y="1876"/>
                  </a:cubicBezTo>
                  <a:cubicBezTo>
                    <a:pt x="1814" y="1881"/>
                    <a:pt x="1817" y="1882"/>
                    <a:pt x="1820" y="1880"/>
                  </a:cubicBezTo>
                  <a:cubicBezTo>
                    <a:pt x="1859" y="1887"/>
                    <a:pt x="1867" y="1889"/>
                    <a:pt x="1874" y="1888"/>
                  </a:cubicBezTo>
                  <a:cubicBezTo>
                    <a:pt x="1891" y="1901"/>
                    <a:pt x="1888" y="1900"/>
                    <a:pt x="1886" y="1895"/>
                  </a:cubicBezTo>
                  <a:cubicBezTo>
                    <a:pt x="1852" y="1893"/>
                    <a:pt x="1845" y="1895"/>
                    <a:pt x="1840" y="1892"/>
                  </a:cubicBezTo>
                  <a:cubicBezTo>
                    <a:pt x="1795" y="1885"/>
                    <a:pt x="1789" y="1891"/>
                    <a:pt x="1783" y="1887"/>
                  </a:cubicBezTo>
                  <a:cubicBezTo>
                    <a:pt x="1718" y="1880"/>
                    <a:pt x="1711" y="1879"/>
                    <a:pt x="1705" y="1877"/>
                  </a:cubicBezTo>
                  <a:cubicBezTo>
                    <a:pt x="1657" y="1869"/>
                    <a:pt x="1650" y="1862"/>
                    <a:pt x="1644" y="1861"/>
                  </a:cubicBezTo>
                  <a:cubicBezTo>
                    <a:pt x="1600" y="1841"/>
                    <a:pt x="1597" y="1831"/>
                    <a:pt x="1593" y="1833"/>
                  </a:cubicBezTo>
                  <a:cubicBezTo>
                    <a:pt x="1597" y="1840"/>
                    <a:pt x="1599" y="1842"/>
                    <a:pt x="1602" y="1843"/>
                  </a:cubicBezTo>
                  <a:cubicBezTo>
                    <a:pt x="1641" y="1869"/>
                    <a:pt x="1637" y="1872"/>
                    <a:pt x="1643" y="1876"/>
                  </a:cubicBezTo>
                  <a:cubicBezTo>
                    <a:pt x="1683" y="1894"/>
                    <a:pt x="1693" y="1901"/>
                    <a:pt x="1703" y="1902"/>
                  </a:cubicBezTo>
                  <a:cubicBezTo>
                    <a:pt x="1750" y="1920"/>
                    <a:pt x="1751" y="1916"/>
                    <a:pt x="1753" y="1916"/>
                  </a:cubicBezTo>
                  <a:cubicBezTo>
                    <a:pt x="1774" y="1922"/>
                    <a:pt x="1784" y="1924"/>
                    <a:pt x="1794" y="1923"/>
                  </a:cubicBezTo>
                  <a:cubicBezTo>
                    <a:pt x="1830" y="1924"/>
                    <a:pt x="1835" y="1925"/>
                    <a:pt x="1840" y="1926"/>
                  </a:cubicBezTo>
                  <a:cubicBezTo>
                    <a:pt x="1877" y="1930"/>
                    <a:pt x="1883" y="1925"/>
                    <a:pt x="1888" y="1925"/>
                  </a:cubicBezTo>
                  <a:cubicBezTo>
                    <a:pt x="1940" y="1939"/>
                    <a:pt x="1943" y="1934"/>
                    <a:pt x="1946" y="1941"/>
                  </a:cubicBezTo>
                  <a:cubicBezTo>
                    <a:pt x="1906" y="1945"/>
                    <a:pt x="1904" y="1942"/>
                    <a:pt x="1901" y="1943"/>
                  </a:cubicBezTo>
                  <a:cubicBezTo>
                    <a:pt x="1865" y="1942"/>
                    <a:pt x="1860" y="1941"/>
                    <a:pt x="1855" y="1940"/>
                  </a:cubicBezTo>
                  <a:cubicBezTo>
                    <a:pt x="1837" y="1942"/>
                    <a:pt x="1834" y="1939"/>
                    <a:pt x="1832" y="1940"/>
                  </a:cubicBezTo>
                  <a:cubicBezTo>
                    <a:pt x="1785" y="1936"/>
                    <a:pt x="1774" y="1934"/>
                    <a:pt x="1764" y="1932"/>
                  </a:cubicBezTo>
                  <a:cubicBezTo>
                    <a:pt x="1714" y="1916"/>
                    <a:pt x="1708" y="1920"/>
                    <a:pt x="1704" y="1913"/>
                  </a:cubicBezTo>
                  <a:cubicBezTo>
                    <a:pt x="1661" y="1902"/>
                    <a:pt x="1658" y="1892"/>
                    <a:pt x="1654" y="1899"/>
                  </a:cubicBezTo>
                  <a:cubicBezTo>
                    <a:pt x="1721" y="1926"/>
                    <a:pt x="1728" y="1931"/>
                    <a:pt x="1735" y="1935"/>
                  </a:cubicBezTo>
                  <a:cubicBezTo>
                    <a:pt x="1769" y="1942"/>
                    <a:pt x="1772" y="1946"/>
                    <a:pt x="1776" y="1942"/>
                  </a:cubicBezTo>
                  <a:cubicBezTo>
                    <a:pt x="1811" y="1952"/>
                    <a:pt x="1815" y="1945"/>
                    <a:pt x="1819" y="1951"/>
                  </a:cubicBezTo>
                  <a:cubicBezTo>
                    <a:pt x="1842" y="1951"/>
                    <a:pt x="1846" y="1953"/>
                    <a:pt x="1850" y="1950"/>
                  </a:cubicBezTo>
                  <a:cubicBezTo>
                    <a:pt x="1909" y="1952"/>
                    <a:pt x="1915" y="1954"/>
                    <a:pt x="1922" y="1953"/>
                  </a:cubicBezTo>
                  <a:cubicBezTo>
                    <a:pt x="1939" y="1951"/>
                    <a:pt x="1941" y="1956"/>
                    <a:pt x="1944" y="1952"/>
                  </a:cubicBezTo>
                  <a:cubicBezTo>
                    <a:pt x="1969" y="1956"/>
                    <a:pt x="1972" y="1958"/>
                    <a:pt x="1976" y="1959"/>
                  </a:cubicBezTo>
                  <a:cubicBezTo>
                    <a:pt x="1965" y="1961"/>
                    <a:pt x="1960" y="1960"/>
                    <a:pt x="1954" y="1957"/>
                  </a:cubicBezTo>
                  <a:cubicBezTo>
                    <a:pt x="1914" y="1964"/>
                    <a:pt x="1909" y="1955"/>
                    <a:pt x="1903" y="1961"/>
                  </a:cubicBezTo>
                  <a:cubicBezTo>
                    <a:pt x="1880" y="1964"/>
                    <a:pt x="1875" y="1959"/>
                    <a:pt x="1869" y="1959"/>
                  </a:cubicBezTo>
                  <a:cubicBezTo>
                    <a:pt x="1815" y="1960"/>
                    <a:pt x="1813" y="1960"/>
                    <a:pt x="1810" y="1958"/>
                  </a:cubicBezTo>
                  <a:cubicBezTo>
                    <a:pt x="1782" y="1951"/>
                    <a:pt x="1779" y="1954"/>
                    <a:pt x="1777" y="1953"/>
                  </a:cubicBezTo>
                  <a:cubicBezTo>
                    <a:pt x="1748" y="1947"/>
                    <a:pt x="1746" y="1947"/>
                    <a:pt x="1743" y="1948"/>
                  </a:cubicBezTo>
                  <a:cubicBezTo>
                    <a:pt x="1712" y="1936"/>
                    <a:pt x="1706" y="1934"/>
                    <a:pt x="1701" y="1929"/>
                  </a:cubicBezTo>
                  <a:cubicBezTo>
                    <a:pt x="1717" y="1946"/>
                    <a:pt x="1727" y="1946"/>
                    <a:pt x="1737" y="1953"/>
                  </a:cubicBezTo>
                  <a:cubicBezTo>
                    <a:pt x="1812" y="1968"/>
                    <a:pt x="1818" y="1971"/>
                    <a:pt x="1823" y="1970"/>
                  </a:cubicBezTo>
                  <a:cubicBezTo>
                    <a:pt x="1845" y="1969"/>
                    <a:pt x="1847" y="1974"/>
                    <a:pt x="1850" y="1970"/>
                  </a:cubicBezTo>
                  <a:cubicBezTo>
                    <a:pt x="1872" y="1968"/>
                    <a:pt x="1875" y="1968"/>
                    <a:pt x="1877" y="1972"/>
                  </a:cubicBezTo>
                  <a:cubicBezTo>
                    <a:pt x="1901" y="1970"/>
                    <a:pt x="1907" y="1971"/>
                    <a:pt x="1913" y="1970"/>
                  </a:cubicBezTo>
                  <a:cubicBezTo>
                    <a:pt x="1996" y="1976"/>
                    <a:pt x="2007" y="1978"/>
                    <a:pt x="2019" y="1982"/>
                  </a:cubicBezTo>
                  <a:cubicBezTo>
                    <a:pt x="1956" y="1985"/>
                    <a:pt x="1952" y="1983"/>
                    <a:pt x="1948" y="1983"/>
                  </a:cubicBezTo>
                  <a:cubicBezTo>
                    <a:pt x="1865" y="1989"/>
                    <a:pt x="1861" y="1990"/>
                    <a:pt x="1858" y="1989"/>
                  </a:cubicBezTo>
                  <a:cubicBezTo>
                    <a:pt x="1842" y="1988"/>
                    <a:pt x="1838" y="1989"/>
                    <a:pt x="1835" y="1989"/>
                  </a:cubicBezTo>
                  <a:cubicBezTo>
                    <a:pt x="1791" y="1980"/>
                    <a:pt x="1783" y="1979"/>
                    <a:pt x="1775" y="1975"/>
                  </a:cubicBezTo>
                  <a:cubicBezTo>
                    <a:pt x="1733" y="1968"/>
                    <a:pt x="1738" y="1969"/>
                    <a:pt x="1743" y="1971"/>
                  </a:cubicBezTo>
                  <a:cubicBezTo>
                    <a:pt x="1801" y="1990"/>
                    <a:pt x="1807" y="1993"/>
                    <a:pt x="1813" y="1994"/>
                  </a:cubicBezTo>
                  <a:cubicBezTo>
                    <a:pt x="1848" y="2002"/>
                    <a:pt x="1853" y="1994"/>
                    <a:pt x="1857" y="1999"/>
                  </a:cubicBezTo>
                  <a:cubicBezTo>
                    <a:pt x="1893" y="1996"/>
                    <a:pt x="1901" y="1998"/>
                    <a:pt x="1910" y="1996"/>
                  </a:cubicBezTo>
                  <a:cubicBezTo>
                    <a:pt x="1965" y="1991"/>
                    <a:pt x="1969" y="1993"/>
                    <a:pt x="1974" y="1989"/>
                  </a:cubicBezTo>
                  <a:cubicBezTo>
                    <a:pt x="2013" y="1993"/>
                    <a:pt x="2016" y="1991"/>
                    <a:pt x="2020" y="1996"/>
                  </a:cubicBezTo>
                  <a:cubicBezTo>
                    <a:pt x="2003" y="2000"/>
                    <a:pt x="1999" y="1994"/>
                    <a:pt x="1995" y="1997"/>
                  </a:cubicBezTo>
                  <a:cubicBezTo>
                    <a:pt x="1946" y="1996"/>
                    <a:pt x="1936" y="2007"/>
                    <a:pt x="1928" y="2000"/>
                  </a:cubicBezTo>
                  <a:cubicBezTo>
                    <a:pt x="1842" y="2015"/>
                    <a:pt x="1833" y="2014"/>
                    <a:pt x="1825" y="2015"/>
                  </a:cubicBezTo>
                  <a:cubicBezTo>
                    <a:pt x="1794" y="2010"/>
                    <a:pt x="1786" y="2016"/>
                    <a:pt x="1779" y="2012"/>
                  </a:cubicBezTo>
                  <a:cubicBezTo>
                    <a:pt x="1727" y="2002"/>
                    <a:pt x="1720" y="1995"/>
                    <a:pt x="1712" y="1998"/>
                  </a:cubicBezTo>
                  <a:cubicBezTo>
                    <a:pt x="1766" y="2016"/>
                    <a:pt x="1769" y="2018"/>
                    <a:pt x="1772" y="2021"/>
                  </a:cubicBezTo>
                  <a:cubicBezTo>
                    <a:pt x="1866" y="2024"/>
                    <a:pt x="1878" y="2021"/>
                    <a:pt x="1890" y="2019"/>
                  </a:cubicBezTo>
                  <a:cubicBezTo>
                    <a:pt x="1932" y="2010"/>
                    <a:pt x="1937" y="2015"/>
                    <a:pt x="1943" y="2010"/>
                  </a:cubicBezTo>
                  <a:cubicBezTo>
                    <a:pt x="1974" y="2009"/>
                    <a:pt x="1986" y="2010"/>
                    <a:pt x="1999" y="2005"/>
                  </a:cubicBezTo>
                  <a:cubicBezTo>
                    <a:pt x="2065" y="2015"/>
                    <a:pt x="2062" y="2015"/>
                    <a:pt x="2059" y="2014"/>
                  </a:cubicBezTo>
                  <a:cubicBezTo>
                    <a:pt x="2033" y="2015"/>
                    <a:pt x="2030" y="2011"/>
                    <a:pt x="2026" y="2013"/>
                  </a:cubicBezTo>
                  <a:cubicBezTo>
                    <a:pt x="1966" y="2015"/>
                    <a:pt x="1964" y="2014"/>
                    <a:pt x="1961" y="2015"/>
                  </a:cubicBezTo>
                  <a:cubicBezTo>
                    <a:pt x="1902" y="2024"/>
                    <a:pt x="1881" y="2032"/>
                    <a:pt x="1861" y="2033"/>
                  </a:cubicBezTo>
                  <a:cubicBezTo>
                    <a:pt x="1842" y="2035"/>
                    <a:pt x="1837" y="2035"/>
                    <a:pt x="1831" y="2036"/>
                  </a:cubicBezTo>
                  <a:cubicBezTo>
                    <a:pt x="1814" y="2032"/>
                    <a:pt x="1811" y="2034"/>
                    <a:pt x="1809" y="2032"/>
                  </a:cubicBezTo>
                  <a:cubicBezTo>
                    <a:pt x="1760" y="2026"/>
                    <a:pt x="1750" y="2023"/>
                    <a:pt x="1740" y="2023"/>
                  </a:cubicBezTo>
                  <a:cubicBezTo>
                    <a:pt x="1786" y="2037"/>
                    <a:pt x="1792" y="2040"/>
                    <a:pt x="1799" y="2038"/>
                  </a:cubicBezTo>
                  <a:cubicBezTo>
                    <a:pt x="1827" y="2043"/>
                    <a:pt x="1835" y="2045"/>
                    <a:pt x="1843" y="2043"/>
                  </a:cubicBezTo>
                  <a:cubicBezTo>
                    <a:pt x="1876" y="2042"/>
                    <a:pt x="1885" y="2038"/>
                    <a:pt x="1893" y="2037"/>
                  </a:cubicBezTo>
                  <a:cubicBezTo>
                    <a:pt x="1933" y="2027"/>
                    <a:pt x="1936" y="2029"/>
                    <a:pt x="1940" y="2030"/>
                  </a:cubicBezTo>
                  <a:cubicBezTo>
                    <a:pt x="1985" y="2019"/>
                    <a:pt x="1987" y="2022"/>
                    <a:pt x="1990" y="2021"/>
                  </a:cubicBezTo>
                  <a:cubicBezTo>
                    <a:pt x="2030" y="2021"/>
                    <a:pt x="2034" y="2027"/>
                    <a:pt x="2039" y="2022"/>
                  </a:cubicBezTo>
                  <a:cubicBezTo>
                    <a:pt x="2066" y="2021"/>
                    <a:pt x="2068" y="2028"/>
                    <a:pt x="2072" y="2025"/>
                  </a:cubicBezTo>
                  <a:cubicBezTo>
                    <a:pt x="2080" y="2034"/>
                    <a:pt x="2073" y="2035"/>
                    <a:pt x="2065" y="2031"/>
                  </a:cubicBezTo>
                  <a:cubicBezTo>
                    <a:pt x="2026" y="2036"/>
                    <a:pt x="2022" y="2032"/>
                    <a:pt x="2019" y="2034"/>
                  </a:cubicBezTo>
                  <a:cubicBezTo>
                    <a:pt x="1978" y="2039"/>
                    <a:pt x="1973" y="2041"/>
                    <a:pt x="1969" y="2040"/>
                  </a:cubicBezTo>
                  <a:cubicBezTo>
                    <a:pt x="1930" y="2047"/>
                    <a:pt x="1920" y="2051"/>
                    <a:pt x="1911" y="2053"/>
                  </a:cubicBezTo>
                  <a:cubicBezTo>
                    <a:pt x="1865" y="2061"/>
                    <a:pt x="1863" y="2058"/>
                    <a:pt x="1861" y="2059"/>
                  </a:cubicBezTo>
                  <a:cubicBezTo>
                    <a:pt x="1819" y="2062"/>
                    <a:pt x="1815" y="2058"/>
                    <a:pt x="1810" y="2060"/>
                  </a:cubicBezTo>
                  <a:cubicBezTo>
                    <a:pt x="1790" y="2059"/>
                    <a:pt x="1785" y="2058"/>
                    <a:pt x="1781" y="2057"/>
                  </a:cubicBezTo>
                  <a:cubicBezTo>
                    <a:pt x="1776" y="2063"/>
                    <a:pt x="1780" y="2063"/>
                    <a:pt x="1785" y="2065"/>
                  </a:cubicBezTo>
                  <a:cubicBezTo>
                    <a:pt x="1807" y="2068"/>
                    <a:pt x="1810" y="2068"/>
                    <a:pt x="1812" y="2067"/>
                  </a:cubicBezTo>
                  <a:cubicBezTo>
                    <a:pt x="1856" y="2069"/>
                    <a:pt x="1858" y="2069"/>
                    <a:pt x="1860" y="2068"/>
                  </a:cubicBezTo>
                  <a:cubicBezTo>
                    <a:pt x="1886" y="2067"/>
                    <a:pt x="1888" y="2068"/>
                    <a:pt x="1890" y="2066"/>
                  </a:cubicBezTo>
                  <a:cubicBezTo>
                    <a:pt x="1917" y="2057"/>
                    <a:pt x="1921" y="2064"/>
                    <a:pt x="1926" y="2060"/>
                  </a:cubicBezTo>
                  <a:cubicBezTo>
                    <a:pt x="1980" y="2047"/>
                    <a:pt x="1989" y="2048"/>
                    <a:pt x="1999" y="2042"/>
                  </a:cubicBezTo>
                  <a:cubicBezTo>
                    <a:pt x="2018" y="2044"/>
                    <a:pt x="2020" y="2045"/>
                    <a:pt x="2023" y="2042"/>
                  </a:cubicBezTo>
                  <a:cubicBezTo>
                    <a:pt x="2061" y="2040"/>
                    <a:pt x="2065" y="2040"/>
                    <a:pt x="2069" y="2042"/>
                  </a:cubicBezTo>
                  <a:cubicBezTo>
                    <a:pt x="2089" y="2045"/>
                    <a:pt x="2092" y="2044"/>
                    <a:pt x="2090" y="2047"/>
                  </a:cubicBezTo>
                  <a:cubicBezTo>
                    <a:pt x="2039" y="2050"/>
                    <a:pt x="2025" y="2060"/>
                    <a:pt x="2012" y="2057"/>
                  </a:cubicBezTo>
                  <a:cubicBezTo>
                    <a:pt x="1987" y="2061"/>
                    <a:pt x="1980" y="2066"/>
                    <a:pt x="1973" y="2065"/>
                  </a:cubicBezTo>
                  <a:cubicBezTo>
                    <a:pt x="1926" y="2080"/>
                    <a:pt x="1920" y="2077"/>
                    <a:pt x="1914" y="2080"/>
                  </a:cubicBezTo>
                  <a:cubicBezTo>
                    <a:pt x="1848" y="2084"/>
                    <a:pt x="1842" y="2084"/>
                    <a:pt x="1836" y="2084"/>
                  </a:cubicBezTo>
                  <a:cubicBezTo>
                    <a:pt x="1809" y="2083"/>
                    <a:pt x="1802" y="2084"/>
                    <a:pt x="1796" y="2081"/>
                  </a:cubicBezTo>
                  <a:cubicBezTo>
                    <a:pt x="1781" y="2083"/>
                    <a:pt x="1784" y="2084"/>
                    <a:pt x="1786" y="2087"/>
                  </a:cubicBezTo>
                  <a:cubicBezTo>
                    <a:pt x="1816" y="2091"/>
                    <a:pt x="1822" y="2088"/>
                    <a:pt x="1828" y="2091"/>
                  </a:cubicBezTo>
                  <a:cubicBezTo>
                    <a:pt x="1850" y="2093"/>
                    <a:pt x="1855" y="2091"/>
                    <a:pt x="1860" y="2092"/>
                  </a:cubicBezTo>
                  <a:cubicBezTo>
                    <a:pt x="1880" y="2093"/>
                    <a:pt x="1882" y="2090"/>
                    <a:pt x="1885" y="2090"/>
                  </a:cubicBezTo>
                  <a:cubicBezTo>
                    <a:pt x="1905" y="2093"/>
                    <a:pt x="1908" y="2086"/>
                    <a:pt x="1911" y="2090"/>
                  </a:cubicBezTo>
                  <a:cubicBezTo>
                    <a:pt x="1936" y="2089"/>
                    <a:pt x="1929" y="2089"/>
                    <a:pt x="1925" y="2090"/>
                  </a:cubicBezTo>
                  <a:cubicBezTo>
                    <a:pt x="1905" y="2095"/>
                    <a:pt x="1902" y="2094"/>
                    <a:pt x="1900" y="2094"/>
                  </a:cubicBezTo>
                  <a:cubicBezTo>
                    <a:pt x="1830" y="2102"/>
                    <a:pt x="1814" y="2103"/>
                    <a:pt x="1798" y="2100"/>
                  </a:cubicBezTo>
                  <a:cubicBezTo>
                    <a:pt x="1757" y="2101"/>
                    <a:pt x="1753" y="2092"/>
                    <a:pt x="1748" y="2100"/>
                  </a:cubicBezTo>
                  <a:cubicBezTo>
                    <a:pt x="1799" y="2109"/>
                    <a:pt x="1804" y="2109"/>
                    <a:pt x="1810" y="2110"/>
                  </a:cubicBezTo>
                  <a:cubicBezTo>
                    <a:pt x="1851" y="2110"/>
                    <a:pt x="1853" y="2109"/>
                    <a:pt x="1856" y="2110"/>
                  </a:cubicBezTo>
                  <a:cubicBezTo>
                    <a:pt x="1890" y="2107"/>
                    <a:pt x="1892" y="2108"/>
                    <a:pt x="1895" y="2105"/>
                  </a:cubicBezTo>
                  <a:cubicBezTo>
                    <a:pt x="1913" y="2105"/>
                    <a:pt x="1916" y="2100"/>
                    <a:pt x="1918" y="2102"/>
                  </a:cubicBezTo>
                  <a:cubicBezTo>
                    <a:pt x="1977" y="2083"/>
                    <a:pt x="1987" y="2085"/>
                    <a:pt x="1999" y="2078"/>
                  </a:cubicBezTo>
                  <a:cubicBezTo>
                    <a:pt x="2053" y="2068"/>
                    <a:pt x="2058" y="2069"/>
                    <a:pt x="2064" y="2070"/>
                  </a:cubicBezTo>
                  <a:cubicBezTo>
                    <a:pt x="2099" y="2065"/>
                    <a:pt x="2102" y="2065"/>
                    <a:pt x="2104" y="2066"/>
                  </a:cubicBezTo>
                  <a:cubicBezTo>
                    <a:pt x="2123" y="2069"/>
                    <a:pt x="2131" y="2064"/>
                    <a:pt x="2127" y="2069"/>
                  </a:cubicBezTo>
                  <a:cubicBezTo>
                    <a:pt x="2075" y="2080"/>
                    <a:pt x="2071" y="2079"/>
                    <a:pt x="2067" y="2079"/>
                  </a:cubicBezTo>
                  <a:cubicBezTo>
                    <a:pt x="2020" y="2094"/>
                    <a:pt x="2011" y="2100"/>
                    <a:pt x="2002" y="2098"/>
                  </a:cubicBezTo>
                  <a:cubicBezTo>
                    <a:pt x="1963" y="2116"/>
                    <a:pt x="1959" y="2109"/>
                    <a:pt x="1954" y="2116"/>
                  </a:cubicBezTo>
                  <a:cubicBezTo>
                    <a:pt x="1851" y="2138"/>
                    <a:pt x="1844" y="2132"/>
                    <a:pt x="1836" y="2136"/>
                  </a:cubicBezTo>
                  <a:cubicBezTo>
                    <a:pt x="1826" y="2142"/>
                    <a:pt x="1836" y="2142"/>
                    <a:pt x="1846" y="2142"/>
                  </a:cubicBezTo>
                  <a:cubicBezTo>
                    <a:pt x="1867" y="2140"/>
                    <a:pt x="1872" y="2144"/>
                    <a:pt x="1877" y="2141"/>
                  </a:cubicBezTo>
                  <a:cubicBezTo>
                    <a:pt x="1913" y="2139"/>
                    <a:pt x="1919" y="2132"/>
                    <a:pt x="1924" y="2134"/>
                  </a:cubicBezTo>
                  <a:cubicBezTo>
                    <a:pt x="1959" y="2125"/>
                    <a:pt x="1964" y="2124"/>
                    <a:pt x="1970" y="2120"/>
                  </a:cubicBezTo>
                  <a:cubicBezTo>
                    <a:pt x="2007" y="2106"/>
                    <a:pt x="2013" y="2108"/>
                    <a:pt x="2020" y="2105"/>
                  </a:cubicBezTo>
                  <a:cubicBezTo>
                    <a:pt x="2040" y="2100"/>
                    <a:pt x="2044" y="2093"/>
                    <a:pt x="2047" y="2096"/>
                  </a:cubicBezTo>
                  <a:cubicBezTo>
                    <a:pt x="2086" y="2089"/>
                    <a:pt x="2094" y="2082"/>
                    <a:pt x="2100" y="2084"/>
                  </a:cubicBezTo>
                  <a:cubicBezTo>
                    <a:pt x="2135" y="2086"/>
                    <a:pt x="2139" y="2077"/>
                    <a:pt x="2142" y="2079"/>
                  </a:cubicBezTo>
                  <a:cubicBezTo>
                    <a:pt x="2159" y="2083"/>
                    <a:pt x="2154" y="2082"/>
                    <a:pt x="2150" y="2081"/>
                  </a:cubicBezTo>
                  <a:cubicBezTo>
                    <a:pt x="2117" y="2084"/>
                    <a:pt x="2111" y="2088"/>
                    <a:pt x="2106" y="2088"/>
                  </a:cubicBezTo>
                  <a:cubicBezTo>
                    <a:pt x="2041" y="2104"/>
                    <a:pt x="2035" y="2114"/>
                    <a:pt x="2030" y="2111"/>
                  </a:cubicBezTo>
                  <a:cubicBezTo>
                    <a:pt x="1993" y="2122"/>
                    <a:pt x="1991" y="2126"/>
                    <a:pt x="1991" y="2128"/>
                  </a:cubicBezTo>
                  <a:cubicBezTo>
                    <a:pt x="1972" y="2138"/>
                    <a:pt x="1964" y="2127"/>
                    <a:pt x="1967" y="2134"/>
                  </a:cubicBezTo>
                  <a:cubicBezTo>
                    <a:pt x="1927" y="2146"/>
                    <a:pt x="1921" y="2143"/>
                    <a:pt x="1915" y="2148"/>
                  </a:cubicBezTo>
                  <a:cubicBezTo>
                    <a:pt x="1877" y="2147"/>
                    <a:pt x="1871" y="2154"/>
                    <a:pt x="1865" y="2154"/>
                  </a:cubicBezTo>
                  <a:cubicBezTo>
                    <a:pt x="1843" y="2149"/>
                    <a:pt x="1837" y="2158"/>
                    <a:pt x="1831" y="2151"/>
                  </a:cubicBezTo>
                  <a:cubicBezTo>
                    <a:pt x="1792" y="2150"/>
                    <a:pt x="1787" y="2142"/>
                    <a:pt x="1781" y="2146"/>
                  </a:cubicBezTo>
                  <a:cubicBezTo>
                    <a:pt x="1821" y="2158"/>
                    <a:pt x="1829" y="2160"/>
                    <a:pt x="1837" y="2160"/>
                  </a:cubicBezTo>
                  <a:cubicBezTo>
                    <a:pt x="1845" y="2160"/>
                    <a:pt x="1845" y="2160"/>
                    <a:pt x="1845" y="2160"/>
                  </a:cubicBezTo>
                  <a:cubicBezTo>
                    <a:pt x="1917" y="2153"/>
                    <a:pt x="1922" y="2158"/>
                    <a:pt x="1927" y="2152"/>
                  </a:cubicBezTo>
                  <a:cubicBezTo>
                    <a:pt x="1990" y="2138"/>
                    <a:pt x="2001" y="2131"/>
                    <a:pt x="2012" y="2129"/>
                  </a:cubicBezTo>
                  <a:cubicBezTo>
                    <a:pt x="2062" y="2106"/>
                    <a:pt x="2075" y="2111"/>
                    <a:pt x="2090" y="2102"/>
                  </a:cubicBezTo>
                  <a:cubicBezTo>
                    <a:pt x="2139" y="2090"/>
                    <a:pt x="2145" y="2096"/>
                    <a:pt x="2152" y="2091"/>
                  </a:cubicBezTo>
                  <a:cubicBezTo>
                    <a:pt x="2188" y="2096"/>
                    <a:pt x="2192" y="2094"/>
                    <a:pt x="2195" y="2094"/>
                  </a:cubicBezTo>
                  <a:cubicBezTo>
                    <a:pt x="2212" y="2100"/>
                    <a:pt x="2215" y="2098"/>
                    <a:pt x="2213" y="2101"/>
                  </a:cubicBezTo>
                  <a:cubicBezTo>
                    <a:pt x="2155" y="2109"/>
                    <a:pt x="2152" y="2110"/>
                    <a:pt x="2148" y="2109"/>
                  </a:cubicBezTo>
                  <a:cubicBezTo>
                    <a:pt x="2095" y="2129"/>
                    <a:pt x="2087" y="2129"/>
                    <a:pt x="2080" y="2134"/>
                  </a:cubicBezTo>
                  <a:cubicBezTo>
                    <a:pt x="2050" y="2142"/>
                    <a:pt x="2042" y="2150"/>
                    <a:pt x="2034" y="2151"/>
                  </a:cubicBezTo>
                  <a:cubicBezTo>
                    <a:pt x="2014" y="2160"/>
                    <a:pt x="2014" y="2160"/>
                    <a:pt x="2013" y="2160"/>
                  </a:cubicBezTo>
                  <a:cubicBezTo>
                    <a:pt x="2054" y="2153"/>
                    <a:pt x="2064" y="2154"/>
                    <a:pt x="2074" y="2148"/>
                  </a:cubicBezTo>
                  <a:cubicBezTo>
                    <a:pt x="2154" y="2114"/>
                    <a:pt x="2159" y="2123"/>
                    <a:pt x="2165" y="2115"/>
                  </a:cubicBezTo>
                  <a:cubicBezTo>
                    <a:pt x="2190" y="2117"/>
                    <a:pt x="2187" y="2113"/>
                    <a:pt x="2183" y="2119"/>
                  </a:cubicBezTo>
                  <a:cubicBezTo>
                    <a:pt x="2157" y="2125"/>
                    <a:pt x="2154" y="2123"/>
                    <a:pt x="2150" y="2125"/>
                  </a:cubicBezTo>
                  <a:cubicBezTo>
                    <a:pt x="2102" y="2142"/>
                    <a:pt x="2098" y="2146"/>
                    <a:pt x="2094" y="2147"/>
                  </a:cubicBezTo>
                  <a:cubicBezTo>
                    <a:pt x="2087" y="2160"/>
                    <a:pt x="2087" y="2160"/>
                    <a:pt x="2087" y="2160"/>
                  </a:cubicBezTo>
                  <a:cubicBezTo>
                    <a:pt x="2130" y="2147"/>
                    <a:pt x="2134" y="2139"/>
                    <a:pt x="2138" y="2141"/>
                  </a:cubicBezTo>
                  <a:cubicBezTo>
                    <a:pt x="2207" y="2127"/>
                    <a:pt x="2211" y="2122"/>
                    <a:pt x="2215" y="2123"/>
                  </a:cubicBezTo>
                  <a:cubicBezTo>
                    <a:pt x="2265" y="2131"/>
                    <a:pt x="2255" y="2136"/>
                    <a:pt x="2245" y="2134"/>
                  </a:cubicBezTo>
                  <a:cubicBezTo>
                    <a:pt x="2202" y="2144"/>
                    <a:pt x="2188" y="2144"/>
                    <a:pt x="2175" y="2150"/>
                  </a:cubicBezTo>
                  <a:cubicBezTo>
                    <a:pt x="2182" y="2158"/>
                    <a:pt x="2190" y="2154"/>
                    <a:pt x="2198" y="2153"/>
                  </a:cubicBezTo>
                  <a:cubicBezTo>
                    <a:pt x="2242" y="2147"/>
                    <a:pt x="2254" y="2144"/>
                    <a:pt x="2266" y="2142"/>
                  </a:cubicBezTo>
                  <a:cubicBezTo>
                    <a:pt x="2296" y="2149"/>
                    <a:pt x="2289" y="2141"/>
                    <a:pt x="2281" y="2149"/>
                  </a:cubicBezTo>
                  <a:cubicBezTo>
                    <a:pt x="2215" y="2160"/>
                    <a:pt x="2215" y="2160"/>
                    <a:pt x="2215" y="2160"/>
                  </a:cubicBezTo>
                  <a:cubicBezTo>
                    <a:pt x="2261" y="2163"/>
                    <a:pt x="2266" y="2158"/>
                    <a:pt x="2270" y="2159"/>
                  </a:cubicBezTo>
                  <a:cubicBezTo>
                    <a:pt x="2286" y="2157"/>
                    <a:pt x="2288" y="2158"/>
                    <a:pt x="2290" y="2159"/>
                  </a:cubicBezTo>
                  <a:cubicBezTo>
                    <a:pt x="2306" y="2159"/>
                    <a:pt x="2301" y="2160"/>
                    <a:pt x="2296" y="2159"/>
                  </a:cubicBezTo>
                  <a:cubicBezTo>
                    <a:pt x="2375" y="2159"/>
                    <a:pt x="2374" y="2158"/>
                    <a:pt x="2372" y="2157"/>
                  </a:cubicBezTo>
                  <a:cubicBezTo>
                    <a:pt x="2357" y="2145"/>
                    <a:pt x="2353" y="2143"/>
                    <a:pt x="2349" y="2136"/>
                  </a:cubicBezTo>
                  <a:cubicBezTo>
                    <a:pt x="2334" y="2103"/>
                    <a:pt x="2327" y="2099"/>
                    <a:pt x="2325" y="2096"/>
                  </a:cubicBezTo>
                  <a:cubicBezTo>
                    <a:pt x="2312" y="2069"/>
                    <a:pt x="2309" y="2062"/>
                    <a:pt x="2306" y="2055"/>
                  </a:cubicBezTo>
                  <a:cubicBezTo>
                    <a:pt x="2290" y="2013"/>
                    <a:pt x="2286" y="2009"/>
                    <a:pt x="2286" y="2006"/>
                  </a:cubicBezTo>
                  <a:cubicBezTo>
                    <a:pt x="2276" y="1972"/>
                    <a:pt x="2269" y="1966"/>
                    <a:pt x="2269" y="1960"/>
                  </a:cubicBezTo>
                  <a:cubicBezTo>
                    <a:pt x="2205" y="1870"/>
                    <a:pt x="2206" y="1871"/>
                    <a:pt x="2207" y="1872"/>
                  </a:cubicBezTo>
                  <a:cubicBezTo>
                    <a:pt x="2252" y="1922"/>
                    <a:pt x="2262" y="1928"/>
                    <a:pt x="2273" y="1948"/>
                  </a:cubicBezTo>
                  <a:cubicBezTo>
                    <a:pt x="2301" y="2003"/>
                    <a:pt x="2306" y="2005"/>
                    <a:pt x="2308" y="2010"/>
                  </a:cubicBezTo>
                  <a:cubicBezTo>
                    <a:pt x="2314" y="2029"/>
                    <a:pt x="2321" y="2036"/>
                    <a:pt x="2322" y="2043"/>
                  </a:cubicBezTo>
                  <a:cubicBezTo>
                    <a:pt x="2355" y="2106"/>
                    <a:pt x="2363" y="2126"/>
                    <a:pt x="2374" y="2146"/>
                  </a:cubicBezTo>
                  <a:cubicBezTo>
                    <a:pt x="2399" y="2160"/>
                    <a:pt x="2399" y="2160"/>
                    <a:pt x="2399" y="2160"/>
                  </a:cubicBezTo>
                  <a:close/>
                  <a:moveTo>
                    <a:pt x="1838" y="1827"/>
                  </a:moveTo>
                  <a:cubicBezTo>
                    <a:pt x="1845" y="1821"/>
                    <a:pt x="1845" y="1838"/>
                    <a:pt x="1854" y="1842"/>
                  </a:cubicBezTo>
                  <a:cubicBezTo>
                    <a:pt x="1845" y="1846"/>
                    <a:pt x="1846" y="1833"/>
                    <a:pt x="1838" y="1827"/>
                  </a:cubicBezTo>
                  <a:close/>
                  <a:moveTo>
                    <a:pt x="1853" y="1848"/>
                  </a:moveTo>
                  <a:cubicBezTo>
                    <a:pt x="1859" y="1847"/>
                    <a:pt x="1862" y="1858"/>
                    <a:pt x="1865" y="1862"/>
                  </a:cubicBezTo>
                  <a:cubicBezTo>
                    <a:pt x="1859" y="1863"/>
                    <a:pt x="1856" y="1852"/>
                    <a:pt x="1853" y="1848"/>
                  </a:cubicBezTo>
                  <a:close/>
                  <a:moveTo>
                    <a:pt x="1645" y="1869"/>
                  </a:moveTo>
                  <a:cubicBezTo>
                    <a:pt x="1648" y="1868"/>
                    <a:pt x="1651" y="1869"/>
                    <a:pt x="1654" y="1872"/>
                  </a:cubicBezTo>
                  <a:cubicBezTo>
                    <a:pt x="1650" y="1878"/>
                    <a:pt x="1648" y="1871"/>
                    <a:pt x="1645" y="1869"/>
                  </a:cubicBezTo>
                  <a:close/>
                  <a:moveTo>
                    <a:pt x="1907" y="1920"/>
                  </a:moveTo>
                  <a:cubicBezTo>
                    <a:pt x="1903" y="1914"/>
                    <a:pt x="1899" y="1920"/>
                    <a:pt x="1895" y="1916"/>
                  </a:cubicBezTo>
                  <a:cubicBezTo>
                    <a:pt x="1841" y="1913"/>
                    <a:pt x="1839" y="1913"/>
                    <a:pt x="1836" y="1915"/>
                  </a:cubicBezTo>
                  <a:cubicBezTo>
                    <a:pt x="1810" y="1916"/>
                    <a:pt x="1803" y="1912"/>
                    <a:pt x="1795" y="1914"/>
                  </a:cubicBezTo>
                  <a:cubicBezTo>
                    <a:pt x="1766" y="1908"/>
                    <a:pt x="1762" y="1912"/>
                    <a:pt x="1758" y="1909"/>
                  </a:cubicBezTo>
                  <a:cubicBezTo>
                    <a:pt x="1719" y="1899"/>
                    <a:pt x="1715" y="1899"/>
                    <a:pt x="1711" y="1898"/>
                  </a:cubicBezTo>
                  <a:cubicBezTo>
                    <a:pt x="1659" y="1869"/>
                    <a:pt x="1662" y="1879"/>
                    <a:pt x="1666" y="1876"/>
                  </a:cubicBezTo>
                  <a:cubicBezTo>
                    <a:pt x="1713" y="1885"/>
                    <a:pt x="1732" y="1891"/>
                    <a:pt x="1751" y="1894"/>
                  </a:cubicBezTo>
                  <a:cubicBezTo>
                    <a:pt x="1785" y="1897"/>
                    <a:pt x="1790" y="1895"/>
                    <a:pt x="1794" y="1900"/>
                  </a:cubicBezTo>
                  <a:cubicBezTo>
                    <a:pt x="1828" y="1901"/>
                    <a:pt x="1832" y="1905"/>
                    <a:pt x="1837" y="1903"/>
                  </a:cubicBezTo>
                  <a:cubicBezTo>
                    <a:pt x="1870" y="1907"/>
                    <a:pt x="1875" y="1907"/>
                    <a:pt x="1880" y="1906"/>
                  </a:cubicBezTo>
                  <a:cubicBezTo>
                    <a:pt x="1899" y="1909"/>
                    <a:pt x="1903" y="1916"/>
                    <a:pt x="1908" y="1914"/>
                  </a:cubicBezTo>
                  <a:cubicBezTo>
                    <a:pt x="1916" y="1920"/>
                    <a:pt x="1912" y="1920"/>
                    <a:pt x="1907" y="1920"/>
                  </a:cubicBezTo>
                  <a:close/>
                  <a:moveTo>
                    <a:pt x="1952" y="1945"/>
                  </a:moveTo>
                  <a:cubicBezTo>
                    <a:pt x="1949" y="1940"/>
                    <a:pt x="1958" y="1939"/>
                    <a:pt x="1960" y="1944"/>
                  </a:cubicBezTo>
                  <a:cubicBezTo>
                    <a:pt x="1957" y="1945"/>
                    <a:pt x="1955" y="1943"/>
                    <a:pt x="1952" y="1945"/>
                  </a:cubicBezTo>
                  <a:close/>
                  <a:moveTo>
                    <a:pt x="2090" y="2033"/>
                  </a:moveTo>
                  <a:cubicBezTo>
                    <a:pt x="2094" y="2028"/>
                    <a:pt x="2097" y="2030"/>
                    <a:pt x="2100" y="2035"/>
                  </a:cubicBezTo>
                  <a:cubicBezTo>
                    <a:pt x="2097" y="2036"/>
                    <a:pt x="2093" y="2037"/>
                    <a:pt x="2090" y="2033"/>
                  </a:cubicBezTo>
                  <a:close/>
                  <a:moveTo>
                    <a:pt x="2417" y="2149"/>
                  </a:moveTo>
                  <a:cubicBezTo>
                    <a:pt x="2411" y="2141"/>
                    <a:pt x="2408" y="2133"/>
                    <a:pt x="2399" y="2124"/>
                  </a:cubicBezTo>
                  <a:cubicBezTo>
                    <a:pt x="2394" y="2113"/>
                    <a:pt x="2388" y="2102"/>
                    <a:pt x="2378" y="2090"/>
                  </a:cubicBezTo>
                  <a:cubicBezTo>
                    <a:pt x="2363" y="2061"/>
                    <a:pt x="2346" y="2031"/>
                    <a:pt x="2331" y="2001"/>
                  </a:cubicBezTo>
                  <a:cubicBezTo>
                    <a:pt x="2317" y="1971"/>
                    <a:pt x="2296" y="1941"/>
                    <a:pt x="2279" y="1911"/>
                  </a:cubicBezTo>
                  <a:cubicBezTo>
                    <a:pt x="2267" y="1900"/>
                    <a:pt x="2264" y="1893"/>
                    <a:pt x="2254" y="1886"/>
                  </a:cubicBezTo>
                  <a:cubicBezTo>
                    <a:pt x="2256" y="1883"/>
                    <a:pt x="2252" y="1884"/>
                    <a:pt x="2250" y="1881"/>
                  </a:cubicBezTo>
                  <a:cubicBezTo>
                    <a:pt x="2252" y="1878"/>
                    <a:pt x="2248" y="1876"/>
                    <a:pt x="2245" y="1876"/>
                  </a:cubicBezTo>
                  <a:cubicBezTo>
                    <a:pt x="2243" y="1872"/>
                    <a:pt x="2240" y="1865"/>
                    <a:pt x="2234" y="1869"/>
                  </a:cubicBezTo>
                  <a:cubicBezTo>
                    <a:pt x="2240" y="1873"/>
                    <a:pt x="2249" y="1891"/>
                    <a:pt x="2260" y="1896"/>
                  </a:cubicBezTo>
                  <a:cubicBezTo>
                    <a:pt x="2256" y="1900"/>
                    <a:pt x="2266" y="1904"/>
                    <a:pt x="2268" y="1909"/>
                  </a:cubicBezTo>
                  <a:cubicBezTo>
                    <a:pt x="2270" y="1913"/>
                    <a:pt x="2272" y="1918"/>
                    <a:pt x="2278" y="1923"/>
                  </a:cubicBezTo>
                  <a:cubicBezTo>
                    <a:pt x="2281" y="1932"/>
                    <a:pt x="2290" y="1941"/>
                    <a:pt x="2293" y="1950"/>
                  </a:cubicBezTo>
                  <a:cubicBezTo>
                    <a:pt x="2303" y="1969"/>
                    <a:pt x="2315" y="1987"/>
                    <a:pt x="2323" y="2005"/>
                  </a:cubicBezTo>
                  <a:cubicBezTo>
                    <a:pt x="2330" y="2014"/>
                    <a:pt x="2329" y="2023"/>
                    <a:pt x="2339" y="2032"/>
                  </a:cubicBezTo>
                  <a:cubicBezTo>
                    <a:pt x="2337" y="2041"/>
                    <a:pt x="2350" y="2051"/>
                    <a:pt x="2351" y="2059"/>
                  </a:cubicBezTo>
                  <a:cubicBezTo>
                    <a:pt x="2360" y="2069"/>
                    <a:pt x="2357" y="2077"/>
                    <a:pt x="2366" y="2087"/>
                  </a:cubicBezTo>
                  <a:cubicBezTo>
                    <a:pt x="2369" y="2096"/>
                    <a:pt x="2375" y="2105"/>
                    <a:pt x="2384" y="2114"/>
                  </a:cubicBezTo>
                  <a:cubicBezTo>
                    <a:pt x="2385" y="2119"/>
                    <a:pt x="2391" y="2125"/>
                    <a:pt x="2392" y="2130"/>
                  </a:cubicBezTo>
                  <a:cubicBezTo>
                    <a:pt x="2395" y="2133"/>
                    <a:pt x="2397" y="2136"/>
                    <a:pt x="2399" y="2138"/>
                  </a:cubicBezTo>
                  <a:cubicBezTo>
                    <a:pt x="2394" y="2141"/>
                    <a:pt x="2407" y="2145"/>
                    <a:pt x="2402" y="2148"/>
                  </a:cubicBezTo>
                  <a:cubicBezTo>
                    <a:pt x="2408" y="2151"/>
                    <a:pt x="2412" y="2156"/>
                    <a:pt x="2415" y="2160"/>
                  </a:cubicBezTo>
                  <a:cubicBezTo>
                    <a:pt x="2426" y="2160"/>
                    <a:pt x="2426" y="2160"/>
                    <a:pt x="2426" y="2160"/>
                  </a:cubicBezTo>
                  <a:cubicBezTo>
                    <a:pt x="2424" y="2157"/>
                    <a:pt x="2423" y="2154"/>
                    <a:pt x="2417" y="2149"/>
                  </a:cubicBezTo>
                  <a:close/>
                  <a:moveTo>
                    <a:pt x="2465" y="2104"/>
                  </a:moveTo>
                  <a:cubicBezTo>
                    <a:pt x="2451" y="2090"/>
                    <a:pt x="2446" y="2076"/>
                    <a:pt x="2434" y="2062"/>
                  </a:cubicBezTo>
                  <a:cubicBezTo>
                    <a:pt x="2436" y="2059"/>
                    <a:pt x="2432" y="2056"/>
                    <a:pt x="2430" y="2054"/>
                  </a:cubicBezTo>
                  <a:cubicBezTo>
                    <a:pt x="2431" y="2051"/>
                    <a:pt x="2431" y="2049"/>
                    <a:pt x="2429" y="2046"/>
                  </a:cubicBezTo>
                  <a:cubicBezTo>
                    <a:pt x="2418" y="2032"/>
                    <a:pt x="2414" y="2018"/>
                    <a:pt x="2404" y="2004"/>
                  </a:cubicBezTo>
                  <a:cubicBezTo>
                    <a:pt x="2409" y="2001"/>
                    <a:pt x="2396" y="1997"/>
                    <a:pt x="2401" y="1995"/>
                  </a:cubicBezTo>
                  <a:cubicBezTo>
                    <a:pt x="2400" y="1991"/>
                    <a:pt x="2391" y="1987"/>
                    <a:pt x="2394" y="1983"/>
                  </a:cubicBezTo>
                  <a:cubicBezTo>
                    <a:pt x="2387" y="1978"/>
                    <a:pt x="2388" y="1966"/>
                    <a:pt x="2379" y="1965"/>
                  </a:cubicBezTo>
                  <a:cubicBezTo>
                    <a:pt x="2380" y="1970"/>
                    <a:pt x="2383" y="1973"/>
                    <a:pt x="2390" y="1982"/>
                  </a:cubicBezTo>
                  <a:cubicBezTo>
                    <a:pt x="2391" y="1985"/>
                    <a:pt x="2386" y="1987"/>
                    <a:pt x="2392" y="1991"/>
                  </a:cubicBezTo>
                  <a:cubicBezTo>
                    <a:pt x="2393" y="1994"/>
                    <a:pt x="2394" y="1997"/>
                    <a:pt x="2398" y="2001"/>
                  </a:cubicBezTo>
                  <a:cubicBezTo>
                    <a:pt x="2397" y="2007"/>
                    <a:pt x="2405" y="2015"/>
                    <a:pt x="2404" y="2021"/>
                  </a:cubicBezTo>
                  <a:cubicBezTo>
                    <a:pt x="2410" y="2025"/>
                    <a:pt x="2406" y="2027"/>
                    <a:pt x="2410" y="2031"/>
                  </a:cubicBezTo>
                  <a:cubicBezTo>
                    <a:pt x="2411" y="2035"/>
                    <a:pt x="2415" y="2038"/>
                    <a:pt x="2414" y="2042"/>
                  </a:cubicBezTo>
                  <a:cubicBezTo>
                    <a:pt x="2419" y="2045"/>
                    <a:pt x="2415" y="2048"/>
                    <a:pt x="2419" y="2051"/>
                  </a:cubicBezTo>
                  <a:cubicBezTo>
                    <a:pt x="2417" y="2055"/>
                    <a:pt x="2426" y="2059"/>
                    <a:pt x="2423" y="2063"/>
                  </a:cubicBezTo>
                  <a:cubicBezTo>
                    <a:pt x="2436" y="2077"/>
                    <a:pt x="2436" y="2084"/>
                    <a:pt x="2450" y="2100"/>
                  </a:cubicBezTo>
                  <a:cubicBezTo>
                    <a:pt x="2458" y="2115"/>
                    <a:pt x="2467" y="2122"/>
                    <a:pt x="2475" y="2139"/>
                  </a:cubicBezTo>
                  <a:cubicBezTo>
                    <a:pt x="2483" y="2146"/>
                    <a:pt x="2487" y="2153"/>
                    <a:pt x="2492" y="2160"/>
                  </a:cubicBezTo>
                  <a:cubicBezTo>
                    <a:pt x="2505" y="2160"/>
                    <a:pt x="2505" y="2160"/>
                    <a:pt x="2505" y="2160"/>
                  </a:cubicBezTo>
                  <a:cubicBezTo>
                    <a:pt x="2497" y="2148"/>
                    <a:pt x="2487" y="2136"/>
                    <a:pt x="2476" y="2123"/>
                  </a:cubicBezTo>
                  <a:cubicBezTo>
                    <a:pt x="2472" y="2113"/>
                    <a:pt x="2469" y="2112"/>
                    <a:pt x="2465" y="2104"/>
                  </a:cubicBezTo>
                  <a:close/>
                  <a:moveTo>
                    <a:pt x="2502" y="2123"/>
                  </a:moveTo>
                  <a:cubicBezTo>
                    <a:pt x="2499" y="2119"/>
                    <a:pt x="2495" y="2114"/>
                    <a:pt x="2496" y="2109"/>
                  </a:cubicBezTo>
                  <a:cubicBezTo>
                    <a:pt x="2486" y="2106"/>
                    <a:pt x="2483" y="2091"/>
                    <a:pt x="2476" y="2083"/>
                  </a:cubicBezTo>
                  <a:cubicBezTo>
                    <a:pt x="2468" y="2080"/>
                    <a:pt x="2477" y="2070"/>
                    <a:pt x="2469" y="2072"/>
                  </a:cubicBezTo>
                  <a:cubicBezTo>
                    <a:pt x="2468" y="2067"/>
                    <a:pt x="2461" y="2062"/>
                    <a:pt x="2462" y="2057"/>
                  </a:cubicBezTo>
                  <a:cubicBezTo>
                    <a:pt x="2451" y="2047"/>
                    <a:pt x="2455" y="2038"/>
                    <a:pt x="2442" y="2028"/>
                  </a:cubicBezTo>
                  <a:cubicBezTo>
                    <a:pt x="2445" y="2023"/>
                    <a:pt x="2435" y="2018"/>
                    <a:pt x="2437" y="2013"/>
                  </a:cubicBezTo>
                  <a:cubicBezTo>
                    <a:pt x="2431" y="2007"/>
                    <a:pt x="2433" y="2002"/>
                    <a:pt x="2426" y="1996"/>
                  </a:cubicBezTo>
                  <a:cubicBezTo>
                    <a:pt x="2421" y="1985"/>
                    <a:pt x="2413" y="1974"/>
                    <a:pt x="2408" y="1963"/>
                  </a:cubicBezTo>
                  <a:cubicBezTo>
                    <a:pt x="2397" y="1949"/>
                    <a:pt x="2387" y="1934"/>
                    <a:pt x="2377" y="1920"/>
                  </a:cubicBezTo>
                  <a:cubicBezTo>
                    <a:pt x="2366" y="1914"/>
                    <a:pt x="2356" y="1898"/>
                    <a:pt x="2345" y="1887"/>
                  </a:cubicBezTo>
                  <a:cubicBezTo>
                    <a:pt x="2340" y="1882"/>
                    <a:pt x="2335" y="1882"/>
                    <a:pt x="2331" y="1874"/>
                  </a:cubicBezTo>
                  <a:cubicBezTo>
                    <a:pt x="2328" y="1871"/>
                    <a:pt x="2326" y="1869"/>
                    <a:pt x="2323" y="1866"/>
                  </a:cubicBezTo>
                  <a:cubicBezTo>
                    <a:pt x="2320" y="1870"/>
                    <a:pt x="2318" y="1858"/>
                    <a:pt x="2314" y="1865"/>
                  </a:cubicBezTo>
                  <a:cubicBezTo>
                    <a:pt x="2322" y="1870"/>
                    <a:pt x="2330" y="1882"/>
                    <a:pt x="2342" y="1890"/>
                  </a:cubicBezTo>
                  <a:cubicBezTo>
                    <a:pt x="2350" y="1903"/>
                    <a:pt x="2356" y="1909"/>
                    <a:pt x="2368" y="1920"/>
                  </a:cubicBezTo>
                  <a:cubicBezTo>
                    <a:pt x="2377" y="1936"/>
                    <a:pt x="2393" y="1953"/>
                    <a:pt x="2403" y="1970"/>
                  </a:cubicBezTo>
                  <a:cubicBezTo>
                    <a:pt x="2408" y="1979"/>
                    <a:pt x="2409" y="1987"/>
                    <a:pt x="2417" y="1996"/>
                  </a:cubicBezTo>
                  <a:cubicBezTo>
                    <a:pt x="2417" y="2004"/>
                    <a:pt x="2428" y="2013"/>
                    <a:pt x="2427" y="2021"/>
                  </a:cubicBezTo>
                  <a:cubicBezTo>
                    <a:pt x="2443" y="2039"/>
                    <a:pt x="2447" y="2055"/>
                    <a:pt x="2458" y="2073"/>
                  </a:cubicBezTo>
                  <a:cubicBezTo>
                    <a:pt x="2467" y="2083"/>
                    <a:pt x="2472" y="2093"/>
                    <a:pt x="2476" y="2103"/>
                  </a:cubicBezTo>
                  <a:cubicBezTo>
                    <a:pt x="2482" y="2104"/>
                    <a:pt x="2478" y="2105"/>
                    <a:pt x="2482" y="2110"/>
                  </a:cubicBezTo>
                  <a:cubicBezTo>
                    <a:pt x="2485" y="2114"/>
                    <a:pt x="2489" y="2117"/>
                    <a:pt x="2489" y="2121"/>
                  </a:cubicBezTo>
                  <a:cubicBezTo>
                    <a:pt x="2497" y="2124"/>
                    <a:pt x="2495" y="2133"/>
                    <a:pt x="2503" y="2141"/>
                  </a:cubicBezTo>
                  <a:cubicBezTo>
                    <a:pt x="2509" y="2149"/>
                    <a:pt x="2514" y="2154"/>
                    <a:pt x="2518" y="2160"/>
                  </a:cubicBezTo>
                  <a:cubicBezTo>
                    <a:pt x="2530" y="2160"/>
                    <a:pt x="2530" y="2160"/>
                    <a:pt x="2530" y="2160"/>
                  </a:cubicBezTo>
                  <a:cubicBezTo>
                    <a:pt x="2526" y="2154"/>
                    <a:pt x="2521" y="2148"/>
                    <a:pt x="2512" y="2138"/>
                  </a:cubicBezTo>
                  <a:cubicBezTo>
                    <a:pt x="2510" y="2133"/>
                    <a:pt x="2508" y="2129"/>
                    <a:pt x="2502" y="2123"/>
                  </a:cubicBezTo>
                  <a:close/>
                  <a:moveTo>
                    <a:pt x="2459" y="2153"/>
                  </a:moveTo>
                  <a:cubicBezTo>
                    <a:pt x="2456" y="2150"/>
                    <a:pt x="2453" y="2146"/>
                    <a:pt x="2450" y="2143"/>
                  </a:cubicBezTo>
                  <a:cubicBezTo>
                    <a:pt x="2404" y="2065"/>
                    <a:pt x="2403" y="2059"/>
                    <a:pt x="2396" y="2051"/>
                  </a:cubicBezTo>
                  <a:cubicBezTo>
                    <a:pt x="2391" y="2028"/>
                    <a:pt x="2382" y="2020"/>
                    <a:pt x="2383" y="2014"/>
                  </a:cubicBezTo>
                  <a:cubicBezTo>
                    <a:pt x="2360" y="1965"/>
                    <a:pt x="2355" y="1958"/>
                    <a:pt x="2352" y="1951"/>
                  </a:cubicBezTo>
                  <a:cubicBezTo>
                    <a:pt x="2320" y="1909"/>
                    <a:pt x="2322" y="1898"/>
                    <a:pt x="2315" y="1902"/>
                  </a:cubicBezTo>
                  <a:cubicBezTo>
                    <a:pt x="2370" y="2007"/>
                    <a:pt x="2371" y="2014"/>
                    <a:pt x="2375" y="2021"/>
                  </a:cubicBezTo>
                  <a:cubicBezTo>
                    <a:pt x="2381" y="2054"/>
                    <a:pt x="2386" y="2049"/>
                    <a:pt x="2380" y="2043"/>
                  </a:cubicBezTo>
                  <a:cubicBezTo>
                    <a:pt x="2364" y="1998"/>
                    <a:pt x="2352" y="1991"/>
                    <a:pt x="2352" y="1985"/>
                  </a:cubicBezTo>
                  <a:cubicBezTo>
                    <a:pt x="2344" y="1962"/>
                    <a:pt x="2339" y="1955"/>
                    <a:pt x="2338" y="1949"/>
                  </a:cubicBezTo>
                  <a:cubicBezTo>
                    <a:pt x="2301" y="1894"/>
                    <a:pt x="2293" y="1879"/>
                    <a:pt x="2277" y="1863"/>
                  </a:cubicBezTo>
                  <a:cubicBezTo>
                    <a:pt x="2297" y="1890"/>
                    <a:pt x="2298" y="1894"/>
                    <a:pt x="2298" y="1897"/>
                  </a:cubicBezTo>
                  <a:cubicBezTo>
                    <a:pt x="2316" y="1928"/>
                    <a:pt x="2325" y="1935"/>
                    <a:pt x="2326" y="1942"/>
                  </a:cubicBezTo>
                  <a:cubicBezTo>
                    <a:pt x="2339" y="1986"/>
                    <a:pt x="2353" y="1990"/>
                    <a:pt x="2347" y="1993"/>
                  </a:cubicBezTo>
                  <a:cubicBezTo>
                    <a:pt x="2365" y="2028"/>
                    <a:pt x="2361" y="2031"/>
                    <a:pt x="2366" y="2034"/>
                  </a:cubicBezTo>
                  <a:cubicBezTo>
                    <a:pt x="2377" y="2059"/>
                    <a:pt x="2381" y="2062"/>
                    <a:pt x="2380" y="2066"/>
                  </a:cubicBezTo>
                  <a:cubicBezTo>
                    <a:pt x="2394" y="2093"/>
                    <a:pt x="2399" y="2101"/>
                    <a:pt x="2403" y="2106"/>
                  </a:cubicBezTo>
                  <a:cubicBezTo>
                    <a:pt x="2413" y="2118"/>
                    <a:pt x="2409" y="2121"/>
                    <a:pt x="2414" y="2125"/>
                  </a:cubicBezTo>
                  <a:cubicBezTo>
                    <a:pt x="2438" y="2159"/>
                    <a:pt x="2439" y="2160"/>
                    <a:pt x="2440" y="2160"/>
                  </a:cubicBezTo>
                  <a:cubicBezTo>
                    <a:pt x="2460" y="2160"/>
                    <a:pt x="2462" y="2156"/>
                    <a:pt x="2459" y="2153"/>
                  </a:cubicBezTo>
                  <a:close/>
                  <a:moveTo>
                    <a:pt x="2392" y="2064"/>
                  </a:moveTo>
                  <a:cubicBezTo>
                    <a:pt x="2397" y="2062"/>
                    <a:pt x="2399" y="2073"/>
                    <a:pt x="2400" y="2077"/>
                  </a:cubicBezTo>
                  <a:cubicBezTo>
                    <a:pt x="2396" y="2078"/>
                    <a:pt x="2394" y="2067"/>
                    <a:pt x="2392" y="2064"/>
                  </a:cubicBezTo>
                  <a:close/>
                  <a:moveTo>
                    <a:pt x="2400" y="2083"/>
                  </a:moveTo>
                  <a:cubicBezTo>
                    <a:pt x="2404" y="2080"/>
                    <a:pt x="2407" y="2089"/>
                    <a:pt x="2407" y="2091"/>
                  </a:cubicBezTo>
                  <a:cubicBezTo>
                    <a:pt x="2403" y="2094"/>
                    <a:pt x="2400" y="2084"/>
                    <a:pt x="2400" y="2083"/>
                  </a:cubicBezTo>
                  <a:close/>
                  <a:moveTo>
                    <a:pt x="2867" y="2097"/>
                  </a:moveTo>
                  <a:cubicBezTo>
                    <a:pt x="2845" y="2071"/>
                    <a:pt x="2822" y="2045"/>
                    <a:pt x="2800" y="2020"/>
                  </a:cubicBezTo>
                  <a:cubicBezTo>
                    <a:pt x="2787" y="2012"/>
                    <a:pt x="2781" y="1993"/>
                    <a:pt x="2766" y="1994"/>
                  </a:cubicBezTo>
                  <a:cubicBezTo>
                    <a:pt x="2774" y="1997"/>
                    <a:pt x="2780" y="2010"/>
                    <a:pt x="2788" y="2013"/>
                  </a:cubicBezTo>
                  <a:cubicBezTo>
                    <a:pt x="2796" y="2027"/>
                    <a:pt x="2804" y="2030"/>
                    <a:pt x="2812" y="2044"/>
                  </a:cubicBezTo>
                  <a:cubicBezTo>
                    <a:pt x="2818" y="2047"/>
                    <a:pt x="2818" y="2053"/>
                    <a:pt x="2826" y="2060"/>
                  </a:cubicBezTo>
                  <a:cubicBezTo>
                    <a:pt x="2834" y="2069"/>
                    <a:pt x="2831" y="2068"/>
                    <a:pt x="2838" y="2076"/>
                  </a:cubicBezTo>
                  <a:cubicBezTo>
                    <a:pt x="2848" y="2083"/>
                    <a:pt x="2851" y="2096"/>
                    <a:pt x="2861" y="2103"/>
                  </a:cubicBezTo>
                  <a:cubicBezTo>
                    <a:pt x="2860" y="2107"/>
                    <a:pt x="2863" y="2112"/>
                    <a:pt x="2868" y="2117"/>
                  </a:cubicBezTo>
                  <a:cubicBezTo>
                    <a:pt x="2866" y="2122"/>
                    <a:pt x="2875" y="2128"/>
                    <a:pt x="2873" y="2133"/>
                  </a:cubicBezTo>
                  <a:cubicBezTo>
                    <a:pt x="2880" y="2142"/>
                    <a:pt x="2886" y="2151"/>
                    <a:pt x="2891" y="2160"/>
                  </a:cubicBezTo>
                  <a:cubicBezTo>
                    <a:pt x="2902" y="2160"/>
                    <a:pt x="2902" y="2160"/>
                    <a:pt x="2902" y="2160"/>
                  </a:cubicBezTo>
                  <a:cubicBezTo>
                    <a:pt x="2900" y="2157"/>
                    <a:pt x="2899" y="2155"/>
                    <a:pt x="2898" y="2151"/>
                  </a:cubicBezTo>
                  <a:cubicBezTo>
                    <a:pt x="2882" y="2133"/>
                    <a:pt x="2878" y="2115"/>
                    <a:pt x="2867" y="2097"/>
                  </a:cubicBezTo>
                  <a:close/>
                  <a:moveTo>
                    <a:pt x="2925" y="2156"/>
                  </a:moveTo>
                  <a:cubicBezTo>
                    <a:pt x="2918" y="2156"/>
                    <a:pt x="2925" y="2151"/>
                    <a:pt x="2920" y="2147"/>
                  </a:cubicBezTo>
                  <a:cubicBezTo>
                    <a:pt x="2912" y="2136"/>
                    <a:pt x="2914" y="2134"/>
                    <a:pt x="2906" y="2124"/>
                  </a:cubicBezTo>
                  <a:cubicBezTo>
                    <a:pt x="2909" y="2121"/>
                    <a:pt x="2900" y="2116"/>
                    <a:pt x="2902" y="2113"/>
                  </a:cubicBezTo>
                  <a:cubicBezTo>
                    <a:pt x="2898" y="2109"/>
                    <a:pt x="2893" y="2104"/>
                    <a:pt x="2893" y="2100"/>
                  </a:cubicBezTo>
                  <a:cubicBezTo>
                    <a:pt x="2887" y="2091"/>
                    <a:pt x="2882" y="2083"/>
                    <a:pt x="2877" y="2074"/>
                  </a:cubicBezTo>
                  <a:cubicBezTo>
                    <a:pt x="2871" y="2068"/>
                    <a:pt x="2866" y="2062"/>
                    <a:pt x="2861" y="2056"/>
                  </a:cubicBezTo>
                  <a:cubicBezTo>
                    <a:pt x="2843" y="2043"/>
                    <a:pt x="2826" y="2021"/>
                    <a:pt x="2808" y="2009"/>
                  </a:cubicBezTo>
                  <a:cubicBezTo>
                    <a:pt x="2800" y="1999"/>
                    <a:pt x="2791" y="1996"/>
                    <a:pt x="2782" y="1986"/>
                  </a:cubicBezTo>
                  <a:cubicBezTo>
                    <a:pt x="2778" y="1981"/>
                    <a:pt x="2773" y="1984"/>
                    <a:pt x="2769" y="1977"/>
                  </a:cubicBezTo>
                  <a:cubicBezTo>
                    <a:pt x="2764" y="1972"/>
                    <a:pt x="2760" y="1969"/>
                    <a:pt x="2755" y="1969"/>
                  </a:cubicBezTo>
                  <a:cubicBezTo>
                    <a:pt x="2761" y="1976"/>
                    <a:pt x="2765" y="1974"/>
                    <a:pt x="2767" y="1982"/>
                  </a:cubicBezTo>
                  <a:cubicBezTo>
                    <a:pt x="2777" y="1985"/>
                    <a:pt x="2786" y="1998"/>
                    <a:pt x="2796" y="2006"/>
                  </a:cubicBezTo>
                  <a:cubicBezTo>
                    <a:pt x="2801" y="2013"/>
                    <a:pt x="2806" y="2014"/>
                    <a:pt x="2811" y="2019"/>
                  </a:cubicBezTo>
                  <a:cubicBezTo>
                    <a:pt x="2813" y="2021"/>
                    <a:pt x="2815" y="2025"/>
                    <a:pt x="2818" y="2024"/>
                  </a:cubicBezTo>
                  <a:cubicBezTo>
                    <a:pt x="2822" y="2026"/>
                    <a:pt x="2818" y="2034"/>
                    <a:pt x="2824" y="2031"/>
                  </a:cubicBezTo>
                  <a:cubicBezTo>
                    <a:pt x="2823" y="2036"/>
                    <a:pt x="2831" y="2036"/>
                    <a:pt x="2835" y="2044"/>
                  </a:cubicBezTo>
                  <a:cubicBezTo>
                    <a:pt x="2840" y="2050"/>
                    <a:pt x="2845" y="2054"/>
                    <a:pt x="2850" y="2057"/>
                  </a:cubicBezTo>
                  <a:cubicBezTo>
                    <a:pt x="2848" y="2060"/>
                    <a:pt x="2852" y="2062"/>
                    <a:pt x="2854" y="2062"/>
                  </a:cubicBezTo>
                  <a:cubicBezTo>
                    <a:pt x="2852" y="2065"/>
                    <a:pt x="2856" y="2067"/>
                    <a:pt x="2858" y="2067"/>
                  </a:cubicBezTo>
                  <a:cubicBezTo>
                    <a:pt x="2860" y="2072"/>
                    <a:pt x="2862" y="2074"/>
                    <a:pt x="2869" y="2078"/>
                  </a:cubicBezTo>
                  <a:cubicBezTo>
                    <a:pt x="2872" y="2087"/>
                    <a:pt x="2878" y="2097"/>
                    <a:pt x="2887" y="2106"/>
                  </a:cubicBezTo>
                  <a:cubicBezTo>
                    <a:pt x="2890" y="2112"/>
                    <a:pt x="2891" y="2117"/>
                    <a:pt x="2893" y="2123"/>
                  </a:cubicBezTo>
                  <a:cubicBezTo>
                    <a:pt x="2898" y="2120"/>
                    <a:pt x="2894" y="2128"/>
                    <a:pt x="2899" y="2130"/>
                  </a:cubicBezTo>
                  <a:cubicBezTo>
                    <a:pt x="2899" y="2136"/>
                    <a:pt x="2901" y="2132"/>
                    <a:pt x="2905" y="2136"/>
                  </a:cubicBezTo>
                  <a:cubicBezTo>
                    <a:pt x="2903" y="2142"/>
                    <a:pt x="2911" y="2148"/>
                    <a:pt x="2911" y="2154"/>
                  </a:cubicBezTo>
                  <a:cubicBezTo>
                    <a:pt x="2912" y="2159"/>
                    <a:pt x="2913" y="2156"/>
                    <a:pt x="2917" y="2160"/>
                  </a:cubicBezTo>
                  <a:cubicBezTo>
                    <a:pt x="2925" y="2160"/>
                    <a:pt x="2925" y="2160"/>
                    <a:pt x="2925" y="2160"/>
                  </a:cubicBezTo>
                  <a:cubicBezTo>
                    <a:pt x="2924" y="2159"/>
                    <a:pt x="2924" y="2158"/>
                    <a:pt x="2925" y="2156"/>
                  </a:cubicBezTo>
                  <a:close/>
                  <a:moveTo>
                    <a:pt x="2984" y="2151"/>
                  </a:moveTo>
                  <a:cubicBezTo>
                    <a:pt x="2976" y="2138"/>
                    <a:pt x="2972" y="2125"/>
                    <a:pt x="2965" y="2113"/>
                  </a:cubicBezTo>
                  <a:cubicBezTo>
                    <a:pt x="2944" y="2085"/>
                    <a:pt x="2929" y="2066"/>
                    <a:pt x="2911" y="2044"/>
                  </a:cubicBezTo>
                  <a:cubicBezTo>
                    <a:pt x="2902" y="2037"/>
                    <a:pt x="2893" y="2028"/>
                    <a:pt x="2883" y="2019"/>
                  </a:cubicBezTo>
                  <a:cubicBezTo>
                    <a:pt x="2880" y="2020"/>
                    <a:pt x="2876" y="2016"/>
                    <a:pt x="2873" y="2014"/>
                  </a:cubicBezTo>
                  <a:cubicBezTo>
                    <a:pt x="2869" y="2018"/>
                    <a:pt x="2866" y="2004"/>
                    <a:pt x="2862" y="2008"/>
                  </a:cubicBezTo>
                  <a:cubicBezTo>
                    <a:pt x="2855" y="2002"/>
                    <a:pt x="2848" y="1997"/>
                    <a:pt x="2840" y="1996"/>
                  </a:cubicBezTo>
                  <a:cubicBezTo>
                    <a:pt x="2833" y="1988"/>
                    <a:pt x="2825" y="1988"/>
                    <a:pt x="2818" y="1981"/>
                  </a:cubicBezTo>
                  <a:cubicBezTo>
                    <a:pt x="2810" y="1980"/>
                    <a:pt x="2804" y="1964"/>
                    <a:pt x="2795" y="1971"/>
                  </a:cubicBezTo>
                  <a:cubicBezTo>
                    <a:pt x="2804" y="1978"/>
                    <a:pt x="2812" y="1981"/>
                    <a:pt x="2820" y="1990"/>
                  </a:cubicBezTo>
                  <a:cubicBezTo>
                    <a:pt x="2825" y="1992"/>
                    <a:pt x="2829" y="1996"/>
                    <a:pt x="2834" y="1999"/>
                  </a:cubicBezTo>
                  <a:cubicBezTo>
                    <a:pt x="2839" y="1996"/>
                    <a:pt x="2842" y="2006"/>
                    <a:pt x="2847" y="2004"/>
                  </a:cubicBezTo>
                  <a:cubicBezTo>
                    <a:pt x="2855" y="2014"/>
                    <a:pt x="2864" y="2015"/>
                    <a:pt x="2872" y="2023"/>
                  </a:cubicBezTo>
                  <a:cubicBezTo>
                    <a:pt x="2875" y="2021"/>
                    <a:pt x="2877" y="2030"/>
                    <a:pt x="2883" y="2028"/>
                  </a:cubicBezTo>
                  <a:cubicBezTo>
                    <a:pt x="2887" y="2035"/>
                    <a:pt x="2891" y="2037"/>
                    <a:pt x="2896" y="2040"/>
                  </a:cubicBezTo>
                  <a:cubicBezTo>
                    <a:pt x="2900" y="2047"/>
                    <a:pt x="2906" y="2059"/>
                    <a:pt x="2917" y="2065"/>
                  </a:cubicBezTo>
                  <a:cubicBezTo>
                    <a:pt x="2915" y="2069"/>
                    <a:pt x="2925" y="2074"/>
                    <a:pt x="2927" y="2079"/>
                  </a:cubicBezTo>
                  <a:cubicBezTo>
                    <a:pt x="2932" y="2085"/>
                    <a:pt x="2937" y="2090"/>
                    <a:pt x="2942" y="2096"/>
                  </a:cubicBezTo>
                  <a:cubicBezTo>
                    <a:pt x="2944" y="2102"/>
                    <a:pt x="2950" y="2108"/>
                    <a:pt x="2956" y="2115"/>
                  </a:cubicBezTo>
                  <a:cubicBezTo>
                    <a:pt x="2959" y="2123"/>
                    <a:pt x="2963" y="2131"/>
                    <a:pt x="2968" y="2139"/>
                  </a:cubicBezTo>
                  <a:cubicBezTo>
                    <a:pt x="2967" y="2143"/>
                    <a:pt x="2972" y="2148"/>
                    <a:pt x="2973" y="2152"/>
                  </a:cubicBezTo>
                  <a:cubicBezTo>
                    <a:pt x="2974" y="2155"/>
                    <a:pt x="2977" y="2158"/>
                    <a:pt x="2978" y="2160"/>
                  </a:cubicBezTo>
                  <a:cubicBezTo>
                    <a:pt x="2986" y="2160"/>
                    <a:pt x="2986" y="2160"/>
                    <a:pt x="2986" y="2160"/>
                  </a:cubicBezTo>
                  <a:cubicBezTo>
                    <a:pt x="2985" y="2157"/>
                    <a:pt x="2984" y="2154"/>
                    <a:pt x="2984" y="2151"/>
                  </a:cubicBezTo>
                  <a:close/>
                  <a:moveTo>
                    <a:pt x="2933" y="2112"/>
                  </a:moveTo>
                  <a:cubicBezTo>
                    <a:pt x="2912" y="2088"/>
                    <a:pt x="2896" y="2065"/>
                    <a:pt x="2870" y="2037"/>
                  </a:cubicBezTo>
                  <a:cubicBezTo>
                    <a:pt x="2851" y="2023"/>
                    <a:pt x="2833" y="2005"/>
                    <a:pt x="2814" y="1993"/>
                  </a:cubicBezTo>
                  <a:cubicBezTo>
                    <a:pt x="2810" y="1987"/>
                    <a:pt x="2805" y="1991"/>
                    <a:pt x="2801" y="1984"/>
                  </a:cubicBezTo>
                  <a:cubicBezTo>
                    <a:pt x="2795" y="1984"/>
                    <a:pt x="2791" y="1977"/>
                    <a:pt x="2786" y="1977"/>
                  </a:cubicBezTo>
                  <a:cubicBezTo>
                    <a:pt x="2784" y="1975"/>
                    <a:pt x="2782" y="1974"/>
                    <a:pt x="2780" y="1974"/>
                  </a:cubicBezTo>
                  <a:cubicBezTo>
                    <a:pt x="2777" y="1971"/>
                    <a:pt x="2775" y="1967"/>
                    <a:pt x="2772" y="1968"/>
                  </a:cubicBezTo>
                  <a:cubicBezTo>
                    <a:pt x="2770" y="1966"/>
                    <a:pt x="2768" y="1962"/>
                    <a:pt x="2765" y="1963"/>
                  </a:cubicBezTo>
                  <a:cubicBezTo>
                    <a:pt x="2763" y="1960"/>
                    <a:pt x="2759" y="1961"/>
                    <a:pt x="2760" y="1965"/>
                  </a:cubicBezTo>
                  <a:cubicBezTo>
                    <a:pt x="2764" y="1964"/>
                    <a:pt x="2768" y="1967"/>
                    <a:pt x="2772" y="1972"/>
                  </a:cubicBezTo>
                  <a:cubicBezTo>
                    <a:pt x="2777" y="1974"/>
                    <a:pt x="2781" y="1979"/>
                    <a:pt x="2785" y="1980"/>
                  </a:cubicBezTo>
                  <a:cubicBezTo>
                    <a:pt x="2794" y="1986"/>
                    <a:pt x="2802" y="1990"/>
                    <a:pt x="2810" y="1999"/>
                  </a:cubicBezTo>
                  <a:cubicBezTo>
                    <a:pt x="2818" y="2006"/>
                    <a:pt x="2830" y="2007"/>
                    <a:pt x="2832" y="2017"/>
                  </a:cubicBezTo>
                  <a:cubicBezTo>
                    <a:pt x="2837" y="2017"/>
                    <a:pt x="2841" y="2021"/>
                    <a:pt x="2846" y="2026"/>
                  </a:cubicBezTo>
                  <a:cubicBezTo>
                    <a:pt x="2850" y="2033"/>
                    <a:pt x="2855" y="2032"/>
                    <a:pt x="2859" y="2038"/>
                  </a:cubicBezTo>
                  <a:cubicBezTo>
                    <a:pt x="2869" y="2049"/>
                    <a:pt x="2879" y="2061"/>
                    <a:pt x="2889" y="2072"/>
                  </a:cubicBezTo>
                  <a:cubicBezTo>
                    <a:pt x="2894" y="2076"/>
                    <a:pt x="2891" y="2080"/>
                    <a:pt x="2897" y="2085"/>
                  </a:cubicBezTo>
                  <a:cubicBezTo>
                    <a:pt x="2902" y="2090"/>
                    <a:pt x="2907" y="2096"/>
                    <a:pt x="2912" y="2101"/>
                  </a:cubicBezTo>
                  <a:cubicBezTo>
                    <a:pt x="2920" y="2107"/>
                    <a:pt x="2918" y="2115"/>
                    <a:pt x="2925" y="2116"/>
                  </a:cubicBezTo>
                  <a:cubicBezTo>
                    <a:pt x="2928" y="2119"/>
                    <a:pt x="2926" y="2121"/>
                    <a:pt x="2929" y="2124"/>
                  </a:cubicBezTo>
                  <a:cubicBezTo>
                    <a:pt x="2931" y="2127"/>
                    <a:pt x="2935" y="2130"/>
                    <a:pt x="2933" y="2132"/>
                  </a:cubicBezTo>
                  <a:cubicBezTo>
                    <a:pt x="2937" y="2138"/>
                    <a:pt x="2948" y="2144"/>
                    <a:pt x="2943" y="2150"/>
                  </a:cubicBezTo>
                  <a:cubicBezTo>
                    <a:pt x="2948" y="2150"/>
                    <a:pt x="2947" y="2156"/>
                    <a:pt x="2951" y="2160"/>
                  </a:cubicBezTo>
                  <a:cubicBezTo>
                    <a:pt x="2962" y="2160"/>
                    <a:pt x="2962" y="2160"/>
                    <a:pt x="2962" y="2160"/>
                  </a:cubicBezTo>
                  <a:cubicBezTo>
                    <a:pt x="2961" y="2159"/>
                    <a:pt x="2960" y="2157"/>
                    <a:pt x="2959" y="2155"/>
                  </a:cubicBezTo>
                  <a:cubicBezTo>
                    <a:pt x="2954" y="2141"/>
                    <a:pt x="2941" y="2126"/>
                    <a:pt x="2933" y="2112"/>
                  </a:cubicBezTo>
                  <a:close/>
                  <a:moveTo>
                    <a:pt x="3015" y="2113"/>
                  </a:moveTo>
                  <a:cubicBezTo>
                    <a:pt x="3020" y="2110"/>
                    <a:pt x="3007" y="2106"/>
                    <a:pt x="3012" y="2103"/>
                  </a:cubicBezTo>
                  <a:cubicBezTo>
                    <a:pt x="3010" y="2100"/>
                    <a:pt x="3008" y="2097"/>
                    <a:pt x="3010" y="2094"/>
                  </a:cubicBezTo>
                  <a:cubicBezTo>
                    <a:pt x="2995" y="2074"/>
                    <a:pt x="2992" y="2063"/>
                    <a:pt x="2976" y="2045"/>
                  </a:cubicBezTo>
                  <a:cubicBezTo>
                    <a:pt x="2964" y="2035"/>
                    <a:pt x="2951" y="2024"/>
                    <a:pt x="2939" y="2017"/>
                  </a:cubicBezTo>
                  <a:cubicBezTo>
                    <a:pt x="2933" y="2010"/>
                    <a:pt x="2926" y="2010"/>
                    <a:pt x="2920" y="2001"/>
                  </a:cubicBezTo>
                  <a:cubicBezTo>
                    <a:pt x="2913" y="2001"/>
                    <a:pt x="2907" y="1991"/>
                    <a:pt x="2901" y="1992"/>
                  </a:cubicBezTo>
                  <a:cubicBezTo>
                    <a:pt x="2915" y="2006"/>
                    <a:pt x="2929" y="2015"/>
                    <a:pt x="2943" y="2025"/>
                  </a:cubicBezTo>
                  <a:cubicBezTo>
                    <a:pt x="2950" y="2033"/>
                    <a:pt x="2958" y="2039"/>
                    <a:pt x="2965" y="2043"/>
                  </a:cubicBezTo>
                  <a:cubicBezTo>
                    <a:pt x="2962" y="2047"/>
                    <a:pt x="2972" y="2052"/>
                    <a:pt x="2974" y="2056"/>
                  </a:cubicBezTo>
                  <a:cubicBezTo>
                    <a:pt x="2978" y="2061"/>
                    <a:pt x="2982" y="2066"/>
                    <a:pt x="2986" y="2071"/>
                  </a:cubicBezTo>
                  <a:cubicBezTo>
                    <a:pt x="2991" y="2078"/>
                    <a:pt x="2995" y="2092"/>
                    <a:pt x="3002" y="2095"/>
                  </a:cubicBezTo>
                  <a:cubicBezTo>
                    <a:pt x="2998" y="2100"/>
                    <a:pt x="3006" y="2107"/>
                    <a:pt x="3005" y="2112"/>
                  </a:cubicBezTo>
                  <a:cubicBezTo>
                    <a:pt x="3008" y="2118"/>
                    <a:pt x="3012" y="2124"/>
                    <a:pt x="3012" y="2130"/>
                  </a:cubicBezTo>
                  <a:cubicBezTo>
                    <a:pt x="3018" y="2140"/>
                    <a:pt x="3020" y="2150"/>
                    <a:pt x="3026" y="2160"/>
                  </a:cubicBezTo>
                  <a:cubicBezTo>
                    <a:pt x="3035" y="2160"/>
                    <a:pt x="3035" y="2160"/>
                    <a:pt x="3035" y="2160"/>
                  </a:cubicBezTo>
                  <a:cubicBezTo>
                    <a:pt x="3030" y="2151"/>
                    <a:pt x="3030" y="2142"/>
                    <a:pt x="3023" y="2132"/>
                  </a:cubicBezTo>
                  <a:cubicBezTo>
                    <a:pt x="3023" y="2126"/>
                    <a:pt x="3017" y="2119"/>
                    <a:pt x="3015" y="2113"/>
                  </a:cubicBezTo>
                  <a:close/>
                  <a:moveTo>
                    <a:pt x="3006" y="2155"/>
                  </a:moveTo>
                  <a:cubicBezTo>
                    <a:pt x="3008" y="2139"/>
                    <a:pt x="2989" y="2121"/>
                    <a:pt x="2990" y="2105"/>
                  </a:cubicBezTo>
                  <a:cubicBezTo>
                    <a:pt x="2986" y="2100"/>
                    <a:pt x="2982" y="2095"/>
                    <a:pt x="2984" y="2091"/>
                  </a:cubicBezTo>
                  <a:cubicBezTo>
                    <a:pt x="2971" y="2074"/>
                    <a:pt x="2959" y="2055"/>
                    <a:pt x="2950" y="2042"/>
                  </a:cubicBezTo>
                  <a:cubicBezTo>
                    <a:pt x="2938" y="2031"/>
                    <a:pt x="2920" y="2017"/>
                    <a:pt x="2904" y="2003"/>
                  </a:cubicBezTo>
                  <a:cubicBezTo>
                    <a:pt x="2897" y="2003"/>
                    <a:pt x="2890" y="1997"/>
                    <a:pt x="2884" y="1993"/>
                  </a:cubicBezTo>
                  <a:cubicBezTo>
                    <a:pt x="2876" y="1993"/>
                    <a:pt x="2869" y="1982"/>
                    <a:pt x="2861" y="1984"/>
                  </a:cubicBezTo>
                  <a:cubicBezTo>
                    <a:pt x="2864" y="1987"/>
                    <a:pt x="2868" y="1986"/>
                    <a:pt x="2871" y="1992"/>
                  </a:cubicBezTo>
                  <a:cubicBezTo>
                    <a:pt x="2875" y="1991"/>
                    <a:pt x="2878" y="2000"/>
                    <a:pt x="2882" y="1997"/>
                  </a:cubicBezTo>
                  <a:cubicBezTo>
                    <a:pt x="2885" y="2002"/>
                    <a:pt x="2888" y="2003"/>
                    <a:pt x="2892" y="2003"/>
                  </a:cubicBezTo>
                  <a:cubicBezTo>
                    <a:pt x="2892" y="2006"/>
                    <a:pt x="2897" y="2009"/>
                    <a:pt x="2901" y="2009"/>
                  </a:cubicBezTo>
                  <a:cubicBezTo>
                    <a:pt x="2915" y="2021"/>
                    <a:pt x="2929" y="2033"/>
                    <a:pt x="2943" y="2045"/>
                  </a:cubicBezTo>
                  <a:cubicBezTo>
                    <a:pt x="2945" y="2047"/>
                    <a:pt x="2943" y="2049"/>
                    <a:pt x="2946" y="2051"/>
                  </a:cubicBezTo>
                  <a:cubicBezTo>
                    <a:pt x="2948" y="2053"/>
                    <a:pt x="2951" y="2052"/>
                    <a:pt x="2949" y="2054"/>
                  </a:cubicBezTo>
                  <a:cubicBezTo>
                    <a:pt x="2951" y="2059"/>
                    <a:pt x="2960" y="2063"/>
                    <a:pt x="2957" y="2067"/>
                  </a:cubicBezTo>
                  <a:cubicBezTo>
                    <a:pt x="2961" y="2072"/>
                    <a:pt x="2966" y="2076"/>
                    <a:pt x="2966" y="2080"/>
                  </a:cubicBezTo>
                  <a:cubicBezTo>
                    <a:pt x="2966" y="2085"/>
                    <a:pt x="2974" y="2090"/>
                    <a:pt x="2973" y="2095"/>
                  </a:cubicBezTo>
                  <a:cubicBezTo>
                    <a:pt x="2985" y="2112"/>
                    <a:pt x="2986" y="2129"/>
                    <a:pt x="2995" y="2147"/>
                  </a:cubicBezTo>
                  <a:cubicBezTo>
                    <a:pt x="2996" y="2151"/>
                    <a:pt x="2998" y="2156"/>
                    <a:pt x="2999" y="2160"/>
                  </a:cubicBezTo>
                  <a:cubicBezTo>
                    <a:pt x="3010" y="2160"/>
                    <a:pt x="3010" y="2160"/>
                    <a:pt x="3010" y="2160"/>
                  </a:cubicBezTo>
                  <a:cubicBezTo>
                    <a:pt x="3009" y="2159"/>
                    <a:pt x="3008" y="2157"/>
                    <a:pt x="3006" y="2155"/>
                  </a:cubicBezTo>
                  <a:close/>
                  <a:moveTo>
                    <a:pt x="729" y="2129"/>
                  </a:moveTo>
                  <a:cubicBezTo>
                    <a:pt x="729" y="2126"/>
                    <a:pt x="729" y="2123"/>
                    <a:pt x="733" y="2124"/>
                  </a:cubicBezTo>
                  <a:cubicBezTo>
                    <a:pt x="753" y="2068"/>
                    <a:pt x="761" y="2070"/>
                    <a:pt x="759" y="2063"/>
                  </a:cubicBezTo>
                  <a:cubicBezTo>
                    <a:pt x="773" y="2016"/>
                    <a:pt x="777" y="2009"/>
                    <a:pt x="779" y="2000"/>
                  </a:cubicBezTo>
                  <a:cubicBezTo>
                    <a:pt x="790" y="1956"/>
                    <a:pt x="792" y="1944"/>
                    <a:pt x="793" y="1921"/>
                  </a:cubicBezTo>
                  <a:cubicBezTo>
                    <a:pt x="796" y="1847"/>
                    <a:pt x="795" y="1840"/>
                    <a:pt x="798" y="1837"/>
                  </a:cubicBezTo>
                  <a:cubicBezTo>
                    <a:pt x="793" y="1793"/>
                    <a:pt x="796" y="1792"/>
                    <a:pt x="794" y="1785"/>
                  </a:cubicBezTo>
                  <a:cubicBezTo>
                    <a:pt x="784" y="1845"/>
                    <a:pt x="785" y="1850"/>
                    <a:pt x="784" y="1854"/>
                  </a:cubicBezTo>
                  <a:cubicBezTo>
                    <a:pt x="770" y="1895"/>
                    <a:pt x="773" y="1909"/>
                    <a:pt x="766" y="1914"/>
                  </a:cubicBezTo>
                  <a:cubicBezTo>
                    <a:pt x="748" y="1953"/>
                    <a:pt x="745" y="1956"/>
                    <a:pt x="743" y="1959"/>
                  </a:cubicBezTo>
                  <a:cubicBezTo>
                    <a:pt x="726" y="1983"/>
                    <a:pt x="731" y="1992"/>
                    <a:pt x="723" y="1991"/>
                  </a:cubicBezTo>
                  <a:cubicBezTo>
                    <a:pt x="709" y="2014"/>
                    <a:pt x="707" y="2015"/>
                    <a:pt x="708" y="2019"/>
                  </a:cubicBezTo>
                  <a:cubicBezTo>
                    <a:pt x="674" y="2075"/>
                    <a:pt x="665" y="2079"/>
                    <a:pt x="665" y="2089"/>
                  </a:cubicBezTo>
                  <a:cubicBezTo>
                    <a:pt x="647" y="2122"/>
                    <a:pt x="642" y="2122"/>
                    <a:pt x="641" y="2126"/>
                  </a:cubicBezTo>
                  <a:cubicBezTo>
                    <a:pt x="625" y="2149"/>
                    <a:pt x="624" y="2156"/>
                    <a:pt x="620" y="2160"/>
                  </a:cubicBezTo>
                  <a:cubicBezTo>
                    <a:pt x="643" y="2138"/>
                    <a:pt x="647" y="2134"/>
                    <a:pt x="650" y="2130"/>
                  </a:cubicBezTo>
                  <a:cubicBezTo>
                    <a:pt x="684" y="2076"/>
                    <a:pt x="681" y="2069"/>
                    <a:pt x="685" y="2068"/>
                  </a:cubicBezTo>
                  <a:cubicBezTo>
                    <a:pt x="698" y="2051"/>
                    <a:pt x="699" y="2049"/>
                    <a:pt x="699" y="2045"/>
                  </a:cubicBezTo>
                  <a:cubicBezTo>
                    <a:pt x="720" y="2010"/>
                    <a:pt x="727" y="2010"/>
                    <a:pt x="726" y="2002"/>
                  </a:cubicBezTo>
                  <a:cubicBezTo>
                    <a:pt x="757" y="1966"/>
                    <a:pt x="748" y="1970"/>
                    <a:pt x="751" y="1974"/>
                  </a:cubicBezTo>
                  <a:cubicBezTo>
                    <a:pt x="732" y="2008"/>
                    <a:pt x="731" y="2023"/>
                    <a:pt x="724" y="2033"/>
                  </a:cubicBezTo>
                  <a:cubicBezTo>
                    <a:pt x="709" y="2059"/>
                    <a:pt x="707" y="2061"/>
                    <a:pt x="704" y="2063"/>
                  </a:cubicBezTo>
                  <a:cubicBezTo>
                    <a:pt x="677" y="2114"/>
                    <a:pt x="671" y="2113"/>
                    <a:pt x="671" y="2117"/>
                  </a:cubicBezTo>
                  <a:cubicBezTo>
                    <a:pt x="652" y="2143"/>
                    <a:pt x="652" y="2151"/>
                    <a:pt x="647" y="2154"/>
                  </a:cubicBezTo>
                  <a:cubicBezTo>
                    <a:pt x="657" y="2156"/>
                    <a:pt x="659" y="2152"/>
                    <a:pt x="662" y="2149"/>
                  </a:cubicBezTo>
                  <a:cubicBezTo>
                    <a:pt x="675" y="2126"/>
                    <a:pt x="679" y="2125"/>
                    <a:pt x="678" y="2121"/>
                  </a:cubicBezTo>
                  <a:cubicBezTo>
                    <a:pt x="714" y="2066"/>
                    <a:pt x="717" y="2065"/>
                    <a:pt x="717" y="2062"/>
                  </a:cubicBezTo>
                  <a:cubicBezTo>
                    <a:pt x="728" y="2047"/>
                    <a:pt x="726" y="2041"/>
                    <a:pt x="729" y="2041"/>
                  </a:cubicBezTo>
                  <a:cubicBezTo>
                    <a:pt x="740" y="2003"/>
                    <a:pt x="750" y="2005"/>
                    <a:pt x="748" y="1996"/>
                  </a:cubicBezTo>
                  <a:cubicBezTo>
                    <a:pt x="764" y="1960"/>
                    <a:pt x="761" y="1951"/>
                    <a:pt x="764" y="1947"/>
                  </a:cubicBezTo>
                  <a:cubicBezTo>
                    <a:pt x="796" y="1849"/>
                    <a:pt x="791" y="1858"/>
                    <a:pt x="791" y="1862"/>
                  </a:cubicBezTo>
                  <a:cubicBezTo>
                    <a:pt x="786" y="1901"/>
                    <a:pt x="782" y="1904"/>
                    <a:pt x="781" y="1908"/>
                  </a:cubicBezTo>
                  <a:cubicBezTo>
                    <a:pt x="772" y="1962"/>
                    <a:pt x="765" y="1962"/>
                    <a:pt x="766" y="1969"/>
                  </a:cubicBezTo>
                  <a:cubicBezTo>
                    <a:pt x="746" y="2037"/>
                    <a:pt x="738" y="2043"/>
                    <a:pt x="737" y="2054"/>
                  </a:cubicBezTo>
                  <a:cubicBezTo>
                    <a:pt x="716" y="2096"/>
                    <a:pt x="713" y="2097"/>
                    <a:pt x="714" y="2101"/>
                  </a:cubicBezTo>
                  <a:cubicBezTo>
                    <a:pt x="697" y="2124"/>
                    <a:pt x="696" y="2129"/>
                    <a:pt x="694" y="2133"/>
                  </a:cubicBezTo>
                  <a:cubicBezTo>
                    <a:pt x="679" y="2147"/>
                    <a:pt x="682" y="2155"/>
                    <a:pt x="678" y="2158"/>
                  </a:cubicBezTo>
                  <a:cubicBezTo>
                    <a:pt x="688" y="2156"/>
                    <a:pt x="691" y="2153"/>
                    <a:pt x="693" y="2149"/>
                  </a:cubicBezTo>
                  <a:cubicBezTo>
                    <a:pt x="704" y="2140"/>
                    <a:pt x="697" y="2130"/>
                    <a:pt x="705" y="2132"/>
                  </a:cubicBezTo>
                  <a:cubicBezTo>
                    <a:pt x="720" y="2101"/>
                    <a:pt x="726" y="2102"/>
                    <a:pt x="724" y="2096"/>
                  </a:cubicBezTo>
                  <a:cubicBezTo>
                    <a:pt x="745" y="2052"/>
                    <a:pt x="748" y="2046"/>
                    <a:pt x="753" y="2042"/>
                  </a:cubicBezTo>
                  <a:cubicBezTo>
                    <a:pt x="775" y="1963"/>
                    <a:pt x="776" y="1958"/>
                    <a:pt x="775" y="1953"/>
                  </a:cubicBezTo>
                  <a:cubicBezTo>
                    <a:pt x="783" y="1921"/>
                    <a:pt x="788" y="1921"/>
                    <a:pt x="786" y="1915"/>
                  </a:cubicBezTo>
                  <a:cubicBezTo>
                    <a:pt x="785" y="1961"/>
                    <a:pt x="781" y="1971"/>
                    <a:pt x="780" y="1983"/>
                  </a:cubicBezTo>
                  <a:cubicBezTo>
                    <a:pt x="765" y="2021"/>
                    <a:pt x="762" y="2030"/>
                    <a:pt x="760" y="2041"/>
                  </a:cubicBezTo>
                  <a:cubicBezTo>
                    <a:pt x="741" y="2077"/>
                    <a:pt x="740" y="2089"/>
                    <a:pt x="735" y="2097"/>
                  </a:cubicBezTo>
                  <a:cubicBezTo>
                    <a:pt x="715" y="2131"/>
                    <a:pt x="711" y="2140"/>
                    <a:pt x="708" y="2150"/>
                  </a:cubicBezTo>
                  <a:cubicBezTo>
                    <a:pt x="711" y="2160"/>
                    <a:pt x="711" y="2160"/>
                    <a:pt x="711" y="2160"/>
                  </a:cubicBezTo>
                  <a:cubicBezTo>
                    <a:pt x="719" y="2142"/>
                    <a:pt x="723" y="2142"/>
                    <a:pt x="723" y="2140"/>
                  </a:cubicBezTo>
                  <a:close/>
                  <a:moveTo>
                    <a:pt x="2860" y="2138"/>
                  </a:moveTo>
                  <a:cubicBezTo>
                    <a:pt x="2860" y="2132"/>
                    <a:pt x="2854" y="2135"/>
                    <a:pt x="2854" y="2128"/>
                  </a:cubicBezTo>
                  <a:cubicBezTo>
                    <a:pt x="2845" y="2120"/>
                    <a:pt x="2844" y="2111"/>
                    <a:pt x="2838" y="2103"/>
                  </a:cubicBezTo>
                  <a:cubicBezTo>
                    <a:pt x="2828" y="2094"/>
                    <a:pt x="2828" y="2087"/>
                    <a:pt x="2819" y="2078"/>
                  </a:cubicBezTo>
                  <a:cubicBezTo>
                    <a:pt x="2818" y="2076"/>
                    <a:pt x="2815" y="2074"/>
                    <a:pt x="2816" y="2072"/>
                  </a:cubicBezTo>
                  <a:cubicBezTo>
                    <a:pt x="2815" y="2070"/>
                    <a:pt x="2817" y="2067"/>
                    <a:pt x="2814" y="2069"/>
                  </a:cubicBezTo>
                  <a:cubicBezTo>
                    <a:pt x="2807" y="2064"/>
                    <a:pt x="2810" y="2060"/>
                    <a:pt x="2805" y="2056"/>
                  </a:cubicBezTo>
                  <a:cubicBezTo>
                    <a:pt x="2797" y="2047"/>
                    <a:pt x="2797" y="2043"/>
                    <a:pt x="2789" y="2038"/>
                  </a:cubicBezTo>
                  <a:cubicBezTo>
                    <a:pt x="2789" y="2034"/>
                    <a:pt x="2785" y="2032"/>
                    <a:pt x="2782" y="2029"/>
                  </a:cubicBezTo>
                  <a:cubicBezTo>
                    <a:pt x="2776" y="2021"/>
                    <a:pt x="2773" y="2015"/>
                    <a:pt x="2765" y="2010"/>
                  </a:cubicBezTo>
                  <a:cubicBezTo>
                    <a:pt x="2762" y="2005"/>
                    <a:pt x="2762" y="2001"/>
                    <a:pt x="2757" y="1997"/>
                  </a:cubicBezTo>
                  <a:cubicBezTo>
                    <a:pt x="2748" y="1991"/>
                    <a:pt x="2740" y="1981"/>
                    <a:pt x="2732" y="1972"/>
                  </a:cubicBezTo>
                  <a:cubicBezTo>
                    <a:pt x="2721" y="1964"/>
                    <a:pt x="2710" y="1952"/>
                    <a:pt x="2698" y="1946"/>
                  </a:cubicBezTo>
                  <a:cubicBezTo>
                    <a:pt x="2693" y="1941"/>
                    <a:pt x="2687" y="1939"/>
                    <a:pt x="2682" y="1935"/>
                  </a:cubicBezTo>
                  <a:cubicBezTo>
                    <a:pt x="2676" y="1928"/>
                    <a:pt x="2670" y="1924"/>
                    <a:pt x="2664" y="1924"/>
                  </a:cubicBezTo>
                  <a:cubicBezTo>
                    <a:pt x="2685" y="1942"/>
                    <a:pt x="2706" y="1958"/>
                    <a:pt x="2727" y="1976"/>
                  </a:cubicBezTo>
                  <a:cubicBezTo>
                    <a:pt x="2744" y="1996"/>
                    <a:pt x="2765" y="2017"/>
                    <a:pt x="2777" y="2037"/>
                  </a:cubicBezTo>
                  <a:cubicBezTo>
                    <a:pt x="2781" y="2041"/>
                    <a:pt x="2786" y="2048"/>
                    <a:pt x="2790" y="2048"/>
                  </a:cubicBezTo>
                  <a:cubicBezTo>
                    <a:pt x="2785" y="2052"/>
                    <a:pt x="2800" y="2057"/>
                    <a:pt x="2796" y="2061"/>
                  </a:cubicBezTo>
                  <a:cubicBezTo>
                    <a:pt x="2798" y="2065"/>
                    <a:pt x="2807" y="2070"/>
                    <a:pt x="2804" y="2074"/>
                  </a:cubicBezTo>
                  <a:cubicBezTo>
                    <a:pt x="2815" y="2086"/>
                    <a:pt x="2813" y="2088"/>
                    <a:pt x="2822" y="2098"/>
                  </a:cubicBezTo>
                  <a:cubicBezTo>
                    <a:pt x="2826" y="2107"/>
                    <a:pt x="2835" y="2116"/>
                    <a:pt x="2839" y="2124"/>
                  </a:cubicBezTo>
                  <a:cubicBezTo>
                    <a:pt x="2845" y="2129"/>
                    <a:pt x="2842" y="2133"/>
                    <a:pt x="2848" y="2137"/>
                  </a:cubicBezTo>
                  <a:cubicBezTo>
                    <a:pt x="2855" y="2142"/>
                    <a:pt x="2850" y="2147"/>
                    <a:pt x="2854" y="2152"/>
                  </a:cubicBezTo>
                  <a:cubicBezTo>
                    <a:pt x="2857" y="2155"/>
                    <a:pt x="2859" y="2157"/>
                    <a:pt x="2862" y="2160"/>
                  </a:cubicBezTo>
                  <a:cubicBezTo>
                    <a:pt x="2873" y="2160"/>
                    <a:pt x="2873" y="2160"/>
                    <a:pt x="2873" y="2160"/>
                  </a:cubicBezTo>
                  <a:cubicBezTo>
                    <a:pt x="2870" y="2157"/>
                    <a:pt x="2867" y="2153"/>
                    <a:pt x="2864" y="2149"/>
                  </a:cubicBezTo>
                  <a:cubicBezTo>
                    <a:pt x="2867" y="2146"/>
                    <a:pt x="2858" y="2142"/>
                    <a:pt x="2860" y="2138"/>
                  </a:cubicBezTo>
                  <a:close/>
                  <a:moveTo>
                    <a:pt x="796" y="1969"/>
                  </a:moveTo>
                  <a:cubicBezTo>
                    <a:pt x="799" y="1994"/>
                    <a:pt x="793" y="2012"/>
                    <a:pt x="792" y="2035"/>
                  </a:cubicBezTo>
                  <a:cubicBezTo>
                    <a:pt x="788" y="2035"/>
                    <a:pt x="791" y="2042"/>
                    <a:pt x="788" y="2043"/>
                  </a:cubicBezTo>
                  <a:cubicBezTo>
                    <a:pt x="785" y="2046"/>
                    <a:pt x="784" y="2049"/>
                    <a:pt x="785" y="2055"/>
                  </a:cubicBezTo>
                  <a:cubicBezTo>
                    <a:pt x="781" y="2055"/>
                    <a:pt x="784" y="2062"/>
                    <a:pt x="781" y="2064"/>
                  </a:cubicBezTo>
                  <a:cubicBezTo>
                    <a:pt x="778" y="2066"/>
                    <a:pt x="778" y="2071"/>
                    <a:pt x="777" y="2075"/>
                  </a:cubicBezTo>
                  <a:cubicBezTo>
                    <a:pt x="767" y="2082"/>
                    <a:pt x="766" y="2096"/>
                    <a:pt x="755" y="2103"/>
                  </a:cubicBezTo>
                  <a:cubicBezTo>
                    <a:pt x="749" y="2125"/>
                    <a:pt x="737" y="2143"/>
                    <a:pt x="726" y="2160"/>
                  </a:cubicBezTo>
                  <a:cubicBezTo>
                    <a:pt x="738" y="2160"/>
                    <a:pt x="738" y="2160"/>
                    <a:pt x="738" y="2160"/>
                  </a:cubicBezTo>
                  <a:cubicBezTo>
                    <a:pt x="740" y="2157"/>
                    <a:pt x="741" y="2154"/>
                    <a:pt x="743" y="2152"/>
                  </a:cubicBezTo>
                  <a:cubicBezTo>
                    <a:pt x="746" y="2142"/>
                    <a:pt x="753" y="2137"/>
                    <a:pt x="755" y="2127"/>
                  </a:cubicBezTo>
                  <a:cubicBezTo>
                    <a:pt x="758" y="2124"/>
                    <a:pt x="758" y="2119"/>
                    <a:pt x="761" y="2115"/>
                  </a:cubicBezTo>
                  <a:cubicBezTo>
                    <a:pt x="764" y="2112"/>
                    <a:pt x="766" y="2108"/>
                    <a:pt x="766" y="2102"/>
                  </a:cubicBezTo>
                  <a:cubicBezTo>
                    <a:pt x="773" y="2100"/>
                    <a:pt x="773" y="2092"/>
                    <a:pt x="778" y="2088"/>
                  </a:cubicBezTo>
                  <a:cubicBezTo>
                    <a:pt x="783" y="2083"/>
                    <a:pt x="783" y="2075"/>
                    <a:pt x="788" y="2070"/>
                  </a:cubicBezTo>
                  <a:cubicBezTo>
                    <a:pt x="788" y="2062"/>
                    <a:pt x="792" y="2057"/>
                    <a:pt x="793" y="2050"/>
                  </a:cubicBezTo>
                  <a:cubicBezTo>
                    <a:pt x="798" y="2045"/>
                    <a:pt x="796" y="2034"/>
                    <a:pt x="800" y="2030"/>
                  </a:cubicBezTo>
                  <a:cubicBezTo>
                    <a:pt x="801" y="2017"/>
                    <a:pt x="801" y="2004"/>
                    <a:pt x="802" y="1992"/>
                  </a:cubicBezTo>
                  <a:cubicBezTo>
                    <a:pt x="802" y="1988"/>
                    <a:pt x="802" y="1984"/>
                    <a:pt x="801" y="1979"/>
                  </a:cubicBezTo>
                  <a:cubicBezTo>
                    <a:pt x="800" y="1975"/>
                    <a:pt x="803" y="1966"/>
                    <a:pt x="796" y="1969"/>
                  </a:cubicBezTo>
                  <a:close/>
                  <a:moveTo>
                    <a:pt x="632" y="2085"/>
                  </a:moveTo>
                  <a:cubicBezTo>
                    <a:pt x="639" y="2082"/>
                    <a:pt x="641" y="2073"/>
                    <a:pt x="648" y="2069"/>
                  </a:cubicBezTo>
                  <a:cubicBezTo>
                    <a:pt x="679" y="2024"/>
                    <a:pt x="680" y="2015"/>
                    <a:pt x="688" y="2011"/>
                  </a:cubicBezTo>
                  <a:cubicBezTo>
                    <a:pt x="698" y="1995"/>
                    <a:pt x="700" y="1994"/>
                    <a:pt x="702" y="1993"/>
                  </a:cubicBezTo>
                  <a:cubicBezTo>
                    <a:pt x="709" y="1979"/>
                    <a:pt x="711" y="1976"/>
                    <a:pt x="716" y="1974"/>
                  </a:cubicBezTo>
                  <a:cubicBezTo>
                    <a:pt x="740" y="1928"/>
                    <a:pt x="740" y="1923"/>
                    <a:pt x="745" y="1922"/>
                  </a:cubicBezTo>
                  <a:cubicBezTo>
                    <a:pt x="764" y="1882"/>
                    <a:pt x="767" y="1874"/>
                    <a:pt x="769" y="1866"/>
                  </a:cubicBezTo>
                  <a:cubicBezTo>
                    <a:pt x="779" y="1830"/>
                    <a:pt x="778" y="1830"/>
                    <a:pt x="779" y="1821"/>
                  </a:cubicBezTo>
                  <a:cubicBezTo>
                    <a:pt x="780" y="1813"/>
                    <a:pt x="775" y="1822"/>
                    <a:pt x="774" y="1835"/>
                  </a:cubicBezTo>
                  <a:cubicBezTo>
                    <a:pt x="762" y="1874"/>
                    <a:pt x="757" y="1877"/>
                    <a:pt x="755" y="1882"/>
                  </a:cubicBezTo>
                  <a:cubicBezTo>
                    <a:pt x="728" y="1935"/>
                    <a:pt x="723" y="1944"/>
                    <a:pt x="716" y="1952"/>
                  </a:cubicBezTo>
                  <a:cubicBezTo>
                    <a:pt x="707" y="1972"/>
                    <a:pt x="699" y="1973"/>
                    <a:pt x="699" y="1980"/>
                  </a:cubicBezTo>
                  <a:cubicBezTo>
                    <a:pt x="656" y="2040"/>
                    <a:pt x="650" y="2048"/>
                    <a:pt x="643" y="2056"/>
                  </a:cubicBezTo>
                  <a:cubicBezTo>
                    <a:pt x="618" y="2091"/>
                    <a:pt x="620" y="2096"/>
                    <a:pt x="617" y="2097"/>
                  </a:cubicBezTo>
                  <a:cubicBezTo>
                    <a:pt x="596" y="2127"/>
                    <a:pt x="594" y="2132"/>
                    <a:pt x="592" y="2138"/>
                  </a:cubicBezTo>
                  <a:cubicBezTo>
                    <a:pt x="581" y="2154"/>
                    <a:pt x="577" y="2156"/>
                    <a:pt x="576" y="2160"/>
                  </a:cubicBezTo>
                  <a:cubicBezTo>
                    <a:pt x="593" y="2151"/>
                    <a:pt x="595" y="2149"/>
                    <a:pt x="597" y="2147"/>
                  </a:cubicBezTo>
                  <a:close/>
                  <a:moveTo>
                    <a:pt x="527" y="2119"/>
                  </a:moveTo>
                  <a:cubicBezTo>
                    <a:pt x="538" y="2111"/>
                    <a:pt x="537" y="2093"/>
                    <a:pt x="549" y="2087"/>
                  </a:cubicBezTo>
                  <a:cubicBezTo>
                    <a:pt x="562" y="2065"/>
                    <a:pt x="564" y="2058"/>
                    <a:pt x="570" y="2054"/>
                  </a:cubicBezTo>
                  <a:cubicBezTo>
                    <a:pt x="604" y="2015"/>
                    <a:pt x="605" y="2012"/>
                    <a:pt x="607" y="2008"/>
                  </a:cubicBezTo>
                  <a:cubicBezTo>
                    <a:pt x="621" y="1986"/>
                    <a:pt x="628" y="1985"/>
                    <a:pt x="629" y="1978"/>
                  </a:cubicBezTo>
                  <a:cubicBezTo>
                    <a:pt x="654" y="1948"/>
                    <a:pt x="657" y="1943"/>
                    <a:pt x="661" y="1939"/>
                  </a:cubicBezTo>
                  <a:cubicBezTo>
                    <a:pt x="683" y="1906"/>
                    <a:pt x="689" y="1903"/>
                    <a:pt x="693" y="1899"/>
                  </a:cubicBezTo>
                  <a:cubicBezTo>
                    <a:pt x="715" y="1866"/>
                    <a:pt x="713" y="1857"/>
                    <a:pt x="720" y="1856"/>
                  </a:cubicBezTo>
                  <a:cubicBezTo>
                    <a:pt x="738" y="1819"/>
                    <a:pt x="740" y="1813"/>
                    <a:pt x="743" y="1808"/>
                  </a:cubicBezTo>
                  <a:cubicBezTo>
                    <a:pt x="755" y="1770"/>
                    <a:pt x="760" y="1770"/>
                    <a:pt x="758" y="1764"/>
                  </a:cubicBezTo>
                  <a:cubicBezTo>
                    <a:pt x="748" y="1776"/>
                    <a:pt x="751" y="1782"/>
                    <a:pt x="748" y="1784"/>
                  </a:cubicBezTo>
                  <a:cubicBezTo>
                    <a:pt x="719" y="1836"/>
                    <a:pt x="716" y="1850"/>
                    <a:pt x="708" y="1859"/>
                  </a:cubicBezTo>
                  <a:cubicBezTo>
                    <a:pt x="681" y="1895"/>
                    <a:pt x="679" y="1902"/>
                    <a:pt x="676" y="1907"/>
                  </a:cubicBezTo>
                  <a:cubicBezTo>
                    <a:pt x="632" y="1957"/>
                    <a:pt x="630" y="1965"/>
                    <a:pt x="626" y="1970"/>
                  </a:cubicBezTo>
                  <a:cubicBezTo>
                    <a:pt x="604" y="1994"/>
                    <a:pt x="607" y="2001"/>
                    <a:pt x="599" y="2000"/>
                  </a:cubicBezTo>
                  <a:cubicBezTo>
                    <a:pt x="579" y="2025"/>
                    <a:pt x="577" y="2028"/>
                    <a:pt x="575" y="2030"/>
                  </a:cubicBezTo>
                  <a:cubicBezTo>
                    <a:pt x="541" y="2084"/>
                    <a:pt x="535" y="2083"/>
                    <a:pt x="536" y="2087"/>
                  </a:cubicBezTo>
                  <a:cubicBezTo>
                    <a:pt x="519" y="2123"/>
                    <a:pt x="515" y="2128"/>
                    <a:pt x="513" y="2135"/>
                  </a:cubicBezTo>
                  <a:cubicBezTo>
                    <a:pt x="505" y="2148"/>
                    <a:pt x="504" y="2152"/>
                    <a:pt x="503" y="2149"/>
                  </a:cubicBezTo>
                  <a:cubicBezTo>
                    <a:pt x="523" y="2073"/>
                    <a:pt x="531" y="2066"/>
                    <a:pt x="536" y="2057"/>
                  </a:cubicBezTo>
                  <a:cubicBezTo>
                    <a:pt x="557" y="2023"/>
                    <a:pt x="558" y="2021"/>
                    <a:pt x="559" y="2018"/>
                  </a:cubicBezTo>
                  <a:cubicBezTo>
                    <a:pt x="576" y="1990"/>
                    <a:pt x="580" y="1991"/>
                    <a:pt x="581" y="1990"/>
                  </a:cubicBezTo>
                  <a:cubicBezTo>
                    <a:pt x="594" y="1973"/>
                    <a:pt x="598" y="1963"/>
                    <a:pt x="607" y="1958"/>
                  </a:cubicBezTo>
                  <a:cubicBezTo>
                    <a:pt x="639" y="1919"/>
                    <a:pt x="644" y="1916"/>
                    <a:pt x="646" y="1911"/>
                  </a:cubicBezTo>
                  <a:cubicBezTo>
                    <a:pt x="671" y="1879"/>
                    <a:pt x="677" y="1871"/>
                    <a:pt x="684" y="1863"/>
                  </a:cubicBezTo>
                  <a:cubicBezTo>
                    <a:pt x="710" y="1821"/>
                    <a:pt x="711" y="1819"/>
                    <a:pt x="711" y="1815"/>
                  </a:cubicBezTo>
                  <a:cubicBezTo>
                    <a:pt x="721" y="1793"/>
                    <a:pt x="726" y="1787"/>
                    <a:pt x="728" y="1779"/>
                  </a:cubicBezTo>
                  <a:cubicBezTo>
                    <a:pt x="737" y="1759"/>
                    <a:pt x="740" y="1755"/>
                    <a:pt x="739" y="1748"/>
                  </a:cubicBezTo>
                  <a:cubicBezTo>
                    <a:pt x="749" y="1711"/>
                    <a:pt x="758" y="1704"/>
                    <a:pt x="751" y="1701"/>
                  </a:cubicBezTo>
                  <a:cubicBezTo>
                    <a:pt x="741" y="1737"/>
                    <a:pt x="739" y="1741"/>
                    <a:pt x="737" y="1743"/>
                  </a:cubicBezTo>
                  <a:cubicBezTo>
                    <a:pt x="723" y="1777"/>
                    <a:pt x="722" y="1781"/>
                    <a:pt x="720" y="1784"/>
                  </a:cubicBezTo>
                  <a:cubicBezTo>
                    <a:pt x="699" y="1812"/>
                    <a:pt x="704" y="1820"/>
                    <a:pt x="701" y="1822"/>
                  </a:cubicBezTo>
                  <a:cubicBezTo>
                    <a:pt x="683" y="1840"/>
                    <a:pt x="688" y="1849"/>
                    <a:pt x="681" y="1848"/>
                  </a:cubicBezTo>
                  <a:cubicBezTo>
                    <a:pt x="648" y="1893"/>
                    <a:pt x="646" y="1895"/>
                    <a:pt x="645" y="1898"/>
                  </a:cubicBezTo>
                  <a:cubicBezTo>
                    <a:pt x="620" y="1924"/>
                    <a:pt x="623" y="1930"/>
                    <a:pt x="619" y="1931"/>
                  </a:cubicBezTo>
                  <a:cubicBezTo>
                    <a:pt x="602" y="1950"/>
                    <a:pt x="597" y="1950"/>
                    <a:pt x="596" y="1954"/>
                  </a:cubicBezTo>
                  <a:cubicBezTo>
                    <a:pt x="576" y="1984"/>
                    <a:pt x="571" y="1984"/>
                    <a:pt x="568" y="1987"/>
                  </a:cubicBezTo>
                  <a:cubicBezTo>
                    <a:pt x="551" y="2020"/>
                    <a:pt x="544" y="2020"/>
                    <a:pt x="542" y="2024"/>
                  </a:cubicBezTo>
                  <a:cubicBezTo>
                    <a:pt x="532" y="2053"/>
                    <a:pt x="525" y="2052"/>
                    <a:pt x="525" y="2058"/>
                  </a:cubicBezTo>
                  <a:cubicBezTo>
                    <a:pt x="510" y="2092"/>
                    <a:pt x="506" y="2097"/>
                    <a:pt x="504" y="2103"/>
                  </a:cubicBezTo>
                  <a:cubicBezTo>
                    <a:pt x="494" y="2126"/>
                    <a:pt x="492" y="2119"/>
                    <a:pt x="495" y="2106"/>
                  </a:cubicBezTo>
                  <a:cubicBezTo>
                    <a:pt x="521" y="2035"/>
                    <a:pt x="521" y="2029"/>
                    <a:pt x="522" y="2023"/>
                  </a:cubicBezTo>
                  <a:cubicBezTo>
                    <a:pt x="542" y="1984"/>
                    <a:pt x="551" y="1988"/>
                    <a:pt x="548" y="1980"/>
                  </a:cubicBezTo>
                  <a:cubicBezTo>
                    <a:pt x="561" y="1958"/>
                    <a:pt x="565" y="1956"/>
                    <a:pt x="568" y="1954"/>
                  </a:cubicBezTo>
                  <a:cubicBezTo>
                    <a:pt x="588" y="1927"/>
                    <a:pt x="588" y="1924"/>
                    <a:pt x="590" y="1924"/>
                  </a:cubicBezTo>
                  <a:cubicBezTo>
                    <a:pt x="605" y="1911"/>
                    <a:pt x="601" y="1902"/>
                    <a:pt x="608" y="1903"/>
                  </a:cubicBezTo>
                  <a:cubicBezTo>
                    <a:pt x="626" y="1880"/>
                    <a:pt x="629" y="1872"/>
                    <a:pt x="634" y="1866"/>
                  </a:cubicBezTo>
                  <a:cubicBezTo>
                    <a:pt x="650" y="1842"/>
                    <a:pt x="654" y="1836"/>
                    <a:pt x="657" y="1830"/>
                  </a:cubicBezTo>
                  <a:cubicBezTo>
                    <a:pt x="680" y="1801"/>
                    <a:pt x="677" y="1794"/>
                    <a:pt x="681" y="1793"/>
                  </a:cubicBezTo>
                  <a:cubicBezTo>
                    <a:pt x="694" y="1771"/>
                    <a:pt x="693" y="1766"/>
                    <a:pt x="694" y="1762"/>
                  </a:cubicBezTo>
                  <a:cubicBezTo>
                    <a:pt x="707" y="1740"/>
                    <a:pt x="703" y="1731"/>
                    <a:pt x="707" y="1730"/>
                  </a:cubicBezTo>
                  <a:cubicBezTo>
                    <a:pt x="706" y="1726"/>
                    <a:pt x="697" y="1741"/>
                    <a:pt x="692" y="1760"/>
                  </a:cubicBezTo>
                  <a:cubicBezTo>
                    <a:pt x="678" y="1785"/>
                    <a:pt x="677" y="1787"/>
                    <a:pt x="676" y="1789"/>
                  </a:cubicBezTo>
                  <a:cubicBezTo>
                    <a:pt x="658" y="1813"/>
                    <a:pt x="654" y="1821"/>
                    <a:pt x="651" y="1830"/>
                  </a:cubicBezTo>
                  <a:cubicBezTo>
                    <a:pt x="598" y="1896"/>
                    <a:pt x="599" y="1902"/>
                    <a:pt x="595" y="1904"/>
                  </a:cubicBezTo>
                  <a:cubicBezTo>
                    <a:pt x="576" y="1926"/>
                    <a:pt x="576" y="1928"/>
                    <a:pt x="575" y="1930"/>
                  </a:cubicBezTo>
                  <a:cubicBezTo>
                    <a:pt x="534" y="1988"/>
                    <a:pt x="529" y="1994"/>
                    <a:pt x="525" y="2003"/>
                  </a:cubicBezTo>
                  <a:cubicBezTo>
                    <a:pt x="505" y="2043"/>
                    <a:pt x="504" y="2047"/>
                    <a:pt x="500" y="2051"/>
                  </a:cubicBezTo>
                  <a:cubicBezTo>
                    <a:pt x="491" y="2091"/>
                    <a:pt x="484" y="2096"/>
                    <a:pt x="485" y="2109"/>
                  </a:cubicBezTo>
                  <a:cubicBezTo>
                    <a:pt x="473" y="2124"/>
                    <a:pt x="472" y="2121"/>
                    <a:pt x="475" y="2120"/>
                  </a:cubicBezTo>
                  <a:cubicBezTo>
                    <a:pt x="477" y="2079"/>
                    <a:pt x="483" y="2074"/>
                    <a:pt x="484" y="2065"/>
                  </a:cubicBezTo>
                  <a:cubicBezTo>
                    <a:pt x="500" y="2022"/>
                    <a:pt x="497" y="2015"/>
                    <a:pt x="500" y="2014"/>
                  </a:cubicBezTo>
                  <a:cubicBezTo>
                    <a:pt x="524" y="1961"/>
                    <a:pt x="529" y="1957"/>
                    <a:pt x="528" y="1948"/>
                  </a:cubicBezTo>
                  <a:cubicBezTo>
                    <a:pt x="549" y="1923"/>
                    <a:pt x="542" y="1913"/>
                    <a:pt x="550" y="1916"/>
                  </a:cubicBezTo>
                  <a:cubicBezTo>
                    <a:pt x="566" y="1887"/>
                    <a:pt x="568" y="1885"/>
                    <a:pt x="569" y="1882"/>
                  </a:cubicBezTo>
                  <a:cubicBezTo>
                    <a:pt x="586" y="1853"/>
                    <a:pt x="587" y="1849"/>
                    <a:pt x="593" y="1850"/>
                  </a:cubicBezTo>
                  <a:cubicBezTo>
                    <a:pt x="633" y="1789"/>
                    <a:pt x="642" y="1779"/>
                    <a:pt x="649" y="1767"/>
                  </a:cubicBezTo>
                  <a:cubicBezTo>
                    <a:pt x="673" y="1728"/>
                    <a:pt x="682" y="1727"/>
                    <a:pt x="682" y="1719"/>
                  </a:cubicBezTo>
                  <a:cubicBezTo>
                    <a:pt x="703" y="1677"/>
                    <a:pt x="709" y="1673"/>
                    <a:pt x="709" y="1664"/>
                  </a:cubicBezTo>
                  <a:cubicBezTo>
                    <a:pt x="719" y="1643"/>
                    <a:pt x="716" y="1636"/>
                    <a:pt x="720" y="1635"/>
                  </a:cubicBezTo>
                  <a:cubicBezTo>
                    <a:pt x="713" y="1646"/>
                    <a:pt x="708" y="1649"/>
                    <a:pt x="709" y="1658"/>
                  </a:cubicBezTo>
                  <a:cubicBezTo>
                    <a:pt x="687" y="1698"/>
                    <a:pt x="683" y="1709"/>
                    <a:pt x="676" y="1717"/>
                  </a:cubicBezTo>
                  <a:cubicBezTo>
                    <a:pt x="652" y="1756"/>
                    <a:pt x="643" y="1762"/>
                    <a:pt x="638" y="1772"/>
                  </a:cubicBezTo>
                  <a:cubicBezTo>
                    <a:pt x="611" y="1808"/>
                    <a:pt x="605" y="1817"/>
                    <a:pt x="598" y="1825"/>
                  </a:cubicBezTo>
                  <a:cubicBezTo>
                    <a:pt x="570" y="1869"/>
                    <a:pt x="568" y="1871"/>
                    <a:pt x="564" y="1871"/>
                  </a:cubicBezTo>
                  <a:cubicBezTo>
                    <a:pt x="535" y="1917"/>
                    <a:pt x="533" y="1930"/>
                    <a:pt x="525" y="1937"/>
                  </a:cubicBezTo>
                  <a:cubicBezTo>
                    <a:pt x="502" y="1990"/>
                    <a:pt x="498" y="1994"/>
                    <a:pt x="494" y="1999"/>
                  </a:cubicBezTo>
                  <a:cubicBezTo>
                    <a:pt x="487" y="2028"/>
                    <a:pt x="482" y="2028"/>
                    <a:pt x="484" y="2034"/>
                  </a:cubicBezTo>
                  <a:cubicBezTo>
                    <a:pt x="469" y="2074"/>
                    <a:pt x="471" y="2083"/>
                    <a:pt x="468" y="2088"/>
                  </a:cubicBezTo>
                  <a:cubicBezTo>
                    <a:pt x="459" y="2089"/>
                    <a:pt x="460" y="2087"/>
                    <a:pt x="461" y="2086"/>
                  </a:cubicBezTo>
                  <a:cubicBezTo>
                    <a:pt x="469" y="2046"/>
                    <a:pt x="469" y="2035"/>
                    <a:pt x="470" y="2024"/>
                  </a:cubicBezTo>
                  <a:cubicBezTo>
                    <a:pt x="493" y="1973"/>
                    <a:pt x="496" y="1965"/>
                    <a:pt x="500" y="1959"/>
                  </a:cubicBezTo>
                  <a:cubicBezTo>
                    <a:pt x="538" y="1889"/>
                    <a:pt x="543" y="1883"/>
                    <a:pt x="547" y="1877"/>
                  </a:cubicBezTo>
                  <a:cubicBezTo>
                    <a:pt x="578" y="1836"/>
                    <a:pt x="584" y="1829"/>
                    <a:pt x="589" y="1821"/>
                  </a:cubicBezTo>
                  <a:cubicBezTo>
                    <a:pt x="607" y="1794"/>
                    <a:pt x="612" y="1792"/>
                    <a:pt x="615" y="1789"/>
                  </a:cubicBezTo>
                  <a:cubicBezTo>
                    <a:pt x="633" y="1760"/>
                    <a:pt x="634" y="1755"/>
                    <a:pt x="639" y="1752"/>
                  </a:cubicBezTo>
                  <a:cubicBezTo>
                    <a:pt x="679" y="1687"/>
                    <a:pt x="686" y="1688"/>
                    <a:pt x="684" y="1679"/>
                  </a:cubicBezTo>
                  <a:cubicBezTo>
                    <a:pt x="684" y="1668"/>
                    <a:pt x="684" y="1676"/>
                    <a:pt x="680" y="1680"/>
                  </a:cubicBezTo>
                  <a:cubicBezTo>
                    <a:pt x="637" y="1744"/>
                    <a:pt x="628" y="1750"/>
                    <a:pt x="624" y="1762"/>
                  </a:cubicBezTo>
                  <a:cubicBezTo>
                    <a:pt x="611" y="1778"/>
                    <a:pt x="610" y="1785"/>
                    <a:pt x="604" y="1788"/>
                  </a:cubicBezTo>
                  <a:cubicBezTo>
                    <a:pt x="583" y="1819"/>
                    <a:pt x="577" y="1821"/>
                    <a:pt x="576" y="1827"/>
                  </a:cubicBezTo>
                  <a:cubicBezTo>
                    <a:pt x="555" y="1861"/>
                    <a:pt x="545" y="1860"/>
                    <a:pt x="546" y="1868"/>
                  </a:cubicBezTo>
                  <a:cubicBezTo>
                    <a:pt x="519" y="1903"/>
                    <a:pt x="516" y="1912"/>
                    <a:pt x="508" y="1917"/>
                  </a:cubicBezTo>
                  <a:cubicBezTo>
                    <a:pt x="499" y="1947"/>
                    <a:pt x="488" y="1948"/>
                    <a:pt x="490" y="1960"/>
                  </a:cubicBezTo>
                  <a:cubicBezTo>
                    <a:pt x="476" y="1985"/>
                    <a:pt x="473" y="1985"/>
                    <a:pt x="474" y="1989"/>
                  </a:cubicBezTo>
                  <a:cubicBezTo>
                    <a:pt x="461" y="2021"/>
                    <a:pt x="461" y="2026"/>
                    <a:pt x="462" y="2031"/>
                  </a:cubicBezTo>
                  <a:cubicBezTo>
                    <a:pt x="445" y="2054"/>
                    <a:pt x="454" y="2048"/>
                    <a:pt x="450" y="2043"/>
                  </a:cubicBezTo>
                  <a:cubicBezTo>
                    <a:pt x="467" y="1957"/>
                    <a:pt x="468" y="1948"/>
                    <a:pt x="471" y="1939"/>
                  </a:cubicBezTo>
                  <a:cubicBezTo>
                    <a:pt x="485" y="1912"/>
                    <a:pt x="483" y="1904"/>
                    <a:pt x="485" y="1901"/>
                  </a:cubicBezTo>
                  <a:cubicBezTo>
                    <a:pt x="500" y="1872"/>
                    <a:pt x="501" y="1868"/>
                    <a:pt x="505" y="1865"/>
                  </a:cubicBezTo>
                  <a:cubicBezTo>
                    <a:pt x="521" y="1833"/>
                    <a:pt x="523" y="1832"/>
                    <a:pt x="524" y="1830"/>
                  </a:cubicBezTo>
                  <a:cubicBezTo>
                    <a:pt x="533" y="1814"/>
                    <a:pt x="536" y="1812"/>
                    <a:pt x="538" y="1808"/>
                  </a:cubicBezTo>
                  <a:cubicBezTo>
                    <a:pt x="569" y="1770"/>
                    <a:pt x="574" y="1764"/>
                    <a:pt x="580" y="1759"/>
                  </a:cubicBezTo>
                  <a:cubicBezTo>
                    <a:pt x="610" y="1726"/>
                    <a:pt x="622" y="1714"/>
                    <a:pt x="635" y="1702"/>
                  </a:cubicBezTo>
                  <a:cubicBezTo>
                    <a:pt x="667" y="1672"/>
                    <a:pt x="666" y="1666"/>
                    <a:pt x="672" y="1665"/>
                  </a:cubicBezTo>
                  <a:cubicBezTo>
                    <a:pt x="690" y="1640"/>
                    <a:pt x="693" y="1637"/>
                    <a:pt x="694" y="1633"/>
                  </a:cubicBezTo>
                  <a:cubicBezTo>
                    <a:pt x="695" y="1626"/>
                    <a:pt x="692" y="1630"/>
                    <a:pt x="687" y="1633"/>
                  </a:cubicBezTo>
                  <a:cubicBezTo>
                    <a:pt x="675" y="1652"/>
                    <a:pt x="672" y="1656"/>
                    <a:pt x="667" y="1659"/>
                  </a:cubicBezTo>
                  <a:cubicBezTo>
                    <a:pt x="626" y="1703"/>
                    <a:pt x="616" y="1710"/>
                    <a:pt x="608" y="1717"/>
                  </a:cubicBezTo>
                  <a:cubicBezTo>
                    <a:pt x="558" y="1774"/>
                    <a:pt x="548" y="1780"/>
                    <a:pt x="543" y="1790"/>
                  </a:cubicBezTo>
                  <a:cubicBezTo>
                    <a:pt x="527" y="1806"/>
                    <a:pt x="528" y="1814"/>
                    <a:pt x="521" y="1815"/>
                  </a:cubicBezTo>
                  <a:cubicBezTo>
                    <a:pt x="490" y="1870"/>
                    <a:pt x="490" y="1881"/>
                    <a:pt x="482" y="1886"/>
                  </a:cubicBezTo>
                  <a:cubicBezTo>
                    <a:pt x="465" y="1932"/>
                    <a:pt x="457" y="1948"/>
                    <a:pt x="453" y="1969"/>
                  </a:cubicBezTo>
                  <a:cubicBezTo>
                    <a:pt x="445" y="2003"/>
                    <a:pt x="442" y="2006"/>
                    <a:pt x="443" y="2013"/>
                  </a:cubicBezTo>
                  <a:cubicBezTo>
                    <a:pt x="442" y="1979"/>
                    <a:pt x="442" y="1977"/>
                    <a:pt x="444" y="1969"/>
                  </a:cubicBezTo>
                  <a:cubicBezTo>
                    <a:pt x="457" y="1930"/>
                    <a:pt x="460" y="1925"/>
                    <a:pt x="460" y="1918"/>
                  </a:cubicBezTo>
                  <a:cubicBezTo>
                    <a:pt x="468" y="1898"/>
                    <a:pt x="469" y="1895"/>
                    <a:pt x="472" y="1893"/>
                  </a:cubicBezTo>
                  <a:cubicBezTo>
                    <a:pt x="482" y="1864"/>
                    <a:pt x="486" y="1864"/>
                    <a:pt x="487" y="1861"/>
                  </a:cubicBezTo>
                  <a:cubicBezTo>
                    <a:pt x="513" y="1822"/>
                    <a:pt x="515" y="1819"/>
                    <a:pt x="514" y="1816"/>
                  </a:cubicBezTo>
                  <a:cubicBezTo>
                    <a:pt x="538" y="1785"/>
                    <a:pt x="543" y="1775"/>
                    <a:pt x="550" y="1765"/>
                  </a:cubicBezTo>
                  <a:cubicBezTo>
                    <a:pt x="563" y="1754"/>
                    <a:pt x="564" y="1748"/>
                    <a:pt x="569" y="1746"/>
                  </a:cubicBezTo>
                  <a:cubicBezTo>
                    <a:pt x="626" y="1679"/>
                    <a:pt x="635" y="1675"/>
                    <a:pt x="639" y="1667"/>
                  </a:cubicBezTo>
                  <a:cubicBezTo>
                    <a:pt x="652" y="1656"/>
                    <a:pt x="653" y="1650"/>
                    <a:pt x="658" y="1648"/>
                  </a:cubicBezTo>
                  <a:cubicBezTo>
                    <a:pt x="685" y="1613"/>
                    <a:pt x="690" y="1611"/>
                    <a:pt x="690" y="1605"/>
                  </a:cubicBezTo>
                  <a:cubicBezTo>
                    <a:pt x="666" y="1629"/>
                    <a:pt x="663" y="1633"/>
                    <a:pt x="661" y="1637"/>
                  </a:cubicBezTo>
                  <a:cubicBezTo>
                    <a:pt x="645" y="1655"/>
                    <a:pt x="642" y="1656"/>
                    <a:pt x="641" y="1658"/>
                  </a:cubicBezTo>
                  <a:cubicBezTo>
                    <a:pt x="623" y="1675"/>
                    <a:pt x="621" y="1677"/>
                    <a:pt x="621" y="1679"/>
                  </a:cubicBezTo>
                  <a:cubicBezTo>
                    <a:pt x="555" y="1747"/>
                    <a:pt x="542" y="1762"/>
                    <a:pt x="529" y="1778"/>
                  </a:cubicBezTo>
                  <a:cubicBezTo>
                    <a:pt x="480" y="1857"/>
                    <a:pt x="477" y="1861"/>
                    <a:pt x="474" y="1865"/>
                  </a:cubicBezTo>
                  <a:cubicBezTo>
                    <a:pt x="457" y="1892"/>
                    <a:pt x="460" y="1898"/>
                    <a:pt x="457" y="1899"/>
                  </a:cubicBezTo>
                  <a:cubicBezTo>
                    <a:pt x="448" y="1926"/>
                    <a:pt x="447" y="1932"/>
                    <a:pt x="444" y="1937"/>
                  </a:cubicBezTo>
                  <a:cubicBezTo>
                    <a:pt x="430" y="1990"/>
                    <a:pt x="434" y="2000"/>
                    <a:pt x="427" y="2001"/>
                  </a:cubicBezTo>
                  <a:cubicBezTo>
                    <a:pt x="428" y="1976"/>
                    <a:pt x="425" y="1969"/>
                    <a:pt x="429" y="1968"/>
                  </a:cubicBezTo>
                  <a:cubicBezTo>
                    <a:pt x="454" y="1873"/>
                    <a:pt x="457" y="1867"/>
                    <a:pt x="458" y="1859"/>
                  </a:cubicBezTo>
                  <a:cubicBezTo>
                    <a:pt x="503" y="1788"/>
                    <a:pt x="500" y="1781"/>
                    <a:pt x="503" y="1779"/>
                  </a:cubicBezTo>
                  <a:cubicBezTo>
                    <a:pt x="526" y="1748"/>
                    <a:pt x="531" y="1743"/>
                    <a:pt x="535" y="1738"/>
                  </a:cubicBezTo>
                  <a:cubicBezTo>
                    <a:pt x="560" y="1712"/>
                    <a:pt x="572" y="1703"/>
                    <a:pt x="580" y="1691"/>
                  </a:cubicBezTo>
                  <a:cubicBezTo>
                    <a:pt x="620" y="1659"/>
                    <a:pt x="620" y="1650"/>
                    <a:pt x="629" y="1648"/>
                  </a:cubicBezTo>
                  <a:cubicBezTo>
                    <a:pt x="643" y="1640"/>
                    <a:pt x="632" y="1634"/>
                    <a:pt x="633" y="1639"/>
                  </a:cubicBezTo>
                  <a:cubicBezTo>
                    <a:pt x="606" y="1659"/>
                    <a:pt x="608" y="1664"/>
                    <a:pt x="602" y="1663"/>
                  </a:cubicBezTo>
                  <a:cubicBezTo>
                    <a:pt x="571" y="1694"/>
                    <a:pt x="560" y="1701"/>
                    <a:pt x="553" y="1713"/>
                  </a:cubicBezTo>
                  <a:cubicBezTo>
                    <a:pt x="520" y="1748"/>
                    <a:pt x="511" y="1751"/>
                    <a:pt x="511" y="1761"/>
                  </a:cubicBezTo>
                  <a:cubicBezTo>
                    <a:pt x="490" y="1789"/>
                    <a:pt x="484" y="1795"/>
                    <a:pt x="481" y="1803"/>
                  </a:cubicBezTo>
                  <a:cubicBezTo>
                    <a:pt x="463" y="1829"/>
                    <a:pt x="463" y="1836"/>
                    <a:pt x="462" y="1841"/>
                  </a:cubicBezTo>
                  <a:cubicBezTo>
                    <a:pt x="437" y="1903"/>
                    <a:pt x="428" y="1911"/>
                    <a:pt x="428" y="1927"/>
                  </a:cubicBezTo>
                  <a:cubicBezTo>
                    <a:pt x="420" y="1948"/>
                    <a:pt x="418" y="1950"/>
                    <a:pt x="417" y="1954"/>
                  </a:cubicBezTo>
                  <a:cubicBezTo>
                    <a:pt x="420" y="1914"/>
                    <a:pt x="417" y="1907"/>
                    <a:pt x="420" y="1905"/>
                  </a:cubicBezTo>
                  <a:cubicBezTo>
                    <a:pt x="435" y="1847"/>
                    <a:pt x="437" y="1844"/>
                    <a:pt x="437" y="1841"/>
                  </a:cubicBezTo>
                  <a:cubicBezTo>
                    <a:pt x="456" y="1795"/>
                    <a:pt x="464" y="1784"/>
                    <a:pt x="470" y="1771"/>
                  </a:cubicBezTo>
                  <a:cubicBezTo>
                    <a:pt x="506" y="1721"/>
                    <a:pt x="509" y="1717"/>
                    <a:pt x="512" y="1713"/>
                  </a:cubicBezTo>
                  <a:cubicBezTo>
                    <a:pt x="521" y="1701"/>
                    <a:pt x="525" y="1702"/>
                    <a:pt x="526" y="1701"/>
                  </a:cubicBezTo>
                  <a:cubicBezTo>
                    <a:pt x="544" y="1677"/>
                    <a:pt x="559" y="1664"/>
                    <a:pt x="570" y="1648"/>
                  </a:cubicBezTo>
                  <a:cubicBezTo>
                    <a:pt x="607" y="1598"/>
                    <a:pt x="604" y="1589"/>
                    <a:pt x="610" y="1588"/>
                  </a:cubicBezTo>
                  <a:cubicBezTo>
                    <a:pt x="621" y="1556"/>
                    <a:pt x="624" y="1555"/>
                    <a:pt x="622" y="1550"/>
                  </a:cubicBezTo>
                  <a:cubicBezTo>
                    <a:pt x="610" y="1569"/>
                    <a:pt x="610" y="1577"/>
                    <a:pt x="605" y="1582"/>
                  </a:cubicBezTo>
                  <a:cubicBezTo>
                    <a:pt x="557" y="1650"/>
                    <a:pt x="554" y="1661"/>
                    <a:pt x="543" y="1665"/>
                  </a:cubicBezTo>
                  <a:cubicBezTo>
                    <a:pt x="512" y="1703"/>
                    <a:pt x="509" y="1704"/>
                    <a:pt x="509" y="1707"/>
                  </a:cubicBezTo>
                  <a:cubicBezTo>
                    <a:pt x="478" y="1744"/>
                    <a:pt x="469" y="1750"/>
                    <a:pt x="467" y="1762"/>
                  </a:cubicBezTo>
                  <a:cubicBezTo>
                    <a:pt x="443" y="1797"/>
                    <a:pt x="439" y="1807"/>
                    <a:pt x="438" y="1821"/>
                  </a:cubicBezTo>
                  <a:cubicBezTo>
                    <a:pt x="429" y="1846"/>
                    <a:pt x="423" y="1846"/>
                    <a:pt x="423" y="1851"/>
                  </a:cubicBezTo>
                  <a:cubicBezTo>
                    <a:pt x="408" y="1895"/>
                    <a:pt x="412" y="1908"/>
                    <a:pt x="405" y="1913"/>
                  </a:cubicBezTo>
                  <a:cubicBezTo>
                    <a:pt x="407" y="1876"/>
                    <a:pt x="415" y="1878"/>
                    <a:pt x="413" y="1871"/>
                  </a:cubicBezTo>
                  <a:cubicBezTo>
                    <a:pt x="418" y="1857"/>
                    <a:pt x="415" y="1850"/>
                    <a:pt x="418" y="1847"/>
                  </a:cubicBezTo>
                  <a:cubicBezTo>
                    <a:pt x="437" y="1792"/>
                    <a:pt x="440" y="1790"/>
                    <a:pt x="440" y="1788"/>
                  </a:cubicBezTo>
                  <a:cubicBezTo>
                    <a:pt x="448" y="1768"/>
                    <a:pt x="451" y="1760"/>
                    <a:pt x="455" y="1752"/>
                  </a:cubicBezTo>
                  <a:cubicBezTo>
                    <a:pt x="476" y="1717"/>
                    <a:pt x="475" y="1712"/>
                    <a:pt x="478" y="1709"/>
                  </a:cubicBezTo>
                  <a:cubicBezTo>
                    <a:pt x="495" y="1687"/>
                    <a:pt x="495" y="1681"/>
                    <a:pt x="498" y="1679"/>
                  </a:cubicBezTo>
                  <a:cubicBezTo>
                    <a:pt x="521" y="1647"/>
                    <a:pt x="524" y="1644"/>
                    <a:pt x="526" y="1640"/>
                  </a:cubicBezTo>
                  <a:cubicBezTo>
                    <a:pt x="551" y="1609"/>
                    <a:pt x="550" y="1603"/>
                    <a:pt x="554" y="1601"/>
                  </a:cubicBezTo>
                  <a:cubicBezTo>
                    <a:pt x="570" y="1563"/>
                    <a:pt x="576" y="1562"/>
                    <a:pt x="575" y="1556"/>
                  </a:cubicBezTo>
                  <a:cubicBezTo>
                    <a:pt x="581" y="1513"/>
                    <a:pt x="584" y="1508"/>
                    <a:pt x="584" y="1500"/>
                  </a:cubicBezTo>
                  <a:cubicBezTo>
                    <a:pt x="573" y="1529"/>
                    <a:pt x="577" y="1544"/>
                    <a:pt x="570" y="1550"/>
                  </a:cubicBezTo>
                  <a:cubicBezTo>
                    <a:pt x="548" y="1600"/>
                    <a:pt x="544" y="1602"/>
                    <a:pt x="541" y="1604"/>
                  </a:cubicBezTo>
                  <a:cubicBezTo>
                    <a:pt x="510" y="1653"/>
                    <a:pt x="506" y="1655"/>
                    <a:pt x="503" y="1657"/>
                  </a:cubicBezTo>
                  <a:cubicBezTo>
                    <a:pt x="481" y="1690"/>
                    <a:pt x="477" y="1696"/>
                    <a:pt x="474" y="1703"/>
                  </a:cubicBezTo>
                  <a:cubicBezTo>
                    <a:pt x="464" y="1717"/>
                    <a:pt x="463" y="1720"/>
                    <a:pt x="462" y="1717"/>
                  </a:cubicBezTo>
                  <a:cubicBezTo>
                    <a:pt x="474" y="1695"/>
                    <a:pt x="475" y="1693"/>
                    <a:pt x="475" y="1690"/>
                  </a:cubicBezTo>
                  <a:cubicBezTo>
                    <a:pt x="494" y="1659"/>
                    <a:pt x="495" y="1654"/>
                    <a:pt x="496" y="1649"/>
                  </a:cubicBezTo>
                  <a:cubicBezTo>
                    <a:pt x="525" y="1599"/>
                    <a:pt x="529" y="1590"/>
                    <a:pt x="533" y="1581"/>
                  </a:cubicBezTo>
                  <a:cubicBezTo>
                    <a:pt x="553" y="1505"/>
                    <a:pt x="553" y="1491"/>
                    <a:pt x="554" y="1479"/>
                  </a:cubicBezTo>
                  <a:cubicBezTo>
                    <a:pt x="544" y="1432"/>
                    <a:pt x="549" y="1437"/>
                    <a:pt x="547" y="1446"/>
                  </a:cubicBezTo>
                  <a:cubicBezTo>
                    <a:pt x="542" y="1527"/>
                    <a:pt x="542" y="1535"/>
                    <a:pt x="541" y="1543"/>
                  </a:cubicBezTo>
                  <a:cubicBezTo>
                    <a:pt x="526" y="1573"/>
                    <a:pt x="529" y="1580"/>
                    <a:pt x="524" y="1581"/>
                  </a:cubicBezTo>
                  <a:cubicBezTo>
                    <a:pt x="508" y="1611"/>
                    <a:pt x="503" y="1625"/>
                    <a:pt x="495" y="1636"/>
                  </a:cubicBezTo>
                  <a:cubicBezTo>
                    <a:pt x="475" y="1680"/>
                    <a:pt x="471" y="1684"/>
                    <a:pt x="466" y="1688"/>
                  </a:cubicBezTo>
                  <a:cubicBezTo>
                    <a:pt x="444" y="1731"/>
                    <a:pt x="441" y="1737"/>
                    <a:pt x="437" y="1743"/>
                  </a:cubicBezTo>
                  <a:cubicBezTo>
                    <a:pt x="416" y="1794"/>
                    <a:pt x="410" y="1794"/>
                    <a:pt x="413" y="1801"/>
                  </a:cubicBezTo>
                  <a:cubicBezTo>
                    <a:pt x="394" y="1860"/>
                    <a:pt x="396" y="1864"/>
                    <a:pt x="396" y="1868"/>
                  </a:cubicBezTo>
                  <a:cubicBezTo>
                    <a:pt x="390" y="1891"/>
                    <a:pt x="394" y="1899"/>
                    <a:pt x="389" y="1899"/>
                  </a:cubicBezTo>
                  <a:cubicBezTo>
                    <a:pt x="391" y="1841"/>
                    <a:pt x="392" y="1826"/>
                    <a:pt x="394" y="1811"/>
                  </a:cubicBezTo>
                  <a:cubicBezTo>
                    <a:pt x="401" y="1785"/>
                    <a:pt x="405" y="1780"/>
                    <a:pt x="404" y="1771"/>
                  </a:cubicBezTo>
                  <a:cubicBezTo>
                    <a:pt x="430" y="1712"/>
                    <a:pt x="435" y="1708"/>
                    <a:pt x="434" y="1699"/>
                  </a:cubicBezTo>
                  <a:cubicBezTo>
                    <a:pt x="451" y="1672"/>
                    <a:pt x="455" y="1665"/>
                    <a:pt x="457" y="1656"/>
                  </a:cubicBezTo>
                  <a:cubicBezTo>
                    <a:pt x="481" y="1622"/>
                    <a:pt x="480" y="1616"/>
                    <a:pt x="480" y="1611"/>
                  </a:cubicBezTo>
                  <a:cubicBezTo>
                    <a:pt x="505" y="1561"/>
                    <a:pt x="502" y="1553"/>
                    <a:pt x="507" y="1552"/>
                  </a:cubicBezTo>
                  <a:cubicBezTo>
                    <a:pt x="519" y="1524"/>
                    <a:pt x="515" y="1515"/>
                    <a:pt x="519" y="1514"/>
                  </a:cubicBezTo>
                  <a:cubicBezTo>
                    <a:pt x="520" y="1449"/>
                    <a:pt x="515" y="1450"/>
                    <a:pt x="517" y="1444"/>
                  </a:cubicBezTo>
                  <a:cubicBezTo>
                    <a:pt x="509" y="1516"/>
                    <a:pt x="509" y="1523"/>
                    <a:pt x="505" y="1526"/>
                  </a:cubicBezTo>
                  <a:cubicBezTo>
                    <a:pt x="494" y="1564"/>
                    <a:pt x="491" y="1568"/>
                    <a:pt x="489" y="1573"/>
                  </a:cubicBezTo>
                  <a:cubicBezTo>
                    <a:pt x="479" y="1592"/>
                    <a:pt x="483" y="1602"/>
                    <a:pt x="475" y="1602"/>
                  </a:cubicBezTo>
                  <a:cubicBezTo>
                    <a:pt x="443" y="1672"/>
                    <a:pt x="434" y="1679"/>
                    <a:pt x="431" y="1690"/>
                  </a:cubicBezTo>
                  <a:cubicBezTo>
                    <a:pt x="406" y="1738"/>
                    <a:pt x="409" y="1747"/>
                    <a:pt x="403" y="1749"/>
                  </a:cubicBezTo>
                  <a:cubicBezTo>
                    <a:pt x="434" y="1663"/>
                    <a:pt x="439" y="1660"/>
                    <a:pt x="440" y="1653"/>
                  </a:cubicBezTo>
                  <a:cubicBezTo>
                    <a:pt x="452" y="1614"/>
                    <a:pt x="459" y="1613"/>
                    <a:pt x="458" y="1606"/>
                  </a:cubicBezTo>
                  <a:cubicBezTo>
                    <a:pt x="480" y="1553"/>
                    <a:pt x="480" y="1545"/>
                    <a:pt x="482" y="1540"/>
                  </a:cubicBezTo>
                  <a:cubicBezTo>
                    <a:pt x="489" y="1465"/>
                    <a:pt x="491" y="1464"/>
                    <a:pt x="491" y="1448"/>
                  </a:cubicBezTo>
                  <a:cubicBezTo>
                    <a:pt x="487" y="1401"/>
                    <a:pt x="485" y="1390"/>
                    <a:pt x="484" y="1379"/>
                  </a:cubicBezTo>
                  <a:cubicBezTo>
                    <a:pt x="474" y="1371"/>
                    <a:pt x="480" y="1385"/>
                    <a:pt x="483" y="1403"/>
                  </a:cubicBezTo>
                  <a:cubicBezTo>
                    <a:pt x="487" y="1491"/>
                    <a:pt x="478" y="1495"/>
                    <a:pt x="482" y="1506"/>
                  </a:cubicBezTo>
                  <a:cubicBezTo>
                    <a:pt x="478" y="1531"/>
                    <a:pt x="477" y="1534"/>
                    <a:pt x="475" y="1537"/>
                  </a:cubicBezTo>
                  <a:cubicBezTo>
                    <a:pt x="459" y="1577"/>
                    <a:pt x="456" y="1591"/>
                    <a:pt x="451" y="1604"/>
                  </a:cubicBezTo>
                  <a:cubicBezTo>
                    <a:pt x="433" y="1645"/>
                    <a:pt x="431" y="1652"/>
                    <a:pt x="429" y="1658"/>
                  </a:cubicBezTo>
                  <a:cubicBezTo>
                    <a:pt x="412" y="1698"/>
                    <a:pt x="411" y="1701"/>
                    <a:pt x="408" y="1703"/>
                  </a:cubicBezTo>
                  <a:cubicBezTo>
                    <a:pt x="390" y="1762"/>
                    <a:pt x="384" y="1769"/>
                    <a:pt x="383" y="1779"/>
                  </a:cubicBezTo>
                  <a:cubicBezTo>
                    <a:pt x="369" y="1821"/>
                    <a:pt x="377" y="1833"/>
                    <a:pt x="371" y="1832"/>
                  </a:cubicBezTo>
                  <a:cubicBezTo>
                    <a:pt x="368" y="1777"/>
                    <a:pt x="371" y="1764"/>
                    <a:pt x="372" y="1749"/>
                  </a:cubicBezTo>
                  <a:cubicBezTo>
                    <a:pt x="382" y="1721"/>
                    <a:pt x="379" y="1714"/>
                    <a:pt x="383" y="1714"/>
                  </a:cubicBezTo>
                  <a:cubicBezTo>
                    <a:pt x="403" y="1659"/>
                    <a:pt x="406" y="1655"/>
                    <a:pt x="406" y="1649"/>
                  </a:cubicBezTo>
                  <a:cubicBezTo>
                    <a:pt x="424" y="1598"/>
                    <a:pt x="431" y="1597"/>
                    <a:pt x="431" y="1590"/>
                  </a:cubicBezTo>
                  <a:cubicBezTo>
                    <a:pt x="461" y="1509"/>
                    <a:pt x="462" y="1500"/>
                    <a:pt x="465" y="1494"/>
                  </a:cubicBezTo>
                  <a:cubicBezTo>
                    <a:pt x="472" y="1470"/>
                    <a:pt x="467" y="1462"/>
                    <a:pt x="472" y="1462"/>
                  </a:cubicBezTo>
                  <a:cubicBezTo>
                    <a:pt x="476" y="1437"/>
                    <a:pt x="471" y="1428"/>
                    <a:pt x="476" y="1427"/>
                  </a:cubicBezTo>
                  <a:cubicBezTo>
                    <a:pt x="473" y="1417"/>
                    <a:pt x="469" y="1447"/>
                    <a:pt x="462" y="1476"/>
                  </a:cubicBezTo>
                  <a:cubicBezTo>
                    <a:pt x="434" y="1564"/>
                    <a:pt x="433" y="1570"/>
                    <a:pt x="430" y="1573"/>
                  </a:cubicBezTo>
                  <a:cubicBezTo>
                    <a:pt x="422" y="1597"/>
                    <a:pt x="416" y="1602"/>
                    <a:pt x="415" y="1611"/>
                  </a:cubicBezTo>
                  <a:cubicBezTo>
                    <a:pt x="391" y="1664"/>
                    <a:pt x="387" y="1672"/>
                    <a:pt x="382" y="1679"/>
                  </a:cubicBezTo>
                  <a:cubicBezTo>
                    <a:pt x="367" y="1716"/>
                    <a:pt x="373" y="1726"/>
                    <a:pt x="366" y="1726"/>
                  </a:cubicBezTo>
                  <a:cubicBezTo>
                    <a:pt x="360" y="1762"/>
                    <a:pt x="364" y="1763"/>
                    <a:pt x="358" y="1766"/>
                  </a:cubicBezTo>
                  <a:cubicBezTo>
                    <a:pt x="381" y="1656"/>
                    <a:pt x="382" y="1648"/>
                    <a:pt x="386" y="1643"/>
                  </a:cubicBezTo>
                  <a:cubicBezTo>
                    <a:pt x="399" y="1610"/>
                    <a:pt x="404" y="1595"/>
                    <a:pt x="408" y="1581"/>
                  </a:cubicBezTo>
                  <a:cubicBezTo>
                    <a:pt x="436" y="1516"/>
                    <a:pt x="433" y="1505"/>
                    <a:pt x="438" y="1500"/>
                  </a:cubicBezTo>
                  <a:cubicBezTo>
                    <a:pt x="456" y="1427"/>
                    <a:pt x="459" y="1420"/>
                    <a:pt x="460" y="1411"/>
                  </a:cubicBezTo>
                  <a:cubicBezTo>
                    <a:pt x="455" y="1378"/>
                    <a:pt x="451" y="1393"/>
                    <a:pt x="453" y="1414"/>
                  </a:cubicBezTo>
                  <a:cubicBezTo>
                    <a:pt x="442" y="1477"/>
                    <a:pt x="433" y="1477"/>
                    <a:pt x="434" y="1487"/>
                  </a:cubicBezTo>
                  <a:cubicBezTo>
                    <a:pt x="416" y="1534"/>
                    <a:pt x="415" y="1548"/>
                    <a:pt x="409" y="1559"/>
                  </a:cubicBezTo>
                  <a:cubicBezTo>
                    <a:pt x="392" y="1598"/>
                    <a:pt x="391" y="1605"/>
                    <a:pt x="388" y="1610"/>
                  </a:cubicBezTo>
                  <a:cubicBezTo>
                    <a:pt x="380" y="1635"/>
                    <a:pt x="375" y="1638"/>
                    <a:pt x="376" y="1646"/>
                  </a:cubicBezTo>
                  <a:cubicBezTo>
                    <a:pt x="352" y="1701"/>
                    <a:pt x="360" y="1712"/>
                    <a:pt x="354" y="1711"/>
                  </a:cubicBezTo>
                  <a:cubicBezTo>
                    <a:pt x="350" y="1730"/>
                    <a:pt x="346" y="1726"/>
                    <a:pt x="345" y="1712"/>
                  </a:cubicBezTo>
                  <a:cubicBezTo>
                    <a:pt x="355" y="1665"/>
                    <a:pt x="358" y="1665"/>
                    <a:pt x="357" y="1661"/>
                  </a:cubicBezTo>
                  <a:cubicBezTo>
                    <a:pt x="366" y="1643"/>
                    <a:pt x="363" y="1637"/>
                    <a:pt x="366" y="1636"/>
                  </a:cubicBezTo>
                  <a:cubicBezTo>
                    <a:pt x="372" y="1617"/>
                    <a:pt x="374" y="1616"/>
                    <a:pt x="373" y="1612"/>
                  </a:cubicBezTo>
                  <a:cubicBezTo>
                    <a:pt x="395" y="1560"/>
                    <a:pt x="394" y="1553"/>
                    <a:pt x="400" y="1551"/>
                  </a:cubicBezTo>
                  <a:cubicBezTo>
                    <a:pt x="425" y="1482"/>
                    <a:pt x="427" y="1477"/>
                    <a:pt x="427" y="1470"/>
                  </a:cubicBezTo>
                  <a:cubicBezTo>
                    <a:pt x="418" y="1498"/>
                    <a:pt x="408" y="1504"/>
                    <a:pt x="408" y="1517"/>
                  </a:cubicBezTo>
                  <a:cubicBezTo>
                    <a:pt x="377" y="1581"/>
                    <a:pt x="373" y="1584"/>
                    <a:pt x="372" y="1590"/>
                  </a:cubicBezTo>
                  <a:cubicBezTo>
                    <a:pt x="363" y="1617"/>
                    <a:pt x="360" y="1628"/>
                    <a:pt x="353" y="1637"/>
                  </a:cubicBezTo>
                  <a:cubicBezTo>
                    <a:pt x="343" y="1676"/>
                    <a:pt x="340" y="1680"/>
                    <a:pt x="341" y="1688"/>
                  </a:cubicBezTo>
                  <a:cubicBezTo>
                    <a:pt x="338" y="1660"/>
                    <a:pt x="342" y="1652"/>
                    <a:pt x="340" y="1640"/>
                  </a:cubicBezTo>
                  <a:cubicBezTo>
                    <a:pt x="360" y="1597"/>
                    <a:pt x="360" y="1592"/>
                    <a:pt x="361" y="1588"/>
                  </a:cubicBezTo>
                  <a:cubicBezTo>
                    <a:pt x="367" y="1561"/>
                    <a:pt x="371" y="1559"/>
                    <a:pt x="371" y="1555"/>
                  </a:cubicBezTo>
                  <a:cubicBezTo>
                    <a:pt x="390" y="1506"/>
                    <a:pt x="387" y="1494"/>
                    <a:pt x="393" y="1490"/>
                  </a:cubicBezTo>
                  <a:cubicBezTo>
                    <a:pt x="403" y="1419"/>
                    <a:pt x="403" y="1406"/>
                    <a:pt x="402" y="1393"/>
                  </a:cubicBezTo>
                  <a:cubicBezTo>
                    <a:pt x="393" y="1354"/>
                    <a:pt x="388" y="1352"/>
                    <a:pt x="389" y="1344"/>
                  </a:cubicBezTo>
                  <a:cubicBezTo>
                    <a:pt x="382" y="1350"/>
                    <a:pt x="386" y="1352"/>
                    <a:pt x="388" y="1357"/>
                  </a:cubicBezTo>
                  <a:cubicBezTo>
                    <a:pt x="396" y="1435"/>
                    <a:pt x="396" y="1441"/>
                    <a:pt x="397" y="1446"/>
                  </a:cubicBezTo>
                  <a:cubicBezTo>
                    <a:pt x="389" y="1476"/>
                    <a:pt x="385" y="1481"/>
                    <a:pt x="384" y="1491"/>
                  </a:cubicBezTo>
                  <a:cubicBezTo>
                    <a:pt x="358" y="1561"/>
                    <a:pt x="358" y="1571"/>
                    <a:pt x="356" y="1578"/>
                  </a:cubicBezTo>
                  <a:cubicBezTo>
                    <a:pt x="341" y="1628"/>
                    <a:pt x="334" y="1627"/>
                    <a:pt x="335" y="1634"/>
                  </a:cubicBezTo>
                  <a:cubicBezTo>
                    <a:pt x="324" y="1665"/>
                    <a:pt x="328" y="1674"/>
                    <a:pt x="321" y="1674"/>
                  </a:cubicBezTo>
                  <a:cubicBezTo>
                    <a:pt x="334" y="1588"/>
                    <a:pt x="337" y="1580"/>
                    <a:pt x="340" y="1570"/>
                  </a:cubicBezTo>
                  <a:cubicBezTo>
                    <a:pt x="350" y="1541"/>
                    <a:pt x="350" y="1536"/>
                    <a:pt x="350" y="1530"/>
                  </a:cubicBezTo>
                  <a:cubicBezTo>
                    <a:pt x="360" y="1499"/>
                    <a:pt x="364" y="1497"/>
                    <a:pt x="363" y="1490"/>
                  </a:cubicBezTo>
                  <a:cubicBezTo>
                    <a:pt x="370" y="1438"/>
                    <a:pt x="375" y="1420"/>
                    <a:pt x="376" y="1397"/>
                  </a:cubicBezTo>
                  <a:cubicBezTo>
                    <a:pt x="365" y="1320"/>
                    <a:pt x="368" y="1312"/>
                    <a:pt x="363" y="1313"/>
                  </a:cubicBezTo>
                  <a:cubicBezTo>
                    <a:pt x="362" y="1332"/>
                    <a:pt x="366" y="1343"/>
                    <a:pt x="368" y="1356"/>
                  </a:cubicBezTo>
                  <a:cubicBezTo>
                    <a:pt x="367" y="1417"/>
                    <a:pt x="365" y="1421"/>
                    <a:pt x="365" y="1426"/>
                  </a:cubicBezTo>
                  <a:cubicBezTo>
                    <a:pt x="359" y="1455"/>
                    <a:pt x="363" y="1465"/>
                    <a:pt x="359" y="1466"/>
                  </a:cubicBezTo>
                  <a:cubicBezTo>
                    <a:pt x="340" y="1539"/>
                    <a:pt x="336" y="1559"/>
                    <a:pt x="329" y="1575"/>
                  </a:cubicBezTo>
                  <a:cubicBezTo>
                    <a:pt x="313" y="1626"/>
                    <a:pt x="312" y="1623"/>
                    <a:pt x="315" y="1622"/>
                  </a:cubicBezTo>
                  <a:cubicBezTo>
                    <a:pt x="321" y="1588"/>
                    <a:pt x="322" y="1576"/>
                    <a:pt x="324" y="1565"/>
                  </a:cubicBezTo>
                  <a:cubicBezTo>
                    <a:pt x="337" y="1477"/>
                    <a:pt x="342" y="1476"/>
                    <a:pt x="341" y="1469"/>
                  </a:cubicBezTo>
                  <a:cubicBezTo>
                    <a:pt x="333" y="1317"/>
                    <a:pt x="332" y="1308"/>
                    <a:pt x="330" y="1302"/>
                  </a:cubicBezTo>
                  <a:cubicBezTo>
                    <a:pt x="318" y="1275"/>
                    <a:pt x="315" y="1268"/>
                    <a:pt x="311" y="1262"/>
                  </a:cubicBezTo>
                  <a:cubicBezTo>
                    <a:pt x="305" y="1258"/>
                    <a:pt x="310" y="1270"/>
                    <a:pt x="317" y="1281"/>
                  </a:cubicBezTo>
                  <a:cubicBezTo>
                    <a:pt x="326" y="1312"/>
                    <a:pt x="326" y="1314"/>
                    <a:pt x="328" y="1315"/>
                  </a:cubicBezTo>
                  <a:cubicBezTo>
                    <a:pt x="329" y="1333"/>
                    <a:pt x="332" y="1343"/>
                    <a:pt x="333" y="1356"/>
                  </a:cubicBezTo>
                  <a:cubicBezTo>
                    <a:pt x="330" y="1464"/>
                    <a:pt x="334" y="1471"/>
                    <a:pt x="331" y="1472"/>
                  </a:cubicBezTo>
                  <a:cubicBezTo>
                    <a:pt x="326" y="1497"/>
                    <a:pt x="326" y="1501"/>
                    <a:pt x="326" y="1506"/>
                  </a:cubicBezTo>
                  <a:cubicBezTo>
                    <a:pt x="320" y="1533"/>
                    <a:pt x="322" y="1543"/>
                    <a:pt x="316" y="1548"/>
                  </a:cubicBezTo>
                  <a:cubicBezTo>
                    <a:pt x="325" y="1483"/>
                    <a:pt x="324" y="1478"/>
                    <a:pt x="326" y="1475"/>
                  </a:cubicBezTo>
                  <a:cubicBezTo>
                    <a:pt x="318" y="1352"/>
                    <a:pt x="312" y="1331"/>
                    <a:pt x="308" y="1301"/>
                  </a:cubicBezTo>
                  <a:cubicBezTo>
                    <a:pt x="295" y="1275"/>
                    <a:pt x="294" y="1264"/>
                    <a:pt x="289" y="1259"/>
                  </a:cubicBezTo>
                  <a:cubicBezTo>
                    <a:pt x="267" y="1237"/>
                    <a:pt x="279" y="1241"/>
                    <a:pt x="283" y="1255"/>
                  </a:cubicBezTo>
                  <a:cubicBezTo>
                    <a:pt x="295" y="1285"/>
                    <a:pt x="296" y="1289"/>
                    <a:pt x="298" y="1291"/>
                  </a:cubicBezTo>
                  <a:cubicBezTo>
                    <a:pt x="309" y="1335"/>
                    <a:pt x="306" y="1343"/>
                    <a:pt x="311" y="1343"/>
                  </a:cubicBezTo>
                  <a:cubicBezTo>
                    <a:pt x="317" y="1393"/>
                    <a:pt x="320" y="1396"/>
                    <a:pt x="319" y="1403"/>
                  </a:cubicBezTo>
                  <a:cubicBezTo>
                    <a:pt x="315" y="1486"/>
                    <a:pt x="316" y="1486"/>
                    <a:pt x="314" y="1491"/>
                  </a:cubicBezTo>
                  <a:cubicBezTo>
                    <a:pt x="313" y="1523"/>
                    <a:pt x="307" y="1531"/>
                    <a:pt x="307" y="1544"/>
                  </a:cubicBezTo>
                  <a:cubicBezTo>
                    <a:pt x="291" y="1555"/>
                    <a:pt x="301" y="1540"/>
                    <a:pt x="301" y="1520"/>
                  </a:cubicBezTo>
                  <a:cubicBezTo>
                    <a:pt x="300" y="1371"/>
                    <a:pt x="298" y="1365"/>
                    <a:pt x="298" y="1357"/>
                  </a:cubicBezTo>
                  <a:cubicBezTo>
                    <a:pt x="292" y="1333"/>
                    <a:pt x="291" y="1319"/>
                    <a:pt x="286" y="1307"/>
                  </a:cubicBezTo>
                  <a:cubicBezTo>
                    <a:pt x="262" y="1254"/>
                    <a:pt x="263" y="1243"/>
                    <a:pt x="258" y="1242"/>
                  </a:cubicBezTo>
                  <a:cubicBezTo>
                    <a:pt x="286" y="1321"/>
                    <a:pt x="285" y="1331"/>
                    <a:pt x="288" y="1336"/>
                  </a:cubicBezTo>
                  <a:cubicBezTo>
                    <a:pt x="293" y="1366"/>
                    <a:pt x="296" y="1381"/>
                    <a:pt x="297" y="1398"/>
                  </a:cubicBezTo>
                  <a:cubicBezTo>
                    <a:pt x="299" y="1489"/>
                    <a:pt x="294" y="1492"/>
                    <a:pt x="295" y="1499"/>
                  </a:cubicBezTo>
                  <a:cubicBezTo>
                    <a:pt x="290" y="1445"/>
                    <a:pt x="287" y="1444"/>
                    <a:pt x="287" y="1441"/>
                  </a:cubicBezTo>
                  <a:cubicBezTo>
                    <a:pt x="283" y="1415"/>
                    <a:pt x="287" y="1416"/>
                    <a:pt x="283" y="1412"/>
                  </a:cubicBezTo>
                  <a:cubicBezTo>
                    <a:pt x="269" y="1353"/>
                    <a:pt x="262" y="1342"/>
                    <a:pt x="259" y="1327"/>
                  </a:cubicBezTo>
                  <a:cubicBezTo>
                    <a:pt x="234" y="1272"/>
                    <a:pt x="238" y="1259"/>
                    <a:pt x="228" y="1261"/>
                  </a:cubicBezTo>
                  <a:cubicBezTo>
                    <a:pt x="239" y="1279"/>
                    <a:pt x="239" y="1288"/>
                    <a:pt x="244" y="1293"/>
                  </a:cubicBezTo>
                  <a:cubicBezTo>
                    <a:pt x="270" y="1419"/>
                    <a:pt x="279" y="1422"/>
                    <a:pt x="277" y="1426"/>
                  </a:cubicBezTo>
                  <a:cubicBezTo>
                    <a:pt x="278" y="1456"/>
                    <a:pt x="282" y="1465"/>
                    <a:pt x="278" y="1465"/>
                  </a:cubicBezTo>
                  <a:cubicBezTo>
                    <a:pt x="250" y="1385"/>
                    <a:pt x="252" y="1374"/>
                    <a:pt x="247" y="1371"/>
                  </a:cubicBezTo>
                  <a:cubicBezTo>
                    <a:pt x="231" y="1330"/>
                    <a:pt x="231" y="1320"/>
                    <a:pt x="224" y="1320"/>
                  </a:cubicBezTo>
                  <a:cubicBezTo>
                    <a:pt x="253" y="1397"/>
                    <a:pt x="257" y="1421"/>
                    <a:pt x="265" y="1440"/>
                  </a:cubicBezTo>
                  <a:cubicBezTo>
                    <a:pt x="281" y="1531"/>
                    <a:pt x="286" y="1534"/>
                    <a:pt x="285" y="1543"/>
                  </a:cubicBezTo>
                  <a:cubicBezTo>
                    <a:pt x="284" y="1556"/>
                    <a:pt x="280" y="1549"/>
                    <a:pt x="281" y="1537"/>
                  </a:cubicBezTo>
                  <a:cubicBezTo>
                    <a:pt x="247" y="1462"/>
                    <a:pt x="249" y="1450"/>
                    <a:pt x="244" y="1448"/>
                  </a:cubicBezTo>
                  <a:cubicBezTo>
                    <a:pt x="221" y="1375"/>
                    <a:pt x="214" y="1365"/>
                    <a:pt x="211" y="1352"/>
                  </a:cubicBezTo>
                  <a:cubicBezTo>
                    <a:pt x="195" y="1325"/>
                    <a:pt x="197" y="1318"/>
                    <a:pt x="193" y="1318"/>
                  </a:cubicBezTo>
                  <a:cubicBezTo>
                    <a:pt x="167" y="1263"/>
                    <a:pt x="166" y="1260"/>
                    <a:pt x="163" y="1259"/>
                  </a:cubicBezTo>
                  <a:cubicBezTo>
                    <a:pt x="165" y="1272"/>
                    <a:pt x="172" y="1286"/>
                    <a:pt x="179" y="1300"/>
                  </a:cubicBezTo>
                  <a:cubicBezTo>
                    <a:pt x="191" y="1329"/>
                    <a:pt x="195" y="1335"/>
                    <a:pt x="199" y="1342"/>
                  </a:cubicBezTo>
                  <a:cubicBezTo>
                    <a:pt x="226" y="1428"/>
                    <a:pt x="232" y="1438"/>
                    <a:pt x="235" y="1451"/>
                  </a:cubicBezTo>
                  <a:cubicBezTo>
                    <a:pt x="247" y="1477"/>
                    <a:pt x="248" y="1489"/>
                    <a:pt x="244" y="1487"/>
                  </a:cubicBezTo>
                  <a:cubicBezTo>
                    <a:pt x="228" y="1464"/>
                    <a:pt x="227" y="1461"/>
                    <a:pt x="227" y="1456"/>
                  </a:cubicBezTo>
                  <a:cubicBezTo>
                    <a:pt x="203" y="1423"/>
                    <a:pt x="201" y="1417"/>
                    <a:pt x="195" y="1414"/>
                  </a:cubicBezTo>
                  <a:cubicBezTo>
                    <a:pt x="155" y="1347"/>
                    <a:pt x="145" y="1324"/>
                    <a:pt x="133" y="1303"/>
                  </a:cubicBezTo>
                  <a:cubicBezTo>
                    <a:pt x="109" y="1262"/>
                    <a:pt x="115" y="1250"/>
                    <a:pt x="110" y="1252"/>
                  </a:cubicBezTo>
                  <a:cubicBezTo>
                    <a:pt x="109" y="1242"/>
                    <a:pt x="105" y="1259"/>
                    <a:pt x="113" y="1263"/>
                  </a:cubicBezTo>
                  <a:cubicBezTo>
                    <a:pt x="127" y="1300"/>
                    <a:pt x="126" y="1302"/>
                    <a:pt x="126" y="1303"/>
                  </a:cubicBezTo>
                  <a:cubicBezTo>
                    <a:pt x="141" y="1331"/>
                    <a:pt x="144" y="1335"/>
                    <a:pt x="146" y="1339"/>
                  </a:cubicBezTo>
                  <a:cubicBezTo>
                    <a:pt x="190" y="1424"/>
                    <a:pt x="196" y="1426"/>
                    <a:pt x="197" y="1434"/>
                  </a:cubicBezTo>
                  <a:cubicBezTo>
                    <a:pt x="210" y="1458"/>
                    <a:pt x="220" y="1459"/>
                    <a:pt x="214" y="1461"/>
                  </a:cubicBezTo>
                  <a:cubicBezTo>
                    <a:pt x="187" y="1433"/>
                    <a:pt x="186" y="1419"/>
                    <a:pt x="176" y="1416"/>
                  </a:cubicBezTo>
                  <a:cubicBezTo>
                    <a:pt x="141" y="1351"/>
                    <a:pt x="132" y="1347"/>
                    <a:pt x="131" y="1333"/>
                  </a:cubicBezTo>
                  <a:cubicBezTo>
                    <a:pt x="111" y="1296"/>
                    <a:pt x="107" y="1286"/>
                    <a:pt x="103" y="1276"/>
                  </a:cubicBezTo>
                  <a:cubicBezTo>
                    <a:pt x="91" y="1264"/>
                    <a:pt x="97" y="1277"/>
                    <a:pt x="102" y="1292"/>
                  </a:cubicBezTo>
                  <a:cubicBezTo>
                    <a:pt x="114" y="1318"/>
                    <a:pt x="118" y="1323"/>
                    <a:pt x="120" y="1332"/>
                  </a:cubicBezTo>
                  <a:cubicBezTo>
                    <a:pt x="155" y="1393"/>
                    <a:pt x="155" y="1404"/>
                    <a:pt x="162" y="1406"/>
                  </a:cubicBezTo>
                  <a:cubicBezTo>
                    <a:pt x="199" y="1459"/>
                    <a:pt x="201" y="1462"/>
                    <a:pt x="201" y="1466"/>
                  </a:cubicBezTo>
                  <a:cubicBezTo>
                    <a:pt x="226" y="1495"/>
                    <a:pt x="229" y="1501"/>
                    <a:pt x="233" y="1508"/>
                  </a:cubicBezTo>
                  <a:cubicBezTo>
                    <a:pt x="258" y="1549"/>
                    <a:pt x="262" y="1552"/>
                    <a:pt x="264" y="1556"/>
                  </a:cubicBezTo>
                  <a:cubicBezTo>
                    <a:pt x="275" y="1581"/>
                    <a:pt x="279" y="1585"/>
                    <a:pt x="280" y="1594"/>
                  </a:cubicBezTo>
                  <a:cubicBezTo>
                    <a:pt x="252" y="1560"/>
                    <a:pt x="253" y="1550"/>
                    <a:pt x="246" y="1548"/>
                  </a:cubicBezTo>
                  <a:cubicBezTo>
                    <a:pt x="206" y="1500"/>
                    <a:pt x="201" y="1497"/>
                    <a:pt x="199" y="1490"/>
                  </a:cubicBezTo>
                  <a:cubicBezTo>
                    <a:pt x="157" y="1432"/>
                    <a:pt x="148" y="1422"/>
                    <a:pt x="143" y="1409"/>
                  </a:cubicBezTo>
                  <a:cubicBezTo>
                    <a:pt x="131" y="1385"/>
                    <a:pt x="125" y="1383"/>
                    <a:pt x="125" y="1373"/>
                  </a:cubicBezTo>
                  <a:cubicBezTo>
                    <a:pt x="105" y="1330"/>
                    <a:pt x="100" y="1329"/>
                    <a:pt x="101" y="1320"/>
                  </a:cubicBezTo>
                  <a:cubicBezTo>
                    <a:pt x="102" y="1331"/>
                    <a:pt x="100" y="1339"/>
                    <a:pt x="103" y="1340"/>
                  </a:cubicBezTo>
                  <a:cubicBezTo>
                    <a:pt x="110" y="1364"/>
                    <a:pt x="115" y="1363"/>
                    <a:pt x="114" y="1370"/>
                  </a:cubicBezTo>
                  <a:cubicBezTo>
                    <a:pt x="137" y="1408"/>
                    <a:pt x="136" y="1419"/>
                    <a:pt x="141" y="1422"/>
                  </a:cubicBezTo>
                  <a:cubicBezTo>
                    <a:pt x="156" y="1453"/>
                    <a:pt x="166" y="1461"/>
                    <a:pt x="173" y="1473"/>
                  </a:cubicBezTo>
                  <a:cubicBezTo>
                    <a:pt x="189" y="1492"/>
                    <a:pt x="192" y="1499"/>
                    <a:pt x="195" y="1504"/>
                  </a:cubicBezTo>
                  <a:cubicBezTo>
                    <a:pt x="213" y="1516"/>
                    <a:pt x="212" y="1522"/>
                    <a:pt x="214" y="1524"/>
                  </a:cubicBezTo>
                  <a:cubicBezTo>
                    <a:pt x="255" y="1589"/>
                    <a:pt x="252" y="1574"/>
                    <a:pt x="239" y="1568"/>
                  </a:cubicBezTo>
                  <a:cubicBezTo>
                    <a:pt x="221" y="1541"/>
                    <a:pt x="214" y="1544"/>
                    <a:pt x="215" y="1537"/>
                  </a:cubicBezTo>
                  <a:cubicBezTo>
                    <a:pt x="180" y="1500"/>
                    <a:pt x="179" y="1495"/>
                    <a:pt x="175" y="1494"/>
                  </a:cubicBezTo>
                  <a:cubicBezTo>
                    <a:pt x="146" y="1459"/>
                    <a:pt x="144" y="1451"/>
                    <a:pt x="139" y="1447"/>
                  </a:cubicBezTo>
                  <a:cubicBezTo>
                    <a:pt x="94" y="1374"/>
                    <a:pt x="93" y="1370"/>
                    <a:pt x="90" y="1369"/>
                  </a:cubicBezTo>
                  <a:cubicBezTo>
                    <a:pt x="78" y="1346"/>
                    <a:pt x="78" y="1341"/>
                    <a:pt x="74" y="1340"/>
                  </a:cubicBezTo>
                  <a:cubicBezTo>
                    <a:pt x="93" y="1394"/>
                    <a:pt x="106" y="1399"/>
                    <a:pt x="108" y="1416"/>
                  </a:cubicBezTo>
                  <a:cubicBezTo>
                    <a:pt x="134" y="1452"/>
                    <a:pt x="138" y="1456"/>
                    <a:pt x="140" y="1464"/>
                  </a:cubicBezTo>
                  <a:cubicBezTo>
                    <a:pt x="169" y="1499"/>
                    <a:pt x="172" y="1505"/>
                    <a:pt x="176" y="1510"/>
                  </a:cubicBezTo>
                  <a:cubicBezTo>
                    <a:pt x="257" y="1606"/>
                    <a:pt x="266" y="1609"/>
                    <a:pt x="269" y="1619"/>
                  </a:cubicBezTo>
                  <a:cubicBezTo>
                    <a:pt x="296" y="1654"/>
                    <a:pt x="301" y="1655"/>
                    <a:pt x="300" y="1663"/>
                  </a:cubicBezTo>
                  <a:cubicBezTo>
                    <a:pt x="312" y="1683"/>
                    <a:pt x="316" y="1685"/>
                    <a:pt x="313" y="1686"/>
                  </a:cubicBezTo>
                  <a:cubicBezTo>
                    <a:pt x="294" y="1663"/>
                    <a:pt x="292" y="1654"/>
                    <a:pt x="286" y="1648"/>
                  </a:cubicBezTo>
                  <a:cubicBezTo>
                    <a:pt x="254" y="1611"/>
                    <a:pt x="253" y="1608"/>
                    <a:pt x="250" y="1605"/>
                  </a:cubicBezTo>
                  <a:cubicBezTo>
                    <a:pt x="221" y="1575"/>
                    <a:pt x="218" y="1567"/>
                    <a:pt x="210" y="1564"/>
                  </a:cubicBezTo>
                  <a:cubicBezTo>
                    <a:pt x="184" y="1536"/>
                    <a:pt x="174" y="1525"/>
                    <a:pt x="165" y="1512"/>
                  </a:cubicBezTo>
                  <a:cubicBezTo>
                    <a:pt x="129" y="1461"/>
                    <a:pt x="115" y="1454"/>
                    <a:pt x="110" y="1438"/>
                  </a:cubicBezTo>
                  <a:cubicBezTo>
                    <a:pt x="87" y="1406"/>
                    <a:pt x="88" y="1398"/>
                    <a:pt x="83" y="1398"/>
                  </a:cubicBezTo>
                  <a:cubicBezTo>
                    <a:pt x="103" y="1435"/>
                    <a:pt x="106" y="1446"/>
                    <a:pt x="113" y="1453"/>
                  </a:cubicBezTo>
                  <a:cubicBezTo>
                    <a:pt x="161" y="1516"/>
                    <a:pt x="160" y="1524"/>
                    <a:pt x="166" y="1526"/>
                  </a:cubicBezTo>
                  <a:cubicBezTo>
                    <a:pt x="208" y="1573"/>
                    <a:pt x="213" y="1575"/>
                    <a:pt x="214" y="1581"/>
                  </a:cubicBezTo>
                  <a:cubicBezTo>
                    <a:pt x="228" y="1594"/>
                    <a:pt x="228" y="1599"/>
                    <a:pt x="233" y="1600"/>
                  </a:cubicBezTo>
                  <a:cubicBezTo>
                    <a:pt x="258" y="1636"/>
                    <a:pt x="268" y="1637"/>
                    <a:pt x="271" y="1645"/>
                  </a:cubicBezTo>
                  <a:cubicBezTo>
                    <a:pt x="283" y="1662"/>
                    <a:pt x="286" y="1663"/>
                    <a:pt x="283" y="1664"/>
                  </a:cubicBezTo>
                  <a:cubicBezTo>
                    <a:pt x="266" y="1645"/>
                    <a:pt x="264" y="1642"/>
                    <a:pt x="262" y="1639"/>
                  </a:cubicBezTo>
                  <a:cubicBezTo>
                    <a:pt x="243" y="1618"/>
                    <a:pt x="229" y="1611"/>
                    <a:pt x="221" y="1596"/>
                  </a:cubicBezTo>
                  <a:cubicBezTo>
                    <a:pt x="199" y="1583"/>
                    <a:pt x="200" y="1572"/>
                    <a:pt x="191" y="1572"/>
                  </a:cubicBezTo>
                  <a:cubicBezTo>
                    <a:pt x="170" y="1549"/>
                    <a:pt x="170" y="1543"/>
                    <a:pt x="165" y="1543"/>
                  </a:cubicBezTo>
                  <a:cubicBezTo>
                    <a:pt x="111" y="1476"/>
                    <a:pt x="109" y="1469"/>
                    <a:pt x="103" y="1467"/>
                  </a:cubicBezTo>
                  <a:cubicBezTo>
                    <a:pt x="65" y="1409"/>
                    <a:pt x="64" y="1401"/>
                    <a:pt x="61" y="1395"/>
                  </a:cubicBezTo>
                  <a:cubicBezTo>
                    <a:pt x="44" y="1364"/>
                    <a:pt x="47" y="1355"/>
                    <a:pt x="43" y="1355"/>
                  </a:cubicBezTo>
                  <a:cubicBezTo>
                    <a:pt x="34" y="1346"/>
                    <a:pt x="41" y="1361"/>
                    <a:pt x="42" y="1375"/>
                  </a:cubicBezTo>
                  <a:cubicBezTo>
                    <a:pt x="70" y="1427"/>
                    <a:pt x="76" y="1441"/>
                    <a:pt x="84" y="1453"/>
                  </a:cubicBezTo>
                  <a:cubicBezTo>
                    <a:pt x="119" y="1498"/>
                    <a:pt x="126" y="1512"/>
                    <a:pt x="137" y="1521"/>
                  </a:cubicBezTo>
                  <a:cubicBezTo>
                    <a:pt x="155" y="1543"/>
                    <a:pt x="158" y="1549"/>
                    <a:pt x="164" y="1554"/>
                  </a:cubicBezTo>
                  <a:cubicBezTo>
                    <a:pt x="202" y="1593"/>
                    <a:pt x="206" y="1594"/>
                    <a:pt x="206" y="1599"/>
                  </a:cubicBezTo>
                  <a:cubicBezTo>
                    <a:pt x="242" y="1635"/>
                    <a:pt x="249" y="1638"/>
                    <a:pt x="253" y="1644"/>
                  </a:cubicBezTo>
                  <a:cubicBezTo>
                    <a:pt x="322" y="1730"/>
                    <a:pt x="324" y="1732"/>
                    <a:pt x="327" y="1733"/>
                  </a:cubicBezTo>
                  <a:cubicBezTo>
                    <a:pt x="330" y="1757"/>
                    <a:pt x="328" y="1750"/>
                    <a:pt x="324" y="1746"/>
                  </a:cubicBezTo>
                  <a:cubicBezTo>
                    <a:pt x="297" y="1716"/>
                    <a:pt x="292" y="1714"/>
                    <a:pt x="290" y="1707"/>
                  </a:cubicBezTo>
                  <a:cubicBezTo>
                    <a:pt x="252" y="1673"/>
                    <a:pt x="244" y="1674"/>
                    <a:pt x="244" y="1667"/>
                  </a:cubicBezTo>
                  <a:cubicBezTo>
                    <a:pt x="222" y="1653"/>
                    <a:pt x="223" y="1647"/>
                    <a:pt x="218" y="1649"/>
                  </a:cubicBezTo>
                  <a:cubicBezTo>
                    <a:pt x="180" y="1612"/>
                    <a:pt x="177" y="1606"/>
                    <a:pt x="172" y="1604"/>
                  </a:cubicBezTo>
                  <a:cubicBezTo>
                    <a:pt x="145" y="1572"/>
                    <a:pt x="138" y="1572"/>
                    <a:pt x="136" y="1565"/>
                  </a:cubicBezTo>
                  <a:cubicBezTo>
                    <a:pt x="94" y="1522"/>
                    <a:pt x="94" y="1514"/>
                    <a:pt x="89" y="1511"/>
                  </a:cubicBezTo>
                  <a:cubicBezTo>
                    <a:pt x="53" y="1462"/>
                    <a:pt x="51" y="1455"/>
                    <a:pt x="47" y="1451"/>
                  </a:cubicBezTo>
                  <a:cubicBezTo>
                    <a:pt x="19" y="1397"/>
                    <a:pt x="20" y="1392"/>
                    <a:pt x="17" y="1392"/>
                  </a:cubicBezTo>
                  <a:cubicBezTo>
                    <a:pt x="29" y="1432"/>
                    <a:pt x="32" y="1437"/>
                    <a:pt x="36" y="1441"/>
                  </a:cubicBezTo>
                  <a:cubicBezTo>
                    <a:pt x="55" y="1476"/>
                    <a:pt x="57" y="1482"/>
                    <a:pt x="63" y="1485"/>
                  </a:cubicBezTo>
                  <a:cubicBezTo>
                    <a:pt x="82" y="1520"/>
                    <a:pt x="91" y="1517"/>
                    <a:pt x="90" y="1527"/>
                  </a:cubicBezTo>
                  <a:cubicBezTo>
                    <a:pt x="130" y="1572"/>
                    <a:pt x="136" y="1582"/>
                    <a:pt x="144" y="1588"/>
                  </a:cubicBezTo>
                  <a:cubicBezTo>
                    <a:pt x="165" y="1605"/>
                    <a:pt x="163" y="1612"/>
                    <a:pt x="168" y="1611"/>
                  </a:cubicBezTo>
                  <a:cubicBezTo>
                    <a:pt x="192" y="1640"/>
                    <a:pt x="200" y="1639"/>
                    <a:pt x="201" y="1645"/>
                  </a:cubicBezTo>
                  <a:cubicBezTo>
                    <a:pt x="223" y="1662"/>
                    <a:pt x="231" y="1669"/>
                    <a:pt x="240" y="1676"/>
                  </a:cubicBezTo>
                  <a:cubicBezTo>
                    <a:pt x="282" y="1709"/>
                    <a:pt x="293" y="1729"/>
                    <a:pt x="308" y="1745"/>
                  </a:cubicBezTo>
                  <a:cubicBezTo>
                    <a:pt x="341" y="1789"/>
                    <a:pt x="348" y="1789"/>
                    <a:pt x="347" y="1799"/>
                  </a:cubicBezTo>
                  <a:cubicBezTo>
                    <a:pt x="249" y="1714"/>
                    <a:pt x="242" y="1702"/>
                    <a:pt x="229" y="1698"/>
                  </a:cubicBezTo>
                  <a:cubicBezTo>
                    <a:pt x="213" y="1681"/>
                    <a:pt x="209" y="1680"/>
                    <a:pt x="205" y="1680"/>
                  </a:cubicBezTo>
                  <a:cubicBezTo>
                    <a:pt x="183" y="1658"/>
                    <a:pt x="175" y="1658"/>
                    <a:pt x="175" y="1649"/>
                  </a:cubicBezTo>
                  <a:cubicBezTo>
                    <a:pt x="144" y="1629"/>
                    <a:pt x="144" y="1625"/>
                    <a:pt x="142" y="1623"/>
                  </a:cubicBezTo>
                  <a:cubicBezTo>
                    <a:pt x="119" y="1604"/>
                    <a:pt x="115" y="1600"/>
                    <a:pt x="112" y="1595"/>
                  </a:cubicBezTo>
                  <a:cubicBezTo>
                    <a:pt x="70" y="1551"/>
                    <a:pt x="64" y="1541"/>
                    <a:pt x="55" y="1533"/>
                  </a:cubicBezTo>
                  <a:cubicBezTo>
                    <a:pt x="43" y="1512"/>
                    <a:pt x="39" y="1508"/>
                    <a:pt x="36" y="1504"/>
                  </a:cubicBezTo>
                  <a:cubicBezTo>
                    <a:pt x="13" y="1470"/>
                    <a:pt x="12" y="1464"/>
                    <a:pt x="9" y="1460"/>
                  </a:cubicBezTo>
                  <a:cubicBezTo>
                    <a:pt x="0" y="1445"/>
                    <a:pt x="0" y="1449"/>
                    <a:pt x="0" y="1452"/>
                  </a:cubicBezTo>
                  <a:cubicBezTo>
                    <a:pt x="16" y="1485"/>
                    <a:pt x="21" y="1494"/>
                    <a:pt x="29" y="1500"/>
                  </a:cubicBezTo>
                  <a:cubicBezTo>
                    <a:pt x="68" y="1562"/>
                    <a:pt x="77" y="1567"/>
                    <a:pt x="80" y="1577"/>
                  </a:cubicBezTo>
                  <a:cubicBezTo>
                    <a:pt x="100" y="1594"/>
                    <a:pt x="101" y="1597"/>
                    <a:pt x="103" y="1598"/>
                  </a:cubicBezTo>
                  <a:cubicBezTo>
                    <a:pt x="135" y="1634"/>
                    <a:pt x="140" y="1632"/>
                    <a:pt x="139" y="1637"/>
                  </a:cubicBezTo>
                  <a:cubicBezTo>
                    <a:pt x="163" y="1650"/>
                    <a:pt x="163" y="1658"/>
                    <a:pt x="167" y="1661"/>
                  </a:cubicBezTo>
                  <a:cubicBezTo>
                    <a:pt x="193" y="1681"/>
                    <a:pt x="195" y="1682"/>
                    <a:pt x="197" y="1683"/>
                  </a:cubicBezTo>
                  <a:cubicBezTo>
                    <a:pt x="215" y="1700"/>
                    <a:pt x="218" y="1698"/>
                    <a:pt x="220" y="1699"/>
                  </a:cubicBezTo>
                  <a:cubicBezTo>
                    <a:pt x="230" y="1711"/>
                    <a:pt x="236" y="1712"/>
                    <a:pt x="239" y="1717"/>
                  </a:cubicBezTo>
                  <a:cubicBezTo>
                    <a:pt x="267" y="1736"/>
                    <a:pt x="274" y="1737"/>
                    <a:pt x="275" y="1743"/>
                  </a:cubicBezTo>
                  <a:cubicBezTo>
                    <a:pt x="302" y="1765"/>
                    <a:pt x="308" y="1766"/>
                    <a:pt x="310" y="1771"/>
                  </a:cubicBezTo>
                  <a:cubicBezTo>
                    <a:pt x="349" y="1821"/>
                    <a:pt x="357" y="1823"/>
                    <a:pt x="356" y="1836"/>
                  </a:cubicBezTo>
                  <a:cubicBezTo>
                    <a:pt x="331" y="1813"/>
                    <a:pt x="332" y="1805"/>
                    <a:pt x="326" y="1805"/>
                  </a:cubicBezTo>
                  <a:cubicBezTo>
                    <a:pt x="304" y="1782"/>
                    <a:pt x="298" y="1782"/>
                    <a:pt x="295" y="1779"/>
                  </a:cubicBezTo>
                  <a:cubicBezTo>
                    <a:pt x="282" y="1769"/>
                    <a:pt x="279" y="1766"/>
                    <a:pt x="277" y="1763"/>
                  </a:cubicBezTo>
                  <a:cubicBezTo>
                    <a:pt x="241" y="1743"/>
                    <a:pt x="238" y="1740"/>
                    <a:pt x="234" y="1739"/>
                  </a:cubicBezTo>
                  <a:cubicBezTo>
                    <a:pt x="227" y="1734"/>
                    <a:pt x="224" y="1735"/>
                    <a:pt x="222" y="1734"/>
                  </a:cubicBezTo>
                  <a:cubicBezTo>
                    <a:pt x="198" y="1718"/>
                    <a:pt x="195" y="1713"/>
                    <a:pt x="190" y="1714"/>
                  </a:cubicBezTo>
                  <a:cubicBezTo>
                    <a:pt x="156" y="1694"/>
                    <a:pt x="153" y="1694"/>
                    <a:pt x="154" y="1690"/>
                  </a:cubicBezTo>
                  <a:cubicBezTo>
                    <a:pt x="95" y="1661"/>
                    <a:pt x="89" y="1655"/>
                    <a:pt x="79" y="1654"/>
                  </a:cubicBezTo>
                  <a:cubicBezTo>
                    <a:pt x="34" y="1618"/>
                    <a:pt x="28" y="1612"/>
                    <a:pt x="21" y="1608"/>
                  </a:cubicBezTo>
                  <a:cubicBezTo>
                    <a:pt x="0" y="1597"/>
                    <a:pt x="0" y="1597"/>
                    <a:pt x="0" y="1597"/>
                  </a:cubicBezTo>
                  <a:cubicBezTo>
                    <a:pt x="18" y="1610"/>
                    <a:pt x="17" y="1616"/>
                    <a:pt x="22" y="1614"/>
                  </a:cubicBezTo>
                  <a:cubicBezTo>
                    <a:pt x="41" y="1634"/>
                    <a:pt x="43" y="1635"/>
                    <a:pt x="43" y="1639"/>
                  </a:cubicBezTo>
                  <a:cubicBezTo>
                    <a:pt x="69" y="1655"/>
                    <a:pt x="73" y="1658"/>
                    <a:pt x="77" y="1661"/>
                  </a:cubicBezTo>
                  <a:cubicBezTo>
                    <a:pt x="131" y="1690"/>
                    <a:pt x="139" y="1698"/>
                    <a:pt x="152" y="1699"/>
                  </a:cubicBezTo>
                  <a:cubicBezTo>
                    <a:pt x="190" y="1724"/>
                    <a:pt x="194" y="1728"/>
                    <a:pt x="200" y="1731"/>
                  </a:cubicBezTo>
                  <a:cubicBezTo>
                    <a:pt x="224" y="1743"/>
                    <a:pt x="229" y="1747"/>
                    <a:pt x="234" y="1750"/>
                  </a:cubicBezTo>
                  <a:cubicBezTo>
                    <a:pt x="259" y="1762"/>
                    <a:pt x="260" y="1770"/>
                    <a:pt x="266" y="1772"/>
                  </a:cubicBezTo>
                  <a:cubicBezTo>
                    <a:pt x="291" y="1792"/>
                    <a:pt x="302" y="1798"/>
                    <a:pt x="312" y="1804"/>
                  </a:cubicBezTo>
                  <a:cubicBezTo>
                    <a:pt x="330" y="1828"/>
                    <a:pt x="336" y="1826"/>
                    <a:pt x="338" y="1828"/>
                  </a:cubicBezTo>
                  <a:cubicBezTo>
                    <a:pt x="352" y="1850"/>
                    <a:pt x="358" y="1852"/>
                    <a:pt x="360" y="1859"/>
                  </a:cubicBezTo>
                  <a:cubicBezTo>
                    <a:pt x="343" y="1847"/>
                    <a:pt x="340" y="1848"/>
                    <a:pt x="340" y="1848"/>
                  </a:cubicBezTo>
                  <a:cubicBezTo>
                    <a:pt x="301" y="1820"/>
                    <a:pt x="296" y="1817"/>
                    <a:pt x="291" y="1812"/>
                  </a:cubicBezTo>
                  <a:cubicBezTo>
                    <a:pt x="261" y="1797"/>
                    <a:pt x="258" y="1795"/>
                    <a:pt x="255" y="1792"/>
                  </a:cubicBezTo>
                  <a:cubicBezTo>
                    <a:pt x="212" y="1770"/>
                    <a:pt x="205" y="1767"/>
                    <a:pt x="200" y="1761"/>
                  </a:cubicBezTo>
                  <a:cubicBezTo>
                    <a:pt x="134" y="1729"/>
                    <a:pt x="125" y="1733"/>
                    <a:pt x="126" y="1727"/>
                  </a:cubicBezTo>
                  <a:cubicBezTo>
                    <a:pt x="85" y="1708"/>
                    <a:pt x="80" y="1702"/>
                    <a:pt x="73" y="1698"/>
                  </a:cubicBezTo>
                  <a:cubicBezTo>
                    <a:pt x="42" y="1677"/>
                    <a:pt x="39" y="1673"/>
                    <a:pt x="34" y="1672"/>
                  </a:cubicBezTo>
                  <a:cubicBezTo>
                    <a:pt x="0" y="1645"/>
                    <a:pt x="0" y="1645"/>
                    <a:pt x="0" y="1645"/>
                  </a:cubicBezTo>
                  <a:cubicBezTo>
                    <a:pt x="11" y="1654"/>
                    <a:pt x="11" y="1662"/>
                    <a:pt x="18" y="1661"/>
                  </a:cubicBezTo>
                  <a:cubicBezTo>
                    <a:pt x="41" y="1686"/>
                    <a:pt x="48" y="1685"/>
                    <a:pt x="49" y="1691"/>
                  </a:cubicBezTo>
                  <a:cubicBezTo>
                    <a:pt x="65" y="1701"/>
                    <a:pt x="69" y="1705"/>
                    <a:pt x="72" y="1709"/>
                  </a:cubicBezTo>
                  <a:cubicBezTo>
                    <a:pt x="121" y="1739"/>
                    <a:pt x="131" y="1736"/>
                    <a:pt x="133" y="1742"/>
                  </a:cubicBezTo>
                  <a:cubicBezTo>
                    <a:pt x="161" y="1752"/>
                    <a:pt x="160" y="1758"/>
                    <a:pt x="167" y="1755"/>
                  </a:cubicBezTo>
                  <a:cubicBezTo>
                    <a:pt x="252" y="1806"/>
                    <a:pt x="263" y="1804"/>
                    <a:pt x="265" y="1814"/>
                  </a:cubicBezTo>
                  <a:cubicBezTo>
                    <a:pt x="307" y="1836"/>
                    <a:pt x="311" y="1835"/>
                    <a:pt x="313" y="1837"/>
                  </a:cubicBezTo>
                  <a:cubicBezTo>
                    <a:pt x="351" y="1865"/>
                    <a:pt x="359" y="1870"/>
                    <a:pt x="366" y="1879"/>
                  </a:cubicBezTo>
                  <a:cubicBezTo>
                    <a:pt x="354" y="1877"/>
                    <a:pt x="351" y="1874"/>
                    <a:pt x="348" y="1871"/>
                  </a:cubicBezTo>
                  <a:cubicBezTo>
                    <a:pt x="323" y="1853"/>
                    <a:pt x="319" y="1850"/>
                    <a:pt x="316" y="1847"/>
                  </a:cubicBezTo>
                  <a:cubicBezTo>
                    <a:pt x="264" y="1815"/>
                    <a:pt x="254" y="1813"/>
                    <a:pt x="249" y="1806"/>
                  </a:cubicBezTo>
                  <a:cubicBezTo>
                    <a:pt x="193" y="1785"/>
                    <a:pt x="191" y="1782"/>
                    <a:pt x="186" y="1782"/>
                  </a:cubicBezTo>
                  <a:cubicBezTo>
                    <a:pt x="162" y="1768"/>
                    <a:pt x="155" y="1771"/>
                    <a:pt x="155" y="1767"/>
                  </a:cubicBezTo>
                  <a:cubicBezTo>
                    <a:pt x="94" y="1748"/>
                    <a:pt x="90" y="1744"/>
                    <a:pt x="85" y="1741"/>
                  </a:cubicBezTo>
                  <a:cubicBezTo>
                    <a:pt x="19" y="1708"/>
                    <a:pt x="17" y="1706"/>
                    <a:pt x="13" y="1707"/>
                  </a:cubicBezTo>
                  <a:cubicBezTo>
                    <a:pt x="0" y="1704"/>
                    <a:pt x="0" y="1704"/>
                    <a:pt x="0" y="1704"/>
                  </a:cubicBezTo>
                  <a:cubicBezTo>
                    <a:pt x="20" y="1720"/>
                    <a:pt x="26" y="1717"/>
                    <a:pt x="25" y="1723"/>
                  </a:cubicBezTo>
                  <a:cubicBezTo>
                    <a:pt x="51" y="1734"/>
                    <a:pt x="56" y="1741"/>
                    <a:pt x="66" y="1742"/>
                  </a:cubicBezTo>
                  <a:cubicBezTo>
                    <a:pt x="119" y="1769"/>
                    <a:pt x="131" y="1768"/>
                    <a:pt x="138" y="1775"/>
                  </a:cubicBezTo>
                  <a:cubicBezTo>
                    <a:pt x="210" y="1795"/>
                    <a:pt x="221" y="1808"/>
                    <a:pt x="241" y="1811"/>
                  </a:cubicBezTo>
                  <a:cubicBezTo>
                    <a:pt x="271" y="1833"/>
                    <a:pt x="277" y="1831"/>
                    <a:pt x="275" y="1837"/>
                  </a:cubicBezTo>
                  <a:cubicBezTo>
                    <a:pt x="318" y="1854"/>
                    <a:pt x="315" y="1864"/>
                    <a:pt x="321" y="1864"/>
                  </a:cubicBezTo>
                  <a:cubicBezTo>
                    <a:pt x="354" y="1897"/>
                    <a:pt x="363" y="1894"/>
                    <a:pt x="363" y="1901"/>
                  </a:cubicBezTo>
                  <a:cubicBezTo>
                    <a:pt x="385" y="1922"/>
                    <a:pt x="387" y="1924"/>
                    <a:pt x="387" y="1927"/>
                  </a:cubicBezTo>
                  <a:cubicBezTo>
                    <a:pt x="376" y="1919"/>
                    <a:pt x="373" y="1920"/>
                    <a:pt x="373" y="1918"/>
                  </a:cubicBezTo>
                  <a:cubicBezTo>
                    <a:pt x="349" y="1899"/>
                    <a:pt x="336" y="1892"/>
                    <a:pt x="327" y="1881"/>
                  </a:cubicBezTo>
                  <a:cubicBezTo>
                    <a:pt x="296" y="1872"/>
                    <a:pt x="295" y="1861"/>
                    <a:pt x="284" y="1863"/>
                  </a:cubicBezTo>
                  <a:cubicBezTo>
                    <a:pt x="256" y="1850"/>
                    <a:pt x="249" y="1846"/>
                    <a:pt x="243" y="1841"/>
                  </a:cubicBezTo>
                  <a:cubicBezTo>
                    <a:pt x="183" y="1819"/>
                    <a:pt x="172" y="1810"/>
                    <a:pt x="153" y="1808"/>
                  </a:cubicBezTo>
                  <a:cubicBezTo>
                    <a:pt x="118" y="1791"/>
                    <a:pt x="112" y="1783"/>
                    <a:pt x="101" y="1781"/>
                  </a:cubicBezTo>
                  <a:cubicBezTo>
                    <a:pt x="59" y="1758"/>
                    <a:pt x="55" y="1755"/>
                    <a:pt x="49" y="1755"/>
                  </a:cubicBezTo>
                  <a:cubicBezTo>
                    <a:pt x="18" y="1735"/>
                    <a:pt x="16" y="1733"/>
                    <a:pt x="14" y="1731"/>
                  </a:cubicBezTo>
                  <a:cubicBezTo>
                    <a:pt x="1" y="1723"/>
                    <a:pt x="0" y="1723"/>
                    <a:pt x="0" y="1722"/>
                  </a:cubicBezTo>
                  <a:cubicBezTo>
                    <a:pt x="20" y="1746"/>
                    <a:pt x="39" y="1755"/>
                    <a:pt x="56" y="1767"/>
                  </a:cubicBezTo>
                  <a:cubicBezTo>
                    <a:pt x="94" y="1787"/>
                    <a:pt x="104" y="1790"/>
                    <a:pt x="113" y="1796"/>
                  </a:cubicBezTo>
                  <a:cubicBezTo>
                    <a:pt x="181" y="1829"/>
                    <a:pt x="191" y="1832"/>
                    <a:pt x="201" y="1836"/>
                  </a:cubicBezTo>
                  <a:cubicBezTo>
                    <a:pt x="242" y="1852"/>
                    <a:pt x="249" y="1859"/>
                    <a:pt x="260" y="1862"/>
                  </a:cubicBezTo>
                  <a:cubicBezTo>
                    <a:pt x="306" y="1885"/>
                    <a:pt x="310" y="1888"/>
                    <a:pt x="316" y="1889"/>
                  </a:cubicBezTo>
                  <a:cubicBezTo>
                    <a:pt x="357" y="1916"/>
                    <a:pt x="358" y="1919"/>
                    <a:pt x="360" y="1921"/>
                  </a:cubicBezTo>
                  <a:cubicBezTo>
                    <a:pt x="377" y="1940"/>
                    <a:pt x="380" y="1940"/>
                    <a:pt x="381" y="1943"/>
                  </a:cubicBezTo>
                  <a:cubicBezTo>
                    <a:pt x="372" y="1941"/>
                    <a:pt x="372" y="1936"/>
                    <a:pt x="368" y="1935"/>
                  </a:cubicBezTo>
                  <a:cubicBezTo>
                    <a:pt x="327" y="1914"/>
                    <a:pt x="329" y="1906"/>
                    <a:pt x="322" y="1908"/>
                  </a:cubicBezTo>
                  <a:cubicBezTo>
                    <a:pt x="289" y="1888"/>
                    <a:pt x="279" y="1888"/>
                    <a:pt x="274" y="1883"/>
                  </a:cubicBezTo>
                  <a:cubicBezTo>
                    <a:pt x="223" y="1860"/>
                    <a:pt x="205" y="1861"/>
                    <a:pt x="198" y="1851"/>
                  </a:cubicBezTo>
                  <a:cubicBezTo>
                    <a:pt x="141" y="1840"/>
                    <a:pt x="132" y="1832"/>
                    <a:pt x="120" y="1828"/>
                  </a:cubicBezTo>
                  <a:cubicBezTo>
                    <a:pt x="62" y="1807"/>
                    <a:pt x="59" y="1807"/>
                    <a:pt x="55" y="1807"/>
                  </a:cubicBezTo>
                  <a:cubicBezTo>
                    <a:pt x="7" y="1785"/>
                    <a:pt x="5" y="1780"/>
                    <a:pt x="0" y="1778"/>
                  </a:cubicBezTo>
                  <a:cubicBezTo>
                    <a:pt x="11" y="1790"/>
                    <a:pt x="14" y="1795"/>
                    <a:pt x="21" y="1796"/>
                  </a:cubicBezTo>
                  <a:cubicBezTo>
                    <a:pt x="69" y="1822"/>
                    <a:pt x="73" y="1822"/>
                    <a:pt x="73" y="1825"/>
                  </a:cubicBezTo>
                  <a:cubicBezTo>
                    <a:pt x="107" y="1837"/>
                    <a:pt x="117" y="1835"/>
                    <a:pt x="121" y="1841"/>
                  </a:cubicBezTo>
                  <a:cubicBezTo>
                    <a:pt x="173" y="1856"/>
                    <a:pt x="180" y="1858"/>
                    <a:pt x="185" y="1863"/>
                  </a:cubicBezTo>
                  <a:cubicBezTo>
                    <a:pt x="244" y="1877"/>
                    <a:pt x="247" y="1885"/>
                    <a:pt x="257" y="1886"/>
                  </a:cubicBezTo>
                  <a:cubicBezTo>
                    <a:pt x="328" y="1923"/>
                    <a:pt x="333" y="1922"/>
                    <a:pt x="334" y="1927"/>
                  </a:cubicBezTo>
                  <a:cubicBezTo>
                    <a:pt x="357" y="1939"/>
                    <a:pt x="358" y="1941"/>
                    <a:pt x="359" y="1943"/>
                  </a:cubicBezTo>
                  <a:cubicBezTo>
                    <a:pt x="389" y="1965"/>
                    <a:pt x="397" y="1968"/>
                    <a:pt x="399" y="1977"/>
                  </a:cubicBezTo>
                  <a:cubicBezTo>
                    <a:pt x="374" y="1960"/>
                    <a:pt x="371" y="1957"/>
                    <a:pt x="367" y="1955"/>
                  </a:cubicBezTo>
                  <a:cubicBezTo>
                    <a:pt x="354" y="1942"/>
                    <a:pt x="348" y="1943"/>
                    <a:pt x="346" y="1939"/>
                  </a:cubicBezTo>
                  <a:cubicBezTo>
                    <a:pt x="304" y="1918"/>
                    <a:pt x="302" y="1914"/>
                    <a:pt x="296" y="1914"/>
                  </a:cubicBezTo>
                  <a:cubicBezTo>
                    <a:pt x="255" y="1891"/>
                    <a:pt x="250" y="1892"/>
                    <a:pt x="246" y="1889"/>
                  </a:cubicBezTo>
                  <a:cubicBezTo>
                    <a:pt x="214" y="1878"/>
                    <a:pt x="207" y="1878"/>
                    <a:pt x="204" y="1875"/>
                  </a:cubicBezTo>
                  <a:cubicBezTo>
                    <a:pt x="145" y="1856"/>
                    <a:pt x="139" y="1862"/>
                    <a:pt x="137" y="1855"/>
                  </a:cubicBezTo>
                  <a:cubicBezTo>
                    <a:pt x="80" y="1844"/>
                    <a:pt x="74" y="1838"/>
                    <a:pt x="63" y="1837"/>
                  </a:cubicBezTo>
                  <a:cubicBezTo>
                    <a:pt x="29" y="1820"/>
                    <a:pt x="21" y="1817"/>
                    <a:pt x="14" y="1812"/>
                  </a:cubicBezTo>
                  <a:cubicBezTo>
                    <a:pt x="3" y="1812"/>
                    <a:pt x="5" y="1813"/>
                    <a:pt x="7" y="1814"/>
                  </a:cubicBezTo>
                  <a:cubicBezTo>
                    <a:pt x="48" y="1839"/>
                    <a:pt x="54" y="1842"/>
                    <a:pt x="62" y="1843"/>
                  </a:cubicBezTo>
                  <a:cubicBezTo>
                    <a:pt x="83" y="1858"/>
                    <a:pt x="95" y="1854"/>
                    <a:pt x="100" y="1858"/>
                  </a:cubicBezTo>
                  <a:cubicBezTo>
                    <a:pt x="168" y="1879"/>
                    <a:pt x="177" y="1875"/>
                    <a:pt x="180" y="1879"/>
                  </a:cubicBezTo>
                  <a:cubicBezTo>
                    <a:pt x="238" y="1897"/>
                    <a:pt x="250" y="1901"/>
                    <a:pt x="261" y="1906"/>
                  </a:cubicBezTo>
                  <a:cubicBezTo>
                    <a:pt x="333" y="1945"/>
                    <a:pt x="345" y="1948"/>
                    <a:pt x="354" y="1956"/>
                  </a:cubicBezTo>
                  <a:cubicBezTo>
                    <a:pt x="371" y="1971"/>
                    <a:pt x="377" y="1972"/>
                    <a:pt x="381" y="1976"/>
                  </a:cubicBezTo>
                  <a:cubicBezTo>
                    <a:pt x="410" y="2003"/>
                    <a:pt x="416" y="2005"/>
                    <a:pt x="421" y="2008"/>
                  </a:cubicBezTo>
                  <a:cubicBezTo>
                    <a:pt x="419" y="2023"/>
                    <a:pt x="415" y="2019"/>
                    <a:pt x="412" y="2013"/>
                  </a:cubicBezTo>
                  <a:cubicBezTo>
                    <a:pt x="396" y="2002"/>
                    <a:pt x="394" y="2001"/>
                    <a:pt x="394" y="1997"/>
                  </a:cubicBezTo>
                  <a:cubicBezTo>
                    <a:pt x="369" y="1981"/>
                    <a:pt x="367" y="1980"/>
                    <a:pt x="366" y="1977"/>
                  </a:cubicBezTo>
                  <a:cubicBezTo>
                    <a:pt x="342" y="1959"/>
                    <a:pt x="331" y="1963"/>
                    <a:pt x="330" y="1956"/>
                  </a:cubicBezTo>
                  <a:cubicBezTo>
                    <a:pt x="293" y="1936"/>
                    <a:pt x="287" y="1934"/>
                    <a:pt x="282" y="1930"/>
                  </a:cubicBezTo>
                  <a:cubicBezTo>
                    <a:pt x="221" y="1911"/>
                    <a:pt x="220" y="1904"/>
                    <a:pt x="208" y="1907"/>
                  </a:cubicBezTo>
                  <a:cubicBezTo>
                    <a:pt x="75" y="1890"/>
                    <a:pt x="83" y="1888"/>
                    <a:pt x="87" y="1890"/>
                  </a:cubicBezTo>
                  <a:cubicBezTo>
                    <a:pt x="138" y="1913"/>
                    <a:pt x="148" y="1916"/>
                    <a:pt x="157" y="1922"/>
                  </a:cubicBezTo>
                  <a:cubicBezTo>
                    <a:pt x="263" y="1960"/>
                    <a:pt x="273" y="1964"/>
                    <a:pt x="285" y="1967"/>
                  </a:cubicBezTo>
                  <a:cubicBezTo>
                    <a:pt x="325" y="1987"/>
                    <a:pt x="336" y="1992"/>
                    <a:pt x="346" y="1998"/>
                  </a:cubicBezTo>
                  <a:cubicBezTo>
                    <a:pt x="383" y="2021"/>
                    <a:pt x="386" y="2023"/>
                    <a:pt x="387" y="2026"/>
                  </a:cubicBezTo>
                  <a:cubicBezTo>
                    <a:pt x="406" y="2038"/>
                    <a:pt x="410" y="2041"/>
                    <a:pt x="415" y="2044"/>
                  </a:cubicBezTo>
                  <a:cubicBezTo>
                    <a:pt x="427" y="2059"/>
                    <a:pt x="430" y="2059"/>
                    <a:pt x="431" y="2062"/>
                  </a:cubicBezTo>
                  <a:cubicBezTo>
                    <a:pt x="435" y="2076"/>
                    <a:pt x="425" y="2066"/>
                    <a:pt x="415" y="2057"/>
                  </a:cubicBezTo>
                  <a:cubicBezTo>
                    <a:pt x="366" y="2016"/>
                    <a:pt x="358" y="2016"/>
                    <a:pt x="355" y="2011"/>
                  </a:cubicBezTo>
                  <a:cubicBezTo>
                    <a:pt x="315" y="1992"/>
                    <a:pt x="305" y="1986"/>
                    <a:pt x="292" y="1984"/>
                  </a:cubicBezTo>
                  <a:cubicBezTo>
                    <a:pt x="225" y="1957"/>
                    <a:pt x="220" y="1954"/>
                    <a:pt x="214" y="1953"/>
                  </a:cubicBezTo>
                  <a:cubicBezTo>
                    <a:pt x="186" y="1938"/>
                    <a:pt x="170" y="1937"/>
                    <a:pt x="160" y="1930"/>
                  </a:cubicBezTo>
                  <a:cubicBezTo>
                    <a:pt x="116" y="1915"/>
                    <a:pt x="111" y="1911"/>
                    <a:pt x="104" y="1910"/>
                  </a:cubicBezTo>
                  <a:cubicBezTo>
                    <a:pt x="63" y="1893"/>
                    <a:pt x="62" y="1885"/>
                    <a:pt x="54" y="1885"/>
                  </a:cubicBezTo>
                  <a:cubicBezTo>
                    <a:pt x="34" y="1870"/>
                    <a:pt x="30" y="1866"/>
                    <a:pt x="26" y="1861"/>
                  </a:cubicBezTo>
                  <a:cubicBezTo>
                    <a:pt x="0" y="1847"/>
                    <a:pt x="1" y="1847"/>
                    <a:pt x="1" y="1848"/>
                  </a:cubicBezTo>
                  <a:cubicBezTo>
                    <a:pt x="22" y="1863"/>
                    <a:pt x="21" y="1872"/>
                    <a:pt x="29" y="1872"/>
                  </a:cubicBezTo>
                  <a:cubicBezTo>
                    <a:pt x="60" y="1894"/>
                    <a:pt x="65" y="1903"/>
                    <a:pt x="75" y="1906"/>
                  </a:cubicBezTo>
                  <a:cubicBezTo>
                    <a:pt x="112" y="1923"/>
                    <a:pt x="122" y="1926"/>
                    <a:pt x="131" y="1930"/>
                  </a:cubicBezTo>
                  <a:cubicBezTo>
                    <a:pt x="168" y="1943"/>
                    <a:pt x="174" y="1948"/>
                    <a:pt x="183" y="1948"/>
                  </a:cubicBezTo>
                  <a:cubicBezTo>
                    <a:pt x="235" y="1971"/>
                    <a:pt x="241" y="1975"/>
                    <a:pt x="252" y="1974"/>
                  </a:cubicBezTo>
                  <a:cubicBezTo>
                    <a:pt x="295" y="1992"/>
                    <a:pt x="297" y="1997"/>
                    <a:pt x="304" y="1995"/>
                  </a:cubicBezTo>
                  <a:cubicBezTo>
                    <a:pt x="355" y="2024"/>
                    <a:pt x="357" y="2025"/>
                    <a:pt x="359" y="2026"/>
                  </a:cubicBezTo>
                  <a:cubicBezTo>
                    <a:pt x="381" y="2040"/>
                    <a:pt x="384" y="2043"/>
                    <a:pt x="388" y="2045"/>
                  </a:cubicBezTo>
                  <a:cubicBezTo>
                    <a:pt x="384" y="2048"/>
                    <a:pt x="369" y="2044"/>
                    <a:pt x="359" y="2034"/>
                  </a:cubicBezTo>
                  <a:cubicBezTo>
                    <a:pt x="320" y="2025"/>
                    <a:pt x="323" y="2016"/>
                    <a:pt x="317" y="2018"/>
                  </a:cubicBezTo>
                  <a:cubicBezTo>
                    <a:pt x="276" y="2006"/>
                    <a:pt x="276" y="2002"/>
                    <a:pt x="274" y="2001"/>
                  </a:cubicBezTo>
                  <a:cubicBezTo>
                    <a:pt x="241" y="1995"/>
                    <a:pt x="240" y="1992"/>
                    <a:pt x="236" y="1993"/>
                  </a:cubicBezTo>
                  <a:cubicBezTo>
                    <a:pt x="210" y="1981"/>
                    <a:pt x="201" y="1985"/>
                    <a:pt x="200" y="1978"/>
                  </a:cubicBezTo>
                  <a:cubicBezTo>
                    <a:pt x="133" y="1960"/>
                    <a:pt x="123" y="1961"/>
                    <a:pt x="118" y="1957"/>
                  </a:cubicBezTo>
                  <a:cubicBezTo>
                    <a:pt x="100" y="1945"/>
                    <a:pt x="90" y="1952"/>
                    <a:pt x="93" y="1944"/>
                  </a:cubicBezTo>
                  <a:cubicBezTo>
                    <a:pt x="49" y="1931"/>
                    <a:pt x="58" y="1932"/>
                    <a:pt x="64" y="1937"/>
                  </a:cubicBezTo>
                  <a:cubicBezTo>
                    <a:pt x="80" y="1947"/>
                    <a:pt x="81" y="1949"/>
                    <a:pt x="82" y="1951"/>
                  </a:cubicBezTo>
                  <a:cubicBezTo>
                    <a:pt x="127" y="1968"/>
                    <a:pt x="132" y="1972"/>
                    <a:pt x="139" y="1973"/>
                  </a:cubicBezTo>
                  <a:cubicBezTo>
                    <a:pt x="182" y="1987"/>
                    <a:pt x="190" y="1982"/>
                    <a:pt x="190" y="1987"/>
                  </a:cubicBezTo>
                  <a:cubicBezTo>
                    <a:pt x="248" y="2008"/>
                    <a:pt x="257" y="2006"/>
                    <a:pt x="263" y="2008"/>
                  </a:cubicBezTo>
                  <a:cubicBezTo>
                    <a:pt x="311" y="2025"/>
                    <a:pt x="318" y="2027"/>
                    <a:pt x="322" y="2033"/>
                  </a:cubicBezTo>
                  <a:cubicBezTo>
                    <a:pt x="370" y="2056"/>
                    <a:pt x="375" y="2055"/>
                    <a:pt x="378" y="2057"/>
                  </a:cubicBezTo>
                  <a:cubicBezTo>
                    <a:pt x="437" y="2104"/>
                    <a:pt x="444" y="2102"/>
                    <a:pt x="443" y="2109"/>
                  </a:cubicBezTo>
                  <a:cubicBezTo>
                    <a:pt x="462" y="2130"/>
                    <a:pt x="464" y="2132"/>
                    <a:pt x="465" y="2134"/>
                  </a:cubicBezTo>
                  <a:cubicBezTo>
                    <a:pt x="457" y="2127"/>
                    <a:pt x="451" y="2128"/>
                    <a:pt x="451" y="2122"/>
                  </a:cubicBezTo>
                  <a:cubicBezTo>
                    <a:pt x="423" y="2104"/>
                    <a:pt x="417" y="2098"/>
                    <a:pt x="411" y="2092"/>
                  </a:cubicBezTo>
                  <a:cubicBezTo>
                    <a:pt x="362" y="2061"/>
                    <a:pt x="351" y="2061"/>
                    <a:pt x="345" y="2055"/>
                  </a:cubicBezTo>
                  <a:cubicBezTo>
                    <a:pt x="286" y="2031"/>
                    <a:pt x="275" y="2027"/>
                    <a:pt x="264" y="2021"/>
                  </a:cubicBezTo>
                  <a:cubicBezTo>
                    <a:pt x="230" y="2007"/>
                    <a:pt x="228" y="2010"/>
                    <a:pt x="226" y="2007"/>
                  </a:cubicBezTo>
                  <a:cubicBezTo>
                    <a:pt x="192" y="1997"/>
                    <a:pt x="187" y="1995"/>
                    <a:pt x="181" y="1992"/>
                  </a:cubicBezTo>
                  <a:cubicBezTo>
                    <a:pt x="108" y="1970"/>
                    <a:pt x="98" y="1960"/>
                    <a:pt x="83" y="1958"/>
                  </a:cubicBezTo>
                  <a:cubicBezTo>
                    <a:pt x="25" y="1928"/>
                    <a:pt x="23" y="1926"/>
                    <a:pt x="19" y="1925"/>
                  </a:cubicBezTo>
                  <a:cubicBezTo>
                    <a:pt x="40" y="1946"/>
                    <a:pt x="48" y="1943"/>
                    <a:pt x="49" y="1949"/>
                  </a:cubicBezTo>
                  <a:cubicBezTo>
                    <a:pt x="103" y="1971"/>
                    <a:pt x="111" y="1978"/>
                    <a:pt x="122" y="1981"/>
                  </a:cubicBezTo>
                  <a:cubicBezTo>
                    <a:pt x="192" y="2004"/>
                    <a:pt x="200" y="2010"/>
                    <a:pt x="211" y="2012"/>
                  </a:cubicBezTo>
                  <a:cubicBezTo>
                    <a:pt x="263" y="2031"/>
                    <a:pt x="270" y="2031"/>
                    <a:pt x="272" y="2036"/>
                  </a:cubicBezTo>
                  <a:cubicBezTo>
                    <a:pt x="314" y="2054"/>
                    <a:pt x="326" y="2056"/>
                    <a:pt x="335" y="2062"/>
                  </a:cubicBezTo>
                  <a:cubicBezTo>
                    <a:pt x="402" y="2103"/>
                    <a:pt x="410" y="2103"/>
                    <a:pt x="413" y="2109"/>
                  </a:cubicBezTo>
                  <a:cubicBezTo>
                    <a:pt x="439" y="2128"/>
                    <a:pt x="442" y="2130"/>
                    <a:pt x="445" y="2131"/>
                  </a:cubicBezTo>
                  <a:cubicBezTo>
                    <a:pt x="473" y="2160"/>
                    <a:pt x="473" y="2160"/>
                    <a:pt x="473" y="2160"/>
                  </a:cubicBezTo>
                  <a:cubicBezTo>
                    <a:pt x="521" y="2147"/>
                    <a:pt x="516" y="2139"/>
                    <a:pt x="524" y="2139"/>
                  </a:cubicBezTo>
                  <a:close/>
                  <a:moveTo>
                    <a:pt x="452" y="1733"/>
                  </a:moveTo>
                  <a:cubicBezTo>
                    <a:pt x="454" y="1730"/>
                    <a:pt x="456" y="1727"/>
                    <a:pt x="458" y="1724"/>
                  </a:cubicBezTo>
                  <a:cubicBezTo>
                    <a:pt x="465" y="1726"/>
                    <a:pt x="453" y="1729"/>
                    <a:pt x="456" y="1735"/>
                  </a:cubicBezTo>
                  <a:cubicBezTo>
                    <a:pt x="453" y="1737"/>
                    <a:pt x="452" y="1741"/>
                    <a:pt x="450" y="1744"/>
                  </a:cubicBezTo>
                  <a:cubicBezTo>
                    <a:pt x="443" y="1741"/>
                    <a:pt x="454" y="1738"/>
                    <a:pt x="452" y="1733"/>
                  </a:cubicBezTo>
                  <a:close/>
                  <a:moveTo>
                    <a:pt x="440" y="1760"/>
                  </a:moveTo>
                  <a:cubicBezTo>
                    <a:pt x="442" y="1755"/>
                    <a:pt x="444" y="1751"/>
                    <a:pt x="446" y="1746"/>
                  </a:cubicBezTo>
                  <a:cubicBezTo>
                    <a:pt x="452" y="1748"/>
                    <a:pt x="442" y="1753"/>
                    <a:pt x="445" y="1759"/>
                  </a:cubicBezTo>
                  <a:cubicBezTo>
                    <a:pt x="441" y="1763"/>
                    <a:pt x="438" y="1767"/>
                    <a:pt x="437" y="1773"/>
                  </a:cubicBezTo>
                  <a:cubicBezTo>
                    <a:pt x="432" y="1771"/>
                    <a:pt x="438" y="1762"/>
                    <a:pt x="440" y="1760"/>
                  </a:cubicBezTo>
                  <a:close/>
                  <a:moveTo>
                    <a:pt x="424" y="1798"/>
                  </a:moveTo>
                  <a:cubicBezTo>
                    <a:pt x="427" y="1792"/>
                    <a:pt x="424" y="1802"/>
                    <a:pt x="424" y="1805"/>
                  </a:cubicBezTo>
                  <a:cubicBezTo>
                    <a:pt x="420" y="1803"/>
                    <a:pt x="423" y="1801"/>
                    <a:pt x="424" y="1798"/>
                  </a:cubicBezTo>
                  <a:close/>
                  <a:moveTo>
                    <a:pt x="399" y="1754"/>
                  </a:moveTo>
                  <a:cubicBezTo>
                    <a:pt x="404" y="1754"/>
                    <a:pt x="400" y="1761"/>
                    <a:pt x="399" y="1763"/>
                  </a:cubicBezTo>
                  <a:cubicBezTo>
                    <a:pt x="393" y="1762"/>
                    <a:pt x="401" y="1758"/>
                    <a:pt x="399" y="1754"/>
                  </a:cubicBezTo>
                  <a:close/>
                  <a:moveTo>
                    <a:pt x="390" y="1787"/>
                  </a:moveTo>
                  <a:cubicBezTo>
                    <a:pt x="394" y="1782"/>
                    <a:pt x="390" y="1791"/>
                    <a:pt x="390" y="1794"/>
                  </a:cubicBezTo>
                  <a:cubicBezTo>
                    <a:pt x="386" y="1793"/>
                    <a:pt x="390" y="1790"/>
                    <a:pt x="390" y="1787"/>
                  </a:cubicBezTo>
                  <a:close/>
                  <a:moveTo>
                    <a:pt x="217" y="1469"/>
                  </a:moveTo>
                  <a:cubicBezTo>
                    <a:pt x="217" y="1468"/>
                    <a:pt x="217" y="1467"/>
                    <a:pt x="216" y="1465"/>
                  </a:cubicBezTo>
                  <a:cubicBezTo>
                    <a:pt x="221" y="1464"/>
                    <a:pt x="221" y="1468"/>
                    <a:pt x="221" y="1471"/>
                  </a:cubicBezTo>
                  <a:cubicBezTo>
                    <a:pt x="220" y="1471"/>
                    <a:pt x="219" y="1469"/>
                    <a:pt x="217" y="1469"/>
                  </a:cubicBezTo>
                  <a:close/>
                  <a:moveTo>
                    <a:pt x="234" y="1492"/>
                  </a:moveTo>
                  <a:cubicBezTo>
                    <a:pt x="235" y="1486"/>
                    <a:pt x="239" y="1497"/>
                    <a:pt x="243" y="1496"/>
                  </a:cubicBezTo>
                  <a:cubicBezTo>
                    <a:pt x="243" y="1499"/>
                    <a:pt x="243" y="1502"/>
                    <a:pt x="245" y="1502"/>
                  </a:cubicBezTo>
                  <a:cubicBezTo>
                    <a:pt x="241" y="1509"/>
                    <a:pt x="239" y="1493"/>
                    <a:pt x="234" y="1492"/>
                  </a:cubicBezTo>
                  <a:close/>
                  <a:moveTo>
                    <a:pt x="288" y="1609"/>
                  </a:moveTo>
                  <a:cubicBezTo>
                    <a:pt x="292" y="1610"/>
                    <a:pt x="294" y="1614"/>
                    <a:pt x="295" y="1619"/>
                  </a:cubicBezTo>
                  <a:cubicBezTo>
                    <a:pt x="291" y="1618"/>
                    <a:pt x="289" y="1614"/>
                    <a:pt x="288" y="1609"/>
                  </a:cubicBezTo>
                  <a:close/>
                  <a:moveTo>
                    <a:pt x="307" y="1605"/>
                  </a:moveTo>
                  <a:cubicBezTo>
                    <a:pt x="302" y="1602"/>
                    <a:pt x="305" y="1590"/>
                    <a:pt x="301" y="1586"/>
                  </a:cubicBezTo>
                  <a:cubicBezTo>
                    <a:pt x="305" y="1588"/>
                    <a:pt x="307" y="1588"/>
                    <a:pt x="310" y="1585"/>
                  </a:cubicBezTo>
                  <a:cubicBezTo>
                    <a:pt x="308" y="1574"/>
                    <a:pt x="312" y="1569"/>
                    <a:pt x="313" y="1561"/>
                  </a:cubicBezTo>
                  <a:cubicBezTo>
                    <a:pt x="313" y="1553"/>
                    <a:pt x="319" y="1567"/>
                    <a:pt x="313" y="1565"/>
                  </a:cubicBezTo>
                  <a:cubicBezTo>
                    <a:pt x="315" y="1582"/>
                    <a:pt x="308" y="1591"/>
                    <a:pt x="307" y="1605"/>
                  </a:cubicBezTo>
                  <a:close/>
                  <a:moveTo>
                    <a:pt x="359" y="1783"/>
                  </a:moveTo>
                  <a:cubicBezTo>
                    <a:pt x="351" y="1782"/>
                    <a:pt x="356" y="1772"/>
                    <a:pt x="358" y="1768"/>
                  </a:cubicBezTo>
                  <a:cubicBezTo>
                    <a:pt x="365" y="1770"/>
                    <a:pt x="356" y="1776"/>
                    <a:pt x="359" y="1783"/>
                  </a:cubicBezTo>
                  <a:close/>
                  <a:moveTo>
                    <a:pt x="388" y="2010"/>
                  </a:moveTo>
                  <a:cubicBezTo>
                    <a:pt x="384" y="2012"/>
                    <a:pt x="382" y="2009"/>
                    <a:pt x="379" y="2009"/>
                  </a:cubicBezTo>
                  <a:cubicBezTo>
                    <a:pt x="376" y="2005"/>
                    <a:pt x="372" y="2001"/>
                    <a:pt x="368" y="1999"/>
                  </a:cubicBezTo>
                  <a:cubicBezTo>
                    <a:pt x="362" y="1998"/>
                    <a:pt x="359" y="1993"/>
                    <a:pt x="354" y="1991"/>
                  </a:cubicBezTo>
                  <a:cubicBezTo>
                    <a:pt x="350" y="1988"/>
                    <a:pt x="344" y="1987"/>
                    <a:pt x="340" y="1983"/>
                  </a:cubicBezTo>
                  <a:cubicBezTo>
                    <a:pt x="330" y="1979"/>
                    <a:pt x="323" y="1971"/>
                    <a:pt x="311" y="1970"/>
                  </a:cubicBezTo>
                  <a:cubicBezTo>
                    <a:pt x="304" y="1963"/>
                    <a:pt x="290" y="1963"/>
                    <a:pt x="284" y="1954"/>
                  </a:cubicBezTo>
                  <a:cubicBezTo>
                    <a:pt x="260" y="1951"/>
                    <a:pt x="240" y="1944"/>
                    <a:pt x="223" y="1932"/>
                  </a:cubicBezTo>
                  <a:cubicBezTo>
                    <a:pt x="211" y="1932"/>
                    <a:pt x="203" y="1927"/>
                    <a:pt x="192" y="1926"/>
                  </a:cubicBezTo>
                  <a:cubicBezTo>
                    <a:pt x="186" y="1920"/>
                    <a:pt x="173" y="1921"/>
                    <a:pt x="167" y="1915"/>
                  </a:cubicBezTo>
                  <a:cubicBezTo>
                    <a:pt x="156" y="1913"/>
                    <a:pt x="149" y="1908"/>
                    <a:pt x="138" y="1906"/>
                  </a:cubicBezTo>
                  <a:cubicBezTo>
                    <a:pt x="129" y="1903"/>
                    <a:pt x="123" y="1897"/>
                    <a:pt x="111" y="1897"/>
                  </a:cubicBezTo>
                  <a:cubicBezTo>
                    <a:pt x="119" y="1888"/>
                    <a:pt x="125" y="1901"/>
                    <a:pt x="135" y="1897"/>
                  </a:cubicBezTo>
                  <a:cubicBezTo>
                    <a:pt x="143" y="1899"/>
                    <a:pt x="151" y="1901"/>
                    <a:pt x="162" y="1900"/>
                  </a:cubicBezTo>
                  <a:cubicBezTo>
                    <a:pt x="165" y="1904"/>
                    <a:pt x="173" y="1902"/>
                    <a:pt x="177" y="1905"/>
                  </a:cubicBezTo>
                  <a:cubicBezTo>
                    <a:pt x="183" y="1906"/>
                    <a:pt x="188" y="1907"/>
                    <a:pt x="191" y="1911"/>
                  </a:cubicBezTo>
                  <a:cubicBezTo>
                    <a:pt x="203" y="1911"/>
                    <a:pt x="209" y="1918"/>
                    <a:pt x="222" y="1917"/>
                  </a:cubicBezTo>
                  <a:cubicBezTo>
                    <a:pt x="230" y="1923"/>
                    <a:pt x="243" y="1923"/>
                    <a:pt x="251" y="1928"/>
                  </a:cubicBezTo>
                  <a:cubicBezTo>
                    <a:pt x="260" y="1933"/>
                    <a:pt x="268" y="1937"/>
                    <a:pt x="278" y="1939"/>
                  </a:cubicBezTo>
                  <a:cubicBezTo>
                    <a:pt x="282" y="1943"/>
                    <a:pt x="288" y="1944"/>
                    <a:pt x="292" y="1947"/>
                  </a:cubicBezTo>
                  <a:cubicBezTo>
                    <a:pt x="294" y="1949"/>
                    <a:pt x="297" y="1949"/>
                    <a:pt x="301" y="1949"/>
                  </a:cubicBezTo>
                  <a:cubicBezTo>
                    <a:pt x="300" y="1953"/>
                    <a:pt x="303" y="1953"/>
                    <a:pt x="305" y="1953"/>
                  </a:cubicBezTo>
                  <a:cubicBezTo>
                    <a:pt x="313" y="1958"/>
                    <a:pt x="323" y="1961"/>
                    <a:pt x="328" y="1969"/>
                  </a:cubicBezTo>
                  <a:cubicBezTo>
                    <a:pt x="335" y="1968"/>
                    <a:pt x="337" y="1973"/>
                    <a:pt x="340" y="1977"/>
                  </a:cubicBezTo>
                  <a:cubicBezTo>
                    <a:pt x="344" y="1976"/>
                    <a:pt x="345" y="1979"/>
                    <a:pt x="349" y="1978"/>
                  </a:cubicBezTo>
                  <a:cubicBezTo>
                    <a:pt x="348" y="1982"/>
                    <a:pt x="351" y="1982"/>
                    <a:pt x="353" y="1982"/>
                  </a:cubicBezTo>
                  <a:cubicBezTo>
                    <a:pt x="354" y="1988"/>
                    <a:pt x="363" y="1986"/>
                    <a:pt x="365" y="1990"/>
                  </a:cubicBezTo>
                  <a:cubicBezTo>
                    <a:pt x="371" y="1991"/>
                    <a:pt x="372" y="1996"/>
                    <a:pt x="378" y="1996"/>
                  </a:cubicBezTo>
                  <a:cubicBezTo>
                    <a:pt x="382" y="2003"/>
                    <a:pt x="388" y="2008"/>
                    <a:pt x="395" y="2012"/>
                  </a:cubicBezTo>
                  <a:cubicBezTo>
                    <a:pt x="395" y="2018"/>
                    <a:pt x="388" y="2013"/>
                    <a:pt x="388" y="2010"/>
                  </a:cubicBezTo>
                  <a:close/>
                  <a:moveTo>
                    <a:pt x="596" y="2107"/>
                  </a:moveTo>
                  <a:cubicBezTo>
                    <a:pt x="598" y="2103"/>
                    <a:pt x="602" y="2098"/>
                    <a:pt x="604" y="2094"/>
                  </a:cubicBezTo>
                  <a:cubicBezTo>
                    <a:pt x="619" y="2080"/>
                    <a:pt x="618" y="2072"/>
                    <a:pt x="622" y="2068"/>
                  </a:cubicBezTo>
                  <a:cubicBezTo>
                    <a:pt x="660" y="2019"/>
                    <a:pt x="661" y="2017"/>
                    <a:pt x="662" y="2015"/>
                  </a:cubicBezTo>
                  <a:cubicBezTo>
                    <a:pt x="680" y="1994"/>
                    <a:pt x="677" y="1985"/>
                    <a:pt x="684" y="1985"/>
                  </a:cubicBezTo>
                  <a:cubicBezTo>
                    <a:pt x="699" y="1956"/>
                    <a:pt x="701" y="1954"/>
                    <a:pt x="703" y="1953"/>
                  </a:cubicBezTo>
                  <a:cubicBezTo>
                    <a:pt x="735" y="1903"/>
                    <a:pt x="744" y="1884"/>
                    <a:pt x="752" y="1865"/>
                  </a:cubicBezTo>
                  <a:cubicBezTo>
                    <a:pt x="765" y="1831"/>
                    <a:pt x="766" y="1825"/>
                    <a:pt x="768" y="1820"/>
                  </a:cubicBezTo>
                  <a:cubicBezTo>
                    <a:pt x="769" y="1817"/>
                    <a:pt x="760" y="1822"/>
                    <a:pt x="761" y="1836"/>
                  </a:cubicBezTo>
                  <a:cubicBezTo>
                    <a:pt x="728" y="1898"/>
                    <a:pt x="723" y="1908"/>
                    <a:pt x="718" y="1917"/>
                  </a:cubicBezTo>
                  <a:cubicBezTo>
                    <a:pt x="702" y="1935"/>
                    <a:pt x="702" y="1939"/>
                    <a:pt x="700" y="1940"/>
                  </a:cubicBezTo>
                  <a:cubicBezTo>
                    <a:pt x="676" y="1974"/>
                    <a:pt x="673" y="1984"/>
                    <a:pt x="667" y="1991"/>
                  </a:cubicBezTo>
                  <a:cubicBezTo>
                    <a:pt x="648" y="2019"/>
                    <a:pt x="646" y="2019"/>
                    <a:pt x="647" y="2023"/>
                  </a:cubicBezTo>
                  <a:cubicBezTo>
                    <a:pt x="633" y="2043"/>
                    <a:pt x="628" y="2045"/>
                    <a:pt x="625" y="2048"/>
                  </a:cubicBezTo>
                  <a:cubicBezTo>
                    <a:pt x="609" y="2076"/>
                    <a:pt x="604" y="2078"/>
                    <a:pt x="601" y="2081"/>
                  </a:cubicBezTo>
                  <a:cubicBezTo>
                    <a:pt x="576" y="2118"/>
                    <a:pt x="578" y="2126"/>
                    <a:pt x="571" y="2127"/>
                  </a:cubicBezTo>
                  <a:cubicBezTo>
                    <a:pt x="556" y="2155"/>
                    <a:pt x="554" y="2157"/>
                    <a:pt x="553" y="2160"/>
                  </a:cubicBezTo>
                  <a:cubicBezTo>
                    <a:pt x="565" y="2157"/>
                    <a:pt x="568" y="2155"/>
                    <a:pt x="566" y="2151"/>
                  </a:cubicBezTo>
                  <a:cubicBezTo>
                    <a:pt x="593" y="2117"/>
                    <a:pt x="590" y="2108"/>
                    <a:pt x="596" y="2107"/>
                  </a:cubicBezTo>
                  <a:close/>
                  <a:moveTo>
                    <a:pt x="556" y="2121"/>
                  </a:moveTo>
                  <a:cubicBezTo>
                    <a:pt x="555" y="2115"/>
                    <a:pt x="559" y="2113"/>
                    <a:pt x="561" y="2110"/>
                  </a:cubicBezTo>
                  <a:cubicBezTo>
                    <a:pt x="585" y="2064"/>
                    <a:pt x="590" y="2064"/>
                    <a:pt x="591" y="2060"/>
                  </a:cubicBezTo>
                  <a:cubicBezTo>
                    <a:pt x="608" y="2038"/>
                    <a:pt x="607" y="2033"/>
                    <a:pt x="610" y="2030"/>
                  </a:cubicBezTo>
                  <a:cubicBezTo>
                    <a:pt x="638" y="2004"/>
                    <a:pt x="636" y="1993"/>
                    <a:pt x="645" y="1992"/>
                  </a:cubicBezTo>
                  <a:cubicBezTo>
                    <a:pt x="664" y="1965"/>
                    <a:pt x="667" y="1963"/>
                    <a:pt x="666" y="1958"/>
                  </a:cubicBezTo>
                  <a:cubicBezTo>
                    <a:pt x="682" y="1941"/>
                    <a:pt x="684" y="1938"/>
                    <a:pt x="687" y="1937"/>
                  </a:cubicBezTo>
                  <a:cubicBezTo>
                    <a:pt x="710" y="1898"/>
                    <a:pt x="721" y="1889"/>
                    <a:pt x="726" y="1875"/>
                  </a:cubicBezTo>
                  <a:cubicBezTo>
                    <a:pt x="749" y="1838"/>
                    <a:pt x="750" y="1835"/>
                    <a:pt x="749" y="1830"/>
                  </a:cubicBezTo>
                  <a:cubicBezTo>
                    <a:pt x="766" y="1792"/>
                    <a:pt x="762" y="1780"/>
                    <a:pt x="770" y="1778"/>
                  </a:cubicBezTo>
                  <a:cubicBezTo>
                    <a:pt x="774" y="1706"/>
                    <a:pt x="781" y="1717"/>
                    <a:pt x="776" y="1719"/>
                  </a:cubicBezTo>
                  <a:cubicBezTo>
                    <a:pt x="771" y="1756"/>
                    <a:pt x="768" y="1760"/>
                    <a:pt x="767" y="1765"/>
                  </a:cubicBezTo>
                  <a:cubicBezTo>
                    <a:pt x="751" y="1811"/>
                    <a:pt x="751" y="1818"/>
                    <a:pt x="746" y="1819"/>
                  </a:cubicBezTo>
                  <a:cubicBezTo>
                    <a:pt x="726" y="1861"/>
                    <a:pt x="723" y="1864"/>
                    <a:pt x="721" y="1869"/>
                  </a:cubicBezTo>
                  <a:cubicBezTo>
                    <a:pt x="686" y="1918"/>
                    <a:pt x="687" y="1914"/>
                    <a:pt x="683" y="1918"/>
                  </a:cubicBezTo>
                  <a:cubicBezTo>
                    <a:pt x="665" y="1944"/>
                    <a:pt x="666" y="1949"/>
                    <a:pt x="661" y="1950"/>
                  </a:cubicBezTo>
                  <a:cubicBezTo>
                    <a:pt x="649" y="1969"/>
                    <a:pt x="647" y="1972"/>
                    <a:pt x="646" y="1975"/>
                  </a:cubicBezTo>
                  <a:cubicBezTo>
                    <a:pt x="622" y="2004"/>
                    <a:pt x="620" y="2011"/>
                    <a:pt x="614" y="2014"/>
                  </a:cubicBezTo>
                  <a:cubicBezTo>
                    <a:pt x="595" y="2042"/>
                    <a:pt x="587" y="2040"/>
                    <a:pt x="590" y="2047"/>
                  </a:cubicBezTo>
                  <a:cubicBezTo>
                    <a:pt x="566" y="2088"/>
                    <a:pt x="559" y="2090"/>
                    <a:pt x="556" y="2097"/>
                  </a:cubicBezTo>
                  <a:cubicBezTo>
                    <a:pt x="535" y="2141"/>
                    <a:pt x="528" y="2144"/>
                    <a:pt x="527" y="2151"/>
                  </a:cubicBezTo>
                  <a:cubicBezTo>
                    <a:pt x="533" y="2157"/>
                    <a:pt x="535" y="2153"/>
                    <a:pt x="538" y="2151"/>
                  </a:cubicBezTo>
                  <a:cubicBezTo>
                    <a:pt x="549" y="2125"/>
                    <a:pt x="552" y="2123"/>
                    <a:pt x="556" y="212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</p:sp>
      </p:grp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>
          <a:xfrm>
            <a:off x="8973319" y="6442526"/>
            <a:ext cx="2743200" cy="365125"/>
          </a:xfrm>
        </p:spPr>
        <p:txBody>
          <a:bodyPr/>
          <a:lstStyle/>
          <a:p>
            <a:fld id="{48A87A34-81AB-432B-8DAE-1953F412C126}" type="datetimeFigureOut">
              <a:rPr lang="en-US" smtClean="0"/>
              <a:t>12/9/2022</a:t>
            </a:fld>
            <a:endParaRPr lang="en-US" dirty="0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>
          <a:xfrm>
            <a:off x="4032211" y="6442526"/>
            <a:ext cx="4114800" cy="365125"/>
          </a:xfrm>
        </p:spPr>
        <p:txBody>
          <a:bodyPr/>
          <a:lstStyle>
            <a:lvl1pPr algn="ctr">
              <a:defRPr/>
            </a:lvl1pPr>
          </a:lstStyle>
          <a:p>
            <a:endParaRPr lang="en-US" dirty="0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>
          <a:xfrm>
            <a:off x="466432" y="6442526"/>
            <a:ext cx="2755379" cy="365125"/>
          </a:xfrm>
        </p:spPr>
        <p:txBody>
          <a:bodyPr anchor="ctr"/>
          <a:lstStyle>
            <a:lvl1pPr algn="l">
              <a:defRPr sz="1200"/>
            </a:lvl1pPr>
          </a:lstStyle>
          <a:p>
            <a:fld id="{6D22F896-40B5-4ADD-8801-0D06FADFA095}" type="slidenum">
              <a:rPr lang="en-US" smtClean="0"/>
              <a:t>‹#›</a:t>
            </a:fld>
            <a:endParaRPr lang="en-US" dirty="0"/>
          </a:p>
        </p:txBody>
      </p:sp>
      <p:sp>
        <p:nvSpPr>
          <p:cNvPr id="68" name="Freeform 57"/>
          <p:cNvSpPr/>
          <p:nvPr/>
        </p:nvSpPr>
        <p:spPr bwMode="auto">
          <a:xfrm>
            <a:off x="4456113" y="31750"/>
            <a:ext cx="0" cy="1588"/>
          </a:xfrm>
          <a:custGeom>
            <a:avLst/>
            <a:gdLst/>
            <a:ahLst/>
            <a:cxnLst/>
            <a:rect l="0" t="0" r="r" b="b"/>
            <a:pathLst>
              <a:path w="2" h="2">
                <a:moveTo>
                  <a:pt x="0" y="0"/>
                </a:moveTo>
                <a:lnTo>
                  <a:pt x="2" y="0"/>
                </a:lnTo>
                <a:lnTo>
                  <a:pt x="0" y="2"/>
                </a:lnTo>
                <a:lnTo>
                  <a:pt x="0" y="0"/>
                </a:lnTo>
                <a:close/>
              </a:path>
            </a:pathLst>
          </a:custGeom>
          <a:solidFill>
            <a:srgbClr val="30466D"/>
          </a:solidFill>
          <a:ln w="0">
            <a:solidFill>
              <a:srgbClr val="30466D"/>
            </a:solidFill>
            <a:prstDash val="solid"/>
            <a:round/>
            <a:headEnd/>
            <a:tailEnd/>
          </a:ln>
        </p:spPr>
      </p:sp>
      <p:grpSp>
        <p:nvGrpSpPr>
          <p:cNvPr id="9" name="Group 8" title="Text Container Shape"/>
          <p:cNvGrpSpPr/>
          <p:nvPr/>
        </p:nvGrpSpPr>
        <p:grpSpPr>
          <a:xfrm>
            <a:off x="7320300" y="467786"/>
            <a:ext cx="4875213" cy="5922963"/>
            <a:chOff x="7320300" y="467784"/>
            <a:chExt cx="4875213" cy="5922963"/>
          </a:xfrm>
        </p:grpSpPr>
        <p:sp>
          <p:nvSpPr>
            <p:cNvPr id="231" name="Freeform 206"/>
            <p:cNvSpPr/>
            <p:nvPr/>
          </p:nvSpPr>
          <p:spPr bwMode="auto">
            <a:xfrm>
              <a:off x="7320300" y="467784"/>
              <a:ext cx="4875213" cy="5922963"/>
            </a:xfrm>
            <a:custGeom>
              <a:avLst/>
              <a:gdLst/>
              <a:ahLst/>
              <a:cxnLst/>
              <a:rect l="0" t="0" r="r" b="b"/>
              <a:pathLst>
                <a:path w="3071" h="3731">
                  <a:moveTo>
                    <a:pt x="199" y="0"/>
                  </a:moveTo>
                  <a:lnTo>
                    <a:pt x="3071" y="0"/>
                  </a:lnTo>
                  <a:lnTo>
                    <a:pt x="3071" y="3731"/>
                  </a:lnTo>
                  <a:lnTo>
                    <a:pt x="199" y="3731"/>
                  </a:lnTo>
                  <a:lnTo>
                    <a:pt x="164" y="3728"/>
                  </a:lnTo>
                  <a:lnTo>
                    <a:pt x="130" y="3719"/>
                  </a:lnTo>
                  <a:lnTo>
                    <a:pt x="98" y="3704"/>
                  </a:lnTo>
                  <a:lnTo>
                    <a:pt x="71" y="3683"/>
                  </a:lnTo>
                  <a:lnTo>
                    <a:pt x="46" y="3660"/>
                  </a:lnTo>
                  <a:lnTo>
                    <a:pt x="27" y="3631"/>
                  </a:lnTo>
                  <a:lnTo>
                    <a:pt x="12" y="3601"/>
                  </a:lnTo>
                  <a:lnTo>
                    <a:pt x="3" y="3567"/>
                  </a:lnTo>
                  <a:lnTo>
                    <a:pt x="0" y="3531"/>
                  </a:lnTo>
                  <a:lnTo>
                    <a:pt x="0" y="199"/>
                  </a:lnTo>
                  <a:lnTo>
                    <a:pt x="3" y="164"/>
                  </a:lnTo>
                  <a:lnTo>
                    <a:pt x="12" y="130"/>
                  </a:lnTo>
                  <a:lnTo>
                    <a:pt x="27" y="98"/>
                  </a:lnTo>
                  <a:lnTo>
                    <a:pt x="46" y="71"/>
                  </a:lnTo>
                  <a:lnTo>
                    <a:pt x="71" y="46"/>
                  </a:lnTo>
                  <a:lnTo>
                    <a:pt x="98" y="27"/>
                  </a:lnTo>
                  <a:lnTo>
                    <a:pt x="130" y="12"/>
                  </a:lnTo>
                  <a:lnTo>
                    <a:pt x="164" y="2"/>
                  </a:lnTo>
                  <a:lnTo>
                    <a:pt x="199" y="0"/>
                  </a:lnTo>
                  <a:close/>
                </a:path>
              </a:pathLst>
            </a:custGeom>
            <a:solidFill>
              <a:schemeClr val="accent1">
                <a:lumMod val="75000"/>
              </a:schemeClr>
            </a:solidFill>
            <a:ln w="0">
              <a:noFill/>
              <a:prstDash val="solid"/>
              <a:round/>
              <a:headEnd/>
              <a:tailEnd/>
            </a:ln>
          </p:spPr>
        </p:sp>
        <p:sp>
          <p:nvSpPr>
            <p:cNvPr id="237" name="Freeform 211"/>
            <p:cNvSpPr/>
            <p:nvPr/>
          </p:nvSpPr>
          <p:spPr bwMode="auto">
            <a:xfrm>
              <a:off x="7505469" y="661988"/>
              <a:ext cx="4686300" cy="5543550"/>
            </a:xfrm>
            <a:custGeom>
              <a:avLst/>
              <a:gdLst/>
              <a:ahLst/>
              <a:cxnLst/>
              <a:rect l="0" t="0" r="r" b="b"/>
              <a:pathLst>
                <a:path w="2952" h="3492">
                  <a:moveTo>
                    <a:pt x="79" y="0"/>
                  </a:moveTo>
                  <a:lnTo>
                    <a:pt x="2952" y="0"/>
                  </a:lnTo>
                  <a:lnTo>
                    <a:pt x="2952" y="25"/>
                  </a:lnTo>
                  <a:lnTo>
                    <a:pt x="79" y="25"/>
                  </a:lnTo>
                  <a:lnTo>
                    <a:pt x="62" y="27"/>
                  </a:lnTo>
                  <a:lnTo>
                    <a:pt x="48" y="35"/>
                  </a:lnTo>
                  <a:lnTo>
                    <a:pt x="35" y="47"/>
                  </a:lnTo>
                  <a:lnTo>
                    <a:pt x="26" y="63"/>
                  </a:lnTo>
                  <a:lnTo>
                    <a:pt x="24" y="80"/>
                  </a:lnTo>
                  <a:lnTo>
                    <a:pt x="24" y="3411"/>
                  </a:lnTo>
                  <a:lnTo>
                    <a:pt x="26" y="3429"/>
                  </a:lnTo>
                  <a:lnTo>
                    <a:pt x="35" y="3444"/>
                  </a:lnTo>
                  <a:lnTo>
                    <a:pt x="48" y="3457"/>
                  </a:lnTo>
                  <a:lnTo>
                    <a:pt x="62" y="3466"/>
                  </a:lnTo>
                  <a:lnTo>
                    <a:pt x="79" y="3468"/>
                  </a:lnTo>
                  <a:lnTo>
                    <a:pt x="2951" y="3468"/>
                  </a:lnTo>
                  <a:lnTo>
                    <a:pt x="2951" y="3492"/>
                  </a:lnTo>
                  <a:lnTo>
                    <a:pt x="79" y="3492"/>
                  </a:lnTo>
                  <a:lnTo>
                    <a:pt x="59" y="3489"/>
                  </a:lnTo>
                  <a:lnTo>
                    <a:pt x="40" y="3481"/>
                  </a:lnTo>
                  <a:lnTo>
                    <a:pt x="23" y="3469"/>
                  </a:lnTo>
                  <a:lnTo>
                    <a:pt x="11" y="3452"/>
                  </a:lnTo>
                  <a:lnTo>
                    <a:pt x="3" y="3433"/>
                  </a:lnTo>
                  <a:lnTo>
                    <a:pt x="0" y="3411"/>
                  </a:lnTo>
                  <a:lnTo>
                    <a:pt x="0" y="80"/>
                  </a:lnTo>
                  <a:lnTo>
                    <a:pt x="3" y="60"/>
                  </a:lnTo>
                  <a:lnTo>
                    <a:pt x="11" y="41"/>
                  </a:lnTo>
                  <a:lnTo>
                    <a:pt x="23" y="24"/>
                  </a:lnTo>
                  <a:lnTo>
                    <a:pt x="40" y="11"/>
                  </a:lnTo>
                  <a:lnTo>
                    <a:pt x="59" y="4"/>
                  </a:lnTo>
                  <a:lnTo>
                    <a:pt x="79" y="0"/>
                  </a:lnTo>
                  <a:close/>
                </a:path>
              </a:pathLst>
            </a:custGeom>
            <a:solidFill>
              <a:schemeClr val="bg2"/>
            </a:solidFill>
            <a:ln w="0">
              <a:noFill/>
              <a:prstDash val="solid"/>
              <a:round/>
              <a:headEnd/>
              <a:tailEnd/>
            </a:ln>
          </p:spPr>
        </p:sp>
        <p:cxnSp>
          <p:nvCxnSpPr>
            <p:cNvPr id="10" name="Straight Connector 9"/>
            <p:cNvCxnSpPr/>
            <p:nvPr/>
          </p:nvCxnSpPr>
          <p:spPr>
            <a:xfrm>
              <a:off x="8013399" y="4629095"/>
              <a:ext cx="694944" cy="0"/>
            </a:xfrm>
            <a:prstGeom prst="line">
              <a:avLst/>
            </a:prstGeom>
            <a:ln w="38100">
              <a:solidFill>
                <a:schemeClr val="bg2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7920753" y="1023869"/>
            <a:ext cx="3793679" cy="3349641"/>
          </a:xfrm>
        </p:spPr>
        <p:txBody>
          <a:bodyPr anchor="t">
            <a:normAutofit/>
          </a:bodyPr>
          <a:lstStyle>
            <a:lvl1pPr algn="l">
              <a:lnSpc>
                <a:spcPct val="105000"/>
              </a:lnSpc>
              <a:defRPr sz="3900" baseline="0">
                <a:solidFill>
                  <a:schemeClr val="bg2"/>
                </a:solidFill>
              </a:defRPr>
            </a:lvl1pPr>
          </a:lstStyle>
          <a:p>
            <a:r>
              <a:rPr lang="en-US"/>
              <a:t>Click to edit Master title style</a:t>
            </a:r>
            <a:endParaRPr lang="en-US" dirty="0"/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7920753" y="4945377"/>
            <a:ext cx="3793679" cy="1037760"/>
          </a:xfrm>
        </p:spPr>
        <p:txBody>
          <a:bodyPr anchor="t">
            <a:normAutofit/>
          </a:bodyPr>
          <a:lstStyle>
            <a:lvl1pPr marL="0" indent="0" algn="l">
              <a:lnSpc>
                <a:spcPct val="130000"/>
              </a:lnSpc>
              <a:buNone/>
              <a:defRPr sz="2000" baseline="0">
                <a:solidFill>
                  <a:schemeClr val="bg2"/>
                </a:solidFill>
              </a:defRPr>
            </a:lvl1pPr>
            <a:lvl2pPr marL="457200" indent="0" algn="ctr">
              <a:buNone/>
              <a:defRPr sz="2000"/>
            </a:lvl2pPr>
            <a:lvl3pPr marL="914400" indent="0" algn="ctr">
              <a:buNone/>
              <a:defRPr sz="1800"/>
            </a:lvl3pPr>
            <a:lvl4pPr marL="1371600" indent="0" algn="ctr">
              <a:buNone/>
              <a:defRPr sz="1600"/>
            </a:lvl4pPr>
            <a:lvl5pPr marL="1828800" indent="0" algn="ctr">
              <a:buNone/>
              <a:defRPr sz="1600"/>
            </a:lvl5pPr>
            <a:lvl6pPr marL="2286000" indent="0" algn="ctr">
              <a:buNone/>
              <a:defRPr sz="1600"/>
            </a:lvl6pPr>
            <a:lvl7pPr marL="2743200" indent="0" algn="ctr">
              <a:buNone/>
              <a:defRPr sz="1600"/>
            </a:lvl7pPr>
            <a:lvl8pPr marL="3200400" indent="0" algn="ctr">
              <a:buNone/>
              <a:defRPr sz="1600"/>
            </a:lvl8pPr>
            <a:lvl9pPr marL="3657600" indent="0" algn="ctr">
              <a:buNone/>
              <a:defRPr sz="1600"/>
            </a:lvl9pPr>
          </a:lstStyle>
          <a:p>
            <a:r>
              <a:rPr lang="en-US"/>
              <a:t>Click to edit Master subtitle style</a:t>
            </a:r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3673177301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orient="horz" pos="4056" userDrawn="1">
          <p15:clr>
            <a:srgbClr val="FBAE40"/>
          </p15:clr>
        </p15:guide>
      </p15:sldGuideLst>
    </p:ext>
  </p:extLst>
</p:sldLayout>
</file>

<file path=ppt/slideLayouts/slideLayout2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Title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  <a:endParaRPr lang="en-US" dirty="0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lvl="0"/>
            <a:r>
              <a:rPr lang="en-US"/>
              <a:t>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US" dirty="0"/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48A87A34-81AB-432B-8DAE-1953F412C126}" type="datetimeFigureOut">
              <a:rPr lang="en-US" smtClean="0"/>
              <a:t>12/9/2022</a:t>
            </a:fld>
            <a:endParaRPr lang="en-US" dirty="0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D22F896-40B5-4ADD-8801-0D06FADFA095}" type="slidenum">
              <a:rPr lang="en-US" smtClean="0"/>
              <a:t>‹#›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2641138008"/>
      </p:ext>
    </p:extLst>
  </p:cSld>
  <p:clrMapOvr>
    <a:masterClrMapping/>
  </p:clrMapOvr>
</p:sldLayout>
</file>

<file path=ppt/slideLayouts/slideLayout3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type="secHead" preserve="1">
  <p:cSld name="Section Header">
    <p:bg>
      <p:bgPr>
        <a:solidFill>
          <a:schemeClr val="accent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" name="Freeform 5" title="Feather Background"/>
          <p:cNvSpPr>
            <a:spLocks noEditPoints="1"/>
          </p:cNvSpPr>
          <p:nvPr/>
        </p:nvSpPr>
        <p:spPr bwMode="auto">
          <a:xfrm>
            <a:off x="2" y="-4679"/>
            <a:ext cx="12200615" cy="6862679"/>
          </a:xfrm>
          <a:custGeom>
            <a:avLst/>
            <a:gdLst/>
            <a:ahLst/>
            <a:cxnLst/>
            <a:rect l="0" t="0" r="r" b="b"/>
            <a:pathLst>
              <a:path w="3845" h="2161">
                <a:moveTo>
                  <a:pt x="18" y="864"/>
                </a:moveTo>
                <a:cubicBezTo>
                  <a:pt x="16" y="855"/>
                  <a:pt x="21" y="853"/>
                  <a:pt x="20" y="846"/>
                </a:cubicBezTo>
                <a:cubicBezTo>
                  <a:pt x="41" y="815"/>
                  <a:pt x="37" y="806"/>
                  <a:pt x="42" y="805"/>
                </a:cubicBezTo>
                <a:cubicBezTo>
                  <a:pt x="72" y="726"/>
                  <a:pt x="76" y="720"/>
                  <a:pt x="81" y="714"/>
                </a:cubicBezTo>
                <a:cubicBezTo>
                  <a:pt x="129" y="628"/>
                  <a:pt x="132" y="626"/>
                  <a:pt x="131" y="620"/>
                </a:cubicBezTo>
                <a:cubicBezTo>
                  <a:pt x="150" y="599"/>
                  <a:pt x="153" y="596"/>
                  <a:pt x="156" y="593"/>
                </a:cubicBezTo>
                <a:cubicBezTo>
                  <a:pt x="188" y="551"/>
                  <a:pt x="199" y="551"/>
                  <a:pt x="201" y="543"/>
                </a:cubicBezTo>
                <a:cubicBezTo>
                  <a:pt x="164" y="580"/>
                  <a:pt x="148" y="580"/>
                  <a:pt x="147" y="594"/>
                </a:cubicBezTo>
                <a:cubicBezTo>
                  <a:pt x="113" y="629"/>
                  <a:pt x="116" y="637"/>
                  <a:pt x="108" y="635"/>
                </a:cubicBezTo>
                <a:cubicBezTo>
                  <a:pt x="92" y="669"/>
                  <a:pt x="83" y="676"/>
                  <a:pt x="80" y="688"/>
                </a:cubicBezTo>
                <a:cubicBezTo>
                  <a:pt x="41" y="758"/>
                  <a:pt x="42" y="774"/>
                  <a:pt x="33" y="782"/>
                </a:cubicBezTo>
                <a:cubicBezTo>
                  <a:pt x="5" y="857"/>
                  <a:pt x="3" y="863"/>
                  <a:pt x="0" y="869"/>
                </a:cubicBezTo>
                <a:cubicBezTo>
                  <a:pt x="4" y="883"/>
                  <a:pt x="10" y="873"/>
                  <a:pt x="18" y="864"/>
                </a:cubicBezTo>
                <a:close/>
                <a:moveTo>
                  <a:pt x="1" y="658"/>
                </a:moveTo>
                <a:cubicBezTo>
                  <a:pt x="13" y="648"/>
                  <a:pt x="15" y="628"/>
                  <a:pt x="26" y="617"/>
                </a:cubicBezTo>
                <a:cubicBezTo>
                  <a:pt x="26" y="607"/>
                  <a:pt x="36" y="606"/>
                  <a:pt x="37" y="597"/>
                </a:cubicBezTo>
                <a:cubicBezTo>
                  <a:pt x="43" y="590"/>
                  <a:pt x="46" y="582"/>
                  <a:pt x="51" y="576"/>
                </a:cubicBezTo>
                <a:cubicBezTo>
                  <a:pt x="51" y="565"/>
                  <a:pt x="63" y="565"/>
                  <a:pt x="62" y="552"/>
                </a:cubicBezTo>
                <a:cubicBezTo>
                  <a:pt x="66" y="551"/>
                  <a:pt x="69" y="548"/>
                  <a:pt x="71" y="543"/>
                </a:cubicBezTo>
                <a:cubicBezTo>
                  <a:pt x="71" y="538"/>
                  <a:pt x="80" y="541"/>
                  <a:pt x="79" y="535"/>
                </a:cubicBezTo>
                <a:cubicBezTo>
                  <a:pt x="66" y="533"/>
                  <a:pt x="70" y="547"/>
                  <a:pt x="59" y="547"/>
                </a:cubicBezTo>
                <a:cubicBezTo>
                  <a:pt x="58" y="556"/>
                  <a:pt x="51" y="560"/>
                  <a:pt x="48" y="567"/>
                </a:cubicBezTo>
                <a:cubicBezTo>
                  <a:pt x="34" y="575"/>
                  <a:pt x="31" y="593"/>
                  <a:pt x="20" y="603"/>
                </a:cubicBezTo>
                <a:cubicBezTo>
                  <a:pt x="20" y="613"/>
                  <a:pt x="13" y="617"/>
                  <a:pt x="12" y="626"/>
                </a:cubicBezTo>
                <a:cubicBezTo>
                  <a:pt x="4" y="628"/>
                  <a:pt x="6" y="639"/>
                  <a:pt x="0" y="643"/>
                </a:cubicBezTo>
                <a:cubicBezTo>
                  <a:pt x="0" y="666"/>
                  <a:pt x="0" y="666"/>
                  <a:pt x="0" y="666"/>
                </a:cubicBezTo>
                <a:cubicBezTo>
                  <a:pt x="1" y="664"/>
                  <a:pt x="1" y="662"/>
                  <a:pt x="1" y="658"/>
                </a:cubicBezTo>
                <a:close/>
                <a:moveTo>
                  <a:pt x="2647" y="983"/>
                </a:moveTo>
                <a:cubicBezTo>
                  <a:pt x="2653" y="990"/>
                  <a:pt x="2664" y="992"/>
                  <a:pt x="2673" y="995"/>
                </a:cubicBezTo>
                <a:cubicBezTo>
                  <a:pt x="2729" y="1039"/>
                  <a:pt x="2739" y="1042"/>
                  <a:pt x="2743" y="1052"/>
                </a:cubicBezTo>
                <a:cubicBezTo>
                  <a:pt x="2778" y="1086"/>
                  <a:pt x="2785" y="1084"/>
                  <a:pt x="2784" y="1094"/>
                </a:cubicBezTo>
                <a:cubicBezTo>
                  <a:pt x="2823" y="1157"/>
                  <a:pt x="2816" y="1157"/>
                  <a:pt x="2811" y="1154"/>
                </a:cubicBezTo>
                <a:cubicBezTo>
                  <a:pt x="2785" y="1115"/>
                  <a:pt x="2783" y="1107"/>
                  <a:pt x="2773" y="1111"/>
                </a:cubicBezTo>
                <a:cubicBezTo>
                  <a:pt x="2789" y="1138"/>
                  <a:pt x="2788" y="1145"/>
                  <a:pt x="2790" y="1149"/>
                </a:cubicBezTo>
                <a:cubicBezTo>
                  <a:pt x="2715" y="1159"/>
                  <a:pt x="2728" y="1162"/>
                  <a:pt x="2747" y="1158"/>
                </a:cubicBezTo>
                <a:cubicBezTo>
                  <a:pt x="2765" y="1165"/>
                  <a:pt x="2770" y="1166"/>
                  <a:pt x="2771" y="1174"/>
                </a:cubicBezTo>
                <a:cubicBezTo>
                  <a:pt x="2803" y="1190"/>
                  <a:pt x="2813" y="1186"/>
                  <a:pt x="2816" y="1194"/>
                </a:cubicBezTo>
                <a:cubicBezTo>
                  <a:pt x="2884" y="1309"/>
                  <a:pt x="2883" y="1320"/>
                  <a:pt x="2894" y="1314"/>
                </a:cubicBezTo>
                <a:cubicBezTo>
                  <a:pt x="2897" y="1284"/>
                  <a:pt x="2901" y="1280"/>
                  <a:pt x="2895" y="1279"/>
                </a:cubicBezTo>
                <a:cubicBezTo>
                  <a:pt x="2889" y="1253"/>
                  <a:pt x="2889" y="1246"/>
                  <a:pt x="2888" y="1242"/>
                </a:cubicBezTo>
                <a:cubicBezTo>
                  <a:pt x="2886" y="1169"/>
                  <a:pt x="2881" y="1155"/>
                  <a:pt x="2887" y="1150"/>
                </a:cubicBezTo>
                <a:cubicBezTo>
                  <a:pt x="2909" y="1094"/>
                  <a:pt x="2920" y="1091"/>
                  <a:pt x="2917" y="1079"/>
                </a:cubicBezTo>
                <a:cubicBezTo>
                  <a:pt x="2888" y="1116"/>
                  <a:pt x="2881" y="1119"/>
                  <a:pt x="2883" y="1127"/>
                </a:cubicBezTo>
                <a:cubicBezTo>
                  <a:pt x="2866" y="1168"/>
                  <a:pt x="2873" y="1182"/>
                  <a:pt x="2865" y="1184"/>
                </a:cubicBezTo>
                <a:cubicBezTo>
                  <a:pt x="2856" y="1131"/>
                  <a:pt x="2860" y="1123"/>
                  <a:pt x="2859" y="1111"/>
                </a:cubicBezTo>
                <a:cubicBezTo>
                  <a:pt x="2868" y="1077"/>
                  <a:pt x="2867" y="1071"/>
                  <a:pt x="2867" y="1065"/>
                </a:cubicBezTo>
                <a:cubicBezTo>
                  <a:pt x="2883" y="1010"/>
                  <a:pt x="2882" y="996"/>
                  <a:pt x="2890" y="987"/>
                </a:cubicBezTo>
                <a:cubicBezTo>
                  <a:pt x="2921" y="912"/>
                  <a:pt x="2929" y="909"/>
                  <a:pt x="2929" y="902"/>
                </a:cubicBezTo>
                <a:cubicBezTo>
                  <a:pt x="2962" y="842"/>
                  <a:pt x="2972" y="834"/>
                  <a:pt x="2975" y="822"/>
                </a:cubicBezTo>
                <a:cubicBezTo>
                  <a:pt x="3000" y="780"/>
                  <a:pt x="3007" y="781"/>
                  <a:pt x="3004" y="775"/>
                </a:cubicBezTo>
                <a:cubicBezTo>
                  <a:pt x="3028" y="742"/>
                  <a:pt x="3025" y="732"/>
                  <a:pt x="3030" y="728"/>
                </a:cubicBezTo>
                <a:cubicBezTo>
                  <a:pt x="3043" y="708"/>
                  <a:pt x="3026" y="705"/>
                  <a:pt x="3031" y="716"/>
                </a:cubicBezTo>
                <a:cubicBezTo>
                  <a:pt x="3014" y="740"/>
                  <a:pt x="3011" y="747"/>
                  <a:pt x="3012" y="755"/>
                </a:cubicBezTo>
                <a:cubicBezTo>
                  <a:pt x="2968" y="813"/>
                  <a:pt x="2972" y="824"/>
                  <a:pt x="2964" y="827"/>
                </a:cubicBezTo>
                <a:cubicBezTo>
                  <a:pt x="2937" y="869"/>
                  <a:pt x="2932" y="876"/>
                  <a:pt x="2928" y="882"/>
                </a:cubicBezTo>
                <a:cubicBezTo>
                  <a:pt x="2918" y="904"/>
                  <a:pt x="2916" y="906"/>
                  <a:pt x="2913" y="908"/>
                </a:cubicBezTo>
                <a:cubicBezTo>
                  <a:pt x="2884" y="974"/>
                  <a:pt x="2877" y="988"/>
                  <a:pt x="2869" y="1000"/>
                </a:cubicBezTo>
                <a:cubicBezTo>
                  <a:pt x="2854" y="1076"/>
                  <a:pt x="2854" y="1081"/>
                  <a:pt x="2850" y="1084"/>
                </a:cubicBezTo>
                <a:cubicBezTo>
                  <a:pt x="2852" y="1039"/>
                  <a:pt x="2849" y="1027"/>
                  <a:pt x="2855" y="1020"/>
                </a:cubicBezTo>
                <a:cubicBezTo>
                  <a:pt x="2863" y="985"/>
                  <a:pt x="2867" y="982"/>
                  <a:pt x="2867" y="977"/>
                </a:cubicBezTo>
                <a:cubicBezTo>
                  <a:pt x="2882" y="929"/>
                  <a:pt x="2889" y="928"/>
                  <a:pt x="2889" y="922"/>
                </a:cubicBezTo>
                <a:cubicBezTo>
                  <a:pt x="2919" y="867"/>
                  <a:pt x="2933" y="854"/>
                  <a:pt x="2943" y="837"/>
                </a:cubicBezTo>
                <a:cubicBezTo>
                  <a:pt x="2965" y="814"/>
                  <a:pt x="2963" y="807"/>
                  <a:pt x="2969" y="805"/>
                </a:cubicBezTo>
                <a:cubicBezTo>
                  <a:pt x="2996" y="760"/>
                  <a:pt x="3005" y="755"/>
                  <a:pt x="3007" y="745"/>
                </a:cubicBezTo>
                <a:cubicBezTo>
                  <a:pt x="3051" y="665"/>
                  <a:pt x="3052" y="660"/>
                  <a:pt x="3054" y="655"/>
                </a:cubicBezTo>
                <a:cubicBezTo>
                  <a:pt x="3034" y="678"/>
                  <a:pt x="3032" y="691"/>
                  <a:pt x="3025" y="700"/>
                </a:cubicBezTo>
                <a:cubicBezTo>
                  <a:pt x="3007" y="737"/>
                  <a:pt x="2998" y="737"/>
                  <a:pt x="3001" y="746"/>
                </a:cubicBezTo>
                <a:cubicBezTo>
                  <a:pt x="2985" y="770"/>
                  <a:pt x="2983" y="772"/>
                  <a:pt x="2980" y="774"/>
                </a:cubicBezTo>
                <a:cubicBezTo>
                  <a:pt x="2958" y="808"/>
                  <a:pt x="2951" y="811"/>
                  <a:pt x="2947" y="816"/>
                </a:cubicBezTo>
                <a:cubicBezTo>
                  <a:pt x="2895" y="882"/>
                  <a:pt x="2900" y="890"/>
                  <a:pt x="2895" y="891"/>
                </a:cubicBezTo>
                <a:cubicBezTo>
                  <a:pt x="2872" y="929"/>
                  <a:pt x="2874" y="933"/>
                  <a:pt x="2874" y="934"/>
                </a:cubicBezTo>
                <a:cubicBezTo>
                  <a:pt x="2865" y="962"/>
                  <a:pt x="2861" y="963"/>
                  <a:pt x="2859" y="966"/>
                </a:cubicBezTo>
                <a:cubicBezTo>
                  <a:pt x="2842" y="1004"/>
                  <a:pt x="2853" y="1017"/>
                  <a:pt x="2842" y="1014"/>
                </a:cubicBezTo>
                <a:cubicBezTo>
                  <a:pt x="2833" y="1044"/>
                  <a:pt x="2833" y="1036"/>
                  <a:pt x="2830" y="1026"/>
                </a:cubicBezTo>
                <a:cubicBezTo>
                  <a:pt x="2853" y="949"/>
                  <a:pt x="2852" y="936"/>
                  <a:pt x="2860" y="928"/>
                </a:cubicBezTo>
                <a:cubicBezTo>
                  <a:pt x="2885" y="865"/>
                  <a:pt x="2890" y="859"/>
                  <a:pt x="2896" y="853"/>
                </a:cubicBezTo>
                <a:cubicBezTo>
                  <a:pt x="2913" y="814"/>
                  <a:pt x="2923" y="815"/>
                  <a:pt x="2919" y="807"/>
                </a:cubicBezTo>
                <a:cubicBezTo>
                  <a:pt x="2946" y="758"/>
                  <a:pt x="2954" y="758"/>
                  <a:pt x="2956" y="755"/>
                </a:cubicBezTo>
                <a:cubicBezTo>
                  <a:pt x="2985" y="708"/>
                  <a:pt x="2995" y="695"/>
                  <a:pt x="3006" y="683"/>
                </a:cubicBezTo>
                <a:cubicBezTo>
                  <a:pt x="3029" y="648"/>
                  <a:pt x="3027" y="641"/>
                  <a:pt x="3033" y="639"/>
                </a:cubicBezTo>
                <a:cubicBezTo>
                  <a:pt x="3098" y="510"/>
                  <a:pt x="3106" y="507"/>
                  <a:pt x="3109" y="502"/>
                </a:cubicBezTo>
                <a:cubicBezTo>
                  <a:pt x="3087" y="511"/>
                  <a:pt x="3089" y="528"/>
                  <a:pt x="3075" y="524"/>
                </a:cubicBezTo>
                <a:cubicBezTo>
                  <a:pt x="3049" y="561"/>
                  <a:pt x="3048" y="567"/>
                  <a:pt x="3043" y="569"/>
                </a:cubicBezTo>
                <a:cubicBezTo>
                  <a:pt x="2965" y="656"/>
                  <a:pt x="2967" y="663"/>
                  <a:pt x="2961" y="665"/>
                </a:cubicBezTo>
                <a:cubicBezTo>
                  <a:pt x="2952" y="682"/>
                  <a:pt x="2945" y="683"/>
                  <a:pt x="2942" y="687"/>
                </a:cubicBezTo>
                <a:cubicBezTo>
                  <a:pt x="2891" y="759"/>
                  <a:pt x="2881" y="774"/>
                  <a:pt x="2871" y="790"/>
                </a:cubicBezTo>
                <a:cubicBezTo>
                  <a:pt x="2856" y="814"/>
                  <a:pt x="2855" y="816"/>
                  <a:pt x="2856" y="819"/>
                </a:cubicBezTo>
                <a:cubicBezTo>
                  <a:pt x="2839" y="846"/>
                  <a:pt x="2838" y="857"/>
                  <a:pt x="2833" y="865"/>
                </a:cubicBezTo>
                <a:cubicBezTo>
                  <a:pt x="2822" y="878"/>
                  <a:pt x="2825" y="870"/>
                  <a:pt x="2826" y="861"/>
                </a:cubicBezTo>
                <a:cubicBezTo>
                  <a:pt x="2839" y="832"/>
                  <a:pt x="2839" y="825"/>
                  <a:pt x="2845" y="821"/>
                </a:cubicBezTo>
                <a:cubicBezTo>
                  <a:pt x="2861" y="792"/>
                  <a:pt x="2866" y="780"/>
                  <a:pt x="2873" y="769"/>
                </a:cubicBezTo>
                <a:cubicBezTo>
                  <a:pt x="2895" y="729"/>
                  <a:pt x="2898" y="724"/>
                  <a:pt x="2901" y="719"/>
                </a:cubicBezTo>
                <a:cubicBezTo>
                  <a:pt x="2931" y="683"/>
                  <a:pt x="2922" y="669"/>
                  <a:pt x="2932" y="668"/>
                </a:cubicBezTo>
                <a:cubicBezTo>
                  <a:pt x="2960" y="609"/>
                  <a:pt x="2963" y="603"/>
                  <a:pt x="2969" y="599"/>
                </a:cubicBezTo>
                <a:cubicBezTo>
                  <a:pt x="3016" y="483"/>
                  <a:pt x="3024" y="480"/>
                  <a:pt x="3023" y="472"/>
                </a:cubicBezTo>
                <a:cubicBezTo>
                  <a:pt x="3041" y="433"/>
                  <a:pt x="3036" y="426"/>
                  <a:pt x="3040" y="424"/>
                </a:cubicBezTo>
                <a:cubicBezTo>
                  <a:pt x="3047" y="387"/>
                  <a:pt x="3057" y="384"/>
                  <a:pt x="3054" y="374"/>
                </a:cubicBezTo>
                <a:cubicBezTo>
                  <a:pt x="3069" y="330"/>
                  <a:pt x="3063" y="319"/>
                  <a:pt x="3069" y="315"/>
                </a:cubicBezTo>
                <a:cubicBezTo>
                  <a:pt x="3071" y="244"/>
                  <a:pt x="3069" y="244"/>
                  <a:pt x="3066" y="245"/>
                </a:cubicBezTo>
                <a:cubicBezTo>
                  <a:pt x="3061" y="226"/>
                  <a:pt x="3060" y="232"/>
                  <a:pt x="3058" y="235"/>
                </a:cubicBezTo>
                <a:cubicBezTo>
                  <a:pt x="3059" y="281"/>
                  <a:pt x="3059" y="290"/>
                  <a:pt x="3056" y="297"/>
                </a:cubicBezTo>
                <a:cubicBezTo>
                  <a:pt x="3041" y="354"/>
                  <a:pt x="3035" y="359"/>
                  <a:pt x="3035" y="369"/>
                </a:cubicBezTo>
                <a:cubicBezTo>
                  <a:pt x="3012" y="420"/>
                  <a:pt x="3014" y="431"/>
                  <a:pt x="3007" y="437"/>
                </a:cubicBezTo>
                <a:cubicBezTo>
                  <a:pt x="2997" y="477"/>
                  <a:pt x="2988" y="476"/>
                  <a:pt x="2990" y="482"/>
                </a:cubicBezTo>
                <a:cubicBezTo>
                  <a:pt x="2970" y="533"/>
                  <a:pt x="2969" y="537"/>
                  <a:pt x="2966" y="540"/>
                </a:cubicBezTo>
                <a:cubicBezTo>
                  <a:pt x="2950" y="561"/>
                  <a:pt x="2955" y="570"/>
                  <a:pt x="2948" y="570"/>
                </a:cubicBezTo>
                <a:cubicBezTo>
                  <a:pt x="2926" y="605"/>
                  <a:pt x="2930" y="612"/>
                  <a:pt x="2924" y="613"/>
                </a:cubicBezTo>
                <a:cubicBezTo>
                  <a:pt x="2909" y="650"/>
                  <a:pt x="2900" y="661"/>
                  <a:pt x="2895" y="675"/>
                </a:cubicBezTo>
                <a:cubicBezTo>
                  <a:pt x="2878" y="698"/>
                  <a:pt x="2880" y="708"/>
                  <a:pt x="2873" y="712"/>
                </a:cubicBezTo>
                <a:cubicBezTo>
                  <a:pt x="2854" y="733"/>
                  <a:pt x="2860" y="746"/>
                  <a:pt x="2851" y="749"/>
                </a:cubicBezTo>
                <a:cubicBezTo>
                  <a:pt x="2819" y="813"/>
                  <a:pt x="2819" y="822"/>
                  <a:pt x="2817" y="830"/>
                </a:cubicBezTo>
                <a:cubicBezTo>
                  <a:pt x="2786" y="921"/>
                  <a:pt x="2784" y="929"/>
                  <a:pt x="2779" y="935"/>
                </a:cubicBezTo>
                <a:cubicBezTo>
                  <a:pt x="2760" y="944"/>
                  <a:pt x="2775" y="940"/>
                  <a:pt x="2772" y="931"/>
                </a:cubicBezTo>
                <a:cubicBezTo>
                  <a:pt x="2818" y="764"/>
                  <a:pt x="2819" y="752"/>
                  <a:pt x="2823" y="743"/>
                </a:cubicBezTo>
                <a:cubicBezTo>
                  <a:pt x="2843" y="691"/>
                  <a:pt x="2853" y="690"/>
                  <a:pt x="2849" y="682"/>
                </a:cubicBezTo>
                <a:cubicBezTo>
                  <a:pt x="2911" y="580"/>
                  <a:pt x="2921" y="561"/>
                  <a:pt x="2931" y="541"/>
                </a:cubicBezTo>
                <a:cubicBezTo>
                  <a:pt x="2962" y="479"/>
                  <a:pt x="2960" y="472"/>
                  <a:pt x="2963" y="467"/>
                </a:cubicBezTo>
                <a:cubicBezTo>
                  <a:pt x="2973" y="430"/>
                  <a:pt x="2988" y="425"/>
                  <a:pt x="2978" y="422"/>
                </a:cubicBezTo>
                <a:cubicBezTo>
                  <a:pt x="2959" y="463"/>
                  <a:pt x="2955" y="475"/>
                  <a:pt x="2949" y="484"/>
                </a:cubicBezTo>
                <a:cubicBezTo>
                  <a:pt x="2929" y="540"/>
                  <a:pt x="2917" y="539"/>
                  <a:pt x="2920" y="549"/>
                </a:cubicBezTo>
                <a:cubicBezTo>
                  <a:pt x="2883" y="601"/>
                  <a:pt x="2881" y="608"/>
                  <a:pt x="2874" y="612"/>
                </a:cubicBezTo>
                <a:cubicBezTo>
                  <a:pt x="2842" y="670"/>
                  <a:pt x="2843" y="679"/>
                  <a:pt x="2835" y="682"/>
                </a:cubicBezTo>
                <a:cubicBezTo>
                  <a:pt x="2846" y="651"/>
                  <a:pt x="2848" y="648"/>
                  <a:pt x="2851" y="646"/>
                </a:cubicBezTo>
                <a:cubicBezTo>
                  <a:pt x="2884" y="566"/>
                  <a:pt x="2890" y="562"/>
                  <a:pt x="2892" y="555"/>
                </a:cubicBezTo>
                <a:cubicBezTo>
                  <a:pt x="2904" y="531"/>
                  <a:pt x="2911" y="528"/>
                  <a:pt x="2912" y="521"/>
                </a:cubicBezTo>
                <a:cubicBezTo>
                  <a:pt x="2922" y="495"/>
                  <a:pt x="2933" y="494"/>
                  <a:pt x="2931" y="485"/>
                </a:cubicBezTo>
                <a:cubicBezTo>
                  <a:pt x="2968" y="429"/>
                  <a:pt x="2971" y="424"/>
                  <a:pt x="2974" y="417"/>
                </a:cubicBezTo>
                <a:cubicBezTo>
                  <a:pt x="2984" y="407"/>
                  <a:pt x="2979" y="418"/>
                  <a:pt x="2986" y="418"/>
                </a:cubicBezTo>
                <a:cubicBezTo>
                  <a:pt x="2990" y="392"/>
                  <a:pt x="2993" y="391"/>
                  <a:pt x="2991" y="387"/>
                </a:cubicBezTo>
                <a:cubicBezTo>
                  <a:pt x="3036" y="293"/>
                  <a:pt x="3046" y="286"/>
                  <a:pt x="3045" y="273"/>
                </a:cubicBezTo>
                <a:cubicBezTo>
                  <a:pt x="3027" y="298"/>
                  <a:pt x="3032" y="307"/>
                  <a:pt x="3026" y="309"/>
                </a:cubicBezTo>
                <a:cubicBezTo>
                  <a:pt x="3006" y="362"/>
                  <a:pt x="2994" y="367"/>
                  <a:pt x="2992" y="378"/>
                </a:cubicBezTo>
                <a:cubicBezTo>
                  <a:pt x="2964" y="416"/>
                  <a:pt x="2966" y="421"/>
                  <a:pt x="2963" y="422"/>
                </a:cubicBezTo>
                <a:cubicBezTo>
                  <a:pt x="2949" y="447"/>
                  <a:pt x="2941" y="448"/>
                  <a:pt x="2940" y="454"/>
                </a:cubicBezTo>
                <a:cubicBezTo>
                  <a:pt x="2919" y="497"/>
                  <a:pt x="2914" y="497"/>
                  <a:pt x="2914" y="500"/>
                </a:cubicBezTo>
                <a:cubicBezTo>
                  <a:pt x="2892" y="540"/>
                  <a:pt x="2885" y="543"/>
                  <a:pt x="2885" y="550"/>
                </a:cubicBezTo>
                <a:cubicBezTo>
                  <a:pt x="2873" y="571"/>
                  <a:pt x="2871" y="574"/>
                  <a:pt x="2866" y="575"/>
                </a:cubicBezTo>
                <a:cubicBezTo>
                  <a:pt x="2854" y="618"/>
                  <a:pt x="2841" y="624"/>
                  <a:pt x="2841" y="639"/>
                </a:cubicBezTo>
                <a:cubicBezTo>
                  <a:pt x="2817" y="697"/>
                  <a:pt x="2810" y="700"/>
                  <a:pt x="2810" y="707"/>
                </a:cubicBezTo>
                <a:cubicBezTo>
                  <a:pt x="2778" y="792"/>
                  <a:pt x="2777" y="806"/>
                  <a:pt x="2770" y="816"/>
                </a:cubicBezTo>
                <a:cubicBezTo>
                  <a:pt x="2754" y="865"/>
                  <a:pt x="2754" y="881"/>
                  <a:pt x="2754" y="896"/>
                </a:cubicBezTo>
                <a:cubicBezTo>
                  <a:pt x="2775" y="855"/>
                  <a:pt x="2770" y="846"/>
                  <a:pt x="2776" y="844"/>
                </a:cubicBezTo>
                <a:cubicBezTo>
                  <a:pt x="2784" y="806"/>
                  <a:pt x="2791" y="799"/>
                  <a:pt x="2788" y="786"/>
                </a:cubicBezTo>
                <a:cubicBezTo>
                  <a:pt x="2824" y="703"/>
                  <a:pt x="2823" y="697"/>
                  <a:pt x="2828" y="695"/>
                </a:cubicBezTo>
                <a:cubicBezTo>
                  <a:pt x="2829" y="688"/>
                  <a:pt x="2840" y="700"/>
                  <a:pt x="2829" y="698"/>
                </a:cubicBezTo>
                <a:cubicBezTo>
                  <a:pt x="2809" y="738"/>
                  <a:pt x="2813" y="751"/>
                  <a:pt x="2805" y="756"/>
                </a:cubicBezTo>
                <a:cubicBezTo>
                  <a:pt x="2793" y="782"/>
                  <a:pt x="2799" y="791"/>
                  <a:pt x="2795" y="793"/>
                </a:cubicBezTo>
                <a:cubicBezTo>
                  <a:pt x="2780" y="832"/>
                  <a:pt x="2785" y="841"/>
                  <a:pt x="2781" y="843"/>
                </a:cubicBezTo>
                <a:cubicBezTo>
                  <a:pt x="2778" y="876"/>
                  <a:pt x="2774" y="879"/>
                  <a:pt x="2775" y="886"/>
                </a:cubicBezTo>
                <a:cubicBezTo>
                  <a:pt x="2765" y="916"/>
                  <a:pt x="2767" y="927"/>
                  <a:pt x="2761" y="933"/>
                </a:cubicBezTo>
                <a:cubicBezTo>
                  <a:pt x="2744" y="885"/>
                  <a:pt x="2752" y="885"/>
                  <a:pt x="2747" y="877"/>
                </a:cubicBezTo>
                <a:cubicBezTo>
                  <a:pt x="2746" y="830"/>
                  <a:pt x="2745" y="823"/>
                  <a:pt x="2743" y="815"/>
                </a:cubicBezTo>
                <a:cubicBezTo>
                  <a:pt x="2748" y="777"/>
                  <a:pt x="2752" y="764"/>
                  <a:pt x="2755" y="754"/>
                </a:cubicBezTo>
                <a:cubicBezTo>
                  <a:pt x="2765" y="726"/>
                  <a:pt x="2760" y="718"/>
                  <a:pt x="2765" y="716"/>
                </a:cubicBezTo>
                <a:cubicBezTo>
                  <a:pt x="2791" y="643"/>
                  <a:pt x="2786" y="634"/>
                  <a:pt x="2793" y="634"/>
                </a:cubicBezTo>
                <a:cubicBezTo>
                  <a:pt x="2803" y="609"/>
                  <a:pt x="2798" y="601"/>
                  <a:pt x="2803" y="599"/>
                </a:cubicBezTo>
                <a:cubicBezTo>
                  <a:pt x="2822" y="573"/>
                  <a:pt x="2819" y="562"/>
                  <a:pt x="2824" y="557"/>
                </a:cubicBezTo>
                <a:cubicBezTo>
                  <a:pt x="2850" y="507"/>
                  <a:pt x="2852" y="499"/>
                  <a:pt x="2859" y="493"/>
                </a:cubicBezTo>
                <a:cubicBezTo>
                  <a:pt x="2880" y="458"/>
                  <a:pt x="2882" y="455"/>
                  <a:pt x="2883" y="450"/>
                </a:cubicBezTo>
                <a:cubicBezTo>
                  <a:pt x="2924" y="384"/>
                  <a:pt x="2929" y="378"/>
                  <a:pt x="2935" y="372"/>
                </a:cubicBezTo>
                <a:cubicBezTo>
                  <a:pt x="2956" y="339"/>
                  <a:pt x="2959" y="336"/>
                  <a:pt x="2959" y="331"/>
                </a:cubicBezTo>
                <a:cubicBezTo>
                  <a:pt x="3018" y="236"/>
                  <a:pt x="3020" y="218"/>
                  <a:pt x="3032" y="207"/>
                </a:cubicBezTo>
                <a:cubicBezTo>
                  <a:pt x="3044" y="169"/>
                  <a:pt x="3058" y="173"/>
                  <a:pt x="3053" y="165"/>
                </a:cubicBezTo>
                <a:cubicBezTo>
                  <a:pt x="3070" y="136"/>
                  <a:pt x="3074" y="130"/>
                  <a:pt x="3080" y="124"/>
                </a:cubicBezTo>
                <a:cubicBezTo>
                  <a:pt x="3102" y="48"/>
                  <a:pt x="3114" y="39"/>
                  <a:pt x="3110" y="20"/>
                </a:cubicBezTo>
                <a:cubicBezTo>
                  <a:pt x="3108" y="5"/>
                  <a:pt x="3105" y="10"/>
                  <a:pt x="3103" y="16"/>
                </a:cubicBezTo>
                <a:cubicBezTo>
                  <a:pt x="3083" y="39"/>
                  <a:pt x="3088" y="48"/>
                  <a:pt x="3083" y="49"/>
                </a:cubicBezTo>
                <a:cubicBezTo>
                  <a:pt x="3046" y="83"/>
                  <a:pt x="3052" y="97"/>
                  <a:pt x="3043" y="102"/>
                </a:cubicBezTo>
                <a:cubicBezTo>
                  <a:pt x="2983" y="178"/>
                  <a:pt x="2970" y="190"/>
                  <a:pt x="2957" y="202"/>
                </a:cubicBezTo>
                <a:cubicBezTo>
                  <a:pt x="2922" y="253"/>
                  <a:pt x="2914" y="258"/>
                  <a:pt x="2908" y="265"/>
                </a:cubicBezTo>
                <a:cubicBezTo>
                  <a:pt x="2888" y="294"/>
                  <a:pt x="2883" y="302"/>
                  <a:pt x="2875" y="307"/>
                </a:cubicBezTo>
                <a:cubicBezTo>
                  <a:pt x="2858" y="333"/>
                  <a:pt x="2856" y="336"/>
                  <a:pt x="2855" y="340"/>
                </a:cubicBezTo>
                <a:cubicBezTo>
                  <a:pt x="2822" y="376"/>
                  <a:pt x="2827" y="390"/>
                  <a:pt x="2815" y="393"/>
                </a:cubicBezTo>
                <a:cubicBezTo>
                  <a:pt x="2767" y="468"/>
                  <a:pt x="2768" y="479"/>
                  <a:pt x="2763" y="486"/>
                </a:cubicBezTo>
                <a:cubicBezTo>
                  <a:pt x="2716" y="623"/>
                  <a:pt x="2714" y="633"/>
                  <a:pt x="2711" y="641"/>
                </a:cubicBezTo>
                <a:cubicBezTo>
                  <a:pt x="2701" y="687"/>
                  <a:pt x="2697" y="690"/>
                  <a:pt x="2699" y="697"/>
                </a:cubicBezTo>
                <a:cubicBezTo>
                  <a:pt x="2687" y="700"/>
                  <a:pt x="2685" y="700"/>
                  <a:pt x="2685" y="700"/>
                </a:cubicBezTo>
                <a:cubicBezTo>
                  <a:pt x="2689" y="682"/>
                  <a:pt x="2684" y="669"/>
                  <a:pt x="2685" y="658"/>
                </a:cubicBezTo>
                <a:cubicBezTo>
                  <a:pt x="2703" y="595"/>
                  <a:pt x="2701" y="589"/>
                  <a:pt x="2699" y="582"/>
                </a:cubicBezTo>
                <a:cubicBezTo>
                  <a:pt x="2711" y="526"/>
                  <a:pt x="2723" y="523"/>
                  <a:pt x="2720" y="509"/>
                </a:cubicBezTo>
                <a:cubicBezTo>
                  <a:pt x="2739" y="465"/>
                  <a:pt x="2744" y="462"/>
                  <a:pt x="2742" y="455"/>
                </a:cubicBezTo>
                <a:cubicBezTo>
                  <a:pt x="2787" y="376"/>
                  <a:pt x="2797" y="367"/>
                  <a:pt x="2805" y="356"/>
                </a:cubicBezTo>
                <a:cubicBezTo>
                  <a:pt x="2831" y="322"/>
                  <a:pt x="2831" y="317"/>
                  <a:pt x="2833" y="321"/>
                </a:cubicBezTo>
                <a:cubicBezTo>
                  <a:pt x="2859" y="285"/>
                  <a:pt x="2871" y="277"/>
                  <a:pt x="2878" y="265"/>
                </a:cubicBezTo>
                <a:cubicBezTo>
                  <a:pt x="2941" y="195"/>
                  <a:pt x="2951" y="186"/>
                  <a:pt x="2958" y="175"/>
                </a:cubicBezTo>
                <a:cubicBezTo>
                  <a:pt x="2971" y="155"/>
                  <a:pt x="2980" y="157"/>
                  <a:pt x="2980" y="153"/>
                </a:cubicBezTo>
                <a:cubicBezTo>
                  <a:pt x="3038" y="76"/>
                  <a:pt x="3048" y="75"/>
                  <a:pt x="3045" y="66"/>
                </a:cubicBezTo>
                <a:cubicBezTo>
                  <a:pt x="3084" y="11"/>
                  <a:pt x="3088" y="6"/>
                  <a:pt x="3091" y="1"/>
                </a:cubicBezTo>
                <a:cubicBezTo>
                  <a:pt x="3017" y="56"/>
                  <a:pt x="3016" y="65"/>
                  <a:pt x="3008" y="70"/>
                </a:cubicBezTo>
                <a:cubicBezTo>
                  <a:pt x="2991" y="82"/>
                  <a:pt x="2993" y="87"/>
                  <a:pt x="2991" y="88"/>
                </a:cubicBezTo>
                <a:cubicBezTo>
                  <a:pt x="2953" y="135"/>
                  <a:pt x="2944" y="134"/>
                  <a:pt x="2944" y="139"/>
                </a:cubicBezTo>
                <a:cubicBezTo>
                  <a:pt x="2907" y="177"/>
                  <a:pt x="2908" y="189"/>
                  <a:pt x="2896" y="193"/>
                </a:cubicBezTo>
                <a:cubicBezTo>
                  <a:pt x="2881" y="211"/>
                  <a:pt x="2883" y="216"/>
                  <a:pt x="2880" y="217"/>
                </a:cubicBezTo>
                <a:cubicBezTo>
                  <a:pt x="2844" y="246"/>
                  <a:pt x="2847" y="262"/>
                  <a:pt x="2831" y="265"/>
                </a:cubicBezTo>
                <a:cubicBezTo>
                  <a:pt x="2800" y="311"/>
                  <a:pt x="2792" y="314"/>
                  <a:pt x="2792" y="321"/>
                </a:cubicBezTo>
                <a:cubicBezTo>
                  <a:pt x="2765" y="356"/>
                  <a:pt x="2760" y="367"/>
                  <a:pt x="2753" y="376"/>
                </a:cubicBezTo>
                <a:cubicBezTo>
                  <a:pt x="2720" y="423"/>
                  <a:pt x="2720" y="431"/>
                  <a:pt x="2714" y="434"/>
                </a:cubicBezTo>
                <a:cubicBezTo>
                  <a:pt x="2699" y="468"/>
                  <a:pt x="2698" y="481"/>
                  <a:pt x="2695" y="473"/>
                </a:cubicBezTo>
                <a:cubicBezTo>
                  <a:pt x="2718" y="422"/>
                  <a:pt x="2719" y="415"/>
                  <a:pt x="2717" y="407"/>
                </a:cubicBezTo>
                <a:cubicBezTo>
                  <a:pt x="2751" y="339"/>
                  <a:pt x="2750" y="332"/>
                  <a:pt x="2756" y="337"/>
                </a:cubicBezTo>
                <a:cubicBezTo>
                  <a:pt x="2774" y="304"/>
                  <a:pt x="2780" y="300"/>
                  <a:pt x="2784" y="296"/>
                </a:cubicBezTo>
                <a:cubicBezTo>
                  <a:pt x="2810" y="255"/>
                  <a:pt x="2822" y="249"/>
                  <a:pt x="2825" y="237"/>
                </a:cubicBezTo>
                <a:cubicBezTo>
                  <a:pt x="2860" y="189"/>
                  <a:pt x="2866" y="185"/>
                  <a:pt x="2870" y="181"/>
                </a:cubicBezTo>
                <a:cubicBezTo>
                  <a:pt x="2905" y="133"/>
                  <a:pt x="2906" y="126"/>
                  <a:pt x="2915" y="124"/>
                </a:cubicBezTo>
                <a:cubicBezTo>
                  <a:pt x="2944" y="85"/>
                  <a:pt x="2953" y="78"/>
                  <a:pt x="2960" y="68"/>
                </a:cubicBezTo>
                <a:cubicBezTo>
                  <a:pt x="2994" y="27"/>
                  <a:pt x="3002" y="13"/>
                  <a:pt x="3012" y="1"/>
                </a:cubicBezTo>
                <a:cubicBezTo>
                  <a:pt x="2981" y="16"/>
                  <a:pt x="2986" y="24"/>
                  <a:pt x="2981" y="25"/>
                </a:cubicBezTo>
                <a:cubicBezTo>
                  <a:pt x="2930" y="92"/>
                  <a:pt x="2910" y="100"/>
                  <a:pt x="2905" y="118"/>
                </a:cubicBezTo>
                <a:cubicBezTo>
                  <a:pt x="2869" y="168"/>
                  <a:pt x="2861" y="174"/>
                  <a:pt x="2855" y="181"/>
                </a:cubicBezTo>
                <a:cubicBezTo>
                  <a:pt x="2844" y="198"/>
                  <a:pt x="2843" y="202"/>
                  <a:pt x="2841" y="198"/>
                </a:cubicBezTo>
                <a:cubicBezTo>
                  <a:pt x="2933" y="59"/>
                  <a:pt x="2943" y="36"/>
                  <a:pt x="2959" y="18"/>
                </a:cubicBezTo>
                <a:cubicBezTo>
                  <a:pt x="2954" y="1"/>
                  <a:pt x="2954" y="1"/>
                  <a:pt x="2954" y="1"/>
                </a:cubicBezTo>
                <a:cubicBezTo>
                  <a:pt x="2930" y="29"/>
                  <a:pt x="2935" y="37"/>
                  <a:pt x="2930" y="39"/>
                </a:cubicBezTo>
                <a:cubicBezTo>
                  <a:pt x="2900" y="90"/>
                  <a:pt x="2898" y="100"/>
                  <a:pt x="2890" y="106"/>
                </a:cubicBezTo>
                <a:cubicBezTo>
                  <a:pt x="2859" y="155"/>
                  <a:pt x="2855" y="158"/>
                  <a:pt x="2851" y="161"/>
                </a:cubicBezTo>
                <a:cubicBezTo>
                  <a:pt x="2832" y="194"/>
                  <a:pt x="2829" y="198"/>
                  <a:pt x="2824" y="202"/>
                </a:cubicBezTo>
                <a:cubicBezTo>
                  <a:pt x="2793" y="247"/>
                  <a:pt x="2791" y="252"/>
                  <a:pt x="2788" y="256"/>
                </a:cubicBezTo>
                <a:cubicBezTo>
                  <a:pt x="2762" y="289"/>
                  <a:pt x="2756" y="299"/>
                  <a:pt x="2754" y="310"/>
                </a:cubicBezTo>
                <a:cubicBezTo>
                  <a:pt x="2728" y="355"/>
                  <a:pt x="2727" y="358"/>
                  <a:pt x="2726" y="360"/>
                </a:cubicBezTo>
                <a:cubicBezTo>
                  <a:pt x="2737" y="312"/>
                  <a:pt x="2737" y="306"/>
                  <a:pt x="2737" y="299"/>
                </a:cubicBezTo>
                <a:cubicBezTo>
                  <a:pt x="2762" y="253"/>
                  <a:pt x="2765" y="247"/>
                  <a:pt x="2770" y="242"/>
                </a:cubicBezTo>
                <a:cubicBezTo>
                  <a:pt x="2795" y="199"/>
                  <a:pt x="2796" y="191"/>
                  <a:pt x="2800" y="186"/>
                </a:cubicBezTo>
                <a:cubicBezTo>
                  <a:pt x="2834" y="128"/>
                  <a:pt x="2836" y="125"/>
                  <a:pt x="2841" y="124"/>
                </a:cubicBezTo>
                <a:cubicBezTo>
                  <a:pt x="2862" y="84"/>
                  <a:pt x="2873" y="74"/>
                  <a:pt x="2878" y="61"/>
                </a:cubicBezTo>
                <a:cubicBezTo>
                  <a:pt x="2905" y="13"/>
                  <a:pt x="2909" y="11"/>
                  <a:pt x="2909" y="7"/>
                </a:cubicBezTo>
                <a:cubicBezTo>
                  <a:pt x="2897" y="17"/>
                  <a:pt x="2882" y="26"/>
                  <a:pt x="2881" y="43"/>
                </a:cubicBezTo>
                <a:cubicBezTo>
                  <a:pt x="2863" y="67"/>
                  <a:pt x="2856" y="71"/>
                  <a:pt x="2856" y="80"/>
                </a:cubicBezTo>
                <a:cubicBezTo>
                  <a:pt x="2818" y="140"/>
                  <a:pt x="2816" y="143"/>
                  <a:pt x="2813" y="145"/>
                </a:cubicBezTo>
                <a:cubicBezTo>
                  <a:pt x="2795" y="179"/>
                  <a:pt x="2789" y="180"/>
                  <a:pt x="2788" y="182"/>
                </a:cubicBezTo>
                <a:cubicBezTo>
                  <a:pt x="2770" y="222"/>
                  <a:pt x="2761" y="224"/>
                  <a:pt x="2763" y="235"/>
                </a:cubicBezTo>
                <a:cubicBezTo>
                  <a:pt x="2738" y="290"/>
                  <a:pt x="2728" y="288"/>
                  <a:pt x="2730" y="295"/>
                </a:cubicBezTo>
                <a:cubicBezTo>
                  <a:pt x="2713" y="340"/>
                  <a:pt x="2713" y="350"/>
                  <a:pt x="2710" y="358"/>
                </a:cubicBezTo>
                <a:cubicBezTo>
                  <a:pt x="2684" y="436"/>
                  <a:pt x="2683" y="440"/>
                  <a:pt x="2684" y="446"/>
                </a:cubicBezTo>
                <a:cubicBezTo>
                  <a:pt x="2673" y="473"/>
                  <a:pt x="2679" y="482"/>
                  <a:pt x="2674" y="483"/>
                </a:cubicBezTo>
                <a:cubicBezTo>
                  <a:pt x="2668" y="520"/>
                  <a:pt x="2659" y="525"/>
                  <a:pt x="2664" y="538"/>
                </a:cubicBezTo>
                <a:cubicBezTo>
                  <a:pt x="2652" y="556"/>
                  <a:pt x="2652" y="553"/>
                  <a:pt x="2649" y="553"/>
                </a:cubicBezTo>
                <a:cubicBezTo>
                  <a:pt x="2621" y="466"/>
                  <a:pt x="2630" y="443"/>
                  <a:pt x="2623" y="437"/>
                </a:cubicBezTo>
                <a:cubicBezTo>
                  <a:pt x="2637" y="353"/>
                  <a:pt x="2631" y="339"/>
                  <a:pt x="2634" y="332"/>
                </a:cubicBezTo>
                <a:cubicBezTo>
                  <a:pt x="2645" y="270"/>
                  <a:pt x="2642" y="258"/>
                  <a:pt x="2648" y="252"/>
                </a:cubicBezTo>
                <a:cubicBezTo>
                  <a:pt x="2678" y="173"/>
                  <a:pt x="2679" y="164"/>
                  <a:pt x="2685" y="159"/>
                </a:cubicBezTo>
                <a:cubicBezTo>
                  <a:pt x="2707" y="104"/>
                  <a:pt x="2705" y="93"/>
                  <a:pt x="2712" y="88"/>
                </a:cubicBezTo>
                <a:cubicBezTo>
                  <a:pt x="2728" y="64"/>
                  <a:pt x="2723" y="55"/>
                  <a:pt x="2726" y="53"/>
                </a:cubicBezTo>
                <a:cubicBezTo>
                  <a:pt x="2743" y="12"/>
                  <a:pt x="2747" y="7"/>
                  <a:pt x="2749" y="1"/>
                </a:cubicBezTo>
                <a:cubicBezTo>
                  <a:pt x="2729" y="27"/>
                  <a:pt x="2720" y="35"/>
                  <a:pt x="2719" y="48"/>
                </a:cubicBezTo>
                <a:cubicBezTo>
                  <a:pt x="2697" y="82"/>
                  <a:pt x="2700" y="90"/>
                  <a:pt x="2696" y="94"/>
                </a:cubicBezTo>
                <a:cubicBezTo>
                  <a:pt x="2683" y="133"/>
                  <a:pt x="2678" y="136"/>
                  <a:pt x="2680" y="145"/>
                </a:cubicBezTo>
                <a:cubicBezTo>
                  <a:pt x="2660" y="197"/>
                  <a:pt x="2657" y="198"/>
                  <a:pt x="2655" y="200"/>
                </a:cubicBezTo>
                <a:cubicBezTo>
                  <a:pt x="2674" y="116"/>
                  <a:pt x="2683" y="114"/>
                  <a:pt x="2680" y="104"/>
                </a:cubicBezTo>
                <a:cubicBezTo>
                  <a:pt x="2694" y="56"/>
                  <a:pt x="2694" y="47"/>
                  <a:pt x="2697" y="41"/>
                </a:cubicBezTo>
                <a:cubicBezTo>
                  <a:pt x="2706" y="14"/>
                  <a:pt x="2706" y="6"/>
                  <a:pt x="2709" y="1"/>
                </a:cubicBezTo>
                <a:cubicBezTo>
                  <a:pt x="2685" y="32"/>
                  <a:pt x="2688" y="48"/>
                  <a:pt x="2679" y="56"/>
                </a:cubicBezTo>
                <a:cubicBezTo>
                  <a:pt x="2654" y="139"/>
                  <a:pt x="2653" y="153"/>
                  <a:pt x="2651" y="166"/>
                </a:cubicBezTo>
                <a:cubicBezTo>
                  <a:pt x="2647" y="198"/>
                  <a:pt x="2636" y="206"/>
                  <a:pt x="2640" y="212"/>
                </a:cubicBezTo>
                <a:cubicBezTo>
                  <a:pt x="2624" y="254"/>
                  <a:pt x="2633" y="267"/>
                  <a:pt x="2625" y="268"/>
                </a:cubicBezTo>
                <a:cubicBezTo>
                  <a:pt x="2628" y="217"/>
                  <a:pt x="2628" y="212"/>
                  <a:pt x="2626" y="203"/>
                </a:cubicBezTo>
                <a:cubicBezTo>
                  <a:pt x="2637" y="163"/>
                  <a:pt x="2637" y="150"/>
                  <a:pt x="2643" y="141"/>
                </a:cubicBezTo>
                <a:cubicBezTo>
                  <a:pt x="2659" y="84"/>
                  <a:pt x="2651" y="72"/>
                  <a:pt x="2658" y="69"/>
                </a:cubicBezTo>
                <a:cubicBezTo>
                  <a:pt x="2662" y="1"/>
                  <a:pt x="2662" y="1"/>
                  <a:pt x="2662" y="1"/>
                </a:cubicBezTo>
                <a:cubicBezTo>
                  <a:pt x="2640" y="90"/>
                  <a:pt x="2639" y="107"/>
                  <a:pt x="2633" y="122"/>
                </a:cubicBezTo>
                <a:cubicBezTo>
                  <a:pt x="2614" y="203"/>
                  <a:pt x="2615" y="242"/>
                  <a:pt x="2611" y="277"/>
                </a:cubicBezTo>
                <a:cubicBezTo>
                  <a:pt x="2608" y="339"/>
                  <a:pt x="2621" y="355"/>
                  <a:pt x="2609" y="354"/>
                </a:cubicBezTo>
                <a:cubicBezTo>
                  <a:pt x="2594" y="215"/>
                  <a:pt x="2597" y="210"/>
                  <a:pt x="2597" y="203"/>
                </a:cubicBezTo>
                <a:cubicBezTo>
                  <a:pt x="2605" y="116"/>
                  <a:pt x="2602" y="100"/>
                  <a:pt x="2610" y="91"/>
                </a:cubicBezTo>
                <a:cubicBezTo>
                  <a:pt x="2620" y="21"/>
                  <a:pt x="2623" y="11"/>
                  <a:pt x="2624" y="1"/>
                </a:cubicBezTo>
                <a:cubicBezTo>
                  <a:pt x="2609" y="6"/>
                  <a:pt x="2614" y="13"/>
                  <a:pt x="2609" y="14"/>
                </a:cubicBezTo>
                <a:cubicBezTo>
                  <a:pt x="2600" y="57"/>
                  <a:pt x="2596" y="70"/>
                  <a:pt x="2596" y="85"/>
                </a:cubicBezTo>
                <a:cubicBezTo>
                  <a:pt x="2594" y="22"/>
                  <a:pt x="2592" y="12"/>
                  <a:pt x="2595" y="5"/>
                </a:cubicBezTo>
                <a:cubicBezTo>
                  <a:pt x="2584" y="6"/>
                  <a:pt x="2584" y="12"/>
                  <a:pt x="2583" y="17"/>
                </a:cubicBezTo>
                <a:cubicBezTo>
                  <a:pt x="2577" y="36"/>
                  <a:pt x="2573" y="24"/>
                  <a:pt x="2577" y="18"/>
                </a:cubicBezTo>
                <a:cubicBezTo>
                  <a:pt x="2565" y="5"/>
                  <a:pt x="2563" y="10"/>
                  <a:pt x="2565" y="17"/>
                </a:cubicBezTo>
                <a:cubicBezTo>
                  <a:pt x="2562" y="50"/>
                  <a:pt x="2560" y="58"/>
                  <a:pt x="2564" y="71"/>
                </a:cubicBezTo>
                <a:cubicBezTo>
                  <a:pt x="2558" y="85"/>
                  <a:pt x="2555" y="71"/>
                  <a:pt x="2553" y="58"/>
                </a:cubicBezTo>
                <a:cubicBezTo>
                  <a:pt x="2555" y="11"/>
                  <a:pt x="2554" y="6"/>
                  <a:pt x="2554" y="1"/>
                </a:cubicBezTo>
                <a:cubicBezTo>
                  <a:pt x="2544" y="74"/>
                  <a:pt x="2544" y="78"/>
                  <a:pt x="2542" y="81"/>
                </a:cubicBezTo>
                <a:cubicBezTo>
                  <a:pt x="2547" y="111"/>
                  <a:pt x="2554" y="121"/>
                  <a:pt x="2548" y="121"/>
                </a:cubicBezTo>
                <a:cubicBezTo>
                  <a:pt x="2517" y="31"/>
                  <a:pt x="2519" y="24"/>
                  <a:pt x="2511" y="10"/>
                </a:cubicBezTo>
                <a:cubicBezTo>
                  <a:pt x="2498" y="3"/>
                  <a:pt x="2502" y="0"/>
                  <a:pt x="2498" y="7"/>
                </a:cubicBezTo>
                <a:cubicBezTo>
                  <a:pt x="2519" y="72"/>
                  <a:pt x="2531" y="98"/>
                  <a:pt x="2540" y="129"/>
                </a:cubicBezTo>
                <a:cubicBezTo>
                  <a:pt x="2564" y="228"/>
                  <a:pt x="2564" y="233"/>
                  <a:pt x="2562" y="237"/>
                </a:cubicBezTo>
                <a:cubicBezTo>
                  <a:pt x="2578" y="287"/>
                  <a:pt x="2582" y="307"/>
                  <a:pt x="2586" y="326"/>
                </a:cubicBezTo>
                <a:cubicBezTo>
                  <a:pt x="2580" y="350"/>
                  <a:pt x="2572" y="341"/>
                  <a:pt x="2576" y="334"/>
                </a:cubicBezTo>
                <a:cubicBezTo>
                  <a:pt x="2543" y="217"/>
                  <a:pt x="2533" y="206"/>
                  <a:pt x="2531" y="184"/>
                </a:cubicBezTo>
                <a:cubicBezTo>
                  <a:pt x="2508" y="140"/>
                  <a:pt x="2506" y="132"/>
                  <a:pt x="2502" y="128"/>
                </a:cubicBezTo>
                <a:cubicBezTo>
                  <a:pt x="2471" y="62"/>
                  <a:pt x="2466" y="58"/>
                  <a:pt x="2463" y="53"/>
                </a:cubicBezTo>
                <a:cubicBezTo>
                  <a:pt x="2424" y="1"/>
                  <a:pt x="2424" y="1"/>
                  <a:pt x="2424" y="1"/>
                </a:cubicBezTo>
                <a:cubicBezTo>
                  <a:pt x="2441" y="28"/>
                  <a:pt x="2441" y="33"/>
                  <a:pt x="2444" y="33"/>
                </a:cubicBezTo>
                <a:cubicBezTo>
                  <a:pt x="2455" y="74"/>
                  <a:pt x="2468" y="76"/>
                  <a:pt x="2471" y="92"/>
                </a:cubicBezTo>
                <a:cubicBezTo>
                  <a:pt x="2504" y="146"/>
                  <a:pt x="2503" y="159"/>
                  <a:pt x="2508" y="162"/>
                </a:cubicBezTo>
                <a:cubicBezTo>
                  <a:pt x="2554" y="285"/>
                  <a:pt x="2555" y="292"/>
                  <a:pt x="2557" y="300"/>
                </a:cubicBezTo>
                <a:cubicBezTo>
                  <a:pt x="2554" y="295"/>
                  <a:pt x="2543" y="303"/>
                  <a:pt x="2544" y="294"/>
                </a:cubicBezTo>
                <a:cubicBezTo>
                  <a:pt x="2531" y="246"/>
                  <a:pt x="2530" y="240"/>
                  <a:pt x="2529" y="234"/>
                </a:cubicBezTo>
                <a:cubicBezTo>
                  <a:pt x="2500" y="168"/>
                  <a:pt x="2501" y="161"/>
                  <a:pt x="2496" y="161"/>
                </a:cubicBezTo>
                <a:cubicBezTo>
                  <a:pt x="2466" y="95"/>
                  <a:pt x="2458" y="84"/>
                  <a:pt x="2451" y="70"/>
                </a:cubicBezTo>
                <a:cubicBezTo>
                  <a:pt x="2430" y="44"/>
                  <a:pt x="2431" y="36"/>
                  <a:pt x="2427" y="36"/>
                </a:cubicBezTo>
                <a:cubicBezTo>
                  <a:pt x="2388" y="1"/>
                  <a:pt x="2388" y="1"/>
                  <a:pt x="2388" y="1"/>
                </a:cubicBezTo>
                <a:cubicBezTo>
                  <a:pt x="2404" y="21"/>
                  <a:pt x="2407" y="23"/>
                  <a:pt x="2408" y="28"/>
                </a:cubicBezTo>
                <a:cubicBezTo>
                  <a:pt x="2450" y="83"/>
                  <a:pt x="2452" y="92"/>
                  <a:pt x="2457" y="95"/>
                </a:cubicBezTo>
                <a:cubicBezTo>
                  <a:pt x="2503" y="182"/>
                  <a:pt x="2512" y="215"/>
                  <a:pt x="2525" y="244"/>
                </a:cubicBezTo>
                <a:cubicBezTo>
                  <a:pt x="2526" y="263"/>
                  <a:pt x="2510" y="258"/>
                  <a:pt x="2506" y="236"/>
                </a:cubicBezTo>
                <a:cubicBezTo>
                  <a:pt x="2482" y="214"/>
                  <a:pt x="2481" y="208"/>
                  <a:pt x="2474" y="210"/>
                </a:cubicBezTo>
                <a:cubicBezTo>
                  <a:pt x="2426" y="144"/>
                  <a:pt x="2422" y="139"/>
                  <a:pt x="2420" y="132"/>
                </a:cubicBezTo>
                <a:cubicBezTo>
                  <a:pt x="2377" y="81"/>
                  <a:pt x="2375" y="77"/>
                  <a:pt x="2375" y="70"/>
                </a:cubicBezTo>
                <a:cubicBezTo>
                  <a:pt x="2351" y="45"/>
                  <a:pt x="2351" y="40"/>
                  <a:pt x="2348" y="40"/>
                </a:cubicBezTo>
                <a:cubicBezTo>
                  <a:pt x="2331" y="10"/>
                  <a:pt x="2326" y="7"/>
                  <a:pt x="2323" y="1"/>
                </a:cubicBezTo>
                <a:cubicBezTo>
                  <a:pt x="2326" y="20"/>
                  <a:pt x="2333" y="38"/>
                  <a:pt x="2344" y="50"/>
                </a:cubicBezTo>
                <a:cubicBezTo>
                  <a:pt x="2377" y="95"/>
                  <a:pt x="2382" y="101"/>
                  <a:pt x="2386" y="109"/>
                </a:cubicBezTo>
                <a:cubicBezTo>
                  <a:pt x="2392" y="121"/>
                  <a:pt x="2386" y="113"/>
                  <a:pt x="2379" y="108"/>
                </a:cubicBezTo>
                <a:cubicBezTo>
                  <a:pt x="2336" y="59"/>
                  <a:pt x="2328" y="54"/>
                  <a:pt x="2320" y="49"/>
                </a:cubicBezTo>
                <a:cubicBezTo>
                  <a:pt x="2259" y="1"/>
                  <a:pt x="2260" y="1"/>
                  <a:pt x="2260" y="2"/>
                </a:cubicBezTo>
                <a:cubicBezTo>
                  <a:pt x="2336" y="75"/>
                  <a:pt x="2338" y="82"/>
                  <a:pt x="2342" y="86"/>
                </a:cubicBezTo>
                <a:cubicBezTo>
                  <a:pt x="2395" y="136"/>
                  <a:pt x="2408" y="158"/>
                  <a:pt x="2427" y="169"/>
                </a:cubicBezTo>
                <a:cubicBezTo>
                  <a:pt x="2505" y="258"/>
                  <a:pt x="2506" y="269"/>
                  <a:pt x="2513" y="273"/>
                </a:cubicBezTo>
                <a:cubicBezTo>
                  <a:pt x="2547" y="325"/>
                  <a:pt x="2548" y="321"/>
                  <a:pt x="2550" y="325"/>
                </a:cubicBezTo>
                <a:cubicBezTo>
                  <a:pt x="2568" y="363"/>
                  <a:pt x="2578" y="358"/>
                  <a:pt x="2577" y="370"/>
                </a:cubicBezTo>
                <a:cubicBezTo>
                  <a:pt x="2561" y="355"/>
                  <a:pt x="2554" y="357"/>
                  <a:pt x="2555" y="348"/>
                </a:cubicBezTo>
                <a:cubicBezTo>
                  <a:pt x="2543" y="332"/>
                  <a:pt x="2540" y="332"/>
                  <a:pt x="2539" y="330"/>
                </a:cubicBezTo>
                <a:cubicBezTo>
                  <a:pt x="2508" y="295"/>
                  <a:pt x="2504" y="287"/>
                  <a:pt x="2499" y="279"/>
                </a:cubicBezTo>
                <a:cubicBezTo>
                  <a:pt x="2423" y="198"/>
                  <a:pt x="2413" y="191"/>
                  <a:pt x="2403" y="183"/>
                </a:cubicBezTo>
                <a:cubicBezTo>
                  <a:pt x="2355" y="145"/>
                  <a:pt x="2342" y="122"/>
                  <a:pt x="2321" y="111"/>
                </a:cubicBezTo>
                <a:cubicBezTo>
                  <a:pt x="2285" y="75"/>
                  <a:pt x="2274" y="70"/>
                  <a:pt x="2266" y="60"/>
                </a:cubicBezTo>
                <a:cubicBezTo>
                  <a:pt x="2248" y="46"/>
                  <a:pt x="2245" y="40"/>
                  <a:pt x="2241" y="35"/>
                </a:cubicBezTo>
                <a:cubicBezTo>
                  <a:pt x="2212" y="6"/>
                  <a:pt x="2210" y="3"/>
                  <a:pt x="2208" y="1"/>
                </a:cubicBezTo>
                <a:cubicBezTo>
                  <a:pt x="2202" y="10"/>
                  <a:pt x="2211" y="18"/>
                  <a:pt x="2218" y="28"/>
                </a:cubicBezTo>
                <a:cubicBezTo>
                  <a:pt x="2307" y="112"/>
                  <a:pt x="2315" y="120"/>
                  <a:pt x="2324" y="128"/>
                </a:cubicBezTo>
                <a:cubicBezTo>
                  <a:pt x="2344" y="143"/>
                  <a:pt x="2346" y="151"/>
                  <a:pt x="2353" y="152"/>
                </a:cubicBezTo>
                <a:cubicBezTo>
                  <a:pt x="2396" y="194"/>
                  <a:pt x="2402" y="196"/>
                  <a:pt x="2407" y="200"/>
                </a:cubicBezTo>
                <a:cubicBezTo>
                  <a:pt x="2468" y="257"/>
                  <a:pt x="2471" y="274"/>
                  <a:pt x="2484" y="276"/>
                </a:cubicBezTo>
                <a:cubicBezTo>
                  <a:pt x="2498" y="301"/>
                  <a:pt x="2505" y="298"/>
                  <a:pt x="2505" y="304"/>
                </a:cubicBezTo>
                <a:cubicBezTo>
                  <a:pt x="2544" y="352"/>
                  <a:pt x="2548" y="358"/>
                  <a:pt x="2550" y="366"/>
                </a:cubicBezTo>
                <a:cubicBezTo>
                  <a:pt x="2577" y="410"/>
                  <a:pt x="2591" y="413"/>
                  <a:pt x="2589" y="429"/>
                </a:cubicBezTo>
                <a:cubicBezTo>
                  <a:pt x="2604" y="444"/>
                  <a:pt x="2610" y="461"/>
                  <a:pt x="2605" y="465"/>
                </a:cubicBezTo>
                <a:cubicBezTo>
                  <a:pt x="2580" y="426"/>
                  <a:pt x="2579" y="418"/>
                  <a:pt x="2572" y="418"/>
                </a:cubicBezTo>
                <a:cubicBezTo>
                  <a:pt x="2546" y="393"/>
                  <a:pt x="2545" y="389"/>
                  <a:pt x="2544" y="385"/>
                </a:cubicBezTo>
                <a:cubicBezTo>
                  <a:pt x="2506" y="349"/>
                  <a:pt x="2497" y="342"/>
                  <a:pt x="2492" y="331"/>
                </a:cubicBezTo>
                <a:cubicBezTo>
                  <a:pt x="2409" y="265"/>
                  <a:pt x="2408" y="254"/>
                  <a:pt x="2402" y="251"/>
                </a:cubicBezTo>
                <a:cubicBezTo>
                  <a:pt x="2358" y="208"/>
                  <a:pt x="2348" y="213"/>
                  <a:pt x="2346" y="206"/>
                </a:cubicBezTo>
                <a:cubicBezTo>
                  <a:pt x="2312" y="182"/>
                  <a:pt x="2308" y="171"/>
                  <a:pt x="2297" y="169"/>
                </a:cubicBezTo>
                <a:cubicBezTo>
                  <a:pt x="2251" y="119"/>
                  <a:pt x="2241" y="124"/>
                  <a:pt x="2242" y="115"/>
                </a:cubicBezTo>
                <a:cubicBezTo>
                  <a:pt x="2204" y="78"/>
                  <a:pt x="2199" y="77"/>
                  <a:pt x="2195" y="74"/>
                </a:cubicBezTo>
                <a:cubicBezTo>
                  <a:pt x="2189" y="66"/>
                  <a:pt x="2188" y="71"/>
                  <a:pt x="2192" y="72"/>
                </a:cubicBezTo>
                <a:cubicBezTo>
                  <a:pt x="2222" y="98"/>
                  <a:pt x="2214" y="104"/>
                  <a:pt x="2220" y="110"/>
                </a:cubicBezTo>
                <a:cubicBezTo>
                  <a:pt x="2279" y="163"/>
                  <a:pt x="2287" y="171"/>
                  <a:pt x="2296" y="178"/>
                </a:cubicBezTo>
                <a:cubicBezTo>
                  <a:pt x="2325" y="207"/>
                  <a:pt x="2330" y="210"/>
                  <a:pt x="2335" y="211"/>
                </a:cubicBezTo>
                <a:cubicBezTo>
                  <a:pt x="2365" y="237"/>
                  <a:pt x="2373" y="235"/>
                  <a:pt x="2377" y="241"/>
                </a:cubicBezTo>
                <a:cubicBezTo>
                  <a:pt x="2400" y="265"/>
                  <a:pt x="2402" y="267"/>
                  <a:pt x="2403" y="271"/>
                </a:cubicBezTo>
                <a:cubicBezTo>
                  <a:pt x="2438" y="305"/>
                  <a:pt x="2448" y="302"/>
                  <a:pt x="2450" y="312"/>
                </a:cubicBezTo>
                <a:cubicBezTo>
                  <a:pt x="2484" y="348"/>
                  <a:pt x="2493" y="346"/>
                  <a:pt x="2494" y="357"/>
                </a:cubicBezTo>
                <a:cubicBezTo>
                  <a:pt x="2540" y="405"/>
                  <a:pt x="2546" y="402"/>
                  <a:pt x="2546" y="408"/>
                </a:cubicBezTo>
                <a:cubicBezTo>
                  <a:pt x="2573" y="430"/>
                  <a:pt x="2572" y="438"/>
                  <a:pt x="2576" y="438"/>
                </a:cubicBezTo>
                <a:cubicBezTo>
                  <a:pt x="2606" y="495"/>
                  <a:pt x="2612" y="495"/>
                  <a:pt x="2613" y="504"/>
                </a:cubicBezTo>
                <a:cubicBezTo>
                  <a:pt x="2634" y="570"/>
                  <a:pt x="2636" y="577"/>
                  <a:pt x="2641" y="585"/>
                </a:cubicBezTo>
                <a:cubicBezTo>
                  <a:pt x="2649" y="625"/>
                  <a:pt x="2652" y="624"/>
                  <a:pt x="2654" y="638"/>
                </a:cubicBezTo>
                <a:cubicBezTo>
                  <a:pt x="2632" y="603"/>
                  <a:pt x="2620" y="596"/>
                  <a:pt x="2616" y="578"/>
                </a:cubicBezTo>
                <a:cubicBezTo>
                  <a:pt x="2580" y="533"/>
                  <a:pt x="2570" y="523"/>
                  <a:pt x="2561" y="512"/>
                </a:cubicBezTo>
                <a:cubicBezTo>
                  <a:pt x="2492" y="422"/>
                  <a:pt x="2486" y="419"/>
                  <a:pt x="2482" y="412"/>
                </a:cubicBezTo>
                <a:cubicBezTo>
                  <a:pt x="2465" y="388"/>
                  <a:pt x="2458" y="387"/>
                  <a:pt x="2452" y="383"/>
                </a:cubicBezTo>
                <a:cubicBezTo>
                  <a:pt x="2421" y="342"/>
                  <a:pt x="2414" y="343"/>
                  <a:pt x="2413" y="335"/>
                </a:cubicBezTo>
                <a:cubicBezTo>
                  <a:pt x="2376" y="303"/>
                  <a:pt x="2375" y="295"/>
                  <a:pt x="2367" y="297"/>
                </a:cubicBezTo>
                <a:cubicBezTo>
                  <a:pt x="2344" y="270"/>
                  <a:pt x="2339" y="269"/>
                  <a:pt x="2335" y="268"/>
                </a:cubicBezTo>
                <a:cubicBezTo>
                  <a:pt x="2309" y="240"/>
                  <a:pt x="2305" y="237"/>
                  <a:pt x="2301" y="233"/>
                </a:cubicBezTo>
                <a:cubicBezTo>
                  <a:pt x="2246" y="189"/>
                  <a:pt x="2241" y="179"/>
                  <a:pt x="2233" y="173"/>
                </a:cubicBezTo>
                <a:cubicBezTo>
                  <a:pt x="2179" y="126"/>
                  <a:pt x="2173" y="116"/>
                  <a:pt x="2167" y="109"/>
                </a:cubicBezTo>
                <a:cubicBezTo>
                  <a:pt x="2137" y="80"/>
                  <a:pt x="2128" y="75"/>
                  <a:pt x="2125" y="61"/>
                </a:cubicBezTo>
                <a:cubicBezTo>
                  <a:pt x="2112" y="42"/>
                  <a:pt x="2107" y="44"/>
                  <a:pt x="2106" y="41"/>
                </a:cubicBezTo>
                <a:cubicBezTo>
                  <a:pt x="2085" y="5"/>
                  <a:pt x="2087" y="10"/>
                  <a:pt x="2089" y="15"/>
                </a:cubicBezTo>
                <a:cubicBezTo>
                  <a:pt x="2106" y="41"/>
                  <a:pt x="2095" y="48"/>
                  <a:pt x="2104" y="48"/>
                </a:cubicBezTo>
                <a:cubicBezTo>
                  <a:pt x="2120" y="73"/>
                  <a:pt x="2127" y="76"/>
                  <a:pt x="2126" y="85"/>
                </a:cubicBezTo>
                <a:cubicBezTo>
                  <a:pt x="2177" y="147"/>
                  <a:pt x="2181" y="161"/>
                  <a:pt x="2190" y="166"/>
                </a:cubicBezTo>
                <a:cubicBezTo>
                  <a:pt x="2214" y="195"/>
                  <a:pt x="2218" y="193"/>
                  <a:pt x="2220" y="196"/>
                </a:cubicBezTo>
                <a:cubicBezTo>
                  <a:pt x="2243" y="215"/>
                  <a:pt x="2242" y="227"/>
                  <a:pt x="2249" y="226"/>
                </a:cubicBezTo>
                <a:cubicBezTo>
                  <a:pt x="2268" y="246"/>
                  <a:pt x="2276" y="254"/>
                  <a:pt x="2283" y="263"/>
                </a:cubicBezTo>
                <a:cubicBezTo>
                  <a:pt x="2317" y="292"/>
                  <a:pt x="2321" y="305"/>
                  <a:pt x="2329" y="313"/>
                </a:cubicBezTo>
                <a:cubicBezTo>
                  <a:pt x="2358" y="348"/>
                  <a:pt x="2362" y="349"/>
                  <a:pt x="2363" y="351"/>
                </a:cubicBezTo>
                <a:cubicBezTo>
                  <a:pt x="2388" y="382"/>
                  <a:pt x="2388" y="393"/>
                  <a:pt x="2395" y="391"/>
                </a:cubicBezTo>
                <a:cubicBezTo>
                  <a:pt x="2426" y="424"/>
                  <a:pt x="2430" y="438"/>
                  <a:pt x="2440" y="441"/>
                </a:cubicBezTo>
                <a:cubicBezTo>
                  <a:pt x="2449" y="455"/>
                  <a:pt x="2451" y="457"/>
                  <a:pt x="2453" y="460"/>
                </a:cubicBezTo>
                <a:cubicBezTo>
                  <a:pt x="2421" y="436"/>
                  <a:pt x="2417" y="435"/>
                  <a:pt x="2417" y="428"/>
                </a:cubicBezTo>
                <a:cubicBezTo>
                  <a:pt x="2372" y="389"/>
                  <a:pt x="2351" y="370"/>
                  <a:pt x="2331" y="351"/>
                </a:cubicBezTo>
                <a:cubicBezTo>
                  <a:pt x="2226" y="270"/>
                  <a:pt x="2225" y="259"/>
                  <a:pt x="2217" y="259"/>
                </a:cubicBezTo>
                <a:cubicBezTo>
                  <a:pt x="2183" y="219"/>
                  <a:pt x="2161" y="202"/>
                  <a:pt x="2140" y="182"/>
                </a:cubicBezTo>
                <a:cubicBezTo>
                  <a:pt x="2093" y="137"/>
                  <a:pt x="2090" y="135"/>
                  <a:pt x="2086" y="134"/>
                </a:cubicBezTo>
                <a:cubicBezTo>
                  <a:pt x="2016" y="59"/>
                  <a:pt x="2017" y="51"/>
                  <a:pt x="2013" y="51"/>
                </a:cubicBezTo>
                <a:cubicBezTo>
                  <a:pt x="1991" y="16"/>
                  <a:pt x="1982" y="18"/>
                  <a:pt x="1981" y="7"/>
                </a:cubicBezTo>
                <a:cubicBezTo>
                  <a:pt x="1973" y="3"/>
                  <a:pt x="1975" y="7"/>
                  <a:pt x="1976" y="11"/>
                </a:cubicBezTo>
                <a:cubicBezTo>
                  <a:pt x="1999" y="38"/>
                  <a:pt x="2005" y="53"/>
                  <a:pt x="2015" y="63"/>
                </a:cubicBezTo>
                <a:cubicBezTo>
                  <a:pt x="2083" y="138"/>
                  <a:pt x="2090" y="151"/>
                  <a:pt x="2102" y="157"/>
                </a:cubicBezTo>
                <a:cubicBezTo>
                  <a:pt x="2141" y="198"/>
                  <a:pt x="2153" y="205"/>
                  <a:pt x="2162" y="217"/>
                </a:cubicBezTo>
                <a:cubicBezTo>
                  <a:pt x="2176" y="224"/>
                  <a:pt x="2175" y="229"/>
                  <a:pt x="2179" y="228"/>
                </a:cubicBezTo>
                <a:cubicBezTo>
                  <a:pt x="2262" y="304"/>
                  <a:pt x="2265" y="312"/>
                  <a:pt x="2270" y="316"/>
                </a:cubicBezTo>
                <a:cubicBezTo>
                  <a:pt x="2296" y="339"/>
                  <a:pt x="2300" y="340"/>
                  <a:pt x="2302" y="342"/>
                </a:cubicBezTo>
                <a:cubicBezTo>
                  <a:pt x="2361" y="394"/>
                  <a:pt x="2371" y="405"/>
                  <a:pt x="2382" y="415"/>
                </a:cubicBezTo>
                <a:cubicBezTo>
                  <a:pt x="2422" y="455"/>
                  <a:pt x="2434" y="462"/>
                  <a:pt x="2446" y="470"/>
                </a:cubicBezTo>
                <a:cubicBezTo>
                  <a:pt x="2486" y="514"/>
                  <a:pt x="2491" y="518"/>
                  <a:pt x="2495" y="522"/>
                </a:cubicBezTo>
                <a:cubicBezTo>
                  <a:pt x="2522" y="556"/>
                  <a:pt x="2524" y="560"/>
                  <a:pt x="2525" y="566"/>
                </a:cubicBezTo>
                <a:cubicBezTo>
                  <a:pt x="2554" y="592"/>
                  <a:pt x="2554" y="596"/>
                  <a:pt x="2557" y="595"/>
                </a:cubicBezTo>
                <a:cubicBezTo>
                  <a:pt x="2536" y="580"/>
                  <a:pt x="2527" y="580"/>
                  <a:pt x="2523" y="573"/>
                </a:cubicBezTo>
                <a:cubicBezTo>
                  <a:pt x="2501" y="559"/>
                  <a:pt x="2500" y="555"/>
                  <a:pt x="2496" y="555"/>
                </a:cubicBezTo>
                <a:cubicBezTo>
                  <a:pt x="2486" y="535"/>
                  <a:pt x="2482" y="535"/>
                  <a:pt x="2482" y="531"/>
                </a:cubicBezTo>
                <a:cubicBezTo>
                  <a:pt x="2456" y="511"/>
                  <a:pt x="2449" y="507"/>
                  <a:pt x="2441" y="503"/>
                </a:cubicBezTo>
                <a:cubicBezTo>
                  <a:pt x="2417" y="480"/>
                  <a:pt x="2411" y="474"/>
                  <a:pt x="2407" y="466"/>
                </a:cubicBezTo>
                <a:cubicBezTo>
                  <a:pt x="2330" y="411"/>
                  <a:pt x="2327" y="404"/>
                  <a:pt x="2320" y="403"/>
                </a:cubicBezTo>
                <a:cubicBezTo>
                  <a:pt x="2277" y="359"/>
                  <a:pt x="2258" y="344"/>
                  <a:pt x="2240" y="328"/>
                </a:cubicBezTo>
                <a:cubicBezTo>
                  <a:pt x="2209" y="300"/>
                  <a:pt x="2205" y="295"/>
                  <a:pt x="2203" y="288"/>
                </a:cubicBezTo>
                <a:cubicBezTo>
                  <a:pt x="2158" y="248"/>
                  <a:pt x="2155" y="242"/>
                  <a:pt x="2151" y="236"/>
                </a:cubicBezTo>
                <a:cubicBezTo>
                  <a:pt x="2107" y="184"/>
                  <a:pt x="2096" y="179"/>
                  <a:pt x="2089" y="166"/>
                </a:cubicBezTo>
                <a:cubicBezTo>
                  <a:pt x="2056" y="132"/>
                  <a:pt x="2047" y="123"/>
                  <a:pt x="2040" y="111"/>
                </a:cubicBezTo>
                <a:cubicBezTo>
                  <a:pt x="2009" y="80"/>
                  <a:pt x="2007" y="71"/>
                  <a:pt x="2002" y="68"/>
                </a:cubicBezTo>
                <a:cubicBezTo>
                  <a:pt x="2002" y="79"/>
                  <a:pt x="2006" y="84"/>
                  <a:pt x="2011" y="87"/>
                </a:cubicBezTo>
                <a:cubicBezTo>
                  <a:pt x="2037" y="126"/>
                  <a:pt x="2044" y="128"/>
                  <a:pt x="2047" y="133"/>
                </a:cubicBezTo>
                <a:cubicBezTo>
                  <a:pt x="2078" y="166"/>
                  <a:pt x="2083" y="171"/>
                  <a:pt x="2086" y="179"/>
                </a:cubicBezTo>
                <a:cubicBezTo>
                  <a:pt x="2104" y="196"/>
                  <a:pt x="2106" y="204"/>
                  <a:pt x="2112" y="206"/>
                </a:cubicBezTo>
                <a:cubicBezTo>
                  <a:pt x="2128" y="226"/>
                  <a:pt x="2132" y="234"/>
                  <a:pt x="2139" y="236"/>
                </a:cubicBezTo>
                <a:cubicBezTo>
                  <a:pt x="2175" y="272"/>
                  <a:pt x="2182" y="285"/>
                  <a:pt x="2192" y="293"/>
                </a:cubicBezTo>
                <a:cubicBezTo>
                  <a:pt x="2257" y="354"/>
                  <a:pt x="2266" y="363"/>
                  <a:pt x="2275" y="371"/>
                </a:cubicBezTo>
                <a:cubicBezTo>
                  <a:pt x="2321" y="418"/>
                  <a:pt x="2327" y="419"/>
                  <a:pt x="2333" y="422"/>
                </a:cubicBezTo>
                <a:cubicBezTo>
                  <a:pt x="2375" y="452"/>
                  <a:pt x="2380" y="466"/>
                  <a:pt x="2393" y="469"/>
                </a:cubicBezTo>
                <a:cubicBezTo>
                  <a:pt x="2385" y="477"/>
                  <a:pt x="2377" y="470"/>
                  <a:pt x="2368" y="465"/>
                </a:cubicBezTo>
                <a:cubicBezTo>
                  <a:pt x="2326" y="437"/>
                  <a:pt x="2325" y="429"/>
                  <a:pt x="2317" y="431"/>
                </a:cubicBezTo>
                <a:cubicBezTo>
                  <a:pt x="2287" y="412"/>
                  <a:pt x="2285" y="406"/>
                  <a:pt x="2282" y="402"/>
                </a:cubicBezTo>
                <a:cubicBezTo>
                  <a:pt x="2242" y="368"/>
                  <a:pt x="2237" y="367"/>
                  <a:pt x="2235" y="361"/>
                </a:cubicBezTo>
                <a:cubicBezTo>
                  <a:pt x="2206" y="345"/>
                  <a:pt x="2209" y="332"/>
                  <a:pt x="2203" y="332"/>
                </a:cubicBezTo>
                <a:cubicBezTo>
                  <a:pt x="2159" y="290"/>
                  <a:pt x="2156" y="286"/>
                  <a:pt x="2151" y="284"/>
                </a:cubicBezTo>
                <a:cubicBezTo>
                  <a:pt x="2094" y="228"/>
                  <a:pt x="2089" y="219"/>
                  <a:pt x="2081" y="215"/>
                </a:cubicBezTo>
                <a:cubicBezTo>
                  <a:pt x="2070" y="213"/>
                  <a:pt x="2082" y="226"/>
                  <a:pt x="2095" y="239"/>
                </a:cubicBezTo>
                <a:cubicBezTo>
                  <a:pt x="2135" y="286"/>
                  <a:pt x="2142" y="283"/>
                  <a:pt x="2144" y="288"/>
                </a:cubicBezTo>
                <a:cubicBezTo>
                  <a:pt x="2161" y="304"/>
                  <a:pt x="2166" y="312"/>
                  <a:pt x="2173" y="318"/>
                </a:cubicBezTo>
                <a:cubicBezTo>
                  <a:pt x="2200" y="342"/>
                  <a:pt x="2205" y="353"/>
                  <a:pt x="2213" y="357"/>
                </a:cubicBezTo>
                <a:cubicBezTo>
                  <a:pt x="2244" y="401"/>
                  <a:pt x="2253" y="407"/>
                  <a:pt x="2261" y="415"/>
                </a:cubicBezTo>
                <a:cubicBezTo>
                  <a:pt x="2322" y="469"/>
                  <a:pt x="2330" y="480"/>
                  <a:pt x="2343" y="485"/>
                </a:cubicBezTo>
                <a:cubicBezTo>
                  <a:pt x="2369" y="507"/>
                  <a:pt x="2373" y="507"/>
                  <a:pt x="2375" y="511"/>
                </a:cubicBezTo>
                <a:cubicBezTo>
                  <a:pt x="2410" y="544"/>
                  <a:pt x="2420" y="541"/>
                  <a:pt x="2423" y="548"/>
                </a:cubicBezTo>
                <a:cubicBezTo>
                  <a:pt x="2448" y="564"/>
                  <a:pt x="2448" y="578"/>
                  <a:pt x="2459" y="577"/>
                </a:cubicBezTo>
                <a:cubicBezTo>
                  <a:pt x="2526" y="631"/>
                  <a:pt x="2528" y="642"/>
                  <a:pt x="2540" y="640"/>
                </a:cubicBezTo>
                <a:cubicBezTo>
                  <a:pt x="2563" y="667"/>
                  <a:pt x="2571" y="668"/>
                  <a:pt x="2574" y="678"/>
                </a:cubicBezTo>
                <a:cubicBezTo>
                  <a:pt x="2618" y="723"/>
                  <a:pt x="2624" y="730"/>
                  <a:pt x="2630" y="738"/>
                </a:cubicBezTo>
                <a:cubicBezTo>
                  <a:pt x="2691" y="806"/>
                  <a:pt x="2689" y="815"/>
                  <a:pt x="2695" y="813"/>
                </a:cubicBezTo>
                <a:cubicBezTo>
                  <a:pt x="2719" y="849"/>
                  <a:pt x="2700" y="842"/>
                  <a:pt x="2706" y="852"/>
                </a:cubicBezTo>
                <a:cubicBezTo>
                  <a:pt x="2685" y="828"/>
                  <a:pt x="2679" y="823"/>
                  <a:pt x="2675" y="814"/>
                </a:cubicBezTo>
                <a:cubicBezTo>
                  <a:pt x="2562" y="716"/>
                  <a:pt x="2559" y="705"/>
                  <a:pt x="2552" y="703"/>
                </a:cubicBezTo>
                <a:cubicBezTo>
                  <a:pt x="2523" y="676"/>
                  <a:pt x="2516" y="680"/>
                  <a:pt x="2516" y="672"/>
                </a:cubicBezTo>
                <a:cubicBezTo>
                  <a:pt x="2491" y="659"/>
                  <a:pt x="2488" y="657"/>
                  <a:pt x="2486" y="654"/>
                </a:cubicBezTo>
                <a:cubicBezTo>
                  <a:pt x="2454" y="630"/>
                  <a:pt x="2448" y="632"/>
                  <a:pt x="2446" y="630"/>
                </a:cubicBezTo>
                <a:cubicBezTo>
                  <a:pt x="2412" y="597"/>
                  <a:pt x="2398" y="599"/>
                  <a:pt x="2396" y="586"/>
                </a:cubicBezTo>
                <a:cubicBezTo>
                  <a:pt x="2361" y="565"/>
                  <a:pt x="2355" y="555"/>
                  <a:pt x="2344" y="552"/>
                </a:cubicBezTo>
                <a:cubicBezTo>
                  <a:pt x="2307" y="519"/>
                  <a:pt x="2304" y="514"/>
                  <a:pt x="2301" y="511"/>
                </a:cubicBezTo>
                <a:cubicBezTo>
                  <a:pt x="2224" y="442"/>
                  <a:pt x="2218" y="433"/>
                  <a:pt x="2210" y="429"/>
                </a:cubicBezTo>
                <a:cubicBezTo>
                  <a:pt x="2162" y="372"/>
                  <a:pt x="2156" y="363"/>
                  <a:pt x="2148" y="355"/>
                </a:cubicBezTo>
                <a:cubicBezTo>
                  <a:pt x="2097" y="289"/>
                  <a:pt x="2095" y="283"/>
                  <a:pt x="2093" y="275"/>
                </a:cubicBezTo>
                <a:cubicBezTo>
                  <a:pt x="2089" y="280"/>
                  <a:pt x="2090" y="292"/>
                  <a:pt x="2097" y="294"/>
                </a:cubicBezTo>
                <a:cubicBezTo>
                  <a:pt x="2145" y="364"/>
                  <a:pt x="2165" y="389"/>
                  <a:pt x="2186" y="413"/>
                </a:cubicBezTo>
                <a:cubicBezTo>
                  <a:pt x="2222" y="455"/>
                  <a:pt x="2229" y="456"/>
                  <a:pt x="2232" y="466"/>
                </a:cubicBezTo>
                <a:cubicBezTo>
                  <a:pt x="2329" y="554"/>
                  <a:pt x="2342" y="559"/>
                  <a:pt x="2348" y="572"/>
                </a:cubicBezTo>
                <a:cubicBezTo>
                  <a:pt x="2412" y="620"/>
                  <a:pt x="2421" y="622"/>
                  <a:pt x="2425" y="631"/>
                </a:cubicBezTo>
                <a:cubicBezTo>
                  <a:pt x="2494" y="679"/>
                  <a:pt x="2501" y="680"/>
                  <a:pt x="2507" y="682"/>
                </a:cubicBezTo>
                <a:cubicBezTo>
                  <a:pt x="2533" y="705"/>
                  <a:pt x="2546" y="710"/>
                  <a:pt x="2553" y="723"/>
                </a:cubicBezTo>
                <a:cubicBezTo>
                  <a:pt x="2596" y="760"/>
                  <a:pt x="2603" y="758"/>
                  <a:pt x="2606" y="763"/>
                </a:cubicBezTo>
                <a:cubicBezTo>
                  <a:pt x="2629" y="785"/>
                  <a:pt x="2629" y="790"/>
                  <a:pt x="2632" y="790"/>
                </a:cubicBezTo>
                <a:cubicBezTo>
                  <a:pt x="2674" y="838"/>
                  <a:pt x="2669" y="831"/>
                  <a:pt x="2663" y="826"/>
                </a:cubicBezTo>
                <a:cubicBezTo>
                  <a:pt x="2633" y="801"/>
                  <a:pt x="2623" y="795"/>
                  <a:pt x="2616" y="785"/>
                </a:cubicBezTo>
                <a:cubicBezTo>
                  <a:pt x="2592" y="775"/>
                  <a:pt x="2591" y="767"/>
                  <a:pt x="2583" y="768"/>
                </a:cubicBezTo>
                <a:cubicBezTo>
                  <a:pt x="2530" y="739"/>
                  <a:pt x="2532" y="725"/>
                  <a:pt x="2522" y="730"/>
                </a:cubicBezTo>
                <a:cubicBezTo>
                  <a:pt x="2453" y="693"/>
                  <a:pt x="2447" y="690"/>
                  <a:pt x="2442" y="687"/>
                </a:cubicBezTo>
                <a:cubicBezTo>
                  <a:pt x="2385" y="663"/>
                  <a:pt x="2385" y="654"/>
                  <a:pt x="2377" y="655"/>
                </a:cubicBezTo>
                <a:cubicBezTo>
                  <a:pt x="2341" y="632"/>
                  <a:pt x="2334" y="631"/>
                  <a:pt x="2327" y="630"/>
                </a:cubicBezTo>
                <a:cubicBezTo>
                  <a:pt x="2264" y="575"/>
                  <a:pt x="2255" y="568"/>
                  <a:pt x="2246" y="560"/>
                </a:cubicBezTo>
                <a:cubicBezTo>
                  <a:pt x="2210" y="525"/>
                  <a:pt x="2202" y="515"/>
                  <a:pt x="2193" y="506"/>
                </a:cubicBezTo>
                <a:cubicBezTo>
                  <a:pt x="2210" y="531"/>
                  <a:pt x="2215" y="539"/>
                  <a:pt x="2219" y="548"/>
                </a:cubicBezTo>
                <a:cubicBezTo>
                  <a:pt x="2267" y="593"/>
                  <a:pt x="2276" y="597"/>
                  <a:pt x="2281" y="606"/>
                </a:cubicBezTo>
                <a:cubicBezTo>
                  <a:pt x="2384" y="673"/>
                  <a:pt x="2393" y="674"/>
                  <a:pt x="2402" y="677"/>
                </a:cubicBezTo>
                <a:cubicBezTo>
                  <a:pt x="2432" y="692"/>
                  <a:pt x="2431" y="700"/>
                  <a:pt x="2438" y="696"/>
                </a:cubicBezTo>
                <a:cubicBezTo>
                  <a:pt x="2484" y="722"/>
                  <a:pt x="2493" y="727"/>
                  <a:pt x="2502" y="731"/>
                </a:cubicBezTo>
                <a:cubicBezTo>
                  <a:pt x="2545" y="761"/>
                  <a:pt x="2553" y="761"/>
                  <a:pt x="2556" y="767"/>
                </a:cubicBezTo>
                <a:cubicBezTo>
                  <a:pt x="2633" y="818"/>
                  <a:pt x="2637" y="824"/>
                  <a:pt x="2644" y="823"/>
                </a:cubicBezTo>
                <a:cubicBezTo>
                  <a:pt x="2684" y="867"/>
                  <a:pt x="2694" y="864"/>
                  <a:pt x="2693" y="876"/>
                </a:cubicBezTo>
                <a:cubicBezTo>
                  <a:pt x="2735" y="917"/>
                  <a:pt x="2735" y="928"/>
                  <a:pt x="2740" y="931"/>
                </a:cubicBezTo>
                <a:cubicBezTo>
                  <a:pt x="2748" y="947"/>
                  <a:pt x="2734" y="942"/>
                  <a:pt x="2727" y="925"/>
                </a:cubicBezTo>
                <a:cubicBezTo>
                  <a:pt x="2676" y="881"/>
                  <a:pt x="2668" y="875"/>
                  <a:pt x="2660" y="871"/>
                </a:cubicBezTo>
                <a:cubicBezTo>
                  <a:pt x="2623" y="840"/>
                  <a:pt x="2623" y="837"/>
                  <a:pt x="2620" y="837"/>
                </a:cubicBezTo>
                <a:cubicBezTo>
                  <a:pt x="2598" y="820"/>
                  <a:pt x="2597" y="812"/>
                  <a:pt x="2589" y="814"/>
                </a:cubicBezTo>
                <a:cubicBezTo>
                  <a:pt x="2524" y="770"/>
                  <a:pt x="2519" y="769"/>
                  <a:pt x="2515" y="767"/>
                </a:cubicBezTo>
                <a:cubicBezTo>
                  <a:pt x="2479" y="747"/>
                  <a:pt x="2471" y="743"/>
                  <a:pt x="2462" y="739"/>
                </a:cubicBezTo>
                <a:cubicBezTo>
                  <a:pt x="2444" y="730"/>
                  <a:pt x="2440" y="726"/>
                  <a:pt x="2433" y="727"/>
                </a:cubicBezTo>
                <a:cubicBezTo>
                  <a:pt x="2363" y="689"/>
                  <a:pt x="2361" y="685"/>
                  <a:pt x="2354" y="687"/>
                </a:cubicBezTo>
                <a:cubicBezTo>
                  <a:pt x="2309" y="659"/>
                  <a:pt x="2307" y="651"/>
                  <a:pt x="2302" y="650"/>
                </a:cubicBezTo>
                <a:cubicBezTo>
                  <a:pt x="2216" y="555"/>
                  <a:pt x="2204" y="551"/>
                  <a:pt x="2199" y="534"/>
                </a:cubicBezTo>
                <a:cubicBezTo>
                  <a:pt x="2188" y="536"/>
                  <a:pt x="2195" y="540"/>
                  <a:pt x="2199" y="549"/>
                </a:cubicBezTo>
                <a:cubicBezTo>
                  <a:pt x="2222" y="574"/>
                  <a:pt x="2226" y="583"/>
                  <a:pt x="2231" y="590"/>
                </a:cubicBezTo>
                <a:cubicBezTo>
                  <a:pt x="2307" y="664"/>
                  <a:pt x="2312" y="671"/>
                  <a:pt x="2319" y="676"/>
                </a:cubicBezTo>
                <a:cubicBezTo>
                  <a:pt x="2355" y="696"/>
                  <a:pt x="2370" y="704"/>
                  <a:pt x="2383" y="716"/>
                </a:cubicBezTo>
                <a:cubicBezTo>
                  <a:pt x="2446" y="745"/>
                  <a:pt x="2462" y="752"/>
                  <a:pt x="2478" y="759"/>
                </a:cubicBezTo>
                <a:cubicBezTo>
                  <a:pt x="2508" y="775"/>
                  <a:pt x="2515" y="779"/>
                  <a:pt x="2521" y="786"/>
                </a:cubicBezTo>
                <a:cubicBezTo>
                  <a:pt x="2550" y="804"/>
                  <a:pt x="2560" y="805"/>
                  <a:pt x="2565" y="813"/>
                </a:cubicBezTo>
                <a:cubicBezTo>
                  <a:pt x="2595" y="829"/>
                  <a:pt x="2599" y="838"/>
                  <a:pt x="2607" y="843"/>
                </a:cubicBezTo>
                <a:cubicBezTo>
                  <a:pt x="2638" y="867"/>
                  <a:pt x="2641" y="866"/>
                  <a:pt x="2642" y="868"/>
                </a:cubicBezTo>
                <a:cubicBezTo>
                  <a:pt x="2629" y="870"/>
                  <a:pt x="2628" y="864"/>
                  <a:pt x="2626" y="863"/>
                </a:cubicBezTo>
                <a:cubicBezTo>
                  <a:pt x="2552" y="837"/>
                  <a:pt x="2547" y="831"/>
                  <a:pt x="2537" y="833"/>
                </a:cubicBezTo>
                <a:cubicBezTo>
                  <a:pt x="2465" y="805"/>
                  <a:pt x="2457" y="801"/>
                  <a:pt x="2448" y="801"/>
                </a:cubicBezTo>
                <a:cubicBezTo>
                  <a:pt x="2376" y="757"/>
                  <a:pt x="2367" y="756"/>
                  <a:pt x="2363" y="747"/>
                </a:cubicBezTo>
                <a:cubicBezTo>
                  <a:pt x="2287" y="696"/>
                  <a:pt x="2281" y="682"/>
                  <a:pt x="2269" y="677"/>
                </a:cubicBezTo>
                <a:cubicBezTo>
                  <a:pt x="2312" y="722"/>
                  <a:pt x="2323" y="734"/>
                  <a:pt x="2336" y="743"/>
                </a:cubicBezTo>
                <a:cubicBezTo>
                  <a:pt x="2381" y="774"/>
                  <a:pt x="2387" y="778"/>
                  <a:pt x="2394" y="782"/>
                </a:cubicBezTo>
                <a:cubicBezTo>
                  <a:pt x="2423" y="790"/>
                  <a:pt x="2418" y="804"/>
                  <a:pt x="2427" y="799"/>
                </a:cubicBezTo>
                <a:cubicBezTo>
                  <a:pt x="2466" y="820"/>
                  <a:pt x="2475" y="820"/>
                  <a:pt x="2479" y="827"/>
                </a:cubicBezTo>
                <a:cubicBezTo>
                  <a:pt x="2536" y="845"/>
                  <a:pt x="2545" y="847"/>
                  <a:pt x="2554" y="847"/>
                </a:cubicBezTo>
                <a:cubicBezTo>
                  <a:pt x="2602" y="876"/>
                  <a:pt x="2616" y="870"/>
                  <a:pt x="2620" y="879"/>
                </a:cubicBezTo>
                <a:cubicBezTo>
                  <a:pt x="2633" y="887"/>
                  <a:pt x="2628" y="886"/>
                  <a:pt x="2624" y="884"/>
                </a:cubicBezTo>
                <a:cubicBezTo>
                  <a:pt x="2566" y="867"/>
                  <a:pt x="2556" y="864"/>
                  <a:pt x="2545" y="861"/>
                </a:cubicBezTo>
                <a:cubicBezTo>
                  <a:pt x="2443" y="830"/>
                  <a:pt x="2434" y="824"/>
                  <a:pt x="2425" y="820"/>
                </a:cubicBezTo>
                <a:cubicBezTo>
                  <a:pt x="2398" y="815"/>
                  <a:pt x="2409" y="812"/>
                  <a:pt x="2413" y="820"/>
                </a:cubicBezTo>
                <a:cubicBezTo>
                  <a:pt x="2460" y="845"/>
                  <a:pt x="2465" y="852"/>
                  <a:pt x="2475" y="851"/>
                </a:cubicBezTo>
                <a:cubicBezTo>
                  <a:pt x="2578" y="922"/>
                  <a:pt x="2590" y="925"/>
                  <a:pt x="2601" y="930"/>
                </a:cubicBezTo>
                <a:cubicBezTo>
                  <a:pt x="2628" y="940"/>
                  <a:pt x="2629" y="944"/>
                  <a:pt x="2633" y="944"/>
                </a:cubicBezTo>
                <a:cubicBezTo>
                  <a:pt x="2675" y="953"/>
                  <a:pt x="2672" y="968"/>
                  <a:pt x="2681" y="964"/>
                </a:cubicBezTo>
                <a:cubicBezTo>
                  <a:pt x="2735" y="1000"/>
                  <a:pt x="2745" y="1007"/>
                  <a:pt x="2754" y="1014"/>
                </a:cubicBezTo>
                <a:cubicBezTo>
                  <a:pt x="2775" y="1046"/>
                  <a:pt x="2782" y="1052"/>
                  <a:pt x="2789" y="1057"/>
                </a:cubicBezTo>
                <a:cubicBezTo>
                  <a:pt x="2815" y="1092"/>
                  <a:pt x="2819" y="1109"/>
                  <a:pt x="2814" y="1109"/>
                </a:cubicBezTo>
                <a:cubicBezTo>
                  <a:pt x="2781" y="1074"/>
                  <a:pt x="2783" y="1065"/>
                  <a:pt x="2779" y="1065"/>
                </a:cubicBezTo>
                <a:cubicBezTo>
                  <a:pt x="2742" y="1031"/>
                  <a:pt x="2732" y="1018"/>
                  <a:pt x="2718" y="1013"/>
                </a:cubicBezTo>
                <a:cubicBezTo>
                  <a:pt x="2646" y="969"/>
                  <a:pt x="2633" y="970"/>
                  <a:pt x="2625" y="963"/>
                </a:cubicBezTo>
                <a:cubicBezTo>
                  <a:pt x="2579" y="945"/>
                  <a:pt x="2570" y="936"/>
                  <a:pt x="2568" y="945"/>
                </a:cubicBezTo>
                <a:cubicBezTo>
                  <a:pt x="2600" y="966"/>
                  <a:pt x="2611" y="966"/>
                  <a:pt x="2618" y="974"/>
                </a:cubicBezTo>
                <a:close/>
                <a:moveTo>
                  <a:pt x="2842" y="1103"/>
                </a:moveTo>
                <a:cubicBezTo>
                  <a:pt x="2854" y="1100"/>
                  <a:pt x="2845" y="1115"/>
                  <a:pt x="2846" y="1120"/>
                </a:cubicBezTo>
                <a:cubicBezTo>
                  <a:pt x="2837" y="1119"/>
                  <a:pt x="2844" y="1108"/>
                  <a:pt x="2842" y="1103"/>
                </a:cubicBezTo>
                <a:close/>
                <a:moveTo>
                  <a:pt x="2845" y="1206"/>
                </a:moveTo>
                <a:cubicBezTo>
                  <a:pt x="2849" y="1209"/>
                  <a:pt x="2852" y="1213"/>
                  <a:pt x="2856" y="1216"/>
                </a:cubicBezTo>
                <a:cubicBezTo>
                  <a:pt x="2858" y="1223"/>
                  <a:pt x="2859" y="1231"/>
                  <a:pt x="2861" y="1238"/>
                </a:cubicBezTo>
                <a:cubicBezTo>
                  <a:pt x="2861" y="1243"/>
                  <a:pt x="2864" y="1243"/>
                  <a:pt x="2865" y="1246"/>
                </a:cubicBezTo>
                <a:cubicBezTo>
                  <a:pt x="2866" y="1249"/>
                  <a:pt x="2866" y="1252"/>
                  <a:pt x="2867" y="1255"/>
                </a:cubicBezTo>
                <a:cubicBezTo>
                  <a:pt x="2868" y="1258"/>
                  <a:pt x="2868" y="1260"/>
                  <a:pt x="2869" y="1263"/>
                </a:cubicBezTo>
                <a:cubicBezTo>
                  <a:pt x="2865" y="1263"/>
                  <a:pt x="2865" y="1257"/>
                  <a:pt x="2864" y="1252"/>
                </a:cubicBezTo>
                <a:cubicBezTo>
                  <a:pt x="2861" y="1245"/>
                  <a:pt x="2857" y="1240"/>
                  <a:pt x="2852" y="1237"/>
                </a:cubicBezTo>
                <a:cubicBezTo>
                  <a:pt x="2852" y="1228"/>
                  <a:pt x="2847" y="1227"/>
                  <a:pt x="2845" y="1221"/>
                </a:cubicBezTo>
                <a:cubicBezTo>
                  <a:pt x="2843" y="1216"/>
                  <a:pt x="2842" y="1209"/>
                  <a:pt x="2837" y="1208"/>
                </a:cubicBezTo>
                <a:cubicBezTo>
                  <a:pt x="2838" y="1202"/>
                  <a:pt x="2842" y="1206"/>
                  <a:pt x="2845" y="1206"/>
                </a:cubicBezTo>
                <a:close/>
                <a:moveTo>
                  <a:pt x="2868" y="743"/>
                </a:moveTo>
                <a:cubicBezTo>
                  <a:pt x="2872" y="739"/>
                  <a:pt x="2875" y="735"/>
                  <a:pt x="2877" y="729"/>
                </a:cubicBezTo>
                <a:cubicBezTo>
                  <a:pt x="2889" y="705"/>
                  <a:pt x="2900" y="699"/>
                  <a:pt x="2901" y="686"/>
                </a:cubicBezTo>
                <a:cubicBezTo>
                  <a:pt x="2948" y="586"/>
                  <a:pt x="2956" y="579"/>
                  <a:pt x="2963" y="570"/>
                </a:cubicBezTo>
                <a:cubicBezTo>
                  <a:pt x="2990" y="496"/>
                  <a:pt x="2997" y="488"/>
                  <a:pt x="3001" y="477"/>
                </a:cubicBezTo>
                <a:cubicBezTo>
                  <a:pt x="3018" y="436"/>
                  <a:pt x="3022" y="425"/>
                  <a:pt x="3023" y="413"/>
                </a:cubicBezTo>
                <a:cubicBezTo>
                  <a:pt x="3050" y="346"/>
                  <a:pt x="3049" y="338"/>
                  <a:pt x="3052" y="333"/>
                </a:cubicBezTo>
                <a:cubicBezTo>
                  <a:pt x="3058" y="320"/>
                  <a:pt x="3059" y="324"/>
                  <a:pt x="3059" y="326"/>
                </a:cubicBezTo>
                <a:cubicBezTo>
                  <a:pt x="3048" y="383"/>
                  <a:pt x="3037" y="395"/>
                  <a:pt x="3035" y="414"/>
                </a:cubicBezTo>
                <a:cubicBezTo>
                  <a:pt x="3023" y="447"/>
                  <a:pt x="3018" y="454"/>
                  <a:pt x="3019" y="464"/>
                </a:cubicBezTo>
                <a:cubicBezTo>
                  <a:pt x="2990" y="521"/>
                  <a:pt x="2986" y="536"/>
                  <a:pt x="2983" y="551"/>
                </a:cubicBezTo>
                <a:cubicBezTo>
                  <a:pt x="2943" y="627"/>
                  <a:pt x="2942" y="631"/>
                  <a:pt x="2937" y="632"/>
                </a:cubicBezTo>
                <a:cubicBezTo>
                  <a:pt x="2927" y="653"/>
                  <a:pt x="2925" y="656"/>
                  <a:pt x="2922" y="658"/>
                </a:cubicBezTo>
                <a:cubicBezTo>
                  <a:pt x="2888" y="720"/>
                  <a:pt x="2884" y="726"/>
                  <a:pt x="2880" y="732"/>
                </a:cubicBezTo>
                <a:cubicBezTo>
                  <a:pt x="2845" y="790"/>
                  <a:pt x="2848" y="801"/>
                  <a:pt x="2838" y="802"/>
                </a:cubicBezTo>
                <a:close/>
                <a:moveTo>
                  <a:pt x="2704" y="412"/>
                </a:moveTo>
                <a:cubicBezTo>
                  <a:pt x="2700" y="405"/>
                  <a:pt x="2708" y="405"/>
                  <a:pt x="2707" y="400"/>
                </a:cubicBezTo>
                <a:cubicBezTo>
                  <a:pt x="2709" y="390"/>
                  <a:pt x="2714" y="383"/>
                  <a:pt x="2717" y="374"/>
                </a:cubicBezTo>
                <a:cubicBezTo>
                  <a:pt x="2721" y="374"/>
                  <a:pt x="2718" y="379"/>
                  <a:pt x="2715" y="380"/>
                </a:cubicBezTo>
                <a:cubicBezTo>
                  <a:pt x="2715" y="398"/>
                  <a:pt x="2705" y="408"/>
                  <a:pt x="2703" y="424"/>
                </a:cubicBezTo>
                <a:cubicBezTo>
                  <a:pt x="2696" y="425"/>
                  <a:pt x="2701" y="414"/>
                  <a:pt x="2704" y="412"/>
                </a:cubicBezTo>
                <a:close/>
                <a:moveTo>
                  <a:pt x="2584" y="226"/>
                </a:moveTo>
                <a:cubicBezTo>
                  <a:pt x="2584" y="232"/>
                  <a:pt x="2589" y="240"/>
                  <a:pt x="2580" y="239"/>
                </a:cubicBezTo>
                <a:cubicBezTo>
                  <a:pt x="2584" y="233"/>
                  <a:pt x="2576" y="232"/>
                  <a:pt x="2577" y="222"/>
                </a:cubicBezTo>
                <a:cubicBezTo>
                  <a:pt x="2573" y="214"/>
                  <a:pt x="2580" y="213"/>
                  <a:pt x="2576" y="204"/>
                </a:cubicBezTo>
                <a:cubicBezTo>
                  <a:pt x="2574" y="194"/>
                  <a:pt x="2572" y="183"/>
                  <a:pt x="2570" y="173"/>
                </a:cubicBezTo>
                <a:cubicBezTo>
                  <a:pt x="2570" y="138"/>
                  <a:pt x="2575" y="106"/>
                  <a:pt x="2576" y="71"/>
                </a:cubicBezTo>
                <a:cubicBezTo>
                  <a:pt x="2579" y="71"/>
                  <a:pt x="2579" y="74"/>
                  <a:pt x="2580" y="76"/>
                </a:cubicBezTo>
                <a:cubicBezTo>
                  <a:pt x="2582" y="101"/>
                  <a:pt x="2579" y="123"/>
                  <a:pt x="2586" y="152"/>
                </a:cubicBezTo>
                <a:cubicBezTo>
                  <a:pt x="2587" y="162"/>
                  <a:pt x="2583" y="170"/>
                  <a:pt x="2586" y="182"/>
                </a:cubicBezTo>
                <a:cubicBezTo>
                  <a:pt x="2592" y="188"/>
                  <a:pt x="2574" y="191"/>
                  <a:pt x="2586" y="193"/>
                </a:cubicBezTo>
                <a:cubicBezTo>
                  <a:pt x="2584" y="198"/>
                  <a:pt x="2585" y="204"/>
                  <a:pt x="2583" y="209"/>
                </a:cubicBezTo>
                <a:cubicBezTo>
                  <a:pt x="2582" y="214"/>
                  <a:pt x="2590" y="225"/>
                  <a:pt x="2584" y="226"/>
                </a:cubicBezTo>
                <a:close/>
                <a:moveTo>
                  <a:pt x="2589" y="282"/>
                </a:moveTo>
                <a:cubicBezTo>
                  <a:pt x="2588" y="278"/>
                  <a:pt x="2587" y="274"/>
                  <a:pt x="2586" y="270"/>
                </a:cubicBezTo>
                <a:cubicBezTo>
                  <a:pt x="2587" y="266"/>
                  <a:pt x="2589" y="269"/>
                  <a:pt x="2590" y="272"/>
                </a:cubicBezTo>
                <a:cubicBezTo>
                  <a:pt x="2591" y="276"/>
                  <a:pt x="2591" y="280"/>
                  <a:pt x="2592" y="284"/>
                </a:cubicBezTo>
                <a:cubicBezTo>
                  <a:pt x="2591" y="289"/>
                  <a:pt x="2589" y="285"/>
                  <a:pt x="2589" y="282"/>
                </a:cubicBezTo>
                <a:close/>
                <a:moveTo>
                  <a:pt x="2594" y="100"/>
                </a:moveTo>
                <a:cubicBezTo>
                  <a:pt x="2588" y="99"/>
                  <a:pt x="2592" y="95"/>
                  <a:pt x="2592" y="92"/>
                </a:cubicBezTo>
                <a:cubicBezTo>
                  <a:pt x="2596" y="83"/>
                  <a:pt x="2593" y="96"/>
                  <a:pt x="2594" y="100"/>
                </a:cubicBezTo>
                <a:close/>
                <a:moveTo>
                  <a:pt x="2589" y="385"/>
                </a:moveTo>
                <a:cubicBezTo>
                  <a:pt x="2595" y="373"/>
                  <a:pt x="2601" y="394"/>
                  <a:pt x="2601" y="403"/>
                </a:cubicBezTo>
                <a:cubicBezTo>
                  <a:pt x="2594" y="402"/>
                  <a:pt x="2595" y="387"/>
                  <a:pt x="2589" y="385"/>
                </a:cubicBezTo>
                <a:close/>
                <a:moveTo>
                  <a:pt x="2602" y="421"/>
                </a:moveTo>
                <a:cubicBezTo>
                  <a:pt x="2601" y="417"/>
                  <a:pt x="2600" y="413"/>
                  <a:pt x="2600" y="409"/>
                </a:cubicBezTo>
                <a:cubicBezTo>
                  <a:pt x="2600" y="405"/>
                  <a:pt x="2603" y="409"/>
                  <a:pt x="2603" y="412"/>
                </a:cubicBezTo>
                <a:cubicBezTo>
                  <a:pt x="2604" y="416"/>
                  <a:pt x="2605" y="419"/>
                  <a:pt x="2605" y="423"/>
                </a:cubicBezTo>
                <a:cubicBezTo>
                  <a:pt x="2605" y="428"/>
                  <a:pt x="2602" y="424"/>
                  <a:pt x="2602" y="421"/>
                </a:cubicBezTo>
                <a:close/>
                <a:moveTo>
                  <a:pt x="2218" y="365"/>
                </a:moveTo>
                <a:cubicBezTo>
                  <a:pt x="2224" y="368"/>
                  <a:pt x="2230" y="369"/>
                  <a:pt x="2232" y="377"/>
                </a:cubicBezTo>
                <a:cubicBezTo>
                  <a:pt x="2227" y="374"/>
                  <a:pt x="2220" y="373"/>
                  <a:pt x="2218" y="365"/>
                </a:cubicBezTo>
                <a:close/>
                <a:moveTo>
                  <a:pt x="2247" y="392"/>
                </a:moveTo>
                <a:cubicBezTo>
                  <a:pt x="2242" y="390"/>
                  <a:pt x="2240" y="382"/>
                  <a:pt x="2233" y="383"/>
                </a:cubicBezTo>
                <a:cubicBezTo>
                  <a:pt x="2234" y="374"/>
                  <a:pt x="2241" y="388"/>
                  <a:pt x="2246" y="386"/>
                </a:cubicBezTo>
                <a:cubicBezTo>
                  <a:pt x="2250" y="390"/>
                  <a:pt x="2254" y="393"/>
                  <a:pt x="2260" y="395"/>
                </a:cubicBezTo>
                <a:cubicBezTo>
                  <a:pt x="2259" y="403"/>
                  <a:pt x="2249" y="395"/>
                  <a:pt x="2247" y="392"/>
                </a:cubicBezTo>
                <a:close/>
                <a:moveTo>
                  <a:pt x="2670" y="596"/>
                </a:moveTo>
                <a:cubicBezTo>
                  <a:pt x="2678" y="593"/>
                  <a:pt x="2668" y="577"/>
                  <a:pt x="2677" y="574"/>
                </a:cubicBezTo>
                <a:cubicBezTo>
                  <a:pt x="2690" y="518"/>
                  <a:pt x="2697" y="515"/>
                  <a:pt x="2696" y="505"/>
                </a:cubicBezTo>
                <a:cubicBezTo>
                  <a:pt x="2745" y="414"/>
                  <a:pt x="2753" y="392"/>
                  <a:pt x="2767" y="373"/>
                </a:cubicBezTo>
                <a:cubicBezTo>
                  <a:pt x="2819" y="299"/>
                  <a:pt x="2833" y="280"/>
                  <a:pt x="2851" y="264"/>
                </a:cubicBezTo>
                <a:cubicBezTo>
                  <a:pt x="2878" y="234"/>
                  <a:pt x="2881" y="229"/>
                  <a:pt x="2885" y="225"/>
                </a:cubicBezTo>
                <a:cubicBezTo>
                  <a:pt x="2909" y="199"/>
                  <a:pt x="2907" y="194"/>
                  <a:pt x="2911" y="193"/>
                </a:cubicBezTo>
                <a:cubicBezTo>
                  <a:pt x="2959" y="140"/>
                  <a:pt x="2966" y="133"/>
                  <a:pt x="2971" y="125"/>
                </a:cubicBezTo>
                <a:cubicBezTo>
                  <a:pt x="2994" y="96"/>
                  <a:pt x="3006" y="93"/>
                  <a:pt x="3010" y="85"/>
                </a:cubicBezTo>
                <a:cubicBezTo>
                  <a:pt x="3044" y="52"/>
                  <a:pt x="3045" y="46"/>
                  <a:pt x="3046" y="42"/>
                </a:cubicBezTo>
                <a:cubicBezTo>
                  <a:pt x="3058" y="32"/>
                  <a:pt x="3055" y="36"/>
                  <a:pt x="3055" y="40"/>
                </a:cubicBezTo>
                <a:cubicBezTo>
                  <a:pt x="3000" y="106"/>
                  <a:pt x="2991" y="120"/>
                  <a:pt x="2981" y="132"/>
                </a:cubicBezTo>
                <a:cubicBezTo>
                  <a:pt x="2963" y="150"/>
                  <a:pt x="2957" y="164"/>
                  <a:pt x="2950" y="168"/>
                </a:cubicBezTo>
                <a:cubicBezTo>
                  <a:pt x="2881" y="245"/>
                  <a:pt x="2877" y="251"/>
                  <a:pt x="2871" y="257"/>
                </a:cubicBezTo>
                <a:cubicBezTo>
                  <a:pt x="2859" y="269"/>
                  <a:pt x="2857" y="271"/>
                  <a:pt x="2856" y="275"/>
                </a:cubicBezTo>
                <a:cubicBezTo>
                  <a:pt x="2820" y="325"/>
                  <a:pt x="2810" y="323"/>
                  <a:pt x="2811" y="329"/>
                </a:cubicBezTo>
                <a:cubicBezTo>
                  <a:pt x="2781" y="370"/>
                  <a:pt x="2779" y="373"/>
                  <a:pt x="2776" y="377"/>
                </a:cubicBezTo>
                <a:cubicBezTo>
                  <a:pt x="2753" y="408"/>
                  <a:pt x="2759" y="417"/>
                  <a:pt x="2752" y="417"/>
                </a:cubicBezTo>
                <a:cubicBezTo>
                  <a:pt x="2735" y="457"/>
                  <a:pt x="2729" y="462"/>
                  <a:pt x="2727" y="470"/>
                </a:cubicBezTo>
                <a:cubicBezTo>
                  <a:pt x="2710" y="525"/>
                  <a:pt x="2699" y="527"/>
                  <a:pt x="2703" y="540"/>
                </a:cubicBezTo>
                <a:cubicBezTo>
                  <a:pt x="2683" y="628"/>
                  <a:pt x="2677" y="642"/>
                  <a:pt x="2677" y="660"/>
                </a:cubicBezTo>
                <a:cubicBezTo>
                  <a:pt x="2658" y="608"/>
                  <a:pt x="2673" y="608"/>
                  <a:pt x="2670" y="596"/>
                </a:cubicBezTo>
                <a:close/>
                <a:moveTo>
                  <a:pt x="2671" y="694"/>
                </a:moveTo>
                <a:cubicBezTo>
                  <a:pt x="2670" y="699"/>
                  <a:pt x="2668" y="693"/>
                  <a:pt x="2668" y="689"/>
                </a:cubicBezTo>
                <a:cubicBezTo>
                  <a:pt x="2669" y="683"/>
                  <a:pt x="2671" y="690"/>
                  <a:pt x="2671" y="694"/>
                </a:cubicBezTo>
                <a:close/>
                <a:moveTo>
                  <a:pt x="2167" y="124"/>
                </a:moveTo>
                <a:cubicBezTo>
                  <a:pt x="2175" y="123"/>
                  <a:pt x="2174" y="135"/>
                  <a:pt x="2181" y="136"/>
                </a:cubicBezTo>
                <a:cubicBezTo>
                  <a:pt x="2179" y="142"/>
                  <a:pt x="2168" y="131"/>
                  <a:pt x="2167" y="124"/>
                </a:cubicBezTo>
                <a:close/>
                <a:moveTo>
                  <a:pt x="2496" y="513"/>
                </a:moveTo>
                <a:cubicBezTo>
                  <a:pt x="2494" y="511"/>
                  <a:pt x="2492" y="509"/>
                  <a:pt x="2492" y="505"/>
                </a:cubicBezTo>
                <a:cubicBezTo>
                  <a:pt x="2484" y="506"/>
                  <a:pt x="2485" y="495"/>
                  <a:pt x="2478" y="496"/>
                </a:cubicBezTo>
                <a:cubicBezTo>
                  <a:pt x="2472" y="486"/>
                  <a:pt x="2464" y="478"/>
                  <a:pt x="2455" y="471"/>
                </a:cubicBezTo>
                <a:cubicBezTo>
                  <a:pt x="2456" y="466"/>
                  <a:pt x="2461" y="468"/>
                  <a:pt x="2462" y="473"/>
                </a:cubicBezTo>
                <a:cubicBezTo>
                  <a:pt x="2465" y="473"/>
                  <a:pt x="2467" y="477"/>
                  <a:pt x="2471" y="477"/>
                </a:cubicBezTo>
                <a:cubicBezTo>
                  <a:pt x="2479" y="493"/>
                  <a:pt x="2493" y="500"/>
                  <a:pt x="2502" y="515"/>
                </a:cubicBezTo>
                <a:cubicBezTo>
                  <a:pt x="2501" y="521"/>
                  <a:pt x="2500" y="512"/>
                  <a:pt x="2496" y="513"/>
                </a:cubicBezTo>
                <a:close/>
                <a:moveTo>
                  <a:pt x="2529" y="557"/>
                </a:moveTo>
                <a:cubicBezTo>
                  <a:pt x="2528" y="543"/>
                  <a:pt x="2516" y="546"/>
                  <a:pt x="2515" y="533"/>
                </a:cubicBezTo>
                <a:cubicBezTo>
                  <a:pt x="2523" y="537"/>
                  <a:pt x="2526" y="549"/>
                  <a:pt x="2534" y="553"/>
                </a:cubicBezTo>
                <a:cubicBezTo>
                  <a:pt x="2538" y="561"/>
                  <a:pt x="2546" y="564"/>
                  <a:pt x="2550" y="573"/>
                </a:cubicBezTo>
                <a:cubicBezTo>
                  <a:pt x="2540" y="572"/>
                  <a:pt x="2539" y="557"/>
                  <a:pt x="2529" y="557"/>
                </a:cubicBezTo>
                <a:close/>
                <a:moveTo>
                  <a:pt x="2518" y="518"/>
                </a:moveTo>
                <a:cubicBezTo>
                  <a:pt x="2508" y="500"/>
                  <a:pt x="2491" y="491"/>
                  <a:pt x="2482" y="472"/>
                </a:cubicBezTo>
                <a:cubicBezTo>
                  <a:pt x="2435" y="429"/>
                  <a:pt x="2435" y="413"/>
                  <a:pt x="2426" y="412"/>
                </a:cubicBezTo>
                <a:cubicBezTo>
                  <a:pt x="2383" y="364"/>
                  <a:pt x="2381" y="351"/>
                  <a:pt x="2374" y="345"/>
                </a:cubicBezTo>
                <a:cubicBezTo>
                  <a:pt x="2323" y="284"/>
                  <a:pt x="2313" y="279"/>
                  <a:pt x="2306" y="270"/>
                </a:cubicBezTo>
                <a:cubicBezTo>
                  <a:pt x="2257" y="215"/>
                  <a:pt x="2249" y="218"/>
                  <a:pt x="2246" y="211"/>
                </a:cubicBezTo>
                <a:cubicBezTo>
                  <a:pt x="2217" y="186"/>
                  <a:pt x="2215" y="179"/>
                  <a:pt x="2210" y="177"/>
                </a:cubicBezTo>
                <a:cubicBezTo>
                  <a:pt x="2186" y="148"/>
                  <a:pt x="2183" y="146"/>
                  <a:pt x="2182" y="141"/>
                </a:cubicBezTo>
                <a:cubicBezTo>
                  <a:pt x="2231" y="178"/>
                  <a:pt x="2230" y="192"/>
                  <a:pt x="2240" y="192"/>
                </a:cubicBezTo>
                <a:cubicBezTo>
                  <a:pt x="2298" y="245"/>
                  <a:pt x="2307" y="257"/>
                  <a:pt x="2319" y="265"/>
                </a:cubicBezTo>
                <a:cubicBezTo>
                  <a:pt x="2341" y="287"/>
                  <a:pt x="2346" y="292"/>
                  <a:pt x="2352" y="297"/>
                </a:cubicBezTo>
                <a:cubicBezTo>
                  <a:pt x="2448" y="398"/>
                  <a:pt x="2456" y="399"/>
                  <a:pt x="2462" y="402"/>
                </a:cubicBezTo>
                <a:cubicBezTo>
                  <a:pt x="2503" y="460"/>
                  <a:pt x="2512" y="459"/>
                  <a:pt x="2514" y="468"/>
                </a:cubicBezTo>
                <a:cubicBezTo>
                  <a:pt x="2557" y="528"/>
                  <a:pt x="2567" y="533"/>
                  <a:pt x="2573" y="542"/>
                </a:cubicBezTo>
                <a:cubicBezTo>
                  <a:pt x="2620" y="605"/>
                  <a:pt x="2622" y="613"/>
                  <a:pt x="2624" y="620"/>
                </a:cubicBezTo>
                <a:cubicBezTo>
                  <a:pt x="2651" y="697"/>
                  <a:pt x="2652" y="687"/>
                  <a:pt x="2646" y="687"/>
                </a:cubicBezTo>
                <a:cubicBezTo>
                  <a:pt x="2628" y="656"/>
                  <a:pt x="2626" y="652"/>
                  <a:pt x="2621" y="651"/>
                </a:cubicBezTo>
                <a:cubicBezTo>
                  <a:pt x="2601" y="617"/>
                  <a:pt x="2591" y="615"/>
                  <a:pt x="2588" y="604"/>
                </a:cubicBezTo>
                <a:close/>
                <a:moveTo>
                  <a:pt x="2558" y="584"/>
                </a:moveTo>
                <a:cubicBezTo>
                  <a:pt x="2570" y="588"/>
                  <a:pt x="2571" y="611"/>
                  <a:pt x="2584" y="614"/>
                </a:cubicBezTo>
                <a:cubicBezTo>
                  <a:pt x="2585" y="624"/>
                  <a:pt x="2593" y="623"/>
                  <a:pt x="2594" y="632"/>
                </a:cubicBezTo>
                <a:cubicBezTo>
                  <a:pt x="2583" y="627"/>
                  <a:pt x="2576" y="615"/>
                  <a:pt x="2566" y="608"/>
                </a:cubicBezTo>
                <a:cubicBezTo>
                  <a:pt x="2567" y="596"/>
                  <a:pt x="2563" y="595"/>
                  <a:pt x="2558" y="584"/>
                </a:cubicBezTo>
                <a:close/>
                <a:moveTo>
                  <a:pt x="2679" y="775"/>
                </a:moveTo>
                <a:cubicBezTo>
                  <a:pt x="2671" y="767"/>
                  <a:pt x="2664" y="755"/>
                  <a:pt x="2658" y="744"/>
                </a:cubicBezTo>
                <a:cubicBezTo>
                  <a:pt x="2603" y="689"/>
                  <a:pt x="2594" y="678"/>
                  <a:pt x="2584" y="670"/>
                </a:cubicBezTo>
                <a:cubicBezTo>
                  <a:pt x="2548" y="635"/>
                  <a:pt x="2538" y="628"/>
                  <a:pt x="2527" y="622"/>
                </a:cubicBezTo>
                <a:cubicBezTo>
                  <a:pt x="2495" y="589"/>
                  <a:pt x="2492" y="587"/>
                  <a:pt x="2487" y="586"/>
                </a:cubicBezTo>
                <a:cubicBezTo>
                  <a:pt x="2442" y="547"/>
                  <a:pt x="2434" y="544"/>
                  <a:pt x="2430" y="535"/>
                </a:cubicBezTo>
                <a:cubicBezTo>
                  <a:pt x="2377" y="492"/>
                  <a:pt x="2357" y="490"/>
                  <a:pt x="2349" y="472"/>
                </a:cubicBezTo>
                <a:cubicBezTo>
                  <a:pt x="2292" y="434"/>
                  <a:pt x="2291" y="422"/>
                  <a:pt x="2283" y="423"/>
                </a:cubicBezTo>
                <a:cubicBezTo>
                  <a:pt x="2300" y="431"/>
                  <a:pt x="2306" y="435"/>
                  <a:pt x="2313" y="438"/>
                </a:cubicBezTo>
                <a:cubicBezTo>
                  <a:pt x="2366" y="477"/>
                  <a:pt x="2371" y="481"/>
                  <a:pt x="2378" y="484"/>
                </a:cubicBezTo>
                <a:cubicBezTo>
                  <a:pt x="2447" y="528"/>
                  <a:pt x="2446" y="534"/>
                  <a:pt x="2447" y="535"/>
                </a:cubicBezTo>
                <a:cubicBezTo>
                  <a:pt x="2478" y="560"/>
                  <a:pt x="2486" y="560"/>
                  <a:pt x="2492" y="564"/>
                </a:cubicBezTo>
                <a:cubicBezTo>
                  <a:pt x="2547" y="608"/>
                  <a:pt x="2556" y="618"/>
                  <a:pt x="2569" y="623"/>
                </a:cubicBezTo>
                <a:cubicBezTo>
                  <a:pt x="2629" y="682"/>
                  <a:pt x="2635" y="694"/>
                  <a:pt x="2646" y="699"/>
                </a:cubicBezTo>
                <a:cubicBezTo>
                  <a:pt x="2678" y="752"/>
                  <a:pt x="2685" y="750"/>
                  <a:pt x="2685" y="759"/>
                </a:cubicBezTo>
                <a:cubicBezTo>
                  <a:pt x="2693" y="798"/>
                  <a:pt x="2686" y="786"/>
                  <a:pt x="2679" y="775"/>
                </a:cubicBezTo>
                <a:close/>
                <a:moveTo>
                  <a:pt x="2707" y="769"/>
                </a:moveTo>
                <a:cubicBezTo>
                  <a:pt x="2707" y="760"/>
                  <a:pt x="2703" y="756"/>
                  <a:pt x="2701" y="750"/>
                </a:cubicBezTo>
                <a:cubicBezTo>
                  <a:pt x="2708" y="683"/>
                  <a:pt x="2719" y="672"/>
                  <a:pt x="2716" y="652"/>
                </a:cubicBezTo>
                <a:cubicBezTo>
                  <a:pt x="2729" y="615"/>
                  <a:pt x="2729" y="610"/>
                  <a:pt x="2728" y="606"/>
                </a:cubicBezTo>
                <a:cubicBezTo>
                  <a:pt x="2739" y="567"/>
                  <a:pt x="2743" y="565"/>
                  <a:pt x="2742" y="561"/>
                </a:cubicBezTo>
                <a:cubicBezTo>
                  <a:pt x="2789" y="452"/>
                  <a:pt x="2797" y="452"/>
                  <a:pt x="2796" y="447"/>
                </a:cubicBezTo>
                <a:cubicBezTo>
                  <a:pt x="2831" y="388"/>
                  <a:pt x="2842" y="377"/>
                  <a:pt x="2851" y="365"/>
                </a:cubicBezTo>
                <a:cubicBezTo>
                  <a:pt x="2877" y="319"/>
                  <a:pt x="2887" y="317"/>
                  <a:pt x="2887" y="307"/>
                </a:cubicBezTo>
                <a:cubicBezTo>
                  <a:pt x="2921" y="268"/>
                  <a:pt x="2925" y="262"/>
                  <a:pt x="2930" y="257"/>
                </a:cubicBezTo>
                <a:cubicBezTo>
                  <a:pt x="3006" y="164"/>
                  <a:pt x="3022" y="140"/>
                  <a:pt x="3044" y="119"/>
                </a:cubicBezTo>
                <a:cubicBezTo>
                  <a:pt x="3048" y="131"/>
                  <a:pt x="3038" y="131"/>
                  <a:pt x="3039" y="138"/>
                </a:cubicBezTo>
                <a:cubicBezTo>
                  <a:pt x="3028" y="157"/>
                  <a:pt x="3025" y="162"/>
                  <a:pt x="3021" y="165"/>
                </a:cubicBezTo>
                <a:cubicBezTo>
                  <a:pt x="2972" y="241"/>
                  <a:pt x="2970" y="247"/>
                  <a:pt x="2964" y="251"/>
                </a:cubicBezTo>
                <a:cubicBezTo>
                  <a:pt x="2938" y="288"/>
                  <a:pt x="2935" y="294"/>
                  <a:pt x="2929" y="299"/>
                </a:cubicBezTo>
                <a:cubicBezTo>
                  <a:pt x="2901" y="357"/>
                  <a:pt x="2894" y="361"/>
                  <a:pt x="2890" y="366"/>
                </a:cubicBezTo>
                <a:cubicBezTo>
                  <a:pt x="2857" y="418"/>
                  <a:pt x="2855" y="420"/>
                  <a:pt x="2850" y="421"/>
                </a:cubicBezTo>
                <a:cubicBezTo>
                  <a:pt x="2834" y="447"/>
                  <a:pt x="2837" y="452"/>
                  <a:pt x="2836" y="454"/>
                </a:cubicBezTo>
                <a:cubicBezTo>
                  <a:pt x="2828" y="473"/>
                  <a:pt x="2814" y="471"/>
                  <a:pt x="2818" y="481"/>
                </a:cubicBezTo>
                <a:cubicBezTo>
                  <a:pt x="2790" y="525"/>
                  <a:pt x="2784" y="536"/>
                  <a:pt x="2782" y="550"/>
                </a:cubicBezTo>
                <a:cubicBezTo>
                  <a:pt x="2736" y="645"/>
                  <a:pt x="2730" y="672"/>
                  <a:pt x="2726" y="700"/>
                </a:cubicBezTo>
                <a:cubicBezTo>
                  <a:pt x="2718" y="757"/>
                  <a:pt x="2717" y="771"/>
                  <a:pt x="2716" y="785"/>
                </a:cubicBezTo>
                <a:close/>
                <a:moveTo>
                  <a:pt x="2714" y="863"/>
                </a:moveTo>
                <a:cubicBezTo>
                  <a:pt x="2717" y="862"/>
                  <a:pt x="2720" y="861"/>
                  <a:pt x="2723" y="861"/>
                </a:cubicBezTo>
                <a:cubicBezTo>
                  <a:pt x="2727" y="864"/>
                  <a:pt x="2728" y="870"/>
                  <a:pt x="2729" y="877"/>
                </a:cubicBezTo>
                <a:cubicBezTo>
                  <a:pt x="2723" y="875"/>
                  <a:pt x="2718" y="870"/>
                  <a:pt x="2714" y="863"/>
                </a:cubicBezTo>
                <a:close/>
                <a:moveTo>
                  <a:pt x="2736" y="855"/>
                </a:moveTo>
                <a:cubicBezTo>
                  <a:pt x="2726" y="849"/>
                  <a:pt x="2732" y="839"/>
                  <a:pt x="2726" y="831"/>
                </a:cubicBezTo>
                <a:cubicBezTo>
                  <a:pt x="2729" y="830"/>
                  <a:pt x="2731" y="829"/>
                  <a:pt x="2731" y="827"/>
                </a:cubicBezTo>
                <a:cubicBezTo>
                  <a:pt x="2739" y="830"/>
                  <a:pt x="2737" y="849"/>
                  <a:pt x="2736" y="855"/>
                </a:cubicBezTo>
                <a:close/>
                <a:moveTo>
                  <a:pt x="2735" y="820"/>
                </a:moveTo>
                <a:cubicBezTo>
                  <a:pt x="2725" y="820"/>
                  <a:pt x="2734" y="813"/>
                  <a:pt x="2729" y="803"/>
                </a:cubicBezTo>
                <a:cubicBezTo>
                  <a:pt x="2732" y="737"/>
                  <a:pt x="2730" y="728"/>
                  <a:pt x="2733" y="723"/>
                </a:cubicBezTo>
                <a:cubicBezTo>
                  <a:pt x="2741" y="692"/>
                  <a:pt x="2742" y="689"/>
                  <a:pt x="2739" y="689"/>
                </a:cubicBezTo>
                <a:cubicBezTo>
                  <a:pt x="2750" y="646"/>
                  <a:pt x="2751" y="643"/>
                  <a:pt x="2752" y="639"/>
                </a:cubicBezTo>
                <a:cubicBezTo>
                  <a:pt x="2766" y="607"/>
                  <a:pt x="2767" y="604"/>
                  <a:pt x="2768" y="600"/>
                </a:cubicBezTo>
                <a:cubicBezTo>
                  <a:pt x="2799" y="541"/>
                  <a:pt x="2800" y="525"/>
                  <a:pt x="2810" y="515"/>
                </a:cubicBezTo>
                <a:cubicBezTo>
                  <a:pt x="2867" y="421"/>
                  <a:pt x="2872" y="420"/>
                  <a:pt x="2870" y="414"/>
                </a:cubicBezTo>
                <a:cubicBezTo>
                  <a:pt x="2911" y="347"/>
                  <a:pt x="2929" y="325"/>
                  <a:pt x="2941" y="299"/>
                </a:cubicBezTo>
                <a:cubicBezTo>
                  <a:pt x="3021" y="183"/>
                  <a:pt x="3028" y="172"/>
                  <a:pt x="3034" y="160"/>
                </a:cubicBezTo>
                <a:cubicBezTo>
                  <a:pt x="3044" y="136"/>
                  <a:pt x="3050" y="137"/>
                  <a:pt x="3050" y="136"/>
                </a:cubicBezTo>
                <a:cubicBezTo>
                  <a:pt x="3066" y="96"/>
                  <a:pt x="3066" y="88"/>
                  <a:pt x="3069" y="82"/>
                </a:cubicBezTo>
                <a:cubicBezTo>
                  <a:pt x="3104" y="54"/>
                  <a:pt x="3097" y="55"/>
                  <a:pt x="3097" y="61"/>
                </a:cubicBezTo>
                <a:cubicBezTo>
                  <a:pt x="3072" y="112"/>
                  <a:pt x="3069" y="131"/>
                  <a:pt x="3055" y="144"/>
                </a:cubicBezTo>
                <a:cubicBezTo>
                  <a:pt x="3029" y="181"/>
                  <a:pt x="3039" y="192"/>
                  <a:pt x="3029" y="190"/>
                </a:cubicBezTo>
                <a:cubicBezTo>
                  <a:pt x="3015" y="235"/>
                  <a:pt x="3001" y="231"/>
                  <a:pt x="3006" y="239"/>
                </a:cubicBezTo>
                <a:cubicBezTo>
                  <a:pt x="2970" y="301"/>
                  <a:pt x="2958" y="314"/>
                  <a:pt x="2950" y="330"/>
                </a:cubicBezTo>
                <a:cubicBezTo>
                  <a:pt x="2925" y="367"/>
                  <a:pt x="2916" y="382"/>
                  <a:pt x="2904" y="396"/>
                </a:cubicBezTo>
                <a:cubicBezTo>
                  <a:pt x="2876" y="444"/>
                  <a:pt x="2871" y="447"/>
                  <a:pt x="2871" y="452"/>
                </a:cubicBezTo>
                <a:cubicBezTo>
                  <a:pt x="2848" y="489"/>
                  <a:pt x="2843" y="492"/>
                  <a:pt x="2845" y="499"/>
                </a:cubicBezTo>
                <a:cubicBezTo>
                  <a:pt x="2813" y="562"/>
                  <a:pt x="2806" y="563"/>
                  <a:pt x="2806" y="569"/>
                </a:cubicBezTo>
                <a:cubicBezTo>
                  <a:pt x="2786" y="621"/>
                  <a:pt x="2775" y="635"/>
                  <a:pt x="2773" y="656"/>
                </a:cubicBezTo>
                <a:cubicBezTo>
                  <a:pt x="2748" y="740"/>
                  <a:pt x="2743" y="743"/>
                  <a:pt x="2745" y="750"/>
                </a:cubicBezTo>
                <a:close/>
                <a:moveTo>
                  <a:pt x="2691" y="953"/>
                </a:moveTo>
                <a:cubicBezTo>
                  <a:pt x="2685" y="951"/>
                  <a:pt x="2678" y="950"/>
                  <a:pt x="2675" y="944"/>
                </a:cubicBezTo>
                <a:cubicBezTo>
                  <a:pt x="2667" y="944"/>
                  <a:pt x="2661" y="943"/>
                  <a:pt x="2658" y="936"/>
                </a:cubicBezTo>
                <a:cubicBezTo>
                  <a:pt x="2648" y="939"/>
                  <a:pt x="2645" y="934"/>
                  <a:pt x="2639" y="931"/>
                </a:cubicBezTo>
                <a:cubicBezTo>
                  <a:pt x="2631" y="934"/>
                  <a:pt x="2630" y="925"/>
                  <a:pt x="2623" y="925"/>
                </a:cubicBezTo>
                <a:cubicBezTo>
                  <a:pt x="2623" y="922"/>
                  <a:pt x="2619" y="924"/>
                  <a:pt x="2617" y="923"/>
                </a:cubicBezTo>
                <a:cubicBezTo>
                  <a:pt x="2615" y="923"/>
                  <a:pt x="2615" y="922"/>
                  <a:pt x="2614" y="921"/>
                </a:cubicBezTo>
                <a:cubicBezTo>
                  <a:pt x="2611" y="920"/>
                  <a:pt x="2606" y="917"/>
                  <a:pt x="2601" y="918"/>
                </a:cubicBezTo>
                <a:cubicBezTo>
                  <a:pt x="2598" y="918"/>
                  <a:pt x="2591" y="916"/>
                  <a:pt x="2588" y="912"/>
                </a:cubicBezTo>
                <a:cubicBezTo>
                  <a:pt x="2575" y="910"/>
                  <a:pt x="2565" y="904"/>
                  <a:pt x="2556" y="897"/>
                </a:cubicBezTo>
                <a:cubicBezTo>
                  <a:pt x="2550" y="900"/>
                  <a:pt x="2551" y="893"/>
                  <a:pt x="2546" y="893"/>
                </a:cubicBezTo>
                <a:cubicBezTo>
                  <a:pt x="2543" y="893"/>
                  <a:pt x="2540" y="892"/>
                  <a:pt x="2539" y="889"/>
                </a:cubicBezTo>
                <a:cubicBezTo>
                  <a:pt x="2534" y="885"/>
                  <a:pt x="2526" y="886"/>
                  <a:pt x="2523" y="880"/>
                </a:cubicBezTo>
                <a:cubicBezTo>
                  <a:pt x="2516" y="880"/>
                  <a:pt x="2513" y="872"/>
                  <a:pt x="2506" y="872"/>
                </a:cubicBezTo>
                <a:cubicBezTo>
                  <a:pt x="2505" y="869"/>
                  <a:pt x="2500" y="871"/>
                  <a:pt x="2499" y="867"/>
                </a:cubicBezTo>
                <a:cubicBezTo>
                  <a:pt x="2498" y="865"/>
                  <a:pt x="2496" y="863"/>
                  <a:pt x="2493" y="863"/>
                </a:cubicBezTo>
                <a:cubicBezTo>
                  <a:pt x="2494" y="855"/>
                  <a:pt x="2504" y="864"/>
                  <a:pt x="2508" y="866"/>
                </a:cubicBezTo>
                <a:cubicBezTo>
                  <a:pt x="2513" y="867"/>
                  <a:pt x="2523" y="862"/>
                  <a:pt x="2524" y="871"/>
                </a:cubicBezTo>
                <a:cubicBezTo>
                  <a:pt x="2533" y="867"/>
                  <a:pt x="2536" y="872"/>
                  <a:pt x="2542" y="873"/>
                </a:cubicBezTo>
                <a:cubicBezTo>
                  <a:pt x="2550" y="871"/>
                  <a:pt x="2552" y="878"/>
                  <a:pt x="2560" y="876"/>
                </a:cubicBezTo>
                <a:cubicBezTo>
                  <a:pt x="2568" y="884"/>
                  <a:pt x="2582" y="883"/>
                  <a:pt x="2592" y="887"/>
                </a:cubicBezTo>
                <a:cubicBezTo>
                  <a:pt x="2604" y="888"/>
                  <a:pt x="2612" y="896"/>
                  <a:pt x="2626" y="895"/>
                </a:cubicBezTo>
                <a:cubicBezTo>
                  <a:pt x="2637" y="905"/>
                  <a:pt x="2652" y="910"/>
                  <a:pt x="2666" y="917"/>
                </a:cubicBezTo>
                <a:cubicBezTo>
                  <a:pt x="2670" y="921"/>
                  <a:pt x="2674" y="924"/>
                  <a:pt x="2680" y="926"/>
                </a:cubicBezTo>
                <a:cubicBezTo>
                  <a:pt x="2679" y="937"/>
                  <a:pt x="2691" y="928"/>
                  <a:pt x="2691" y="938"/>
                </a:cubicBezTo>
                <a:cubicBezTo>
                  <a:pt x="2702" y="941"/>
                  <a:pt x="2710" y="949"/>
                  <a:pt x="2721" y="953"/>
                </a:cubicBezTo>
                <a:cubicBezTo>
                  <a:pt x="2729" y="970"/>
                  <a:pt x="2744" y="977"/>
                  <a:pt x="2752" y="994"/>
                </a:cubicBezTo>
                <a:cubicBezTo>
                  <a:pt x="2732" y="980"/>
                  <a:pt x="2711" y="967"/>
                  <a:pt x="2691" y="953"/>
                </a:cubicBezTo>
                <a:close/>
                <a:moveTo>
                  <a:pt x="2756" y="996"/>
                </a:moveTo>
                <a:cubicBezTo>
                  <a:pt x="2759" y="998"/>
                  <a:pt x="2761" y="1000"/>
                  <a:pt x="2763" y="1003"/>
                </a:cubicBezTo>
                <a:cubicBezTo>
                  <a:pt x="2764" y="1011"/>
                  <a:pt x="2756" y="1000"/>
                  <a:pt x="2756" y="996"/>
                </a:cubicBezTo>
                <a:close/>
                <a:moveTo>
                  <a:pt x="2815" y="895"/>
                </a:moveTo>
                <a:cubicBezTo>
                  <a:pt x="2818" y="885"/>
                  <a:pt x="2822" y="900"/>
                  <a:pt x="2819" y="901"/>
                </a:cubicBezTo>
                <a:cubicBezTo>
                  <a:pt x="2818" y="901"/>
                  <a:pt x="2815" y="897"/>
                  <a:pt x="2815" y="895"/>
                </a:cubicBezTo>
                <a:close/>
                <a:moveTo>
                  <a:pt x="2784" y="988"/>
                </a:moveTo>
                <a:cubicBezTo>
                  <a:pt x="2780" y="988"/>
                  <a:pt x="2780" y="983"/>
                  <a:pt x="2779" y="980"/>
                </a:cubicBezTo>
                <a:cubicBezTo>
                  <a:pt x="2784" y="978"/>
                  <a:pt x="2785" y="981"/>
                  <a:pt x="2786" y="984"/>
                </a:cubicBezTo>
                <a:cubicBezTo>
                  <a:pt x="2783" y="984"/>
                  <a:pt x="2784" y="986"/>
                  <a:pt x="2784" y="988"/>
                </a:cubicBezTo>
                <a:close/>
                <a:moveTo>
                  <a:pt x="2796" y="1018"/>
                </a:moveTo>
                <a:cubicBezTo>
                  <a:pt x="2794" y="1018"/>
                  <a:pt x="2791" y="1014"/>
                  <a:pt x="2792" y="1013"/>
                </a:cubicBezTo>
                <a:cubicBezTo>
                  <a:pt x="2794" y="1002"/>
                  <a:pt x="2798" y="1017"/>
                  <a:pt x="2796" y="1018"/>
                </a:cubicBezTo>
                <a:close/>
                <a:moveTo>
                  <a:pt x="2798" y="928"/>
                </a:moveTo>
                <a:cubicBezTo>
                  <a:pt x="2800" y="935"/>
                  <a:pt x="2796" y="938"/>
                  <a:pt x="2796" y="944"/>
                </a:cubicBezTo>
                <a:cubicBezTo>
                  <a:pt x="2797" y="947"/>
                  <a:pt x="2792" y="948"/>
                  <a:pt x="2791" y="951"/>
                </a:cubicBezTo>
                <a:cubicBezTo>
                  <a:pt x="2791" y="952"/>
                  <a:pt x="2793" y="955"/>
                  <a:pt x="2792" y="956"/>
                </a:cubicBezTo>
                <a:cubicBezTo>
                  <a:pt x="2792" y="957"/>
                  <a:pt x="2790" y="956"/>
                  <a:pt x="2789" y="957"/>
                </a:cubicBezTo>
                <a:cubicBezTo>
                  <a:pt x="2788" y="961"/>
                  <a:pt x="2792" y="971"/>
                  <a:pt x="2783" y="970"/>
                </a:cubicBezTo>
                <a:cubicBezTo>
                  <a:pt x="2779" y="961"/>
                  <a:pt x="2786" y="960"/>
                  <a:pt x="2786" y="955"/>
                </a:cubicBezTo>
                <a:cubicBezTo>
                  <a:pt x="2788" y="950"/>
                  <a:pt x="2789" y="945"/>
                  <a:pt x="2792" y="942"/>
                </a:cubicBezTo>
                <a:cubicBezTo>
                  <a:pt x="2792" y="931"/>
                  <a:pt x="2800" y="925"/>
                  <a:pt x="2798" y="914"/>
                </a:cubicBezTo>
                <a:cubicBezTo>
                  <a:pt x="2806" y="914"/>
                  <a:pt x="2802" y="927"/>
                  <a:pt x="2798" y="928"/>
                </a:cubicBezTo>
                <a:close/>
                <a:moveTo>
                  <a:pt x="2804" y="1046"/>
                </a:moveTo>
                <a:cubicBezTo>
                  <a:pt x="2801" y="1038"/>
                  <a:pt x="2809" y="1039"/>
                  <a:pt x="2808" y="1033"/>
                </a:cubicBezTo>
                <a:cubicBezTo>
                  <a:pt x="2811" y="972"/>
                  <a:pt x="2808" y="961"/>
                  <a:pt x="2809" y="953"/>
                </a:cubicBezTo>
                <a:cubicBezTo>
                  <a:pt x="2827" y="913"/>
                  <a:pt x="2831" y="903"/>
                  <a:pt x="2833" y="892"/>
                </a:cubicBezTo>
                <a:cubicBezTo>
                  <a:pt x="2866" y="831"/>
                  <a:pt x="2864" y="821"/>
                  <a:pt x="2871" y="816"/>
                </a:cubicBezTo>
                <a:cubicBezTo>
                  <a:pt x="2892" y="787"/>
                  <a:pt x="2888" y="781"/>
                  <a:pt x="2893" y="779"/>
                </a:cubicBezTo>
                <a:cubicBezTo>
                  <a:pt x="2920" y="738"/>
                  <a:pt x="2924" y="732"/>
                  <a:pt x="2926" y="725"/>
                </a:cubicBezTo>
                <a:cubicBezTo>
                  <a:pt x="3006" y="618"/>
                  <a:pt x="3015" y="620"/>
                  <a:pt x="3013" y="613"/>
                </a:cubicBezTo>
                <a:cubicBezTo>
                  <a:pt x="3042" y="578"/>
                  <a:pt x="3056" y="570"/>
                  <a:pt x="3061" y="556"/>
                </a:cubicBezTo>
                <a:cubicBezTo>
                  <a:pt x="3048" y="583"/>
                  <a:pt x="3050" y="590"/>
                  <a:pt x="3048" y="594"/>
                </a:cubicBezTo>
                <a:cubicBezTo>
                  <a:pt x="3026" y="632"/>
                  <a:pt x="3025" y="638"/>
                  <a:pt x="3022" y="641"/>
                </a:cubicBezTo>
                <a:cubicBezTo>
                  <a:pt x="3005" y="668"/>
                  <a:pt x="2999" y="669"/>
                  <a:pt x="2999" y="675"/>
                </a:cubicBezTo>
                <a:cubicBezTo>
                  <a:pt x="2979" y="700"/>
                  <a:pt x="2978" y="705"/>
                  <a:pt x="2976" y="709"/>
                </a:cubicBezTo>
                <a:cubicBezTo>
                  <a:pt x="2944" y="744"/>
                  <a:pt x="2950" y="757"/>
                  <a:pt x="2939" y="758"/>
                </a:cubicBezTo>
                <a:cubicBezTo>
                  <a:pt x="2913" y="800"/>
                  <a:pt x="2911" y="802"/>
                  <a:pt x="2906" y="803"/>
                </a:cubicBezTo>
                <a:cubicBezTo>
                  <a:pt x="2888" y="838"/>
                  <a:pt x="2888" y="847"/>
                  <a:pt x="2880" y="850"/>
                </a:cubicBezTo>
                <a:cubicBezTo>
                  <a:pt x="2863" y="873"/>
                  <a:pt x="2870" y="887"/>
                  <a:pt x="2858" y="887"/>
                </a:cubicBezTo>
                <a:cubicBezTo>
                  <a:pt x="2848" y="932"/>
                  <a:pt x="2838" y="937"/>
                  <a:pt x="2838" y="950"/>
                </a:cubicBezTo>
                <a:cubicBezTo>
                  <a:pt x="2811" y="1075"/>
                  <a:pt x="2812" y="1054"/>
                  <a:pt x="2804" y="1046"/>
                </a:cubicBezTo>
                <a:close/>
                <a:moveTo>
                  <a:pt x="5" y="592"/>
                </a:moveTo>
                <a:cubicBezTo>
                  <a:pt x="9" y="591"/>
                  <a:pt x="8" y="584"/>
                  <a:pt x="2" y="586"/>
                </a:cubicBezTo>
                <a:cubicBezTo>
                  <a:pt x="1" y="586"/>
                  <a:pt x="1" y="587"/>
                  <a:pt x="0" y="588"/>
                </a:cubicBezTo>
                <a:cubicBezTo>
                  <a:pt x="0" y="597"/>
                  <a:pt x="0" y="597"/>
                  <a:pt x="0" y="597"/>
                </a:cubicBezTo>
                <a:cubicBezTo>
                  <a:pt x="3" y="596"/>
                  <a:pt x="4" y="594"/>
                  <a:pt x="5" y="592"/>
                </a:cubicBezTo>
                <a:close/>
                <a:moveTo>
                  <a:pt x="3831" y="2118"/>
                </a:moveTo>
                <a:cubicBezTo>
                  <a:pt x="3824" y="2121"/>
                  <a:pt x="3821" y="2125"/>
                  <a:pt x="3822" y="2130"/>
                </a:cubicBezTo>
                <a:cubicBezTo>
                  <a:pt x="3815" y="2138"/>
                  <a:pt x="3807" y="2145"/>
                  <a:pt x="3801" y="2153"/>
                </a:cubicBezTo>
                <a:cubicBezTo>
                  <a:pt x="3803" y="2156"/>
                  <a:pt x="3799" y="2158"/>
                  <a:pt x="3796" y="2161"/>
                </a:cubicBezTo>
                <a:cubicBezTo>
                  <a:pt x="3805" y="2161"/>
                  <a:pt x="3805" y="2161"/>
                  <a:pt x="3805" y="2161"/>
                </a:cubicBezTo>
                <a:cubicBezTo>
                  <a:pt x="3806" y="2159"/>
                  <a:pt x="3808" y="2158"/>
                  <a:pt x="3807" y="2156"/>
                </a:cubicBezTo>
                <a:cubicBezTo>
                  <a:pt x="3821" y="2145"/>
                  <a:pt x="3824" y="2132"/>
                  <a:pt x="3836" y="2121"/>
                </a:cubicBezTo>
                <a:cubicBezTo>
                  <a:pt x="3834" y="2118"/>
                  <a:pt x="3839" y="2116"/>
                  <a:pt x="3840" y="2114"/>
                </a:cubicBezTo>
                <a:cubicBezTo>
                  <a:pt x="3840" y="2099"/>
                  <a:pt x="3840" y="2099"/>
                  <a:pt x="3840" y="2099"/>
                </a:cubicBezTo>
                <a:cubicBezTo>
                  <a:pt x="3839" y="2101"/>
                  <a:pt x="3838" y="2104"/>
                  <a:pt x="3838" y="2107"/>
                </a:cubicBezTo>
                <a:cubicBezTo>
                  <a:pt x="3834" y="2110"/>
                  <a:pt x="3824" y="2112"/>
                  <a:pt x="3831" y="2118"/>
                </a:cubicBezTo>
                <a:close/>
                <a:moveTo>
                  <a:pt x="3838" y="2069"/>
                </a:moveTo>
                <a:cubicBezTo>
                  <a:pt x="3825" y="2083"/>
                  <a:pt x="3823" y="2099"/>
                  <a:pt x="3819" y="2115"/>
                </a:cubicBezTo>
                <a:cubicBezTo>
                  <a:pt x="3831" y="2110"/>
                  <a:pt x="3824" y="2101"/>
                  <a:pt x="3830" y="2094"/>
                </a:cubicBezTo>
                <a:cubicBezTo>
                  <a:pt x="3837" y="2088"/>
                  <a:pt x="3833" y="2080"/>
                  <a:pt x="3840" y="2074"/>
                </a:cubicBezTo>
                <a:cubicBezTo>
                  <a:pt x="3840" y="2056"/>
                  <a:pt x="3840" y="2056"/>
                  <a:pt x="3840" y="2056"/>
                </a:cubicBezTo>
                <a:cubicBezTo>
                  <a:pt x="3838" y="2060"/>
                  <a:pt x="3837" y="2064"/>
                  <a:pt x="3838" y="2069"/>
                </a:cubicBezTo>
                <a:close/>
                <a:moveTo>
                  <a:pt x="79" y="331"/>
                </a:moveTo>
                <a:cubicBezTo>
                  <a:pt x="90" y="333"/>
                  <a:pt x="97" y="344"/>
                  <a:pt x="106" y="349"/>
                </a:cubicBezTo>
                <a:cubicBezTo>
                  <a:pt x="180" y="397"/>
                  <a:pt x="187" y="395"/>
                  <a:pt x="192" y="398"/>
                </a:cubicBezTo>
                <a:cubicBezTo>
                  <a:pt x="227" y="412"/>
                  <a:pt x="232" y="415"/>
                  <a:pt x="238" y="416"/>
                </a:cubicBezTo>
                <a:cubicBezTo>
                  <a:pt x="257" y="426"/>
                  <a:pt x="262" y="430"/>
                  <a:pt x="269" y="428"/>
                </a:cubicBezTo>
                <a:cubicBezTo>
                  <a:pt x="306" y="444"/>
                  <a:pt x="312" y="447"/>
                  <a:pt x="318" y="448"/>
                </a:cubicBezTo>
                <a:cubicBezTo>
                  <a:pt x="366" y="463"/>
                  <a:pt x="369" y="464"/>
                  <a:pt x="372" y="464"/>
                </a:cubicBezTo>
                <a:cubicBezTo>
                  <a:pt x="414" y="472"/>
                  <a:pt x="415" y="483"/>
                  <a:pt x="425" y="477"/>
                </a:cubicBezTo>
                <a:cubicBezTo>
                  <a:pt x="453" y="500"/>
                  <a:pt x="463" y="489"/>
                  <a:pt x="463" y="499"/>
                </a:cubicBezTo>
                <a:cubicBezTo>
                  <a:pt x="521" y="515"/>
                  <a:pt x="525" y="516"/>
                  <a:pt x="529" y="517"/>
                </a:cubicBezTo>
                <a:cubicBezTo>
                  <a:pt x="549" y="528"/>
                  <a:pt x="561" y="521"/>
                  <a:pt x="565" y="532"/>
                </a:cubicBezTo>
                <a:cubicBezTo>
                  <a:pt x="575" y="542"/>
                  <a:pt x="561" y="538"/>
                  <a:pt x="546" y="539"/>
                </a:cubicBezTo>
                <a:cubicBezTo>
                  <a:pt x="512" y="546"/>
                  <a:pt x="509" y="549"/>
                  <a:pt x="503" y="549"/>
                </a:cubicBezTo>
                <a:cubicBezTo>
                  <a:pt x="570" y="549"/>
                  <a:pt x="575" y="557"/>
                  <a:pt x="587" y="553"/>
                </a:cubicBezTo>
                <a:cubicBezTo>
                  <a:pt x="583" y="580"/>
                  <a:pt x="598" y="570"/>
                  <a:pt x="606" y="574"/>
                </a:cubicBezTo>
                <a:cubicBezTo>
                  <a:pt x="626" y="583"/>
                  <a:pt x="622" y="575"/>
                  <a:pt x="611" y="581"/>
                </a:cubicBezTo>
                <a:cubicBezTo>
                  <a:pt x="592" y="595"/>
                  <a:pt x="584" y="591"/>
                  <a:pt x="583" y="597"/>
                </a:cubicBezTo>
                <a:cubicBezTo>
                  <a:pt x="649" y="599"/>
                  <a:pt x="655" y="604"/>
                  <a:pt x="663" y="601"/>
                </a:cubicBezTo>
                <a:cubicBezTo>
                  <a:pt x="701" y="612"/>
                  <a:pt x="698" y="629"/>
                  <a:pt x="707" y="623"/>
                </a:cubicBezTo>
                <a:cubicBezTo>
                  <a:pt x="745" y="638"/>
                  <a:pt x="742" y="633"/>
                  <a:pt x="749" y="631"/>
                </a:cubicBezTo>
                <a:cubicBezTo>
                  <a:pt x="726" y="564"/>
                  <a:pt x="728" y="560"/>
                  <a:pt x="728" y="556"/>
                </a:cubicBezTo>
                <a:cubicBezTo>
                  <a:pt x="762" y="514"/>
                  <a:pt x="754" y="499"/>
                  <a:pt x="770" y="496"/>
                </a:cubicBezTo>
                <a:cubicBezTo>
                  <a:pt x="747" y="506"/>
                  <a:pt x="742" y="511"/>
                  <a:pt x="736" y="516"/>
                </a:cubicBezTo>
                <a:cubicBezTo>
                  <a:pt x="708" y="553"/>
                  <a:pt x="705" y="559"/>
                  <a:pt x="700" y="565"/>
                </a:cubicBezTo>
                <a:cubicBezTo>
                  <a:pt x="672" y="523"/>
                  <a:pt x="679" y="523"/>
                  <a:pt x="676" y="518"/>
                </a:cubicBezTo>
                <a:cubicBezTo>
                  <a:pt x="670" y="468"/>
                  <a:pt x="680" y="468"/>
                  <a:pt x="676" y="460"/>
                </a:cubicBezTo>
                <a:cubicBezTo>
                  <a:pt x="679" y="424"/>
                  <a:pt x="679" y="419"/>
                  <a:pt x="682" y="415"/>
                </a:cubicBezTo>
                <a:cubicBezTo>
                  <a:pt x="703" y="321"/>
                  <a:pt x="705" y="311"/>
                  <a:pt x="710" y="303"/>
                </a:cubicBezTo>
                <a:cubicBezTo>
                  <a:pt x="729" y="235"/>
                  <a:pt x="738" y="233"/>
                  <a:pt x="737" y="227"/>
                </a:cubicBezTo>
                <a:cubicBezTo>
                  <a:pt x="754" y="170"/>
                  <a:pt x="752" y="162"/>
                  <a:pt x="754" y="157"/>
                </a:cubicBezTo>
                <a:cubicBezTo>
                  <a:pt x="772" y="108"/>
                  <a:pt x="770" y="97"/>
                  <a:pt x="775" y="89"/>
                </a:cubicBezTo>
                <a:cubicBezTo>
                  <a:pt x="775" y="23"/>
                  <a:pt x="773" y="11"/>
                  <a:pt x="771" y="1"/>
                </a:cubicBezTo>
                <a:cubicBezTo>
                  <a:pt x="764" y="45"/>
                  <a:pt x="770" y="53"/>
                  <a:pt x="767" y="55"/>
                </a:cubicBezTo>
                <a:cubicBezTo>
                  <a:pt x="760" y="88"/>
                  <a:pt x="763" y="94"/>
                  <a:pt x="763" y="99"/>
                </a:cubicBezTo>
                <a:cubicBezTo>
                  <a:pt x="706" y="271"/>
                  <a:pt x="708" y="278"/>
                  <a:pt x="703" y="281"/>
                </a:cubicBezTo>
                <a:cubicBezTo>
                  <a:pt x="698" y="308"/>
                  <a:pt x="685" y="313"/>
                  <a:pt x="690" y="327"/>
                </a:cubicBezTo>
                <a:cubicBezTo>
                  <a:pt x="672" y="409"/>
                  <a:pt x="665" y="412"/>
                  <a:pt x="668" y="420"/>
                </a:cubicBezTo>
                <a:cubicBezTo>
                  <a:pt x="658" y="515"/>
                  <a:pt x="666" y="529"/>
                  <a:pt x="660" y="535"/>
                </a:cubicBezTo>
                <a:cubicBezTo>
                  <a:pt x="665" y="561"/>
                  <a:pt x="670" y="561"/>
                  <a:pt x="666" y="564"/>
                </a:cubicBezTo>
                <a:cubicBezTo>
                  <a:pt x="652" y="539"/>
                  <a:pt x="651" y="534"/>
                  <a:pt x="649" y="529"/>
                </a:cubicBezTo>
                <a:cubicBezTo>
                  <a:pt x="650" y="434"/>
                  <a:pt x="654" y="430"/>
                  <a:pt x="652" y="425"/>
                </a:cubicBezTo>
                <a:cubicBezTo>
                  <a:pt x="665" y="346"/>
                  <a:pt x="670" y="343"/>
                  <a:pt x="673" y="339"/>
                </a:cubicBezTo>
                <a:cubicBezTo>
                  <a:pt x="684" y="302"/>
                  <a:pt x="682" y="295"/>
                  <a:pt x="684" y="290"/>
                </a:cubicBezTo>
                <a:cubicBezTo>
                  <a:pt x="696" y="242"/>
                  <a:pt x="701" y="242"/>
                  <a:pt x="701" y="238"/>
                </a:cubicBezTo>
                <a:cubicBezTo>
                  <a:pt x="709" y="214"/>
                  <a:pt x="709" y="211"/>
                  <a:pt x="710" y="208"/>
                </a:cubicBezTo>
                <a:cubicBezTo>
                  <a:pt x="716" y="181"/>
                  <a:pt x="716" y="178"/>
                  <a:pt x="721" y="177"/>
                </a:cubicBezTo>
                <a:cubicBezTo>
                  <a:pt x="729" y="98"/>
                  <a:pt x="740" y="98"/>
                  <a:pt x="735" y="90"/>
                </a:cubicBezTo>
                <a:cubicBezTo>
                  <a:pt x="738" y="25"/>
                  <a:pt x="740" y="14"/>
                  <a:pt x="740" y="3"/>
                </a:cubicBezTo>
                <a:cubicBezTo>
                  <a:pt x="734" y="1"/>
                  <a:pt x="734" y="2"/>
                  <a:pt x="734" y="2"/>
                </a:cubicBezTo>
                <a:cubicBezTo>
                  <a:pt x="727" y="68"/>
                  <a:pt x="728" y="76"/>
                  <a:pt x="727" y="84"/>
                </a:cubicBezTo>
                <a:cubicBezTo>
                  <a:pt x="712" y="148"/>
                  <a:pt x="713" y="156"/>
                  <a:pt x="710" y="162"/>
                </a:cubicBezTo>
                <a:cubicBezTo>
                  <a:pt x="691" y="223"/>
                  <a:pt x="692" y="231"/>
                  <a:pt x="688" y="236"/>
                </a:cubicBezTo>
                <a:cubicBezTo>
                  <a:pt x="681" y="269"/>
                  <a:pt x="679" y="272"/>
                  <a:pt x="676" y="274"/>
                </a:cubicBezTo>
                <a:cubicBezTo>
                  <a:pt x="663" y="318"/>
                  <a:pt x="664" y="325"/>
                  <a:pt x="661" y="331"/>
                </a:cubicBezTo>
                <a:cubicBezTo>
                  <a:pt x="637" y="411"/>
                  <a:pt x="639" y="420"/>
                  <a:pt x="641" y="429"/>
                </a:cubicBezTo>
                <a:cubicBezTo>
                  <a:pt x="636" y="477"/>
                  <a:pt x="632" y="482"/>
                  <a:pt x="637" y="491"/>
                </a:cubicBezTo>
                <a:cubicBezTo>
                  <a:pt x="623" y="532"/>
                  <a:pt x="626" y="513"/>
                  <a:pt x="621" y="499"/>
                </a:cubicBezTo>
                <a:cubicBezTo>
                  <a:pt x="626" y="456"/>
                  <a:pt x="619" y="442"/>
                  <a:pt x="624" y="434"/>
                </a:cubicBezTo>
                <a:cubicBezTo>
                  <a:pt x="641" y="343"/>
                  <a:pt x="639" y="332"/>
                  <a:pt x="647" y="326"/>
                </a:cubicBezTo>
                <a:cubicBezTo>
                  <a:pt x="654" y="290"/>
                  <a:pt x="662" y="284"/>
                  <a:pt x="660" y="273"/>
                </a:cubicBezTo>
                <a:cubicBezTo>
                  <a:pt x="671" y="239"/>
                  <a:pt x="675" y="231"/>
                  <a:pt x="677" y="222"/>
                </a:cubicBezTo>
                <a:cubicBezTo>
                  <a:pt x="689" y="207"/>
                  <a:pt x="676" y="196"/>
                  <a:pt x="688" y="197"/>
                </a:cubicBezTo>
                <a:cubicBezTo>
                  <a:pt x="697" y="151"/>
                  <a:pt x="705" y="151"/>
                  <a:pt x="701" y="144"/>
                </a:cubicBezTo>
                <a:cubicBezTo>
                  <a:pt x="713" y="80"/>
                  <a:pt x="716" y="72"/>
                  <a:pt x="721" y="64"/>
                </a:cubicBezTo>
                <a:cubicBezTo>
                  <a:pt x="712" y="1"/>
                  <a:pt x="712" y="1"/>
                  <a:pt x="712" y="1"/>
                </a:cubicBezTo>
                <a:cubicBezTo>
                  <a:pt x="709" y="61"/>
                  <a:pt x="702" y="71"/>
                  <a:pt x="703" y="85"/>
                </a:cubicBezTo>
                <a:cubicBezTo>
                  <a:pt x="690" y="147"/>
                  <a:pt x="687" y="149"/>
                  <a:pt x="689" y="154"/>
                </a:cubicBezTo>
                <a:cubicBezTo>
                  <a:pt x="675" y="188"/>
                  <a:pt x="675" y="195"/>
                  <a:pt x="674" y="201"/>
                </a:cubicBezTo>
                <a:cubicBezTo>
                  <a:pt x="659" y="224"/>
                  <a:pt x="665" y="234"/>
                  <a:pt x="662" y="239"/>
                </a:cubicBezTo>
                <a:cubicBezTo>
                  <a:pt x="652" y="264"/>
                  <a:pt x="647" y="268"/>
                  <a:pt x="649" y="276"/>
                </a:cubicBezTo>
                <a:cubicBezTo>
                  <a:pt x="618" y="362"/>
                  <a:pt x="625" y="381"/>
                  <a:pt x="616" y="391"/>
                </a:cubicBezTo>
                <a:cubicBezTo>
                  <a:pt x="612" y="443"/>
                  <a:pt x="611" y="453"/>
                  <a:pt x="609" y="463"/>
                </a:cubicBezTo>
                <a:cubicBezTo>
                  <a:pt x="604" y="488"/>
                  <a:pt x="596" y="479"/>
                  <a:pt x="602" y="478"/>
                </a:cubicBezTo>
                <a:cubicBezTo>
                  <a:pt x="599" y="439"/>
                  <a:pt x="599" y="431"/>
                  <a:pt x="600" y="424"/>
                </a:cubicBezTo>
                <a:cubicBezTo>
                  <a:pt x="601" y="393"/>
                  <a:pt x="601" y="384"/>
                  <a:pt x="606" y="379"/>
                </a:cubicBezTo>
                <a:cubicBezTo>
                  <a:pt x="612" y="304"/>
                  <a:pt x="623" y="301"/>
                  <a:pt x="617" y="290"/>
                </a:cubicBezTo>
                <a:cubicBezTo>
                  <a:pt x="639" y="225"/>
                  <a:pt x="642" y="218"/>
                  <a:pt x="644" y="211"/>
                </a:cubicBezTo>
                <a:cubicBezTo>
                  <a:pt x="658" y="181"/>
                  <a:pt x="656" y="164"/>
                  <a:pt x="664" y="153"/>
                </a:cubicBezTo>
                <a:cubicBezTo>
                  <a:pt x="685" y="100"/>
                  <a:pt x="679" y="93"/>
                  <a:pt x="684" y="92"/>
                </a:cubicBezTo>
                <a:cubicBezTo>
                  <a:pt x="690" y="64"/>
                  <a:pt x="694" y="58"/>
                  <a:pt x="692" y="49"/>
                </a:cubicBezTo>
                <a:cubicBezTo>
                  <a:pt x="701" y="5"/>
                  <a:pt x="701" y="3"/>
                  <a:pt x="702" y="1"/>
                </a:cubicBezTo>
                <a:cubicBezTo>
                  <a:pt x="683" y="28"/>
                  <a:pt x="686" y="47"/>
                  <a:pt x="680" y="62"/>
                </a:cubicBezTo>
                <a:cubicBezTo>
                  <a:pt x="669" y="102"/>
                  <a:pt x="668" y="105"/>
                  <a:pt x="664" y="107"/>
                </a:cubicBezTo>
                <a:cubicBezTo>
                  <a:pt x="645" y="182"/>
                  <a:pt x="637" y="183"/>
                  <a:pt x="639" y="188"/>
                </a:cubicBezTo>
                <a:cubicBezTo>
                  <a:pt x="622" y="227"/>
                  <a:pt x="625" y="237"/>
                  <a:pt x="620" y="243"/>
                </a:cubicBezTo>
                <a:cubicBezTo>
                  <a:pt x="607" y="306"/>
                  <a:pt x="596" y="318"/>
                  <a:pt x="602" y="338"/>
                </a:cubicBezTo>
                <a:cubicBezTo>
                  <a:pt x="587" y="411"/>
                  <a:pt x="584" y="413"/>
                  <a:pt x="585" y="416"/>
                </a:cubicBezTo>
                <a:cubicBezTo>
                  <a:pt x="592" y="456"/>
                  <a:pt x="589" y="476"/>
                  <a:pt x="586" y="486"/>
                </a:cubicBezTo>
                <a:cubicBezTo>
                  <a:pt x="576" y="486"/>
                  <a:pt x="582" y="466"/>
                  <a:pt x="574" y="456"/>
                </a:cubicBezTo>
                <a:cubicBezTo>
                  <a:pt x="572" y="408"/>
                  <a:pt x="575" y="405"/>
                  <a:pt x="574" y="401"/>
                </a:cubicBezTo>
                <a:cubicBezTo>
                  <a:pt x="570" y="359"/>
                  <a:pt x="578" y="356"/>
                  <a:pt x="578" y="348"/>
                </a:cubicBezTo>
                <a:cubicBezTo>
                  <a:pt x="591" y="269"/>
                  <a:pt x="606" y="253"/>
                  <a:pt x="607" y="229"/>
                </a:cubicBezTo>
                <a:cubicBezTo>
                  <a:pt x="628" y="172"/>
                  <a:pt x="635" y="153"/>
                  <a:pt x="636" y="131"/>
                </a:cubicBezTo>
                <a:cubicBezTo>
                  <a:pt x="651" y="107"/>
                  <a:pt x="647" y="100"/>
                  <a:pt x="649" y="97"/>
                </a:cubicBezTo>
                <a:cubicBezTo>
                  <a:pt x="666" y="58"/>
                  <a:pt x="663" y="48"/>
                  <a:pt x="671" y="44"/>
                </a:cubicBezTo>
                <a:cubicBezTo>
                  <a:pt x="683" y="4"/>
                  <a:pt x="683" y="2"/>
                  <a:pt x="683" y="1"/>
                </a:cubicBezTo>
                <a:cubicBezTo>
                  <a:pt x="666" y="15"/>
                  <a:pt x="663" y="20"/>
                  <a:pt x="662" y="25"/>
                </a:cubicBezTo>
                <a:cubicBezTo>
                  <a:pt x="656" y="53"/>
                  <a:pt x="651" y="53"/>
                  <a:pt x="651" y="56"/>
                </a:cubicBezTo>
                <a:cubicBezTo>
                  <a:pt x="614" y="161"/>
                  <a:pt x="615" y="172"/>
                  <a:pt x="609" y="180"/>
                </a:cubicBezTo>
                <a:cubicBezTo>
                  <a:pt x="604" y="215"/>
                  <a:pt x="593" y="215"/>
                  <a:pt x="598" y="223"/>
                </a:cubicBezTo>
                <a:cubicBezTo>
                  <a:pt x="586" y="276"/>
                  <a:pt x="579" y="282"/>
                  <a:pt x="579" y="293"/>
                </a:cubicBezTo>
                <a:cubicBezTo>
                  <a:pt x="560" y="338"/>
                  <a:pt x="569" y="347"/>
                  <a:pt x="564" y="350"/>
                </a:cubicBezTo>
                <a:cubicBezTo>
                  <a:pt x="556" y="408"/>
                  <a:pt x="565" y="420"/>
                  <a:pt x="560" y="424"/>
                </a:cubicBezTo>
                <a:cubicBezTo>
                  <a:pt x="561" y="455"/>
                  <a:pt x="552" y="459"/>
                  <a:pt x="548" y="453"/>
                </a:cubicBezTo>
                <a:cubicBezTo>
                  <a:pt x="532" y="389"/>
                  <a:pt x="527" y="378"/>
                  <a:pt x="530" y="370"/>
                </a:cubicBezTo>
                <a:cubicBezTo>
                  <a:pt x="539" y="313"/>
                  <a:pt x="532" y="301"/>
                  <a:pt x="540" y="297"/>
                </a:cubicBezTo>
                <a:cubicBezTo>
                  <a:pt x="549" y="257"/>
                  <a:pt x="550" y="254"/>
                  <a:pt x="552" y="250"/>
                </a:cubicBezTo>
                <a:cubicBezTo>
                  <a:pt x="596" y="123"/>
                  <a:pt x="598" y="112"/>
                  <a:pt x="602" y="103"/>
                </a:cubicBezTo>
                <a:cubicBezTo>
                  <a:pt x="625" y="40"/>
                  <a:pt x="632" y="38"/>
                  <a:pt x="631" y="32"/>
                </a:cubicBezTo>
                <a:cubicBezTo>
                  <a:pt x="639" y="15"/>
                  <a:pt x="637" y="12"/>
                  <a:pt x="640" y="11"/>
                </a:cubicBezTo>
                <a:cubicBezTo>
                  <a:pt x="630" y="1"/>
                  <a:pt x="630" y="1"/>
                  <a:pt x="630" y="1"/>
                </a:cubicBezTo>
                <a:cubicBezTo>
                  <a:pt x="607" y="52"/>
                  <a:pt x="609" y="69"/>
                  <a:pt x="598" y="80"/>
                </a:cubicBezTo>
                <a:cubicBezTo>
                  <a:pt x="569" y="164"/>
                  <a:pt x="566" y="166"/>
                  <a:pt x="566" y="169"/>
                </a:cubicBezTo>
                <a:cubicBezTo>
                  <a:pt x="552" y="205"/>
                  <a:pt x="550" y="211"/>
                  <a:pt x="552" y="220"/>
                </a:cubicBezTo>
                <a:cubicBezTo>
                  <a:pt x="537" y="253"/>
                  <a:pt x="536" y="256"/>
                  <a:pt x="538" y="261"/>
                </a:cubicBezTo>
                <a:cubicBezTo>
                  <a:pt x="521" y="307"/>
                  <a:pt x="526" y="318"/>
                  <a:pt x="522" y="324"/>
                </a:cubicBezTo>
                <a:cubicBezTo>
                  <a:pt x="510" y="398"/>
                  <a:pt x="520" y="411"/>
                  <a:pt x="515" y="418"/>
                </a:cubicBezTo>
                <a:cubicBezTo>
                  <a:pt x="503" y="393"/>
                  <a:pt x="505" y="389"/>
                  <a:pt x="505" y="384"/>
                </a:cubicBezTo>
                <a:cubicBezTo>
                  <a:pt x="498" y="348"/>
                  <a:pt x="502" y="342"/>
                  <a:pt x="500" y="334"/>
                </a:cubicBezTo>
                <a:cubicBezTo>
                  <a:pt x="515" y="273"/>
                  <a:pt x="518" y="271"/>
                  <a:pt x="515" y="265"/>
                </a:cubicBezTo>
                <a:cubicBezTo>
                  <a:pt x="538" y="213"/>
                  <a:pt x="532" y="203"/>
                  <a:pt x="539" y="200"/>
                </a:cubicBezTo>
                <a:cubicBezTo>
                  <a:pt x="551" y="167"/>
                  <a:pt x="552" y="164"/>
                  <a:pt x="550" y="159"/>
                </a:cubicBezTo>
                <a:cubicBezTo>
                  <a:pt x="581" y="93"/>
                  <a:pt x="581" y="77"/>
                  <a:pt x="594" y="69"/>
                </a:cubicBezTo>
                <a:cubicBezTo>
                  <a:pt x="600" y="44"/>
                  <a:pt x="602" y="37"/>
                  <a:pt x="603" y="29"/>
                </a:cubicBezTo>
                <a:cubicBezTo>
                  <a:pt x="603" y="1"/>
                  <a:pt x="603" y="1"/>
                  <a:pt x="603" y="1"/>
                </a:cubicBezTo>
                <a:cubicBezTo>
                  <a:pt x="584" y="53"/>
                  <a:pt x="582" y="60"/>
                  <a:pt x="581" y="67"/>
                </a:cubicBezTo>
                <a:cubicBezTo>
                  <a:pt x="568" y="85"/>
                  <a:pt x="569" y="93"/>
                  <a:pt x="564" y="97"/>
                </a:cubicBezTo>
                <a:cubicBezTo>
                  <a:pt x="549" y="137"/>
                  <a:pt x="552" y="145"/>
                  <a:pt x="543" y="146"/>
                </a:cubicBezTo>
                <a:cubicBezTo>
                  <a:pt x="525" y="205"/>
                  <a:pt x="525" y="211"/>
                  <a:pt x="520" y="215"/>
                </a:cubicBezTo>
                <a:cubicBezTo>
                  <a:pt x="503" y="255"/>
                  <a:pt x="509" y="265"/>
                  <a:pt x="504" y="269"/>
                </a:cubicBezTo>
                <a:cubicBezTo>
                  <a:pt x="495" y="313"/>
                  <a:pt x="495" y="319"/>
                  <a:pt x="491" y="325"/>
                </a:cubicBezTo>
                <a:cubicBezTo>
                  <a:pt x="487" y="349"/>
                  <a:pt x="488" y="356"/>
                  <a:pt x="485" y="360"/>
                </a:cubicBezTo>
                <a:cubicBezTo>
                  <a:pt x="469" y="364"/>
                  <a:pt x="476" y="349"/>
                  <a:pt x="467" y="336"/>
                </a:cubicBezTo>
                <a:cubicBezTo>
                  <a:pt x="481" y="253"/>
                  <a:pt x="485" y="249"/>
                  <a:pt x="486" y="244"/>
                </a:cubicBezTo>
                <a:cubicBezTo>
                  <a:pt x="495" y="202"/>
                  <a:pt x="498" y="192"/>
                  <a:pt x="503" y="184"/>
                </a:cubicBezTo>
                <a:cubicBezTo>
                  <a:pt x="523" y="137"/>
                  <a:pt x="520" y="129"/>
                  <a:pt x="524" y="125"/>
                </a:cubicBezTo>
                <a:cubicBezTo>
                  <a:pt x="535" y="89"/>
                  <a:pt x="543" y="85"/>
                  <a:pt x="542" y="77"/>
                </a:cubicBezTo>
                <a:cubicBezTo>
                  <a:pt x="563" y="25"/>
                  <a:pt x="574" y="20"/>
                  <a:pt x="572" y="9"/>
                </a:cubicBezTo>
                <a:cubicBezTo>
                  <a:pt x="562" y="5"/>
                  <a:pt x="561" y="8"/>
                  <a:pt x="561" y="13"/>
                </a:cubicBezTo>
                <a:cubicBezTo>
                  <a:pt x="539" y="57"/>
                  <a:pt x="539" y="67"/>
                  <a:pt x="532" y="74"/>
                </a:cubicBezTo>
                <a:cubicBezTo>
                  <a:pt x="517" y="115"/>
                  <a:pt x="506" y="115"/>
                  <a:pt x="511" y="123"/>
                </a:cubicBezTo>
                <a:cubicBezTo>
                  <a:pt x="494" y="184"/>
                  <a:pt x="485" y="190"/>
                  <a:pt x="484" y="199"/>
                </a:cubicBezTo>
                <a:cubicBezTo>
                  <a:pt x="471" y="262"/>
                  <a:pt x="463" y="268"/>
                  <a:pt x="464" y="279"/>
                </a:cubicBezTo>
                <a:cubicBezTo>
                  <a:pt x="447" y="319"/>
                  <a:pt x="453" y="311"/>
                  <a:pt x="446" y="297"/>
                </a:cubicBezTo>
                <a:cubicBezTo>
                  <a:pt x="451" y="252"/>
                  <a:pt x="460" y="248"/>
                  <a:pt x="454" y="236"/>
                </a:cubicBezTo>
                <a:cubicBezTo>
                  <a:pt x="474" y="171"/>
                  <a:pt x="475" y="167"/>
                  <a:pt x="479" y="164"/>
                </a:cubicBezTo>
                <a:cubicBezTo>
                  <a:pt x="510" y="88"/>
                  <a:pt x="518" y="88"/>
                  <a:pt x="513" y="80"/>
                </a:cubicBezTo>
                <a:cubicBezTo>
                  <a:pt x="525" y="51"/>
                  <a:pt x="532" y="49"/>
                  <a:pt x="535" y="45"/>
                </a:cubicBezTo>
                <a:cubicBezTo>
                  <a:pt x="549" y="1"/>
                  <a:pt x="550" y="1"/>
                  <a:pt x="551" y="1"/>
                </a:cubicBezTo>
                <a:cubicBezTo>
                  <a:pt x="527" y="19"/>
                  <a:pt x="529" y="30"/>
                  <a:pt x="519" y="35"/>
                </a:cubicBezTo>
                <a:cubicBezTo>
                  <a:pt x="513" y="72"/>
                  <a:pt x="498" y="74"/>
                  <a:pt x="499" y="85"/>
                </a:cubicBezTo>
                <a:cubicBezTo>
                  <a:pt x="486" y="116"/>
                  <a:pt x="478" y="122"/>
                  <a:pt x="477" y="131"/>
                </a:cubicBezTo>
                <a:cubicBezTo>
                  <a:pt x="449" y="196"/>
                  <a:pt x="458" y="206"/>
                  <a:pt x="450" y="207"/>
                </a:cubicBezTo>
                <a:cubicBezTo>
                  <a:pt x="436" y="264"/>
                  <a:pt x="442" y="272"/>
                  <a:pt x="439" y="275"/>
                </a:cubicBezTo>
                <a:cubicBezTo>
                  <a:pt x="425" y="265"/>
                  <a:pt x="431" y="254"/>
                  <a:pt x="430" y="238"/>
                </a:cubicBezTo>
                <a:cubicBezTo>
                  <a:pt x="448" y="140"/>
                  <a:pt x="454" y="128"/>
                  <a:pt x="456" y="114"/>
                </a:cubicBezTo>
                <a:cubicBezTo>
                  <a:pt x="464" y="89"/>
                  <a:pt x="467" y="83"/>
                  <a:pt x="469" y="76"/>
                </a:cubicBezTo>
                <a:cubicBezTo>
                  <a:pt x="483" y="52"/>
                  <a:pt x="480" y="49"/>
                  <a:pt x="481" y="48"/>
                </a:cubicBezTo>
                <a:cubicBezTo>
                  <a:pt x="506" y="2"/>
                  <a:pt x="506" y="1"/>
                  <a:pt x="507" y="1"/>
                </a:cubicBezTo>
                <a:cubicBezTo>
                  <a:pt x="486" y="11"/>
                  <a:pt x="488" y="23"/>
                  <a:pt x="477" y="28"/>
                </a:cubicBezTo>
                <a:cubicBezTo>
                  <a:pt x="464" y="64"/>
                  <a:pt x="460" y="72"/>
                  <a:pt x="458" y="82"/>
                </a:cubicBezTo>
                <a:cubicBezTo>
                  <a:pt x="445" y="116"/>
                  <a:pt x="441" y="120"/>
                  <a:pt x="439" y="125"/>
                </a:cubicBezTo>
                <a:cubicBezTo>
                  <a:pt x="428" y="163"/>
                  <a:pt x="432" y="171"/>
                  <a:pt x="424" y="173"/>
                </a:cubicBezTo>
                <a:cubicBezTo>
                  <a:pt x="418" y="232"/>
                  <a:pt x="416" y="240"/>
                  <a:pt x="415" y="249"/>
                </a:cubicBezTo>
                <a:cubicBezTo>
                  <a:pt x="407" y="213"/>
                  <a:pt x="405" y="196"/>
                  <a:pt x="408" y="181"/>
                </a:cubicBezTo>
                <a:cubicBezTo>
                  <a:pt x="424" y="109"/>
                  <a:pt x="422" y="100"/>
                  <a:pt x="422" y="91"/>
                </a:cubicBezTo>
                <a:cubicBezTo>
                  <a:pt x="441" y="48"/>
                  <a:pt x="439" y="41"/>
                  <a:pt x="444" y="38"/>
                </a:cubicBezTo>
                <a:cubicBezTo>
                  <a:pt x="455" y="8"/>
                  <a:pt x="456" y="4"/>
                  <a:pt x="457" y="1"/>
                </a:cubicBezTo>
                <a:cubicBezTo>
                  <a:pt x="421" y="65"/>
                  <a:pt x="416" y="75"/>
                  <a:pt x="414" y="88"/>
                </a:cubicBezTo>
                <a:cubicBezTo>
                  <a:pt x="401" y="145"/>
                  <a:pt x="400" y="152"/>
                  <a:pt x="397" y="157"/>
                </a:cubicBezTo>
                <a:cubicBezTo>
                  <a:pt x="398" y="212"/>
                  <a:pt x="390" y="221"/>
                  <a:pt x="396" y="237"/>
                </a:cubicBezTo>
                <a:cubicBezTo>
                  <a:pt x="386" y="261"/>
                  <a:pt x="383" y="257"/>
                  <a:pt x="386" y="255"/>
                </a:cubicBezTo>
                <a:cubicBezTo>
                  <a:pt x="376" y="202"/>
                  <a:pt x="382" y="193"/>
                  <a:pt x="381" y="181"/>
                </a:cubicBezTo>
                <a:cubicBezTo>
                  <a:pt x="388" y="120"/>
                  <a:pt x="382" y="112"/>
                  <a:pt x="385" y="109"/>
                </a:cubicBezTo>
                <a:cubicBezTo>
                  <a:pt x="399" y="34"/>
                  <a:pt x="404" y="27"/>
                  <a:pt x="400" y="16"/>
                </a:cubicBezTo>
                <a:cubicBezTo>
                  <a:pt x="394" y="1"/>
                  <a:pt x="394" y="2"/>
                  <a:pt x="393" y="3"/>
                </a:cubicBezTo>
                <a:cubicBezTo>
                  <a:pt x="380" y="78"/>
                  <a:pt x="376" y="85"/>
                  <a:pt x="373" y="92"/>
                </a:cubicBezTo>
                <a:cubicBezTo>
                  <a:pt x="372" y="133"/>
                  <a:pt x="366" y="134"/>
                  <a:pt x="371" y="141"/>
                </a:cubicBezTo>
                <a:cubicBezTo>
                  <a:pt x="364" y="197"/>
                  <a:pt x="370" y="209"/>
                  <a:pt x="368" y="216"/>
                </a:cubicBezTo>
                <a:cubicBezTo>
                  <a:pt x="357" y="219"/>
                  <a:pt x="356" y="217"/>
                  <a:pt x="358" y="216"/>
                </a:cubicBezTo>
                <a:cubicBezTo>
                  <a:pt x="355" y="162"/>
                  <a:pt x="352" y="147"/>
                  <a:pt x="350" y="133"/>
                </a:cubicBezTo>
                <a:cubicBezTo>
                  <a:pt x="362" y="59"/>
                  <a:pt x="364" y="48"/>
                  <a:pt x="368" y="39"/>
                </a:cubicBezTo>
                <a:cubicBezTo>
                  <a:pt x="365" y="1"/>
                  <a:pt x="365" y="1"/>
                  <a:pt x="365" y="1"/>
                </a:cubicBezTo>
                <a:cubicBezTo>
                  <a:pt x="349" y="51"/>
                  <a:pt x="346" y="61"/>
                  <a:pt x="348" y="72"/>
                </a:cubicBezTo>
                <a:cubicBezTo>
                  <a:pt x="352" y="86"/>
                  <a:pt x="338" y="94"/>
                  <a:pt x="345" y="101"/>
                </a:cubicBezTo>
                <a:cubicBezTo>
                  <a:pt x="336" y="147"/>
                  <a:pt x="338" y="154"/>
                  <a:pt x="340" y="160"/>
                </a:cubicBezTo>
                <a:cubicBezTo>
                  <a:pt x="330" y="154"/>
                  <a:pt x="325" y="142"/>
                  <a:pt x="321" y="130"/>
                </a:cubicBezTo>
                <a:cubicBezTo>
                  <a:pt x="326" y="18"/>
                  <a:pt x="325" y="12"/>
                  <a:pt x="323" y="4"/>
                </a:cubicBezTo>
                <a:cubicBezTo>
                  <a:pt x="312" y="22"/>
                  <a:pt x="309" y="43"/>
                  <a:pt x="310" y="67"/>
                </a:cubicBezTo>
                <a:cubicBezTo>
                  <a:pt x="310" y="113"/>
                  <a:pt x="308" y="119"/>
                  <a:pt x="311" y="127"/>
                </a:cubicBezTo>
                <a:cubicBezTo>
                  <a:pt x="299" y="84"/>
                  <a:pt x="299" y="81"/>
                  <a:pt x="299" y="70"/>
                </a:cubicBezTo>
                <a:cubicBezTo>
                  <a:pt x="302" y="16"/>
                  <a:pt x="304" y="9"/>
                  <a:pt x="303" y="1"/>
                </a:cubicBezTo>
                <a:cubicBezTo>
                  <a:pt x="289" y="13"/>
                  <a:pt x="290" y="21"/>
                  <a:pt x="288" y="28"/>
                </a:cubicBezTo>
                <a:cubicBezTo>
                  <a:pt x="287" y="102"/>
                  <a:pt x="295" y="113"/>
                  <a:pt x="287" y="117"/>
                </a:cubicBezTo>
                <a:cubicBezTo>
                  <a:pt x="280" y="84"/>
                  <a:pt x="274" y="76"/>
                  <a:pt x="279" y="74"/>
                </a:cubicBezTo>
                <a:cubicBezTo>
                  <a:pt x="262" y="7"/>
                  <a:pt x="262" y="13"/>
                  <a:pt x="264" y="20"/>
                </a:cubicBezTo>
                <a:cubicBezTo>
                  <a:pt x="261" y="51"/>
                  <a:pt x="259" y="54"/>
                  <a:pt x="259" y="59"/>
                </a:cubicBezTo>
                <a:cubicBezTo>
                  <a:pt x="248" y="7"/>
                  <a:pt x="247" y="4"/>
                  <a:pt x="247" y="1"/>
                </a:cubicBezTo>
                <a:cubicBezTo>
                  <a:pt x="229" y="6"/>
                  <a:pt x="229" y="3"/>
                  <a:pt x="229" y="1"/>
                </a:cubicBezTo>
                <a:cubicBezTo>
                  <a:pt x="177" y="11"/>
                  <a:pt x="185" y="9"/>
                  <a:pt x="189" y="14"/>
                </a:cubicBezTo>
                <a:cubicBezTo>
                  <a:pt x="216" y="33"/>
                  <a:pt x="219" y="35"/>
                  <a:pt x="219" y="41"/>
                </a:cubicBezTo>
                <a:cubicBezTo>
                  <a:pt x="189" y="23"/>
                  <a:pt x="185" y="25"/>
                  <a:pt x="183" y="23"/>
                </a:cubicBezTo>
                <a:cubicBezTo>
                  <a:pt x="73" y="1"/>
                  <a:pt x="73" y="1"/>
                  <a:pt x="73" y="1"/>
                </a:cubicBezTo>
                <a:cubicBezTo>
                  <a:pt x="119" y="16"/>
                  <a:pt x="134" y="17"/>
                  <a:pt x="146" y="22"/>
                </a:cubicBezTo>
                <a:cubicBezTo>
                  <a:pt x="175" y="40"/>
                  <a:pt x="180" y="39"/>
                  <a:pt x="183" y="41"/>
                </a:cubicBezTo>
                <a:cubicBezTo>
                  <a:pt x="212" y="56"/>
                  <a:pt x="217" y="59"/>
                  <a:pt x="214" y="61"/>
                </a:cubicBezTo>
                <a:cubicBezTo>
                  <a:pt x="179" y="49"/>
                  <a:pt x="169" y="49"/>
                  <a:pt x="162" y="42"/>
                </a:cubicBezTo>
                <a:cubicBezTo>
                  <a:pt x="119" y="25"/>
                  <a:pt x="110" y="31"/>
                  <a:pt x="108" y="26"/>
                </a:cubicBezTo>
                <a:cubicBezTo>
                  <a:pt x="42" y="13"/>
                  <a:pt x="33" y="12"/>
                  <a:pt x="25" y="7"/>
                </a:cubicBezTo>
                <a:cubicBezTo>
                  <a:pt x="13" y="18"/>
                  <a:pt x="19" y="25"/>
                  <a:pt x="31" y="23"/>
                </a:cubicBezTo>
                <a:cubicBezTo>
                  <a:pt x="134" y="48"/>
                  <a:pt x="141" y="45"/>
                  <a:pt x="143" y="51"/>
                </a:cubicBezTo>
                <a:cubicBezTo>
                  <a:pt x="177" y="59"/>
                  <a:pt x="179" y="61"/>
                  <a:pt x="181" y="63"/>
                </a:cubicBezTo>
                <a:cubicBezTo>
                  <a:pt x="226" y="82"/>
                  <a:pt x="237" y="84"/>
                  <a:pt x="243" y="95"/>
                </a:cubicBezTo>
                <a:cubicBezTo>
                  <a:pt x="205" y="81"/>
                  <a:pt x="200" y="78"/>
                  <a:pt x="194" y="77"/>
                </a:cubicBezTo>
                <a:cubicBezTo>
                  <a:pt x="174" y="64"/>
                  <a:pt x="166" y="67"/>
                  <a:pt x="162" y="63"/>
                </a:cubicBezTo>
                <a:cubicBezTo>
                  <a:pt x="101" y="49"/>
                  <a:pt x="97" y="45"/>
                  <a:pt x="90" y="47"/>
                </a:cubicBezTo>
                <a:cubicBezTo>
                  <a:pt x="30" y="30"/>
                  <a:pt x="23" y="32"/>
                  <a:pt x="18" y="30"/>
                </a:cubicBezTo>
                <a:cubicBezTo>
                  <a:pt x="14" y="43"/>
                  <a:pt x="28" y="45"/>
                  <a:pt x="42" y="47"/>
                </a:cubicBezTo>
                <a:cubicBezTo>
                  <a:pt x="148" y="75"/>
                  <a:pt x="165" y="75"/>
                  <a:pt x="178" y="82"/>
                </a:cubicBezTo>
                <a:cubicBezTo>
                  <a:pt x="205" y="96"/>
                  <a:pt x="213" y="96"/>
                  <a:pt x="220" y="99"/>
                </a:cubicBezTo>
                <a:cubicBezTo>
                  <a:pt x="266" y="125"/>
                  <a:pt x="274" y="125"/>
                  <a:pt x="281" y="128"/>
                </a:cubicBezTo>
                <a:cubicBezTo>
                  <a:pt x="283" y="148"/>
                  <a:pt x="277" y="143"/>
                  <a:pt x="272" y="137"/>
                </a:cubicBezTo>
                <a:cubicBezTo>
                  <a:pt x="247" y="129"/>
                  <a:pt x="244" y="127"/>
                  <a:pt x="243" y="122"/>
                </a:cubicBezTo>
                <a:cubicBezTo>
                  <a:pt x="206" y="110"/>
                  <a:pt x="203" y="108"/>
                  <a:pt x="201" y="105"/>
                </a:cubicBezTo>
                <a:cubicBezTo>
                  <a:pt x="163" y="90"/>
                  <a:pt x="151" y="98"/>
                  <a:pt x="147" y="89"/>
                </a:cubicBezTo>
                <a:cubicBezTo>
                  <a:pt x="93" y="76"/>
                  <a:pt x="85" y="75"/>
                  <a:pt x="77" y="72"/>
                </a:cubicBezTo>
                <a:cubicBezTo>
                  <a:pt x="3" y="63"/>
                  <a:pt x="2" y="63"/>
                  <a:pt x="0" y="63"/>
                </a:cubicBezTo>
                <a:cubicBezTo>
                  <a:pt x="49" y="82"/>
                  <a:pt x="61" y="86"/>
                  <a:pt x="75" y="85"/>
                </a:cubicBezTo>
                <a:cubicBezTo>
                  <a:pt x="108" y="95"/>
                  <a:pt x="111" y="94"/>
                  <a:pt x="115" y="94"/>
                </a:cubicBezTo>
                <a:cubicBezTo>
                  <a:pt x="171" y="111"/>
                  <a:pt x="174" y="115"/>
                  <a:pt x="179" y="112"/>
                </a:cubicBezTo>
                <a:cubicBezTo>
                  <a:pt x="211" y="121"/>
                  <a:pt x="214" y="128"/>
                  <a:pt x="222" y="126"/>
                </a:cubicBezTo>
                <a:cubicBezTo>
                  <a:pt x="234" y="144"/>
                  <a:pt x="232" y="142"/>
                  <a:pt x="228" y="142"/>
                </a:cubicBezTo>
                <a:cubicBezTo>
                  <a:pt x="183" y="124"/>
                  <a:pt x="175" y="125"/>
                  <a:pt x="169" y="121"/>
                </a:cubicBezTo>
                <a:cubicBezTo>
                  <a:pt x="55" y="106"/>
                  <a:pt x="27" y="103"/>
                  <a:pt x="2" y="94"/>
                </a:cubicBezTo>
                <a:cubicBezTo>
                  <a:pt x="1" y="106"/>
                  <a:pt x="2" y="106"/>
                  <a:pt x="3" y="106"/>
                </a:cubicBezTo>
                <a:cubicBezTo>
                  <a:pt x="98" y="123"/>
                  <a:pt x="108" y="118"/>
                  <a:pt x="112" y="125"/>
                </a:cubicBezTo>
                <a:cubicBezTo>
                  <a:pt x="196" y="142"/>
                  <a:pt x="210" y="145"/>
                  <a:pt x="222" y="153"/>
                </a:cubicBezTo>
                <a:cubicBezTo>
                  <a:pt x="248" y="160"/>
                  <a:pt x="253" y="158"/>
                  <a:pt x="253" y="164"/>
                </a:cubicBezTo>
                <a:cubicBezTo>
                  <a:pt x="286" y="179"/>
                  <a:pt x="290" y="179"/>
                  <a:pt x="293" y="182"/>
                </a:cubicBezTo>
                <a:cubicBezTo>
                  <a:pt x="318" y="191"/>
                  <a:pt x="317" y="201"/>
                  <a:pt x="323" y="200"/>
                </a:cubicBezTo>
                <a:cubicBezTo>
                  <a:pt x="270" y="188"/>
                  <a:pt x="256" y="175"/>
                  <a:pt x="239" y="166"/>
                </a:cubicBezTo>
                <a:cubicBezTo>
                  <a:pt x="191" y="149"/>
                  <a:pt x="183" y="150"/>
                  <a:pt x="177" y="146"/>
                </a:cubicBezTo>
                <a:cubicBezTo>
                  <a:pt x="94" y="133"/>
                  <a:pt x="76" y="135"/>
                  <a:pt x="64" y="125"/>
                </a:cubicBezTo>
                <a:cubicBezTo>
                  <a:pt x="0" y="137"/>
                  <a:pt x="0" y="137"/>
                  <a:pt x="0" y="137"/>
                </a:cubicBezTo>
                <a:cubicBezTo>
                  <a:pt x="60" y="143"/>
                  <a:pt x="71" y="141"/>
                  <a:pt x="79" y="145"/>
                </a:cubicBezTo>
                <a:cubicBezTo>
                  <a:pt x="136" y="155"/>
                  <a:pt x="151" y="153"/>
                  <a:pt x="163" y="157"/>
                </a:cubicBezTo>
                <a:cubicBezTo>
                  <a:pt x="211" y="169"/>
                  <a:pt x="211" y="177"/>
                  <a:pt x="217" y="173"/>
                </a:cubicBezTo>
                <a:cubicBezTo>
                  <a:pt x="252" y="192"/>
                  <a:pt x="257" y="191"/>
                  <a:pt x="260" y="193"/>
                </a:cubicBezTo>
                <a:cubicBezTo>
                  <a:pt x="198" y="184"/>
                  <a:pt x="190" y="179"/>
                  <a:pt x="179" y="179"/>
                </a:cubicBezTo>
                <a:cubicBezTo>
                  <a:pt x="135" y="174"/>
                  <a:pt x="123" y="169"/>
                  <a:pt x="107" y="172"/>
                </a:cubicBezTo>
                <a:cubicBezTo>
                  <a:pt x="88" y="173"/>
                  <a:pt x="75" y="167"/>
                  <a:pt x="71" y="166"/>
                </a:cubicBezTo>
                <a:cubicBezTo>
                  <a:pt x="36" y="163"/>
                  <a:pt x="30" y="168"/>
                  <a:pt x="28" y="164"/>
                </a:cubicBezTo>
                <a:cubicBezTo>
                  <a:pt x="0" y="176"/>
                  <a:pt x="0" y="176"/>
                  <a:pt x="0" y="176"/>
                </a:cubicBezTo>
                <a:cubicBezTo>
                  <a:pt x="86" y="183"/>
                  <a:pt x="97" y="181"/>
                  <a:pt x="106" y="181"/>
                </a:cubicBezTo>
                <a:cubicBezTo>
                  <a:pt x="182" y="188"/>
                  <a:pt x="198" y="195"/>
                  <a:pt x="215" y="198"/>
                </a:cubicBezTo>
                <a:cubicBezTo>
                  <a:pt x="250" y="208"/>
                  <a:pt x="258" y="212"/>
                  <a:pt x="269" y="211"/>
                </a:cubicBezTo>
                <a:cubicBezTo>
                  <a:pt x="350" y="250"/>
                  <a:pt x="354" y="255"/>
                  <a:pt x="358" y="261"/>
                </a:cubicBezTo>
                <a:cubicBezTo>
                  <a:pt x="381" y="276"/>
                  <a:pt x="386" y="279"/>
                  <a:pt x="383" y="281"/>
                </a:cubicBezTo>
                <a:cubicBezTo>
                  <a:pt x="348" y="269"/>
                  <a:pt x="346" y="260"/>
                  <a:pt x="340" y="261"/>
                </a:cubicBezTo>
                <a:cubicBezTo>
                  <a:pt x="282" y="242"/>
                  <a:pt x="276" y="230"/>
                  <a:pt x="263" y="231"/>
                </a:cubicBezTo>
                <a:cubicBezTo>
                  <a:pt x="187" y="212"/>
                  <a:pt x="177" y="207"/>
                  <a:pt x="164" y="209"/>
                </a:cubicBezTo>
                <a:cubicBezTo>
                  <a:pt x="75" y="195"/>
                  <a:pt x="69" y="190"/>
                  <a:pt x="61" y="190"/>
                </a:cubicBezTo>
                <a:cubicBezTo>
                  <a:pt x="26" y="185"/>
                  <a:pt x="19" y="191"/>
                  <a:pt x="17" y="186"/>
                </a:cubicBezTo>
                <a:cubicBezTo>
                  <a:pt x="4" y="200"/>
                  <a:pt x="8" y="200"/>
                  <a:pt x="12" y="200"/>
                </a:cubicBezTo>
                <a:cubicBezTo>
                  <a:pt x="84" y="208"/>
                  <a:pt x="94" y="205"/>
                  <a:pt x="98" y="212"/>
                </a:cubicBezTo>
                <a:cubicBezTo>
                  <a:pt x="158" y="221"/>
                  <a:pt x="174" y="220"/>
                  <a:pt x="188" y="225"/>
                </a:cubicBezTo>
                <a:cubicBezTo>
                  <a:pt x="287" y="256"/>
                  <a:pt x="298" y="253"/>
                  <a:pt x="303" y="261"/>
                </a:cubicBezTo>
                <a:cubicBezTo>
                  <a:pt x="343" y="277"/>
                  <a:pt x="347" y="278"/>
                  <a:pt x="351" y="279"/>
                </a:cubicBezTo>
                <a:cubicBezTo>
                  <a:pt x="398" y="315"/>
                  <a:pt x="404" y="310"/>
                  <a:pt x="406" y="316"/>
                </a:cubicBezTo>
                <a:cubicBezTo>
                  <a:pt x="404" y="328"/>
                  <a:pt x="403" y="314"/>
                  <a:pt x="392" y="320"/>
                </a:cubicBezTo>
                <a:cubicBezTo>
                  <a:pt x="333" y="287"/>
                  <a:pt x="323" y="290"/>
                  <a:pt x="317" y="284"/>
                </a:cubicBezTo>
                <a:cubicBezTo>
                  <a:pt x="253" y="264"/>
                  <a:pt x="235" y="264"/>
                  <a:pt x="221" y="254"/>
                </a:cubicBezTo>
                <a:cubicBezTo>
                  <a:pt x="139" y="237"/>
                  <a:pt x="136" y="240"/>
                  <a:pt x="134" y="239"/>
                </a:cubicBezTo>
                <a:cubicBezTo>
                  <a:pt x="119" y="241"/>
                  <a:pt x="118" y="238"/>
                  <a:pt x="113" y="240"/>
                </a:cubicBezTo>
                <a:cubicBezTo>
                  <a:pt x="34" y="230"/>
                  <a:pt x="18" y="226"/>
                  <a:pt x="0" y="224"/>
                </a:cubicBezTo>
                <a:cubicBezTo>
                  <a:pt x="36" y="244"/>
                  <a:pt x="73" y="237"/>
                  <a:pt x="99" y="251"/>
                </a:cubicBezTo>
                <a:cubicBezTo>
                  <a:pt x="160" y="259"/>
                  <a:pt x="168" y="253"/>
                  <a:pt x="171" y="258"/>
                </a:cubicBezTo>
                <a:cubicBezTo>
                  <a:pt x="221" y="269"/>
                  <a:pt x="227" y="269"/>
                  <a:pt x="230" y="272"/>
                </a:cubicBezTo>
                <a:cubicBezTo>
                  <a:pt x="269" y="284"/>
                  <a:pt x="273" y="282"/>
                  <a:pt x="274" y="285"/>
                </a:cubicBezTo>
                <a:cubicBezTo>
                  <a:pt x="324" y="295"/>
                  <a:pt x="325" y="305"/>
                  <a:pt x="332" y="303"/>
                </a:cubicBezTo>
                <a:cubicBezTo>
                  <a:pt x="361" y="321"/>
                  <a:pt x="356" y="321"/>
                  <a:pt x="352" y="318"/>
                </a:cubicBezTo>
                <a:cubicBezTo>
                  <a:pt x="316" y="309"/>
                  <a:pt x="312" y="304"/>
                  <a:pt x="304" y="310"/>
                </a:cubicBezTo>
                <a:cubicBezTo>
                  <a:pt x="260" y="293"/>
                  <a:pt x="249" y="291"/>
                  <a:pt x="240" y="284"/>
                </a:cubicBezTo>
                <a:cubicBezTo>
                  <a:pt x="179" y="278"/>
                  <a:pt x="175" y="277"/>
                  <a:pt x="171" y="276"/>
                </a:cubicBezTo>
                <a:cubicBezTo>
                  <a:pt x="131" y="266"/>
                  <a:pt x="118" y="274"/>
                  <a:pt x="113" y="268"/>
                </a:cubicBezTo>
                <a:cubicBezTo>
                  <a:pt x="79" y="264"/>
                  <a:pt x="73" y="259"/>
                  <a:pt x="65" y="259"/>
                </a:cubicBezTo>
                <a:cubicBezTo>
                  <a:pt x="0" y="260"/>
                  <a:pt x="0" y="260"/>
                  <a:pt x="0" y="260"/>
                </a:cubicBezTo>
                <a:cubicBezTo>
                  <a:pt x="44" y="273"/>
                  <a:pt x="54" y="282"/>
                  <a:pt x="67" y="286"/>
                </a:cubicBezTo>
                <a:cubicBezTo>
                  <a:pt x="111" y="307"/>
                  <a:pt x="127" y="305"/>
                  <a:pt x="137" y="312"/>
                </a:cubicBezTo>
                <a:cubicBezTo>
                  <a:pt x="179" y="324"/>
                  <a:pt x="190" y="319"/>
                  <a:pt x="195" y="323"/>
                </a:cubicBezTo>
                <a:cubicBezTo>
                  <a:pt x="222" y="325"/>
                  <a:pt x="223" y="337"/>
                  <a:pt x="232" y="333"/>
                </a:cubicBezTo>
                <a:cubicBezTo>
                  <a:pt x="292" y="351"/>
                  <a:pt x="302" y="345"/>
                  <a:pt x="305" y="352"/>
                </a:cubicBezTo>
                <a:cubicBezTo>
                  <a:pt x="329" y="363"/>
                  <a:pt x="340" y="358"/>
                  <a:pt x="343" y="367"/>
                </a:cubicBezTo>
                <a:cubicBezTo>
                  <a:pt x="373" y="376"/>
                  <a:pt x="382" y="374"/>
                  <a:pt x="389" y="376"/>
                </a:cubicBezTo>
                <a:cubicBezTo>
                  <a:pt x="406" y="389"/>
                  <a:pt x="413" y="387"/>
                  <a:pt x="416" y="392"/>
                </a:cubicBezTo>
                <a:cubicBezTo>
                  <a:pt x="467" y="419"/>
                  <a:pt x="477" y="429"/>
                  <a:pt x="490" y="432"/>
                </a:cubicBezTo>
                <a:cubicBezTo>
                  <a:pt x="509" y="449"/>
                  <a:pt x="516" y="448"/>
                  <a:pt x="519" y="456"/>
                </a:cubicBezTo>
                <a:cubicBezTo>
                  <a:pt x="469" y="428"/>
                  <a:pt x="454" y="428"/>
                  <a:pt x="443" y="420"/>
                </a:cubicBezTo>
                <a:cubicBezTo>
                  <a:pt x="419" y="407"/>
                  <a:pt x="408" y="412"/>
                  <a:pt x="405" y="405"/>
                </a:cubicBezTo>
                <a:cubicBezTo>
                  <a:pt x="306" y="379"/>
                  <a:pt x="297" y="374"/>
                  <a:pt x="287" y="370"/>
                </a:cubicBezTo>
                <a:cubicBezTo>
                  <a:pt x="211" y="350"/>
                  <a:pt x="203" y="340"/>
                  <a:pt x="190" y="344"/>
                </a:cubicBezTo>
                <a:cubicBezTo>
                  <a:pt x="149" y="329"/>
                  <a:pt x="146" y="328"/>
                  <a:pt x="144" y="325"/>
                </a:cubicBezTo>
                <a:cubicBezTo>
                  <a:pt x="107" y="320"/>
                  <a:pt x="106" y="307"/>
                  <a:pt x="94" y="313"/>
                </a:cubicBezTo>
                <a:cubicBezTo>
                  <a:pt x="53" y="301"/>
                  <a:pt x="49" y="294"/>
                  <a:pt x="42" y="294"/>
                </a:cubicBezTo>
                <a:cubicBezTo>
                  <a:pt x="16" y="282"/>
                  <a:pt x="8" y="278"/>
                  <a:pt x="0" y="273"/>
                </a:cubicBezTo>
                <a:cubicBezTo>
                  <a:pt x="60" y="320"/>
                  <a:pt x="73" y="318"/>
                  <a:pt x="79" y="331"/>
                </a:cubicBezTo>
                <a:close/>
                <a:moveTo>
                  <a:pt x="604" y="502"/>
                </a:moveTo>
                <a:cubicBezTo>
                  <a:pt x="608" y="501"/>
                  <a:pt x="608" y="508"/>
                  <a:pt x="610" y="512"/>
                </a:cubicBezTo>
                <a:cubicBezTo>
                  <a:pt x="603" y="513"/>
                  <a:pt x="601" y="506"/>
                  <a:pt x="604" y="502"/>
                </a:cubicBezTo>
                <a:close/>
                <a:moveTo>
                  <a:pt x="404" y="338"/>
                </a:moveTo>
                <a:cubicBezTo>
                  <a:pt x="406" y="345"/>
                  <a:pt x="395" y="341"/>
                  <a:pt x="395" y="338"/>
                </a:cubicBezTo>
                <a:cubicBezTo>
                  <a:pt x="392" y="333"/>
                  <a:pt x="384" y="339"/>
                  <a:pt x="383" y="329"/>
                </a:cubicBezTo>
                <a:cubicBezTo>
                  <a:pt x="393" y="327"/>
                  <a:pt x="395" y="339"/>
                  <a:pt x="404" y="338"/>
                </a:cubicBezTo>
                <a:close/>
                <a:moveTo>
                  <a:pt x="477" y="412"/>
                </a:moveTo>
                <a:cubicBezTo>
                  <a:pt x="474" y="408"/>
                  <a:pt x="470" y="406"/>
                  <a:pt x="466" y="406"/>
                </a:cubicBezTo>
                <a:cubicBezTo>
                  <a:pt x="452" y="392"/>
                  <a:pt x="445" y="397"/>
                  <a:pt x="445" y="389"/>
                </a:cubicBezTo>
                <a:cubicBezTo>
                  <a:pt x="413" y="374"/>
                  <a:pt x="403" y="373"/>
                  <a:pt x="398" y="364"/>
                </a:cubicBezTo>
                <a:cubicBezTo>
                  <a:pt x="332" y="349"/>
                  <a:pt x="327" y="344"/>
                  <a:pt x="321" y="344"/>
                </a:cubicBezTo>
                <a:cubicBezTo>
                  <a:pt x="277" y="328"/>
                  <a:pt x="268" y="331"/>
                  <a:pt x="263" y="326"/>
                </a:cubicBezTo>
                <a:cubicBezTo>
                  <a:pt x="192" y="308"/>
                  <a:pt x="184" y="312"/>
                  <a:pt x="178" y="308"/>
                </a:cubicBezTo>
                <a:cubicBezTo>
                  <a:pt x="158" y="302"/>
                  <a:pt x="153" y="305"/>
                  <a:pt x="151" y="301"/>
                </a:cubicBezTo>
                <a:cubicBezTo>
                  <a:pt x="61" y="275"/>
                  <a:pt x="60" y="273"/>
                  <a:pt x="57" y="274"/>
                </a:cubicBezTo>
                <a:cubicBezTo>
                  <a:pt x="96" y="277"/>
                  <a:pt x="101" y="280"/>
                  <a:pt x="106" y="282"/>
                </a:cubicBezTo>
                <a:cubicBezTo>
                  <a:pt x="170" y="289"/>
                  <a:pt x="182" y="289"/>
                  <a:pt x="192" y="294"/>
                </a:cubicBezTo>
                <a:cubicBezTo>
                  <a:pt x="250" y="297"/>
                  <a:pt x="250" y="305"/>
                  <a:pt x="256" y="304"/>
                </a:cubicBezTo>
                <a:cubicBezTo>
                  <a:pt x="293" y="316"/>
                  <a:pt x="296" y="316"/>
                  <a:pt x="300" y="317"/>
                </a:cubicBezTo>
                <a:cubicBezTo>
                  <a:pt x="317" y="321"/>
                  <a:pt x="319" y="322"/>
                  <a:pt x="320" y="323"/>
                </a:cubicBezTo>
                <a:cubicBezTo>
                  <a:pt x="363" y="337"/>
                  <a:pt x="369" y="340"/>
                  <a:pt x="375" y="341"/>
                </a:cubicBezTo>
                <a:cubicBezTo>
                  <a:pt x="408" y="364"/>
                  <a:pt x="416" y="361"/>
                  <a:pt x="421" y="363"/>
                </a:cubicBezTo>
                <a:cubicBezTo>
                  <a:pt x="473" y="405"/>
                  <a:pt x="479" y="400"/>
                  <a:pt x="481" y="404"/>
                </a:cubicBezTo>
                <a:close/>
                <a:moveTo>
                  <a:pt x="574" y="496"/>
                </a:moveTo>
                <a:cubicBezTo>
                  <a:pt x="568" y="500"/>
                  <a:pt x="567" y="492"/>
                  <a:pt x="563" y="490"/>
                </a:cubicBezTo>
                <a:cubicBezTo>
                  <a:pt x="562" y="485"/>
                  <a:pt x="555" y="489"/>
                  <a:pt x="554" y="481"/>
                </a:cubicBezTo>
                <a:cubicBezTo>
                  <a:pt x="561" y="486"/>
                  <a:pt x="571" y="485"/>
                  <a:pt x="574" y="496"/>
                </a:cubicBezTo>
                <a:close/>
                <a:moveTo>
                  <a:pt x="103" y="329"/>
                </a:moveTo>
                <a:cubicBezTo>
                  <a:pt x="109" y="325"/>
                  <a:pt x="110" y="333"/>
                  <a:pt x="115" y="331"/>
                </a:cubicBezTo>
                <a:cubicBezTo>
                  <a:pt x="171" y="348"/>
                  <a:pt x="180" y="348"/>
                  <a:pt x="187" y="354"/>
                </a:cubicBezTo>
                <a:cubicBezTo>
                  <a:pt x="252" y="368"/>
                  <a:pt x="264" y="379"/>
                  <a:pt x="281" y="381"/>
                </a:cubicBezTo>
                <a:cubicBezTo>
                  <a:pt x="354" y="410"/>
                  <a:pt x="361" y="404"/>
                  <a:pt x="363" y="409"/>
                </a:cubicBezTo>
                <a:cubicBezTo>
                  <a:pt x="405" y="413"/>
                  <a:pt x="402" y="428"/>
                  <a:pt x="410" y="421"/>
                </a:cubicBezTo>
                <a:cubicBezTo>
                  <a:pt x="445" y="442"/>
                  <a:pt x="452" y="438"/>
                  <a:pt x="456" y="440"/>
                </a:cubicBezTo>
                <a:cubicBezTo>
                  <a:pt x="488" y="458"/>
                  <a:pt x="495" y="458"/>
                  <a:pt x="498" y="466"/>
                </a:cubicBezTo>
                <a:cubicBezTo>
                  <a:pt x="561" y="506"/>
                  <a:pt x="568" y="512"/>
                  <a:pt x="575" y="517"/>
                </a:cubicBezTo>
                <a:cubicBezTo>
                  <a:pt x="558" y="513"/>
                  <a:pt x="551" y="516"/>
                  <a:pt x="549" y="510"/>
                </a:cubicBezTo>
                <a:cubicBezTo>
                  <a:pt x="513" y="494"/>
                  <a:pt x="503" y="492"/>
                  <a:pt x="493" y="489"/>
                </a:cubicBezTo>
                <a:cubicBezTo>
                  <a:pt x="404" y="458"/>
                  <a:pt x="396" y="460"/>
                  <a:pt x="391" y="458"/>
                </a:cubicBezTo>
                <a:cubicBezTo>
                  <a:pt x="326" y="439"/>
                  <a:pt x="303" y="432"/>
                  <a:pt x="282" y="420"/>
                </a:cubicBezTo>
                <a:cubicBezTo>
                  <a:pt x="227" y="398"/>
                  <a:pt x="222" y="396"/>
                  <a:pt x="216" y="396"/>
                </a:cubicBezTo>
                <a:cubicBezTo>
                  <a:pt x="173" y="374"/>
                  <a:pt x="170" y="375"/>
                  <a:pt x="166" y="375"/>
                </a:cubicBezTo>
                <a:cubicBezTo>
                  <a:pt x="119" y="342"/>
                  <a:pt x="112" y="342"/>
                  <a:pt x="106" y="340"/>
                </a:cubicBezTo>
                <a:close/>
                <a:moveTo>
                  <a:pt x="3826" y="1984"/>
                </a:moveTo>
                <a:cubicBezTo>
                  <a:pt x="3826" y="1988"/>
                  <a:pt x="3827" y="1993"/>
                  <a:pt x="3819" y="1999"/>
                </a:cubicBezTo>
                <a:cubicBezTo>
                  <a:pt x="3821" y="2007"/>
                  <a:pt x="3806" y="2010"/>
                  <a:pt x="3810" y="2018"/>
                </a:cubicBezTo>
                <a:cubicBezTo>
                  <a:pt x="3803" y="2023"/>
                  <a:pt x="3802" y="2030"/>
                  <a:pt x="3797" y="2036"/>
                </a:cubicBezTo>
                <a:cubicBezTo>
                  <a:pt x="3779" y="2061"/>
                  <a:pt x="3766" y="2086"/>
                  <a:pt x="3744" y="2110"/>
                </a:cubicBezTo>
                <a:cubicBezTo>
                  <a:pt x="3742" y="2117"/>
                  <a:pt x="3735" y="2123"/>
                  <a:pt x="3729" y="2130"/>
                </a:cubicBezTo>
                <a:cubicBezTo>
                  <a:pt x="3727" y="2136"/>
                  <a:pt x="3717" y="2141"/>
                  <a:pt x="3716" y="2148"/>
                </a:cubicBezTo>
                <a:cubicBezTo>
                  <a:pt x="3711" y="2152"/>
                  <a:pt x="3707" y="2156"/>
                  <a:pt x="3703" y="2161"/>
                </a:cubicBezTo>
                <a:cubicBezTo>
                  <a:pt x="3713" y="2161"/>
                  <a:pt x="3713" y="2161"/>
                  <a:pt x="3713" y="2161"/>
                </a:cubicBezTo>
                <a:cubicBezTo>
                  <a:pt x="3720" y="2153"/>
                  <a:pt x="3727" y="2145"/>
                  <a:pt x="3734" y="2137"/>
                </a:cubicBezTo>
                <a:cubicBezTo>
                  <a:pt x="3735" y="2132"/>
                  <a:pt x="3741" y="2129"/>
                  <a:pt x="3743" y="2124"/>
                </a:cubicBezTo>
                <a:cubicBezTo>
                  <a:pt x="3746" y="2120"/>
                  <a:pt x="3752" y="2117"/>
                  <a:pt x="3752" y="2112"/>
                </a:cubicBezTo>
                <a:cubicBezTo>
                  <a:pt x="3762" y="2104"/>
                  <a:pt x="3768" y="2096"/>
                  <a:pt x="3771" y="2087"/>
                </a:cubicBezTo>
                <a:cubicBezTo>
                  <a:pt x="3797" y="2054"/>
                  <a:pt x="3817" y="2020"/>
                  <a:pt x="3838" y="1987"/>
                </a:cubicBezTo>
                <a:cubicBezTo>
                  <a:pt x="3839" y="1985"/>
                  <a:pt x="3840" y="1983"/>
                  <a:pt x="3840" y="1982"/>
                </a:cubicBezTo>
                <a:cubicBezTo>
                  <a:pt x="3840" y="1963"/>
                  <a:pt x="3840" y="1963"/>
                  <a:pt x="3840" y="1963"/>
                </a:cubicBezTo>
                <a:cubicBezTo>
                  <a:pt x="3837" y="1969"/>
                  <a:pt x="3834" y="1975"/>
                  <a:pt x="3831" y="1981"/>
                </a:cubicBezTo>
                <a:cubicBezTo>
                  <a:pt x="3831" y="1982"/>
                  <a:pt x="3826" y="1983"/>
                  <a:pt x="3826" y="1984"/>
                </a:cubicBezTo>
                <a:close/>
                <a:moveTo>
                  <a:pt x="3810" y="1936"/>
                </a:moveTo>
                <a:cubicBezTo>
                  <a:pt x="3798" y="1951"/>
                  <a:pt x="3791" y="1968"/>
                  <a:pt x="3782" y="1984"/>
                </a:cubicBezTo>
                <a:cubicBezTo>
                  <a:pt x="3772" y="2000"/>
                  <a:pt x="3766" y="2017"/>
                  <a:pt x="3758" y="2033"/>
                </a:cubicBezTo>
                <a:cubicBezTo>
                  <a:pt x="3749" y="2044"/>
                  <a:pt x="3744" y="2055"/>
                  <a:pt x="3738" y="2066"/>
                </a:cubicBezTo>
                <a:cubicBezTo>
                  <a:pt x="3734" y="2078"/>
                  <a:pt x="3725" y="2089"/>
                  <a:pt x="3721" y="2100"/>
                </a:cubicBezTo>
                <a:cubicBezTo>
                  <a:pt x="3715" y="2112"/>
                  <a:pt x="3706" y="2122"/>
                  <a:pt x="3705" y="2134"/>
                </a:cubicBezTo>
                <a:cubicBezTo>
                  <a:pt x="3697" y="2139"/>
                  <a:pt x="3694" y="2144"/>
                  <a:pt x="3695" y="2151"/>
                </a:cubicBezTo>
                <a:cubicBezTo>
                  <a:pt x="3688" y="2153"/>
                  <a:pt x="3686" y="2157"/>
                  <a:pt x="3684" y="2161"/>
                </a:cubicBezTo>
                <a:cubicBezTo>
                  <a:pt x="3697" y="2161"/>
                  <a:pt x="3697" y="2161"/>
                  <a:pt x="3697" y="2161"/>
                </a:cubicBezTo>
                <a:cubicBezTo>
                  <a:pt x="3704" y="2154"/>
                  <a:pt x="3710" y="2146"/>
                  <a:pt x="3710" y="2138"/>
                </a:cubicBezTo>
                <a:cubicBezTo>
                  <a:pt x="3722" y="2132"/>
                  <a:pt x="3719" y="2123"/>
                  <a:pt x="3724" y="2116"/>
                </a:cubicBezTo>
                <a:cubicBezTo>
                  <a:pt x="3729" y="2109"/>
                  <a:pt x="3730" y="2102"/>
                  <a:pt x="3735" y="2095"/>
                </a:cubicBezTo>
                <a:cubicBezTo>
                  <a:pt x="3737" y="2087"/>
                  <a:pt x="3745" y="2081"/>
                  <a:pt x="3749" y="2073"/>
                </a:cubicBezTo>
                <a:cubicBezTo>
                  <a:pt x="3747" y="2064"/>
                  <a:pt x="3759" y="2059"/>
                  <a:pt x="3758" y="2050"/>
                </a:cubicBezTo>
                <a:cubicBezTo>
                  <a:pt x="3767" y="2044"/>
                  <a:pt x="3765" y="2035"/>
                  <a:pt x="3772" y="2028"/>
                </a:cubicBezTo>
                <a:cubicBezTo>
                  <a:pt x="3774" y="2021"/>
                  <a:pt x="3781" y="2015"/>
                  <a:pt x="3783" y="2007"/>
                </a:cubicBezTo>
                <a:cubicBezTo>
                  <a:pt x="3788" y="1992"/>
                  <a:pt x="3797" y="1977"/>
                  <a:pt x="3806" y="1962"/>
                </a:cubicBezTo>
                <a:cubicBezTo>
                  <a:pt x="3800" y="1957"/>
                  <a:pt x="3819" y="1957"/>
                  <a:pt x="3813" y="1951"/>
                </a:cubicBezTo>
                <a:cubicBezTo>
                  <a:pt x="3816" y="1948"/>
                  <a:pt x="3817" y="1944"/>
                  <a:pt x="3820" y="1940"/>
                </a:cubicBezTo>
                <a:cubicBezTo>
                  <a:pt x="3821" y="1933"/>
                  <a:pt x="3828" y="1927"/>
                  <a:pt x="3831" y="1920"/>
                </a:cubicBezTo>
                <a:cubicBezTo>
                  <a:pt x="3832" y="1914"/>
                  <a:pt x="3837" y="1910"/>
                  <a:pt x="3840" y="1905"/>
                </a:cubicBezTo>
                <a:cubicBezTo>
                  <a:pt x="3840" y="1885"/>
                  <a:pt x="3840" y="1885"/>
                  <a:pt x="3840" y="1885"/>
                </a:cubicBezTo>
                <a:cubicBezTo>
                  <a:pt x="3840" y="1886"/>
                  <a:pt x="3839" y="1887"/>
                  <a:pt x="3838" y="1888"/>
                </a:cubicBezTo>
                <a:cubicBezTo>
                  <a:pt x="3828" y="1904"/>
                  <a:pt x="3816" y="1919"/>
                  <a:pt x="3810" y="1936"/>
                </a:cubicBezTo>
                <a:close/>
                <a:moveTo>
                  <a:pt x="3827" y="853"/>
                </a:moveTo>
                <a:cubicBezTo>
                  <a:pt x="3813" y="863"/>
                  <a:pt x="3798" y="861"/>
                  <a:pt x="3784" y="868"/>
                </a:cubicBezTo>
                <a:cubicBezTo>
                  <a:pt x="3747" y="873"/>
                  <a:pt x="3744" y="883"/>
                  <a:pt x="3740" y="882"/>
                </a:cubicBezTo>
                <a:cubicBezTo>
                  <a:pt x="3688" y="888"/>
                  <a:pt x="3681" y="898"/>
                  <a:pt x="3674" y="897"/>
                </a:cubicBezTo>
                <a:cubicBezTo>
                  <a:pt x="3645" y="906"/>
                  <a:pt x="3638" y="910"/>
                  <a:pt x="3630" y="912"/>
                </a:cubicBezTo>
                <a:cubicBezTo>
                  <a:pt x="3580" y="930"/>
                  <a:pt x="3573" y="940"/>
                  <a:pt x="3566" y="939"/>
                </a:cubicBezTo>
                <a:cubicBezTo>
                  <a:pt x="3521" y="966"/>
                  <a:pt x="3517" y="968"/>
                  <a:pt x="3514" y="969"/>
                </a:cubicBezTo>
                <a:cubicBezTo>
                  <a:pt x="3487" y="983"/>
                  <a:pt x="3484" y="993"/>
                  <a:pt x="3480" y="990"/>
                </a:cubicBezTo>
                <a:cubicBezTo>
                  <a:pt x="3470" y="1008"/>
                  <a:pt x="3482" y="995"/>
                  <a:pt x="3495" y="994"/>
                </a:cubicBezTo>
                <a:cubicBezTo>
                  <a:pt x="3557" y="953"/>
                  <a:pt x="3583" y="947"/>
                  <a:pt x="3608" y="931"/>
                </a:cubicBezTo>
                <a:cubicBezTo>
                  <a:pt x="3710" y="900"/>
                  <a:pt x="3716" y="894"/>
                  <a:pt x="3723" y="895"/>
                </a:cubicBezTo>
                <a:cubicBezTo>
                  <a:pt x="3788" y="882"/>
                  <a:pt x="3794" y="872"/>
                  <a:pt x="3801" y="873"/>
                </a:cubicBezTo>
                <a:cubicBezTo>
                  <a:pt x="3827" y="863"/>
                  <a:pt x="3834" y="869"/>
                  <a:pt x="3840" y="864"/>
                </a:cubicBezTo>
                <a:close/>
                <a:moveTo>
                  <a:pt x="2555" y="2043"/>
                </a:moveTo>
                <a:cubicBezTo>
                  <a:pt x="2556" y="2071"/>
                  <a:pt x="2547" y="2096"/>
                  <a:pt x="2551" y="2126"/>
                </a:cubicBezTo>
                <a:cubicBezTo>
                  <a:pt x="2546" y="2133"/>
                  <a:pt x="2544" y="2141"/>
                  <a:pt x="2543" y="2149"/>
                </a:cubicBezTo>
                <a:cubicBezTo>
                  <a:pt x="2536" y="2151"/>
                  <a:pt x="2544" y="2158"/>
                  <a:pt x="2539" y="2161"/>
                </a:cubicBezTo>
                <a:cubicBezTo>
                  <a:pt x="2554" y="2161"/>
                  <a:pt x="2554" y="2161"/>
                  <a:pt x="2554" y="2161"/>
                </a:cubicBezTo>
                <a:cubicBezTo>
                  <a:pt x="2553" y="2158"/>
                  <a:pt x="2552" y="2155"/>
                  <a:pt x="2551" y="2152"/>
                </a:cubicBezTo>
                <a:cubicBezTo>
                  <a:pt x="2560" y="2136"/>
                  <a:pt x="2553" y="2115"/>
                  <a:pt x="2560" y="2099"/>
                </a:cubicBezTo>
                <a:cubicBezTo>
                  <a:pt x="2555" y="2087"/>
                  <a:pt x="2564" y="2081"/>
                  <a:pt x="2559" y="2070"/>
                </a:cubicBezTo>
                <a:cubicBezTo>
                  <a:pt x="2561" y="2066"/>
                  <a:pt x="2561" y="2061"/>
                  <a:pt x="2562" y="2056"/>
                </a:cubicBezTo>
                <a:cubicBezTo>
                  <a:pt x="2558" y="2052"/>
                  <a:pt x="2564" y="2041"/>
                  <a:pt x="2555" y="2043"/>
                </a:cubicBezTo>
                <a:close/>
                <a:moveTo>
                  <a:pt x="3812" y="907"/>
                </a:moveTo>
                <a:cubicBezTo>
                  <a:pt x="3803" y="905"/>
                  <a:pt x="3794" y="910"/>
                  <a:pt x="3786" y="913"/>
                </a:cubicBezTo>
                <a:cubicBezTo>
                  <a:pt x="3729" y="928"/>
                  <a:pt x="3724" y="926"/>
                  <a:pt x="3720" y="932"/>
                </a:cubicBezTo>
                <a:cubicBezTo>
                  <a:pt x="3672" y="946"/>
                  <a:pt x="3662" y="944"/>
                  <a:pt x="3654" y="952"/>
                </a:cubicBezTo>
                <a:cubicBezTo>
                  <a:pt x="3593" y="974"/>
                  <a:pt x="3584" y="976"/>
                  <a:pt x="3576" y="983"/>
                </a:cubicBezTo>
                <a:cubicBezTo>
                  <a:pt x="3533" y="993"/>
                  <a:pt x="3529" y="999"/>
                  <a:pt x="3525" y="1003"/>
                </a:cubicBezTo>
                <a:cubicBezTo>
                  <a:pt x="3481" y="1019"/>
                  <a:pt x="3477" y="1025"/>
                  <a:pt x="3472" y="1024"/>
                </a:cubicBezTo>
                <a:cubicBezTo>
                  <a:pt x="3392" y="1085"/>
                  <a:pt x="3391" y="1089"/>
                  <a:pt x="3391" y="1094"/>
                </a:cubicBezTo>
                <a:cubicBezTo>
                  <a:pt x="3389" y="1100"/>
                  <a:pt x="3391" y="1098"/>
                  <a:pt x="3393" y="1095"/>
                </a:cubicBezTo>
                <a:cubicBezTo>
                  <a:pt x="3476" y="1037"/>
                  <a:pt x="3483" y="1026"/>
                  <a:pt x="3491" y="1028"/>
                </a:cubicBezTo>
                <a:cubicBezTo>
                  <a:pt x="3531" y="1015"/>
                  <a:pt x="3534" y="1006"/>
                  <a:pt x="3538" y="1009"/>
                </a:cubicBezTo>
                <a:cubicBezTo>
                  <a:pt x="3595" y="988"/>
                  <a:pt x="3603" y="981"/>
                  <a:pt x="3611" y="980"/>
                </a:cubicBezTo>
                <a:cubicBezTo>
                  <a:pt x="3651" y="964"/>
                  <a:pt x="3655" y="958"/>
                  <a:pt x="3659" y="955"/>
                </a:cubicBezTo>
                <a:cubicBezTo>
                  <a:pt x="3690" y="953"/>
                  <a:pt x="3697" y="945"/>
                  <a:pt x="3706" y="947"/>
                </a:cubicBezTo>
                <a:cubicBezTo>
                  <a:pt x="3744" y="927"/>
                  <a:pt x="3750" y="943"/>
                  <a:pt x="3753" y="932"/>
                </a:cubicBezTo>
                <a:cubicBezTo>
                  <a:pt x="3783" y="923"/>
                  <a:pt x="3792" y="925"/>
                  <a:pt x="3799" y="919"/>
                </a:cubicBezTo>
                <a:cubicBezTo>
                  <a:pt x="3840" y="899"/>
                  <a:pt x="3840" y="899"/>
                  <a:pt x="3840" y="899"/>
                </a:cubicBezTo>
                <a:close/>
                <a:moveTo>
                  <a:pt x="18" y="991"/>
                </a:moveTo>
                <a:cubicBezTo>
                  <a:pt x="19" y="988"/>
                  <a:pt x="21" y="987"/>
                  <a:pt x="24" y="985"/>
                </a:cubicBezTo>
                <a:cubicBezTo>
                  <a:pt x="41" y="954"/>
                  <a:pt x="52" y="950"/>
                  <a:pt x="55" y="938"/>
                </a:cubicBezTo>
                <a:cubicBezTo>
                  <a:pt x="77" y="912"/>
                  <a:pt x="76" y="910"/>
                  <a:pt x="77" y="909"/>
                </a:cubicBezTo>
                <a:cubicBezTo>
                  <a:pt x="85" y="893"/>
                  <a:pt x="91" y="890"/>
                  <a:pt x="94" y="885"/>
                </a:cubicBezTo>
                <a:cubicBezTo>
                  <a:pt x="117" y="847"/>
                  <a:pt x="125" y="839"/>
                  <a:pt x="127" y="826"/>
                </a:cubicBezTo>
                <a:cubicBezTo>
                  <a:pt x="144" y="805"/>
                  <a:pt x="143" y="800"/>
                  <a:pt x="147" y="800"/>
                </a:cubicBezTo>
                <a:cubicBezTo>
                  <a:pt x="208" y="707"/>
                  <a:pt x="208" y="692"/>
                  <a:pt x="219" y="688"/>
                </a:cubicBezTo>
                <a:cubicBezTo>
                  <a:pt x="270" y="630"/>
                  <a:pt x="278" y="623"/>
                  <a:pt x="284" y="613"/>
                </a:cubicBezTo>
                <a:cubicBezTo>
                  <a:pt x="313" y="588"/>
                  <a:pt x="318" y="585"/>
                  <a:pt x="321" y="581"/>
                </a:cubicBezTo>
                <a:cubicBezTo>
                  <a:pt x="347" y="553"/>
                  <a:pt x="359" y="556"/>
                  <a:pt x="361" y="551"/>
                </a:cubicBezTo>
                <a:cubicBezTo>
                  <a:pt x="311" y="579"/>
                  <a:pt x="302" y="591"/>
                  <a:pt x="289" y="599"/>
                </a:cubicBezTo>
                <a:cubicBezTo>
                  <a:pt x="258" y="633"/>
                  <a:pt x="251" y="631"/>
                  <a:pt x="253" y="637"/>
                </a:cubicBezTo>
                <a:cubicBezTo>
                  <a:pt x="226" y="662"/>
                  <a:pt x="224" y="664"/>
                  <a:pt x="219" y="664"/>
                </a:cubicBezTo>
                <a:cubicBezTo>
                  <a:pt x="196" y="698"/>
                  <a:pt x="191" y="703"/>
                  <a:pt x="188" y="709"/>
                </a:cubicBezTo>
                <a:cubicBezTo>
                  <a:pt x="146" y="779"/>
                  <a:pt x="135" y="788"/>
                  <a:pt x="132" y="806"/>
                </a:cubicBezTo>
                <a:cubicBezTo>
                  <a:pt x="97" y="854"/>
                  <a:pt x="91" y="860"/>
                  <a:pt x="88" y="868"/>
                </a:cubicBezTo>
                <a:cubicBezTo>
                  <a:pt x="70" y="899"/>
                  <a:pt x="64" y="905"/>
                  <a:pt x="60" y="912"/>
                </a:cubicBezTo>
                <a:cubicBezTo>
                  <a:pt x="43" y="944"/>
                  <a:pt x="31" y="945"/>
                  <a:pt x="29" y="953"/>
                </a:cubicBezTo>
                <a:cubicBezTo>
                  <a:pt x="9" y="980"/>
                  <a:pt x="5" y="985"/>
                  <a:pt x="0" y="989"/>
                </a:cubicBezTo>
                <a:cubicBezTo>
                  <a:pt x="14" y="1002"/>
                  <a:pt x="13" y="994"/>
                  <a:pt x="18" y="991"/>
                </a:cubicBezTo>
                <a:close/>
                <a:moveTo>
                  <a:pt x="3610" y="40"/>
                </a:moveTo>
                <a:cubicBezTo>
                  <a:pt x="3615" y="31"/>
                  <a:pt x="3617" y="22"/>
                  <a:pt x="3618" y="15"/>
                </a:cubicBezTo>
                <a:cubicBezTo>
                  <a:pt x="3619" y="9"/>
                  <a:pt x="3616" y="6"/>
                  <a:pt x="3616" y="1"/>
                </a:cubicBezTo>
                <a:cubicBezTo>
                  <a:pt x="3612" y="1"/>
                  <a:pt x="3612" y="1"/>
                  <a:pt x="3612" y="1"/>
                </a:cubicBezTo>
                <a:cubicBezTo>
                  <a:pt x="3612" y="10"/>
                  <a:pt x="3612" y="19"/>
                  <a:pt x="3612" y="28"/>
                </a:cubicBezTo>
                <a:cubicBezTo>
                  <a:pt x="3611" y="32"/>
                  <a:pt x="3607" y="38"/>
                  <a:pt x="3610" y="40"/>
                </a:cubicBezTo>
                <a:close/>
                <a:moveTo>
                  <a:pt x="19" y="916"/>
                </a:moveTo>
                <a:cubicBezTo>
                  <a:pt x="19" y="903"/>
                  <a:pt x="26" y="898"/>
                  <a:pt x="30" y="890"/>
                </a:cubicBezTo>
                <a:cubicBezTo>
                  <a:pt x="76" y="798"/>
                  <a:pt x="87" y="794"/>
                  <a:pt x="88" y="781"/>
                </a:cubicBezTo>
                <a:cubicBezTo>
                  <a:pt x="108" y="743"/>
                  <a:pt x="114" y="734"/>
                  <a:pt x="122" y="728"/>
                </a:cubicBezTo>
                <a:cubicBezTo>
                  <a:pt x="159" y="672"/>
                  <a:pt x="164" y="670"/>
                  <a:pt x="166" y="666"/>
                </a:cubicBezTo>
                <a:cubicBezTo>
                  <a:pt x="223" y="605"/>
                  <a:pt x="228" y="603"/>
                  <a:pt x="232" y="600"/>
                </a:cubicBezTo>
                <a:cubicBezTo>
                  <a:pt x="247" y="569"/>
                  <a:pt x="246" y="586"/>
                  <a:pt x="228" y="589"/>
                </a:cubicBezTo>
                <a:cubicBezTo>
                  <a:pt x="207" y="610"/>
                  <a:pt x="209" y="617"/>
                  <a:pt x="203" y="615"/>
                </a:cubicBezTo>
                <a:cubicBezTo>
                  <a:pt x="173" y="649"/>
                  <a:pt x="165" y="650"/>
                  <a:pt x="163" y="657"/>
                </a:cubicBezTo>
                <a:cubicBezTo>
                  <a:pt x="144" y="680"/>
                  <a:pt x="141" y="682"/>
                  <a:pt x="138" y="684"/>
                </a:cubicBezTo>
                <a:cubicBezTo>
                  <a:pt x="99" y="747"/>
                  <a:pt x="91" y="751"/>
                  <a:pt x="91" y="760"/>
                </a:cubicBezTo>
                <a:cubicBezTo>
                  <a:pt x="66" y="804"/>
                  <a:pt x="62" y="805"/>
                  <a:pt x="63" y="810"/>
                </a:cubicBezTo>
                <a:cubicBezTo>
                  <a:pt x="19" y="878"/>
                  <a:pt x="9" y="898"/>
                  <a:pt x="0" y="918"/>
                </a:cubicBezTo>
                <a:cubicBezTo>
                  <a:pt x="9" y="931"/>
                  <a:pt x="10" y="920"/>
                  <a:pt x="19" y="916"/>
                </a:cubicBezTo>
                <a:close/>
                <a:moveTo>
                  <a:pt x="101" y="952"/>
                </a:moveTo>
                <a:cubicBezTo>
                  <a:pt x="107" y="933"/>
                  <a:pt x="124" y="926"/>
                  <a:pt x="129" y="907"/>
                </a:cubicBezTo>
                <a:cubicBezTo>
                  <a:pt x="153" y="887"/>
                  <a:pt x="154" y="883"/>
                  <a:pt x="155" y="878"/>
                </a:cubicBezTo>
                <a:cubicBezTo>
                  <a:pt x="186" y="849"/>
                  <a:pt x="185" y="838"/>
                  <a:pt x="197" y="839"/>
                </a:cubicBezTo>
                <a:cubicBezTo>
                  <a:pt x="226" y="799"/>
                  <a:pt x="231" y="800"/>
                  <a:pt x="234" y="797"/>
                </a:cubicBezTo>
                <a:cubicBezTo>
                  <a:pt x="261" y="768"/>
                  <a:pt x="267" y="763"/>
                  <a:pt x="273" y="759"/>
                </a:cubicBezTo>
                <a:cubicBezTo>
                  <a:pt x="334" y="706"/>
                  <a:pt x="348" y="698"/>
                  <a:pt x="358" y="687"/>
                </a:cubicBezTo>
                <a:cubicBezTo>
                  <a:pt x="387" y="672"/>
                  <a:pt x="392" y="667"/>
                  <a:pt x="398" y="663"/>
                </a:cubicBezTo>
                <a:cubicBezTo>
                  <a:pt x="445" y="635"/>
                  <a:pt x="453" y="633"/>
                  <a:pt x="458" y="629"/>
                </a:cubicBezTo>
                <a:cubicBezTo>
                  <a:pt x="471" y="618"/>
                  <a:pt x="463" y="619"/>
                  <a:pt x="458" y="623"/>
                </a:cubicBezTo>
                <a:cubicBezTo>
                  <a:pt x="388" y="656"/>
                  <a:pt x="381" y="668"/>
                  <a:pt x="367" y="672"/>
                </a:cubicBezTo>
                <a:cubicBezTo>
                  <a:pt x="297" y="725"/>
                  <a:pt x="290" y="728"/>
                  <a:pt x="284" y="732"/>
                </a:cubicBezTo>
                <a:cubicBezTo>
                  <a:pt x="256" y="751"/>
                  <a:pt x="251" y="765"/>
                  <a:pt x="239" y="771"/>
                </a:cubicBezTo>
                <a:cubicBezTo>
                  <a:pt x="216" y="797"/>
                  <a:pt x="214" y="800"/>
                  <a:pt x="211" y="801"/>
                </a:cubicBezTo>
                <a:cubicBezTo>
                  <a:pt x="180" y="835"/>
                  <a:pt x="174" y="839"/>
                  <a:pt x="168" y="843"/>
                </a:cubicBezTo>
                <a:cubicBezTo>
                  <a:pt x="151" y="871"/>
                  <a:pt x="144" y="869"/>
                  <a:pt x="146" y="875"/>
                </a:cubicBezTo>
                <a:cubicBezTo>
                  <a:pt x="128" y="897"/>
                  <a:pt x="124" y="895"/>
                  <a:pt x="123" y="896"/>
                </a:cubicBezTo>
                <a:cubicBezTo>
                  <a:pt x="104" y="928"/>
                  <a:pt x="98" y="932"/>
                  <a:pt x="92" y="934"/>
                </a:cubicBezTo>
                <a:cubicBezTo>
                  <a:pt x="62" y="972"/>
                  <a:pt x="61" y="980"/>
                  <a:pt x="53" y="982"/>
                </a:cubicBezTo>
                <a:cubicBezTo>
                  <a:pt x="19" y="1020"/>
                  <a:pt x="10" y="1027"/>
                  <a:pt x="0" y="1035"/>
                </a:cubicBezTo>
                <a:cubicBezTo>
                  <a:pt x="55" y="1004"/>
                  <a:pt x="76" y="975"/>
                  <a:pt x="101" y="952"/>
                </a:cubicBezTo>
                <a:close/>
                <a:moveTo>
                  <a:pt x="26" y="733"/>
                </a:moveTo>
                <a:cubicBezTo>
                  <a:pt x="36" y="726"/>
                  <a:pt x="41" y="714"/>
                  <a:pt x="46" y="701"/>
                </a:cubicBezTo>
                <a:cubicBezTo>
                  <a:pt x="50" y="697"/>
                  <a:pt x="53" y="691"/>
                  <a:pt x="54" y="683"/>
                </a:cubicBezTo>
                <a:cubicBezTo>
                  <a:pt x="60" y="679"/>
                  <a:pt x="63" y="673"/>
                  <a:pt x="65" y="665"/>
                </a:cubicBezTo>
                <a:cubicBezTo>
                  <a:pt x="74" y="657"/>
                  <a:pt x="79" y="645"/>
                  <a:pt x="87" y="636"/>
                </a:cubicBezTo>
                <a:cubicBezTo>
                  <a:pt x="87" y="632"/>
                  <a:pt x="92" y="633"/>
                  <a:pt x="93" y="630"/>
                </a:cubicBezTo>
                <a:cubicBezTo>
                  <a:pt x="93" y="625"/>
                  <a:pt x="95" y="622"/>
                  <a:pt x="99" y="621"/>
                </a:cubicBezTo>
                <a:cubicBezTo>
                  <a:pt x="99" y="617"/>
                  <a:pt x="103" y="616"/>
                  <a:pt x="104" y="612"/>
                </a:cubicBezTo>
                <a:cubicBezTo>
                  <a:pt x="104" y="608"/>
                  <a:pt x="112" y="610"/>
                  <a:pt x="110" y="603"/>
                </a:cubicBezTo>
                <a:cubicBezTo>
                  <a:pt x="118" y="594"/>
                  <a:pt x="125" y="584"/>
                  <a:pt x="135" y="577"/>
                </a:cubicBezTo>
                <a:cubicBezTo>
                  <a:pt x="137" y="570"/>
                  <a:pt x="145" y="569"/>
                  <a:pt x="146" y="562"/>
                </a:cubicBezTo>
                <a:cubicBezTo>
                  <a:pt x="155" y="560"/>
                  <a:pt x="153" y="549"/>
                  <a:pt x="161" y="547"/>
                </a:cubicBezTo>
                <a:cubicBezTo>
                  <a:pt x="169" y="543"/>
                  <a:pt x="171" y="533"/>
                  <a:pt x="183" y="532"/>
                </a:cubicBezTo>
                <a:cubicBezTo>
                  <a:pt x="185" y="528"/>
                  <a:pt x="188" y="525"/>
                  <a:pt x="192" y="523"/>
                </a:cubicBezTo>
                <a:cubicBezTo>
                  <a:pt x="191" y="519"/>
                  <a:pt x="203" y="514"/>
                  <a:pt x="194" y="511"/>
                </a:cubicBezTo>
                <a:cubicBezTo>
                  <a:pt x="194" y="517"/>
                  <a:pt x="185" y="513"/>
                  <a:pt x="183" y="517"/>
                </a:cubicBezTo>
                <a:cubicBezTo>
                  <a:pt x="180" y="521"/>
                  <a:pt x="175" y="523"/>
                  <a:pt x="175" y="529"/>
                </a:cubicBezTo>
                <a:cubicBezTo>
                  <a:pt x="164" y="532"/>
                  <a:pt x="160" y="541"/>
                  <a:pt x="149" y="544"/>
                </a:cubicBezTo>
                <a:cubicBezTo>
                  <a:pt x="150" y="555"/>
                  <a:pt x="139" y="554"/>
                  <a:pt x="138" y="562"/>
                </a:cubicBezTo>
                <a:cubicBezTo>
                  <a:pt x="131" y="565"/>
                  <a:pt x="129" y="572"/>
                  <a:pt x="124" y="577"/>
                </a:cubicBezTo>
                <a:cubicBezTo>
                  <a:pt x="117" y="590"/>
                  <a:pt x="102" y="594"/>
                  <a:pt x="98" y="609"/>
                </a:cubicBezTo>
                <a:cubicBezTo>
                  <a:pt x="78" y="628"/>
                  <a:pt x="64" y="652"/>
                  <a:pt x="48" y="675"/>
                </a:cubicBezTo>
                <a:cubicBezTo>
                  <a:pt x="45" y="681"/>
                  <a:pt x="38" y="684"/>
                  <a:pt x="40" y="695"/>
                </a:cubicBezTo>
                <a:cubicBezTo>
                  <a:pt x="33" y="698"/>
                  <a:pt x="29" y="704"/>
                  <a:pt x="28" y="713"/>
                </a:cubicBezTo>
                <a:cubicBezTo>
                  <a:pt x="19" y="723"/>
                  <a:pt x="15" y="737"/>
                  <a:pt x="6" y="748"/>
                </a:cubicBezTo>
                <a:cubicBezTo>
                  <a:pt x="4" y="751"/>
                  <a:pt x="2" y="753"/>
                  <a:pt x="0" y="756"/>
                </a:cubicBezTo>
                <a:cubicBezTo>
                  <a:pt x="0" y="781"/>
                  <a:pt x="0" y="781"/>
                  <a:pt x="0" y="781"/>
                </a:cubicBezTo>
                <a:cubicBezTo>
                  <a:pt x="3" y="777"/>
                  <a:pt x="7" y="775"/>
                  <a:pt x="7" y="768"/>
                </a:cubicBezTo>
                <a:cubicBezTo>
                  <a:pt x="12" y="756"/>
                  <a:pt x="23" y="748"/>
                  <a:pt x="26" y="733"/>
                </a:cubicBezTo>
                <a:close/>
                <a:moveTo>
                  <a:pt x="3187" y="40"/>
                </a:moveTo>
                <a:cubicBezTo>
                  <a:pt x="3188" y="27"/>
                  <a:pt x="3189" y="13"/>
                  <a:pt x="3189" y="1"/>
                </a:cubicBezTo>
                <a:cubicBezTo>
                  <a:pt x="3183" y="1"/>
                  <a:pt x="3183" y="1"/>
                  <a:pt x="3183" y="1"/>
                </a:cubicBezTo>
                <a:cubicBezTo>
                  <a:pt x="3183" y="5"/>
                  <a:pt x="3183" y="9"/>
                  <a:pt x="3183" y="13"/>
                </a:cubicBezTo>
                <a:cubicBezTo>
                  <a:pt x="3181" y="18"/>
                  <a:pt x="3181" y="23"/>
                  <a:pt x="3184" y="26"/>
                </a:cubicBezTo>
                <a:cubicBezTo>
                  <a:pt x="3183" y="31"/>
                  <a:pt x="3180" y="38"/>
                  <a:pt x="3187" y="40"/>
                </a:cubicBezTo>
                <a:close/>
                <a:moveTo>
                  <a:pt x="2732" y="114"/>
                </a:moveTo>
                <a:cubicBezTo>
                  <a:pt x="2734" y="119"/>
                  <a:pt x="2732" y="121"/>
                  <a:pt x="2728" y="123"/>
                </a:cubicBezTo>
                <a:cubicBezTo>
                  <a:pt x="2709" y="162"/>
                  <a:pt x="2703" y="166"/>
                  <a:pt x="2703" y="176"/>
                </a:cubicBezTo>
                <a:cubicBezTo>
                  <a:pt x="2684" y="207"/>
                  <a:pt x="2689" y="215"/>
                  <a:pt x="2685" y="218"/>
                </a:cubicBezTo>
                <a:cubicBezTo>
                  <a:pt x="2667" y="269"/>
                  <a:pt x="2658" y="272"/>
                  <a:pt x="2663" y="284"/>
                </a:cubicBezTo>
                <a:cubicBezTo>
                  <a:pt x="2644" y="335"/>
                  <a:pt x="2647" y="346"/>
                  <a:pt x="2641" y="351"/>
                </a:cubicBezTo>
                <a:cubicBezTo>
                  <a:pt x="2639" y="382"/>
                  <a:pt x="2639" y="386"/>
                  <a:pt x="2637" y="390"/>
                </a:cubicBezTo>
                <a:cubicBezTo>
                  <a:pt x="2637" y="425"/>
                  <a:pt x="2634" y="438"/>
                  <a:pt x="2641" y="437"/>
                </a:cubicBezTo>
                <a:cubicBezTo>
                  <a:pt x="2651" y="364"/>
                  <a:pt x="2648" y="354"/>
                  <a:pt x="2652" y="349"/>
                </a:cubicBezTo>
                <a:cubicBezTo>
                  <a:pt x="2709" y="187"/>
                  <a:pt x="2709" y="180"/>
                  <a:pt x="2715" y="176"/>
                </a:cubicBezTo>
                <a:cubicBezTo>
                  <a:pt x="2743" y="114"/>
                  <a:pt x="2749" y="110"/>
                  <a:pt x="2748" y="102"/>
                </a:cubicBezTo>
                <a:cubicBezTo>
                  <a:pt x="2765" y="72"/>
                  <a:pt x="2767" y="70"/>
                  <a:pt x="2770" y="68"/>
                </a:cubicBezTo>
                <a:cubicBezTo>
                  <a:pt x="2795" y="1"/>
                  <a:pt x="2795" y="1"/>
                  <a:pt x="2795" y="1"/>
                </a:cubicBezTo>
                <a:cubicBezTo>
                  <a:pt x="2777" y="34"/>
                  <a:pt x="2773" y="46"/>
                  <a:pt x="2761" y="52"/>
                </a:cubicBezTo>
                <a:close/>
                <a:moveTo>
                  <a:pt x="2792" y="99"/>
                </a:moveTo>
                <a:cubicBezTo>
                  <a:pt x="2784" y="104"/>
                  <a:pt x="2782" y="114"/>
                  <a:pt x="2778" y="122"/>
                </a:cubicBezTo>
                <a:cubicBezTo>
                  <a:pt x="2752" y="174"/>
                  <a:pt x="2748" y="177"/>
                  <a:pt x="2750" y="184"/>
                </a:cubicBezTo>
                <a:cubicBezTo>
                  <a:pt x="2728" y="230"/>
                  <a:pt x="2720" y="235"/>
                  <a:pt x="2721" y="246"/>
                </a:cubicBezTo>
                <a:cubicBezTo>
                  <a:pt x="2696" y="307"/>
                  <a:pt x="2692" y="315"/>
                  <a:pt x="2692" y="326"/>
                </a:cubicBezTo>
                <a:cubicBezTo>
                  <a:pt x="2671" y="365"/>
                  <a:pt x="2673" y="371"/>
                  <a:pt x="2673" y="377"/>
                </a:cubicBezTo>
                <a:cubicBezTo>
                  <a:pt x="2656" y="421"/>
                  <a:pt x="2658" y="428"/>
                  <a:pt x="2654" y="431"/>
                </a:cubicBezTo>
                <a:cubicBezTo>
                  <a:pt x="2647" y="531"/>
                  <a:pt x="2649" y="535"/>
                  <a:pt x="2652" y="538"/>
                </a:cubicBezTo>
                <a:cubicBezTo>
                  <a:pt x="2656" y="543"/>
                  <a:pt x="2655" y="540"/>
                  <a:pt x="2655" y="537"/>
                </a:cubicBezTo>
                <a:cubicBezTo>
                  <a:pt x="2666" y="437"/>
                  <a:pt x="2662" y="424"/>
                  <a:pt x="2670" y="419"/>
                </a:cubicBezTo>
                <a:cubicBezTo>
                  <a:pt x="2686" y="381"/>
                  <a:pt x="2681" y="373"/>
                  <a:pt x="2687" y="371"/>
                </a:cubicBezTo>
                <a:cubicBezTo>
                  <a:pt x="2709" y="315"/>
                  <a:pt x="2708" y="304"/>
                  <a:pt x="2713" y="298"/>
                </a:cubicBezTo>
                <a:cubicBezTo>
                  <a:pt x="2727" y="257"/>
                  <a:pt x="2726" y="250"/>
                  <a:pt x="2726" y="245"/>
                </a:cubicBezTo>
                <a:cubicBezTo>
                  <a:pt x="2745" y="221"/>
                  <a:pt x="2744" y="210"/>
                  <a:pt x="2751" y="205"/>
                </a:cubicBezTo>
                <a:cubicBezTo>
                  <a:pt x="2762" y="163"/>
                  <a:pt x="2778" y="168"/>
                  <a:pt x="2771" y="159"/>
                </a:cubicBezTo>
                <a:cubicBezTo>
                  <a:pt x="2784" y="131"/>
                  <a:pt x="2792" y="126"/>
                  <a:pt x="2792" y="117"/>
                </a:cubicBezTo>
                <a:cubicBezTo>
                  <a:pt x="2824" y="61"/>
                  <a:pt x="2826" y="58"/>
                  <a:pt x="2827" y="53"/>
                </a:cubicBezTo>
                <a:cubicBezTo>
                  <a:pt x="2852" y="7"/>
                  <a:pt x="2854" y="4"/>
                  <a:pt x="2855" y="1"/>
                </a:cubicBezTo>
                <a:cubicBezTo>
                  <a:pt x="2819" y="29"/>
                  <a:pt x="2828" y="46"/>
                  <a:pt x="2814" y="47"/>
                </a:cubicBezTo>
                <a:close/>
                <a:moveTo>
                  <a:pt x="3206" y="61"/>
                </a:moveTo>
                <a:cubicBezTo>
                  <a:pt x="3210" y="70"/>
                  <a:pt x="3206" y="82"/>
                  <a:pt x="3213" y="89"/>
                </a:cubicBezTo>
                <a:cubicBezTo>
                  <a:pt x="3220" y="70"/>
                  <a:pt x="3208" y="57"/>
                  <a:pt x="3213" y="38"/>
                </a:cubicBezTo>
                <a:cubicBezTo>
                  <a:pt x="3212" y="31"/>
                  <a:pt x="3212" y="23"/>
                  <a:pt x="3214" y="14"/>
                </a:cubicBezTo>
                <a:cubicBezTo>
                  <a:pt x="3218" y="8"/>
                  <a:pt x="3218" y="3"/>
                  <a:pt x="3213" y="1"/>
                </a:cubicBezTo>
                <a:cubicBezTo>
                  <a:pt x="3213" y="1"/>
                  <a:pt x="3214" y="1"/>
                  <a:pt x="3214" y="1"/>
                </a:cubicBezTo>
                <a:cubicBezTo>
                  <a:pt x="3208" y="1"/>
                  <a:pt x="3208" y="1"/>
                  <a:pt x="3208" y="1"/>
                </a:cubicBezTo>
                <a:cubicBezTo>
                  <a:pt x="3210" y="10"/>
                  <a:pt x="3205" y="21"/>
                  <a:pt x="3207" y="30"/>
                </a:cubicBezTo>
                <a:cubicBezTo>
                  <a:pt x="3203" y="42"/>
                  <a:pt x="3208" y="50"/>
                  <a:pt x="3206" y="61"/>
                </a:cubicBezTo>
                <a:close/>
                <a:moveTo>
                  <a:pt x="3548" y="95"/>
                </a:moveTo>
                <a:cubicBezTo>
                  <a:pt x="3562" y="84"/>
                  <a:pt x="3563" y="61"/>
                  <a:pt x="3570" y="45"/>
                </a:cubicBezTo>
                <a:cubicBezTo>
                  <a:pt x="3566" y="37"/>
                  <a:pt x="3574" y="24"/>
                  <a:pt x="3570" y="16"/>
                </a:cubicBezTo>
                <a:cubicBezTo>
                  <a:pt x="3571" y="11"/>
                  <a:pt x="3571" y="6"/>
                  <a:pt x="3571" y="1"/>
                </a:cubicBezTo>
                <a:cubicBezTo>
                  <a:pt x="3561" y="1"/>
                  <a:pt x="3561" y="1"/>
                  <a:pt x="3561" y="1"/>
                </a:cubicBezTo>
                <a:cubicBezTo>
                  <a:pt x="3561" y="3"/>
                  <a:pt x="3561" y="6"/>
                  <a:pt x="3561" y="9"/>
                </a:cubicBezTo>
                <a:cubicBezTo>
                  <a:pt x="3564" y="17"/>
                  <a:pt x="3561" y="28"/>
                  <a:pt x="3561" y="38"/>
                </a:cubicBezTo>
                <a:cubicBezTo>
                  <a:pt x="3562" y="42"/>
                  <a:pt x="3561" y="46"/>
                  <a:pt x="3558" y="52"/>
                </a:cubicBezTo>
                <a:cubicBezTo>
                  <a:pt x="3562" y="56"/>
                  <a:pt x="3552" y="65"/>
                  <a:pt x="3557" y="68"/>
                </a:cubicBezTo>
                <a:cubicBezTo>
                  <a:pt x="3557" y="72"/>
                  <a:pt x="3548" y="80"/>
                  <a:pt x="3554" y="82"/>
                </a:cubicBezTo>
                <a:cubicBezTo>
                  <a:pt x="3552" y="83"/>
                  <a:pt x="3543" y="92"/>
                  <a:pt x="3548" y="95"/>
                </a:cubicBezTo>
                <a:close/>
                <a:moveTo>
                  <a:pt x="76" y="1103"/>
                </a:moveTo>
                <a:cubicBezTo>
                  <a:pt x="81" y="1103"/>
                  <a:pt x="85" y="1103"/>
                  <a:pt x="88" y="1106"/>
                </a:cubicBezTo>
                <a:cubicBezTo>
                  <a:pt x="152" y="1133"/>
                  <a:pt x="158" y="1136"/>
                  <a:pt x="167" y="1136"/>
                </a:cubicBezTo>
                <a:cubicBezTo>
                  <a:pt x="227" y="1170"/>
                  <a:pt x="234" y="1172"/>
                  <a:pt x="240" y="1174"/>
                </a:cubicBezTo>
                <a:cubicBezTo>
                  <a:pt x="321" y="1207"/>
                  <a:pt x="340" y="1214"/>
                  <a:pt x="358" y="1223"/>
                </a:cubicBezTo>
                <a:cubicBezTo>
                  <a:pt x="404" y="1238"/>
                  <a:pt x="411" y="1238"/>
                  <a:pt x="413" y="1242"/>
                </a:cubicBezTo>
                <a:cubicBezTo>
                  <a:pt x="447" y="1249"/>
                  <a:pt x="457" y="1244"/>
                  <a:pt x="457" y="1250"/>
                </a:cubicBezTo>
                <a:cubicBezTo>
                  <a:pt x="517" y="1256"/>
                  <a:pt x="529" y="1259"/>
                  <a:pt x="535" y="1251"/>
                </a:cubicBezTo>
                <a:cubicBezTo>
                  <a:pt x="336" y="1206"/>
                  <a:pt x="322" y="1195"/>
                  <a:pt x="299" y="1193"/>
                </a:cubicBezTo>
                <a:cubicBezTo>
                  <a:pt x="271" y="1176"/>
                  <a:pt x="265" y="1177"/>
                  <a:pt x="266" y="1171"/>
                </a:cubicBezTo>
                <a:cubicBezTo>
                  <a:pt x="194" y="1139"/>
                  <a:pt x="185" y="1135"/>
                  <a:pt x="175" y="1130"/>
                </a:cubicBezTo>
                <a:cubicBezTo>
                  <a:pt x="105" y="1104"/>
                  <a:pt x="108" y="1094"/>
                  <a:pt x="99" y="1097"/>
                </a:cubicBezTo>
                <a:cubicBezTo>
                  <a:pt x="50" y="1083"/>
                  <a:pt x="46" y="1082"/>
                  <a:pt x="44" y="1078"/>
                </a:cubicBezTo>
                <a:cubicBezTo>
                  <a:pt x="93" y="1083"/>
                  <a:pt x="131" y="1095"/>
                  <a:pt x="166" y="1109"/>
                </a:cubicBezTo>
                <a:cubicBezTo>
                  <a:pt x="213" y="1124"/>
                  <a:pt x="213" y="1131"/>
                  <a:pt x="222" y="1128"/>
                </a:cubicBezTo>
                <a:cubicBezTo>
                  <a:pt x="338" y="1176"/>
                  <a:pt x="340" y="1187"/>
                  <a:pt x="354" y="1186"/>
                </a:cubicBezTo>
                <a:cubicBezTo>
                  <a:pt x="440" y="1224"/>
                  <a:pt x="457" y="1219"/>
                  <a:pt x="462" y="1227"/>
                </a:cubicBezTo>
                <a:cubicBezTo>
                  <a:pt x="557" y="1225"/>
                  <a:pt x="569" y="1230"/>
                  <a:pt x="569" y="1224"/>
                </a:cubicBezTo>
                <a:cubicBezTo>
                  <a:pt x="440" y="1206"/>
                  <a:pt x="429" y="1207"/>
                  <a:pt x="424" y="1201"/>
                </a:cubicBezTo>
                <a:cubicBezTo>
                  <a:pt x="366" y="1182"/>
                  <a:pt x="359" y="1178"/>
                  <a:pt x="351" y="1174"/>
                </a:cubicBezTo>
                <a:cubicBezTo>
                  <a:pt x="275" y="1141"/>
                  <a:pt x="269" y="1135"/>
                  <a:pt x="257" y="1136"/>
                </a:cubicBezTo>
                <a:cubicBezTo>
                  <a:pt x="219" y="1120"/>
                  <a:pt x="221" y="1112"/>
                  <a:pt x="213" y="1114"/>
                </a:cubicBezTo>
                <a:cubicBezTo>
                  <a:pt x="148" y="1090"/>
                  <a:pt x="134" y="1083"/>
                  <a:pt x="116" y="1079"/>
                </a:cubicBezTo>
                <a:cubicBezTo>
                  <a:pt x="82" y="1067"/>
                  <a:pt x="68" y="1070"/>
                  <a:pt x="64" y="1063"/>
                </a:cubicBezTo>
                <a:cubicBezTo>
                  <a:pt x="151" y="1077"/>
                  <a:pt x="159" y="1074"/>
                  <a:pt x="160" y="1078"/>
                </a:cubicBezTo>
                <a:cubicBezTo>
                  <a:pt x="189" y="1083"/>
                  <a:pt x="187" y="1091"/>
                  <a:pt x="195" y="1088"/>
                </a:cubicBezTo>
                <a:cubicBezTo>
                  <a:pt x="215" y="1101"/>
                  <a:pt x="223" y="1098"/>
                  <a:pt x="224" y="1102"/>
                </a:cubicBezTo>
                <a:cubicBezTo>
                  <a:pt x="288" y="1122"/>
                  <a:pt x="291" y="1129"/>
                  <a:pt x="297" y="1132"/>
                </a:cubicBezTo>
                <a:cubicBezTo>
                  <a:pt x="370" y="1168"/>
                  <a:pt x="383" y="1174"/>
                  <a:pt x="397" y="1179"/>
                </a:cubicBezTo>
                <a:cubicBezTo>
                  <a:pt x="433" y="1178"/>
                  <a:pt x="410" y="1183"/>
                  <a:pt x="403" y="1170"/>
                </a:cubicBezTo>
                <a:cubicBezTo>
                  <a:pt x="313" y="1125"/>
                  <a:pt x="296" y="1122"/>
                  <a:pt x="285" y="1112"/>
                </a:cubicBezTo>
                <a:cubicBezTo>
                  <a:pt x="252" y="1097"/>
                  <a:pt x="247" y="1098"/>
                  <a:pt x="244" y="1096"/>
                </a:cubicBezTo>
                <a:cubicBezTo>
                  <a:pt x="172" y="1070"/>
                  <a:pt x="166" y="1066"/>
                  <a:pt x="159" y="1063"/>
                </a:cubicBezTo>
                <a:cubicBezTo>
                  <a:pt x="136" y="1042"/>
                  <a:pt x="141" y="1046"/>
                  <a:pt x="165" y="1049"/>
                </a:cubicBezTo>
                <a:cubicBezTo>
                  <a:pt x="235" y="1074"/>
                  <a:pt x="239" y="1084"/>
                  <a:pt x="253" y="1084"/>
                </a:cubicBezTo>
                <a:cubicBezTo>
                  <a:pt x="281" y="1103"/>
                  <a:pt x="298" y="1092"/>
                  <a:pt x="297" y="1100"/>
                </a:cubicBezTo>
                <a:cubicBezTo>
                  <a:pt x="347" y="1120"/>
                  <a:pt x="357" y="1124"/>
                  <a:pt x="367" y="1127"/>
                </a:cubicBezTo>
                <a:cubicBezTo>
                  <a:pt x="445" y="1150"/>
                  <a:pt x="459" y="1156"/>
                  <a:pt x="472" y="1157"/>
                </a:cubicBezTo>
                <a:cubicBezTo>
                  <a:pt x="550" y="1146"/>
                  <a:pt x="566" y="1152"/>
                  <a:pt x="567" y="1146"/>
                </a:cubicBezTo>
                <a:cubicBezTo>
                  <a:pt x="601" y="1124"/>
                  <a:pt x="598" y="1131"/>
                  <a:pt x="593" y="1133"/>
                </a:cubicBezTo>
                <a:cubicBezTo>
                  <a:pt x="510" y="1147"/>
                  <a:pt x="491" y="1148"/>
                  <a:pt x="472" y="1148"/>
                </a:cubicBezTo>
                <a:cubicBezTo>
                  <a:pt x="441" y="1135"/>
                  <a:pt x="429" y="1141"/>
                  <a:pt x="428" y="1135"/>
                </a:cubicBezTo>
                <a:cubicBezTo>
                  <a:pt x="326" y="1104"/>
                  <a:pt x="324" y="1094"/>
                  <a:pt x="311" y="1094"/>
                </a:cubicBezTo>
                <a:cubicBezTo>
                  <a:pt x="246" y="1066"/>
                  <a:pt x="233" y="1065"/>
                  <a:pt x="223" y="1062"/>
                </a:cubicBezTo>
                <a:cubicBezTo>
                  <a:pt x="182" y="1047"/>
                  <a:pt x="179" y="1041"/>
                  <a:pt x="173" y="1040"/>
                </a:cubicBezTo>
                <a:cubicBezTo>
                  <a:pt x="231" y="1046"/>
                  <a:pt x="245" y="1047"/>
                  <a:pt x="255" y="1052"/>
                </a:cubicBezTo>
                <a:cubicBezTo>
                  <a:pt x="317" y="1068"/>
                  <a:pt x="319" y="1075"/>
                  <a:pt x="328" y="1073"/>
                </a:cubicBezTo>
                <a:cubicBezTo>
                  <a:pt x="367" y="1091"/>
                  <a:pt x="373" y="1092"/>
                  <a:pt x="380" y="1092"/>
                </a:cubicBezTo>
                <a:cubicBezTo>
                  <a:pt x="423" y="1104"/>
                  <a:pt x="431" y="1104"/>
                  <a:pt x="436" y="1108"/>
                </a:cubicBezTo>
                <a:cubicBezTo>
                  <a:pt x="614" y="1117"/>
                  <a:pt x="617" y="1115"/>
                  <a:pt x="619" y="1112"/>
                </a:cubicBezTo>
                <a:cubicBezTo>
                  <a:pt x="640" y="1096"/>
                  <a:pt x="638" y="1106"/>
                  <a:pt x="627" y="1106"/>
                </a:cubicBezTo>
                <a:cubicBezTo>
                  <a:pt x="519" y="1110"/>
                  <a:pt x="510" y="1108"/>
                  <a:pt x="500" y="1110"/>
                </a:cubicBezTo>
                <a:cubicBezTo>
                  <a:pt x="460" y="1102"/>
                  <a:pt x="454" y="1100"/>
                  <a:pt x="450" y="1096"/>
                </a:cubicBezTo>
                <a:cubicBezTo>
                  <a:pt x="384" y="1077"/>
                  <a:pt x="366" y="1080"/>
                  <a:pt x="357" y="1073"/>
                </a:cubicBezTo>
                <a:cubicBezTo>
                  <a:pt x="244" y="1029"/>
                  <a:pt x="222" y="1035"/>
                  <a:pt x="216" y="1024"/>
                </a:cubicBezTo>
                <a:cubicBezTo>
                  <a:pt x="238" y="1032"/>
                  <a:pt x="253" y="1026"/>
                  <a:pt x="257" y="1032"/>
                </a:cubicBezTo>
                <a:cubicBezTo>
                  <a:pt x="397" y="1064"/>
                  <a:pt x="404" y="1064"/>
                  <a:pt x="409" y="1066"/>
                </a:cubicBezTo>
                <a:cubicBezTo>
                  <a:pt x="549" y="1075"/>
                  <a:pt x="573" y="1082"/>
                  <a:pt x="621" y="1072"/>
                </a:cubicBezTo>
                <a:cubicBezTo>
                  <a:pt x="670" y="1061"/>
                  <a:pt x="671" y="1056"/>
                  <a:pt x="678" y="1056"/>
                </a:cubicBezTo>
                <a:cubicBezTo>
                  <a:pt x="721" y="1036"/>
                  <a:pt x="728" y="1036"/>
                  <a:pt x="727" y="1028"/>
                </a:cubicBezTo>
                <a:cubicBezTo>
                  <a:pt x="646" y="1060"/>
                  <a:pt x="641" y="1059"/>
                  <a:pt x="641" y="1060"/>
                </a:cubicBezTo>
                <a:cubicBezTo>
                  <a:pt x="623" y="1064"/>
                  <a:pt x="620" y="1064"/>
                  <a:pt x="618" y="1066"/>
                </a:cubicBezTo>
                <a:cubicBezTo>
                  <a:pt x="489" y="1066"/>
                  <a:pt x="464" y="1062"/>
                  <a:pt x="435" y="1062"/>
                </a:cubicBezTo>
                <a:cubicBezTo>
                  <a:pt x="410" y="1046"/>
                  <a:pt x="395" y="1056"/>
                  <a:pt x="397" y="1048"/>
                </a:cubicBezTo>
                <a:cubicBezTo>
                  <a:pt x="365" y="1040"/>
                  <a:pt x="354" y="1045"/>
                  <a:pt x="350" y="1044"/>
                </a:cubicBezTo>
                <a:cubicBezTo>
                  <a:pt x="390" y="1049"/>
                  <a:pt x="401" y="1044"/>
                  <a:pt x="405" y="1045"/>
                </a:cubicBezTo>
                <a:cubicBezTo>
                  <a:pt x="484" y="1055"/>
                  <a:pt x="513" y="1054"/>
                  <a:pt x="542" y="1053"/>
                </a:cubicBezTo>
                <a:cubicBezTo>
                  <a:pt x="672" y="1032"/>
                  <a:pt x="671" y="1025"/>
                  <a:pt x="680" y="1027"/>
                </a:cubicBezTo>
                <a:cubicBezTo>
                  <a:pt x="744" y="995"/>
                  <a:pt x="757" y="994"/>
                  <a:pt x="760" y="984"/>
                </a:cubicBezTo>
                <a:cubicBezTo>
                  <a:pt x="685" y="1014"/>
                  <a:pt x="681" y="1016"/>
                  <a:pt x="680" y="1021"/>
                </a:cubicBezTo>
                <a:cubicBezTo>
                  <a:pt x="616" y="1034"/>
                  <a:pt x="613" y="1029"/>
                  <a:pt x="611" y="1034"/>
                </a:cubicBezTo>
                <a:cubicBezTo>
                  <a:pt x="555" y="1041"/>
                  <a:pt x="545" y="1042"/>
                  <a:pt x="536" y="1042"/>
                </a:cubicBezTo>
                <a:cubicBezTo>
                  <a:pt x="438" y="1039"/>
                  <a:pt x="430" y="1043"/>
                  <a:pt x="417" y="1036"/>
                </a:cubicBezTo>
                <a:cubicBezTo>
                  <a:pt x="383" y="1031"/>
                  <a:pt x="377" y="1033"/>
                  <a:pt x="376" y="1029"/>
                </a:cubicBezTo>
                <a:cubicBezTo>
                  <a:pt x="301" y="1014"/>
                  <a:pt x="292" y="1013"/>
                  <a:pt x="288" y="1008"/>
                </a:cubicBezTo>
                <a:cubicBezTo>
                  <a:pt x="475" y="1026"/>
                  <a:pt x="514" y="1025"/>
                  <a:pt x="553" y="1024"/>
                </a:cubicBezTo>
                <a:cubicBezTo>
                  <a:pt x="587" y="1017"/>
                  <a:pt x="595" y="1016"/>
                  <a:pt x="596" y="1020"/>
                </a:cubicBezTo>
                <a:cubicBezTo>
                  <a:pt x="700" y="991"/>
                  <a:pt x="704" y="985"/>
                  <a:pt x="714" y="985"/>
                </a:cubicBezTo>
                <a:cubicBezTo>
                  <a:pt x="664" y="990"/>
                  <a:pt x="653" y="1000"/>
                  <a:pt x="633" y="1002"/>
                </a:cubicBezTo>
                <a:cubicBezTo>
                  <a:pt x="589" y="1013"/>
                  <a:pt x="578" y="1009"/>
                  <a:pt x="579" y="1015"/>
                </a:cubicBezTo>
                <a:cubicBezTo>
                  <a:pt x="444" y="1014"/>
                  <a:pt x="424" y="1017"/>
                  <a:pt x="413" y="1010"/>
                </a:cubicBezTo>
                <a:cubicBezTo>
                  <a:pt x="404" y="1004"/>
                  <a:pt x="431" y="1002"/>
                  <a:pt x="456" y="1003"/>
                </a:cubicBezTo>
                <a:cubicBezTo>
                  <a:pt x="488" y="1002"/>
                  <a:pt x="486" y="997"/>
                  <a:pt x="494" y="997"/>
                </a:cubicBezTo>
                <a:cubicBezTo>
                  <a:pt x="541" y="984"/>
                  <a:pt x="558" y="990"/>
                  <a:pt x="563" y="983"/>
                </a:cubicBezTo>
                <a:cubicBezTo>
                  <a:pt x="676" y="951"/>
                  <a:pt x="685" y="950"/>
                  <a:pt x="693" y="948"/>
                </a:cubicBezTo>
                <a:cubicBezTo>
                  <a:pt x="696" y="934"/>
                  <a:pt x="697" y="940"/>
                  <a:pt x="690" y="939"/>
                </a:cubicBezTo>
                <a:cubicBezTo>
                  <a:pt x="530" y="982"/>
                  <a:pt x="521" y="983"/>
                  <a:pt x="500" y="988"/>
                </a:cubicBezTo>
                <a:cubicBezTo>
                  <a:pt x="465" y="989"/>
                  <a:pt x="459" y="989"/>
                  <a:pt x="453" y="989"/>
                </a:cubicBezTo>
                <a:cubicBezTo>
                  <a:pt x="506" y="970"/>
                  <a:pt x="522" y="965"/>
                  <a:pt x="539" y="961"/>
                </a:cubicBezTo>
                <a:cubicBezTo>
                  <a:pt x="597" y="943"/>
                  <a:pt x="603" y="938"/>
                  <a:pt x="611" y="936"/>
                </a:cubicBezTo>
                <a:cubicBezTo>
                  <a:pt x="580" y="940"/>
                  <a:pt x="567" y="944"/>
                  <a:pt x="554" y="949"/>
                </a:cubicBezTo>
                <a:cubicBezTo>
                  <a:pt x="401" y="981"/>
                  <a:pt x="381" y="986"/>
                  <a:pt x="360" y="988"/>
                </a:cubicBezTo>
                <a:cubicBezTo>
                  <a:pt x="316" y="997"/>
                  <a:pt x="300" y="998"/>
                  <a:pt x="302" y="993"/>
                </a:cubicBezTo>
                <a:cubicBezTo>
                  <a:pt x="400" y="959"/>
                  <a:pt x="420" y="956"/>
                  <a:pt x="438" y="952"/>
                </a:cubicBezTo>
                <a:cubicBezTo>
                  <a:pt x="507" y="931"/>
                  <a:pt x="523" y="925"/>
                  <a:pt x="541" y="920"/>
                </a:cubicBezTo>
                <a:cubicBezTo>
                  <a:pt x="618" y="894"/>
                  <a:pt x="618" y="888"/>
                  <a:pt x="625" y="889"/>
                </a:cubicBezTo>
                <a:cubicBezTo>
                  <a:pt x="689" y="858"/>
                  <a:pt x="701" y="859"/>
                  <a:pt x="705" y="852"/>
                </a:cubicBezTo>
                <a:cubicBezTo>
                  <a:pt x="722" y="841"/>
                  <a:pt x="720" y="840"/>
                  <a:pt x="719" y="843"/>
                </a:cubicBezTo>
                <a:cubicBezTo>
                  <a:pt x="646" y="876"/>
                  <a:pt x="634" y="871"/>
                  <a:pt x="633" y="877"/>
                </a:cubicBezTo>
                <a:cubicBezTo>
                  <a:pt x="541" y="910"/>
                  <a:pt x="522" y="912"/>
                  <a:pt x="506" y="918"/>
                </a:cubicBezTo>
                <a:cubicBezTo>
                  <a:pt x="431" y="942"/>
                  <a:pt x="425" y="940"/>
                  <a:pt x="420" y="941"/>
                </a:cubicBezTo>
                <a:cubicBezTo>
                  <a:pt x="432" y="927"/>
                  <a:pt x="438" y="928"/>
                  <a:pt x="440" y="926"/>
                </a:cubicBezTo>
                <a:cubicBezTo>
                  <a:pt x="473" y="899"/>
                  <a:pt x="488" y="902"/>
                  <a:pt x="488" y="892"/>
                </a:cubicBezTo>
                <a:cubicBezTo>
                  <a:pt x="545" y="862"/>
                  <a:pt x="559" y="854"/>
                  <a:pt x="574" y="847"/>
                </a:cubicBezTo>
                <a:cubicBezTo>
                  <a:pt x="711" y="785"/>
                  <a:pt x="715" y="784"/>
                  <a:pt x="718" y="782"/>
                </a:cubicBezTo>
                <a:cubicBezTo>
                  <a:pt x="746" y="773"/>
                  <a:pt x="759" y="769"/>
                  <a:pt x="749" y="767"/>
                </a:cubicBezTo>
                <a:cubicBezTo>
                  <a:pt x="669" y="789"/>
                  <a:pt x="670" y="794"/>
                  <a:pt x="666" y="795"/>
                </a:cubicBezTo>
                <a:cubicBezTo>
                  <a:pt x="642" y="808"/>
                  <a:pt x="630" y="805"/>
                  <a:pt x="628" y="810"/>
                </a:cubicBezTo>
                <a:cubicBezTo>
                  <a:pt x="521" y="866"/>
                  <a:pt x="509" y="865"/>
                  <a:pt x="505" y="872"/>
                </a:cubicBezTo>
                <a:cubicBezTo>
                  <a:pt x="462" y="897"/>
                  <a:pt x="456" y="897"/>
                  <a:pt x="454" y="899"/>
                </a:cubicBezTo>
                <a:cubicBezTo>
                  <a:pt x="465" y="886"/>
                  <a:pt x="470" y="882"/>
                  <a:pt x="476" y="878"/>
                </a:cubicBezTo>
                <a:cubicBezTo>
                  <a:pt x="554" y="827"/>
                  <a:pt x="572" y="825"/>
                  <a:pt x="579" y="815"/>
                </a:cubicBezTo>
                <a:cubicBezTo>
                  <a:pt x="643" y="787"/>
                  <a:pt x="651" y="785"/>
                  <a:pt x="657" y="781"/>
                </a:cubicBezTo>
                <a:cubicBezTo>
                  <a:pt x="722" y="751"/>
                  <a:pt x="738" y="757"/>
                  <a:pt x="737" y="747"/>
                </a:cubicBezTo>
                <a:cubicBezTo>
                  <a:pt x="667" y="777"/>
                  <a:pt x="649" y="767"/>
                  <a:pt x="651" y="775"/>
                </a:cubicBezTo>
                <a:cubicBezTo>
                  <a:pt x="560" y="811"/>
                  <a:pt x="554" y="818"/>
                  <a:pt x="545" y="821"/>
                </a:cubicBezTo>
                <a:cubicBezTo>
                  <a:pt x="469" y="872"/>
                  <a:pt x="457" y="873"/>
                  <a:pt x="450" y="879"/>
                </a:cubicBezTo>
                <a:cubicBezTo>
                  <a:pt x="421" y="900"/>
                  <a:pt x="415" y="906"/>
                  <a:pt x="405" y="909"/>
                </a:cubicBezTo>
                <a:cubicBezTo>
                  <a:pt x="349" y="942"/>
                  <a:pt x="342" y="950"/>
                  <a:pt x="330" y="952"/>
                </a:cubicBezTo>
                <a:cubicBezTo>
                  <a:pt x="304" y="975"/>
                  <a:pt x="288" y="965"/>
                  <a:pt x="290" y="973"/>
                </a:cubicBezTo>
                <a:cubicBezTo>
                  <a:pt x="293" y="964"/>
                  <a:pt x="296" y="956"/>
                  <a:pt x="307" y="955"/>
                </a:cubicBezTo>
                <a:cubicBezTo>
                  <a:pt x="361" y="916"/>
                  <a:pt x="374" y="905"/>
                  <a:pt x="387" y="895"/>
                </a:cubicBezTo>
                <a:cubicBezTo>
                  <a:pt x="440" y="852"/>
                  <a:pt x="459" y="847"/>
                  <a:pt x="470" y="835"/>
                </a:cubicBezTo>
                <a:cubicBezTo>
                  <a:pt x="534" y="803"/>
                  <a:pt x="537" y="800"/>
                  <a:pt x="541" y="798"/>
                </a:cubicBezTo>
                <a:cubicBezTo>
                  <a:pt x="601" y="775"/>
                  <a:pt x="607" y="768"/>
                  <a:pt x="616" y="764"/>
                </a:cubicBezTo>
                <a:cubicBezTo>
                  <a:pt x="644" y="755"/>
                  <a:pt x="637" y="759"/>
                  <a:pt x="624" y="756"/>
                </a:cubicBezTo>
                <a:cubicBezTo>
                  <a:pt x="598" y="770"/>
                  <a:pt x="588" y="767"/>
                  <a:pt x="587" y="771"/>
                </a:cubicBezTo>
                <a:cubicBezTo>
                  <a:pt x="543" y="791"/>
                  <a:pt x="533" y="793"/>
                  <a:pt x="524" y="796"/>
                </a:cubicBezTo>
                <a:cubicBezTo>
                  <a:pt x="488" y="818"/>
                  <a:pt x="478" y="815"/>
                  <a:pt x="478" y="820"/>
                </a:cubicBezTo>
                <a:cubicBezTo>
                  <a:pt x="419" y="857"/>
                  <a:pt x="415" y="859"/>
                  <a:pt x="409" y="860"/>
                </a:cubicBezTo>
                <a:cubicBezTo>
                  <a:pt x="376" y="885"/>
                  <a:pt x="379" y="893"/>
                  <a:pt x="369" y="890"/>
                </a:cubicBezTo>
                <a:cubicBezTo>
                  <a:pt x="323" y="929"/>
                  <a:pt x="293" y="946"/>
                  <a:pt x="264" y="965"/>
                </a:cubicBezTo>
                <a:cubicBezTo>
                  <a:pt x="329" y="916"/>
                  <a:pt x="326" y="908"/>
                  <a:pt x="332" y="908"/>
                </a:cubicBezTo>
                <a:cubicBezTo>
                  <a:pt x="386" y="863"/>
                  <a:pt x="389" y="860"/>
                  <a:pt x="392" y="857"/>
                </a:cubicBezTo>
                <a:cubicBezTo>
                  <a:pt x="429" y="825"/>
                  <a:pt x="440" y="824"/>
                  <a:pt x="446" y="818"/>
                </a:cubicBezTo>
                <a:cubicBezTo>
                  <a:pt x="529" y="763"/>
                  <a:pt x="551" y="761"/>
                  <a:pt x="563" y="748"/>
                </a:cubicBezTo>
                <a:cubicBezTo>
                  <a:pt x="594" y="736"/>
                  <a:pt x="598" y="734"/>
                  <a:pt x="600" y="730"/>
                </a:cubicBezTo>
                <a:cubicBezTo>
                  <a:pt x="580" y="736"/>
                  <a:pt x="568" y="736"/>
                  <a:pt x="563" y="743"/>
                </a:cubicBezTo>
                <a:cubicBezTo>
                  <a:pt x="483" y="783"/>
                  <a:pt x="474" y="786"/>
                  <a:pt x="468" y="791"/>
                </a:cubicBezTo>
                <a:cubicBezTo>
                  <a:pt x="420" y="828"/>
                  <a:pt x="407" y="826"/>
                  <a:pt x="403" y="834"/>
                </a:cubicBezTo>
                <a:cubicBezTo>
                  <a:pt x="317" y="904"/>
                  <a:pt x="288" y="923"/>
                  <a:pt x="264" y="947"/>
                </a:cubicBezTo>
                <a:cubicBezTo>
                  <a:pt x="201" y="992"/>
                  <a:pt x="194" y="992"/>
                  <a:pt x="189" y="996"/>
                </a:cubicBezTo>
                <a:cubicBezTo>
                  <a:pt x="155" y="1017"/>
                  <a:pt x="150" y="1017"/>
                  <a:pt x="149" y="1020"/>
                </a:cubicBezTo>
                <a:cubicBezTo>
                  <a:pt x="158" y="1010"/>
                  <a:pt x="159" y="1005"/>
                  <a:pt x="166" y="1005"/>
                </a:cubicBezTo>
                <a:cubicBezTo>
                  <a:pt x="222" y="962"/>
                  <a:pt x="230" y="955"/>
                  <a:pt x="240" y="951"/>
                </a:cubicBezTo>
                <a:cubicBezTo>
                  <a:pt x="268" y="923"/>
                  <a:pt x="278" y="919"/>
                  <a:pt x="286" y="912"/>
                </a:cubicBezTo>
                <a:cubicBezTo>
                  <a:pt x="330" y="884"/>
                  <a:pt x="323" y="870"/>
                  <a:pt x="334" y="873"/>
                </a:cubicBezTo>
                <a:cubicBezTo>
                  <a:pt x="409" y="805"/>
                  <a:pt x="425" y="807"/>
                  <a:pt x="428" y="795"/>
                </a:cubicBezTo>
                <a:cubicBezTo>
                  <a:pt x="515" y="747"/>
                  <a:pt x="520" y="745"/>
                  <a:pt x="522" y="741"/>
                </a:cubicBezTo>
                <a:cubicBezTo>
                  <a:pt x="509" y="740"/>
                  <a:pt x="505" y="746"/>
                  <a:pt x="496" y="747"/>
                </a:cubicBezTo>
                <a:cubicBezTo>
                  <a:pt x="390" y="816"/>
                  <a:pt x="382" y="817"/>
                  <a:pt x="379" y="823"/>
                </a:cubicBezTo>
                <a:cubicBezTo>
                  <a:pt x="320" y="867"/>
                  <a:pt x="314" y="878"/>
                  <a:pt x="300" y="883"/>
                </a:cubicBezTo>
                <a:cubicBezTo>
                  <a:pt x="276" y="904"/>
                  <a:pt x="273" y="907"/>
                  <a:pt x="268" y="907"/>
                </a:cubicBezTo>
                <a:cubicBezTo>
                  <a:pt x="239" y="935"/>
                  <a:pt x="231" y="942"/>
                  <a:pt x="223" y="948"/>
                </a:cubicBezTo>
                <a:cubicBezTo>
                  <a:pt x="183" y="979"/>
                  <a:pt x="180" y="980"/>
                  <a:pt x="177" y="982"/>
                </a:cubicBezTo>
                <a:cubicBezTo>
                  <a:pt x="191" y="973"/>
                  <a:pt x="185" y="961"/>
                  <a:pt x="194" y="964"/>
                </a:cubicBezTo>
                <a:cubicBezTo>
                  <a:pt x="215" y="948"/>
                  <a:pt x="216" y="945"/>
                  <a:pt x="217" y="943"/>
                </a:cubicBezTo>
                <a:cubicBezTo>
                  <a:pt x="277" y="892"/>
                  <a:pt x="274" y="884"/>
                  <a:pt x="282" y="886"/>
                </a:cubicBezTo>
                <a:cubicBezTo>
                  <a:pt x="318" y="843"/>
                  <a:pt x="332" y="852"/>
                  <a:pt x="328" y="841"/>
                </a:cubicBezTo>
                <a:cubicBezTo>
                  <a:pt x="393" y="789"/>
                  <a:pt x="411" y="781"/>
                  <a:pt x="424" y="769"/>
                </a:cubicBezTo>
                <a:cubicBezTo>
                  <a:pt x="487" y="734"/>
                  <a:pt x="496" y="718"/>
                  <a:pt x="519" y="715"/>
                </a:cubicBezTo>
                <a:cubicBezTo>
                  <a:pt x="571" y="688"/>
                  <a:pt x="575" y="686"/>
                  <a:pt x="582" y="687"/>
                </a:cubicBezTo>
                <a:cubicBezTo>
                  <a:pt x="612" y="679"/>
                  <a:pt x="624" y="684"/>
                  <a:pt x="625" y="677"/>
                </a:cubicBezTo>
                <a:cubicBezTo>
                  <a:pt x="534" y="694"/>
                  <a:pt x="524" y="699"/>
                  <a:pt x="515" y="703"/>
                </a:cubicBezTo>
                <a:cubicBezTo>
                  <a:pt x="430" y="748"/>
                  <a:pt x="426" y="757"/>
                  <a:pt x="415" y="761"/>
                </a:cubicBezTo>
                <a:cubicBezTo>
                  <a:pt x="356" y="807"/>
                  <a:pt x="351" y="809"/>
                  <a:pt x="347" y="812"/>
                </a:cubicBezTo>
                <a:cubicBezTo>
                  <a:pt x="283" y="872"/>
                  <a:pt x="274" y="869"/>
                  <a:pt x="273" y="875"/>
                </a:cubicBezTo>
                <a:cubicBezTo>
                  <a:pt x="234" y="910"/>
                  <a:pt x="227" y="917"/>
                  <a:pt x="219" y="922"/>
                </a:cubicBezTo>
                <a:cubicBezTo>
                  <a:pt x="118" y="1004"/>
                  <a:pt x="104" y="1019"/>
                  <a:pt x="86" y="1030"/>
                </a:cubicBezTo>
                <a:cubicBezTo>
                  <a:pt x="56" y="1040"/>
                  <a:pt x="55" y="1048"/>
                  <a:pt x="43" y="1046"/>
                </a:cubicBezTo>
                <a:cubicBezTo>
                  <a:pt x="80" y="1008"/>
                  <a:pt x="90" y="1008"/>
                  <a:pt x="94" y="1001"/>
                </a:cubicBezTo>
                <a:cubicBezTo>
                  <a:pt x="146" y="953"/>
                  <a:pt x="150" y="948"/>
                  <a:pt x="156" y="944"/>
                </a:cubicBezTo>
                <a:cubicBezTo>
                  <a:pt x="185" y="910"/>
                  <a:pt x="188" y="909"/>
                  <a:pt x="190" y="906"/>
                </a:cubicBezTo>
                <a:cubicBezTo>
                  <a:pt x="234" y="866"/>
                  <a:pt x="235" y="857"/>
                  <a:pt x="244" y="855"/>
                </a:cubicBezTo>
                <a:cubicBezTo>
                  <a:pt x="280" y="816"/>
                  <a:pt x="288" y="813"/>
                  <a:pt x="292" y="805"/>
                </a:cubicBezTo>
                <a:cubicBezTo>
                  <a:pt x="343" y="766"/>
                  <a:pt x="354" y="756"/>
                  <a:pt x="369" y="748"/>
                </a:cubicBezTo>
                <a:cubicBezTo>
                  <a:pt x="419" y="708"/>
                  <a:pt x="435" y="702"/>
                  <a:pt x="448" y="693"/>
                </a:cubicBezTo>
                <a:cubicBezTo>
                  <a:pt x="507" y="662"/>
                  <a:pt x="522" y="655"/>
                  <a:pt x="537" y="648"/>
                </a:cubicBezTo>
                <a:cubicBezTo>
                  <a:pt x="514" y="649"/>
                  <a:pt x="514" y="658"/>
                  <a:pt x="503" y="657"/>
                </a:cubicBezTo>
                <a:cubicBezTo>
                  <a:pt x="453" y="679"/>
                  <a:pt x="447" y="683"/>
                  <a:pt x="443" y="688"/>
                </a:cubicBezTo>
                <a:cubicBezTo>
                  <a:pt x="399" y="716"/>
                  <a:pt x="388" y="716"/>
                  <a:pt x="385" y="724"/>
                </a:cubicBezTo>
                <a:cubicBezTo>
                  <a:pt x="335" y="755"/>
                  <a:pt x="328" y="768"/>
                  <a:pt x="311" y="772"/>
                </a:cubicBezTo>
                <a:cubicBezTo>
                  <a:pt x="262" y="818"/>
                  <a:pt x="258" y="819"/>
                  <a:pt x="258" y="823"/>
                </a:cubicBezTo>
                <a:cubicBezTo>
                  <a:pt x="224" y="847"/>
                  <a:pt x="222" y="855"/>
                  <a:pt x="218" y="862"/>
                </a:cubicBezTo>
                <a:cubicBezTo>
                  <a:pt x="189" y="882"/>
                  <a:pt x="192" y="891"/>
                  <a:pt x="187" y="891"/>
                </a:cubicBezTo>
                <a:cubicBezTo>
                  <a:pt x="139" y="944"/>
                  <a:pt x="136" y="952"/>
                  <a:pt x="127" y="954"/>
                </a:cubicBezTo>
                <a:cubicBezTo>
                  <a:pt x="24" y="1043"/>
                  <a:pt x="16" y="1045"/>
                  <a:pt x="11" y="1050"/>
                </a:cubicBezTo>
                <a:cubicBezTo>
                  <a:pt x="19" y="1089"/>
                  <a:pt x="35" y="1093"/>
                  <a:pt x="53" y="1095"/>
                </a:cubicBezTo>
                <a:close/>
                <a:moveTo>
                  <a:pt x="434" y="905"/>
                </a:moveTo>
                <a:cubicBezTo>
                  <a:pt x="436" y="905"/>
                  <a:pt x="437" y="905"/>
                  <a:pt x="439" y="905"/>
                </a:cubicBezTo>
                <a:cubicBezTo>
                  <a:pt x="441" y="911"/>
                  <a:pt x="435" y="911"/>
                  <a:pt x="431" y="911"/>
                </a:cubicBezTo>
                <a:cubicBezTo>
                  <a:pt x="431" y="909"/>
                  <a:pt x="434" y="908"/>
                  <a:pt x="434" y="905"/>
                </a:cubicBezTo>
                <a:close/>
                <a:moveTo>
                  <a:pt x="402" y="926"/>
                </a:moveTo>
                <a:cubicBezTo>
                  <a:pt x="410" y="929"/>
                  <a:pt x="396" y="933"/>
                  <a:pt x="397" y="938"/>
                </a:cubicBezTo>
                <a:cubicBezTo>
                  <a:pt x="393" y="938"/>
                  <a:pt x="389" y="938"/>
                  <a:pt x="388" y="941"/>
                </a:cubicBezTo>
                <a:cubicBezTo>
                  <a:pt x="379" y="935"/>
                  <a:pt x="402" y="934"/>
                  <a:pt x="402" y="926"/>
                </a:cubicBezTo>
                <a:close/>
                <a:moveTo>
                  <a:pt x="274" y="1011"/>
                </a:moveTo>
                <a:cubicBezTo>
                  <a:pt x="271" y="1015"/>
                  <a:pt x="271" y="1018"/>
                  <a:pt x="274" y="1023"/>
                </a:cubicBezTo>
                <a:cubicBezTo>
                  <a:pt x="289" y="1020"/>
                  <a:pt x="295" y="1026"/>
                  <a:pt x="306" y="1028"/>
                </a:cubicBezTo>
                <a:cubicBezTo>
                  <a:pt x="317" y="1028"/>
                  <a:pt x="298" y="1035"/>
                  <a:pt x="300" y="1028"/>
                </a:cubicBezTo>
                <a:cubicBezTo>
                  <a:pt x="278" y="1029"/>
                  <a:pt x="267" y="1019"/>
                  <a:pt x="248" y="1017"/>
                </a:cubicBezTo>
                <a:cubicBezTo>
                  <a:pt x="252" y="1011"/>
                  <a:pt x="268" y="1016"/>
                  <a:pt x="274" y="1011"/>
                </a:cubicBezTo>
                <a:close/>
                <a:moveTo>
                  <a:pt x="244" y="991"/>
                </a:moveTo>
                <a:cubicBezTo>
                  <a:pt x="243" y="997"/>
                  <a:pt x="237" y="999"/>
                  <a:pt x="230" y="1000"/>
                </a:cubicBezTo>
                <a:cubicBezTo>
                  <a:pt x="232" y="995"/>
                  <a:pt x="238" y="993"/>
                  <a:pt x="244" y="991"/>
                </a:cubicBezTo>
                <a:close/>
                <a:moveTo>
                  <a:pt x="9" y="1076"/>
                </a:moveTo>
                <a:cubicBezTo>
                  <a:pt x="11" y="1065"/>
                  <a:pt x="24" y="1072"/>
                  <a:pt x="29" y="1075"/>
                </a:cubicBezTo>
                <a:cubicBezTo>
                  <a:pt x="25" y="1084"/>
                  <a:pt x="18" y="1072"/>
                  <a:pt x="9" y="1076"/>
                </a:cubicBezTo>
                <a:close/>
                <a:moveTo>
                  <a:pt x="3234" y="70"/>
                </a:moveTo>
                <a:cubicBezTo>
                  <a:pt x="3242" y="49"/>
                  <a:pt x="3239" y="35"/>
                  <a:pt x="3240" y="19"/>
                </a:cubicBezTo>
                <a:cubicBezTo>
                  <a:pt x="3243" y="12"/>
                  <a:pt x="3244" y="6"/>
                  <a:pt x="3245" y="1"/>
                </a:cubicBezTo>
                <a:cubicBezTo>
                  <a:pt x="3237" y="1"/>
                  <a:pt x="3237" y="1"/>
                  <a:pt x="3237" y="1"/>
                </a:cubicBezTo>
                <a:cubicBezTo>
                  <a:pt x="3236" y="8"/>
                  <a:pt x="3236" y="16"/>
                  <a:pt x="3235" y="23"/>
                </a:cubicBezTo>
                <a:cubicBezTo>
                  <a:pt x="3232" y="32"/>
                  <a:pt x="3236" y="37"/>
                  <a:pt x="3232" y="47"/>
                </a:cubicBezTo>
                <a:cubicBezTo>
                  <a:pt x="3237" y="52"/>
                  <a:pt x="3228" y="64"/>
                  <a:pt x="3234" y="70"/>
                </a:cubicBezTo>
                <a:close/>
                <a:moveTo>
                  <a:pt x="3757" y="273"/>
                </a:moveTo>
                <a:cubicBezTo>
                  <a:pt x="3761" y="261"/>
                  <a:pt x="3767" y="248"/>
                  <a:pt x="3775" y="236"/>
                </a:cubicBezTo>
                <a:cubicBezTo>
                  <a:pt x="3836" y="136"/>
                  <a:pt x="3838" y="133"/>
                  <a:pt x="3840" y="131"/>
                </a:cubicBezTo>
                <a:cubicBezTo>
                  <a:pt x="3812" y="151"/>
                  <a:pt x="3794" y="184"/>
                  <a:pt x="3770" y="218"/>
                </a:cubicBezTo>
                <a:cubicBezTo>
                  <a:pt x="3714" y="341"/>
                  <a:pt x="3715" y="347"/>
                  <a:pt x="3711" y="354"/>
                </a:cubicBezTo>
                <a:cubicBezTo>
                  <a:pt x="3708" y="378"/>
                  <a:pt x="3704" y="383"/>
                  <a:pt x="3699" y="389"/>
                </a:cubicBezTo>
                <a:cubicBezTo>
                  <a:pt x="3679" y="449"/>
                  <a:pt x="3679" y="460"/>
                  <a:pt x="3673" y="471"/>
                </a:cubicBezTo>
                <a:cubicBezTo>
                  <a:pt x="3649" y="556"/>
                  <a:pt x="3641" y="564"/>
                  <a:pt x="3641" y="571"/>
                </a:cubicBezTo>
                <a:cubicBezTo>
                  <a:pt x="3629" y="606"/>
                  <a:pt x="3625" y="604"/>
                  <a:pt x="3628" y="608"/>
                </a:cubicBezTo>
                <a:cubicBezTo>
                  <a:pt x="3603" y="675"/>
                  <a:pt x="3595" y="687"/>
                  <a:pt x="3591" y="700"/>
                </a:cubicBezTo>
                <a:cubicBezTo>
                  <a:pt x="3566" y="761"/>
                  <a:pt x="3550" y="791"/>
                  <a:pt x="3542" y="808"/>
                </a:cubicBezTo>
                <a:cubicBezTo>
                  <a:pt x="3507" y="868"/>
                  <a:pt x="3500" y="883"/>
                  <a:pt x="3494" y="881"/>
                </a:cubicBezTo>
                <a:cubicBezTo>
                  <a:pt x="3504" y="842"/>
                  <a:pt x="3512" y="840"/>
                  <a:pt x="3519" y="827"/>
                </a:cubicBezTo>
                <a:cubicBezTo>
                  <a:pt x="3541" y="787"/>
                  <a:pt x="3551" y="772"/>
                  <a:pt x="3557" y="758"/>
                </a:cubicBezTo>
                <a:cubicBezTo>
                  <a:pt x="3572" y="724"/>
                  <a:pt x="3577" y="719"/>
                  <a:pt x="3574" y="716"/>
                </a:cubicBezTo>
                <a:cubicBezTo>
                  <a:pt x="3610" y="627"/>
                  <a:pt x="3611" y="620"/>
                  <a:pt x="3612" y="614"/>
                </a:cubicBezTo>
                <a:cubicBezTo>
                  <a:pt x="3626" y="578"/>
                  <a:pt x="3619" y="566"/>
                  <a:pt x="3626" y="552"/>
                </a:cubicBezTo>
                <a:cubicBezTo>
                  <a:pt x="3638" y="497"/>
                  <a:pt x="3641" y="483"/>
                  <a:pt x="3650" y="468"/>
                </a:cubicBezTo>
                <a:cubicBezTo>
                  <a:pt x="3660" y="391"/>
                  <a:pt x="3671" y="379"/>
                  <a:pt x="3671" y="368"/>
                </a:cubicBezTo>
                <a:cubicBezTo>
                  <a:pt x="3699" y="286"/>
                  <a:pt x="3697" y="275"/>
                  <a:pt x="3700" y="262"/>
                </a:cubicBezTo>
                <a:cubicBezTo>
                  <a:pt x="3760" y="136"/>
                  <a:pt x="3757" y="124"/>
                  <a:pt x="3767" y="117"/>
                </a:cubicBezTo>
                <a:cubicBezTo>
                  <a:pt x="3790" y="76"/>
                  <a:pt x="3794" y="72"/>
                  <a:pt x="3797" y="67"/>
                </a:cubicBezTo>
                <a:cubicBezTo>
                  <a:pt x="3835" y="16"/>
                  <a:pt x="3845" y="9"/>
                  <a:pt x="3838" y="3"/>
                </a:cubicBezTo>
                <a:cubicBezTo>
                  <a:pt x="3814" y="18"/>
                  <a:pt x="3804" y="31"/>
                  <a:pt x="3809" y="32"/>
                </a:cubicBezTo>
                <a:cubicBezTo>
                  <a:pt x="3769" y="96"/>
                  <a:pt x="3753" y="119"/>
                  <a:pt x="3737" y="141"/>
                </a:cubicBezTo>
                <a:cubicBezTo>
                  <a:pt x="3695" y="232"/>
                  <a:pt x="3701" y="237"/>
                  <a:pt x="3696" y="244"/>
                </a:cubicBezTo>
                <a:cubicBezTo>
                  <a:pt x="3684" y="292"/>
                  <a:pt x="3679" y="300"/>
                  <a:pt x="3681" y="306"/>
                </a:cubicBezTo>
                <a:cubicBezTo>
                  <a:pt x="3651" y="396"/>
                  <a:pt x="3653" y="396"/>
                  <a:pt x="3652" y="397"/>
                </a:cubicBezTo>
                <a:cubicBezTo>
                  <a:pt x="3638" y="444"/>
                  <a:pt x="3641" y="447"/>
                  <a:pt x="3637" y="451"/>
                </a:cubicBezTo>
                <a:cubicBezTo>
                  <a:pt x="3625" y="516"/>
                  <a:pt x="3623" y="519"/>
                  <a:pt x="3620" y="522"/>
                </a:cubicBezTo>
                <a:cubicBezTo>
                  <a:pt x="3616" y="556"/>
                  <a:pt x="3614" y="559"/>
                  <a:pt x="3611" y="562"/>
                </a:cubicBezTo>
                <a:cubicBezTo>
                  <a:pt x="3605" y="607"/>
                  <a:pt x="3603" y="621"/>
                  <a:pt x="3596" y="635"/>
                </a:cubicBezTo>
                <a:cubicBezTo>
                  <a:pt x="3579" y="690"/>
                  <a:pt x="3572" y="704"/>
                  <a:pt x="3566" y="718"/>
                </a:cubicBezTo>
                <a:cubicBezTo>
                  <a:pt x="3510" y="823"/>
                  <a:pt x="3512" y="836"/>
                  <a:pt x="3504" y="834"/>
                </a:cubicBezTo>
                <a:cubicBezTo>
                  <a:pt x="3516" y="767"/>
                  <a:pt x="3518" y="762"/>
                  <a:pt x="3518" y="757"/>
                </a:cubicBezTo>
                <a:cubicBezTo>
                  <a:pt x="3527" y="708"/>
                  <a:pt x="3526" y="690"/>
                  <a:pt x="3537" y="670"/>
                </a:cubicBezTo>
                <a:cubicBezTo>
                  <a:pt x="3551" y="615"/>
                  <a:pt x="3545" y="603"/>
                  <a:pt x="3551" y="589"/>
                </a:cubicBezTo>
                <a:cubicBezTo>
                  <a:pt x="3558" y="556"/>
                  <a:pt x="3560" y="550"/>
                  <a:pt x="3563" y="544"/>
                </a:cubicBezTo>
                <a:cubicBezTo>
                  <a:pt x="3571" y="525"/>
                  <a:pt x="3565" y="517"/>
                  <a:pt x="3571" y="510"/>
                </a:cubicBezTo>
                <a:cubicBezTo>
                  <a:pt x="3581" y="460"/>
                  <a:pt x="3589" y="452"/>
                  <a:pt x="3587" y="446"/>
                </a:cubicBezTo>
                <a:cubicBezTo>
                  <a:pt x="3607" y="374"/>
                  <a:pt x="3605" y="367"/>
                  <a:pt x="3604" y="361"/>
                </a:cubicBezTo>
                <a:cubicBezTo>
                  <a:pt x="3638" y="247"/>
                  <a:pt x="3639" y="241"/>
                  <a:pt x="3640" y="235"/>
                </a:cubicBezTo>
                <a:cubicBezTo>
                  <a:pt x="3662" y="190"/>
                  <a:pt x="3665" y="167"/>
                  <a:pt x="3679" y="141"/>
                </a:cubicBezTo>
                <a:cubicBezTo>
                  <a:pt x="3700" y="101"/>
                  <a:pt x="3700" y="97"/>
                  <a:pt x="3703" y="90"/>
                </a:cubicBezTo>
                <a:cubicBezTo>
                  <a:pt x="3708" y="82"/>
                  <a:pt x="3707" y="79"/>
                  <a:pt x="3711" y="75"/>
                </a:cubicBezTo>
                <a:cubicBezTo>
                  <a:pt x="3742" y="28"/>
                  <a:pt x="3747" y="23"/>
                  <a:pt x="3751" y="17"/>
                </a:cubicBezTo>
                <a:cubicBezTo>
                  <a:pt x="3748" y="5"/>
                  <a:pt x="3744" y="9"/>
                  <a:pt x="3740" y="13"/>
                </a:cubicBezTo>
                <a:cubicBezTo>
                  <a:pt x="3710" y="57"/>
                  <a:pt x="3706" y="62"/>
                  <a:pt x="3702" y="68"/>
                </a:cubicBezTo>
                <a:cubicBezTo>
                  <a:pt x="3646" y="191"/>
                  <a:pt x="3645" y="198"/>
                  <a:pt x="3641" y="206"/>
                </a:cubicBezTo>
                <a:cubicBezTo>
                  <a:pt x="3631" y="245"/>
                  <a:pt x="3622" y="250"/>
                  <a:pt x="3626" y="254"/>
                </a:cubicBezTo>
                <a:cubicBezTo>
                  <a:pt x="3570" y="459"/>
                  <a:pt x="3570" y="474"/>
                  <a:pt x="3564" y="490"/>
                </a:cubicBezTo>
                <a:cubicBezTo>
                  <a:pt x="3545" y="571"/>
                  <a:pt x="3545" y="578"/>
                  <a:pt x="3542" y="586"/>
                </a:cubicBezTo>
                <a:cubicBezTo>
                  <a:pt x="3534" y="624"/>
                  <a:pt x="3534" y="636"/>
                  <a:pt x="3530" y="632"/>
                </a:cubicBezTo>
                <a:cubicBezTo>
                  <a:pt x="3539" y="568"/>
                  <a:pt x="3537" y="559"/>
                  <a:pt x="3537" y="550"/>
                </a:cubicBezTo>
                <a:cubicBezTo>
                  <a:pt x="3543" y="396"/>
                  <a:pt x="3545" y="365"/>
                  <a:pt x="3548" y="333"/>
                </a:cubicBezTo>
                <a:cubicBezTo>
                  <a:pt x="3551" y="302"/>
                  <a:pt x="3551" y="295"/>
                  <a:pt x="3554" y="287"/>
                </a:cubicBezTo>
                <a:cubicBezTo>
                  <a:pt x="3554" y="256"/>
                  <a:pt x="3557" y="247"/>
                  <a:pt x="3558" y="239"/>
                </a:cubicBezTo>
                <a:cubicBezTo>
                  <a:pt x="3557" y="208"/>
                  <a:pt x="3563" y="200"/>
                  <a:pt x="3560" y="193"/>
                </a:cubicBezTo>
                <a:cubicBezTo>
                  <a:pt x="3554" y="154"/>
                  <a:pt x="3571" y="148"/>
                  <a:pt x="3564" y="145"/>
                </a:cubicBezTo>
                <a:cubicBezTo>
                  <a:pt x="3553" y="219"/>
                  <a:pt x="3551" y="231"/>
                  <a:pt x="3548" y="242"/>
                </a:cubicBezTo>
                <a:cubicBezTo>
                  <a:pt x="3545" y="287"/>
                  <a:pt x="3547" y="297"/>
                  <a:pt x="3541" y="309"/>
                </a:cubicBezTo>
                <a:cubicBezTo>
                  <a:pt x="3539" y="365"/>
                  <a:pt x="3537" y="370"/>
                  <a:pt x="3534" y="376"/>
                </a:cubicBezTo>
                <a:cubicBezTo>
                  <a:pt x="3538" y="422"/>
                  <a:pt x="3529" y="434"/>
                  <a:pt x="3533" y="445"/>
                </a:cubicBezTo>
                <a:cubicBezTo>
                  <a:pt x="3528" y="550"/>
                  <a:pt x="3524" y="556"/>
                  <a:pt x="3524" y="562"/>
                </a:cubicBezTo>
                <a:cubicBezTo>
                  <a:pt x="3521" y="635"/>
                  <a:pt x="3513" y="659"/>
                  <a:pt x="3518" y="681"/>
                </a:cubicBezTo>
                <a:cubicBezTo>
                  <a:pt x="3503" y="798"/>
                  <a:pt x="3495" y="807"/>
                  <a:pt x="3497" y="814"/>
                </a:cubicBezTo>
                <a:cubicBezTo>
                  <a:pt x="3480" y="874"/>
                  <a:pt x="3484" y="872"/>
                  <a:pt x="3483" y="876"/>
                </a:cubicBezTo>
                <a:cubicBezTo>
                  <a:pt x="3466" y="915"/>
                  <a:pt x="3476" y="919"/>
                  <a:pt x="3467" y="926"/>
                </a:cubicBezTo>
                <a:cubicBezTo>
                  <a:pt x="3467" y="904"/>
                  <a:pt x="3461" y="900"/>
                  <a:pt x="3469" y="894"/>
                </a:cubicBezTo>
                <a:cubicBezTo>
                  <a:pt x="3472" y="875"/>
                  <a:pt x="3471" y="874"/>
                  <a:pt x="3472" y="871"/>
                </a:cubicBezTo>
                <a:cubicBezTo>
                  <a:pt x="3477" y="825"/>
                  <a:pt x="3480" y="816"/>
                  <a:pt x="3484" y="808"/>
                </a:cubicBezTo>
                <a:cubicBezTo>
                  <a:pt x="3493" y="697"/>
                  <a:pt x="3492" y="684"/>
                  <a:pt x="3492" y="672"/>
                </a:cubicBezTo>
                <a:cubicBezTo>
                  <a:pt x="3488" y="611"/>
                  <a:pt x="3497" y="586"/>
                  <a:pt x="3491" y="562"/>
                </a:cubicBezTo>
                <a:cubicBezTo>
                  <a:pt x="3494" y="512"/>
                  <a:pt x="3491" y="500"/>
                  <a:pt x="3493" y="488"/>
                </a:cubicBezTo>
                <a:cubicBezTo>
                  <a:pt x="3491" y="465"/>
                  <a:pt x="3493" y="459"/>
                  <a:pt x="3495" y="452"/>
                </a:cubicBezTo>
                <a:cubicBezTo>
                  <a:pt x="3497" y="408"/>
                  <a:pt x="3501" y="402"/>
                  <a:pt x="3497" y="396"/>
                </a:cubicBezTo>
                <a:cubicBezTo>
                  <a:pt x="3508" y="327"/>
                  <a:pt x="3513" y="315"/>
                  <a:pt x="3513" y="303"/>
                </a:cubicBezTo>
                <a:cubicBezTo>
                  <a:pt x="3527" y="239"/>
                  <a:pt x="3533" y="232"/>
                  <a:pt x="3532" y="226"/>
                </a:cubicBezTo>
                <a:cubicBezTo>
                  <a:pt x="3535" y="205"/>
                  <a:pt x="3525" y="222"/>
                  <a:pt x="3521" y="240"/>
                </a:cubicBezTo>
                <a:cubicBezTo>
                  <a:pt x="3499" y="309"/>
                  <a:pt x="3506" y="324"/>
                  <a:pt x="3494" y="343"/>
                </a:cubicBezTo>
                <a:cubicBezTo>
                  <a:pt x="3487" y="407"/>
                  <a:pt x="3488" y="419"/>
                  <a:pt x="3485" y="431"/>
                </a:cubicBezTo>
                <a:cubicBezTo>
                  <a:pt x="3481" y="553"/>
                  <a:pt x="3480" y="565"/>
                  <a:pt x="3481" y="576"/>
                </a:cubicBezTo>
                <a:cubicBezTo>
                  <a:pt x="3482" y="601"/>
                  <a:pt x="3478" y="608"/>
                  <a:pt x="3482" y="613"/>
                </a:cubicBezTo>
                <a:cubicBezTo>
                  <a:pt x="3478" y="674"/>
                  <a:pt x="3481" y="680"/>
                  <a:pt x="3481" y="686"/>
                </a:cubicBezTo>
                <a:cubicBezTo>
                  <a:pt x="3479" y="770"/>
                  <a:pt x="3468" y="784"/>
                  <a:pt x="3475" y="794"/>
                </a:cubicBezTo>
                <a:cubicBezTo>
                  <a:pt x="3466" y="822"/>
                  <a:pt x="3473" y="824"/>
                  <a:pt x="3468" y="828"/>
                </a:cubicBezTo>
                <a:cubicBezTo>
                  <a:pt x="3458" y="890"/>
                  <a:pt x="3457" y="896"/>
                  <a:pt x="3451" y="903"/>
                </a:cubicBezTo>
                <a:cubicBezTo>
                  <a:pt x="3437" y="953"/>
                  <a:pt x="3444" y="965"/>
                  <a:pt x="3430" y="974"/>
                </a:cubicBezTo>
                <a:cubicBezTo>
                  <a:pt x="3429" y="995"/>
                  <a:pt x="3420" y="1011"/>
                  <a:pt x="3414" y="1010"/>
                </a:cubicBezTo>
                <a:cubicBezTo>
                  <a:pt x="3427" y="965"/>
                  <a:pt x="3432" y="959"/>
                  <a:pt x="3427" y="954"/>
                </a:cubicBezTo>
                <a:cubicBezTo>
                  <a:pt x="3428" y="918"/>
                  <a:pt x="3431" y="915"/>
                  <a:pt x="3434" y="912"/>
                </a:cubicBezTo>
                <a:cubicBezTo>
                  <a:pt x="3435" y="859"/>
                  <a:pt x="3434" y="848"/>
                  <a:pt x="3440" y="836"/>
                </a:cubicBezTo>
                <a:cubicBezTo>
                  <a:pt x="3434" y="731"/>
                  <a:pt x="3442" y="723"/>
                  <a:pt x="3440" y="716"/>
                </a:cubicBezTo>
                <a:cubicBezTo>
                  <a:pt x="3443" y="655"/>
                  <a:pt x="3432" y="651"/>
                  <a:pt x="3436" y="644"/>
                </a:cubicBezTo>
                <a:cubicBezTo>
                  <a:pt x="3432" y="604"/>
                  <a:pt x="3437" y="593"/>
                  <a:pt x="3432" y="583"/>
                </a:cubicBezTo>
                <a:cubicBezTo>
                  <a:pt x="3439" y="515"/>
                  <a:pt x="3429" y="512"/>
                  <a:pt x="3436" y="506"/>
                </a:cubicBezTo>
                <a:cubicBezTo>
                  <a:pt x="3438" y="453"/>
                  <a:pt x="3435" y="449"/>
                  <a:pt x="3435" y="444"/>
                </a:cubicBezTo>
                <a:cubicBezTo>
                  <a:pt x="3437" y="434"/>
                  <a:pt x="3433" y="437"/>
                  <a:pt x="3435" y="440"/>
                </a:cubicBezTo>
                <a:cubicBezTo>
                  <a:pt x="3435" y="480"/>
                  <a:pt x="3425" y="478"/>
                  <a:pt x="3425" y="487"/>
                </a:cubicBezTo>
                <a:cubicBezTo>
                  <a:pt x="3425" y="566"/>
                  <a:pt x="3424" y="577"/>
                  <a:pt x="3424" y="588"/>
                </a:cubicBezTo>
                <a:cubicBezTo>
                  <a:pt x="3422" y="629"/>
                  <a:pt x="3423" y="635"/>
                  <a:pt x="3425" y="640"/>
                </a:cubicBezTo>
                <a:cubicBezTo>
                  <a:pt x="3425" y="679"/>
                  <a:pt x="3432" y="684"/>
                  <a:pt x="3430" y="691"/>
                </a:cubicBezTo>
                <a:cubicBezTo>
                  <a:pt x="3428" y="723"/>
                  <a:pt x="3428" y="727"/>
                  <a:pt x="3425" y="731"/>
                </a:cubicBezTo>
                <a:cubicBezTo>
                  <a:pt x="3424" y="779"/>
                  <a:pt x="3432" y="785"/>
                  <a:pt x="3426" y="793"/>
                </a:cubicBezTo>
                <a:cubicBezTo>
                  <a:pt x="3421" y="842"/>
                  <a:pt x="3429" y="848"/>
                  <a:pt x="3422" y="855"/>
                </a:cubicBezTo>
                <a:cubicBezTo>
                  <a:pt x="3416" y="922"/>
                  <a:pt x="3423" y="924"/>
                  <a:pt x="3417" y="928"/>
                </a:cubicBezTo>
                <a:cubicBezTo>
                  <a:pt x="3419" y="963"/>
                  <a:pt x="3412" y="967"/>
                  <a:pt x="3415" y="970"/>
                </a:cubicBezTo>
                <a:cubicBezTo>
                  <a:pt x="3392" y="1031"/>
                  <a:pt x="3396" y="1036"/>
                  <a:pt x="3390" y="1042"/>
                </a:cubicBezTo>
                <a:cubicBezTo>
                  <a:pt x="3355" y="1102"/>
                  <a:pt x="3350" y="1107"/>
                  <a:pt x="3348" y="1116"/>
                </a:cubicBezTo>
                <a:cubicBezTo>
                  <a:pt x="3323" y="1149"/>
                  <a:pt x="3326" y="1150"/>
                  <a:pt x="3317" y="1162"/>
                </a:cubicBezTo>
                <a:cubicBezTo>
                  <a:pt x="3329" y="1121"/>
                  <a:pt x="3326" y="1108"/>
                  <a:pt x="3337" y="1093"/>
                </a:cubicBezTo>
                <a:cubicBezTo>
                  <a:pt x="3347" y="1036"/>
                  <a:pt x="3348" y="1022"/>
                  <a:pt x="3350" y="1008"/>
                </a:cubicBezTo>
                <a:cubicBezTo>
                  <a:pt x="3371" y="897"/>
                  <a:pt x="3369" y="890"/>
                  <a:pt x="3372" y="883"/>
                </a:cubicBezTo>
                <a:cubicBezTo>
                  <a:pt x="3379" y="854"/>
                  <a:pt x="3375" y="848"/>
                  <a:pt x="3374" y="841"/>
                </a:cubicBezTo>
                <a:cubicBezTo>
                  <a:pt x="3384" y="791"/>
                  <a:pt x="3379" y="786"/>
                  <a:pt x="3384" y="780"/>
                </a:cubicBezTo>
                <a:cubicBezTo>
                  <a:pt x="3383" y="731"/>
                  <a:pt x="3389" y="725"/>
                  <a:pt x="3382" y="720"/>
                </a:cubicBezTo>
                <a:cubicBezTo>
                  <a:pt x="3387" y="686"/>
                  <a:pt x="3385" y="681"/>
                  <a:pt x="3383" y="677"/>
                </a:cubicBezTo>
                <a:cubicBezTo>
                  <a:pt x="3387" y="640"/>
                  <a:pt x="3385" y="634"/>
                  <a:pt x="3386" y="629"/>
                </a:cubicBezTo>
                <a:cubicBezTo>
                  <a:pt x="3383" y="559"/>
                  <a:pt x="3387" y="548"/>
                  <a:pt x="3386" y="537"/>
                </a:cubicBezTo>
                <a:cubicBezTo>
                  <a:pt x="3386" y="466"/>
                  <a:pt x="3389" y="456"/>
                  <a:pt x="3390" y="446"/>
                </a:cubicBezTo>
                <a:cubicBezTo>
                  <a:pt x="3392" y="404"/>
                  <a:pt x="3390" y="394"/>
                  <a:pt x="3398" y="383"/>
                </a:cubicBezTo>
                <a:cubicBezTo>
                  <a:pt x="3404" y="361"/>
                  <a:pt x="3399" y="358"/>
                  <a:pt x="3400" y="356"/>
                </a:cubicBezTo>
                <a:cubicBezTo>
                  <a:pt x="3424" y="303"/>
                  <a:pt x="3423" y="300"/>
                  <a:pt x="3427" y="296"/>
                </a:cubicBezTo>
                <a:cubicBezTo>
                  <a:pt x="3405" y="329"/>
                  <a:pt x="3404" y="333"/>
                  <a:pt x="3404" y="336"/>
                </a:cubicBezTo>
                <a:cubicBezTo>
                  <a:pt x="3400" y="363"/>
                  <a:pt x="3389" y="367"/>
                  <a:pt x="3388" y="368"/>
                </a:cubicBezTo>
                <a:cubicBezTo>
                  <a:pt x="3386" y="410"/>
                  <a:pt x="3379" y="422"/>
                  <a:pt x="3378" y="433"/>
                </a:cubicBezTo>
                <a:cubicBezTo>
                  <a:pt x="3363" y="507"/>
                  <a:pt x="3358" y="513"/>
                  <a:pt x="3361" y="518"/>
                </a:cubicBezTo>
                <a:cubicBezTo>
                  <a:pt x="3358" y="546"/>
                  <a:pt x="3355" y="549"/>
                  <a:pt x="3357" y="552"/>
                </a:cubicBezTo>
                <a:cubicBezTo>
                  <a:pt x="3354" y="588"/>
                  <a:pt x="3355" y="591"/>
                  <a:pt x="3355" y="594"/>
                </a:cubicBezTo>
                <a:cubicBezTo>
                  <a:pt x="3353" y="641"/>
                  <a:pt x="3349" y="647"/>
                  <a:pt x="3350" y="652"/>
                </a:cubicBezTo>
                <a:cubicBezTo>
                  <a:pt x="3346" y="713"/>
                  <a:pt x="3338" y="726"/>
                  <a:pt x="3341" y="736"/>
                </a:cubicBezTo>
                <a:cubicBezTo>
                  <a:pt x="3334" y="759"/>
                  <a:pt x="3339" y="764"/>
                  <a:pt x="3334" y="770"/>
                </a:cubicBezTo>
                <a:cubicBezTo>
                  <a:pt x="3326" y="810"/>
                  <a:pt x="3328" y="815"/>
                  <a:pt x="3328" y="821"/>
                </a:cubicBezTo>
                <a:cubicBezTo>
                  <a:pt x="3320" y="874"/>
                  <a:pt x="3320" y="877"/>
                  <a:pt x="3320" y="880"/>
                </a:cubicBezTo>
                <a:cubicBezTo>
                  <a:pt x="3315" y="895"/>
                  <a:pt x="3318" y="899"/>
                  <a:pt x="3314" y="897"/>
                </a:cubicBezTo>
                <a:cubicBezTo>
                  <a:pt x="3313" y="842"/>
                  <a:pt x="3312" y="839"/>
                  <a:pt x="3313" y="835"/>
                </a:cubicBezTo>
                <a:cubicBezTo>
                  <a:pt x="3317" y="701"/>
                  <a:pt x="3313" y="673"/>
                  <a:pt x="3316" y="644"/>
                </a:cubicBezTo>
                <a:cubicBezTo>
                  <a:pt x="3315" y="579"/>
                  <a:pt x="3315" y="576"/>
                  <a:pt x="3312" y="573"/>
                </a:cubicBezTo>
                <a:cubicBezTo>
                  <a:pt x="3315" y="461"/>
                  <a:pt x="3320" y="447"/>
                  <a:pt x="3316" y="433"/>
                </a:cubicBezTo>
                <a:cubicBezTo>
                  <a:pt x="3321" y="398"/>
                  <a:pt x="3322" y="393"/>
                  <a:pt x="3320" y="389"/>
                </a:cubicBezTo>
                <a:cubicBezTo>
                  <a:pt x="3336" y="289"/>
                  <a:pt x="3333" y="285"/>
                  <a:pt x="3336" y="282"/>
                </a:cubicBezTo>
                <a:cubicBezTo>
                  <a:pt x="3345" y="231"/>
                  <a:pt x="3348" y="223"/>
                  <a:pt x="3346" y="216"/>
                </a:cubicBezTo>
                <a:cubicBezTo>
                  <a:pt x="3334" y="252"/>
                  <a:pt x="3336" y="255"/>
                  <a:pt x="3331" y="259"/>
                </a:cubicBezTo>
                <a:cubicBezTo>
                  <a:pt x="3318" y="359"/>
                  <a:pt x="3314" y="374"/>
                  <a:pt x="3314" y="388"/>
                </a:cubicBezTo>
                <a:cubicBezTo>
                  <a:pt x="3311" y="458"/>
                  <a:pt x="3307" y="465"/>
                  <a:pt x="3309" y="472"/>
                </a:cubicBezTo>
                <a:cubicBezTo>
                  <a:pt x="3306" y="525"/>
                  <a:pt x="3310" y="526"/>
                  <a:pt x="3310" y="527"/>
                </a:cubicBezTo>
                <a:cubicBezTo>
                  <a:pt x="3299" y="585"/>
                  <a:pt x="3304" y="612"/>
                  <a:pt x="3305" y="640"/>
                </a:cubicBezTo>
                <a:cubicBezTo>
                  <a:pt x="3305" y="685"/>
                  <a:pt x="3305" y="688"/>
                  <a:pt x="3302" y="692"/>
                </a:cubicBezTo>
                <a:cubicBezTo>
                  <a:pt x="3308" y="738"/>
                  <a:pt x="3305" y="752"/>
                  <a:pt x="3308" y="766"/>
                </a:cubicBezTo>
                <a:cubicBezTo>
                  <a:pt x="3302" y="837"/>
                  <a:pt x="3302" y="844"/>
                  <a:pt x="3305" y="851"/>
                </a:cubicBezTo>
                <a:cubicBezTo>
                  <a:pt x="3301" y="936"/>
                  <a:pt x="3297" y="942"/>
                  <a:pt x="3298" y="947"/>
                </a:cubicBezTo>
                <a:cubicBezTo>
                  <a:pt x="3292" y="995"/>
                  <a:pt x="3290" y="1000"/>
                  <a:pt x="3287" y="1004"/>
                </a:cubicBezTo>
                <a:cubicBezTo>
                  <a:pt x="3288" y="1046"/>
                  <a:pt x="3280" y="1051"/>
                  <a:pt x="3286" y="1054"/>
                </a:cubicBezTo>
                <a:cubicBezTo>
                  <a:pt x="3277" y="1058"/>
                  <a:pt x="3283" y="1050"/>
                  <a:pt x="3280" y="1043"/>
                </a:cubicBezTo>
                <a:cubicBezTo>
                  <a:pt x="3274" y="1006"/>
                  <a:pt x="3274" y="1002"/>
                  <a:pt x="3278" y="997"/>
                </a:cubicBezTo>
                <a:cubicBezTo>
                  <a:pt x="3276" y="977"/>
                  <a:pt x="3278" y="974"/>
                  <a:pt x="3280" y="970"/>
                </a:cubicBezTo>
                <a:cubicBezTo>
                  <a:pt x="3285" y="945"/>
                  <a:pt x="3275" y="942"/>
                  <a:pt x="3280" y="937"/>
                </a:cubicBezTo>
                <a:cubicBezTo>
                  <a:pt x="3273" y="897"/>
                  <a:pt x="3281" y="891"/>
                  <a:pt x="3277" y="888"/>
                </a:cubicBezTo>
                <a:cubicBezTo>
                  <a:pt x="3282" y="784"/>
                  <a:pt x="3267" y="781"/>
                  <a:pt x="3276" y="774"/>
                </a:cubicBezTo>
                <a:cubicBezTo>
                  <a:pt x="3273" y="731"/>
                  <a:pt x="3277" y="724"/>
                  <a:pt x="3275" y="718"/>
                </a:cubicBezTo>
                <a:cubicBezTo>
                  <a:pt x="3273" y="623"/>
                  <a:pt x="3277" y="617"/>
                  <a:pt x="3276" y="611"/>
                </a:cubicBezTo>
                <a:cubicBezTo>
                  <a:pt x="3283" y="561"/>
                  <a:pt x="3278" y="550"/>
                  <a:pt x="3285" y="537"/>
                </a:cubicBezTo>
                <a:cubicBezTo>
                  <a:pt x="3283" y="488"/>
                  <a:pt x="3291" y="475"/>
                  <a:pt x="3289" y="464"/>
                </a:cubicBezTo>
                <a:cubicBezTo>
                  <a:pt x="3292" y="404"/>
                  <a:pt x="3301" y="396"/>
                  <a:pt x="3298" y="390"/>
                </a:cubicBezTo>
                <a:cubicBezTo>
                  <a:pt x="3312" y="326"/>
                  <a:pt x="3300" y="322"/>
                  <a:pt x="3308" y="314"/>
                </a:cubicBezTo>
                <a:cubicBezTo>
                  <a:pt x="3307" y="284"/>
                  <a:pt x="3309" y="289"/>
                  <a:pt x="3307" y="296"/>
                </a:cubicBezTo>
                <a:cubicBezTo>
                  <a:pt x="3297" y="341"/>
                  <a:pt x="3295" y="347"/>
                  <a:pt x="3297" y="353"/>
                </a:cubicBezTo>
                <a:cubicBezTo>
                  <a:pt x="3287" y="398"/>
                  <a:pt x="3295" y="403"/>
                  <a:pt x="3286" y="411"/>
                </a:cubicBezTo>
                <a:cubicBezTo>
                  <a:pt x="3284" y="443"/>
                  <a:pt x="3284" y="447"/>
                  <a:pt x="3281" y="451"/>
                </a:cubicBezTo>
                <a:cubicBezTo>
                  <a:pt x="3276" y="487"/>
                  <a:pt x="3278" y="487"/>
                  <a:pt x="3278" y="488"/>
                </a:cubicBezTo>
                <a:cubicBezTo>
                  <a:pt x="3272" y="535"/>
                  <a:pt x="3275" y="540"/>
                  <a:pt x="3270" y="547"/>
                </a:cubicBezTo>
                <a:cubicBezTo>
                  <a:pt x="3268" y="637"/>
                  <a:pt x="3264" y="651"/>
                  <a:pt x="3265" y="664"/>
                </a:cubicBezTo>
                <a:cubicBezTo>
                  <a:pt x="3260" y="747"/>
                  <a:pt x="3264" y="753"/>
                  <a:pt x="3266" y="759"/>
                </a:cubicBezTo>
                <a:cubicBezTo>
                  <a:pt x="3266" y="803"/>
                  <a:pt x="3266" y="810"/>
                  <a:pt x="3265" y="817"/>
                </a:cubicBezTo>
                <a:cubicBezTo>
                  <a:pt x="3265" y="883"/>
                  <a:pt x="3262" y="873"/>
                  <a:pt x="3259" y="863"/>
                </a:cubicBezTo>
                <a:cubicBezTo>
                  <a:pt x="3249" y="798"/>
                  <a:pt x="3260" y="792"/>
                  <a:pt x="3251" y="788"/>
                </a:cubicBezTo>
                <a:cubicBezTo>
                  <a:pt x="3244" y="752"/>
                  <a:pt x="3249" y="746"/>
                  <a:pt x="3247" y="741"/>
                </a:cubicBezTo>
                <a:cubicBezTo>
                  <a:pt x="3244" y="700"/>
                  <a:pt x="3249" y="689"/>
                  <a:pt x="3246" y="679"/>
                </a:cubicBezTo>
                <a:cubicBezTo>
                  <a:pt x="3246" y="644"/>
                  <a:pt x="3245" y="640"/>
                  <a:pt x="3247" y="635"/>
                </a:cubicBezTo>
                <a:cubicBezTo>
                  <a:pt x="3249" y="583"/>
                  <a:pt x="3251" y="573"/>
                  <a:pt x="3249" y="565"/>
                </a:cubicBezTo>
                <a:cubicBezTo>
                  <a:pt x="3256" y="516"/>
                  <a:pt x="3250" y="498"/>
                  <a:pt x="3256" y="479"/>
                </a:cubicBezTo>
                <a:cubicBezTo>
                  <a:pt x="3259" y="432"/>
                  <a:pt x="3256" y="428"/>
                  <a:pt x="3255" y="423"/>
                </a:cubicBezTo>
                <a:cubicBezTo>
                  <a:pt x="3245" y="515"/>
                  <a:pt x="3239" y="525"/>
                  <a:pt x="3243" y="534"/>
                </a:cubicBezTo>
                <a:cubicBezTo>
                  <a:pt x="3242" y="556"/>
                  <a:pt x="3238" y="559"/>
                  <a:pt x="3241" y="562"/>
                </a:cubicBezTo>
                <a:cubicBezTo>
                  <a:pt x="3245" y="605"/>
                  <a:pt x="3233" y="612"/>
                  <a:pt x="3236" y="616"/>
                </a:cubicBezTo>
                <a:cubicBezTo>
                  <a:pt x="3227" y="664"/>
                  <a:pt x="3220" y="676"/>
                  <a:pt x="3223" y="686"/>
                </a:cubicBezTo>
                <a:cubicBezTo>
                  <a:pt x="3219" y="765"/>
                  <a:pt x="3223" y="776"/>
                  <a:pt x="3218" y="788"/>
                </a:cubicBezTo>
                <a:cubicBezTo>
                  <a:pt x="3228" y="850"/>
                  <a:pt x="3221" y="855"/>
                  <a:pt x="3228" y="857"/>
                </a:cubicBezTo>
                <a:cubicBezTo>
                  <a:pt x="3231" y="895"/>
                  <a:pt x="3228" y="902"/>
                  <a:pt x="3233" y="908"/>
                </a:cubicBezTo>
                <a:cubicBezTo>
                  <a:pt x="3229" y="943"/>
                  <a:pt x="3231" y="947"/>
                  <a:pt x="3226" y="951"/>
                </a:cubicBezTo>
                <a:cubicBezTo>
                  <a:pt x="3233" y="1019"/>
                  <a:pt x="3235" y="1036"/>
                  <a:pt x="3232" y="1053"/>
                </a:cubicBezTo>
                <a:cubicBezTo>
                  <a:pt x="3238" y="1095"/>
                  <a:pt x="3241" y="1099"/>
                  <a:pt x="3241" y="1104"/>
                </a:cubicBezTo>
                <a:cubicBezTo>
                  <a:pt x="3231" y="1164"/>
                  <a:pt x="3234" y="1172"/>
                  <a:pt x="3229" y="1182"/>
                </a:cubicBezTo>
                <a:cubicBezTo>
                  <a:pt x="3221" y="1258"/>
                  <a:pt x="3219" y="1277"/>
                  <a:pt x="3212" y="1296"/>
                </a:cubicBezTo>
                <a:cubicBezTo>
                  <a:pt x="3204" y="1329"/>
                  <a:pt x="3200" y="1334"/>
                  <a:pt x="3205" y="1339"/>
                </a:cubicBezTo>
                <a:cubicBezTo>
                  <a:pt x="3190" y="1328"/>
                  <a:pt x="3191" y="1324"/>
                  <a:pt x="3194" y="1319"/>
                </a:cubicBezTo>
                <a:cubicBezTo>
                  <a:pt x="3201" y="1214"/>
                  <a:pt x="3206" y="1182"/>
                  <a:pt x="3202" y="1151"/>
                </a:cubicBezTo>
                <a:cubicBezTo>
                  <a:pt x="3196" y="1100"/>
                  <a:pt x="3199" y="1097"/>
                  <a:pt x="3198" y="1093"/>
                </a:cubicBezTo>
                <a:cubicBezTo>
                  <a:pt x="3203" y="1064"/>
                  <a:pt x="3189" y="1061"/>
                  <a:pt x="3197" y="1056"/>
                </a:cubicBezTo>
                <a:cubicBezTo>
                  <a:pt x="3188" y="1026"/>
                  <a:pt x="3194" y="1017"/>
                  <a:pt x="3189" y="1010"/>
                </a:cubicBezTo>
                <a:cubicBezTo>
                  <a:pt x="3184" y="979"/>
                  <a:pt x="3183" y="971"/>
                  <a:pt x="3180" y="963"/>
                </a:cubicBezTo>
                <a:cubicBezTo>
                  <a:pt x="3174" y="915"/>
                  <a:pt x="3187" y="908"/>
                  <a:pt x="3178" y="904"/>
                </a:cubicBezTo>
                <a:cubicBezTo>
                  <a:pt x="3178" y="837"/>
                  <a:pt x="3182" y="831"/>
                  <a:pt x="3178" y="827"/>
                </a:cubicBezTo>
                <a:cubicBezTo>
                  <a:pt x="3175" y="761"/>
                  <a:pt x="3177" y="740"/>
                  <a:pt x="3180" y="719"/>
                </a:cubicBezTo>
                <a:cubicBezTo>
                  <a:pt x="3184" y="648"/>
                  <a:pt x="3190" y="637"/>
                  <a:pt x="3188" y="627"/>
                </a:cubicBezTo>
                <a:cubicBezTo>
                  <a:pt x="3206" y="529"/>
                  <a:pt x="3210" y="523"/>
                  <a:pt x="3212" y="518"/>
                </a:cubicBezTo>
                <a:cubicBezTo>
                  <a:pt x="3215" y="478"/>
                  <a:pt x="3213" y="486"/>
                  <a:pt x="3213" y="493"/>
                </a:cubicBezTo>
                <a:cubicBezTo>
                  <a:pt x="3197" y="549"/>
                  <a:pt x="3191" y="558"/>
                  <a:pt x="3194" y="566"/>
                </a:cubicBezTo>
                <a:cubicBezTo>
                  <a:pt x="3172" y="693"/>
                  <a:pt x="3170" y="700"/>
                  <a:pt x="3170" y="708"/>
                </a:cubicBezTo>
                <a:cubicBezTo>
                  <a:pt x="3163" y="788"/>
                  <a:pt x="3167" y="818"/>
                  <a:pt x="3168" y="849"/>
                </a:cubicBezTo>
                <a:cubicBezTo>
                  <a:pt x="3172" y="944"/>
                  <a:pt x="3169" y="952"/>
                  <a:pt x="3171" y="960"/>
                </a:cubicBezTo>
                <a:cubicBezTo>
                  <a:pt x="3187" y="1035"/>
                  <a:pt x="3173" y="1051"/>
                  <a:pt x="3185" y="1062"/>
                </a:cubicBezTo>
                <a:cubicBezTo>
                  <a:pt x="3190" y="1094"/>
                  <a:pt x="3188" y="1097"/>
                  <a:pt x="3189" y="1101"/>
                </a:cubicBezTo>
                <a:cubicBezTo>
                  <a:pt x="3192" y="1176"/>
                  <a:pt x="3190" y="1185"/>
                  <a:pt x="3195" y="1193"/>
                </a:cubicBezTo>
                <a:cubicBezTo>
                  <a:pt x="3189" y="1228"/>
                  <a:pt x="3192" y="1232"/>
                  <a:pt x="3187" y="1238"/>
                </a:cubicBezTo>
                <a:cubicBezTo>
                  <a:pt x="3185" y="1275"/>
                  <a:pt x="3189" y="1295"/>
                  <a:pt x="3181" y="1317"/>
                </a:cubicBezTo>
                <a:cubicBezTo>
                  <a:pt x="3187" y="1274"/>
                  <a:pt x="3177" y="1271"/>
                  <a:pt x="3184" y="1265"/>
                </a:cubicBezTo>
                <a:cubicBezTo>
                  <a:pt x="3181" y="1218"/>
                  <a:pt x="3177" y="1215"/>
                  <a:pt x="3177" y="1212"/>
                </a:cubicBezTo>
                <a:cubicBezTo>
                  <a:pt x="3168" y="1153"/>
                  <a:pt x="3163" y="1148"/>
                  <a:pt x="3165" y="1141"/>
                </a:cubicBezTo>
                <a:cubicBezTo>
                  <a:pt x="3150" y="1077"/>
                  <a:pt x="3148" y="1065"/>
                  <a:pt x="3145" y="1053"/>
                </a:cubicBezTo>
                <a:cubicBezTo>
                  <a:pt x="3135" y="1005"/>
                  <a:pt x="3126" y="994"/>
                  <a:pt x="3127" y="981"/>
                </a:cubicBezTo>
                <a:cubicBezTo>
                  <a:pt x="3115" y="941"/>
                  <a:pt x="3113" y="935"/>
                  <a:pt x="3111" y="929"/>
                </a:cubicBezTo>
                <a:cubicBezTo>
                  <a:pt x="3102" y="864"/>
                  <a:pt x="3107" y="851"/>
                  <a:pt x="3103" y="839"/>
                </a:cubicBezTo>
                <a:cubicBezTo>
                  <a:pt x="3109" y="779"/>
                  <a:pt x="3104" y="773"/>
                  <a:pt x="3107" y="766"/>
                </a:cubicBezTo>
                <a:cubicBezTo>
                  <a:pt x="3102" y="711"/>
                  <a:pt x="3107" y="729"/>
                  <a:pt x="3099" y="749"/>
                </a:cubicBezTo>
                <a:cubicBezTo>
                  <a:pt x="3097" y="814"/>
                  <a:pt x="3095" y="823"/>
                  <a:pt x="3094" y="832"/>
                </a:cubicBezTo>
                <a:cubicBezTo>
                  <a:pt x="3101" y="937"/>
                  <a:pt x="3107" y="955"/>
                  <a:pt x="3111" y="973"/>
                </a:cubicBezTo>
                <a:cubicBezTo>
                  <a:pt x="3117" y="1018"/>
                  <a:pt x="3130" y="1021"/>
                  <a:pt x="3125" y="1027"/>
                </a:cubicBezTo>
                <a:cubicBezTo>
                  <a:pt x="3132" y="1062"/>
                  <a:pt x="3142" y="1071"/>
                  <a:pt x="3138" y="1081"/>
                </a:cubicBezTo>
                <a:cubicBezTo>
                  <a:pt x="3150" y="1143"/>
                  <a:pt x="3157" y="1149"/>
                  <a:pt x="3155" y="1155"/>
                </a:cubicBezTo>
                <a:cubicBezTo>
                  <a:pt x="3169" y="1248"/>
                  <a:pt x="3163" y="1254"/>
                  <a:pt x="3171" y="1258"/>
                </a:cubicBezTo>
                <a:cubicBezTo>
                  <a:pt x="3169" y="1318"/>
                  <a:pt x="3169" y="1323"/>
                  <a:pt x="3168" y="1329"/>
                </a:cubicBezTo>
                <a:cubicBezTo>
                  <a:pt x="3165" y="1389"/>
                  <a:pt x="3157" y="1396"/>
                  <a:pt x="3158" y="1401"/>
                </a:cubicBezTo>
                <a:cubicBezTo>
                  <a:pt x="3146" y="1441"/>
                  <a:pt x="3147" y="1455"/>
                  <a:pt x="3140" y="1453"/>
                </a:cubicBezTo>
                <a:cubicBezTo>
                  <a:pt x="3150" y="1368"/>
                  <a:pt x="3151" y="1358"/>
                  <a:pt x="3146" y="1349"/>
                </a:cubicBezTo>
                <a:cubicBezTo>
                  <a:pt x="3139" y="1285"/>
                  <a:pt x="3151" y="1278"/>
                  <a:pt x="3144" y="1274"/>
                </a:cubicBezTo>
                <a:cubicBezTo>
                  <a:pt x="3144" y="1255"/>
                  <a:pt x="3149" y="1250"/>
                  <a:pt x="3145" y="1245"/>
                </a:cubicBezTo>
                <a:cubicBezTo>
                  <a:pt x="3130" y="1166"/>
                  <a:pt x="3132" y="1161"/>
                  <a:pt x="3132" y="1156"/>
                </a:cubicBezTo>
                <a:cubicBezTo>
                  <a:pt x="3122" y="1123"/>
                  <a:pt x="3127" y="1117"/>
                  <a:pt x="3122" y="1112"/>
                </a:cubicBezTo>
                <a:cubicBezTo>
                  <a:pt x="3108" y="1076"/>
                  <a:pt x="3112" y="1073"/>
                  <a:pt x="3110" y="1070"/>
                </a:cubicBezTo>
                <a:cubicBezTo>
                  <a:pt x="3090" y="992"/>
                  <a:pt x="3087" y="987"/>
                  <a:pt x="3085" y="983"/>
                </a:cubicBezTo>
                <a:cubicBezTo>
                  <a:pt x="3078" y="933"/>
                  <a:pt x="3076" y="927"/>
                  <a:pt x="3077" y="922"/>
                </a:cubicBezTo>
                <a:cubicBezTo>
                  <a:pt x="3079" y="845"/>
                  <a:pt x="3081" y="819"/>
                  <a:pt x="3084" y="792"/>
                </a:cubicBezTo>
                <a:cubicBezTo>
                  <a:pt x="3090" y="720"/>
                  <a:pt x="3087" y="729"/>
                  <a:pt x="3091" y="736"/>
                </a:cubicBezTo>
                <a:cubicBezTo>
                  <a:pt x="3078" y="779"/>
                  <a:pt x="3079" y="783"/>
                  <a:pt x="3077" y="787"/>
                </a:cubicBezTo>
                <a:cubicBezTo>
                  <a:pt x="3065" y="878"/>
                  <a:pt x="3069" y="894"/>
                  <a:pt x="3063" y="911"/>
                </a:cubicBezTo>
                <a:cubicBezTo>
                  <a:pt x="3069" y="952"/>
                  <a:pt x="3069" y="956"/>
                  <a:pt x="3070" y="960"/>
                </a:cubicBezTo>
                <a:cubicBezTo>
                  <a:pt x="3089" y="1043"/>
                  <a:pt x="3092" y="1051"/>
                  <a:pt x="3096" y="1060"/>
                </a:cubicBezTo>
                <a:cubicBezTo>
                  <a:pt x="3108" y="1126"/>
                  <a:pt x="3117" y="1129"/>
                  <a:pt x="3113" y="1134"/>
                </a:cubicBezTo>
                <a:cubicBezTo>
                  <a:pt x="3128" y="1175"/>
                  <a:pt x="3121" y="1180"/>
                  <a:pt x="3126" y="1184"/>
                </a:cubicBezTo>
                <a:cubicBezTo>
                  <a:pt x="3136" y="1226"/>
                  <a:pt x="3130" y="1231"/>
                  <a:pt x="3131" y="1235"/>
                </a:cubicBezTo>
                <a:cubicBezTo>
                  <a:pt x="3134" y="1290"/>
                  <a:pt x="3134" y="1294"/>
                  <a:pt x="3133" y="1299"/>
                </a:cubicBezTo>
                <a:cubicBezTo>
                  <a:pt x="3129" y="1306"/>
                  <a:pt x="3135" y="1302"/>
                  <a:pt x="3129" y="1299"/>
                </a:cubicBezTo>
                <a:cubicBezTo>
                  <a:pt x="3119" y="1252"/>
                  <a:pt x="3109" y="1239"/>
                  <a:pt x="3106" y="1224"/>
                </a:cubicBezTo>
                <a:cubicBezTo>
                  <a:pt x="3078" y="1167"/>
                  <a:pt x="3078" y="1152"/>
                  <a:pt x="3066" y="1138"/>
                </a:cubicBezTo>
                <a:cubicBezTo>
                  <a:pt x="3050" y="1074"/>
                  <a:pt x="3046" y="1057"/>
                  <a:pt x="3046" y="1040"/>
                </a:cubicBezTo>
                <a:cubicBezTo>
                  <a:pt x="3035" y="972"/>
                  <a:pt x="3034" y="955"/>
                  <a:pt x="3032" y="938"/>
                </a:cubicBezTo>
                <a:cubicBezTo>
                  <a:pt x="3026" y="930"/>
                  <a:pt x="3027" y="937"/>
                  <a:pt x="3022" y="946"/>
                </a:cubicBezTo>
                <a:cubicBezTo>
                  <a:pt x="3033" y="1023"/>
                  <a:pt x="3031" y="1031"/>
                  <a:pt x="3031" y="1040"/>
                </a:cubicBezTo>
                <a:cubicBezTo>
                  <a:pt x="3035" y="1078"/>
                  <a:pt x="3045" y="1081"/>
                  <a:pt x="3040" y="1086"/>
                </a:cubicBezTo>
                <a:cubicBezTo>
                  <a:pt x="3049" y="1118"/>
                  <a:pt x="3053" y="1126"/>
                  <a:pt x="3055" y="1134"/>
                </a:cubicBezTo>
                <a:cubicBezTo>
                  <a:pt x="3080" y="1186"/>
                  <a:pt x="3074" y="1195"/>
                  <a:pt x="3083" y="1202"/>
                </a:cubicBezTo>
                <a:cubicBezTo>
                  <a:pt x="3109" y="1254"/>
                  <a:pt x="3102" y="1264"/>
                  <a:pt x="3111" y="1271"/>
                </a:cubicBezTo>
                <a:cubicBezTo>
                  <a:pt x="3116" y="1309"/>
                  <a:pt x="3125" y="1319"/>
                  <a:pt x="3117" y="1316"/>
                </a:cubicBezTo>
                <a:cubicBezTo>
                  <a:pt x="3103" y="1276"/>
                  <a:pt x="3095" y="1267"/>
                  <a:pt x="3092" y="1257"/>
                </a:cubicBezTo>
                <a:cubicBezTo>
                  <a:pt x="3057" y="1179"/>
                  <a:pt x="3038" y="1161"/>
                  <a:pt x="3039" y="1140"/>
                </a:cubicBezTo>
                <a:cubicBezTo>
                  <a:pt x="3025" y="1089"/>
                  <a:pt x="3031" y="1082"/>
                  <a:pt x="3024" y="1078"/>
                </a:cubicBezTo>
                <a:cubicBezTo>
                  <a:pt x="3025" y="1131"/>
                  <a:pt x="3027" y="1138"/>
                  <a:pt x="3031" y="1145"/>
                </a:cubicBezTo>
                <a:cubicBezTo>
                  <a:pt x="3045" y="1237"/>
                  <a:pt x="3045" y="1259"/>
                  <a:pt x="3052" y="1281"/>
                </a:cubicBezTo>
                <a:cubicBezTo>
                  <a:pt x="3067" y="1333"/>
                  <a:pt x="3072" y="1336"/>
                  <a:pt x="3070" y="1338"/>
                </a:cubicBezTo>
                <a:cubicBezTo>
                  <a:pt x="3085" y="1370"/>
                  <a:pt x="3084" y="1376"/>
                  <a:pt x="3085" y="1382"/>
                </a:cubicBezTo>
                <a:cubicBezTo>
                  <a:pt x="3099" y="1427"/>
                  <a:pt x="3097" y="1439"/>
                  <a:pt x="3098" y="1451"/>
                </a:cubicBezTo>
                <a:cubicBezTo>
                  <a:pt x="3103" y="1502"/>
                  <a:pt x="3091" y="1509"/>
                  <a:pt x="3099" y="1513"/>
                </a:cubicBezTo>
                <a:cubicBezTo>
                  <a:pt x="3085" y="1572"/>
                  <a:pt x="3084" y="1577"/>
                  <a:pt x="3079" y="1581"/>
                </a:cubicBezTo>
                <a:cubicBezTo>
                  <a:pt x="3072" y="1591"/>
                  <a:pt x="3073" y="1589"/>
                  <a:pt x="3073" y="1587"/>
                </a:cubicBezTo>
                <a:cubicBezTo>
                  <a:pt x="3075" y="1545"/>
                  <a:pt x="3082" y="1541"/>
                  <a:pt x="3079" y="1538"/>
                </a:cubicBezTo>
                <a:cubicBezTo>
                  <a:pt x="3081" y="1487"/>
                  <a:pt x="3084" y="1472"/>
                  <a:pt x="3079" y="1457"/>
                </a:cubicBezTo>
                <a:cubicBezTo>
                  <a:pt x="3063" y="1375"/>
                  <a:pt x="3054" y="1366"/>
                  <a:pt x="3054" y="1355"/>
                </a:cubicBezTo>
                <a:cubicBezTo>
                  <a:pt x="3038" y="1309"/>
                  <a:pt x="3038" y="1296"/>
                  <a:pt x="3030" y="1301"/>
                </a:cubicBezTo>
                <a:cubicBezTo>
                  <a:pt x="3035" y="1339"/>
                  <a:pt x="3043" y="1347"/>
                  <a:pt x="3042" y="1357"/>
                </a:cubicBezTo>
                <a:cubicBezTo>
                  <a:pt x="3060" y="1423"/>
                  <a:pt x="3066" y="1432"/>
                  <a:pt x="3064" y="1443"/>
                </a:cubicBezTo>
                <a:cubicBezTo>
                  <a:pt x="3070" y="1512"/>
                  <a:pt x="3065" y="1522"/>
                  <a:pt x="3066" y="1532"/>
                </a:cubicBezTo>
                <a:cubicBezTo>
                  <a:pt x="3061" y="1570"/>
                  <a:pt x="3061" y="1578"/>
                  <a:pt x="3060" y="1587"/>
                </a:cubicBezTo>
                <a:cubicBezTo>
                  <a:pt x="3040" y="1632"/>
                  <a:pt x="3036" y="1627"/>
                  <a:pt x="3035" y="1621"/>
                </a:cubicBezTo>
                <a:cubicBezTo>
                  <a:pt x="3043" y="1586"/>
                  <a:pt x="3043" y="1584"/>
                  <a:pt x="3042" y="1582"/>
                </a:cubicBezTo>
                <a:cubicBezTo>
                  <a:pt x="3036" y="1582"/>
                  <a:pt x="3034" y="1584"/>
                  <a:pt x="3031" y="1587"/>
                </a:cubicBezTo>
                <a:cubicBezTo>
                  <a:pt x="3023" y="1596"/>
                  <a:pt x="3020" y="1592"/>
                  <a:pt x="3016" y="1587"/>
                </a:cubicBezTo>
                <a:cubicBezTo>
                  <a:pt x="2967" y="1552"/>
                  <a:pt x="2974" y="1564"/>
                  <a:pt x="2989" y="1575"/>
                </a:cubicBezTo>
                <a:cubicBezTo>
                  <a:pt x="2989" y="1588"/>
                  <a:pt x="2990" y="1589"/>
                  <a:pt x="2989" y="1590"/>
                </a:cubicBezTo>
                <a:cubicBezTo>
                  <a:pt x="3003" y="1622"/>
                  <a:pt x="3005" y="1626"/>
                  <a:pt x="3005" y="1631"/>
                </a:cubicBezTo>
                <a:cubicBezTo>
                  <a:pt x="2978" y="1732"/>
                  <a:pt x="2973" y="1741"/>
                  <a:pt x="2966" y="1750"/>
                </a:cubicBezTo>
                <a:cubicBezTo>
                  <a:pt x="2976" y="1791"/>
                  <a:pt x="2980" y="1771"/>
                  <a:pt x="2989" y="1782"/>
                </a:cubicBezTo>
                <a:cubicBezTo>
                  <a:pt x="3002" y="1755"/>
                  <a:pt x="3010" y="1760"/>
                  <a:pt x="3016" y="1756"/>
                </a:cubicBezTo>
                <a:cubicBezTo>
                  <a:pt x="3024" y="1731"/>
                  <a:pt x="3029" y="1727"/>
                  <a:pt x="3034" y="1723"/>
                </a:cubicBezTo>
                <a:cubicBezTo>
                  <a:pt x="3073" y="1687"/>
                  <a:pt x="3079" y="1674"/>
                  <a:pt x="3088" y="1675"/>
                </a:cubicBezTo>
                <a:cubicBezTo>
                  <a:pt x="3144" y="1654"/>
                  <a:pt x="3154" y="1661"/>
                  <a:pt x="3161" y="1651"/>
                </a:cubicBezTo>
                <a:cubicBezTo>
                  <a:pt x="3114" y="1654"/>
                  <a:pt x="3107" y="1650"/>
                  <a:pt x="3102" y="1657"/>
                </a:cubicBezTo>
                <a:cubicBezTo>
                  <a:pt x="3060" y="1671"/>
                  <a:pt x="3055" y="1686"/>
                  <a:pt x="3047" y="1681"/>
                </a:cubicBezTo>
                <a:cubicBezTo>
                  <a:pt x="3082" y="1640"/>
                  <a:pt x="3090" y="1637"/>
                  <a:pt x="3098" y="1629"/>
                </a:cubicBezTo>
                <a:cubicBezTo>
                  <a:pt x="3130" y="1613"/>
                  <a:pt x="3134" y="1608"/>
                  <a:pt x="3138" y="1604"/>
                </a:cubicBezTo>
                <a:cubicBezTo>
                  <a:pt x="3173" y="1585"/>
                  <a:pt x="3176" y="1583"/>
                  <a:pt x="3178" y="1580"/>
                </a:cubicBezTo>
                <a:cubicBezTo>
                  <a:pt x="3259" y="1554"/>
                  <a:pt x="3272" y="1554"/>
                  <a:pt x="3283" y="1547"/>
                </a:cubicBezTo>
                <a:cubicBezTo>
                  <a:pt x="3332" y="1540"/>
                  <a:pt x="3344" y="1534"/>
                  <a:pt x="3356" y="1533"/>
                </a:cubicBezTo>
                <a:cubicBezTo>
                  <a:pt x="3432" y="1521"/>
                  <a:pt x="3434" y="1516"/>
                  <a:pt x="3437" y="1518"/>
                </a:cubicBezTo>
                <a:cubicBezTo>
                  <a:pt x="3470" y="1511"/>
                  <a:pt x="3475" y="1508"/>
                  <a:pt x="3480" y="1503"/>
                </a:cubicBezTo>
                <a:cubicBezTo>
                  <a:pt x="3518" y="1495"/>
                  <a:pt x="3532" y="1496"/>
                  <a:pt x="3528" y="1489"/>
                </a:cubicBezTo>
                <a:cubicBezTo>
                  <a:pt x="3494" y="1499"/>
                  <a:pt x="3490" y="1500"/>
                  <a:pt x="3486" y="1500"/>
                </a:cubicBezTo>
                <a:cubicBezTo>
                  <a:pt x="3429" y="1509"/>
                  <a:pt x="3415" y="1514"/>
                  <a:pt x="3401" y="1516"/>
                </a:cubicBezTo>
                <a:cubicBezTo>
                  <a:pt x="3352" y="1523"/>
                  <a:pt x="3345" y="1522"/>
                  <a:pt x="3339" y="1527"/>
                </a:cubicBezTo>
                <a:cubicBezTo>
                  <a:pt x="3303" y="1531"/>
                  <a:pt x="3300" y="1536"/>
                  <a:pt x="3296" y="1531"/>
                </a:cubicBezTo>
                <a:cubicBezTo>
                  <a:pt x="3260" y="1542"/>
                  <a:pt x="3247" y="1550"/>
                  <a:pt x="3232" y="1552"/>
                </a:cubicBezTo>
                <a:cubicBezTo>
                  <a:pt x="3151" y="1588"/>
                  <a:pt x="3150" y="1589"/>
                  <a:pt x="3149" y="1591"/>
                </a:cubicBezTo>
                <a:cubicBezTo>
                  <a:pt x="3109" y="1607"/>
                  <a:pt x="3105" y="1612"/>
                  <a:pt x="3100" y="1612"/>
                </a:cubicBezTo>
                <a:cubicBezTo>
                  <a:pt x="3147" y="1576"/>
                  <a:pt x="3155" y="1565"/>
                  <a:pt x="3164" y="1566"/>
                </a:cubicBezTo>
                <a:cubicBezTo>
                  <a:pt x="3195" y="1548"/>
                  <a:pt x="3200" y="1549"/>
                  <a:pt x="3205" y="1546"/>
                </a:cubicBezTo>
                <a:cubicBezTo>
                  <a:pt x="3250" y="1525"/>
                  <a:pt x="3255" y="1530"/>
                  <a:pt x="3260" y="1526"/>
                </a:cubicBezTo>
                <a:cubicBezTo>
                  <a:pt x="3321" y="1512"/>
                  <a:pt x="3340" y="1513"/>
                  <a:pt x="3359" y="1510"/>
                </a:cubicBezTo>
                <a:cubicBezTo>
                  <a:pt x="3391" y="1511"/>
                  <a:pt x="3395" y="1505"/>
                  <a:pt x="3400" y="1508"/>
                </a:cubicBezTo>
                <a:cubicBezTo>
                  <a:pt x="3452" y="1499"/>
                  <a:pt x="3462" y="1502"/>
                  <a:pt x="3471" y="1496"/>
                </a:cubicBezTo>
                <a:cubicBezTo>
                  <a:pt x="3560" y="1477"/>
                  <a:pt x="3564" y="1474"/>
                  <a:pt x="3569" y="1472"/>
                </a:cubicBezTo>
                <a:cubicBezTo>
                  <a:pt x="3539" y="1473"/>
                  <a:pt x="3528" y="1480"/>
                  <a:pt x="3516" y="1480"/>
                </a:cubicBezTo>
                <a:cubicBezTo>
                  <a:pt x="3477" y="1491"/>
                  <a:pt x="3471" y="1485"/>
                  <a:pt x="3466" y="1493"/>
                </a:cubicBezTo>
                <a:cubicBezTo>
                  <a:pt x="3437" y="1497"/>
                  <a:pt x="3434" y="1496"/>
                  <a:pt x="3432" y="1496"/>
                </a:cubicBezTo>
                <a:cubicBezTo>
                  <a:pt x="3391" y="1502"/>
                  <a:pt x="3384" y="1498"/>
                  <a:pt x="3378" y="1499"/>
                </a:cubicBezTo>
                <a:cubicBezTo>
                  <a:pt x="3294" y="1503"/>
                  <a:pt x="3291" y="1512"/>
                  <a:pt x="3286" y="1509"/>
                </a:cubicBezTo>
                <a:cubicBezTo>
                  <a:pt x="3243" y="1517"/>
                  <a:pt x="3242" y="1522"/>
                  <a:pt x="3241" y="1522"/>
                </a:cubicBezTo>
                <a:cubicBezTo>
                  <a:pt x="3214" y="1534"/>
                  <a:pt x="3210" y="1532"/>
                  <a:pt x="3207" y="1533"/>
                </a:cubicBezTo>
                <a:cubicBezTo>
                  <a:pt x="3167" y="1545"/>
                  <a:pt x="3165" y="1562"/>
                  <a:pt x="3160" y="1552"/>
                </a:cubicBezTo>
                <a:cubicBezTo>
                  <a:pt x="3131" y="1565"/>
                  <a:pt x="3137" y="1559"/>
                  <a:pt x="3143" y="1550"/>
                </a:cubicBezTo>
                <a:cubicBezTo>
                  <a:pt x="3216" y="1516"/>
                  <a:pt x="3225" y="1507"/>
                  <a:pt x="3237" y="1508"/>
                </a:cubicBezTo>
                <a:cubicBezTo>
                  <a:pt x="3300" y="1485"/>
                  <a:pt x="3308" y="1484"/>
                  <a:pt x="3316" y="1485"/>
                </a:cubicBezTo>
                <a:cubicBezTo>
                  <a:pt x="3356" y="1472"/>
                  <a:pt x="3363" y="1480"/>
                  <a:pt x="3366" y="1472"/>
                </a:cubicBezTo>
                <a:cubicBezTo>
                  <a:pt x="3420" y="1459"/>
                  <a:pt x="3425" y="1466"/>
                  <a:pt x="3429" y="1465"/>
                </a:cubicBezTo>
                <a:cubicBezTo>
                  <a:pt x="3484" y="1456"/>
                  <a:pt x="3500" y="1455"/>
                  <a:pt x="3517" y="1455"/>
                </a:cubicBezTo>
                <a:cubicBezTo>
                  <a:pt x="3558" y="1449"/>
                  <a:pt x="3562" y="1443"/>
                  <a:pt x="3567" y="1446"/>
                </a:cubicBezTo>
                <a:cubicBezTo>
                  <a:pt x="3707" y="1409"/>
                  <a:pt x="3714" y="1413"/>
                  <a:pt x="3720" y="1412"/>
                </a:cubicBezTo>
                <a:cubicBezTo>
                  <a:pt x="3698" y="1402"/>
                  <a:pt x="3687" y="1414"/>
                  <a:pt x="3681" y="1401"/>
                </a:cubicBezTo>
                <a:cubicBezTo>
                  <a:pt x="3636" y="1406"/>
                  <a:pt x="3631" y="1409"/>
                  <a:pt x="3626" y="1407"/>
                </a:cubicBezTo>
                <a:cubicBezTo>
                  <a:pt x="3510" y="1407"/>
                  <a:pt x="3506" y="1412"/>
                  <a:pt x="3500" y="1410"/>
                </a:cubicBezTo>
                <a:cubicBezTo>
                  <a:pt x="3482" y="1414"/>
                  <a:pt x="3476" y="1409"/>
                  <a:pt x="3471" y="1409"/>
                </a:cubicBezTo>
                <a:cubicBezTo>
                  <a:pt x="3384" y="1419"/>
                  <a:pt x="3365" y="1422"/>
                  <a:pt x="3347" y="1424"/>
                </a:cubicBezTo>
                <a:cubicBezTo>
                  <a:pt x="3319" y="1429"/>
                  <a:pt x="3317" y="1430"/>
                  <a:pt x="3315" y="1433"/>
                </a:cubicBezTo>
                <a:cubicBezTo>
                  <a:pt x="3283" y="1437"/>
                  <a:pt x="3275" y="1444"/>
                  <a:pt x="3265" y="1446"/>
                </a:cubicBezTo>
                <a:cubicBezTo>
                  <a:pt x="3249" y="1446"/>
                  <a:pt x="3257" y="1444"/>
                  <a:pt x="3264" y="1438"/>
                </a:cubicBezTo>
                <a:cubicBezTo>
                  <a:pt x="3294" y="1429"/>
                  <a:pt x="3299" y="1423"/>
                  <a:pt x="3306" y="1426"/>
                </a:cubicBezTo>
                <a:cubicBezTo>
                  <a:pt x="3339" y="1418"/>
                  <a:pt x="3351" y="1414"/>
                  <a:pt x="3364" y="1412"/>
                </a:cubicBezTo>
                <a:cubicBezTo>
                  <a:pt x="3408" y="1402"/>
                  <a:pt x="3414" y="1401"/>
                  <a:pt x="3420" y="1400"/>
                </a:cubicBezTo>
                <a:cubicBezTo>
                  <a:pt x="3466" y="1399"/>
                  <a:pt x="3471" y="1383"/>
                  <a:pt x="3479" y="1390"/>
                </a:cubicBezTo>
                <a:cubicBezTo>
                  <a:pt x="3541" y="1372"/>
                  <a:pt x="3548" y="1369"/>
                  <a:pt x="3555" y="1371"/>
                </a:cubicBezTo>
                <a:cubicBezTo>
                  <a:pt x="3674" y="1330"/>
                  <a:pt x="3680" y="1333"/>
                  <a:pt x="3686" y="1328"/>
                </a:cubicBezTo>
                <a:cubicBezTo>
                  <a:pt x="3727" y="1315"/>
                  <a:pt x="3729" y="1307"/>
                  <a:pt x="3733" y="1309"/>
                </a:cubicBezTo>
                <a:cubicBezTo>
                  <a:pt x="3766" y="1289"/>
                  <a:pt x="3774" y="1295"/>
                  <a:pt x="3779" y="1286"/>
                </a:cubicBezTo>
                <a:cubicBezTo>
                  <a:pt x="3822" y="1268"/>
                  <a:pt x="3827" y="1256"/>
                  <a:pt x="3833" y="1258"/>
                </a:cubicBezTo>
                <a:cubicBezTo>
                  <a:pt x="3840" y="1236"/>
                  <a:pt x="3839" y="1236"/>
                  <a:pt x="3839" y="1237"/>
                </a:cubicBezTo>
                <a:cubicBezTo>
                  <a:pt x="3786" y="1263"/>
                  <a:pt x="3778" y="1262"/>
                  <a:pt x="3771" y="1269"/>
                </a:cubicBezTo>
                <a:cubicBezTo>
                  <a:pt x="3717" y="1285"/>
                  <a:pt x="3710" y="1294"/>
                  <a:pt x="3702" y="1293"/>
                </a:cubicBezTo>
                <a:cubicBezTo>
                  <a:pt x="3665" y="1312"/>
                  <a:pt x="3660" y="1304"/>
                  <a:pt x="3656" y="1309"/>
                </a:cubicBezTo>
                <a:cubicBezTo>
                  <a:pt x="3605" y="1328"/>
                  <a:pt x="3601" y="1331"/>
                  <a:pt x="3597" y="1330"/>
                </a:cubicBezTo>
                <a:cubicBezTo>
                  <a:pt x="3570" y="1332"/>
                  <a:pt x="3568" y="1342"/>
                  <a:pt x="3563" y="1337"/>
                </a:cubicBezTo>
                <a:cubicBezTo>
                  <a:pt x="3522" y="1343"/>
                  <a:pt x="3519" y="1351"/>
                  <a:pt x="3515" y="1348"/>
                </a:cubicBezTo>
                <a:cubicBezTo>
                  <a:pt x="3477" y="1360"/>
                  <a:pt x="3463" y="1361"/>
                  <a:pt x="3449" y="1367"/>
                </a:cubicBezTo>
                <a:cubicBezTo>
                  <a:pt x="3421" y="1369"/>
                  <a:pt x="3414" y="1377"/>
                  <a:pt x="3407" y="1375"/>
                </a:cubicBezTo>
                <a:cubicBezTo>
                  <a:pt x="3378" y="1374"/>
                  <a:pt x="3372" y="1388"/>
                  <a:pt x="3364" y="1383"/>
                </a:cubicBezTo>
                <a:cubicBezTo>
                  <a:pt x="3295" y="1401"/>
                  <a:pt x="3288" y="1407"/>
                  <a:pt x="3281" y="1411"/>
                </a:cubicBezTo>
                <a:cubicBezTo>
                  <a:pt x="3192" y="1448"/>
                  <a:pt x="3185" y="1451"/>
                  <a:pt x="3177" y="1452"/>
                </a:cubicBezTo>
                <a:cubicBezTo>
                  <a:pt x="3158" y="1444"/>
                  <a:pt x="3171" y="1453"/>
                  <a:pt x="3176" y="1444"/>
                </a:cubicBezTo>
                <a:cubicBezTo>
                  <a:pt x="3331" y="1367"/>
                  <a:pt x="3340" y="1360"/>
                  <a:pt x="3350" y="1358"/>
                </a:cubicBezTo>
                <a:cubicBezTo>
                  <a:pt x="3403" y="1338"/>
                  <a:pt x="3409" y="1345"/>
                  <a:pt x="3414" y="1337"/>
                </a:cubicBezTo>
                <a:cubicBezTo>
                  <a:pt x="3530" y="1316"/>
                  <a:pt x="3551" y="1310"/>
                  <a:pt x="3573" y="1304"/>
                </a:cubicBezTo>
                <a:cubicBezTo>
                  <a:pt x="3640" y="1286"/>
                  <a:pt x="3645" y="1281"/>
                  <a:pt x="3650" y="1279"/>
                </a:cubicBezTo>
                <a:cubicBezTo>
                  <a:pt x="3684" y="1263"/>
                  <a:pt x="3698" y="1270"/>
                  <a:pt x="3693" y="1261"/>
                </a:cubicBezTo>
                <a:cubicBezTo>
                  <a:pt x="3650" y="1274"/>
                  <a:pt x="3639" y="1279"/>
                  <a:pt x="3627" y="1280"/>
                </a:cubicBezTo>
                <a:cubicBezTo>
                  <a:pt x="3572" y="1302"/>
                  <a:pt x="3565" y="1293"/>
                  <a:pt x="3560" y="1302"/>
                </a:cubicBezTo>
                <a:cubicBezTo>
                  <a:pt x="3496" y="1309"/>
                  <a:pt x="3490" y="1312"/>
                  <a:pt x="3482" y="1309"/>
                </a:cubicBezTo>
                <a:cubicBezTo>
                  <a:pt x="3417" y="1323"/>
                  <a:pt x="3411" y="1330"/>
                  <a:pt x="3404" y="1326"/>
                </a:cubicBezTo>
                <a:cubicBezTo>
                  <a:pt x="3435" y="1314"/>
                  <a:pt x="3438" y="1313"/>
                  <a:pt x="3442" y="1314"/>
                </a:cubicBezTo>
                <a:cubicBezTo>
                  <a:pt x="3523" y="1286"/>
                  <a:pt x="3530" y="1288"/>
                  <a:pt x="3537" y="1284"/>
                </a:cubicBezTo>
                <a:cubicBezTo>
                  <a:pt x="3563" y="1277"/>
                  <a:pt x="3570" y="1281"/>
                  <a:pt x="3575" y="1277"/>
                </a:cubicBezTo>
                <a:cubicBezTo>
                  <a:pt x="3602" y="1268"/>
                  <a:pt x="3609" y="1275"/>
                  <a:pt x="3615" y="1267"/>
                </a:cubicBezTo>
                <a:cubicBezTo>
                  <a:pt x="3681" y="1258"/>
                  <a:pt x="3688" y="1257"/>
                  <a:pt x="3694" y="1254"/>
                </a:cubicBezTo>
                <a:cubicBezTo>
                  <a:pt x="3708" y="1255"/>
                  <a:pt x="3697" y="1259"/>
                  <a:pt x="3702" y="1264"/>
                </a:cubicBezTo>
                <a:cubicBezTo>
                  <a:pt x="3723" y="1250"/>
                  <a:pt x="3726" y="1252"/>
                  <a:pt x="3728" y="1248"/>
                </a:cubicBezTo>
                <a:cubicBezTo>
                  <a:pt x="3825" y="1221"/>
                  <a:pt x="3833" y="1221"/>
                  <a:pt x="3840" y="1218"/>
                </a:cubicBezTo>
                <a:cubicBezTo>
                  <a:pt x="3833" y="1218"/>
                  <a:pt x="3828" y="1214"/>
                  <a:pt x="3824" y="1218"/>
                </a:cubicBezTo>
                <a:cubicBezTo>
                  <a:pt x="3785" y="1224"/>
                  <a:pt x="3777" y="1236"/>
                  <a:pt x="3766" y="1232"/>
                </a:cubicBezTo>
                <a:cubicBezTo>
                  <a:pt x="3701" y="1249"/>
                  <a:pt x="3696" y="1247"/>
                  <a:pt x="3691" y="1249"/>
                </a:cubicBezTo>
                <a:cubicBezTo>
                  <a:pt x="3670" y="1248"/>
                  <a:pt x="3666" y="1254"/>
                  <a:pt x="3661" y="1251"/>
                </a:cubicBezTo>
                <a:cubicBezTo>
                  <a:pt x="3609" y="1256"/>
                  <a:pt x="3605" y="1262"/>
                  <a:pt x="3600" y="1263"/>
                </a:cubicBezTo>
                <a:cubicBezTo>
                  <a:pt x="3574" y="1268"/>
                  <a:pt x="3564" y="1271"/>
                  <a:pt x="3553" y="1268"/>
                </a:cubicBezTo>
                <a:cubicBezTo>
                  <a:pt x="3523" y="1281"/>
                  <a:pt x="3519" y="1278"/>
                  <a:pt x="3515" y="1279"/>
                </a:cubicBezTo>
                <a:cubicBezTo>
                  <a:pt x="3489" y="1284"/>
                  <a:pt x="3483" y="1291"/>
                  <a:pt x="3475" y="1285"/>
                </a:cubicBezTo>
                <a:cubicBezTo>
                  <a:pt x="3398" y="1315"/>
                  <a:pt x="3393" y="1319"/>
                  <a:pt x="3386" y="1316"/>
                </a:cubicBezTo>
                <a:cubicBezTo>
                  <a:pt x="3319" y="1338"/>
                  <a:pt x="3307" y="1346"/>
                  <a:pt x="3295" y="1349"/>
                </a:cubicBezTo>
                <a:cubicBezTo>
                  <a:pt x="3238" y="1382"/>
                  <a:pt x="3231" y="1378"/>
                  <a:pt x="3226" y="1387"/>
                </a:cubicBezTo>
                <a:cubicBezTo>
                  <a:pt x="3220" y="1395"/>
                  <a:pt x="3225" y="1397"/>
                  <a:pt x="3229" y="1393"/>
                </a:cubicBezTo>
                <a:cubicBezTo>
                  <a:pt x="3260" y="1385"/>
                  <a:pt x="3263" y="1372"/>
                  <a:pt x="3268" y="1375"/>
                </a:cubicBezTo>
                <a:cubicBezTo>
                  <a:pt x="3357" y="1337"/>
                  <a:pt x="3366" y="1334"/>
                  <a:pt x="3376" y="1334"/>
                </a:cubicBezTo>
                <a:cubicBezTo>
                  <a:pt x="3398" y="1329"/>
                  <a:pt x="3402" y="1326"/>
                  <a:pt x="3400" y="1330"/>
                </a:cubicBezTo>
                <a:cubicBezTo>
                  <a:pt x="3369" y="1340"/>
                  <a:pt x="3360" y="1340"/>
                  <a:pt x="3353" y="1345"/>
                </a:cubicBezTo>
                <a:cubicBezTo>
                  <a:pt x="3313" y="1357"/>
                  <a:pt x="3310" y="1367"/>
                  <a:pt x="3306" y="1364"/>
                </a:cubicBezTo>
                <a:cubicBezTo>
                  <a:pt x="3275" y="1379"/>
                  <a:pt x="3267" y="1381"/>
                  <a:pt x="3259" y="1387"/>
                </a:cubicBezTo>
                <a:cubicBezTo>
                  <a:pt x="3231" y="1393"/>
                  <a:pt x="3229" y="1409"/>
                  <a:pt x="3224" y="1404"/>
                </a:cubicBezTo>
                <a:cubicBezTo>
                  <a:pt x="3200" y="1417"/>
                  <a:pt x="3196" y="1425"/>
                  <a:pt x="3190" y="1425"/>
                </a:cubicBezTo>
                <a:cubicBezTo>
                  <a:pt x="3183" y="1406"/>
                  <a:pt x="3189" y="1400"/>
                  <a:pt x="3188" y="1395"/>
                </a:cubicBezTo>
                <a:cubicBezTo>
                  <a:pt x="3214" y="1373"/>
                  <a:pt x="3222" y="1372"/>
                  <a:pt x="3229" y="1364"/>
                </a:cubicBezTo>
                <a:cubicBezTo>
                  <a:pt x="3257" y="1339"/>
                  <a:pt x="3261" y="1337"/>
                  <a:pt x="3264" y="1332"/>
                </a:cubicBezTo>
                <a:cubicBezTo>
                  <a:pt x="3312" y="1304"/>
                  <a:pt x="3316" y="1301"/>
                  <a:pt x="3320" y="1302"/>
                </a:cubicBezTo>
                <a:cubicBezTo>
                  <a:pt x="3383" y="1267"/>
                  <a:pt x="3392" y="1272"/>
                  <a:pt x="3400" y="1264"/>
                </a:cubicBezTo>
                <a:cubicBezTo>
                  <a:pt x="3427" y="1255"/>
                  <a:pt x="3430" y="1253"/>
                  <a:pt x="3433" y="1253"/>
                </a:cubicBezTo>
                <a:cubicBezTo>
                  <a:pt x="3462" y="1248"/>
                  <a:pt x="3465" y="1240"/>
                  <a:pt x="3469" y="1240"/>
                </a:cubicBezTo>
                <a:cubicBezTo>
                  <a:pt x="3522" y="1227"/>
                  <a:pt x="3529" y="1226"/>
                  <a:pt x="3537" y="1222"/>
                </a:cubicBezTo>
                <a:cubicBezTo>
                  <a:pt x="3590" y="1218"/>
                  <a:pt x="3593" y="1210"/>
                  <a:pt x="3597" y="1210"/>
                </a:cubicBezTo>
                <a:cubicBezTo>
                  <a:pt x="3664" y="1205"/>
                  <a:pt x="3670" y="1195"/>
                  <a:pt x="3678" y="1199"/>
                </a:cubicBezTo>
                <a:cubicBezTo>
                  <a:pt x="3728" y="1185"/>
                  <a:pt x="3734" y="1198"/>
                  <a:pt x="3737" y="1189"/>
                </a:cubicBezTo>
                <a:cubicBezTo>
                  <a:pt x="3812" y="1175"/>
                  <a:pt x="3826" y="1174"/>
                  <a:pt x="3840" y="1169"/>
                </a:cubicBezTo>
                <a:cubicBezTo>
                  <a:pt x="3814" y="1164"/>
                  <a:pt x="3805" y="1170"/>
                  <a:pt x="3796" y="1168"/>
                </a:cubicBezTo>
                <a:cubicBezTo>
                  <a:pt x="3726" y="1182"/>
                  <a:pt x="3721" y="1182"/>
                  <a:pt x="3717" y="1181"/>
                </a:cubicBezTo>
                <a:cubicBezTo>
                  <a:pt x="3631" y="1189"/>
                  <a:pt x="3623" y="1202"/>
                  <a:pt x="3614" y="1197"/>
                </a:cubicBezTo>
                <a:cubicBezTo>
                  <a:pt x="3579" y="1204"/>
                  <a:pt x="3569" y="1199"/>
                  <a:pt x="3562" y="1209"/>
                </a:cubicBezTo>
                <a:cubicBezTo>
                  <a:pt x="3518" y="1219"/>
                  <a:pt x="3500" y="1218"/>
                  <a:pt x="3483" y="1226"/>
                </a:cubicBezTo>
                <a:cubicBezTo>
                  <a:pt x="3449" y="1235"/>
                  <a:pt x="3442" y="1240"/>
                  <a:pt x="3433" y="1239"/>
                </a:cubicBezTo>
                <a:cubicBezTo>
                  <a:pt x="3323" y="1285"/>
                  <a:pt x="3315" y="1292"/>
                  <a:pt x="3307" y="1296"/>
                </a:cubicBezTo>
                <a:cubicBezTo>
                  <a:pt x="3267" y="1328"/>
                  <a:pt x="3249" y="1324"/>
                  <a:pt x="3235" y="1343"/>
                </a:cubicBezTo>
                <a:cubicBezTo>
                  <a:pt x="3267" y="1301"/>
                  <a:pt x="3279" y="1299"/>
                  <a:pt x="3289" y="1286"/>
                </a:cubicBezTo>
                <a:cubicBezTo>
                  <a:pt x="3325" y="1269"/>
                  <a:pt x="3327" y="1260"/>
                  <a:pt x="3331" y="1263"/>
                </a:cubicBezTo>
                <a:cubicBezTo>
                  <a:pt x="3357" y="1248"/>
                  <a:pt x="3365" y="1247"/>
                  <a:pt x="3371" y="1239"/>
                </a:cubicBezTo>
                <a:cubicBezTo>
                  <a:pt x="3398" y="1229"/>
                  <a:pt x="3405" y="1230"/>
                  <a:pt x="3411" y="1225"/>
                </a:cubicBezTo>
                <a:cubicBezTo>
                  <a:pt x="3445" y="1217"/>
                  <a:pt x="3458" y="1210"/>
                  <a:pt x="3472" y="1206"/>
                </a:cubicBezTo>
                <a:cubicBezTo>
                  <a:pt x="3603" y="1184"/>
                  <a:pt x="3609" y="1175"/>
                  <a:pt x="3617" y="1178"/>
                </a:cubicBezTo>
                <a:cubicBezTo>
                  <a:pt x="3652" y="1176"/>
                  <a:pt x="3664" y="1167"/>
                  <a:pt x="3678" y="1170"/>
                </a:cubicBezTo>
                <a:cubicBezTo>
                  <a:pt x="3840" y="1137"/>
                  <a:pt x="3840" y="1137"/>
                  <a:pt x="3840" y="1137"/>
                </a:cubicBezTo>
                <a:cubicBezTo>
                  <a:pt x="3806" y="1141"/>
                  <a:pt x="3799" y="1138"/>
                  <a:pt x="3792" y="1140"/>
                </a:cubicBezTo>
                <a:cubicBezTo>
                  <a:pt x="3748" y="1151"/>
                  <a:pt x="3741" y="1141"/>
                  <a:pt x="3735" y="1147"/>
                </a:cubicBezTo>
                <a:cubicBezTo>
                  <a:pt x="3671" y="1162"/>
                  <a:pt x="3664" y="1158"/>
                  <a:pt x="3659" y="1162"/>
                </a:cubicBezTo>
                <a:cubicBezTo>
                  <a:pt x="3606" y="1165"/>
                  <a:pt x="3603" y="1170"/>
                  <a:pt x="3600" y="1168"/>
                </a:cubicBezTo>
                <a:cubicBezTo>
                  <a:pt x="3574" y="1176"/>
                  <a:pt x="3572" y="1172"/>
                  <a:pt x="3571" y="1172"/>
                </a:cubicBezTo>
                <a:cubicBezTo>
                  <a:pt x="3535" y="1174"/>
                  <a:pt x="3530" y="1185"/>
                  <a:pt x="3523" y="1183"/>
                </a:cubicBezTo>
                <a:cubicBezTo>
                  <a:pt x="3454" y="1197"/>
                  <a:pt x="3442" y="1210"/>
                  <a:pt x="3429" y="1206"/>
                </a:cubicBezTo>
                <a:cubicBezTo>
                  <a:pt x="3311" y="1258"/>
                  <a:pt x="3305" y="1267"/>
                  <a:pt x="3299" y="1268"/>
                </a:cubicBezTo>
                <a:cubicBezTo>
                  <a:pt x="3246" y="1300"/>
                  <a:pt x="3253" y="1294"/>
                  <a:pt x="3254" y="1288"/>
                </a:cubicBezTo>
                <a:cubicBezTo>
                  <a:pt x="3292" y="1257"/>
                  <a:pt x="3299" y="1247"/>
                  <a:pt x="3306" y="1248"/>
                </a:cubicBezTo>
                <a:cubicBezTo>
                  <a:pt x="3374" y="1215"/>
                  <a:pt x="3376" y="1196"/>
                  <a:pt x="3381" y="1203"/>
                </a:cubicBezTo>
                <a:cubicBezTo>
                  <a:pt x="3414" y="1176"/>
                  <a:pt x="3420" y="1190"/>
                  <a:pt x="3423" y="1180"/>
                </a:cubicBezTo>
                <a:cubicBezTo>
                  <a:pt x="3528" y="1153"/>
                  <a:pt x="3534" y="1139"/>
                  <a:pt x="3543" y="1147"/>
                </a:cubicBezTo>
                <a:cubicBezTo>
                  <a:pt x="3579" y="1136"/>
                  <a:pt x="3593" y="1134"/>
                  <a:pt x="3607" y="1134"/>
                </a:cubicBezTo>
                <a:cubicBezTo>
                  <a:pt x="3682" y="1127"/>
                  <a:pt x="3688" y="1116"/>
                  <a:pt x="3697" y="1122"/>
                </a:cubicBezTo>
                <a:cubicBezTo>
                  <a:pt x="3749" y="1118"/>
                  <a:pt x="3756" y="1112"/>
                  <a:pt x="3764" y="1119"/>
                </a:cubicBezTo>
                <a:cubicBezTo>
                  <a:pt x="3833" y="1113"/>
                  <a:pt x="3837" y="1112"/>
                  <a:pt x="3840" y="1112"/>
                </a:cubicBezTo>
                <a:cubicBezTo>
                  <a:pt x="3809" y="1104"/>
                  <a:pt x="3800" y="1105"/>
                  <a:pt x="3791" y="1102"/>
                </a:cubicBezTo>
                <a:cubicBezTo>
                  <a:pt x="3748" y="1107"/>
                  <a:pt x="3743" y="1106"/>
                  <a:pt x="3738" y="1106"/>
                </a:cubicBezTo>
                <a:cubicBezTo>
                  <a:pt x="3695" y="1118"/>
                  <a:pt x="3689" y="1106"/>
                  <a:pt x="3685" y="1113"/>
                </a:cubicBezTo>
                <a:cubicBezTo>
                  <a:pt x="3651" y="1111"/>
                  <a:pt x="3643" y="1116"/>
                  <a:pt x="3634" y="1118"/>
                </a:cubicBezTo>
                <a:cubicBezTo>
                  <a:pt x="3564" y="1128"/>
                  <a:pt x="3546" y="1132"/>
                  <a:pt x="3529" y="1137"/>
                </a:cubicBezTo>
                <a:cubicBezTo>
                  <a:pt x="3443" y="1162"/>
                  <a:pt x="3409" y="1170"/>
                  <a:pt x="3377" y="1193"/>
                </a:cubicBezTo>
                <a:cubicBezTo>
                  <a:pt x="3323" y="1217"/>
                  <a:pt x="3320" y="1227"/>
                  <a:pt x="3316" y="1226"/>
                </a:cubicBezTo>
                <a:cubicBezTo>
                  <a:pt x="3283" y="1240"/>
                  <a:pt x="3288" y="1235"/>
                  <a:pt x="3291" y="1229"/>
                </a:cubicBezTo>
                <a:cubicBezTo>
                  <a:pt x="3297" y="1221"/>
                  <a:pt x="3298" y="1219"/>
                  <a:pt x="3298" y="1216"/>
                </a:cubicBezTo>
                <a:cubicBezTo>
                  <a:pt x="3357" y="1173"/>
                  <a:pt x="3368" y="1179"/>
                  <a:pt x="3376" y="1166"/>
                </a:cubicBezTo>
                <a:cubicBezTo>
                  <a:pt x="3412" y="1149"/>
                  <a:pt x="3420" y="1140"/>
                  <a:pt x="3430" y="1142"/>
                </a:cubicBezTo>
                <a:cubicBezTo>
                  <a:pt x="3490" y="1121"/>
                  <a:pt x="3494" y="1111"/>
                  <a:pt x="3499" y="1114"/>
                </a:cubicBezTo>
                <a:cubicBezTo>
                  <a:pt x="3564" y="1099"/>
                  <a:pt x="3575" y="1089"/>
                  <a:pt x="3589" y="1095"/>
                </a:cubicBezTo>
                <a:cubicBezTo>
                  <a:pt x="3655" y="1083"/>
                  <a:pt x="3662" y="1086"/>
                  <a:pt x="3668" y="1082"/>
                </a:cubicBezTo>
                <a:cubicBezTo>
                  <a:pt x="3690" y="1086"/>
                  <a:pt x="3696" y="1077"/>
                  <a:pt x="3704" y="1083"/>
                </a:cubicBezTo>
                <a:cubicBezTo>
                  <a:pt x="3798" y="1082"/>
                  <a:pt x="3812" y="1084"/>
                  <a:pt x="3825" y="1081"/>
                </a:cubicBezTo>
                <a:cubicBezTo>
                  <a:pt x="3833" y="1071"/>
                  <a:pt x="3825" y="1070"/>
                  <a:pt x="3818" y="1072"/>
                </a:cubicBezTo>
                <a:cubicBezTo>
                  <a:pt x="3743" y="1070"/>
                  <a:pt x="3742" y="1073"/>
                  <a:pt x="3740" y="1074"/>
                </a:cubicBezTo>
                <a:cubicBezTo>
                  <a:pt x="3707" y="1068"/>
                  <a:pt x="3693" y="1074"/>
                  <a:pt x="3677" y="1071"/>
                </a:cubicBezTo>
                <a:cubicBezTo>
                  <a:pt x="3645" y="1072"/>
                  <a:pt x="3638" y="1077"/>
                  <a:pt x="3630" y="1075"/>
                </a:cubicBezTo>
                <a:cubicBezTo>
                  <a:pt x="3590" y="1081"/>
                  <a:pt x="3586" y="1078"/>
                  <a:pt x="3584" y="1083"/>
                </a:cubicBezTo>
                <a:cubicBezTo>
                  <a:pt x="3543" y="1087"/>
                  <a:pt x="3540" y="1088"/>
                  <a:pt x="3537" y="1092"/>
                </a:cubicBezTo>
                <a:cubicBezTo>
                  <a:pt x="3483" y="1106"/>
                  <a:pt x="3476" y="1110"/>
                  <a:pt x="3468" y="1112"/>
                </a:cubicBezTo>
                <a:cubicBezTo>
                  <a:pt x="3415" y="1133"/>
                  <a:pt x="3409" y="1139"/>
                  <a:pt x="3401" y="1142"/>
                </a:cubicBezTo>
                <a:cubicBezTo>
                  <a:pt x="3311" y="1188"/>
                  <a:pt x="3323" y="1181"/>
                  <a:pt x="3325" y="1175"/>
                </a:cubicBezTo>
                <a:cubicBezTo>
                  <a:pt x="3366" y="1149"/>
                  <a:pt x="3372" y="1131"/>
                  <a:pt x="3380" y="1136"/>
                </a:cubicBezTo>
                <a:cubicBezTo>
                  <a:pt x="3431" y="1109"/>
                  <a:pt x="3438" y="1112"/>
                  <a:pt x="3444" y="1105"/>
                </a:cubicBezTo>
                <a:cubicBezTo>
                  <a:pt x="3545" y="1081"/>
                  <a:pt x="3567" y="1072"/>
                  <a:pt x="3590" y="1070"/>
                </a:cubicBezTo>
                <a:cubicBezTo>
                  <a:pt x="3680" y="1060"/>
                  <a:pt x="3704" y="1058"/>
                  <a:pt x="3728" y="1062"/>
                </a:cubicBezTo>
                <a:cubicBezTo>
                  <a:pt x="3768" y="1062"/>
                  <a:pt x="3774" y="1061"/>
                  <a:pt x="3779" y="1061"/>
                </a:cubicBezTo>
                <a:cubicBezTo>
                  <a:pt x="3815" y="1062"/>
                  <a:pt x="3817" y="1057"/>
                  <a:pt x="3820" y="1059"/>
                </a:cubicBezTo>
                <a:cubicBezTo>
                  <a:pt x="3840" y="1048"/>
                  <a:pt x="3840" y="1048"/>
                  <a:pt x="3840" y="1048"/>
                </a:cubicBezTo>
                <a:cubicBezTo>
                  <a:pt x="3806" y="1050"/>
                  <a:pt x="3802" y="1053"/>
                  <a:pt x="3796" y="1048"/>
                </a:cubicBezTo>
                <a:cubicBezTo>
                  <a:pt x="3776" y="1051"/>
                  <a:pt x="3771" y="1052"/>
                  <a:pt x="3765" y="1050"/>
                </a:cubicBezTo>
                <a:cubicBezTo>
                  <a:pt x="3703" y="1050"/>
                  <a:pt x="3691" y="1049"/>
                  <a:pt x="3680" y="1047"/>
                </a:cubicBezTo>
                <a:cubicBezTo>
                  <a:pt x="3640" y="1050"/>
                  <a:pt x="3634" y="1051"/>
                  <a:pt x="3630" y="1056"/>
                </a:cubicBezTo>
                <a:cubicBezTo>
                  <a:pt x="3567" y="1060"/>
                  <a:pt x="3556" y="1066"/>
                  <a:pt x="3544" y="1064"/>
                </a:cubicBezTo>
                <a:cubicBezTo>
                  <a:pt x="3503" y="1076"/>
                  <a:pt x="3495" y="1078"/>
                  <a:pt x="3488" y="1080"/>
                </a:cubicBezTo>
                <a:cubicBezTo>
                  <a:pt x="3478" y="1080"/>
                  <a:pt x="3489" y="1078"/>
                  <a:pt x="3499" y="1070"/>
                </a:cubicBezTo>
                <a:cubicBezTo>
                  <a:pt x="3544" y="1058"/>
                  <a:pt x="3555" y="1047"/>
                  <a:pt x="3566" y="1045"/>
                </a:cubicBezTo>
                <a:cubicBezTo>
                  <a:pt x="3615" y="1034"/>
                  <a:pt x="3620" y="1038"/>
                  <a:pt x="3625" y="1038"/>
                </a:cubicBezTo>
                <a:cubicBezTo>
                  <a:pt x="3666" y="1032"/>
                  <a:pt x="3672" y="1032"/>
                  <a:pt x="3678" y="1031"/>
                </a:cubicBezTo>
                <a:cubicBezTo>
                  <a:pt x="3744" y="1028"/>
                  <a:pt x="3755" y="1020"/>
                  <a:pt x="3768" y="1027"/>
                </a:cubicBezTo>
                <a:cubicBezTo>
                  <a:pt x="3814" y="1016"/>
                  <a:pt x="3827" y="1016"/>
                  <a:pt x="3839" y="1015"/>
                </a:cubicBezTo>
                <a:cubicBezTo>
                  <a:pt x="3833" y="1005"/>
                  <a:pt x="3827" y="1007"/>
                  <a:pt x="3819" y="1003"/>
                </a:cubicBezTo>
                <a:cubicBezTo>
                  <a:pt x="3779" y="1013"/>
                  <a:pt x="3777" y="1012"/>
                  <a:pt x="3775" y="1014"/>
                </a:cubicBezTo>
                <a:cubicBezTo>
                  <a:pt x="3840" y="991"/>
                  <a:pt x="3840" y="991"/>
                  <a:pt x="3840" y="991"/>
                </a:cubicBezTo>
                <a:cubicBezTo>
                  <a:pt x="3800" y="999"/>
                  <a:pt x="3794" y="992"/>
                  <a:pt x="3789" y="999"/>
                </a:cubicBezTo>
                <a:cubicBezTo>
                  <a:pt x="3746" y="1003"/>
                  <a:pt x="3735" y="1004"/>
                  <a:pt x="3724" y="1004"/>
                </a:cubicBezTo>
                <a:cubicBezTo>
                  <a:pt x="3687" y="1015"/>
                  <a:pt x="3681" y="1004"/>
                  <a:pt x="3677" y="1013"/>
                </a:cubicBezTo>
                <a:cubicBezTo>
                  <a:pt x="3617" y="1018"/>
                  <a:pt x="3607" y="1022"/>
                  <a:pt x="3596" y="1024"/>
                </a:cubicBezTo>
                <a:cubicBezTo>
                  <a:pt x="3570" y="1029"/>
                  <a:pt x="3566" y="1032"/>
                  <a:pt x="3568" y="1028"/>
                </a:cubicBezTo>
                <a:cubicBezTo>
                  <a:pt x="3635" y="1006"/>
                  <a:pt x="3642" y="993"/>
                  <a:pt x="3651" y="1000"/>
                </a:cubicBezTo>
                <a:cubicBezTo>
                  <a:pt x="3697" y="983"/>
                  <a:pt x="3704" y="982"/>
                  <a:pt x="3711" y="983"/>
                </a:cubicBezTo>
                <a:cubicBezTo>
                  <a:pt x="3759" y="971"/>
                  <a:pt x="3765" y="966"/>
                  <a:pt x="3773" y="968"/>
                </a:cubicBezTo>
                <a:cubicBezTo>
                  <a:pt x="3828" y="957"/>
                  <a:pt x="3832" y="957"/>
                  <a:pt x="3835" y="958"/>
                </a:cubicBezTo>
                <a:cubicBezTo>
                  <a:pt x="3835" y="947"/>
                  <a:pt x="3829" y="948"/>
                  <a:pt x="3824" y="949"/>
                </a:cubicBezTo>
                <a:cubicBezTo>
                  <a:pt x="3787" y="949"/>
                  <a:pt x="3784" y="958"/>
                  <a:pt x="3779" y="955"/>
                </a:cubicBezTo>
                <a:cubicBezTo>
                  <a:pt x="3744" y="967"/>
                  <a:pt x="3739" y="961"/>
                  <a:pt x="3735" y="965"/>
                </a:cubicBezTo>
                <a:cubicBezTo>
                  <a:pt x="3676" y="976"/>
                  <a:pt x="3661" y="982"/>
                  <a:pt x="3647" y="986"/>
                </a:cubicBezTo>
                <a:cubicBezTo>
                  <a:pt x="3617" y="992"/>
                  <a:pt x="3610" y="997"/>
                  <a:pt x="3603" y="996"/>
                </a:cubicBezTo>
                <a:cubicBezTo>
                  <a:pt x="3556" y="1018"/>
                  <a:pt x="3549" y="1029"/>
                  <a:pt x="3540" y="1025"/>
                </a:cubicBezTo>
                <a:cubicBezTo>
                  <a:pt x="3476" y="1050"/>
                  <a:pt x="3474" y="1068"/>
                  <a:pt x="3469" y="1062"/>
                </a:cubicBezTo>
                <a:cubicBezTo>
                  <a:pt x="3441" y="1071"/>
                  <a:pt x="3438" y="1080"/>
                  <a:pt x="3434" y="1079"/>
                </a:cubicBezTo>
                <a:cubicBezTo>
                  <a:pt x="3392" y="1102"/>
                  <a:pt x="3387" y="1101"/>
                  <a:pt x="3382" y="1109"/>
                </a:cubicBezTo>
                <a:cubicBezTo>
                  <a:pt x="3373" y="1105"/>
                  <a:pt x="3370" y="1117"/>
                  <a:pt x="3364" y="1114"/>
                </a:cubicBezTo>
                <a:cubicBezTo>
                  <a:pt x="3454" y="1005"/>
                  <a:pt x="3460" y="995"/>
                  <a:pt x="3468" y="996"/>
                </a:cubicBezTo>
                <a:cubicBezTo>
                  <a:pt x="3541" y="937"/>
                  <a:pt x="3548" y="932"/>
                  <a:pt x="3556" y="928"/>
                </a:cubicBezTo>
                <a:cubicBezTo>
                  <a:pt x="3617" y="891"/>
                  <a:pt x="3633" y="889"/>
                  <a:pt x="3649" y="882"/>
                </a:cubicBezTo>
                <a:cubicBezTo>
                  <a:pt x="3704" y="860"/>
                  <a:pt x="3713" y="867"/>
                  <a:pt x="3720" y="856"/>
                </a:cubicBezTo>
                <a:cubicBezTo>
                  <a:pt x="3771" y="833"/>
                  <a:pt x="3776" y="840"/>
                  <a:pt x="3780" y="839"/>
                </a:cubicBezTo>
                <a:cubicBezTo>
                  <a:pt x="3807" y="829"/>
                  <a:pt x="3811" y="828"/>
                  <a:pt x="3815" y="826"/>
                </a:cubicBezTo>
                <a:cubicBezTo>
                  <a:pt x="3840" y="805"/>
                  <a:pt x="3840" y="805"/>
                  <a:pt x="3840" y="805"/>
                </a:cubicBezTo>
                <a:cubicBezTo>
                  <a:pt x="3796" y="818"/>
                  <a:pt x="3791" y="821"/>
                  <a:pt x="3786" y="826"/>
                </a:cubicBezTo>
                <a:cubicBezTo>
                  <a:pt x="3747" y="834"/>
                  <a:pt x="3742" y="840"/>
                  <a:pt x="3736" y="839"/>
                </a:cubicBezTo>
                <a:cubicBezTo>
                  <a:pt x="3692" y="855"/>
                  <a:pt x="3681" y="861"/>
                  <a:pt x="3669" y="865"/>
                </a:cubicBezTo>
                <a:cubicBezTo>
                  <a:pt x="3643" y="874"/>
                  <a:pt x="3638" y="875"/>
                  <a:pt x="3639" y="871"/>
                </a:cubicBezTo>
                <a:cubicBezTo>
                  <a:pt x="3741" y="826"/>
                  <a:pt x="3747" y="821"/>
                  <a:pt x="3754" y="820"/>
                </a:cubicBezTo>
                <a:cubicBezTo>
                  <a:pt x="3796" y="801"/>
                  <a:pt x="3799" y="793"/>
                  <a:pt x="3803" y="795"/>
                </a:cubicBezTo>
                <a:cubicBezTo>
                  <a:pt x="3835" y="780"/>
                  <a:pt x="3837" y="778"/>
                  <a:pt x="3840" y="777"/>
                </a:cubicBezTo>
                <a:cubicBezTo>
                  <a:pt x="3825" y="770"/>
                  <a:pt x="3814" y="777"/>
                  <a:pt x="3803" y="780"/>
                </a:cubicBezTo>
                <a:cubicBezTo>
                  <a:pt x="3726" y="822"/>
                  <a:pt x="3713" y="820"/>
                  <a:pt x="3702" y="831"/>
                </a:cubicBezTo>
                <a:cubicBezTo>
                  <a:pt x="3649" y="856"/>
                  <a:pt x="3643" y="857"/>
                  <a:pt x="3638" y="859"/>
                </a:cubicBezTo>
                <a:cubicBezTo>
                  <a:pt x="3603" y="881"/>
                  <a:pt x="3597" y="883"/>
                  <a:pt x="3592" y="890"/>
                </a:cubicBezTo>
                <a:cubicBezTo>
                  <a:pt x="3601" y="874"/>
                  <a:pt x="3608" y="869"/>
                  <a:pt x="3608" y="869"/>
                </a:cubicBezTo>
                <a:cubicBezTo>
                  <a:pt x="3642" y="851"/>
                  <a:pt x="3646" y="841"/>
                  <a:pt x="3652" y="840"/>
                </a:cubicBezTo>
                <a:cubicBezTo>
                  <a:pt x="3718" y="799"/>
                  <a:pt x="3723" y="800"/>
                  <a:pt x="3728" y="797"/>
                </a:cubicBezTo>
                <a:cubicBezTo>
                  <a:pt x="3812" y="749"/>
                  <a:pt x="3818" y="750"/>
                  <a:pt x="3823" y="748"/>
                </a:cubicBezTo>
                <a:cubicBezTo>
                  <a:pt x="3840" y="723"/>
                  <a:pt x="3840" y="723"/>
                  <a:pt x="3840" y="723"/>
                </a:cubicBezTo>
                <a:cubicBezTo>
                  <a:pt x="3762" y="765"/>
                  <a:pt x="3748" y="776"/>
                  <a:pt x="3732" y="782"/>
                </a:cubicBezTo>
                <a:cubicBezTo>
                  <a:pt x="3661" y="818"/>
                  <a:pt x="3654" y="828"/>
                  <a:pt x="3646" y="829"/>
                </a:cubicBezTo>
                <a:cubicBezTo>
                  <a:pt x="3520" y="927"/>
                  <a:pt x="3524" y="928"/>
                  <a:pt x="3517" y="931"/>
                </a:cubicBezTo>
                <a:cubicBezTo>
                  <a:pt x="3579" y="847"/>
                  <a:pt x="3586" y="855"/>
                  <a:pt x="3590" y="845"/>
                </a:cubicBezTo>
                <a:cubicBezTo>
                  <a:pt x="3644" y="795"/>
                  <a:pt x="3655" y="792"/>
                  <a:pt x="3664" y="781"/>
                </a:cubicBezTo>
                <a:cubicBezTo>
                  <a:pt x="3725" y="746"/>
                  <a:pt x="3737" y="740"/>
                  <a:pt x="3748" y="732"/>
                </a:cubicBezTo>
                <a:cubicBezTo>
                  <a:pt x="3825" y="689"/>
                  <a:pt x="3833" y="681"/>
                  <a:pt x="3840" y="676"/>
                </a:cubicBezTo>
                <a:cubicBezTo>
                  <a:pt x="3811" y="685"/>
                  <a:pt x="3787" y="691"/>
                  <a:pt x="3764" y="711"/>
                </a:cubicBezTo>
                <a:cubicBezTo>
                  <a:pt x="3739" y="722"/>
                  <a:pt x="3733" y="725"/>
                  <a:pt x="3727" y="730"/>
                </a:cubicBezTo>
                <a:cubicBezTo>
                  <a:pt x="3717" y="721"/>
                  <a:pt x="3725" y="722"/>
                  <a:pt x="3731" y="711"/>
                </a:cubicBezTo>
                <a:cubicBezTo>
                  <a:pt x="3767" y="690"/>
                  <a:pt x="3769" y="682"/>
                  <a:pt x="3773" y="685"/>
                </a:cubicBezTo>
                <a:cubicBezTo>
                  <a:pt x="3808" y="658"/>
                  <a:pt x="3810" y="652"/>
                  <a:pt x="3814" y="654"/>
                </a:cubicBezTo>
                <a:cubicBezTo>
                  <a:pt x="3839" y="610"/>
                  <a:pt x="3837" y="611"/>
                  <a:pt x="3835" y="612"/>
                </a:cubicBezTo>
                <a:cubicBezTo>
                  <a:pt x="3761" y="660"/>
                  <a:pt x="3754" y="666"/>
                  <a:pt x="3746" y="668"/>
                </a:cubicBezTo>
                <a:cubicBezTo>
                  <a:pt x="3711" y="697"/>
                  <a:pt x="3699" y="693"/>
                  <a:pt x="3704" y="698"/>
                </a:cubicBezTo>
                <a:cubicBezTo>
                  <a:pt x="3667" y="726"/>
                  <a:pt x="3664" y="738"/>
                  <a:pt x="3660" y="734"/>
                </a:cubicBezTo>
                <a:cubicBezTo>
                  <a:pt x="3704" y="688"/>
                  <a:pt x="3709" y="680"/>
                  <a:pt x="3714" y="681"/>
                </a:cubicBezTo>
                <a:cubicBezTo>
                  <a:pt x="3762" y="643"/>
                  <a:pt x="3766" y="631"/>
                  <a:pt x="3772" y="633"/>
                </a:cubicBezTo>
                <a:cubicBezTo>
                  <a:pt x="3840" y="553"/>
                  <a:pt x="3840" y="553"/>
                  <a:pt x="3840" y="553"/>
                </a:cubicBezTo>
                <a:cubicBezTo>
                  <a:pt x="3817" y="571"/>
                  <a:pt x="3821" y="564"/>
                  <a:pt x="3826" y="558"/>
                </a:cubicBezTo>
                <a:cubicBezTo>
                  <a:pt x="3838" y="522"/>
                  <a:pt x="3836" y="525"/>
                  <a:pt x="3834" y="527"/>
                </a:cubicBezTo>
                <a:cubicBezTo>
                  <a:pt x="3840" y="450"/>
                  <a:pt x="3840" y="450"/>
                  <a:pt x="3840" y="450"/>
                </a:cubicBezTo>
                <a:cubicBezTo>
                  <a:pt x="3777" y="574"/>
                  <a:pt x="3770" y="582"/>
                  <a:pt x="3764" y="591"/>
                </a:cubicBezTo>
                <a:cubicBezTo>
                  <a:pt x="3784" y="541"/>
                  <a:pt x="3797" y="511"/>
                  <a:pt x="3811" y="481"/>
                </a:cubicBezTo>
                <a:cubicBezTo>
                  <a:pt x="3840" y="357"/>
                  <a:pt x="3840" y="357"/>
                  <a:pt x="3840" y="357"/>
                </a:cubicBezTo>
                <a:cubicBezTo>
                  <a:pt x="3823" y="412"/>
                  <a:pt x="3823" y="421"/>
                  <a:pt x="3816" y="431"/>
                </a:cubicBezTo>
                <a:cubicBezTo>
                  <a:pt x="3810" y="463"/>
                  <a:pt x="3799" y="470"/>
                  <a:pt x="3802" y="474"/>
                </a:cubicBezTo>
                <a:cubicBezTo>
                  <a:pt x="3755" y="580"/>
                  <a:pt x="3748" y="582"/>
                  <a:pt x="3748" y="583"/>
                </a:cubicBezTo>
                <a:cubicBezTo>
                  <a:pt x="3754" y="565"/>
                  <a:pt x="3748" y="562"/>
                  <a:pt x="3753" y="557"/>
                </a:cubicBezTo>
                <a:cubicBezTo>
                  <a:pt x="3773" y="481"/>
                  <a:pt x="3785" y="471"/>
                  <a:pt x="3786" y="462"/>
                </a:cubicBezTo>
                <a:cubicBezTo>
                  <a:pt x="3813" y="376"/>
                  <a:pt x="3825" y="370"/>
                  <a:pt x="3822" y="366"/>
                </a:cubicBezTo>
                <a:cubicBezTo>
                  <a:pt x="3836" y="335"/>
                  <a:pt x="3830" y="331"/>
                  <a:pt x="3837" y="326"/>
                </a:cubicBezTo>
                <a:cubicBezTo>
                  <a:pt x="3839" y="288"/>
                  <a:pt x="3837" y="292"/>
                  <a:pt x="3835" y="296"/>
                </a:cubicBezTo>
                <a:cubicBezTo>
                  <a:pt x="3825" y="345"/>
                  <a:pt x="3814" y="354"/>
                  <a:pt x="3815" y="360"/>
                </a:cubicBezTo>
                <a:cubicBezTo>
                  <a:pt x="3772" y="484"/>
                  <a:pt x="3767" y="496"/>
                  <a:pt x="3761" y="509"/>
                </a:cubicBezTo>
                <a:cubicBezTo>
                  <a:pt x="3737" y="574"/>
                  <a:pt x="3726" y="600"/>
                  <a:pt x="3715" y="627"/>
                </a:cubicBezTo>
                <a:cubicBezTo>
                  <a:pt x="3653" y="712"/>
                  <a:pt x="3660" y="722"/>
                  <a:pt x="3653" y="718"/>
                </a:cubicBezTo>
                <a:cubicBezTo>
                  <a:pt x="3648" y="721"/>
                  <a:pt x="3648" y="711"/>
                  <a:pt x="3659" y="697"/>
                </a:cubicBezTo>
                <a:cubicBezTo>
                  <a:pt x="3699" y="632"/>
                  <a:pt x="3698" y="626"/>
                  <a:pt x="3702" y="620"/>
                </a:cubicBezTo>
                <a:cubicBezTo>
                  <a:pt x="3721" y="580"/>
                  <a:pt x="3729" y="573"/>
                  <a:pt x="3728" y="567"/>
                </a:cubicBezTo>
                <a:cubicBezTo>
                  <a:pt x="3737" y="541"/>
                  <a:pt x="3737" y="535"/>
                  <a:pt x="3739" y="528"/>
                </a:cubicBezTo>
                <a:cubicBezTo>
                  <a:pt x="3765" y="447"/>
                  <a:pt x="3760" y="442"/>
                  <a:pt x="3765" y="436"/>
                </a:cubicBezTo>
                <a:cubicBezTo>
                  <a:pt x="3787" y="371"/>
                  <a:pt x="3784" y="366"/>
                  <a:pt x="3786" y="360"/>
                </a:cubicBezTo>
                <a:cubicBezTo>
                  <a:pt x="3804" y="296"/>
                  <a:pt x="3805" y="291"/>
                  <a:pt x="3807" y="285"/>
                </a:cubicBezTo>
                <a:cubicBezTo>
                  <a:pt x="3824" y="215"/>
                  <a:pt x="3828" y="203"/>
                  <a:pt x="3835" y="190"/>
                </a:cubicBezTo>
                <a:cubicBezTo>
                  <a:pt x="3840" y="139"/>
                  <a:pt x="3840" y="139"/>
                  <a:pt x="3840" y="139"/>
                </a:cubicBezTo>
                <a:cubicBezTo>
                  <a:pt x="3822" y="187"/>
                  <a:pt x="3825" y="192"/>
                  <a:pt x="3818" y="199"/>
                </a:cubicBezTo>
                <a:cubicBezTo>
                  <a:pt x="3809" y="245"/>
                  <a:pt x="3800" y="251"/>
                  <a:pt x="3805" y="254"/>
                </a:cubicBezTo>
                <a:cubicBezTo>
                  <a:pt x="3785" y="327"/>
                  <a:pt x="3774" y="337"/>
                  <a:pt x="3780" y="345"/>
                </a:cubicBezTo>
                <a:cubicBezTo>
                  <a:pt x="3758" y="405"/>
                  <a:pt x="3763" y="412"/>
                  <a:pt x="3755" y="420"/>
                </a:cubicBezTo>
                <a:cubicBezTo>
                  <a:pt x="3731" y="521"/>
                  <a:pt x="3726" y="528"/>
                  <a:pt x="3727" y="534"/>
                </a:cubicBezTo>
                <a:cubicBezTo>
                  <a:pt x="3688" y="623"/>
                  <a:pt x="3695" y="625"/>
                  <a:pt x="3686" y="627"/>
                </a:cubicBezTo>
                <a:cubicBezTo>
                  <a:pt x="3651" y="685"/>
                  <a:pt x="3640" y="712"/>
                  <a:pt x="3623" y="739"/>
                </a:cubicBezTo>
                <a:cubicBezTo>
                  <a:pt x="3564" y="823"/>
                  <a:pt x="3560" y="825"/>
                  <a:pt x="3556" y="827"/>
                </a:cubicBezTo>
                <a:cubicBezTo>
                  <a:pt x="3530" y="872"/>
                  <a:pt x="3517" y="888"/>
                  <a:pt x="3505" y="904"/>
                </a:cubicBezTo>
                <a:cubicBezTo>
                  <a:pt x="3483" y="915"/>
                  <a:pt x="3485" y="903"/>
                  <a:pt x="3492" y="902"/>
                </a:cubicBezTo>
                <a:cubicBezTo>
                  <a:pt x="3559" y="799"/>
                  <a:pt x="3560" y="785"/>
                  <a:pt x="3575" y="768"/>
                </a:cubicBezTo>
                <a:cubicBezTo>
                  <a:pt x="3593" y="722"/>
                  <a:pt x="3597" y="715"/>
                  <a:pt x="3598" y="709"/>
                </a:cubicBezTo>
                <a:cubicBezTo>
                  <a:pt x="3627" y="643"/>
                  <a:pt x="3627" y="637"/>
                  <a:pt x="3629" y="630"/>
                </a:cubicBezTo>
                <a:cubicBezTo>
                  <a:pt x="3654" y="575"/>
                  <a:pt x="3651" y="570"/>
                  <a:pt x="3655" y="567"/>
                </a:cubicBezTo>
                <a:cubicBezTo>
                  <a:pt x="3661" y="537"/>
                  <a:pt x="3666" y="533"/>
                  <a:pt x="3669" y="530"/>
                </a:cubicBezTo>
                <a:cubicBezTo>
                  <a:pt x="3678" y="495"/>
                  <a:pt x="3683" y="488"/>
                  <a:pt x="3683" y="482"/>
                </a:cubicBezTo>
                <a:cubicBezTo>
                  <a:pt x="3719" y="376"/>
                  <a:pt x="3722" y="363"/>
                  <a:pt x="3725" y="350"/>
                </a:cubicBezTo>
                <a:cubicBezTo>
                  <a:pt x="3754" y="286"/>
                  <a:pt x="3753" y="280"/>
                  <a:pt x="3757" y="273"/>
                </a:cubicBezTo>
                <a:close/>
                <a:moveTo>
                  <a:pt x="3018" y="1695"/>
                </a:moveTo>
                <a:cubicBezTo>
                  <a:pt x="3014" y="1702"/>
                  <a:pt x="3009" y="1708"/>
                  <a:pt x="3004" y="1714"/>
                </a:cubicBezTo>
                <a:cubicBezTo>
                  <a:pt x="3001" y="1717"/>
                  <a:pt x="3003" y="1719"/>
                  <a:pt x="3001" y="1723"/>
                </a:cubicBezTo>
                <a:cubicBezTo>
                  <a:pt x="3001" y="1723"/>
                  <a:pt x="3001" y="1723"/>
                  <a:pt x="3001" y="1723"/>
                </a:cubicBezTo>
                <a:cubicBezTo>
                  <a:pt x="3000" y="1725"/>
                  <a:pt x="2998" y="1727"/>
                  <a:pt x="2996" y="1729"/>
                </a:cubicBezTo>
                <a:cubicBezTo>
                  <a:pt x="2994" y="1732"/>
                  <a:pt x="2993" y="1734"/>
                  <a:pt x="2991" y="1736"/>
                </a:cubicBezTo>
                <a:cubicBezTo>
                  <a:pt x="2988" y="1733"/>
                  <a:pt x="2993" y="1729"/>
                  <a:pt x="2996" y="1725"/>
                </a:cubicBezTo>
                <a:cubicBezTo>
                  <a:pt x="2996" y="1724"/>
                  <a:pt x="2996" y="1723"/>
                  <a:pt x="2997" y="1723"/>
                </a:cubicBezTo>
                <a:cubicBezTo>
                  <a:pt x="2999" y="1717"/>
                  <a:pt x="3000" y="1711"/>
                  <a:pt x="2999" y="1706"/>
                </a:cubicBezTo>
                <a:cubicBezTo>
                  <a:pt x="3006" y="1701"/>
                  <a:pt x="3003" y="1696"/>
                  <a:pt x="3007" y="1691"/>
                </a:cubicBezTo>
                <a:cubicBezTo>
                  <a:pt x="3009" y="1686"/>
                  <a:pt x="3013" y="1680"/>
                  <a:pt x="3011" y="1676"/>
                </a:cubicBezTo>
                <a:cubicBezTo>
                  <a:pt x="3016" y="1673"/>
                  <a:pt x="3016" y="1678"/>
                  <a:pt x="3018" y="1681"/>
                </a:cubicBezTo>
                <a:cubicBezTo>
                  <a:pt x="3018" y="1686"/>
                  <a:pt x="3017" y="1691"/>
                  <a:pt x="3018" y="1695"/>
                </a:cubicBezTo>
                <a:close/>
                <a:moveTo>
                  <a:pt x="3083" y="1624"/>
                </a:moveTo>
                <a:cubicBezTo>
                  <a:pt x="3078" y="1617"/>
                  <a:pt x="3091" y="1615"/>
                  <a:pt x="3094" y="1611"/>
                </a:cubicBezTo>
                <a:cubicBezTo>
                  <a:pt x="3104" y="1617"/>
                  <a:pt x="3086" y="1621"/>
                  <a:pt x="3083" y="1624"/>
                </a:cubicBezTo>
                <a:close/>
                <a:moveTo>
                  <a:pt x="3380" y="1391"/>
                </a:moveTo>
                <a:cubicBezTo>
                  <a:pt x="3385" y="1392"/>
                  <a:pt x="3391" y="1391"/>
                  <a:pt x="3396" y="1389"/>
                </a:cubicBezTo>
                <a:cubicBezTo>
                  <a:pt x="3423" y="1382"/>
                  <a:pt x="3434" y="1385"/>
                  <a:pt x="3444" y="1378"/>
                </a:cubicBezTo>
                <a:cubicBezTo>
                  <a:pt x="3550" y="1347"/>
                  <a:pt x="3562" y="1348"/>
                  <a:pt x="3573" y="1348"/>
                </a:cubicBezTo>
                <a:cubicBezTo>
                  <a:pt x="3646" y="1319"/>
                  <a:pt x="3657" y="1319"/>
                  <a:pt x="3667" y="1314"/>
                </a:cubicBezTo>
                <a:cubicBezTo>
                  <a:pt x="3709" y="1300"/>
                  <a:pt x="3720" y="1296"/>
                  <a:pt x="3730" y="1289"/>
                </a:cubicBezTo>
                <a:cubicBezTo>
                  <a:pt x="3798" y="1265"/>
                  <a:pt x="3803" y="1259"/>
                  <a:pt x="3808" y="1257"/>
                </a:cubicBezTo>
                <a:cubicBezTo>
                  <a:pt x="3822" y="1253"/>
                  <a:pt x="3821" y="1257"/>
                  <a:pt x="3819" y="1258"/>
                </a:cubicBezTo>
                <a:cubicBezTo>
                  <a:pt x="3769" y="1288"/>
                  <a:pt x="3753" y="1288"/>
                  <a:pt x="3737" y="1298"/>
                </a:cubicBezTo>
                <a:cubicBezTo>
                  <a:pt x="3704" y="1311"/>
                  <a:pt x="3696" y="1312"/>
                  <a:pt x="3689" y="1319"/>
                </a:cubicBezTo>
                <a:cubicBezTo>
                  <a:pt x="3627" y="1336"/>
                  <a:pt x="3613" y="1343"/>
                  <a:pt x="3600" y="1350"/>
                </a:cubicBezTo>
                <a:cubicBezTo>
                  <a:pt x="3516" y="1371"/>
                  <a:pt x="3513" y="1372"/>
                  <a:pt x="3509" y="1369"/>
                </a:cubicBezTo>
                <a:cubicBezTo>
                  <a:pt x="3486" y="1376"/>
                  <a:pt x="3483" y="1376"/>
                  <a:pt x="3479" y="1375"/>
                </a:cubicBezTo>
                <a:cubicBezTo>
                  <a:pt x="3410" y="1391"/>
                  <a:pt x="3403" y="1392"/>
                  <a:pt x="3397" y="1393"/>
                </a:cubicBezTo>
                <a:cubicBezTo>
                  <a:pt x="3329" y="1405"/>
                  <a:pt x="3324" y="1415"/>
                  <a:pt x="3316" y="1408"/>
                </a:cubicBezTo>
                <a:close/>
                <a:moveTo>
                  <a:pt x="3144" y="1481"/>
                </a:moveTo>
                <a:cubicBezTo>
                  <a:pt x="3149" y="1484"/>
                  <a:pt x="3147" y="1487"/>
                  <a:pt x="3145" y="1490"/>
                </a:cubicBezTo>
                <a:cubicBezTo>
                  <a:pt x="3143" y="1488"/>
                  <a:pt x="3142" y="1489"/>
                  <a:pt x="3141" y="1490"/>
                </a:cubicBezTo>
                <a:cubicBezTo>
                  <a:pt x="3139" y="1488"/>
                  <a:pt x="3142" y="1484"/>
                  <a:pt x="3144" y="1481"/>
                </a:cubicBezTo>
                <a:close/>
                <a:moveTo>
                  <a:pt x="3128" y="1513"/>
                </a:moveTo>
                <a:cubicBezTo>
                  <a:pt x="3137" y="1507"/>
                  <a:pt x="3129" y="1520"/>
                  <a:pt x="3126" y="1519"/>
                </a:cubicBezTo>
                <a:cubicBezTo>
                  <a:pt x="3125" y="1518"/>
                  <a:pt x="3126" y="1514"/>
                  <a:pt x="3128" y="1513"/>
                </a:cubicBezTo>
                <a:close/>
                <a:moveTo>
                  <a:pt x="3101" y="1380"/>
                </a:moveTo>
                <a:cubicBezTo>
                  <a:pt x="3097" y="1374"/>
                  <a:pt x="3093" y="1369"/>
                  <a:pt x="3096" y="1362"/>
                </a:cubicBezTo>
                <a:cubicBezTo>
                  <a:pt x="3087" y="1357"/>
                  <a:pt x="3089" y="1350"/>
                  <a:pt x="3088" y="1344"/>
                </a:cubicBezTo>
                <a:cubicBezTo>
                  <a:pt x="3080" y="1340"/>
                  <a:pt x="3086" y="1334"/>
                  <a:pt x="3082" y="1329"/>
                </a:cubicBezTo>
                <a:cubicBezTo>
                  <a:pt x="3083" y="1326"/>
                  <a:pt x="3080" y="1325"/>
                  <a:pt x="3079" y="1323"/>
                </a:cubicBezTo>
                <a:cubicBezTo>
                  <a:pt x="3077" y="1321"/>
                  <a:pt x="3079" y="1320"/>
                  <a:pt x="3078" y="1319"/>
                </a:cubicBezTo>
                <a:cubicBezTo>
                  <a:pt x="3077" y="1316"/>
                  <a:pt x="3076" y="1310"/>
                  <a:pt x="3072" y="1307"/>
                </a:cubicBezTo>
                <a:cubicBezTo>
                  <a:pt x="3070" y="1305"/>
                  <a:pt x="3067" y="1298"/>
                  <a:pt x="3068" y="1293"/>
                </a:cubicBezTo>
                <a:cubicBezTo>
                  <a:pt x="3061" y="1283"/>
                  <a:pt x="3059" y="1271"/>
                  <a:pt x="3057" y="1260"/>
                </a:cubicBezTo>
                <a:cubicBezTo>
                  <a:pt x="3051" y="1257"/>
                  <a:pt x="3058" y="1253"/>
                  <a:pt x="3054" y="1250"/>
                </a:cubicBezTo>
                <a:cubicBezTo>
                  <a:pt x="3053" y="1247"/>
                  <a:pt x="3051" y="1245"/>
                  <a:pt x="3053" y="1242"/>
                </a:cubicBezTo>
                <a:cubicBezTo>
                  <a:pt x="3052" y="1235"/>
                  <a:pt x="3046" y="1230"/>
                  <a:pt x="3048" y="1224"/>
                </a:cubicBezTo>
                <a:cubicBezTo>
                  <a:pt x="3044" y="1218"/>
                  <a:pt x="3048" y="1211"/>
                  <a:pt x="3044" y="1206"/>
                </a:cubicBezTo>
                <a:cubicBezTo>
                  <a:pt x="3045" y="1203"/>
                  <a:pt x="3040" y="1201"/>
                  <a:pt x="3043" y="1197"/>
                </a:cubicBezTo>
                <a:cubicBezTo>
                  <a:pt x="3043" y="1195"/>
                  <a:pt x="3044" y="1192"/>
                  <a:pt x="3042" y="1189"/>
                </a:cubicBezTo>
                <a:cubicBezTo>
                  <a:pt x="3049" y="1185"/>
                  <a:pt x="3048" y="1199"/>
                  <a:pt x="3050" y="1203"/>
                </a:cubicBezTo>
                <a:cubicBezTo>
                  <a:pt x="3052" y="1208"/>
                  <a:pt x="3062" y="1212"/>
                  <a:pt x="3056" y="1218"/>
                </a:cubicBezTo>
                <a:cubicBezTo>
                  <a:pt x="3065" y="1223"/>
                  <a:pt x="3064" y="1228"/>
                  <a:pt x="3066" y="1234"/>
                </a:cubicBezTo>
                <a:cubicBezTo>
                  <a:pt x="3074" y="1238"/>
                  <a:pt x="3069" y="1244"/>
                  <a:pt x="3077" y="1249"/>
                </a:cubicBezTo>
                <a:cubicBezTo>
                  <a:pt x="3076" y="1260"/>
                  <a:pt x="3086" y="1269"/>
                  <a:pt x="3089" y="1280"/>
                </a:cubicBezTo>
                <a:cubicBezTo>
                  <a:pt x="3097" y="1290"/>
                  <a:pt x="3096" y="1301"/>
                  <a:pt x="3106" y="1311"/>
                </a:cubicBezTo>
                <a:cubicBezTo>
                  <a:pt x="3106" y="1326"/>
                  <a:pt x="3112" y="1340"/>
                  <a:pt x="3116" y="1355"/>
                </a:cubicBezTo>
                <a:cubicBezTo>
                  <a:pt x="3115" y="1361"/>
                  <a:pt x="3116" y="1366"/>
                  <a:pt x="3118" y="1371"/>
                </a:cubicBezTo>
                <a:cubicBezTo>
                  <a:pt x="3109" y="1378"/>
                  <a:pt x="3124" y="1381"/>
                  <a:pt x="3117" y="1388"/>
                </a:cubicBezTo>
                <a:cubicBezTo>
                  <a:pt x="3122" y="1398"/>
                  <a:pt x="3122" y="1409"/>
                  <a:pt x="3125" y="1420"/>
                </a:cubicBezTo>
                <a:cubicBezTo>
                  <a:pt x="3118" y="1437"/>
                  <a:pt x="3123" y="1453"/>
                  <a:pt x="3116" y="1471"/>
                </a:cubicBezTo>
                <a:cubicBezTo>
                  <a:pt x="3113" y="1446"/>
                  <a:pt x="3108" y="1422"/>
                  <a:pt x="3106" y="1398"/>
                </a:cubicBezTo>
                <a:cubicBezTo>
                  <a:pt x="3103" y="1392"/>
                  <a:pt x="3099" y="1386"/>
                  <a:pt x="3101" y="1380"/>
                </a:cubicBezTo>
                <a:close/>
                <a:moveTo>
                  <a:pt x="3116" y="1485"/>
                </a:moveTo>
                <a:cubicBezTo>
                  <a:pt x="3110" y="1490"/>
                  <a:pt x="3113" y="1478"/>
                  <a:pt x="3116" y="1475"/>
                </a:cubicBezTo>
                <a:cubicBezTo>
                  <a:pt x="3117" y="1478"/>
                  <a:pt x="3117" y="1482"/>
                  <a:pt x="3116" y="1485"/>
                </a:cubicBezTo>
                <a:close/>
                <a:moveTo>
                  <a:pt x="3231" y="1453"/>
                </a:moveTo>
                <a:cubicBezTo>
                  <a:pt x="3241" y="1447"/>
                  <a:pt x="3232" y="1460"/>
                  <a:pt x="3230" y="1459"/>
                </a:cubicBezTo>
                <a:cubicBezTo>
                  <a:pt x="3228" y="1458"/>
                  <a:pt x="3229" y="1454"/>
                  <a:pt x="3231" y="1453"/>
                </a:cubicBezTo>
                <a:close/>
                <a:moveTo>
                  <a:pt x="3245" y="1463"/>
                </a:moveTo>
                <a:cubicBezTo>
                  <a:pt x="3256" y="1465"/>
                  <a:pt x="3264" y="1454"/>
                  <a:pt x="3275" y="1457"/>
                </a:cubicBezTo>
                <a:cubicBezTo>
                  <a:pt x="3333" y="1437"/>
                  <a:pt x="3340" y="1441"/>
                  <a:pt x="3347" y="1439"/>
                </a:cubicBezTo>
                <a:cubicBezTo>
                  <a:pt x="3375" y="1429"/>
                  <a:pt x="3383" y="1435"/>
                  <a:pt x="3389" y="1427"/>
                </a:cubicBezTo>
                <a:cubicBezTo>
                  <a:pt x="3447" y="1427"/>
                  <a:pt x="3460" y="1420"/>
                  <a:pt x="3475" y="1423"/>
                </a:cubicBezTo>
                <a:cubicBezTo>
                  <a:pt x="3577" y="1415"/>
                  <a:pt x="3580" y="1413"/>
                  <a:pt x="3584" y="1415"/>
                </a:cubicBezTo>
                <a:cubicBezTo>
                  <a:pt x="3653" y="1417"/>
                  <a:pt x="3640" y="1416"/>
                  <a:pt x="3638" y="1419"/>
                </a:cubicBezTo>
                <a:cubicBezTo>
                  <a:pt x="3606" y="1428"/>
                  <a:pt x="3602" y="1428"/>
                  <a:pt x="3598" y="1429"/>
                </a:cubicBezTo>
                <a:cubicBezTo>
                  <a:pt x="3554" y="1436"/>
                  <a:pt x="3551" y="1445"/>
                  <a:pt x="3546" y="1440"/>
                </a:cubicBezTo>
                <a:cubicBezTo>
                  <a:pt x="3512" y="1439"/>
                  <a:pt x="3509" y="1452"/>
                  <a:pt x="3503" y="1444"/>
                </a:cubicBezTo>
                <a:cubicBezTo>
                  <a:pt x="3472" y="1444"/>
                  <a:pt x="3469" y="1451"/>
                  <a:pt x="3464" y="1448"/>
                </a:cubicBezTo>
                <a:cubicBezTo>
                  <a:pt x="3408" y="1459"/>
                  <a:pt x="3400" y="1455"/>
                  <a:pt x="3393" y="1459"/>
                </a:cubicBezTo>
                <a:cubicBezTo>
                  <a:pt x="3357" y="1464"/>
                  <a:pt x="3354" y="1465"/>
                  <a:pt x="3350" y="1463"/>
                </a:cubicBezTo>
                <a:cubicBezTo>
                  <a:pt x="3304" y="1474"/>
                  <a:pt x="3300" y="1474"/>
                  <a:pt x="3296" y="1477"/>
                </a:cubicBezTo>
                <a:cubicBezTo>
                  <a:pt x="3261" y="1487"/>
                  <a:pt x="3255" y="1479"/>
                  <a:pt x="3251" y="1490"/>
                </a:cubicBezTo>
                <a:cubicBezTo>
                  <a:pt x="3185" y="1506"/>
                  <a:pt x="3167" y="1526"/>
                  <a:pt x="3147" y="1531"/>
                </a:cubicBezTo>
                <a:cubicBezTo>
                  <a:pt x="3114" y="1536"/>
                  <a:pt x="3119" y="1543"/>
                  <a:pt x="3123" y="1538"/>
                </a:cubicBezTo>
                <a:cubicBezTo>
                  <a:pt x="3171" y="1501"/>
                  <a:pt x="3177" y="1490"/>
                  <a:pt x="3184" y="1486"/>
                </a:cubicBezTo>
                <a:cubicBezTo>
                  <a:pt x="3226" y="1473"/>
                  <a:pt x="3235" y="1470"/>
                  <a:pt x="3245" y="1463"/>
                </a:cubicBezTo>
                <a:close/>
                <a:moveTo>
                  <a:pt x="3167" y="1470"/>
                </a:moveTo>
                <a:cubicBezTo>
                  <a:pt x="3172" y="1469"/>
                  <a:pt x="3176" y="1466"/>
                  <a:pt x="3181" y="1466"/>
                </a:cubicBezTo>
                <a:cubicBezTo>
                  <a:pt x="3189" y="1458"/>
                  <a:pt x="3198" y="1461"/>
                  <a:pt x="3206" y="1452"/>
                </a:cubicBezTo>
                <a:cubicBezTo>
                  <a:pt x="3211" y="1458"/>
                  <a:pt x="3198" y="1463"/>
                  <a:pt x="3195" y="1462"/>
                </a:cubicBezTo>
                <a:cubicBezTo>
                  <a:pt x="3191" y="1468"/>
                  <a:pt x="3186" y="1466"/>
                  <a:pt x="3182" y="1470"/>
                </a:cubicBezTo>
                <a:cubicBezTo>
                  <a:pt x="3180" y="1473"/>
                  <a:pt x="3176" y="1470"/>
                  <a:pt x="3174" y="1471"/>
                </a:cubicBezTo>
                <a:cubicBezTo>
                  <a:pt x="3172" y="1472"/>
                  <a:pt x="3171" y="1476"/>
                  <a:pt x="3170" y="1476"/>
                </a:cubicBezTo>
                <a:cubicBezTo>
                  <a:pt x="3170" y="1476"/>
                  <a:pt x="3168" y="1474"/>
                  <a:pt x="3168" y="1474"/>
                </a:cubicBezTo>
                <a:cubicBezTo>
                  <a:pt x="3164" y="1476"/>
                  <a:pt x="3159" y="1485"/>
                  <a:pt x="3154" y="1478"/>
                </a:cubicBezTo>
                <a:cubicBezTo>
                  <a:pt x="3157" y="1469"/>
                  <a:pt x="3163" y="1474"/>
                  <a:pt x="3167" y="1470"/>
                </a:cubicBezTo>
                <a:close/>
                <a:moveTo>
                  <a:pt x="3187" y="1376"/>
                </a:moveTo>
                <a:cubicBezTo>
                  <a:pt x="3185" y="1370"/>
                  <a:pt x="3185" y="1363"/>
                  <a:pt x="3189" y="1355"/>
                </a:cubicBezTo>
                <a:cubicBezTo>
                  <a:pt x="3191" y="1357"/>
                  <a:pt x="3193" y="1359"/>
                  <a:pt x="3196" y="1361"/>
                </a:cubicBezTo>
                <a:cubicBezTo>
                  <a:pt x="3196" y="1365"/>
                  <a:pt x="3192" y="1371"/>
                  <a:pt x="3187" y="1376"/>
                </a:cubicBezTo>
                <a:close/>
                <a:moveTo>
                  <a:pt x="3379" y="456"/>
                </a:moveTo>
                <a:cubicBezTo>
                  <a:pt x="3385" y="461"/>
                  <a:pt x="3376" y="469"/>
                  <a:pt x="3380" y="474"/>
                </a:cubicBezTo>
                <a:cubicBezTo>
                  <a:pt x="3373" y="477"/>
                  <a:pt x="3375" y="461"/>
                  <a:pt x="3379" y="456"/>
                </a:cubicBezTo>
                <a:close/>
                <a:moveTo>
                  <a:pt x="3309" y="952"/>
                </a:moveTo>
                <a:cubicBezTo>
                  <a:pt x="3303" y="947"/>
                  <a:pt x="3312" y="940"/>
                  <a:pt x="3307" y="935"/>
                </a:cubicBezTo>
                <a:cubicBezTo>
                  <a:pt x="3310" y="924"/>
                  <a:pt x="3311" y="913"/>
                  <a:pt x="3310" y="902"/>
                </a:cubicBezTo>
                <a:cubicBezTo>
                  <a:pt x="3315" y="899"/>
                  <a:pt x="3317" y="904"/>
                  <a:pt x="3313" y="908"/>
                </a:cubicBezTo>
                <a:cubicBezTo>
                  <a:pt x="3316" y="911"/>
                  <a:pt x="3314" y="914"/>
                  <a:pt x="3317" y="918"/>
                </a:cubicBezTo>
                <a:cubicBezTo>
                  <a:pt x="3310" y="934"/>
                  <a:pt x="3314" y="950"/>
                  <a:pt x="3309" y="966"/>
                </a:cubicBezTo>
                <a:cubicBezTo>
                  <a:pt x="3303" y="969"/>
                  <a:pt x="3309" y="963"/>
                  <a:pt x="3306" y="960"/>
                </a:cubicBezTo>
                <a:cubicBezTo>
                  <a:pt x="3306" y="958"/>
                  <a:pt x="3306" y="955"/>
                  <a:pt x="3309" y="952"/>
                </a:cubicBezTo>
                <a:close/>
                <a:moveTo>
                  <a:pt x="3303" y="988"/>
                </a:moveTo>
                <a:cubicBezTo>
                  <a:pt x="3306" y="996"/>
                  <a:pt x="3298" y="1006"/>
                  <a:pt x="3301" y="1015"/>
                </a:cubicBezTo>
                <a:cubicBezTo>
                  <a:pt x="3298" y="1024"/>
                  <a:pt x="3301" y="1032"/>
                  <a:pt x="3296" y="1040"/>
                </a:cubicBezTo>
                <a:cubicBezTo>
                  <a:pt x="3291" y="1032"/>
                  <a:pt x="3301" y="1022"/>
                  <a:pt x="3295" y="1014"/>
                </a:cubicBezTo>
                <a:cubicBezTo>
                  <a:pt x="3305" y="1004"/>
                  <a:pt x="3294" y="997"/>
                  <a:pt x="3303" y="988"/>
                </a:cubicBezTo>
                <a:close/>
                <a:moveTo>
                  <a:pt x="3280" y="1076"/>
                </a:moveTo>
                <a:cubicBezTo>
                  <a:pt x="3290" y="1068"/>
                  <a:pt x="3289" y="1064"/>
                  <a:pt x="3294" y="1053"/>
                </a:cubicBezTo>
                <a:cubicBezTo>
                  <a:pt x="3299" y="1066"/>
                  <a:pt x="3282" y="1081"/>
                  <a:pt x="3289" y="1093"/>
                </a:cubicBezTo>
                <a:cubicBezTo>
                  <a:pt x="3281" y="1100"/>
                  <a:pt x="3287" y="1106"/>
                  <a:pt x="3281" y="1113"/>
                </a:cubicBezTo>
                <a:cubicBezTo>
                  <a:pt x="3278" y="1101"/>
                  <a:pt x="3282" y="1088"/>
                  <a:pt x="3280" y="1076"/>
                </a:cubicBezTo>
                <a:close/>
                <a:moveTo>
                  <a:pt x="3233" y="654"/>
                </a:moveTo>
                <a:cubicBezTo>
                  <a:pt x="3234" y="660"/>
                  <a:pt x="3238" y="666"/>
                  <a:pt x="3233" y="672"/>
                </a:cubicBezTo>
                <a:cubicBezTo>
                  <a:pt x="3231" y="666"/>
                  <a:pt x="3228" y="661"/>
                  <a:pt x="3233" y="654"/>
                </a:cubicBezTo>
                <a:close/>
                <a:moveTo>
                  <a:pt x="3235" y="689"/>
                </a:moveTo>
                <a:cubicBezTo>
                  <a:pt x="3234" y="694"/>
                  <a:pt x="3235" y="700"/>
                  <a:pt x="3238" y="705"/>
                </a:cubicBezTo>
                <a:cubicBezTo>
                  <a:pt x="3231" y="710"/>
                  <a:pt x="3231" y="697"/>
                  <a:pt x="3232" y="693"/>
                </a:cubicBezTo>
                <a:cubicBezTo>
                  <a:pt x="3229" y="688"/>
                  <a:pt x="3234" y="682"/>
                  <a:pt x="3230" y="677"/>
                </a:cubicBezTo>
                <a:cubicBezTo>
                  <a:pt x="3236" y="672"/>
                  <a:pt x="3231" y="686"/>
                  <a:pt x="3235" y="689"/>
                </a:cubicBezTo>
                <a:close/>
                <a:moveTo>
                  <a:pt x="3209" y="1367"/>
                </a:moveTo>
                <a:cubicBezTo>
                  <a:pt x="3206" y="1355"/>
                  <a:pt x="3218" y="1354"/>
                  <a:pt x="3220" y="1343"/>
                </a:cubicBezTo>
                <a:cubicBezTo>
                  <a:pt x="3222" y="1345"/>
                  <a:pt x="3225" y="1345"/>
                  <a:pt x="3226" y="1344"/>
                </a:cubicBezTo>
                <a:cubicBezTo>
                  <a:pt x="3229" y="1352"/>
                  <a:pt x="3214" y="1363"/>
                  <a:pt x="3209" y="1367"/>
                </a:cubicBezTo>
                <a:close/>
                <a:moveTo>
                  <a:pt x="3267" y="1160"/>
                </a:moveTo>
                <a:cubicBezTo>
                  <a:pt x="3268" y="1172"/>
                  <a:pt x="3262" y="1184"/>
                  <a:pt x="3266" y="1196"/>
                </a:cubicBezTo>
                <a:cubicBezTo>
                  <a:pt x="3248" y="1255"/>
                  <a:pt x="3254" y="1259"/>
                  <a:pt x="3246" y="1265"/>
                </a:cubicBezTo>
                <a:cubicBezTo>
                  <a:pt x="3223" y="1297"/>
                  <a:pt x="3227" y="1284"/>
                  <a:pt x="3231" y="1271"/>
                </a:cubicBezTo>
                <a:cubicBezTo>
                  <a:pt x="3240" y="1191"/>
                  <a:pt x="3240" y="1181"/>
                  <a:pt x="3246" y="1169"/>
                </a:cubicBezTo>
                <a:cubicBezTo>
                  <a:pt x="3253" y="1104"/>
                  <a:pt x="3245" y="1099"/>
                  <a:pt x="3254" y="1092"/>
                </a:cubicBezTo>
                <a:cubicBezTo>
                  <a:pt x="3247" y="1024"/>
                  <a:pt x="3244" y="1019"/>
                  <a:pt x="3247" y="1014"/>
                </a:cubicBezTo>
                <a:cubicBezTo>
                  <a:pt x="3240" y="967"/>
                  <a:pt x="3246" y="958"/>
                  <a:pt x="3240" y="951"/>
                </a:cubicBezTo>
                <a:cubicBezTo>
                  <a:pt x="3238" y="891"/>
                  <a:pt x="3244" y="882"/>
                  <a:pt x="3240" y="874"/>
                </a:cubicBezTo>
                <a:cubicBezTo>
                  <a:pt x="3236" y="775"/>
                  <a:pt x="3228" y="769"/>
                  <a:pt x="3235" y="761"/>
                </a:cubicBezTo>
                <a:cubicBezTo>
                  <a:pt x="3237" y="746"/>
                  <a:pt x="3235" y="749"/>
                  <a:pt x="3238" y="753"/>
                </a:cubicBezTo>
                <a:cubicBezTo>
                  <a:pt x="3240" y="819"/>
                  <a:pt x="3250" y="825"/>
                  <a:pt x="3247" y="832"/>
                </a:cubicBezTo>
                <a:cubicBezTo>
                  <a:pt x="3256" y="904"/>
                  <a:pt x="3258" y="918"/>
                  <a:pt x="3259" y="932"/>
                </a:cubicBezTo>
                <a:cubicBezTo>
                  <a:pt x="3261" y="958"/>
                  <a:pt x="3261" y="964"/>
                  <a:pt x="3262" y="971"/>
                </a:cubicBezTo>
                <a:cubicBezTo>
                  <a:pt x="3270" y="1022"/>
                  <a:pt x="3268" y="1035"/>
                  <a:pt x="3272" y="1048"/>
                </a:cubicBezTo>
                <a:cubicBezTo>
                  <a:pt x="3265" y="1137"/>
                  <a:pt x="3271" y="1148"/>
                  <a:pt x="3267" y="1160"/>
                </a:cubicBezTo>
                <a:close/>
                <a:moveTo>
                  <a:pt x="3287" y="1211"/>
                </a:moveTo>
                <a:cubicBezTo>
                  <a:pt x="3282" y="1214"/>
                  <a:pt x="3285" y="1208"/>
                  <a:pt x="3288" y="1205"/>
                </a:cubicBezTo>
                <a:cubicBezTo>
                  <a:pt x="3293" y="1202"/>
                  <a:pt x="3289" y="1208"/>
                  <a:pt x="3287" y="1211"/>
                </a:cubicBezTo>
                <a:close/>
                <a:moveTo>
                  <a:pt x="3275" y="1203"/>
                </a:moveTo>
                <a:cubicBezTo>
                  <a:pt x="3271" y="1198"/>
                  <a:pt x="3280" y="1192"/>
                  <a:pt x="3275" y="1188"/>
                </a:cubicBezTo>
                <a:cubicBezTo>
                  <a:pt x="3286" y="1153"/>
                  <a:pt x="3288" y="1149"/>
                  <a:pt x="3286" y="1145"/>
                </a:cubicBezTo>
                <a:cubicBezTo>
                  <a:pt x="3298" y="1108"/>
                  <a:pt x="3292" y="1100"/>
                  <a:pt x="3299" y="1090"/>
                </a:cubicBezTo>
                <a:cubicBezTo>
                  <a:pt x="3325" y="914"/>
                  <a:pt x="3327" y="904"/>
                  <a:pt x="3330" y="895"/>
                </a:cubicBezTo>
                <a:cubicBezTo>
                  <a:pt x="3339" y="831"/>
                  <a:pt x="3337" y="822"/>
                  <a:pt x="3337" y="813"/>
                </a:cubicBezTo>
                <a:cubicBezTo>
                  <a:pt x="3352" y="746"/>
                  <a:pt x="3355" y="735"/>
                  <a:pt x="3354" y="724"/>
                </a:cubicBezTo>
                <a:cubicBezTo>
                  <a:pt x="3362" y="646"/>
                  <a:pt x="3363" y="634"/>
                  <a:pt x="3365" y="623"/>
                </a:cubicBezTo>
                <a:cubicBezTo>
                  <a:pt x="3371" y="567"/>
                  <a:pt x="3358" y="563"/>
                  <a:pt x="3368" y="557"/>
                </a:cubicBezTo>
                <a:cubicBezTo>
                  <a:pt x="3370" y="518"/>
                  <a:pt x="3369" y="512"/>
                  <a:pt x="3370" y="507"/>
                </a:cubicBezTo>
                <a:cubicBezTo>
                  <a:pt x="3377" y="482"/>
                  <a:pt x="3378" y="484"/>
                  <a:pt x="3381" y="486"/>
                </a:cubicBezTo>
                <a:cubicBezTo>
                  <a:pt x="3379" y="562"/>
                  <a:pt x="3370" y="570"/>
                  <a:pt x="3375" y="576"/>
                </a:cubicBezTo>
                <a:cubicBezTo>
                  <a:pt x="3375" y="667"/>
                  <a:pt x="3369" y="672"/>
                  <a:pt x="3376" y="675"/>
                </a:cubicBezTo>
                <a:cubicBezTo>
                  <a:pt x="3373" y="724"/>
                  <a:pt x="3374" y="738"/>
                  <a:pt x="3372" y="753"/>
                </a:cubicBezTo>
                <a:cubicBezTo>
                  <a:pt x="3360" y="869"/>
                  <a:pt x="3367" y="875"/>
                  <a:pt x="3361" y="882"/>
                </a:cubicBezTo>
                <a:cubicBezTo>
                  <a:pt x="3346" y="951"/>
                  <a:pt x="3348" y="958"/>
                  <a:pt x="3346" y="965"/>
                </a:cubicBezTo>
                <a:cubicBezTo>
                  <a:pt x="3339" y="1047"/>
                  <a:pt x="3329" y="1059"/>
                  <a:pt x="3333" y="1068"/>
                </a:cubicBezTo>
                <a:cubicBezTo>
                  <a:pt x="3314" y="1133"/>
                  <a:pt x="3303" y="1141"/>
                  <a:pt x="3307" y="1147"/>
                </a:cubicBezTo>
                <a:close/>
                <a:moveTo>
                  <a:pt x="3519" y="1049"/>
                </a:moveTo>
                <a:cubicBezTo>
                  <a:pt x="3522" y="1041"/>
                  <a:pt x="3527" y="1048"/>
                  <a:pt x="3531" y="1043"/>
                </a:cubicBezTo>
                <a:cubicBezTo>
                  <a:pt x="3539" y="1038"/>
                  <a:pt x="3548" y="1037"/>
                  <a:pt x="3556" y="1033"/>
                </a:cubicBezTo>
                <a:cubicBezTo>
                  <a:pt x="3559" y="1037"/>
                  <a:pt x="3553" y="1038"/>
                  <a:pt x="3550" y="1036"/>
                </a:cubicBezTo>
                <a:cubicBezTo>
                  <a:pt x="3537" y="1048"/>
                  <a:pt x="3523" y="1047"/>
                  <a:pt x="3510" y="1056"/>
                </a:cubicBezTo>
                <a:cubicBezTo>
                  <a:pt x="3505" y="1052"/>
                  <a:pt x="3516" y="1048"/>
                  <a:pt x="3519" y="1049"/>
                </a:cubicBezTo>
                <a:close/>
                <a:moveTo>
                  <a:pt x="3453" y="973"/>
                </a:moveTo>
                <a:cubicBezTo>
                  <a:pt x="3450" y="976"/>
                  <a:pt x="3448" y="979"/>
                  <a:pt x="3446" y="982"/>
                </a:cubicBezTo>
                <a:cubicBezTo>
                  <a:pt x="3442" y="985"/>
                  <a:pt x="3443" y="981"/>
                  <a:pt x="3445" y="978"/>
                </a:cubicBezTo>
                <a:cubicBezTo>
                  <a:pt x="3447" y="975"/>
                  <a:pt x="3450" y="972"/>
                  <a:pt x="3452" y="969"/>
                </a:cubicBezTo>
                <a:cubicBezTo>
                  <a:pt x="3456" y="967"/>
                  <a:pt x="3455" y="971"/>
                  <a:pt x="3453" y="973"/>
                </a:cubicBezTo>
                <a:close/>
                <a:moveTo>
                  <a:pt x="3458" y="966"/>
                </a:moveTo>
                <a:cubicBezTo>
                  <a:pt x="3454" y="960"/>
                  <a:pt x="3466" y="951"/>
                  <a:pt x="3463" y="945"/>
                </a:cubicBezTo>
                <a:cubicBezTo>
                  <a:pt x="3476" y="942"/>
                  <a:pt x="3465" y="960"/>
                  <a:pt x="3458" y="966"/>
                </a:cubicBezTo>
                <a:close/>
                <a:moveTo>
                  <a:pt x="3710" y="706"/>
                </a:moveTo>
                <a:cubicBezTo>
                  <a:pt x="3717" y="705"/>
                  <a:pt x="3723" y="694"/>
                  <a:pt x="3731" y="693"/>
                </a:cubicBezTo>
                <a:cubicBezTo>
                  <a:pt x="3737" y="691"/>
                  <a:pt x="3743" y="685"/>
                  <a:pt x="3750" y="682"/>
                </a:cubicBezTo>
                <a:cubicBezTo>
                  <a:pt x="3763" y="672"/>
                  <a:pt x="3776" y="663"/>
                  <a:pt x="3789" y="654"/>
                </a:cubicBezTo>
                <a:cubicBezTo>
                  <a:pt x="3792" y="657"/>
                  <a:pt x="3786" y="656"/>
                  <a:pt x="3784" y="661"/>
                </a:cubicBezTo>
                <a:cubicBezTo>
                  <a:pt x="3782" y="664"/>
                  <a:pt x="3779" y="667"/>
                  <a:pt x="3777" y="670"/>
                </a:cubicBezTo>
                <a:cubicBezTo>
                  <a:pt x="3769" y="670"/>
                  <a:pt x="3763" y="676"/>
                  <a:pt x="3756" y="683"/>
                </a:cubicBezTo>
                <a:cubicBezTo>
                  <a:pt x="3749" y="685"/>
                  <a:pt x="3742" y="693"/>
                  <a:pt x="3735" y="696"/>
                </a:cubicBezTo>
                <a:cubicBezTo>
                  <a:pt x="3723" y="711"/>
                  <a:pt x="3708" y="711"/>
                  <a:pt x="3696" y="729"/>
                </a:cubicBezTo>
                <a:cubicBezTo>
                  <a:pt x="3689" y="721"/>
                  <a:pt x="3705" y="718"/>
                  <a:pt x="3710" y="706"/>
                </a:cubicBezTo>
                <a:close/>
                <a:moveTo>
                  <a:pt x="3778" y="601"/>
                </a:moveTo>
                <a:cubicBezTo>
                  <a:pt x="3783" y="595"/>
                  <a:pt x="3788" y="585"/>
                  <a:pt x="3794" y="585"/>
                </a:cubicBezTo>
                <a:cubicBezTo>
                  <a:pt x="3799" y="592"/>
                  <a:pt x="3786" y="589"/>
                  <a:pt x="3784" y="599"/>
                </a:cubicBezTo>
                <a:cubicBezTo>
                  <a:pt x="3782" y="603"/>
                  <a:pt x="3779" y="601"/>
                  <a:pt x="3776" y="604"/>
                </a:cubicBezTo>
                <a:cubicBezTo>
                  <a:pt x="3774" y="607"/>
                  <a:pt x="3771" y="610"/>
                  <a:pt x="3769" y="613"/>
                </a:cubicBezTo>
                <a:cubicBezTo>
                  <a:pt x="3761" y="620"/>
                  <a:pt x="3774" y="596"/>
                  <a:pt x="3778" y="601"/>
                </a:cubicBezTo>
                <a:close/>
                <a:moveTo>
                  <a:pt x="3680" y="760"/>
                </a:moveTo>
                <a:cubicBezTo>
                  <a:pt x="3677" y="755"/>
                  <a:pt x="3683" y="755"/>
                  <a:pt x="3685" y="753"/>
                </a:cubicBezTo>
                <a:cubicBezTo>
                  <a:pt x="3694" y="750"/>
                  <a:pt x="3682" y="757"/>
                  <a:pt x="3680" y="760"/>
                </a:cubicBezTo>
                <a:close/>
                <a:moveTo>
                  <a:pt x="3577" y="828"/>
                </a:moveTo>
                <a:cubicBezTo>
                  <a:pt x="3581" y="819"/>
                  <a:pt x="3586" y="824"/>
                  <a:pt x="3590" y="816"/>
                </a:cubicBezTo>
                <a:cubicBezTo>
                  <a:pt x="3597" y="807"/>
                  <a:pt x="3603" y="799"/>
                  <a:pt x="3609" y="790"/>
                </a:cubicBezTo>
                <a:cubicBezTo>
                  <a:pt x="3636" y="767"/>
                  <a:pt x="3663" y="749"/>
                  <a:pt x="3690" y="727"/>
                </a:cubicBezTo>
                <a:cubicBezTo>
                  <a:pt x="3692" y="729"/>
                  <a:pt x="3689" y="732"/>
                  <a:pt x="3689" y="734"/>
                </a:cubicBezTo>
                <a:cubicBezTo>
                  <a:pt x="3671" y="752"/>
                  <a:pt x="3653" y="764"/>
                  <a:pt x="3636" y="789"/>
                </a:cubicBezTo>
                <a:cubicBezTo>
                  <a:pt x="3629" y="796"/>
                  <a:pt x="3621" y="798"/>
                  <a:pt x="3614" y="808"/>
                </a:cubicBezTo>
                <a:cubicBezTo>
                  <a:pt x="3613" y="816"/>
                  <a:pt x="3599" y="806"/>
                  <a:pt x="3605" y="816"/>
                </a:cubicBezTo>
                <a:cubicBezTo>
                  <a:pt x="3600" y="817"/>
                  <a:pt x="3596" y="823"/>
                  <a:pt x="3591" y="824"/>
                </a:cubicBezTo>
                <a:cubicBezTo>
                  <a:pt x="3587" y="827"/>
                  <a:pt x="3584" y="839"/>
                  <a:pt x="3578" y="836"/>
                </a:cubicBezTo>
                <a:cubicBezTo>
                  <a:pt x="3575" y="840"/>
                  <a:pt x="3572" y="849"/>
                  <a:pt x="3567" y="842"/>
                </a:cubicBezTo>
                <a:cubicBezTo>
                  <a:pt x="3574" y="841"/>
                  <a:pt x="3569" y="834"/>
                  <a:pt x="3577" y="828"/>
                </a:cubicBezTo>
                <a:close/>
                <a:moveTo>
                  <a:pt x="3541" y="876"/>
                </a:moveTo>
                <a:cubicBezTo>
                  <a:pt x="3543" y="873"/>
                  <a:pt x="3545" y="870"/>
                  <a:pt x="3548" y="867"/>
                </a:cubicBezTo>
                <a:cubicBezTo>
                  <a:pt x="3552" y="864"/>
                  <a:pt x="3550" y="869"/>
                  <a:pt x="3548" y="871"/>
                </a:cubicBezTo>
                <a:cubicBezTo>
                  <a:pt x="3546" y="874"/>
                  <a:pt x="3543" y="877"/>
                  <a:pt x="3541" y="880"/>
                </a:cubicBezTo>
                <a:cubicBezTo>
                  <a:pt x="3537" y="883"/>
                  <a:pt x="3539" y="879"/>
                  <a:pt x="3541" y="876"/>
                </a:cubicBezTo>
                <a:close/>
                <a:moveTo>
                  <a:pt x="2581" y="1492"/>
                </a:moveTo>
                <a:cubicBezTo>
                  <a:pt x="2570" y="1501"/>
                  <a:pt x="2566" y="1513"/>
                  <a:pt x="2557" y="1523"/>
                </a:cubicBezTo>
                <a:cubicBezTo>
                  <a:pt x="2536" y="1560"/>
                  <a:pt x="2537" y="1566"/>
                  <a:pt x="2530" y="1570"/>
                </a:cubicBezTo>
                <a:cubicBezTo>
                  <a:pt x="2522" y="1593"/>
                  <a:pt x="2529" y="1602"/>
                  <a:pt x="2522" y="1607"/>
                </a:cubicBezTo>
                <a:cubicBezTo>
                  <a:pt x="2494" y="1556"/>
                  <a:pt x="2500" y="1555"/>
                  <a:pt x="2496" y="1551"/>
                </a:cubicBezTo>
                <a:cubicBezTo>
                  <a:pt x="2482" y="1508"/>
                  <a:pt x="2492" y="1506"/>
                  <a:pt x="2486" y="1500"/>
                </a:cubicBezTo>
                <a:cubicBezTo>
                  <a:pt x="2483" y="1469"/>
                  <a:pt x="2482" y="1464"/>
                  <a:pt x="2484" y="1460"/>
                </a:cubicBezTo>
                <a:cubicBezTo>
                  <a:pt x="2486" y="1375"/>
                  <a:pt x="2486" y="1366"/>
                  <a:pt x="2489" y="1358"/>
                </a:cubicBezTo>
                <a:cubicBezTo>
                  <a:pt x="2494" y="1296"/>
                  <a:pt x="2502" y="1293"/>
                  <a:pt x="2500" y="1287"/>
                </a:cubicBezTo>
                <a:cubicBezTo>
                  <a:pt x="2505" y="1234"/>
                  <a:pt x="2502" y="1228"/>
                  <a:pt x="2503" y="1224"/>
                </a:cubicBezTo>
                <a:cubicBezTo>
                  <a:pt x="2510" y="1178"/>
                  <a:pt x="2507" y="1169"/>
                  <a:pt x="2509" y="1161"/>
                </a:cubicBezTo>
                <a:cubicBezTo>
                  <a:pt x="2496" y="1098"/>
                  <a:pt x="2490" y="1085"/>
                  <a:pt x="2486" y="1071"/>
                </a:cubicBezTo>
                <a:cubicBezTo>
                  <a:pt x="2484" y="1075"/>
                  <a:pt x="2486" y="1097"/>
                  <a:pt x="2496" y="1122"/>
                </a:cubicBezTo>
                <a:cubicBezTo>
                  <a:pt x="2494" y="1149"/>
                  <a:pt x="2501" y="1155"/>
                  <a:pt x="2499" y="1158"/>
                </a:cubicBezTo>
                <a:cubicBezTo>
                  <a:pt x="2498" y="1254"/>
                  <a:pt x="2485" y="1289"/>
                  <a:pt x="2484" y="1328"/>
                </a:cubicBezTo>
                <a:cubicBezTo>
                  <a:pt x="2478" y="1349"/>
                  <a:pt x="2476" y="1352"/>
                  <a:pt x="2475" y="1354"/>
                </a:cubicBezTo>
                <a:cubicBezTo>
                  <a:pt x="2474" y="1443"/>
                  <a:pt x="2471" y="1446"/>
                  <a:pt x="2470" y="1450"/>
                </a:cubicBezTo>
                <a:cubicBezTo>
                  <a:pt x="2480" y="1512"/>
                  <a:pt x="2475" y="1527"/>
                  <a:pt x="2481" y="1544"/>
                </a:cubicBezTo>
                <a:cubicBezTo>
                  <a:pt x="2491" y="1583"/>
                  <a:pt x="2492" y="1585"/>
                  <a:pt x="2493" y="1587"/>
                </a:cubicBezTo>
                <a:cubicBezTo>
                  <a:pt x="2493" y="1591"/>
                  <a:pt x="2491" y="1590"/>
                  <a:pt x="2488" y="1587"/>
                </a:cubicBezTo>
                <a:cubicBezTo>
                  <a:pt x="2479" y="1573"/>
                  <a:pt x="2477" y="1569"/>
                  <a:pt x="2475" y="1565"/>
                </a:cubicBezTo>
                <a:cubicBezTo>
                  <a:pt x="2459" y="1482"/>
                  <a:pt x="2462" y="1478"/>
                  <a:pt x="2460" y="1474"/>
                </a:cubicBezTo>
                <a:cubicBezTo>
                  <a:pt x="2458" y="1403"/>
                  <a:pt x="2461" y="1399"/>
                  <a:pt x="2463" y="1396"/>
                </a:cubicBezTo>
                <a:cubicBezTo>
                  <a:pt x="2467" y="1361"/>
                  <a:pt x="2464" y="1356"/>
                  <a:pt x="2464" y="1351"/>
                </a:cubicBezTo>
                <a:cubicBezTo>
                  <a:pt x="2467" y="1307"/>
                  <a:pt x="2471" y="1306"/>
                  <a:pt x="2470" y="1303"/>
                </a:cubicBezTo>
                <a:cubicBezTo>
                  <a:pt x="2473" y="1281"/>
                  <a:pt x="2473" y="1278"/>
                  <a:pt x="2473" y="1276"/>
                </a:cubicBezTo>
                <a:cubicBezTo>
                  <a:pt x="2474" y="1251"/>
                  <a:pt x="2473" y="1248"/>
                  <a:pt x="2477" y="1247"/>
                </a:cubicBezTo>
                <a:cubicBezTo>
                  <a:pt x="2471" y="1176"/>
                  <a:pt x="2480" y="1174"/>
                  <a:pt x="2475" y="1169"/>
                </a:cubicBezTo>
                <a:cubicBezTo>
                  <a:pt x="2466" y="1111"/>
                  <a:pt x="2466" y="1102"/>
                  <a:pt x="2465" y="1092"/>
                </a:cubicBezTo>
                <a:cubicBezTo>
                  <a:pt x="2454" y="1039"/>
                  <a:pt x="2450" y="1025"/>
                  <a:pt x="2440" y="1000"/>
                </a:cubicBezTo>
                <a:cubicBezTo>
                  <a:pt x="2407" y="919"/>
                  <a:pt x="2402" y="913"/>
                  <a:pt x="2404" y="908"/>
                </a:cubicBezTo>
                <a:cubicBezTo>
                  <a:pt x="2376" y="864"/>
                  <a:pt x="2379" y="860"/>
                  <a:pt x="2374" y="854"/>
                </a:cubicBezTo>
                <a:cubicBezTo>
                  <a:pt x="2393" y="923"/>
                  <a:pt x="2396" y="928"/>
                  <a:pt x="2397" y="933"/>
                </a:cubicBezTo>
                <a:cubicBezTo>
                  <a:pt x="2403" y="984"/>
                  <a:pt x="2413" y="997"/>
                  <a:pt x="2408" y="1006"/>
                </a:cubicBezTo>
                <a:cubicBezTo>
                  <a:pt x="2408" y="1056"/>
                  <a:pt x="2407" y="1061"/>
                  <a:pt x="2406" y="1066"/>
                </a:cubicBezTo>
                <a:cubicBezTo>
                  <a:pt x="2400" y="1099"/>
                  <a:pt x="2410" y="1107"/>
                  <a:pt x="2401" y="1110"/>
                </a:cubicBezTo>
                <a:cubicBezTo>
                  <a:pt x="2397" y="1141"/>
                  <a:pt x="2395" y="1143"/>
                  <a:pt x="2398" y="1147"/>
                </a:cubicBezTo>
                <a:cubicBezTo>
                  <a:pt x="2390" y="1224"/>
                  <a:pt x="2383" y="1232"/>
                  <a:pt x="2387" y="1244"/>
                </a:cubicBezTo>
                <a:cubicBezTo>
                  <a:pt x="2385" y="1287"/>
                  <a:pt x="2379" y="1290"/>
                  <a:pt x="2380" y="1295"/>
                </a:cubicBezTo>
                <a:cubicBezTo>
                  <a:pt x="2374" y="1328"/>
                  <a:pt x="2378" y="1338"/>
                  <a:pt x="2373" y="1345"/>
                </a:cubicBezTo>
                <a:cubicBezTo>
                  <a:pt x="2373" y="1403"/>
                  <a:pt x="2370" y="1406"/>
                  <a:pt x="2372" y="1411"/>
                </a:cubicBezTo>
                <a:cubicBezTo>
                  <a:pt x="2377" y="1460"/>
                  <a:pt x="2373" y="1464"/>
                  <a:pt x="2379" y="1472"/>
                </a:cubicBezTo>
                <a:cubicBezTo>
                  <a:pt x="2386" y="1514"/>
                  <a:pt x="2390" y="1520"/>
                  <a:pt x="2388" y="1525"/>
                </a:cubicBezTo>
                <a:cubicBezTo>
                  <a:pt x="2352" y="1492"/>
                  <a:pt x="2352" y="1482"/>
                  <a:pt x="2345" y="1470"/>
                </a:cubicBezTo>
                <a:cubicBezTo>
                  <a:pt x="2343" y="1417"/>
                  <a:pt x="2340" y="1409"/>
                  <a:pt x="2340" y="1402"/>
                </a:cubicBezTo>
                <a:cubicBezTo>
                  <a:pt x="2338" y="1356"/>
                  <a:pt x="2345" y="1354"/>
                  <a:pt x="2340" y="1349"/>
                </a:cubicBezTo>
                <a:cubicBezTo>
                  <a:pt x="2356" y="1248"/>
                  <a:pt x="2354" y="1238"/>
                  <a:pt x="2359" y="1230"/>
                </a:cubicBezTo>
                <a:cubicBezTo>
                  <a:pt x="2370" y="1167"/>
                  <a:pt x="2367" y="1157"/>
                  <a:pt x="2373" y="1149"/>
                </a:cubicBezTo>
                <a:cubicBezTo>
                  <a:pt x="2376" y="1126"/>
                  <a:pt x="2377" y="1124"/>
                  <a:pt x="2379" y="1122"/>
                </a:cubicBezTo>
                <a:cubicBezTo>
                  <a:pt x="2379" y="1104"/>
                  <a:pt x="2380" y="1099"/>
                  <a:pt x="2384" y="1095"/>
                </a:cubicBezTo>
                <a:cubicBezTo>
                  <a:pt x="2388" y="1033"/>
                  <a:pt x="2385" y="1028"/>
                  <a:pt x="2389" y="1025"/>
                </a:cubicBezTo>
                <a:cubicBezTo>
                  <a:pt x="2390" y="972"/>
                  <a:pt x="2390" y="963"/>
                  <a:pt x="2387" y="953"/>
                </a:cubicBezTo>
                <a:cubicBezTo>
                  <a:pt x="2380" y="910"/>
                  <a:pt x="2379" y="911"/>
                  <a:pt x="2376" y="900"/>
                </a:cubicBezTo>
                <a:cubicBezTo>
                  <a:pt x="2373" y="891"/>
                  <a:pt x="2372" y="904"/>
                  <a:pt x="2377" y="918"/>
                </a:cubicBezTo>
                <a:cubicBezTo>
                  <a:pt x="2384" y="965"/>
                  <a:pt x="2380" y="971"/>
                  <a:pt x="2380" y="977"/>
                </a:cubicBezTo>
                <a:cubicBezTo>
                  <a:pt x="2377" y="1048"/>
                  <a:pt x="2377" y="1060"/>
                  <a:pt x="2374" y="1072"/>
                </a:cubicBezTo>
                <a:cubicBezTo>
                  <a:pt x="2374" y="1098"/>
                  <a:pt x="2366" y="1102"/>
                  <a:pt x="2369" y="1110"/>
                </a:cubicBezTo>
                <a:cubicBezTo>
                  <a:pt x="2354" y="1196"/>
                  <a:pt x="2351" y="1207"/>
                  <a:pt x="2347" y="1219"/>
                </a:cubicBezTo>
                <a:cubicBezTo>
                  <a:pt x="2338" y="1268"/>
                  <a:pt x="2343" y="1273"/>
                  <a:pt x="2340" y="1276"/>
                </a:cubicBezTo>
                <a:cubicBezTo>
                  <a:pt x="2333" y="1318"/>
                  <a:pt x="2333" y="1325"/>
                  <a:pt x="2334" y="1332"/>
                </a:cubicBezTo>
                <a:cubicBezTo>
                  <a:pt x="2330" y="1356"/>
                  <a:pt x="2325" y="1361"/>
                  <a:pt x="2331" y="1369"/>
                </a:cubicBezTo>
                <a:cubicBezTo>
                  <a:pt x="2335" y="1423"/>
                  <a:pt x="2330" y="1435"/>
                  <a:pt x="2334" y="1450"/>
                </a:cubicBezTo>
                <a:cubicBezTo>
                  <a:pt x="2336" y="1491"/>
                  <a:pt x="2334" y="1482"/>
                  <a:pt x="2330" y="1484"/>
                </a:cubicBezTo>
                <a:cubicBezTo>
                  <a:pt x="2322" y="1459"/>
                  <a:pt x="2317" y="1464"/>
                  <a:pt x="2315" y="1457"/>
                </a:cubicBezTo>
                <a:cubicBezTo>
                  <a:pt x="2316" y="1410"/>
                  <a:pt x="2312" y="1397"/>
                  <a:pt x="2317" y="1386"/>
                </a:cubicBezTo>
                <a:cubicBezTo>
                  <a:pt x="2318" y="1357"/>
                  <a:pt x="2316" y="1353"/>
                  <a:pt x="2317" y="1350"/>
                </a:cubicBezTo>
                <a:cubicBezTo>
                  <a:pt x="2323" y="1291"/>
                  <a:pt x="2324" y="1285"/>
                  <a:pt x="2324" y="1279"/>
                </a:cubicBezTo>
                <a:cubicBezTo>
                  <a:pt x="2334" y="1256"/>
                  <a:pt x="2329" y="1248"/>
                  <a:pt x="2331" y="1243"/>
                </a:cubicBezTo>
                <a:cubicBezTo>
                  <a:pt x="2347" y="1171"/>
                  <a:pt x="2347" y="1169"/>
                  <a:pt x="2347" y="1166"/>
                </a:cubicBezTo>
                <a:cubicBezTo>
                  <a:pt x="2356" y="1134"/>
                  <a:pt x="2348" y="1127"/>
                  <a:pt x="2356" y="1123"/>
                </a:cubicBezTo>
                <a:cubicBezTo>
                  <a:pt x="2358" y="1085"/>
                  <a:pt x="2358" y="1082"/>
                  <a:pt x="2361" y="1079"/>
                </a:cubicBezTo>
                <a:cubicBezTo>
                  <a:pt x="2369" y="1010"/>
                  <a:pt x="2369" y="985"/>
                  <a:pt x="2368" y="960"/>
                </a:cubicBezTo>
                <a:cubicBezTo>
                  <a:pt x="2366" y="918"/>
                  <a:pt x="2364" y="911"/>
                  <a:pt x="2363" y="904"/>
                </a:cubicBezTo>
                <a:cubicBezTo>
                  <a:pt x="2363" y="901"/>
                  <a:pt x="2355" y="911"/>
                  <a:pt x="2363" y="925"/>
                </a:cubicBezTo>
                <a:cubicBezTo>
                  <a:pt x="2359" y="1008"/>
                  <a:pt x="2358" y="1021"/>
                  <a:pt x="2359" y="1033"/>
                </a:cubicBezTo>
                <a:cubicBezTo>
                  <a:pt x="2350" y="1061"/>
                  <a:pt x="2352" y="1064"/>
                  <a:pt x="2351" y="1067"/>
                </a:cubicBezTo>
                <a:cubicBezTo>
                  <a:pt x="2342" y="1114"/>
                  <a:pt x="2344" y="1127"/>
                  <a:pt x="2340" y="1138"/>
                </a:cubicBezTo>
                <a:cubicBezTo>
                  <a:pt x="2335" y="1176"/>
                  <a:pt x="2332" y="1178"/>
                  <a:pt x="2335" y="1182"/>
                </a:cubicBezTo>
                <a:cubicBezTo>
                  <a:pt x="2330" y="1210"/>
                  <a:pt x="2326" y="1215"/>
                  <a:pt x="2324" y="1220"/>
                </a:cubicBezTo>
                <a:cubicBezTo>
                  <a:pt x="2321" y="1257"/>
                  <a:pt x="2317" y="1261"/>
                  <a:pt x="2315" y="1266"/>
                </a:cubicBezTo>
                <a:cubicBezTo>
                  <a:pt x="2307" y="1319"/>
                  <a:pt x="2313" y="1326"/>
                  <a:pt x="2306" y="1330"/>
                </a:cubicBezTo>
                <a:cubicBezTo>
                  <a:pt x="2305" y="1369"/>
                  <a:pt x="2301" y="1374"/>
                  <a:pt x="2305" y="1381"/>
                </a:cubicBezTo>
                <a:cubicBezTo>
                  <a:pt x="2304" y="1417"/>
                  <a:pt x="2305" y="1420"/>
                  <a:pt x="2301" y="1421"/>
                </a:cubicBezTo>
                <a:cubicBezTo>
                  <a:pt x="2305" y="1449"/>
                  <a:pt x="2305" y="1452"/>
                  <a:pt x="2305" y="1454"/>
                </a:cubicBezTo>
                <a:cubicBezTo>
                  <a:pt x="2287" y="1410"/>
                  <a:pt x="2277" y="1389"/>
                  <a:pt x="2283" y="1372"/>
                </a:cubicBezTo>
                <a:cubicBezTo>
                  <a:pt x="2281" y="1339"/>
                  <a:pt x="2284" y="1336"/>
                  <a:pt x="2287" y="1332"/>
                </a:cubicBezTo>
                <a:cubicBezTo>
                  <a:pt x="2288" y="1280"/>
                  <a:pt x="2291" y="1271"/>
                  <a:pt x="2292" y="1262"/>
                </a:cubicBezTo>
                <a:cubicBezTo>
                  <a:pt x="2298" y="1231"/>
                  <a:pt x="2295" y="1225"/>
                  <a:pt x="2299" y="1222"/>
                </a:cubicBezTo>
                <a:cubicBezTo>
                  <a:pt x="2310" y="1185"/>
                  <a:pt x="2309" y="1179"/>
                  <a:pt x="2313" y="1173"/>
                </a:cubicBezTo>
                <a:cubicBezTo>
                  <a:pt x="2326" y="1124"/>
                  <a:pt x="2321" y="1119"/>
                  <a:pt x="2322" y="1115"/>
                </a:cubicBezTo>
                <a:cubicBezTo>
                  <a:pt x="2335" y="1090"/>
                  <a:pt x="2326" y="1083"/>
                  <a:pt x="2332" y="1080"/>
                </a:cubicBezTo>
                <a:cubicBezTo>
                  <a:pt x="2340" y="1050"/>
                  <a:pt x="2340" y="1042"/>
                  <a:pt x="2341" y="1034"/>
                </a:cubicBezTo>
                <a:cubicBezTo>
                  <a:pt x="2350" y="953"/>
                  <a:pt x="2351" y="945"/>
                  <a:pt x="2349" y="936"/>
                </a:cubicBezTo>
                <a:cubicBezTo>
                  <a:pt x="2349" y="903"/>
                  <a:pt x="2344" y="892"/>
                  <a:pt x="2346" y="884"/>
                </a:cubicBezTo>
                <a:cubicBezTo>
                  <a:pt x="2332" y="814"/>
                  <a:pt x="2327" y="796"/>
                  <a:pt x="2322" y="777"/>
                </a:cubicBezTo>
                <a:cubicBezTo>
                  <a:pt x="2326" y="816"/>
                  <a:pt x="2334" y="824"/>
                  <a:pt x="2330" y="829"/>
                </a:cubicBezTo>
                <a:cubicBezTo>
                  <a:pt x="2336" y="885"/>
                  <a:pt x="2345" y="894"/>
                  <a:pt x="2339" y="897"/>
                </a:cubicBezTo>
                <a:cubicBezTo>
                  <a:pt x="2342" y="953"/>
                  <a:pt x="2337" y="957"/>
                  <a:pt x="2341" y="964"/>
                </a:cubicBezTo>
                <a:cubicBezTo>
                  <a:pt x="2335" y="1025"/>
                  <a:pt x="2327" y="1034"/>
                  <a:pt x="2330" y="1046"/>
                </a:cubicBezTo>
                <a:cubicBezTo>
                  <a:pt x="2317" y="1076"/>
                  <a:pt x="2324" y="1082"/>
                  <a:pt x="2319" y="1084"/>
                </a:cubicBezTo>
                <a:cubicBezTo>
                  <a:pt x="2310" y="1111"/>
                  <a:pt x="2314" y="1116"/>
                  <a:pt x="2309" y="1119"/>
                </a:cubicBezTo>
                <a:cubicBezTo>
                  <a:pt x="2309" y="1152"/>
                  <a:pt x="2300" y="1158"/>
                  <a:pt x="2303" y="1167"/>
                </a:cubicBezTo>
                <a:cubicBezTo>
                  <a:pt x="2288" y="1215"/>
                  <a:pt x="2287" y="1219"/>
                  <a:pt x="2288" y="1223"/>
                </a:cubicBezTo>
                <a:cubicBezTo>
                  <a:pt x="2279" y="1266"/>
                  <a:pt x="2282" y="1275"/>
                  <a:pt x="2276" y="1282"/>
                </a:cubicBezTo>
                <a:cubicBezTo>
                  <a:pt x="2274" y="1338"/>
                  <a:pt x="2275" y="1347"/>
                  <a:pt x="2269" y="1353"/>
                </a:cubicBezTo>
                <a:cubicBezTo>
                  <a:pt x="2267" y="1410"/>
                  <a:pt x="2278" y="1422"/>
                  <a:pt x="2269" y="1427"/>
                </a:cubicBezTo>
                <a:cubicBezTo>
                  <a:pt x="2263" y="1376"/>
                  <a:pt x="2254" y="1371"/>
                  <a:pt x="2262" y="1366"/>
                </a:cubicBezTo>
                <a:cubicBezTo>
                  <a:pt x="2255" y="1293"/>
                  <a:pt x="2268" y="1293"/>
                  <a:pt x="2262" y="1287"/>
                </a:cubicBezTo>
                <a:cubicBezTo>
                  <a:pt x="2269" y="1238"/>
                  <a:pt x="2275" y="1224"/>
                  <a:pt x="2280" y="1209"/>
                </a:cubicBezTo>
                <a:cubicBezTo>
                  <a:pt x="2281" y="1181"/>
                  <a:pt x="2290" y="1180"/>
                  <a:pt x="2288" y="1176"/>
                </a:cubicBezTo>
                <a:cubicBezTo>
                  <a:pt x="2295" y="1137"/>
                  <a:pt x="2297" y="1130"/>
                  <a:pt x="2297" y="1123"/>
                </a:cubicBezTo>
                <a:cubicBezTo>
                  <a:pt x="2311" y="1079"/>
                  <a:pt x="2310" y="1072"/>
                  <a:pt x="2312" y="1065"/>
                </a:cubicBezTo>
                <a:cubicBezTo>
                  <a:pt x="2319" y="1019"/>
                  <a:pt x="2324" y="1013"/>
                  <a:pt x="2323" y="1006"/>
                </a:cubicBezTo>
                <a:cubicBezTo>
                  <a:pt x="2326" y="958"/>
                  <a:pt x="2328" y="952"/>
                  <a:pt x="2331" y="946"/>
                </a:cubicBezTo>
                <a:cubicBezTo>
                  <a:pt x="2327" y="896"/>
                  <a:pt x="2335" y="892"/>
                  <a:pt x="2328" y="883"/>
                </a:cubicBezTo>
                <a:cubicBezTo>
                  <a:pt x="2320" y="847"/>
                  <a:pt x="2327" y="838"/>
                  <a:pt x="2319" y="841"/>
                </a:cubicBezTo>
                <a:cubicBezTo>
                  <a:pt x="2327" y="881"/>
                  <a:pt x="2320" y="882"/>
                  <a:pt x="2325" y="888"/>
                </a:cubicBezTo>
                <a:cubicBezTo>
                  <a:pt x="2316" y="985"/>
                  <a:pt x="2317" y="991"/>
                  <a:pt x="2316" y="998"/>
                </a:cubicBezTo>
                <a:cubicBezTo>
                  <a:pt x="2304" y="1051"/>
                  <a:pt x="2303" y="1058"/>
                  <a:pt x="2304" y="1067"/>
                </a:cubicBezTo>
                <a:cubicBezTo>
                  <a:pt x="2282" y="1142"/>
                  <a:pt x="2285" y="1152"/>
                  <a:pt x="2278" y="1158"/>
                </a:cubicBezTo>
                <a:cubicBezTo>
                  <a:pt x="2279" y="1191"/>
                  <a:pt x="2266" y="1195"/>
                  <a:pt x="2268" y="1204"/>
                </a:cubicBezTo>
                <a:cubicBezTo>
                  <a:pt x="2263" y="1233"/>
                  <a:pt x="2257" y="1240"/>
                  <a:pt x="2258" y="1248"/>
                </a:cubicBezTo>
                <a:cubicBezTo>
                  <a:pt x="2244" y="1309"/>
                  <a:pt x="2254" y="1316"/>
                  <a:pt x="2247" y="1319"/>
                </a:cubicBezTo>
                <a:cubicBezTo>
                  <a:pt x="2244" y="1371"/>
                  <a:pt x="2251" y="1377"/>
                  <a:pt x="2248" y="1380"/>
                </a:cubicBezTo>
                <a:cubicBezTo>
                  <a:pt x="2235" y="1373"/>
                  <a:pt x="2239" y="1362"/>
                  <a:pt x="2234" y="1349"/>
                </a:cubicBezTo>
                <a:cubicBezTo>
                  <a:pt x="2233" y="1261"/>
                  <a:pt x="2237" y="1249"/>
                  <a:pt x="2236" y="1236"/>
                </a:cubicBezTo>
                <a:cubicBezTo>
                  <a:pt x="2239" y="1214"/>
                  <a:pt x="2240" y="1208"/>
                  <a:pt x="2241" y="1202"/>
                </a:cubicBezTo>
                <a:cubicBezTo>
                  <a:pt x="2249" y="1179"/>
                  <a:pt x="2246" y="1176"/>
                  <a:pt x="2246" y="1175"/>
                </a:cubicBezTo>
                <a:cubicBezTo>
                  <a:pt x="2263" y="1120"/>
                  <a:pt x="2265" y="1108"/>
                  <a:pt x="2271" y="1097"/>
                </a:cubicBezTo>
                <a:cubicBezTo>
                  <a:pt x="2285" y="1059"/>
                  <a:pt x="2281" y="1051"/>
                  <a:pt x="2283" y="1046"/>
                </a:cubicBezTo>
                <a:cubicBezTo>
                  <a:pt x="2296" y="980"/>
                  <a:pt x="2297" y="968"/>
                  <a:pt x="2301" y="956"/>
                </a:cubicBezTo>
                <a:cubicBezTo>
                  <a:pt x="2298" y="924"/>
                  <a:pt x="2305" y="923"/>
                  <a:pt x="2301" y="919"/>
                </a:cubicBezTo>
                <a:cubicBezTo>
                  <a:pt x="2304" y="878"/>
                  <a:pt x="2298" y="874"/>
                  <a:pt x="2301" y="871"/>
                </a:cubicBezTo>
                <a:cubicBezTo>
                  <a:pt x="2300" y="837"/>
                  <a:pt x="2297" y="829"/>
                  <a:pt x="2294" y="822"/>
                </a:cubicBezTo>
                <a:cubicBezTo>
                  <a:pt x="2291" y="796"/>
                  <a:pt x="2287" y="802"/>
                  <a:pt x="2291" y="812"/>
                </a:cubicBezTo>
                <a:cubicBezTo>
                  <a:pt x="2296" y="848"/>
                  <a:pt x="2293" y="855"/>
                  <a:pt x="2294" y="864"/>
                </a:cubicBezTo>
                <a:cubicBezTo>
                  <a:pt x="2294" y="898"/>
                  <a:pt x="2294" y="907"/>
                  <a:pt x="2292" y="914"/>
                </a:cubicBezTo>
                <a:cubicBezTo>
                  <a:pt x="2284" y="943"/>
                  <a:pt x="2293" y="950"/>
                  <a:pt x="2291" y="953"/>
                </a:cubicBezTo>
                <a:cubicBezTo>
                  <a:pt x="2283" y="982"/>
                  <a:pt x="2286" y="987"/>
                  <a:pt x="2282" y="991"/>
                </a:cubicBezTo>
                <a:cubicBezTo>
                  <a:pt x="2270" y="1054"/>
                  <a:pt x="2267" y="1058"/>
                  <a:pt x="2266" y="1062"/>
                </a:cubicBezTo>
                <a:cubicBezTo>
                  <a:pt x="2255" y="1101"/>
                  <a:pt x="2258" y="1106"/>
                  <a:pt x="2254" y="1109"/>
                </a:cubicBezTo>
                <a:cubicBezTo>
                  <a:pt x="2245" y="1142"/>
                  <a:pt x="2249" y="1152"/>
                  <a:pt x="2240" y="1158"/>
                </a:cubicBezTo>
                <a:cubicBezTo>
                  <a:pt x="2234" y="1192"/>
                  <a:pt x="2232" y="1200"/>
                  <a:pt x="2233" y="1209"/>
                </a:cubicBezTo>
                <a:cubicBezTo>
                  <a:pt x="2227" y="1241"/>
                  <a:pt x="2224" y="1245"/>
                  <a:pt x="2223" y="1250"/>
                </a:cubicBezTo>
                <a:cubicBezTo>
                  <a:pt x="2220" y="1284"/>
                  <a:pt x="2225" y="1290"/>
                  <a:pt x="2218" y="1294"/>
                </a:cubicBezTo>
                <a:cubicBezTo>
                  <a:pt x="2223" y="1346"/>
                  <a:pt x="2223" y="1354"/>
                  <a:pt x="2223" y="1361"/>
                </a:cubicBezTo>
                <a:cubicBezTo>
                  <a:pt x="2210" y="1331"/>
                  <a:pt x="2206" y="1316"/>
                  <a:pt x="2206" y="1303"/>
                </a:cubicBezTo>
                <a:cubicBezTo>
                  <a:pt x="2207" y="1238"/>
                  <a:pt x="2205" y="1231"/>
                  <a:pt x="2202" y="1223"/>
                </a:cubicBezTo>
                <a:cubicBezTo>
                  <a:pt x="2212" y="1182"/>
                  <a:pt x="2209" y="1176"/>
                  <a:pt x="2213" y="1173"/>
                </a:cubicBezTo>
                <a:cubicBezTo>
                  <a:pt x="2218" y="1139"/>
                  <a:pt x="2216" y="1130"/>
                  <a:pt x="2223" y="1123"/>
                </a:cubicBezTo>
                <a:cubicBezTo>
                  <a:pt x="2228" y="1103"/>
                  <a:pt x="2225" y="1100"/>
                  <a:pt x="2227" y="1098"/>
                </a:cubicBezTo>
                <a:cubicBezTo>
                  <a:pt x="2232" y="1068"/>
                  <a:pt x="2237" y="1065"/>
                  <a:pt x="2236" y="1061"/>
                </a:cubicBezTo>
                <a:cubicBezTo>
                  <a:pt x="2242" y="1016"/>
                  <a:pt x="2251" y="1014"/>
                  <a:pt x="2245" y="1008"/>
                </a:cubicBezTo>
                <a:cubicBezTo>
                  <a:pt x="2252" y="962"/>
                  <a:pt x="2252" y="953"/>
                  <a:pt x="2254" y="945"/>
                </a:cubicBezTo>
                <a:cubicBezTo>
                  <a:pt x="2251" y="913"/>
                  <a:pt x="2263" y="912"/>
                  <a:pt x="2255" y="906"/>
                </a:cubicBezTo>
                <a:cubicBezTo>
                  <a:pt x="2260" y="876"/>
                  <a:pt x="2253" y="870"/>
                  <a:pt x="2257" y="866"/>
                </a:cubicBezTo>
                <a:cubicBezTo>
                  <a:pt x="2250" y="834"/>
                  <a:pt x="2254" y="830"/>
                  <a:pt x="2248" y="824"/>
                </a:cubicBezTo>
                <a:cubicBezTo>
                  <a:pt x="2249" y="882"/>
                  <a:pt x="2252" y="888"/>
                  <a:pt x="2251" y="893"/>
                </a:cubicBezTo>
                <a:cubicBezTo>
                  <a:pt x="2252" y="921"/>
                  <a:pt x="2245" y="922"/>
                  <a:pt x="2249" y="927"/>
                </a:cubicBezTo>
                <a:cubicBezTo>
                  <a:pt x="2239" y="983"/>
                  <a:pt x="2235" y="993"/>
                  <a:pt x="2237" y="1004"/>
                </a:cubicBezTo>
                <a:cubicBezTo>
                  <a:pt x="2224" y="1087"/>
                  <a:pt x="2213" y="1090"/>
                  <a:pt x="2218" y="1097"/>
                </a:cubicBezTo>
                <a:cubicBezTo>
                  <a:pt x="2213" y="1122"/>
                  <a:pt x="2207" y="1123"/>
                  <a:pt x="2211" y="1127"/>
                </a:cubicBezTo>
                <a:cubicBezTo>
                  <a:pt x="2190" y="1230"/>
                  <a:pt x="2197" y="1243"/>
                  <a:pt x="2192" y="1252"/>
                </a:cubicBezTo>
                <a:cubicBezTo>
                  <a:pt x="2195" y="1291"/>
                  <a:pt x="2195" y="1296"/>
                  <a:pt x="2193" y="1302"/>
                </a:cubicBezTo>
                <a:cubicBezTo>
                  <a:pt x="2204" y="1364"/>
                  <a:pt x="2218" y="1379"/>
                  <a:pt x="2212" y="1388"/>
                </a:cubicBezTo>
                <a:cubicBezTo>
                  <a:pt x="2199" y="1369"/>
                  <a:pt x="2195" y="1370"/>
                  <a:pt x="2197" y="1367"/>
                </a:cubicBezTo>
                <a:cubicBezTo>
                  <a:pt x="2178" y="1295"/>
                  <a:pt x="2180" y="1289"/>
                  <a:pt x="2175" y="1279"/>
                </a:cubicBezTo>
                <a:cubicBezTo>
                  <a:pt x="2172" y="1240"/>
                  <a:pt x="2175" y="1237"/>
                  <a:pt x="2172" y="1231"/>
                </a:cubicBezTo>
                <a:cubicBezTo>
                  <a:pt x="2178" y="1155"/>
                  <a:pt x="2170" y="1144"/>
                  <a:pt x="2176" y="1138"/>
                </a:cubicBezTo>
                <a:cubicBezTo>
                  <a:pt x="2175" y="1107"/>
                  <a:pt x="2181" y="1100"/>
                  <a:pt x="2176" y="1091"/>
                </a:cubicBezTo>
                <a:cubicBezTo>
                  <a:pt x="2181" y="1061"/>
                  <a:pt x="2183" y="1054"/>
                  <a:pt x="2187" y="1047"/>
                </a:cubicBezTo>
                <a:cubicBezTo>
                  <a:pt x="2187" y="1014"/>
                  <a:pt x="2195" y="1008"/>
                  <a:pt x="2193" y="999"/>
                </a:cubicBezTo>
                <a:cubicBezTo>
                  <a:pt x="2214" y="901"/>
                  <a:pt x="2209" y="892"/>
                  <a:pt x="2215" y="887"/>
                </a:cubicBezTo>
                <a:cubicBezTo>
                  <a:pt x="2221" y="831"/>
                  <a:pt x="2226" y="824"/>
                  <a:pt x="2223" y="815"/>
                </a:cubicBezTo>
                <a:cubicBezTo>
                  <a:pt x="2227" y="765"/>
                  <a:pt x="2220" y="759"/>
                  <a:pt x="2222" y="756"/>
                </a:cubicBezTo>
                <a:cubicBezTo>
                  <a:pt x="2216" y="728"/>
                  <a:pt x="2221" y="718"/>
                  <a:pt x="2214" y="720"/>
                </a:cubicBezTo>
                <a:cubicBezTo>
                  <a:pt x="2214" y="767"/>
                  <a:pt x="2221" y="775"/>
                  <a:pt x="2219" y="782"/>
                </a:cubicBezTo>
                <a:cubicBezTo>
                  <a:pt x="2212" y="847"/>
                  <a:pt x="2214" y="855"/>
                  <a:pt x="2210" y="860"/>
                </a:cubicBezTo>
                <a:cubicBezTo>
                  <a:pt x="2197" y="924"/>
                  <a:pt x="2199" y="932"/>
                  <a:pt x="2197" y="938"/>
                </a:cubicBezTo>
                <a:cubicBezTo>
                  <a:pt x="2180" y="1008"/>
                  <a:pt x="2184" y="1023"/>
                  <a:pt x="2177" y="1034"/>
                </a:cubicBezTo>
                <a:cubicBezTo>
                  <a:pt x="2173" y="1065"/>
                  <a:pt x="2174" y="1069"/>
                  <a:pt x="2172" y="1073"/>
                </a:cubicBezTo>
                <a:cubicBezTo>
                  <a:pt x="2167" y="1166"/>
                  <a:pt x="2159" y="1178"/>
                  <a:pt x="2165" y="1194"/>
                </a:cubicBezTo>
                <a:cubicBezTo>
                  <a:pt x="2167" y="1241"/>
                  <a:pt x="2158" y="1245"/>
                  <a:pt x="2164" y="1253"/>
                </a:cubicBezTo>
                <a:cubicBezTo>
                  <a:pt x="2165" y="1282"/>
                  <a:pt x="2165" y="1288"/>
                  <a:pt x="2167" y="1296"/>
                </a:cubicBezTo>
                <a:cubicBezTo>
                  <a:pt x="2182" y="1349"/>
                  <a:pt x="2181" y="1356"/>
                  <a:pt x="2180" y="1362"/>
                </a:cubicBezTo>
                <a:cubicBezTo>
                  <a:pt x="2170" y="1343"/>
                  <a:pt x="2171" y="1346"/>
                  <a:pt x="2173" y="1345"/>
                </a:cubicBezTo>
                <a:cubicBezTo>
                  <a:pt x="2149" y="1263"/>
                  <a:pt x="2145" y="1252"/>
                  <a:pt x="2149" y="1244"/>
                </a:cubicBezTo>
                <a:cubicBezTo>
                  <a:pt x="2145" y="1176"/>
                  <a:pt x="2147" y="1168"/>
                  <a:pt x="2146" y="1158"/>
                </a:cubicBezTo>
                <a:cubicBezTo>
                  <a:pt x="2161" y="1068"/>
                  <a:pt x="2156" y="1057"/>
                  <a:pt x="2165" y="1050"/>
                </a:cubicBezTo>
                <a:cubicBezTo>
                  <a:pt x="2172" y="989"/>
                  <a:pt x="2177" y="985"/>
                  <a:pt x="2176" y="979"/>
                </a:cubicBezTo>
                <a:cubicBezTo>
                  <a:pt x="2184" y="942"/>
                  <a:pt x="2183" y="936"/>
                  <a:pt x="2187" y="932"/>
                </a:cubicBezTo>
                <a:cubicBezTo>
                  <a:pt x="2192" y="874"/>
                  <a:pt x="2202" y="853"/>
                  <a:pt x="2201" y="830"/>
                </a:cubicBezTo>
                <a:cubicBezTo>
                  <a:pt x="2209" y="786"/>
                  <a:pt x="2205" y="773"/>
                  <a:pt x="2208" y="762"/>
                </a:cubicBezTo>
                <a:cubicBezTo>
                  <a:pt x="2198" y="812"/>
                  <a:pt x="2196" y="824"/>
                  <a:pt x="2194" y="837"/>
                </a:cubicBezTo>
                <a:cubicBezTo>
                  <a:pt x="2179" y="917"/>
                  <a:pt x="2178" y="920"/>
                  <a:pt x="2180" y="924"/>
                </a:cubicBezTo>
                <a:cubicBezTo>
                  <a:pt x="2177" y="959"/>
                  <a:pt x="2164" y="962"/>
                  <a:pt x="2171" y="970"/>
                </a:cubicBezTo>
                <a:cubicBezTo>
                  <a:pt x="2157" y="1013"/>
                  <a:pt x="2159" y="1021"/>
                  <a:pt x="2155" y="1026"/>
                </a:cubicBezTo>
                <a:cubicBezTo>
                  <a:pt x="2147" y="1070"/>
                  <a:pt x="2142" y="1073"/>
                  <a:pt x="2145" y="1078"/>
                </a:cubicBezTo>
                <a:cubicBezTo>
                  <a:pt x="2138" y="1143"/>
                  <a:pt x="2135" y="1146"/>
                  <a:pt x="2136" y="1151"/>
                </a:cubicBezTo>
                <a:cubicBezTo>
                  <a:pt x="2133" y="1201"/>
                  <a:pt x="2132" y="1209"/>
                  <a:pt x="2136" y="1219"/>
                </a:cubicBezTo>
                <a:cubicBezTo>
                  <a:pt x="2141" y="1230"/>
                  <a:pt x="2130" y="1239"/>
                  <a:pt x="2138" y="1244"/>
                </a:cubicBezTo>
                <a:cubicBezTo>
                  <a:pt x="2137" y="1286"/>
                  <a:pt x="2140" y="1291"/>
                  <a:pt x="2144" y="1297"/>
                </a:cubicBezTo>
                <a:cubicBezTo>
                  <a:pt x="2134" y="1293"/>
                  <a:pt x="2127" y="1283"/>
                  <a:pt x="2122" y="1274"/>
                </a:cubicBezTo>
                <a:cubicBezTo>
                  <a:pt x="2107" y="1176"/>
                  <a:pt x="2105" y="1170"/>
                  <a:pt x="2102" y="1164"/>
                </a:cubicBezTo>
                <a:cubicBezTo>
                  <a:pt x="2105" y="1127"/>
                  <a:pt x="2102" y="1121"/>
                  <a:pt x="2105" y="1116"/>
                </a:cubicBezTo>
                <a:cubicBezTo>
                  <a:pt x="2100" y="1072"/>
                  <a:pt x="2106" y="1063"/>
                  <a:pt x="2104" y="1051"/>
                </a:cubicBezTo>
                <a:cubicBezTo>
                  <a:pt x="2110" y="1035"/>
                  <a:pt x="2110" y="1033"/>
                  <a:pt x="2110" y="1030"/>
                </a:cubicBezTo>
                <a:cubicBezTo>
                  <a:pt x="2118" y="1002"/>
                  <a:pt x="2110" y="994"/>
                  <a:pt x="2118" y="991"/>
                </a:cubicBezTo>
                <a:cubicBezTo>
                  <a:pt x="2130" y="927"/>
                  <a:pt x="2136" y="924"/>
                  <a:pt x="2136" y="919"/>
                </a:cubicBezTo>
                <a:cubicBezTo>
                  <a:pt x="2164" y="835"/>
                  <a:pt x="2170" y="826"/>
                  <a:pt x="2173" y="816"/>
                </a:cubicBezTo>
                <a:cubicBezTo>
                  <a:pt x="2182" y="781"/>
                  <a:pt x="2184" y="777"/>
                  <a:pt x="2184" y="772"/>
                </a:cubicBezTo>
                <a:cubicBezTo>
                  <a:pt x="2193" y="740"/>
                  <a:pt x="2193" y="737"/>
                  <a:pt x="2193" y="735"/>
                </a:cubicBezTo>
                <a:cubicBezTo>
                  <a:pt x="2187" y="749"/>
                  <a:pt x="2183" y="752"/>
                  <a:pt x="2183" y="755"/>
                </a:cubicBezTo>
                <a:cubicBezTo>
                  <a:pt x="2178" y="790"/>
                  <a:pt x="2168" y="794"/>
                  <a:pt x="2171" y="802"/>
                </a:cubicBezTo>
                <a:cubicBezTo>
                  <a:pt x="2135" y="886"/>
                  <a:pt x="2135" y="900"/>
                  <a:pt x="2129" y="911"/>
                </a:cubicBezTo>
                <a:cubicBezTo>
                  <a:pt x="2109" y="988"/>
                  <a:pt x="2105" y="990"/>
                  <a:pt x="2104" y="993"/>
                </a:cubicBezTo>
                <a:cubicBezTo>
                  <a:pt x="2102" y="1035"/>
                  <a:pt x="2096" y="1044"/>
                  <a:pt x="2097" y="1055"/>
                </a:cubicBezTo>
                <a:cubicBezTo>
                  <a:pt x="2095" y="1124"/>
                  <a:pt x="2089" y="1128"/>
                  <a:pt x="2092" y="1135"/>
                </a:cubicBezTo>
                <a:cubicBezTo>
                  <a:pt x="2100" y="1225"/>
                  <a:pt x="2106" y="1232"/>
                  <a:pt x="2104" y="1237"/>
                </a:cubicBezTo>
                <a:cubicBezTo>
                  <a:pt x="2112" y="1278"/>
                  <a:pt x="2121" y="1287"/>
                  <a:pt x="2113" y="1290"/>
                </a:cubicBezTo>
                <a:cubicBezTo>
                  <a:pt x="2090" y="1218"/>
                  <a:pt x="2093" y="1208"/>
                  <a:pt x="2087" y="1205"/>
                </a:cubicBezTo>
                <a:cubicBezTo>
                  <a:pt x="2081" y="1159"/>
                  <a:pt x="2082" y="1156"/>
                  <a:pt x="2084" y="1153"/>
                </a:cubicBezTo>
                <a:cubicBezTo>
                  <a:pt x="2086" y="1127"/>
                  <a:pt x="2079" y="1122"/>
                  <a:pt x="2083" y="1119"/>
                </a:cubicBezTo>
                <a:cubicBezTo>
                  <a:pt x="2083" y="1085"/>
                  <a:pt x="2084" y="1082"/>
                  <a:pt x="2087" y="1079"/>
                </a:cubicBezTo>
                <a:cubicBezTo>
                  <a:pt x="2100" y="1026"/>
                  <a:pt x="2087" y="1018"/>
                  <a:pt x="2093" y="1016"/>
                </a:cubicBezTo>
                <a:cubicBezTo>
                  <a:pt x="2106" y="953"/>
                  <a:pt x="2103" y="950"/>
                  <a:pt x="2105" y="948"/>
                </a:cubicBezTo>
                <a:cubicBezTo>
                  <a:pt x="2111" y="914"/>
                  <a:pt x="2118" y="905"/>
                  <a:pt x="2120" y="895"/>
                </a:cubicBezTo>
                <a:cubicBezTo>
                  <a:pt x="2153" y="804"/>
                  <a:pt x="2150" y="800"/>
                  <a:pt x="2152" y="799"/>
                </a:cubicBezTo>
                <a:cubicBezTo>
                  <a:pt x="2160" y="766"/>
                  <a:pt x="2166" y="757"/>
                  <a:pt x="2167" y="746"/>
                </a:cubicBezTo>
                <a:cubicBezTo>
                  <a:pt x="2166" y="717"/>
                  <a:pt x="2167" y="723"/>
                  <a:pt x="2166" y="729"/>
                </a:cubicBezTo>
                <a:cubicBezTo>
                  <a:pt x="2155" y="768"/>
                  <a:pt x="2153" y="774"/>
                  <a:pt x="2153" y="780"/>
                </a:cubicBezTo>
                <a:cubicBezTo>
                  <a:pt x="2144" y="801"/>
                  <a:pt x="2142" y="807"/>
                  <a:pt x="2142" y="813"/>
                </a:cubicBezTo>
                <a:cubicBezTo>
                  <a:pt x="2128" y="832"/>
                  <a:pt x="2133" y="840"/>
                  <a:pt x="2127" y="844"/>
                </a:cubicBezTo>
                <a:cubicBezTo>
                  <a:pt x="2088" y="1003"/>
                  <a:pt x="2079" y="1024"/>
                  <a:pt x="2079" y="1048"/>
                </a:cubicBezTo>
                <a:cubicBezTo>
                  <a:pt x="2070" y="1105"/>
                  <a:pt x="2072" y="1112"/>
                  <a:pt x="2070" y="1117"/>
                </a:cubicBezTo>
                <a:cubicBezTo>
                  <a:pt x="2073" y="1148"/>
                  <a:pt x="2070" y="1150"/>
                  <a:pt x="2073" y="1154"/>
                </a:cubicBezTo>
                <a:cubicBezTo>
                  <a:pt x="2078" y="1203"/>
                  <a:pt x="2075" y="1214"/>
                  <a:pt x="2082" y="1228"/>
                </a:cubicBezTo>
                <a:cubicBezTo>
                  <a:pt x="2083" y="1265"/>
                  <a:pt x="2079" y="1258"/>
                  <a:pt x="2073" y="1254"/>
                </a:cubicBezTo>
                <a:cubicBezTo>
                  <a:pt x="2059" y="1202"/>
                  <a:pt x="2068" y="1180"/>
                  <a:pt x="2053" y="1150"/>
                </a:cubicBezTo>
                <a:cubicBezTo>
                  <a:pt x="2055" y="1085"/>
                  <a:pt x="2054" y="1069"/>
                  <a:pt x="2055" y="1052"/>
                </a:cubicBezTo>
                <a:cubicBezTo>
                  <a:pt x="2066" y="991"/>
                  <a:pt x="2063" y="986"/>
                  <a:pt x="2062" y="981"/>
                </a:cubicBezTo>
                <a:cubicBezTo>
                  <a:pt x="2076" y="929"/>
                  <a:pt x="2079" y="926"/>
                  <a:pt x="2075" y="920"/>
                </a:cubicBezTo>
                <a:cubicBezTo>
                  <a:pt x="2101" y="853"/>
                  <a:pt x="2106" y="845"/>
                  <a:pt x="2108" y="837"/>
                </a:cubicBezTo>
                <a:cubicBezTo>
                  <a:pt x="2130" y="786"/>
                  <a:pt x="2129" y="781"/>
                  <a:pt x="2135" y="779"/>
                </a:cubicBezTo>
                <a:cubicBezTo>
                  <a:pt x="2126" y="782"/>
                  <a:pt x="2125" y="785"/>
                  <a:pt x="2122" y="788"/>
                </a:cubicBezTo>
                <a:cubicBezTo>
                  <a:pt x="2114" y="826"/>
                  <a:pt x="2102" y="827"/>
                  <a:pt x="2106" y="833"/>
                </a:cubicBezTo>
                <a:cubicBezTo>
                  <a:pt x="2073" y="903"/>
                  <a:pt x="2073" y="912"/>
                  <a:pt x="2072" y="919"/>
                </a:cubicBezTo>
                <a:cubicBezTo>
                  <a:pt x="2053" y="974"/>
                  <a:pt x="2057" y="980"/>
                  <a:pt x="2055" y="984"/>
                </a:cubicBezTo>
                <a:cubicBezTo>
                  <a:pt x="2045" y="1034"/>
                  <a:pt x="2049" y="1040"/>
                  <a:pt x="2044" y="1044"/>
                </a:cubicBezTo>
                <a:cubicBezTo>
                  <a:pt x="2043" y="1086"/>
                  <a:pt x="2045" y="1094"/>
                  <a:pt x="2043" y="1100"/>
                </a:cubicBezTo>
                <a:cubicBezTo>
                  <a:pt x="2050" y="1191"/>
                  <a:pt x="2057" y="1196"/>
                  <a:pt x="2054" y="1200"/>
                </a:cubicBezTo>
                <a:cubicBezTo>
                  <a:pt x="2058" y="1224"/>
                  <a:pt x="2065" y="1228"/>
                  <a:pt x="2057" y="1231"/>
                </a:cubicBezTo>
                <a:cubicBezTo>
                  <a:pt x="2032" y="1165"/>
                  <a:pt x="2039" y="1163"/>
                  <a:pt x="2034" y="1158"/>
                </a:cubicBezTo>
                <a:cubicBezTo>
                  <a:pt x="2023" y="1088"/>
                  <a:pt x="2014" y="1081"/>
                  <a:pt x="2022" y="1079"/>
                </a:cubicBezTo>
                <a:cubicBezTo>
                  <a:pt x="2025" y="985"/>
                  <a:pt x="2026" y="967"/>
                  <a:pt x="2027" y="950"/>
                </a:cubicBezTo>
                <a:cubicBezTo>
                  <a:pt x="2039" y="917"/>
                  <a:pt x="2041" y="915"/>
                  <a:pt x="2038" y="912"/>
                </a:cubicBezTo>
                <a:cubicBezTo>
                  <a:pt x="2046" y="898"/>
                  <a:pt x="2043" y="895"/>
                  <a:pt x="2043" y="894"/>
                </a:cubicBezTo>
                <a:cubicBezTo>
                  <a:pt x="2075" y="811"/>
                  <a:pt x="2065" y="797"/>
                  <a:pt x="2075" y="788"/>
                </a:cubicBezTo>
                <a:cubicBezTo>
                  <a:pt x="2075" y="729"/>
                  <a:pt x="2082" y="724"/>
                  <a:pt x="2077" y="717"/>
                </a:cubicBezTo>
                <a:cubicBezTo>
                  <a:pt x="2075" y="687"/>
                  <a:pt x="2077" y="683"/>
                  <a:pt x="2073" y="684"/>
                </a:cubicBezTo>
                <a:cubicBezTo>
                  <a:pt x="2073" y="750"/>
                  <a:pt x="2067" y="765"/>
                  <a:pt x="2069" y="783"/>
                </a:cubicBezTo>
                <a:cubicBezTo>
                  <a:pt x="2044" y="864"/>
                  <a:pt x="2041" y="875"/>
                  <a:pt x="2036" y="886"/>
                </a:cubicBezTo>
                <a:cubicBezTo>
                  <a:pt x="2025" y="915"/>
                  <a:pt x="2027" y="919"/>
                  <a:pt x="2026" y="921"/>
                </a:cubicBezTo>
                <a:cubicBezTo>
                  <a:pt x="2009" y="998"/>
                  <a:pt x="2009" y="1005"/>
                  <a:pt x="2011" y="1012"/>
                </a:cubicBezTo>
                <a:cubicBezTo>
                  <a:pt x="2003" y="1072"/>
                  <a:pt x="2013" y="1079"/>
                  <a:pt x="2010" y="1083"/>
                </a:cubicBezTo>
                <a:cubicBezTo>
                  <a:pt x="2014" y="1116"/>
                  <a:pt x="2016" y="1121"/>
                  <a:pt x="2013" y="1125"/>
                </a:cubicBezTo>
                <a:cubicBezTo>
                  <a:pt x="2016" y="1175"/>
                  <a:pt x="2024" y="1171"/>
                  <a:pt x="2015" y="1166"/>
                </a:cubicBezTo>
                <a:cubicBezTo>
                  <a:pt x="2007" y="1137"/>
                  <a:pt x="2007" y="1134"/>
                  <a:pt x="2008" y="1131"/>
                </a:cubicBezTo>
                <a:cubicBezTo>
                  <a:pt x="1999" y="1087"/>
                  <a:pt x="1999" y="1067"/>
                  <a:pt x="1996" y="1047"/>
                </a:cubicBezTo>
                <a:cubicBezTo>
                  <a:pt x="1997" y="1033"/>
                  <a:pt x="1995" y="1031"/>
                  <a:pt x="1995" y="1030"/>
                </a:cubicBezTo>
                <a:cubicBezTo>
                  <a:pt x="1998" y="980"/>
                  <a:pt x="1993" y="969"/>
                  <a:pt x="1998" y="961"/>
                </a:cubicBezTo>
                <a:cubicBezTo>
                  <a:pt x="2001" y="927"/>
                  <a:pt x="2000" y="922"/>
                  <a:pt x="2000" y="918"/>
                </a:cubicBezTo>
                <a:cubicBezTo>
                  <a:pt x="2006" y="884"/>
                  <a:pt x="2008" y="880"/>
                  <a:pt x="2005" y="874"/>
                </a:cubicBezTo>
                <a:cubicBezTo>
                  <a:pt x="2020" y="830"/>
                  <a:pt x="2016" y="824"/>
                  <a:pt x="2019" y="819"/>
                </a:cubicBezTo>
                <a:cubicBezTo>
                  <a:pt x="2023" y="772"/>
                  <a:pt x="2031" y="769"/>
                  <a:pt x="2026" y="763"/>
                </a:cubicBezTo>
                <a:cubicBezTo>
                  <a:pt x="2029" y="715"/>
                  <a:pt x="2021" y="708"/>
                  <a:pt x="2026" y="704"/>
                </a:cubicBezTo>
                <a:cubicBezTo>
                  <a:pt x="2001" y="648"/>
                  <a:pt x="2005" y="634"/>
                  <a:pt x="1994" y="636"/>
                </a:cubicBezTo>
                <a:cubicBezTo>
                  <a:pt x="2020" y="727"/>
                  <a:pt x="2018" y="738"/>
                  <a:pt x="2022" y="750"/>
                </a:cubicBezTo>
                <a:cubicBezTo>
                  <a:pt x="2015" y="792"/>
                  <a:pt x="2018" y="797"/>
                  <a:pt x="2011" y="800"/>
                </a:cubicBezTo>
                <a:cubicBezTo>
                  <a:pt x="2001" y="868"/>
                  <a:pt x="1998" y="871"/>
                  <a:pt x="1997" y="875"/>
                </a:cubicBezTo>
                <a:cubicBezTo>
                  <a:pt x="1989" y="930"/>
                  <a:pt x="1989" y="935"/>
                  <a:pt x="1989" y="939"/>
                </a:cubicBezTo>
                <a:cubicBezTo>
                  <a:pt x="1982" y="941"/>
                  <a:pt x="1987" y="937"/>
                  <a:pt x="1984" y="930"/>
                </a:cubicBezTo>
                <a:cubicBezTo>
                  <a:pt x="1989" y="906"/>
                  <a:pt x="1990" y="900"/>
                  <a:pt x="1987" y="893"/>
                </a:cubicBezTo>
                <a:cubicBezTo>
                  <a:pt x="1990" y="852"/>
                  <a:pt x="1991" y="846"/>
                  <a:pt x="1989" y="839"/>
                </a:cubicBezTo>
                <a:cubicBezTo>
                  <a:pt x="1993" y="754"/>
                  <a:pt x="1993" y="741"/>
                  <a:pt x="1989" y="727"/>
                </a:cubicBezTo>
                <a:cubicBezTo>
                  <a:pt x="1956" y="632"/>
                  <a:pt x="1946" y="614"/>
                  <a:pt x="1939" y="602"/>
                </a:cubicBezTo>
                <a:cubicBezTo>
                  <a:pt x="1947" y="627"/>
                  <a:pt x="1954" y="638"/>
                  <a:pt x="1960" y="649"/>
                </a:cubicBezTo>
                <a:cubicBezTo>
                  <a:pt x="1979" y="729"/>
                  <a:pt x="1986" y="739"/>
                  <a:pt x="1985" y="747"/>
                </a:cubicBezTo>
                <a:cubicBezTo>
                  <a:pt x="1986" y="776"/>
                  <a:pt x="1986" y="780"/>
                  <a:pt x="1984" y="783"/>
                </a:cubicBezTo>
                <a:cubicBezTo>
                  <a:pt x="1981" y="852"/>
                  <a:pt x="1983" y="861"/>
                  <a:pt x="1979" y="868"/>
                </a:cubicBezTo>
                <a:cubicBezTo>
                  <a:pt x="1974" y="922"/>
                  <a:pt x="1979" y="932"/>
                  <a:pt x="1974" y="939"/>
                </a:cubicBezTo>
                <a:cubicBezTo>
                  <a:pt x="1971" y="1003"/>
                  <a:pt x="1974" y="1020"/>
                  <a:pt x="1972" y="1036"/>
                </a:cubicBezTo>
                <a:cubicBezTo>
                  <a:pt x="1972" y="1069"/>
                  <a:pt x="1979" y="1079"/>
                  <a:pt x="1973" y="1086"/>
                </a:cubicBezTo>
                <a:cubicBezTo>
                  <a:pt x="1984" y="1144"/>
                  <a:pt x="1993" y="1150"/>
                  <a:pt x="1994" y="1154"/>
                </a:cubicBezTo>
                <a:cubicBezTo>
                  <a:pt x="1987" y="1173"/>
                  <a:pt x="1993" y="1161"/>
                  <a:pt x="1987" y="1152"/>
                </a:cubicBezTo>
                <a:cubicBezTo>
                  <a:pt x="1963" y="1079"/>
                  <a:pt x="1956" y="1073"/>
                  <a:pt x="1959" y="1070"/>
                </a:cubicBezTo>
                <a:cubicBezTo>
                  <a:pt x="1953" y="1019"/>
                  <a:pt x="1949" y="1003"/>
                  <a:pt x="1952" y="989"/>
                </a:cubicBezTo>
                <a:cubicBezTo>
                  <a:pt x="1953" y="939"/>
                  <a:pt x="1949" y="934"/>
                  <a:pt x="1948" y="929"/>
                </a:cubicBezTo>
                <a:cubicBezTo>
                  <a:pt x="1952" y="875"/>
                  <a:pt x="1952" y="865"/>
                  <a:pt x="1951" y="854"/>
                </a:cubicBezTo>
                <a:cubicBezTo>
                  <a:pt x="1956" y="816"/>
                  <a:pt x="1952" y="804"/>
                  <a:pt x="1953" y="795"/>
                </a:cubicBezTo>
                <a:cubicBezTo>
                  <a:pt x="1950" y="743"/>
                  <a:pt x="1950" y="738"/>
                  <a:pt x="1947" y="733"/>
                </a:cubicBezTo>
                <a:cubicBezTo>
                  <a:pt x="1937" y="689"/>
                  <a:pt x="1936" y="678"/>
                  <a:pt x="1931" y="666"/>
                </a:cubicBezTo>
                <a:cubicBezTo>
                  <a:pt x="1905" y="625"/>
                  <a:pt x="1903" y="616"/>
                  <a:pt x="1898" y="622"/>
                </a:cubicBezTo>
                <a:cubicBezTo>
                  <a:pt x="1943" y="730"/>
                  <a:pt x="1937" y="735"/>
                  <a:pt x="1941" y="742"/>
                </a:cubicBezTo>
                <a:cubicBezTo>
                  <a:pt x="1944" y="784"/>
                  <a:pt x="1942" y="787"/>
                  <a:pt x="1944" y="790"/>
                </a:cubicBezTo>
                <a:cubicBezTo>
                  <a:pt x="1947" y="833"/>
                  <a:pt x="1940" y="844"/>
                  <a:pt x="1944" y="858"/>
                </a:cubicBezTo>
                <a:cubicBezTo>
                  <a:pt x="1937" y="946"/>
                  <a:pt x="1939" y="960"/>
                  <a:pt x="1940" y="972"/>
                </a:cubicBezTo>
                <a:cubicBezTo>
                  <a:pt x="1934" y="984"/>
                  <a:pt x="1932" y="957"/>
                  <a:pt x="1931" y="930"/>
                </a:cubicBezTo>
                <a:cubicBezTo>
                  <a:pt x="1930" y="884"/>
                  <a:pt x="1927" y="877"/>
                  <a:pt x="1927" y="870"/>
                </a:cubicBezTo>
                <a:cubicBezTo>
                  <a:pt x="1928" y="824"/>
                  <a:pt x="1922" y="815"/>
                  <a:pt x="1926" y="810"/>
                </a:cubicBezTo>
                <a:cubicBezTo>
                  <a:pt x="1915" y="741"/>
                  <a:pt x="1916" y="734"/>
                  <a:pt x="1912" y="726"/>
                </a:cubicBezTo>
                <a:cubicBezTo>
                  <a:pt x="1880" y="639"/>
                  <a:pt x="1869" y="630"/>
                  <a:pt x="1873" y="624"/>
                </a:cubicBezTo>
                <a:cubicBezTo>
                  <a:pt x="1833" y="579"/>
                  <a:pt x="1834" y="560"/>
                  <a:pt x="1827" y="564"/>
                </a:cubicBezTo>
                <a:cubicBezTo>
                  <a:pt x="1858" y="614"/>
                  <a:pt x="1865" y="627"/>
                  <a:pt x="1872" y="639"/>
                </a:cubicBezTo>
                <a:cubicBezTo>
                  <a:pt x="1896" y="714"/>
                  <a:pt x="1904" y="720"/>
                  <a:pt x="1905" y="724"/>
                </a:cubicBezTo>
                <a:cubicBezTo>
                  <a:pt x="1907" y="751"/>
                  <a:pt x="1914" y="757"/>
                  <a:pt x="1910" y="760"/>
                </a:cubicBezTo>
                <a:cubicBezTo>
                  <a:pt x="1919" y="840"/>
                  <a:pt x="1916" y="846"/>
                  <a:pt x="1918" y="855"/>
                </a:cubicBezTo>
                <a:cubicBezTo>
                  <a:pt x="1914" y="907"/>
                  <a:pt x="1924" y="918"/>
                  <a:pt x="1919" y="925"/>
                </a:cubicBezTo>
                <a:cubicBezTo>
                  <a:pt x="1918" y="962"/>
                  <a:pt x="1925" y="968"/>
                  <a:pt x="1921" y="971"/>
                </a:cubicBezTo>
                <a:cubicBezTo>
                  <a:pt x="1931" y="1064"/>
                  <a:pt x="1939" y="1077"/>
                  <a:pt x="1935" y="1086"/>
                </a:cubicBezTo>
                <a:cubicBezTo>
                  <a:pt x="1942" y="1110"/>
                  <a:pt x="1931" y="1109"/>
                  <a:pt x="1934" y="1099"/>
                </a:cubicBezTo>
                <a:cubicBezTo>
                  <a:pt x="1905" y="1020"/>
                  <a:pt x="1902" y="1012"/>
                  <a:pt x="1902" y="1005"/>
                </a:cubicBezTo>
                <a:cubicBezTo>
                  <a:pt x="1893" y="967"/>
                  <a:pt x="1902" y="955"/>
                  <a:pt x="1891" y="938"/>
                </a:cubicBezTo>
                <a:cubicBezTo>
                  <a:pt x="1893" y="890"/>
                  <a:pt x="1891" y="877"/>
                  <a:pt x="1891" y="864"/>
                </a:cubicBezTo>
                <a:cubicBezTo>
                  <a:pt x="1889" y="815"/>
                  <a:pt x="1889" y="802"/>
                  <a:pt x="1891" y="790"/>
                </a:cubicBezTo>
                <a:cubicBezTo>
                  <a:pt x="1872" y="709"/>
                  <a:pt x="1877" y="700"/>
                  <a:pt x="1875" y="697"/>
                </a:cubicBezTo>
                <a:cubicBezTo>
                  <a:pt x="1868" y="667"/>
                  <a:pt x="1860" y="660"/>
                  <a:pt x="1865" y="658"/>
                </a:cubicBezTo>
                <a:cubicBezTo>
                  <a:pt x="1849" y="621"/>
                  <a:pt x="1852" y="615"/>
                  <a:pt x="1844" y="605"/>
                </a:cubicBezTo>
                <a:cubicBezTo>
                  <a:pt x="1869" y="708"/>
                  <a:pt x="1873" y="725"/>
                  <a:pt x="1873" y="742"/>
                </a:cubicBezTo>
                <a:cubicBezTo>
                  <a:pt x="1880" y="813"/>
                  <a:pt x="1883" y="817"/>
                  <a:pt x="1878" y="819"/>
                </a:cubicBezTo>
                <a:cubicBezTo>
                  <a:pt x="1878" y="867"/>
                  <a:pt x="1884" y="878"/>
                  <a:pt x="1881" y="887"/>
                </a:cubicBezTo>
                <a:cubicBezTo>
                  <a:pt x="1885" y="957"/>
                  <a:pt x="1886" y="966"/>
                  <a:pt x="1886" y="976"/>
                </a:cubicBezTo>
                <a:cubicBezTo>
                  <a:pt x="1894" y="1014"/>
                  <a:pt x="1894" y="1022"/>
                  <a:pt x="1895" y="1029"/>
                </a:cubicBezTo>
                <a:cubicBezTo>
                  <a:pt x="1892" y="1044"/>
                  <a:pt x="1896" y="1037"/>
                  <a:pt x="1889" y="1035"/>
                </a:cubicBezTo>
                <a:cubicBezTo>
                  <a:pt x="1864" y="902"/>
                  <a:pt x="1869" y="899"/>
                  <a:pt x="1864" y="894"/>
                </a:cubicBezTo>
                <a:cubicBezTo>
                  <a:pt x="1863" y="813"/>
                  <a:pt x="1855" y="794"/>
                  <a:pt x="1859" y="779"/>
                </a:cubicBezTo>
                <a:cubicBezTo>
                  <a:pt x="1845" y="710"/>
                  <a:pt x="1848" y="694"/>
                  <a:pt x="1843" y="676"/>
                </a:cubicBezTo>
                <a:cubicBezTo>
                  <a:pt x="1822" y="607"/>
                  <a:pt x="1813" y="592"/>
                  <a:pt x="1805" y="577"/>
                </a:cubicBezTo>
                <a:cubicBezTo>
                  <a:pt x="1830" y="642"/>
                  <a:pt x="1828" y="655"/>
                  <a:pt x="1837" y="671"/>
                </a:cubicBezTo>
                <a:cubicBezTo>
                  <a:pt x="1839" y="722"/>
                  <a:pt x="1845" y="730"/>
                  <a:pt x="1841" y="736"/>
                </a:cubicBezTo>
                <a:cubicBezTo>
                  <a:pt x="1852" y="813"/>
                  <a:pt x="1848" y="818"/>
                  <a:pt x="1853" y="827"/>
                </a:cubicBezTo>
                <a:cubicBezTo>
                  <a:pt x="1849" y="873"/>
                  <a:pt x="1856" y="879"/>
                  <a:pt x="1854" y="882"/>
                </a:cubicBezTo>
                <a:cubicBezTo>
                  <a:pt x="1856" y="922"/>
                  <a:pt x="1862" y="931"/>
                  <a:pt x="1859" y="938"/>
                </a:cubicBezTo>
                <a:cubicBezTo>
                  <a:pt x="1871" y="1000"/>
                  <a:pt x="1866" y="1002"/>
                  <a:pt x="1871" y="1007"/>
                </a:cubicBezTo>
                <a:cubicBezTo>
                  <a:pt x="1854" y="986"/>
                  <a:pt x="1855" y="974"/>
                  <a:pt x="1847" y="959"/>
                </a:cubicBezTo>
                <a:cubicBezTo>
                  <a:pt x="1848" y="937"/>
                  <a:pt x="1844" y="933"/>
                  <a:pt x="1842" y="929"/>
                </a:cubicBezTo>
                <a:cubicBezTo>
                  <a:pt x="1840" y="905"/>
                  <a:pt x="1842" y="902"/>
                  <a:pt x="1840" y="898"/>
                </a:cubicBezTo>
                <a:cubicBezTo>
                  <a:pt x="1839" y="866"/>
                  <a:pt x="1833" y="851"/>
                  <a:pt x="1836" y="839"/>
                </a:cubicBezTo>
                <a:cubicBezTo>
                  <a:pt x="1833" y="787"/>
                  <a:pt x="1835" y="774"/>
                  <a:pt x="1834" y="761"/>
                </a:cubicBezTo>
                <a:cubicBezTo>
                  <a:pt x="1823" y="696"/>
                  <a:pt x="1825" y="683"/>
                  <a:pt x="1816" y="682"/>
                </a:cubicBezTo>
                <a:cubicBezTo>
                  <a:pt x="1823" y="772"/>
                  <a:pt x="1826" y="786"/>
                  <a:pt x="1825" y="798"/>
                </a:cubicBezTo>
                <a:cubicBezTo>
                  <a:pt x="1822" y="859"/>
                  <a:pt x="1826" y="863"/>
                  <a:pt x="1828" y="867"/>
                </a:cubicBezTo>
                <a:cubicBezTo>
                  <a:pt x="1832" y="923"/>
                  <a:pt x="1835" y="931"/>
                  <a:pt x="1831" y="936"/>
                </a:cubicBezTo>
                <a:cubicBezTo>
                  <a:pt x="1840" y="983"/>
                  <a:pt x="1851" y="993"/>
                  <a:pt x="1842" y="997"/>
                </a:cubicBezTo>
                <a:cubicBezTo>
                  <a:pt x="1822" y="919"/>
                  <a:pt x="1815" y="909"/>
                  <a:pt x="1818" y="902"/>
                </a:cubicBezTo>
                <a:cubicBezTo>
                  <a:pt x="1811" y="856"/>
                  <a:pt x="1814" y="852"/>
                  <a:pt x="1811" y="847"/>
                </a:cubicBezTo>
                <a:cubicBezTo>
                  <a:pt x="1804" y="810"/>
                  <a:pt x="1808" y="803"/>
                  <a:pt x="1802" y="793"/>
                </a:cubicBezTo>
                <a:cubicBezTo>
                  <a:pt x="1794" y="729"/>
                  <a:pt x="1792" y="720"/>
                  <a:pt x="1795" y="712"/>
                </a:cubicBezTo>
                <a:cubicBezTo>
                  <a:pt x="1755" y="627"/>
                  <a:pt x="1750" y="623"/>
                  <a:pt x="1747" y="615"/>
                </a:cubicBezTo>
                <a:cubicBezTo>
                  <a:pt x="1715" y="587"/>
                  <a:pt x="1713" y="571"/>
                  <a:pt x="1705" y="577"/>
                </a:cubicBezTo>
                <a:cubicBezTo>
                  <a:pt x="1734" y="610"/>
                  <a:pt x="1742" y="621"/>
                  <a:pt x="1750" y="631"/>
                </a:cubicBezTo>
                <a:cubicBezTo>
                  <a:pt x="1776" y="693"/>
                  <a:pt x="1783" y="699"/>
                  <a:pt x="1781" y="702"/>
                </a:cubicBezTo>
                <a:cubicBezTo>
                  <a:pt x="1786" y="761"/>
                  <a:pt x="1800" y="783"/>
                  <a:pt x="1793" y="798"/>
                </a:cubicBezTo>
                <a:cubicBezTo>
                  <a:pt x="1801" y="860"/>
                  <a:pt x="1803" y="870"/>
                  <a:pt x="1806" y="879"/>
                </a:cubicBezTo>
                <a:cubicBezTo>
                  <a:pt x="1807" y="927"/>
                  <a:pt x="1811" y="934"/>
                  <a:pt x="1809" y="939"/>
                </a:cubicBezTo>
                <a:cubicBezTo>
                  <a:pt x="1799" y="952"/>
                  <a:pt x="1801" y="936"/>
                  <a:pt x="1791" y="917"/>
                </a:cubicBezTo>
                <a:cubicBezTo>
                  <a:pt x="1785" y="848"/>
                  <a:pt x="1777" y="840"/>
                  <a:pt x="1782" y="837"/>
                </a:cubicBezTo>
                <a:cubicBezTo>
                  <a:pt x="1773" y="798"/>
                  <a:pt x="1777" y="794"/>
                  <a:pt x="1772" y="786"/>
                </a:cubicBezTo>
                <a:cubicBezTo>
                  <a:pt x="1768" y="750"/>
                  <a:pt x="1763" y="744"/>
                  <a:pt x="1763" y="739"/>
                </a:cubicBezTo>
                <a:cubicBezTo>
                  <a:pt x="1716" y="617"/>
                  <a:pt x="1713" y="606"/>
                  <a:pt x="1695" y="579"/>
                </a:cubicBezTo>
                <a:cubicBezTo>
                  <a:pt x="1673" y="558"/>
                  <a:pt x="1668" y="552"/>
                  <a:pt x="1660" y="554"/>
                </a:cubicBezTo>
                <a:cubicBezTo>
                  <a:pt x="1708" y="621"/>
                  <a:pt x="1717" y="635"/>
                  <a:pt x="1724" y="648"/>
                </a:cubicBezTo>
                <a:cubicBezTo>
                  <a:pt x="1735" y="694"/>
                  <a:pt x="1743" y="692"/>
                  <a:pt x="1740" y="698"/>
                </a:cubicBezTo>
                <a:cubicBezTo>
                  <a:pt x="1756" y="743"/>
                  <a:pt x="1754" y="752"/>
                  <a:pt x="1759" y="764"/>
                </a:cubicBezTo>
                <a:cubicBezTo>
                  <a:pt x="1775" y="873"/>
                  <a:pt x="1775" y="883"/>
                  <a:pt x="1779" y="894"/>
                </a:cubicBezTo>
                <a:cubicBezTo>
                  <a:pt x="1780" y="915"/>
                  <a:pt x="1774" y="916"/>
                  <a:pt x="1777" y="913"/>
                </a:cubicBezTo>
                <a:cubicBezTo>
                  <a:pt x="1754" y="827"/>
                  <a:pt x="1755" y="802"/>
                  <a:pt x="1738" y="773"/>
                </a:cubicBezTo>
                <a:cubicBezTo>
                  <a:pt x="1723" y="724"/>
                  <a:pt x="1718" y="706"/>
                  <a:pt x="1711" y="688"/>
                </a:cubicBezTo>
                <a:cubicBezTo>
                  <a:pt x="1635" y="563"/>
                  <a:pt x="1630" y="568"/>
                  <a:pt x="1627" y="564"/>
                </a:cubicBezTo>
                <a:cubicBezTo>
                  <a:pt x="1595" y="532"/>
                  <a:pt x="1592" y="530"/>
                  <a:pt x="1588" y="530"/>
                </a:cubicBezTo>
                <a:cubicBezTo>
                  <a:pt x="1618" y="563"/>
                  <a:pt x="1628" y="574"/>
                  <a:pt x="1634" y="575"/>
                </a:cubicBezTo>
                <a:cubicBezTo>
                  <a:pt x="1643" y="585"/>
                  <a:pt x="1644" y="589"/>
                  <a:pt x="1645" y="590"/>
                </a:cubicBezTo>
                <a:cubicBezTo>
                  <a:pt x="1676" y="640"/>
                  <a:pt x="1685" y="658"/>
                  <a:pt x="1694" y="674"/>
                </a:cubicBezTo>
                <a:cubicBezTo>
                  <a:pt x="1722" y="755"/>
                  <a:pt x="1723" y="759"/>
                  <a:pt x="1727" y="764"/>
                </a:cubicBezTo>
                <a:cubicBezTo>
                  <a:pt x="1730" y="792"/>
                  <a:pt x="1738" y="798"/>
                  <a:pt x="1739" y="802"/>
                </a:cubicBezTo>
                <a:cubicBezTo>
                  <a:pt x="1736" y="820"/>
                  <a:pt x="1736" y="803"/>
                  <a:pt x="1725" y="783"/>
                </a:cubicBezTo>
                <a:cubicBezTo>
                  <a:pt x="1716" y="747"/>
                  <a:pt x="1713" y="737"/>
                  <a:pt x="1709" y="727"/>
                </a:cubicBezTo>
                <a:cubicBezTo>
                  <a:pt x="1609" y="583"/>
                  <a:pt x="1607" y="574"/>
                  <a:pt x="1604" y="574"/>
                </a:cubicBezTo>
                <a:cubicBezTo>
                  <a:pt x="1566" y="535"/>
                  <a:pt x="1558" y="534"/>
                  <a:pt x="1551" y="527"/>
                </a:cubicBezTo>
                <a:cubicBezTo>
                  <a:pt x="1569" y="548"/>
                  <a:pt x="1575" y="552"/>
                  <a:pt x="1580" y="558"/>
                </a:cubicBezTo>
                <a:cubicBezTo>
                  <a:pt x="1605" y="590"/>
                  <a:pt x="1615" y="597"/>
                  <a:pt x="1625" y="607"/>
                </a:cubicBezTo>
                <a:cubicBezTo>
                  <a:pt x="1641" y="634"/>
                  <a:pt x="1647" y="639"/>
                  <a:pt x="1653" y="647"/>
                </a:cubicBezTo>
                <a:cubicBezTo>
                  <a:pt x="1682" y="699"/>
                  <a:pt x="1690" y="715"/>
                  <a:pt x="1700" y="732"/>
                </a:cubicBezTo>
                <a:cubicBezTo>
                  <a:pt x="1717" y="784"/>
                  <a:pt x="1718" y="787"/>
                  <a:pt x="1718" y="790"/>
                </a:cubicBezTo>
                <a:cubicBezTo>
                  <a:pt x="1738" y="847"/>
                  <a:pt x="1737" y="852"/>
                  <a:pt x="1738" y="858"/>
                </a:cubicBezTo>
                <a:cubicBezTo>
                  <a:pt x="1709" y="796"/>
                  <a:pt x="1702" y="775"/>
                  <a:pt x="1694" y="753"/>
                </a:cubicBezTo>
                <a:cubicBezTo>
                  <a:pt x="1626" y="645"/>
                  <a:pt x="1630" y="641"/>
                  <a:pt x="1627" y="638"/>
                </a:cubicBezTo>
                <a:cubicBezTo>
                  <a:pt x="1583" y="588"/>
                  <a:pt x="1573" y="577"/>
                  <a:pt x="1562" y="568"/>
                </a:cubicBezTo>
                <a:cubicBezTo>
                  <a:pt x="1540" y="558"/>
                  <a:pt x="1552" y="564"/>
                  <a:pt x="1562" y="574"/>
                </a:cubicBezTo>
                <a:cubicBezTo>
                  <a:pt x="1612" y="632"/>
                  <a:pt x="1614" y="635"/>
                  <a:pt x="1618" y="637"/>
                </a:cubicBezTo>
                <a:cubicBezTo>
                  <a:pt x="1660" y="706"/>
                  <a:pt x="1670" y="726"/>
                  <a:pt x="1679" y="741"/>
                </a:cubicBezTo>
                <a:cubicBezTo>
                  <a:pt x="1694" y="803"/>
                  <a:pt x="1711" y="814"/>
                  <a:pt x="1700" y="817"/>
                </a:cubicBezTo>
                <a:cubicBezTo>
                  <a:pt x="1657" y="737"/>
                  <a:pt x="1656" y="726"/>
                  <a:pt x="1652" y="730"/>
                </a:cubicBezTo>
                <a:cubicBezTo>
                  <a:pt x="1637" y="702"/>
                  <a:pt x="1630" y="700"/>
                  <a:pt x="1626" y="688"/>
                </a:cubicBezTo>
                <a:cubicBezTo>
                  <a:pt x="1561" y="618"/>
                  <a:pt x="1551" y="613"/>
                  <a:pt x="1542" y="596"/>
                </a:cubicBezTo>
                <a:cubicBezTo>
                  <a:pt x="1505" y="580"/>
                  <a:pt x="1510" y="581"/>
                  <a:pt x="1513" y="580"/>
                </a:cubicBezTo>
                <a:cubicBezTo>
                  <a:pt x="1561" y="628"/>
                  <a:pt x="1583" y="655"/>
                  <a:pt x="1607" y="681"/>
                </a:cubicBezTo>
                <a:cubicBezTo>
                  <a:pt x="1645" y="733"/>
                  <a:pt x="1648" y="738"/>
                  <a:pt x="1650" y="742"/>
                </a:cubicBezTo>
                <a:cubicBezTo>
                  <a:pt x="1653" y="756"/>
                  <a:pt x="1642" y="747"/>
                  <a:pt x="1631" y="735"/>
                </a:cubicBezTo>
                <a:cubicBezTo>
                  <a:pt x="1578" y="677"/>
                  <a:pt x="1572" y="674"/>
                  <a:pt x="1567" y="668"/>
                </a:cubicBezTo>
                <a:cubicBezTo>
                  <a:pt x="1540" y="654"/>
                  <a:pt x="1550" y="658"/>
                  <a:pt x="1558" y="667"/>
                </a:cubicBezTo>
                <a:cubicBezTo>
                  <a:pt x="1646" y="768"/>
                  <a:pt x="1658" y="779"/>
                  <a:pt x="1671" y="790"/>
                </a:cubicBezTo>
                <a:cubicBezTo>
                  <a:pt x="1712" y="855"/>
                  <a:pt x="1715" y="859"/>
                  <a:pt x="1717" y="864"/>
                </a:cubicBezTo>
                <a:cubicBezTo>
                  <a:pt x="1689" y="842"/>
                  <a:pt x="1679" y="827"/>
                  <a:pt x="1668" y="817"/>
                </a:cubicBezTo>
                <a:cubicBezTo>
                  <a:pt x="1614" y="758"/>
                  <a:pt x="1606" y="757"/>
                  <a:pt x="1601" y="749"/>
                </a:cubicBezTo>
                <a:cubicBezTo>
                  <a:pt x="1528" y="684"/>
                  <a:pt x="1524" y="671"/>
                  <a:pt x="1517" y="672"/>
                </a:cubicBezTo>
                <a:cubicBezTo>
                  <a:pt x="1488" y="643"/>
                  <a:pt x="1475" y="638"/>
                  <a:pt x="1464" y="625"/>
                </a:cubicBezTo>
                <a:cubicBezTo>
                  <a:pt x="1436" y="606"/>
                  <a:pt x="1435" y="603"/>
                  <a:pt x="1432" y="605"/>
                </a:cubicBezTo>
                <a:cubicBezTo>
                  <a:pt x="1476" y="651"/>
                  <a:pt x="1482" y="648"/>
                  <a:pt x="1485" y="652"/>
                </a:cubicBezTo>
                <a:cubicBezTo>
                  <a:pt x="1526" y="693"/>
                  <a:pt x="1538" y="697"/>
                  <a:pt x="1547" y="711"/>
                </a:cubicBezTo>
                <a:cubicBezTo>
                  <a:pt x="1615" y="783"/>
                  <a:pt x="1621" y="786"/>
                  <a:pt x="1626" y="794"/>
                </a:cubicBezTo>
                <a:cubicBezTo>
                  <a:pt x="1633" y="805"/>
                  <a:pt x="1627" y="802"/>
                  <a:pt x="1621" y="796"/>
                </a:cubicBezTo>
                <a:cubicBezTo>
                  <a:pt x="1597" y="786"/>
                  <a:pt x="1591" y="781"/>
                  <a:pt x="1586" y="775"/>
                </a:cubicBezTo>
                <a:cubicBezTo>
                  <a:pt x="1545" y="749"/>
                  <a:pt x="1539" y="746"/>
                  <a:pt x="1533" y="743"/>
                </a:cubicBezTo>
                <a:cubicBezTo>
                  <a:pt x="1416" y="660"/>
                  <a:pt x="1405" y="649"/>
                  <a:pt x="1394" y="641"/>
                </a:cubicBezTo>
                <a:cubicBezTo>
                  <a:pt x="1375" y="622"/>
                  <a:pt x="1372" y="618"/>
                  <a:pt x="1370" y="613"/>
                </a:cubicBezTo>
                <a:cubicBezTo>
                  <a:pt x="1392" y="651"/>
                  <a:pt x="1401" y="653"/>
                  <a:pt x="1408" y="662"/>
                </a:cubicBezTo>
                <a:cubicBezTo>
                  <a:pt x="1424" y="676"/>
                  <a:pt x="1430" y="678"/>
                  <a:pt x="1432" y="684"/>
                </a:cubicBezTo>
                <a:cubicBezTo>
                  <a:pt x="1480" y="726"/>
                  <a:pt x="1504" y="734"/>
                  <a:pt x="1526" y="752"/>
                </a:cubicBezTo>
                <a:cubicBezTo>
                  <a:pt x="1567" y="780"/>
                  <a:pt x="1573" y="782"/>
                  <a:pt x="1578" y="788"/>
                </a:cubicBezTo>
                <a:cubicBezTo>
                  <a:pt x="1586" y="800"/>
                  <a:pt x="1582" y="796"/>
                  <a:pt x="1577" y="791"/>
                </a:cubicBezTo>
                <a:cubicBezTo>
                  <a:pt x="1521" y="755"/>
                  <a:pt x="1509" y="756"/>
                  <a:pt x="1500" y="747"/>
                </a:cubicBezTo>
                <a:cubicBezTo>
                  <a:pt x="1435" y="702"/>
                  <a:pt x="1431" y="695"/>
                  <a:pt x="1426" y="693"/>
                </a:cubicBezTo>
                <a:cubicBezTo>
                  <a:pt x="1376" y="654"/>
                  <a:pt x="1373" y="643"/>
                  <a:pt x="1366" y="644"/>
                </a:cubicBezTo>
                <a:cubicBezTo>
                  <a:pt x="1393" y="671"/>
                  <a:pt x="1394" y="680"/>
                  <a:pt x="1398" y="680"/>
                </a:cubicBezTo>
                <a:cubicBezTo>
                  <a:pt x="1442" y="716"/>
                  <a:pt x="1455" y="727"/>
                  <a:pt x="1468" y="738"/>
                </a:cubicBezTo>
                <a:cubicBezTo>
                  <a:pt x="1522" y="777"/>
                  <a:pt x="1538" y="781"/>
                  <a:pt x="1551" y="791"/>
                </a:cubicBezTo>
                <a:cubicBezTo>
                  <a:pt x="1586" y="810"/>
                  <a:pt x="1591" y="809"/>
                  <a:pt x="1593" y="815"/>
                </a:cubicBezTo>
                <a:cubicBezTo>
                  <a:pt x="1643" y="841"/>
                  <a:pt x="1650" y="846"/>
                  <a:pt x="1657" y="850"/>
                </a:cubicBezTo>
                <a:cubicBezTo>
                  <a:pt x="1696" y="880"/>
                  <a:pt x="1701" y="876"/>
                  <a:pt x="1702" y="884"/>
                </a:cubicBezTo>
                <a:cubicBezTo>
                  <a:pt x="1722" y="907"/>
                  <a:pt x="1717" y="899"/>
                  <a:pt x="1710" y="897"/>
                </a:cubicBezTo>
                <a:cubicBezTo>
                  <a:pt x="1665" y="870"/>
                  <a:pt x="1658" y="868"/>
                  <a:pt x="1651" y="865"/>
                </a:cubicBezTo>
                <a:cubicBezTo>
                  <a:pt x="1584" y="834"/>
                  <a:pt x="1576" y="832"/>
                  <a:pt x="1570" y="825"/>
                </a:cubicBezTo>
                <a:cubicBezTo>
                  <a:pt x="1486" y="780"/>
                  <a:pt x="1485" y="771"/>
                  <a:pt x="1481" y="772"/>
                </a:cubicBezTo>
                <a:cubicBezTo>
                  <a:pt x="1446" y="749"/>
                  <a:pt x="1442" y="737"/>
                  <a:pt x="1435" y="736"/>
                </a:cubicBezTo>
                <a:cubicBezTo>
                  <a:pt x="1397" y="703"/>
                  <a:pt x="1395" y="690"/>
                  <a:pt x="1388" y="694"/>
                </a:cubicBezTo>
                <a:cubicBezTo>
                  <a:pt x="1416" y="730"/>
                  <a:pt x="1420" y="727"/>
                  <a:pt x="1422" y="734"/>
                </a:cubicBezTo>
                <a:cubicBezTo>
                  <a:pt x="1447" y="751"/>
                  <a:pt x="1451" y="764"/>
                  <a:pt x="1459" y="763"/>
                </a:cubicBezTo>
                <a:cubicBezTo>
                  <a:pt x="1498" y="800"/>
                  <a:pt x="1503" y="795"/>
                  <a:pt x="1505" y="799"/>
                </a:cubicBezTo>
                <a:cubicBezTo>
                  <a:pt x="1559" y="828"/>
                  <a:pt x="1561" y="837"/>
                  <a:pt x="1564" y="837"/>
                </a:cubicBezTo>
                <a:cubicBezTo>
                  <a:pt x="1598" y="852"/>
                  <a:pt x="1601" y="853"/>
                  <a:pt x="1604" y="856"/>
                </a:cubicBezTo>
                <a:cubicBezTo>
                  <a:pt x="1628" y="870"/>
                  <a:pt x="1633" y="866"/>
                  <a:pt x="1636" y="871"/>
                </a:cubicBezTo>
                <a:cubicBezTo>
                  <a:pt x="1667" y="896"/>
                  <a:pt x="1661" y="889"/>
                  <a:pt x="1653" y="891"/>
                </a:cubicBezTo>
                <a:cubicBezTo>
                  <a:pt x="1617" y="876"/>
                  <a:pt x="1604" y="867"/>
                  <a:pt x="1590" y="861"/>
                </a:cubicBezTo>
                <a:cubicBezTo>
                  <a:pt x="1561" y="845"/>
                  <a:pt x="1552" y="849"/>
                  <a:pt x="1546" y="841"/>
                </a:cubicBezTo>
                <a:cubicBezTo>
                  <a:pt x="1491" y="812"/>
                  <a:pt x="1477" y="804"/>
                  <a:pt x="1464" y="793"/>
                </a:cubicBezTo>
                <a:cubicBezTo>
                  <a:pt x="1411" y="759"/>
                  <a:pt x="1408" y="753"/>
                  <a:pt x="1403" y="753"/>
                </a:cubicBezTo>
                <a:cubicBezTo>
                  <a:pt x="1387" y="749"/>
                  <a:pt x="1395" y="748"/>
                  <a:pt x="1400" y="758"/>
                </a:cubicBezTo>
                <a:cubicBezTo>
                  <a:pt x="1465" y="803"/>
                  <a:pt x="1470" y="811"/>
                  <a:pt x="1477" y="812"/>
                </a:cubicBezTo>
                <a:cubicBezTo>
                  <a:pt x="1523" y="839"/>
                  <a:pt x="1530" y="844"/>
                  <a:pt x="1536" y="850"/>
                </a:cubicBezTo>
                <a:cubicBezTo>
                  <a:pt x="1591" y="873"/>
                  <a:pt x="1604" y="882"/>
                  <a:pt x="1618" y="886"/>
                </a:cubicBezTo>
                <a:cubicBezTo>
                  <a:pt x="1740" y="942"/>
                  <a:pt x="1750" y="945"/>
                  <a:pt x="1758" y="953"/>
                </a:cubicBezTo>
                <a:cubicBezTo>
                  <a:pt x="1791" y="969"/>
                  <a:pt x="1794" y="979"/>
                  <a:pt x="1801" y="976"/>
                </a:cubicBezTo>
                <a:cubicBezTo>
                  <a:pt x="1805" y="990"/>
                  <a:pt x="1804" y="981"/>
                  <a:pt x="1799" y="983"/>
                </a:cubicBezTo>
                <a:cubicBezTo>
                  <a:pt x="1754" y="961"/>
                  <a:pt x="1748" y="953"/>
                  <a:pt x="1740" y="951"/>
                </a:cubicBezTo>
                <a:cubicBezTo>
                  <a:pt x="1699" y="931"/>
                  <a:pt x="1695" y="932"/>
                  <a:pt x="1692" y="928"/>
                </a:cubicBezTo>
                <a:cubicBezTo>
                  <a:pt x="1636" y="908"/>
                  <a:pt x="1633" y="902"/>
                  <a:pt x="1628" y="904"/>
                </a:cubicBezTo>
                <a:cubicBezTo>
                  <a:pt x="1558" y="873"/>
                  <a:pt x="1549" y="872"/>
                  <a:pt x="1542" y="864"/>
                </a:cubicBezTo>
                <a:cubicBezTo>
                  <a:pt x="1461" y="823"/>
                  <a:pt x="1454" y="813"/>
                  <a:pt x="1445" y="812"/>
                </a:cubicBezTo>
                <a:cubicBezTo>
                  <a:pt x="1425" y="803"/>
                  <a:pt x="1430" y="806"/>
                  <a:pt x="1435" y="806"/>
                </a:cubicBezTo>
                <a:cubicBezTo>
                  <a:pt x="1500" y="857"/>
                  <a:pt x="1521" y="865"/>
                  <a:pt x="1542" y="876"/>
                </a:cubicBezTo>
                <a:cubicBezTo>
                  <a:pt x="1583" y="901"/>
                  <a:pt x="1595" y="899"/>
                  <a:pt x="1605" y="905"/>
                </a:cubicBezTo>
                <a:cubicBezTo>
                  <a:pt x="1656" y="924"/>
                  <a:pt x="1659" y="926"/>
                  <a:pt x="1661" y="930"/>
                </a:cubicBezTo>
                <a:cubicBezTo>
                  <a:pt x="1685" y="942"/>
                  <a:pt x="1691" y="937"/>
                  <a:pt x="1695" y="944"/>
                </a:cubicBezTo>
                <a:cubicBezTo>
                  <a:pt x="1750" y="965"/>
                  <a:pt x="1754" y="969"/>
                  <a:pt x="1758" y="973"/>
                </a:cubicBezTo>
                <a:cubicBezTo>
                  <a:pt x="1763" y="979"/>
                  <a:pt x="1760" y="976"/>
                  <a:pt x="1756" y="975"/>
                </a:cubicBezTo>
                <a:cubicBezTo>
                  <a:pt x="1731" y="961"/>
                  <a:pt x="1727" y="964"/>
                  <a:pt x="1725" y="962"/>
                </a:cubicBezTo>
                <a:cubicBezTo>
                  <a:pt x="1664" y="939"/>
                  <a:pt x="1660" y="938"/>
                  <a:pt x="1657" y="935"/>
                </a:cubicBezTo>
                <a:cubicBezTo>
                  <a:pt x="1618" y="921"/>
                  <a:pt x="1610" y="922"/>
                  <a:pt x="1604" y="918"/>
                </a:cubicBezTo>
                <a:cubicBezTo>
                  <a:pt x="1568" y="903"/>
                  <a:pt x="1554" y="896"/>
                  <a:pt x="1540" y="889"/>
                </a:cubicBezTo>
                <a:cubicBezTo>
                  <a:pt x="1470" y="854"/>
                  <a:pt x="1464" y="848"/>
                  <a:pt x="1456" y="847"/>
                </a:cubicBezTo>
                <a:cubicBezTo>
                  <a:pt x="1389" y="802"/>
                  <a:pt x="1383" y="794"/>
                  <a:pt x="1376" y="789"/>
                </a:cubicBezTo>
                <a:cubicBezTo>
                  <a:pt x="1354" y="768"/>
                  <a:pt x="1353" y="757"/>
                  <a:pt x="1348" y="760"/>
                </a:cubicBezTo>
                <a:cubicBezTo>
                  <a:pt x="1374" y="793"/>
                  <a:pt x="1378" y="805"/>
                  <a:pt x="1386" y="807"/>
                </a:cubicBezTo>
                <a:cubicBezTo>
                  <a:pt x="1457" y="858"/>
                  <a:pt x="1465" y="860"/>
                  <a:pt x="1471" y="865"/>
                </a:cubicBezTo>
                <a:cubicBezTo>
                  <a:pt x="1545" y="898"/>
                  <a:pt x="1546" y="907"/>
                  <a:pt x="1550" y="907"/>
                </a:cubicBezTo>
                <a:cubicBezTo>
                  <a:pt x="1600" y="930"/>
                  <a:pt x="1616" y="933"/>
                  <a:pt x="1631" y="941"/>
                </a:cubicBezTo>
                <a:cubicBezTo>
                  <a:pt x="1662" y="949"/>
                  <a:pt x="1669" y="954"/>
                  <a:pt x="1678" y="956"/>
                </a:cubicBezTo>
                <a:cubicBezTo>
                  <a:pt x="1747" y="985"/>
                  <a:pt x="1769" y="994"/>
                  <a:pt x="1791" y="1002"/>
                </a:cubicBezTo>
                <a:cubicBezTo>
                  <a:pt x="1851" y="1035"/>
                  <a:pt x="1853" y="1040"/>
                  <a:pt x="1856" y="1039"/>
                </a:cubicBezTo>
                <a:cubicBezTo>
                  <a:pt x="1846" y="1046"/>
                  <a:pt x="1839" y="1044"/>
                  <a:pt x="1833" y="1040"/>
                </a:cubicBezTo>
                <a:cubicBezTo>
                  <a:pt x="1785" y="1020"/>
                  <a:pt x="1773" y="1017"/>
                  <a:pt x="1762" y="1012"/>
                </a:cubicBezTo>
                <a:cubicBezTo>
                  <a:pt x="1719" y="1007"/>
                  <a:pt x="1717" y="994"/>
                  <a:pt x="1709" y="1001"/>
                </a:cubicBezTo>
                <a:cubicBezTo>
                  <a:pt x="1680" y="991"/>
                  <a:pt x="1668" y="988"/>
                  <a:pt x="1656" y="986"/>
                </a:cubicBezTo>
                <a:cubicBezTo>
                  <a:pt x="1612" y="968"/>
                  <a:pt x="1604" y="966"/>
                  <a:pt x="1600" y="964"/>
                </a:cubicBezTo>
                <a:cubicBezTo>
                  <a:pt x="1554" y="947"/>
                  <a:pt x="1548" y="942"/>
                  <a:pt x="1541" y="938"/>
                </a:cubicBezTo>
                <a:cubicBezTo>
                  <a:pt x="1478" y="908"/>
                  <a:pt x="1471" y="908"/>
                  <a:pt x="1465" y="901"/>
                </a:cubicBezTo>
                <a:cubicBezTo>
                  <a:pt x="1404" y="863"/>
                  <a:pt x="1396" y="865"/>
                  <a:pt x="1391" y="857"/>
                </a:cubicBezTo>
                <a:cubicBezTo>
                  <a:pt x="1351" y="831"/>
                  <a:pt x="1356" y="837"/>
                  <a:pt x="1361" y="841"/>
                </a:cubicBezTo>
                <a:cubicBezTo>
                  <a:pt x="1397" y="871"/>
                  <a:pt x="1403" y="876"/>
                  <a:pt x="1410" y="876"/>
                </a:cubicBezTo>
                <a:cubicBezTo>
                  <a:pt x="1447" y="906"/>
                  <a:pt x="1455" y="902"/>
                  <a:pt x="1458" y="911"/>
                </a:cubicBezTo>
                <a:cubicBezTo>
                  <a:pt x="1499" y="931"/>
                  <a:pt x="1505" y="935"/>
                  <a:pt x="1511" y="937"/>
                </a:cubicBezTo>
                <a:cubicBezTo>
                  <a:pt x="1587" y="972"/>
                  <a:pt x="1593" y="972"/>
                  <a:pt x="1598" y="977"/>
                </a:cubicBezTo>
                <a:cubicBezTo>
                  <a:pt x="1623" y="984"/>
                  <a:pt x="1629" y="985"/>
                  <a:pt x="1635" y="986"/>
                </a:cubicBezTo>
                <a:cubicBezTo>
                  <a:pt x="1674" y="1000"/>
                  <a:pt x="1676" y="1003"/>
                  <a:pt x="1680" y="1002"/>
                </a:cubicBezTo>
                <a:cubicBezTo>
                  <a:pt x="1732" y="1019"/>
                  <a:pt x="1740" y="1013"/>
                  <a:pt x="1745" y="1019"/>
                </a:cubicBezTo>
                <a:cubicBezTo>
                  <a:pt x="1847" y="1059"/>
                  <a:pt x="1859" y="1062"/>
                  <a:pt x="1870" y="1070"/>
                </a:cubicBezTo>
                <a:cubicBezTo>
                  <a:pt x="1889" y="1087"/>
                  <a:pt x="1876" y="1080"/>
                  <a:pt x="1862" y="1071"/>
                </a:cubicBezTo>
                <a:cubicBezTo>
                  <a:pt x="1724" y="1039"/>
                  <a:pt x="1721" y="1038"/>
                  <a:pt x="1716" y="1041"/>
                </a:cubicBezTo>
                <a:cubicBezTo>
                  <a:pt x="1689" y="1034"/>
                  <a:pt x="1685" y="1031"/>
                  <a:pt x="1680" y="1034"/>
                </a:cubicBezTo>
                <a:cubicBezTo>
                  <a:pt x="1636" y="1025"/>
                  <a:pt x="1633" y="1013"/>
                  <a:pt x="1624" y="1018"/>
                </a:cubicBezTo>
                <a:cubicBezTo>
                  <a:pt x="1593" y="1009"/>
                  <a:pt x="1591" y="1008"/>
                  <a:pt x="1588" y="1006"/>
                </a:cubicBezTo>
                <a:cubicBezTo>
                  <a:pt x="1544" y="990"/>
                  <a:pt x="1538" y="988"/>
                  <a:pt x="1532" y="984"/>
                </a:cubicBezTo>
                <a:cubicBezTo>
                  <a:pt x="1457" y="950"/>
                  <a:pt x="1454" y="949"/>
                  <a:pt x="1451" y="950"/>
                </a:cubicBezTo>
                <a:cubicBezTo>
                  <a:pt x="1419" y="925"/>
                  <a:pt x="1411" y="929"/>
                  <a:pt x="1406" y="922"/>
                </a:cubicBezTo>
                <a:cubicBezTo>
                  <a:pt x="1371" y="895"/>
                  <a:pt x="1368" y="895"/>
                  <a:pt x="1365" y="895"/>
                </a:cubicBezTo>
                <a:cubicBezTo>
                  <a:pt x="1374" y="905"/>
                  <a:pt x="1378" y="913"/>
                  <a:pt x="1384" y="914"/>
                </a:cubicBezTo>
                <a:cubicBezTo>
                  <a:pt x="1456" y="958"/>
                  <a:pt x="1466" y="966"/>
                  <a:pt x="1477" y="971"/>
                </a:cubicBezTo>
                <a:cubicBezTo>
                  <a:pt x="1528" y="997"/>
                  <a:pt x="1532" y="992"/>
                  <a:pt x="1534" y="998"/>
                </a:cubicBezTo>
                <a:cubicBezTo>
                  <a:pt x="1581" y="1012"/>
                  <a:pt x="1586" y="1017"/>
                  <a:pt x="1592" y="1019"/>
                </a:cubicBezTo>
                <a:cubicBezTo>
                  <a:pt x="1615" y="1024"/>
                  <a:pt x="1621" y="1023"/>
                  <a:pt x="1625" y="1030"/>
                </a:cubicBezTo>
                <a:cubicBezTo>
                  <a:pt x="1667" y="1035"/>
                  <a:pt x="1671" y="1043"/>
                  <a:pt x="1678" y="1041"/>
                </a:cubicBezTo>
                <a:cubicBezTo>
                  <a:pt x="1699" y="1049"/>
                  <a:pt x="1705" y="1050"/>
                  <a:pt x="1712" y="1049"/>
                </a:cubicBezTo>
                <a:cubicBezTo>
                  <a:pt x="1723" y="1054"/>
                  <a:pt x="1726" y="1053"/>
                  <a:pt x="1729" y="1054"/>
                </a:cubicBezTo>
                <a:cubicBezTo>
                  <a:pt x="1771" y="1057"/>
                  <a:pt x="1775" y="1065"/>
                  <a:pt x="1781" y="1063"/>
                </a:cubicBezTo>
                <a:cubicBezTo>
                  <a:pt x="1822" y="1073"/>
                  <a:pt x="1828" y="1072"/>
                  <a:pt x="1833" y="1076"/>
                </a:cubicBezTo>
                <a:cubicBezTo>
                  <a:pt x="1893" y="1097"/>
                  <a:pt x="1899" y="1107"/>
                  <a:pt x="1909" y="1107"/>
                </a:cubicBezTo>
                <a:cubicBezTo>
                  <a:pt x="1912" y="1114"/>
                  <a:pt x="1904" y="1118"/>
                  <a:pt x="1899" y="1116"/>
                </a:cubicBezTo>
                <a:cubicBezTo>
                  <a:pt x="1862" y="1102"/>
                  <a:pt x="1857" y="1100"/>
                  <a:pt x="1852" y="1100"/>
                </a:cubicBezTo>
                <a:cubicBezTo>
                  <a:pt x="1829" y="1091"/>
                  <a:pt x="1826" y="1094"/>
                  <a:pt x="1824" y="1092"/>
                </a:cubicBezTo>
                <a:cubicBezTo>
                  <a:pt x="1778" y="1083"/>
                  <a:pt x="1772" y="1088"/>
                  <a:pt x="1767" y="1086"/>
                </a:cubicBezTo>
                <a:cubicBezTo>
                  <a:pt x="1748" y="1084"/>
                  <a:pt x="1746" y="1083"/>
                  <a:pt x="1745" y="1083"/>
                </a:cubicBezTo>
                <a:cubicBezTo>
                  <a:pt x="1718" y="1080"/>
                  <a:pt x="1714" y="1081"/>
                  <a:pt x="1709" y="1080"/>
                </a:cubicBezTo>
                <a:cubicBezTo>
                  <a:pt x="1660" y="1074"/>
                  <a:pt x="1654" y="1078"/>
                  <a:pt x="1650" y="1075"/>
                </a:cubicBezTo>
                <a:cubicBezTo>
                  <a:pt x="1615" y="1074"/>
                  <a:pt x="1595" y="1073"/>
                  <a:pt x="1575" y="1072"/>
                </a:cubicBezTo>
                <a:cubicBezTo>
                  <a:pt x="1506" y="1067"/>
                  <a:pt x="1498" y="1058"/>
                  <a:pt x="1488" y="1059"/>
                </a:cubicBezTo>
                <a:cubicBezTo>
                  <a:pt x="1428" y="1039"/>
                  <a:pt x="1423" y="1038"/>
                  <a:pt x="1419" y="1035"/>
                </a:cubicBezTo>
                <a:cubicBezTo>
                  <a:pt x="1387" y="1022"/>
                  <a:pt x="1381" y="1028"/>
                  <a:pt x="1378" y="1020"/>
                </a:cubicBezTo>
                <a:cubicBezTo>
                  <a:pt x="1355" y="1018"/>
                  <a:pt x="1360" y="1022"/>
                  <a:pt x="1367" y="1020"/>
                </a:cubicBezTo>
                <a:cubicBezTo>
                  <a:pt x="1424" y="1046"/>
                  <a:pt x="1429" y="1051"/>
                  <a:pt x="1436" y="1050"/>
                </a:cubicBezTo>
                <a:cubicBezTo>
                  <a:pt x="1466" y="1061"/>
                  <a:pt x="1469" y="1062"/>
                  <a:pt x="1472" y="1062"/>
                </a:cubicBezTo>
                <a:cubicBezTo>
                  <a:pt x="1503" y="1071"/>
                  <a:pt x="1506" y="1070"/>
                  <a:pt x="1509" y="1070"/>
                </a:cubicBezTo>
                <a:cubicBezTo>
                  <a:pt x="1554" y="1076"/>
                  <a:pt x="1559" y="1083"/>
                  <a:pt x="1567" y="1079"/>
                </a:cubicBezTo>
                <a:cubicBezTo>
                  <a:pt x="1651" y="1091"/>
                  <a:pt x="1661" y="1081"/>
                  <a:pt x="1666" y="1089"/>
                </a:cubicBezTo>
                <a:cubicBezTo>
                  <a:pt x="1717" y="1092"/>
                  <a:pt x="1720" y="1093"/>
                  <a:pt x="1724" y="1092"/>
                </a:cubicBezTo>
                <a:cubicBezTo>
                  <a:pt x="1764" y="1093"/>
                  <a:pt x="1765" y="1101"/>
                  <a:pt x="1769" y="1099"/>
                </a:cubicBezTo>
                <a:cubicBezTo>
                  <a:pt x="1807" y="1105"/>
                  <a:pt x="1813" y="1100"/>
                  <a:pt x="1814" y="1107"/>
                </a:cubicBezTo>
                <a:cubicBezTo>
                  <a:pt x="1874" y="1119"/>
                  <a:pt x="1880" y="1122"/>
                  <a:pt x="1887" y="1122"/>
                </a:cubicBezTo>
                <a:cubicBezTo>
                  <a:pt x="1910" y="1137"/>
                  <a:pt x="1917" y="1125"/>
                  <a:pt x="1918" y="1134"/>
                </a:cubicBezTo>
                <a:cubicBezTo>
                  <a:pt x="1941" y="1150"/>
                  <a:pt x="1936" y="1147"/>
                  <a:pt x="1929" y="1149"/>
                </a:cubicBezTo>
                <a:cubicBezTo>
                  <a:pt x="1917" y="1147"/>
                  <a:pt x="1914" y="1145"/>
                  <a:pt x="1911" y="1144"/>
                </a:cubicBezTo>
                <a:cubicBezTo>
                  <a:pt x="1841" y="1136"/>
                  <a:pt x="1833" y="1136"/>
                  <a:pt x="1826" y="1133"/>
                </a:cubicBezTo>
                <a:cubicBezTo>
                  <a:pt x="1794" y="1128"/>
                  <a:pt x="1785" y="1132"/>
                  <a:pt x="1778" y="1127"/>
                </a:cubicBezTo>
                <a:cubicBezTo>
                  <a:pt x="1708" y="1130"/>
                  <a:pt x="1691" y="1126"/>
                  <a:pt x="1673" y="1127"/>
                </a:cubicBezTo>
                <a:cubicBezTo>
                  <a:pt x="1625" y="1129"/>
                  <a:pt x="1621" y="1126"/>
                  <a:pt x="1616" y="1126"/>
                </a:cubicBezTo>
                <a:cubicBezTo>
                  <a:pt x="1552" y="1119"/>
                  <a:pt x="1542" y="1121"/>
                  <a:pt x="1534" y="1115"/>
                </a:cubicBezTo>
                <a:cubicBezTo>
                  <a:pt x="1490" y="1104"/>
                  <a:pt x="1471" y="1103"/>
                  <a:pt x="1455" y="1095"/>
                </a:cubicBezTo>
                <a:cubicBezTo>
                  <a:pt x="1420" y="1086"/>
                  <a:pt x="1414" y="1074"/>
                  <a:pt x="1404" y="1076"/>
                </a:cubicBezTo>
                <a:cubicBezTo>
                  <a:pt x="1455" y="1098"/>
                  <a:pt x="1456" y="1102"/>
                  <a:pt x="1459" y="1101"/>
                </a:cubicBezTo>
                <a:cubicBezTo>
                  <a:pt x="1489" y="1110"/>
                  <a:pt x="1494" y="1116"/>
                  <a:pt x="1500" y="1117"/>
                </a:cubicBezTo>
                <a:cubicBezTo>
                  <a:pt x="1534" y="1125"/>
                  <a:pt x="1537" y="1124"/>
                  <a:pt x="1538" y="1128"/>
                </a:cubicBezTo>
                <a:cubicBezTo>
                  <a:pt x="1580" y="1128"/>
                  <a:pt x="1593" y="1133"/>
                  <a:pt x="1606" y="1134"/>
                </a:cubicBezTo>
                <a:cubicBezTo>
                  <a:pt x="1654" y="1136"/>
                  <a:pt x="1662" y="1134"/>
                  <a:pt x="1667" y="1138"/>
                </a:cubicBezTo>
                <a:cubicBezTo>
                  <a:pt x="1702" y="1140"/>
                  <a:pt x="1716" y="1138"/>
                  <a:pt x="1731" y="1136"/>
                </a:cubicBezTo>
                <a:cubicBezTo>
                  <a:pt x="1837" y="1142"/>
                  <a:pt x="1847" y="1149"/>
                  <a:pt x="1860" y="1146"/>
                </a:cubicBezTo>
                <a:cubicBezTo>
                  <a:pt x="1888" y="1152"/>
                  <a:pt x="1891" y="1152"/>
                  <a:pt x="1894" y="1150"/>
                </a:cubicBezTo>
                <a:cubicBezTo>
                  <a:pt x="1970" y="1172"/>
                  <a:pt x="1976" y="1175"/>
                  <a:pt x="1982" y="1181"/>
                </a:cubicBezTo>
                <a:cubicBezTo>
                  <a:pt x="1935" y="1169"/>
                  <a:pt x="1929" y="1167"/>
                  <a:pt x="1924" y="1166"/>
                </a:cubicBezTo>
                <a:cubicBezTo>
                  <a:pt x="1884" y="1157"/>
                  <a:pt x="1872" y="1159"/>
                  <a:pt x="1863" y="1156"/>
                </a:cubicBezTo>
                <a:cubicBezTo>
                  <a:pt x="1791" y="1150"/>
                  <a:pt x="1780" y="1152"/>
                  <a:pt x="1770" y="1149"/>
                </a:cubicBezTo>
                <a:cubicBezTo>
                  <a:pt x="1717" y="1153"/>
                  <a:pt x="1710" y="1152"/>
                  <a:pt x="1703" y="1154"/>
                </a:cubicBezTo>
                <a:cubicBezTo>
                  <a:pt x="1666" y="1159"/>
                  <a:pt x="1651" y="1159"/>
                  <a:pt x="1636" y="1162"/>
                </a:cubicBezTo>
                <a:cubicBezTo>
                  <a:pt x="1580" y="1163"/>
                  <a:pt x="1565" y="1164"/>
                  <a:pt x="1551" y="1162"/>
                </a:cubicBezTo>
                <a:cubicBezTo>
                  <a:pt x="1499" y="1154"/>
                  <a:pt x="1493" y="1159"/>
                  <a:pt x="1490" y="1158"/>
                </a:cubicBezTo>
                <a:cubicBezTo>
                  <a:pt x="1462" y="1153"/>
                  <a:pt x="1457" y="1147"/>
                  <a:pt x="1449" y="1148"/>
                </a:cubicBezTo>
                <a:cubicBezTo>
                  <a:pt x="1404" y="1136"/>
                  <a:pt x="1399" y="1127"/>
                  <a:pt x="1390" y="1131"/>
                </a:cubicBezTo>
                <a:cubicBezTo>
                  <a:pt x="1480" y="1168"/>
                  <a:pt x="1493" y="1159"/>
                  <a:pt x="1500" y="1170"/>
                </a:cubicBezTo>
                <a:cubicBezTo>
                  <a:pt x="1526" y="1170"/>
                  <a:pt x="1530" y="1170"/>
                  <a:pt x="1533" y="1172"/>
                </a:cubicBezTo>
                <a:cubicBezTo>
                  <a:pt x="1584" y="1176"/>
                  <a:pt x="1595" y="1171"/>
                  <a:pt x="1605" y="1173"/>
                </a:cubicBezTo>
                <a:cubicBezTo>
                  <a:pt x="1679" y="1165"/>
                  <a:pt x="1689" y="1167"/>
                  <a:pt x="1700" y="1164"/>
                </a:cubicBezTo>
                <a:cubicBezTo>
                  <a:pt x="1800" y="1167"/>
                  <a:pt x="1809" y="1160"/>
                  <a:pt x="1816" y="1162"/>
                </a:cubicBezTo>
                <a:cubicBezTo>
                  <a:pt x="1851" y="1165"/>
                  <a:pt x="1855" y="1168"/>
                  <a:pt x="1859" y="1170"/>
                </a:cubicBezTo>
                <a:cubicBezTo>
                  <a:pt x="1914" y="1174"/>
                  <a:pt x="1919" y="1176"/>
                  <a:pt x="1924" y="1178"/>
                </a:cubicBezTo>
                <a:cubicBezTo>
                  <a:pt x="1976" y="1194"/>
                  <a:pt x="1983" y="1192"/>
                  <a:pt x="1987" y="1196"/>
                </a:cubicBezTo>
                <a:cubicBezTo>
                  <a:pt x="2014" y="1207"/>
                  <a:pt x="2016" y="1209"/>
                  <a:pt x="2018" y="1214"/>
                </a:cubicBezTo>
                <a:cubicBezTo>
                  <a:pt x="1988" y="1203"/>
                  <a:pt x="1985" y="1206"/>
                  <a:pt x="1983" y="1204"/>
                </a:cubicBezTo>
                <a:cubicBezTo>
                  <a:pt x="1917" y="1194"/>
                  <a:pt x="1913" y="1194"/>
                  <a:pt x="1909" y="1192"/>
                </a:cubicBezTo>
                <a:cubicBezTo>
                  <a:pt x="1864" y="1187"/>
                  <a:pt x="1857" y="1197"/>
                  <a:pt x="1855" y="1190"/>
                </a:cubicBezTo>
                <a:cubicBezTo>
                  <a:pt x="1803" y="1195"/>
                  <a:pt x="1795" y="1191"/>
                  <a:pt x="1786" y="1193"/>
                </a:cubicBezTo>
                <a:cubicBezTo>
                  <a:pt x="1697" y="1195"/>
                  <a:pt x="1691" y="1196"/>
                  <a:pt x="1685" y="1196"/>
                </a:cubicBezTo>
                <a:cubicBezTo>
                  <a:pt x="1622" y="1192"/>
                  <a:pt x="1610" y="1192"/>
                  <a:pt x="1599" y="1194"/>
                </a:cubicBezTo>
                <a:cubicBezTo>
                  <a:pt x="1553" y="1190"/>
                  <a:pt x="1541" y="1191"/>
                  <a:pt x="1530" y="1188"/>
                </a:cubicBezTo>
                <a:cubicBezTo>
                  <a:pt x="1511" y="1187"/>
                  <a:pt x="1508" y="1184"/>
                  <a:pt x="1505" y="1185"/>
                </a:cubicBezTo>
                <a:cubicBezTo>
                  <a:pt x="1458" y="1176"/>
                  <a:pt x="1454" y="1171"/>
                  <a:pt x="1448" y="1172"/>
                </a:cubicBezTo>
                <a:cubicBezTo>
                  <a:pt x="1405" y="1156"/>
                  <a:pt x="1402" y="1155"/>
                  <a:pt x="1399" y="1152"/>
                </a:cubicBezTo>
                <a:cubicBezTo>
                  <a:pt x="1402" y="1162"/>
                  <a:pt x="1406" y="1165"/>
                  <a:pt x="1411" y="1163"/>
                </a:cubicBezTo>
                <a:cubicBezTo>
                  <a:pt x="1457" y="1183"/>
                  <a:pt x="1464" y="1182"/>
                  <a:pt x="1469" y="1184"/>
                </a:cubicBezTo>
                <a:cubicBezTo>
                  <a:pt x="1584" y="1203"/>
                  <a:pt x="1589" y="1207"/>
                  <a:pt x="1597" y="1201"/>
                </a:cubicBezTo>
                <a:cubicBezTo>
                  <a:pt x="1664" y="1208"/>
                  <a:pt x="1677" y="1205"/>
                  <a:pt x="1689" y="1209"/>
                </a:cubicBezTo>
                <a:cubicBezTo>
                  <a:pt x="1772" y="1206"/>
                  <a:pt x="1778" y="1206"/>
                  <a:pt x="1785" y="1202"/>
                </a:cubicBezTo>
                <a:cubicBezTo>
                  <a:pt x="1854" y="1204"/>
                  <a:pt x="1867" y="1203"/>
                  <a:pt x="1880" y="1203"/>
                </a:cubicBezTo>
                <a:cubicBezTo>
                  <a:pt x="1926" y="1209"/>
                  <a:pt x="1939" y="1207"/>
                  <a:pt x="1951" y="1210"/>
                </a:cubicBezTo>
                <a:cubicBezTo>
                  <a:pt x="1980" y="1220"/>
                  <a:pt x="1983" y="1218"/>
                  <a:pt x="1986" y="1220"/>
                </a:cubicBezTo>
                <a:cubicBezTo>
                  <a:pt x="2015" y="1228"/>
                  <a:pt x="2019" y="1230"/>
                  <a:pt x="2017" y="1232"/>
                </a:cubicBezTo>
                <a:cubicBezTo>
                  <a:pt x="1985" y="1227"/>
                  <a:pt x="1975" y="1229"/>
                  <a:pt x="1968" y="1224"/>
                </a:cubicBezTo>
                <a:cubicBezTo>
                  <a:pt x="1928" y="1217"/>
                  <a:pt x="1921" y="1224"/>
                  <a:pt x="1918" y="1219"/>
                </a:cubicBezTo>
                <a:cubicBezTo>
                  <a:pt x="1859" y="1219"/>
                  <a:pt x="1851" y="1220"/>
                  <a:pt x="1843" y="1217"/>
                </a:cubicBezTo>
                <a:cubicBezTo>
                  <a:pt x="1760" y="1230"/>
                  <a:pt x="1753" y="1228"/>
                  <a:pt x="1745" y="1230"/>
                </a:cubicBezTo>
                <a:cubicBezTo>
                  <a:pt x="1659" y="1241"/>
                  <a:pt x="1644" y="1240"/>
                  <a:pt x="1627" y="1246"/>
                </a:cubicBezTo>
                <a:cubicBezTo>
                  <a:pt x="1592" y="1242"/>
                  <a:pt x="1588" y="1243"/>
                  <a:pt x="1584" y="1247"/>
                </a:cubicBezTo>
                <a:cubicBezTo>
                  <a:pt x="1513" y="1242"/>
                  <a:pt x="1505" y="1243"/>
                  <a:pt x="1498" y="1241"/>
                </a:cubicBezTo>
                <a:cubicBezTo>
                  <a:pt x="1460" y="1241"/>
                  <a:pt x="1459" y="1233"/>
                  <a:pt x="1454" y="1236"/>
                </a:cubicBezTo>
                <a:cubicBezTo>
                  <a:pt x="1504" y="1255"/>
                  <a:pt x="1520" y="1250"/>
                  <a:pt x="1532" y="1255"/>
                </a:cubicBezTo>
                <a:cubicBezTo>
                  <a:pt x="1588" y="1251"/>
                  <a:pt x="1601" y="1257"/>
                  <a:pt x="1616" y="1252"/>
                </a:cubicBezTo>
                <a:cubicBezTo>
                  <a:pt x="1643" y="1255"/>
                  <a:pt x="1651" y="1252"/>
                  <a:pt x="1658" y="1249"/>
                </a:cubicBezTo>
                <a:cubicBezTo>
                  <a:pt x="1718" y="1247"/>
                  <a:pt x="1729" y="1239"/>
                  <a:pt x="1736" y="1241"/>
                </a:cubicBezTo>
                <a:cubicBezTo>
                  <a:pt x="1794" y="1236"/>
                  <a:pt x="1808" y="1230"/>
                  <a:pt x="1819" y="1236"/>
                </a:cubicBezTo>
                <a:cubicBezTo>
                  <a:pt x="1901" y="1230"/>
                  <a:pt x="1920" y="1235"/>
                  <a:pt x="1942" y="1230"/>
                </a:cubicBezTo>
                <a:cubicBezTo>
                  <a:pt x="1972" y="1240"/>
                  <a:pt x="1977" y="1237"/>
                  <a:pt x="1981" y="1237"/>
                </a:cubicBezTo>
                <a:cubicBezTo>
                  <a:pt x="2006" y="1237"/>
                  <a:pt x="2013" y="1246"/>
                  <a:pt x="2023" y="1244"/>
                </a:cubicBezTo>
                <a:cubicBezTo>
                  <a:pt x="2029" y="1250"/>
                  <a:pt x="2022" y="1254"/>
                  <a:pt x="2017" y="1249"/>
                </a:cubicBezTo>
                <a:cubicBezTo>
                  <a:pt x="1993" y="1245"/>
                  <a:pt x="1990" y="1244"/>
                  <a:pt x="1986" y="1246"/>
                </a:cubicBezTo>
                <a:cubicBezTo>
                  <a:pt x="1944" y="1241"/>
                  <a:pt x="1934" y="1238"/>
                  <a:pt x="1921" y="1241"/>
                </a:cubicBezTo>
                <a:cubicBezTo>
                  <a:pt x="1878" y="1240"/>
                  <a:pt x="1868" y="1235"/>
                  <a:pt x="1856" y="1239"/>
                </a:cubicBezTo>
                <a:cubicBezTo>
                  <a:pt x="1818" y="1241"/>
                  <a:pt x="1811" y="1245"/>
                  <a:pt x="1806" y="1240"/>
                </a:cubicBezTo>
                <a:cubicBezTo>
                  <a:pt x="1741" y="1257"/>
                  <a:pt x="1731" y="1253"/>
                  <a:pt x="1719" y="1257"/>
                </a:cubicBezTo>
                <a:cubicBezTo>
                  <a:pt x="1677" y="1265"/>
                  <a:pt x="1664" y="1269"/>
                  <a:pt x="1652" y="1270"/>
                </a:cubicBezTo>
                <a:cubicBezTo>
                  <a:pt x="1597" y="1273"/>
                  <a:pt x="1591" y="1273"/>
                  <a:pt x="1585" y="1275"/>
                </a:cubicBezTo>
                <a:cubicBezTo>
                  <a:pt x="1535" y="1271"/>
                  <a:pt x="1532" y="1271"/>
                  <a:pt x="1529" y="1271"/>
                </a:cubicBezTo>
                <a:cubicBezTo>
                  <a:pt x="1555" y="1283"/>
                  <a:pt x="1565" y="1278"/>
                  <a:pt x="1571" y="1283"/>
                </a:cubicBezTo>
                <a:cubicBezTo>
                  <a:pt x="1624" y="1284"/>
                  <a:pt x="1628" y="1283"/>
                  <a:pt x="1632" y="1281"/>
                </a:cubicBezTo>
                <a:cubicBezTo>
                  <a:pt x="1686" y="1275"/>
                  <a:pt x="1703" y="1274"/>
                  <a:pt x="1722" y="1264"/>
                </a:cubicBezTo>
                <a:cubicBezTo>
                  <a:pt x="1770" y="1259"/>
                  <a:pt x="1778" y="1261"/>
                  <a:pt x="1779" y="1255"/>
                </a:cubicBezTo>
                <a:cubicBezTo>
                  <a:pt x="1878" y="1249"/>
                  <a:pt x="1892" y="1250"/>
                  <a:pt x="1906" y="1250"/>
                </a:cubicBezTo>
                <a:cubicBezTo>
                  <a:pt x="1992" y="1255"/>
                  <a:pt x="1995" y="1258"/>
                  <a:pt x="1998" y="1257"/>
                </a:cubicBezTo>
                <a:cubicBezTo>
                  <a:pt x="2034" y="1268"/>
                  <a:pt x="2041" y="1268"/>
                  <a:pt x="2048" y="1268"/>
                </a:cubicBezTo>
                <a:cubicBezTo>
                  <a:pt x="2089" y="1282"/>
                  <a:pt x="2090" y="1287"/>
                  <a:pt x="2094" y="1286"/>
                </a:cubicBezTo>
                <a:cubicBezTo>
                  <a:pt x="2076" y="1291"/>
                  <a:pt x="2074" y="1288"/>
                  <a:pt x="2071" y="1287"/>
                </a:cubicBezTo>
                <a:cubicBezTo>
                  <a:pt x="2047" y="1285"/>
                  <a:pt x="2045" y="1278"/>
                  <a:pt x="2040" y="1281"/>
                </a:cubicBezTo>
                <a:cubicBezTo>
                  <a:pt x="2009" y="1274"/>
                  <a:pt x="2005" y="1277"/>
                  <a:pt x="2003" y="1272"/>
                </a:cubicBezTo>
                <a:cubicBezTo>
                  <a:pt x="1955" y="1271"/>
                  <a:pt x="1949" y="1267"/>
                  <a:pt x="1942" y="1268"/>
                </a:cubicBezTo>
                <a:cubicBezTo>
                  <a:pt x="1883" y="1271"/>
                  <a:pt x="1871" y="1262"/>
                  <a:pt x="1855" y="1269"/>
                </a:cubicBezTo>
                <a:cubicBezTo>
                  <a:pt x="1800" y="1273"/>
                  <a:pt x="1787" y="1281"/>
                  <a:pt x="1777" y="1277"/>
                </a:cubicBezTo>
                <a:cubicBezTo>
                  <a:pt x="1677" y="1314"/>
                  <a:pt x="1680" y="1320"/>
                  <a:pt x="1687" y="1316"/>
                </a:cubicBezTo>
                <a:cubicBezTo>
                  <a:pt x="1788" y="1312"/>
                  <a:pt x="1811" y="1321"/>
                  <a:pt x="1840" y="1307"/>
                </a:cubicBezTo>
                <a:cubicBezTo>
                  <a:pt x="1926" y="1306"/>
                  <a:pt x="1934" y="1300"/>
                  <a:pt x="1939" y="1305"/>
                </a:cubicBezTo>
                <a:cubicBezTo>
                  <a:pt x="2015" y="1306"/>
                  <a:pt x="2028" y="1306"/>
                  <a:pt x="2040" y="1311"/>
                </a:cubicBezTo>
                <a:cubicBezTo>
                  <a:pt x="2063" y="1313"/>
                  <a:pt x="2067" y="1310"/>
                  <a:pt x="2068" y="1315"/>
                </a:cubicBezTo>
                <a:cubicBezTo>
                  <a:pt x="2100" y="1322"/>
                  <a:pt x="2103" y="1321"/>
                  <a:pt x="2106" y="1324"/>
                </a:cubicBezTo>
                <a:cubicBezTo>
                  <a:pt x="2129" y="1328"/>
                  <a:pt x="2130" y="1336"/>
                  <a:pt x="2135" y="1334"/>
                </a:cubicBezTo>
                <a:cubicBezTo>
                  <a:pt x="2087" y="1333"/>
                  <a:pt x="2072" y="1324"/>
                  <a:pt x="2056" y="1319"/>
                </a:cubicBezTo>
                <a:cubicBezTo>
                  <a:pt x="2012" y="1312"/>
                  <a:pt x="2005" y="1315"/>
                  <a:pt x="1999" y="1312"/>
                </a:cubicBezTo>
                <a:cubicBezTo>
                  <a:pt x="1924" y="1315"/>
                  <a:pt x="1909" y="1320"/>
                  <a:pt x="1897" y="1313"/>
                </a:cubicBezTo>
                <a:cubicBezTo>
                  <a:pt x="1835" y="1319"/>
                  <a:pt x="1829" y="1326"/>
                  <a:pt x="1826" y="1323"/>
                </a:cubicBezTo>
                <a:cubicBezTo>
                  <a:pt x="1761" y="1328"/>
                  <a:pt x="1753" y="1329"/>
                  <a:pt x="1746" y="1327"/>
                </a:cubicBezTo>
                <a:cubicBezTo>
                  <a:pt x="1691" y="1334"/>
                  <a:pt x="1684" y="1331"/>
                  <a:pt x="1676" y="1333"/>
                </a:cubicBezTo>
                <a:cubicBezTo>
                  <a:pt x="1631" y="1324"/>
                  <a:pt x="1626" y="1329"/>
                  <a:pt x="1623" y="1328"/>
                </a:cubicBezTo>
                <a:cubicBezTo>
                  <a:pt x="1576" y="1318"/>
                  <a:pt x="1564" y="1310"/>
                  <a:pt x="1549" y="1307"/>
                </a:cubicBezTo>
                <a:cubicBezTo>
                  <a:pt x="1517" y="1289"/>
                  <a:pt x="1514" y="1286"/>
                  <a:pt x="1509" y="1288"/>
                </a:cubicBezTo>
                <a:cubicBezTo>
                  <a:pt x="1552" y="1315"/>
                  <a:pt x="1555" y="1314"/>
                  <a:pt x="1558" y="1317"/>
                </a:cubicBezTo>
                <a:cubicBezTo>
                  <a:pt x="1589" y="1323"/>
                  <a:pt x="1592" y="1333"/>
                  <a:pt x="1600" y="1329"/>
                </a:cubicBezTo>
                <a:cubicBezTo>
                  <a:pt x="1645" y="1337"/>
                  <a:pt x="1654" y="1344"/>
                  <a:pt x="1666" y="1342"/>
                </a:cubicBezTo>
                <a:cubicBezTo>
                  <a:pt x="1714" y="1342"/>
                  <a:pt x="1726" y="1340"/>
                  <a:pt x="1738" y="1340"/>
                </a:cubicBezTo>
                <a:cubicBezTo>
                  <a:pt x="1784" y="1335"/>
                  <a:pt x="1793" y="1338"/>
                  <a:pt x="1802" y="1334"/>
                </a:cubicBezTo>
                <a:cubicBezTo>
                  <a:pt x="1869" y="1332"/>
                  <a:pt x="1878" y="1333"/>
                  <a:pt x="1890" y="1326"/>
                </a:cubicBezTo>
                <a:cubicBezTo>
                  <a:pt x="1944" y="1324"/>
                  <a:pt x="1948" y="1329"/>
                  <a:pt x="1955" y="1322"/>
                </a:cubicBezTo>
                <a:cubicBezTo>
                  <a:pt x="2024" y="1329"/>
                  <a:pt x="2026" y="1328"/>
                  <a:pt x="2029" y="1328"/>
                </a:cubicBezTo>
                <a:cubicBezTo>
                  <a:pt x="2060" y="1333"/>
                  <a:pt x="2065" y="1334"/>
                  <a:pt x="2070" y="1335"/>
                </a:cubicBezTo>
                <a:cubicBezTo>
                  <a:pt x="2067" y="1340"/>
                  <a:pt x="2049" y="1343"/>
                  <a:pt x="2034" y="1337"/>
                </a:cubicBezTo>
                <a:cubicBezTo>
                  <a:pt x="1987" y="1347"/>
                  <a:pt x="1986" y="1335"/>
                  <a:pt x="1980" y="1341"/>
                </a:cubicBezTo>
                <a:cubicBezTo>
                  <a:pt x="1931" y="1348"/>
                  <a:pt x="1929" y="1345"/>
                  <a:pt x="1926" y="1344"/>
                </a:cubicBezTo>
                <a:cubicBezTo>
                  <a:pt x="1888" y="1354"/>
                  <a:pt x="1885" y="1352"/>
                  <a:pt x="1882" y="1354"/>
                </a:cubicBezTo>
                <a:cubicBezTo>
                  <a:pt x="1849" y="1355"/>
                  <a:pt x="1840" y="1364"/>
                  <a:pt x="1836" y="1356"/>
                </a:cubicBezTo>
                <a:cubicBezTo>
                  <a:pt x="1755" y="1371"/>
                  <a:pt x="1745" y="1377"/>
                  <a:pt x="1738" y="1376"/>
                </a:cubicBezTo>
                <a:cubicBezTo>
                  <a:pt x="1713" y="1371"/>
                  <a:pt x="1705" y="1384"/>
                  <a:pt x="1704" y="1374"/>
                </a:cubicBezTo>
                <a:cubicBezTo>
                  <a:pt x="1651" y="1382"/>
                  <a:pt x="1661" y="1378"/>
                  <a:pt x="1670" y="1381"/>
                </a:cubicBezTo>
                <a:cubicBezTo>
                  <a:pt x="1692" y="1384"/>
                  <a:pt x="1695" y="1385"/>
                  <a:pt x="1697" y="1387"/>
                </a:cubicBezTo>
                <a:cubicBezTo>
                  <a:pt x="1752" y="1383"/>
                  <a:pt x="1760" y="1384"/>
                  <a:pt x="1768" y="1382"/>
                </a:cubicBezTo>
                <a:cubicBezTo>
                  <a:pt x="1821" y="1375"/>
                  <a:pt x="1827" y="1366"/>
                  <a:pt x="1829" y="1372"/>
                </a:cubicBezTo>
                <a:cubicBezTo>
                  <a:pt x="1901" y="1365"/>
                  <a:pt x="1911" y="1359"/>
                  <a:pt x="1919" y="1357"/>
                </a:cubicBezTo>
                <a:cubicBezTo>
                  <a:pt x="1977" y="1352"/>
                  <a:pt x="1986" y="1351"/>
                  <a:pt x="1993" y="1354"/>
                </a:cubicBezTo>
                <a:cubicBezTo>
                  <a:pt x="2056" y="1355"/>
                  <a:pt x="2061" y="1351"/>
                  <a:pt x="2065" y="1352"/>
                </a:cubicBezTo>
                <a:cubicBezTo>
                  <a:pt x="2151" y="1373"/>
                  <a:pt x="2158" y="1368"/>
                  <a:pt x="2161" y="1375"/>
                </a:cubicBezTo>
                <a:cubicBezTo>
                  <a:pt x="2192" y="1388"/>
                  <a:pt x="2194" y="1390"/>
                  <a:pt x="2196" y="1391"/>
                </a:cubicBezTo>
                <a:cubicBezTo>
                  <a:pt x="2185" y="1387"/>
                  <a:pt x="2178" y="1392"/>
                  <a:pt x="2175" y="1385"/>
                </a:cubicBezTo>
                <a:cubicBezTo>
                  <a:pt x="2136" y="1380"/>
                  <a:pt x="2127" y="1377"/>
                  <a:pt x="2118" y="1373"/>
                </a:cubicBezTo>
                <a:cubicBezTo>
                  <a:pt x="2050" y="1364"/>
                  <a:pt x="2038" y="1370"/>
                  <a:pt x="2029" y="1366"/>
                </a:cubicBezTo>
                <a:cubicBezTo>
                  <a:pt x="1954" y="1370"/>
                  <a:pt x="1940" y="1371"/>
                  <a:pt x="1926" y="1371"/>
                </a:cubicBezTo>
                <a:cubicBezTo>
                  <a:pt x="1882" y="1372"/>
                  <a:pt x="1882" y="1377"/>
                  <a:pt x="1878" y="1374"/>
                </a:cubicBezTo>
                <a:cubicBezTo>
                  <a:pt x="1837" y="1381"/>
                  <a:pt x="1830" y="1381"/>
                  <a:pt x="1823" y="1381"/>
                </a:cubicBezTo>
                <a:cubicBezTo>
                  <a:pt x="1733" y="1394"/>
                  <a:pt x="1718" y="1389"/>
                  <a:pt x="1700" y="1393"/>
                </a:cubicBezTo>
                <a:cubicBezTo>
                  <a:pt x="1624" y="1391"/>
                  <a:pt x="1620" y="1390"/>
                  <a:pt x="1616" y="1390"/>
                </a:cubicBezTo>
                <a:cubicBezTo>
                  <a:pt x="1649" y="1402"/>
                  <a:pt x="1656" y="1395"/>
                  <a:pt x="1660" y="1401"/>
                </a:cubicBezTo>
                <a:cubicBezTo>
                  <a:pt x="1729" y="1398"/>
                  <a:pt x="1740" y="1401"/>
                  <a:pt x="1754" y="1399"/>
                </a:cubicBezTo>
                <a:cubicBezTo>
                  <a:pt x="1840" y="1389"/>
                  <a:pt x="1852" y="1391"/>
                  <a:pt x="1865" y="1387"/>
                </a:cubicBezTo>
                <a:cubicBezTo>
                  <a:pt x="1929" y="1382"/>
                  <a:pt x="1937" y="1378"/>
                  <a:pt x="1941" y="1383"/>
                </a:cubicBezTo>
                <a:cubicBezTo>
                  <a:pt x="1995" y="1381"/>
                  <a:pt x="2009" y="1377"/>
                  <a:pt x="2022" y="1379"/>
                </a:cubicBezTo>
                <a:cubicBezTo>
                  <a:pt x="2113" y="1389"/>
                  <a:pt x="2122" y="1385"/>
                  <a:pt x="2128" y="1391"/>
                </a:cubicBezTo>
                <a:cubicBezTo>
                  <a:pt x="2166" y="1397"/>
                  <a:pt x="2169" y="1398"/>
                  <a:pt x="2173" y="1398"/>
                </a:cubicBezTo>
                <a:cubicBezTo>
                  <a:pt x="2219" y="1421"/>
                  <a:pt x="2225" y="1416"/>
                  <a:pt x="2227" y="1421"/>
                </a:cubicBezTo>
                <a:cubicBezTo>
                  <a:pt x="2227" y="1432"/>
                  <a:pt x="2224" y="1420"/>
                  <a:pt x="2216" y="1427"/>
                </a:cubicBezTo>
                <a:cubicBezTo>
                  <a:pt x="2159" y="1409"/>
                  <a:pt x="2150" y="1413"/>
                  <a:pt x="2144" y="1408"/>
                </a:cubicBezTo>
                <a:cubicBezTo>
                  <a:pt x="2085" y="1402"/>
                  <a:pt x="2069" y="1405"/>
                  <a:pt x="2056" y="1398"/>
                </a:cubicBezTo>
                <a:cubicBezTo>
                  <a:pt x="1982" y="1398"/>
                  <a:pt x="1979" y="1401"/>
                  <a:pt x="1978" y="1401"/>
                </a:cubicBezTo>
                <a:cubicBezTo>
                  <a:pt x="1965" y="1405"/>
                  <a:pt x="1963" y="1403"/>
                  <a:pt x="1960" y="1405"/>
                </a:cubicBezTo>
                <a:cubicBezTo>
                  <a:pt x="1885" y="1410"/>
                  <a:pt x="1867" y="1408"/>
                  <a:pt x="1848" y="1411"/>
                </a:cubicBezTo>
                <a:cubicBezTo>
                  <a:pt x="1762" y="1408"/>
                  <a:pt x="1758" y="1405"/>
                  <a:pt x="1753" y="1408"/>
                </a:cubicBezTo>
                <a:cubicBezTo>
                  <a:pt x="1753" y="1413"/>
                  <a:pt x="1763" y="1414"/>
                  <a:pt x="1772" y="1416"/>
                </a:cubicBezTo>
                <a:cubicBezTo>
                  <a:pt x="1793" y="1430"/>
                  <a:pt x="1778" y="1423"/>
                  <a:pt x="1784" y="1432"/>
                </a:cubicBezTo>
                <a:cubicBezTo>
                  <a:pt x="1808" y="1437"/>
                  <a:pt x="1813" y="1439"/>
                  <a:pt x="1820" y="1439"/>
                </a:cubicBezTo>
                <a:cubicBezTo>
                  <a:pt x="1884" y="1468"/>
                  <a:pt x="1901" y="1474"/>
                  <a:pt x="1919" y="1475"/>
                </a:cubicBezTo>
                <a:cubicBezTo>
                  <a:pt x="1990" y="1507"/>
                  <a:pt x="2008" y="1516"/>
                  <a:pt x="2027" y="1521"/>
                </a:cubicBezTo>
                <a:cubicBezTo>
                  <a:pt x="2058" y="1533"/>
                  <a:pt x="2065" y="1530"/>
                  <a:pt x="2069" y="1532"/>
                </a:cubicBezTo>
                <a:cubicBezTo>
                  <a:pt x="2100" y="1539"/>
                  <a:pt x="2102" y="1539"/>
                  <a:pt x="2105" y="1539"/>
                </a:cubicBezTo>
                <a:cubicBezTo>
                  <a:pt x="2130" y="1547"/>
                  <a:pt x="2136" y="1542"/>
                  <a:pt x="2140" y="1549"/>
                </a:cubicBezTo>
                <a:cubicBezTo>
                  <a:pt x="2185" y="1552"/>
                  <a:pt x="2197" y="1552"/>
                  <a:pt x="2209" y="1552"/>
                </a:cubicBezTo>
                <a:cubicBezTo>
                  <a:pt x="2227" y="1560"/>
                  <a:pt x="2235" y="1553"/>
                  <a:pt x="2239" y="1558"/>
                </a:cubicBezTo>
                <a:cubicBezTo>
                  <a:pt x="2277" y="1561"/>
                  <a:pt x="2282" y="1563"/>
                  <a:pt x="2289" y="1563"/>
                </a:cubicBezTo>
                <a:cubicBezTo>
                  <a:pt x="2318" y="1566"/>
                  <a:pt x="2327" y="1569"/>
                  <a:pt x="2337" y="1566"/>
                </a:cubicBezTo>
                <a:cubicBezTo>
                  <a:pt x="2370" y="1578"/>
                  <a:pt x="2372" y="1574"/>
                  <a:pt x="2374" y="1574"/>
                </a:cubicBezTo>
                <a:cubicBezTo>
                  <a:pt x="2407" y="1580"/>
                  <a:pt x="2410" y="1580"/>
                  <a:pt x="2414" y="1582"/>
                </a:cubicBezTo>
                <a:cubicBezTo>
                  <a:pt x="2412" y="1589"/>
                  <a:pt x="2400" y="1588"/>
                  <a:pt x="2386" y="1591"/>
                </a:cubicBezTo>
                <a:cubicBezTo>
                  <a:pt x="2358" y="1603"/>
                  <a:pt x="2356" y="1606"/>
                  <a:pt x="2352" y="1607"/>
                </a:cubicBezTo>
                <a:cubicBezTo>
                  <a:pt x="2410" y="1596"/>
                  <a:pt x="2415" y="1602"/>
                  <a:pt x="2425" y="1596"/>
                </a:cubicBezTo>
                <a:cubicBezTo>
                  <a:pt x="2426" y="1620"/>
                  <a:pt x="2437" y="1609"/>
                  <a:pt x="2445" y="1611"/>
                </a:cubicBezTo>
                <a:cubicBezTo>
                  <a:pt x="2464" y="1615"/>
                  <a:pt x="2459" y="1610"/>
                  <a:pt x="2451" y="1617"/>
                </a:cubicBezTo>
                <a:cubicBezTo>
                  <a:pt x="2437" y="1632"/>
                  <a:pt x="2429" y="1630"/>
                  <a:pt x="2429" y="1635"/>
                </a:cubicBezTo>
                <a:cubicBezTo>
                  <a:pt x="2487" y="1626"/>
                  <a:pt x="2492" y="1629"/>
                  <a:pt x="2499" y="1625"/>
                </a:cubicBezTo>
                <a:cubicBezTo>
                  <a:pt x="2534" y="1629"/>
                  <a:pt x="2534" y="1644"/>
                  <a:pt x="2541" y="1637"/>
                </a:cubicBezTo>
                <a:cubicBezTo>
                  <a:pt x="2577" y="1643"/>
                  <a:pt x="2573" y="1640"/>
                  <a:pt x="2579" y="1637"/>
                </a:cubicBezTo>
                <a:cubicBezTo>
                  <a:pt x="2546" y="1587"/>
                  <a:pt x="2545" y="1586"/>
                  <a:pt x="2545" y="1585"/>
                </a:cubicBezTo>
                <a:cubicBezTo>
                  <a:pt x="2552" y="1554"/>
                  <a:pt x="2562" y="1548"/>
                  <a:pt x="2560" y="1539"/>
                </a:cubicBezTo>
                <a:close/>
                <a:moveTo>
                  <a:pt x="1982" y="969"/>
                </a:moveTo>
                <a:cubicBezTo>
                  <a:pt x="1984" y="965"/>
                  <a:pt x="1983" y="961"/>
                  <a:pt x="1984" y="957"/>
                </a:cubicBezTo>
                <a:cubicBezTo>
                  <a:pt x="1993" y="956"/>
                  <a:pt x="1982" y="965"/>
                  <a:pt x="1988" y="969"/>
                </a:cubicBezTo>
                <a:cubicBezTo>
                  <a:pt x="1986" y="973"/>
                  <a:pt x="1987" y="978"/>
                  <a:pt x="1986" y="982"/>
                </a:cubicBezTo>
                <a:cubicBezTo>
                  <a:pt x="1977" y="983"/>
                  <a:pt x="1988" y="974"/>
                  <a:pt x="1982" y="969"/>
                </a:cubicBezTo>
                <a:close/>
                <a:moveTo>
                  <a:pt x="1984" y="1004"/>
                </a:moveTo>
                <a:cubicBezTo>
                  <a:pt x="1983" y="998"/>
                  <a:pt x="1983" y="992"/>
                  <a:pt x="1983" y="986"/>
                </a:cubicBezTo>
                <a:cubicBezTo>
                  <a:pt x="1989" y="986"/>
                  <a:pt x="1981" y="996"/>
                  <a:pt x="1988" y="1001"/>
                </a:cubicBezTo>
                <a:cubicBezTo>
                  <a:pt x="1985" y="1007"/>
                  <a:pt x="1985" y="1013"/>
                  <a:pt x="1987" y="1020"/>
                </a:cubicBezTo>
                <a:cubicBezTo>
                  <a:pt x="1980" y="1020"/>
                  <a:pt x="1983" y="1007"/>
                  <a:pt x="1984" y="1004"/>
                </a:cubicBezTo>
                <a:close/>
                <a:moveTo>
                  <a:pt x="1985" y="1053"/>
                </a:moveTo>
                <a:cubicBezTo>
                  <a:pt x="1986" y="1045"/>
                  <a:pt x="1987" y="1057"/>
                  <a:pt x="1988" y="1060"/>
                </a:cubicBezTo>
                <a:cubicBezTo>
                  <a:pt x="1983" y="1060"/>
                  <a:pt x="1986" y="1056"/>
                  <a:pt x="1985" y="1053"/>
                </a:cubicBezTo>
                <a:close/>
                <a:moveTo>
                  <a:pt x="1936" y="1018"/>
                </a:moveTo>
                <a:cubicBezTo>
                  <a:pt x="1942" y="1016"/>
                  <a:pt x="1941" y="1026"/>
                  <a:pt x="1941" y="1027"/>
                </a:cubicBezTo>
                <a:cubicBezTo>
                  <a:pt x="1933" y="1030"/>
                  <a:pt x="1940" y="1021"/>
                  <a:pt x="1936" y="1018"/>
                </a:cubicBezTo>
                <a:close/>
                <a:moveTo>
                  <a:pt x="1943" y="1058"/>
                </a:moveTo>
                <a:cubicBezTo>
                  <a:pt x="1944" y="1050"/>
                  <a:pt x="1946" y="1062"/>
                  <a:pt x="1947" y="1065"/>
                </a:cubicBezTo>
                <a:cubicBezTo>
                  <a:pt x="1942" y="1066"/>
                  <a:pt x="1945" y="1061"/>
                  <a:pt x="1943" y="1058"/>
                </a:cubicBezTo>
                <a:close/>
                <a:moveTo>
                  <a:pt x="1600" y="805"/>
                </a:moveTo>
                <a:cubicBezTo>
                  <a:pt x="1599" y="804"/>
                  <a:pt x="1598" y="802"/>
                  <a:pt x="1597" y="801"/>
                </a:cubicBezTo>
                <a:cubicBezTo>
                  <a:pt x="1602" y="797"/>
                  <a:pt x="1603" y="802"/>
                  <a:pt x="1606" y="805"/>
                </a:cubicBezTo>
                <a:cubicBezTo>
                  <a:pt x="1604" y="806"/>
                  <a:pt x="1602" y="804"/>
                  <a:pt x="1600" y="805"/>
                </a:cubicBezTo>
                <a:close/>
                <a:moveTo>
                  <a:pt x="1629" y="821"/>
                </a:moveTo>
                <a:cubicBezTo>
                  <a:pt x="1628" y="814"/>
                  <a:pt x="1637" y="824"/>
                  <a:pt x="1641" y="821"/>
                </a:cubicBezTo>
                <a:cubicBezTo>
                  <a:pt x="1642" y="824"/>
                  <a:pt x="1644" y="827"/>
                  <a:pt x="1647" y="826"/>
                </a:cubicBezTo>
                <a:cubicBezTo>
                  <a:pt x="1645" y="836"/>
                  <a:pt x="1635" y="819"/>
                  <a:pt x="1629" y="821"/>
                </a:cubicBezTo>
                <a:close/>
                <a:moveTo>
                  <a:pt x="1745" y="919"/>
                </a:moveTo>
                <a:cubicBezTo>
                  <a:pt x="1750" y="918"/>
                  <a:pt x="1754" y="921"/>
                  <a:pt x="1758" y="926"/>
                </a:cubicBezTo>
                <a:cubicBezTo>
                  <a:pt x="1753" y="927"/>
                  <a:pt x="1749" y="924"/>
                  <a:pt x="1745" y="919"/>
                </a:cubicBezTo>
                <a:close/>
                <a:moveTo>
                  <a:pt x="1748" y="887"/>
                </a:moveTo>
                <a:cubicBezTo>
                  <a:pt x="1753" y="888"/>
                  <a:pt x="1756" y="887"/>
                  <a:pt x="1757" y="883"/>
                </a:cubicBezTo>
                <a:cubicBezTo>
                  <a:pt x="1749" y="872"/>
                  <a:pt x="1751" y="864"/>
                  <a:pt x="1748" y="855"/>
                </a:cubicBezTo>
                <a:cubicBezTo>
                  <a:pt x="1744" y="847"/>
                  <a:pt x="1757" y="859"/>
                  <a:pt x="1751" y="860"/>
                </a:cubicBezTo>
                <a:cubicBezTo>
                  <a:pt x="1761" y="877"/>
                  <a:pt x="1757" y="889"/>
                  <a:pt x="1764" y="905"/>
                </a:cubicBezTo>
                <a:cubicBezTo>
                  <a:pt x="1757" y="904"/>
                  <a:pt x="1755" y="890"/>
                  <a:pt x="1748" y="887"/>
                </a:cubicBezTo>
                <a:close/>
                <a:moveTo>
                  <a:pt x="1899" y="1053"/>
                </a:moveTo>
                <a:cubicBezTo>
                  <a:pt x="1908" y="1053"/>
                  <a:pt x="1901" y="1064"/>
                  <a:pt x="1908" y="1069"/>
                </a:cubicBezTo>
                <a:cubicBezTo>
                  <a:pt x="1899" y="1072"/>
                  <a:pt x="1899" y="1059"/>
                  <a:pt x="1899" y="1053"/>
                </a:cubicBezTo>
                <a:close/>
                <a:moveTo>
                  <a:pt x="2053" y="1297"/>
                </a:moveTo>
                <a:cubicBezTo>
                  <a:pt x="2049" y="1301"/>
                  <a:pt x="2046" y="1299"/>
                  <a:pt x="2043" y="1300"/>
                </a:cubicBezTo>
                <a:cubicBezTo>
                  <a:pt x="2037" y="1297"/>
                  <a:pt x="2031" y="1295"/>
                  <a:pt x="2025" y="1295"/>
                </a:cubicBezTo>
                <a:cubicBezTo>
                  <a:pt x="2018" y="1297"/>
                  <a:pt x="2013" y="1293"/>
                  <a:pt x="2007" y="1294"/>
                </a:cubicBezTo>
                <a:cubicBezTo>
                  <a:pt x="2001" y="1292"/>
                  <a:pt x="1994" y="1294"/>
                  <a:pt x="1988" y="1292"/>
                </a:cubicBezTo>
                <a:cubicBezTo>
                  <a:pt x="1975" y="1293"/>
                  <a:pt x="1964" y="1288"/>
                  <a:pt x="1950" y="1293"/>
                </a:cubicBezTo>
                <a:cubicBezTo>
                  <a:pt x="1939" y="1289"/>
                  <a:pt x="1924" y="1295"/>
                  <a:pt x="1913" y="1290"/>
                </a:cubicBezTo>
                <a:cubicBezTo>
                  <a:pt x="1886" y="1298"/>
                  <a:pt x="1861" y="1300"/>
                  <a:pt x="1838" y="1296"/>
                </a:cubicBezTo>
                <a:cubicBezTo>
                  <a:pt x="1825" y="1302"/>
                  <a:pt x="1814" y="1301"/>
                  <a:pt x="1801" y="1305"/>
                </a:cubicBezTo>
                <a:cubicBezTo>
                  <a:pt x="1791" y="1302"/>
                  <a:pt x="1779" y="1309"/>
                  <a:pt x="1769" y="1305"/>
                </a:cubicBezTo>
                <a:cubicBezTo>
                  <a:pt x="1757" y="1309"/>
                  <a:pt x="1746" y="1307"/>
                  <a:pt x="1734" y="1310"/>
                </a:cubicBezTo>
                <a:cubicBezTo>
                  <a:pt x="1722" y="1312"/>
                  <a:pt x="1713" y="1308"/>
                  <a:pt x="1700" y="1314"/>
                </a:cubicBezTo>
                <a:cubicBezTo>
                  <a:pt x="1704" y="1301"/>
                  <a:pt x="1717" y="1312"/>
                  <a:pt x="1726" y="1302"/>
                </a:cubicBezTo>
                <a:cubicBezTo>
                  <a:pt x="1736" y="1301"/>
                  <a:pt x="1745" y="1298"/>
                  <a:pt x="1756" y="1292"/>
                </a:cubicBezTo>
                <a:cubicBezTo>
                  <a:pt x="1761" y="1295"/>
                  <a:pt x="1769" y="1289"/>
                  <a:pt x="1775" y="1290"/>
                </a:cubicBezTo>
                <a:cubicBezTo>
                  <a:pt x="1782" y="1288"/>
                  <a:pt x="1787" y="1287"/>
                  <a:pt x="1792" y="1289"/>
                </a:cubicBezTo>
                <a:cubicBezTo>
                  <a:pt x="1805" y="1283"/>
                  <a:pt x="1816" y="1288"/>
                  <a:pt x="1829" y="1281"/>
                </a:cubicBezTo>
                <a:cubicBezTo>
                  <a:pt x="1840" y="1283"/>
                  <a:pt x="1854" y="1277"/>
                  <a:pt x="1866" y="1278"/>
                </a:cubicBezTo>
                <a:cubicBezTo>
                  <a:pt x="1877" y="1279"/>
                  <a:pt x="1888" y="1279"/>
                  <a:pt x="1900" y="1276"/>
                </a:cubicBezTo>
                <a:cubicBezTo>
                  <a:pt x="1906" y="1279"/>
                  <a:pt x="1913" y="1276"/>
                  <a:pt x="1918" y="1278"/>
                </a:cubicBezTo>
                <a:cubicBezTo>
                  <a:pt x="1921" y="1279"/>
                  <a:pt x="1925" y="1278"/>
                  <a:pt x="1929" y="1275"/>
                </a:cubicBezTo>
                <a:cubicBezTo>
                  <a:pt x="1930" y="1280"/>
                  <a:pt x="1933" y="1278"/>
                  <a:pt x="1936" y="1277"/>
                </a:cubicBezTo>
                <a:cubicBezTo>
                  <a:pt x="1946" y="1280"/>
                  <a:pt x="1958" y="1277"/>
                  <a:pt x="1968" y="1283"/>
                </a:cubicBezTo>
                <a:cubicBezTo>
                  <a:pt x="1975" y="1279"/>
                  <a:pt x="1979" y="1283"/>
                  <a:pt x="1984" y="1285"/>
                </a:cubicBezTo>
                <a:cubicBezTo>
                  <a:pt x="1988" y="1283"/>
                  <a:pt x="1991" y="1286"/>
                  <a:pt x="1995" y="1283"/>
                </a:cubicBezTo>
                <a:cubicBezTo>
                  <a:pt x="1996" y="1287"/>
                  <a:pt x="1999" y="1286"/>
                  <a:pt x="2002" y="1285"/>
                </a:cubicBezTo>
                <a:cubicBezTo>
                  <a:pt x="2006" y="1290"/>
                  <a:pt x="2013" y="1283"/>
                  <a:pt x="2018" y="1287"/>
                </a:cubicBezTo>
                <a:cubicBezTo>
                  <a:pt x="2024" y="1285"/>
                  <a:pt x="2028" y="1290"/>
                  <a:pt x="2035" y="1287"/>
                </a:cubicBezTo>
                <a:cubicBezTo>
                  <a:pt x="2043" y="1293"/>
                  <a:pt x="2052" y="1295"/>
                  <a:pt x="2061" y="1296"/>
                </a:cubicBezTo>
                <a:cubicBezTo>
                  <a:pt x="2064" y="1302"/>
                  <a:pt x="2054" y="1301"/>
                  <a:pt x="2053" y="1297"/>
                </a:cubicBezTo>
                <a:close/>
                <a:moveTo>
                  <a:pt x="2404" y="1549"/>
                </a:moveTo>
                <a:cubicBezTo>
                  <a:pt x="2399" y="1554"/>
                  <a:pt x="2397" y="1547"/>
                  <a:pt x="2394" y="1546"/>
                </a:cubicBezTo>
                <a:cubicBezTo>
                  <a:pt x="2391" y="1541"/>
                  <a:pt x="2386" y="1546"/>
                  <a:pt x="2384" y="1539"/>
                </a:cubicBezTo>
                <a:cubicBezTo>
                  <a:pt x="2391" y="1542"/>
                  <a:pt x="2399" y="1540"/>
                  <a:pt x="2404" y="1549"/>
                </a:cubicBezTo>
                <a:close/>
                <a:moveTo>
                  <a:pt x="2229" y="1440"/>
                </a:moveTo>
                <a:cubicBezTo>
                  <a:pt x="2232" y="1446"/>
                  <a:pt x="2222" y="1445"/>
                  <a:pt x="2221" y="1442"/>
                </a:cubicBezTo>
                <a:cubicBezTo>
                  <a:pt x="2218" y="1438"/>
                  <a:pt x="2212" y="1445"/>
                  <a:pt x="2209" y="1437"/>
                </a:cubicBezTo>
                <a:cubicBezTo>
                  <a:pt x="2217" y="1433"/>
                  <a:pt x="2222" y="1443"/>
                  <a:pt x="2229" y="1440"/>
                </a:cubicBezTo>
                <a:close/>
                <a:moveTo>
                  <a:pt x="2218" y="1452"/>
                </a:moveTo>
                <a:cubicBezTo>
                  <a:pt x="2223" y="1455"/>
                  <a:pt x="2228" y="1459"/>
                  <a:pt x="2234" y="1455"/>
                </a:cubicBezTo>
                <a:cubicBezTo>
                  <a:pt x="2288" y="1475"/>
                  <a:pt x="2293" y="1480"/>
                  <a:pt x="2299" y="1481"/>
                </a:cubicBezTo>
                <a:cubicBezTo>
                  <a:pt x="2317" y="1498"/>
                  <a:pt x="2308" y="1490"/>
                  <a:pt x="2305" y="1492"/>
                </a:cubicBezTo>
                <a:cubicBezTo>
                  <a:pt x="2286" y="1487"/>
                  <a:pt x="2286" y="1482"/>
                  <a:pt x="2283" y="1484"/>
                </a:cubicBezTo>
                <a:cubicBezTo>
                  <a:pt x="2258" y="1470"/>
                  <a:pt x="2253" y="1477"/>
                  <a:pt x="2250" y="1473"/>
                </a:cubicBezTo>
                <a:cubicBezTo>
                  <a:pt x="2187" y="1460"/>
                  <a:pt x="2179" y="1466"/>
                  <a:pt x="2175" y="1459"/>
                </a:cubicBezTo>
                <a:cubicBezTo>
                  <a:pt x="2134" y="1457"/>
                  <a:pt x="2129" y="1454"/>
                  <a:pt x="2123" y="1455"/>
                </a:cubicBezTo>
                <a:cubicBezTo>
                  <a:pt x="2073" y="1454"/>
                  <a:pt x="2058" y="1457"/>
                  <a:pt x="2045" y="1452"/>
                </a:cubicBezTo>
                <a:cubicBezTo>
                  <a:pt x="2019" y="1457"/>
                  <a:pt x="2017" y="1450"/>
                  <a:pt x="2012" y="1452"/>
                </a:cubicBezTo>
                <a:cubicBezTo>
                  <a:pt x="1949" y="1446"/>
                  <a:pt x="1935" y="1448"/>
                  <a:pt x="1922" y="1443"/>
                </a:cubicBezTo>
                <a:cubicBezTo>
                  <a:pt x="1936" y="1440"/>
                  <a:pt x="1941" y="1439"/>
                  <a:pt x="1945" y="1442"/>
                </a:cubicBezTo>
                <a:cubicBezTo>
                  <a:pt x="1986" y="1440"/>
                  <a:pt x="1997" y="1437"/>
                  <a:pt x="2007" y="1437"/>
                </a:cubicBezTo>
                <a:cubicBezTo>
                  <a:pt x="2068" y="1434"/>
                  <a:pt x="2076" y="1433"/>
                  <a:pt x="2083" y="1436"/>
                </a:cubicBezTo>
                <a:cubicBezTo>
                  <a:pt x="2113" y="1436"/>
                  <a:pt x="2118" y="1440"/>
                  <a:pt x="2125" y="1443"/>
                </a:cubicBezTo>
                <a:cubicBezTo>
                  <a:pt x="2145" y="1442"/>
                  <a:pt x="2147" y="1440"/>
                  <a:pt x="2150" y="1440"/>
                </a:cubicBezTo>
                <a:cubicBezTo>
                  <a:pt x="2168" y="1441"/>
                  <a:pt x="2177" y="1445"/>
                  <a:pt x="2188" y="1446"/>
                </a:cubicBezTo>
                <a:close/>
                <a:moveTo>
                  <a:pt x="1837" y="1432"/>
                </a:moveTo>
                <a:cubicBezTo>
                  <a:pt x="1833" y="1428"/>
                  <a:pt x="1827" y="1435"/>
                  <a:pt x="1824" y="1430"/>
                </a:cubicBezTo>
                <a:cubicBezTo>
                  <a:pt x="1800" y="1417"/>
                  <a:pt x="1814" y="1418"/>
                  <a:pt x="1828" y="1416"/>
                </a:cubicBezTo>
                <a:cubicBezTo>
                  <a:pt x="1855" y="1417"/>
                  <a:pt x="1860" y="1420"/>
                  <a:pt x="1867" y="1418"/>
                </a:cubicBezTo>
                <a:cubicBezTo>
                  <a:pt x="1989" y="1414"/>
                  <a:pt x="1996" y="1407"/>
                  <a:pt x="2000" y="1409"/>
                </a:cubicBezTo>
                <a:cubicBezTo>
                  <a:pt x="2046" y="1406"/>
                  <a:pt x="2049" y="1413"/>
                  <a:pt x="2054" y="1411"/>
                </a:cubicBezTo>
                <a:cubicBezTo>
                  <a:pt x="2096" y="1413"/>
                  <a:pt x="2098" y="1416"/>
                  <a:pt x="2099" y="1418"/>
                </a:cubicBezTo>
                <a:cubicBezTo>
                  <a:pt x="2128" y="1421"/>
                  <a:pt x="2138" y="1416"/>
                  <a:pt x="2146" y="1422"/>
                </a:cubicBezTo>
                <a:cubicBezTo>
                  <a:pt x="2180" y="1427"/>
                  <a:pt x="2194" y="1425"/>
                  <a:pt x="2193" y="1434"/>
                </a:cubicBezTo>
                <a:cubicBezTo>
                  <a:pt x="2164" y="1426"/>
                  <a:pt x="2158" y="1431"/>
                  <a:pt x="2153" y="1430"/>
                </a:cubicBezTo>
                <a:cubicBezTo>
                  <a:pt x="2116" y="1430"/>
                  <a:pt x="2112" y="1427"/>
                  <a:pt x="2107" y="1426"/>
                </a:cubicBezTo>
                <a:cubicBezTo>
                  <a:pt x="2042" y="1426"/>
                  <a:pt x="2035" y="1425"/>
                  <a:pt x="2027" y="1426"/>
                </a:cubicBezTo>
                <a:cubicBezTo>
                  <a:pt x="1999" y="1427"/>
                  <a:pt x="1993" y="1427"/>
                  <a:pt x="1985" y="1429"/>
                </a:cubicBezTo>
                <a:cubicBezTo>
                  <a:pt x="1950" y="1425"/>
                  <a:pt x="1944" y="1432"/>
                  <a:pt x="1941" y="1430"/>
                </a:cubicBezTo>
                <a:cubicBezTo>
                  <a:pt x="1872" y="1429"/>
                  <a:pt x="1865" y="1431"/>
                  <a:pt x="1858" y="1429"/>
                </a:cubicBezTo>
                <a:cubicBezTo>
                  <a:pt x="1849" y="1435"/>
                  <a:pt x="1839" y="1430"/>
                  <a:pt x="1837" y="1432"/>
                </a:cubicBezTo>
                <a:close/>
                <a:moveTo>
                  <a:pt x="1939" y="1469"/>
                </a:moveTo>
                <a:cubicBezTo>
                  <a:pt x="1935" y="1466"/>
                  <a:pt x="1928" y="1469"/>
                  <a:pt x="1923" y="1466"/>
                </a:cubicBezTo>
                <a:cubicBezTo>
                  <a:pt x="1884" y="1451"/>
                  <a:pt x="1888" y="1455"/>
                  <a:pt x="1890" y="1459"/>
                </a:cubicBezTo>
                <a:cubicBezTo>
                  <a:pt x="1858" y="1437"/>
                  <a:pt x="1867" y="1444"/>
                  <a:pt x="1880" y="1441"/>
                </a:cubicBezTo>
                <a:cubicBezTo>
                  <a:pt x="1933" y="1451"/>
                  <a:pt x="1937" y="1458"/>
                  <a:pt x="1943" y="1455"/>
                </a:cubicBezTo>
                <a:cubicBezTo>
                  <a:pt x="1998" y="1461"/>
                  <a:pt x="2004" y="1461"/>
                  <a:pt x="2009" y="1463"/>
                </a:cubicBezTo>
                <a:cubicBezTo>
                  <a:pt x="2047" y="1466"/>
                  <a:pt x="2052" y="1460"/>
                  <a:pt x="2054" y="1464"/>
                </a:cubicBezTo>
                <a:cubicBezTo>
                  <a:pt x="2083" y="1468"/>
                  <a:pt x="2090" y="1465"/>
                  <a:pt x="2095" y="1468"/>
                </a:cubicBezTo>
                <a:cubicBezTo>
                  <a:pt x="2148" y="1472"/>
                  <a:pt x="2152" y="1466"/>
                  <a:pt x="2155" y="1470"/>
                </a:cubicBezTo>
                <a:cubicBezTo>
                  <a:pt x="2187" y="1471"/>
                  <a:pt x="2188" y="1478"/>
                  <a:pt x="2193" y="1475"/>
                </a:cubicBezTo>
                <a:cubicBezTo>
                  <a:pt x="2225" y="1478"/>
                  <a:pt x="2227" y="1479"/>
                  <a:pt x="2230" y="1478"/>
                </a:cubicBezTo>
                <a:cubicBezTo>
                  <a:pt x="2258" y="1485"/>
                  <a:pt x="2266" y="1491"/>
                  <a:pt x="2275" y="1491"/>
                </a:cubicBezTo>
                <a:cubicBezTo>
                  <a:pt x="2322" y="1512"/>
                  <a:pt x="2324" y="1513"/>
                  <a:pt x="2328" y="1512"/>
                </a:cubicBezTo>
                <a:cubicBezTo>
                  <a:pt x="2340" y="1531"/>
                  <a:pt x="2336" y="1519"/>
                  <a:pt x="2329" y="1520"/>
                </a:cubicBezTo>
                <a:cubicBezTo>
                  <a:pt x="2275" y="1502"/>
                  <a:pt x="2270" y="1508"/>
                  <a:pt x="2268" y="1504"/>
                </a:cubicBezTo>
                <a:cubicBezTo>
                  <a:pt x="2228" y="1501"/>
                  <a:pt x="2217" y="1494"/>
                  <a:pt x="2203" y="1499"/>
                </a:cubicBezTo>
                <a:cubicBezTo>
                  <a:pt x="2123" y="1486"/>
                  <a:pt x="2112" y="1488"/>
                  <a:pt x="2103" y="1484"/>
                </a:cubicBezTo>
                <a:cubicBezTo>
                  <a:pt x="2039" y="1476"/>
                  <a:pt x="2032" y="1479"/>
                  <a:pt x="2026" y="1477"/>
                </a:cubicBezTo>
                <a:cubicBezTo>
                  <a:pt x="1998" y="1472"/>
                  <a:pt x="1994" y="1475"/>
                  <a:pt x="1991" y="1473"/>
                </a:cubicBezTo>
                <a:cubicBezTo>
                  <a:pt x="1951" y="1468"/>
                  <a:pt x="1945" y="1469"/>
                  <a:pt x="1939" y="1469"/>
                </a:cubicBezTo>
                <a:close/>
                <a:moveTo>
                  <a:pt x="2404" y="1570"/>
                </a:moveTo>
                <a:cubicBezTo>
                  <a:pt x="2402" y="1568"/>
                  <a:pt x="2400" y="1567"/>
                  <a:pt x="2397" y="1568"/>
                </a:cubicBezTo>
                <a:cubicBezTo>
                  <a:pt x="2367" y="1566"/>
                  <a:pt x="2365" y="1556"/>
                  <a:pt x="2359" y="1562"/>
                </a:cubicBezTo>
                <a:cubicBezTo>
                  <a:pt x="2288" y="1556"/>
                  <a:pt x="2272" y="1547"/>
                  <a:pt x="2253" y="1547"/>
                </a:cubicBezTo>
                <a:cubicBezTo>
                  <a:pt x="2218" y="1542"/>
                  <a:pt x="2209" y="1543"/>
                  <a:pt x="2201" y="1538"/>
                </a:cubicBezTo>
                <a:cubicBezTo>
                  <a:pt x="2100" y="1527"/>
                  <a:pt x="2096" y="1523"/>
                  <a:pt x="2089" y="1527"/>
                </a:cubicBezTo>
                <a:cubicBezTo>
                  <a:pt x="2042" y="1515"/>
                  <a:pt x="2039" y="1515"/>
                  <a:pt x="2036" y="1516"/>
                </a:cubicBezTo>
                <a:cubicBezTo>
                  <a:pt x="2006" y="1503"/>
                  <a:pt x="1996" y="1501"/>
                  <a:pt x="1986" y="1499"/>
                </a:cubicBezTo>
                <a:cubicBezTo>
                  <a:pt x="1955" y="1480"/>
                  <a:pt x="1965" y="1481"/>
                  <a:pt x="1965" y="1484"/>
                </a:cubicBezTo>
                <a:cubicBezTo>
                  <a:pt x="2005" y="1491"/>
                  <a:pt x="2015" y="1484"/>
                  <a:pt x="2021" y="1489"/>
                </a:cubicBezTo>
                <a:cubicBezTo>
                  <a:pt x="2072" y="1496"/>
                  <a:pt x="2081" y="1490"/>
                  <a:pt x="2087" y="1496"/>
                </a:cubicBezTo>
                <a:cubicBezTo>
                  <a:pt x="2181" y="1502"/>
                  <a:pt x="2186" y="1511"/>
                  <a:pt x="2195" y="1506"/>
                </a:cubicBezTo>
                <a:cubicBezTo>
                  <a:pt x="2222" y="1510"/>
                  <a:pt x="2230" y="1509"/>
                  <a:pt x="2237" y="1512"/>
                </a:cubicBezTo>
                <a:cubicBezTo>
                  <a:pt x="2266" y="1517"/>
                  <a:pt x="2272" y="1522"/>
                  <a:pt x="2281" y="1517"/>
                </a:cubicBezTo>
                <a:cubicBezTo>
                  <a:pt x="2305" y="1528"/>
                  <a:pt x="2313" y="1523"/>
                  <a:pt x="2317" y="1530"/>
                </a:cubicBezTo>
                <a:cubicBezTo>
                  <a:pt x="2373" y="1547"/>
                  <a:pt x="2379" y="1556"/>
                  <a:pt x="2387" y="1555"/>
                </a:cubicBezTo>
                <a:close/>
                <a:moveTo>
                  <a:pt x="2415" y="1543"/>
                </a:moveTo>
                <a:cubicBezTo>
                  <a:pt x="2404" y="1540"/>
                  <a:pt x="2406" y="1521"/>
                  <a:pt x="2397" y="1515"/>
                </a:cubicBezTo>
                <a:cubicBezTo>
                  <a:pt x="2387" y="1473"/>
                  <a:pt x="2389" y="1470"/>
                  <a:pt x="2388" y="1467"/>
                </a:cubicBezTo>
                <a:cubicBezTo>
                  <a:pt x="2377" y="1431"/>
                  <a:pt x="2383" y="1426"/>
                  <a:pt x="2382" y="1420"/>
                </a:cubicBezTo>
                <a:cubicBezTo>
                  <a:pt x="2380" y="1349"/>
                  <a:pt x="2390" y="1332"/>
                  <a:pt x="2387" y="1312"/>
                </a:cubicBezTo>
                <a:cubicBezTo>
                  <a:pt x="2396" y="1258"/>
                  <a:pt x="2399" y="1241"/>
                  <a:pt x="2396" y="1221"/>
                </a:cubicBezTo>
                <a:cubicBezTo>
                  <a:pt x="2405" y="1198"/>
                  <a:pt x="2400" y="1192"/>
                  <a:pt x="2401" y="1189"/>
                </a:cubicBezTo>
                <a:cubicBezTo>
                  <a:pt x="2410" y="1152"/>
                  <a:pt x="2405" y="1144"/>
                  <a:pt x="2412" y="1139"/>
                </a:cubicBezTo>
                <a:cubicBezTo>
                  <a:pt x="2410" y="1091"/>
                  <a:pt x="2419" y="1081"/>
                  <a:pt x="2416" y="1069"/>
                </a:cubicBezTo>
                <a:cubicBezTo>
                  <a:pt x="2425" y="1097"/>
                  <a:pt x="2421" y="1103"/>
                  <a:pt x="2425" y="1111"/>
                </a:cubicBezTo>
                <a:cubicBezTo>
                  <a:pt x="2419" y="1179"/>
                  <a:pt x="2424" y="1184"/>
                  <a:pt x="2417" y="1186"/>
                </a:cubicBezTo>
                <a:cubicBezTo>
                  <a:pt x="2408" y="1244"/>
                  <a:pt x="2414" y="1253"/>
                  <a:pt x="2408" y="1259"/>
                </a:cubicBezTo>
                <a:cubicBezTo>
                  <a:pt x="2410" y="1288"/>
                  <a:pt x="2405" y="1294"/>
                  <a:pt x="2405" y="1302"/>
                </a:cubicBezTo>
                <a:cubicBezTo>
                  <a:pt x="2396" y="1349"/>
                  <a:pt x="2402" y="1358"/>
                  <a:pt x="2395" y="1363"/>
                </a:cubicBezTo>
                <a:cubicBezTo>
                  <a:pt x="2400" y="1461"/>
                  <a:pt x="2401" y="1466"/>
                  <a:pt x="2398" y="1470"/>
                </a:cubicBezTo>
                <a:cubicBezTo>
                  <a:pt x="2403" y="1489"/>
                  <a:pt x="2406" y="1498"/>
                  <a:pt x="2403" y="1505"/>
                </a:cubicBezTo>
                <a:cubicBezTo>
                  <a:pt x="2419" y="1544"/>
                  <a:pt x="2416" y="1544"/>
                  <a:pt x="2415" y="1543"/>
                </a:cubicBezTo>
                <a:close/>
                <a:moveTo>
                  <a:pt x="2425" y="1528"/>
                </a:moveTo>
                <a:cubicBezTo>
                  <a:pt x="2428" y="1526"/>
                  <a:pt x="2421" y="1525"/>
                  <a:pt x="2425" y="1523"/>
                </a:cubicBezTo>
                <a:cubicBezTo>
                  <a:pt x="2417" y="1479"/>
                  <a:pt x="2413" y="1475"/>
                  <a:pt x="2411" y="1471"/>
                </a:cubicBezTo>
                <a:cubicBezTo>
                  <a:pt x="2408" y="1434"/>
                  <a:pt x="2409" y="1428"/>
                  <a:pt x="2410" y="1422"/>
                </a:cubicBezTo>
                <a:cubicBezTo>
                  <a:pt x="2410" y="1357"/>
                  <a:pt x="2411" y="1351"/>
                  <a:pt x="2408" y="1344"/>
                </a:cubicBezTo>
                <a:cubicBezTo>
                  <a:pt x="2417" y="1287"/>
                  <a:pt x="2417" y="1284"/>
                  <a:pt x="2417" y="1280"/>
                </a:cubicBezTo>
                <a:cubicBezTo>
                  <a:pt x="2426" y="1222"/>
                  <a:pt x="2428" y="1210"/>
                  <a:pt x="2429" y="1197"/>
                </a:cubicBezTo>
                <a:cubicBezTo>
                  <a:pt x="2430" y="1175"/>
                  <a:pt x="2432" y="1173"/>
                  <a:pt x="2431" y="1169"/>
                </a:cubicBezTo>
                <a:cubicBezTo>
                  <a:pt x="2433" y="1135"/>
                  <a:pt x="2430" y="1128"/>
                  <a:pt x="2431" y="1122"/>
                </a:cubicBezTo>
                <a:cubicBezTo>
                  <a:pt x="2429" y="1077"/>
                  <a:pt x="2426" y="1069"/>
                  <a:pt x="2424" y="1061"/>
                </a:cubicBezTo>
                <a:cubicBezTo>
                  <a:pt x="2415" y="977"/>
                  <a:pt x="2410" y="950"/>
                  <a:pt x="2400" y="922"/>
                </a:cubicBezTo>
                <a:cubicBezTo>
                  <a:pt x="2412" y="962"/>
                  <a:pt x="2421" y="970"/>
                  <a:pt x="2417" y="974"/>
                </a:cubicBezTo>
                <a:cubicBezTo>
                  <a:pt x="2428" y="1034"/>
                  <a:pt x="2433" y="1041"/>
                  <a:pt x="2430" y="1046"/>
                </a:cubicBezTo>
                <a:cubicBezTo>
                  <a:pt x="2445" y="1113"/>
                  <a:pt x="2443" y="1123"/>
                  <a:pt x="2445" y="1135"/>
                </a:cubicBezTo>
                <a:cubicBezTo>
                  <a:pt x="2445" y="1210"/>
                  <a:pt x="2447" y="1217"/>
                  <a:pt x="2443" y="1222"/>
                </a:cubicBezTo>
                <a:cubicBezTo>
                  <a:pt x="2443" y="1247"/>
                  <a:pt x="2445" y="1254"/>
                  <a:pt x="2443" y="1260"/>
                </a:cubicBezTo>
                <a:cubicBezTo>
                  <a:pt x="2436" y="1287"/>
                  <a:pt x="2437" y="1290"/>
                  <a:pt x="2439" y="1294"/>
                </a:cubicBezTo>
                <a:cubicBezTo>
                  <a:pt x="2433" y="1322"/>
                  <a:pt x="2433" y="1325"/>
                  <a:pt x="2435" y="1329"/>
                </a:cubicBezTo>
                <a:cubicBezTo>
                  <a:pt x="2427" y="1392"/>
                  <a:pt x="2423" y="1402"/>
                  <a:pt x="2424" y="1415"/>
                </a:cubicBezTo>
                <a:cubicBezTo>
                  <a:pt x="2421" y="1474"/>
                  <a:pt x="2428" y="1482"/>
                  <a:pt x="2422" y="1486"/>
                </a:cubicBezTo>
                <a:cubicBezTo>
                  <a:pt x="2428" y="1532"/>
                  <a:pt x="2437" y="1539"/>
                  <a:pt x="2429" y="1541"/>
                </a:cubicBezTo>
                <a:close/>
                <a:moveTo>
                  <a:pt x="2431" y="1549"/>
                </a:moveTo>
                <a:cubicBezTo>
                  <a:pt x="2434" y="1548"/>
                  <a:pt x="2436" y="1553"/>
                  <a:pt x="2438" y="1557"/>
                </a:cubicBezTo>
                <a:cubicBezTo>
                  <a:pt x="2432" y="1559"/>
                  <a:pt x="2429" y="1553"/>
                  <a:pt x="2431" y="1549"/>
                </a:cubicBezTo>
                <a:close/>
                <a:moveTo>
                  <a:pt x="2445" y="1544"/>
                </a:moveTo>
                <a:cubicBezTo>
                  <a:pt x="2441" y="1537"/>
                  <a:pt x="2445" y="1533"/>
                  <a:pt x="2446" y="1529"/>
                </a:cubicBezTo>
                <a:cubicBezTo>
                  <a:pt x="2434" y="1477"/>
                  <a:pt x="2436" y="1470"/>
                  <a:pt x="2435" y="1461"/>
                </a:cubicBezTo>
                <a:cubicBezTo>
                  <a:pt x="2431" y="1382"/>
                  <a:pt x="2442" y="1381"/>
                  <a:pt x="2437" y="1375"/>
                </a:cubicBezTo>
                <a:cubicBezTo>
                  <a:pt x="2442" y="1336"/>
                  <a:pt x="2445" y="1332"/>
                  <a:pt x="2443" y="1327"/>
                </a:cubicBezTo>
                <a:cubicBezTo>
                  <a:pt x="2449" y="1291"/>
                  <a:pt x="2446" y="1287"/>
                  <a:pt x="2449" y="1286"/>
                </a:cubicBezTo>
                <a:cubicBezTo>
                  <a:pt x="2452" y="1261"/>
                  <a:pt x="2454" y="1254"/>
                  <a:pt x="2453" y="1245"/>
                </a:cubicBezTo>
                <a:cubicBezTo>
                  <a:pt x="2459" y="1214"/>
                  <a:pt x="2452" y="1204"/>
                  <a:pt x="2455" y="1197"/>
                </a:cubicBezTo>
                <a:cubicBezTo>
                  <a:pt x="2453" y="1139"/>
                  <a:pt x="2455" y="1131"/>
                  <a:pt x="2456" y="1123"/>
                </a:cubicBezTo>
                <a:cubicBezTo>
                  <a:pt x="2439" y="1038"/>
                  <a:pt x="2437" y="1032"/>
                  <a:pt x="2434" y="1027"/>
                </a:cubicBezTo>
                <a:cubicBezTo>
                  <a:pt x="2439" y="997"/>
                  <a:pt x="2433" y="1009"/>
                  <a:pt x="2439" y="1015"/>
                </a:cubicBezTo>
                <a:cubicBezTo>
                  <a:pt x="2455" y="1079"/>
                  <a:pt x="2455" y="1085"/>
                  <a:pt x="2459" y="1092"/>
                </a:cubicBezTo>
                <a:cubicBezTo>
                  <a:pt x="2464" y="1151"/>
                  <a:pt x="2466" y="1158"/>
                  <a:pt x="2467" y="1164"/>
                </a:cubicBezTo>
                <a:cubicBezTo>
                  <a:pt x="2464" y="1223"/>
                  <a:pt x="2467" y="1230"/>
                  <a:pt x="2465" y="1236"/>
                </a:cubicBezTo>
                <a:cubicBezTo>
                  <a:pt x="2459" y="1291"/>
                  <a:pt x="2461" y="1298"/>
                  <a:pt x="2459" y="1304"/>
                </a:cubicBezTo>
                <a:cubicBezTo>
                  <a:pt x="2458" y="1333"/>
                  <a:pt x="2457" y="1336"/>
                  <a:pt x="2455" y="1338"/>
                </a:cubicBezTo>
                <a:cubicBezTo>
                  <a:pt x="2451" y="1379"/>
                  <a:pt x="2453" y="1385"/>
                  <a:pt x="2451" y="1390"/>
                </a:cubicBezTo>
                <a:cubicBezTo>
                  <a:pt x="2444" y="1465"/>
                  <a:pt x="2448" y="1472"/>
                  <a:pt x="2451" y="1479"/>
                </a:cubicBezTo>
                <a:cubicBezTo>
                  <a:pt x="2454" y="1522"/>
                  <a:pt x="2452" y="1527"/>
                  <a:pt x="2458" y="1534"/>
                </a:cubicBezTo>
                <a:cubicBezTo>
                  <a:pt x="2453" y="1572"/>
                  <a:pt x="2452" y="1555"/>
                  <a:pt x="2445" y="1544"/>
                </a:cubicBezTo>
                <a:close/>
                <a:moveTo>
                  <a:pt x="805" y="966"/>
                </a:moveTo>
                <a:cubicBezTo>
                  <a:pt x="811" y="972"/>
                  <a:pt x="817" y="979"/>
                  <a:pt x="829" y="983"/>
                </a:cubicBezTo>
                <a:cubicBezTo>
                  <a:pt x="856" y="1017"/>
                  <a:pt x="846" y="1012"/>
                  <a:pt x="841" y="1005"/>
                </a:cubicBezTo>
                <a:cubicBezTo>
                  <a:pt x="838" y="1014"/>
                  <a:pt x="839" y="1022"/>
                  <a:pt x="851" y="1025"/>
                </a:cubicBezTo>
                <a:cubicBezTo>
                  <a:pt x="876" y="1071"/>
                  <a:pt x="879" y="1077"/>
                  <a:pt x="878" y="1085"/>
                </a:cubicBezTo>
                <a:cubicBezTo>
                  <a:pt x="898" y="1121"/>
                  <a:pt x="888" y="1131"/>
                  <a:pt x="894" y="1134"/>
                </a:cubicBezTo>
                <a:cubicBezTo>
                  <a:pt x="910" y="1179"/>
                  <a:pt x="896" y="1188"/>
                  <a:pt x="907" y="1188"/>
                </a:cubicBezTo>
                <a:cubicBezTo>
                  <a:pt x="911" y="1155"/>
                  <a:pt x="911" y="1151"/>
                  <a:pt x="910" y="1148"/>
                </a:cubicBezTo>
                <a:cubicBezTo>
                  <a:pt x="917" y="1093"/>
                  <a:pt x="920" y="1093"/>
                  <a:pt x="922" y="1087"/>
                </a:cubicBezTo>
                <a:cubicBezTo>
                  <a:pt x="933" y="1041"/>
                  <a:pt x="940" y="1046"/>
                  <a:pt x="941" y="1038"/>
                </a:cubicBezTo>
                <a:cubicBezTo>
                  <a:pt x="985" y="998"/>
                  <a:pt x="994" y="988"/>
                  <a:pt x="1007" y="985"/>
                </a:cubicBezTo>
                <a:cubicBezTo>
                  <a:pt x="1059" y="966"/>
                  <a:pt x="1070" y="982"/>
                  <a:pt x="1071" y="970"/>
                </a:cubicBezTo>
                <a:cubicBezTo>
                  <a:pt x="1012" y="970"/>
                  <a:pt x="1008" y="971"/>
                  <a:pt x="1003" y="971"/>
                </a:cubicBezTo>
                <a:cubicBezTo>
                  <a:pt x="1007" y="965"/>
                  <a:pt x="1008" y="962"/>
                  <a:pt x="1007" y="956"/>
                </a:cubicBezTo>
                <a:cubicBezTo>
                  <a:pt x="1102" y="882"/>
                  <a:pt x="1115" y="872"/>
                  <a:pt x="1128" y="859"/>
                </a:cubicBezTo>
                <a:cubicBezTo>
                  <a:pt x="1161" y="831"/>
                  <a:pt x="1162" y="821"/>
                  <a:pt x="1167" y="823"/>
                </a:cubicBezTo>
                <a:cubicBezTo>
                  <a:pt x="1212" y="742"/>
                  <a:pt x="1213" y="732"/>
                  <a:pt x="1218" y="718"/>
                </a:cubicBezTo>
                <a:cubicBezTo>
                  <a:pt x="1250" y="668"/>
                  <a:pt x="1255" y="668"/>
                  <a:pt x="1259" y="664"/>
                </a:cubicBezTo>
                <a:cubicBezTo>
                  <a:pt x="1308" y="616"/>
                  <a:pt x="1311" y="613"/>
                  <a:pt x="1314" y="606"/>
                </a:cubicBezTo>
                <a:cubicBezTo>
                  <a:pt x="1275" y="632"/>
                  <a:pt x="1267" y="650"/>
                  <a:pt x="1253" y="655"/>
                </a:cubicBezTo>
                <a:cubicBezTo>
                  <a:pt x="1261" y="629"/>
                  <a:pt x="1258" y="633"/>
                  <a:pt x="1259" y="629"/>
                </a:cubicBezTo>
                <a:cubicBezTo>
                  <a:pt x="1298" y="597"/>
                  <a:pt x="1304" y="598"/>
                  <a:pt x="1308" y="597"/>
                </a:cubicBezTo>
                <a:cubicBezTo>
                  <a:pt x="1370" y="544"/>
                  <a:pt x="1387" y="533"/>
                  <a:pt x="1402" y="519"/>
                </a:cubicBezTo>
                <a:cubicBezTo>
                  <a:pt x="1432" y="471"/>
                  <a:pt x="1446" y="471"/>
                  <a:pt x="1439" y="466"/>
                </a:cubicBezTo>
                <a:cubicBezTo>
                  <a:pt x="1386" y="521"/>
                  <a:pt x="1379" y="524"/>
                  <a:pt x="1375" y="535"/>
                </a:cubicBezTo>
                <a:cubicBezTo>
                  <a:pt x="1279" y="601"/>
                  <a:pt x="1275" y="608"/>
                  <a:pt x="1269" y="608"/>
                </a:cubicBezTo>
                <a:cubicBezTo>
                  <a:pt x="1183" y="673"/>
                  <a:pt x="1173" y="679"/>
                  <a:pt x="1164" y="690"/>
                </a:cubicBezTo>
                <a:cubicBezTo>
                  <a:pt x="1129" y="719"/>
                  <a:pt x="1125" y="724"/>
                  <a:pt x="1122" y="732"/>
                </a:cubicBezTo>
                <a:cubicBezTo>
                  <a:pt x="1089" y="767"/>
                  <a:pt x="1082" y="764"/>
                  <a:pt x="1078" y="772"/>
                </a:cubicBezTo>
                <a:cubicBezTo>
                  <a:pt x="1033" y="821"/>
                  <a:pt x="1027" y="821"/>
                  <a:pt x="1023" y="830"/>
                </a:cubicBezTo>
                <a:cubicBezTo>
                  <a:pt x="986" y="864"/>
                  <a:pt x="977" y="877"/>
                  <a:pt x="968" y="888"/>
                </a:cubicBezTo>
                <a:cubicBezTo>
                  <a:pt x="927" y="943"/>
                  <a:pt x="925" y="947"/>
                  <a:pt x="922" y="946"/>
                </a:cubicBezTo>
                <a:cubicBezTo>
                  <a:pt x="956" y="891"/>
                  <a:pt x="964" y="876"/>
                  <a:pt x="980" y="848"/>
                </a:cubicBezTo>
                <a:cubicBezTo>
                  <a:pt x="1015" y="810"/>
                  <a:pt x="1016" y="802"/>
                  <a:pt x="1020" y="803"/>
                </a:cubicBezTo>
                <a:cubicBezTo>
                  <a:pt x="1059" y="757"/>
                  <a:pt x="1072" y="744"/>
                  <a:pt x="1085" y="731"/>
                </a:cubicBezTo>
                <a:cubicBezTo>
                  <a:pt x="1145" y="676"/>
                  <a:pt x="1148" y="673"/>
                  <a:pt x="1153" y="673"/>
                </a:cubicBezTo>
                <a:cubicBezTo>
                  <a:pt x="1207" y="625"/>
                  <a:pt x="1214" y="619"/>
                  <a:pt x="1222" y="618"/>
                </a:cubicBezTo>
                <a:cubicBezTo>
                  <a:pt x="1256" y="592"/>
                  <a:pt x="1268" y="581"/>
                  <a:pt x="1282" y="572"/>
                </a:cubicBezTo>
                <a:cubicBezTo>
                  <a:pt x="1311" y="532"/>
                  <a:pt x="1310" y="551"/>
                  <a:pt x="1302" y="549"/>
                </a:cubicBezTo>
                <a:cubicBezTo>
                  <a:pt x="1276" y="571"/>
                  <a:pt x="1268" y="574"/>
                  <a:pt x="1261" y="575"/>
                </a:cubicBezTo>
                <a:cubicBezTo>
                  <a:pt x="1227" y="601"/>
                  <a:pt x="1214" y="611"/>
                  <a:pt x="1202" y="622"/>
                </a:cubicBezTo>
                <a:cubicBezTo>
                  <a:pt x="1179" y="642"/>
                  <a:pt x="1172" y="637"/>
                  <a:pt x="1170" y="642"/>
                </a:cubicBezTo>
                <a:cubicBezTo>
                  <a:pt x="1179" y="629"/>
                  <a:pt x="1185" y="625"/>
                  <a:pt x="1188" y="616"/>
                </a:cubicBezTo>
                <a:cubicBezTo>
                  <a:pt x="1228" y="585"/>
                  <a:pt x="1233" y="582"/>
                  <a:pt x="1238" y="577"/>
                </a:cubicBezTo>
                <a:cubicBezTo>
                  <a:pt x="1277" y="547"/>
                  <a:pt x="1283" y="543"/>
                  <a:pt x="1290" y="541"/>
                </a:cubicBezTo>
                <a:cubicBezTo>
                  <a:pt x="1327" y="509"/>
                  <a:pt x="1332" y="505"/>
                  <a:pt x="1340" y="507"/>
                </a:cubicBezTo>
                <a:cubicBezTo>
                  <a:pt x="1394" y="460"/>
                  <a:pt x="1402" y="463"/>
                  <a:pt x="1406" y="454"/>
                </a:cubicBezTo>
                <a:cubicBezTo>
                  <a:pt x="1450" y="424"/>
                  <a:pt x="1446" y="420"/>
                  <a:pt x="1455" y="416"/>
                </a:cubicBezTo>
                <a:cubicBezTo>
                  <a:pt x="1506" y="363"/>
                  <a:pt x="1521" y="363"/>
                  <a:pt x="1515" y="354"/>
                </a:cubicBezTo>
                <a:cubicBezTo>
                  <a:pt x="1458" y="403"/>
                  <a:pt x="1455" y="404"/>
                  <a:pt x="1451" y="404"/>
                </a:cubicBezTo>
                <a:cubicBezTo>
                  <a:pt x="1396" y="438"/>
                  <a:pt x="1392" y="445"/>
                  <a:pt x="1385" y="444"/>
                </a:cubicBezTo>
                <a:cubicBezTo>
                  <a:pt x="1365" y="457"/>
                  <a:pt x="1366" y="454"/>
                  <a:pt x="1361" y="462"/>
                </a:cubicBezTo>
                <a:cubicBezTo>
                  <a:pt x="1344" y="457"/>
                  <a:pt x="1339" y="462"/>
                  <a:pt x="1334" y="465"/>
                </a:cubicBezTo>
                <a:cubicBezTo>
                  <a:pt x="1274" y="493"/>
                  <a:pt x="1268" y="499"/>
                  <a:pt x="1260" y="501"/>
                </a:cubicBezTo>
                <a:cubicBezTo>
                  <a:pt x="1232" y="514"/>
                  <a:pt x="1226" y="523"/>
                  <a:pt x="1219" y="528"/>
                </a:cubicBezTo>
                <a:cubicBezTo>
                  <a:pt x="1164" y="559"/>
                  <a:pt x="1151" y="570"/>
                  <a:pt x="1138" y="580"/>
                </a:cubicBezTo>
                <a:cubicBezTo>
                  <a:pt x="1086" y="621"/>
                  <a:pt x="1071" y="625"/>
                  <a:pt x="1060" y="639"/>
                </a:cubicBezTo>
                <a:cubicBezTo>
                  <a:pt x="1015" y="677"/>
                  <a:pt x="1009" y="682"/>
                  <a:pt x="1003" y="687"/>
                </a:cubicBezTo>
                <a:cubicBezTo>
                  <a:pt x="975" y="714"/>
                  <a:pt x="968" y="727"/>
                  <a:pt x="958" y="730"/>
                </a:cubicBezTo>
                <a:cubicBezTo>
                  <a:pt x="981" y="689"/>
                  <a:pt x="982" y="675"/>
                  <a:pt x="988" y="677"/>
                </a:cubicBezTo>
                <a:cubicBezTo>
                  <a:pt x="1041" y="611"/>
                  <a:pt x="1063" y="600"/>
                  <a:pt x="1079" y="575"/>
                </a:cubicBezTo>
                <a:cubicBezTo>
                  <a:pt x="1138" y="534"/>
                  <a:pt x="1146" y="530"/>
                  <a:pt x="1154" y="523"/>
                </a:cubicBezTo>
                <a:cubicBezTo>
                  <a:pt x="1241" y="472"/>
                  <a:pt x="1249" y="465"/>
                  <a:pt x="1258" y="463"/>
                </a:cubicBezTo>
                <a:cubicBezTo>
                  <a:pt x="1321" y="431"/>
                  <a:pt x="1332" y="431"/>
                  <a:pt x="1340" y="424"/>
                </a:cubicBezTo>
                <a:cubicBezTo>
                  <a:pt x="1375" y="406"/>
                  <a:pt x="1385" y="403"/>
                  <a:pt x="1395" y="401"/>
                </a:cubicBezTo>
                <a:cubicBezTo>
                  <a:pt x="1477" y="350"/>
                  <a:pt x="1483" y="350"/>
                  <a:pt x="1485" y="343"/>
                </a:cubicBezTo>
                <a:cubicBezTo>
                  <a:pt x="1473" y="345"/>
                  <a:pt x="1467" y="349"/>
                  <a:pt x="1461" y="354"/>
                </a:cubicBezTo>
                <a:cubicBezTo>
                  <a:pt x="1400" y="392"/>
                  <a:pt x="1390" y="385"/>
                  <a:pt x="1386" y="393"/>
                </a:cubicBezTo>
                <a:cubicBezTo>
                  <a:pt x="1344" y="417"/>
                  <a:pt x="1333" y="407"/>
                  <a:pt x="1330" y="419"/>
                </a:cubicBezTo>
                <a:cubicBezTo>
                  <a:pt x="1297" y="430"/>
                  <a:pt x="1284" y="437"/>
                  <a:pt x="1271" y="443"/>
                </a:cubicBezTo>
                <a:cubicBezTo>
                  <a:pt x="1209" y="472"/>
                  <a:pt x="1205" y="480"/>
                  <a:pt x="1198" y="483"/>
                </a:cubicBezTo>
                <a:cubicBezTo>
                  <a:pt x="1157" y="509"/>
                  <a:pt x="1151" y="512"/>
                  <a:pt x="1145" y="516"/>
                </a:cubicBezTo>
                <a:cubicBezTo>
                  <a:pt x="1121" y="528"/>
                  <a:pt x="1121" y="536"/>
                  <a:pt x="1117" y="535"/>
                </a:cubicBezTo>
                <a:cubicBezTo>
                  <a:pt x="1067" y="575"/>
                  <a:pt x="1064" y="578"/>
                  <a:pt x="1061" y="580"/>
                </a:cubicBezTo>
                <a:cubicBezTo>
                  <a:pt x="1038" y="600"/>
                  <a:pt x="1038" y="610"/>
                  <a:pt x="1032" y="608"/>
                </a:cubicBezTo>
                <a:cubicBezTo>
                  <a:pt x="973" y="664"/>
                  <a:pt x="975" y="683"/>
                  <a:pt x="969" y="678"/>
                </a:cubicBezTo>
                <a:cubicBezTo>
                  <a:pt x="969" y="656"/>
                  <a:pt x="973" y="647"/>
                  <a:pt x="981" y="645"/>
                </a:cubicBezTo>
                <a:cubicBezTo>
                  <a:pt x="1004" y="602"/>
                  <a:pt x="1011" y="602"/>
                  <a:pt x="1014" y="593"/>
                </a:cubicBezTo>
                <a:cubicBezTo>
                  <a:pt x="1083" y="533"/>
                  <a:pt x="1094" y="526"/>
                  <a:pt x="1103" y="516"/>
                </a:cubicBezTo>
                <a:cubicBezTo>
                  <a:pt x="1140" y="492"/>
                  <a:pt x="1145" y="487"/>
                  <a:pt x="1149" y="479"/>
                </a:cubicBezTo>
                <a:cubicBezTo>
                  <a:pt x="1250" y="423"/>
                  <a:pt x="1267" y="412"/>
                  <a:pt x="1286" y="408"/>
                </a:cubicBezTo>
                <a:cubicBezTo>
                  <a:pt x="1358" y="375"/>
                  <a:pt x="1378" y="371"/>
                  <a:pt x="1396" y="363"/>
                </a:cubicBezTo>
                <a:cubicBezTo>
                  <a:pt x="1444" y="352"/>
                  <a:pt x="1447" y="343"/>
                  <a:pt x="1454" y="348"/>
                </a:cubicBezTo>
                <a:cubicBezTo>
                  <a:pt x="1482" y="335"/>
                  <a:pt x="1487" y="328"/>
                  <a:pt x="1494" y="325"/>
                </a:cubicBezTo>
                <a:cubicBezTo>
                  <a:pt x="1523" y="318"/>
                  <a:pt x="1527" y="307"/>
                  <a:pt x="1536" y="309"/>
                </a:cubicBezTo>
                <a:cubicBezTo>
                  <a:pt x="1566" y="281"/>
                  <a:pt x="1572" y="284"/>
                  <a:pt x="1574" y="275"/>
                </a:cubicBezTo>
                <a:cubicBezTo>
                  <a:pt x="1535" y="290"/>
                  <a:pt x="1529" y="300"/>
                  <a:pt x="1520" y="302"/>
                </a:cubicBezTo>
                <a:cubicBezTo>
                  <a:pt x="1441" y="337"/>
                  <a:pt x="1437" y="341"/>
                  <a:pt x="1431" y="337"/>
                </a:cubicBezTo>
                <a:cubicBezTo>
                  <a:pt x="1384" y="362"/>
                  <a:pt x="1371" y="355"/>
                  <a:pt x="1364" y="364"/>
                </a:cubicBezTo>
                <a:cubicBezTo>
                  <a:pt x="1221" y="426"/>
                  <a:pt x="1214" y="424"/>
                  <a:pt x="1209" y="431"/>
                </a:cubicBezTo>
                <a:cubicBezTo>
                  <a:pt x="1155" y="462"/>
                  <a:pt x="1149" y="462"/>
                  <a:pt x="1146" y="472"/>
                </a:cubicBezTo>
                <a:cubicBezTo>
                  <a:pt x="1120" y="492"/>
                  <a:pt x="1108" y="498"/>
                  <a:pt x="1098" y="507"/>
                </a:cubicBezTo>
                <a:cubicBezTo>
                  <a:pt x="1031" y="555"/>
                  <a:pt x="1029" y="568"/>
                  <a:pt x="1022" y="568"/>
                </a:cubicBezTo>
                <a:cubicBezTo>
                  <a:pt x="987" y="600"/>
                  <a:pt x="987" y="618"/>
                  <a:pt x="977" y="611"/>
                </a:cubicBezTo>
                <a:cubicBezTo>
                  <a:pt x="1000" y="581"/>
                  <a:pt x="1007" y="572"/>
                  <a:pt x="1014" y="564"/>
                </a:cubicBezTo>
                <a:cubicBezTo>
                  <a:pt x="1065" y="510"/>
                  <a:pt x="1076" y="510"/>
                  <a:pt x="1081" y="496"/>
                </a:cubicBezTo>
                <a:cubicBezTo>
                  <a:pt x="1130" y="452"/>
                  <a:pt x="1139" y="462"/>
                  <a:pt x="1140" y="450"/>
                </a:cubicBezTo>
                <a:cubicBezTo>
                  <a:pt x="1209" y="412"/>
                  <a:pt x="1220" y="395"/>
                  <a:pt x="1237" y="392"/>
                </a:cubicBezTo>
                <a:cubicBezTo>
                  <a:pt x="1294" y="358"/>
                  <a:pt x="1301" y="365"/>
                  <a:pt x="1303" y="359"/>
                </a:cubicBezTo>
                <a:cubicBezTo>
                  <a:pt x="1342" y="346"/>
                  <a:pt x="1342" y="336"/>
                  <a:pt x="1348" y="338"/>
                </a:cubicBezTo>
                <a:cubicBezTo>
                  <a:pt x="1387" y="325"/>
                  <a:pt x="1391" y="324"/>
                  <a:pt x="1395" y="324"/>
                </a:cubicBezTo>
                <a:cubicBezTo>
                  <a:pt x="1425" y="323"/>
                  <a:pt x="1424" y="308"/>
                  <a:pt x="1431" y="315"/>
                </a:cubicBezTo>
                <a:cubicBezTo>
                  <a:pt x="1469" y="299"/>
                  <a:pt x="1473" y="298"/>
                  <a:pt x="1477" y="298"/>
                </a:cubicBezTo>
                <a:cubicBezTo>
                  <a:pt x="1500" y="284"/>
                  <a:pt x="1510" y="279"/>
                  <a:pt x="1504" y="275"/>
                </a:cubicBezTo>
                <a:cubicBezTo>
                  <a:pt x="1449" y="298"/>
                  <a:pt x="1443" y="300"/>
                  <a:pt x="1437" y="302"/>
                </a:cubicBezTo>
                <a:cubicBezTo>
                  <a:pt x="1355" y="326"/>
                  <a:pt x="1342" y="326"/>
                  <a:pt x="1333" y="334"/>
                </a:cubicBezTo>
                <a:cubicBezTo>
                  <a:pt x="1257" y="359"/>
                  <a:pt x="1255" y="370"/>
                  <a:pt x="1249" y="372"/>
                </a:cubicBezTo>
                <a:cubicBezTo>
                  <a:pt x="1190" y="403"/>
                  <a:pt x="1180" y="412"/>
                  <a:pt x="1170" y="419"/>
                </a:cubicBezTo>
                <a:cubicBezTo>
                  <a:pt x="1117" y="453"/>
                  <a:pt x="1112" y="458"/>
                  <a:pt x="1108" y="464"/>
                </a:cubicBezTo>
                <a:cubicBezTo>
                  <a:pt x="1028" y="525"/>
                  <a:pt x="1027" y="539"/>
                  <a:pt x="1021" y="542"/>
                </a:cubicBezTo>
                <a:cubicBezTo>
                  <a:pt x="1005" y="554"/>
                  <a:pt x="1006" y="540"/>
                  <a:pt x="1012" y="541"/>
                </a:cubicBezTo>
                <a:cubicBezTo>
                  <a:pt x="1047" y="492"/>
                  <a:pt x="1052" y="493"/>
                  <a:pt x="1054" y="484"/>
                </a:cubicBezTo>
                <a:cubicBezTo>
                  <a:pt x="1076" y="477"/>
                  <a:pt x="1077" y="462"/>
                  <a:pt x="1083" y="462"/>
                </a:cubicBezTo>
                <a:cubicBezTo>
                  <a:pt x="1109" y="445"/>
                  <a:pt x="1110" y="437"/>
                  <a:pt x="1114" y="438"/>
                </a:cubicBezTo>
                <a:cubicBezTo>
                  <a:pt x="1153" y="403"/>
                  <a:pt x="1166" y="403"/>
                  <a:pt x="1176" y="393"/>
                </a:cubicBezTo>
                <a:cubicBezTo>
                  <a:pt x="1195" y="373"/>
                  <a:pt x="1203" y="378"/>
                  <a:pt x="1207" y="372"/>
                </a:cubicBezTo>
                <a:cubicBezTo>
                  <a:pt x="1277" y="331"/>
                  <a:pt x="1282" y="326"/>
                  <a:pt x="1289" y="327"/>
                </a:cubicBezTo>
                <a:cubicBezTo>
                  <a:pt x="1316" y="309"/>
                  <a:pt x="1322" y="314"/>
                  <a:pt x="1323" y="307"/>
                </a:cubicBezTo>
                <a:cubicBezTo>
                  <a:pt x="1368" y="284"/>
                  <a:pt x="1379" y="291"/>
                  <a:pt x="1383" y="281"/>
                </a:cubicBezTo>
                <a:cubicBezTo>
                  <a:pt x="1431" y="265"/>
                  <a:pt x="1440" y="267"/>
                  <a:pt x="1446" y="262"/>
                </a:cubicBezTo>
                <a:cubicBezTo>
                  <a:pt x="1483" y="254"/>
                  <a:pt x="1497" y="251"/>
                  <a:pt x="1510" y="246"/>
                </a:cubicBezTo>
                <a:cubicBezTo>
                  <a:pt x="1564" y="220"/>
                  <a:pt x="1577" y="214"/>
                  <a:pt x="1590" y="206"/>
                </a:cubicBezTo>
                <a:cubicBezTo>
                  <a:pt x="1614" y="198"/>
                  <a:pt x="1615" y="190"/>
                  <a:pt x="1619" y="191"/>
                </a:cubicBezTo>
                <a:cubicBezTo>
                  <a:pt x="1599" y="186"/>
                  <a:pt x="1596" y="203"/>
                  <a:pt x="1585" y="201"/>
                </a:cubicBezTo>
                <a:cubicBezTo>
                  <a:pt x="1528" y="227"/>
                  <a:pt x="1520" y="234"/>
                  <a:pt x="1510" y="233"/>
                </a:cubicBezTo>
                <a:cubicBezTo>
                  <a:pt x="1386" y="267"/>
                  <a:pt x="1383" y="273"/>
                  <a:pt x="1378" y="272"/>
                </a:cubicBezTo>
                <a:cubicBezTo>
                  <a:pt x="1344" y="288"/>
                  <a:pt x="1334" y="288"/>
                  <a:pt x="1328" y="297"/>
                </a:cubicBezTo>
                <a:cubicBezTo>
                  <a:pt x="1310" y="302"/>
                  <a:pt x="1306" y="306"/>
                  <a:pt x="1301" y="307"/>
                </a:cubicBezTo>
                <a:cubicBezTo>
                  <a:pt x="1245" y="341"/>
                  <a:pt x="1236" y="341"/>
                  <a:pt x="1229" y="347"/>
                </a:cubicBezTo>
                <a:cubicBezTo>
                  <a:pt x="1182" y="370"/>
                  <a:pt x="1180" y="381"/>
                  <a:pt x="1173" y="379"/>
                </a:cubicBezTo>
                <a:cubicBezTo>
                  <a:pt x="1140" y="403"/>
                  <a:pt x="1137" y="406"/>
                  <a:pt x="1132" y="405"/>
                </a:cubicBezTo>
                <a:cubicBezTo>
                  <a:pt x="1107" y="426"/>
                  <a:pt x="1105" y="427"/>
                  <a:pt x="1104" y="430"/>
                </a:cubicBezTo>
                <a:cubicBezTo>
                  <a:pt x="1058" y="469"/>
                  <a:pt x="1049" y="481"/>
                  <a:pt x="1037" y="486"/>
                </a:cubicBezTo>
                <a:cubicBezTo>
                  <a:pt x="1017" y="510"/>
                  <a:pt x="1013" y="518"/>
                  <a:pt x="1006" y="519"/>
                </a:cubicBezTo>
                <a:cubicBezTo>
                  <a:pt x="1061" y="441"/>
                  <a:pt x="1074" y="433"/>
                  <a:pt x="1086" y="422"/>
                </a:cubicBezTo>
                <a:cubicBezTo>
                  <a:pt x="1109" y="407"/>
                  <a:pt x="1109" y="391"/>
                  <a:pt x="1117" y="395"/>
                </a:cubicBezTo>
                <a:cubicBezTo>
                  <a:pt x="1178" y="351"/>
                  <a:pt x="1188" y="340"/>
                  <a:pt x="1200" y="334"/>
                </a:cubicBezTo>
                <a:cubicBezTo>
                  <a:pt x="1237" y="306"/>
                  <a:pt x="1242" y="301"/>
                  <a:pt x="1249" y="302"/>
                </a:cubicBezTo>
                <a:cubicBezTo>
                  <a:pt x="1286" y="279"/>
                  <a:pt x="1290" y="280"/>
                  <a:pt x="1292" y="277"/>
                </a:cubicBezTo>
                <a:cubicBezTo>
                  <a:pt x="1342" y="253"/>
                  <a:pt x="1350" y="257"/>
                  <a:pt x="1355" y="252"/>
                </a:cubicBezTo>
                <a:cubicBezTo>
                  <a:pt x="1378" y="240"/>
                  <a:pt x="1386" y="245"/>
                  <a:pt x="1390" y="239"/>
                </a:cubicBezTo>
                <a:cubicBezTo>
                  <a:pt x="1427" y="222"/>
                  <a:pt x="1436" y="229"/>
                  <a:pt x="1441" y="224"/>
                </a:cubicBezTo>
                <a:cubicBezTo>
                  <a:pt x="1495" y="205"/>
                  <a:pt x="1504" y="212"/>
                  <a:pt x="1509" y="208"/>
                </a:cubicBezTo>
                <a:cubicBezTo>
                  <a:pt x="1545" y="188"/>
                  <a:pt x="1553" y="194"/>
                  <a:pt x="1556" y="188"/>
                </a:cubicBezTo>
                <a:cubicBezTo>
                  <a:pt x="1592" y="175"/>
                  <a:pt x="1595" y="175"/>
                  <a:pt x="1598" y="175"/>
                </a:cubicBezTo>
                <a:cubicBezTo>
                  <a:pt x="1628" y="165"/>
                  <a:pt x="1638" y="150"/>
                  <a:pt x="1633" y="146"/>
                </a:cubicBezTo>
                <a:cubicBezTo>
                  <a:pt x="1552" y="184"/>
                  <a:pt x="1547" y="183"/>
                  <a:pt x="1543" y="188"/>
                </a:cubicBezTo>
                <a:cubicBezTo>
                  <a:pt x="1524" y="192"/>
                  <a:pt x="1519" y="191"/>
                  <a:pt x="1517" y="198"/>
                </a:cubicBezTo>
                <a:cubicBezTo>
                  <a:pt x="1482" y="201"/>
                  <a:pt x="1478" y="205"/>
                  <a:pt x="1474" y="207"/>
                </a:cubicBezTo>
                <a:cubicBezTo>
                  <a:pt x="1437" y="214"/>
                  <a:pt x="1434" y="216"/>
                  <a:pt x="1432" y="217"/>
                </a:cubicBezTo>
                <a:cubicBezTo>
                  <a:pt x="1336" y="248"/>
                  <a:pt x="1324" y="252"/>
                  <a:pt x="1312" y="255"/>
                </a:cubicBezTo>
                <a:cubicBezTo>
                  <a:pt x="1256" y="279"/>
                  <a:pt x="1253" y="290"/>
                  <a:pt x="1246" y="288"/>
                </a:cubicBezTo>
                <a:cubicBezTo>
                  <a:pt x="1209" y="313"/>
                  <a:pt x="1203" y="313"/>
                  <a:pt x="1199" y="321"/>
                </a:cubicBezTo>
                <a:cubicBezTo>
                  <a:pt x="1128" y="382"/>
                  <a:pt x="1094" y="381"/>
                  <a:pt x="1074" y="420"/>
                </a:cubicBezTo>
                <a:cubicBezTo>
                  <a:pt x="1039" y="431"/>
                  <a:pt x="1041" y="426"/>
                  <a:pt x="1044" y="416"/>
                </a:cubicBezTo>
                <a:cubicBezTo>
                  <a:pt x="1066" y="399"/>
                  <a:pt x="1067" y="394"/>
                  <a:pt x="1070" y="393"/>
                </a:cubicBezTo>
                <a:cubicBezTo>
                  <a:pt x="1113" y="364"/>
                  <a:pt x="1123" y="347"/>
                  <a:pt x="1138" y="344"/>
                </a:cubicBezTo>
                <a:cubicBezTo>
                  <a:pt x="1179" y="317"/>
                  <a:pt x="1183" y="317"/>
                  <a:pt x="1184" y="311"/>
                </a:cubicBezTo>
                <a:cubicBezTo>
                  <a:pt x="1228" y="278"/>
                  <a:pt x="1246" y="277"/>
                  <a:pt x="1259" y="265"/>
                </a:cubicBezTo>
                <a:cubicBezTo>
                  <a:pt x="1359" y="217"/>
                  <a:pt x="1367" y="214"/>
                  <a:pt x="1374" y="210"/>
                </a:cubicBezTo>
                <a:cubicBezTo>
                  <a:pt x="1415" y="193"/>
                  <a:pt x="1429" y="181"/>
                  <a:pt x="1446" y="179"/>
                </a:cubicBezTo>
                <a:cubicBezTo>
                  <a:pt x="1484" y="161"/>
                  <a:pt x="1490" y="164"/>
                  <a:pt x="1493" y="159"/>
                </a:cubicBezTo>
                <a:cubicBezTo>
                  <a:pt x="1548" y="148"/>
                  <a:pt x="1550" y="140"/>
                  <a:pt x="1553" y="139"/>
                </a:cubicBezTo>
                <a:cubicBezTo>
                  <a:pt x="1579" y="130"/>
                  <a:pt x="1591" y="128"/>
                  <a:pt x="1585" y="124"/>
                </a:cubicBezTo>
                <a:cubicBezTo>
                  <a:pt x="1522" y="141"/>
                  <a:pt x="1520" y="144"/>
                  <a:pt x="1516" y="144"/>
                </a:cubicBezTo>
                <a:cubicBezTo>
                  <a:pt x="1479" y="160"/>
                  <a:pt x="1471" y="159"/>
                  <a:pt x="1463" y="161"/>
                </a:cubicBezTo>
                <a:cubicBezTo>
                  <a:pt x="1388" y="186"/>
                  <a:pt x="1382" y="198"/>
                  <a:pt x="1373" y="199"/>
                </a:cubicBezTo>
                <a:cubicBezTo>
                  <a:pt x="1353" y="207"/>
                  <a:pt x="1351" y="210"/>
                  <a:pt x="1347" y="207"/>
                </a:cubicBezTo>
                <a:cubicBezTo>
                  <a:pt x="1330" y="216"/>
                  <a:pt x="1326" y="220"/>
                  <a:pt x="1321" y="220"/>
                </a:cubicBezTo>
                <a:cubicBezTo>
                  <a:pt x="1288" y="236"/>
                  <a:pt x="1281" y="244"/>
                  <a:pt x="1272" y="246"/>
                </a:cubicBezTo>
                <a:cubicBezTo>
                  <a:pt x="1217" y="280"/>
                  <a:pt x="1210" y="280"/>
                  <a:pt x="1204" y="288"/>
                </a:cubicBezTo>
                <a:cubicBezTo>
                  <a:pt x="1135" y="337"/>
                  <a:pt x="1124" y="332"/>
                  <a:pt x="1119" y="342"/>
                </a:cubicBezTo>
                <a:cubicBezTo>
                  <a:pt x="1092" y="361"/>
                  <a:pt x="1085" y="367"/>
                  <a:pt x="1079" y="374"/>
                </a:cubicBezTo>
                <a:cubicBezTo>
                  <a:pt x="1062" y="384"/>
                  <a:pt x="1059" y="384"/>
                  <a:pt x="1060" y="381"/>
                </a:cubicBezTo>
                <a:cubicBezTo>
                  <a:pt x="1107" y="325"/>
                  <a:pt x="1114" y="316"/>
                  <a:pt x="1124" y="312"/>
                </a:cubicBezTo>
                <a:cubicBezTo>
                  <a:pt x="1151" y="285"/>
                  <a:pt x="1157" y="285"/>
                  <a:pt x="1160" y="280"/>
                </a:cubicBezTo>
                <a:cubicBezTo>
                  <a:pt x="1190" y="258"/>
                  <a:pt x="1192" y="255"/>
                  <a:pt x="1196" y="259"/>
                </a:cubicBezTo>
                <a:cubicBezTo>
                  <a:pt x="1217" y="250"/>
                  <a:pt x="1215" y="234"/>
                  <a:pt x="1222" y="242"/>
                </a:cubicBezTo>
                <a:cubicBezTo>
                  <a:pt x="1295" y="204"/>
                  <a:pt x="1299" y="194"/>
                  <a:pt x="1308" y="195"/>
                </a:cubicBezTo>
                <a:cubicBezTo>
                  <a:pt x="1334" y="185"/>
                  <a:pt x="1335" y="175"/>
                  <a:pt x="1341" y="178"/>
                </a:cubicBezTo>
                <a:cubicBezTo>
                  <a:pt x="1378" y="161"/>
                  <a:pt x="1383" y="163"/>
                  <a:pt x="1387" y="161"/>
                </a:cubicBezTo>
                <a:cubicBezTo>
                  <a:pt x="1413" y="148"/>
                  <a:pt x="1419" y="155"/>
                  <a:pt x="1421" y="148"/>
                </a:cubicBezTo>
                <a:cubicBezTo>
                  <a:pt x="1453" y="136"/>
                  <a:pt x="1459" y="129"/>
                  <a:pt x="1469" y="128"/>
                </a:cubicBezTo>
                <a:cubicBezTo>
                  <a:pt x="1496" y="118"/>
                  <a:pt x="1499" y="117"/>
                  <a:pt x="1503" y="116"/>
                </a:cubicBezTo>
                <a:cubicBezTo>
                  <a:pt x="1533" y="107"/>
                  <a:pt x="1534" y="99"/>
                  <a:pt x="1541" y="104"/>
                </a:cubicBezTo>
                <a:cubicBezTo>
                  <a:pt x="1595" y="80"/>
                  <a:pt x="1599" y="66"/>
                  <a:pt x="1608" y="68"/>
                </a:cubicBezTo>
                <a:cubicBezTo>
                  <a:pt x="1643" y="43"/>
                  <a:pt x="1650" y="46"/>
                  <a:pt x="1651" y="37"/>
                </a:cubicBezTo>
                <a:cubicBezTo>
                  <a:pt x="1698" y="3"/>
                  <a:pt x="1706" y="15"/>
                  <a:pt x="1707" y="5"/>
                </a:cubicBezTo>
                <a:cubicBezTo>
                  <a:pt x="1706" y="1"/>
                  <a:pt x="1706" y="1"/>
                  <a:pt x="1706" y="1"/>
                </a:cubicBezTo>
                <a:cubicBezTo>
                  <a:pt x="1636" y="42"/>
                  <a:pt x="1630" y="44"/>
                  <a:pt x="1624" y="47"/>
                </a:cubicBezTo>
                <a:cubicBezTo>
                  <a:pt x="1588" y="67"/>
                  <a:pt x="1582" y="69"/>
                  <a:pt x="1577" y="73"/>
                </a:cubicBezTo>
                <a:cubicBezTo>
                  <a:pt x="1502" y="101"/>
                  <a:pt x="1498" y="108"/>
                  <a:pt x="1491" y="107"/>
                </a:cubicBezTo>
                <a:cubicBezTo>
                  <a:pt x="1414" y="138"/>
                  <a:pt x="1405" y="141"/>
                  <a:pt x="1395" y="143"/>
                </a:cubicBezTo>
                <a:cubicBezTo>
                  <a:pt x="1361" y="160"/>
                  <a:pt x="1352" y="160"/>
                  <a:pt x="1344" y="164"/>
                </a:cubicBezTo>
                <a:cubicBezTo>
                  <a:pt x="1300" y="183"/>
                  <a:pt x="1295" y="183"/>
                  <a:pt x="1292" y="188"/>
                </a:cubicBezTo>
                <a:cubicBezTo>
                  <a:pt x="1234" y="218"/>
                  <a:pt x="1227" y="226"/>
                  <a:pt x="1217" y="227"/>
                </a:cubicBezTo>
                <a:cubicBezTo>
                  <a:pt x="1160" y="266"/>
                  <a:pt x="1151" y="270"/>
                  <a:pt x="1144" y="280"/>
                </a:cubicBezTo>
                <a:cubicBezTo>
                  <a:pt x="1104" y="309"/>
                  <a:pt x="1100" y="312"/>
                  <a:pt x="1098" y="319"/>
                </a:cubicBezTo>
                <a:cubicBezTo>
                  <a:pt x="1093" y="303"/>
                  <a:pt x="1098" y="293"/>
                  <a:pt x="1106" y="288"/>
                </a:cubicBezTo>
                <a:cubicBezTo>
                  <a:pt x="1138" y="265"/>
                  <a:pt x="1147" y="260"/>
                  <a:pt x="1154" y="252"/>
                </a:cubicBezTo>
                <a:cubicBezTo>
                  <a:pt x="1210" y="216"/>
                  <a:pt x="1217" y="209"/>
                  <a:pt x="1225" y="202"/>
                </a:cubicBezTo>
                <a:cubicBezTo>
                  <a:pt x="1296" y="160"/>
                  <a:pt x="1300" y="161"/>
                  <a:pt x="1302" y="158"/>
                </a:cubicBezTo>
                <a:cubicBezTo>
                  <a:pt x="1362" y="135"/>
                  <a:pt x="1366" y="125"/>
                  <a:pt x="1374" y="127"/>
                </a:cubicBezTo>
                <a:cubicBezTo>
                  <a:pt x="1409" y="117"/>
                  <a:pt x="1410" y="109"/>
                  <a:pt x="1415" y="113"/>
                </a:cubicBezTo>
                <a:cubicBezTo>
                  <a:pt x="1463" y="94"/>
                  <a:pt x="1489" y="83"/>
                  <a:pt x="1516" y="74"/>
                </a:cubicBezTo>
                <a:cubicBezTo>
                  <a:pt x="1562" y="54"/>
                  <a:pt x="1570" y="55"/>
                  <a:pt x="1575" y="50"/>
                </a:cubicBezTo>
                <a:cubicBezTo>
                  <a:pt x="1640" y="15"/>
                  <a:pt x="1645" y="7"/>
                  <a:pt x="1651" y="2"/>
                </a:cubicBezTo>
                <a:cubicBezTo>
                  <a:pt x="1637" y="3"/>
                  <a:pt x="1635" y="6"/>
                  <a:pt x="1631" y="5"/>
                </a:cubicBezTo>
                <a:cubicBezTo>
                  <a:pt x="1547" y="51"/>
                  <a:pt x="1539" y="51"/>
                  <a:pt x="1532" y="52"/>
                </a:cubicBezTo>
                <a:cubicBezTo>
                  <a:pt x="1490" y="73"/>
                  <a:pt x="1486" y="70"/>
                  <a:pt x="1482" y="71"/>
                </a:cubicBezTo>
                <a:cubicBezTo>
                  <a:pt x="1448" y="94"/>
                  <a:pt x="1437" y="85"/>
                  <a:pt x="1431" y="92"/>
                </a:cubicBezTo>
                <a:cubicBezTo>
                  <a:pt x="1324" y="130"/>
                  <a:pt x="1318" y="136"/>
                  <a:pt x="1311" y="139"/>
                </a:cubicBezTo>
                <a:cubicBezTo>
                  <a:pt x="1284" y="152"/>
                  <a:pt x="1278" y="159"/>
                  <a:pt x="1270" y="159"/>
                </a:cubicBezTo>
                <a:cubicBezTo>
                  <a:pt x="1250" y="180"/>
                  <a:pt x="1243" y="175"/>
                  <a:pt x="1241" y="180"/>
                </a:cubicBezTo>
                <a:cubicBezTo>
                  <a:pt x="1204" y="206"/>
                  <a:pt x="1195" y="205"/>
                  <a:pt x="1190" y="215"/>
                </a:cubicBezTo>
                <a:cubicBezTo>
                  <a:pt x="1121" y="258"/>
                  <a:pt x="1117" y="271"/>
                  <a:pt x="1108" y="269"/>
                </a:cubicBezTo>
                <a:cubicBezTo>
                  <a:pt x="1159" y="220"/>
                  <a:pt x="1165" y="199"/>
                  <a:pt x="1178" y="199"/>
                </a:cubicBezTo>
                <a:cubicBezTo>
                  <a:pt x="1195" y="184"/>
                  <a:pt x="1197" y="181"/>
                  <a:pt x="1201" y="184"/>
                </a:cubicBezTo>
                <a:cubicBezTo>
                  <a:pt x="1248" y="157"/>
                  <a:pt x="1250" y="146"/>
                  <a:pt x="1257" y="146"/>
                </a:cubicBezTo>
                <a:cubicBezTo>
                  <a:pt x="1310" y="112"/>
                  <a:pt x="1319" y="120"/>
                  <a:pt x="1323" y="113"/>
                </a:cubicBezTo>
                <a:cubicBezTo>
                  <a:pt x="1362" y="95"/>
                  <a:pt x="1370" y="97"/>
                  <a:pt x="1374" y="92"/>
                </a:cubicBezTo>
                <a:cubicBezTo>
                  <a:pt x="1437" y="78"/>
                  <a:pt x="1438" y="64"/>
                  <a:pt x="1446" y="67"/>
                </a:cubicBezTo>
                <a:cubicBezTo>
                  <a:pt x="1469" y="58"/>
                  <a:pt x="1476" y="59"/>
                  <a:pt x="1480" y="54"/>
                </a:cubicBezTo>
                <a:cubicBezTo>
                  <a:pt x="1500" y="47"/>
                  <a:pt x="1503" y="47"/>
                  <a:pt x="1506" y="47"/>
                </a:cubicBezTo>
                <a:cubicBezTo>
                  <a:pt x="1557" y="24"/>
                  <a:pt x="1564" y="27"/>
                  <a:pt x="1569" y="21"/>
                </a:cubicBezTo>
                <a:cubicBezTo>
                  <a:pt x="1592" y="12"/>
                  <a:pt x="1598" y="12"/>
                  <a:pt x="1602" y="5"/>
                </a:cubicBezTo>
                <a:cubicBezTo>
                  <a:pt x="1588" y="2"/>
                  <a:pt x="1585" y="4"/>
                  <a:pt x="1583" y="5"/>
                </a:cubicBezTo>
                <a:cubicBezTo>
                  <a:pt x="1544" y="17"/>
                  <a:pt x="1531" y="27"/>
                  <a:pt x="1516" y="32"/>
                </a:cubicBezTo>
                <a:cubicBezTo>
                  <a:pt x="1456" y="43"/>
                  <a:pt x="1456" y="57"/>
                  <a:pt x="1449" y="53"/>
                </a:cubicBezTo>
                <a:cubicBezTo>
                  <a:pt x="1418" y="65"/>
                  <a:pt x="1413" y="65"/>
                  <a:pt x="1408" y="66"/>
                </a:cubicBezTo>
                <a:cubicBezTo>
                  <a:pt x="1363" y="81"/>
                  <a:pt x="1360" y="87"/>
                  <a:pt x="1354" y="86"/>
                </a:cubicBezTo>
                <a:cubicBezTo>
                  <a:pt x="1319" y="101"/>
                  <a:pt x="1310" y="104"/>
                  <a:pt x="1301" y="106"/>
                </a:cubicBezTo>
                <a:cubicBezTo>
                  <a:pt x="1255" y="133"/>
                  <a:pt x="1253" y="133"/>
                  <a:pt x="1250" y="133"/>
                </a:cubicBezTo>
                <a:cubicBezTo>
                  <a:pt x="1260" y="123"/>
                  <a:pt x="1264" y="116"/>
                  <a:pt x="1268" y="113"/>
                </a:cubicBezTo>
                <a:cubicBezTo>
                  <a:pt x="1316" y="90"/>
                  <a:pt x="1319" y="83"/>
                  <a:pt x="1324" y="82"/>
                </a:cubicBezTo>
                <a:cubicBezTo>
                  <a:pt x="1391" y="43"/>
                  <a:pt x="1431" y="28"/>
                  <a:pt x="1473" y="15"/>
                </a:cubicBezTo>
                <a:cubicBezTo>
                  <a:pt x="1471" y="3"/>
                  <a:pt x="1468" y="3"/>
                  <a:pt x="1466" y="3"/>
                </a:cubicBezTo>
                <a:cubicBezTo>
                  <a:pt x="1425" y="21"/>
                  <a:pt x="1412" y="24"/>
                  <a:pt x="1399" y="30"/>
                </a:cubicBezTo>
                <a:cubicBezTo>
                  <a:pt x="1372" y="34"/>
                  <a:pt x="1370" y="48"/>
                  <a:pt x="1362" y="48"/>
                </a:cubicBezTo>
                <a:cubicBezTo>
                  <a:pt x="1312" y="80"/>
                  <a:pt x="1306" y="72"/>
                  <a:pt x="1305" y="69"/>
                </a:cubicBezTo>
                <a:cubicBezTo>
                  <a:pt x="1261" y="106"/>
                  <a:pt x="1249" y="115"/>
                  <a:pt x="1236" y="121"/>
                </a:cubicBezTo>
                <a:cubicBezTo>
                  <a:pt x="1204" y="145"/>
                  <a:pt x="1199" y="157"/>
                  <a:pt x="1190" y="160"/>
                </a:cubicBezTo>
                <a:cubicBezTo>
                  <a:pt x="1146" y="195"/>
                  <a:pt x="1150" y="184"/>
                  <a:pt x="1155" y="179"/>
                </a:cubicBezTo>
                <a:cubicBezTo>
                  <a:pt x="1204" y="118"/>
                  <a:pt x="1215" y="114"/>
                  <a:pt x="1223" y="102"/>
                </a:cubicBezTo>
                <a:cubicBezTo>
                  <a:pt x="1257" y="77"/>
                  <a:pt x="1264" y="77"/>
                  <a:pt x="1267" y="68"/>
                </a:cubicBezTo>
                <a:cubicBezTo>
                  <a:pt x="1303" y="49"/>
                  <a:pt x="1304" y="42"/>
                  <a:pt x="1309" y="46"/>
                </a:cubicBezTo>
                <a:cubicBezTo>
                  <a:pt x="1354" y="18"/>
                  <a:pt x="1356" y="14"/>
                  <a:pt x="1357" y="10"/>
                </a:cubicBezTo>
                <a:cubicBezTo>
                  <a:pt x="1353" y="1"/>
                  <a:pt x="1353" y="1"/>
                  <a:pt x="1353" y="1"/>
                </a:cubicBezTo>
                <a:cubicBezTo>
                  <a:pt x="1328" y="15"/>
                  <a:pt x="1325" y="18"/>
                  <a:pt x="1322" y="23"/>
                </a:cubicBezTo>
                <a:cubicBezTo>
                  <a:pt x="1262" y="54"/>
                  <a:pt x="1258" y="67"/>
                  <a:pt x="1249" y="66"/>
                </a:cubicBezTo>
                <a:cubicBezTo>
                  <a:pt x="1234" y="69"/>
                  <a:pt x="1241" y="69"/>
                  <a:pt x="1246" y="65"/>
                </a:cubicBezTo>
                <a:cubicBezTo>
                  <a:pt x="1284" y="42"/>
                  <a:pt x="1287" y="30"/>
                  <a:pt x="1293" y="26"/>
                </a:cubicBezTo>
                <a:cubicBezTo>
                  <a:pt x="1311" y="1"/>
                  <a:pt x="1311" y="1"/>
                  <a:pt x="1311" y="1"/>
                </a:cubicBezTo>
                <a:cubicBezTo>
                  <a:pt x="1291" y="14"/>
                  <a:pt x="1290" y="19"/>
                  <a:pt x="1285" y="15"/>
                </a:cubicBezTo>
                <a:cubicBezTo>
                  <a:pt x="1255" y="38"/>
                  <a:pt x="1251" y="46"/>
                  <a:pt x="1244" y="48"/>
                </a:cubicBezTo>
                <a:cubicBezTo>
                  <a:pt x="1221" y="68"/>
                  <a:pt x="1218" y="53"/>
                  <a:pt x="1221" y="44"/>
                </a:cubicBezTo>
                <a:cubicBezTo>
                  <a:pt x="1261" y="6"/>
                  <a:pt x="1264" y="2"/>
                  <a:pt x="1267" y="1"/>
                </a:cubicBezTo>
                <a:cubicBezTo>
                  <a:pt x="1217" y="9"/>
                  <a:pt x="1218" y="5"/>
                  <a:pt x="1219" y="1"/>
                </a:cubicBezTo>
                <a:cubicBezTo>
                  <a:pt x="1198" y="35"/>
                  <a:pt x="1200" y="50"/>
                  <a:pt x="1194" y="67"/>
                </a:cubicBezTo>
                <a:cubicBezTo>
                  <a:pt x="1185" y="32"/>
                  <a:pt x="1190" y="23"/>
                  <a:pt x="1189" y="16"/>
                </a:cubicBezTo>
                <a:cubicBezTo>
                  <a:pt x="1179" y="3"/>
                  <a:pt x="1179" y="6"/>
                  <a:pt x="1179" y="9"/>
                </a:cubicBezTo>
                <a:cubicBezTo>
                  <a:pt x="1160" y="104"/>
                  <a:pt x="1151" y="130"/>
                  <a:pt x="1144" y="155"/>
                </a:cubicBezTo>
                <a:cubicBezTo>
                  <a:pt x="1135" y="148"/>
                  <a:pt x="1143" y="111"/>
                  <a:pt x="1149" y="75"/>
                </a:cubicBezTo>
                <a:cubicBezTo>
                  <a:pt x="1157" y="39"/>
                  <a:pt x="1150" y="33"/>
                  <a:pt x="1158" y="21"/>
                </a:cubicBezTo>
                <a:cubicBezTo>
                  <a:pt x="1145" y="12"/>
                  <a:pt x="1146" y="23"/>
                  <a:pt x="1141" y="36"/>
                </a:cubicBezTo>
                <a:cubicBezTo>
                  <a:pt x="1132" y="93"/>
                  <a:pt x="1134" y="96"/>
                  <a:pt x="1131" y="101"/>
                </a:cubicBezTo>
                <a:cubicBezTo>
                  <a:pt x="1125" y="60"/>
                  <a:pt x="1132" y="53"/>
                  <a:pt x="1129" y="49"/>
                </a:cubicBezTo>
                <a:cubicBezTo>
                  <a:pt x="1127" y="4"/>
                  <a:pt x="1128" y="2"/>
                  <a:pt x="1129" y="1"/>
                </a:cubicBezTo>
                <a:cubicBezTo>
                  <a:pt x="1119" y="61"/>
                  <a:pt x="1115" y="79"/>
                  <a:pt x="1117" y="95"/>
                </a:cubicBezTo>
                <a:cubicBezTo>
                  <a:pt x="1108" y="149"/>
                  <a:pt x="1116" y="159"/>
                  <a:pt x="1109" y="168"/>
                </a:cubicBezTo>
                <a:cubicBezTo>
                  <a:pt x="1108" y="199"/>
                  <a:pt x="1107" y="202"/>
                  <a:pt x="1108" y="206"/>
                </a:cubicBezTo>
                <a:cubicBezTo>
                  <a:pt x="1094" y="237"/>
                  <a:pt x="1103" y="246"/>
                  <a:pt x="1094" y="244"/>
                </a:cubicBezTo>
                <a:cubicBezTo>
                  <a:pt x="1096" y="113"/>
                  <a:pt x="1092" y="95"/>
                  <a:pt x="1091" y="77"/>
                </a:cubicBezTo>
                <a:cubicBezTo>
                  <a:pt x="1072" y="1"/>
                  <a:pt x="1072" y="1"/>
                  <a:pt x="1072" y="1"/>
                </a:cubicBezTo>
                <a:cubicBezTo>
                  <a:pt x="1077" y="42"/>
                  <a:pt x="1075" y="50"/>
                  <a:pt x="1077" y="58"/>
                </a:cubicBezTo>
                <a:cubicBezTo>
                  <a:pt x="1083" y="126"/>
                  <a:pt x="1084" y="129"/>
                  <a:pt x="1084" y="134"/>
                </a:cubicBezTo>
                <a:cubicBezTo>
                  <a:pt x="1091" y="193"/>
                  <a:pt x="1080" y="196"/>
                  <a:pt x="1087" y="203"/>
                </a:cubicBezTo>
                <a:cubicBezTo>
                  <a:pt x="1085" y="247"/>
                  <a:pt x="1078" y="253"/>
                  <a:pt x="1083" y="255"/>
                </a:cubicBezTo>
                <a:cubicBezTo>
                  <a:pt x="1066" y="299"/>
                  <a:pt x="1069" y="290"/>
                  <a:pt x="1071" y="281"/>
                </a:cubicBezTo>
                <a:cubicBezTo>
                  <a:pt x="1070" y="245"/>
                  <a:pt x="1066" y="232"/>
                  <a:pt x="1068" y="216"/>
                </a:cubicBezTo>
                <a:cubicBezTo>
                  <a:pt x="1057" y="159"/>
                  <a:pt x="1060" y="143"/>
                  <a:pt x="1054" y="130"/>
                </a:cubicBezTo>
                <a:cubicBezTo>
                  <a:pt x="1052" y="97"/>
                  <a:pt x="1049" y="93"/>
                  <a:pt x="1052" y="84"/>
                </a:cubicBezTo>
                <a:cubicBezTo>
                  <a:pt x="1050" y="28"/>
                  <a:pt x="1050" y="14"/>
                  <a:pt x="1050" y="1"/>
                </a:cubicBezTo>
                <a:cubicBezTo>
                  <a:pt x="1045" y="114"/>
                  <a:pt x="1043" y="124"/>
                  <a:pt x="1046" y="133"/>
                </a:cubicBezTo>
                <a:cubicBezTo>
                  <a:pt x="1050" y="182"/>
                  <a:pt x="1054" y="186"/>
                  <a:pt x="1051" y="192"/>
                </a:cubicBezTo>
                <a:cubicBezTo>
                  <a:pt x="1053" y="258"/>
                  <a:pt x="1060" y="260"/>
                  <a:pt x="1058" y="266"/>
                </a:cubicBezTo>
                <a:cubicBezTo>
                  <a:pt x="1049" y="350"/>
                  <a:pt x="1055" y="352"/>
                  <a:pt x="1051" y="358"/>
                </a:cubicBezTo>
                <a:cubicBezTo>
                  <a:pt x="1041" y="306"/>
                  <a:pt x="1042" y="289"/>
                  <a:pt x="1039" y="273"/>
                </a:cubicBezTo>
                <a:cubicBezTo>
                  <a:pt x="1028" y="212"/>
                  <a:pt x="1035" y="205"/>
                  <a:pt x="1030" y="202"/>
                </a:cubicBezTo>
                <a:cubicBezTo>
                  <a:pt x="1020" y="147"/>
                  <a:pt x="1023" y="137"/>
                  <a:pt x="1019" y="130"/>
                </a:cubicBezTo>
                <a:cubicBezTo>
                  <a:pt x="1007" y="92"/>
                  <a:pt x="1014" y="85"/>
                  <a:pt x="1008" y="83"/>
                </a:cubicBezTo>
                <a:cubicBezTo>
                  <a:pt x="1000" y="53"/>
                  <a:pt x="1004" y="43"/>
                  <a:pt x="997" y="37"/>
                </a:cubicBezTo>
                <a:cubicBezTo>
                  <a:pt x="988" y="4"/>
                  <a:pt x="991" y="7"/>
                  <a:pt x="990" y="11"/>
                </a:cubicBezTo>
                <a:cubicBezTo>
                  <a:pt x="1005" y="88"/>
                  <a:pt x="1003" y="97"/>
                  <a:pt x="1009" y="103"/>
                </a:cubicBezTo>
                <a:cubicBezTo>
                  <a:pt x="1021" y="191"/>
                  <a:pt x="1018" y="209"/>
                  <a:pt x="1023" y="224"/>
                </a:cubicBezTo>
                <a:cubicBezTo>
                  <a:pt x="1030" y="280"/>
                  <a:pt x="1033" y="287"/>
                  <a:pt x="1028" y="297"/>
                </a:cubicBezTo>
                <a:cubicBezTo>
                  <a:pt x="1028" y="383"/>
                  <a:pt x="1028" y="394"/>
                  <a:pt x="1027" y="404"/>
                </a:cubicBezTo>
                <a:cubicBezTo>
                  <a:pt x="1021" y="424"/>
                  <a:pt x="1020" y="416"/>
                  <a:pt x="1023" y="406"/>
                </a:cubicBezTo>
                <a:cubicBezTo>
                  <a:pt x="1017" y="364"/>
                  <a:pt x="1024" y="357"/>
                  <a:pt x="1021" y="354"/>
                </a:cubicBezTo>
                <a:cubicBezTo>
                  <a:pt x="1014" y="266"/>
                  <a:pt x="1013" y="257"/>
                  <a:pt x="1012" y="248"/>
                </a:cubicBezTo>
                <a:cubicBezTo>
                  <a:pt x="1012" y="215"/>
                  <a:pt x="1011" y="211"/>
                  <a:pt x="1005" y="209"/>
                </a:cubicBezTo>
                <a:cubicBezTo>
                  <a:pt x="998" y="149"/>
                  <a:pt x="993" y="132"/>
                  <a:pt x="991" y="114"/>
                </a:cubicBezTo>
                <a:cubicBezTo>
                  <a:pt x="976" y="25"/>
                  <a:pt x="981" y="13"/>
                  <a:pt x="977" y="5"/>
                </a:cubicBezTo>
                <a:cubicBezTo>
                  <a:pt x="970" y="2"/>
                  <a:pt x="971" y="2"/>
                  <a:pt x="972" y="3"/>
                </a:cubicBezTo>
                <a:cubicBezTo>
                  <a:pt x="968" y="36"/>
                  <a:pt x="962" y="42"/>
                  <a:pt x="965" y="45"/>
                </a:cubicBezTo>
                <a:cubicBezTo>
                  <a:pt x="962" y="82"/>
                  <a:pt x="958" y="87"/>
                  <a:pt x="956" y="92"/>
                </a:cubicBezTo>
                <a:cubicBezTo>
                  <a:pt x="952" y="138"/>
                  <a:pt x="951" y="149"/>
                  <a:pt x="951" y="159"/>
                </a:cubicBezTo>
                <a:cubicBezTo>
                  <a:pt x="953" y="189"/>
                  <a:pt x="953" y="192"/>
                  <a:pt x="953" y="195"/>
                </a:cubicBezTo>
                <a:cubicBezTo>
                  <a:pt x="956" y="244"/>
                  <a:pt x="959" y="250"/>
                  <a:pt x="957" y="258"/>
                </a:cubicBezTo>
                <a:cubicBezTo>
                  <a:pt x="960" y="326"/>
                  <a:pt x="963" y="328"/>
                  <a:pt x="961" y="333"/>
                </a:cubicBezTo>
                <a:cubicBezTo>
                  <a:pt x="975" y="399"/>
                  <a:pt x="969" y="416"/>
                  <a:pt x="974" y="428"/>
                </a:cubicBezTo>
                <a:cubicBezTo>
                  <a:pt x="974" y="476"/>
                  <a:pt x="978" y="478"/>
                  <a:pt x="979" y="481"/>
                </a:cubicBezTo>
                <a:cubicBezTo>
                  <a:pt x="978" y="522"/>
                  <a:pt x="980" y="528"/>
                  <a:pt x="976" y="537"/>
                </a:cubicBezTo>
                <a:cubicBezTo>
                  <a:pt x="979" y="567"/>
                  <a:pt x="970" y="578"/>
                  <a:pt x="973" y="584"/>
                </a:cubicBezTo>
                <a:cubicBezTo>
                  <a:pt x="964" y="592"/>
                  <a:pt x="960" y="578"/>
                  <a:pt x="965" y="561"/>
                </a:cubicBezTo>
                <a:cubicBezTo>
                  <a:pt x="959" y="485"/>
                  <a:pt x="960" y="477"/>
                  <a:pt x="955" y="470"/>
                </a:cubicBezTo>
                <a:cubicBezTo>
                  <a:pt x="943" y="402"/>
                  <a:pt x="946" y="396"/>
                  <a:pt x="947" y="390"/>
                </a:cubicBezTo>
                <a:cubicBezTo>
                  <a:pt x="938" y="357"/>
                  <a:pt x="938" y="351"/>
                  <a:pt x="935" y="347"/>
                </a:cubicBezTo>
                <a:cubicBezTo>
                  <a:pt x="930" y="262"/>
                  <a:pt x="921" y="244"/>
                  <a:pt x="930" y="220"/>
                </a:cubicBezTo>
                <a:cubicBezTo>
                  <a:pt x="926" y="177"/>
                  <a:pt x="933" y="164"/>
                  <a:pt x="927" y="155"/>
                </a:cubicBezTo>
                <a:cubicBezTo>
                  <a:pt x="934" y="117"/>
                  <a:pt x="934" y="109"/>
                  <a:pt x="929" y="102"/>
                </a:cubicBezTo>
                <a:cubicBezTo>
                  <a:pt x="924" y="125"/>
                  <a:pt x="928" y="129"/>
                  <a:pt x="927" y="135"/>
                </a:cubicBezTo>
                <a:cubicBezTo>
                  <a:pt x="923" y="169"/>
                  <a:pt x="922" y="175"/>
                  <a:pt x="918" y="182"/>
                </a:cubicBezTo>
                <a:cubicBezTo>
                  <a:pt x="917" y="267"/>
                  <a:pt x="909" y="281"/>
                  <a:pt x="909" y="293"/>
                </a:cubicBezTo>
                <a:cubicBezTo>
                  <a:pt x="911" y="335"/>
                  <a:pt x="910" y="342"/>
                  <a:pt x="906" y="349"/>
                </a:cubicBezTo>
                <a:cubicBezTo>
                  <a:pt x="911" y="413"/>
                  <a:pt x="909" y="425"/>
                  <a:pt x="914" y="436"/>
                </a:cubicBezTo>
                <a:cubicBezTo>
                  <a:pt x="910" y="462"/>
                  <a:pt x="917" y="462"/>
                  <a:pt x="912" y="467"/>
                </a:cubicBezTo>
                <a:cubicBezTo>
                  <a:pt x="920" y="515"/>
                  <a:pt x="920" y="520"/>
                  <a:pt x="921" y="525"/>
                </a:cubicBezTo>
                <a:cubicBezTo>
                  <a:pt x="926" y="581"/>
                  <a:pt x="933" y="587"/>
                  <a:pt x="928" y="598"/>
                </a:cubicBezTo>
                <a:cubicBezTo>
                  <a:pt x="939" y="632"/>
                  <a:pt x="938" y="639"/>
                  <a:pt x="943" y="643"/>
                </a:cubicBezTo>
                <a:cubicBezTo>
                  <a:pt x="944" y="687"/>
                  <a:pt x="945" y="688"/>
                  <a:pt x="941" y="690"/>
                </a:cubicBezTo>
                <a:cubicBezTo>
                  <a:pt x="926" y="723"/>
                  <a:pt x="928" y="702"/>
                  <a:pt x="917" y="686"/>
                </a:cubicBezTo>
                <a:cubicBezTo>
                  <a:pt x="905" y="649"/>
                  <a:pt x="911" y="636"/>
                  <a:pt x="902" y="628"/>
                </a:cubicBezTo>
                <a:cubicBezTo>
                  <a:pt x="887" y="592"/>
                  <a:pt x="896" y="578"/>
                  <a:pt x="887" y="570"/>
                </a:cubicBezTo>
                <a:cubicBezTo>
                  <a:pt x="877" y="532"/>
                  <a:pt x="881" y="520"/>
                  <a:pt x="876" y="511"/>
                </a:cubicBezTo>
                <a:cubicBezTo>
                  <a:pt x="876" y="490"/>
                  <a:pt x="873" y="487"/>
                  <a:pt x="874" y="481"/>
                </a:cubicBezTo>
                <a:cubicBezTo>
                  <a:pt x="872" y="413"/>
                  <a:pt x="865" y="410"/>
                  <a:pt x="871" y="403"/>
                </a:cubicBezTo>
                <a:cubicBezTo>
                  <a:pt x="872" y="350"/>
                  <a:pt x="866" y="347"/>
                  <a:pt x="871" y="340"/>
                </a:cubicBezTo>
                <a:cubicBezTo>
                  <a:pt x="876" y="285"/>
                  <a:pt x="879" y="279"/>
                  <a:pt x="876" y="275"/>
                </a:cubicBezTo>
                <a:cubicBezTo>
                  <a:pt x="859" y="374"/>
                  <a:pt x="860" y="389"/>
                  <a:pt x="857" y="406"/>
                </a:cubicBezTo>
                <a:cubicBezTo>
                  <a:pt x="858" y="462"/>
                  <a:pt x="864" y="468"/>
                  <a:pt x="863" y="476"/>
                </a:cubicBezTo>
                <a:cubicBezTo>
                  <a:pt x="867" y="507"/>
                  <a:pt x="868" y="515"/>
                  <a:pt x="867" y="523"/>
                </a:cubicBezTo>
                <a:cubicBezTo>
                  <a:pt x="874" y="552"/>
                  <a:pt x="873" y="561"/>
                  <a:pt x="875" y="568"/>
                </a:cubicBezTo>
                <a:cubicBezTo>
                  <a:pt x="886" y="596"/>
                  <a:pt x="879" y="607"/>
                  <a:pt x="887" y="612"/>
                </a:cubicBezTo>
                <a:cubicBezTo>
                  <a:pt x="911" y="714"/>
                  <a:pt x="915" y="719"/>
                  <a:pt x="918" y="725"/>
                </a:cubicBezTo>
                <a:cubicBezTo>
                  <a:pt x="922" y="770"/>
                  <a:pt x="923" y="777"/>
                  <a:pt x="919" y="786"/>
                </a:cubicBezTo>
                <a:cubicBezTo>
                  <a:pt x="907" y="750"/>
                  <a:pt x="906" y="740"/>
                  <a:pt x="903" y="730"/>
                </a:cubicBezTo>
                <a:cubicBezTo>
                  <a:pt x="895" y="713"/>
                  <a:pt x="898" y="707"/>
                  <a:pt x="893" y="704"/>
                </a:cubicBezTo>
                <a:cubicBezTo>
                  <a:pt x="875" y="659"/>
                  <a:pt x="878" y="653"/>
                  <a:pt x="873" y="650"/>
                </a:cubicBezTo>
                <a:cubicBezTo>
                  <a:pt x="854" y="568"/>
                  <a:pt x="851" y="563"/>
                  <a:pt x="851" y="560"/>
                </a:cubicBezTo>
                <a:cubicBezTo>
                  <a:pt x="846" y="508"/>
                  <a:pt x="844" y="499"/>
                  <a:pt x="840" y="491"/>
                </a:cubicBezTo>
                <a:cubicBezTo>
                  <a:pt x="838" y="467"/>
                  <a:pt x="841" y="463"/>
                  <a:pt x="838" y="462"/>
                </a:cubicBezTo>
                <a:cubicBezTo>
                  <a:pt x="833" y="519"/>
                  <a:pt x="832" y="526"/>
                  <a:pt x="835" y="530"/>
                </a:cubicBezTo>
                <a:cubicBezTo>
                  <a:pt x="841" y="584"/>
                  <a:pt x="836" y="592"/>
                  <a:pt x="832" y="599"/>
                </a:cubicBezTo>
                <a:cubicBezTo>
                  <a:pt x="842" y="643"/>
                  <a:pt x="838" y="650"/>
                  <a:pt x="834" y="658"/>
                </a:cubicBezTo>
                <a:cubicBezTo>
                  <a:pt x="839" y="718"/>
                  <a:pt x="830" y="735"/>
                  <a:pt x="835" y="747"/>
                </a:cubicBezTo>
                <a:cubicBezTo>
                  <a:pt x="842" y="815"/>
                  <a:pt x="843" y="822"/>
                  <a:pt x="845" y="828"/>
                </a:cubicBezTo>
                <a:cubicBezTo>
                  <a:pt x="862" y="915"/>
                  <a:pt x="867" y="920"/>
                  <a:pt x="867" y="928"/>
                </a:cubicBezTo>
                <a:cubicBezTo>
                  <a:pt x="880" y="974"/>
                  <a:pt x="878" y="982"/>
                  <a:pt x="881" y="988"/>
                </a:cubicBezTo>
                <a:cubicBezTo>
                  <a:pt x="886" y="1022"/>
                  <a:pt x="890" y="1026"/>
                  <a:pt x="886" y="1025"/>
                </a:cubicBezTo>
                <a:cubicBezTo>
                  <a:pt x="812" y="959"/>
                  <a:pt x="809" y="956"/>
                  <a:pt x="804" y="953"/>
                </a:cubicBezTo>
                <a:close/>
                <a:moveTo>
                  <a:pt x="1225" y="84"/>
                </a:moveTo>
                <a:cubicBezTo>
                  <a:pt x="1229" y="79"/>
                  <a:pt x="1227" y="88"/>
                  <a:pt x="1223" y="86"/>
                </a:cubicBezTo>
                <a:cubicBezTo>
                  <a:pt x="1222" y="91"/>
                  <a:pt x="1218" y="90"/>
                  <a:pt x="1216" y="96"/>
                </a:cubicBezTo>
                <a:cubicBezTo>
                  <a:pt x="1207" y="99"/>
                  <a:pt x="1221" y="85"/>
                  <a:pt x="1225" y="84"/>
                </a:cubicBezTo>
                <a:close/>
                <a:moveTo>
                  <a:pt x="1196" y="90"/>
                </a:moveTo>
                <a:cubicBezTo>
                  <a:pt x="1202" y="98"/>
                  <a:pt x="1186" y="97"/>
                  <a:pt x="1185" y="107"/>
                </a:cubicBezTo>
                <a:cubicBezTo>
                  <a:pt x="1180" y="100"/>
                  <a:pt x="1192" y="91"/>
                  <a:pt x="1196" y="90"/>
                </a:cubicBezTo>
                <a:close/>
                <a:moveTo>
                  <a:pt x="971" y="53"/>
                </a:moveTo>
                <a:cubicBezTo>
                  <a:pt x="972" y="57"/>
                  <a:pt x="972" y="60"/>
                  <a:pt x="972" y="64"/>
                </a:cubicBezTo>
                <a:cubicBezTo>
                  <a:pt x="968" y="70"/>
                  <a:pt x="969" y="57"/>
                  <a:pt x="971" y="53"/>
                </a:cubicBezTo>
                <a:close/>
                <a:moveTo>
                  <a:pt x="977" y="366"/>
                </a:moveTo>
                <a:cubicBezTo>
                  <a:pt x="973" y="363"/>
                  <a:pt x="974" y="359"/>
                  <a:pt x="977" y="353"/>
                </a:cubicBezTo>
                <a:cubicBezTo>
                  <a:pt x="967" y="295"/>
                  <a:pt x="976" y="286"/>
                  <a:pt x="967" y="285"/>
                </a:cubicBezTo>
                <a:cubicBezTo>
                  <a:pt x="969" y="249"/>
                  <a:pt x="968" y="245"/>
                  <a:pt x="968" y="240"/>
                </a:cubicBezTo>
                <a:cubicBezTo>
                  <a:pt x="960" y="149"/>
                  <a:pt x="963" y="138"/>
                  <a:pt x="962" y="129"/>
                </a:cubicBezTo>
                <a:cubicBezTo>
                  <a:pt x="976" y="85"/>
                  <a:pt x="972" y="89"/>
                  <a:pt x="976" y="91"/>
                </a:cubicBezTo>
                <a:cubicBezTo>
                  <a:pt x="979" y="116"/>
                  <a:pt x="980" y="120"/>
                  <a:pt x="983" y="123"/>
                </a:cubicBezTo>
                <a:cubicBezTo>
                  <a:pt x="986" y="158"/>
                  <a:pt x="990" y="166"/>
                  <a:pt x="992" y="175"/>
                </a:cubicBezTo>
                <a:cubicBezTo>
                  <a:pt x="1005" y="234"/>
                  <a:pt x="995" y="243"/>
                  <a:pt x="1001" y="246"/>
                </a:cubicBezTo>
                <a:cubicBezTo>
                  <a:pt x="999" y="298"/>
                  <a:pt x="1011" y="304"/>
                  <a:pt x="1007" y="316"/>
                </a:cubicBezTo>
                <a:cubicBezTo>
                  <a:pt x="1013" y="362"/>
                  <a:pt x="1005" y="369"/>
                  <a:pt x="1010" y="371"/>
                </a:cubicBezTo>
                <a:cubicBezTo>
                  <a:pt x="1005" y="412"/>
                  <a:pt x="1008" y="421"/>
                  <a:pt x="1004" y="432"/>
                </a:cubicBezTo>
                <a:cubicBezTo>
                  <a:pt x="996" y="502"/>
                  <a:pt x="992" y="513"/>
                  <a:pt x="992" y="522"/>
                </a:cubicBezTo>
                <a:cubicBezTo>
                  <a:pt x="996" y="479"/>
                  <a:pt x="984" y="473"/>
                  <a:pt x="987" y="463"/>
                </a:cubicBezTo>
                <a:cubicBezTo>
                  <a:pt x="986" y="425"/>
                  <a:pt x="982" y="418"/>
                  <a:pt x="984" y="407"/>
                </a:cubicBezTo>
                <a:close/>
                <a:moveTo>
                  <a:pt x="1053" y="745"/>
                </a:moveTo>
                <a:cubicBezTo>
                  <a:pt x="1050" y="750"/>
                  <a:pt x="1048" y="755"/>
                  <a:pt x="1046" y="761"/>
                </a:cubicBezTo>
                <a:cubicBezTo>
                  <a:pt x="1038" y="760"/>
                  <a:pt x="1035" y="773"/>
                  <a:pt x="1029" y="775"/>
                </a:cubicBezTo>
                <a:cubicBezTo>
                  <a:pt x="1022" y="776"/>
                  <a:pt x="1018" y="784"/>
                  <a:pt x="1013" y="790"/>
                </a:cubicBezTo>
                <a:cubicBezTo>
                  <a:pt x="1007" y="795"/>
                  <a:pt x="1004" y="805"/>
                  <a:pt x="998" y="809"/>
                </a:cubicBezTo>
                <a:cubicBezTo>
                  <a:pt x="996" y="815"/>
                  <a:pt x="993" y="815"/>
                  <a:pt x="990" y="818"/>
                </a:cubicBezTo>
                <a:cubicBezTo>
                  <a:pt x="989" y="822"/>
                  <a:pt x="987" y="826"/>
                  <a:pt x="984" y="825"/>
                </a:cubicBezTo>
                <a:cubicBezTo>
                  <a:pt x="978" y="838"/>
                  <a:pt x="961" y="849"/>
                  <a:pt x="961" y="862"/>
                </a:cubicBezTo>
                <a:cubicBezTo>
                  <a:pt x="957" y="861"/>
                  <a:pt x="956" y="868"/>
                  <a:pt x="953" y="871"/>
                </a:cubicBezTo>
                <a:cubicBezTo>
                  <a:pt x="952" y="876"/>
                  <a:pt x="948" y="875"/>
                  <a:pt x="946" y="881"/>
                </a:cubicBezTo>
                <a:cubicBezTo>
                  <a:pt x="940" y="884"/>
                  <a:pt x="939" y="898"/>
                  <a:pt x="931" y="893"/>
                </a:cubicBezTo>
                <a:cubicBezTo>
                  <a:pt x="947" y="851"/>
                  <a:pt x="973" y="834"/>
                  <a:pt x="992" y="800"/>
                </a:cubicBezTo>
                <a:cubicBezTo>
                  <a:pt x="999" y="797"/>
                  <a:pt x="1005" y="794"/>
                  <a:pt x="1009" y="785"/>
                </a:cubicBezTo>
                <a:cubicBezTo>
                  <a:pt x="1015" y="785"/>
                  <a:pt x="1018" y="775"/>
                  <a:pt x="1024" y="773"/>
                </a:cubicBezTo>
                <a:cubicBezTo>
                  <a:pt x="1029" y="769"/>
                  <a:pt x="1033" y="762"/>
                  <a:pt x="1038" y="757"/>
                </a:cubicBezTo>
                <a:cubicBezTo>
                  <a:pt x="1044" y="756"/>
                  <a:pt x="1047" y="746"/>
                  <a:pt x="1053" y="745"/>
                </a:cubicBezTo>
                <a:cubicBezTo>
                  <a:pt x="1055" y="733"/>
                  <a:pt x="1061" y="748"/>
                  <a:pt x="1053" y="745"/>
                </a:cubicBezTo>
                <a:close/>
                <a:moveTo>
                  <a:pt x="1135" y="671"/>
                </a:moveTo>
                <a:cubicBezTo>
                  <a:pt x="1134" y="674"/>
                  <a:pt x="1132" y="675"/>
                  <a:pt x="1129" y="675"/>
                </a:cubicBezTo>
                <a:cubicBezTo>
                  <a:pt x="1128" y="681"/>
                  <a:pt x="1122" y="678"/>
                  <a:pt x="1121" y="687"/>
                </a:cubicBezTo>
                <a:cubicBezTo>
                  <a:pt x="1113" y="684"/>
                  <a:pt x="1111" y="696"/>
                  <a:pt x="1104" y="695"/>
                </a:cubicBezTo>
                <a:cubicBezTo>
                  <a:pt x="1108" y="689"/>
                  <a:pt x="1112" y="685"/>
                  <a:pt x="1118" y="685"/>
                </a:cubicBezTo>
                <a:cubicBezTo>
                  <a:pt x="1123" y="675"/>
                  <a:pt x="1130" y="671"/>
                  <a:pt x="1137" y="665"/>
                </a:cubicBezTo>
                <a:cubicBezTo>
                  <a:pt x="1140" y="668"/>
                  <a:pt x="1136" y="667"/>
                  <a:pt x="1135" y="671"/>
                </a:cubicBezTo>
                <a:close/>
                <a:moveTo>
                  <a:pt x="1147" y="657"/>
                </a:moveTo>
                <a:cubicBezTo>
                  <a:pt x="1148" y="653"/>
                  <a:pt x="1150" y="655"/>
                  <a:pt x="1152" y="653"/>
                </a:cubicBezTo>
                <a:cubicBezTo>
                  <a:pt x="1160" y="646"/>
                  <a:pt x="1145" y="669"/>
                  <a:pt x="1147" y="657"/>
                </a:cubicBezTo>
                <a:close/>
                <a:moveTo>
                  <a:pt x="1221" y="538"/>
                </a:moveTo>
                <a:cubicBezTo>
                  <a:pt x="1226" y="543"/>
                  <a:pt x="1217" y="540"/>
                  <a:pt x="1215" y="545"/>
                </a:cubicBezTo>
                <a:cubicBezTo>
                  <a:pt x="1211" y="552"/>
                  <a:pt x="1210" y="540"/>
                  <a:pt x="1221" y="538"/>
                </a:cubicBezTo>
                <a:close/>
                <a:moveTo>
                  <a:pt x="968" y="741"/>
                </a:moveTo>
                <a:cubicBezTo>
                  <a:pt x="974" y="738"/>
                  <a:pt x="978" y="727"/>
                  <a:pt x="983" y="722"/>
                </a:cubicBezTo>
                <a:cubicBezTo>
                  <a:pt x="990" y="720"/>
                  <a:pt x="993" y="710"/>
                  <a:pt x="1000" y="708"/>
                </a:cubicBezTo>
                <a:cubicBezTo>
                  <a:pt x="1002" y="703"/>
                  <a:pt x="1005" y="702"/>
                  <a:pt x="1008" y="702"/>
                </a:cubicBezTo>
                <a:cubicBezTo>
                  <a:pt x="1007" y="697"/>
                  <a:pt x="1009" y="698"/>
                  <a:pt x="1012" y="694"/>
                </a:cubicBezTo>
                <a:cubicBezTo>
                  <a:pt x="1022" y="681"/>
                  <a:pt x="1035" y="674"/>
                  <a:pt x="1046" y="662"/>
                </a:cubicBezTo>
                <a:cubicBezTo>
                  <a:pt x="1052" y="659"/>
                  <a:pt x="1057" y="653"/>
                  <a:pt x="1064" y="651"/>
                </a:cubicBezTo>
                <a:cubicBezTo>
                  <a:pt x="1068" y="642"/>
                  <a:pt x="1075" y="643"/>
                  <a:pt x="1082" y="640"/>
                </a:cubicBezTo>
                <a:cubicBezTo>
                  <a:pt x="1099" y="620"/>
                  <a:pt x="1119" y="606"/>
                  <a:pt x="1138" y="593"/>
                </a:cubicBezTo>
                <a:cubicBezTo>
                  <a:pt x="1149" y="589"/>
                  <a:pt x="1157" y="577"/>
                  <a:pt x="1169" y="575"/>
                </a:cubicBezTo>
                <a:cubicBezTo>
                  <a:pt x="1176" y="561"/>
                  <a:pt x="1189" y="563"/>
                  <a:pt x="1198" y="553"/>
                </a:cubicBezTo>
                <a:cubicBezTo>
                  <a:pt x="1204" y="557"/>
                  <a:pt x="1192" y="559"/>
                  <a:pt x="1190" y="562"/>
                </a:cubicBezTo>
                <a:cubicBezTo>
                  <a:pt x="1186" y="565"/>
                  <a:pt x="1183" y="568"/>
                  <a:pt x="1178" y="569"/>
                </a:cubicBezTo>
                <a:cubicBezTo>
                  <a:pt x="1171" y="576"/>
                  <a:pt x="1164" y="583"/>
                  <a:pt x="1155" y="584"/>
                </a:cubicBezTo>
                <a:cubicBezTo>
                  <a:pt x="1148" y="593"/>
                  <a:pt x="1140" y="599"/>
                  <a:pt x="1132" y="606"/>
                </a:cubicBezTo>
                <a:cubicBezTo>
                  <a:pt x="1127" y="606"/>
                  <a:pt x="1125" y="613"/>
                  <a:pt x="1121" y="617"/>
                </a:cubicBezTo>
                <a:cubicBezTo>
                  <a:pt x="1115" y="613"/>
                  <a:pt x="1115" y="623"/>
                  <a:pt x="1109" y="621"/>
                </a:cubicBezTo>
                <a:cubicBezTo>
                  <a:pt x="1104" y="630"/>
                  <a:pt x="1098" y="638"/>
                  <a:pt x="1091" y="641"/>
                </a:cubicBezTo>
                <a:cubicBezTo>
                  <a:pt x="1088" y="644"/>
                  <a:pt x="1084" y="646"/>
                  <a:pt x="1081" y="649"/>
                </a:cubicBezTo>
                <a:cubicBezTo>
                  <a:pt x="1076" y="649"/>
                  <a:pt x="1076" y="659"/>
                  <a:pt x="1071" y="657"/>
                </a:cubicBezTo>
                <a:cubicBezTo>
                  <a:pt x="1058" y="669"/>
                  <a:pt x="1044" y="677"/>
                  <a:pt x="1033" y="691"/>
                </a:cubicBezTo>
                <a:cubicBezTo>
                  <a:pt x="1005" y="708"/>
                  <a:pt x="985" y="747"/>
                  <a:pt x="957" y="765"/>
                </a:cubicBezTo>
                <a:cubicBezTo>
                  <a:pt x="953" y="758"/>
                  <a:pt x="965" y="746"/>
                  <a:pt x="968" y="741"/>
                </a:cubicBezTo>
                <a:close/>
                <a:moveTo>
                  <a:pt x="945" y="603"/>
                </a:moveTo>
                <a:cubicBezTo>
                  <a:pt x="944" y="597"/>
                  <a:pt x="942" y="591"/>
                  <a:pt x="941" y="585"/>
                </a:cubicBezTo>
                <a:cubicBezTo>
                  <a:pt x="942" y="572"/>
                  <a:pt x="936" y="562"/>
                  <a:pt x="938" y="549"/>
                </a:cubicBezTo>
                <a:cubicBezTo>
                  <a:pt x="936" y="543"/>
                  <a:pt x="935" y="537"/>
                  <a:pt x="934" y="531"/>
                </a:cubicBezTo>
                <a:cubicBezTo>
                  <a:pt x="933" y="525"/>
                  <a:pt x="935" y="519"/>
                  <a:pt x="932" y="514"/>
                </a:cubicBezTo>
                <a:cubicBezTo>
                  <a:pt x="928" y="503"/>
                  <a:pt x="928" y="491"/>
                  <a:pt x="926" y="479"/>
                </a:cubicBezTo>
                <a:cubicBezTo>
                  <a:pt x="925" y="455"/>
                  <a:pt x="917" y="433"/>
                  <a:pt x="921" y="407"/>
                </a:cubicBezTo>
                <a:cubicBezTo>
                  <a:pt x="919" y="401"/>
                  <a:pt x="915" y="396"/>
                  <a:pt x="920" y="387"/>
                </a:cubicBezTo>
                <a:cubicBezTo>
                  <a:pt x="911" y="385"/>
                  <a:pt x="923" y="374"/>
                  <a:pt x="918" y="371"/>
                </a:cubicBezTo>
                <a:cubicBezTo>
                  <a:pt x="917" y="358"/>
                  <a:pt x="919" y="345"/>
                  <a:pt x="915" y="334"/>
                </a:cubicBezTo>
                <a:cubicBezTo>
                  <a:pt x="918" y="327"/>
                  <a:pt x="920" y="321"/>
                  <a:pt x="917" y="316"/>
                </a:cubicBezTo>
                <a:cubicBezTo>
                  <a:pt x="920" y="313"/>
                  <a:pt x="920" y="317"/>
                  <a:pt x="923" y="319"/>
                </a:cubicBezTo>
                <a:cubicBezTo>
                  <a:pt x="923" y="321"/>
                  <a:pt x="923" y="324"/>
                  <a:pt x="922" y="328"/>
                </a:cubicBezTo>
                <a:cubicBezTo>
                  <a:pt x="931" y="330"/>
                  <a:pt x="917" y="341"/>
                  <a:pt x="927" y="343"/>
                </a:cubicBezTo>
                <a:cubicBezTo>
                  <a:pt x="923" y="356"/>
                  <a:pt x="932" y="363"/>
                  <a:pt x="929" y="375"/>
                </a:cubicBezTo>
                <a:cubicBezTo>
                  <a:pt x="928" y="379"/>
                  <a:pt x="933" y="380"/>
                  <a:pt x="931" y="383"/>
                </a:cubicBezTo>
                <a:cubicBezTo>
                  <a:pt x="928" y="387"/>
                  <a:pt x="931" y="389"/>
                  <a:pt x="934" y="391"/>
                </a:cubicBezTo>
                <a:cubicBezTo>
                  <a:pt x="929" y="398"/>
                  <a:pt x="939" y="399"/>
                  <a:pt x="933" y="406"/>
                </a:cubicBezTo>
                <a:cubicBezTo>
                  <a:pt x="939" y="415"/>
                  <a:pt x="938" y="427"/>
                  <a:pt x="938" y="437"/>
                </a:cubicBezTo>
                <a:cubicBezTo>
                  <a:pt x="944" y="447"/>
                  <a:pt x="942" y="459"/>
                  <a:pt x="942" y="471"/>
                </a:cubicBezTo>
                <a:cubicBezTo>
                  <a:pt x="948" y="480"/>
                  <a:pt x="947" y="491"/>
                  <a:pt x="947" y="502"/>
                </a:cubicBezTo>
                <a:cubicBezTo>
                  <a:pt x="949" y="507"/>
                  <a:pt x="947" y="514"/>
                  <a:pt x="949" y="519"/>
                </a:cubicBezTo>
                <a:cubicBezTo>
                  <a:pt x="948" y="524"/>
                  <a:pt x="954" y="527"/>
                  <a:pt x="948" y="534"/>
                </a:cubicBezTo>
                <a:cubicBezTo>
                  <a:pt x="952" y="544"/>
                  <a:pt x="948" y="556"/>
                  <a:pt x="953" y="565"/>
                </a:cubicBezTo>
                <a:cubicBezTo>
                  <a:pt x="952" y="568"/>
                  <a:pt x="951" y="570"/>
                  <a:pt x="950" y="573"/>
                </a:cubicBezTo>
                <a:cubicBezTo>
                  <a:pt x="950" y="580"/>
                  <a:pt x="950" y="587"/>
                  <a:pt x="953" y="594"/>
                </a:cubicBezTo>
                <a:cubicBezTo>
                  <a:pt x="952" y="601"/>
                  <a:pt x="949" y="610"/>
                  <a:pt x="952" y="616"/>
                </a:cubicBezTo>
                <a:cubicBezTo>
                  <a:pt x="943" y="623"/>
                  <a:pt x="950" y="605"/>
                  <a:pt x="945" y="603"/>
                </a:cubicBezTo>
                <a:close/>
                <a:moveTo>
                  <a:pt x="949" y="770"/>
                </a:moveTo>
                <a:cubicBezTo>
                  <a:pt x="954" y="777"/>
                  <a:pt x="942" y="784"/>
                  <a:pt x="940" y="789"/>
                </a:cubicBezTo>
                <a:cubicBezTo>
                  <a:pt x="934" y="782"/>
                  <a:pt x="946" y="775"/>
                  <a:pt x="949" y="770"/>
                </a:cubicBezTo>
                <a:close/>
                <a:moveTo>
                  <a:pt x="930" y="838"/>
                </a:moveTo>
                <a:cubicBezTo>
                  <a:pt x="935" y="828"/>
                  <a:pt x="940" y="817"/>
                  <a:pt x="945" y="807"/>
                </a:cubicBezTo>
                <a:cubicBezTo>
                  <a:pt x="975" y="766"/>
                  <a:pt x="981" y="766"/>
                  <a:pt x="983" y="757"/>
                </a:cubicBezTo>
                <a:cubicBezTo>
                  <a:pt x="1040" y="706"/>
                  <a:pt x="1041" y="694"/>
                  <a:pt x="1047" y="694"/>
                </a:cubicBezTo>
                <a:cubicBezTo>
                  <a:pt x="1085" y="656"/>
                  <a:pt x="1090" y="660"/>
                  <a:pt x="1094" y="655"/>
                </a:cubicBezTo>
                <a:cubicBezTo>
                  <a:pt x="1106" y="645"/>
                  <a:pt x="1106" y="641"/>
                  <a:pt x="1109" y="643"/>
                </a:cubicBezTo>
                <a:cubicBezTo>
                  <a:pt x="1168" y="590"/>
                  <a:pt x="1177" y="585"/>
                  <a:pt x="1186" y="579"/>
                </a:cubicBezTo>
                <a:cubicBezTo>
                  <a:pt x="1283" y="511"/>
                  <a:pt x="1302" y="503"/>
                  <a:pt x="1320" y="494"/>
                </a:cubicBezTo>
                <a:cubicBezTo>
                  <a:pt x="1367" y="464"/>
                  <a:pt x="1375" y="471"/>
                  <a:pt x="1376" y="462"/>
                </a:cubicBezTo>
                <a:cubicBezTo>
                  <a:pt x="1365" y="474"/>
                  <a:pt x="1364" y="479"/>
                  <a:pt x="1360" y="477"/>
                </a:cubicBezTo>
                <a:cubicBezTo>
                  <a:pt x="1346" y="488"/>
                  <a:pt x="1343" y="488"/>
                  <a:pt x="1341" y="491"/>
                </a:cubicBezTo>
                <a:cubicBezTo>
                  <a:pt x="1310" y="510"/>
                  <a:pt x="1306" y="517"/>
                  <a:pt x="1301" y="517"/>
                </a:cubicBezTo>
                <a:cubicBezTo>
                  <a:pt x="1241" y="562"/>
                  <a:pt x="1232" y="569"/>
                  <a:pt x="1223" y="574"/>
                </a:cubicBezTo>
                <a:cubicBezTo>
                  <a:pt x="1180" y="611"/>
                  <a:pt x="1173" y="608"/>
                  <a:pt x="1172" y="617"/>
                </a:cubicBezTo>
                <a:cubicBezTo>
                  <a:pt x="1130" y="655"/>
                  <a:pt x="1127" y="661"/>
                  <a:pt x="1123" y="662"/>
                </a:cubicBezTo>
                <a:cubicBezTo>
                  <a:pt x="1038" y="734"/>
                  <a:pt x="1033" y="752"/>
                  <a:pt x="1023" y="754"/>
                </a:cubicBezTo>
                <a:cubicBezTo>
                  <a:pt x="979" y="789"/>
                  <a:pt x="981" y="809"/>
                  <a:pt x="974" y="804"/>
                </a:cubicBezTo>
                <a:close/>
                <a:moveTo>
                  <a:pt x="932" y="1015"/>
                </a:moveTo>
                <a:cubicBezTo>
                  <a:pt x="927" y="1006"/>
                  <a:pt x="942" y="1003"/>
                  <a:pt x="945" y="995"/>
                </a:cubicBezTo>
                <a:cubicBezTo>
                  <a:pt x="949" y="1002"/>
                  <a:pt x="936" y="1010"/>
                  <a:pt x="932" y="1015"/>
                </a:cubicBezTo>
                <a:close/>
                <a:moveTo>
                  <a:pt x="1194" y="765"/>
                </a:moveTo>
                <a:cubicBezTo>
                  <a:pt x="1197" y="767"/>
                  <a:pt x="1192" y="767"/>
                  <a:pt x="1191" y="770"/>
                </a:cubicBezTo>
                <a:cubicBezTo>
                  <a:pt x="1190" y="772"/>
                  <a:pt x="1189" y="775"/>
                  <a:pt x="1188" y="778"/>
                </a:cubicBezTo>
                <a:cubicBezTo>
                  <a:pt x="1182" y="782"/>
                  <a:pt x="1179" y="793"/>
                  <a:pt x="1173" y="796"/>
                </a:cubicBezTo>
                <a:cubicBezTo>
                  <a:pt x="1167" y="800"/>
                  <a:pt x="1165" y="812"/>
                  <a:pt x="1159" y="812"/>
                </a:cubicBezTo>
                <a:cubicBezTo>
                  <a:pt x="1155" y="820"/>
                  <a:pt x="1149" y="821"/>
                  <a:pt x="1145" y="828"/>
                </a:cubicBezTo>
                <a:cubicBezTo>
                  <a:pt x="1143" y="840"/>
                  <a:pt x="1134" y="833"/>
                  <a:pt x="1131" y="845"/>
                </a:cubicBezTo>
                <a:cubicBezTo>
                  <a:pt x="1127" y="843"/>
                  <a:pt x="1127" y="852"/>
                  <a:pt x="1123" y="850"/>
                </a:cubicBezTo>
                <a:cubicBezTo>
                  <a:pt x="1120" y="851"/>
                  <a:pt x="1118" y="853"/>
                  <a:pt x="1116" y="857"/>
                </a:cubicBezTo>
                <a:cubicBezTo>
                  <a:pt x="1110" y="858"/>
                  <a:pt x="1107" y="867"/>
                  <a:pt x="1101" y="869"/>
                </a:cubicBezTo>
                <a:cubicBezTo>
                  <a:pt x="1091" y="878"/>
                  <a:pt x="1081" y="885"/>
                  <a:pt x="1072" y="897"/>
                </a:cubicBezTo>
                <a:cubicBezTo>
                  <a:pt x="1048" y="909"/>
                  <a:pt x="1028" y="932"/>
                  <a:pt x="1004" y="942"/>
                </a:cubicBezTo>
                <a:cubicBezTo>
                  <a:pt x="997" y="954"/>
                  <a:pt x="987" y="959"/>
                  <a:pt x="979" y="969"/>
                </a:cubicBezTo>
                <a:cubicBezTo>
                  <a:pt x="970" y="977"/>
                  <a:pt x="963" y="988"/>
                  <a:pt x="952" y="992"/>
                </a:cubicBezTo>
                <a:cubicBezTo>
                  <a:pt x="947" y="985"/>
                  <a:pt x="960" y="979"/>
                  <a:pt x="963" y="975"/>
                </a:cubicBezTo>
                <a:cubicBezTo>
                  <a:pt x="969" y="971"/>
                  <a:pt x="974" y="965"/>
                  <a:pt x="980" y="960"/>
                </a:cubicBezTo>
                <a:cubicBezTo>
                  <a:pt x="982" y="946"/>
                  <a:pt x="992" y="953"/>
                  <a:pt x="995" y="941"/>
                </a:cubicBezTo>
                <a:cubicBezTo>
                  <a:pt x="1001" y="938"/>
                  <a:pt x="1005" y="929"/>
                  <a:pt x="1012" y="930"/>
                </a:cubicBezTo>
                <a:cubicBezTo>
                  <a:pt x="1011" y="925"/>
                  <a:pt x="1013" y="926"/>
                  <a:pt x="1016" y="922"/>
                </a:cubicBezTo>
                <a:cubicBezTo>
                  <a:pt x="1021" y="923"/>
                  <a:pt x="1016" y="917"/>
                  <a:pt x="1021" y="918"/>
                </a:cubicBezTo>
                <a:cubicBezTo>
                  <a:pt x="1027" y="914"/>
                  <a:pt x="1032" y="907"/>
                  <a:pt x="1037" y="904"/>
                </a:cubicBezTo>
                <a:cubicBezTo>
                  <a:pt x="1042" y="897"/>
                  <a:pt x="1049" y="895"/>
                  <a:pt x="1054" y="889"/>
                </a:cubicBezTo>
                <a:cubicBezTo>
                  <a:pt x="1058" y="882"/>
                  <a:pt x="1067" y="885"/>
                  <a:pt x="1070" y="874"/>
                </a:cubicBezTo>
                <a:cubicBezTo>
                  <a:pt x="1078" y="876"/>
                  <a:pt x="1081" y="863"/>
                  <a:pt x="1087" y="859"/>
                </a:cubicBezTo>
                <a:cubicBezTo>
                  <a:pt x="1092" y="855"/>
                  <a:pt x="1097" y="849"/>
                  <a:pt x="1103" y="844"/>
                </a:cubicBezTo>
                <a:cubicBezTo>
                  <a:pt x="1115" y="837"/>
                  <a:pt x="1124" y="823"/>
                  <a:pt x="1137" y="818"/>
                </a:cubicBezTo>
                <a:cubicBezTo>
                  <a:pt x="1158" y="797"/>
                  <a:pt x="1180" y="777"/>
                  <a:pt x="1198" y="747"/>
                </a:cubicBezTo>
                <a:cubicBezTo>
                  <a:pt x="1204" y="751"/>
                  <a:pt x="1194" y="759"/>
                  <a:pt x="1194" y="765"/>
                </a:cubicBezTo>
                <a:close/>
                <a:moveTo>
                  <a:pt x="1017" y="850"/>
                </a:moveTo>
                <a:cubicBezTo>
                  <a:pt x="1022" y="849"/>
                  <a:pt x="1025" y="843"/>
                  <a:pt x="1029" y="839"/>
                </a:cubicBezTo>
                <a:cubicBezTo>
                  <a:pt x="1035" y="830"/>
                  <a:pt x="1044" y="828"/>
                  <a:pt x="1049" y="816"/>
                </a:cubicBezTo>
                <a:cubicBezTo>
                  <a:pt x="1054" y="816"/>
                  <a:pt x="1056" y="809"/>
                  <a:pt x="1060" y="805"/>
                </a:cubicBezTo>
                <a:cubicBezTo>
                  <a:pt x="1064" y="803"/>
                  <a:pt x="1067" y="797"/>
                  <a:pt x="1071" y="795"/>
                </a:cubicBezTo>
                <a:cubicBezTo>
                  <a:pt x="1073" y="786"/>
                  <a:pt x="1081" y="793"/>
                  <a:pt x="1083" y="784"/>
                </a:cubicBezTo>
                <a:cubicBezTo>
                  <a:pt x="1087" y="784"/>
                  <a:pt x="1088" y="774"/>
                  <a:pt x="1093" y="776"/>
                </a:cubicBezTo>
                <a:cubicBezTo>
                  <a:pt x="1092" y="768"/>
                  <a:pt x="1107" y="772"/>
                  <a:pt x="1100" y="766"/>
                </a:cubicBezTo>
                <a:cubicBezTo>
                  <a:pt x="1104" y="762"/>
                  <a:pt x="1110" y="765"/>
                  <a:pt x="1112" y="756"/>
                </a:cubicBezTo>
                <a:cubicBezTo>
                  <a:pt x="1119" y="749"/>
                  <a:pt x="1124" y="737"/>
                  <a:pt x="1133" y="737"/>
                </a:cubicBezTo>
                <a:cubicBezTo>
                  <a:pt x="1145" y="716"/>
                  <a:pt x="1164" y="714"/>
                  <a:pt x="1175" y="693"/>
                </a:cubicBezTo>
                <a:cubicBezTo>
                  <a:pt x="1183" y="689"/>
                  <a:pt x="1191" y="687"/>
                  <a:pt x="1196" y="676"/>
                </a:cubicBezTo>
                <a:cubicBezTo>
                  <a:pt x="1204" y="678"/>
                  <a:pt x="1208" y="667"/>
                  <a:pt x="1215" y="663"/>
                </a:cubicBezTo>
                <a:cubicBezTo>
                  <a:pt x="1224" y="665"/>
                  <a:pt x="1227" y="648"/>
                  <a:pt x="1236" y="650"/>
                </a:cubicBezTo>
                <a:cubicBezTo>
                  <a:pt x="1241" y="641"/>
                  <a:pt x="1249" y="642"/>
                  <a:pt x="1254" y="633"/>
                </a:cubicBezTo>
                <a:cubicBezTo>
                  <a:pt x="1259" y="637"/>
                  <a:pt x="1249" y="646"/>
                  <a:pt x="1248" y="652"/>
                </a:cubicBezTo>
                <a:cubicBezTo>
                  <a:pt x="1242" y="657"/>
                  <a:pt x="1239" y="670"/>
                  <a:pt x="1232" y="674"/>
                </a:cubicBezTo>
                <a:cubicBezTo>
                  <a:pt x="1224" y="684"/>
                  <a:pt x="1213" y="689"/>
                  <a:pt x="1204" y="699"/>
                </a:cubicBezTo>
                <a:cubicBezTo>
                  <a:pt x="1198" y="701"/>
                  <a:pt x="1193" y="705"/>
                  <a:pt x="1189" y="711"/>
                </a:cubicBezTo>
                <a:cubicBezTo>
                  <a:pt x="1183" y="710"/>
                  <a:pt x="1181" y="722"/>
                  <a:pt x="1175" y="721"/>
                </a:cubicBezTo>
                <a:cubicBezTo>
                  <a:pt x="1166" y="731"/>
                  <a:pt x="1156" y="736"/>
                  <a:pt x="1148" y="747"/>
                </a:cubicBezTo>
                <a:cubicBezTo>
                  <a:pt x="1141" y="746"/>
                  <a:pt x="1140" y="758"/>
                  <a:pt x="1134" y="756"/>
                </a:cubicBezTo>
                <a:cubicBezTo>
                  <a:pt x="1130" y="762"/>
                  <a:pt x="1125" y="764"/>
                  <a:pt x="1123" y="773"/>
                </a:cubicBezTo>
                <a:cubicBezTo>
                  <a:pt x="1114" y="769"/>
                  <a:pt x="1111" y="778"/>
                  <a:pt x="1107" y="786"/>
                </a:cubicBezTo>
                <a:cubicBezTo>
                  <a:pt x="1100" y="781"/>
                  <a:pt x="1098" y="792"/>
                  <a:pt x="1093" y="795"/>
                </a:cubicBezTo>
                <a:cubicBezTo>
                  <a:pt x="1081" y="794"/>
                  <a:pt x="1077" y="815"/>
                  <a:pt x="1066" y="814"/>
                </a:cubicBezTo>
                <a:cubicBezTo>
                  <a:pt x="1064" y="827"/>
                  <a:pt x="1055" y="822"/>
                  <a:pt x="1052" y="830"/>
                </a:cubicBezTo>
                <a:cubicBezTo>
                  <a:pt x="1048" y="835"/>
                  <a:pt x="1042" y="836"/>
                  <a:pt x="1038" y="840"/>
                </a:cubicBezTo>
                <a:cubicBezTo>
                  <a:pt x="1029" y="847"/>
                  <a:pt x="1020" y="854"/>
                  <a:pt x="1011" y="863"/>
                </a:cubicBezTo>
                <a:cubicBezTo>
                  <a:pt x="1005" y="857"/>
                  <a:pt x="1017" y="855"/>
                  <a:pt x="1017" y="850"/>
                </a:cubicBezTo>
                <a:close/>
                <a:moveTo>
                  <a:pt x="964" y="911"/>
                </a:moveTo>
                <a:cubicBezTo>
                  <a:pt x="967" y="905"/>
                  <a:pt x="972" y="903"/>
                  <a:pt x="975" y="894"/>
                </a:cubicBezTo>
                <a:cubicBezTo>
                  <a:pt x="982" y="896"/>
                  <a:pt x="983" y="882"/>
                  <a:pt x="990" y="882"/>
                </a:cubicBezTo>
                <a:cubicBezTo>
                  <a:pt x="992" y="872"/>
                  <a:pt x="999" y="873"/>
                  <a:pt x="1001" y="865"/>
                </a:cubicBezTo>
                <a:cubicBezTo>
                  <a:pt x="1013" y="869"/>
                  <a:pt x="996" y="876"/>
                  <a:pt x="994" y="880"/>
                </a:cubicBezTo>
                <a:cubicBezTo>
                  <a:pt x="991" y="889"/>
                  <a:pt x="984" y="889"/>
                  <a:pt x="982" y="900"/>
                </a:cubicBezTo>
                <a:cubicBezTo>
                  <a:pt x="970" y="902"/>
                  <a:pt x="966" y="920"/>
                  <a:pt x="957" y="927"/>
                </a:cubicBezTo>
                <a:cubicBezTo>
                  <a:pt x="950" y="921"/>
                  <a:pt x="962" y="916"/>
                  <a:pt x="964" y="911"/>
                </a:cubicBezTo>
                <a:close/>
                <a:moveTo>
                  <a:pt x="937" y="976"/>
                </a:moveTo>
                <a:cubicBezTo>
                  <a:pt x="942" y="962"/>
                  <a:pt x="950" y="959"/>
                  <a:pt x="955" y="945"/>
                </a:cubicBezTo>
                <a:cubicBezTo>
                  <a:pt x="986" y="914"/>
                  <a:pt x="990" y="909"/>
                  <a:pt x="993" y="902"/>
                </a:cubicBezTo>
                <a:cubicBezTo>
                  <a:pt x="1021" y="867"/>
                  <a:pt x="1029" y="873"/>
                  <a:pt x="1031" y="862"/>
                </a:cubicBezTo>
                <a:cubicBezTo>
                  <a:pt x="1090" y="817"/>
                  <a:pt x="1091" y="805"/>
                  <a:pt x="1098" y="807"/>
                </a:cubicBezTo>
                <a:cubicBezTo>
                  <a:pt x="1145" y="768"/>
                  <a:pt x="1151" y="756"/>
                  <a:pt x="1161" y="753"/>
                </a:cubicBezTo>
                <a:cubicBezTo>
                  <a:pt x="1216" y="716"/>
                  <a:pt x="1201" y="720"/>
                  <a:pt x="1199" y="732"/>
                </a:cubicBezTo>
                <a:cubicBezTo>
                  <a:pt x="1172" y="765"/>
                  <a:pt x="1160" y="775"/>
                  <a:pt x="1150" y="789"/>
                </a:cubicBezTo>
                <a:cubicBezTo>
                  <a:pt x="1106" y="828"/>
                  <a:pt x="1092" y="833"/>
                  <a:pt x="1082" y="847"/>
                </a:cubicBezTo>
                <a:cubicBezTo>
                  <a:pt x="1035" y="879"/>
                  <a:pt x="1028" y="902"/>
                  <a:pt x="1014" y="906"/>
                </a:cubicBezTo>
                <a:cubicBezTo>
                  <a:pt x="978" y="947"/>
                  <a:pt x="968" y="943"/>
                  <a:pt x="965" y="957"/>
                </a:cubicBezTo>
                <a:cubicBezTo>
                  <a:pt x="937" y="979"/>
                  <a:pt x="927" y="997"/>
                  <a:pt x="922" y="1003"/>
                </a:cubicBezTo>
                <a:close/>
                <a:moveTo>
                  <a:pt x="919" y="961"/>
                </a:moveTo>
                <a:cubicBezTo>
                  <a:pt x="921" y="962"/>
                  <a:pt x="924" y="963"/>
                  <a:pt x="927" y="964"/>
                </a:cubicBezTo>
                <a:cubicBezTo>
                  <a:pt x="925" y="968"/>
                  <a:pt x="923" y="971"/>
                  <a:pt x="922" y="975"/>
                </a:cubicBezTo>
                <a:cubicBezTo>
                  <a:pt x="915" y="973"/>
                  <a:pt x="918" y="966"/>
                  <a:pt x="919" y="961"/>
                </a:cubicBezTo>
                <a:close/>
                <a:moveTo>
                  <a:pt x="841" y="587"/>
                </a:moveTo>
                <a:cubicBezTo>
                  <a:pt x="846" y="580"/>
                  <a:pt x="843" y="593"/>
                  <a:pt x="848" y="593"/>
                </a:cubicBezTo>
                <a:cubicBezTo>
                  <a:pt x="847" y="597"/>
                  <a:pt x="851" y="600"/>
                  <a:pt x="849" y="604"/>
                </a:cubicBezTo>
                <a:cubicBezTo>
                  <a:pt x="849" y="612"/>
                  <a:pt x="856" y="617"/>
                  <a:pt x="852" y="627"/>
                </a:cubicBezTo>
                <a:cubicBezTo>
                  <a:pt x="858" y="639"/>
                  <a:pt x="862" y="651"/>
                  <a:pt x="867" y="663"/>
                </a:cubicBezTo>
                <a:cubicBezTo>
                  <a:pt x="868" y="670"/>
                  <a:pt x="870" y="676"/>
                  <a:pt x="874" y="682"/>
                </a:cubicBezTo>
                <a:cubicBezTo>
                  <a:pt x="873" y="689"/>
                  <a:pt x="877" y="694"/>
                  <a:pt x="879" y="700"/>
                </a:cubicBezTo>
                <a:cubicBezTo>
                  <a:pt x="884" y="705"/>
                  <a:pt x="883" y="713"/>
                  <a:pt x="886" y="719"/>
                </a:cubicBezTo>
                <a:cubicBezTo>
                  <a:pt x="888" y="725"/>
                  <a:pt x="890" y="731"/>
                  <a:pt x="890" y="737"/>
                </a:cubicBezTo>
                <a:cubicBezTo>
                  <a:pt x="896" y="749"/>
                  <a:pt x="896" y="762"/>
                  <a:pt x="903" y="772"/>
                </a:cubicBezTo>
                <a:cubicBezTo>
                  <a:pt x="901" y="790"/>
                  <a:pt x="910" y="804"/>
                  <a:pt x="909" y="822"/>
                </a:cubicBezTo>
                <a:cubicBezTo>
                  <a:pt x="912" y="826"/>
                  <a:pt x="913" y="829"/>
                  <a:pt x="913" y="834"/>
                </a:cubicBezTo>
                <a:cubicBezTo>
                  <a:pt x="906" y="841"/>
                  <a:pt x="921" y="840"/>
                  <a:pt x="914" y="847"/>
                </a:cubicBezTo>
                <a:cubicBezTo>
                  <a:pt x="921" y="852"/>
                  <a:pt x="911" y="864"/>
                  <a:pt x="920" y="869"/>
                </a:cubicBezTo>
                <a:cubicBezTo>
                  <a:pt x="918" y="872"/>
                  <a:pt x="916" y="876"/>
                  <a:pt x="919" y="878"/>
                </a:cubicBezTo>
                <a:cubicBezTo>
                  <a:pt x="916" y="879"/>
                  <a:pt x="913" y="881"/>
                  <a:pt x="916" y="883"/>
                </a:cubicBezTo>
                <a:cubicBezTo>
                  <a:pt x="918" y="888"/>
                  <a:pt x="915" y="894"/>
                  <a:pt x="912" y="900"/>
                </a:cubicBezTo>
                <a:cubicBezTo>
                  <a:pt x="904" y="894"/>
                  <a:pt x="909" y="884"/>
                  <a:pt x="903" y="877"/>
                </a:cubicBezTo>
                <a:cubicBezTo>
                  <a:pt x="905" y="867"/>
                  <a:pt x="899" y="861"/>
                  <a:pt x="902" y="851"/>
                </a:cubicBezTo>
                <a:cubicBezTo>
                  <a:pt x="900" y="845"/>
                  <a:pt x="896" y="840"/>
                  <a:pt x="898" y="833"/>
                </a:cubicBezTo>
                <a:cubicBezTo>
                  <a:pt x="895" y="828"/>
                  <a:pt x="893" y="823"/>
                  <a:pt x="892" y="818"/>
                </a:cubicBezTo>
                <a:cubicBezTo>
                  <a:pt x="887" y="808"/>
                  <a:pt x="887" y="796"/>
                  <a:pt x="884" y="786"/>
                </a:cubicBezTo>
                <a:cubicBezTo>
                  <a:pt x="880" y="775"/>
                  <a:pt x="877" y="763"/>
                  <a:pt x="874" y="752"/>
                </a:cubicBezTo>
                <a:cubicBezTo>
                  <a:pt x="870" y="742"/>
                  <a:pt x="867" y="732"/>
                  <a:pt x="866" y="720"/>
                </a:cubicBezTo>
                <a:cubicBezTo>
                  <a:pt x="866" y="717"/>
                  <a:pt x="862" y="714"/>
                  <a:pt x="865" y="710"/>
                </a:cubicBezTo>
                <a:cubicBezTo>
                  <a:pt x="862" y="708"/>
                  <a:pt x="865" y="704"/>
                  <a:pt x="862" y="702"/>
                </a:cubicBezTo>
                <a:cubicBezTo>
                  <a:pt x="864" y="695"/>
                  <a:pt x="855" y="693"/>
                  <a:pt x="860" y="685"/>
                </a:cubicBezTo>
                <a:cubicBezTo>
                  <a:pt x="855" y="675"/>
                  <a:pt x="855" y="664"/>
                  <a:pt x="852" y="653"/>
                </a:cubicBezTo>
                <a:cubicBezTo>
                  <a:pt x="853" y="641"/>
                  <a:pt x="847" y="632"/>
                  <a:pt x="849" y="619"/>
                </a:cubicBezTo>
                <a:cubicBezTo>
                  <a:pt x="842" y="610"/>
                  <a:pt x="848" y="596"/>
                  <a:pt x="841" y="587"/>
                </a:cubicBezTo>
                <a:close/>
                <a:moveTo>
                  <a:pt x="881" y="931"/>
                </a:moveTo>
                <a:cubicBezTo>
                  <a:pt x="877" y="917"/>
                  <a:pt x="876" y="902"/>
                  <a:pt x="868" y="890"/>
                </a:cubicBezTo>
                <a:cubicBezTo>
                  <a:pt x="874" y="880"/>
                  <a:pt x="861" y="877"/>
                  <a:pt x="866" y="867"/>
                </a:cubicBezTo>
                <a:cubicBezTo>
                  <a:pt x="859" y="862"/>
                  <a:pt x="865" y="852"/>
                  <a:pt x="859" y="847"/>
                </a:cubicBezTo>
                <a:cubicBezTo>
                  <a:pt x="862" y="830"/>
                  <a:pt x="851" y="818"/>
                  <a:pt x="851" y="802"/>
                </a:cubicBezTo>
                <a:cubicBezTo>
                  <a:pt x="853" y="793"/>
                  <a:pt x="844" y="789"/>
                  <a:pt x="849" y="779"/>
                </a:cubicBezTo>
                <a:cubicBezTo>
                  <a:pt x="845" y="773"/>
                  <a:pt x="844" y="766"/>
                  <a:pt x="846" y="758"/>
                </a:cubicBezTo>
                <a:cubicBezTo>
                  <a:pt x="842" y="745"/>
                  <a:pt x="841" y="729"/>
                  <a:pt x="840" y="714"/>
                </a:cubicBezTo>
                <a:cubicBezTo>
                  <a:pt x="846" y="704"/>
                  <a:pt x="835" y="700"/>
                  <a:pt x="842" y="690"/>
                </a:cubicBezTo>
                <a:cubicBezTo>
                  <a:pt x="837" y="684"/>
                  <a:pt x="843" y="675"/>
                  <a:pt x="839" y="669"/>
                </a:cubicBezTo>
                <a:cubicBezTo>
                  <a:pt x="840" y="666"/>
                  <a:pt x="841" y="664"/>
                  <a:pt x="842" y="661"/>
                </a:cubicBezTo>
                <a:cubicBezTo>
                  <a:pt x="848" y="673"/>
                  <a:pt x="848" y="687"/>
                  <a:pt x="850" y="700"/>
                </a:cubicBezTo>
                <a:cubicBezTo>
                  <a:pt x="852" y="713"/>
                  <a:pt x="855" y="726"/>
                  <a:pt x="858" y="738"/>
                </a:cubicBezTo>
                <a:cubicBezTo>
                  <a:pt x="856" y="746"/>
                  <a:pt x="861" y="752"/>
                  <a:pt x="861" y="759"/>
                </a:cubicBezTo>
                <a:cubicBezTo>
                  <a:pt x="864" y="762"/>
                  <a:pt x="865" y="765"/>
                  <a:pt x="863" y="769"/>
                </a:cubicBezTo>
                <a:cubicBezTo>
                  <a:pt x="868" y="770"/>
                  <a:pt x="867" y="774"/>
                  <a:pt x="866" y="777"/>
                </a:cubicBezTo>
                <a:cubicBezTo>
                  <a:pt x="875" y="780"/>
                  <a:pt x="867" y="790"/>
                  <a:pt x="874" y="794"/>
                </a:cubicBezTo>
                <a:cubicBezTo>
                  <a:pt x="870" y="799"/>
                  <a:pt x="877" y="800"/>
                  <a:pt x="876" y="804"/>
                </a:cubicBezTo>
                <a:cubicBezTo>
                  <a:pt x="876" y="807"/>
                  <a:pt x="877" y="810"/>
                  <a:pt x="875" y="813"/>
                </a:cubicBezTo>
                <a:cubicBezTo>
                  <a:pt x="877" y="820"/>
                  <a:pt x="883" y="825"/>
                  <a:pt x="882" y="832"/>
                </a:cubicBezTo>
                <a:cubicBezTo>
                  <a:pt x="886" y="837"/>
                  <a:pt x="881" y="846"/>
                  <a:pt x="890" y="849"/>
                </a:cubicBezTo>
                <a:cubicBezTo>
                  <a:pt x="886" y="865"/>
                  <a:pt x="893" y="877"/>
                  <a:pt x="893" y="892"/>
                </a:cubicBezTo>
                <a:cubicBezTo>
                  <a:pt x="900" y="903"/>
                  <a:pt x="895" y="918"/>
                  <a:pt x="901" y="930"/>
                </a:cubicBezTo>
                <a:cubicBezTo>
                  <a:pt x="897" y="946"/>
                  <a:pt x="907" y="956"/>
                  <a:pt x="905" y="970"/>
                </a:cubicBezTo>
                <a:cubicBezTo>
                  <a:pt x="904" y="985"/>
                  <a:pt x="901" y="999"/>
                  <a:pt x="905" y="1012"/>
                </a:cubicBezTo>
                <a:cubicBezTo>
                  <a:pt x="902" y="1018"/>
                  <a:pt x="896" y="1008"/>
                  <a:pt x="898" y="1006"/>
                </a:cubicBezTo>
                <a:cubicBezTo>
                  <a:pt x="896" y="1003"/>
                  <a:pt x="894" y="1000"/>
                  <a:pt x="897" y="995"/>
                </a:cubicBezTo>
                <a:cubicBezTo>
                  <a:pt x="892" y="989"/>
                  <a:pt x="893" y="981"/>
                  <a:pt x="891" y="973"/>
                </a:cubicBezTo>
                <a:cubicBezTo>
                  <a:pt x="890" y="958"/>
                  <a:pt x="882" y="946"/>
                  <a:pt x="881" y="931"/>
                </a:cubicBezTo>
                <a:close/>
                <a:moveTo>
                  <a:pt x="3511" y="22"/>
                </a:moveTo>
                <a:cubicBezTo>
                  <a:pt x="3510" y="27"/>
                  <a:pt x="3507" y="34"/>
                  <a:pt x="3510" y="38"/>
                </a:cubicBezTo>
                <a:cubicBezTo>
                  <a:pt x="3508" y="43"/>
                  <a:pt x="3508" y="47"/>
                  <a:pt x="3511" y="51"/>
                </a:cubicBezTo>
                <a:cubicBezTo>
                  <a:pt x="3510" y="56"/>
                  <a:pt x="3508" y="62"/>
                  <a:pt x="3510" y="66"/>
                </a:cubicBezTo>
                <a:cubicBezTo>
                  <a:pt x="3517" y="55"/>
                  <a:pt x="3511" y="48"/>
                  <a:pt x="3517" y="37"/>
                </a:cubicBezTo>
                <a:cubicBezTo>
                  <a:pt x="3513" y="30"/>
                  <a:pt x="3519" y="19"/>
                  <a:pt x="3515" y="11"/>
                </a:cubicBezTo>
                <a:cubicBezTo>
                  <a:pt x="3517" y="8"/>
                  <a:pt x="3517" y="4"/>
                  <a:pt x="3517" y="1"/>
                </a:cubicBezTo>
                <a:cubicBezTo>
                  <a:pt x="3508" y="1"/>
                  <a:pt x="3508" y="1"/>
                  <a:pt x="3508" y="1"/>
                </a:cubicBezTo>
                <a:cubicBezTo>
                  <a:pt x="3508" y="4"/>
                  <a:pt x="3509" y="6"/>
                  <a:pt x="3510" y="9"/>
                </a:cubicBezTo>
                <a:cubicBezTo>
                  <a:pt x="3508" y="14"/>
                  <a:pt x="3508" y="19"/>
                  <a:pt x="3511" y="22"/>
                </a:cubicBezTo>
                <a:close/>
                <a:moveTo>
                  <a:pt x="3281" y="65"/>
                </a:moveTo>
                <a:cubicBezTo>
                  <a:pt x="3285" y="66"/>
                  <a:pt x="3283" y="60"/>
                  <a:pt x="3280" y="58"/>
                </a:cubicBezTo>
                <a:cubicBezTo>
                  <a:pt x="3286" y="52"/>
                  <a:pt x="3279" y="50"/>
                  <a:pt x="3283" y="44"/>
                </a:cubicBezTo>
                <a:cubicBezTo>
                  <a:pt x="3279" y="37"/>
                  <a:pt x="3284" y="26"/>
                  <a:pt x="3282" y="18"/>
                </a:cubicBezTo>
                <a:cubicBezTo>
                  <a:pt x="3283" y="12"/>
                  <a:pt x="3285" y="6"/>
                  <a:pt x="3286" y="1"/>
                </a:cubicBezTo>
                <a:cubicBezTo>
                  <a:pt x="3281" y="1"/>
                  <a:pt x="3281" y="1"/>
                  <a:pt x="3281" y="1"/>
                </a:cubicBezTo>
                <a:cubicBezTo>
                  <a:pt x="3279" y="7"/>
                  <a:pt x="3278" y="13"/>
                  <a:pt x="3274" y="21"/>
                </a:cubicBezTo>
                <a:cubicBezTo>
                  <a:pt x="3278" y="27"/>
                  <a:pt x="3275" y="35"/>
                  <a:pt x="3274" y="43"/>
                </a:cubicBezTo>
                <a:cubicBezTo>
                  <a:pt x="3281" y="48"/>
                  <a:pt x="3268" y="61"/>
                  <a:pt x="3281" y="65"/>
                </a:cubicBezTo>
                <a:close/>
                <a:moveTo>
                  <a:pt x="3468" y="92"/>
                </a:moveTo>
                <a:cubicBezTo>
                  <a:pt x="3470" y="79"/>
                  <a:pt x="3469" y="72"/>
                  <a:pt x="3478" y="62"/>
                </a:cubicBezTo>
                <a:cubicBezTo>
                  <a:pt x="3473" y="59"/>
                  <a:pt x="3480" y="52"/>
                  <a:pt x="3477" y="49"/>
                </a:cubicBezTo>
                <a:cubicBezTo>
                  <a:pt x="3481" y="43"/>
                  <a:pt x="3475" y="41"/>
                  <a:pt x="3480" y="34"/>
                </a:cubicBezTo>
                <a:cubicBezTo>
                  <a:pt x="3475" y="32"/>
                  <a:pt x="3482" y="24"/>
                  <a:pt x="3479" y="21"/>
                </a:cubicBezTo>
                <a:cubicBezTo>
                  <a:pt x="3483" y="15"/>
                  <a:pt x="3477" y="13"/>
                  <a:pt x="3483" y="7"/>
                </a:cubicBezTo>
                <a:cubicBezTo>
                  <a:pt x="3482" y="5"/>
                  <a:pt x="3481" y="3"/>
                  <a:pt x="3481" y="1"/>
                </a:cubicBezTo>
                <a:cubicBezTo>
                  <a:pt x="3473" y="1"/>
                  <a:pt x="3473" y="1"/>
                  <a:pt x="3473" y="1"/>
                </a:cubicBezTo>
                <a:cubicBezTo>
                  <a:pt x="3474" y="7"/>
                  <a:pt x="3470" y="16"/>
                  <a:pt x="3473" y="22"/>
                </a:cubicBezTo>
                <a:cubicBezTo>
                  <a:pt x="3470" y="32"/>
                  <a:pt x="3474" y="40"/>
                  <a:pt x="3473" y="50"/>
                </a:cubicBezTo>
                <a:cubicBezTo>
                  <a:pt x="3469" y="58"/>
                  <a:pt x="3473" y="63"/>
                  <a:pt x="3467" y="73"/>
                </a:cubicBezTo>
                <a:cubicBezTo>
                  <a:pt x="3470" y="78"/>
                  <a:pt x="3460" y="89"/>
                  <a:pt x="3468" y="92"/>
                </a:cubicBezTo>
                <a:close/>
                <a:moveTo>
                  <a:pt x="3356" y="94"/>
                </a:moveTo>
                <a:cubicBezTo>
                  <a:pt x="3354" y="99"/>
                  <a:pt x="3354" y="104"/>
                  <a:pt x="3357" y="107"/>
                </a:cubicBezTo>
                <a:cubicBezTo>
                  <a:pt x="3357" y="109"/>
                  <a:pt x="3355" y="112"/>
                  <a:pt x="3357" y="114"/>
                </a:cubicBezTo>
                <a:cubicBezTo>
                  <a:pt x="3359" y="114"/>
                  <a:pt x="3361" y="113"/>
                  <a:pt x="3358" y="111"/>
                </a:cubicBezTo>
                <a:cubicBezTo>
                  <a:pt x="3362" y="90"/>
                  <a:pt x="3362" y="70"/>
                  <a:pt x="3363" y="50"/>
                </a:cubicBezTo>
                <a:cubicBezTo>
                  <a:pt x="3369" y="42"/>
                  <a:pt x="3362" y="40"/>
                  <a:pt x="3363" y="34"/>
                </a:cubicBezTo>
                <a:cubicBezTo>
                  <a:pt x="3359" y="31"/>
                  <a:pt x="3369" y="22"/>
                  <a:pt x="3364" y="19"/>
                </a:cubicBezTo>
                <a:cubicBezTo>
                  <a:pt x="3365" y="12"/>
                  <a:pt x="3366" y="6"/>
                  <a:pt x="3365" y="1"/>
                </a:cubicBezTo>
                <a:cubicBezTo>
                  <a:pt x="3358" y="1"/>
                  <a:pt x="3358" y="1"/>
                  <a:pt x="3358" y="1"/>
                </a:cubicBezTo>
                <a:cubicBezTo>
                  <a:pt x="3358" y="2"/>
                  <a:pt x="3358" y="4"/>
                  <a:pt x="3357" y="6"/>
                </a:cubicBezTo>
                <a:cubicBezTo>
                  <a:pt x="3360" y="9"/>
                  <a:pt x="3353" y="16"/>
                  <a:pt x="3357" y="19"/>
                </a:cubicBezTo>
                <a:cubicBezTo>
                  <a:pt x="3353" y="37"/>
                  <a:pt x="3358" y="53"/>
                  <a:pt x="3354" y="71"/>
                </a:cubicBezTo>
                <a:cubicBezTo>
                  <a:pt x="3357" y="78"/>
                  <a:pt x="3352" y="88"/>
                  <a:pt x="3356" y="94"/>
                </a:cubicBezTo>
                <a:close/>
                <a:moveTo>
                  <a:pt x="3438" y="168"/>
                </a:moveTo>
                <a:cubicBezTo>
                  <a:pt x="3445" y="146"/>
                  <a:pt x="3445" y="127"/>
                  <a:pt x="3449" y="106"/>
                </a:cubicBezTo>
                <a:cubicBezTo>
                  <a:pt x="3444" y="103"/>
                  <a:pt x="3451" y="96"/>
                  <a:pt x="3448" y="93"/>
                </a:cubicBezTo>
                <a:cubicBezTo>
                  <a:pt x="3440" y="91"/>
                  <a:pt x="3457" y="79"/>
                  <a:pt x="3449" y="77"/>
                </a:cubicBezTo>
                <a:cubicBezTo>
                  <a:pt x="3451" y="67"/>
                  <a:pt x="3449" y="58"/>
                  <a:pt x="3452" y="47"/>
                </a:cubicBezTo>
                <a:cubicBezTo>
                  <a:pt x="3451" y="32"/>
                  <a:pt x="3451" y="17"/>
                  <a:pt x="3451" y="1"/>
                </a:cubicBezTo>
                <a:cubicBezTo>
                  <a:pt x="3442" y="1"/>
                  <a:pt x="3442" y="1"/>
                  <a:pt x="3442" y="1"/>
                </a:cubicBezTo>
                <a:cubicBezTo>
                  <a:pt x="3440" y="14"/>
                  <a:pt x="3446" y="24"/>
                  <a:pt x="3440" y="39"/>
                </a:cubicBezTo>
                <a:cubicBezTo>
                  <a:pt x="3443" y="44"/>
                  <a:pt x="3439" y="53"/>
                  <a:pt x="3441" y="58"/>
                </a:cubicBezTo>
                <a:cubicBezTo>
                  <a:pt x="3442" y="66"/>
                  <a:pt x="3440" y="74"/>
                  <a:pt x="3441" y="80"/>
                </a:cubicBezTo>
                <a:cubicBezTo>
                  <a:pt x="3440" y="95"/>
                  <a:pt x="3439" y="109"/>
                  <a:pt x="3438" y="123"/>
                </a:cubicBezTo>
                <a:cubicBezTo>
                  <a:pt x="3441" y="130"/>
                  <a:pt x="3433" y="140"/>
                  <a:pt x="3438" y="146"/>
                </a:cubicBezTo>
                <a:cubicBezTo>
                  <a:pt x="3441" y="152"/>
                  <a:pt x="3428" y="164"/>
                  <a:pt x="3438" y="168"/>
                </a:cubicBezTo>
                <a:close/>
                <a:moveTo>
                  <a:pt x="3415" y="170"/>
                </a:moveTo>
                <a:cubicBezTo>
                  <a:pt x="3410" y="160"/>
                  <a:pt x="3425" y="143"/>
                  <a:pt x="3418" y="134"/>
                </a:cubicBezTo>
                <a:cubicBezTo>
                  <a:pt x="3427" y="119"/>
                  <a:pt x="3423" y="108"/>
                  <a:pt x="3425" y="96"/>
                </a:cubicBezTo>
                <a:cubicBezTo>
                  <a:pt x="3429" y="88"/>
                  <a:pt x="3424" y="87"/>
                  <a:pt x="3424" y="83"/>
                </a:cubicBezTo>
                <a:cubicBezTo>
                  <a:pt x="3425" y="81"/>
                  <a:pt x="3427" y="79"/>
                  <a:pt x="3427" y="77"/>
                </a:cubicBezTo>
                <a:cubicBezTo>
                  <a:pt x="3427" y="72"/>
                  <a:pt x="3424" y="65"/>
                  <a:pt x="3428" y="59"/>
                </a:cubicBezTo>
                <a:cubicBezTo>
                  <a:pt x="3422" y="56"/>
                  <a:pt x="3431" y="46"/>
                  <a:pt x="3426" y="42"/>
                </a:cubicBezTo>
                <a:cubicBezTo>
                  <a:pt x="3426" y="36"/>
                  <a:pt x="3425" y="29"/>
                  <a:pt x="3425" y="23"/>
                </a:cubicBezTo>
                <a:cubicBezTo>
                  <a:pt x="3427" y="15"/>
                  <a:pt x="3428" y="8"/>
                  <a:pt x="3428" y="1"/>
                </a:cubicBezTo>
                <a:cubicBezTo>
                  <a:pt x="3418" y="1"/>
                  <a:pt x="3418" y="1"/>
                  <a:pt x="3418" y="1"/>
                </a:cubicBezTo>
                <a:cubicBezTo>
                  <a:pt x="3419" y="25"/>
                  <a:pt x="3418" y="50"/>
                  <a:pt x="3419" y="74"/>
                </a:cubicBezTo>
                <a:cubicBezTo>
                  <a:pt x="3418" y="90"/>
                  <a:pt x="3415" y="108"/>
                  <a:pt x="3416" y="123"/>
                </a:cubicBezTo>
                <a:cubicBezTo>
                  <a:pt x="3414" y="128"/>
                  <a:pt x="3413" y="132"/>
                  <a:pt x="3414" y="135"/>
                </a:cubicBezTo>
                <a:cubicBezTo>
                  <a:pt x="3422" y="136"/>
                  <a:pt x="3407" y="147"/>
                  <a:pt x="3415" y="148"/>
                </a:cubicBezTo>
                <a:cubicBezTo>
                  <a:pt x="3413" y="153"/>
                  <a:pt x="3410" y="159"/>
                  <a:pt x="3408" y="164"/>
                </a:cubicBezTo>
                <a:cubicBezTo>
                  <a:pt x="3411" y="165"/>
                  <a:pt x="3409" y="178"/>
                  <a:pt x="3415" y="170"/>
                </a:cubicBezTo>
                <a:close/>
                <a:moveTo>
                  <a:pt x="31" y="1478"/>
                </a:moveTo>
                <a:cubicBezTo>
                  <a:pt x="37" y="1485"/>
                  <a:pt x="49" y="1485"/>
                  <a:pt x="51" y="1495"/>
                </a:cubicBezTo>
                <a:cubicBezTo>
                  <a:pt x="63" y="1496"/>
                  <a:pt x="64" y="1508"/>
                  <a:pt x="75" y="1509"/>
                </a:cubicBezTo>
                <a:cubicBezTo>
                  <a:pt x="83" y="1513"/>
                  <a:pt x="88" y="1522"/>
                  <a:pt x="99" y="1523"/>
                </a:cubicBezTo>
                <a:cubicBezTo>
                  <a:pt x="105" y="1528"/>
                  <a:pt x="113" y="1531"/>
                  <a:pt x="119" y="1537"/>
                </a:cubicBezTo>
                <a:cubicBezTo>
                  <a:pt x="130" y="1539"/>
                  <a:pt x="134" y="1547"/>
                  <a:pt x="146" y="1548"/>
                </a:cubicBezTo>
                <a:cubicBezTo>
                  <a:pt x="146" y="1553"/>
                  <a:pt x="155" y="1549"/>
                  <a:pt x="157" y="1553"/>
                </a:cubicBezTo>
                <a:cubicBezTo>
                  <a:pt x="161" y="1556"/>
                  <a:pt x="168" y="1556"/>
                  <a:pt x="172" y="1559"/>
                </a:cubicBezTo>
                <a:cubicBezTo>
                  <a:pt x="174" y="1563"/>
                  <a:pt x="183" y="1559"/>
                  <a:pt x="184" y="1564"/>
                </a:cubicBezTo>
                <a:cubicBezTo>
                  <a:pt x="189" y="1562"/>
                  <a:pt x="196" y="1572"/>
                  <a:pt x="198" y="1564"/>
                </a:cubicBezTo>
                <a:cubicBezTo>
                  <a:pt x="190" y="1563"/>
                  <a:pt x="186" y="1557"/>
                  <a:pt x="178" y="1556"/>
                </a:cubicBezTo>
                <a:cubicBezTo>
                  <a:pt x="169" y="1553"/>
                  <a:pt x="166" y="1547"/>
                  <a:pt x="154" y="1548"/>
                </a:cubicBezTo>
                <a:cubicBezTo>
                  <a:pt x="152" y="1540"/>
                  <a:pt x="139" y="1542"/>
                  <a:pt x="134" y="1537"/>
                </a:cubicBezTo>
                <a:cubicBezTo>
                  <a:pt x="124" y="1535"/>
                  <a:pt x="123" y="1526"/>
                  <a:pt x="113" y="1525"/>
                </a:cubicBezTo>
                <a:cubicBezTo>
                  <a:pt x="102" y="1516"/>
                  <a:pt x="88" y="1510"/>
                  <a:pt x="78" y="1500"/>
                </a:cubicBezTo>
                <a:cubicBezTo>
                  <a:pt x="72" y="1496"/>
                  <a:pt x="63" y="1494"/>
                  <a:pt x="60" y="1486"/>
                </a:cubicBezTo>
                <a:cubicBezTo>
                  <a:pt x="54" y="1481"/>
                  <a:pt x="46" y="1479"/>
                  <a:pt x="42" y="1472"/>
                </a:cubicBezTo>
                <a:cubicBezTo>
                  <a:pt x="28" y="1467"/>
                  <a:pt x="20" y="1454"/>
                  <a:pt x="7" y="1447"/>
                </a:cubicBezTo>
                <a:cubicBezTo>
                  <a:pt x="5" y="1444"/>
                  <a:pt x="3" y="1443"/>
                  <a:pt x="0" y="1441"/>
                </a:cubicBezTo>
                <a:cubicBezTo>
                  <a:pt x="0" y="1453"/>
                  <a:pt x="0" y="1453"/>
                  <a:pt x="0" y="1453"/>
                </a:cubicBezTo>
                <a:cubicBezTo>
                  <a:pt x="4" y="1456"/>
                  <a:pt x="8" y="1459"/>
                  <a:pt x="13" y="1461"/>
                </a:cubicBezTo>
                <a:cubicBezTo>
                  <a:pt x="17" y="1469"/>
                  <a:pt x="28" y="1469"/>
                  <a:pt x="31" y="1478"/>
                </a:cubicBezTo>
                <a:close/>
                <a:moveTo>
                  <a:pt x="3820" y="1776"/>
                </a:moveTo>
                <a:cubicBezTo>
                  <a:pt x="3815" y="1776"/>
                  <a:pt x="3808" y="1779"/>
                  <a:pt x="3803" y="1776"/>
                </a:cubicBezTo>
                <a:cubicBezTo>
                  <a:pt x="3783" y="1778"/>
                  <a:pt x="3779" y="1779"/>
                  <a:pt x="3776" y="1776"/>
                </a:cubicBezTo>
                <a:cubicBezTo>
                  <a:pt x="3722" y="1774"/>
                  <a:pt x="3706" y="1769"/>
                  <a:pt x="3689" y="1769"/>
                </a:cubicBezTo>
                <a:cubicBezTo>
                  <a:pt x="3650" y="1765"/>
                  <a:pt x="3646" y="1766"/>
                  <a:pt x="3642" y="1764"/>
                </a:cubicBezTo>
                <a:cubicBezTo>
                  <a:pt x="3610" y="1757"/>
                  <a:pt x="3602" y="1755"/>
                  <a:pt x="3595" y="1749"/>
                </a:cubicBezTo>
                <a:cubicBezTo>
                  <a:pt x="3566" y="1746"/>
                  <a:pt x="3562" y="1745"/>
                  <a:pt x="3558" y="1744"/>
                </a:cubicBezTo>
                <a:cubicBezTo>
                  <a:pt x="3530" y="1738"/>
                  <a:pt x="3526" y="1737"/>
                  <a:pt x="3522" y="1736"/>
                </a:cubicBezTo>
                <a:cubicBezTo>
                  <a:pt x="3481" y="1724"/>
                  <a:pt x="3475" y="1732"/>
                  <a:pt x="3472" y="1726"/>
                </a:cubicBezTo>
                <a:cubicBezTo>
                  <a:pt x="3453" y="1721"/>
                  <a:pt x="3450" y="1717"/>
                  <a:pt x="3446" y="1722"/>
                </a:cubicBezTo>
                <a:cubicBezTo>
                  <a:pt x="3412" y="1719"/>
                  <a:pt x="3406" y="1706"/>
                  <a:pt x="3395" y="1712"/>
                </a:cubicBezTo>
                <a:cubicBezTo>
                  <a:pt x="3337" y="1710"/>
                  <a:pt x="3330" y="1702"/>
                  <a:pt x="3321" y="1707"/>
                </a:cubicBezTo>
                <a:cubicBezTo>
                  <a:pt x="3287" y="1700"/>
                  <a:pt x="3277" y="1705"/>
                  <a:pt x="3269" y="1702"/>
                </a:cubicBezTo>
                <a:cubicBezTo>
                  <a:pt x="3226" y="1697"/>
                  <a:pt x="3220" y="1704"/>
                  <a:pt x="3217" y="1700"/>
                </a:cubicBezTo>
                <a:cubicBezTo>
                  <a:pt x="3198" y="1707"/>
                  <a:pt x="3203" y="1711"/>
                  <a:pt x="3210" y="1705"/>
                </a:cubicBezTo>
                <a:cubicBezTo>
                  <a:pt x="3279" y="1706"/>
                  <a:pt x="3289" y="1715"/>
                  <a:pt x="3303" y="1712"/>
                </a:cubicBezTo>
                <a:cubicBezTo>
                  <a:pt x="3345" y="1716"/>
                  <a:pt x="3350" y="1718"/>
                  <a:pt x="3357" y="1716"/>
                </a:cubicBezTo>
                <a:cubicBezTo>
                  <a:pt x="3407" y="1723"/>
                  <a:pt x="3409" y="1724"/>
                  <a:pt x="3411" y="1726"/>
                </a:cubicBezTo>
                <a:cubicBezTo>
                  <a:pt x="3473" y="1732"/>
                  <a:pt x="3477" y="1742"/>
                  <a:pt x="3483" y="1743"/>
                </a:cubicBezTo>
                <a:cubicBezTo>
                  <a:pt x="3570" y="1758"/>
                  <a:pt x="3575" y="1761"/>
                  <a:pt x="3579" y="1762"/>
                </a:cubicBezTo>
                <a:cubicBezTo>
                  <a:pt x="3628" y="1778"/>
                  <a:pt x="3639" y="1772"/>
                  <a:pt x="3647" y="1778"/>
                </a:cubicBezTo>
                <a:cubicBezTo>
                  <a:pt x="3686" y="1782"/>
                  <a:pt x="3696" y="1779"/>
                  <a:pt x="3705" y="1783"/>
                </a:cubicBezTo>
                <a:cubicBezTo>
                  <a:pt x="3771" y="1786"/>
                  <a:pt x="3780" y="1792"/>
                  <a:pt x="3790" y="1788"/>
                </a:cubicBezTo>
                <a:cubicBezTo>
                  <a:pt x="3840" y="1775"/>
                  <a:pt x="3840" y="1775"/>
                  <a:pt x="3840" y="1775"/>
                </a:cubicBezTo>
                <a:close/>
                <a:moveTo>
                  <a:pt x="3822" y="1734"/>
                </a:moveTo>
                <a:cubicBezTo>
                  <a:pt x="3814" y="1733"/>
                  <a:pt x="3806" y="1736"/>
                  <a:pt x="3799" y="1731"/>
                </a:cubicBezTo>
                <a:cubicBezTo>
                  <a:pt x="3682" y="1727"/>
                  <a:pt x="3670" y="1726"/>
                  <a:pt x="3658" y="1723"/>
                </a:cubicBezTo>
                <a:cubicBezTo>
                  <a:pt x="3616" y="1715"/>
                  <a:pt x="3612" y="1714"/>
                  <a:pt x="3608" y="1714"/>
                </a:cubicBezTo>
                <a:cubicBezTo>
                  <a:pt x="3534" y="1702"/>
                  <a:pt x="3526" y="1701"/>
                  <a:pt x="3519" y="1697"/>
                </a:cubicBezTo>
                <a:cubicBezTo>
                  <a:pt x="3485" y="1689"/>
                  <a:pt x="3477" y="1688"/>
                  <a:pt x="3468" y="1687"/>
                </a:cubicBezTo>
                <a:cubicBezTo>
                  <a:pt x="3428" y="1671"/>
                  <a:pt x="3424" y="1670"/>
                  <a:pt x="3419" y="1674"/>
                </a:cubicBezTo>
                <a:cubicBezTo>
                  <a:pt x="3410" y="1675"/>
                  <a:pt x="3423" y="1676"/>
                  <a:pt x="3436" y="1684"/>
                </a:cubicBezTo>
                <a:cubicBezTo>
                  <a:pt x="3468" y="1697"/>
                  <a:pt x="3474" y="1690"/>
                  <a:pt x="3477" y="1696"/>
                </a:cubicBezTo>
                <a:cubicBezTo>
                  <a:pt x="3533" y="1709"/>
                  <a:pt x="3546" y="1716"/>
                  <a:pt x="3560" y="1719"/>
                </a:cubicBezTo>
                <a:cubicBezTo>
                  <a:pt x="3598" y="1727"/>
                  <a:pt x="3608" y="1723"/>
                  <a:pt x="3615" y="1726"/>
                </a:cubicBezTo>
                <a:cubicBezTo>
                  <a:pt x="3636" y="1731"/>
                  <a:pt x="3639" y="1729"/>
                  <a:pt x="3641" y="1734"/>
                </a:cubicBezTo>
                <a:cubicBezTo>
                  <a:pt x="3660" y="1736"/>
                  <a:pt x="3665" y="1735"/>
                  <a:pt x="3670" y="1737"/>
                </a:cubicBezTo>
                <a:cubicBezTo>
                  <a:pt x="3705" y="1742"/>
                  <a:pt x="3716" y="1739"/>
                  <a:pt x="3725" y="1743"/>
                </a:cubicBezTo>
                <a:cubicBezTo>
                  <a:pt x="3789" y="1745"/>
                  <a:pt x="3796" y="1749"/>
                  <a:pt x="3804" y="1745"/>
                </a:cubicBezTo>
                <a:cubicBezTo>
                  <a:pt x="3840" y="1734"/>
                  <a:pt x="3840" y="1734"/>
                  <a:pt x="3840" y="1734"/>
                </a:cubicBezTo>
                <a:close/>
                <a:moveTo>
                  <a:pt x="3814" y="1712"/>
                </a:moveTo>
                <a:cubicBezTo>
                  <a:pt x="3808" y="1709"/>
                  <a:pt x="3800" y="1712"/>
                  <a:pt x="3794" y="1711"/>
                </a:cubicBezTo>
                <a:cubicBezTo>
                  <a:pt x="3747" y="1710"/>
                  <a:pt x="3742" y="1707"/>
                  <a:pt x="3736" y="1706"/>
                </a:cubicBezTo>
                <a:cubicBezTo>
                  <a:pt x="3703" y="1697"/>
                  <a:pt x="3688" y="1705"/>
                  <a:pt x="3677" y="1694"/>
                </a:cubicBezTo>
                <a:cubicBezTo>
                  <a:pt x="3646" y="1689"/>
                  <a:pt x="3642" y="1688"/>
                  <a:pt x="3640" y="1683"/>
                </a:cubicBezTo>
                <a:cubicBezTo>
                  <a:pt x="3599" y="1682"/>
                  <a:pt x="3595" y="1674"/>
                  <a:pt x="3590" y="1674"/>
                </a:cubicBezTo>
                <a:cubicBezTo>
                  <a:pt x="3534" y="1653"/>
                  <a:pt x="3529" y="1653"/>
                  <a:pt x="3524" y="1650"/>
                </a:cubicBezTo>
                <a:cubicBezTo>
                  <a:pt x="3485" y="1636"/>
                  <a:pt x="3477" y="1643"/>
                  <a:pt x="3473" y="1634"/>
                </a:cubicBezTo>
                <a:cubicBezTo>
                  <a:pt x="3432" y="1630"/>
                  <a:pt x="3428" y="1622"/>
                  <a:pt x="3421" y="1628"/>
                </a:cubicBezTo>
                <a:cubicBezTo>
                  <a:pt x="3398" y="1621"/>
                  <a:pt x="3392" y="1619"/>
                  <a:pt x="3385" y="1619"/>
                </a:cubicBezTo>
                <a:cubicBezTo>
                  <a:pt x="3434" y="1633"/>
                  <a:pt x="3443" y="1635"/>
                  <a:pt x="3452" y="1639"/>
                </a:cubicBezTo>
                <a:cubicBezTo>
                  <a:pt x="3476" y="1642"/>
                  <a:pt x="3477" y="1647"/>
                  <a:pt x="3480" y="1646"/>
                </a:cubicBezTo>
                <a:cubicBezTo>
                  <a:pt x="3512" y="1657"/>
                  <a:pt x="3517" y="1656"/>
                  <a:pt x="3522" y="1658"/>
                </a:cubicBezTo>
                <a:cubicBezTo>
                  <a:pt x="3563" y="1677"/>
                  <a:pt x="3566" y="1676"/>
                  <a:pt x="3568" y="1677"/>
                </a:cubicBezTo>
                <a:cubicBezTo>
                  <a:pt x="3613" y="1692"/>
                  <a:pt x="3637" y="1698"/>
                  <a:pt x="3660" y="1705"/>
                </a:cubicBezTo>
                <a:cubicBezTo>
                  <a:pt x="3739" y="1721"/>
                  <a:pt x="3746" y="1717"/>
                  <a:pt x="3751" y="1720"/>
                </a:cubicBezTo>
                <a:cubicBezTo>
                  <a:pt x="3784" y="1723"/>
                  <a:pt x="3784" y="1723"/>
                  <a:pt x="3785" y="1723"/>
                </a:cubicBezTo>
                <a:cubicBezTo>
                  <a:pt x="3801" y="1723"/>
                  <a:pt x="3804" y="1724"/>
                  <a:pt x="3808" y="1723"/>
                </a:cubicBezTo>
                <a:cubicBezTo>
                  <a:pt x="3815" y="1723"/>
                  <a:pt x="3819" y="1724"/>
                  <a:pt x="3824" y="1723"/>
                </a:cubicBezTo>
                <a:cubicBezTo>
                  <a:pt x="3840" y="1710"/>
                  <a:pt x="3840" y="1710"/>
                  <a:pt x="3840" y="1710"/>
                </a:cubicBezTo>
                <a:close/>
                <a:moveTo>
                  <a:pt x="3797" y="1804"/>
                </a:moveTo>
                <a:cubicBezTo>
                  <a:pt x="3789" y="1801"/>
                  <a:pt x="3778" y="1806"/>
                  <a:pt x="3770" y="1804"/>
                </a:cubicBezTo>
                <a:cubicBezTo>
                  <a:pt x="3676" y="1798"/>
                  <a:pt x="3668" y="1802"/>
                  <a:pt x="3661" y="1800"/>
                </a:cubicBezTo>
                <a:cubicBezTo>
                  <a:pt x="3623" y="1797"/>
                  <a:pt x="3609" y="1793"/>
                  <a:pt x="3593" y="1794"/>
                </a:cubicBezTo>
                <a:cubicBezTo>
                  <a:pt x="3548" y="1781"/>
                  <a:pt x="3545" y="1781"/>
                  <a:pt x="3542" y="1778"/>
                </a:cubicBezTo>
                <a:cubicBezTo>
                  <a:pt x="3517" y="1776"/>
                  <a:pt x="3515" y="1766"/>
                  <a:pt x="3510" y="1771"/>
                </a:cubicBezTo>
                <a:cubicBezTo>
                  <a:pt x="3398" y="1749"/>
                  <a:pt x="3391" y="1744"/>
                  <a:pt x="3384" y="1743"/>
                </a:cubicBezTo>
                <a:cubicBezTo>
                  <a:pt x="3327" y="1734"/>
                  <a:pt x="3313" y="1732"/>
                  <a:pt x="3297" y="1736"/>
                </a:cubicBezTo>
                <a:cubicBezTo>
                  <a:pt x="3259" y="1736"/>
                  <a:pt x="3255" y="1737"/>
                  <a:pt x="3249" y="1741"/>
                </a:cubicBezTo>
                <a:cubicBezTo>
                  <a:pt x="3277" y="1748"/>
                  <a:pt x="3287" y="1739"/>
                  <a:pt x="3293" y="1745"/>
                </a:cubicBezTo>
                <a:cubicBezTo>
                  <a:pt x="3389" y="1753"/>
                  <a:pt x="3395" y="1757"/>
                  <a:pt x="3401" y="1760"/>
                </a:cubicBezTo>
                <a:cubicBezTo>
                  <a:pt x="3447" y="1766"/>
                  <a:pt x="3449" y="1771"/>
                  <a:pt x="3453" y="1772"/>
                </a:cubicBezTo>
                <a:cubicBezTo>
                  <a:pt x="3494" y="1772"/>
                  <a:pt x="3499" y="1785"/>
                  <a:pt x="3507" y="1783"/>
                </a:cubicBezTo>
                <a:cubicBezTo>
                  <a:pt x="3618" y="1811"/>
                  <a:pt x="3626" y="1809"/>
                  <a:pt x="3633" y="1810"/>
                </a:cubicBezTo>
                <a:cubicBezTo>
                  <a:pt x="3663" y="1815"/>
                  <a:pt x="3672" y="1812"/>
                  <a:pt x="3678" y="1817"/>
                </a:cubicBezTo>
                <a:cubicBezTo>
                  <a:pt x="3707" y="1810"/>
                  <a:pt x="3710" y="1818"/>
                  <a:pt x="3714" y="1815"/>
                </a:cubicBezTo>
                <a:cubicBezTo>
                  <a:pt x="3759" y="1814"/>
                  <a:pt x="3766" y="1819"/>
                  <a:pt x="3776" y="1814"/>
                </a:cubicBezTo>
                <a:cubicBezTo>
                  <a:pt x="3840" y="1801"/>
                  <a:pt x="3840" y="1801"/>
                  <a:pt x="3840" y="1801"/>
                </a:cubicBezTo>
                <a:close/>
                <a:moveTo>
                  <a:pt x="3777" y="1834"/>
                </a:moveTo>
                <a:cubicBezTo>
                  <a:pt x="3774" y="1835"/>
                  <a:pt x="3771" y="1838"/>
                  <a:pt x="3768" y="1836"/>
                </a:cubicBezTo>
                <a:cubicBezTo>
                  <a:pt x="3746" y="1836"/>
                  <a:pt x="3742" y="1838"/>
                  <a:pt x="3739" y="1837"/>
                </a:cubicBezTo>
                <a:cubicBezTo>
                  <a:pt x="3676" y="1836"/>
                  <a:pt x="3670" y="1833"/>
                  <a:pt x="3664" y="1832"/>
                </a:cubicBezTo>
                <a:cubicBezTo>
                  <a:pt x="3603" y="1821"/>
                  <a:pt x="3596" y="1825"/>
                  <a:pt x="3590" y="1823"/>
                </a:cubicBezTo>
                <a:cubicBezTo>
                  <a:pt x="3543" y="1807"/>
                  <a:pt x="3529" y="1811"/>
                  <a:pt x="3517" y="1804"/>
                </a:cubicBezTo>
                <a:cubicBezTo>
                  <a:pt x="3478" y="1798"/>
                  <a:pt x="3476" y="1793"/>
                  <a:pt x="3473" y="1794"/>
                </a:cubicBezTo>
                <a:cubicBezTo>
                  <a:pt x="3443" y="1784"/>
                  <a:pt x="3441" y="1782"/>
                  <a:pt x="3438" y="1781"/>
                </a:cubicBezTo>
                <a:cubicBezTo>
                  <a:pt x="3417" y="1775"/>
                  <a:pt x="3412" y="1781"/>
                  <a:pt x="3410" y="1775"/>
                </a:cubicBezTo>
                <a:cubicBezTo>
                  <a:pt x="3351" y="1763"/>
                  <a:pt x="3348" y="1763"/>
                  <a:pt x="3345" y="1764"/>
                </a:cubicBezTo>
                <a:cubicBezTo>
                  <a:pt x="3311" y="1759"/>
                  <a:pt x="3305" y="1755"/>
                  <a:pt x="3298" y="1759"/>
                </a:cubicBezTo>
                <a:cubicBezTo>
                  <a:pt x="3214" y="1763"/>
                  <a:pt x="3208" y="1757"/>
                  <a:pt x="3206" y="1765"/>
                </a:cubicBezTo>
                <a:cubicBezTo>
                  <a:pt x="3169" y="1768"/>
                  <a:pt x="3164" y="1769"/>
                  <a:pt x="3159" y="1766"/>
                </a:cubicBezTo>
                <a:cubicBezTo>
                  <a:pt x="3204" y="1775"/>
                  <a:pt x="3217" y="1759"/>
                  <a:pt x="3224" y="1767"/>
                </a:cubicBezTo>
                <a:cubicBezTo>
                  <a:pt x="3264" y="1762"/>
                  <a:pt x="3273" y="1765"/>
                  <a:pt x="3282" y="1766"/>
                </a:cubicBezTo>
                <a:cubicBezTo>
                  <a:pt x="3317" y="1772"/>
                  <a:pt x="3325" y="1770"/>
                  <a:pt x="3333" y="1771"/>
                </a:cubicBezTo>
                <a:cubicBezTo>
                  <a:pt x="3372" y="1783"/>
                  <a:pt x="3388" y="1782"/>
                  <a:pt x="3403" y="1786"/>
                </a:cubicBezTo>
                <a:cubicBezTo>
                  <a:pt x="3459" y="1810"/>
                  <a:pt x="3467" y="1799"/>
                  <a:pt x="3470" y="1806"/>
                </a:cubicBezTo>
                <a:cubicBezTo>
                  <a:pt x="3503" y="1813"/>
                  <a:pt x="3507" y="1816"/>
                  <a:pt x="3512" y="1817"/>
                </a:cubicBezTo>
                <a:cubicBezTo>
                  <a:pt x="3558" y="1830"/>
                  <a:pt x="3564" y="1826"/>
                  <a:pt x="3568" y="1831"/>
                </a:cubicBezTo>
                <a:cubicBezTo>
                  <a:pt x="3605" y="1838"/>
                  <a:pt x="3614" y="1840"/>
                  <a:pt x="3623" y="1844"/>
                </a:cubicBezTo>
                <a:cubicBezTo>
                  <a:pt x="3676" y="1846"/>
                  <a:pt x="3679" y="1847"/>
                  <a:pt x="3681" y="1849"/>
                </a:cubicBezTo>
                <a:cubicBezTo>
                  <a:pt x="3682" y="1850"/>
                  <a:pt x="3677" y="1854"/>
                  <a:pt x="3671" y="1855"/>
                </a:cubicBezTo>
                <a:cubicBezTo>
                  <a:pt x="3615" y="1858"/>
                  <a:pt x="3613" y="1848"/>
                  <a:pt x="3606" y="1854"/>
                </a:cubicBezTo>
                <a:cubicBezTo>
                  <a:pt x="3572" y="1850"/>
                  <a:pt x="3571" y="1850"/>
                  <a:pt x="3571" y="1850"/>
                </a:cubicBezTo>
                <a:cubicBezTo>
                  <a:pt x="3418" y="1830"/>
                  <a:pt x="3411" y="1817"/>
                  <a:pt x="3398" y="1827"/>
                </a:cubicBezTo>
                <a:cubicBezTo>
                  <a:pt x="3363" y="1813"/>
                  <a:pt x="3357" y="1814"/>
                  <a:pt x="3352" y="1814"/>
                </a:cubicBezTo>
                <a:cubicBezTo>
                  <a:pt x="3304" y="1809"/>
                  <a:pt x="3301" y="1810"/>
                  <a:pt x="3300" y="1806"/>
                </a:cubicBezTo>
                <a:cubicBezTo>
                  <a:pt x="3273" y="1808"/>
                  <a:pt x="3261" y="1802"/>
                  <a:pt x="3262" y="1812"/>
                </a:cubicBezTo>
                <a:cubicBezTo>
                  <a:pt x="3315" y="1816"/>
                  <a:pt x="3329" y="1819"/>
                  <a:pt x="3343" y="1820"/>
                </a:cubicBezTo>
                <a:cubicBezTo>
                  <a:pt x="3406" y="1838"/>
                  <a:pt x="3415" y="1831"/>
                  <a:pt x="3421" y="1836"/>
                </a:cubicBezTo>
                <a:cubicBezTo>
                  <a:pt x="3447" y="1837"/>
                  <a:pt x="3452" y="1846"/>
                  <a:pt x="3459" y="1843"/>
                </a:cubicBezTo>
                <a:cubicBezTo>
                  <a:pt x="3502" y="1856"/>
                  <a:pt x="3506" y="1852"/>
                  <a:pt x="3510" y="1853"/>
                </a:cubicBezTo>
                <a:cubicBezTo>
                  <a:pt x="3555" y="1854"/>
                  <a:pt x="3567" y="1865"/>
                  <a:pt x="3582" y="1859"/>
                </a:cubicBezTo>
                <a:cubicBezTo>
                  <a:pt x="3605" y="1865"/>
                  <a:pt x="3611" y="1863"/>
                  <a:pt x="3618" y="1868"/>
                </a:cubicBezTo>
                <a:cubicBezTo>
                  <a:pt x="3691" y="1865"/>
                  <a:pt x="3696" y="1862"/>
                  <a:pt x="3701" y="1864"/>
                </a:cubicBezTo>
                <a:cubicBezTo>
                  <a:pt x="3757" y="1855"/>
                  <a:pt x="3766" y="1857"/>
                  <a:pt x="3777" y="1854"/>
                </a:cubicBezTo>
                <a:cubicBezTo>
                  <a:pt x="3779" y="1859"/>
                  <a:pt x="3769" y="1870"/>
                  <a:pt x="3763" y="1866"/>
                </a:cubicBezTo>
                <a:cubicBezTo>
                  <a:pt x="3682" y="1885"/>
                  <a:pt x="3674" y="1896"/>
                  <a:pt x="3670" y="1886"/>
                </a:cubicBezTo>
                <a:cubicBezTo>
                  <a:pt x="3625" y="1889"/>
                  <a:pt x="3618" y="1894"/>
                  <a:pt x="3611" y="1896"/>
                </a:cubicBezTo>
                <a:cubicBezTo>
                  <a:pt x="3579" y="1892"/>
                  <a:pt x="3575" y="1893"/>
                  <a:pt x="3572" y="1893"/>
                </a:cubicBezTo>
                <a:cubicBezTo>
                  <a:pt x="3521" y="1889"/>
                  <a:pt x="3517" y="1889"/>
                  <a:pt x="3513" y="1892"/>
                </a:cubicBezTo>
                <a:cubicBezTo>
                  <a:pt x="3467" y="1889"/>
                  <a:pt x="3461" y="1885"/>
                  <a:pt x="3454" y="1884"/>
                </a:cubicBezTo>
                <a:cubicBezTo>
                  <a:pt x="3391" y="1870"/>
                  <a:pt x="3382" y="1878"/>
                  <a:pt x="3377" y="1870"/>
                </a:cubicBezTo>
                <a:cubicBezTo>
                  <a:pt x="3311" y="1862"/>
                  <a:pt x="3305" y="1858"/>
                  <a:pt x="3297" y="1862"/>
                </a:cubicBezTo>
                <a:cubicBezTo>
                  <a:pt x="3269" y="1849"/>
                  <a:pt x="3269" y="1849"/>
                  <a:pt x="3268" y="1849"/>
                </a:cubicBezTo>
                <a:cubicBezTo>
                  <a:pt x="3214" y="1834"/>
                  <a:pt x="3210" y="1834"/>
                  <a:pt x="3206" y="1836"/>
                </a:cubicBezTo>
                <a:cubicBezTo>
                  <a:pt x="3163" y="1822"/>
                  <a:pt x="3146" y="1830"/>
                  <a:pt x="3134" y="1819"/>
                </a:cubicBezTo>
                <a:cubicBezTo>
                  <a:pt x="3074" y="1822"/>
                  <a:pt x="3070" y="1826"/>
                  <a:pt x="3068" y="1823"/>
                </a:cubicBezTo>
                <a:cubicBezTo>
                  <a:pt x="3109" y="1827"/>
                  <a:pt x="3119" y="1834"/>
                  <a:pt x="3132" y="1827"/>
                </a:cubicBezTo>
                <a:cubicBezTo>
                  <a:pt x="3173" y="1837"/>
                  <a:pt x="3176" y="1835"/>
                  <a:pt x="3178" y="1840"/>
                </a:cubicBezTo>
                <a:cubicBezTo>
                  <a:pt x="3214" y="1844"/>
                  <a:pt x="3218" y="1847"/>
                  <a:pt x="3223" y="1850"/>
                </a:cubicBezTo>
                <a:cubicBezTo>
                  <a:pt x="3251" y="1861"/>
                  <a:pt x="3259" y="1855"/>
                  <a:pt x="3264" y="1858"/>
                </a:cubicBezTo>
                <a:cubicBezTo>
                  <a:pt x="3309" y="1875"/>
                  <a:pt x="3315" y="1867"/>
                  <a:pt x="3318" y="1873"/>
                </a:cubicBezTo>
                <a:cubicBezTo>
                  <a:pt x="3345" y="1880"/>
                  <a:pt x="3349" y="1881"/>
                  <a:pt x="3354" y="1877"/>
                </a:cubicBezTo>
                <a:cubicBezTo>
                  <a:pt x="3385" y="1888"/>
                  <a:pt x="3393" y="1885"/>
                  <a:pt x="3400" y="1890"/>
                </a:cubicBezTo>
                <a:cubicBezTo>
                  <a:pt x="3481" y="1900"/>
                  <a:pt x="3490" y="1895"/>
                  <a:pt x="3496" y="1902"/>
                </a:cubicBezTo>
                <a:cubicBezTo>
                  <a:pt x="3537" y="1907"/>
                  <a:pt x="3543" y="1899"/>
                  <a:pt x="3547" y="1902"/>
                </a:cubicBezTo>
                <a:cubicBezTo>
                  <a:pt x="3588" y="1902"/>
                  <a:pt x="3603" y="1908"/>
                  <a:pt x="3620" y="1904"/>
                </a:cubicBezTo>
                <a:cubicBezTo>
                  <a:pt x="3661" y="1900"/>
                  <a:pt x="3671" y="1903"/>
                  <a:pt x="3666" y="1906"/>
                </a:cubicBezTo>
                <a:cubicBezTo>
                  <a:pt x="3619" y="1914"/>
                  <a:pt x="3615" y="1909"/>
                  <a:pt x="3607" y="1912"/>
                </a:cubicBezTo>
                <a:cubicBezTo>
                  <a:pt x="3539" y="1916"/>
                  <a:pt x="3531" y="1916"/>
                  <a:pt x="3523" y="1913"/>
                </a:cubicBezTo>
                <a:cubicBezTo>
                  <a:pt x="3432" y="1907"/>
                  <a:pt x="3415" y="1906"/>
                  <a:pt x="3399" y="1901"/>
                </a:cubicBezTo>
                <a:cubicBezTo>
                  <a:pt x="3370" y="1900"/>
                  <a:pt x="3366" y="1899"/>
                  <a:pt x="3363" y="1896"/>
                </a:cubicBezTo>
                <a:cubicBezTo>
                  <a:pt x="3326" y="1890"/>
                  <a:pt x="3322" y="1889"/>
                  <a:pt x="3318" y="1890"/>
                </a:cubicBezTo>
                <a:cubicBezTo>
                  <a:pt x="3289" y="1881"/>
                  <a:pt x="3284" y="1879"/>
                  <a:pt x="3278" y="1881"/>
                </a:cubicBezTo>
                <a:cubicBezTo>
                  <a:pt x="3240" y="1870"/>
                  <a:pt x="3234" y="1870"/>
                  <a:pt x="3229" y="1863"/>
                </a:cubicBezTo>
                <a:cubicBezTo>
                  <a:pt x="3194" y="1859"/>
                  <a:pt x="3191" y="1859"/>
                  <a:pt x="3189" y="1857"/>
                </a:cubicBezTo>
                <a:cubicBezTo>
                  <a:pt x="3145" y="1851"/>
                  <a:pt x="3142" y="1850"/>
                  <a:pt x="3139" y="1850"/>
                </a:cubicBezTo>
                <a:cubicBezTo>
                  <a:pt x="3116" y="1852"/>
                  <a:pt x="3119" y="1853"/>
                  <a:pt x="3122" y="1854"/>
                </a:cubicBezTo>
                <a:cubicBezTo>
                  <a:pt x="3165" y="1862"/>
                  <a:pt x="3177" y="1866"/>
                  <a:pt x="3192" y="1862"/>
                </a:cubicBezTo>
                <a:cubicBezTo>
                  <a:pt x="3224" y="1876"/>
                  <a:pt x="3230" y="1870"/>
                  <a:pt x="3232" y="1878"/>
                </a:cubicBezTo>
                <a:cubicBezTo>
                  <a:pt x="3267" y="1891"/>
                  <a:pt x="3273" y="1885"/>
                  <a:pt x="3276" y="1889"/>
                </a:cubicBezTo>
                <a:cubicBezTo>
                  <a:pt x="3375" y="1909"/>
                  <a:pt x="3387" y="1916"/>
                  <a:pt x="3401" y="1914"/>
                </a:cubicBezTo>
                <a:cubicBezTo>
                  <a:pt x="3492" y="1924"/>
                  <a:pt x="3504" y="1930"/>
                  <a:pt x="3518" y="1926"/>
                </a:cubicBezTo>
                <a:cubicBezTo>
                  <a:pt x="3580" y="1925"/>
                  <a:pt x="3585" y="1922"/>
                  <a:pt x="3587" y="1928"/>
                </a:cubicBezTo>
                <a:cubicBezTo>
                  <a:pt x="3624" y="1926"/>
                  <a:pt x="3632" y="1921"/>
                  <a:pt x="3638" y="1923"/>
                </a:cubicBezTo>
                <a:cubicBezTo>
                  <a:pt x="3669" y="1919"/>
                  <a:pt x="3663" y="1933"/>
                  <a:pt x="3656" y="1940"/>
                </a:cubicBezTo>
                <a:cubicBezTo>
                  <a:pt x="3600" y="1948"/>
                  <a:pt x="3593" y="1952"/>
                  <a:pt x="3589" y="1947"/>
                </a:cubicBezTo>
                <a:cubicBezTo>
                  <a:pt x="3561" y="1952"/>
                  <a:pt x="3558" y="1948"/>
                  <a:pt x="3555" y="1948"/>
                </a:cubicBezTo>
                <a:cubicBezTo>
                  <a:pt x="3519" y="1946"/>
                  <a:pt x="3513" y="1950"/>
                  <a:pt x="3508" y="1949"/>
                </a:cubicBezTo>
                <a:cubicBezTo>
                  <a:pt x="3414" y="1942"/>
                  <a:pt x="3406" y="1939"/>
                  <a:pt x="3397" y="1940"/>
                </a:cubicBezTo>
                <a:cubicBezTo>
                  <a:pt x="3378" y="1937"/>
                  <a:pt x="3373" y="1934"/>
                  <a:pt x="3369" y="1933"/>
                </a:cubicBezTo>
                <a:cubicBezTo>
                  <a:pt x="3338" y="1925"/>
                  <a:pt x="3333" y="1927"/>
                  <a:pt x="3330" y="1920"/>
                </a:cubicBezTo>
                <a:cubicBezTo>
                  <a:pt x="3276" y="1908"/>
                  <a:pt x="3263" y="1906"/>
                  <a:pt x="3250" y="1901"/>
                </a:cubicBezTo>
                <a:cubicBezTo>
                  <a:pt x="3202" y="1898"/>
                  <a:pt x="3197" y="1889"/>
                  <a:pt x="3189" y="1891"/>
                </a:cubicBezTo>
                <a:cubicBezTo>
                  <a:pt x="3142" y="1884"/>
                  <a:pt x="3137" y="1875"/>
                  <a:pt x="3129" y="1877"/>
                </a:cubicBezTo>
                <a:cubicBezTo>
                  <a:pt x="3033" y="1869"/>
                  <a:pt x="3021" y="1860"/>
                  <a:pt x="3006" y="1865"/>
                </a:cubicBezTo>
                <a:cubicBezTo>
                  <a:pt x="2982" y="1860"/>
                  <a:pt x="2977" y="1867"/>
                  <a:pt x="2974" y="1864"/>
                </a:cubicBezTo>
                <a:cubicBezTo>
                  <a:pt x="2935" y="1862"/>
                  <a:pt x="2925" y="1868"/>
                  <a:pt x="2917" y="1865"/>
                </a:cubicBezTo>
                <a:cubicBezTo>
                  <a:pt x="2859" y="1863"/>
                  <a:pt x="2849" y="1868"/>
                  <a:pt x="2841" y="1869"/>
                </a:cubicBezTo>
                <a:cubicBezTo>
                  <a:pt x="2783" y="1881"/>
                  <a:pt x="2778" y="1882"/>
                  <a:pt x="2773" y="1886"/>
                </a:cubicBezTo>
                <a:cubicBezTo>
                  <a:pt x="2804" y="1880"/>
                  <a:pt x="2812" y="1884"/>
                  <a:pt x="2824" y="1875"/>
                </a:cubicBezTo>
                <a:cubicBezTo>
                  <a:pt x="2897" y="1876"/>
                  <a:pt x="2917" y="1869"/>
                  <a:pt x="2934" y="1876"/>
                </a:cubicBezTo>
                <a:cubicBezTo>
                  <a:pt x="2981" y="1882"/>
                  <a:pt x="2985" y="1877"/>
                  <a:pt x="2987" y="1884"/>
                </a:cubicBezTo>
                <a:cubicBezTo>
                  <a:pt x="3022" y="1890"/>
                  <a:pt x="3030" y="1892"/>
                  <a:pt x="3038" y="1896"/>
                </a:cubicBezTo>
                <a:cubicBezTo>
                  <a:pt x="3080" y="1909"/>
                  <a:pt x="3085" y="1912"/>
                  <a:pt x="3089" y="1912"/>
                </a:cubicBezTo>
                <a:cubicBezTo>
                  <a:pt x="3173" y="1944"/>
                  <a:pt x="3183" y="1943"/>
                  <a:pt x="3190" y="1948"/>
                </a:cubicBezTo>
                <a:cubicBezTo>
                  <a:pt x="3234" y="1962"/>
                  <a:pt x="3240" y="1959"/>
                  <a:pt x="3244" y="1963"/>
                </a:cubicBezTo>
                <a:cubicBezTo>
                  <a:pt x="3322" y="1975"/>
                  <a:pt x="3327" y="1977"/>
                  <a:pt x="3333" y="1976"/>
                </a:cubicBezTo>
                <a:cubicBezTo>
                  <a:pt x="3358" y="1982"/>
                  <a:pt x="3360" y="1984"/>
                  <a:pt x="3364" y="1981"/>
                </a:cubicBezTo>
                <a:cubicBezTo>
                  <a:pt x="3414" y="1987"/>
                  <a:pt x="3420" y="1989"/>
                  <a:pt x="3426" y="1987"/>
                </a:cubicBezTo>
                <a:cubicBezTo>
                  <a:pt x="3461" y="1992"/>
                  <a:pt x="3466" y="1991"/>
                  <a:pt x="3470" y="1993"/>
                </a:cubicBezTo>
                <a:cubicBezTo>
                  <a:pt x="3422" y="1998"/>
                  <a:pt x="3407" y="1992"/>
                  <a:pt x="3389" y="1999"/>
                </a:cubicBezTo>
                <a:cubicBezTo>
                  <a:pt x="3326" y="1988"/>
                  <a:pt x="3316" y="1990"/>
                  <a:pt x="3307" y="1989"/>
                </a:cubicBezTo>
                <a:cubicBezTo>
                  <a:pt x="3261" y="1980"/>
                  <a:pt x="3244" y="1971"/>
                  <a:pt x="3226" y="1967"/>
                </a:cubicBezTo>
                <a:cubicBezTo>
                  <a:pt x="3195" y="1962"/>
                  <a:pt x="3191" y="1956"/>
                  <a:pt x="3186" y="1958"/>
                </a:cubicBezTo>
                <a:cubicBezTo>
                  <a:pt x="3137" y="1944"/>
                  <a:pt x="3127" y="1946"/>
                  <a:pt x="3119" y="1938"/>
                </a:cubicBezTo>
                <a:cubicBezTo>
                  <a:pt x="3088" y="1932"/>
                  <a:pt x="3084" y="1929"/>
                  <a:pt x="3079" y="1929"/>
                </a:cubicBezTo>
                <a:cubicBezTo>
                  <a:pt x="3050" y="1915"/>
                  <a:pt x="3043" y="1923"/>
                  <a:pt x="3039" y="1919"/>
                </a:cubicBezTo>
                <a:cubicBezTo>
                  <a:pt x="3002" y="1914"/>
                  <a:pt x="2992" y="1916"/>
                  <a:pt x="2984" y="1913"/>
                </a:cubicBezTo>
                <a:cubicBezTo>
                  <a:pt x="2904" y="1913"/>
                  <a:pt x="2889" y="1922"/>
                  <a:pt x="2877" y="1921"/>
                </a:cubicBezTo>
                <a:cubicBezTo>
                  <a:pt x="2813" y="1933"/>
                  <a:pt x="2798" y="1939"/>
                  <a:pt x="2799" y="1945"/>
                </a:cubicBezTo>
                <a:cubicBezTo>
                  <a:pt x="2861" y="1933"/>
                  <a:pt x="2866" y="1932"/>
                  <a:pt x="2871" y="1928"/>
                </a:cubicBezTo>
                <a:cubicBezTo>
                  <a:pt x="2906" y="1927"/>
                  <a:pt x="2917" y="1927"/>
                  <a:pt x="2929" y="1923"/>
                </a:cubicBezTo>
                <a:cubicBezTo>
                  <a:pt x="3007" y="1927"/>
                  <a:pt x="3019" y="1928"/>
                  <a:pt x="3029" y="1925"/>
                </a:cubicBezTo>
                <a:cubicBezTo>
                  <a:pt x="3074" y="1944"/>
                  <a:pt x="3079" y="1943"/>
                  <a:pt x="3084" y="1943"/>
                </a:cubicBezTo>
                <a:cubicBezTo>
                  <a:pt x="3150" y="1958"/>
                  <a:pt x="3158" y="1964"/>
                  <a:pt x="3167" y="1966"/>
                </a:cubicBezTo>
                <a:cubicBezTo>
                  <a:pt x="3267" y="1993"/>
                  <a:pt x="3284" y="1995"/>
                  <a:pt x="3300" y="2000"/>
                </a:cubicBezTo>
                <a:cubicBezTo>
                  <a:pt x="3328" y="2007"/>
                  <a:pt x="3334" y="2000"/>
                  <a:pt x="3337" y="2004"/>
                </a:cubicBezTo>
                <a:cubicBezTo>
                  <a:pt x="3386" y="2006"/>
                  <a:pt x="3394" y="2011"/>
                  <a:pt x="3404" y="2007"/>
                </a:cubicBezTo>
                <a:cubicBezTo>
                  <a:pt x="3444" y="2009"/>
                  <a:pt x="3446" y="2009"/>
                  <a:pt x="3448" y="2007"/>
                </a:cubicBezTo>
                <a:cubicBezTo>
                  <a:pt x="3414" y="2017"/>
                  <a:pt x="3408" y="2018"/>
                  <a:pt x="3404" y="2017"/>
                </a:cubicBezTo>
                <a:cubicBezTo>
                  <a:pt x="3325" y="2018"/>
                  <a:pt x="3323" y="2015"/>
                  <a:pt x="3319" y="2019"/>
                </a:cubicBezTo>
                <a:cubicBezTo>
                  <a:pt x="3285" y="2011"/>
                  <a:pt x="3279" y="2010"/>
                  <a:pt x="3273" y="2010"/>
                </a:cubicBezTo>
                <a:cubicBezTo>
                  <a:pt x="3230" y="2005"/>
                  <a:pt x="3227" y="1991"/>
                  <a:pt x="3219" y="1995"/>
                </a:cubicBezTo>
                <a:cubicBezTo>
                  <a:pt x="3181" y="1985"/>
                  <a:pt x="3178" y="1985"/>
                  <a:pt x="3175" y="1985"/>
                </a:cubicBezTo>
                <a:cubicBezTo>
                  <a:pt x="3136" y="1972"/>
                  <a:pt x="3122" y="1977"/>
                  <a:pt x="3112" y="1970"/>
                </a:cubicBezTo>
                <a:cubicBezTo>
                  <a:pt x="3087" y="1967"/>
                  <a:pt x="3081" y="1966"/>
                  <a:pt x="3075" y="1966"/>
                </a:cubicBezTo>
                <a:cubicBezTo>
                  <a:pt x="3010" y="1963"/>
                  <a:pt x="3006" y="1951"/>
                  <a:pt x="2999" y="1958"/>
                </a:cubicBezTo>
                <a:cubicBezTo>
                  <a:pt x="2936" y="1954"/>
                  <a:pt x="2929" y="1958"/>
                  <a:pt x="2924" y="1953"/>
                </a:cubicBezTo>
                <a:cubicBezTo>
                  <a:pt x="2869" y="1964"/>
                  <a:pt x="2857" y="1961"/>
                  <a:pt x="2843" y="1966"/>
                </a:cubicBezTo>
                <a:cubicBezTo>
                  <a:pt x="2776" y="1979"/>
                  <a:pt x="2775" y="1993"/>
                  <a:pt x="2767" y="1986"/>
                </a:cubicBezTo>
                <a:cubicBezTo>
                  <a:pt x="2731" y="2002"/>
                  <a:pt x="2724" y="2004"/>
                  <a:pt x="2726" y="2008"/>
                </a:cubicBezTo>
                <a:cubicBezTo>
                  <a:pt x="2806" y="1985"/>
                  <a:pt x="2815" y="1981"/>
                  <a:pt x="2823" y="1978"/>
                </a:cubicBezTo>
                <a:cubicBezTo>
                  <a:pt x="2864" y="1968"/>
                  <a:pt x="2866" y="1976"/>
                  <a:pt x="2871" y="1972"/>
                </a:cubicBezTo>
                <a:cubicBezTo>
                  <a:pt x="2952" y="1967"/>
                  <a:pt x="2960" y="1969"/>
                  <a:pt x="2969" y="1966"/>
                </a:cubicBezTo>
                <a:cubicBezTo>
                  <a:pt x="3050" y="1973"/>
                  <a:pt x="3054" y="1974"/>
                  <a:pt x="3057" y="1976"/>
                </a:cubicBezTo>
                <a:cubicBezTo>
                  <a:pt x="3089" y="1977"/>
                  <a:pt x="3091" y="1985"/>
                  <a:pt x="3097" y="1979"/>
                </a:cubicBezTo>
                <a:cubicBezTo>
                  <a:pt x="3157" y="1989"/>
                  <a:pt x="3190" y="2000"/>
                  <a:pt x="3222" y="2011"/>
                </a:cubicBezTo>
                <a:cubicBezTo>
                  <a:pt x="3288" y="2028"/>
                  <a:pt x="3294" y="2020"/>
                  <a:pt x="3296" y="2026"/>
                </a:cubicBezTo>
                <a:cubicBezTo>
                  <a:pt x="3316" y="2031"/>
                  <a:pt x="3321" y="2030"/>
                  <a:pt x="3318" y="2033"/>
                </a:cubicBezTo>
                <a:cubicBezTo>
                  <a:pt x="3157" y="2009"/>
                  <a:pt x="3149" y="2018"/>
                  <a:pt x="3144" y="2011"/>
                </a:cubicBezTo>
                <a:cubicBezTo>
                  <a:pt x="3117" y="2008"/>
                  <a:pt x="3112" y="2004"/>
                  <a:pt x="3105" y="2008"/>
                </a:cubicBezTo>
                <a:cubicBezTo>
                  <a:pt x="3059" y="2004"/>
                  <a:pt x="3054" y="1996"/>
                  <a:pt x="3045" y="2001"/>
                </a:cubicBezTo>
                <a:cubicBezTo>
                  <a:pt x="3011" y="1997"/>
                  <a:pt x="3008" y="1994"/>
                  <a:pt x="3005" y="1995"/>
                </a:cubicBezTo>
                <a:cubicBezTo>
                  <a:pt x="2952" y="1993"/>
                  <a:pt x="2938" y="1996"/>
                  <a:pt x="2924" y="1998"/>
                </a:cubicBezTo>
                <a:cubicBezTo>
                  <a:pt x="2835" y="2008"/>
                  <a:pt x="2827" y="2018"/>
                  <a:pt x="2821" y="2013"/>
                </a:cubicBezTo>
                <a:cubicBezTo>
                  <a:pt x="2738" y="2050"/>
                  <a:pt x="2725" y="2050"/>
                  <a:pt x="2709" y="2063"/>
                </a:cubicBezTo>
                <a:cubicBezTo>
                  <a:pt x="2697" y="2076"/>
                  <a:pt x="2731" y="2058"/>
                  <a:pt x="2764" y="2042"/>
                </a:cubicBezTo>
                <a:cubicBezTo>
                  <a:pt x="2789" y="2039"/>
                  <a:pt x="2799" y="2030"/>
                  <a:pt x="2807" y="2029"/>
                </a:cubicBezTo>
                <a:cubicBezTo>
                  <a:pt x="2891" y="2016"/>
                  <a:pt x="2897" y="2013"/>
                  <a:pt x="2902" y="2011"/>
                </a:cubicBezTo>
                <a:cubicBezTo>
                  <a:pt x="2990" y="2008"/>
                  <a:pt x="3000" y="2007"/>
                  <a:pt x="3010" y="2009"/>
                </a:cubicBezTo>
                <a:cubicBezTo>
                  <a:pt x="3050" y="2016"/>
                  <a:pt x="3063" y="2009"/>
                  <a:pt x="3071" y="2015"/>
                </a:cubicBezTo>
                <a:cubicBezTo>
                  <a:pt x="3111" y="2023"/>
                  <a:pt x="3123" y="2016"/>
                  <a:pt x="3131" y="2023"/>
                </a:cubicBezTo>
                <a:cubicBezTo>
                  <a:pt x="3181" y="2029"/>
                  <a:pt x="3185" y="2037"/>
                  <a:pt x="3192" y="2033"/>
                </a:cubicBezTo>
                <a:cubicBezTo>
                  <a:pt x="3231" y="2040"/>
                  <a:pt x="3241" y="2039"/>
                  <a:pt x="3251" y="2041"/>
                </a:cubicBezTo>
                <a:cubicBezTo>
                  <a:pt x="3301" y="2049"/>
                  <a:pt x="3307" y="2045"/>
                  <a:pt x="3313" y="2047"/>
                </a:cubicBezTo>
                <a:cubicBezTo>
                  <a:pt x="3337" y="2049"/>
                  <a:pt x="3342" y="2047"/>
                  <a:pt x="3339" y="2051"/>
                </a:cubicBezTo>
                <a:cubicBezTo>
                  <a:pt x="3224" y="2064"/>
                  <a:pt x="3212" y="2066"/>
                  <a:pt x="3201" y="2065"/>
                </a:cubicBezTo>
                <a:cubicBezTo>
                  <a:pt x="3146" y="2060"/>
                  <a:pt x="3142" y="2052"/>
                  <a:pt x="3135" y="2058"/>
                </a:cubicBezTo>
                <a:cubicBezTo>
                  <a:pt x="3084" y="2048"/>
                  <a:pt x="3081" y="2048"/>
                  <a:pt x="3078" y="2049"/>
                </a:cubicBezTo>
                <a:cubicBezTo>
                  <a:pt x="3030" y="2044"/>
                  <a:pt x="3024" y="2043"/>
                  <a:pt x="3020" y="2037"/>
                </a:cubicBezTo>
                <a:cubicBezTo>
                  <a:pt x="2992" y="2038"/>
                  <a:pt x="2989" y="2038"/>
                  <a:pt x="2986" y="2037"/>
                </a:cubicBezTo>
                <a:cubicBezTo>
                  <a:pt x="2925" y="2028"/>
                  <a:pt x="2913" y="2031"/>
                  <a:pt x="2902" y="2028"/>
                </a:cubicBezTo>
                <a:cubicBezTo>
                  <a:pt x="2798" y="2049"/>
                  <a:pt x="2802" y="2050"/>
                  <a:pt x="2807" y="2046"/>
                </a:cubicBezTo>
                <a:cubicBezTo>
                  <a:pt x="2860" y="2039"/>
                  <a:pt x="2870" y="2037"/>
                  <a:pt x="2878" y="2040"/>
                </a:cubicBezTo>
                <a:cubicBezTo>
                  <a:pt x="2928" y="2042"/>
                  <a:pt x="2933" y="2044"/>
                  <a:pt x="2939" y="2043"/>
                </a:cubicBezTo>
                <a:cubicBezTo>
                  <a:pt x="2982" y="2048"/>
                  <a:pt x="2993" y="2050"/>
                  <a:pt x="3004" y="2050"/>
                </a:cubicBezTo>
                <a:cubicBezTo>
                  <a:pt x="3042" y="2054"/>
                  <a:pt x="3044" y="2059"/>
                  <a:pt x="3047" y="2058"/>
                </a:cubicBezTo>
                <a:cubicBezTo>
                  <a:pt x="3083" y="2063"/>
                  <a:pt x="3094" y="2064"/>
                  <a:pt x="3106" y="2066"/>
                </a:cubicBezTo>
                <a:cubicBezTo>
                  <a:pt x="3158" y="2071"/>
                  <a:pt x="3161" y="2070"/>
                  <a:pt x="3163" y="2075"/>
                </a:cubicBezTo>
                <a:cubicBezTo>
                  <a:pt x="3119" y="2078"/>
                  <a:pt x="3112" y="2073"/>
                  <a:pt x="3103" y="2078"/>
                </a:cubicBezTo>
                <a:cubicBezTo>
                  <a:pt x="3054" y="2076"/>
                  <a:pt x="3050" y="2076"/>
                  <a:pt x="3047" y="2075"/>
                </a:cubicBezTo>
                <a:cubicBezTo>
                  <a:pt x="2983" y="2071"/>
                  <a:pt x="2977" y="2067"/>
                  <a:pt x="2970" y="2072"/>
                </a:cubicBezTo>
                <a:cubicBezTo>
                  <a:pt x="2906" y="2067"/>
                  <a:pt x="2901" y="2061"/>
                  <a:pt x="2894" y="2064"/>
                </a:cubicBezTo>
                <a:cubicBezTo>
                  <a:pt x="2812" y="2073"/>
                  <a:pt x="2794" y="2067"/>
                  <a:pt x="2773" y="2078"/>
                </a:cubicBezTo>
                <a:cubicBezTo>
                  <a:pt x="2738" y="2088"/>
                  <a:pt x="2734" y="2082"/>
                  <a:pt x="2728" y="2088"/>
                </a:cubicBezTo>
                <a:cubicBezTo>
                  <a:pt x="2644" y="2121"/>
                  <a:pt x="2641" y="2125"/>
                  <a:pt x="2641" y="2129"/>
                </a:cubicBezTo>
                <a:cubicBezTo>
                  <a:pt x="2738" y="2095"/>
                  <a:pt x="2746" y="2088"/>
                  <a:pt x="2753" y="2090"/>
                </a:cubicBezTo>
                <a:cubicBezTo>
                  <a:pt x="2828" y="2078"/>
                  <a:pt x="2836" y="2075"/>
                  <a:pt x="2843" y="2075"/>
                </a:cubicBezTo>
                <a:cubicBezTo>
                  <a:pt x="2891" y="2082"/>
                  <a:pt x="2901" y="2072"/>
                  <a:pt x="2908" y="2076"/>
                </a:cubicBezTo>
                <a:cubicBezTo>
                  <a:pt x="2964" y="2078"/>
                  <a:pt x="2978" y="2082"/>
                  <a:pt x="2992" y="2085"/>
                </a:cubicBezTo>
                <a:cubicBezTo>
                  <a:pt x="3031" y="2079"/>
                  <a:pt x="3033" y="2094"/>
                  <a:pt x="3040" y="2086"/>
                </a:cubicBezTo>
                <a:cubicBezTo>
                  <a:pt x="3099" y="2090"/>
                  <a:pt x="3111" y="2085"/>
                  <a:pt x="3121" y="2090"/>
                </a:cubicBezTo>
                <a:cubicBezTo>
                  <a:pt x="3199" y="2084"/>
                  <a:pt x="3207" y="2095"/>
                  <a:pt x="3219" y="2088"/>
                </a:cubicBezTo>
                <a:cubicBezTo>
                  <a:pt x="3208" y="2099"/>
                  <a:pt x="3205" y="2091"/>
                  <a:pt x="3198" y="2094"/>
                </a:cubicBezTo>
                <a:cubicBezTo>
                  <a:pt x="3131" y="2096"/>
                  <a:pt x="3117" y="2104"/>
                  <a:pt x="3107" y="2099"/>
                </a:cubicBezTo>
                <a:cubicBezTo>
                  <a:pt x="3021" y="2106"/>
                  <a:pt x="3010" y="2106"/>
                  <a:pt x="2998" y="2105"/>
                </a:cubicBezTo>
                <a:cubicBezTo>
                  <a:pt x="2922" y="2100"/>
                  <a:pt x="2915" y="2104"/>
                  <a:pt x="2910" y="2102"/>
                </a:cubicBezTo>
                <a:cubicBezTo>
                  <a:pt x="2882" y="2098"/>
                  <a:pt x="2881" y="2093"/>
                  <a:pt x="2875" y="2100"/>
                </a:cubicBezTo>
                <a:cubicBezTo>
                  <a:pt x="2833" y="2097"/>
                  <a:pt x="2826" y="2102"/>
                  <a:pt x="2820" y="2100"/>
                </a:cubicBezTo>
                <a:cubicBezTo>
                  <a:pt x="2721" y="2120"/>
                  <a:pt x="2713" y="2124"/>
                  <a:pt x="2707" y="2126"/>
                </a:cubicBezTo>
                <a:cubicBezTo>
                  <a:pt x="2639" y="2161"/>
                  <a:pt x="2639" y="2161"/>
                  <a:pt x="2639" y="2161"/>
                </a:cubicBezTo>
                <a:cubicBezTo>
                  <a:pt x="2644" y="2161"/>
                  <a:pt x="2644" y="2161"/>
                  <a:pt x="2644" y="2161"/>
                </a:cubicBezTo>
                <a:cubicBezTo>
                  <a:pt x="2702" y="2132"/>
                  <a:pt x="2725" y="2130"/>
                  <a:pt x="2750" y="2119"/>
                </a:cubicBezTo>
                <a:cubicBezTo>
                  <a:pt x="2807" y="2116"/>
                  <a:pt x="2815" y="2106"/>
                  <a:pt x="2820" y="2110"/>
                </a:cubicBezTo>
                <a:cubicBezTo>
                  <a:pt x="2867" y="2103"/>
                  <a:pt x="2877" y="2112"/>
                  <a:pt x="2890" y="2107"/>
                </a:cubicBezTo>
                <a:cubicBezTo>
                  <a:pt x="2945" y="2111"/>
                  <a:pt x="2950" y="2114"/>
                  <a:pt x="2956" y="2114"/>
                </a:cubicBezTo>
                <a:cubicBezTo>
                  <a:pt x="2999" y="2119"/>
                  <a:pt x="3003" y="2115"/>
                  <a:pt x="3005" y="2118"/>
                </a:cubicBezTo>
                <a:cubicBezTo>
                  <a:pt x="3070" y="2116"/>
                  <a:pt x="3082" y="2110"/>
                  <a:pt x="3092" y="2115"/>
                </a:cubicBezTo>
                <a:cubicBezTo>
                  <a:pt x="3156" y="2115"/>
                  <a:pt x="3150" y="2116"/>
                  <a:pt x="3145" y="2117"/>
                </a:cubicBezTo>
                <a:cubicBezTo>
                  <a:pt x="3107" y="2127"/>
                  <a:pt x="3095" y="2127"/>
                  <a:pt x="3086" y="2132"/>
                </a:cubicBezTo>
                <a:cubicBezTo>
                  <a:pt x="3022" y="2127"/>
                  <a:pt x="3005" y="2129"/>
                  <a:pt x="2989" y="2124"/>
                </a:cubicBezTo>
                <a:cubicBezTo>
                  <a:pt x="2932" y="2127"/>
                  <a:pt x="2924" y="2123"/>
                  <a:pt x="2915" y="2126"/>
                </a:cubicBezTo>
                <a:cubicBezTo>
                  <a:pt x="2887" y="2124"/>
                  <a:pt x="2881" y="2131"/>
                  <a:pt x="2879" y="2128"/>
                </a:cubicBezTo>
                <a:cubicBezTo>
                  <a:pt x="2832" y="2130"/>
                  <a:pt x="2823" y="2132"/>
                  <a:pt x="2814" y="2134"/>
                </a:cubicBezTo>
                <a:cubicBezTo>
                  <a:pt x="2764" y="2142"/>
                  <a:pt x="2740" y="2150"/>
                  <a:pt x="2715" y="2161"/>
                </a:cubicBezTo>
                <a:cubicBezTo>
                  <a:pt x="2798" y="2148"/>
                  <a:pt x="2821" y="2139"/>
                  <a:pt x="2841" y="2144"/>
                </a:cubicBezTo>
                <a:cubicBezTo>
                  <a:pt x="2885" y="2138"/>
                  <a:pt x="2894" y="2142"/>
                  <a:pt x="2907" y="2135"/>
                </a:cubicBezTo>
                <a:cubicBezTo>
                  <a:pt x="2985" y="2142"/>
                  <a:pt x="2994" y="2139"/>
                  <a:pt x="3002" y="2140"/>
                </a:cubicBezTo>
                <a:cubicBezTo>
                  <a:pt x="3023" y="2141"/>
                  <a:pt x="3028" y="2140"/>
                  <a:pt x="3025" y="2143"/>
                </a:cubicBezTo>
                <a:cubicBezTo>
                  <a:pt x="2910" y="2157"/>
                  <a:pt x="2897" y="2156"/>
                  <a:pt x="2893" y="2157"/>
                </a:cubicBezTo>
                <a:cubicBezTo>
                  <a:pt x="2869" y="2158"/>
                  <a:pt x="2865" y="2160"/>
                  <a:pt x="2861" y="2160"/>
                </a:cubicBezTo>
                <a:cubicBezTo>
                  <a:pt x="3013" y="2159"/>
                  <a:pt x="3020" y="2158"/>
                  <a:pt x="3026" y="2156"/>
                </a:cubicBezTo>
                <a:cubicBezTo>
                  <a:pt x="3054" y="2153"/>
                  <a:pt x="3064" y="2146"/>
                  <a:pt x="3072" y="2148"/>
                </a:cubicBezTo>
                <a:cubicBezTo>
                  <a:pt x="3075" y="2159"/>
                  <a:pt x="3078" y="2159"/>
                  <a:pt x="3080" y="2160"/>
                </a:cubicBezTo>
                <a:cubicBezTo>
                  <a:pt x="3107" y="2157"/>
                  <a:pt x="3112" y="2154"/>
                  <a:pt x="3118" y="2150"/>
                </a:cubicBezTo>
                <a:cubicBezTo>
                  <a:pt x="3153" y="2132"/>
                  <a:pt x="3155" y="2134"/>
                  <a:pt x="3155" y="2134"/>
                </a:cubicBezTo>
                <a:cubicBezTo>
                  <a:pt x="3178" y="2119"/>
                  <a:pt x="3190" y="2116"/>
                  <a:pt x="3201" y="2119"/>
                </a:cubicBezTo>
                <a:cubicBezTo>
                  <a:pt x="3131" y="2159"/>
                  <a:pt x="3130" y="2160"/>
                  <a:pt x="3128" y="2161"/>
                </a:cubicBezTo>
                <a:cubicBezTo>
                  <a:pt x="3164" y="2159"/>
                  <a:pt x="3161" y="2147"/>
                  <a:pt x="3167" y="2154"/>
                </a:cubicBezTo>
                <a:cubicBezTo>
                  <a:pt x="3189" y="2155"/>
                  <a:pt x="3197" y="2150"/>
                  <a:pt x="3206" y="2144"/>
                </a:cubicBezTo>
                <a:cubicBezTo>
                  <a:pt x="3263" y="2107"/>
                  <a:pt x="3265" y="2100"/>
                  <a:pt x="3271" y="2106"/>
                </a:cubicBezTo>
                <a:cubicBezTo>
                  <a:pt x="3223" y="2161"/>
                  <a:pt x="3223" y="2160"/>
                  <a:pt x="3223" y="2160"/>
                </a:cubicBezTo>
                <a:cubicBezTo>
                  <a:pt x="3308" y="2091"/>
                  <a:pt x="3321" y="2086"/>
                  <a:pt x="3342" y="2073"/>
                </a:cubicBezTo>
                <a:cubicBezTo>
                  <a:pt x="3359" y="2075"/>
                  <a:pt x="3359" y="2079"/>
                  <a:pt x="3343" y="2089"/>
                </a:cubicBezTo>
                <a:cubicBezTo>
                  <a:pt x="3313" y="2119"/>
                  <a:pt x="3317" y="2125"/>
                  <a:pt x="3308" y="2128"/>
                </a:cubicBezTo>
                <a:cubicBezTo>
                  <a:pt x="3292" y="2161"/>
                  <a:pt x="3292" y="2161"/>
                  <a:pt x="3292" y="2161"/>
                </a:cubicBezTo>
                <a:cubicBezTo>
                  <a:pt x="3363" y="2091"/>
                  <a:pt x="3369" y="2086"/>
                  <a:pt x="3374" y="2080"/>
                </a:cubicBezTo>
                <a:cubicBezTo>
                  <a:pt x="3370" y="2099"/>
                  <a:pt x="3334" y="2127"/>
                  <a:pt x="3314" y="2158"/>
                </a:cubicBezTo>
                <a:cubicBezTo>
                  <a:pt x="3342" y="2158"/>
                  <a:pt x="3349" y="2156"/>
                  <a:pt x="3347" y="2152"/>
                </a:cubicBezTo>
                <a:cubicBezTo>
                  <a:pt x="3389" y="2103"/>
                  <a:pt x="3396" y="2101"/>
                  <a:pt x="3399" y="2099"/>
                </a:cubicBezTo>
                <a:cubicBezTo>
                  <a:pt x="3445" y="2059"/>
                  <a:pt x="3445" y="2052"/>
                  <a:pt x="3456" y="2047"/>
                </a:cubicBezTo>
                <a:cubicBezTo>
                  <a:pt x="3484" y="2041"/>
                  <a:pt x="3467" y="2043"/>
                  <a:pt x="3468" y="2049"/>
                </a:cubicBezTo>
                <a:cubicBezTo>
                  <a:pt x="3440" y="2076"/>
                  <a:pt x="3442" y="2080"/>
                  <a:pt x="3437" y="2082"/>
                </a:cubicBezTo>
                <a:cubicBezTo>
                  <a:pt x="3392" y="2144"/>
                  <a:pt x="3380" y="2148"/>
                  <a:pt x="3384" y="2156"/>
                </a:cubicBezTo>
                <a:cubicBezTo>
                  <a:pt x="3400" y="2149"/>
                  <a:pt x="3407" y="2137"/>
                  <a:pt x="3416" y="2126"/>
                </a:cubicBezTo>
                <a:cubicBezTo>
                  <a:pt x="3467" y="2065"/>
                  <a:pt x="3466" y="2060"/>
                  <a:pt x="3472" y="2057"/>
                </a:cubicBezTo>
                <a:cubicBezTo>
                  <a:pt x="3556" y="1996"/>
                  <a:pt x="3560" y="1991"/>
                  <a:pt x="3563" y="1994"/>
                </a:cubicBezTo>
                <a:cubicBezTo>
                  <a:pt x="3529" y="2023"/>
                  <a:pt x="3523" y="2031"/>
                  <a:pt x="3512" y="2039"/>
                </a:cubicBezTo>
                <a:cubicBezTo>
                  <a:pt x="3475" y="2085"/>
                  <a:pt x="3460" y="2091"/>
                  <a:pt x="3458" y="2100"/>
                </a:cubicBezTo>
                <a:cubicBezTo>
                  <a:pt x="3420" y="2150"/>
                  <a:pt x="3417" y="2155"/>
                  <a:pt x="3414" y="2161"/>
                </a:cubicBezTo>
                <a:cubicBezTo>
                  <a:pt x="3433" y="2148"/>
                  <a:pt x="3442" y="2142"/>
                  <a:pt x="3446" y="2135"/>
                </a:cubicBezTo>
                <a:cubicBezTo>
                  <a:pt x="3477" y="2100"/>
                  <a:pt x="3473" y="2095"/>
                  <a:pt x="3481" y="2092"/>
                </a:cubicBezTo>
                <a:cubicBezTo>
                  <a:pt x="3555" y="2021"/>
                  <a:pt x="3565" y="2014"/>
                  <a:pt x="3571" y="2006"/>
                </a:cubicBezTo>
                <a:cubicBezTo>
                  <a:pt x="3592" y="1991"/>
                  <a:pt x="3593" y="1996"/>
                  <a:pt x="3587" y="1999"/>
                </a:cubicBezTo>
                <a:cubicBezTo>
                  <a:pt x="3577" y="2018"/>
                  <a:pt x="3561" y="2024"/>
                  <a:pt x="3560" y="2033"/>
                </a:cubicBezTo>
                <a:cubicBezTo>
                  <a:pt x="3502" y="2098"/>
                  <a:pt x="3496" y="2102"/>
                  <a:pt x="3496" y="2107"/>
                </a:cubicBezTo>
                <a:cubicBezTo>
                  <a:pt x="3460" y="2160"/>
                  <a:pt x="3460" y="2160"/>
                  <a:pt x="3459" y="2161"/>
                </a:cubicBezTo>
                <a:cubicBezTo>
                  <a:pt x="3491" y="2139"/>
                  <a:pt x="3491" y="2131"/>
                  <a:pt x="3497" y="2124"/>
                </a:cubicBezTo>
                <a:cubicBezTo>
                  <a:pt x="3587" y="2014"/>
                  <a:pt x="3595" y="2008"/>
                  <a:pt x="3601" y="2001"/>
                </a:cubicBezTo>
                <a:cubicBezTo>
                  <a:pt x="3627" y="1981"/>
                  <a:pt x="3620" y="1995"/>
                  <a:pt x="3602" y="2007"/>
                </a:cubicBezTo>
                <a:cubicBezTo>
                  <a:pt x="3551" y="2082"/>
                  <a:pt x="3543" y="2089"/>
                  <a:pt x="3535" y="2097"/>
                </a:cubicBezTo>
                <a:cubicBezTo>
                  <a:pt x="3507" y="2161"/>
                  <a:pt x="3507" y="2161"/>
                  <a:pt x="3507" y="2161"/>
                </a:cubicBezTo>
                <a:cubicBezTo>
                  <a:pt x="3522" y="2133"/>
                  <a:pt x="3528" y="2130"/>
                  <a:pt x="3528" y="2125"/>
                </a:cubicBezTo>
                <a:cubicBezTo>
                  <a:pt x="3595" y="2039"/>
                  <a:pt x="3610" y="2024"/>
                  <a:pt x="3619" y="2007"/>
                </a:cubicBezTo>
                <a:cubicBezTo>
                  <a:pt x="3670" y="1959"/>
                  <a:pt x="3677" y="1946"/>
                  <a:pt x="3690" y="1935"/>
                </a:cubicBezTo>
                <a:cubicBezTo>
                  <a:pt x="3679" y="1969"/>
                  <a:pt x="3669" y="1974"/>
                  <a:pt x="3667" y="1980"/>
                </a:cubicBezTo>
                <a:cubicBezTo>
                  <a:pt x="3643" y="2009"/>
                  <a:pt x="3642" y="2014"/>
                  <a:pt x="3639" y="2012"/>
                </a:cubicBezTo>
                <a:cubicBezTo>
                  <a:pt x="3593" y="2071"/>
                  <a:pt x="3588" y="2083"/>
                  <a:pt x="3577" y="2094"/>
                </a:cubicBezTo>
                <a:cubicBezTo>
                  <a:pt x="3549" y="2141"/>
                  <a:pt x="3544" y="2151"/>
                  <a:pt x="3537" y="2160"/>
                </a:cubicBezTo>
                <a:cubicBezTo>
                  <a:pt x="3556" y="2153"/>
                  <a:pt x="3557" y="2144"/>
                  <a:pt x="3567" y="2138"/>
                </a:cubicBezTo>
                <a:cubicBezTo>
                  <a:pt x="3621" y="2056"/>
                  <a:pt x="3625" y="2048"/>
                  <a:pt x="3632" y="2039"/>
                </a:cubicBezTo>
                <a:cubicBezTo>
                  <a:pt x="3710" y="1959"/>
                  <a:pt x="3713" y="1949"/>
                  <a:pt x="3721" y="1940"/>
                </a:cubicBezTo>
                <a:cubicBezTo>
                  <a:pt x="3805" y="1881"/>
                  <a:pt x="3805" y="1868"/>
                  <a:pt x="3812" y="1873"/>
                </a:cubicBezTo>
                <a:cubicBezTo>
                  <a:pt x="3725" y="1967"/>
                  <a:pt x="3714" y="1968"/>
                  <a:pt x="3717" y="1973"/>
                </a:cubicBezTo>
                <a:cubicBezTo>
                  <a:pt x="3670" y="2021"/>
                  <a:pt x="3669" y="2029"/>
                  <a:pt x="3657" y="2035"/>
                </a:cubicBezTo>
                <a:cubicBezTo>
                  <a:pt x="3623" y="2092"/>
                  <a:pt x="3606" y="2105"/>
                  <a:pt x="3601" y="2120"/>
                </a:cubicBezTo>
                <a:cubicBezTo>
                  <a:pt x="3575" y="2154"/>
                  <a:pt x="3578" y="2158"/>
                  <a:pt x="3575" y="2161"/>
                </a:cubicBezTo>
                <a:cubicBezTo>
                  <a:pt x="3591" y="2154"/>
                  <a:pt x="3592" y="2148"/>
                  <a:pt x="3601" y="2144"/>
                </a:cubicBezTo>
                <a:cubicBezTo>
                  <a:pt x="3659" y="2050"/>
                  <a:pt x="3668" y="2046"/>
                  <a:pt x="3670" y="2040"/>
                </a:cubicBezTo>
                <a:cubicBezTo>
                  <a:pt x="3726" y="1979"/>
                  <a:pt x="3738" y="1968"/>
                  <a:pt x="3748" y="1957"/>
                </a:cubicBezTo>
                <a:cubicBezTo>
                  <a:pt x="3766" y="1938"/>
                  <a:pt x="3770" y="1924"/>
                  <a:pt x="3778" y="1928"/>
                </a:cubicBezTo>
                <a:cubicBezTo>
                  <a:pt x="3738" y="1991"/>
                  <a:pt x="3728" y="1994"/>
                  <a:pt x="3730" y="1999"/>
                </a:cubicBezTo>
                <a:cubicBezTo>
                  <a:pt x="3701" y="2037"/>
                  <a:pt x="3698" y="2042"/>
                  <a:pt x="3698" y="2046"/>
                </a:cubicBezTo>
                <a:cubicBezTo>
                  <a:pt x="3667" y="2104"/>
                  <a:pt x="3655" y="2111"/>
                  <a:pt x="3655" y="2121"/>
                </a:cubicBezTo>
                <a:cubicBezTo>
                  <a:pt x="3638" y="2161"/>
                  <a:pt x="3638" y="2161"/>
                  <a:pt x="3638" y="2161"/>
                </a:cubicBezTo>
                <a:cubicBezTo>
                  <a:pt x="3648" y="2148"/>
                  <a:pt x="3647" y="2147"/>
                  <a:pt x="3647" y="2146"/>
                </a:cubicBezTo>
                <a:cubicBezTo>
                  <a:pt x="3676" y="2105"/>
                  <a:pt x="3675" y="2098"/>
                  <a:pt x="3683" y="2093"/>
                </a:cubicBezTo>
                <a:cubicBezTo>
                  <a:pt x="3715" y="2048"/>
                  <a:pt x="3713" y="2042"/>
                  <a:pt x="3715" y="2036"/>
                </a:cubicBezTo>
                <a:cubicBezTo>
                  <a:pt x="3779" y="1948"/>
                  <a:pt x="3777" y="1940"/>
                  <a:pt x="3785" y="1934"/>
                </a:cubicBezTo>
                <a:cubicBezTo>
                  <a:pt x="3815" y="1893"/>
                  <a:pt x="3825" y="1891"/>
                  <a:pt x="3824" y="1887"/>
                </a:cubicBezTo>
                <a:cubicBezTo>
                  <a:pt x="3839" y="1867"/>
                  <a:pt x="3840" y="1866"/>
                  <a:pt x="3840" y="1866"/>
                </a:cubicBezTo>
                <a:cubicBezTo>
                  <a:pt x="3804" y="1827"/>
                  <a:pt x="3788" y="1841"/>
                  <a:pt x="3777" y="1834"/>
                </a:cubicBezTo>
                <a:close/>
                <a:moveTo>
                  <a:pt x="3212" y="2126"/>
                </a:moveTo>
                <a:cubicBezTo>
                  <a:pt x="3206" y="2127"/>
                  <a:pt x="3212" y="2123"/>
                  <a:pt x="3215" y="2121"/>
                </a:cubicBezTo>
                <a:cubicBezTo>
                  <a:pt x="3221" y="2120"/>
                  <a:pt x="3215" y="2124"/>
                  <a:pt x="3212" y="2126"/>
                </a:cubicBezTo>
                <a:close/>
                <a:moveTo>
                  <a:pt x="3347" y="2036"/>
                </a:moveTo>
                <a:cubicBezTo>
                  <a:pt x="3340" y="2034"/>
                  <a:pt x="3333" y="2034"/>
                  <a:pt x="3326" y="2035"/>
                </a:cubicBezTo>
                <a:cubicBezTo>
                  <a:pt x="3326" y="2026"/>
                  <a:pt x="3338" y="2035"/>
                  <a:pt x="3344" y="2031"/>
                </a:cubicBezTo>
                <a:cubicBezTo>
                  <a:pt x="3350" y="2033"/>
                  <a:pt x="3358" y="2030"/>
                  <a:pt x="3365" y="2031"/>
                </a:cubicBezTo>
                <a:cubicBezTo>
                  <a:pt x="3365" y="2041"/>
                  <a:pt x="3352" y="2032"/>
                  <a:pt x="3347" y="2036"/>
                </a:cubicBezTo>
                <a:close/>
                <a:moveTo>
                  <a:pt x="3440" y="2043"/>
                </a:moveTo>
                <a:cubicBezTo>
                  <a:pt x="3436" y="2032"/>
                  <a:pt x="3448" y="2037"/>
                  <a:pt x="3456" y="2030"/>
                </a:cubicBezTo>
                <a:cubicBezTo>
                  <a:pt x="3458" y="2036"/>
                  <a:pt x="3444" y="2038"/>
                  <a:pt x="3440" y="2043"/>
                </a:cubicBezTo>
                <a:close/>
                <a:moveTo>
                  <a:pt x="3474" y="2015"/>
                </a:moveTo>
                <a:cubicBezTo>
                  <a:pt x="3476" y="2005"/>
                  <a:pt x="3495" y="2004"/>
                  <a:pt x="3502" y="2001"/>
                </a:cubicBezTo>
                <a:cubicBezTo>
                  <a:pt x="3500" y="2010"/>
                  <a:pt x="3483" y="2005"/>
                  <a:pt x="3474" y="2015"/>
                </a:cubicBezTo>
                <a:close/>
                <a:moveTo>
                  <a:pt x="3519" y="1994"/>
                </a:moveTo>
                <a:cubicBezTo>
                  <a:pt x="3516" y="1980"/>
                  <a:pt x="3533" y="1992"/>
                  <a:pt x="3542" y="1983"/>
                </a:cubicBezTo>
                <a:cubicBezTo>
                  <a:pt x="3540" y="1996"/>
                  <a:pt x="3527" y="1984"/>
                  <a:pt x="3519" y="1994"/>
                </a:cubicBezTo>
                <a:close/>
                <a:moveTo>
                  <a:pt x="3577" y="1968"/>
                </a:moveTo>
                <a:cubicBezTo>
                  <a:pt x="3572" y="1971"/>
                  <a:pt x="3566" y="1975"/>
                  <a:pt x="3560" y="1978"/>
                </a:cubicBezTo>
                <a:cubicBezTo>
                  <a:pt x="3486" y="1983"/>
                  <a:pt x="3475" y="1973"/>
                  <a:pt x="3460" y="1982"/>
                </a:cubicBezTo>
                <a:cubicBezTo>
                  <a:pt x="3419" y="1978"/>
                  <a:pt x="3410" y="1973"/>
                  <a:pt x="3399" y="1976"/>
                </a:cubicBezTo>
                <a:cubicBezTo>
                  <a:pt x="3349" y="1970"/>
                  <a:pt x="3344" y="1971"/>
                  <a:pt x="3339" y="1969"/>
                </a:cubicBezTo>
                <a:cubicBezTo>
                  <a:pt x="3269" y="1953"/>
                  <a:pt x="3258" y="1955"/>
                  <a:pt x="3249" y="1950"/>
                </a:cubicBezTo>
                <a:cubicBezTo>
                  <a:pt x="3200" y="1942"/>
                  <a:pt x="3196" y="1936"/>
                  <a:pt x="3192" y="1934"/>
                </a:cubicBezTo>
                <a:cubicBezTo>
                  <a:pt x="3172" y="1926"/>
                  <a:pt x="3166" y="1930"/>
                  <a:pt x="3162" y="1925"/>
                </a:cubicBezTo>
                <a:cubicBezTo>
                  <a:pt x="3043" y="1886"/>
                  <a:pt x="3038" y="1885"/>
                  <a:pt x="3033" y="1882"/>
                </a:cubicBezTo>
                <a:cubicBezTo>
                  <a:pt x="2999" y="1883"/>
                  <a:pt x="2997" y="1870"/>
                  <a:pt x="2991" y="1874"/>
                </a:cubicBezTo>
                <a:cubicBezTo>
                  <a:pt x="2983" y="1877"/>
                  <a:pt x="2990" y="1866"/>
                  <a:pt x="2994" y="1869"/>
                </a:cubicBezTo>
                <a:cubicBezTo>
                  <a:pt x="3041" y="1869"/>
                  <a:pt x="3043" y="1872"/>
                  <a:pt x="3046" y="1874"/>
                </a:cubicBezTo>
                <a:cubicBezTo>
                  <a:pt x="3077" y="1871"/>
                  <a:pt x="3084" y="1882"/>
                  <a:pt x="3095" y="1878"/>
                </a:cubicBezTo>
                <a:cubicBezTo>
                  <a:pt x="3133" y="1884"/>
                  <a:pt x="3141" y="1893"/>
                  <a:pt x="3151" y="1891"/>
                </a:cubicBezTo>
                <a:cubicBezTo>
                  <a:pt x="3208" y="1913"/>
                  <a:pt x="3215" y="1902"/>
                  <a:pt x="3218" y="1911"/>
                </a:cubicBezTo>
                <a:cubicBezTo>
                  <a:pt x="3273" y="1921"/>
                  <a:pt x="3277" y="1922"/>
                  <a:pt x="3280" y="1923"/>
                </a:cubicBezTo>
                <a:cubicBezTo>
                  <a:pt x="3334" y="1938"/>
                  <a:pt x="3340" y="1937"/>
                  <a:pt x="3344" y="1938"/>
                </a:cubicBezTo>
                <a:cubicBezTo>
                  <a:pt x="3395" y="1952"/>
                  <a:pt x="3404" y="1950"/>
                  <a:pt x="3411" y="1958"/>
                </a:cubicBezTo>
                <a:cubicBezTo>
                  <a:pt x="3494" y="1959"/>
                  <a:pt x="3503" y="1964"/>
                  <a:pt x="3514" y="1959"/>
                </a:cubicBezTo>
                <a:close/>
                <a:moveTo>
                  <a:pt x="3675" y="1904"/>
                </a:moveTo>
                <a:cubicBezTo>
                  <a:pt x="3669" y="1905"/>
                  <a:pt x="3675" y="1899"/>
                  <a:pt x="3677" y="1903"/>
                </a:cubicBezTo>
                <a:cubicBezTo>
                  <a:pt x="3681" y="1900"/>
                  <a:pt x="3684" y="1902"/>
                  <a:pt x="3688" y="1899"/>
                </a:cubicBezTo>
                <a:cubicBezTo>
                  <a:pt x="3697" y="1901"/>
                  <a:pt x="3678" y="1905"/>
                  <a:pt x="3675" y="1904"/>
                </a:cubicBezTo>
                <a:close/>
                <a:moveTo>
                  <a:pt x="3702" y="1915"/>
                </a:moveTo>
                <a:cubicBezTo>
                  <a:pt x="3701" y="1905"/>
                  <a:pt x="3714" y="1915"/>
                  <a:pt x="3720" y="1906"/>
                </a:cubicBezTo>
                <a:cubicBezTo>
                  <a:pt x="3721" y="1916"/>
                  <a:pt x="3706" y="1916"/>
                  <a:pt x="3702" y="1915"/>
                </a:cubicBezTo>
                <a:close/>
                <a:moveTo>
                  <a:pt x="2540" y="2037"/>
                </a:moveTo>
                <a:cubicBezTo>
                  <a:pt x="2539" y="2031"/>
                  <a:pt x="2538" y="2024"/>
                  <a:pt x="2540" y="2018"/>
                </a:cubicBezTo>
                <a:cubicBezTo>
                  <a:pt x="2542" y="2012"/>
                  <a:pt x="2540" y="2004"/>
                  <a:pt x="2543" y="1997"/>
                </a:cubicBezTo>
                <a:cubicBezTo>
                  <a:pt x="2543" y="1984"/>
                  <a:pt x="2543" y="1970"/>
                  <a:pt x="2542" y="1956"/>
                </a:cubicBezTo>
                <a:cubicBezTo>
                  <a:pt x="2537" y="1948"/>
                  <a:pt x="2544" y="1944"/>
                  <a:pt x="2538" y="1935"/>
                </a:cubicBezTo>
                <a:cubicBezTo>
                  <a:pt x="2542" y="1933"/>
                  <a:pt x="2536" y="1927"/>
                  <a:pt x="2539" y="1925"/>
                </a:cubicBezTo>
                <a:cubicBezTo>
                  <a:pt x="2537" y="1921"/>
                  <a:pt x="2535" y="1915"/>
                  <a:pt x="2532" y="1916"/>
                </a:cubicBezTo>
                <a:cubicBezTo>
                  <a:pt x="2533" y="1928"/>
                  <a:pt x="2536" y="1942"/>
                  <a:pt x="2534" y="1953"/>
                </a:cubicBezTo>
                <a:cubicBezTo>
                  <a:pt x="2536" y="1960"/>
                  <a:pt x="2536" y="1967"/>
                  <a:pt x="2534" y="1973"/>
                </a:cubicBezTo>
                <a:cubicBezTo>
                  <a:pt x="2536" y="1980"/>
                  <a:pt x="2536" y="1986"/>
                  <a:pt x="2534" y="1992"/>
                </a:cubicBezTo>
                <a:cubicBezTo>
                  <a:pt x="2535" y="2005"/>
                  <a:pt x="2533" y="2017"/>
                  <a:pt x="2532" y="2028"/>
                </a:cubicBezTo>
                <a:cubicBezTo>
                  <a:pt x="2525" y="2033"/>
                  <a:pt x="2533" y="2042"/>
                  <a:pt x="2528" y="2046"/>
                </a:cubicBezTo>
                <a:cubicBezTo>
                  <a:pt x="2525" y="2048"/>
                  <a:pt x="2525" y="2051"/>
                  <a:pt x="2525" y="2054"/>
                </a:cubicBezTo>
                <a:cubicBezTo>
                  <a:pt x="2529" y="2059"/>
                  <a:pt x="2524" y="2061"/>
                  <a:pt x="2524" y="2065"/>
                </a:cubicBezTo>
                <a:cubicBezTo>
                  <a:pt x="2517" y="2068"/>
                  <a:pt x="2525" y="2077"/>
                  <a:pt x="2519" y="2080"/>
                </a:cubicBezTo>
                <a:cubicBezTo>
                  <a:pt x="2521" y="2084"/>
                  <a:pt x="2520" y="2086"/>
                  <a:pt x="2520" y="2089"/>
                </a:cubicBezTo>
                <a:cubicBezTo>
                  <a:pt x="2514" y="2091"/>
                  <a:pt x="2516" y="2095"/>
                  <a:pt x="2515" y="2098"/>
                </a:cubicBezTo>
                <a:cubicBezTo>
                  <a:pt x="2513" y="2104"/>
                  <a:pt x="2515" y="2111"/>
                  <a:pt x="2511" y="2116"/>
                </a:cubicBezTo>
                <a:cubicBezTo>
                  <a:pt x="2509" y="2122"/>
                  <a:pt x="2507" y="2128"/>
                  <a:pt x="2507" y="2134"/>
                </a:cubicBezTo>
                <a:cubicBezTo>
                  <a:pt x="2503" y="2143"/>
                  <a:pt x="2499" y="2152"/>
                  <a:pt x="2495" y="2161"/>
                </a:cubicBezTo>
                <a:cubicBezTo>
                  <a:pt x="2519" y="2161"/>
                  <a:pt x="2519" y="2161"/>
                  <a:pt x="2519" y="2161"/>
                </a:cubicBezTo>
                <a:cubicBezTo>
                  <a:pt x="2519" y="2158"/>
                  <a:pt x="2519" y="2156"/>
                  <a:pt x="2519" y="2154"/>
                </a:cubicBezTo>
                <a:cubicBezTo>
                  <a:pt x="2528" y="2143"/>
                  <a:pt x="2529" y="2130"/>
                  <a:pt x="2530" y="2116"/>
                </a:cubicBezTo>
                <a:cubicBezTo>
                  <a:pt x="2538" y="2105"/>
                  <a:pt x="2532" y="2088"/>
                  <a:pt x="2539" y="2076"/>
                </a:cubicBezTo>
                <a:cubicBezTo>
                  <a:pt x="2537" y="2063"/>
                  <a:pt x="2534" y="2049"/>
                  <a:pt x="2540" y="2037"/>
                </a:cubicBezTo>
                <a:close/>
                <a:moveTo>
                  <a:pt x="2496" y="1981"/>
                </a:moveTo>
                <a:cubicBezTo>
                  <a:pt x="2498" y="1968"/>
                  <a:pt x="2500" y="1955"/>
                  <a:pt x="2499" y="1941"/>
                </a:cubicBezTo>
                <a:cubicBezTo>
                  <a:pt x="2497" y="1926"/>
                  <a:pt x="2503" y="1914"/>
                  <a:pt x="2497" y="1897"/>
                </a:cubicBezTo>
                <a:cubicBezTo>
                  <a:pt x="2499" y="1884"/>
                  <a:pt x="2492" y="1868"/>
                  <a:pt x="2492" y="1854"/>
                </a:cubicBezTo>
                <a:cubicBezTo>
                  <a:pt x="2491" y="1853"/>
                  <a:pt x="2491" y="1851"/>
                  <a:pt x="2490" y="1850"/>
                </a:cubicBezTo>
                <a:cubicBezTo>
                  <a:pt x="2490" y="1844"/>
                  <a:pt x="2493" y="1839"/>
                  <a:pt x="2487" y="1831"/>
                </a:cubicBezTo>
                <a:cubicBezTo>
                  <a:pt x="2490" y="1829"/>
                  <a:pt x="2486" y="1823"/>
                  <a:pt x="2484" y="1819"/>
                </a:cubicBezTo>
                <a:cubicBezTo>
                  <a:pt x="2488" y="1818"/>
                  <a:pt x="2484" y="1810"/>
                  <a:pt x="2480" y="1811"/>
                </a:cubicBezTo>
                <a:cubicBezTo>
                  <a:pt x="2483" y="1824"/>
                  <a:pt x="2485" y="1837"/>
                  <a:pt x="2487" y="1850"/>
                </a:cubicBezTo>
                <a:cubicBezTo>
                  <a:pt x="2488" y="1854"/>
                  <a:pt x="2488" y="1858"/>
                  <a:pt x="2489" y="1862"/>
                </a:cubicBezTo>
                <a:cubicBezTo>
                  <a:pt x="2483" y="1876"/>
                  <a:pt x="2497" y="1897"/>
                  <a:pt x="2490" y="1910"/>
                </a:cubicBezTo>
                <a:cubicBezTo>
                  <a:pt x="2494" y="1919"/>
                  <a:pt x="2488" y="1925"/>
                  <a:pt x="2493" y="1935"/>
                </a:cubicBezTo>
                <a:cubicBezTo>
                  <a:pt x="2491" y="1942"/>
                  <a:pt x="2489" y="1949"/>
                  <a:pt x="2491" y="1958"/>
                </a:cubicBezTo>
                <a:cubicBezTo>
                  <a:pt x="2493" y="1962"/>
                  <a:pt x="2485" y="1963"/>
                  <a:pt x="2490" y="1968"/>
                </a:cubicBezTo>
                <a:cubicBezTo>
                  <a:pt x="2485" y="1971"/>
                  <a:pt x="2492" y="1978"/>
                  <a:pt x="2486" y="1980"/>
                </a:cubicBezTo>
                <a:cubicBezTo>
                  <a:pt x="2490" y="1989"/>
                  <a:pt x="2481" y="1994"/>
                  <a:pt x="2488" y="2005"/>
                </a:cubicBezTo>
                <a:cubicBezTo>
                  <a:pt x="2479" y="2010"/>
                  <a:pt x="2481" y="2019"/>
                  <a:pt x="2480" y="2028"/>
                </a:cubicBezTo>
                <a:cubicBezTo>
                  <a:pt x="2480" y="2037"/>
                  <a:pt x="2473" y="2044"/>
                  <a:pt x="2474" y="2054"/>
                </a:cubicBezTo>
                <a:cubicBezTo>
                  <a:pt x="2474" y="2064"/>
                  <a:pt x="2468" y="2071"/>
                  <a:pt x="2471" y="2081"/>
                </a:cubicBezTo>
                <a:cubicBezTo>
                  <a:pt x="2462" y="2087"/>
                  <a:pt x="2465" y="2098"/>
                  <a:pt x="2460" y="2106"/>
                </a:cubicBezTo>
                <a:cubicBezTo>
                  <a:pt x="2458" y="2123"/>
                  <a:pt x="2448" y="2138"/>
                  <a:pt x="2442" y="2153"/>
                </a:cubicBezTo>
                <a:cubicBezTo>
                  <a:pt x="2440" y="2156"/>
                  <a:pt x="2439" y="2158"/>
                  <a:pt x="2438" y="2161"/>
                </a:cubicBezTo>
                <a:cubicBezTo>
                  <a:pt x="2450" y="2161"/>
                  <a:pt x="2450" y="2161"/>
                  <a:pt x="2450" y="2161"/>
                </a:cubicBezTo>
                <a:cubicBezTo>
                  <a:pt x="2454" y="2152"/>
                  <a:pt x="2458" y="2144"/>
                  <a:pt x="2463" y="2137"/>
                </a:cubicBezTo>
                <a:cubicBezTo>
                  <a:pt x="2470" y="2112"/>
                  <a:pt x="2475" y="2086"/>
                  <a:pt x="2484" y="2062"/>
                </a:cubicBezTo>
                <a:cubicBezTo>
                  <a:pt x="2488" y="2050"/>
                  <a:pt x="2484" y="2034"/>
                  <a:pt x="2491" y="2023"/>
                </a:cubicBezTo>
                <a:cubicBezTo>
                  <a:pt x="2491" y="2016"/>
                  <a:pt x="2493" y="2009"/>
                  <a:pt x="2493" y="2002"/>
                </a:cubicBezTo>
                <a:cubicBezTo>
                  <a:pt x="2497" y="1996"/>
                  <a:pt x="2494" y="1988"/>
                  <a:pt x="2496" y="1981"/>
                </a:cubicBezTo>
                <a:close/>
                <a:moveTo>
                  <a:pt x="1238" y="2076"/>
                </a:moveTo>
                <a:cubicBezTo>
                  <a:pt x="1236" y="2069"/>
                  <a:pt x="1240" y="2059"/>
                  <a:pt x="1239" y="2052"/>
                </a:cubicBezTo>
                <a:cubicBezTo>
                  <a:pt x="1239" y="2043"/>
                  <a:pt x="1243" y="2032"/>
                  <a:pt x="1236" y="2027"/>
                </a:cubicBezTo>
                <a:cubicBezTo>
                  <a:pt x="1230" y="2047"/>
                  <a:pt x="1232" y="2063"/>
                  <a:pt x="1231" y="2080"/>
                </a:cubicBezTo>
                <a:cubicBezTo>
                  <a:pt x="1228" y="2098"/>
                  <a:pt x="1224" y="2117"/>
                  <a:pt x="1223" y="2134"/>
                </a:cubicBezTo>
                <a:cubicBezTo>
                  <a:pt x="1220" y="2143"/>
                  <a:pt x="1218" y="2152"/>
                  <a:pt x="1216" y="2161"/>
                </a:cubicBezTo>
                <a:cubicBezTo>
                  <a:pt x="1224" y="2161"/>
                  <a:pt x="1224" y="2161"/>
                  <a:pt x="1224" y="2161"/>
                </a:cubicBezTo>
                <a:cubicBezTo>
                  <a:pt x="1225" y="2159"/>
                  <a:pt x="1225" y="2158"/>
                  <a:pt x="1226" y="2156"/>
                </a:cubicBezTo>
                <a:cubicBezTo>
                  <a:pt x="1228" y="2147"/>
                  <a:pt x="1231" y="2138"/>
                  <a:pt x="1233" y="2128"/>
                </a:cubicBezTo>
                <a:cubicBezTo>
                  <a:pt x="1233" y="2112"/>
                  <a:pt x="1241" y="2091"/>
                  <a:pt x="1238" y="2076"/>
                </a:cubicBezTo>
                <a:close/>
                <a:moveTo>
                  <a:pt x="1297" y="2091"/>
                </a:moveTo>
                <a:cubicBezTo>
                  <a:pt x="1292" y="2104"/>
                  <a:pt x="1292" y="2105"/>
                  <a:pt x="1290" y="2119"/>
                </a:cubicBezTo>
                <a:cubicBezTo>
                  <a:pt x="1292" y="2132"/>
                  <a:pt x="1282" y="2136"/>
                  <a:pt x="1285" y="2148"/>
                </a:cubicBezTo>
                <a:cubicBezTo>
                  <a:pt x="1284" y="2153"/>
                  <a:pt x="1283" y="2157"/>
                  <a:pt x="1282" y="2161"/>
                </a:cubicBezTo>
                <a:cubicBezTo>
                  <a:pt x="1290" y="2161"/>
                  <a:pt x="1290" y="2161"/>
                  <a:pt x="1290" y="2161"/>
                </a:cubicBezTo>
                <a:cubicBezTo>
                  <a:pt x="1290" y="2156"/>
                  <a:pt x="1288" y="2153"/>
                  <a:pt x="1292" y="2147"/>
                </a:cubicBezTo>
                <a:cubicBezTo>
                  <a:pt x="1291" y="2141"/>
                  <a:pt x="1299" y="2131"/>
                  <a:pt x="1293" y="2129"/>
                </a:cubicBezTo>
                <a:cubicBezTo>
                  <a:pt x="1293" y="2124"/>
                  <a:pt x="1301" y="2114"/>
                  <a:pt x="1295" y="2112"/>
                </a:cubicBezTo>
                <a:cubicBezTo>
                  <a:pt x="1295" y="2105"/>
                  <a:pt x="1303" y="2094"/>
                  <a:pt x="1297" y="2091"/>
                </a:cubicBezTo>
                <a:close/>
                <a:moveTo>
                  <a:pt x="1255" y="2092"/>
                </a:moveTo>
                <a:cubicBezTo>
                  <a:pt x="1259" y="2083"/>
                  <a:pt x="1257" y="2078"/>
                  <a:pt x="1257" y="2072"/>
                </a:cubicBezTo>
                <a:cubicBezTo>
                  <a:pt x="1259" y="2064"/>
                  <a:pt x="1259" y="2058"/>
                  <a:pt x="1256" y="2053"/>
                </a:cubicBezTo>
                <a:cubicBezTo>
                  <a:pt x="1250" y="2058"/>
                  <a:pt x="1256" y="2057"/>
                  <a:pt x="1253" y="2065"/>
                </a:cubicBezTo>
                <a:cubicBezTo>
                  <a:pt x="1250" y="2069"/>
                  <a:pt x="1258" y="2078"/>
                  <a:pt x="1250" y="2079"/>
                </a:cubicBezTo>
                <a:cubicBezTo>
                  <a:pt x="1250" y="2089"/>
                  <a:pt x="1247" y="2102"/>
                  <a:pt x="1246" y="2114"/>
                </a:cubicBezTo>
                <a:cubicBezTo>
                  <a:pt x="1241" y="2124"/>
                  <a:pt x="1243" y="2123"/>
                  <a:pt x="1240" y="2136"/>
                </a:cubicBezTo>
                <a:cubicBezTo>
                  <a:pt x="1239" y="2144"/>
                  <a:pt x="1234" y="2154"/>
                  <a:pt x="1236" y="2161"/>
                </a:cubicBezTo>
                <a:cubicBezTo>
                  <a:pt x="1243" y="2161"/>
                  <a:pt x="1243" y="2161"/>
                  <a:pt x="1243" y="2161"/>
                </a:cubicBezTo>
                <a:cubicBezTo>
                  <a:pt x="1245" y="2148"/>
                  <a:pt x="1247" y="2137"/>
                  <a:pt x="1251" y="2130"/>
                </a:cubicBezTo>
                <a:cubicBezTo>
                  <a:pt x="1249" y="2119"/>
                  <a:pt x="1254" y="2104"/>
                  <a:pt x="1255" y="2092"/>
                </a:cubicBezTo>
                <a:close/>
                <a:moveTo>
                  <a:pt x="3811" y="1673"/>
                </a:moveTo>
                <a:cubicBezTo>
                  <a:pt x="3800" y="1665"/>
                  <a:pt x="3786" y="1673"/>
                  <a:pt x="3774" y="1668"/>
                </a:cubicBezTo>
                <a:cubicBezTo>
                  <a:pt x="3734" y="1662"/>
                  <a:pt x="3730" y="1667"/>
                  <a:pt x="3727" y="1664"/>
                </a:cubicBezTo>
                <a:cubicBezTo>
                  <a:pt x="3689" y="1651"/>
                  <a:pt x="3680" y="1657"/>
                  <a:pt x="3675" y="1652"/>
                </a:cubicBezTo>
                <a:cubicBezTo>
                  <a:pt x="3626" y="1640"/>
                  <a:pt x="3617" y="1642"/>
                  <a:pt x="3610" y="1641"/>
                </a:cubicBezTo>
                <a:cubicBezTo>
                  <a:pt x="3574" y="1632"/>
                  <a:pt x="3572" y="1622"/>
                  <a:pt x="3568" y="1622"/>
                </a:cubicBezTo>
                <a:cubicBezTo>
                  <a:pt x="3496" y="1608"/>
                  <a:pt x="3489" y="1606"/>
                  <a:pt x="3482" y="1604"/>
                </a:cubicBezTo>
                <a:cubicBezTo>
                  <a:pt x="3424" y="1599"/>
                  <a:pt x="3420" y="1598"/>
                  <a:pt x="3416" y="1597"/>
                </a:cubicBezTo>
                <a:cubicBezTo>
                  <a:pt x="3398" y="1606"/>
                  <a:pt x="3405" y="1603"/>
                  <a:pt x="3413" y="1599"/>
                </a:cubicBezTo>
                <a:cubicBezTo>
                  <a:pt x="3475" y="1610"/>
                  <a:pt x="3482" y="1616"/>
                  <a:pt x="3492" y="1615"/>
                </a:cubicBezTo>
                <a:cubicBezTo>
                  <a:pt x="3630" y="1652"/>
                  <a:pt x="3632" y="1662"/>
                  <a:pt x="3638" y="1658"/>
                </a:cubicBezTo>
                <a:cubicBezTo>
                  <a:pt x="3670" y="1664"/>
                  <a:pt x="3675" y="1668"/>
                  <a:pt x="3680" y="1665"/>
                </a:cubicBezTo>
                <a:cubicBezTo>
                  <a:pt x="3714" y="1674"/>
                  <a:pt x="3718" y="1674"/>
                  <a:pt x="3720" y="1675"/>
                </a:cubicBezTo>
                <a:cubicBezTo>
                  <a:pt x="3770" y="1683"/>
                  <a:pt x="3781" y="1678"/>
                  <a:pt x="3790" y="1683"/>
                </a:cubicBezTo>
                <a:cubicBezTo>
                  <a:pt x="3840" y="1674"/>
                  <a:pt x="3840" y="1674"/>
                  <a:pt x="3840" y="1674"/>
                </a:cubicBezTo>
                <a:close/>
                <a:moveTo>
                  <a:pt x="1317" y="2096"/>
                </a:moveTo>
                <a:cubicBezTo>
                  <a:pt x="1315" y="2124"/>
                  <a:pt x="1312" y="2142"/>
                  <a:pt x="1308" y="2161"/>
                </a:cubicBezTo>
                <a:cubicBezTo>
                  <a:pt x="1314" y="2161"/>
                  <a:pt x="1314" y="2161"/>
                  <a:pt x="1314" y="2161"/>
                </a:cubicBezTo>
                <a:cubicBezTo>
                  <a:pt x="1315" y="2152"/>
                  <a:pt x="1316" y="2145"/>
                  <a:pt x="1320" y="2139"/>
                </a:cubicBezTo>
                <a:cubicBezTo>
                  <a:pt x="1317" y="2134"/>
                  <a:pt x="1319" y="2126"/>
                  <a:pt x="1320" y="2118"/>
                </a:cubicBezTo>
                <a:cubicBezTo>
                  <a:pt x="1321" y="2110"/>
                  <a:pt x="1323" y="2101"/>
                  <a:pt x="1317" y="2096"/>
                </a:cubicBezTo>
                <a:close/>
                <a:moveTo>
                  <a:pt x="3785" y="1637"/>
                </a:moveTo>
                <a:cubicBezTo>
                  <a:pt x="3782" y="1635"/>
                  <a:pt x="3778" y="1634"/>
                  <a:pt x="3774" y="1635"/>
                </a:cubicBezTo>
                <a:cubicBezTo>
                  <a:pt x="3732" y="1632"/>
                  <a:pt x="3730" y="1624"/>
                  <a:pt x="3725" y="1627"/>
                </a:cubicBezTo>
                <a:cubicBezTo>
                  <a:pt x="3687" y="1609"/>
                  <a:pt x="3680" y="1622"/>
                  <a:pt x="3678" y="1612"/>
                </a:cubicBezTo>
                <a:cubicBezTo>
                  <a:pt x="3648" y="1611"/>
                  <a:pt x="3648" y="1594"/>
                  <a:pt x="3642" y="1604"/>
                </a:cubicBezTo>
                <a:cubicBezTo>
                  <a:pt x="3610" y="1594"/>
                  <a:pt x="3602" y="1592"/>
                  <a:pt x="3595" y="1589"/>
                </a:cubicBezTo>
                <a:cubicBezTo>
                  <a:pt x="3579" y="1585"/>
                  <a:pt x="3573" y="1591"/>
                  <a:pt x="3571" y="1583"/>
                </a:cubicBezTo>
                <a:cubicBezTo>
                  <a:pt x="3547" y="1588"/>
                  <a:pt x="3547" y="1589"/>
                  <a:pt x="3548" y="1590"/>
                </a:cubicBezTo>
                <a:cubicBezTo>
                  <a:pt x="3606" y="1602"/>
                  <a:pt x="3612" y="1603"/>
                  <a:pt x="3618" y="1605"/>
                </a:cubicBezTo>
                <a:cubicBezTo>
                  <a:pt x="3700" y="1631"/>
                  <a:pt x="3710" y="1637"/>
                  <a:pt x="3723" y="1635"/>
                </a:cubicBezTo>
                <a:cubicBezTo>
                  <a:pt x="3800" y="1657"/>
                  <a:pt x="3808" y="1649"/>
                  <a:pt x="3814" y="1650"/>
                </a:cubicBezTo>
                <a:cubicBezTo>
                  <a:pt x="3840" y="1642"/>
                  <a:pt x="3840" y="1642"/>
                  <a:pt x="3840" y="1642"/>
                </a:cubicBezTo>
                <a:close/>
                <a:moveTo>
                  <a:pt x="1282" y="2060"/>
                </a:moveTo>
                <a:cubicBezTo>
                  <a:pt x="1277" y="2057"/>
                  <a:pt x="1286" y="2045"/>
                  <a:pt x="1280" y="2042"/>
                </a:cubicBezTo>
                <a:cubicBezTo>
                  <a:pt x="1281" y="2034"/>
                  <a:pt x="1285" y="2025"/>
                  <a:pt x="1276" y="2023"/>
                </a:cubicBezTo>
                <a:cubicBezTo>
                  <a:pt x="1273" y="2040"/>
                  <a:pt x="1276" y="2055"/>
                  <a:pt x="1276" y="2070"/>
                </a:cubicBezTo>
                <a:cubicBezTo>
                  <a:pt x="1271" y="2081"/>
                  <a:pt x="1274" y="2087"/>
                  <a:pt x="1272" y="2096"/>
                </a:cubicBezTo>
                <a:cubicBezTo>
                  <a:pt x="1268" y="2112"/>
                  <a:pt x="1263" y="2128"/>
                  <a:pt x="1259" y="2144"/>
                </a:cubicBezTo>
                <a:cubicBezTo>
                  <a:pt x="1262" y="2146"/>
                  <a:pt x="1260" y="2148"/>
                  <a:pt x="1258" y="2150"/>
                </a:cubicBezTo>
                <a:cubicBezTo>
                  <a:pt x="1257" y="2153"/>
                  <a:pt x="1256" y="2157"/>
                  <a:pt x="1255" y="2161"/>
                </a:cubicBezTo>
                <a:cubicBezTo>
                  <a:pt x="1264" y="2161"/>
                  <a:pt x="1264" y="2161"/>
                  <a:pt x="1264" y="2161"/>
                </a:cubicBezTo>
                <a:cubicBezTo>
                  <a:pt x="1266" y="2152"/>
                  <a:pt x="1268" y="2144"/>
                  <a:pt x="1271" y="2135"/>
                </a:cubicBezTo>
                <a:cubicBezTo>
                  <a:pt x="1274" y="2121"/>
                  <a:pt x="1276" y="2107"/>
                  <a:pt x="1280" y="2099"/>
                </a:cubicBezTo>
                <a:cubicBezTo>
                  <a:pt x="1277" y="2088"/>
                  <a:pt x="1282" y="2072"/>
                  <a:pt x="1282" y="2060"/>
                </a:cubicBezTo>
                <a:close/>
                <a:moveTo>
                  <a:pt x="2202" y="1935"/>
                </a:moveTo>
                <a:cubicBezTo>
                  <a:pt x="2206" y="1928"/>
                  <a:pt x="2197" y="1916"/>
                  <a:pt x="2202" y="1909"/>
                </a:cubicBezTo>
                <a:cubicBezTo>
                  <a:pt x="2195" y="1871"/>
                  <a:pt x="2195" y="1860"/>
                  <a:pt x="2193" y="1850"/>
                </a:cubicBezTo>
                <a:cubicBezTo>
                  <a:pt x="2181" y="1801"/>
                  <a:pt x="2181" y="1795"/>
                  <a:pt x="2179" y="1788"/>
                </a:cubicBezTo>
                <a:cubicBezTo>
                  <a:pt x="2152" y="1704"/>
                  <a:pt x="2146" y="1685"/>
                  <a:pt x="2142" y="1668"/>
                </a:cubicBezTo>
                <a:cubicBezTo>
                  <a:pt x="2114" y="1649"/>
                  <a:pt x="2121" y="1655"/>
                  <a:pt x="2117" y="1657"/>
                </a:cubicBezTo>
                <a:cubicBezTo>
                  <a:pt x="2124" y="1681"/>
                  <a:pt x="2136" y="1679"/>
                  <a:pt x="2135" y="1687"/>
                </a:cubicBezTo>
                <a:cubicBezTo>
                  <a:pt x="2151" y="1739"/>
                  <a:pt x="2161" y="1757"/>
                  <a:pt x="2164" y="1773"/>
                </a:cubicBezTo>
                <a:cubicBezTo>
                  <a:pt x="2178" y="1830"/>
                  <a:pt x="2179" y="1840"/>
                  <a:pt x="2181" y="1850"/>
                </a:cubicBezTo>
                <a:cubicBezTo>
                  <a:pt x="2187" y="1918"/>
                  <a:pt x="2197" y="1928"/>
                  <a:pt x="2192" y="1934"/>
                </a:cubicBezTo>
                <a:cubicBezTo>
                  <a:pt x="2196" y="1971"/>
                  <a:pt x="2194" y="1974"/>
                  <a:pt x="2198" y="1979"/>
                </a:cubicBezTo>
                <a:cubicBezTo>
                  <a:pt x="2197" y="2029"/>
                  <a:pt x="2191" y="2035"/>
                  <a:pt x="2197" y="2044"/>
                </a:cubicBezTo>
                <a:cubicBezTo>
                  <a:pt x="2190" y="2092"/>
                  <a:pt x="2194" y="2101"/>
                  <a:pt x="2193" y="2108"/>
                </a:cubicBezTo>
                <a:cubicBezTo>
                  <a:pt x="2188" y="2152"/>
                  <a:pt x="2191" y="2157"/>
                  <a:pt x="2193" y="2161"/>
                </a:cubicBezTo>
                <a:cubicBezTo>
                  <a:pt x="2202" y="2126"/>
                  <a:pt x="2206" y="2110"/>
                  <a:pt x="2205" y="2092"/>
                </a:cubicBezTo>
                <a:cubicBezTo>
                  <a:pt x="2208" y="2024"/>
                  <a:pt x="2207" y="2019"/>
                  <a:pt x="2205" y="2014"/>
                </a:cubicBezTo>
                <a:close/>
                <a:moveTo>
                  <a:pt x="3768" y="1444"/>
                </a:moveTo>
                <a:cubicBezTo>
                  <a:pt x="3757" y="1449"/>
                  <a:pt x="3747" y="1450"/>
                  <a:pt x="3736" y="1453"/>
                </a:cubicBezTo>
                <a:cubicBezTo>
                  <a:pt x="3730" y="1460"/>
                  <a:pt x="3726" y="1456"/>
                  <a:pt x="3720" y="1460"/>
                </a:cubicBezTo>
                <a:cubicBezTo>
                  <a:pt x="3716" y="1467"/>
                  <a:pt x="3705" y="1459"/>
                  <a:pt x="3707" y="1468"/>
                </a:cubicBezTo>
                <a:cubicBezTo>
                  <a:pt x="3722" y="1464"/>
                  <a:pt x="3737" y="1461"/>
                  <a:pt x="3752" y="1457"/>
                </a:cubicBezTo>
                <a:cubicBezTo>
                  <a:pt x="3759" y="1455"/>
                  <a:pt x="3766" y="1456"/>
                  <a:pt x="3775" y="1450"/>
                </a:cubicBezTo>
                <a:cubicBezTo>
                  <a:pt x="3782" y="1451"/>
                  <a:pt x="3790" y="1452"/>
                  <a:pt x="3799" y="1445"/>
                </a:cubicBezTo>
                <a:cubicBezTo>
                  <a:pt x="3812" y="1447"/>
                  <a:pt x="3826" y="1444"/>
                  <a:pt x="3840" y="1443"/>
                </a:cubicBezTo>
                <a:cubicBezTo>
                  <a:pt x="3840" y="1434"/>
                  <a:pt x="3840" y="1434"/>
                  <a:pt x="3840" y="1434"/>
                </a:cubicBezTo>
                <a:cubicBezTo>
                  <a:pt x="3837" y="1434"/>
                  <a:pt x="3833" y="1434"/>
                  <a:pt x="3829" y="1433"/>
                </a:cubicBezTo>
                <a:cubicBezTo>
                  <a:pt x="3808" y="1440"/>
                  <a:pt x="3788" y="1440"/>
                  <a:pt x="3768" y="1444"/>
                </a:cubicBezTo>
                <a:close/>
                <a:moveTo>
                  <a:pt x="2354" y="1890"/>
                </a:moveTo>
                <a:cubicBezTo>
                  <a:pt x="2362" y="1882"/>
                  <a:pt x="2352" y="1869"/>
                  <a:pt x="2360" y="1861"/>
                </a:cubicBezTo>
                <a:cubicBezTo>
                  <a:pt x="2363" y="1829"/>
                  <a:pt x="2356" y="1822"/>
                  <a:pt x="2361" y="1818"/>
                </a:cubicBezTo>
                <a:cubicBezTo>
                  <a:pt x="2362" y="1794"/>
                  <a:pt x="2359" y="1796"/>
                  <a:pt x="2357" y="1791"/>
                </a:cubicBezTo>
                <a:cubicBezTo>
                  <a:pt x="2337" y="1749"/>
                  <a:pt x="2341" y="1757"/>
                  <a:pt x="2345" y="1765"/>
                </a:cubicBezTo>
                <a:cubicBezTo>
                  <a:pt x="2354" y="1820"/>
                  <a:pt x="2344" y="1824"/>
                  <a:pt x="2349" y="1834"/>
                </a:cubicBezTo>
                <a:cubicBezTo>
                  <a:pt x="2344" y="1887"/>
                  <a:pt x="2342" y="1895"/>
                  <a:pt x="2342" y="1905"/>
                </a:cubicBezTo>
                <a:cubicBezTo>
                  <a:pt x="2331" y="1968"/>
                  <a:pt x="2332" y="1978"/>
                  <a:pt x="2331" y="1988"/>
                </a:cubicBezTo>
                <a:cubicBezTo>
                  <a:pt x="2314" y="2077"/>
                  <a:pt x="2313" y="2086"/>
                  <a:pt x="2310" y="2095"/>
                </a:cubicBezTo>
                <a:cubicBezTo>
                  <a:pt x="2307" y="2161"/>
                  <a:pt x="2307" y="2161"/>
                  <a:pt x="2307" y="2161"/>
                </a:cubicBezTo>
                <a:cubicBezTo>
                  <a:pt x="2322" y="2084"/>
                  <a:pt x="2324" y="2081"/>
                  <a:pt x="2327" y="2077"/>
                </a:cubicBezTo>
                <a:cubicBezTo>
                  <a:pt x="2336" y="2036"/>
                  <a:pt x="2332" y="2026"/>
                  <a:pt x="2338" y="2020"/>
                </a:cubicBezTo>
                <a:cubicBezTo>
                  <a:pt x="2352" y="1937"/>
                  <a:pt x="2348" y="1926"/>
                  <a:pt x="2351" y="1917"/>
                </a:cubicBezTo>
                <a:close/>
                <a:moveTo>
                  <a:pt x="2292" y="1940"/>
                </a:moveTo>
                <a:cubicBezTo>
                  <a:pt x="2296" y="1926"/>
                  <a:pt x="2292" y="1909"/>
                  <a:pt x="2296" y="1896"/>
                </a:cubicBezTo>
                <a:cubicBezTo>
                  <a:pt x="2295" y="1835"/>
                  <a:pt x="2294" y="1820"/>
                  <a:pt x="2294" y="1806"/>
                </a:cubicBezTo>
                <a:cubicBezTo>
                  <a:pt x="2286" y="1744"/>
                  <a:pt x="2282" y="1739"/>
                  <a:pt x="2285" y="1736"/>
                </a:cubicBezTo>
                <a:cubicBezTo>
                  <a:pt x="2273" y="1705"/>
                  <a:pt x="2269" y="1697"/>
                  <a:pt x="2265" y="1688"/>
                </a:cubicBezTo>
                <a:cubicBezTo>
                  <a:pt x="2246" y="1682"/>
                  <a:pt x="2248" y="1684"/>
                  <a:pt x="2251" y="1685"/>
                </a:cubicBezTo>
                <a:cubicBezTo>
                  <a:pt x="2265" y="1715"/>
                  <a:pt x="2266" y="1719"/>
                  <a:pt x="2267" y="1723"/>
                </a:cubicBezTo>
                <a:cubicBezTo>
                  <a:pt x="2283" y="1791"/>
                  <a:pt x="2281" y="1800"/>
                  <a:pt x="2283" y="1811"/>
                </a:cubicBezTo>
                <a:cubicBezTo>
                  <a:pt x="2285" y="1853"/>
                  <a:pt x="2286" y="1857"/>
                  <a:pt x="2284" y="1859"/>
                </a:cubicBezTo>
                <a:cubicBezTo>
                  <a:pt x="2288" y="1887"/>
                  <a:pt x="2277" y="1894"/>
                  <a:pt x="2285" y="1907"/>
                </a:cubicBezTo>
                <a:cubicBezTo>
                  <a:pt x="2275" y="1945"/>
                  <a:pt x="2288" y="1960"/>
                  <a:pt x="2280" y="1968"/>
                </a:cubicBezTo>
                <a:cubicBezTo>
                  <a:pt x="2273" y="2039"/>
                  <a:pt x="2271" y="2048"/>
                  <a:pt x="2269" y="2058"/>
                </a:cubicBezTo>
                <a:cubicBezTo>
                  <a:pt x="2263" y="2109"/>
                  <a:pt x="2258" y="2128"/>
                  <a:pt x="2255" y="2148"/>
                </a:cubicBezTo>
                <a:cubicBezTo>
                  <a:pt x="2263" y="2156"/>
                  <a:pt x="2264" y="2152"/>
                  <a:pt x="2264" y="2147"/>
                </a:cubicBezTo>
                <a:cubicBezTo>
                  <a:pt x="2269" y="2120"/>
                  <a:pt x="2273" y="2114"/>
                  <a:pt x="2273" y="2107"/>
                </a:cubicBezTo>
                <a:cubicBezTo>
                  <a:pt x="2282" y="2054"/>
                  <a:pt x="2283" y="2051"/>
                  <a:pt x="2283" y="2047"/>
                </a:cubicBezTo>
                <a:cubicBezTo>
                  <a:pt x="2288" y="1999"/>
                  <a:pt x="2289" y="1991"/>
                  <a:pt x="2291" y="1985"/>
                </a:cubicBezTo>
                <a:close/>
                <a:moveTo>
                  <a:pt x="2066" y="2125"/>
                </a:moveTo>
                <a:cubicBezTo>
                  <a:pt x="2067" y="2112"/>
                  <a:pt x="2061" y="2096"/>
                  <a:pt x="2065" y="2083"/>
                </a:cubicBezTo>
                <a:cubicBezTo>
                  <a:pt x="2063" y="2017"/>
                  <a:pt x="2065" y="2010"/>
                  <a:pt x="2060" y="2002"/>
                </a:cubicBezTo>
                <a:cubicBezTo>
                  <a:pt x="2062" y="1950"/>
                  <a:pt x="2061" y="1937"/>
                  <a:pt x="2061" y="1924"/>
                </a:cubicBezTo>
                <a:cubicBezTo>
                  <a:pt x="2054" y="1828"/>
                  <a:pt x="2052" y="1815"/>
                  <a:pt x="2049" y="1800"/>
                </a:cubicBezTo>
                <a:cubicBezTo>
                  <a:pt x="2040" y="1746"/>
                  <a:pt x="2037" y="1734"/>
                  <a:pt x="2035" y="1723"/>
                </a:cubicBezTo>
                <a:cubicBezTo>
                  <a:pt x="1977" y="1582"/>
                  <a:pt x="1975" y="1577"/>
                  <a:pt x="1971" y="1570"/>
                </a:cubicBezTo>
                <a:cubicBezTo>
                  <a:pt x="1942" y="1538"/>
                  <a:pt x="1936" y="1536"/>
                  <a:pt x="1934" y="1534"/>
                </a:cubicBezTo>
                <a:cubicBezTo>
                  <a:pt x="1956" y="1585"/>
                  <a:pt x="1956" y="1586"/>
                  <a:pt x="1956" y="1587"/>
                </a:cubicBezTo>
                <a:cubicBezTo>
                  <a:pt x="1974" y="1656"/>
                  <a:pt x="1989" y="1669"/>
                  <a:pt x="1984" y="1674"/>
                </a:cubicBezTo>
                <a:cubicBezTo>
                  <a:pt x="1993" y="1720"/>
                  <a:pt x="1994" y="1721"/>
                  <a:pt x="1995" y="1723"/>
                </a:cubicBezTo>
                <a:cubicBezTo>
                  <a:pt x="2007" y="1777"/>
                  <a:pt x="2004" y="1790"/>
                  <a:pt x="2009" y="1804"/>
                </a:cubicBezTo>
                <a:cubicBezTo>
                  <a:pt x="2007" y="1861"/>
                  <a:pt x="2013" y="1876"/>
                  <a:pt x="2011" y="1887"/>
                </a:cubicBezTo>
                <a:cubicBezTo>
                  <a:pt x="2002" y="1905"/>
                  <a:pt x="2002" y="1885"/>
                  <a:pt x="1995" y="1862"/>
                </a:cubicBezTo>
                <a:cubicBezTo>
                  <a:pt x="1973" y="1773"/>
                  <a:pt x="1964" y="1747"/>
                  <a:pt x="1955" y="1723"/>
                </a:cubicBezTo>
                <a:cubicBezTo>
                  <a:pt x="1915" y="1628"/>
                  <a:pt x="1914" y="1618"/>
                  <a:pt x="1906" y="1615"/>
                </a:cubicBezTo>
                <a:cubicBezTo>
                  <a:pt x="1965" y="1783"/>
                  <a:pt x="1975" y="1808"/>
                  <a:pt x="1980" y="1831"/>
                </a:cubicBezTo>
                <a:cubicBezTo>
                  <a:pt x="1992" y="1906"/>
                  <a:pt x="1998" y="1912"/>
                  <a:pt x="1995" y="1914"/>
                </a:cubicBezTo>
                <a:cubicBezTo>
                  <a:pt x="1998" y="1956"/>
                  <a:pt x="2004" y="1966"/>
                  <a:pt x="2001" y="1973"/>
                </a:cubicBezTo>
                <a:cubicBezTo>
                  <a:pt x="1996" y="2032"/>
                  <a:pt x="2010" y="2045"/>
                  <a:pt x="2004" y="2052"/>
                </a:cubicBezTo>
                <a:cubicBezTo>
                  <a:pt x="2012" y="2122"/>
                  <a:pt x="2008" y="2137"/>
                  <a:pt x="2010" y="2155"/>
                </a:cubicBezTo>
                <a:cubicBezTo>
                  <a:pt x="2034" y="2155"/>
                  <a:pt x="2033" y="2149"/>
                  <a:pt x="2033" y="2144"/>
                </a:cubicBezTo>
                <a:cubicBezTo>
                  <a:pt x="2030" y="2037"/>
                  <a:pt x="2024" y="2028"/>
                  <a:pt x="2028" y="2021"/>
                </a:cubicBezTo>
                <a:cubicBezTo>
                  <a:pt x="2023" y="1979"/>
                  <a:pt x="2026" y="1976"/>
                  <a:pt x="2023" y="1971"/>
                </a:cubicBezTo>
                <a:cubicBezTo>
                  <a:pt x="2019" y="1912"/>
                  <a:pt x="2024" y="1906"/>
                  <a:pt x="2018" y="1896"/>
                </a:cubicBezTo>
                <a:cubicBezTo>
                  <a:pt x="2018" y="1833"/>
                  <a:pt x="2019" y="1817"/>
                  <a:pt x="2016" y="1800"/>
                </a:cubicBezTo>
                <a:cubicBezTo>
                  <a:pt x="2016" y="1764"/>
                  <a:pt x="2012" y="1759"/>
                  <a:pt x="2010" y="1755"/>
                </a:cubicBezTo>
                <a:cubicBezTo>
                  <a:pt x="2001" y="1715"/>
                  <a:pt x="2003" y="1709"/>
                  <a:pt x="2000" y="1702"/>
                </a:cubicBezTo>
                <a:cubicBezTo>
                  <a:pt x="1963" y="1593"/>
                  <a:pt x="1962" y="1591"/>
                  <a:pt x="1961" y="1587"/>
                </a:cubicBezTo>
                <a:cubicBezTo>
                  <a:pt x="1950" y="1549"/>
                  <a:pt x="1953" y="1558"/>
                  <a:pt x="1957" y="1561"/>
                </a:cubicBezTo>
                <a:cubicBezTo>
                  <a:pt x="1975" y="1592"/>
                  <a:pt x="1977" y="1596"/>
                  <a:pt x="1983" y="1607"/>
                </a:cubicBezTo>
                <a:cubicBezTo>
                  <a:pt x="2027" y="1723"/>
                  <a:pt x="2027" y="1723"/>
                  <a:pt x="2027" y="1724"/>
                </a:cubicBezTo>
                <a:cubicBezTo>
                  <a:pt x="2038" y="1782"/>
                  <a:pt x="2041" y="1797"/>
                  <a:pt x="2041" y="1811"/>
                </a:cubicBezTo>
                <a:cubicBezTo>
                  <a:pt x="2045" y="1850"/>
                  <a:pt x="2045" y="1851"/>
                  <a:pt x="2045" y="1851"/>
                </a:cubicBezTo>
                <a:cubicBezTo>
                  <a:pt x="2052" y="1964"/>
                  <a:pt x="2047" y="1969"/>
                  <a:pt x="2051" y="1977"/>
                </a:cubicBezTo>
                <a:cubicBezTo>
                  <a:pt x="2053" y="2065"/>
                  <a:pt x="2050" y="2071"/>
                  <a:pt x="2053" y="2079"/>
                </a:cubicBezTo>
                <a:cubicBezTo>
                  <a:pt x="2054" y="2146"/>
                  <a:pt x="2059" y="2155"/>
                  <a:pt x="2058" y="2161"/>
                </a:cubicBezTo>
                <a:close/>
                <a:moveTo>
                  <a:pt x="1981" y="2083"/>
                </a:moveTo>
                <a:cubicBezTo>
                  <a:pt x="1978" y="2071"/>
                  <a:pt x="1983" y="2062"/>
                  <a:pt x="1977" y="2049"/>
                </a:cubicBezTo>
                <a:cubicBezTo>
                  <a:pt x="1971" y="1991"/>
                  <a:pt x="1971" y="1985"/>
                  <a:pt x="1968" y="1979"/>
                </a:cubicBezTo>
                <a:cubicBezTo>
                  <a:pt x="1943" y="1845"/>
                  <a:pt x="1942" y="1841"/>
                  <a:pt x="1941" y="1837"/>
                </a:cubicBezTo>
                <a:cubicBezTo>
                  <a:pt x="1879" y="1673"/>
                  <a:pt x="1870" y="1654"/>
                  <a:pt x="1861" y="1634"/>
                </a:cubicBezTo>
                <a:cubicBezTo>
                  <a:pt x="1840" y="1594"/>
                  <a:pt x="1839" y="1590"/>
                  <a:pt x="1838" y="1587"/>
                </a:cubicBezTo>
                <a:cubicBezTo>
                  <a:pt x="1832" y="1590"/>
                  <a:pt x="1834" y="1594"/>
                  <a:pt x="1836" y="1598"/>
                </a:cubicBezTo>
                <a:cubicBezTo>
                  <a:pt x="1858" y="1649"/>
                  <a:pt x="1872" y="1666"/>
                  <a:pt x="1877" y="1681"/>
                </a:cubicBezTo>
                <a:cubicBezTo>
                  <a:pt x="1893" y="1720"/>
                  <a:pt x="1893" y="1721"/>
                  <a:pt x="1893" y="1723"/>
                </a:cubicBezTo>
                <a:cubicBezTo>
                  <a:pt x="1914" y="1772"/>
                  <a:pt x="1910" y="1777"/>
                  <a:pt x="1914" y="1776"/>
                </a:cubicBezTo>
                <a:cubicBezTo>
                  <a:pt x="1940" y="1863"/>
                  <a:pt x="1942" y="1876"/>
                  <a:pt x="1943" y="1888"/>
                </a:cubicBezTo>
                <a:cubicBezTo>
                  <a:pt x="1950" y="1961"/>
                  <a:pt x="1952" y="1953"/>
                  <a:pt x="1943" y="1946"/>
                </a:cubicBezTo>
                <a:cubicBezTo>
                  <a:pt x="1932" y="1893"/>
                  <a:pt x="1921" y="1884"/>
                  <a:pt x="1926" y="1880"/>
                </a:cubicBezTo>
                <a:cubicBezTo>
                  <a:pt x="1861" y="1762"/>
                  <a:pt x="1850" y="1741"/>
                  <a:pt x="1840" y="1723"/>
                </a:cubicBezTo>
                <a:cubicBezTo>
                  <a:pt x="1783" y="1658"/>
                  <a:pt x="1776" y="1648"/>
                  <a:pt x="1767" y="1642"/>
                </a:cubicBezTo>
                <a:cubicBezTo>
                  <a:pt x="1733" y="1605"/>
                  <a:pt x="1723" y="1596"/>
                  <a:pt x="1714" y="1587"/>
                </a:cubicBezTo>
                <a:cubicBezTo>
                  <a:pt x="1665" y="1530"/>
                  <a:pt x="1658" y="1533"/>
                  <a:pt x="1655" y="1525"/>
                </a:cubicBezTo>
                <a:cubicBezTo>
                  <a:pt x="1699" y="1583"/>
                  <a:pt x="1701" y="1585"/>
                  <a:pt x="1703" y="1587"/>
                </a:cubicBezTo>
                <a:cubicBezTo>
                  <a:pt x="1735" y="1624"/>
                  <a:pt x="1746" y="1632"/>
                  <a:pt x="1756" y="1644"/>
                </a:cubicBezTo>
                <a:cubicBezTo>
                  <a:pt x="1773" y="1658"/>
                  <a:pt x="1775" y="1669"/>
                  <a:pt x="1781" y="1670"/>
                </a:cubicBezTo>
                <a:cubicBezTo>
                  <a:pt x="1838" y="1741"/>
                  <a:pt x="1850" y="1762"/>
                  <a:pt x="1862" y="1782"/>
                </a:cubicBezTo>
                <a:cubicBezTo>
                  <a:pt x="1903" y="1864"/>
                  <a:pt x="1910" y="1875"/>
                  <a:pt x="1915" y="1889"/>
                </a:cubicBezTo>
                <a:cubicBezTo>
                  <a:pt x="1940" y="1992"/>
                  <a:pt x="1931" y="1956"/>
                  <a:pt x="1920" y="1919"/>
                </a:cubicBezTo>
                <a:cubicBezTo>
                  <a:pt x="1884" y="1833"/>
                  <a:pt x="1878" y="1820"/>
                  <a:pt x="1871" y="1807"/>
                </a:cubicBezTo>
                <a:cubicBezTo>
                  <a:pt x="1795" y="1699"/>
                  <a:pt x="1793" y="1694"/>
                  <a:pt x="1790" y="1688"/>
                </a:cubicBezTo>
                <a:cubicBezTo>
                  <a:pt x="1762" y="1661"/>
                  <a:pt x="1758" y="1657"/>
                  <a:pt x="1756" y="1651"/>
                </a:cubicBezTo>
                <a:cubicBezTo>
                  <a:pt x="1802" y="1718"/>
                  <a:pt x="1804" y="1720"/>
                  <a:pt x="1805" y="1723"/>
                </a:cubicBezTo>
                <a:cubicBezTo>
                  <a:pt x="1863" y="1816"/>
                  <a:pt x="1871" y="1833"/>
                  <a:pt x="1879" y="1850"/>
                </a:cubicBezTo>
                <a:cubicBezTo>
                  <a:pt x="1922" y="1963"/>
                  <a:pt x="1922" y="1972"/>
                  <a:pt x="1928" y="1982"/>
                </a:cubicBezTo>
                <a:cubicBezTo>
                  <a:pt x="1956" y="2093"/>
                  <a:pt x="1951" y="2097"/>
                  <a:pt x="1956" y="2104"/>
                </a:cubicBezTo>
                <a:cubicBezTo>
                  <a:pt x="1959" y="2146"/>
                  <a:pt x="1972" y="2156"/>
                  <a:pt x="1963" y="2159"/>
                </a:cubicBezTo>
                <a:cubicBezTo>
                  <a:pt x="1945" y="2106"/>
                  <a:pt x="1944" y="2093"/>
                  <a:pt x="1940" y="2080"/>
                </a:cubicBezTo>
                <a:cubicBezTo>
                  <a:pt x="1931" y="2035"/>
                  <a:pt x="1915" y="2025"/>
                  <a:pt x="1923" y="2024"/>
                </a:cubicBezTo>
                <a:cubicBezTo>
                  <a:pt x="1841" y="1871"/>
                  <a:pt x="1834" y="1860"/>
                  <a:pt x="1828" y="1850"/>
                </a:cubicBezTo>
                <a:cubicBezTo>
                  <a:pt x="1791" y="1799"/>
                  <a:pt x="1791" y="1788"/>
                  <a:pt x="1786" y="1791"/>
                </a:cubicBezTo>
                <a:cubicBezTo>
                  <a:pt x="1814" y="1843"/>
                  <a:pt x="1816" y="1847"/>
                  <a:pt x="1818" y="1850"/>
                </a:cubicBezTo>
                <a:cubicBezTo>
                  <a:pt x="1833" y="1875"/>
                  <a:pt x="1836" y="1877"/>
                  <a:pt x="1838" y="1878"/>
                </a:cubicBezTo>
                <a:cubicBezTo>
                  <a:pt x="1879" y="1962"/>
                  <a:pt x="1889" y="1981"/>
                  <a:pt x="1898" y="2000"/>
                </a:cubicBezTo>
                <a:cubicBezTo>
                  <a:pt x="1875" y="1980"/>
                  <a:pt x="1850" y="1939"/>
                  <a:pt x="1819" y="1884"/>
                </a:cubicBezTo>
                <a:cubicBezTo>
                  <a:pt x="1732" y="1761"/>
                  <a:pt x="1720" y="1742"/>
                  <a:pt x="1709" y="1723"/>
                </a:cubicBezTo>
                <a:cubicBezTo>
                  <a:pt x="1646" y="1625"/>
                  <a:pt x="1649" y="1632"/>
                  <a:pt x="1653" y="1639"/>
                </a:cubicBezTo>
                <a:cubicBezTo>
                  <a:pt x="1671" y="1685"/>
                  <a:pt x="1682" y="1695"/>
                  <a:pt x="1684" y="1702"/>
                </a:cubicBezTo>
                <a:cubicBezTo>
                  <a:pt x="1745" y="1796"/>
                  <a:pt x="1761" y="1824"/>
                  <a:pt x="1778" y="1850"/>
                </a:cubicBezTo>
                <a:cubicBezTo>
                  <a:pt x="1867" y="1990"/>
                  <a:pt x="1875" y="2006"/>
                  <a:pt x="1885" y="2020"/>
                </a:cubicBezTo>
                <a:cubicBezTo>
                  <a:pt x="1926" y="2120"/>
                  <a:pt x="1942" y="2130"/>
                  <a:pt x="1934" y="2132"/>
                </a:cubicBezTo>
                <a:cubicBezTo>
                  <a:pt x="1832" y="1990"/>
                  <a:pt x="1806" y="1954"/>
                  <a:pt x="1783" y="1911"/>
                </a:cubicBezTo>
                <a:cubicBezTo>
                  <a:pt x="1741" y="1843"/>
                  <a:pt x="1740" y="1837"/>
                  <a:pt x="1735" y="1832"/>
                </a:cubicBezTo>
                <a:cubicBezTo>
                  <a:pt x="1658" y="1663"/>
                  <a:pt x="1649" y="1652"/>
                  <a:pt x="1645" y="1643"/>
                </a:cubicBezTo>
                <a:cubicBezTo>
                  <a:pt x="1632" y="1607"/>
                  <a:pt x="1632" y="1599"/>
                  <a:pt x="1633" y="1591"/>
                </a:cubicBezTo>
                <a:cubicBezTo>
                  <a:pt x="1626" y="1559"/>
                  <a:pt x="1619" y="1553"/>
                  <a:pt x="1623" y="1551"/>
                </a:cubicBezTo>
                <a:cubicBezTo>
                  <a:pt x="1620" y="1528"/>
                  <a:pt x="1613" y="1519"/>
                  <a:pt x="1611" y="1521"/>
                </a:cubicBezTo>
                <a:cubicBezTo>
                  <a:pt x="1628" y="1623"/>
                  <a:pt x="1636" y="1640"/>
                  <a:pt x="1645" y="1669"/>
                </a:cubicBezTo>
                <a:cubicBezTo>
                  <a:pt x="1725" y="1833"/>
                  <a:pt x="1729" y="1842"/>
                  <a:pt x="1734" y="1850"/>
                </a:cubicBezTo>
                <a:cubicBezTo>
                  <a:pt x="1761" y="1906"/>
                  <a:pt x="1774" y="1910"/>
                  <a:pt x="1772" y="1920"/>
                </a:cubicBezTo>
                <a:cubicBezTo>
                  <a:pt x="1831" y="2001"/>
                  <a:pt x="1831" y="2018"/>
                  <a:pt x="1838" y="2017"/>
                </a:cubicBezTo>
                <a:cubicBezTo>
                  <a:pt x="1762" y="1943"/>
                  <a:pt x="1741" y="1916"/>
                  <a:pt x="1719" y="1891"/>
                </a:cubicBezTo>
                <a:cubicBezTo>
                  <a:pt x="1634" y="1795"/>
                  <a:pt x="1617" y="1761"/>
                  <a:pt x="1594" y="1736"/>
                </a:cubicBezTo>
                <a:cubicBezTo>
                  <a:pt x="1579" y="1717"/>
                  <a:pt x="1587" y="1703"/>
                  <a:pt x="1576" y="1706"/>
                </a:cubicBezTo>
                <a:cubicBezTo>
                  <a:pt x="1636" y="1799"/>
                  <a:pt x="1637" y="1818"/>
                  <a:pt x="1644" y="1818"/>
                </a:cubicBezTo>
                <a:cubicBezTo>
                  <a:pt x="1676" y="1860"/>
                  <a:pt x="1684" y="1869"/>
                  <a:pt x="1693" y="1878"/>
                </a:cubicBezTo>
                <a:cubicBezTo>
                  <a:pt x="1712" y="1895"/>
                  <a:pt x="1714" y="1902"/>
                  <a:pt x="1716" y="1906"/>
                </a:cubicBezTo>
                <a:cubicBezTo>
                  <a:pt x="1737" y="1925"/>
                  <a:pt x="1738" y="1932"/>
                  <a:pt x="1741" y="1936"/>
                </a:cubicBezTo>
                <a:cubicBezTo>
                  <a:pt x="1802" y="2004"/>
                  <a:pt x="1813" y="2015"/>
                  <a:pt x="1823" y="2031"/>
                </a:cubicBezTo>
                <a:cubicBezTo>
                  <a:pt x="1847" y="2045"/>
                  <a:pt x="1849" y="2059"/>
                  <a:pt x="1856" y="2060"/>
                </a:cubicBezTo>
                <a:cubicBezTo>
                  <a:pt x="1990" y="2161"/>
                  <a:pt x="1990" y="2161"/>
                  <a:pt x="1990" y="2161"/>
                </a:cubicBezTo>
                <a:close/>
                <a:moveTo>
                  <a:pt x="1854" y="2041"/>
                </a:moveTo>
                <a:cubicBezTo>
                  <a:pt x="1854" y="2036"/>
                  <a:pt x="1857" y="2042"/>
                  <a:pt x="1859" y="2045"/>
                </a:cubicBezTo>
                <a:cubicBezTo>
                  <a:pt x="1859" y="2051"/>
                  <a:pt x="1855" y="2045"/>
                  <a:pt x="1854" y="2041"/>
                </a:cubicBezTo>
                <a:close/>
                <a:moveTo>
                  <a:pt x="1959" y="2032"/>
                </a:moveTo>
                <a:cubicBezTo>
                  <a:pt x="1963" y="2021"/>
                  <a:pt x="1956" y="2006"/>
                  <a:pt x="1957" y="1994"/>
                </a:cubicBezTo>
                <a:cubicBezTo>
                  <a:pt x="1965" y="1992"/>
                  <a:pt x="1957" y="2001"/>
                  <a:pt x="1962" y="2005"/>
                </a:cubicBezTo>
                <a:cubicBezTo>
                  <a:pt x="1961" y="2009"/>
                  <a:pt x="1962" y="2013"/>
                  <a:pt x="1966" y="2019"/>
                </a:cubicBezTo>
                <a:cubicBezTo>
                  <a:pt x="1961" y="2027"/>
                  <a:pt x="1964" y="2037"/>
                  <a:pt x="1967" y="2048"/>
                </a:cubicBezTo>
                <a:cubicBezTo>
                  <a:pt x="1957" y="2048"/>
                  <a:pt x="1965" y="2037"/>
                  <a:pt x="1959" y="2032"/>
                </a:cubicBezTo>
                <a:close/>
                <a:moveTo>
                  <a:pt x="1963" y="2066"/>
                </a:moveTo>
                <a:cubicBezTo>
                  <a:pt x="1972" y="2059"/>
                  <a:pt x="1967" y="2075"/>
                  <a:pt x="1969" y="2079"/>
                </a:cubicBezTo>
                <a:cubicBezTo>
                  <a:pt x="1960" y="2080"/>
                  <a:pt x="1969" y="2070"/>
                  <a:pt x="1963" y="2066"/>
                </a:cubicBezTo>
                <a:close/>
                <a:moveTo>
                  <a:pt x="1970" y="2107"/>
                </a:moveTo>
                <a:cubicBezTo>
                  <a:pt x="1972" y="2098"/>
                  <a:pt x="1972" y="2111"/>
                  <a:pt x="1974" y="2115"/>
                </a:cubicBezTo>
                <a:cubicBezTo>
                  <a:pt x="1968" y="2115"/>
                  <a:pt x="1971" y="2110"/>
                  <a:pt x="1970" y="2107"/>
                </a:cubicBezTo>
                <a:close/>
                <a:moveTo>
                  <a:pt x="1579" y="2154"/>
                </a:moveTo>
                <a:cubicBezTo>
                  <a:pt x="1577" y="2150"/>
                  <a:pt x="1576" y="2144"/>
                  <a:pt x="1572" y="2144"/>
                </a:cubicBezTo>
                <a:cubicBezTo>
                  <a:pt x="1555" y="2121"/>
                  <a:pt x="1535" y="2107"/>
                  <a:pt x="1519" y="2083"/>
                </a:cubicBezTo>
                <a:cubicBezTo>
                  <a:pt x="1510" y="2077"/>
                  <a:pt x="1503" y="2057"/>
                  <a:pt x="1496" y="2056"/>
                </a:cubicBezTo>
                <a:cubicBezTo>
                  <a:pt x="1494" y="2055"/>
                  <a:pt x="1497" y="2051"/>
                  <a:pt x="1497" y="2052"/>
                </a:cubicBezTo>
                <a:cubicBezTo>
                  <a:pt x="1493" y="2046"/>
                  <a:pt x="1489" y="2044"/>
                  <a:pt x="1484" y="2039"/>
                </a:cubicBezTo>
                <a:cubicBezTo>
                  <a:pt x="1485" y="2039"/>
                  <a:pt x="1487" y="2037"/>
                  <a:pt x="1486" y="2035"/>
                </a:cubicBezTo>
                <a:cubicBezTo>
                  <a:pt x="1486" y="2035"/>
                  <a:pt x="1483" y="2035"/>
                  <a:pt x="1482" y="2034"/>
                </a:cubicBezTo>
                <a:cubicBezTo>
                  <a:pt x="1479" y="2031"/>
                  <a:pt x="1476" y="2030"/>
                  <a:pt x="1474" y="2024"/>
                </a:cubicBezTo>
                <a:cubicBezTo>
                  <a:pt x="1470" y="2014"/>
                  <a:pt x="1459" y="2001"/>
                  <a:pt x="1461" y="1992"/>
                </a:cubicBezTo>
                <a:cubicBezTo>
                  <a:pt x="1455" y="1994"/>
                  <a:pt x="1455" y="1981"/>
                  <a:pt x="1451" y="1978"/>
                </a:cubicBezTo>
                <a:cubicBezTo>
                  <a:pt x="1447" y="1976"/>
                  <a:pt x="1444" y="1970"/>
                  <a:pt x="1441" y="1963"/>
                </a:cubicBezTo>
                <a:cubicBezTo>
                  <a:pt x="1436" y="1947"/>
                  <a:pt x="1427" y="1928"/>
                  <a:pt x="1418" y="1910"/>
                </a:cubicBezTo>
                <a:cubicBezTo>
                  <a:pt x="1415" y="1905"/>
                  <a:pt x="1418" y="1903"/>
                  <a:pt x="1415" y="1898"/>
                </a:cubicBezTo>
                <a:cubicBezTo>
                  <a:pt x="1414" y="1894"/>
                  <a:pt x="1410" y="1889"/>
                  <a:pt x="1413" y="1887"/>
                </a:cubicBezTo>
                <a:cubicBezTo>
                  <a:pt x="1408" y="1879"/>
                  <a:pt x="1406" y="1865"/>
                  <a:pt x="1397" y="1868"/>
                </a:cubicBezTo>
                <a:cubicBezTo>
                  <a:pt x="1396" y="1879"/>
                  <a:pt x="1399" y="1892"/>
                  <a:pt x="1402" y="1905"/>
                </a:cubicBezTo>
                <a:cubicBezTo>
                  <a:pt x="1416" y="1931"/>
                  <a:pt x="1425" y="1952"/>
                  <a:pt x="1432" y="1971"/>
                </a:cubicBezTo>
                <a:cubicBezTo>
                  <a:pt x="1438" y="1980"/>
                  <a:pt x="1445" y="1988"/>
                  <a:pt x="1450" y="2001"/>
                </a:cubicBezTo>
                <a:cubicBezTo>
                  <a:pt x="1456" y="2004"/>
                  <a:pt x="1451" y="2004"/>
                  <a:pt x="1455" y="2011"/>
                </a:cubicBezTo>
                <a:cubicBezTo>
                  <a:pt x="1458" y="2017"/>
                  <a:pt x="1461" y="2023"/>
                  <a:pt x="1464" y="2030"/>
                </a:cubicBezTo>
                <a:cubicBezTo>
                  <a:pt x="1485" y="2056"/>
                  <a:pt x="1502" y="2079"/>
                  <a:pt x="1525" y="2109"/>
                </a:cubicBezTo>
                <a:cubicBezTo>
                  <a:pt x="1533" y="2110"/>
                  <a:pt x="1536" y="2125"/>
                  <a:pt x="1543" y="2126"/>
                </a:cubicBezTo>
                <a:cubicBezTo>
                  <a:pt x="1548" y="2135"/>
                  <a:pt x="1555" y="2139"/>
                  <a:pt x="1560" y="2147"/>
                </a:cubicBezTo>
                <a:cubicBezTo>
                  <a:pt x="1565" y="2150"/>
                  <a:pt x="1569" y="2157"/>
                  <a:pt x="1573" y="2161"/>
                </a:cubicBezTo>
                <a:cubicBezTo>
                  <a:pt x="1586" y="2161"/>
                  <a:pt x="1586" y="2161"/>
                  <a:pt x="1586" y="2161"/>
                </a:cubicBezTo>
                <a:cubicBezTo>
                  <a:pt x="1586" y="2160"/>
                  <a:pt x="1586" y="2160"/>
                  <a:pt x="1586" y="2160"/>
                </a:cubicBezTo>
                <a:cubicBezTo>
                  <a:pt x="1584" y="2157"/>
                  <a:pt x="1583" y="2153"/>
                  <a:pt x="1579" y="2154"/>
                </a:cubicBezTo>
                <a:close/>
                <a:moveTo>
                  <a:pt x="1413" y="1586"/>
                </a:moveTo>
                <a:cubicBezTo>
                  <a:pt x="1417" y="1587"/>
                  <a:pt x="1434" y="1580"/>
                  <a:pt x="1432" y="1573"/>
                </a:cubicBezTo>
                <a:cubicBezTo>
                  <a:pt x="1332" y="1617"/>
                  <a:pt x="1332" y="1625"/>
                  <a:pt x="1329" y="1622"/>
                </a:cubicBezTo>
                <a:cubicBezTo>
                  <a:pt x="1276" y="1644"/>
                  <a:pt x="1261" y="1642"/>
                  <a:pt x="1244" y="1651"/>
                </a:cubicBezTo>
                <a:cubicBezTo>
                  <a:pt x="1194" y="1654"/>
                  <a:pt x="1187" y="1658"/>
                  <a:pt x="1182" y="1658"/>
                </a:cubicBezTo>
                <a:cubicBezTo>
                  <a:pt x="1086" y="1663"/>
                  <a:pt x="1081" y="1667"/>
                  <a:pt x="1077" y="1662"/>
                </a:cubicBezTo>
                <a:cubicBezTo>
                  <a:pt x="1023" y="1667"/>
                  <a:pt x="1020" y="1654"/>
                  <a:pt x="1015" y="1659"/>
                </a:cubicBezTo>
                <a:cubicBezTo>
                  <a:pt x="959" y="1657"/>
                  <a:pt x="950" y="1649"/>
                  <a:pt x="939" y="1650"/>
                </a:cubicBezTo>
                <a:cubicBezTo>
                  <a:pt x="905" y="1637"/>
                  <a:pt x="898" y="1648"/>
                  <a:pt x="895" y="1642"/>
                </a:cubicBezTo>
                <a:cubicBezTo>
                  <a:pt x="839" y="1639"/>
                  <a:pt x="829" y="1638"/>
                  <a:pt x="818" y="1637"/>
                </a:cubicBezTo>
                <a:cubicBezTo>
                  <a:pt x="782" y="1637"/>
                  <a:pt x="776" y="1641"/>
                  <a:pt x="772" y="1636"/>
                </a:cubicBezTo>
                <a:cubicBezTo>
                  <a:pt x="785" y="1624"/>
                  <a:pt x="806" y="1627"/>
                  <a:pt x="830" y="1623"/>
                </a:cubicBezTo>
                <a:cubicBezTo>
                  <a:pt x="909" y="1615"/>
                  <a:pt x="920" y="1617"/>
                  <a:pt x="931" y="1617"/>
                </a:cubicBezTo>
                <a:cubicBezTo>
                  <a:pt x="973" y="1628"/>
                  <a:pt x="986" y="1618"/>
                  <a:pt x="996" y="1626"/>
                </a:cubicBezTo>
                <a:cubicBezTo>
                  <a:pt x="1025" y="1624"/>
                  <a:pt x="1027" y="1631"/>
                  <a:pt x="1031" y="1626"/>
                </a:cubicBezTo>
                <a:cubicBezTo>
                  <a:pt x="1086" y="1630"/>
                  <a:pt x="1090" y="1638"/>
                  <a:pt x="1097" y="1635"/>
                </a:cubicBezTo>
                <a:cubicBezTo>
                  <a:pt x="1118" y="1639"/>
                  <a:pt x="1124" y="1635"/>
                  <a:pt x="1130" y="1637"/>
                </a:cubicBezTo>
                <a:cubicBezTo>
                  <a:pt x="1209" y="1638"/>
                  <a:pt x="1221" y="1635"/>
                  <a:pt x="1232" y="1639"/>
                </a:cubicBezTo>
                <a:cubicBezTo>
                  <a:pt x="1286" y="1626"/>
                  <a:pt x="1283" y="1615"/>
                  <a:pt x="1277" y="1622"/>
                </a:cubicBezTo>
                <a:cubicBezTo>
                  <a:pt x="1211" y="1632"/>
                  <a:pt x="1203" y="1628"/>
                  <a:pt x="1193" y="1633"/>
                </a:cubicBezTo>
                <a:cubicBezTo>
                  <a:pt x="1154" y="1633"/>
                  <a:pt x="1150" y="1625"/>
                  <a:pt x="1144" y="1628"/>
                </a:cubicBezTo>
                <a:cubicBezTo>
                  <a:pt x="1089" y="1622"/>
                  <a:pt x="1084" y="1619"/>
                  <a:pt x="1078" y="1623"/>
                </a:cubicBezTo>
                <a:cubicBezTo>
                  <a:pt x="1049" y="1618"/>
                  <a:pt x="1046" y="1618"/>
                  <a:pt x="1043" y="1618"/>
                </a:cubicBezTo>
                <a:cubicBezTo>
                  <a:pt x="981" y="1612"/>
                  <a:pt x="971" y="1608"/>
                  <a:pt x="960" y="1608"/>
                </a:cubicBezTo>
                <a:cubicBezTo>
                  <a:pt x="932" y="1604"/>
                  <a:pt x="928" y="1605"/>
                  <a:pt x="925" y="1604"/>
                </a:cubicBezTo>
                <a:cubicBezTo>
                  <a:pt x="1001" y="1605"/>
                  <a:pt x="1011" y="1594"/>
                  <a:pt x="1018" y="1601"/>
                </a:cubicBezTo>
                <a:cubicBezTo>
                  <a:pt x="1055" y="1603"/>
                  <a:pt x="1060" y="1595"/>
                  <a:pt x="1063" y="1601"/>
                </a:cubicBezTo>
                <a:cubicBezTo>
                  <a:pt x="1134" y="1604"/>
                  <a:pt x="1140" y="1606"/>
                  <a:pt x="1147" y="1601"/>
                </a:cubicBezTo>
                <a:cubicBezTo>
                  <a:pt x="1212" y="1605"/>
                  <a:pt x="1220" y="1601"/>
                  <a:pt x="1226" y="1604"/>
                </a:cubicBezTo>
                <a:cubicBezTo>
                  <a:pt x="1324" y="1587"/>
                  <a:pt x="1325" y="1586"/>
                  <a:pt x="1325" y="1586"/>
                </a:cubicBezTo>
                <a:cubicBezTo>
                  <a:pt x="1333" y="1585"/>
                  <a:pt x="1337" y="1579"/>
                  <a:pt x="1338" y="1584"/>
                </a:cubicBezTo>
                <a:cubicBezTo>
                  <a:pt x="1374" y="1577"/>
                  <a:pt x="1381" y="1566"/>
                  <a:pt x="1385" y="1570"/>
                </a:cubicBezTo>
                <a:cubicBezTo>
                  <a:pt x="1483" y="1523"/>
                  <a:pt x="1487" y="1526"/>
                  <a:pt x="1492" y="1522"/>
                </a:cubicBezTo>
                <a:cubicBezTo>
                  <a:pt x="1471" y="1527"/>
                  <a:pt x="1463" y="1531"/>
                  <a:pt x="1456" y="1530"/>
                </a:cubicBezTo>
                <a:cubicBezTo>
                  <a:pt x="1360" y="1567"/>
                  <a:pt x="1351" y="1575"/>
                  <a:pt x="1345" y="1573"/>
                </a:cubicBezTo>
                <a:cubicBezTo>
                  <a:pt x="1284" y="1587"/>
                  <a:pt x="1281" y="1588"/>
                  <a:pt x="1279" y="1587"/>
                </a:cubicBezTo>
                <a:cubicBezTo>
                  <a:pt x="1269" y="1588"/>
                  <a:pt x="1262" y="1591"/>
                  <a:pt x="1256" y="1591"/>
                </a:cubicBezTo>
                <a:cubicBezTo>
                  <a:pt x="1207" y="1586"/>
                  <a:pt x="1197" y="1597"/>
                  <a:pt x="1190" y="1593"/>
                </a:cubicBezTo>
                <a:cubicBezTo>
                  <a:pt x="1135" y="1593"/>
                  <a:pt x="1121" y="1590"/>
                  <a:pt x="1108" y="1587"/>
                </a:cubicBezTo>
                <a:cubicBezTo>
                  <a:pt x="1099" y="1588"/>
                  <a:pt x="1096" y="1589"/>
                  <a:pt x="1093" y="1587"/>
                </a:cubicBezTo>
                <a:cubicBezTo>
                  <a:pt x="1086" y="1592"/>
                  <a:pt x="1083" y="1589"/>
                  <a:pt x="1080" y="1587"/>
                </a:cubicBezTo>
                <a:cubicBezTo>
                  <a:pt x="1071" y="1590"/>
                  <a:pt x="1069" y="1589"/>
                  <a:pt x="1067" y="1587"/>
                </a:cubicBezTo>
                <a:cubicBezTo>
                  <a:pt x="1058" y="1588"/>
                  <a:pt x="1057" y="1587"/>
                  <a:pt x="1057" y="1587"/>
                </a:cubicBezTo>
                <a:cubicBezTo>
                  <a:pt x="1015" y="1587"/>
                  <a:pt x="1012" y="1588"/>
                  <a:pt x="1010" y="1589"/>
                </a:cubicBezTo>
                <a:cubicBezTo>
                  <a:pt x="975" y="1587"/>
                  <a:pt x="974" y="1587"/>
                  <a:pt x="972" y="1587"/>
                </a:cubicBezTo>
                <a:cubicBezTo>
                  <a:pt x="942" y="1586"/>
                  <a:pt x="939" y="1587"/>
                  <a:pt x="936" y="1587"/>
                </a:cubicBezTo>
                <a:cubicBezTo>
                  <a:pt x="869" y="1590"/>
                  <a:pt x="856" y="1597"/>
                  <a:pt x="846" y="1594"/>
                </a:cubicBezTo>
                <a:cubicBezTo>
                  <a:pt x="889" y="1581"/>
                  <a:pt x="893" y="1589"/>
                  <a:pt x="899" y="1586"/>
                </a:cubicBezTo>
                <a:cubicBezTo>
                  <a:pt x="966" y="1581"/>
                  <a:pt x="980" y="1573"/>
                  <a:pt x="991" y="1577"/>
                </a:cubicBezTo>
                <a:cubicBezTo>
                  <a:pt x="1076" y="1567"/>
                  <a:pt x="1088" y="1567"/>
                  <a:pt x="1099" y="1567"/>
                </a:cubicBezTo>
                <a:cubicBezTo>
                  <a:pt x="1176" y="1570"/>
                  <a:pt x="1182" y="1566"/>
                  <a:pt x="1187" y="1567"/>
                </a:cubicBezTo>
                <a:cubicBezTo>
                  <a:pt x="1215" y="1569"/>
                  <a:pt x="1217" y="1575"/>
                  <a:pt x="1222" y="1568"/>
                </a:cubicBezTo>
                <a:cubicBezTo>
                  <a:pt x="1264" y="1569"/>
                  <a:pt x="1271" y="1564"/>
                  <a:pt x="1277" y="1566"/>
                </a:cubicBezTo>
                <a:cubicBezTo>
                  <a:pt x="1376" y="1542"/>
                  <a:pt x="1383" y="1538"/>
                  <a:pt x="1390" y="1536"/>
                </a:cubicBezTo>
                <a:cubicBezTo>
                  <a:pt x="1484" y="1474"/>
                  <a:pt x="1476" y="1487"/>
                  <a:pt x="1470" y="1489"/>
                </a:cubicBezTo>
                <a:cubicBezTo>
                  <a:pt x="1430" y="1514"/>
                  <a:pt x="1425" y="1513"/>
                  <a:pt x="1418" y="1516"/>
                </a:cubicBezTo>
                <a:cubicBezTo>
                  <a:pt x="1306" y="1548"/>
                  <a:pt x="1299" y="1556"/>
                  <a:pt x="1294" y="1555"/>
                </a:cubicBezTo>
                <a:cubicBezTo>
                  <a:pt x="1254" y="1558"/>
                  <a:pt x="1248" y="1562"/>
                  <a:pt x="1243" y="1557"/>
                </a:cubicBezTo>
                <a:cubicBezTo>
                  <a:pt x="1168" y="1561"/>
                  <a:pt x="1163" y="1558"/>
                  <a:pt x="1158" y="1555"/>
                </a:cubicBezTo>
                <a:cubicBezTo>
                  <a:pt x="1105" y="1555"/>
                  <a:pt x="1102" y="1559"/>
                  <a:pt x="1099" y="1556"/>
                </a:cubicBezTo>
                <a:cubicBezTo>
                  <a:pt x="1061" y="1556"/>
                  <a:pt x="1050" y="1557"/>
                  <a:pt x="1038" y="1559"/>
                </a:cubicBezTo>
                <a:cubicBezTo>
                  <a:pt x="960" y="1559"/>
                  <a:pt x="946" y="1569"/>
                  <a:pt x="935" y="1566"/>
                </a:cubicBezTo>
                <a:cubicBezTo>
                  <a:pt x="971" y="1558"/>
                  <a:pt x="975" y="1554"/>
                  <a:pt x="981" y="1552"/>
                </a:cubicBezTo>
                <a:cubicBezTo>
                  <a:pt x="1042" y="1542"/>
                  <a:pt x="1049" y="1547"/>
                  <a:pt x="1058" y="1546"/>
                </a:cubicBezTo>
                <a:cubicBezTo>
                  <a:pt x="1138" y="1549"/>
                  <a:pt x="1148" y="1543"/>
                  <a:pt x="1156" y="1546"/>
                </a:cubicBezTo>
                <a:cubicBezTo>
                  <a:pt x="1198" y="1546"/>
                  <a:pt x="1203" y="1537"/>
                  <a:pt x="1207" y="1540"/>
                </a:cubicBezTo>
                <a:cubicBezTo>
                  <a:pt x="1239" y="1535"/>
                  <a:pt x="1247" y="1539"/>
                  <a:pt x="1256" y="1535"/>
                </a:cubicBezTo>
                <a:cubicBezTo>
                  <a:pt x="1298" y="1532"/>
                  <a:pt x="1304" y="1524"/>
                  <a:pt x="1308" y="1528"/>
                </a:cubicBezTo>
                <a:cubicBezTo>
                  <a:pt x="1438" y="1466"/>
                  <a:pt x="1451" y="1464"/>
                  <a:pt x="1449" y="1458"/>
                </a:cubicBezTo>
                <a:cubicBezTo>
                  <a:pt x="1297" y="1517"/>
                  <a:pt x="1274" y="1527"/>
                  <a:pt x="1254" y="1522"/>
                </a:cubicBezTo>
                <a:cubicBezTo>
                  <a:pt x="1211" y="1530"/>
                  <a:pt x="1201" y="1527"/>
                  <a:pt x="1189" y="1534"/>
                </a:cubicBezTo>
                <a:cubicBezTo>
                  <a:pt x="1111" y="1530"/>
                  <a:pt x="1102" y="1533"/>
                  <a:pt x="1094" y="1532"/>
                </a:cubicBezTo>
                <a:cubicBezTo>
                  <a:pt x="1073" y="1532"/>
                  <a:pt x="1068" y="1533"/>
                  <a:pt x="1071" y="1530"/>
                </a:cubicBezTo>
                <a:cubicBezTo>
                  <a:pt x="1185" y="1512"/>
                  <a:pt x="1199" y="1512"/>
                  <a:pt x="1202" y="1512"/>
                </a:cubicBezTo>
                <a:cubicBezTo>
                  <a:pt x="1226" y="1510"/>
                  <a:pt x="1231" y="1508"/>
                  <a:pt x="1234" y="1507"/>
                </a:cubicBezTo>
                <a:cubicBezTo>
                  <a:pt x="1346" y="1469"/>
                  <a:pt x="1340" y="1473"/>
                  <a:pt x="1335" y="1475"/>
                </a:cubicBezTo>
                <a:cubicBezTo>
                  <a:pt x="1261" y="1495"/>
                  <a:pt x="1240" y="1492"/>
                  <a:pt x="1217" y="1502"/>
                </a:cubicBezTo>
                <a:cubicBezTo>
                  <a:pt x="1152" y="1505"/>
                  <a:pt x="1137" y="1500"/>
                  <a:pt x="1119" y="1508"/>
                </a:cubicBezTo>
                <a:cubicBezTo>
                  <a:pt x="1066" y="1518"/>
                  <a:pt x="1063" y="1517"/>
                  <a:pt x="1058" y="1521"/>
                </a:cubicBezTo>
                <a:cubicBezTo>
                  <a:pt x="1034" y="1520"/>
                  <a:pt x="1045" y="1513"/>
                  <a:pt x="1055" y="1506"/>
                </a:cubicBezTo>
                <a:cubicBezTo>
                  <a:pt x="1348" y="1377"/>
                  <a:pt x="1364" y="1376"/>
                  <a:pt x="1383" y="1365"/>
                </a:cubicBezTo>
                <a:cubicBezTo>
                  <a:pt x="1426" y="1354"/>
                  <a:pt x="1438" y="1354"/>
                  <a:pt x="1435" y="1348"/>
                </a:cubicBezTo>
                <a:cubicBezTo>
                  <a:pt x="1198" y="1438"/>
                  <a:pt x="1172" y="1442"/>
                  <a:pt x="1140" y="1466"/>
                </a:cubicBezTo>
                <a:cubicBezTo>
                  <a:pt x="1106" y="1481"/>
                  <a:pt x="1104" y="1474"/>
                  <a:pt x="1100" y="1479"/>
                </a:cubicBezTo>
                <a:cubicBezTo>
                  <a:pt x="1051" y="1496"/>
                  <a:pt x="1042" y="1508"/>
                  <a:pt x="1037" y="1504"/>
                </a:cubicBezTo>
                <a:cubicBezTo>
                  <a:pt x="1031" y="1500"/>
                  <a:pt x="1041" y="1507"/>
                  <a:pt x="1037" y="1500"/>
                </a:cubicBezTo>
                <a:cubicBezTo>
                  <a:pt x="1073" y="1477"/>
                  <a:pt x="1094" y="1467"/>
                  <a:pt x="1109" y="1456"/>
                </a:cubicBezTo>
                <a:cubicBezTo>
                  <a:pt x="1275" y="1369"/>
                  <a:pt x="1284" y="1366"/>
                  <a:pt x="1295" y="1358"/>
                </a:cubicBezTo>
                <a:cubicBezTo>
                  <a:pt x="1347" y="1339"/>
                  <a:pt x="1366" y="1334"/>
                  <a:pt x="1388" y="1320"/>
                </a:cubicBezTo>
                <a:cubicBezTo>
                  <a:pt x="1431" y="1304"/>
                  <a:pt x="1442" y="1312"/>
                  <a:pt x="1439" y="1303"/>
                </a:cubicBezTo>
                <a:cubicBezTo>
                  <a:pt x="1354" y="1326"/>
                  <a:pt x="1347" y="1332"/>
                  <a:pt x="1342" y="1330"/>
                </a:cubicBezTo>
                <a:cubicBezTo>
                  <a:pt x="1287" y="1357"/>
                  <a:pt x="1267" y="1361"/>
                  <a:pt x="1247" y="1370"/>
                </a:cubicBezTo>
                <a:cubicBezTo>
                  <a:pt x="1154" y="1420"/>
                  <a:pt x="1135" y="1414"/>
                  <a:pt x="1141" y="1420"/>
                </a:cubicBezTo>
                <a:cubicBezTo>
                  <a:pt x="1005" y="1508"/>
                  <a:pt x="992" y="1517"/>
                  <a:pt x="978" y="1526"/>
                </a:cubicBezTo>
                <a:cubicBezTo>
                  <a:pt x="943" y="1546"/>
                  <a:pt x="941" y="1544"/>
                  <a:pt x="941" y="1544"/>
                </a:cubicBezTo>
                <a:cubicBezTo>
                  <a:pt x="918" y="1560"/>
                  <a:pt x="907" y="1563"/>
                  <a:pt x="896" y="1560"/>
                </a:cubicBezTo>
                <a:cubicBezTo>
                  <a:pt x="985" y="1506"/>
                  <a:pt x="1003" y="1486"/>
                  <a:pt x="1022" y="1472"/>
                </a:cubicBezTo>
                <a:cubicBezTo>
                  <a:pt x="1060" y="1446"/>
                  <a:pt x="1065" y="1443"/>
                  <a:pt x="1070" y="1440"/>
                </a:cubicBezTo>
                <a:cubicBezTo>
                  <a:pt x="1171" y="1370"/>
                  <a:pt x="1174" y="1376"/>
                  <a:pt x="1180" y="1369"/>
                </a:cubicBezTo>
                <a:cubicBezTo>
                  <a:pt x="1282" y="1309"/>
                  <a:pt x="1299" y="1314"/>
                  <a:pt x="1302" y="1301"/>
                </a:cubicBezTo>
                <a:cubicBezTo>
                  <a:pt x="1226" y="1335"/>
                  <a:pt x="1222" y="1338"/>
                  <a:pt x="1217" y="1341"/>
                </a:cubicBezTo>
                <a:cubicBezTo>
                  <a:pt x="1168" y="1365"/>
                  <a:pt x="1150" y="1376"/>
                  <a:pt x="1132" y="1387"/>
                </a:cubicBezTo>
                <a:cubicBezTo>
                  <a:pt x="1049" y="1445"/>
                  <a:pt x="1033" y="1453"/>
                  <a:pt x="1017" y="1465"/>
                </a:cubicBezTo>
                <a:cubicBezTo>
                  <a:pt x="992" y="1485"/>
                  <a:pt x="992" y="1482"/>
                  <a:pt x="981" y="1489"/>
                </a:cubicBezTo>
                <a:cubicBezTo>
                  <a:pt x="953" y="1511"/>
                  <a:pt x="948" y="1509"/>
                  <a:pt x="949" y="1514"/>
                </a:cubicBezTo>
                <a:cubicBezTo>
                  <a:pt x="929" y="1519"/>
                  <a:pt x="936" y="1514"/>
                  <a:pt x="942" y="1509"/>
                </a:cubicBezTo>
                <a:cubicBezTo>
                  <a:pt x="1076" y="1403"/>
                  <a:pt x="1090" y="1390"/>
                  <a:pt x="1112" y="1377"/>
                </a:cubicBezTo>
                <a:cubicBezTo>
                  <a:pt x="1178" y="1329"/>
                  <a:pt x="1193" y="1318"/>
                  <a:pt x="1209" y="1308"/>
                </a:cubicBezTo>
                <a:cubicBezTo>
                  <a:pt x="1280" y="1266"/>
                  <a:pt x="1295" y="1271"/>
                  <a:pt x="1295" y="1260"/>
                </a:cubicBezTo>
                <a:cubicBezTo>
                  <a:pt x="1220" y="1295"/>
                  <a:pt x="1208" y="1302"/>
                  <a:pt x="1196" y="1306"/>
                </a:cubicBezTo>
                <a:cubicBezTo>
                  <a:pt x="1126" y="1351"/>
                  <a:pt x="1126" y="1353"/>
                  <a:pt x="1112" y="1362"/>
                </a:cubicBezTo>
                <a:cubicBezTo>
                  <a:pt x="1010" y="1440"/>
                  <a:pt x="982" y="1464"/>
                  <a:pt x="946" y="1489"/>
                </a:cubicBezTo>
                <a:cubicBezTo>
                  <a:pt x="845" y="1564"/>
                  <a:pt x="847" y="1572"/>
                  <a:pt x="840" y="1570"/>
                </a:cubicBezTo>
                <a:cubicBezTo>
                  <a:pt x="892" y="1507"/>
                  <a:pt x="915" y="1505"/>
                  <a:pt x="910" y="1498"/>
                </a:cubicBezTo>
                <a:cubicBezTo>
                  <a:pt x="1004" y="1425"/>
                  <a:pt x="1033" y="1399"/>
                  <a:pt x="1064" y="1374"/>
                </a:cubicBezTo>
                <a:cubicBezTo>
                  <a:pt x="1139" y="1320"/>
                  <a:pt x="1148" y="1321"/>
                  <a:pt x="1148" y="1321"/>
                </a:cubicBezTo>
                <a:cubicBezTo>
                  <a:pt x="1183" y="1295"/>
                  <a:pt x="1197" y="1293"/>
                  <a:pt x="1194" y="1287"/>
                </a:cubicBezTo>
                <a:cubicBezTo>
                  <a:pt x="1152" y="1308"/>
                  <a:pt x="1145" y="1312"/>
                  <a:pt x="1138" y="1317"/>
                </a:cubicBezTo>
                <a:cubicBezTo>
                  <a:pt x="991" y="1422"/>
                  <a:pt x="961" y="1442"/>
                  <a:pt x="909" y="1481"/>
                </a:cubicBezTo>
                <a:cubicBezTo>
                  <a:pt x="856" y="1534"/>
                  <a:pt x="839" y="1547"/>
                  <a:pt x="827" y="1561"/>
                </a:cubicBezTo>
                <a:cubicBezTo>
                  <a:pt x="783" y="1596"/>
                  <a:pt x="771" y="1602"/>
                  <a:pt x="756" y="1612"/>
                </a:cubicBezTo>
                <a:cubicBezTo>
                  <a:pt x="740" y="1610"/>
                  <a:pt x="739" y="1606"/>
                  <a:pt x="755" y="1595"/>
                </a:cubicBezTo>
                <a:cubicBezTo>
                  <a:pt x="767" y="1578"/>
                  <a:pt x="776" y="1574"/>
                  <a:pt x="775" y="1568"/>
                </a:cubicBezTo>
                <a:cubicBezTo>
                  <a:pt x="823" y="1524"/>
                  <a:pt x="834" y="1505"/>
                  <a:pt x="854" y="1487"/>
                </a:cubicBezTo>
                <a:cubicBezTo>
                  <a:pt x="917" y="1415"/>
                  <a:pt x="931" y="1412"/>
                  <a:pt x="928" y="1406"/>
                </a:cubicBezTo>
                <a:cubicBezTo>
                  <a:pt x="1050" y="1310"/>
                  <a:pt x="1065" y="1300"/>
                  <a:pt x="1081" y="1289"/>
                </a:cubicBezTo>
                <a:cubicBezTo>
                  <a:pt x="1111" y="1268"/>
                  <a:pt x="1105" y="1267"/>
                  <a:pt x="1099" y="1270"/>
                </a:cubicBezTo>
                <a:cubicBezTo>
                  <a:pt x="1041" y="1309"/>
                  <a:pt x="1038" y="1312"/>
                  <a:pt x="1032" y="1315"/>
                </a:cubicBezTo>
                <a:cubicBezTo>
                  <a:pt x="949" y="1381"/>
                  <a:pt x="931" y="1388"/>
                  <a:pt x="926" y="1397"/>
                </a:cubicBezTo>
                <a:cubicBezTo>
                  <a:pt x="884" y="1440"/>
                  <a:pt x="876" y="1444"/>
                  <a:pt x="870" y="1449"/>
                </a:cubicBezTo>
                <a:cubicBezTo>
                  <a:pt x="825" y="1495"/>
                  <a:pt x="815" y="1515"/>
                  <a:pt x="793" y="1532"/>
                </a:cubicBezTo>
                <a:cubicBezTo>
                  <a:pt x="735" y="1594"/>
                  <a:pt x="729" y="1600"/>
                  <a:pt x="724" y="1606"/>
                </a:cubicBezTo>
                <a:cubicBezTo>
                  <a:pt x="713" y="1608"/>
                  <a:pt x="722" y="1598"/>
                  <a:pt x="732" y="1587"/>
                </a:cubicBezTo>
                <a:cubicBezTo>
                  <a:pt x="871" y="1418"/>
                  <a:pt x="904" y="1393"/>
                  <a:pt x="930" y="1366"/>
                </a:cubicBezTo>
                <a:cubicBezTo>
                  <a:pt x="949" y="1340"/>
                  <a:pt x="949" y="1347"/>
                  <a:pt x="936" y="1355"/>
                </a:cubicBezTo>
                <a:cubicBezTo>
                  <a:pt x="848" y="1438"/>
                  <a:pt x="838" y="1440"/>
                  <a:pt x="839" y="1445"/>
                </a:cubicBezTo>
                <a:cubicBezTo>
                  <a:pt x="799" y="1490"/>
                  <a:pt x="798" y="1496"/>
                  <a:pt x="789" y="1500"/>
                </a:cubicBezTo>
                <a:cubicBezTo>
                  <a:pt x="785" y="1499"/>
                  <a:pt x="795" y="1486"/>
                  <a:pt x="806" y="1474"/>
                </a:cubicBezTo>
                <a:cubicBezTo>
                  <a:pt x="822" y="1442"/>
                  <a:pt x="828" y="1440"/>
                  <a:pt x="826" y="1436"/>
                </a:cubicBezTo>
                <a:cubicBezTo>
                  <a:pt x="862" y="1385"/>
                  <a:pt x="866" y="1372"/>
                  <a:pt x="877" y="1360"/>
                </a:cubicBezTo>
                <a:cubicBezTo>
                  <a:pt x="945" y="1286"/>
                  <a:pt x="944" y="1279"/>
                  <a:pt x="952" y="1275"/>
                </a:cubicBezTo>
                <a:cubicBezTo>
                  <a:pt x="898" y="1318"/>
                  <a:pt x="891" y="1327"/>
                  <a:pt x="881" y="1336"/>
                </a:cubicBezTo>
                <a:cubicBezTo>
                  <a:pt x="836" y="1397"/>
                  <a:pt x="839" y="1404"/>
                  <a:pt x="832" y="1408"/>
                </a:cubicBezTo>
                <a:cubicBezTo>
                  <a:pt x="798" y="1460"/>
                  <a:pt x="792" y="1470"/>
                  <a:pt x="786" y="1480"/>
                </a:cubicBezTo>
                <a:cubicBezTo>
                  <a:pt x="759" y="1516"/>
                  <a:pt x="756" y="1519"/>
                  <a:pt x="755" y="1522"/>
                </a:cubicBezTo>
                <a:cubicBezTo>
                  <a:pt x="716" y="1575"/>
                  <a:pt x="710" y="1577"/>
                  <a:pt x="706" y="1580"/>
                </a:cubicBezTo>
                <a:cubicBezTo>
                  <a:pt x="698" y="1596"/>
                  <a:pt x="684" y="1601"/>
                  <a:pt x="684" y="1609"/>
                </a:cubicBezTo>
                <a:cubicBezTo>
                  <a:pt x="639" y="1644"/>
                  <a:pt x="633" y="1654"/>
                  <a:pt x="630" y="1648"/>
                </a:cubicBezTo>
                <a:cubicBezTo>
                  <a:pt x="640" y="1636"/>
                  <a:pt x="639" y="1629"/>
                  <a:pt x="649" y="1625"/>
                </a:cubicBezTo>
                <a:cubicBezTo>
                  <a:pt x="667" y="1601"/>
                  <a:pt x="672" y="1594"/>
                  <a:pt x="677" y="1589"/>
                </a:cubicBezTo>
                <a:cubicBezTo>
                  <a:pt x="704" y="1543"/>
                  <a:pt x="716" y="1538"/>
                  <a:pt x="712" y="1531"/>
                </a:cubicBezTo>
                <a:cubicBezTo>
                  <a:pt x="752" y="1464"/>
                  <a:pt x="761" y="1459"/>
                  <a:pt x="760" y="1452"/>
                </a:cubicBezTo>
                <a:cubicBezTo>
                  <a:pt x="794" y="1389"/>
                  <a:pt x="807" y="1385"/>
                  <a:pt x="808" y="1378"/>
                </a:cubicBezTo>
                <a:cubicBezTo>
                  <a:pt x="838" y="1332"/>
                  <a:pt x="853" y="1328"/>
                  <a:pt x="849" y="1319"/>
                </a:cubicBezTo>
                <a:cubicBezTo>
                  <a:pt x="776" y="1414"/>
                  <a:pt x="766" y="1416"/>
                  <a:pt x="771" y="1421"/>
                </a:cubicBezTo>
                <a:cubicBezTo>
                  <a:pt x="745" y="1470"/>
                  <a:pt x="733" y="1477"/>
                  <a:pt x="731" y="1486"/>
                </a:cubicBezTo>
                <a:cubicBezTo>
                  <a:pt x="674" y="1571"/>
                  <a:pt x="669" y="1579"/>
                  <a:pt x="664" y="1587"/>
                </a:cubicBezTo>
                <a:cubicBezTo>
                  <a:pt x="632" y="1624"/>
                  <a:pt x="633" y="1629"/>
                  <a:pt x="627" y="1633"/>
                </a:cubicBezTo>
                <a:cubicBezTo>
                  <a:pt x="546" y="1697"/>
                  <a:pt x="542" y="1702"/>
                  <a:pt x="539" y="1699"/>
                </a:cubicBezTo>
                <a:cubicBezTo>
                  <a:pt x="572" y="1669"/>
                  <a:pt x="577" y="1660"/>
                  <a:pt x="588" y="1652"/>
                </a:cubicBezTo>
                <a:cubicBezTo>
                  <a:pt x="624" y="1604"/>
                  <a:pt x="638" y="1598"/>
                  <a:pt x="640" y="1590"/>
                </a:cubicBezTo>
                <a:cubicBezTo>
                  <a:pt x="663" y="1560"/>
                  <a:pt x="668" y="1552"/>
                  <a:pt x="672" y="1544"/>
                </a:cubicBezTo>
                <a:cubicBezTo>
                  <a:pt x="706" y="1481"/>
                  <a:pt x="709" y="1476"/>
                  <a:pt x="711" y="1472"/>
                </a:cubicBezTo>
                <a:cubicBezTo>
                  <a:pt x="744" y="1422"/>
                  <a:pt x="731" y="1415"/>
                  <a:pt x="741" y="1413"/>
                </a:cubicBezTo>
                <a:cubicBezTo>
                  <a:pt x="778" y="1336"/>
                  <a:pt x="790" y="1321"/>
                  <a:pt x="798" y="1305"/>
                </a:cubicBezTo>
                <a:cubicBezTo>
                  <a:pt x="819" y="1273"/>
                  <a:pt x="831" y="1266"/>
                  <a:pt x="828" y="1257"/>
                </a:cubicBezTo>
                <a:cubicBezTo>
                  <a:pt x="785" y="1307"/>
                  <a:pt x="784" y="1315"/>
                  <a:pt x="778" y="1322"/>
                </a:cubicBezTo>
                <a:cubicBezTo>
                  <a:pt x="756" y="1353"/>
                  <a:pt x="753" y="1361"/>
                  <a:pt x="750" y="1369"/>
                </a:cubicBezTo>
                <a:cubicBezTo>
                  <a:pt x="719" y="1422"/>
                  <a:pt x="721" y="1431"/>
                  <a:pt x="713" y="1439"/>
                </a:cubicBezTo>
                <a:cubicBezTo>
                  <a:pt x="680" y="1499"/>
                  <a:pt x="686" y="1505"/>
                  <a:pt x="679" y="1507"/>
                </a:cubicBezTo>
                <a:cubicBezTo>
                  <a:pt x="644" y="1561"/>
                  <a:pt x="643" y="1569"/>
                  <a:pt x="634" y="1576"/>
                </a:cubicBezTo>
                <a:cubicBezTo>
                  <a:pt x="621" y="1590"/>
                  <a:pt x="625" y="1595"/>
                  <a:pt x="617" y="1598"/>
                </a:cubicBezTo>
                <a:cubicBezTo>
                  <a:pt x="545" y="1672"/>
                  <a:pt x="536" y="1679"/>
                  <a:pt x="531" y="1687"/>
                </a:cubicBezTo>
                <a:cubicBezTo>
                  <a:pt x="510" y="1703"/>
                  <a:pt x="509" y="1698"/>
                  <a:pt x="515" y="1695"/>
                </a:cubicBezTo>
                <a:cubicBezTo>
                  <a:pt x="523" y="1676"/>
                  <a:pt x="539" y="1669"/>
                  <a:pt x="540" y="1660"/>
                </a:cubicBezTo>
                <a:cubicBezTo>
                  <a:pt x="595" y="1594"/>
                  <a:pt x="599" y="1591"/>
                  <a:pt x="600" y="1587"/>
                </a:cubicBezTo>
                <a:cubicBezTo>
                  <a:pt x="621" y="1547"/>
                  <a:pt x="634" y="1540"/>
                  <a:pt x="635" y="1530"/>
                </a:cubicBezTo>
                <a:cubicBezTo>
                  <a:pt x="656" y="1483"/>
                  <a:pt x="669" y="1481"/>
                  <a:pt x="668" y="1476"/>
                </a:cubicBezTo>
                <a:cubicBezTo>
                  <a:pt x="693" y="1416"/>
                  <a:pt x="692" y="1410"/>
                  <a:pt x="698" y="1407"/>
                </a:cubicBezTo>
                <a:cubicBezTo>
                  <a:pt x="690" y="1416"/>
                  <a:pt x="680" y="1418"/>
                  <a:pt x="681" y="1422"/>
                </a:cubicBezTo>
                <a:cubicBezTo>
                  <a:pt x="650" y="1486"/>
                  <a:pt x="647" y="1493"/>
                  <a:pt x="642" y="1500"/>
                </a:cubicBezTo>
                <a:cubicBezTo>
                  <a:pt x="624" y="1530"/>
                  <a:pt x="615" y="1537"/>
                  <a:pt x="617" y="1545"/>
                </a:cubicBezTo>
                <a:cubicBezTo>
                  <a:pt x="572" y="1609"/>
                  <a:pt x="554" y="1631"/>
                  <a:pt x="531" y="1652"/>
                </a:cubicBezTo>
                <a:cubicBezTo>
                  <a:pt x="490" y="1699"/>
                  <a:pt x="491" y="1712"/>
                  <a:pt x="480" y="1711"/>
                </a:cubicBezTo>
                <a:cubicBezTo>
                  <a:pt x="462" y="1726"/>
                  <a:pt x="464" y="1724"/>
                  <a:pt x="466" y="1723"/>
                </a:cubicBezTo>
                <a:cubicBezTo>
                  <a:pt x="538" y="1634"/>
                  <a:pt x="539" y="1626"/>
                  <a:pt x="548" y="1620"/>
                </a:cubicBezTo>
                <a:cubicBezTo>
                  <a:pt x="574" y="1574"/>
                  <a:pt x="589" y="1563"/>
                  <a:pt x="591" y="1549"/>
                </a:cubicBezTo>
                <a:cubicBezTo>
                  <a:pt x="620" y="1490"/>
                  <a:pt x="627" y="1481"/>
                  <a:pt x="634" y="1471"/>
                </a:cubicBezTo>
                <a:cubicBezTo>
                  <a:pt x="656" y="1431"/>
                  <a:pt x="656" y="1418"/>
                  <a:pt x="667" y="1407"/>
                </a:cubicBezTo>
                <a:cubicBezTo>
                  <a:pt x="679" y="1383"/>
                  <a:pt x="687" y="1378"/>
                  <a:pt x="685" y="1371"/>
                </a:cubicBezTo>
                <a:cubicBezTo>
                  <a:pt x="710" y="1330"/>
                  <a:pt x="718" y="1325"/>
                  <a:pt x="716" y="1318"/>
                </a:cubicBezTo>
                <a:cubicBezTo>
                  <a:pt x="689" y="1355"/>
                  <a:pt x="678" y="1362"/>
                  <a:pt x="678" y="1371"/>
                </a:cubicBezTo>
                <a:cubicBezTo>
                  <a:pt x="651" y="1411"/>
                  <a:pt x="646" y="1429"/>
                  <a:pt x="633" y="1444"/>
                </a:cubicBezTo>
                <a:cubicBezTo>
                  <a:pt x="600" y="1501"/>
                  <a:pt x="605" y="1511"/>
                  <a:pt x="595" y="1518"/>
                </a:cubicBezTo>
                <a:cubicBezTo>
                  <a:pt x="574" y="1559"/>
                  <a:pt x="568" y="1562"/>
                  <a:pt x="569" y="1567"/>
                </a:cubicBezTo>
                <a:cubicBezTo>
                  <a:pt x="535" y="1606"/>
                  <a:pt x="533" y="1624"/>
                  <a:pt x="519" y="1639"/>
                </a:cubicBezTo>
                <a:cubicBezTo>
                  <a:pt x="456" y="1710"/>
                  <a:pt x="455" y="1717"/>
                  <a:pt x="451" y="1723"/>
                </a:cubicBezTo>
                <a:cubicBezTo>
                  <a:pt x="405" y="1762"/>
                  <a:pt x="394" y="1777"/>
                  <a:pt x="387" y="1770"/>
                </a:cubicBezTo>
                <a:cubicBezTo>
                  <a:pt x="433" y="1721"/>
                  <a:pt x="434" y="1719"/>
                  <a:pt x="435" y="1717"/>
                </a:cubicBezTo>
                <a:cubicBezTo>
                  <a:pt x="458" y="1687"/>
                  <a:pt x="459" y="1682"/>
                  <a:pt x="462" y="1684"/>
                </a:cubicBezTo>
                <a:cubicBezTo>
                  <a:pt x="506" y="1623"/>
                  <a:pt x="510" y="1611"/>
                  <a:pt x="521" y="1600"/>
                </a:cubicBezTo>
                <a:cubicBezTo>
                  <a:pt x="533" y="1574"/>
                  <a:pt x="540" y="1569"/>
                  <a:pt x="545" y="1563"/>
                </a:cubicBezTo>
                <a:cubicBezTo>
                  <a:pt x="564" y="1513"/>
                  <a:pt x="569" y="1512"/>
                  <a:pt x="568" y="1509"/>
                </a:cubicBezTo>
                <a:cubicBezTo>
                  <a:pt x="593" y="1456"/>
                  <a:pt x="602" y="1446"/>
                  <a:pt x="601" y="1434"/>
                </a:cubicBezTo>
                <a:cubicBezTo>
                  <a:pt x="624" y="1382"/>
                  <a:pt x="632" y="1377"/>
                  <a:pt x="632" y="1371"/>
                </a:cubicBezTo>
                <a:cubicBezTo>
                  <a:pt x="653" y="1313"/>
                  <a:pt x="654" y="1322"/>
                  <a:pt x="647" y="1330"/>
                </a:cubicBezTo>
                <a:cubicBezTo>
                  <a:pt x="614" y="1388"/>
                  <a:pt x="608" y="1396"/>
                  <a:pt x="607" y="1406"/>
                </a:cubicBezTo>
                <a:cubicBezTo>
                  <a:pt x="578" y="1463"/>
                  <a:pt x="576" y="1472"/>
                  <a:pt x="569" y="1480"/>
                </a:cubicBezTo>
                <a:cubicBezTo>
                  <a:pt x="560" y="1497"/>
                  <a:pt x="564" y="1503"/>
                  <a:pt x="560" y="1507"/>
                </a:cubicBezTo>
                <a:cubicBezTo>
                  <a:pt x="528" y="1567"/>
                  <a:pt x="520" y="1577"/>
                  <a:pt x="513" y="1587"/>
                </a:cubicBezTo>
                <a:cubicBezTo>
                  <a:pt x="479" y="1639"/>
                  <a:pt x="474" y="1648"/>
                  <a:pt x="468" y="1656"/>
                </a:cubicBezTo>
                <a:cubicBezTo>
                  <a:pt x="411" y="1726"/>
                  <a:pt x="409" y="1729"/>
                  <a:pt x="407" y="1732"/>
                </a:cubicBezTo>
                <a:cubicBezTo>
                  <a:pt x="319" y="1816"/>
                  <a:pt x="313" y="1820"/>
                  <a:pt x="308" y="1819"/>
                </a:cubicBezTo>
                <a:cubicBezTo>
                  <a:pt x="375" y="1743"/>
                  <a:pt x="376" y="1740"/>
                  <a:pt x="375" y="1736"/>
                </a:cubicBezTo>
                <a:cubicBezTo>
                  <a:pt x="396" y="1717"/>
                  <a:pt x="396" y="1710"/>
                  <a:pt x="406" y="1705"/>
                </a:cubicBezTo>
                <a:cubicBezTo>
                  <a:pt x="441" y="1654"/>
                  <a:pt x="453" y="1648"/>
                  <a:pt x="454" y="1641"/>
                </a:cubicBezTo>
                <a:cubicBezTo>
                  <a:pt x="492" y="1583"/>
                  <a:pt x="495" y="1579"/>
                  <a:pt x="496" y="1574"/>
                </a:cubicBezTo>
                <a:cubicBezTo>
                  <a:pt x="522" y="1539"/>
                  <a:pt x="516" y="1534"/>
                  <a:pt x="524" y="1531"/>
                </a:cubicBezTo>
                <a:cubicBezTo>
                  <a:pt x="547" y="1494"/>
                  <a:pt x="550" y="1490"/>
                  <a:pt x="549" y="1486"/>
                </a:cubicBezTo>
                <a:cubicBezTo>
                  <a:pt x="583" y="1436"/>
                  <a:pt x="576" y="1427"/>
                  <a:pt x="585" y="1420"/>
                </a:cubicBezTo>
                <a:cubicBezTo>
                  <a:pt x="616" y="1336"/>
                  <a:pt x="622" y="1321"/>
                  <a:pt x="626" y="1305"/>
                </a:cubicBezTo>
                <a:cubicBezTo>
                  <a:pt x="598" y="1363"/>
                  <a:pt x="595" y="1371"/>
                  <a:pt x="593" y="1380"/>
                </a:cubicBezTo>
                <a:cubicBezTo>
                  <a:pt x="574" y="1407"/>
                  <a:pt x="580" y="1413"/>
                  <a:pt x="575" y="1416"/>
                </a:cubicBezTo>
                <a:cubicBezTo>
                  <a:pt x="561" y="1441"/>
                  <a:pt x="562" y="1446"/>
                  <a:pt x="556" y="1450"/>
                </a:cubicBezTo>
                <a:cubicBezTo>
                  <a:pt x="536" y="1493"/>
                  <a:pt x="533" y="1497"/>
                  <a:pt x="532" y="1502"/>
                </a:cubicBezTo>
                <a:cubicBezTo>
                  <a:pt x="497" y="1558"/>
                  <a:pt x="489" y="1564"/>
                  <a:pt x="487" y="1570"/>
                </a:cubicBezTo>
                <a:cubicBezTo>
                  <a:pt x="441" y="1647"/>
                  <a:pt x="432" y="1651"/>
                  <a:pt x="430" y="1657"/>
                </a:cubicBezTo>
                <a:cubicBezTo>
                  <a:pt x="381" y="1713"/>
                  <a:pt x="377" y="1718"/>
                  <a:pt x="373" y="1723"/>
                </a:cubicBezTo>
                <a:cubicBezTo>
                  <a:pt x="346" y="1753"/>
                  <a:pt x="347" y="1756"/>
                  <a:pt x="341" y="1759"/>
                </a:cubicBezTo>
                <a:cubicBezTo>
                  <a:pt x="360" y="1724"/>
                  <a:pt x="360" y="1723"/>
                  <a:pt x="360" y="1723"/>
                </a:cubicBezTo>
                <a:cubicBezTo>
                  <a:pt x="379" y="1692"/>
                  <a:pt x="384" y="1684"/>
                  <a:pt x="387" y="1676"/>
                </a:cubicBezTo>
                <a:cubicBezTo>
                  <a:pt x="409" y="1644"/>
                  <a:pt x="414" y="1636"/>
                  <a:pt x="413" y="1627"/>
                </a:cubicBezTo>
                <a:cubicBezTo>
                  <a:pt x="440" y="1584"/>
                  <a:pt x="442" y="1580"/>
                  <a:pt x="442" y="1576"/>
                </a:cubicBezTo>
                <a:cubicBezTo>
                  <a:pt x="472" y="1518"/>
                  <a:pt x="481" y="1511"/>
                  <a:pt x="483" y="1503"/>
                </a:cubicBezTo>
                <a:cubicBezTo>
                  <a:pt x="500" y="1470"/>
                  <a:pt x="505" y="1462"/>
                  <a:pt x="506" y="1453"/>
                </a:cubicBezTo>
                <a:cubicBezTo>
                  <a:pt x="533" y="1399"/>
                  <a:pt x="543" y="1396"/>
                  <a:pt x="541" y="1391"/>
                </a:cubicBezTo>
                <a:cubicBezTo>
                  <a:pt x="535" y="1398"/>
                  <a:pt x="529" y="1402"/>
                  <a:pt x="523" y="1406"/>
                </a:cubicBezTo>
                <a:cubicBezTo>
                  <a:pt x="490" y="1481"/>
                  <a:pt x="478" y="1485"/>
                  <a:pt x="479" y="1491"/>
                </a:cubicBezTo>
                <a:cubicBezTo>
                  <a:pt x="453" y="1544"/>
                  <a:pt x="451" y="1545"/>
                  <a:pt x="450" y="1546"/>
                </a:cubicBezTo>
                <a:cubicBezTo>
                  <a:pt x="425" y="1576"/>
                  <a:pt x="433" y="1583"/>
                  <a:pt x="425" y="1587"/>
                </a:cubicBezTo>
                <a:cubicBezTo>
                  <a:pt x="410" y="1614"/>
                  <a:pt x="404" y="1624"/>
                  <a:pt x="401" y="1635"/>
                </a:cubicBezTo>
                <a:cubicBezTo>
                  <a:pt x="370" y="1675"/>
                  <a:pt x="368" y="1690"/>
                  <a:pt x="356" y="1703"/>
                </a:cubicBezTo>
                <a:cubicBezTo>
                  <a:pt x="325" y="1753"/>
                  <a:pt x="327" y="1761"/>
                  <a:pt x="319" y="1767"/>
                </a:cubicBezTo>
                <a:cubicBezTo>
                  <a:pt x="291" y="1810"/>
                  <a:pt x="281" y="1812"/>
                  <a:pt x="282" y="1816"/>
                </a:cubicBezTo>
                <a:cubicBezTo>
                  <a:pt x="265" y="1840"/>
                  <a:pt x="253" y="1842"/>
                  <a:pt x="257" y="1847"/>
                </a:cubicBezTo>
                <a:cubicBezTo>
                  <a:pt x="239" y="1856"/>
                  <a:pt x="242" y="1868"/>
                  <a:pt x="236" y="1861"/>
                </a:cubicBezTo>
                <a:cubicBezTo>
                  <a:pt x="277" y="1799"/>
                  <a:pt x="289" y="1783"/>
                  <a:pt x="294" y="1766"/>
                </a:cubicBezTo>
                <a:cubicBezTo>
                  <a:pt x="330" y="1701"/>
                  <a:pt x="335" y="1684"/>
                  <a:pt x="342" y="1667"/>
                </a:cubicBezTo>
                <a:cubicBezTo>
                  <a:pt x="379" y="1595"/>
                  <a:pt x="381" y="1591"/>
                  <a:pt x="383" y="1587"/>
                </a:cubicBezTo>
                <a:cubicBezTo>
                  <a:pt x="413" y="1542"/>
                  <a:pt x="410" y="1535"/>
                  <a:pt x="417" y="1529"/>
                </a:cubicBezTo>
                <a:cubicBezTo>
                  <a:pt x="450" y="1486"/>
                  <a:pt x="456" y="1474"/>
                  <a:pt x="468" y="1464"/>
                </a:cubicBezTo>
                <a:cubicBezTo>
                  <a:pt x="498" y="1426"/>
                  <a:pt x="504" y="1421"/>
                  <a:pt x="509" y="1416"/>
                </a:cubicBezTo>
                <a:cubicBezTo>
                  <a:pt x="453" y="1468"/>
                  <a:pt x="439" y="1487"/>
                  <a:pt x="422" y="1505"/>
                </a:cubicBezTo>
                <a:cubicBezTo>
                  <a:pt x="361" y="1567"/>
                  <a:pt x="356" y="1571"/>
                  <a:pt x="354" y="1575"/>
                </a:cubicBezTo>
                <a:cubicBezTo>
                  <a:pt x="336" y="1596"/>
                  <a:pt x="330" y="1605"/>
                  <a:pt x="328" y="1614"/>
                </a:cubicBezTo>
                <a:cubicBezTo>
                  <a:pt x="259" y="1729"/>
                  <a:pt x="254" y="1735"/>
                  <a:pt x="253" y="1741"/>
                </a:cubicBezTo>
                <a:cubicBezTo>
                  <a:pt x="230" y="1786"/>
                  <a:pt x="232" y="1791"/>
                  <a:pt x="226" y="1795"/>
                </a:cubicBezTo>
                <a:cubicBezTo>
                  <a:pt x="202" y="1849"/>
                  <a:pt x="201" y="1849"/>
                  <a:pt x="200" y="1850"/>
                </a:cubicBezTo>
                <a:cubicBezTo>
                  <a:pt x="173" y="1892"/>
                  <a:pt x="161" y="1909"/>
                  <a:pt x="150" y="1926"/>
                </a:cubicBezTo>
                <a:cubicBezTo>
                  <a:pt x="136" y="1930"/>
                  <a:pt x="140" y="1915"/>
                  <a:pt x="150" y="1901"/>
                </a:cubicBezTo>
                <a:cubicBezTo>
                  <a:pt x="183" y="1838"/>
                  <a:pt x="189" y="1826"/>
                  <a:pt x="193" y="1813"/>
                </a:cubicBezTo>
                <a:cubicBezTo>
                  <a:pt x="207" y="1785"/>
                  <a:pt x="212" y="1777"/>
                  <a:pt x="212" y="1769"/>
                </a:cubicBezTo>
                <a:cubicBezTo>
                  <a:pt x="231" y="1724"/>
                  <a:pt x="232" y="1723"/>
                  <a:pt x="232" y="1723"/>
                </a:cubicBezTo>
                <a:cubicBezTo>
                  <a:pt x="241" y="1687"/>
                  <a:pt x="250" y="1685"/>
                  <a:pt x="246" y="1680"/>
                </a:cubicBezTo>
                <a:cubicBezTo>
                  <a:pt x="255" y="1650"/>
                  <a:pt x="264" y="1643"/>
                  <a:pt x="261" y="1634"/>
                </a:cubicBezTo>
                <a:cubicBezTo>
                  <a:pt x="261" y="1615"/>
                  <a:pt x="266" y="1624"/>
                  <a:pt x="258" y="1630"/>
                </a:cubicBezTo>
                <a:cubicBezTo>
                  <a:pt x="225" y="1703"/>
                  <a:pt x="231" y="1712"/>
                  <a:pt x="224" y="1719"/>
                </a:cubicBezTo>
                <a:cubicBezTo>
                  <a:pt x="201" y="1779"/>
                  <a:pt x="189" y="1792"/>
                  <a:pt x="185" y="1808"/>
                </a:cubicBezTo>
                <a:cubicBezTo>
                  <a:pt x="164" y="1850"/>
                  <a:pt x="163" y="1851"/>
                  <a:pt x="162" y="1851"/>
                </a:cubicBezTo>
                <a:cubicBezTo>
                  <a:pt x="130" y="1909"/>
                  <a:pt x="125" y="1924"/>
                  <a:pt x="116" y="1938"/>
                </a:cubicBezTo>
                <a:cubicBezTo>
                  <a:pt x="85" y="1979"/>
                  <a:pt x="78" y="1989"/>
                  <a:pt x="74" y="1984"/>
                </a:cubicBezTo>
                <a:cubicBezTo>
                  <a:pt x="101" y="1935"/>
                  <a:pt x="110" y="1933"/>
                  <a:pt x="110" y="1929"/>
                </a:cubicBezTo>
                <a:cubicBezTo>
                  <a:pt x="133" y="1879"/>
                  <a:pt x="144" y="1865"/>
                  <a:pt x="151" y="1850"/>
                </a:cubicBezTo>
                <a:cubicBezTo>
                  <a:pt x="161" y="1818"/>
                  <a:pt x="171" y="1815"/>
                  <a:pt x="170" y="1811"/>
                </a:cubicBezTo>
                <a:cubicBezTo>
                  <a:pt x="183" y="1782"/>
                  <a:pt x="189" y="1778"/>
                  <a:pt x="186" y="1772"/>
                </a:cubicBezTo>
                <a:cubicBezTo>
                  <a:pt x="208" y="1714"/>
                  <a:pt x="211" y="1705"/>
                  <a:pt x="216" y="1697"/>
                </a:cubicBezTo>
                <a:cubicBezTo>
                  <a:pt x="249" y="1613"/>
                  <a:pt x="260" y="1606"/>
                  <a:pt x="260" y="1597"/>
                </a:cubicBezTo>
                <a:cubicBezTo>
                  <a:pt x="273" y="1582"/>
                  <a:pt x="276" y="1577"/>
                  <a:pt x="275" y="1573"/>
                </a:cubicBezTo>
                <a:cubicBezTo>
                  <a:pt x="300" y="1533"/>
                  <a:pt x="312" y="1530"/>
                  <a:pt x="310" y="1525"/>
                </a:cubicBezTo>
                <a:cubicBezTo>
                  <a:pt x="348" y="1485"/>
                  <a:pt x="352" y="1480"/>
                  <a:pt x="353" y="1475"/>
                </a:cubicBezTo>
                <a:cubicBezTo>
                  <a:pt x="296" y="1530"/>
                  <a:pt x="297" y="1534"/>
                  <a:pt x="293" y="1536"/>
                </a:cubicBezTo>
                <a:cubicBezTo>
                  <a:pt x="262" y="1584"/>
                  <a:pt x="261" y="1586"/>
                  <a:pt x="259" y="1587"/>
                </a:cubicBezTo>
                <a:cubicBezTo>
                  <a:pt x="245" y="1606"/>
                  <a:pt x="239" y="1616"/>
                  <a:pt x="234" y="1615"/>
                </a:cubicBezTo>
                <a:cubicBezTo>
                  <a:pt x="213" y="1638"/>
                  <a:pt x="213" y="1645"/>
                  <a:pt x="206" y="1651"/>
                </a:cubicBezTo>
                <a:cubicBezTo>
                  <a:pt x="189" y="1676"/>
                  <a:pt x="180" y="1681"/>
                  <a:pt x="178" y="1687"/>
                </a:cubicBezTo>
                <a:cubicBezTo>
                  <a:pt x="154" y="1721"/>
                  <a:pt x="153" y="1721"/>
                  <a:pt x="152" y="1723"/>
                </a:cubicBezTo>
                <a:cubicBezTo>
                  <a:pt x="138" y="1753"/>
                  <a:pt x="137" y="1760"/>
                  <a:pt x="131" y="1764"/>
                </a:cubicBezTo>
                <a:cubicBezTo>
                  <a:pt x="105" y="1814"/>
                  <a:pt x="96" y="1826"/>
                  <a:pt x="91" y="1839"/>
                </a:cubicBezTo>
                <a:cubicBezTo>
                  <a:pt x="79" y="1861"/>
                  <a:pt x="80" y="1865"/>
                  <a:pt x="75" y="1868"/>
                </a:cubicBezTo>
                <a:cubicBezTo>
                  <a:pt x="53" y="1931"/>
                  <a:pt x="39" y="1943"/>
                  <a:pt x="37" y="1956"/>
                </a:cubicBezTo>
                <a:cubicBezTo>
                  <a:pt x="12" y="1997"/>
                  <a:pt x="15" y="2001"/>
                  <a:pt x="13" y="2004"/>
                </a:cubicBezTo>
                <a:cubicBezTo>
                  <a:pt x="0" y="2074"/>
                  <a:pt x="0" y="2074"/>
                  <a:pt x="0" y="2074"/>
                </a:cubicBezTo>
                <a:cubicBezTo>
                  <a:pt x="47" y="2051"/>
                  <a:pt x="57" y="2058"/>
                  <a:pt x="60" y="2053"/>
                </a:cubicBezTo>
                <a:cubicBezTo>
                  <a:pt x="86" y="2046"/>
                  <a:pt x="88" y="2051"/>
                  <a:pt x="93" y="2044"/>
                </a:cubicBezTo>
                <a:cubicBezTo>
                  <a:pt x="135" y="2037"/>
                  <a:pt x="138" y="2037"/>
                  <a:pt x="141" y="2037"/>
                </a:cubicBezTo>
                <a:cubicBezTo>
                  <a:pt x="178" y="2029"/>
                  <a:pt x="183" y="2033"/>
                  <a:pt x="190" y="2032"/>
                </a:cubicBezTo>
                <a:cubicBezTo>
                  <a:pt x="239" y="2030"/>
                  <a:pt x="244" y="2027"/>
                  <a:pt x="246" y="2033"/>
                </a:cubicBezTo>
                <a:cubicBezTo>
                  <a:pt x="314" y="2037"/>
                  <a:pt x="328" y="2029"/>
                  <a:pt x="340" y="2032"/>
                </a:cubicBezTo>
                <a:cubicBezTo>
                  <a:pt x="380" y="2037"/>
                  <a:pt x="384" y="2032"/>
                  <a:pt x="387" y="2035"/>
                </a:cubicBezTo>
                <a:cubicBezTo>
                  <a:pt x="426" y="2046"/>
                  <a:pt x="434" y="2040"/>
                  <a:pt x="440" y="2045"/>
                </a:cubicBezTo>
                <a:cubicBezTo>
                  <a:pt x="489" y="2055"/>
                  <a:pt x="497" y="2053"/>
                  <a:pt x="505" y="2054"/>
                </a:cubicBezTo>
                <a:cubicBezTo>
                  <a:pt x="541" y="2062"/>
                  <a:pt x="543" y="2072"/>
                  <a:pt x="548" y="2071"/>
                </a:cubicBezTo>
                <a:cubicBezTo>
                  <a:pt x="620" y="2083"/>
                  <a:pt x="627" y="2084"/>
                  <a:pt x="634" y="2086"/>
                </a:cubicBezTo>
                <a:cubicBezTo>
                  <a:pt x="692" y="2089"/>
                  <a:pt x="696" y="2090"/>
                  <a:pt x="700" y="2090"/>
                </a:cubicBezTo>
                <a:cubicBezTo>
                  <a:pt x="718" y="2081"/>
                  <a:pt x="711" y="2084"/>
                  <a:pt x="703" y="2089"/>
                </a:cubicBezTo>
                <a:cubicBezTo>
                  <a:pt x="641" y="2080"/>
                  <a:pt x="633" y="2074"/>
                  <a:pt x="624" y="2075"/>
                </a:cubicBezTo>
                <a:cubicBezTo>
                  <a:pt x="484" y="2043"/>
                  <a:pt x="482" y="2034"/>
                  <a:pt x="477" y="2038"/>
                </a:cubicBezTo>
                <a:cubicBezTo>
                  <a:pt x="444" y="2032"/>
                  <a:pt x="439" y="2029"/>
                  <a:pt x="434" y="2032"/>
                </a:cubicBezTo>
                <a:cubicBezTo>
                  <a:pt x="400" y="2025"/>
                  <a:pt x="396" y="2025"/>
                  <a:pt x="394" y="2024"/>
                </a:cubicBezTo>
                <a:cubicBezTo>
                  <a:pt x="343" y="2018"/>
                  <a:pt x="333" y="2022"/>
                  <a:pt x="324" y="2019"/>
                </a:cubicBezTo>
                <a:cubicBezTo>
                  <a:pt x="262" y="2020"/>
                  <a:pt x="257" y="2017"/>
                  <a:pt x="251" y="2019"/>
                </a:cubicBezTo>
                <a:cubicBezTo>
                  <a:pt x="209" y="2019"/>
                  <a:pt x="202" y="2023"/>
                  <a:pt x="197" y="2017"/>
                </a:cubicBezTo>
                <a:cubicBezTo>
                  <a:pt x="163" y="2024"/>
                  <a:pt x="159" y="2021"/>
                  <a:pt x="153" y="2025"/>
                </a:cubicBezTo>
                <a:cubicBezTo>
                  <a:pt x="126" y="2026"/>
                  <a:pt x="113" y="2030"/>
                  <a:pt x="100" y="2033"/>
                </a:cubicBezTo>
                <a:cubicBezTo>
                  <a:pt x="46" y="2044"/>
                  <a:pt x="41" y="2049"/>
                  <a:pt x="38" y="2046"/>
                </a:cubicBezTo>
                <a:cubicBezTo>
                  <a:pt x="58" y="2023"/>
                  <a:pt x="73" y="2020"/>
                  <a:pt x="88" y="2016"/>
                </a:cubicBezTo>
                <a:cubicBezTo>
                  <a:pt x="150" y="2002"/>
                  <a:pt x="153" y="2007"/>
                  <a:pt x="158" y="2001"/>
                </a:cubicBezTo>
                <a:cubicBezTo>
                  <a:pt x="211" y="2000"/>
                  <a:pt x="226" y="1994"/>
                  <a:pt x="238" y="1996"/>
                </a:cubicBezTo>
                <a:cubicBezTo>
                  <a:pt x="305" y="1993"/>
                  <a:pt x="312" y="1989"/>
                  <a:pt x="319" y="1990"/>
                </a:cubicBezTo>
                <a:cubicBezTo>
                  <a:pt x="365" y="1990"/>
                  <a:pt x="371" y="1992"/>
                  <a:pt x="377" y="1993"/>
                </a:cubicBezTo>
                <a:cubicBezTo>
                  <a:pt x="409" y="2001"/>
                  <a:pt x="424" y="1993"/>
                  <a:pt x="436" y="2003"/>
                </a:cubicBezTo>
                <a:cubicBezTo>
                  <a:pt x="467" y="2007"/>
                  <a:pt x="471" y="2008"/>
                  <a:pt x="473" y="2012"/>
                </a:cubicBezTo>
                <a:cubicBezTo>
                  <a:pt x="514" y="2012"/>
                  <a:pt x="519" y="2020"/>
                  <a:pt x="524" y="2020"/>
                </a:cubicBezTo>
                <a:cubicBezTo>
                  <a:pt x="580" y="2038"/>
                  <a:pt x="586" y="2039"/>
                  <a:pt x="591" y="2042"/>
                </a:cubicBezTo>
                <a:cubicBezTo>
                  <a:pt x="630" y="2053"/>
                  <a:pt x="638" y="2047"/>
                  <a:pt x="642" y="2056"/>
                </a:cubicBezTo>
                <a:cubicBezTo>
                  <a:pt x="683" y="2057"/>
                  <a:pt x="687" y="2066"/>
                  <a:pt x="694" y="2060"/>
                </a:cubicBezTo>
                <a:cubicBezTo>
                  <a:pt x="718" y="2066"/>
                  <a:pt x="724" y="2067"/>
                  <a:pt x="730" y="2067"/>
                </a:cubicBezTo>
                <a:cubicBezTo>
                  <a:pt x="681" y="2055"/>
                  <a:pt x="672" y="2053"/>
                  <a:pt x="662" y="2049"/>
                </a:cubicBezTo>
                <a:cubicBezTo>
                  <a:pt x="639" y="2048"/>
                  <a:pt x="637" y="2043"/>
                  <a:pt x="634" y="2044"/>
                </a:cubicBezTo>
                <a:cubicBezTo>
                  <a:pt x="602" y="2034"/>
                  <a:pt x="597" y="2035"/>
                  <a:pt x="592" y="2034"/>
                </a:cubicBezTo>
                <a:cubicBezTo>
                  <a:pt x="550" y="2016"/>
                  <a:pt x="547" y="2017"/>
                  <a:pt x="546" y="2016"/>
                </a:cubicBezTo>
                <a:cubicBezTo>
                  <a:pt x="500" y="2003"/>
                  <a:pt x="476" y="1998"/>
                  <a:pt x="452" y="1992"/>
                </a:cubicBezTo>
                <a:cubicBezTo>
                  <a:pt x="373" y="1979"/>
                  <a:pt x="366" y="1983"/>
                  <a:pt x="361" y="1980"/>
                </a:cubicBezTo>
                <a:cubicBezTo>
                  <a:pt x="317" y="1980"/>
                  <a:pt x="311" y="1977"/>
                  <a:pt x="304" y="1979"/>
                </a:cubicBezTo>
                <a:cubicBezTo>
                  <a:pt x="254" y="1981"/>
                  <a:pt x="240" y="1988"/>
                  <a:pt x="229" y="1981"/>
                </a:cubicBezTo>
                <a:cubicBezTo>
                  <a:pt x="97" y="1998"/>
                  <a:pt x="86" y="2008"/>
                  <a:pt x="78" y="2002"/>
                </a:cubicBezTo>
                <a:cubicBezTo>
                  <a:pt x="120" y="1992"/>
                  <a:pt x="112" y="1982"/>
                  <a:pt x="127" y="1976"/>
                </a:cubicBezTo>
                <a:cubicBezTo>
                  <a:pt x="158" y="1975"/>
                  <a:pt x="166" y="1976"/>
                  <a:pt x="174" y="1973"/>
                </a:cubicBezTo>
                <a:cubicBezTo>
                  <a:pt x="251" y="1972"/>
                  <a:pt x="259" y="1966"/>
                  <a:pt x="267" y="1970"/>
                </a:cubicBezTo>
                <a:cubicBezTo>
                  <a:pt x="297" y="1969"/>
                  <a:pt x="306" y="1966"/>
                  <a:pt x="312" y="1970"/>
                </a:cubicBezTo>
                <a:cubicBezTo>
                  <a:pt x="434" y="1970"/>
                  <a:pt x="451" y="1972"/>
                  <a:pt x="468" y="1978"/>
                </a:cubicBezTo>
                <a:cubicBezTo>
                  <a:pt x="509" y="1983"/>
                  <a:pt x="514" y="1981"/>
                  <a:pt x="519" y="1982"/>
                </a:cubicBezTo>
                <a:cubicBezTo>
                  <a:pt x="599" y="1990"/>
                  <a:pt x="601" y="1999"/>
                  <a:pt x="606" y="1997"/>
                </a:cubicBezTo>
                <a:cubicBezTo>
                  <a:pt x="652" y="2009"/>
                  <a:pt x="662" y="2003"/>
                  <a:pt x="670" y="2009"/>
                </a:cubicBezTo>
                <a:cubicBezTo>
                  <a:pt x="697" y="2023"/>
                  <a:pt x="702" y="2017"/>
                  <a:pt x="706" y="2020"/>
                </a:cubicBezTo>
                <a:cubicBezTo>
                  <a:pt x="669" y="2010"/>
                  <a:pt x="666" y="1994"/>
                  <a:pt x="657" y="2000"/>
                </a:cubicBezTo>
                <a:cubicBezTo>
                  <a:pt x="630" y="1988"/>
                  <a:pt x="622" y="1995"/>
                  <a:pt x="616" y="1986"/>
                </a:cubicBezTo>
                <a:cubicBezTo>
                  <a:pt x="542" y="1976"/>
                  <a:pt x="535" y="1970"/>
                  <a:pt x="525" y="1974"/>
                </a:cubicBezTo>
                <a:cubicBezTo>
                  <a:pt x="482" y="1967"/>
                  <a:pt x="480" y="1966"/>
                  <a:pt x="479" y="1963"/>
                </a:cubicBezTo>
                <a:cubicBezTo>
                  <a:pt x="462" y="1959"/>
                  <a:pt x="459" y="1963"/>
                  <a:pt x="456" y="1961"/>
                </a:cubicBezTo>
                <a:cubicBezTo>
                  <a:pt x="424" y="1960"/>
                  <a:pt x="420" y="1957"/>
                  <a:pt x="415" y="1957"/>
                </a:cubicBezTo>
                <a:cubicBezTo>
                  <a:pt x="350" y="1950"/>
                  <a:pt x="339" y="1957"/>
                  <a:pt x="331" y="1951"/>
                </a:cubicBezTo>
                <a:cubicBezTo>
                  <a:pt x="265" y="1954"/>
                  <a:pt x="248" y="1958"/>
                  <a:pt x="232" y="1955"/>
                </a:cubicBezTo>
                <a:cubicBezTo>
                  <a:pt x="190" y="1956"/>
                  <a:pt x="185" y="1957"/>
                  <a:pt x="180" y="1961"/>
                </a:cubicBezTo>
                <a:cubicBezTo>
                  <a:pt x="140" y="1964"/>
                  <a:pt x="138" y="1962"/>
                  <a:pt x="136" y="1963"/>
                </a:cubicBezTo>
                <a:cubicBezTo>
                  <a:pt x="170" y="1946"/>
                  <a:pt x="182" y="1937"/>
                  <a:pt x="192" y="1943"/>
                </a:cubicBezTo>
                <a:cubicBezTo>
                  <a:pt x="246" y="1933"/>
                  <a:pt x="253" y="1924"/>
                  <a:pt x="258" y="1930"/>
                </a:cubicBezTo>
                <a:cubicBezTo>
                  <a:pt x="295" y="1927"/>
                  <a:pt x="301" y="1923"/>
                  <a:pt x="307" y="1925"/>
                </a:cubicBezTo>
                <a:cubicBezTo>
                  <a:pt x="327" y="1924"/>
                  <a:pt x="331" y="1922"/>
                  <a:pt x="334" y="1924"/>
                </a:cubicBezTo>
                <a:cubicBezTo>
                  <a:pt x="388" y="1925"/>
                  <a:pt x="404" y="1929"/>
                  <a:pt x="421" y="1929"/>
                </a:cubicBezTo>
                <a:cubicBezTo>
                  <a:pt x="460" y="1931"/>
                  <a:pt x="464" y="1930"/>
                  <a:pt x="468" y="1932"/>
                </a:cubicBezTo>
                <a:cubicBezTo>
                  <a:pt x="500" y="1938"/>
                  <a:pt x="509" y="1939"/>
                  <a:pt x="516" y="1945"/>
                </a:cubicBezTo>
                <a:cubicBezTo>
                  <a:pt x="545" y="1947"/>
                  <a:pt x="549" y="1948"/>
                  <a:pt x="553" y="1948"/>
                </a:cubicBezTo>
                <a:cubicBezTo>
                  <a:pt x="581" y="1954"/>
                  <a:pt x="585" y="1955"/>
                  <a:pt x="589" y="1956"/>
                </a:cubicBezTo>
                <a:cubicBezTo>
                  <a:pt x="631" y="1965"/>
                  <a:pt x="637" y="1957"/>
                  <a:pt x="640" y="1963"/>
                </a:cubicBezTo>
                <a:cubicBezTo>
                  <a:pt x="669" y="1971"/>
                  <a:pt x="675" y="1965"/>
                  <a:pt x="677" y="1973"/>
                </a:cubicBezTo>
                <a:cubicBezTo>
                  <a:pt x="724" y="1978"/>
                  <a:pt x="732" y="1980"/>
                  <a:pt x="742" y="1975"/>
                </a:cubicBezTo>
                <a:cubicBezTo>
                  <a:pt x="794" y="1988"/>
                  <a:pt x="801" y="1972"/>
                  <a:pt x="804" y="1979"/>
                </a:cubicBezTo>
                <a:cubicBezTo>
                  <a:pt x="853" y="1977"/>
                  <a:pt x="861" y="1982"/>
                  <a:pt x="870" y="1979"/>
                </a:cubicBezTo>
                <a:cubicBezTo>
                  <a:pt x="900" y="1977"/>
                  <a:pt x="904" y="1976"/>
                  <a:pt x="908" y="1978"/>
                </a:cubicBezTo>
                <a:cubicBezTo>
                  <a:pt x="897" y="1971"/>
                  <a:pt x="890" y="1973"/>
                  <a:pt x="884" y="1974"/>
                </a:cubicBezTo>
                <a:cubicBezTo>
                  <a:pt x="803" y="1972"/>
                  <a:pt x="797" y="1971"/>
                  <a:pt x="791" y="1970"/>
                </a:cubicBezTo>
                <a:cubicBezTo>
                  <a:pt x="749" y="1968"/>
                  <a:pt x="743" y="1967"/>
                  <a:pt x="737" y="1968"/>
                </a:cubicBezTo>
                <a:cubicBezTo>
                  <a:pt x="658" y="1953"/>
                  <a:pt x="651" y="1957"/>
                  <a:pt x="646" y="1952"/>
                </a:cubicBezTo>
                <a:cubicBezTo>
                  <a:pt x="564" y="1938"/>
                  <a:pt x="554" y="1936"/>
                  <a:pt x="545" y="1932"/>
                </a:cubicBezTo>
                <a:cubicBezTo>
                  <a:pt x="508" y="1929"/>
                  <a:pt x="500" y="1925"/>
                  <a:pt x="491" y="1924"/>
                </a:cubicBezTo>
                <a:cubicBezTo>
                  <a:pt x="443" y="1917"/>
                  <a:pt x="439" y="1914"/>
                  <a:pt x="434" y="1917"/>
                </a:cubicBezTo>
                <a:cubicBezTo>
                  <a:pt x="368" y="1913"/>
                  <a:pt x="358" y="1915"/>
                  <a:pt x="349" y="1911"/>
                </a:cubicBezTo>
                <a:cubicBezTo>
                  <a:pt x="280" y="1915"/>
                  <a:pt x="270" y="1914"/>
                  <a:pt x="260" y="1918"/>
                </a:cubicBezTo>
                <a:cubicBezTo>
                  <a:pt x="210" y="1922"/>
                  <a:pt x="205" y="1923"/>
                  <a:pt x="200" y="1927"/>
                </a:cubicBezTo>
                <a:cubicBezTo>
                  <a:pt x="203" y="1912"/>
                  <a:pt x="214" y="1906"/>
                  <a:pt x="223" y="1905"/>
                </a:cubicBezTo>
                <a:cubicBezTo>
                  <a:pt x="262" y="1903"/>
                  <a:pt x="272" y="1903"/>
                  <a:pt x="282" y="1900"/>
                </a:cubicBezTo>
                <a:cubicBezTo>
                  <a:pt x="349" y="1898"/>
                  <a:pt x="359" y="1896"/>
                  <a:pt x="369" y="1894"/>
                </a:cubicBezTo>
                <a:cubicBezTo>
                  <a:pt x="452" y="1895"/>
                  <a:pt x="455" y="1898"/>
                  <a:pt x="458" y="1897"/>
                </a:cubicBezTo>
                <a:cubicBezTo>
                  <a:pt x="522" y="1908"/>
                  <a:pt x="530" y="1902"/>
                  <a:pt x="536" y="1908"/>
                </a:cubicBezTo>
                <a:cubicBezTo>
                  <a:pt x="571" y="1918"/>
                  <a:pt x="575" y="1912"/>
                  <a:pt x="577" y="1918"/>
                </a:cubicBezTo>
                <a:cubicBezTo>
                  <a:pt x="628" y="1926"/>
                  <a:pt x="656" y="1930"/>
                  <a:pt x="684" y="1937"/>
                </a:cubicBezTo>
                <a:cubicBezTo>
                  <a:pt x="734" y="1944"/>
                  <a:pt x="740" y="1949"/>
                  <a:pt x="747" y="1947"/>
                </a:cubicBezTo>
                <a:cubicBezTo>
                  <a:pt x="821" y="1951"/>
                  <a:pt x="829" y="1947"/>
                  <a:pt x="837" y="1946"/>
                </a:cubicBezTo>
                <a:cubicBezTo>
                  <a:pt x="859" y="1935"/>
                  <a:pt x="855" y="1936"/>
                  <a:pt x="851" y="1940"/>
                </a:cubicBezTo>
                <a:cubicBezTo>
                  <a:pt x="802" y="1944"/>
                  <a:pt x="788" y="1936"/>
                  <a:pt x="771" y="1941"/>
                </a:cubicBezTo>
                <a:cubicBezTo>
                  <a:pt x="701" y="1932"/>
                  <a:pt x="695" y="1921"/>
                  <a:pt x="687" y="1925"/>
                </a:cubicBezTo>
                <a:cubicBezTo>
                  <a:pt x="651" y="1925"/>
                  <a:pt x="650" y="1910"/>
                  <a:pt x="644" y="1918"/>
                </a:cubicBezTo>
                <a:cubicBezTo>
                  <a:pt x="573" y="1907"/>
                  <a:pt x="547" y="1893"/>
                  <a:pt x="518" y="1892"/>
                </a:cubicBezTo>
                <a:cubicBezTo>
                  <a:pt x="472" y="1886"/>
                  <a:pt x="468" y="1886"/>
                  <a:pt x="465" y="1885"/>
                </a:cubicBezTo>
                <a:cubicBezTo>
                  <a:pt x="426" y="1884"/>
                  <a:pt x="423" y="1883"/>
                  <a:pt x="420" y="1881"/>
                </a:cubicBezTo>
                <a:cubicBezTo>
                  <a:pt x="390" y="1886"/>
                  <a:pt x="387" y="1878"/>
                  <a:pt x="381" y="1886"/>
                </a:cubicBezTo>
                <a:cubicBezTo>
                  <a:pt x="318" y="1882"/>
                  <a:pt x="301" y="1888"/>
                  <a:pt x="285" y="1888"/>
                </a:cubicBezTo>
                <a:cubicBezTo>
                  <a:pt x="243" y="1890"/>
                  <a:pt x="254" y="1879"/>
                  <a:pt x="263" y="1881"/>
                </a:cubicBezTo>
                <a:cubicBezTo>
                  <a:pt x="333" y="1866"/>
                  <a:pt x="337" y="1862"/>
                  <a:pt x="339" y="1865"/>
                </a:cubicBezTo>
                <a:cubicBezTo>
                  <a:pt x="362" y="1863"/>
                  <a:pt x="366" y="1862"/>
                  <a:pt x="369" y="1862"/>
                </a:cubicBezTo>
                <a:cubicBezTo>
                  <a:pt x="432" y="1861"/>
                  <a:pt x="438" y="1864"/>
                  <a:pt x="444" y="1865"/>
                </a:cubicBezTo>
                <a:cubicBezTo>
                  <a:pt x="505" y="1873"/>
                  <a:pt x="512" y="1869"/>
                  <a:pt x="518" y="1871"/>
                </a:cubicBezTo>
                <a:cubicBezTo>
                  <a:pt x="566" y="1885"/>
                  <a:pt x="580" y="1881"/>
                  <a:pt x="592" y="1887"/>
                </a:cubicBezTo>
                <a:cubicBezTo>
                  <a:pt x="631" y="1892"/>
                  <a:pt x="633" y="1897"/>
                  <a:pt x="636" y="1896"/>
                </a:cubicBezTo>
                <a:cubicBezTo>
                  <a:pt x="666" y="1905"/>
                  <a:pt x="669" y="1906"/>
                  <a:pt x="671" y="1907"/>
                </a:cubicBezTo>
                <a:cubicBezTo>
                  <a:pt x="693" y="1912"/>
                  <a:pt x="697" y="1906"/>
                  <a:pt x="700" y="1913"/>
                </a:cubicBezTo>
                <a:cubicBezTo>
                  <a:pt x="759" y="1922"/>
                  <a:pt x="762" y="1921"/>
                  <a:pt x="765" y="1921"/>
                </a:cubicBezTo>
                <a:cubicBezTo>
                  <a:pt x="800" y="1925"/>
                  <a:pt x="805" y="1929"/>
                  <a:pt x="812" y="1924"/>
                </a:cubicBezTo>
                <a:cubicBezTo>
                  <a:pt x="896" y="1917"/>
                  <a:pt x="903" y="1922"/>
                  <a:pt x="904" y="1915"/>
                </a:cubicBezTo>
                <a:cubicBezTo>
                  <a:pt x="941" y="1910"/>
                  <a:pt x="946" y="1909"/>
                  <a:pt x="951" y="1911"/>
                </a:cubicBezTo>
                <a:cubicBezTo>
                  <a:pt x="905" y="1904"/>
                  <a:pt x="893" y="1921"/>
                  <a:pt x="885" y="1913"/>
                </a:cubicBezTo>
                <a:cubicBezTo>
                  <a:pt x="846" y="1919"/>
                  <a:pt x="837" y="1917"/>
                  <a:pt x="828" y="1917"/>
                </a:cubicBezTo>
                <a:cubicBezTo>
                  <a:pt x="792" y="1912"/>
                  <a:pt x="784" y="1914"/>
                  <a:pt x="777" y="1913"/>
                </a:cubicBezTo>
                <a:cubicBezTo>
                  <a:pt x="738" y="1903"/>
                  <a:pt x="721" y="1904"/>
                  <a:pt x="706" y="1901"/>
                </a:cubicBezTo>
                <a:cubicBezTo>
                  <a:pt x="649" y="1879"/>
                  <a:pt x="642" y="1891"/>
                  <a:pt x="638" y="1884"/>
                </a:cubicBezTo>
                <a:cubicBezTo>
                  <a:pt x="605" y="1878"/>
                  <a:pt x="601" y="1875"/>
                  <a:pt x="597" y="1874"/>
                </a:cubicBezTo>
                <a:cubicBezTo>
                  <a:pt x="550" y="1863"/>
                  <a:pt x="544" y="1867"/>
                  <a:pt x="540" y="1863"/>
                </a:cubicBezTo>
                <a:cubicBezTo>
                  <a:pt x="502" y="1857"/>
                  <a:pt x="493" y="1855"/>
                  <a:pt x="484" y="1851"/>
                </a:cubicBezTo>
                <a:cubicBezTo>
                  <a:pt x="446" y="1850"/>
                  <a:pt x="441" y="1849"/>
                  <a:pt x="436" y="1850"/>
                </a:cubicBezTo>
                <a:cubicBezTo>
                  <a:pt x="427" y="1849"/>
                  <a:pt x="427" y="1849"/>
                  <a:pt x="426" y="1849"/>
                </a:cubicBezTo>
                <a:cubicBezTo>
                  <a:pt x="441" y="1845"/>
                  <a:pt x="447" y="1841"/>
                  <a:pt x="453" y="1841"/>
                </a:cubicBezTo>
                <a:cubicBezTo>
                  <a:pt x="505" y="1847"/>
                  <a:pt x="512" y="1842"/>
                  <a:pt x="517" y="1843"/>
                </a:cubicBezTo>
                <a:cubicBezTo>
                  <a:pt x="568" y="1846"/>
                  <a:pt x="586" y="1847"/>
                  <a:pt x="604" y="1850"/>
                </a:cubicBezTo>
                <a:cubicBezTo>
                  <a:pt x="715" y="1864"/>
                  <a:pt x="721" y="1868"/>
                  <a:pt x="727" y="1870"/>
                </a:cubicBezTo>
                <a:cubicBezTo>
                  <a:pt x="767" y="1870"/>
                  <a:pt x="775" y="1878"/>
                  <a:pt x="787" y="1871"/>
                </a:cubicBezTo>
                <a:cubicBezTo>
                  <a:pt x="812" y="1876"/>
                  <a:pt x="815" y="1872"/>
                  <a:pt x="818" y="1875"/>
                </a:cubicBezTo>
                <a:cubicBezTo>
                  <a:pt x="838" y="1878"/>
                  <a:pt x="833" y="1869"/>
                  <a:pt x="827" y="1869"/>
                </a:cubicBezTo>
                <a:cubicBezTo>
                  <a:pt x="753" y="1860"/>
                  <a:pt x="740" y="1862"/>
                  <a:pt x="727" y="1859"/>
                </a:cubicBezTo>
                <a:cubicBezTo>
                  <a:pt x="684" y="1853"/>
                  <a:pt x="681" y="1851"/>
                  <a:pt x="678" y="1850"/>
                </a:cubicBezTo>
                <a:cubicBezTo>
                  <a:pt x="661" y="1852"/>
                  <a:pt x="655" y="1843"/>
                  <a:pt x="648" y="1846"/>
                </a:cubicBezTo>
                <a:cubicBezTo>
                  <a:pt x="594" y="1836"/>
                  <a:pt x="591" y="1835"/>
                  <a:pt x="587" y="1838"/>
                </a:cubicBezTo>
                <a:cubicBezTo>
                  <a:pt x="522" y="1827"/>
                  <a:pt x="517" y="1833"/>
                  <a:pt x="514" y="1828"/>
                </a:cubicBezTo>
                <a:cubicBezTo>
                  <a:pt x="480" y="1832"/>
                  <a:pt x="473" y="1830"/>
                  <a:pt x="465" y="1829"/>
                </a:cubicBezTo>
                <a:cubicBezTo>
                  <a:pt x="401" y="1836"/>
                  <a:pt x="395" y="1840"/>
                  <a:pt x="391" y="1837"/>
                </a:cubicBezTo>
                <a:cubicBezTo>
                  <a:pt x="321" y="1841"/>
                  <a:pt x="308" y="1853"/>
                  <a:pt x="299" y="1847"/>
                </a:cubicBezTo>
                <a:cubicBezTo>
                  <a:pt x="357" y="1823"/>
                  <a:pt x="369" y="1823"/>
                  <a:pt x="382" y="1819"/>
                </a:cubicBezTo>
                <a:cubicBezTo>
                  <a:pt x="443" y="1805"/>
                  <a:pt x="449" y="1806"/>
                  <a:pt x="456" y="1804"/>
                </a:cubicBezTo>
                <a:cubicBezTo>
                  <a:pt x="500" y="1801"/>
                  <a:pt x="505" y="1805"/>
                  <a:pt x="513" y="1801"/>
                </a:cubicBezTo>
                <a:cubicBezTo>
                  <a:pt x="546" y="1804"/>
                  <a:pt x="560" y="1799"/>
                  <a:pt x="573" y="1802"/>
                </a:cubicBezTo>
                <a:cubicBezTo>
                  <a:pt x="598" y="1804"/>
                  <a:pt x="606" y="1802"/>
                  <a:pt x="612" y="1804"/>
                </a:cubicBezTo>
                <a:cubicBezTo>
                  <a:pt x="666" y="1801"/>
                  <a:pt x="677" y="1810"/>
                  <a:pt x="691" y="1806"/>
                </a:cubicBezTo>
                <a:cubicBezTo>
                  <a:pt x="743" y="1812"/>
                  <a:pt x="755" y="1821"/>
                  <a:pt x="768" y="1817"/>
                </a:cubicBezTo>
                <a:cubicBezTo>
                  <a:pt x="815" y="1828"/>
                  <a:pt x="822" y="1827"/>
                  <a:pt x="829" y="1829"/>
                </a:cubicBezTo>
                <a:cubicBezTo>
                  <a:pt x="863" y="1836"/>
                  <a:pt x="876" y="1842"/>
                  <a:pt x="891" y="1843"/>
                </a:cubicBezTo>
                <a:cubicBezTo>
                  <a:pt x="916" y="1847"/>
                  <a:pt x="922" y="1848"/>
                  <a:pt x="927" y="1850"/>
                </a:cubicBezTo>
                <a:cubicBezTo>
                  <a:pt x="988" y="1849"/>
                  <a:pt x="999" y="1857"/>
                  <a:pt x="1012" y="1853"/>
                </a:cubicBezTo>
                <a:cubicBezTo>
                  <a:pt x="1041" y="1850"/>
                  <a:pt x="1043" y="1850"/>
                  <a:pt x="1044" y="1850"/>
                </a:cubicBezTo>
                <a:cubicBezTo>
                  <a:pt x="999" y="1849"/>
                  <a:pt x="988" y="1843"/>
                  <a:pt x="975" y="1849"/>
                </a:cubicBezTo>
                <a:cubicBezTo>
                  <a:pt x="934" y="1842"/>
                  <a:pt x="931" y="1843"/>
                  <a:pt x="929" y="1838"/>
                </a:cubicBezTo>
                <a:cubicBezTo>
                  <a:pt x="892" y="1836"/>
                  <a:pt x="887" y="1832"/>
                  <a:pt x="881" y="1829"/>
                </a:cubicBezTo>
                <a:cubicBezTo>
                  <a:pt x="836" y="1823"/>
                  <a:pt x="830" y="1817"/>
                  <a:pt x="823" y="1816"/>
                </a:cubicBezTo>
                <a:cubicBezTo>
                  <a:pt x="784" y="1810"/>
                  <a:pt x="780" y="1809"/>
                  <a:pt x="776" y="1808"/>
                </a:cubicBezTo>
                <a:cubicBezTo>
                  <a:pt x="747" y="1807"/>
                  <a:pt x="745" y="1799"/>
                  <a:pt x="739" y="1805"/>
                </a:cubicBezTo>
                <a:cubicBezTo>
                  <a:pt x="696" y="1802"/>
                  <a:pt x="690" y="1789"/>
                  <a:pt x="681" y="1796"/>
                </a:cubicBezTo>
                <a:cubicBezTo>
                  <a:pt x="600" y="1793"/>
                  <a:pt x="592" y="1791"/>
                  <a:pt x="584" y="1788"/>
                </a:cubicBezTo>
                <a:cubicBezTo>
                  <a:pt x="555" y="1789"/>
                  <a:pt x="550" y="1790"/>
                  <a:pt x="546" y="1793"/>
                </a:cubicBezTo>
                <a:cubicBezTo>
                  <a:pt x="478" y="1787"/>
                  <a:pt x="468" y="1796"/>
                  <a:pt x="460" y="1790"/>
                </a:cubicBezTo>
                <a:cubicBezTo>
                  <a:pt x="447" y="1786"/>
                  <a:pt x="452" y="1789"/>
                  <a:pt x="459" y="1788"/>
                </a:cubicBezTo>
                <a:cubicBezTo>
                  <a:pt x="503" y="1789"/>
                  <a:pt x="512" y="1780"/>
                  <a:pt x="519" y="1779"/>
                </a:cubicBezTo>
                <a:cubicBezTo>
                  <a:pt x="592" y="1770"/>
                  <a:pt x="598" y="1780"/>
                  <a:pt x="607" y="1775"/>
                </a:cubicBezTo>
                <a:cubicBezTo>
                  <a:pt x="711" y="1778"/>
                  <a:pt x="713" y="1793"/>
                  <a:pt x="718" y="1785"/>
                </a:cubicBezTo>
                <a:cubicBezTo>
                  <a:pt x="749" y="1798"/>
                  <a:pt x="747" y="1779"/>
                  <a:pt x="751" y="1787"/>
                </a:cubicBezTo>
                <a:cubicBezTo>
                  <a:pt x="793" y="1807"/>
                  <a:pt x="794" y="1787"/>
                  <a:pt x="798" y="1794"/>
                </a:cubicBezTo>
                <a:cubicBezTo>
                  <a:pt x="832" y="1808"/>
                  <a:pt x="838" y="1809"/>
                  <a:pt x="844" y="1805"/>
                </a:cubicBezTo>
                <a:cubicBezTo>
                  <a:pt x="887" y="1811"/>
                  <a:pt x="894" y="1824"/>
                  <a:pt x="904" y="1817"/>
                </a:cubicBezTo>
                <a:cubicBezTo>
                  <a:pt x="923" y="1819"/>
                  <a:pt x="927" y="1825"/>
                  <a:pt x="932" y="1822"/>
                </a:cubicBezTo>
                <a:cubicBezTo>
                  <a:pt x="991" y="1824"/>
                  <a:pt x="988" y="1823"/>
                  <a:pt x="985" y="1822"/>
                </a:cubicBezTo>
                <a:cubicBezTo>
                  <a:pt x="941" y="1816"/>
                  <a:pt x="929" y="1813"/>
                  <a:pt x="915" y="1817"/>
                </a:cubicBezTo>
                <a:cubicBezTo>
                  <a:pt x="882" y="1804"/>
                  <a:pt x="876" y="1810"/>
                  <a:pt x="874" y="1802"/>
                </a:cubicBezTo>
                <a:cubicBezTo>
                  <a:pt x="838" y="1791"/>
                  <a:pt x="833" y="1797"/>
                  <a:pt x="829" y="1794"/>
                </a:cubicBezTo>
                <a:cubicBezTo>
                  <a:pt x="730" y="1777"/>
                  <a:pt x="718" y="1770"/>
                  <a:pt x="704" y="1773"/>
                </a:cubicBezTo>
                <a:cubicBezTo>
                  <a:pt x="613" y="1766"/>
                  <a:pt x="600" y="1761"/>
                  <a:pt x="586" y="1765"/>
                </a:cubicBezTo>
                <a:cubicBezTo>
                  <a:pt x="524" y="1768"/>
                  <a:pt x="520" y="1772"/>
                  <a:pt x="517" y="1766"/>
                </a:cubicBezTo>
                <a:cubicBezTo>
                  <a:pt x="480" y="1769"/>
                  <a:pt x="473" y="1774"/>
                  <a:pt x="466" y="1773"/>
                </a:cubicBezTo>
                <a:cubicBezTo>
                  <a:pt x="436" y="1778"/>
                  <a:pt x="441" y="1763"/>
                  <a:pt x="448" y="1757"/>
                </a:cubicBezTo>
                <a:cubicBezTo>
                  <a:pt x="504" y="1746"/>
                  <a:pt x="510" y="1742"/>
                  <a:pt x="515" y="1747"/>
                </a:cubicBezTo>
                <a:cubicBezTo>
                  <a:pt x="542" y="1741"/>
                  <a:pt x="545" y="1745"/>
                  <a:pt x="549" y="1745"/>
                </a:cubicBezTo>
                <a:cubicBezTo>
                  <a:pt x="585" y="1745"/>
                  <a:pt x="590" y="1741"/>
                  <a:pt x="595" y="1742"/>
                </a:cubicBezTo>
                <a:cubicBezTo>
                  <a:pt x="689" y="1745"/>
                  <a:pt x="698" y="1748"/>
                  <a:pt x="707" y="1747"/>
                </a:cubicBezTo>
                <a:cubicBezTo>
                  <a:pt x="726" y="1749"/>
                  <a:pt x="730" y="1752"/>
                  <a:pt x="735" y="1752"/>
                </a:cubicBezTo>
                <a:cubicBezTo>
                  <a:pt x="766" y="1759"/>
                  <a:pt x="771" y="1758"/>
                  <a:pt x="775" y="1764"/>
                </a:cubicBezTo>
                <a:cubicBezTo>
                  <a:pt x="828" y="1774"/>
                  <a:pt x="842" y="1776"/>
                  <a:pt x="855" y="1780"/>
                </a:cubicBezTo>
                <a:cubicBezTo>
                  <a:pt x="903" y="1782"/>
                  <a:pt x="909" y="1791"/>
                  <a:pt x="916" y="1788"/>
                </a:cubicBezTo>
                <a:cubicBezTo>
                  <a:pt x="964" y="1794"/>
                  <a:pt x="969" y="1802"/>
                  <a:pt x="977" y="1800"/>
                </a:cubicBezTo>
                <a:cubicBezTo>
                  <a:pt x="1073" y="1805"/>
                  <a:pt x="1085" y="1813"/>
                  <a:pt x="1100" y="1807"/>
                </a:cubicBezTo>
                <a:cubicBezTo>
                  <a:pt x="1124" y="1811"/>
                  <a:pt x="1129" y="1804"/>
                  <a:pt x="1132" y="1807"/>
                </a:cubicBezTo>
                <a:cubicBezTo>
                  <a:pt x="1171" y="1807"/>
                  <a:pt x="1181" y="1802"/>
                  <a:pt x="1189" y="1804"/>
                </a:cubicBezTo>
                <a:cubicBezTo>
                  <a:pt x="1247" y="1804"/>
                  <a:pt x="1257" y="1798"/>
                  <a:pt x="1265" y="1798"/>
                </a:cubicBezTo>
                <a:cubicBezTo>
                  <a:pt x="1322" y="1783"/>
                  <a:pt x="1327" y="1782"/>
                  <a:pt x="1332" y="1777"/>
                </a:cubicBezTo>
                <a:cubicBezTo>
                  <a:pt x="1302" y="1785"/>
                  <a:pt x="1293" y="1781"/>
                  <a:pt x="1281" y="1790"/>
                </a:cubicBezTo>
                <a:cubicBezTo>
                  <a:pt x="1209" y="1792"/>
                  <a:pt x="1189" y="1800"/>
                  <a:pt x="1172" y="1794"/>
                </a:cubicBezTo>
                <a:cubicBezTo>
                  <a:pt x="1124" y="1789"/>
                  <a:pt x="1121" y="1794"/>
                  <a:pt x="1119" y="1788"/>
                </a:cubicBezTo>
                <a:cubicBezTo>
                  <a:pt x="1084" y="1783"/>
                  <a:pt x="1075" y="1781"/>
                  <a:pt x="1067" y="1778"/>
                </a:cubicBezTo>
                <a:cubicBezTo>
                  <a:pt x="1024" y="1766"/>
                  <a:pt x="1020" y="1763"/>
                  <a:pt x="1015" y="1763"/>
                </a:cubicBezTo>
                <a:cubicBezTo>
                  <a:pt x="930" y="1734"/>
                  <a:pt x="921" y="1736"/>
                  <a:pt x="913" y="1731"/>
                </a:cubicBezTo>
                <a:cubicBezTo>
                  <a:pt x="872" y="1723"/>
                  <a:pt x="872" y="1723"/>
                  <a:pt x="872" y="1723"/>
                </a:cubicBezTo>
                <a:cubicBezTo>
                  <a:pt x="796" y="1706"/>
                  <a:pt x="789" y="1717"/>
                  <a:pt x="786" y="1708"/>
                </a:cubicBezTo>
                <a:cubicBezTo>
                  <a:pt x="752" y="1705"/>
                  <a:pt x="750" y="1703"/>
                  <a:pt x="746" y="1706"/>
                </a:cubicBezTo>
                <a:cubicBezTo>
                  <a:pt x="702" y="1704"/>
                  <a:pt x="698" y="1700"/>
                  <a:pt x="693" y="1700"/>
                </a:cubicBezTo>
                <a:cubicBezTo>
                  <a:pt x="656" y="1700"/>
                  <a:pt x="651" y="1698"/>
                  <a:pt x="646" y="1697"/>
                </a:cubicBezTo>
                <a:cubicBezTo>
                  <a:pt x="631" y="1693"/>
                  <a:pt x="647" y="1694"/>
                  <a:pt x="663" y="1692"/>
                </a:cubicBezTo>
                <a:cubicBezTo>
                  <a:pt x="748" y="1696"/>
                  <a:pt x="758" y="1693"/>
                  <a:pt x="768" y="1692"/>
                </a:cubicBezTo>
                <a:cubicBezTo>
                  <a:pt x="814" y="1692"/>
                  <a:pt x="817" y="1705"/>
                  <a:pt x="823" y="1701"/>
                </a:cubicBezTo>
                <a:cubicBezTo>
                  <a:pt x="893" y="1720"/>
                  <a:pt x="898" y="1716"/>
                  <a:pt x="902" y="1720"/>
                </a:cubicBezTo>
                <a:cubicBezTo>
                  <a:pt x="925" y="1724"/>
                  <a:pt x="927" y="1726"/>
                  <a:pt x="931" y="1723"/>
                </a:cubicBezTo>
                <a:cubicBezTo>
                  <a:pt x="939" y="1729"/>
                  <a:pt x="949" y="1728"/>
                  <a:pt x="957" y="1729"/>
                </a:cubicBezTo>
                <a:cubicBezTo>
                  <a:pt x="1002" y="1738"/>
                  <a:pt x="1006" y="1741"/>
                  <a:pt x="1011" y="1742"/>
                </a:cubicBezTo>
                <a:cubicBezTo>
                  <a:pt x="1043" y="1750"/>
                  <a:pt x="1047" y="1751"/>
                  <a:pt x="1051" y="1749"/>
                </a:cubicBezTo>
                <a:cubicBezTo>
                  <a:pt x="1083" y="1762"/>
                  <a:pt x="1090" y="1751"/>
                  <a:pt x="1093" y="1760"/>
                </a:cubicBezTo>
                <a:cubicBezTo>
                  <a:pt x="1164" y="1750"/>
                  <a:pt x="1174" y="1761"/>
                  <a:pt x="1189" y="1751"/>
                </a:cubicBezTo>
                <a:cubicBezTo>
                  <a:pt x="1274" y="1733"/>
                  <a:pt x="1280" y="1735"/>
                  <a:pt x="1287" y="1731"/>
                </a:cubicBezTo>
                <a:cubicBezTo>
                  <a:pt x="1301" y="1721"/>
                  <a:pt x="1299" y="1722"/>
                  <a:pt x="1296" y="1723"/>
                </a:cubicBezTo>
                <a:cubicBezTo>
                  <a:pt x="1242" y="1734"/>
                  <a:pt x="1238" y="1735"/>
                  <a:pt x="1233" y="1739"/>
                </a:cubicBezTo>
                <a:cubicBezTo>
                  <a:pt x="1198" y="1742"/>
                  <a:pt x="1187" y="1742"/>
                  <a:pt x="1175" y="1747"/>
                </a:cubicBezTo>
                <a:cubicBezTo>
                  <a:pt x="1097" y="1746"/>
                  <a:pt x="1085" y="1745"/>
                  <a:pt x="1074" y="1748"/>
                </a:cubicBezTo>
                <a:cubicBezTo>
                  <a:pt x="1029" y="1731"/>
                  <a:pt x="1024" y="1732"/>
                  <a:pt x="1019" y="1733"/>
                </a:cubicBezTo>
                <a:cubicBezTo>
                  <a:pt x="968" y="1722"/>
                  <a:pt x="966" y="1720"/>
                  <a:pt x="963" y="1718"/>
                </a:cubicBezTo>
                <a:cubicBezTo>
                  <a:pt x="888" y="1705"/>
                  <a:pt x="870" y="1698"/>
                  <a:pt x="852" y="1692"/>
                </a:cubicBezTo>
                <a:cubicBezTo>
                  <a:pt x="783" y="1690"/>
                  <a:pt x="782" y="1675"/>
                  <a:pt x="776" y="1683"/>
                </a:cubicBezTo>
                <a:cubicBezTo>
                  <a:pt x="741" y="1678"/>
                  <a:pt x="733" y="1680"/>
                  <a:pt x="724" y="1679"/>
                </a:cubicBezTo>
                <a:cubicBezTo>
                  <a:pt x="667" y="1683"/>
                  <a:pt x="665" y="1675"/>
                  <a:pt x="659" y="1681"/>
                </a:cubicBezTo>
                <a:cubicBezTo>
                  <a:pt x="662" y="1669"/>
                  <a:pt x="672" y="1670"/>
                  <a:pt x="683" y="1669"/>
                </a:cubicBezTo>
                <a:cubicBezTo>
                  <a:pt x="732" y="1664"/>
                  <a:pt x="752" y="1669"/>
                  <a:pt x="773" y="1664"/>
                </a:cubicBezTo>
                <a:cubicBezTo>
                  <a:pt x="797" y="1669"/>
                  <a:pt x="804" y="1670"/>
                  <a:pt x="810" y="1671"/>
                </a:cubicBezTo>
                <a:cubicBezTo>
                  <a:pt x="851" y="1682"/>
                  <a:pt x="858" y="1679"/>
                  <a:pt x="864" y="1683"/>
                </a:cubicBezTo>
                <a:cubicBezTo>
                  <a:pt x="906" y="1691"/>
                  <a:pt x="912" y="1691"/>
                  <a:pt x="917" y="1696"/>
                </a:cubicBezTo>
                <a:cubicBezTo>
                  <a:pt x="943" y="1696"/>
                  <a:pt x="947" y="1703"/>
                  <a:pt x="954" y="1699"/>
                </a:cubicBezTo>
                <a:cubicBezTo>
                  <a:pt x="1003" y="1704"/>
                  <a:pt x="1006" y="1708"/>
                  <a:pt x="1009" y="1708"/>
                </a:cubicBezTo>
                <a:cubicBezTo>
                  <a:pt x="1072" y="1718"/>
                  <a:pt x="1080" y="1708"/>
                  <a:pt x="1085" y="1716"/>
                </a:cubicBezTo>
                <a:cubicBezTo>
                  <a:pt x="1148" y="1712"/>
                  <a:pt x="1153" y="1718"/>
                  <a:pt x="1160" y="1714"/>
                </a:cubicBezTo>
                <a:cubicBezTo>
                  <a:pt x="1205" y="1716"/>
                  <a:pt x="1214" y="1704"/>
                  <a:pt x="1220" y="1709"/>
                </a:cubicBezTo>
                <a:cubicBezTo>
                  <a:pt x="1305" y="1688"/>
                  <a:pt x="1313" y="1684"/>
                  <a:pt x="1319" y="1681"/>
                </a:cubicBezTo>
                <a:cubicBezTo>
                  <a:pt x="1358" y="1670"/>
                  <a:pt x="1363" y="1665"/>
                  <a:pt x="1367" y="1663"/>
                </a:cubicBezTo>
                <a:cubicBezTo>
                  <a:pt x="1319" y="1676"/>
                  <a:pt x="1311" y="1676"/>
                  <a:pt x="1303" y="1682"/>
                </a:cubicBezTo>
                <a:cubicBezTo>
                  <a:pt x="1252" y="1689"/>
                  <a:pt x="1247" y="1696"/>
                  <a:pt x="1244" y="1693"/>
                </a:cubicBezTo>
                <a:cubicBezTo>
                  <a:pt x="1175" y="1703"/>
                  <a:pt x="1166" y="1705"/>
                  <a:pt x="1158" y="1706"/>
                </a:cubicBezTo>
                <a:cubicBezTo>
                  <a:pt x="1073" y="1701"/>
                  <a:pt x="1065" y="1700"/>
                  <a:pt x="1057" y="1700"/>
                </a:cubicBezTo>
                <a:cubicBezTo>
                  <a:pt x="1027" y="1691"/>
                  <a:pt x="1020" y="1706"/>
                  <a:pt x="1018" y="1695"/>
                </a:cubicBezTo>
                <a:cubicBezTo>
                  <a:pt x="988" y="1695"/>
                  <a:pt x="984" y="1692"/>
                  <a:pt x="979" y="1689"/>
                </a:cubicBezTo>
                <a:cubicBezTo>
                  <a:pt x="823" y="1665"/>
                  <a:pt x="821" y="1655"/>
                  <a:pt x="816" y="1660"/>
                </a:cubicBezTo>
                <a:cubicBezTo>
                  <a:pt x="789" y="1656"/>
                  <a:pt x="788" y="1655"/>
                  <a:pt x="785" y="1656"/>
                </a:cubicBezTo>
                <a:cubicBezTo>
                  <a:pt x="888" y="1653"/>
                  <a:pt x="913" y="1660"/>
                  <a:pt x="939" y="1661"/>
                </a:cubicBezTo>
                <a:cubicBezTo>
                  <a:pt x="970" y="1669"/>
                  <a:pt x="974" y="1669"/>
                  <a:pt x="978" y="1666"/>
                </a:cubicBezTo>
                <a:cubicBezTo>
                  <a:pt x="1021" y="1678"/>
                  <a:pt x="1030" y="1667"/>
                  <a:pt x="1034" y="1677"/>
                </a:cubicBezTo>
                <a:cubicBezTo>
                  <a:pt x="1079" y="1681"/>
                  <a:pt x="1083" y="1674"/>
                  <a:pt x="1086" y="1677"/>
                </a:cubicBezTo>
                <a:cubicBezTo>
                  <a:pt x="1123" y="1675"/>
                  <a:pt x="1128" y="1682"/>
                  <a:pt x="1137" y="1674"/>
                </a:cubicBezTo>
                <a:cubicBezTo>
                  <a:pt x="1232" y="1659"/>
                  <a:pt x="1245" y="1664"/>
                  <a:pt x="1260" y="1654"/>
                </a:cubicBezTo>
                <a:cubicBezTo>
                  <a:pt x="1316" y="1636"/>
                  <a:pt x="1331" y="1630"/>
                  <a:pt x="1345" y="1625"/>
                </a:cubicBezTo>
                <a:cubicBezTo>
                  <a:pt x="1412" y="1587"/>
                  <a:pt x="1413" y="1587"/>
                  <a:pt x="1413" y="1586"/>
                </a:cubicBezTo>
                <a:close/>
                <a:moveTo>
                  <a:pt x="885" y="1554"/>
                </a:moveTo>
                <a:cubicBezTo>
                  <a:pt x="890" y="1553"/>
                  <a:pt x="885" y="1557"/>
                  <a:pt x="882" y="1560"/>
                </a:cubicBezTo>
                <a:cubicBezTo>
                  <a:pt x="876" y="1561"/>
                  <a:pt x="881" y="1556"/>
                  <a:pt x="885" y="1554"/>
                </a:cubicBezTo>
                <a:close/>
                <a:moveTo>
                  <a:pt x="230" y="1635"/>
                </a:moveTo>
                <a:cubicBezTo>
                  <a:pt x="229" y="1638"/>
                  <a:pt x="228" y="1641"/>
                  <a:pt x="226" y="1644"/>
                </a:cubicBezTo>
                <a:cubicBezTo>
                  <a:pt x="219" y="1647"/>
                  <a:pt x="226" y="1636"/>
                  <a:pt x="230" y="1635"/>
                </a:cubicBezTo>
                <a:close/>
                <a:moveTo>
                  <a:pt x="45" y="2000"/>
                </a:moveTo>
                <a:cubicBezTo>
                  <a:pt x="37" y="2007"/>
                  <a:pt x="30" y="2015"/>
                  <a:pt x="26" y="2023"/>
                </a:cubicBezTo>
                <a:cubicBezTo>
                  <a:pt x="5" y="2034"/>
                  <a:pt x="15" y="2026"/>
                  <a:pt x="15" y="2017"/>
                </a:cubicBezTo>
                <a:cubicBezTo>
                  <a:pt x="41" y="1976"/>
                  <a:pt x="44" y="1972"/>
                  <a:pt x="41" y="1968"/>
                </a:cubicBezTo>
                <a:cubicBezTo>
                  <a:pt x="65" y="1913"/>
                  <a:pt x="75" y="1910"/>
                  <a:pt x="72" y="1905"/>
                </a:cubicBezTo>
                <a:cubicBezTo>
                  <a:pt x="95" y="1863"/>
                  <a:pt x="95" y="1856"/>
                  <a:pt x="98" y="1850"/>
                </a:cubicBezTo>
                <a:cubicBezTo>
                  <a:pt x="112" y="1826"/>
                  <a:pt x="110" y="1821"/>
                  <a:pt x="119" y="1818"/>
                </a:cubicBezTo>
                <a:cubicBezTo>
                  <a:pt x="138" y="1776"/>
                  <a:pt x="148" y="1760"/>
                  <a:pt x="152" y="1743"/>
                </a:cubicBezTo>
                <a:cubicBezTo>
                  <a:pt x="171" y="1710"/>
                  <a:pt x="179" y="1703"/>
                  <a:pt x="183" y="1694"/>
                </a:cubicBezTo>
                <a:cubicBezTo>
                  <a:pt x="217" y="1664"/>
                  <a:pt x="212" y="1666"/>
                  <a:pt x="215" y="1669"/>
                </a:cubicBezTo>
                <a:cubicBezTo>
                  <a:pt x="204" y="1692"/>
                  <a:pt x="203" y="1696"/>
                  <a:pt x="204" y="1701"/>
                </a:cubicBezTo>
                <a:cubicBezTo>
                  <a:pt x="195" y="1723"/>
                  <a:pt x="195" y="1724"/>
                  <a:pt x="196" y="1724"/>
                </a:cubicBezTo>
                <a:cubicBezTo>
                  <a:pt x="166" y="1784"/>
                  <a:pt x="168" y="1793"/>
                  <a:pt x="160" y="1801"/>
                </a:cubicBezTo>
                <a:cubicBezTo>
                  <a:pt x="146" y="1834"/>
                  <a:pt x="137" y="1841"/>
                  <a:pt x="137" y="1850"/>
                </a:cubicBezTo>
                <a:cubicBezTo>
                  <a:pt x="121" y="1886"/>
                  <a:pt x="117" y="1894"/>
                  <a:pt x="113" y="1902"/>
                </a:cubicBezTo>
                <a:cubicBezTo>
                  <a:pt x="94" y="1930"/>
                  <a:pt x="88" y="1934"/>
                  <a:pt x="89" y="1939"/>
                </a:cubicBezTo>
                <a:cubicBezTo>
                  <a:pt x="62" y="1985"/>
                  <a:pt x="45" y="1991"/>
                  <a:pt x="45" y="2000"/>
                </a:cubicBezTo>
                <a:close/>
                <a:moveTo>
                  <a:pt x="229" y="1850"/>
                </a:moveTo>
                <a:cubicBezTo>
                  <a:pt x="228" y="1851"/>
                  <a:pt x="227" y="1853"/>
                  <a:pt x="224" y="1855"/>
                </a:cubicBezTo>
                <a:cubicBezTo>
                  <a:pt x="198" y="1885"/>
                  <a:pt x="194" y="1894"/>
                  <a:pt x="186" y="1902"/>
                </a:cubicBezTo>
                <a:cubicBezTo>
                  <a:pt x="198" y="1867"/>
                  <a:pt x="207" y="1865"/>
                  <a:pt x="204" y="1861"/>
                </a:cubicBezTo>
                <a:cubicBezTo>
                  <a:pt x="228" y="1817"/>
                  <a:pt x="233" y="1810"/>
                  <a:pt x="234" y="1803"/>
                </a:cubicBezTo>
                <a:cubicBezTo>
                  <a:pt x="266" y="1737"/>
                  <a:pt x="268" y="1729"/>
                  <a:pt x="271" y="1723"/>
                </a:cubicBezTo>
                <a:cubicBezTo>
                  <a:pt x="276" y="1715"/>
                  <a:pt x="275" y="1709"/>
                  <a:pt x="283" y="1704"/>
                </a:cubicBezTo>
                <a:cubicBezTo>
                  <a:pt x="320" y="1641"/>
                  <a:pt x="333" y="1614"/>
                  <a:pt x="353" y="1590"/>
                </a:cubicBezTo>
                <a:cubicBezTo>
                  <a:pt x="370" y="1563"/>
                  <a:pt x="380" y="1558"/>
                  <a:pt x="380" y="1551"/>
                </a:cubicBezTo>
                <a:cubicBezTo>
                  <a:pt x="375" y="1567"/>
                  <a:pt x="378" y="1576"/>
                  <a:pt x="373" y="1583"/>
                </a:cubicBezTo>
                <a:cubicBezTo>
                  <a:pt x="361" y="1612"/>
                  <a:pt x="354" y="1619"/>
                  <a:pt x="350" y="1627"/>
                </a:cubicBezTo>
                <a:cubicBezTo>
                  <a:pt x="327" y="1680"/>
                  <a:pt x="320" y="1686"/>
                  <a:pt x="318" y="1694"/>
                </a:cubicBezTo>
                <a:cubicBezTo>
                  <a:pt x="303" y="1745"/>
                  <a:pt x="284" y="1746"/>
                  <a:pt x="291" y="1751"/>
                </a:cubicBezTo>
                <a:cubicBezTo>
                  <a:pt x="272" y="1791"/>
                  <a:pt x="262" y="1798"/>
                  <a:pt x="261" y="1806"/>
                </a:cubicBezTo>
                <a:cubicBezTo>
                  <a:pt x="231" y="1846"/>
                  <a:pt x="230" y="1848"/>
                  <a:pt x="229" y="1850"/>
                </a:cubicBezTo>
                <a:close/>
                <a:moveTo>
                  <a:pt x="385" y="1792"/>
                </a:moveTo>
                <a:cubicBezTo>
                  <a:pt x="384" y="1783"/>
                  <a:pt x="399" y="1782"/>
                  <a:pt x="403" y="1783"/>
                </a:cubicBezTo>
                <a:cubicBezTo>
                  <a:pt x="404" y="1793"/>
                  <a:pt x="391" y="1784"/>
                  <a:pt x="385" y="1792"/>
                </a:cubicBezTo>
                <a:close/>
                <a:moveTo>
                  <a:pt x="431" y="1793"/>
                </a:moveTo>
                <a:cubicBezTo>
                  <a:pt x="436" y="1792"/>
                  <a:pt x="431" y="1799"/>
                  <a:pt x="428" y="1795"/>
                </a:cubicBezTo>
                <a:cubicBezTo>
                  <a:pt x="424" y="1798"/>
                  <a:pt x="421" y="1795"/>
                  <a:pt x="417" y="1799"/>
                </a:cubicBezTo>
                <a:cubicBezTo>
                  <a:pt x="408" y="1797"/>
                  <a:pt x="427" y="1792"/>
                  <a:pt x="431" y="1793"/>
                </a:cubicBezTo>
                <a:close/>
                <a:moveTo>
                  <a:pt x="583" y="1697"/>
                </a:moveTo>
                <a:cubicBezTo>
                  <a:pt x="586" y="1711"/>
                  <a:pt x="568" y="1700"/>
                  <a:pt x="560" y="1710"/>
                </a:cubicBezTo>
                <a:cubicBezTo>
                  <a:pt x="561" y="1696"/>
                  <a:pt x="575" y="1708"/>
                  <a:pt x="583" y="1697"/>
                </a:cubicBezTo>
                <a:close/>
                <a:moveTo>
                  <a:pt x="642" y="1707"/>
                </a:moveTo>
                <a:cubicBezTo>
                  <a:pt x="646" y="1712"/>
                  <a:pt x="653" y="1707"/>
                  <a:pt x="658" y="1710"/>
                </a:cubicBezTo>
                <a:cubicBezTo>
                  <a:pt x="713" y="1718"/>
                  <a:pt x="725" y="1710"/>
                  <a:pt x="734" y="1715"/>
                </a:cubicBezTo>
                <a:cubicBezTo>
                  <a:pt x="772" y="1721"/>
                  <a:pt x="782" y="1717"/>
                  <a:pt x="791" y="1723"/>
                </a:cubicBezTo>
                <a:cubicBezTo>
                  <a:pt x="834" y="1729"/>
                  <a:pt x="845" y="1727"/>
                  <a:pt x="854" y="1732"/>
                </a:cubicBezTo>
                <a:cubicBezTo>
                  <a:pt x="904" y="1738"/>
                  <a:pt x="907" y="1744"/>
                  <a:pt x="912" y="1745"/>
                </a:cubicBezTo>
                <a:cubicBezTo>
                  <a:pt x="932" y="1753"/>
                  <a:pt x="938" y="1749"/>
                  <a:pt x="942" y="1753"/>
                </a:cubicBezTo>
                <a:cubicBezTo>
                  <a:pt x="1062" y="1787"/>
                  <a:pt x="1067" y="1788"/>
                  <a:pt x="1072" y="1791"/>
                </a:cubicBezTo>
                <a:cubicBezTo>
                  <a:pt x="1107" y="1789"/>
                  <a:pt x="1109" y="1802"/>
                  <a:pt x="1115" y="1797"/>
                </a:cubicBezTo>
                <a:cubicBezTo>
                  <a:pt x="1123" y="1795"/>
                  <a:pt x="1116" y="1806"/>
                  <a:pt x="1112" y="1803"/>
                </a:cubicBezTo>
                <a:cubicBezTo>
                  <a:pt x="1065" y="1804"/>
                  <a:pt x="1062" y="1802"/>
                  <a:pt x="1060" y="1799"/>
                </a:cubicBezTo>
                <a:cubicBezTo>
                  <a:pt x="1029" y="1804"/>
                  <a:pt x="1021" y="1793"/>
                  <a:pt x="1010" y="1798"/>
                </a:cubicBezTo>
                <a:cubicBezTo>
                  <a:pt x="972" y="1793"/>
                  <a:pt x="964" y="1785"/>
                  <a:pt x="954" y="1787"/>
                </a:cubicBezTo>
                <a:cubicBezTo>
                  <a:pt x="897" y="1767"/>
                  <a:pt x="890" y="1778"/>
                  <a:pt x="886" y="1769"/>
                </a:cubicBezTo>
                <a:cubicBezTo>
                  <a:pt x="832" y="1761"/>
                  <a:pt x="828" y="1760"/>
                  <a:pt x="824" y="1759"/>
                </a:cubicBezTo>
                <a:cubicBezTo>
                  <a:pt x="769" y="1746"/>
                  <a:pt x="764" y="1748"/>
                  <a:pt x="759" y="1747"/>
                </a:cubicBezTo>
                <a:cubicBezTo>
                  <a:pt x="709" y="1735"/>
                  <a:pt x="699" y="1737"/>
                  <a:pt x="692" y="1729"/>
                </a:cubicBezTo>
                <a:cubicBezTo>
                  <a:pt x="608" y="1731"/>
                  <a:pt x="600" y="1727"/>
                  <a:pt x="589" y="1732"/>
                </a:cubicBezTo>
                <a:cubicBezTo>
                  <a:pt x="527" y="1725"/>
                  <a:pt x="529" y="1724"/>
                  <a:pt x="530" y="1723"/>
                </a:cubicBezTo>
                <a:cubicBezTo>
                  <a:pt x="578" y="1715"/>
                  <a:pt x="590" y="1713"/>
                  <a:pt x="602" y="1716"/>
                </a:cubicBezTo>
                <a:close/>
                <a:moveTo>
                  <a:pt x="599" y="1690"/>
                </a:moveTo>
                <a:cubicBezTo>
                  <a:pt x="601" y="1681"/>
                  <a:pt x="618" y="1685"/>
                  <a:pt x="627" y="1675"/>
                </a:cubicBezTo>
                <a:cubicBezTo>
                  <a:pt x="625" y="1685"/>
                  <a:pt x="607" y="1687"/>
                  <a:pt x="599" y="1690"/>
                </a:cubicBezTo>
                <a:close/>
                <a:moveTo>
                  <a:pt x="645" y="1659"/>
                </a:moveTo>
                <a:cubicBezTo>
                  <a:pt x="642" y="1653"/>
                  <a:pt x="656" y="1650"/>
                  <a:pt x="660" y="1646"/>
                </a:cubicBezTo>
                <a:cubicBezTo>
                  <a:pt x="664" y="1657"/>
                  <a:pt x="652" y="1652"/>
                  <a:pt x="645" y="1659"/>
                </a:cubicBezTo>
                <a:close/>
                <a:moveTo>
                  <a:pt x="756" y="1654"/>
                </a:moveTo>
                <a:cubicBezTo>
                  <a:pt x="750" y="1652"/>
                  <a:pt x="742" y="1655"/>
                  <a:pt x="736" y="1654"/>
                </a:cubicBezTo>
                <a:cubicBezTo>
                  <a:pt x="735" y="1645"/>
                  <a:pt x="748" y="1653"/>
                  <a:pt x="753" y="1649"/>
                </a:cubicBezTo>
                <a:cubicBezTo>
                  <a:pt x="760" y="1651"/>
                  <a:pt x="767" y="1650"/>
                  <a:pt x="774" y="1649"/>
                </a:cubicBezTo>
                <a:cubicBezTo>
                  <a:pt x="775" y="1659"/>
                  <a:pt x="762" y="1650"/>
                  <a:pt x="756" y="1654"/>
                </a:cubicBezTo>
                <a:close/>
                <a:moveTo>
                  <a:pt x="2401" y="2005"/>
                </a:moveTo>
                <a:cubicBezTo>
                  <a:pt x="2408" y="1993"/>
                  <a:pt x="2402" y="1977"/>
                  <a:pt x="2411" y="1965"/>
                </a:cubicBezTo>
                <a:cubicBezTo>
                  <a:pt x="2409" y="1949"/>
                  <a:pt x="2415" y="1936"/>
                  <a:pt x="2415" y="1921"/>
                </a:cubicBezTo>
                <a:cubicBezTo>
                  <a:pt x="2418" y="1915"/>
                  <a:pt x="2412" y="1906"/>
                  <a:pt x="2418" y="1900"/>
                </a:cubicBezTo>
                <a:cubicBezTo>
                  <a:pt x="2415" y="1892"/>
                  <a:pt x="2420" y="1885"/>
                  <a:pt x="2415" y="1876"/>
                </a:cubicBezTo>
                <a:cubicBezTo>
                  <a:pt x="2419" y="1870"/>
                  <a:pt x="2409" y="1859"/>
                  <a:pt x="2414" y="1854"/>
                </a:cubicBezTo>
                <a:cubicBezTo>
                  <a:pt x="2413" y="1852"/>
                  <a:pt x="2412" y="1851"/>
                  <a:pt x="2412" y="1850"/>
                </a:cubicBezTo>
                <a:cubicBezTo>
                  <a:pt x="2408" y="1842"/>
                  <a:pt x="2411" y="1836"/>
                  <a:pt x="2408" y="1828"/>
                </a:cubicBezTo>
                <a:cubicBezTo>
                  <a:pt x="2403" y="1830"/>
                  <a:pt x="2407" y="1823"/>
                  <a:pt x="2403" y="1824"/>
                </a:cubicBezTo>
                <a:cubicBezTo>
                  <a:pt x="2398" y="1820"/>
                  <a:pt x="2406" y="1811"/>
                  <a:pt x="2397" y="1813"/>
                </a:cubicBezTo>
                <a:cubicBezTo>
                  <a:pt x="2400" y="1825"/>
                  <a:pt x="2402" y="1838"/>
                  <a:pt x="2404" y="1850"/>
                </a:cubicBezTo>
                <a:cubicBezTo>
                  <a:pt x="2408" y="1872"/>
                  <a:pt x="2409" y="1894"/>
                  <a:pt x="2405" y="1913"/>
                </a:cubicBezTo>
                <a:cubicBezTo>
                  <a:pt x="2408" y="1930"/>
                  <a:pt x="2398" y="1943"/>
                  <a:pt x="2402" y="1960"/>
                </a:cubicBezTo>
                <a:cubicBezTo>
                  <a:pt x="2399" y="1967"/>
                  <a:pt x="2399" y="1975"/>
                  <a:pt x="2396" y="1982"/>
                </a:cubicBezTo>
                <a:cubicBezTo>
                  <a:pt x="2399" y="1987"/>
                  <a:pt x="2391" y="1989"/>
                  <a:pt x="2396" y="1995"/>
                </a:cubicBezTo>
                <a:cubicBezTo>
                  <a:pt x="2385" y="1995"/>
                  <a:pt x="2399" y="2005"/>
                  <a:pt x="2392" y="2007"/>
                </a:cubicBezTo>
                <a:cubicBezTo>
                  <a:pt x="2388" y="2013"/>
                  <a:pt x="2394" y="2023"/>
                  <a:pt x="2387" y="2029"/>
                </a:cubicBezTo>
                <a:cubicBezTo>
                  <a:pt x="2390" y="2038"/>
                  <a:pt x="2385" y="2044"/>
                  <a:pt x="2385" y="2052"/>
                </a:cubicBezTo>
                <a:cubicBezTo>
                  <a:pt x="2383" y="2055"/>
                  <a:pt x="2382" y="2058"/>
                  <a:pt x="2384" y="2062"/>
                </a:cubicBezTo>
                <a:cubicBezTo>
                  <a:pt x="2376" y="2064"/>
                  <a:pt x="2382" y="2070"/>
                  <a:pt x="2380" y="2074"/>
                </a:cubicBezTo>
                <a:cubicBezTo>
                  <a:pt x="2377" y="2082"/>
                  <a:pt x="2375" y="2090"/>
                  <a:pt x="2372" y="2097"/>
                </a:cubicBezTo>
                <a:cubicBezTo>
                  <a:pt x="2371" y="2105"/>
                  <a:pt x="2369" y="2112"/>
                  <a:pt x="2367" y="2119"/>
                </a:cubicBezTo>
                <a:cubicBezTo>
                  <a:pt x="2370" y="2125"/>
                  <a:pt x="2361" y="2126"/>
                  <a:pt x="2363" y="2131"/>
                </a:cubicBezTo>
                <a:cubicBezTo>
                  <a:pt x="2363" y="2135"/>
                  <a:pt x="2362" y="2139"/>
                  <a:pt x="2359" y="2142"/>
                </a:cubicBezTo>
                <a:cubicBezTo>
                  <a:pt x="2362" y="2150"/>
                  <a:pt x="2354" y="2154"/>
                  <a:pt x="2353" y="2161"/>
                </a:cubicBezTo>
                <a:cubicBezTo>
                  <a:pt x="2365" y="2161"/>
                  <a:pt x="2365" y="2161"/>
                  <a:pt x="2365" y="2161"/>
                </a:cubicBezTo>
                <a:cubicBezTo>
                  <a:pt x="2368" y="2151"/>
                  <a:pt x="2373" y="2141"/>
                  <a:pt x="2376" y="2131"/>
                </a:cubicBezTo>
                <a:cubicBezTo>
                  <a:pt x="2378" y="2116"/>
                  <a:pt x="2384" y="2103"/>
                  <a:pt x="2384" y="2088"/>
                </a:cubicBezTo>
                <a:cubicBezTo>
                  <a:pt x="2391" y="2076"/>
                  <a:pt x="2392" y="2062"/>
                  <a:pt x="2397" y="2049"/>
                </a:cubicBezTo>
                <a:cubicBezTo>
                  <a:pt x="2398" y="2035"/>
                  <a:pt x="2403" y="2021"/>
                  <a:pt x="2401" y="2005"/>
                </a:cubicBezTo>
                <a:close/>
                <a:moveTo>
                  <a:pt x="1848" y="2083"/>
                </a:moveTo>
                <a:cubicBezTo>
                  <a:pt x="1837" y="2071"/>
                  <a:pt x="1827" y="2058"/>
                  <a:pt x="1815" y="2048"/>
                </a:cubicBezTo>
                <a:cubicBezTo>
                  <a:pt x="1743" y="1977"/>
                  <a:pt x="1737" y="1972"/>
                  <a:pt x="1733" y="1965"/>
                </a:cubicBezTo>
                <a:cubicBezTo>
                  <a:pt x="1666" y="1891"/>
                  <a:pt x="1651" y="1871"/>
                  <a:pt x="1636" y="1850"/>
                </a:cubicBezTo>
                <a:cubicBezTo>
                  <a:pt x="1576" y="1734"/>
                  <a:pt x="1570" y="1734"/>
                  <a:pt x="1568" y="1730"/>
                </a:cubicBezTo>
                <a:cubicBezTo>
                  <a:pt x="1563" y="1714"/>
                  <a:pt x="1566" y="1709"/>
                  <a:pt x="1562" y="1710"/>
                </a:cubicBezTo>
                <a:cubicBezTo>
                  <a:pt x="1560" y="1694"/>
                  <a:pt x="1559" y="1690"/>
                  <a:pt x="1557" y="1687"/>
                </a:cubicBezTo>
                <a:cubicBezTo>
                  <a:pt x="1558" y="1700"/>
                  <a:pt x="1552" y="1702"/>
                  <a:pt x="1558" y="1709"/>
                </a:cubicBezTo>
                <a:cubicBezTo>
                  <a:pt x="1561" y="1727"/>
                  <a:pt x="1562" y="1732"/>
                  <a:pt x="1566" y="1737"/>
                </a:cubicBezTo>
                <a:cubicBezTo>
                  <a:pt x="1608" y="1833"/>
                  <a:pt x="1615" y="1842"/>
                  <a:pt x="1617" y="1850"/>
                </a:cubicBezTo>
                <a:cubicBezTo>
                  <a:pt x="1630" y="1877"/>
                  <a:pt x="1634" y="1884"/>
                  <a:pt x="1637" y="1883"/>
                </a:cubicBezTo>
                <a:cubicBezTo>
                  <a:pt x="1687" y="1963"/>
                  <a:pt x="1705" y="1985"/>
                  <a:pt x="1727" y="2013"/>
                </a:cubicBezTo>
                <a:cubicBezTo>
                  <a:pt x="1767" y="2045"/>
                  <a:pt x="1770" y="2058"/>
                  <a:pt x="1776" y="2060"/>
                </a:cubicBezTo>
                <a:cubicBezTo>
                  <a:pt x="1861" y="2152"/>
                  <a:pt x="1866" y="2156"/>
                  <a:pt x="1871" y="2161"/>
                </a:cubicBezTo>
                <a:cubicBezTo>
                  <a:pt x="1865" y="2152"/>
                  <a:pt x="1861" y="2136"/>
                  <a:pt x="1853" y="2132"/>
                </a:cubicBezTo>
                <a:cubicBezTo>
                  <a:pt x="1790" y="2069"/>
                  <a:pt x="1789" y="2056"/>
                  <a:pt x="1784" y="2057"/>
                </a:cubicBezTo>
                <a:cubicBezTo>
                  <a:pt x="1762" y="2030"/>
                  <a:pt x="1757" y="2034"/>
                  <a:pt x="1755" y="2025"/>
                </a:cubicBezTo>
                <a:cubicBezTo>
                  <a:pt x="1720" y="1996"/>
                  <a:pt x="1720" y="1984"/>
                  <a:pt x="1714" y="1987"/>
                </a:cubicBezTo>
                <a:cubicBezTo>
                  <a:pt x="1638" y="1877"/>
                  <a:pt x="1634" y="1870"/>
                  <a:pt x="1631" y="1864"/>
                </a:cubicBezTo>
                <a:cubicBezTo>
                  <a:pt x="1677" y="1921"/>
                  <a:pt x="1680" y="1927"/>
                  <a:pt x="1685" y="1927"/>
                </a:cubicBezTo>
                <a:cubicBezTo>
                  <a:pt x="1708" y="1953"/>
                  <a:pt x="1709" y="1963"/>
                  <a:pt x="1714" y="1961"/>
                </a:cubicBezTo>
                <a:cubicBezTo>
                  <a:pt x="1783" y="2035"/>
                  <a:pt x="1790" y="2043"/>
                  <a:pt x="1798" y="2046"/>
                </a:cubicBezTo>
                <a:cubicBezTo>
                  <a:pt x="1845" y="2089"/>
                  <a:pt x="1846" y="2102"/>
                  <a:pt x="1851" y="2101"/>
                </a:cubicBezTo>
                <a:cubicBezTo>
                  <a:pt x="1873" y="2132"/>
                  <a:pt x="1878" y="2128"/>
                  <a:pt x="1880" y="2135"/>
                </a:cubicBezTo>
                <a:cubicBezTo>
                  <a:pt x="1905" y="2147"/>
                  <a:pt x="1893" y="2133"/>
                  <a:pt x="1882" y="2118"/>
                </a:cubicBezTo>
                <a:close/>
                <a:moveTo>
                  <a:pt x="2436" y="1972"/>
                </a:moveTo>
                <a:cubicBezTo>
                  <a:pt x="2431" y="1958"/>
                  <a:pt x="2436" y="1947"/>
                  <a:pt x="2434" y="1934"/>
                </a:cubicBezTo>
                <a:cubicBezTo>
                  <a:pt x="2431" y="1920"/>
                  <a:pt x="2431" y="1907"/>
                  <a:pt x="2431" y="1894"/>
                </a:cubicBezTo>
                <a:cubicBezTo>
                  <a:pt x="2429" y="1879"/>
                  <a:pt x="2427" y="1865"/>
                  <a:pt x="2423" y="1850"/>
                </a:cubicBezTo>
                <a:cubicBezTo>
                  <a:pt x="2421" y="1837"/>
                  <a:pt x="2418" y="1825"/>
                  <a:pt x="2413" y="1812"/>
                </a:cubicBezTo>
                <a:cubicBezTo>
                  <a:pt x="2409" y="1804"/>
                  <a:pt x="2405" y="1795"/>
                  <a:pt x="2400" y="1786"/>
                </a:cubicBezTo>
                <a:cubicBezTo>
                  <a:pt x="2387" y="1789"/>
                  <a:pt x="2409" y="1804"/>
                  <a:pt x="2401" y="1808"/>
                </a:cubicBezTo>
                <a:cubicBezTo>
                  <a:pt x="2410" y="1815"/>
                  <a:pt x="2407" y="1821"/>
                  <a:pt x="2413" y="1832"/>
                </a:cubicBezTo>
                <a:cubicBezTo>
                  <a:pt x="2413" y="1838"/>
                  <a:pt x="2414" y="1843"/>
                  <a:pt x="2415" y="1850"/>
                </a:cubicBezTo>
                <a:cubicBezTo>
                  <a:pt x="2415" y="1853"/>
                  <a:pt x="2416" y="1856"/>
                  <a:pt x="2417" y="1859"/>
                </a:cubicBezTo>
                <a:cubicBezTo>
                  <a:pt x="2421" y="1865"/>
                  <a:pt x="2415" y="1867"/>
                  <a:pt x="2420" y="1873"/>
                </a:cubicBezTo>
                <a:cubicBezTo>
                  <a:pt x="2412" y="1875"/>
                  <a:pt x="2428" y="1885"/>
                  <a:pt x="2420" y="1886"/>
                </a:cubicBezTo>
                <a:cubicBezTo>
                  <a:pt x="2421" y="1895"/>
                  <a:pt x="2422" y="1904"/>
                  <a:pt x="2424" y="1913"/>
                </a:cubicBezTo>
                <a:cubicBezTo>
                  <a:pt x="2425" y="1918"/>
                  <a:pt x="2423" y="1922"/>
                  <a:pt x="2424" y="1926"/>
                </a:cubicBezTo>
                <a:cubicBezTo>
                  <a:pt x="2421" y="1930"/>
                  <a:pt x="2428" y="1937"/>
                  <a:pt x="2424" y="1939"/>
                </a:cubicBezTo>
                <a:cubicBezTo>
                  <a:pt x="2428" y="1976"/>
                  <a:pt x="2427" y="2011"/>
                  <a:pt x="2424" y="2046"/>
                </a:cubicBezTo>
                <a:cubicBezTo>
                  <a:pt x="2418" y="2061"/>
                  <a:pt x="2419" y="2079"/>
                  <a:pt x="2412" y="2094"/>
                </a:cubicBezTo>
                <a:cubicBezTo>
                  <a:pt x="2415" y="2099"/>
                  <a:pt x="2407" y="2100"/>
                  <a:pt x="2412" y="2107"/>
                </a:cubicBezTo>
                <a:cubicBezTo>
                  <a:pt x="2411" y="2110"/>
                  <a:pt x="2410" y="2114"/>
                  <a:pt x="2408" y="2118"/>
                </a:cubicBezTo>
                <a:cubicBezTo>
                  <a:pt x="2405" y="2127"/>
                  <a:pt x="2407" y="2137"/>
                  <a:pt x="2402" y="2144"/>
                </a:cubicBezTo>
                <a:cubicBezTo>
                  <a:pt x="2401" y="2150"/>
                  <a:pt x="2400" y="2155"/>
                  <a:pt x="2398" y="2161"/>
                </a:cubicBezTo>
                <a:cubicBezTo>
                  <a:pt x="2410" y="2161"/>
                  <a:pt x="2410" y="2161"/>
                  <a:pt x="2410" y="2161"/>
                </a:cubicBezTo>
                <a:cubicBezTo>
                  <a:pt x="2411" y="2159"/>
                  <a:pt x="2412" y="2157"/>
                  <a:pt x="2413" y="2155"/>
                </a:cubicBezTo>
                <a:cubicBezTo>
                  <a:pt x="2413" y="2141"/>
                  <a:pt x="2418" y="2130"/>
                  <a:pt x="2421" y="2118"/>
                </a:cubicBezTo>
                <a:cubicBezTo>
                  <a:pt x="2423" y="2107"/>
                  <a:pt x="2422" y="2094"/>
                  <a:pt x="2427" y="2083"/>
                </a:cubicBezTo>
                <a:cubicBezTo>
                  <a:pt x="2430" y="2071"/>
                  <a:pt x="2430" y="2058"/>
                  <a:pt x="2435" y="2047"/>
                </a:cubicBezTo>
                <a:cubicBezTo>
                  <a:pt x="2434" y="2041"/>
                  <a:pt x="2436" y="2036"/>
                  <a:pt x="2436" y="2030"/>
                </a:cubicBezTo>
                <a:cubicBezTo>
                  <a:pt x="2439" y="2025"/>
                  <a:pt x="2434" y="2017"/>
                  <a:pt x="2436" y="2011"/>
                </a:cubicBezTo>
                <a:cubicBezTo>
                  <a:pt x="2440" y="1999"/>
                  <a:pt x="2435" y="1985"/>
                  <a:pt x="2436" y="1972"/>
                </a:cubicBezTo>
                <a:close/>
                <a:moveTo>
                  <a:pt x="1821" y="2138"/>
                </a:moveTo>
                <a:cubicBezTo>
                  <a:pt x="1814" y="2138"/>
                  <a:pt x="1811" y="2128"/>
                  <a:pt x="1805" y="2127"/>
                </a:cubicBezTo>
                <a:cubicBezTo>
                  <a:pt x="1757" y="2084"/>
                  <a:pt x="1754" y="2074"/>
                  <a:pt x="1747" y="2074"/>
                </a:cubicBezTo>
                <a:cubicBezTo>
                  <a:pt x="1699" y="2031"/>
                  <a:pt x="1696" y="2022"/>
                  <a:pt x="1689" y="2022"/>
                </a:cubicBezTo>
                <a:cubicBezTo>
                  <a:pt x="1626" y="1966"/>
                  <a:pt x="1625" y="1952"/>
                  <a:pt x="1617" y="1954"/>
                </a:cubicBezTo>
                <a:cubicBezTo>
                  <a:pt x="1548" y="1868"/>
                  <a:pt x="1544" y="1859"/>
                  <a:pt x="1540" y="1850"/>
                </a:cubicBezTo>
                <a:cubicBezTo>
                  <a:pt x="1520" y="1803"/>
                  <a:pt x="1518" y="1794"/>
                  <a:pt x="1511" y="1797"/>
                </a:cubicBezTo>
                <a:cubicBezTo>
                  <a:pt x="1515" y="1820"/>
                  <a:pt x="1523" y="1829"/>
                  <a:pt x="1520" y="1834"/>
                </a:cubicBezTo>
                <a:cubicBezTo>
                  <a:pt x="1451" y="1707"/>
                  <a:pt x="1453" y="1693"/>
                  <a:pt x="1444" y="1694"/>
                </a:cubicBezTo>
                <a:cubicBezTo>
                  <a:pt x="1515" y="1844"/>
                  <a:pt x="1519" y="1846"/>
                  <a:pt x="1523" y="1850"/>
                </a:cubicBezTo>
                <a:cubicBezTo>
                  <a:pt x="1552" y="1907"/>
                  <a:pt x="1560" y="1922"/>
                  <a:pt x="1567" y="1937"/>
                </a:cubicBezTo>
                <a:cubicBezTo>
                  <a:pt x="1690" y="2114"/>
                  <a:pt x="1700" y="2123"/>
                  <a:pt x="1709" y="2135"/>
                </a:cubicBezTo>
                <a:cubicBezTo>
                  <a:pt x="1732" y="2161"/>
                  <a:pt x="1736" y="2157"/>
                  <a:pt x="1738" y="2161"/>
                </a:cubicBezTo>
                <a:cubicBezTo>
                  <a:pt x="1718" y="2123"/>
                  <a:pt x="1707" y="2120"/>
                  <a:pt x="1700" y="2104"/>
                </a:cubicBezTo>
                <a:cubicBezTo>
                  <a:pt x="1663" y="2064"/>
                  <a:pt x="1654" y="2053"/>
                  <a:pt x="1646" y="2040"/>
                </a:cubicBezTo>
                <a:cubicBezTo>
                  <a:pt x="1582" y="1936"/>
                  <a:pt x="1581" y="1927"/>
                  <a:pt x="1575" y="1927"/>
                </a:cubicBezTo>
                <a:cubicBezTo>
                  <a:pt x="1587" y="1933"/>
                  <a:pt x="1590" y="1942"/>
                  <a:pt x="1595" y="1942"/>
                </a:cubicBezTo>
                <a:cubicBezTo>
                  <a:pt x="1638" y="1987"/>
                  <a:pt x="1642" y="1992"/>
                  <a:pt x="1645" y="1998"/>
                </a:cubicBezTo>
                <a:cubicBezTo>
                  <a:pt x="1681" y="2022"/>
                  <a:pt x="1682" y="2032"/>
                  <a:pt x="1687" y="2030"/>
                </a:cubicBezTo>
                <a:cubicBezTo>
                  <a:pt x="1750" y="2098"/>
                  <a:pt x="1761" y="2092"/>
                  <a:pt x="1765" y="2104"/>
                </a:cubicBezTo>
                <a:cubicBezTo>
                  <a:pt x="1812" y="2147"/>
                  <a:pt x="1821" y="2154"/>
                  <a:pt x="1829" y="2161"/>
                </a:cubicBezTo>
                <a:cubicBezTo>
                  <a:pt x="1831" y="2144"/>
                  <a:pt x="1824" y="2146"/>
                  <a:pt x="1821" y="2138"/>
                </a:cubicBezTo>
                <a:close/>
                <a:moveTo>
                  <a:pt x="1637" y="2119"/>
                </a:moveTo>
                <a:cubicBezTo>
                  <a:pt x="1623" y="2101"/>
                  <a:pt x="1608" y="2086"/>
                  <a:pt x="1593" y="2069"/>
                </a:cubicBezTo>
                <a:cubicBezTo>
                  <a:pt x="1578" y="2052"/>
                  <a:pt x="1564" y="2032"/>
                  <a:pt x="1548" y="2017"/>
                </a:cubicBezTo>
                <a:cubicBezTo>
                  <a:pt x="1551" y="2009"/>
                  <a:pt x="1539" y="2006"/>
                  <a:pt x="1537" y="1994"/>
                </a:cubicBezTo>
                <a:cubicBezTo>
                  <a:pt x="1529" y="1991"/>
                  <a:pt x="1525" y="1976"/>
                  <a:pt x="1520" y="1966"/>
                </a:cubicBezTo>
                <a:cubicBezTo>
                  <a:pt x="1511" y="1971"/>
                  <a:pt x="1521" y="1955"/>
                  <a:pt x="1513" y="1960"/>
                </a:cubicBezTo>
                <a:cubicBezTo>
                  <a:pt x="1511" y="1955"/>
                  <a:pt x="1508" y="1949"/>
                  <a:pt x="1506" y="1944"/>
                </a:cubicBezTo>
                <a:cubicBezTo>
                  <a:pt x="1502" y="1931"/>
                  <a:pt x="1493" y="1930"/>
                  <a:pt x="1489" y="1917"/>
                </a:cubicBezTo>
                <a:cubicBezTo>
                  <a:pt x="1484" y="1909"/>
                  <a:pt x="1483" y="1902"/>
                  <a:pt x="1482" y="1895"/>
                </a:cubicBezTo>
                <a:cubicBezTo>
                  <a:pt x="1477" y="1888"/>
                  <a:pt x="1475" y="1876"/>
                  <a:pt x="1467" y="1879"/>
                </a:cubicBezTo>
                <a:cubicBezTo>
                  <a:pt x="1468" y="1884"/>
                  <a:pt x="1460" y="1885"/>
                  <a:pt x="1467" y="1892"/>
                </a:cubicBezTo>
                <a:cubicBezTo>
                  <a:pt x="1470" y="1897"/>
                  <a:pt x="1472" y="1903"/>
                  <a:pt x="1475" y="1908"/>
                </a:cubicBezTo>
                <a:cubicBezTo>
                  <a:pt x="1470" y="1908"/>
                  <a:pt x="1477" y="1922"/>
                  <a:pt x="1480" y="1918"/>
                </a:cubicBezTo>
                <a:cubicBezTo>
                  <a:pt x="1484" y="1924"/>
                  <a:pt x="1478" y="1926"/>
                  <a:pt x="1484" y="1932"/>
                </a:cubicBezTo>
                <a:cubicBezTo>
                  <a:pt x="1492" y="1939"/>
                  <a:pt x="1497" y="1953"/>
                  <a:pt x="1503" y="1965"/>
                </a:cubicBezTo>
                <a:cubicBezTo>
                  <a:pt x="1519" y="1982"/>
                  <a:pt x="1532" y="2007"/>
                  <a:pt x="1545" y="2031"/>
                </a:cubicBezTo>
                <a:cubicBezTo>
                  <a:pt x="1557" y="2038"/>
                  <a:pt x="1564" y="2058"/>
                  <a:pt x="1575" y="2065"/>
                </a:cubicBezTo>
                <a:cubicBezTo>
                  <a:pt x="1585" y="2077"/>
                  <a:pt x="1595" y="2088"/>
                  <a:pt x="1604" y="2099"/>
                </a:cubicBezTo>
                <a:cubicBezTo>
                  <a:pt x="1607" y="2110"/>
                  <a:pt x="1615" y="2107"/>
                  <a:pt x="1619" y="2115"/>
                </a:cubicBezTo>
                <a:cubicBezTo>
                  <a:pt x="1624" y="2121"/>
                  <a:pt x="1628" y="2128"/>
                  <a:pt x="1635" y="2129"/>
                </a:cubicBezTo>
                <a:cubicBezTo>
                  <a:pt x="1640" y="2135"/>
                  <a:pt x="1645" y="2140"/>
                  <a:pt x="1651" y="2141"/>
                </a:cubicBezTo>
                <a:cubicBezTo>
                  <a:pt x="1656" y="2147"/>
                  <a:pt x="1661" y="2155"/>
                  <a:pt x="1668" y="2156"/>
                </a:cubicBezTo>
                <a:cubicBezTo>
                  <a:pt x="1669" y="2157"/>
                  <a:pt x="1671" y="2159"/>
                  <a:pt x="1673" y="2161"/>
                </a:cubicBezTo>
                <a:cubicBezTo>
                  <a:pt x="1689" y="2161"/>
                  <a:pt x="1689" y="2161"/>
                  <a:pt x="1689" y="2161"/>
                </a:cubicBezTo>
                <a:cubicBezTo>
                  <a:pt x="1681" y="2156"/>
                  <a:pt x="1675" y="2145"/>
                  <a:pt x="1665" y="2144"/>
                </a:cubicBezTo>
                <a:cubicBezTo>
                  <a:pt x="1657" y="2131"/>
                  <a:pt x="1646" y="2127"/>
                  <a:pt x="1637" y="2119"/>
                </a:cubicBezTo>
                <a:close/>
                <a:moveTo>
                  <a:pt x="2161" y="2081"/>
                </a:moveTo>
                <a:cubicBezTo>
                  <a:pt x="2158" y="2077"/>
                  <a:pt x="2157" y="2073"/>
                  <a:pt x="2158" y="2070"/>
                </a:cubicBezTo>
                <a:cubicBezTo>
                  <a:pt x="2154" y="1989"/>
                  <a:pt x="2157" y="1975"/>
                  <a:pt x="2151" y="1957"/>
                </a:cubicBezTo>
                <a:cubicBezTo>
                  <a:pt x="2143" y="1854"/>
                  <a:pt x="2143" y="1852"/>
                  <a:pt x="2142" y="1850"/>
                </a:cubicBezTo>
                <a:cubicBezTo>
                  <a:pt x="2122" y="1784"/>
                  <a:pt x="2128" y="1782"/>
                  <a:pt x="2124" y="1776"/>
                </a:cubicBezTo>
                <a:cubicBezTo>
                  <a:pt x="2100" y="1714"/>
                  <a:pt x="2097" y="1705"/>
                  <a:pt x="2095" y="1697"/>
                </a:cubicBezTo>
                <a:cubicBezTo>
                  <a:pt x="2101" y="1724"/>
                  <a:pt x="2102" y="1725"/>
                  <a:pt x="2102" y="1726"/>
                </a:cubicBezTo>
                <a:cubicBezTo>
                  <a:pt x="2129" y="1819"/>
                  <a:pt x="2126" y="1827"/>
                  <a:pt x="2131" y="1837"/>
                </a:cubicBezTo>
                <a:cubicBezTo>
                  <a:pt x="2132" y="1855"/>
                  <a:pt x="2141" y="1862"/>
                  <a:pt x="2135" y="1865"/>
                </a:cubicBezTo>
                <a:cubicBezTo>
                  <a:pt x="2138" y="1931"/>
                  <a:pt x="2140" y="1935"/>
                  <a:pt x="2142" y="1939"/>
                </a:cubicBezTo>
                <a:cubicBezTo>
                  <a:pt x="2150" y="2010"/>
                  <a:pt x="2145" y="2021"/>
                  <a:pt x="2147" y="2033"/>
                </a:cubicBezTo>
                <a:cubicBezTo>
                  <a:pt x="2149" y="2123"/>
                  <a:pt x="2150" y="2136"/>
                  <a:pt x="2149" y="2149"/>
                </a:cubicBezTo>
                <a:cubicBezTo>
                  <a:pt x="2160" y="2157"/>
                  <a:pt x="2161" y="2153"/>
                  <a:pt x="2162" y="2149"/>
                </a:cubicBezTo>
                <a:cubicBezTo>
                  <a:pt x="2159" y="2097"/>
                  <a:pt x="2156" y="2088"/>
                  <a:pt x="2161" y="2081"/>
                </a:cubicBezTo>
                <a:close/>
                <a:moveTo>
                  <a:pt x="33" y="1449"/>
                </a:moveTo>
                <a:cubicBezTo>
                  <a:pt x="56" y="1462"/>
                  <a:pt x="71" y="1482"/>
                  <a:pt x="95" y="1494"/>
                </a:cubicBezTo>
                <a:cubicBezTo>
                  <a:pt x="97" y="1500"/>
                  <a:pt x="105" y="1501"/>
                  <a:pt x="110" y="1505"/>
                </a:cubicBezTo>
                <a:cubicBezTo>
                  <a:pt x="117" y="1507"/>
                  <a:pt x="116" y="1516"/>
                  <a:pt x="127" y="1514"/>
                </a:cubicBezTo>
                <a:cubicBezTo>
                  <a:pt x="134" y="1525"/>
                  <a:pt x="150" y="1528"/>
                  <a:pt x="160" y="1536"/>
                </a:cubicBezTo>
                <a:cubicBezTo>
                  <a:pt x="158" y="1527"/>
                  <a:pt x="150" y="1527"/>
                  <a:pt x="145" y="1522"/>
                </a:cubicBezTo>
                <a:cubicBezTo>
                  <a:pt x="142" y="1514"/>
                  <a:pt x="131" y="1514"/>
                  <a:pt x="127" y="1508"/>
                </a:cubicBezTo>
                <a:cubicBezTo>
                  <a:pt x="115" y="1500"/>
                  <a:pt x="103" y="1492"/>
                  <a:pt x="92" y="1483"/>
                </a:cubicBezTo>
                <a:cubicBezTo>
                  <a:pt x="81" y="1473"/>
                  <a:pt x="67" y="1466"/>
                  <a:pt x="59" y="1454"/>
                </a:cubicBezTo>
                <a:cubicBezTo>
                  <a:pt x="45" y="1448"/>
                  <a:pt x="37" y="1434"/>
                  <a:pt x="21" y="1429"/>
                </a:cubicBezTo>
                <a:cubicBezTo>
                  <a:pt x="19" y="1426"/>
                  <a:pt x="17" y="1423"/>
                  <a:pt x="12" y="1424"/>
                </a:cubicBezTo>
                <a:cubicBezTo>
                  <a:pt x="13" y="1418"/>
                  <a:pt x="8" y="1418"/>
                  <a:pt x="6" y="1415"/>
                </a:cubicBezTo>
                <a:cubicBezTo>
                  <a:pt x="4" y="1414"/>
                  <a:pt x="2" y="1413"/>
                  <a:pt x="0" y="1412"/>
                </a:cubicBezTo>
                <a:cubicBezTo>
                  <a:pt x="0" y="1427"/>
                  <a:pt x="0" y="1427"/>
                  <a:pt x="0" y="1427"/>
                </a:cubicBezTo>
                <a:cubicBezTo>
                  <a:pt x="9" y="1427"/>
                  <a:pt x="12" y="1433"/>
                  <a:pt x="18" y="1435"/>
                </a:cubicBezTo>
                <a:cubicBezTo>
                  <a:pt x="22" y="1440"/>
                  <a:pt x="30" y="1442"/>
                  <a:pt x="33" y="1449"/>
                </a:cubicBezTo>
                <a:close/>
                <a:moveTo>
                  <a:pt x="11" y="1606"/>
                </a:moveTo>
                <a:cubicBezTo>
                  <a:pt x="16" y="1604"/>
                  <a:pt x="21" y="1615"/>
                  <a:pt x="22" y="1606"/>
                </a:cubicBezTo>
                <a:cubicBezTo>
                  <a:pt x="16" y="1602"/>
                  <a:pt x="8" y="1601"/>
                  <a:pt x="0" y="1599"/>
                </a:cubicBezTo>
                <a:cubicBezTo>
                  <a:pt x="0" y="1604"/>
                  <a:pt x="0" y="1604"/>
                  <a:pt x="0" y="1604"/>
                </a:cubicBezTo>
                <a:cubicBezTo>
                  <a:pt x="3" y="1605"/>
                  <a:pt x="5" y="1608"/>
                  <a:pt x="11" y="1606"/>
                </a:cubicBezTo>
                <a:close/>
                <a:moveTo>
                  <a:pt x="2119" y="2102"/>
                </a:moveTo>
                <a:cubicBezTo>
                  <a:pt x="2125" y="2098"/>
                  <a:pt x="2116" y="2089"/>
                  <a:pt x="2121" y="2085"/>
                </a:cubicBezTo>
                <a:cubicBezTo>
                  <a:pt x="2115" y="2006"/>
                  <a:pt x="2120" y="1984"/>
                  <a:pt x="2114" y="1959"/>
                </a:cubicBezTo>
                <a:cubicBezTo>
                  <a:pt x="2119" y="1920"/>
                  <a:pt x="2112" y="1912"/>
                  <a:pt x="2114" y="1907"/>
                </a:cubicBezTo>
                <a:cubicBezTo>
                  <a:pt x="2109" y="1878"/>
                  <a:pt x="2111" y="1869"/>
                  <a:pt x="2111" y="1861"/>
                </a:cubicBezTo>
                <a:cubicBezTo>
                  <a:pt x="2104" y="1826"/>
                  <a:pt x="2110" y="1824"/>
                  <a:pt x="2106" y="1818"/>
                </a:cubicBezTo>
                <a:cubicBezTo>
                  <a:pt x="2101" y="1785"/>
                  <a:pt x="2098" y="1779"/>
                  <a:pt x="2101" y="1775"/>
                </a:cubicBezTo>
                <a:cubicBezTo>
                  <a:pt x="2089" y="1739"/>
                  <a:pt x="2087" y="1733"/>
                  <a:pt x="2084" y="1728"/>
                </a:cubicBezTo>
                <a:cubicBezTo>
                  <a:pt x="2070" y="1693"/>
                  <a:pt x="2059" y="1670"/>
                  <a:pt x="2047" y="1646"/>
                </a:cubicBezTo>
                <a:cubicBezTo>
                  <a:pt x="2025" y="1605"/>
                  <a:pt x="2014" y="1602"/>
                  <a:pt x="2016" y="1610"/>
                </a:cubicBezTo>
                <a:cubicBezTo>
                  <a:pt x="2040" y="1652"/>
                  <a:pt x="2043" y="1652"/>
                  <a:pt x="2047" y="1666"/>
                </a:cubicBezTo>
                <a:cubicBezTo>
                  <a:pt x="2064" y="1692"/>
                  <a:pt x="2065" y="1707"/>
                  <a:pt x="2073" y="1718"/>
                </a:cubicBezTo>
                <a:cubicBezTo>
                  <a:pt x="2101" y="1833"/>
                  <a:pt x="2096" y="1839"/>
                  <a:pt x="2098" y="1848"/>
                </a:cubicBezTo>
                <a:cubicBezTo>
                  <a:pt x="2102" y="1892"/>
                  <a:pt x="2102" y="1908"/>
                  <a:pt x="2104" y="1925"/>
                </a:cubicBezTo>
                <a:cubicBezTo>
                  <a:pt x="2102" y="2001"/>
                  <a:pt x="2110" y="2008"/>
                  <a:pt x="2107" y="2011"/>
                </a:cubicBezTo>
                <a:cubicBezTo>
                  <a:pt x="2106" y="2090"/>
                  <a:pt x="2110" y="2108"/>
                  <a:pt x="2111" y="2125"/>
                </a:cubicBezTo>
                <a:cubicBezTo>
                  <a:pt x="2120" y="2161"/>
                  <a:pt x="2120" y="2161"/>
                  <a:pt x="2120" y="2161"/>
                </a:cubicBezTo>
                <a:cubicBezTo>
                  <a:pt x="2117" y="2124"/>
                  <a:pt x="2124" y="2115"/>
                  <a:pt x="2119" y="2102"/>
                </a:cubicBezTo>
                <a:close/>
                <a:moveTo>
                  <a:pt x="17" y="1522"/>
                </a:moveTo>
                <a:cubicBezTo>
                  <a:pt x="18" y="1528"/>
                  <a:pt x="28" y="1525"/>
                  <a:pt x="29" y="1531"/>
                </a:cubicBezTo>
                <a:cubicBezTo>
                  <a:pt x="34" y="1532"/>
                  <a:pt x="41" y="1532"/>
                  <a:pt x="44" y="1536"/>
                </a:cubicBezTo>
                <a:cubicBezTo>
                  <a:pt x="46" y="1541"/>
                  <a:pt x="57" y="1535"/>
                  <a:pt x="58" y="1541"/>
                </a:cubicBezTo>
                <a:cubicBezTo>
                  <a:pt x="65" y="1541"/>
                  <a:pt x="67" y="1546"/>
                  <a:pt x="76" y="1544"/>
                </a:cubicBezTo>
                <a:cubicBezTo>
                  <a:pt x="77" y="1547"/>
                  <a:pt x="89" y="1554"/>
                  <a:pt x="90" y="1546"/>
                </a:cubicBezTo>
                <a:cubicBezTo>
                  <a:pt x="64" y="1540"/>
                  <a:pt x="44" y="1527"/>
                  <a:pt x="20" y="1519"/>
                </a:cubicBezTo>
                <a:cubicBezTo>
                  <a:pt x="17" y="1514"/>
                  <a:pt x="10" y="1514"/>
                  <a:pt x="5" y="1511"/>
                </a:cubicBezTo>
                <a:cubicBezTo>
                  <a:pt x="3" y="1511"/>
                  <a:pt x="2" y="1510"/>
                  <a:pt x="0" y="1509"/>
                </a:cubicBezTo>
                <a:cubicBezTo>
                  <a:pt x="0" y="1516"/>
                  <a:pt x="0" y="1516"/>
                  <a:pt x="0" y="1516"/>
                </a:cubicBezTo>
                <a:cubicBezTo>
                  <a:pt x="1" y="1516"/>
                  <a:pt x="2" y="1516"/>
                  <a:pt x="3" y="1517"/>
                </a:cubicBezTo>
                <a:cubicBezTo>
                  <a:pt x="5" y="1521"/>
                  <a:pt x="12" y="1521"/>
                  <a:pt x="17" y="1522"/>
                </a:cubicBezTo>
                <a:close/>
                <a:moveTo>
                  <a:pt x="13" y="1574"/>
                </a:moveTo>
                <a:cubicBezTo>
                  <a:pt x="18" y="1579"/>
                  <a:pt x="24" y="1583"/>
                  <a:pt x="33" y="1583"/>
                </a:cubicBezTo>
                <a:cubicBezTo>
                  <a:pt x="34" y="1585"/>
                  <a:pt x="36" y="1586"/>
                  <a:pt x="37" y="1587"/>
                </a:cubicBezTo>
                <a:cubicBezTo>
                  <a:pt x="41" y="1590"/>
                  <a:pt x="48" y="1590"/>
                  <a:pt x="54" y="1591"/>
                </a:cubicBezTo>
                <a:cubicBezTo>
                  <a:pt x="57" y="1597"/>
                  <a:pt x="68" y="1596"/>
                  <a:pt x="72" y="1602"/>
                </a:cubicBezTo>
                <a:cubicBezTo>
                  <a:pt x="81" y="1598"/>
                  <a:pt x="90" y="1610"/>
                  <a:pt x="95" y="1601"/>
                </a:cubicBezTo>
                <a:cubicBezTo>
                  <a:pt x="82" y="1602"/>
                  <a:pt x="77" y="1594"/>
                  <a:pt x="66" y="1593"/>
                </a:cubicBezTo>
                <a:cubicBezTo>
                  <a:pt x="63" y="1589"/>
                  <a:pt x="56" y="1589"/>
                  <a:pt x="51" y="1588"/>
                </a:cubicBezTo>
                <a:cubicBezTo>
                  <a:pt x="50" y="1588"/>
                  <a:pt x="50" y="1587"/>
                  <a:pt x="50" y="1587"/>
                </a:cubicBezTo>
                <a:cubicBezTo>
                  <a:pt x="46" y="1585"/>
                  <a:pt x="42" y="1583"/>
                  <a:pt x="39" y="1580"/>
                </a:cubicBezTo>
                <a:cubicBezTo>
                  <a:pt x="27" y="1579"/>
                  <a:pt x="22" y="1572"/>
                  <a:pt x="13" y="1569"/>
                </a:cubicBezTo>
                <a:cubicBezTo>
                  <a:pt x="10" y="1565"/>
                  <a:pt x="5" y="1565"/>
                  <a:pt x="0" y="1564"/>
                </a:cubicBezTo>
                <a:cubicBezTo>
                  <a:pt x="0" y="1571"/>
                  <a:pt x="0" y="1571"/>
                  <a:pt x="0" y="1571"/>
                </a:cubicBezTo>
                <a:cubicBezTo>
                  <a:pt x="1" y="1571"/>
                  <a:pt x="1" y="1571"/>
                  <a:pt x="1" y="1572"/>
                </a:cubicBezTo>
                <a:cubicBezTo>
                  <a:pt x="5" y="1573"/>
                  <a:pt x="7" y="1576"/>
                  <a:pt x="13" y="1574"/>
                </a:cubicBezTo>
                <a:close/>
                <a:moveTo>
                  <a:pt x="27" y="1336"/>
                </a:moveTo>
                <a:cubicBezTo>
                  <a:pt x="28" y="1340"/>
                  <a:pt x="30" y="1341"/>
                  <a:pt x="33" y="1342"/>
                </a:cubicBezTo>
                <a:cubicBezTo>
                  <a:pt x="35" y="1349"/>
                  <a:pt x="43" y="1349"/>
                  <a:pt x="45" y="1356"/>
                </a:cubicBezTo>
                <a:cubicBezTo>
                  <a:pt x="57" y="1360"/>
                  <a:pt x="63" y="1371"/>
                  <a:pt x="72" y="1379"/>
                </a:cubicBezTo>
                <a:cubicBezTo>
                  <a:pt x="91" y="1393"/>
                  <a:pt x="107" y="1411"/>
                  <a:pt x="122" y="1430"/>
                </a:cubicBezTo>
                <a:cubicBezTo>
                  <a:pt x="131" y="1437"/>
                  <a:pt x="136" y="1449"/>
                  <a:pt x="146" y="1455"/>
                </a:cubicBezTo>
                <a:cubicBezTo>
                  <a:pt x="146" y="1459"/>
                  <a:pt x="151" y="1458"/>
                  <a:pt x="152" y="1461"/>
                </a:cubicBezTo>
                <a:cubicBezTo>
                  <a:pt x="153" y="1464"/>
                  <a:pt x="155" y="1465"/>
                  <a:pt x="158" y="1466"/>
                </a:cubicBezTo>
                <a:cubicBezTo>
                  <a:pt x="160" y="1473"/>
                  <a:pt x="168" y="1474"/>
                  <a:pt x="170" y="1481"/>
                </a:cubicBezTo>
                <a:cubicBezTo>
                  <a:pt x="181" y="1486"/>
                  <a:pt x="186" y="1497"/>
                  <a:pt x="197" y="1503"/>
                </a:cubicBezTo>
                <a:cubicBezTo>
                  <a:pt x="199" y="1509"/>
                  <a:pt x="207" y="1510"/>
                  <a:pt x="211" y="1514"/>
                </a:cubicBezTo>
                <a:cubicBezTo>
                  <a:pt x="215" y="1519"/>
                  <a:pt x="218" y="1526"/>
                  <a:pt x="226" y="1526"/>
                </a:cubicBezTo>
                <a:cubicBezTo>
                  <a:pt x="226" y="1517"/>
                  <a:pt x="219" y="1515"/>
                  <a:pt x="214" y="1511"/>
                </a:cubicBezTo>
                <a:cubicBezTo>
                  <a:pt x="209" y="1507"/>
                  <a:pt x="207" y="1499"/>
                  <a:pt x="199" y="1497"/>
                </a:cubicBezTo>
                <a:cubicBezTo>
                  <a:pt x="195" y="1493"/>
                  <a:pt x="190" y="1489"/>
                  <a:pt x="185" y="1486"/>
                </a:cubicBezTo>
                <a:cubicBezTo>
                  <a:pt x="181" y="1480"/>
                  <a:pt x="176" y="1475"/>
                  <a:pt x="170" y="1472"/>
                </a:cubicBezTo>
                <a:cubicBezTo>
                  <a:pt x="169" y="1468"/>
                  <a:pt x="169" y="1465"/>
                  <a:pt x="164" y="1466"/>
                </a:cubicBezTo>
                <a:cubicBezTo>
                  <a:pt x="162" y="1463"/>
                  <a:pt x="161" y="1460"/>
                  <a:pt x="158" y="1458"/>
                </a:cubicBezTo>
                <a:cubicBezTo>
                  <a:pt x="154" y="1452"/>
                  <a:pt x="149" y="1447"/>
                  <a:pt x="143" y="1444"/>
                </a:cubicBezTo>
                <a:cubicBezTo>
                  <a:pt x="142" y="1440"/>
                  <a:pt x="142" y="1437"/>
                  <a:pt x="137" y="1438"/>
                </a:cubicBezTo>
                <a:cubicBezTo>
                  <a:pt x="137" y="1433"/>
                  <a:pt x="135" y="1430"/>
                  <a:pt x="131" y="1429"/>
                </a:cubicBezTo>
                <a:cubicBezTo>
                  <a:pt x="131" y="1419"/>
                  <a:pt x="121" y="1420"/>
                  <a:pt x="119" y="1412"/>
                </a:cubicBezTo>
                <a:cubicBezTo>
                  <a:pt x="102" y="1392"/>
                  <a:pt x="83" y="1375"/>
                  <a:pt x="65" y="1356"/>
                </a:cubicBezTo>
                <a:cubicBezTo>
                  <a:pt x="45" y="1338"/>
                  <a:pt x="25" y="1320"/>
                  <a:pt x="6" y="1302"/>
                </a:cubicBezTo>
                <a:cubicBezTo>
                  <a:pt x="4" y="1301"/>
                  <a:pt x="2" y="1300"/>
                  <a:pt x="0" y="1299"/>
                </a:cubicBezTo>
                <a:cubicBezTo>
                  <a:pt x="0" y="1316"/>
                  <a:pt x="0" y="1316"/>
                  <a:pt x="0" y="1316"/>
                </a:cubicBezTo>
                <a:cubicBezTo>
                  <a:pt x="7" y="1321"/>
                  <a:pt x="14" y="1326"/>
                  <a:pt x="21" y="1331"/>
                </a:cubicBezTo>
                <a:cubicBezTo>
                  <a:pt x="21" y="1334"/>
                  <a:pt x="26" y="1333"/>
                  <a:pt x="27" y="1336"/>
                </a:cubicBezTo>
                <a:close/>
                <a:moveTo>
                  <a:pt x="28" y="1371"/>
                </a:moveTo>
                <a:cubicBezTo>
                  <a:pt x="35" y="1372"/>
                  <a:pt x="35" y="1380"/>
                  <a:pt x="40" y="1382"/>
                </a:cubicBezTo>
                <a:cubicBezTo>
                  <a:pt x="38" y="1393"/>
                  <a:pt x="51" y="1388"/>
                  <a:pt x="52" y="1397"/>
                </a:cubicBezTo>
                <a:cubicBezTo>
                  <a:pt x="69" y="1412"/>
                  <a:pt x="85" y="1429"/>
                  <a:pt x="99" y="1448"/>
                </a:cubicBezTo>
                <a:cubicBezTo>
                  <a:pt x="109" y="1454"/>
                  <a:pt x="115" y="1465"/>
                  <a:pt x="123" y="1473"/>
                </a:cubicBezTo>
                <a:cubicBezTo>
                  <a:pt x="131" y="1473"/>
                  <a:pt x="128" y="1484"/>
                  <a:pt x="135" y="1484"/>
                </a:cubicBezTo>
                <a:cubicBezTo>
                  <a:pt x="138" y="1491"/>
                  <a:pt x="146" y="1490"/>
                  <a:pt x="147" y="1499"/>
                </a:cubicBezTo>
                <a:cubicBezTo>
                  <a:pt x="153" y="1500"/>
                  <a:pt x="157" y="1504"/>
                  <a:pt x="162" y="1507"/>
                </a:cubicBezTo>
                <a:cubicBezTo>
                  <a:pt x="160" y="1518"/>
                  <a:pt x="173" y="1513"/>
                  <a:pt x="174" y="1521"/>
                </a:cubicBezTo>
                <a:cubicBezTo>
                  <a:pt x="179" y="1524"/>
                  <a:pt x="182" y="1528"/>
                  <a:pt x="189" y="1529"/>
                </a:cubicBezTo>
                <a:cubicBezTo>
                  <a:pt x="189" y="1533"/>
                  <a:pt x="192" y="1534"/>
                  <a:pt x="195" y="1535"/>
                </a:cubicBezTo>
                <a:cubicBezTo>
                  <a:pt x="198" y="1535"/>
                  <a:pt x="201" y="1540"/>
                  <a:pt x="203" y="1535"/>
                </a:cubicBezTo>
                <a:cubicBezTo>
                  <a:pt x="197" y="1531"/>
                  <a:pt x="192" y="1527"/>
                  <a:pt x="188" y="1521"/>
                </a:cubicBezTo>
                <a:cubicBezTo>
                  <a:pt x="183" y="1522"/>
                  <a:pt x="183" y="1517"/>
                  <a:pt x="179" y="1515"/>
                </a:cubicBezTo>
                <a:cubicBezTo>
                  <a:pt x="179" y="1510"/>
                  <a:pt x="170" y="1513"/>
                  <a:pt x="171" y="1507"/>
                </a:cubicBezTo>
                <a:cubicBezTo>
                  <a:pt x="164" y="1503"/>
                  <a:pt x="159" y="1498"/>
                  <a:pt x="156" y="1492"/>
                </a:cubicBezTo>
                <a:cubicBezTo>
                  <a:pt x="147" y="1491"/>
                  <a:pt x="148" y="1479"/>
                  <a:pt x="138" y="1478"/>
                </a:cubicBezTo>
                <a:cubicBezTo>
                  <a:pt x="133" y="1463"/>
                  <a:pt x="117" y="1459"/>
                  <a:pt x="111" y="1444"/>
                </a:cubicBezTo>
                <a:cubicBezTo>
                  <a:pt x="99" y="1435"/>
                  <a:pt x="91" y="1422"/>
                  <a:pt x="81" y="1410"/>
                </a:cubicBezTo>
                <a:cubicBezTo>
                  <a:pt x="73" y="1398"/>
                  <a:pt x="60" y="1391"/>
                  <a:pt x="51" y="1379"/>
                </a:cubicBezTo>
                <a:cubicBezTo>
                  <a:pt x="40" y="1370"/>
                  <a:pt x="32" y="1358"/>
                  <a:pt x="22" y="1348"/>
                </a:cubicBezTo>
                <a:cubicBezTo>
                  <a:pt x="13" y="1343"/>
                  <a:pt x="7" y="1336"/>
                  <a:pt x="0" y="1329"/>
                </a:cubicBezTo>
                <a:cubicBezTo>
                  <a:pt x="0" y="1344"/>
                  <a:pt x="0" y="1344"/>
                  <a:pt x="0" y="1344"/>
                </a:cubicBezTo>
                <a:cubicBezTo>
                  <a:pt x="2" y="1346"/>
                  <a:pt x="3" y="1347"/>
                  <a:pt x="4" y="1348"/>
                </a:cubicBezTo>
                <a:cubicBezTo>
                  <a:pt x="13" y="1355"/>
                  <a:pt x="21" y="1362"/>
                  <a:pt x="28" y="1371"/>
                </a:cubicBezTo>
                <a:close/>
                <a:moveTo>
                  <a:pt x="5" y="1267"/>
                </a:moveTo>
                <a:cubicBezTo>
                  <a:pt x="4" y="1275"/>
                  <a:pt x="11" y="1275"/>
                  <a:pt x="17" y="1276"/>
                </a:cubicBezTo>
                <a:cubicBezTo>
                  <a:pt x="22" y="1284"/>
                  <a:pt x="32" y="1288"/>
                  <a:pt x="40" y="1292"/>
                </a:cubicBezTo>
                <a:cubicBezTo>
                  <a:pt x="46" y="1300"/>
                  <a:pt x="52" y="1306"/>
                  <a:pt x="58" y="1312"/>
                </a:cubicBezTo>
                <a:cubicBezTo>
                  <a:pt x="61" y="1316"/>
                  <a:pt x="63" y="1321"/>
                  <a:pt x="70" y="1321"/>
                </a:cubicBezTo>
                <a:cubicBezTo>
                  <a:pt x="70" y="1328"/>
                  <a:pt x="75" y="1330"/>
                  <a:pt x="79" y="1332"/>
                </a:cubicBezTo>
                <a:cubicBezTo>
                  <a:pt x="92" y="1347"/>
                  <a:pt x="102" y="1363"/>
                  <a:pt x="118" y="1375"/>
                </a:cubicBezTo>
                <a:cubicBezTo>
                  <a:pt x="124" y="1382"/>
                  <a:pt x="129" y="1390"/>
                  <a:pt x="136" y="1397"/>
                </a:cubicBezTo>
                <a:cubicBezTo>
                  <a:pt x="141" y="1406"/>
                  <a:pt x="149" y="1411"/>
                  <a:pt x="154" y="1420"/>
                </a:cubicBezTo>
                <a:cubicBezTo>
                  <a:pt x="158" y="1430"/>
                  <a:pt x="170" y="1431"/>
                  <a:pt x="172" y="1443"/>
                </a:cubicBezTo>
                <a:cubicBezTo>
                  <a:pt x="176" y="1445"/>
                  <a:pt x="181" y="1447"/>
                  <a:pt x="181" y="1454"/>
                </a:cubicBezTo>
                <a:cubicBezTo>
                  <a:pt x="185" y="1454"/>
                  <a:pt x="190" y="1466"/>
                  <a:pt x="193" y="1457"/>
                </a:cubicBezTo>
                <a:cubicBezTo>
                  <a:pt x="182" y="1462"/>
                  <a:pt x="190" y="1447"/>
                  <a:pt x="184" y="1448"/>
                </a:cubicBezTo>
                <a:cubicBezTo>
                  <a:pt x="182" y="1444"/>
                  <a:pt x="179" y="1441"/>
                  <a:pt x="178" y="1437"/>
                </a:cubicBezTo>
                <a:cubicBezTo>
                  <a:pt x="169" y="1433"/>
                  <a:pt x="166" y="1423"/>
                  <a:pt x="160" y="1417"/>
                </a:cubicBezTo>
                <a:cubicBezTo>
                  <a:pt x="159" y="1411"/>
                  <a:pt x="152" y="1414"/>
                  <a:pt x="154" y="1406"/>
                </a:cubicBezTo>
                <a:cubicBezTo>
                  <a:pt x="144" y="1408"/>
                  <a:pt x="149" y="1396"/>
                  <a:pt x="142" y="1397"/>
                </a:cubicBezTo>
                <a:cubicBezTo>
                  <a:pt x="141" y="1385"/>
                  <a:pt x="131" y="1383"/>
                  <a:pt x="127" y="1374"/>
                </a:cubicBezTo>
                <a:cubicBezTo>
                  <a:pt x="114" y="1362"/>
                  <a:pt x="105" y="1347"/>
                  <a:pt x="91" y="1338"/>
                </a:cubicBezTo>
                <a:cubicBezTo>
                  <a:pt x="89" y="1327"/>
                  <a:pt x="80" y="1323"/>
                  <a:pt x="73" y="1318"/>
                </a:cubicBezTo>
                <a:cubicBezTo>
                  <a:pt x="72" y="1306"/>
                  <a:pt x="60" y="1306"/>
                  <a:pt x="58" y="1295"/>
                </a:cubicBezTo>
                <a:cubicBezTo>
                  <a:pt x="45" y="1292"/>
                  <a:pt x="43" y="1279"/>
                  <a:pt x="28" y="1278"/>
                </a:cubicBezTo>
                <a:cubicBezTo>
                  <a:pt x="29" y="1270"/>
                  <a:pt x="20" y="1271"/>
                  <a:pt x="17" y="1267"/>
                </a:cubicBezTo>
                <a:cubicBezTo>
                  <a:pt x="10" y="1265"/>
                  <a:pt x="9" y="1258"/>
                  <a:pt x="2" y="1256"/>
                </a:cubicBezTo>
                <a:cubicBezTo>
                  <a:pt x="1" y="1255"/>
                  <a:pt x="1" y="1255"/>
                  <a:pt x="0" y="1255"/>
                </a:cubicBezTo>
                <a:cubicBezTo>
                  <a:pt x="0" y="1265"/>
                  <a:pt x="0" y="1265"/>
                  <a:pt x="0" y="1265"/>
                </a:cubicBezTo>
                <a:cubicBezTo>
                  <a:pt x="2" y="1265"/>
                  <a:pt x="4" y="1266"/>
                  <a:pt x="5" y="1267"/>
                </a:cubicBezTo>
                <a:close/>
                <a:moveTo>
                  <a:pt x="3825" y="1569"/>
                </a:moveTo>
                <a:cubicBezTo>
                  <a:pt x="3816" y="1562"/>
                  <a:pt x="3807" y="1560"/>
                  <a:pt x="3797" y="1562"/>
                </a:cubicBezTo>
                <a:cubicBezTo>
                  <a:pt x="3787" y="1561"/>
                  <a:pt x="3777" y="1555"/>
                  <a:pt x="3766" y="1557"/>
                </a:cubicBezTo>
                <a:cubicBezTo>
                  <a:pt x="3762" y="1555"/>
                  <a:pt x="3758" y="1552"/>
                  <a:pt x="3752" y="1556"/>
                </a:cubicBezTo>
                <a:cubicBezTo>
                  <a:pt x="3748" y="1551"/>
                  <a:pt x="3743" y="1552"/>
                  <a:pt x="3739" y="1551"/>
                </a:cubicBezTo>
                <a:cubicBezTo>
                  <a:pt x="3728" y="1553"/>
                  <a:pt x="3718" y="1550"/>
                  <a:pt x="3708" y="1546"/>
                </a:cubicBezTo>
                <a:cubicBezTo>
                  <a:pt x="3688" y="1545"/>
                  <a:pt x="3669" y="1541"/>
                  <a:pt x="3648" y="1542"/>
                </a:cubicBezTo>
                <a:cubicBezTo>
                  <a:pt x="3638" y="1539"/>
                  <a:pt x="3625" y="1548"/>
                  <a:pt x="3617" y="1541"/>
                </a:cubicBezTo>
                <a:cubicBezTo>
                  <a:pt x="3611" y="1543"/>
                  <a:pt x="3607" y="1540"/>
                  <a:pt x="3601" y="1544"/>
                </a:cubicBezTo>
                <a:cubicBezTo>
                  <a:pt x="3595" y="1547"/>
                  <a:pt x="3591" y="1538"/>
                  <a:pt x="3584" y="1544"/>
                </a:cubicBezTo>
                <a:cubicBezTo>
                  <a:pt x="3589" y="1552"/>
                  <a:pt x="3598" y="1544"/>
                  <a:pt x="3604" y="1549"/>
                </a:cubicBezTo>
                <a:cubicBezTo>
                  <a:pt x="3612" y="1549"/>
                  <a:pt x="3620" y="1549"/>
                  <a:pt x="3628" y="1548"/>
                </a:cubicBezTo>
                <a:cubicBezTo>
                  <a:pt x="3642" y="1550"/>
                  <a:pt x="3656" y="1550"/>
                  <a:pt x="3672" y="1548"/>
                </a:cubicBezTo>
                <a:cubicBezTo>
                  <a:pt x="3677" y="1557"/>
                  <a:pt x="3685" y="1551"/>
                  <a:pt x="3691" y="1556"/>
                </a:cubicBezTo>
                <a:cubicBezTo>
                  <a:pt x="3699" y="1550"/>
                  <a:pt x="3704" y="1562"/>
                  <a:pt x="3712" y="1557"/>
                </a:cubicBezTo>
                <a:cubicBezTo>
                  <a:pt x="3718" y="1559"/>
                  <a:pt x="3725" y="1560"/>
                  <a:pt x="3732" y="1562"/>
                </a:cubicBezTo>
                <a:cubicBezTo>
                  <a:pt x="3738" y="1564"/>
                  <a:pt x="3746" y="1561"/>
                  <a:pt x="3752" y="1566"/>
                </a:cubicBezTo>
                <a:cubicBezTo>
                  <a:pt x="3760" y="1560"/>
                  <a:pt x="3764" y="1575"/>
                  <a:pt x="3773" y="1567"/>
                </a:cubicBezTo>
                <a:cubicBezTo>
                  <a:pt x="3775" y="1570"/>
                  <a:pt x="3779" y="1569"/>
                  <a:pt x="3782" y="1571"/>
                </a:cubicBezTo>
                <a:cubicBezTo>
                  <a:pt x="3786" y="1568"/>
                  <a:pt x="3789" y="1572"/>
                  <a:pt x="3792" y="1572"/>
                </a:cubicBezTo>
                <a:cubicBezTo>
                  <a:pt x="3806" y="1576"/>
                  <a:pt x="3821" y="1577"/>
                  <a:pt x="3835" y="1580"/>
                </a:cubicBezTo>
                <a:cubicBezTo>
                  <a:pt x="3837" y="1580"/>
                  <a:pt x="3839" y="1580"/>
                  <a:pt x="3840" y="1580"/>
                </a:cubicBezTo>
                <a:cubicBezTo>
                  <a:pt x="3840" y="1569"/>
                  <a:pt x="3840" y="1569"/>
                  <a:pt x="3840" y="1569"/>
                </a:cubicBezTo>
                <a:cubicBezTo>
                  <a:pt x="3835" y="1568"/>
                  <a:pt x="3830" y="1567"/>
                  <a:pt x="3825" y="1569"/>
                </a:cubicBezTo>
                <a:close/>
                <a:moveTo>
                  <a:pt x="66" y="1161"/>
                </a:moveTo>
                <a:cubicBezTo>
                  <a:pt x="76" y="1163"/>
                  <a:pt x="80" y="1170"/>
                  <a:pt x="90" y="1172"/>
                </a:cubicBezTo>
                <a:cubicBezTo>
                  <a:pt x="130" y="1194"/>
                  <a:pt x="136" y="1196"/>
                  <a:pt x="142" y="1197"/>
                </a:cubicBezTo>
                <a:cubicBezTo>
                  <a:pt x="203" y="1236"/>
                  <a:pt x="209" y="1238"/>
                  <a:pt x="216" y="1239"/>
                </a:cubicBezTo>
                <a:cubicBezTo>
                  <a:pt x="270" y="1269"/>
                  <a:pt x="279" y="1275"/>
                  <a:pt x="292" y="1277"/>
                </a:cubicBezTo>
                <a:cubicBezTo>
                  <a:pt x="334" y="1289"/>
                  <a:pt x="331" y="1300"/>
                  <a:pt x="342" y="1296"/>
                </a:cubicBezTo>
                <a:cubicBezTo>
                  <a:pt x="412" y="1309"/>
                  <a:pt x="424" y="1309"/>
                  <a:pt x="435" y="1308"/>
                </a:cubicBezTo>
                <a:cubicBezTo>
                  <a:pt x="429" y="1305"/>
                  <a:pt x="396" y="1300"/>
                  <a:pt x="360" y="1296"/>
                </a:cubicBezTo>
                <a:cubicBezTo>
                  <a:pt x="314" y="1274"/>
                  <a:pt x="305" y="1273"/>
                  <a:pt x="298" y="1271"/>
                </a:cubicBezTo>
                <a:cubicBezTo>
                  <a:pt x="268" y="1253"/>
                  <a:pt x="261" y="1256"/>
                  <a:pt x="260" y="1252"/>
                </a:cubicBezTo>
                <a:cubicBezTo>
                  <a:pt x="193" y="1210"/>
                  <a:pt x="176" y="1209"/>
                  <a:pt x="168" y="1196"/>
                </a:cubicBezTo>
                <a:cubicBezTo>
                  <a:pt x="83" y="1155"/>
                  <a:pt x="76" y="1152"/>
                  <a:pt x="71" y="1147"/>
                </a:cubicBezTo>
                <a:cubicBezTo>
                  <a:pt x="140" y="1177"/>
                  <a:pt x="150" y="1176"/>
                  <a:pt x="156" y="1179"/>
                </a:cubicBezTo>
                <a:cubicBezTo>
                  <a:pt x="201" y="1206"/>
                  <a:pt x="215" y="1202"/>
                  <a:pt x="218" y="1210"/>
                </a:cubicBezTo>
                <a:cubicBezTo>
                  <a:pt x="278" y="1230"/>
                  <a:pt x="285" y="1243"/>
                  <a:pt x="303" y="1245"/>
                </a:cubicBezTo>
                <a:cubicBezTo>
                  <a:pt x="364" y="1264"/>
                  <a:pt x="384" y="1264"/>
                  <a:pt x="399" y="1269"/>
                </a:cubicBezTo>
                <a:cubicBezTo>
                  <a:pt x="485" y="1272"/>
                  <a:pt x="483" y="1270"/>
                  <a:pt x="495" y="1272"/>
                </a:cubicBezTo>
                <a:cubicBezTo>
                  <a:pt x="565" y="1259"/>
                  <a:pt x="573" y="1259"/>
                  <a:pt x="576" y="1253"/>
                </a:cubicBezTo>
                <a:cubicBezTo>
                  <a:pt x="439" y="1260"/>
                  <a:pt x="413" y="1263"/>
                  <a:pt x="396" y="1257"/>
                </a:cubicBezTo>
                <a:cubicBezTo>
                  <a:pt x="354" y="1249"/>
                  <a:pt x="344" y="1252"/>
                  <a:pt x="344" y="1247"/>
                </a:cubicBezTo>
                <a:cubicBezTo>
                  <a:pt x="309" y="1236"/>
                  <a:pt x="298" y="1236"/>
                  <a:pt x="294" y="1228"/>
                </a:cubicBezTo>
                <a:cubicBezTo>
                  <a:pt x="210" y="1194"/>
                  <a:pt x="205" y="1188"/>
                  <a:pt x="194" y="1187"/>
                </a:cubicBezTo>
                <a:cubicBezTo>
                  <a:pt x="138" y="1160"/>
                  <a:pt x="130" y="1156"/>
                  <a:pt x="124" y="1151"/>
                </a:cubicBezTo>
                <a:cubicBezTo>
                  <a:pt x="81" y="1136"/>
                  <a:pt x="64" y="1128"/>
                  <a:pt x="50" y="1118"/>
                </a:cubicBezTo>
                <a:cubicBezTo>
                  <a:pt x="0" y="1116"/>
                  <a:pt x="0" y="1116"/>
                  <a:pt x="0" y="1116"/>
                </a:cubicBezTo>
                <a:cubicBezTo>
                  <a:pt x="0" y="1130"/>
                  <a:pt x="0" y="1130"/>
                  <a:pt x="0" y="1130"/>
                </a:cubicBezTo>
                <a:close/>
                <a:moveTo>
                  <a:pt x="45" y="1130"/>
                </a:moveTo>
                <a:cubicBezTo>
                  <a:pt x="45" y="1137"/>
                  <a:pt x="35" y="1131"/>
                  <a:pt x="33" y="1130"/>
                </a:cubicBezTo>
                <a:cubicBezTo>
                  <a:pt x="35" y="1121"/>
                  <a:pt x="40" y="1133"/>
                  <a:pt x="45" y="1130"/>
                </a:cubicBezTo>
                <a:close/>
                <a:moveTo>
                  <a:pt x="3833" y="1489"/>
                </a:moveTo>
                <a:cubicBezTo>
                  <a:pt x="3825" y="1493"/>
                  <a:pt x="3818" y="1494"/>
                  <a:pt x="3812" y="1488"/>
                </a:cubicBezTo>
                <a:cubicBezTo>
                  <a:pt x="3742" y="1497"/>
                  <a:pt x="3737" y="1489"/>
                  <a:pt x="3728" y="1496"/>
                </a:cubicBezTo>
                <a:cubicBezTo>
                  <a:pt x="3675" y="1496"/>
                  <a:pt x="3676" y="1502"/>
                  <a:pt x="3666" y="1500"/>
                </a:cubicBezTo>
                <a:cubicBezTo>
                  <a:pt x="3595" y="1515"/>
                  <a:pt x="3582" y="1508"/>
                  <a:pt x="3582" y="1518"/>
                </a:cubicBezTo>
                <a:cubicBezTo>
                  <a:pt x="3657" y="1509"/>
                  <a:pt x="3660" y="1510"/>
                  <a:pt x="3663" y="1512"/>
                </a:cubicBezTo>
                <a:cubicBezTo>
                  <a:pt x="3728" y="1514"/>
                  <a:pt x="3735" y="1511"/>
                  <a:pt x="3740" y="1515"/>
                </a:cubicBezTo>
                <a:cubicBezTo>
                  <a:pt x="3764" y="1515"/>
                  <a:pt x="3762" y="1517"/>
                  <a:pt x="3770" y="1514"/>
                </a:cubicBezTo>
                <a:cubicBezTo>
                  <a:pt x="3782" y="1527"/>
                  <a:pt x="3789" y="1525"/>
                  <a:pt x="3795" y="1526"/>
                </a:cubicBezTo>
                <a:cubicBezTo>
                  <a:pt x="3840" y="1512"/>
                  <a:pt x="3840" y="1512"/>
                  <a:pt x="3840" y="1512"/>
                </a:cubicBezTo>
                <a:cubicBezTo>
                  <a:pt x="3784" y="1503"/>
                  <a:pt x="3777" y="1507"/>
                  <a:pt x="3773" y="1502"/>
                </a:cubicBezTo>
                <a:cubicBezTo>
                  <a:pt x="3766" y="1498"/>
                  <a:pt x="3768" y="1501"/>
                  <a:pt x="3772" y="1499"/>
                </a:cubicBezTo>
                <a:cubicBezTo>
                  <a:pt x="3788" y="1503"/>
                  <a:pt x="3792" y="1500"/>
                  <a:pt x="3795" y="1499"/>
                </a:cubicBezTo>
                <a:cubicBezTo>
                  <a:pt x="3824" y="1498"/>
                  <a:pt x="3829" y="1501"/>
                  <a:pt x="3834" y="1502"/>
                </a:cubicBezTo>
                <a:cubicBezTo>
                  <a:pt x="3838" y="1490"/>
                  <a:pt x="3835" y="1489"/>
                  <a:pt x="3833" y="1489"/>
                </a:cubicBezTo>
                <a:close/>
                <a:moveTo>
                  <a:pt x="66" y="1257"/>
                </a:moveTo>
                <a:cubicBezTo>
                  <a:pt x="68" y="1264"/>
                  <a:pt x="75" y="1265"/>
                  <a:pt x="78" y="1271"/>
                </a:cubicBezTo>
                <a:cubicBezTo>
                  <a:pt x="98" y="1294"/>
                  <a:pt x="102" y="1294"/>
                  <a:pt x="104" y="1297"/>
                </a:cubicBezTo>
                <a:cubicBezTo>
                  <a:pt x="116" y="1304"/>
                  <a:pt x="117" y="1308"/>
                  <a:pt x="119" y="1311"/>
                </a:cubicBezTo>
                <a:cubicBezTo>
                  <a:pt x="217" y="1393"/>
                  <a:pt x="223" y="1405"/>
                  <a:pt x="238" y="1409"/>
                </a:cubicBezTo>
                <a:cubicBezTo>
                  <a:pt x="279" y="1431"/>
                  <a:pt x="282" y="1437"/>
                  <a:pt x="291" y="1437"/>
                </a:cubicBezTo>
                <a:cubicBezTo>
                  <a:pt x="303" y="1435"/>
                  <a:pt x="293" y="1433"/>
                  <a:pt x="285" y="1428"/>
                </a:cubicBezTo>
                <a:cubicBezTo>
                  <a:pt x="204" y="1374"/>
                  <a:pt x="190" y="1370"/>
                  <a:pt x="181" y="1358"/>
                </a:cubicBezTo>
                <a:cubicBezTo>
                  <a:pt x="117" y="1297"/>
                  <a:pt x="118" y="1286"/>
                  <a:pt x="110" y="1285"/>
                </a:cubicBezTo>
                <a:cubicBezTo>
                  <a:pt x="88" y="1258"/>
                  <a:pt x="74" y="1254"/>
                  <a:pt x="65" y="1243"/>
                </a:cubicBezTo>
                <a:cubicBezTo>
                  <a:pt x="10" y="1204"/>
                  <a:pt x="6" y="1201"/>
                  <a:pt x="0" y="1199"/>
                </a:cubicBezTo>
                <a:cubicBezTo>
                  <a:pt x="32" y="1237"/>
                  <a:pt x="49" y="1247"/>
                  <a:pt x="66" y="1257"/>
                </a:cubicBezTo>
                <a:close/>
                <a:moveTo>
                  <a:pt x="3" y="1183"/>
                </a:moveTo>
                <a:cubicBezTo>
                  <a:pt x="9" y="1185"/>
                  <a:pt x="7" y="1190"/>
                  <a:pt x="15" y="1189"/>
                </a:cubicBezTo>
                <a:cubicBezTo>
                  <a:pt x="78" y="1222"/>
                  <a:pt x="81" y="1227"/>
                  <a:pt x="85" y="1230"/>
                </a:cubicBezTo>
                <a:cubicBezTo>
                  <a:pt x="116" y="1250"/>
                  <a:pt x="119" y="1255"/>
                  <a:pt x="126" y="1255"/>
                </a:cubicBezTo>
                <a:cubicBezTo>
                  <a:pt x="154" y="1289"/>
                  <a:pt x="171" y="1286"/>
                  <a:pt x="174" y="1298"/>
                </a:cubicBezTo>
                <a:cubicBezTo>
                  <a:pt x="211" y="1321"/>
                  <a:pt x="215" y="1332"/>
                  <a:pt x="227" y="1334"/>
                </a:cubicBezTo>
                <a:cubicBezTo>
                  <a:pt x="262" y="1360"/>
                  <a:pt x="270" y="1366"/>
                  <a:pt x="280" y="1370"/>
                </a:cubicBezTo>
                <a:cubicBezTo>
                  <a:pt x="327" y="1381"/>
                  <a:pt x="332" y="1388"/>
                  <a:pt x="342" y="1389"/>
                </a:cubicBezTo>
                <a:cubicBezTo>
                  <a:pt x="379" y="1386"/>
                  <a:pt x="362" y="1382"/>
                  <a:pt x="341" y="1383"/>
                </a:cubicBezTo>
                <a:cubicBezTo>
                  <a:pt x="264" y="1347"/>
                  <a:pt x="251" y="1347"/>
                  <a:pt x="247" y="1336"/>
                </a:cubicBezTo>
                <a:cubicBezTo>
                  <a:pt x="207" y="1310"/>
                  <a:pt x="191" y="1298"/>
                  <a:pt x="179" y="1283"/>
                </a:cubicBezTo>
                <a:cubicBezTo>
                  <a:pt x="147" y="1262"/>
                  <a:pt x="143" y="1252"/>
                  <a:pt x="132" y="1250"/>
                </a:cubicBezTo>
                <a:cubicBezTo>
                  <a:pt x="97" y="1221"/>
                  <a:pt x="94" y="1221"/>
                  <a:pt x="94" y="1219"/>
                </a:cubicBezTo>
                <a:cubicBezTo>
                  <a:pt x="109" y="1228"/>
                  <a:pt x="115" y="1227"/>
                  <a:pt x="117" y="1230"/>
                </a:cubicBezTo>
                <a:cubicBezTo>
                  <a:pt x="148" y="1252"/>
                  <a:pt x="153" y="1256"/>
                  <a:pt x="161" y="1257"/>
                </a:cubicBezTo>
                <a:cubicBezTo>
                  <a:pt x="206" y="1287"/>
                  <a:pt x="219" y="1293"/>
                  <a:pt x="232" y="1299"/>
                </a:cubicBezTo>
                <a:cubicBezTo>
                  <a:pt x="317" y="1344"/>
                  <a:pt x="337" y="1342"/>
                  <a:pt x="349" y="1348"/>
                </a:cubicBezTo>
                <a:cubicBezTo>
                  <a:pt x="465" y="1351"/>
                  <a:pt x="474" y="1354"/>
                  <a:pt x="477" y="1348"/>
                </a:cubicBezTo>
                <a:cubicBezTo>
                  <a:pt x="383" y="1343"/>
                  <a:pt x="365" y="1340"/>
                  <a:pt x="343" y="1340"/>
                </a:cubicBezTo>
                <a:cubicBezTo>
                  <a:pt x="290" y="1316"/>
                  <a:pt x="281" y="1319"/>
                  <a:pt x="279" y="1315"/>
                </a:cubicBezTo>
                <a:cubicBezTo>
                  <a:pt x="254" y="1296"/>
                  <a:pt x="242" y="1301"/>
                  <a:pt x="243" y="1293"/>
                </a:cubicBezTo>
                <a:cubicBezTo>
                  <a:pt x="164" y="1248"/>
                  <a:pt x="155" y="1245"/>
                  <a:pt x="149" y="1237"/>
                </a:cubicBezTo>
                <a:cubicBezTo>
                  <a:pt x="95" y="1207"/>
                  <a:pt x="88" y="1202"/>
                  <a:pt x="81" y="1196"/>
                </a:cubicBezTo>
                <a:cubicBezTo>
                  <a:pt x="4" y="1157"/>
                  <a:pt x="4" y="1153"/>
                  <a:pt x="0" y="1151"/>
                </a:cubicBezTo>
                <a:close/>
                <a:moveTo>
                  <a:pt x="70" y="1202"/>
                </a:moveTo>
                <a:cubicBezTo>
                  <a:pt x="73" y="1206"/>
                  <a:pt x="78" y="1207"/>
                  <a:pt x="82" y="1210"/>
                </a:cubicBezTo>
                <a:cubicBezTo>
                  <a:pt x="78" y="1220"/>
                  <a:pt x="75" y="1204"/>
                  <a:pt x="67" y="1208"/>
                </a:cubicBezTo>
                <a:cubicBezTo>
                  <a:pt x="64" y="1204"/>
                  <a:pt x="59" y="1202"/>
                  <a:pt x="55" y="1199"/>
                </a:cubicBezTo>
                <a:cubicBezTo>
                  <a:pt x="60" y="1190"/>
                  <a:pt x="63" y="1205"/>
                  <a:pt x="70" y="1202"/>
                </a:cubicBezTo>
                <a:close/>
                <a:moveTo>
                  <a:pt x="35" y="1185"/>
                </a:moveTo>
                <a:cubicBezTo>
                  <a:pt x="41" y="1188"/>
                  <a:pt x="46" y="1191"/>
                  <a:pt x="52" y="1194"/>
                </a:cubicBezTo>
                <a:cubicBezTo>
                  <a:pt x="50" y="1201"/>
                  <a:pt x="44" y="1187"/>
                  <a:pt x="35" y="1191"/>
                </a:cubicBezTo>
                <a:cubicBezTo>
                  <a:pt x="31" y="1185"/>
                  <a:pt x="25" y="1182"/>
                  <a:pt x="17" y="1180"/>
                </a:cubicBezTo>
                <a:cubicBezTo>
                  <a:pt x="20" y="1173"/>
                  <a:pt x="32" y="1182"/>
                  <a:pt x="35" y="1185"/>
                </a:cubicBezTo>
                <a:close/>
                <a:moveTo>
                  <a:pt x="29" y="1923"/>
                </a:moveTo>
                <a:cubicBezTo>
                  <a:pt x="24" y="1917"/>
                  <a:pt x="30" y="1914"/>
                  <a:pt x="34" y="1910"/>
                </a:cubicBezTo>
                <a:cubicBezTo>
                  <a:pt x="44" y="1877"/>
                  <a:pt x="46" y="1872"/>
                  <a:pt x="47" y="1866"/>
                </a:cubicBezTo>
                <a:cubicBezTo>
                  <a:pt x="62" y="1828"/>
                  <a:pt x="70" y="1818"/>
                  <a:pt x="74" y="1809"/>
                </a:cubicBezTo>
                <a:cubicBezTo>
                  <a:pt x="123" y="1738"/>
                  <a:pt x="116" y="1731"/>
                  <a:pt x="124" y="1727"/>
                </a:cubicBezTo>
                <a:cubicBezTo>
                  <a:pt x="146" y="1696"/>
                  <a:pt x="149" y="1692"/>
                  <a:pt x="150" y="1688"/>
                </a:cubicBezTo>
                <a:cubicBezTo>
                  <a:pt x="168" y="1656"/>
                  <a:pt x="165" y="1657"/>
                  <a:pt x="166" y="1660"/>
                </a:cubicBezTo>
                <a:cubicBezTo>
                  <a:pt x="143" y="1677"/>
                  <a:pt x="143" y="1690"/>
                  <a:pt x="139" y="1692"/>
                </a:cubicBezTo>
                <a:cubicBezTo>
                  <a:pt x="117" y="1719"/>
                  <a:pt x="117" y="1721"/>
                  <a:pt x="116" y="1723"/>
                </a:cubicBezTo>
                <a:cubicBezTo>
                  <a:pt x="73" y="1788"/>
                  <a:pt x="59" y="1797"/>
                  <a:pt x="52" y="1807"/>
                </a:cubicBezTo>
                <a:cubicBezTo>
                  <a:pt x="32" y="1842"/>
                  <a:pt x="29" y="1846"/>
                  <a:pt x="25" y="1850"/>
                </a:cubicBezTo>
                <a:cubicBezTo>
                  <a:pt x="7" y="1875"/>
                  <a:pt x="6" y="1884"/>
                  <a:pt x="0" y="1891"/>
                </a:cubicBezTo>
                <a:cubicBezTo>
                  <a:pt x="5" y="1904"/>
                  <a:pt x="3" y="1897"/>
                  <a:pt x="12" y="1893"/>
                </a:cubicBezTo>
                <a:cubicBezTo>
                  <a:pt x="35" y="1848"/>
                  <a:pt x="36" y="1847"/>
                  <a:pt x="36" y="1845"/>
                </a:cubicBezTo>
                <a:cubicBezTo>
                  <a:pt x="49" y="1838"/>
                  <a:pt x="48" y="1841"/>
                  <a:pt x="45" y="1843"/>
                </a:cubicBezTo>
                <a:cubicBezTo>
                  <a:pt x="31" y="1867"/>
                  <a:pt x="35" y="1879"/>
                  <a:pt x="26" y="1887"/>
                </a:cubicBezTo>
                <a:cubicBezTo>
                  <a:pt x="14" y="1906"/>
                  <a:pt x="22" y="1913"/>
                  <a:pt x="14" y="1916"/>
                </a:cubicBezTo>
                <a:cubicBezTo>
                  <a:pt x="0" y="1980"/>
                  <a:pt x="0" y="1980"/>
                  <a:pt x="0" y="1980"/>
                </a:cubicBezTo>
                <a:close/>
                <a:moveTo>
                  <a:pt x="1055" y="2111"/>
                </a:moveTo>
                <a:cubicBezTo>
                  <a:pt x="1052" y="2102"/>
                  <a:pt x="1048" y="2094"/>
                  <a:pt x="1043" y="2087"/>
                </a:cubicBezTo>
                <a:cubicBezTo>
                  <a:pt x="1043" y="2076"/>
                  <a:pt x="1032" y="2071"/>
                  <a:pt x="1036" y="2058"/>
                </a:cubicBezTo>
                <a:cubicBezTo>
                  <a:pt x="1029" y="2052"/>
                  <a:pt x="1031" y="2040"/>
                  <a:pt x="1028" y="2032"/>
                </a:cubicBezTo>
                <a:cubicBezTo>
                  <a:pt x="1026" y="2022"/>
                  <a:pt x="1023" y="2012"/>
                  <a:pt x="1024" y="2001"/>
                </a:cubicBezTo>
                <a:cubicBezTo>
                  <a:pt x="1020" y="1993"/>
                  <a:pt x="1020" y="1983"/>
                  <a:pt x="1023" y="1970"/>
                </a:cubicBezTo>
                <a:cubicBezTo>
                  <a:pt x="1018" y="1968"/>
                  <a:pt x="1026" y="1958"/>
                  <a:pt x="1022" y="1955"/>
                </a:cubicBezTo>
                <a:cubicBezTo>
                  <a:pt x="1021" y="1950"/>
                  <a:pt x="1029" y="1939"/>
                  <a:pt x="1023" y="1937"/>
                </a:cubicBezTo>
                <a:cubicBezTo>
                  <a:pt x="1019" y="1939"/>
                  <a:pt x="1012" y="1956"/>
                  <a:pt x="1017" y="1960"/>
                </a:cubicBezTo>
                <a:cubicBezTo>
                  <a:pt x="1016" y="1965"/>
                  <a:pt x="1016" y="1969"/>
                  <a:pt x="1017" y="1972"/>
                </a:cubicBezTo>
                <a:cubicBezTo>
                  <a:pt x="1016" y="1976"/>
                  <a:pt x="1013" y="1982"/>
                  <a:pt x="1017" y="1984"/>
                </a:cubicBezTo>
                <a:cubicBezTo>
                  <a:pt x="1016" y="2000"/>
                  <a:pt x="1018" y="2015"/>
                  <a:pt x="1020" y="2029"/>
                </a:cubicBezTo>
                <a:cubicBezTo>
                  <a:pt x="1017" y="2034"/>
                  <a:pt x="1010" y="2032"/>
                  <a:pt x="1010" y="2042"/>
                </a:cubicBezTo>
                <a:cubicBezTo>
                  <a:pt x="1015" y="2047"/>
                  <a:pt x="1011" y="2058"/>
                  <a:pt x="1014" y="2064"/>
                </a:cubicBezTo>
                <a:cubicBezTo>
                  <a:pt x="1012" y="2073"/>
                  <a:pt x="1016" y="2078"/>
                  <a:pt x="1017" y="2086"/>
                </a:cubicBezTo>
                <a:cubicBezTo>
                  <a:pt x="1020" y="2099"/>
                  <a:pt x="1020" y="2115"/>
                  <a:pt x="1027" y="2127"/>
                </a:cubicBezTo>
                <a:cubicBezTo>
                  <a:pt x="1026" y="2140"/>
                  <a:pt x="1032" y="2149"/>
                  <a:pt x="1035" y="2161"/>
                </a:cubicBezTo>
                <a:cubicBezTo>
                  <a:pt x="1046" y="2161"/>
                  <a:pt x="1046" y="2161"/>
                  <a:pt x="1046" y="2161"/>
                </a:cubicBezTo>
                <a:cubicBezTo>
                  <a:pt x="1045" y="2157"/>
                  <a:pt x="1044" y="2153"/>
                  <a:pt x="1042" y="2149"/>
                </a:cubicBezTo>
                <a:cubicBezTo>
                  <a:pt x="1042" y="2143"/>
                  <a:pt x="1038" y="2139"/>
                  <a:pt x="1037" y="2133"/>
                </a:cubicBezTo>
                <a:cubicBezTo>
                  <a:pt x="1039" y="2126"/>
                  <a:pt x="1035" y="2123"/>
                  <a:pt x="1032" y="2120"/>
                </a:cubicBezTo>
                <a:cubicBezTo>
                  <a:pt x="1033" y="2095"/>
                  <a:pt x="1020" y="2079"/>
                  <a:pt x="1022" y="2054"/>
                </a:cubicBezTo>
                <a:cubicBezTo>
                  <a:pt x="1030" y="2055"/>
                  <a:pt x="1022" y="2065"/>
                  <a:pt x="1028" y="2068"/>
                </a:cubicBezTo>
                <a:cubicBezTo>
                  <a:pt x="1031" y="2070"/>
                  <a:pt x="1031" y="2075"/>
                  <a:pt x="1030" y="2080"/>
                </a:cubicBezTo>
                <a:cubicBezTo>
                  <a:pt x="1035" y="2087"/>
                  <a:pt x="1039" y="2094"/>
                  <a:pt x="1039" y="2104"/>
                </a:cubicBezTo>
                <a:cubicBezTo>
                  <a:pt x="1050" y="2121"/>
                  <a:pt x="1057" y="2141"/>
                  <a:pt x="1065" y="2161"/>
                </a:cubicBezTo>
                <a:cubicBezTo>
                  <a:pt x="1075" y="2161"/>
                  <a:pt x="1075" y="2161"/>
                  <a:pt x="1075" y="2161"/>
                </a:cubicBezTo>
                <a:cubicBezTo>
                  <a:pt x="1075" y="2150"/>
                  <a:pt x="1068" y="2144"/>
                  <a:pt x="1067" y="2135"/>
                </a:cubicBezTo>
                <a:cubicBezTo>
                  <a:pt x="1062" y="2127"/>
                  <a:pt x="1058" y="2119"/>
                  <a:pt x="1055" y="2111"/>
                </a:cubicBezTo>
                <a:close/>
                <a:moveTo>
                  <a:pt x="1023" y="2051"/>
                </a:moveTo>
                <a:cubicBezTo>
                  <a:pt x="1014" y="2052"/>
                  <a:pt x="1020" y="2044"/>
                  <a:pt x="1020" y="2039"/>
                </a:cubicBezTo>
                <a:cubicBezTo>
                  <a:pt x="1024" y="2041"/>
                  <a:pt x="1024" y="2046"/>
                  <a:pt x="1023" y="2051"/>
                </a:cubicBezTo>
                <a:close/>
                <a:moveTo>
                  <a:pt x="1015" y="2136"/>
                </a:moveTo>
                <a:cubicBezTo>
                  <a:pt x="1005" y="2126"/>
                  <a:pt x="1005" y="2111"/>
                  <a:pt x="998" y="2099"/>
                </a:cubicBezTo>
                <a:cubicBezTo>
                  <a:pt x="1001" y="2092"/>
                  <a:pt x="995" y="2091"/>
                  <a:pt x="999" y="2084"/>
                </a:cubicBezTo>
                <a:cubicBezTo>
                  <a:pt x="995" y="2081"/>
                  <a:pt x="1003" y="2070"/>
                  <a:pt x="994" y="2071"/>
                </a:cubicBezTo>
                <a:cubicBezTo>
                  <a:pt x="985" y="2097"/>
                  <a:pt x="999" y="2110"/>
                  <a:pt x="998" y="2132"/>
                </a:cubicBezTo>
                <a:cubicBezTo>
                  <a:pt x="1003" y="2139"/>
                  <a:pt x="1005" y="2149"/>
                  <a:pt x="1007" y="2158"/>
                </a:cubicBezTo>
                <a:cubicBezTo>
                  <a:pt x="1007" y="2159"/>
                  <a:pt x="1008" y="2160"/>
                  <a:pt x="1009" y="2161"/>
                </a:cubicBezTo>
                <a:cubicBezTo>
                  <a:pt x="1019" y="2161"/>
                  <a:pt x="1019" y="2161"/>
                  <a:pt x="1019" y="2161"/>
                </a:cubicBezTo>
                <a:cubicBezTo>
                  <a:pt x="1019" y="2160"/>
                  <a:pt x="1019" y="2159"/>
                  <a:pt x="1018" y="2158"/>
                </a:cubicBezTo>
                <a:cubicBezTo>
                  <a:pt x="1019" y="2150"/>
                  <a:pt x="1011" y="2147"/>
                  <a:pt x="1015" y="2136"/>
                </a:cubicBezTo>
                <a:close/>
                <a:moveTo>
                  <a:pt x="3774" y="1597"/>
                </a:moveTo>
                <a:cubicBezTo>
                  <a:pt x="3765" y="1591"/>
                  <a:pt x="3753" y="1597"/>
                  <a:pt x="3745" y="1588"/>
                </a:cubicBezTo>
                <a:cubicBezTo>
                  <a:pt x="3741" y="1588"/>
                  <a:pt x="3738" y="1588"/>
                  <a:pt x="3735" y="1587"/>
                </a:cubicBezTo>
                <a:cubicBezTo>
                  <a:pt x="3718" y="1585"/>
                  <a:pt x="3703" y="1579"/>
                  <a:pt x="3686" y="1576"/>
                </a:cubicBezTo>
                <a:cubicBezTo>
                  <a:pt x="3676" y="1577"/>
                  <a:pt x="3668" y="1571"/>
                  <a:pt x="3658" y="1570"/>
                </a:cubicBezTo>
                <a:cubicBezTo>
                  <a:pt x="3655" y="1560"/>
                  <a:pt x="3649" y="1569"/>
                  <a:pt x="3645" y="1564"/>
                </a:cubicBezTo>
                <a:cubicBezTo>
                  <a:pt x="3640" y="1559"/>
                  <a:pt x="3633" y="1565"/>
                  <a:pt x="3630" y="1557"/>
                </a:cubicBezTo>
                <a:cubicBezTo>
                  <a:pt x="3625" y="1560"/>
                  <a:pt x="3623" y="1556"/>
                  <a:pt x="3619" y="1556"/>
                </a:cubicBezTo>
                <a:cubicBezTo>
                  <a:pt x="3613" y="1564"/>
                  <a:pt x="3612" y="1550"/>
                  <a:pt x="3606" y="1558"/>
                </a:cubicBezTo>
                <a:cubicBezTo>
                  <a:pt x="3600" y="1553"/>
                  <a:pt x="3591" y="1556"/>
                  <a:pt x="3584" y="1554"/>
                </a:cubicBezTo>
                <a:cubicBezTo>
                  <a:pt x="3581" y="1551"/>
                  <a:pt x="3576" y="1556"/>
                  <a:pt x="3574" y="1550"/>
                </a:cubicBezTo>
                <a:cubicBezTo>
                  <a:pt x="3569" y="1553"/>
                  <a:pt x="3567" y="1545"/>
                  <a:pt x="3561" y="1551"/>
                </a:cubicBezTo>
                <a:cubicBezTo>
                  <a:pt x="3556" y="1543"/>
                  <a:pt x="3546" y="1551"/>
                  <a:pt x="3540" y="1544"/>
                </a:cubicBezTo>
                <a:cubicBezTo>
                  <a:pt x="3534" y="1547"/>
                  <a:pt x="3528" y="1548"/>
                  <a:pt x="3523" y="1544"/>
                </a:cubicBezTo>
                <a:cubicBezTo>
                  <a:pt x="3517" y="1548"/>
                  <a:pt x="3512" y="1545"/>
                  <a:pt x="3506" y="1545"/>
                </a:cubicBezTo>
                <a:cubicBezTo>
                  <a:pt x="3500" y="1551"/>
                  <a:pt x="3496" y="1545"/>
                  <a:pt x="3490" y="1551"/>
                </a:cubicBezTo>
                <a:cubicBezTo>
                  <a:pt x="3485" y="1550"/>
                  <a:pt x="3475" y="1555"/>
                  <a:pt x="3479" y="1561"/>
                </a:cubicBezTo>
                <a:cubicBezTo>
                  <a:pt x="3494" y="1558"/>
                  <a:pt x="3507" y="1561"/>
                  <a:pt x="3523" y="1555"/>
                </a:cubicBezTo>
                <a:cubicBezTo>
                  <a:pt x="3530" y="1561"/>
                  <a:pt x="3541" y="1555"/>
                  <a:pt x="3549" y="1559"/>
                </a:cubicBezTo>
                <a:cubicBezTo>
                  <a:pt x="3559" y="1558"/>
                  <a:pt x="3566" y="1564"/>
                  <a:pt x="3576" y="1563"/>
                </a:cubicBezTo>
                <a:cubicBezTo>
                  <a:pt x="3593" y="1568"/>
                  <a:pt x="3612" y="1569"/>
                  <a:pt x="3631" y="1570"/>
                </a:cubicBezTo>
                <a:cubicBezTo>
                  <a:pt x="3635" y="1574"/>
                  <a:pt x="3640" y="1572"/>
                  <a:pt x="3643" y="1579"/>
                </a:cubicBezTo>
                <a:cubicBezTo>
                  <a:pt x="3650" y="1572"/>
                  <a:pt x="3652" y="1585"/>
                  <a:pt x="3658" y="1580"/>
                </a:cubicBezTo>
                <a:cubicBezTo>
                  <a:pt x="3664" y="1586"/>
                  <a:pt x="3673" y="1584"/>
                  <a:pt x="3680" y="1587"/>
                </a:cubicBezTo>
                <a:cubicBezTo>
                  <a:pt x="3682" y="1588"/>
                  <a:pt x="3683" y="1589"/>
                  <a:pt x="3685" y="1591"/>
                </a:cubicBezTo>
                <a:cubicBezTo>
                  <a:pt x="3696" y="1584"/>
                  <a:pt x="3703" y="1597"/>
                  <a:pt x="3714" y="1593"/>
                </a:cubicBezTo>
                <a:cubicBezTo>
                  <a:pt x="3722" y="1603"/>
                  <a:pt x="3735" y="1594"/>
                  <a:pt x="3743" y="1602"/>
                </a:cubicBezTo>
                <a:cubicBezTo>
                  <a:pt x="3776" y="1609"/>
                  <a:pt x="3808" y="1614"/>
                  <a:pt x="3840" y="1621"/>
                </a:cubicBezTo>
                <a:cubicBezTo>
                  <a:pt x="3840" y="1609"/>
                  <a:pt x="3840" y="1609"/>
                  <a:pt x="3840" y="1609"/>
                </a:cubicBezTo>
                <a:cubicBezTo>
                  <a:pt x="3828" y="1606"/>
                  <a:pt x="3815" y="1604"/>
                  <a:pt x="3803" y="1599"/>
                </a:cubicBezTo>
                <a:cubicBezTo>
                  <a:pt x="3791" y="1606"/>
                  <a:pt x="3785" y="1593"/>
                  <a:pt x="3774" y="1597"/>
                </a:cubicBezTo>
                <a:close/>
                <a:moveTo>
                  <a:pt x="1087" y="2104"/>
                </a:moveTo>
                <a:cubicBezTo>
                  <a:pt x="1080" y="2082"/>
                  <a:pt x="1073" y="2060"/>
                  <a:pt x="1069" y="2036"/>
                </a:cubicBezTo>
                <a:cubicBezTo>
                  <a:pt x="1070" y="2030"/>
                  <a:pt x="1069" y="2024"/>
                  <a:pt x="1068" y="2018"/>
                </a:cubicBezTo>
                <a:cubicBezTo>
                  <a:pt x="1069" y="2010"/>
                  <a:pt x="1075" y="2000"/>
                  <a:pt x="1067" y="1997"/>
                </a:cubicBezTo>
                <a:cubicBezTo>
                  <a:pt x="1060" y="2006"/>
                  <a:pt x="1063" y="2019"/>
                  <a:pt x="1060" y="2037"/>
                </a:cubicBezTo>
                <a:cubicBezTo>
                  <a:pt x="1065" y="2043"/>
                  <a:pt x="1063" y="2054"/>
                  <a:pt x="1065" y="2062"/>
                </a:cubicBezTo>
                <a:cubicBezTo>
                  <a:pt x="1065" y="2072"/>
                  <a:pt x="1071" y="2078"/>
                  <a:pt x="1070" y="2088"/>
                </a:cubicBezTo>
                <a:cubicBezTo>
                  <a:pt x="1076" y="2094"/>
                  <a:pt x="1074" y="2104"/>
                  <a:pt x="1079" y="2111"/>
                </a:cubicBezTo>
                <a:cubicBezTo>
                  <a:pt x="1081" y="2120"/>
                  <a:pt x="1086" y="2128"/>
                  <a:pt x="1087" y="2137"/>
                </a:cubicBezTo>
                <a:cubicBezTo>
                  <a:pt x="1091" y="2145"/>
                  <a:pt x="1094" y="2153"/>
                  <a:pt x="1097" y="2161"/>
                </a:cubicBezTo>
                <a:cubicBezTo>
                  <a:pt x="1111" y="2161"/>
                  <a:pt x="1111" y="2161"/>
                  <a:pt x="1111" y="2161"/>
                </a:cubicBezTo>
                <a:cubicBezTo>
                  <a:pt x="1109" y="2152"/>
                  <a:pt x="1102" y="2146"/>
                  <a:pt x="1103" y="2135"/>
                </a:cubicBezTo>
                <a:cubicBezTo>
                  <a:pt x="1093" y="2127"/>
                  <a:pt x="1093" y="2114"/>
                  <a:pt x="1087" y="2104"/>
                </a:cubicBezTo>
                <a:close/>
                <a:moveTo>
                  <a:pt x="1121" y="2089"/>
                </a:moveTo>
                <a:cubicBezTo>
                  <a:pt x="1117" y="2074"/>
                  <a:pt x="1115" y="2058"/>
                  <a:pt x="1112" y="2042"/>
                </a:cubicBezTo>
                <a:cubicBezTo>
                  <a:pt x="1113" y="2033"/>
                  <a:pt x="1107" y="2028"/>
                  <a:pt x="1110" y="2017"/>
                </a:cubicBezTo>
                <a:cubicBezTo>
                  <a:pt x="1112" y="2012"/>
                  <a:pt x="1108" y="2010"/>
                  <a:pt x="1110" y="2005"/>
                </a:cubicBezTo>
                <a:cubicBezTo>
                  <a:pt x="1103" y="2005"/>
                  <a:pt x="1115" y="1993"/>
                  <a:pt x="1104" y="1995"/>
                </a:cubicBezTo>
                <a:cubicBezTo>
                  <a:pt x="1103" y="2007"/>
                  <a:pt x="1106" y="2017"/>
                  <a:pt x="1103" y="2031"/>
                </a:cubicBezTo>
                <a:cubicBezTo>
                  <a:pt x="1106" y="2036"/>
                  <a:pt x="1104" y="2043"/>
                  <a:pt x="1108" y="2047"/>
                </a:cubicBezTo>
                <a:cubicBezTo>
                  <a:pt x="1106" y="2054"/>
                  <a:pt x="1106" y="2061"/>
                  <a:pt x="1109" y="2065"/>
                </a:cubicBezTo>
                <a:cubicBezTo>
                  <a:pt x="1111" y="2089"/>
                  <a:pt x="1115" y="2113"/>
                  <a:pt x="1121" y="2134"/>
                </a:cubicBezTo>
                <a:cubicBezTo>
                  <a:pt x="1124" y="2143"/>
                  <a:pt x="1126" y="2152"/>
                  <a:pt x="1129" y="2161"/>
                </a:cubicBezTo>
                <a:cubicBezTo>
                  <a:pt x="1142" y="2161"/>
                  <a:pt x="1142" y="2161"/>
                  <a:pt x="1142" y="2161"/>
                </a:cubicBezTo>
                <a:cubicBezTo>
                  <a:pt x="1139" y="2152"/>
                  <a:pt x="1137" y="2143"/>
                  <a:pt x="1133" y="2134"/>
                </a:cubicBezTo>
                <a:cubicBezTo>
                  <a:pt x="1128" y="2120"/>
                  <a:pt x="1124" y="2105"/>
                  <a:pt x="1121" y="2089"/>
                </a:cubicBezTo>
                <a:close/>
                <a:moveTo>
                  <a:pt x="84" y="1642"/>
                </a:moveTo>
                <a:cubicBezTo>
                  <a:pt x="87" y="1632"/>
                  <a:pt x="72" y="1640"/>
                  <a:pt x="69" y="1634"/>
                </a:cubicBezTo>
                <a:cubicBezTo>
                  <a:pt x="60" y="1635"/>
                  <a:pt x="57" y="1629"/>
                  <a:pt x="46" y="1632"/>
                </a:cubicBezTo>
                <a:cubicBezTo>
                  <a:pt x="44" y="1625"/>
                  <a:pt x="31" y="1630"/>
                  <a:pt x="29" y="1623"/>
                </a:cubicBezTo>
                <a:cubicBezTo>
                  <a:pt x="20" y="1624"/>
                  <a:pt x="15" y="1620"/>
                  <a:pt x="8" y="1618"/>
                </a:cubicBezTo>
                <a:cubicBezTo>
                  <a:pt x="6" y="1617"/>
                  <a:pt x="3" y="1616"/>
                  <a:pt x="0" y="1615"/>
                </a:cubicBezTo>
                <a:cubicBezTo>
                  <a:pt x="0" y="1623"/>
                  <a:pt x="0" y="1623"/>
                  <a:pt x="0" y="1623"/>
                </a:cubicBezTo>
                <a:cubicBezTo>
                  <a:pt x="8" y="1624"/>
                  <a:pt x="14" y="1626"/>
                  <a:pt x="20" y="1629"/>
                </a:cubicBezTo>
                <a:cubicBezTo>
                  <a:pt x="42" y="1633"/>
                  <a:pt x="63" y="1637"/>
                  <a:pt x="84" y="1642"/>
                </a:cubicBezTo>
                <a:close/>
                <a:moveTo>
                  <a:pt x="1168" y="2102"/>
                </a:moveTo>
                <a:cubicBezTo>
                  <a:pt x="1168" y="2095"/>
                  <a:pt x="1170" y="2087"/>
                  <a:pt x="1168" y="2081"/>
                </a:cubicBezTo>
                <a:cubicBezTo>
                  <a:pt x="1168" y="2069"/>
                  <a:pt x="1174" y="2069"/>
                  <a:pt x="1167" y="2063"/>
                </a:cubicBezTo>
                <a:cubicBezTo>
                  <a:pt x="1163" y="2072"/>
                  <a:pt x="1162" y="2081"/>
                  <a:pt x="1163" y="2088"/>
                </a:cubicBezTo>
                <a:cubicBezTo>
                  <a:pt x="1161" y="2093"/>
                  <a:pt x="1161" y="2097"/>
                  <a:pt x="1163" y="2100"/>
                </a:cubicBezTo>
                <a:cubicBezTo>
                  <a:pt x="1162" y="2105"/>
                  <a:pt x="1159" y="2111"/>
                  <a:pt x="1163" y="2112"/>
                </a:cubicBezTo>
                <a:cubicBezTo>
                  <a:pt x="1158" y="2123"/>
                  <a:pt x="1161" y="2129"/>
                  <a:pt x="1159" y="2138"/>
                </a:cubicBezTo>
                <a:cubicBezTo>
                  <a:pt x="1156" y="2145"/>
                  <a:pt x="1164" y="2157"/>
                  <a:pt x="1156" y="2159"/>
                </a:cubicBezTo>
                <a:cubicBezTo>
                  <a:pt x="1158" y="2152"/>
                  <a:pt x="1155" y="2147"/>
                  <a:pt x="1154" y="2146"/>
                </a:cubicBezTo>
                <a:cubicBezTo>
                  <a:pt x="1153" y="2145"/>
                  <a:pt x="1155" y="2142"/>
                  <a:pt x="1155" y="2140"/>
                </a:cubicBezTo>
                <a:cubicBezTo>
                  <a:pt x="1155" y="2140"/>
                  <a:pt x="1153" y="2140"/>
                  <a:pt x="1152" y="2140"/>
                </a:cubicBezTo>
                <a:cubicBezTo>
                  <a:pt x="1152" y="2139"/>
                  <a:pt x="1152" y="2132"/>
                  <a:pt x="1152" y="2131"/>
                </a:cubicBezTo>
                <a:cubicBezTo>
                  <a:pt x="1150" y="2126"/>
                  <a:pt x="1149" y="2117"/>
                  <a:pt x="1150" y="2115"/>
                </a:cubicBezTo>
                <a:cubicBezTo>
                  <a:pt x="1151" y="2112"/>
                  <a:pt x="1148" y="2113"/>
                  <a:pt x="1148" y="2111"/>
                </a:cubicBezTo>
                <a:cubicBezTo>
                  <a:pt x="1145" y="2096"/>
                  <a:pt x="1144" y="2079"/>
                  <a:pt x="1143" y="2062"/>
                </a:cubicBezTo>
                <a:cubicBezTo>
                  <a:pt x="1144" y="2044"/>
                  <a:pt x="1138" y="2030"/>
                  <a:pt x="1142" y="2011"/>
                </a:cubicBezTo>
                <a:cubicBezTo>
                  <a:pt x="1142" y="2007"/>
                  <a:pt x="1139" y="2004"/>
                  <a:pt x="1142" y="1999"/>
                </a:cubicBezTo>
                <a:cubicBezTo>
                  <a:pt x="1134" y="1999"/>
                  <a:pt x="1147" y="1986"/>
                  <a:pt x="1139" y="1986"/>
                </a:cubicBezTo>
                <a:cubicBezTo>
                  <a:pt x="1142" y="1976"/>
                  <a:pt x="1143" y="1967"/>
                  <a:pt x="1137" y="1962"/>
                </a:cubicBezTo>
                <a:cubicBezTo>
                  <a:pt x="1131" y="2001"/>
                  <a:pt x="1136" y="2035"/>
                  <a:pt x="1134" y="2072"/>
                </a:cubicBezTo>
                <a:cubicBezTo>
                  <a:pt x="1138" y="2074"/>
                  <a:pt x="1135" y="2079"/>
                  <a:pt x="1134" y="2084"/>
                </a:cubicBezTo>
                <a:cubicBezTo>
                  <a:pt x="1139" y="2086"/>
                  <a:pt x="1133" y="2094"/>
                  <a:pt x="1137" y="2097"/>
                </a:cubicBezTo>
                <a:cubicBezTo>
                  <a:pt x="1142" y="2103"/>
                  <a:pt x="1134" y="2117"/>
                  <a:pt x="1142" y="2122"/>
                </a:cubicBezTo>
                <a:cubicBezTo>
                  <a:pt x="1143" y="2131"/>
                  <a:pt x="1143" y="2140"/>
                  <a:pt x="1144" y="2149"/>
                </a:cubicBezTo>
                <a:cubicBezTo>
                  <a:pt x="1146" y="2153"/>
                  <a:pt x="1147" y="2157"/>
                  <a:pt x="1147" y="2161"/>
                </a:cubicBezTo>
                <a:cubicBezTo>
                  <a:pt x="1172" y="2161"/>
                  <a:pt x="1172" y="2161"/>
                  <a:pt x="1172" y="2161"/>
                </a:cubicBezTo>
                <a:cubicBezTo>
                  <a:pt x="1169" y="2155"/>
                  <a:pt x="1169" y="2147"/>
                  <a:pt x="1167" y="2141"/>
                </a:cubicBezTo>
                <a:cubicBezTo>
                  <a:pt x="1169" y="2129"/>
                  <a:pt x="1168" y="2118"/>
                  <a:pt x="1168" y="2102"/>
                </a:cubicBezTo>
                <a:close/>
                <a:moveTo>
                  <a:pt x="1211" y="2053"/>
                </a:moveTo>
                <a:cubicBezTo>
                  <a:pt x="1208" y="2066"/>
                  <a:pt x="1204" y="2080"/>
                  <a:pt x="1201" y="2093"/>
                </a:cubicBezTo>
                <a:cubicBezTo>
                  <a:pt x="1199" y="2112"/>
                  <a:pt x="1196" y="2132"/>
                  <a:pt x="1191" y="2153"/>
                </a:cubicBezTo>
                <a:cubicBezTo>
                  <a:pt x="1192" y="2155"/>
                  <a:pt x="1192" y="2158"/>
                  <a:pt x="1192" y="2161"/>
                </a:cubicBezTo>
                <a:cubicBezTo>
                  <a:pt x="1201" y="2161"/>
                  <a:pt x="1201" y="2161"/>
                  <a:pt x="1201" y="2161"/>
                </a:cubicBezTo>
                <a:cubicBezTo>
                  <a:pt x="1204" y="2134"/>
                  <a:pt x="1209" y="2110"/>
                  <a:pt x="1209" y="2083"/>
                </a:cubicBezTo>
                <a:cubicBezTo>
                  <a:pt x="1211" y="2073"/>
                  <a:pt x="1221" y="2057"/>
                  <a:pt x="1211" y="2053"/>
                </a:cubicBezTo>
                <a:close/>
                <a:moveTo>
                  <a:pt x="3" y="1812"/>
                </a:moveTo>
                <a:cubicBezTo>
                  <a:pt x="15" y="1804"/>
                  <a:pt x="13" y="1794"/>
                  <a:pt x="25" y="1787"/>
                </a:cubicBezTo>
                <a:cubicBezTo>
                  <a:pt x="28" y="1782"/>
                  <a:pt x="34" y="1779"/>
                  <a:pt x="33" y="1774"/>
                </a:cubicBezTo>
                <a:cubicBezTo>
                  <a:pt x="39" y="1769"/>
                  <a:pt x="44" y="1765"/>
                  <a:pt x="45" y="1759"/>
                </a:cubicBezTo>
                <a:cubicBezTo>
                  <a:pt x="26" y="1773"/>
                  <a:pt x="12" y="1788"/>
                  <a:pt x="0" y="1803"/>
                </a:cubicBezTo>
                <a:cubicBezTo>
                  <a:pt x="0" y="1818"/>
                  <a:pt x="0" y="1818"/>
                  <a:pt x="0" y="1818"/>
                </a:cubicBezTo>
                <a:cubicBezTo>
                  <a:pt x="2" y="1816"/>
                  <a:pt x="4" y="1814"/>
                  <a:pt x="3" y="1812"/>
                </a:cubicBezTo>
                <a:close/>
                <a:moveTo>
                  <a:pt x="61" y="2080"/>
                </a:moveTo>
                <a:cubicBezTo>
                  <a:pt x="72" y="2073"/>
                  <a:pt x="81" y="2079"/>
                  <a:pt x="92" y="2069"/>
                </a:cubicBezTo>
                <a:cubicBezTo>
                  <a:pt x="158" y="2058"/>
                  <a:pt x="160" y="2071"/>
                  <a:pt x="167" y="2061"/>
                </a:cubicBezTo>
                <a:cubicBezTo>
                  <a:pt x="246" y="2065"/>
                  <a:pt x="264" y="2056"/>
                  <a:pt x="280" y="2062"/>
                </a:cubicBezTo>
                <a:cubicBezTo>
                  <a:pt x="346" y="2063"/>
                  <a:pt x="349" y="2073"/>
                  <a:pt x="354" y="2068"/>
                </a:cubicBezTo>
                <a:cubicBezTo>
                  <a:pt x="394" y="2077"/>
                  <a:pt x="399" y="2069"/>
                  <a:pt x="403" y="2074"/>
                </a:cubicBezTo>
                <a:cubicBezTo>
                  <a:pt x="443" y="2084"/>
                  <a:pt x="447" y="2085"/>
                  <a:pt x="450" y="2087"/>
                </a:cubicBezTo>
                <a:cubicBezTo>
                  <a:pt x="477" y="2102"/>
                  <a:pt x="483" y="2089"/>
                  <a:pt x="486" y="2098"/>
                </a:cubicBezTo>
                <a:cubicBezTo>
                  <a:pt x="526" y="2104"/>
                  <a:pt x="530" y="2105"/>
                  <a:pt x="534" y="2108"/>
                </a:cubicBezTo>
                <a:cubicBezTo>
                  <a:pt x="561" y="2108"/>
                  <a:pt x="572" y="2108"/>
                  <a:pt x="569" y="2102"/>
                </a:cubicBezTo>
                <a:cubicBezTo>
                  <a:pt x="510" y="2093"/>
                  <a:pt x="504" y="2091"/>
                  <a:pt x="498" y="2090"/>
                </a:cubicBezTo>
                <a:cubicBezTo>
                  <a:pt x="415" y="2067"/>
                  <a:pt x="405" y="2061"/>
                  <a:pt x="392" y="2063"/>
                </a:cubicBezTo>
                <a:cubicBezTo>
                  <a:pt x="314" y="2045"/>
                  <a:pt x="307" y="2053"/>
                  <a:pt x="301" y="2052"/>
                </a:cubicBezTo>
                <a:cubicBezTo>
                  <a:pt x="235" y="2048"/>
                  <a:pt x="222" y="2050"/>
                  <a:pt x="209" y="2050"/>
                </a:cubicBezTo>
                <a:cubicBezTo>
                  <a:pt x="146" y="2052"/>
                  <a:pt x="139" y="2053"/>
                  <a:pt x="133" y="2056"/>
                </a:cubicBezTo>
                <a:cubicBezTo>
                  <a:pt x="32" y="2067"/>
                  <a:pt x="24" y="2078"/>
                  <a:pt x="18" y="2078"/>
                </a:cubicBezTo>
                <a:cubicBezTo>
                  <a:pt x="10" y="2091"/>
                  <a:pt x="20" y="2089"/>
                  <a:pt x="31" y="2087"/>
                </a:cubicBezTo>
                <a:close/>
                <a:moveTo>
                  <a:pt x="595" y="2136"/>
                </a:moveTo>
                <a:cubicBezTo>
                  <a:pt x="587" y="2131"/>
                  <a:pt x="577" y="2136"/>
                  <a:pt x="569" y="2133"/>
                </a:cubicBezTo>
                <a:cubicBezTo>
                  <a:pt x="483" y="2122"/>
                  <a:pt x="477" y="2123"/>
                  <a:pt x="474" y="2117"/>
                </a:cubicBezTo>
                <a:cubicBezTo>
                  <a:pt x="421" y="2114"/>
                  <a:pt x="414" y="2101"/>
                  <a:pt x="403" y="2105"/>
                </a:cubicBezTo>
                <a:cubicBezTo>
                  <a:pt x="248" y="2083"/>
                  <a:pt x="243" y="2078"/>
                  <a:pt x="236" y="2081"/>
                </a:cubicBezTo>
                <a:cubicBezTo>
                  <a:pt x="174" y="2080"/>
                  <a:pt x="168" y="2076"/>
                  <a:pt x="161" y="2083"/>
                </a:cubicBezTo>
                <a:cubicBezTo>
                  <a:pt x="128" y="2086"/>
                  <a:pt x="115" y="2085"/>
                  <a:pt x="101" y="2088"/>
                </a:cubicBezTo>
                <a:cubicBezTo>
                  <a:pt x="19" y="2094"/>
                  <a:pt x="10" y="2104"/>
                  <a:pt x="5" y="2100"/>
                </a:cubicBezTo>
                <a:cubicBezTo>
                  <a:pt x="8" y="2114"/>
                  <a:pt x="16" y="2111"/>
                  <a:pt x="23" y="2112"/>
                </a:cubicBezTo>
                <a:cubicBezTo>
                  <a:pt x="108" y="2099"/>
                  <a:pt x="113" y="2102"/>
                  <a:pt x="121" y="2096"/>
                </a:cubicBezTo>
                <a:cubicBezTo>
                  <a:pt x="164" y="2097"/>
                  <a:pt x="172" y="2090"/>
                  <a:pt x="178" y="2092"/>
                </a:cubicBezTo>
                <a:cubicBezTo>
                  <a:pt x="325" y="2095"/>
                  <a:pt x="332" y="2108"/>
                  <a:pt x="343" y="2104"/>
                </a:cubicBezTo>
                <a:cubicBezTo>
                  <a:pt x="441" y="2120"/>
                  <a:pt x="450" y="2125"/>
                  <a:pt x="459" y="2127"/>
                </a:cubicBezTo>
                <a:cubicBezTo>
                  <a:pt x="493" y="2135"/>
                  <a:pt x="495" y="2139"/>
                  <a:pt x="499" y="2138"/>
                </a:cubicBezTo>
                <a:cubicBezTo>
                  <a:pt x="537" y="2143"/>
                  <a:pt x="542" y="2137"/>
                  <a:pt x="544" y="2143"/>
                </a:cubicBezTo>
                <a:cubicBezTo>
                  <a:pt x="585" y="2145"/>
                  <a:pt x="590" y="2143"/>
                  <a:pt x="595" y="2147"/>
                </a:cubicBezTo>
                <a:cubicBezTo>
                  <a:pt x="634" y="2140"/>
                  <a:pt x="643" y="2135"/>
                  <a:pt x="639" y="2128"/>
                </a:cubicBezTo>
                <a:close/>
                <a:moveTo>
                  <a:pt x="995" y="2146"/>
                </a:moveTo>
                <a:cubicBezTo>
                  <a:pt x="988" y="2140"/>
                  <a:pt x="999" y="2125"/>
                  <a:pt x="990" y="2120"/>
                </a:cubicBezTo>
                <a:cubicBezTo>
                  <a:pt x="981" y="2132"/>
                  <a:pt x="987" y="2147"/>
                  <a:pt x="987" y="2161"/>
                </a:cubicBezTo>
                <a:cubicBezTo>
                  <a:pt x="995" y="2161"/>
                  <a:pt x="995" y="2161"/>
                  <a:pt x="995" y="2161"/>
                </a:cubicBezTo>
                <a:cubicBezTo>
                  <a:pt x="995" y="2156"/>
                  <a:pt x="994" y="2151"/>
                  <a:pt x="995" y="2146"/>
                </a:cubicBezTo>
                <a:close/>
                <a:moveTo>
                  <a:pt x="514" y="2146"/>
                </a:moveTo>
                <a:cubicBezTo>
                  <a:pt x="506" y="2145"/>
                  <a:pt x="499" y="2146"/>
                  <a:pt x="491" y="2147"/>
                </a:cubicBezTo>
                <a:cubicBezTo>
                  <a:pt x="419" y="2148"/>
                  <a:pt x="414" y="2136"/>
                  <a:pt x="406" y="2141"/>
                </a:cubicBezTo>
                <a:cubicBezTo>
                  <a:pt x="358" y="2140"/>
                  <a:pt x="354" y="2125"/>
                  <a:pt x="345" y="2133"/>
                </a:cubicBezTo>
                <a:cubicBezTo>
                  <a:pt x="311" y="2126"/>
                  <a:pt x="297" y="2125"/>
                  <a:pt x="282" y="2123"/>
                </a:cubicBezTo>
                <a:cubicBezTo>
                  <a:pt x="214" y="2116"/>
                  <a:pt x="206" y="2121"/>
                  <a:pt x="200" y="2120"/>
                </a:cubicBezTo>
                <a:cubicBezTo>
                  <a:pt x="151" y="2120"/>
                  <a:pt x="144" y="2119"/>
                  <a:pt x="137" y="2120"/>
                </a:cubicBezTo>
                <a:cubicBezTo>
                  <a:pt x="111" y="2118"/>
                  <a:pt x="106" y="2125"/>
                  <a:pt x="103" y="2122"/>
                </a:cubicBezTo>
                <a:cubicBezTo>
                  <a:pt x="40" y="2130"/>
                  <a:pt x="36" y="2131"/>
                  <a:pt x="32" y="2131"/>
                </a:cubicBezTo>
                <a:cubicBezTo>
                  <a:pt x="4" y="2137"/>
                  <a:pt x="2" y="2138"/>
                  <a:pt x="0" y="2139"/>
                </a:cubicBezTo>
                <a:cubicBezTo>
                  <a:pt x="60" y="2138"/>
                  <a:pt x="69" y="2138"/>
                  <a:pt x="80" y="2134"/>
                </a:cubicBezTo>
                <a:cubicBezTo>
                  <a:pt x="151" y="2133"/>
                  <a:pt x="162" y="2129"/>
                  <a:pt x="172" y="2131"/>
                </a:cubicBezTo>
                <a:cubicBezTo>
                  <a:pt x="273" y="2131"/>
                  <a:pt x="282" y="2138"/>
                  <a:pt x="293" y="2134"/>
                </a:cubicBezTo>
                <a:cubicBezTo>
                  <a:pt x="356" y="2145"/>
                  <a:pt x="360" y="2148"/>
                  <a:pt x="366" y="2144"/>
                </a:cubicBezTo>
                <a:cubicBezTo>
                  <a:pt x="431" y="2152"/>
                  <a:pt x="450" y="2156"/>
                  <a:pt x="471" y="2154"/>
                </a:cubicBezTo>
                <a:cubicBezTo>
                  <a:pt x="523" y="2147"/>
                  <a:pt x="527" y="2156"/>
                  <a:pt x="534" y="2150"/>
                </a:cubicBezTo>
                <a:close/>
              </a:path>
            </a:pathLst>
          </a:custGeom>
          <a:solidFill>
            <a:schemeClr val="accent1">
              <a:lumMod val="75000"/>
            </a:schemeClr>
          </a:solidFill>
          <a:ln>
            <a:noFill/>
          </a:ln>
        </p:spPr>
      </p:sp>
      <p:grpSp>
        <p:nvGrpSpPr>
          <p:cNvPr id="9" name="Group 8" title="Text Container Shape"/>
          <p:cNvGrpSpPr/>
          <p:nvPr/>
        </p:nvGrpSpPr>
        <p:grpSpPr>
          <a:xfrm>
            <a:off x="2452689" y="1262065"/>
            <a:ext cx="7286625" cy="4333875"/>
            <a:chOff x="2452688" y="1262063"/>
            <a:chExt cx="7286625" cy="4333875"/>
          </a:xfrm>
        </p:grpSpPr>
        <p:sp>
          <p:nvSpPr>
            <p:cNvPr id="175" name="Freeform 159"/>
            <p:cNvSpPr/>
            <p:nvPr/>
          </p:nvSpPr>
          <p:spPr bwMode="auto">
            <a:xfrm>
              <a:off x="2452688" y="1262063"/>
              <a:ext cx="7286625" cy="4333875"/>
            </a:xfrm>
            <a:custGeom>
              <a:avLst/>
              <a:gdLst/>
              <a:ahLst/>
              <a:cxnLst/>
              <a:rect l="0" t="0" r="r" b="b"/>
              <a:pathLst>
                <a:path w="4590" h="2730">
                  <a:moveTo>
                    <a:pt x="200" y="0"/>
                  </a:moveTo>
                  <a:lnTo>
                    <a:pt x="4390" y="0"/>
                  </a:lnTo>
                  <a:lnTo>
                    <a:pt x="4430" y="4"/>
                  </a:lnTo>
                  <a:lnTo>
                    <a:pt x="4468" y="15"/>
                  </a:lnTo>
                  <a:lnTo>
                    <a:pt x="4501" y="33"/>
                  </a:lnTo>
                  <a:lnTo>
                    <a:pt x="4532" y="59"/>
                  </a:lnTo>
                  <a:lnTo>
                    <a:pt x="4555" y="88"/>
                  </a:lnTo>
                  <a:lnTo>
                    <a:pt x="4575" y="123"/>
                  </a:lnTo>
                  <a:lnTo>
                    <a:pt x="4586" y="160"/>
                  </a:lnTo>
                  <a:lnTo>
                    <a:pt x="4590" y="201"/>
                  </a:lnTo>
                  <a:lnTo>
                    <a:pt x="4590" y="2529"/>
                  </a:lnTo>
                  <a:lnTo>
                    <a:pt x="4586" y="2570"/>
                  </a:lnTo>
                  <a:lnTo>
                    <a:pt x="4575" y="2607"/>
                  </a:lnTo>
                  <a:lnTo>
                    <a:pt x="4555" y="2642"/>
                  </a:lnTo>
                  <a:lnTo>
                    <a:pt x="4532" y="2672"/>
                  </a:lnTo>
                  <a:lnTo>
                    <a:pt x="4501" y="2697"/>
                  </a:lnTo>
                  <a:lnTo>
                    <a:pt x="4468" y="2715"/>
                  </a:lnTo>
                  <a:lnTo>
                    <a:pt x="4430" y="2726"/>
                  </a:lnTo>
                  <a:lnTo>
                    <a:pt x="4390" y="2730"/>
                  </a:lnTo>
                  <a:lnTo>
                    <a:pt x="200" y="2730"/>
                  </a:lnTo>
                  <a:lnTo>
                    <a:pt x="160" y="2726"/>
                  </a:lnTo>
                  <a:lnTo>
                    <a:pt x="122" y="2715"/>
                  </a:lnTo>
                  <a:lnTo>
                    <a:pt x="89" y="2697"/>
                  </a:lnTo>
                  <a:lnTo>
                    <a:pt x="58" y="2672"/>
                  </a:lnTo>
                  <a:lnTo>
                    <a:pt x="35" y="2642"/>
                  </a:lnTo>
                  <a:lnTo>
                    <a:pt x="15" y="2607"/>
                  </a:lnTo>
                  <a:lnTo>
                    <a:pt x="4" y="2570"/>
                  </a:lnTo>
                  <a:lnTo>
                    <a:pt x="0" y="2529"/>
                  </a:lnTo>
                  <a:lnTo>
                    <a:pt x="0" y="201"/>
                  </a:lnTo>
                  <a:lnTo>
                    <a:pt x="4" y="160"/>
                  </a:lnTo>
                  <a:lnTo>
                    <a:pt x="15" y="123"/>
                  </a:lnTo>
                  <a:lnTo>
                    <a:pt x="35" y="88"/>
                  </a:lnTo>
                  <a:lnTo>
                    <a:pt x="58" y="59"/>
                  </a:lnTo>
                  <a:lnTo>
                    <a:pt x="89" y="33"/>
                  </a:lnTo>
                  <a:lnTo>
                    <a:pt x="122" y="15"/>
                  </a:lnTo>
                  <a:lnTo>
                    <a:pt x="160" y="4"/>
                  </a:lnTo>
                  <a:lnTo>
                    <a:pt x="200" y="0"/>
                  </a:lnTo>
                  <a:close/>
                </a:path>
              </a:pathLst>
            </a:custGeom>
            <a:solidFill>
              <a:schemeClr val="bg2"/>
            </a:solidFill>
            <a:ln w="0">
              <a:noFill/>
              <a:prstDash val="solid"/>
              <a:round/>
              <a:headEnd/>
              <a:tailEnd/>
            </a:ln>
          </p:spPr>
        </p:sp>
        <p:sp>
          <p:nvSpPr>
            <p:cNvPr id="180" name="Freeform 164"/>
            <p:cNvSpPr>
              <a:spLocks noEditPoints="1"/>
            </p:cNvSpPr>
            <p:nvPr/>
          </p:nvSpPr>
          <p:spPr bwMode="auto">
            <a:xfrm>
              <a:off x="2643188" y="1452563"/>
              <a:ext cx="6905625" cy="3952875"/>
            </a:xfrm>
            <a:custGeom>
              <a:avLst/>
              <a:gdLst/>
              <a:ahLst/>
              <a:cxnLst/>
              <a:rect l="0" t="0" r="r" b="b"/>
              <a:pathLst>
                <a:path w="4350" h="2490">
                  <a:moveTo>
                    <a:pt x="80" y="28"/>
                  </a:moveTo>
                  <a:lnTo>
                    <a:pt x="63" y="30"/>
                  </a:lnTo>
                  <a:lnTo>
                    <a:pt x="50" y="38"/>
                  </a:lnTo>
                  <a:lnTo>
                    <a:pt x="38" y="49"/>
                  </a:lnTo>
                  <a:lnTo>
                    <a:pt x="30" y="63"/>
                  </a:lnTo>
                  <a:lnTo>
                    <a:pt x="28" y="79"/>
                  </a:lnTo>
                  <a:lnTo>
                    <a:pt x="28" y="2411"/>
                  </a:lnTo>
                  <a:lnTo>
                    <a:pt x="30" y="2427"/>
                  </a:lnTo>
                  <a:lnTo>
                    <a:pt x="38" y="2441"/>
                  </a:lnTo>
                  <a:lnTo>
                    <a:pt x="50" y="2452"/>
                  </a:lnTo>
                  <a:lnTo>
                    <a:pt x="63" y="2460"/>
                  </a:lnTo>
                  <a:lnTo>
                    <a:pt x="80" y="2462"/>
                  </a:lnTo>
                  <a:lnTo>
                    <a:pt x="4270" y="2462"/>
                  </a:lnTo>
                  <a:lnTo>
                    <a:pt x="4287" y="2460"/>
                  </a:lnTo>
                  <a:lnTo>
                    <a:pt x="4300" y="2452"/>
                  </a:lnTo>
                  <a:lnTo>
                    <a:pt x="4312" y="2441"/>
                  </a:lnTo>
                  <a:lnTo>
                    <a:pt x="4320" y="2427"/>
                  </a:lnTo>
                  <a:lnTo>
                    <a:pt x="4322" y="2411"/>
                  </a:lnTo>
                  <a:lnTo>
                    <a:pt x="4322" y="79"/>
                  </a:lnTo>
                  <a:lnTo>
                    <a:pt x="4320" y="63"/>
                  </a:lnTo>
                  <a:lnTo>
                    <a:pt x="4312" y="49"/>
                  </a:lnTo>
                  <a:lnTo>
                    <a:pt x="4300" y="38"/>
                  </a:lnTo>
                  <a:lnTo>
                    <a:pt x="4287" y="30"/>
                  </a:lnTo>
                  <a:lnTo>
                    <a:pt x="4270" y="28"/>
                  </a:lnTo>
                  <a:lnTo>
                    <a:pt x="80" y="28"/>
                  </a:lnTo>
                  <a:close/>
                  <a:moveTo>
                    <a:pt x="80" y="0"/>
                  </a:moveTo>
                  <a:lnTo>
                    <a:pt x="4270" y="0"/>
                  </a:lnTo>
                  <a:lnTo>
                    <a:pt x="4295" y="4"/>
                  </a:lnTo>
                  <a:lnTo>
                    <a:pt x="4317" y="16"/>
                  </a:lnTo>
                  <a:lnTo>
                    <a:pt x="4334" y="33"/>
                  </a:lnTo>
                  <a:lnTo>
                    <a:pt x="4346" y="54"/>
                  </a:lnTo>
                  <a:lnTo>
                    <a:pt x="4350" y="79"/>
                  </a:lnTo>
                  <a:lnTo>
                    <a:pt x="4350" y="2411"/>
                  </a:lnTo>
                  <a:lnTo>
                    <a:pt x="4346" y="2436"/>
                  </a:lnTo>
                  <a:lnTo>
                    <a:pt x="4334" y="2457"/>
                  </a:lnTo>
                  <a:lnTo>
                    <a:pt x="4317" y="2474"/>
                  </a:lnTo>
                  <a:lnTo>
                    <a:pt x="4295" y="2486"/>
                  </a:lnTo>
                  <a:lnTo>
                    <a:pt x="4270" y="2490"/>
                  </a:lnTo>
                  <a:lnTo>
                    <a:pt x="80" y="2490"/>
                  </a:lnTo>
                  <a:lnTo>
                    <a:pt x="55" y="2486"/>
                  </a:lnTo>
                  <a:lnTo>
                    <a:pt x="33" y="2474"/>
                  </a:lnTo>
                  <a:lnTo>
                    <a:pt x="16" y="2457"/>
                  </a:lnTo>
                  <a:lnTo>
                    <a:pt x="4" y="2436"/>
                  </a:lnTo>
                  <a:lnTo>
                    <a:pt x="0" y="2411"/>
                  </a:lnTo>
                  <a:lnTo>
                    <a:pt x="0" y="79"/>
                  </a:lnTo>
                  <a:lnTo>
                    <a:pt x="4" y="54"/>
                  </a:lnTo>
                  <a:lnTo>
                    <a:pt x="16" y="33"/>
                  </a:lnTo>
                  <a:lnTo>
                    <a:pt x="33" y="16"/>
                  </a:lnTo>
                  <a:lnTo>
                    <a:pt x="55" y="4"/>
                  </a:lnTo>
                  <a:lnTo>
                    <a:pt x="80" y="0"/>
                  </a:lnTo>
                  <a:close/>
                </a:path>
              </a:pathLst>
            </a:custGeom>
            <a:solidFill>
              <a:schemeClr val="accent1"/>
            </a:solidFill>
            <a:ln w="0">
              <a:noFill/>
              <a:prstDash val="solid"/>
              <a:round/>
              <a:headEnd/>
              <a:tailEnd/>
            </a:ln>
          </p:spPr>
        </p:sp>
        <p:cxnSp>
          <p:nvCxnSpPr>
            <p:cNvPr id="185" name="Straight Connector 184"/>
            <p:cNvCxnSpPr/>
            <p:nvPr/>
          </p:nvCxnSpPr>
          <p:spPr>
            <a:xfrm>
              <a:off x="5410200" y="3862794"/>
              <a:ext cx="1371600" cy="0"/>
            </a:xfrm>
            <a:prstGeom prst="line">
              <a:avLst/>
            </a:prstGeom>
            <a:ln w="38100">
              <a:solidFill>
                <a:schemeClr val="accent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>
          <a:xfrm>
            <a:off x="8984743" y="6296732"/>
            <a:ext cx="2743200" cy="365125"/>
          </a:xfrm>
        </p:spPr>
        <p:txBody>
          <a:bodyPr/>
          <a:lstStyle>
            <a:lvl1pPr>
              <a:defRPr>
                <a:solidFill>
                  <a:schemeClr val="bg2"/>
                </a:solidFill>
              </a:defRPr>
            </a:lvl1pPr>
          </a:lstStyle>
          <a:p>
            <a:fld id="{48A87A34-81AB-432B-8DAE-1953F412C126}" type="datetimeFigureOut">
              <a:rPr lang="en-US" smtClean="0"/>
              <a:t>12/9/2022</a:t>
            </a:fld>
            <a:endParaRPr lang="en-US" dirty="0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>
          <a:xfrm>
            <a:off x="4040911" y="6296732"/>
            <a:ext cx="4114800" cy="365125"/>
          </a:xfrm>
        </p:spPr>
        <p:txBody>
          <a:bodyPr/>
          <a:lstStyle>
            <a:lvl1pPr algn="ctr">
              <a:defRPr>
                <a:solidFill>
                  <a:schemeClr val="bg2"/>
                </a:solidFill>
              </a:defRPr>
            </a:lvl1pPr>
          </a:lstStyle>
          <a:p>
            <a:endParaRPr lang="en-US" dirty="0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>
          <a:xfrm>
            <a:off x="464077" y="6296732"/>
            <a:ext cx="2781543" cy="365125"/>
          </a:xfrm>
        </p:spPr>
        <p:txBody>
          <a:bodyPr anchor="ctr"/>
          <a:lstStyle>
            <a:lvl1pPr algn="l">
              <a:defRPr sz="1200">
                <a:solidFill>
                  <a:schemeClr val="bg2"/>
                </a:solidFill>
              </a:defRPr>
            </a:lvl1pPr>
          </a:lstStyle>
          <a:p>
            <a:fld id="{6D22F896-40B5-4ADD-8801-0D06FADFA095}" type="slidenum">
              <a:rPr lang="en-US" smtClean="0"/>
              <a:t>‹#›</a:t>
            </a:fld>
            <a:endParaRPr lang="en-US" dirty="0"/>
          </a:p>
        </p:txBody>
      </p:sp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3162302" y="1830581"/>
            <a:ext cx="5859724" cy="1841715"/>
          </a:xfrm>
        </p:spPr>
        <p:txBody>
          <a:bodyPr anchor="t">
            <a:normAutofit/>
          </a:bodyPr>
          <a:lstStyle>
            <a:lvl1pPr algn="ctr">
              <a:lnSpc>
                <a:spcPct val="105000"/>
              </a:lnSpc>
              <a:defRPr sz="3900" baseline="0">
                <a:solidFill>
                  <a:schemeClr val="tx2">
                    <a:lumMod val="75000"/>
                    <a:lumOff val="25000"/>
                  </a:schemeClr>
                </a:solidFill>
              </a:defRPr>
            </a:lvl1pPr>
          </a:lstStyle>
          <a:p>
            <a:r>
              <a:rPr lang="en-US"/>
              <a:t>Click to edit Master title style</a:t>
            </a:r>
            <a:endParaRPr lang="en-US" dirty="0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3814584" y="4176133"/>
            <a:ext cx="4566475" cy="1038807"/>
          </a:xfrm>
        </p:spPr>
        <p:txBody>
          <a:bodyPr>
            <a:normAutofit/>
          </a:bodyPr>
          <a:lstStyle>
            <a:lvl1pPr marL="0" indent="0" algn="ctr">
              <a:lnSpc>
                <a:spcPct val="130000"/>
              </a:lnSpc>
              <a:spcBef>
                <a:spcPts val="0"/>
              </a:spcBef>
              <a:buNone/>
              <a:defRPr sz="2000" baseline="0">
                <a:solidFill>
                  <a:schemeClr val="tx2">
                    <a:lumMod val="75000"/>
                    <a:lumOff val="25000"/>
                  </a:schemeClr>
                </a:solidFill>
              </a:defRPr>
            </a:lvl1pPr>
            <a:lvl2pPr marL="457200" indent="0">
              <a:buNone/>
              <a:defRPr sz="2000">
                <a:solidFill>
                  <a:schemeClr val="tx1">
                    <a:tint val="75000"/>
                  </a:schemeClr>
                </a:solidFill>
              </a:defRPr>
            </a:lvl2pPr>
            <a:lvl3pPr marL="914400" indent="0">
              <a:buNone/>
              <a:defRPr sz="1800">
                <a:solidFill>
                  <a:schemeClr val="tx1">
                    <a:tint val="75000"/>
                  </a:schemeClr>
                </a:solidFill>
              </a:defRPr>
            </a:lvl3pPr>
            <a:lvl4pPr marL="13716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4pPr>
            <a:lvl5pPr marL="18288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5pPr>
            <a:lvl6pPr marL="22860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6pPr>
            <a:lvl7pPr marL="27432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7pPr>
            <a:lvl8pPr marL="32004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8pPr>
            <a:lvl9pPr marL="36576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pPr lvl="0"/>
            <a:r>
              <a:rPr lang="en-US"/>
              <a:t>Edit Master text styles</a:t>
            </a:r>
          </a:p>
        </p:txBody>
      </p:sp>
    </p:spTree>
    <p:extLst>
      <p:ext uri="{BB962C8B-B14F-4D97-AF65-F5344CB8AC3E}">
        <p14:creationId xmlns:p14="http://schemas.microsoft.com/office/powerpoint/2010/main" val="1884998009"/>
      </p:ext>
    </p:extLst>
  </p:cSld>
  <p:clrMapOvr>
    <a:masterClrMapping/>
  </p:clrMapOvr>
</p:sldLayout>
</file>

<file path=ppt/slideLayouts/slideLayout4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Two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  <a:endParaRPr lang="en-US" dirty="0"/>
          </a:p>
        </p:txBody>
      </p:sp>
      <p:sp>
        <p:nvSpPr>
          <p:cNvPr id="3" name="Content Placeholder 2"/>
          <p:cNvSpPr>
            <a:spLocks noGrp="1"/>
          </p:cNvSpPr>
          <p:nvPr>
            <p:ph sz="half" idx="1"/>
          </p:nvPr>
        </p:nvSpPr>
        <p:spPr>
          <a:xfrm>
            <a:off x="2933699" y="2438401"/>
            <a:ext cx="4160520" cy="3657601"/>
          </a:xfrm>
        </p:spPr>
        <p:txBody>
          <a:bodyPr/>
          <a:lstStyle/>
          <a:p>
            <a:pPr lvl="0"/>
            <a:r>
              <a:rPr lang="en-US"/>
              <a:t>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US" dirty="0"/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7543751" y="2438401"/>
            <a:ext cx="4160520" cy="3657601"/>
          </a:xfrm>
        </p:spPr>
        <p:txBody>
          <a:bodyPr/>
          <a:lstStyle/>
          <a:p>
            <a:pPr lvl="0"/>
            <a:r>
              <a:rPr lang="en-US"/>
              <a:t>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US" dirty="0"/>
          </a:p>
        </p:txBody>
      </p:sp>
      <p:sp>
        <p:nvSpPr>
          <p:cNvPr id="5" name="Date Placeholder 4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48A87A34-81AB-432B-8DAE-1953F412C126}" type="datetimeFigureOut">
              <a:rPr lang="en-US" smtClean="0"/>
              <a:t>12/9/2022</a:t>
            </a:fld>
            <a:endParaRPr lang="en-US" dirty="0"/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D22F896-40B5-4ADD-8801-0D06FADFA095}" type="slidenum">
              <a:rPr lang="en-US" smtClean="0"/>
              <a:t>‹#›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1942544642"/>
      </p:ext>
    </p:extLst>
  </p:cSld>
  <p:clrMapOvr>
    <a:masterClrMapping/>
  </p:clrMapOvr>
</p:sldLayout>
</file>

<file path=ppt/slideLayouts/slideLayout5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Comparis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2933699" y="566928"/>
            <a:ext cx="8770573" cy="1563624"/>
          </a:xfrm>
        </p:spPr>
        <p:txBody>
          <a:bodyPr/>
          <a:lstStyle/>
          <a:p>
            <a:r>
              <a:rPr lang="en-US"/>
              <a:t>Click to edit Master title style</a:t>
            </a:r>
            <a:endParaRPr lang="en-US" dirty="0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2933699" y="2456408"/>
            <a:ext cx="4160520" cy="823912"/>
          </a:xfrm>
        </p:spPr>
        <p:txBody>
          <a:bodyPr anchor="b"/>
          <a:lstStyle>
            <a:lvl1pPr marL="0" indent="0">
              <a:lnSpc>
                <a:spcPct val="99000"/>
              </a:lnSpc>
              <a:buNone/>
              <a:defRPr sz="2400" b="0" baseline="0">
                <a:solidFill>
                  <a:schemeClr val="accent2"/>
                </a:solidFill>
              </a:defRPr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/>
              <a:t>Edit Master text styles</a:t>
            </a:r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2933699" y="3316641"/>
            <a:ext cx="4160520" cy="2779361"/>
          </a:xfrm>
        </p:spPr>
        <p:txBody>
          <a:bodyPr/>
          <a:lstStyle/>
          <a:p>
            <a:pPr lvl="0"/>
            <a:r>
              <a:rPr lang="en-US"/>
              <a:t>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US" dirty="0"/>
          </a:p>
        </p:txBody>
      </p:sp>
      <p:sp>
        <p:nvSpPr>
          <p:cNvPr id="5" name="Text Placeholder 4"/>
          <p:cNvSpPr>
            <a:spLocks noGrp="1"/>
          </p:cNvSpPr>
          <p:nvPr>
            <p:ph type="body" sz="quarter" idx="3"/>
          </p:nvPr>
        </p:nvSpPr>
        <p:spPr>
          <a:xfrm>
            <a:off x="7543751" y="2456408"/>
            <a:ext cx="4160520" cy="823912"/>
          </a:xfrm>
        </p:spPr>
        <p:txBody>
          <a:bodyPr anchor="b"/>
          <a:lstStyle>
            <a:lvl1pPr marL="0" indent="0">
              <a:lnSpc>
                <a:spcPct val="99000"/>
              </a:lnSpc>
              <a:buNone/>
              <a:defRPr sz="2400" b="0" baseline="0">
                <a:solidFill>
                  <a:schemeClr val="accent2"/>
                </a:solidFill>
              </a:defRPr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/>
              <a:t>Edit Master text styles</a:t>
            </a:r>
          </a:p>
        </p:txBody>
      </p:sp>
      <p:sp>
        <p:nvSpPr>
          <p:cNvPr id="6" name="Content Placeholder 5"/>
          <p:cNvSpPr>
            <a:spLocks noGrp="1"/>
          </p:cNvSpPr>
          <p:nvPr>
            <p:ph sz="quarter" idx="4"/>
          </p:nvPr>
        </p:nvSpPr>
        <p:spPr>
          <a:xfrm>
            <a:off x="7543751" y="3316641"/>
            <a:ext cx="4160520" cy="2779361"/>
          </a:xfrm>
        </p:spPr>
        <p:txBody>
          <a:bodyPr/>
          <a:lstStyle/>
          <a:p>
            <a:pPr lvl="0"/>
            <a:r>
              <a:rPr lang="en-US"/>
              <a:t>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US" dirty="0"/>
          </a:p>
        </p:txBody>
      </p:sp>
      <p:sp>
        <p:nvSpPr>
          <p:cNvPr id="7" name="Date Placeholder 6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48A87A34-81AB-432B-8DAE-1953F412C126}" type="datetimeFigureOut">
              <a:rPr lang="en-US" smtClean="0"/>
              <a:t>12/9/2022</a:t>
            </a:fld>
            <a:endParaRPr lang="en-US" dirty="0"/>
          </a:p>
        </p:txBody>
      </p:sp>
      <p:sp>
        <p:nvSpPr>
          <p:cNvPr id="8" name="Footer Placeholder 7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9" name="Slide Number Placeholder 8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D22F896-40B5-4ADD-8801-0D06FADFA095}" type="slidenum">
              <a:rPr lang="en-US" smtClean="0"/>
              <a:t>‹#›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4091181016"/>
      </p:ext>
    </p:extLst>
  </p:cSld>
  <p:clrMapOvr>
    <a:masterClrMapping/>
  </p:clrMapOvr>
</p:sldLayout>
</file>

<file path=ppt/slideLayouts/slideLayout6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Title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  <a:endParaRPr lang="en-US" dirty="0"/>
          </a:p>
        </p:txBody>
      </p:sp>
      <p:sp>
        <p:nvSpPr>
          <p:cNvPr id="3" name="Date Placeholder 2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48A87A34-81AB-432B-8DAE-1953F412C126}" type="datetimeFigureOut">
              <a:rPr lang="en-US" smtClean="0"/>
              <a:t>12/9/2022</a:t>
            </a:fld>
            <a:endParaRPr lang="en-US" dirty="0"/>
          </a:p>
        </p:txBody>
      </p:sp>
      <p:sp>
        <p:nvSpPr>
          <p:cNvPr id="4" name="Footer Placeholder 3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5" name="Slide Number Placeholder 4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D22F896-40B5-4ADD-8801-0D06FADFA095}" type="slidenum">
              <a:rPr lang="en-US" smtClean="0"/>
              <a:t>‹#›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1172093264"/>
      </p:ext>
    </p:extLst>
  </p:cSld>
  <p:clrMapOvr>
    <a:masterClrMapping/>
  </p:clrMapOvr>
</p:sldLayout>
</file>

<file path=ppt/slideLayouts/slideLayout7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type="blank" preserve="1">
  <p:cSld name="Blank">
    <p:bg>
      <p:bgPr>
        <a:solidFill>
          <a:schemeClr val="bg2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5" name="Group 4" title="Feathers"/>
          <p:cNvGrpSpPr/>
          <p:nvPr/>
        </p:nvGrpSpPr>
        <p:grpSpPr>
          <a:xfrm>
            <a:off x="400715" y="362425"/>
            <a:ext cx="3495979" cy="6204388"/>
            <a:chOff x="400714" y="362425"/>
            <a:chExt cx="3495979" cy="6204388"/>
          </a:xfrm>
        </p:grpSpPr>
        <p:sp>
          <p:nvSpPr>
            <p:cNvPr id="6" name="Freeform 5"/>
            <p:cNvSpPr>
              <a:spLocks noEditPoints="1"/>
            </p:cNvSpPr>
            <p:nvPr/>
          </p:nvSpPr>
          <p:spPr bwMode="auto">
            <a:xfrm>
              <a:off x="400714" y="362425"/>
              <a:ext cx="2218442" cy="6204388"/>
            </a:xfrm>
            <a:custGeom>
              <a:avLst/>
              <a:gdLst/>
              <a:ahLst/>
              <a:cxnLst/>
              <a:rect l="0" t="0" r="r" b="b"/>
              <a:pathLst>
                <a:path w="697" h="1954">
                  <a:moveTo>
                    <a:pt x="251" y="1472"/>
                  </a:moveTo>
                  <a:cubicBezTo>
                    <a:pt x="258" y="1472"/>
                    <a:pt x="252" y="1463"/>
                    <a:pt x="251" y="1462"/>
                  </a:cubicBezTo>
                  <a:cubicBezTo>
                    <a:pt x="248" y="1422"/>
                    <a:pt x="241" y="1424"/>
                    <a:pt x="241" y="1419"/>
                  </a:cubicBezTo>
                  <a:cubicBezTo>
                    <a:pt x="227" y="1388"/>
                    <a:pt x="226" y="1380"/>
                    <a:pt x="221" y="1376"/>
                  </a:cubicBezTo>
                  <a:cubicBezTo>
                    <a:pt x="209" y="1355"/>
                    <a:pt x="209" y="1347"/>
                    <a:pt x="203" y="1344"/>
                  </a:cubicBezTo>
                  <a:cubicBezTo>
                    <a:pt x="169" y="1285"/>
                    <a:pt x="162" y="1275"/>
                    <a:pt x="156" y="1263"/>
                  </a:cubicBezTo>
                  <a:cubicBezTo>
                    <a:pt x="144" y="1242"/>
                    <a:pt x="141" y="1236"/>
                    <a:pt x="138" y="1231"/>
                  </a:cubicBezTo>
                  <a:cubicBezTo>
                    <a:pt x="107" y="1177"/>
                    <a:pt x="108" y="1168"/>
                    <a:pt x="103" y="1165"/>
                  </a:cubicBezTo>
                  <a:cubicBezTo>
                    <a:pt x="90" y="1142"/>
                    <a:pt x="83" y="1131"/>
                    <a:pt x="82" y="1127"/>
                  </a:cubicBezTo>
                  <a:cubicBezTo>
                    <a:pt x="66" y="1090"/>
                    <a:pt x="67" y="1081"/>
                    <a:pt x="62" y="1077"/>
                  </a:cubicBezTo>
                  <a:cubicBezTo>
                    <a:pt x="57" y="1049"/>
                    <a:pt x="51" y="1046"/>
                    <a:pt x="52" y="1037"/>
                  </a:cubicBezTo>
                  <a:cubicBezTo>
                    <a:pt x="48" y="1016"/>
                    <a:pt x="44" y="1007"/>
                    <a:pt x="42" y="1002"/>
                  </a:cubicBezTo>
                  <a:cubicBezTo>
                    <a:pt x="32" y="970"/>
                    <a:pt x="24" y="961"/>
                    <a:pt x="22" y="946"/>
                  </a:cubicBezTo>
                  <a:cubicBezTo>
                    <a:pt x="13" y="922"/>
                    <a:pt x="11" y="916"/>
                    <a:pt x="9" y="909"/>
                  </a:cubicBezTo>
                  <a:cubicBezTo>
                    <a:pt x="5" y="889"/>
                    <a:pt x="11" y="888"/>
                    <a:pt x="9" y="896"/>
                  </a:cubicBezTo>
                  <a:cubicBezTo>
                    <a:pt x="25" y="935"/>
                    <a:pt x="22" y="943"/>
                    <a:pt x="27" y="944"/>
                  </a:cubicBezTo>
                  <a:cubicBezTo>
                    <a:pt x="47" y="979"/>
                    <a:pt x="44" y="987"/>
                    <a:pt x="45" y="992"/>
                  </a:cubicBezTo>
                  <a:cubicBezTo>
                    <a:pt x="78" y="1045"/>
                    <a:pt x="85" y="1060"/>
                    <a:pt x="95" y="1072"/>
                  </a:cubicBezTo>
                  <a:cubicBezTo>
                    <a:pt x="141" y="1130"/>
                    <a:pt x="141" y="1136"/>
                    <a:pt x="140" y="1142"/>
                  </a:cubicBezTo>
                  <a:cubicBezTo>
                    <a:pt x="159" y="1162"/>
                    <a:pt x="156" y="1170"/>
                    <a:pt x="160" y="1170"/>
                  </a:cubicBezTo>
                  <a:cubicBezTo>
                    <a:pt x="198" y="1238"/>
                    <a:pt x="204" y="1243"/>
                    <a:pt x="206" y="1251"/>
                  </a:cubicBezTo>
                  <a:cubicBezTo>
                    <a:pt x="218" y="1278"/>
                    <a:pt x="219" y="1288"/>
                    <a:pt x="226" y="1291"/>
                  </a:cubicBezTo>
                  <a:cubicBezTo>
                    <a:pt x="231" y="1298"/>
                    <a:pt x="231" y="1292"/>
                    <a:pt x="228" y="1288"/>
                  </a:cubicBezTo>
                  <a:cubicBezTo>
                    <a:pt x="196" y="1218"/>
                    <a:pt x="198" y="1206"/>
                    <a:pt x="191" y="1203"/>
                  </a:cubicBezTo>
                  <a:cubicBezTo>
                    <a:pt x="168" y="1159"/>
                    <a:pt x="164" y="1153"/>
                    <a:pt x="160" y="1147"/>
                  </a:cubicBezTo>
                  <a:cubicBezTo>
                    <a:pt x="114" y="1068"/>
                    <a:pt x="104" y="1068"/>
                    <a:pt x="105" y="1057"/>
                  </a:cubicBezTo>
                  <a:cubicBezTo>
                    <a:pt x="67" y="1000"/>
                    <a:pt x="58" y="1000"/>
                    <a:pt x="57" y="992"/>
                  </a:cubicBezTo>
                  <a:cubicBezTo>
                    <a:pt x="80" y="1011"/>
                    <a:pt x="81" y="1021"/>
                    <a:pt x="87" y="1024"/>
                  </a:cubicBezTo>
                  <a:cubicBezTo>
                    <a:pt x="103" y="1041"/>
                    <a:pt x="100" y="1049"/>
                    <a:pt x="105" y="1049"/>
                  </a:cubicBezTo>
                  <a:cubicBezTo>
                    <a:pt x="129" y="1079"/>
                    <a:pt x="130" y="1087"/>
                    <a:pt x="135" y="1092"/>
                  </a:cubicBezTo>
                  <a:cubicBezTo>
                    <a:pt x="163" y="1128"/>
                    <a:pt x="159" y="1136"/>
                    <a:pt x="163" y="1137"/>
                  </a:cubicBezTo>
                  <a:cubicBezTo>
                    <a:pt x="199" y="1191"/>
                    <a:pt x="204" y="1205"/>
                    <a:pt x="211" y="1218"/>
                  </a:cubicBezTo>
                  <a:cubicBezTo>
                    <a:pt x="232" y="1237"/>
                    <a:pt x="226" y="1238"/>
                    <a:pt x="228" y="1230"/>
                  </a:cubicBezTo>
                  <a:cubicBezTo>
                    <a:pt x="202" y="1163"/>
                    <a:pt x="196" y="1163"/>
                    <a:pt x="198" y="1155"/>
                  </a:cubicBezTo>
                  <a:cubicBezTo>
                    <a:pt x="171" y="1106"/>
                    <a:pt x="167" y="1104"/>
                    <a:pt x="165" y="1100"/>
                  </a:cubicBezTo>
                  <a:cubicBezTo>
                    <a:pt x="140" y="1062"/>
                    <a:pt x="138" y="1052"/>
                    <a:pt x="133" y="1047"/>
                  </a:cubicBezTo>
                  <a:cubicBezTo>
                    <a:pt x="76" y="924"/>
                    <a:pt x="76" y="918"/>
                    <a:pt x="75" y="913"/>
                  </a:cubicBezTo>
                  <a:cubicBezTo>
                    <a:pt x="53" y="840"/>
                    <a:pt x="56" y="836"/>
                    <a:pt x="57" y="830"/>
                  </a:cubicBezTo>
                  <a:cubicBezTo>
                    <a:pt x="36" y="706"/>
                    <a:pt x="30" y="721"/>
                    <a:pt x="34" y="725"/>
                  </a:cubicBezTo>
                  <a:cubicBezTo>
                    <a:pt x="45" y="767"/>
                    <a:pt x="46" y="774"/>
                    <a:pt x="49" y="778"/>
                  </a:cubicBezTo>
                  <a:cubicBezTo>
                    <a:pt x="70" y="833"/>
                    <a:pt x="67" y="843"/>
                    <a:pt x="72" y="846"/>
                  </a:cubicBezTo>
                  <a:cubicBezTo>
                    <a:pt x="94" y="887"/>
                    <a:pt x="97" y="899"/>
                    <a:pt x="102" y="908"/>
                  </a:cubicBezTo>
                  <a:cubicBezTo>
                    <a:pt x="143" y="980"/>
                    <a:pt x="154" y="992"/>
                    <a:pt x="160" y="1007"/>
                  </a:cubicBezTo>
                  <a:cubicBezTo>
                    <a:pt x="212" y="1106"/>
                    <a:pt x="218" y="1122"/>
                    <a:pt x="223" y="1137"/>
                  </a:cubicBezTo>
                  <a:cubicBezTo>
                    <a:pt x="218" y="1115"/>
                    <a:pt x="222" y="1106"/>
                    <a:pt x="221" y="1102"/>
                  </a:cubicBezTo>
                  <a:cubicBezTo>
                    <a:pt x="210" y="1080"/>
                    <a:pt x="213" y="1072"/>
                    <a:pt x="208" y="1072"/>
                  </a:cubicBezTo>
                  <a:cubicBezTo>
                    <a:pt x="195" y="1023"/>
                    <a:pt x="188" y="1020"/>
                    <a:pt x="188" y="1012"/>
                  </a:cubicBezTo>
                  <a:cubicBezTo>
                    <a:pt x="149" y="930"/>
                    <a:pt x="144" y="927"/>
                    <a:pt x="145" y="918"/>
                  </a:cubicBezTo>
                  <a:cubicBezTo>
                    <a:pt x="125" y="876"/>
                    <a:pt x="120" y="873"/>
                    <a:pt x="117" y="868"/>
                  </a:cubicBezTo>
                  <a:cubicBezTo>
                    <a:pt x="102" y="832"/>
                    <a:pt x="100" y="833"/>
                    <a:pt x="100" y="830"/>
                  </a:cubicBezTo>
                  <a:cubicBezTo>
                    <a:pt x="80" y="793"/>
                    <a:pt x="77" y="788"/>
                    <a:pt x="75" y="783"/>
                  </a:cubicBezTo>
                  <a:cubicBezTo>
                    <a:pt x="45" y="730"/>
                    <a:pt x="43" y="716"/>
                    <a:pt x="34" y="710"/>
                  </a:cubicBezTo>
                  <a:cubicBezTo>
                    <a:pt x="25" y="678"/>
                    <a:pt x="34" y="684"/>
                    <a:pt x="32" y="690"/>
                  </a:cubicBezTo>
                  <a:cubicBezTo>
                    <a:pt x="50" y="733"/>
                    <a:pt x="60" y="733"/>
                    <a:pt x="59" y="745"/>
                  </a:cubicBezTo>
                  <a:cubicBezTo>
                    <a:pt x="80" y="780"/>
                    <a:pt x="81" y="783"/>
                    <a:pt x="85" y="785"/>
                  </a:cubicBezTo>
                  <a:cubicBezTo>
                    <a:pt x="113" y="833"/>
                    <a:pt x="115" y="842"/>
                    <a:pt x="117" y="851"/>
                  </a:cubicBezTo>
                  <a:cubicBezTo>
                    <a:pt x="147" y="899"/>
                    <a:pt x="151" y="907"/>
                    <a:pt x="153" y="916"/>
                  </a:cubicBezTo>
                  <a:cubicBezTo>
                    <a:pt x="168" y="945"/>
                    <a:pt x="171" y="952"/>
                    <a:pt x="173" y="961"/>
                  </a:cubicBezTo>
                  <a:cubicBezTo>
                    <a:pt x="190" y="999"/>
                    <a:pt x="200" y="1010"/>
                    <a:pt x="203" y="1029"/>
                  </a:cubicBezTo>
                  <a:cubicBezTo>
                    <a:pt x="198" y="998"/>
                    <a:pt x="198" y="994"/>
                    <a:pt x="196" y="994"/>
                  </a:cubicBezTo>
                  <a:cubicBezTo>
                    <a:pt x="175" y="911"/>
                    <a:pt x="168" y="909"/>
                    <a:pt x="170" y="898"/>
                  </a:cubicBezTo>
                  <a:cubicBezTo>
                    <a:pt x="131" y="811"/>
                    <a:pt x="131" y="802"/>
                    <a:pt x="125" y="800"/>
                  </a:cubicBezTo>
                  <a:cubicBezTo>
                    <a:pt x="105" y="747"/>
                    <a:pt x="103" y="742"/>
                    <a:pt x="100" y="740"/>
                  </a:cubicBezTo>
                  <a:cubicBezTo>
                    <a:pt x="82" y="701"/>
                    <a:pt x="78" y="699"/>
                    <a:pt x="77" y="695"/>
                  </a:cubicBezTo>
                  <a:cubicBezTo>
                    <a:pt x="67" y="672"/>
                    <a:pt x="60" y="674"/>
                    <a:pt x="62" y="667"/>
                  </a:cubicBezTo>
                  <a:cubicBezTo>
                    <a:pt x="44" y="641"/>
                    <a:pt x="39" y="635"/>
                    <a:pt x="34" y="629"/>
                  </a:cubicBezTo>
                  <a:cubicBezTo>
                    <a:pt x="21" y="597"/>
                    <a:pt x="29" y="609"/>
                    <a:pt x="37" y="622"/>
                  </a:cubicBezTo>
                  <a:cubicBezTo>
                    <a:pt x="75" y="681"/>
                    <a:pt x="85" y="681"/>
                    <a:pt x="85" y="692"/>
                  </a:cubicBezTo>
                  <a:cubicBezTo>
                    <a:pt x="108" y="731"/>
                    <a:pt x="109" y="735"/>
                    <a:pt x="110" y="740"/>
                  </a:cubicBezTo>
                  <a:cubicBezTo>
                    <a:pt x="123" y="777"/>
                    <a:pt x="130" y="775"/>
                    <a:pt x="130" y="780"/>
                  </a:cubicBezTo>
                  <a:cubicBezTo>
                    <a:pt x="151" y="822"/>
                    <a:pt x="153" y="840"/>
                    <a:pt x="163" y="851"/>
                  </a:cubicBezTo>
                  <a:cubicBezTo>
                    <a:pt x="179" y="903"/>
                    <a:pt x="184" y="907"/>
                    <a:pt x="185" y="916"/>
                  </a:cubicBezTo>
                  <a:cubicBezTo>
                    <a:pt x="203" y="963"/>
                    <a:pt x="199" y="973"/>
                    <a:pt x="201" y="976"/>
                  </a:cubicBezTo>
                  <a:cubicBezTo>
                    <a:pt x="236" y="1076"/>
                    <a:pt x="226" y="1071"/>
                    <a:pt x="228" y="1064"/>
                  </a:cubicBezTo>
                  <a:cubicBezTo>
                    <a:pt x="218" y="972"/>
                    <a:pt x="212" y="965"/>
                    <a:pt x="213" y="951"/>
                  </a:cubicBezTo>
                  <a:cubicBezTo>
                    <a:pt x="185" y="862"/>
                    <a:pt x="181" y="854"/>
                    <a:pt x="178" y="845"/>
                  </a:cubicBezTo>
                  <a:cubicBezTo>
                    <a:pt x="145" y="767"/>
                    <a:pt x="139" y="762"/>
                    <a:pt x="135" y="755"/>
                  </a:cubicBezTo>
                  <a:cubicBezTo>
                    <a:pt x="119" y="717"/>
                    <a:pt x="114" y="719"/>
                    <a:pt x="112" y="717"/>
                  </a:cubicBezTo>
                  <a:cubicBezTo>
                    <a:pt x="92" y="686"/>
                    <a:pt x="92" y="676"/>
                    <a:pt x="87" y="669"/>
                  </a:cubicBezTo>
                  <a:cubicBezTo>
                    <a:pt x="56" y="621"/>
                    <a:pt x="53" y="614"/>
                    <a:pt x="49" y="607"/>
                  </a:cubicBezTo>
                  <a:cubicBezTo>
                    <a:pt x="41" y="564"/>
                    <a:pt x="41" y="578"/>
                    <a:pt x="47" y="586"/>
                  </a:cubicBezTo>
                  <a:cubicBezTo>
                    <a:pt x="72" y="633"/>
                    <a:pt x="77" y="635"/>
                    <a:pt x="77" y="642"/>
                  </a:cubicBezTo>
                  <a:cubicBezTo>
                    <a:pt x="117" y="700"/>
                    <a:pt x="120" y="711"/>
                    <a:pt x="125" y="720"/>
                  </a:cubicBezTo>
                  <a:cubicBezTo>
                    <a:pt x="136" y="738"/>
                    <a:pt x="138" y="743"/>
                    <a:pt x="143" y="745"/>
                  </a:cubicBezTo>
                  <a:cubicBezTo>
                    <a:pt x="165" y="796"/>
                    <a:pt x="169" y="801"/>
                    <a:pt x="173" y="805"/>
                  </a:cubicBezTo>
                  <a:cubicBezTo>
                    <a:pt x="198" y="877"/>
                    <a:pt x="205" y="880"/>
                    <a:pt x="206" y="888"/>
                  </a:cubicBezTo>
                  <a:cubicBezTo>
                    <a:pt x="210" y="912"/>
                    <a:pt x="215" y="915"/>
                    <a:pt x="216" y="923"/>
                  </a:cubicBezTo>
                  <a:cubicBezTo>
                    <a:pt x="239" y="982"/>
                    <a:pt x="234" y="967"/>
                    <a:pt x="238" y="961"/>
                  </a:cubicBezTo>
                  <a:cubicBezTo>
                    <a:pt x="220" y="890"/>
                    <a:pt x="217" y="886"/>
                    <a:pt x="218" y="876"/>
                  </a:cubicBezTo>
                  <a:cubicBezTo>
                    <a:pt x="175" y="774"/>
                    <a:pt x="176" y="763"/>
                    <a:pt x="173" y="755"/>
                  </a:cubicBezTo>
                  <a:cubicBezTo>
                    <a:pt x="155" y="729"/>
                    <a:pt x="156" y="717"/>
                    <a:pt x="150" y="712"/>
                  </a:cubicBezTo>
                  <a:cubicBezTo>
                    <a:pt x="123" y="663"/>
                    <a:pt x="122" y="653"/>
                    <a:pt x="115" y="649"/>
                  </a:cubicBezTo>
                  <a:cubicBezTo>
                    <a:pt x="86" y="590"/>
                    <a:pt x="85" y="586"/>
                    <a:pt x="85" y="581"/>
                  </a:cubicBezTo>
                  <a:cubicBezTo>
                    <a:pt x="60" y="516"/>
                    <a:pt x="65" y="519"/>
                    <a:pt x="64" y="528"/>
                  </a:cubicBezTo>
                  <a:cubicBezTo>
                    <a:pt x="82" y="567"/>
                    <a:pt x="89" y="567"/>
                    <a:pt x="87" y="576"/>
                  </a:cubicBezTo>
                  <a:cubicBezTo>
                    <a:pt x="102" y="603"/>
                    <a:pt x="102" y="606"/>
                    <a:pt x="105" y="606"/>
                  </a:cubicBezTo>
                  <a:cubicBezTo>
                    <a:pt x="133" y="652"/>
                    <a:pt x="128" y="663"/>
                    <a:pt x="135" y="662"/>
                  </a:cubicBezTo>
                  <a:cubicBezTo>
                    <a:pt x="162" y="716"/>
                    <a:pt x="168" y="721"/>
                    <a:pt x="170" y="730"/>
                  </a:cubicBezTo>
                  <a:cubicBezTo>
                    <a:pt x="201" y="805"/>
                    <a:pt x="206" y="810"/>
                    <a:pt x="208" y="818"/>
                  </a:cubicBezTo>
                  <a:cubicBezTo>
                    <a:pt x="243" y="905"/>
                    <a:pt x="235" y="893"/>
                    <a:pt x="233" y="888"/>
                  </a:cubicBezTo>
                  <a:cubicBezTo>
                    <a:pt x="221" y="836"/>
                    <a:pt x="220" y="828"/>
                    <a:pt x="216" y="823"/>
                  </a:cubicBezTo>
                  <a:cubicBezTo>
                    <a:pt x="173" y="707"/>
                    <a:pt x="173" y="697"/>
                    <a:pt x="170" y="689"/>
                  </a:cubicBezTo>
                  <a:cubicBezTo>
                    <a:pt x="157" y="663"/>
                    <a:pt x="154" y="657"/>
                    <a:pt x="150" y="652"/>
                  </a:cubicBezTo>
                  <a:cubicBezTo>
                    <a:pt x="119" y="602"/>
                    <a:pt x="122" y="594"/>
                    <a:pt x="117" y="594"/>
                  </a:cubicBezTo>
                  <a:cubicBezTo>
                    <a:pt x="119" y="590"/>
                    <a:pt x="124" y="592"/>
                    <a:pt x="125" y="596"/>
                  </a:cubicBezTo>
                  <a:cubicBezTo>
                    <a:pt x="159" y="641"/>
                    <a:pt x="154" y="651"/>
                    <a:pt x="163" y="649"/>
                  </a:cubicBezTo>
                  <a:cubicBezTo>
                    <a:pt x="185" y="694"/>
                    <a:pt x="183" y="708"/>
                    <a:pt x="190" y="712"/>
                  </a:cubicBezTo>
                  <a:cubicBezTo>
                    <a:pt x="211" y="753"/>
                    <a:pt x="208" y="762"/>
                    <a:pt x="213" y="762"/>
                  </a:cubicBezTo>
                  <a:cubicBezTo>
                    <a:pt x="237" y="847"/>
                    <a:pt x="238" y="850"/>
                    <a:pt x="238" y="853"/>
                  </a:cubicBezTo>
                  <a:cubicBezTo>
                    <a:pt x="246" y="870"/>
                    <a:pt x="242" y="860"/>
                    <a:pt x="243" y="855"/>
                  </a:cubicBezTo>
                  <a:cubicBezTo>
                    <a:pt x="231" y="791"/>
                    <a:pt x="232" y="779"/>
                    <a:pt x="228" y="757"/>
                  </a:cubicBezTo>
                  <a:cubicBezTo>
                    <a:pt x="212" y="721"/>
                    <a:pt x="215" y="712"/>
                    <a:pt x="210" y="712"/>
                  </a:cubicBezTo>
                  <a:cubicBezTo>
                    <a:pt x="190" y="661"/>
                    <a:pt x="188" y="652"/>
                    <a:pt x="183" y="647"/>
                  </a:cubicBezTo>
                  <a:cubicBezTo>
                    <a:pt x="162" y="617"/>
                    <a:pt x="161" y="598"/>
                    <a:pt x="150" y="589"/>
                  </a:cubicBezTo>
                  <a:cubicBezTo>
                    <a:pt x="126" y="540"/>
                    <a:pt x="121" y="535"/>
                    <a:pt x="117" y="528"/>
                  </a:cubicBezTo>
                  <a:cubicBezTo>
                    <a:pt x="101" y="492"/>
                    <a:pt x="98" y="489"/>
                    <a:pt x="97" y="486"/>
                  </a:cubicBezTo>
                  <a:cubicBezTo>
                    <a:pt x="80" y="432"/>
                    <a:pt x="73" y="429"/>
                    <a:pt x="74" y="418"/>
                  </a:cubicBezTo>
                  <a:cubicBezTo>
                    <a:pt x="93" y="455"/>
                    <a:pt x="94" y="458"/>
                    <a:pt x="94" y="463"/>
                  </a:cubicBezTo>
                  <a:cubicBezTo>
                    <a:pt x="143" y="547"/>
                    <a:pt x="140" y="555"/>
                    <a:pt x="145" y="556"/>
                  </a:cubicBezTo>
                  <a:cubicBezTo>
                    <a:pt x="164" y="593"/>
                    <a:pt x="170" y="599"/>
                    <a:pt x="173" y="606"/>
                  </a:cubicBezTo>
                  <a:cubicBezTo>
                    <a:pt x="191" y="642"/>
                    <a:pt x="200" y="654"/>
                    <a:pt x="205" y="669"/>
                  </a:cubicBezTo>
                  <a:cubicBezTo>
                    <a:pt x="228" y="720"/>
                    <a:pt x="226" y="733"/>
                    <a:pt x="233" y="737"/>
                  </a:cubicBezTo>
                  <a:cubicBezTo>
                    <a:pt x="244" y="794"/>
                    <a:pt x="247" y="802"/>
                    <a:pt x="246" y="815"/>
                  </a:cubicBezTo>
                  <a:cubicBezTo>
                    <a:pt x="257" y="840"/>
                    <a:pt x="255" y="834"/>
                    <a:pt x="256" y="830"/>
                  </a:cubicBezTo>
                  <a:cubicBezTo>
                    <a:pt x="249" y="738"/>
                    <a:pt x="244" y="737"/>
                    <a:pt x="243" y="732"/>
                  </a:cubicBezTo>
                  <a:cubicBezTo>
                    <a:pt x="217" y="655"/>
                    <a:pt x="208" y="642"/>
                    <a:pt x="203" y="624"/>
                  </a:cubicBezTo>
                  <a:cubicBezTo>
                    <a:pt x="179" y="566"/>
                    <a:pt x="170" y="562"/>
                    <a:pt x="170" y="551"/>
                  </a:cubicBezTo>
                  <a:cubicBezTo>
                    <a:pt x="156" y="511"/>
                    <a:pt x="145" y="501"/>
                    <a:pt x="142" y="483"/>
                  </a:cubicBezTo>
                  <a:cubicBezTo>
                    <a:pt x="140" y="458"/>
                    <a:pt x="142" y="465"/>
                    <a:pt x="145" y="471"/>
                  </a:cubicBezTo>
                  <a:cubicBezTo>
                    <a:pt x="163" y="523"/>
                    <a:pt x="171" y="533"/>
                    <a:pt x="175" y="546"/>
                  </a:cubicBezTo>
                  <a:cubicBezTo>
                    <a:pt x="196" y="591"/>
                    <a:pt x="206" y="598"/>
                    <a:pt x="208" y="614"/>
                  </a:cubicBezTo>
                  <a:cubicBezTo>
                    <a:pt x="231" y="662"/>
                    <a:pt x="236" y="674"/>
                    <a:pt x="241" y="687"/>
                  </a:cubicBezTo>
                  <a:cubicBezTo>
                    <a:pt x="252" y="718"/>
                    <a:pt x="249" y="725"/>
                    <a:pt x="253" y="725"/>
                  </a:cubicBezTo>
                  <a:cubicBezTo>
                    <a:pt x="268" y="760"/>
                    <a:pt x="259" y="754"/>
                    <a:pt x="261" y="750"/>
                  </a:cubicBezTo>
                  <a:cubicBezTo>
                    <a:pt x="260" y="703"/>
                    <a:pt x="254" y="700"/>
                    <a:pt x="258" y="692"/>
                  </a:cubicBezTo>
                  <a:cubicBezTo>
                    <a:pt x="248" y="658"/>
                    <a:pt x="249" y="652"/>
                    <a:pt x="246" y="652"/>
                  </a:cubicBezTo>
                  <a:cubicBezTo>
                    <a:pt x="229" y="597"/>
                    <a:pt x="228" y="593"/>
                    <a:pt x="228" y="589"/>
                  </a:cubicBezTo>
                  <a:cubicBezTo>
                    <a:pt x="211" y="547"/>
                    <a:pt x="207" y="538"/>
                    <a:pt x="203" y="528"/>
                  </a:cubicBezTo>
                  <a:cubicBezTo>
                    <a:pt x="186" y="481"/>
                    <a:pt x="179" y="480"/>
                    <a:pt x="180" y="473"/>
                  </a:cubicBezTo>
                  <a:cubicBezTo>
                    <a:pt x="156" y="407"/>
                    <a:pt x="153" y="397"/>
                    <a:pt x="150" y="387"/>
                  </a:cubicBezTo>
                  <a:cubicBezTo>
                    <a:pt x="147" y="345"/>
                    <a:pt x="152" y="348"/>
                    <a:pt x="150" y="357"/>
                  </a:cubicBezTo>
                  <a:cubicBezTo>
                    <a:pt x="176" y="446"/>
                    <a:pt x="183" y="456"/>
                    <a:pt x="188" y="468"/>
                  </a:cubicBezTo>
                  <a:cubicBezTo>
                    <a:pt x="206" y="507"/>
                    <a:pt x="205" y="512"/>
                    <a:pt x="205" y="516"/>
                  </a:cubicBezTo>
                  <a:cubicBezTo>
                    <a:pt x="224" y="553"/>
                    <a:pt x="228" y="566"/>
                    <a:pt x="233" y="579"/>
                  </a:cubicBezTo>
                  <a:cubicBezTo>
                    <a:pt x="232" y="555"/>
                    <a:pt x="229" y="552"/>
                    <a:pt x="228" y="546"/>
                  </a:cubicBezTo>
                  <a:cubicBezTo>
                    <a:pt x="212" y="499"/>
                    <a:pt x="215" y="491"/>
                    <a:pt x="210" y="491"/>
                  </a:cubicBezTo>
                  <a:cubicBezTo>
                    <a:pt x="198" y="374"/>
                    <a:pt x="193" y="371"/>
                    <a:pt x="198" y="360"/>
                  </a:cubicBezTo>
                  <a:cubicBezTo>
                    <a:pt x="209" y="429"/>
                    <a:pt x="211" y="465"/>
                    <a:pt x="223" y="491"/>
                  </a:cubicBezTo>
                  <a:cubicBezTo>
                    <a:pt x="280" y="680"/>
                    <a:pt x="276" y="677"/>
                    <a:pt x="276" y="674"/>
                  </a:cubicBezTo>
                  <a:cubicBezTo>
                    <a:pt x="265" y="621"/>
                    <a:pt x="263" y="596"/>
                    <a:pt x="256" y="576"/>
                  </a:cubicBezTo>
                  <a:cubicBezTo>
                    <a:pt x="238" y="489"/>
                    <a:pt x="237" y="484"/>
                    <a:pt x="233" y="481"/>
                  </a:cubicBezTo>
                  <a:cubicBezTo>
                    <a:pt x="229" y="441"/>
                    <a:pt x="223" y="426"/>
                    <a:pt x="223" y="415"/>
                  </a:cubicBezTo>
                  <a:cubicBezTo>
                    <a:pt x="215" y="326"/>
                    <a:pt x="215" y="313"/>
                    <a:pt x="215" y="299"/>
                  </a:cubicBezTo>
                  <a:cubicBezTo>
                    <a:pt x="216" y="264"/>
                    <a:pt x="215" y="246"/>
                    <a:pt x="215" y="229"/>
                  </a:cubicBezTo>
                  <a:cubicBezTo>
                    <a:pt x="220" y="243"/>
                    <a:pt x="217" y="244"/>
                    <a:pt x="220" y="252"/>
                  </a:cubicBezTo>
                  <a:cubicBezTo>
                    <a:pt x="227" y="394"/>
                    <a:pt x="231" y="403"/>
                    <a:pt x="230" y="418"/>
                  </a:cubicBezTo>
                  <a:cubicBezTo>
                    <a:pt x="241" y="471"/>
                    <a:pt x="249" y="489"/>
                    <a:pt x="253" y="511"/>
                  </a:cubicBezTo>
                  <a:cubicBezTo>
                    <a:pt x="269" y="599"/>
                    <a:pt x="275" y="599"/>
                    <a:pt x="273" y="606"/>
                  </a:cubicBezTo>
                  <a:cubicBezTo>
                    <a:pt x="283" y="651"/>
                    <a:pt x="286" y="652"/>
                    <a:pt x="286" y="672"/>
                  </a:cubicBezTo>
                  <a:cubicBezTo>
                    <a:pt x="296" y="620"/>
                    <a:pt x="298" y="608"/>
                    <a:pt x="293" y="589"/>
                  </a:cubicBezTo>
                  <a:cubicBezTo>
                    <a:pt x="280" y="509"/>
                    <a:pt x="286" y="493"/>
                    <a:pt x="281" y="488"/>
                  </a:cubicBezTo>
                  <a:cubicBezTo>
                    <a:pt x="267" y="299"/>
                    <a:pt x="263" y="266"/>
                    <a:pt x="268" y="241"/>
                  </a:cubicBezTo>
                  <a:cubicBezTo>
                    <a:pt x="274" y="196"/>
                    <a:pt x="264" y="191"/>
                    <a:pt x="270" y="186"/>
                  </a:cubicBezTo>
                  <a:cubicBezTo>
                    <a:pt x="277" y="197"/>
                    <a:pt x="273" y="206"/>
                    <a:pt x="273" y="216"/>
                  </a:cubicBezTo>
                  <a:cubicBezTo>
                    <a:pt x="276" y="229"/>
                    <a:pt x="273" y="230"/>
                    <a:pt x="273" y="239"/>
                  </a:cubicBezTo>
                  <a:cubicBezTo>
                    <a:pt x="284" y="423"/>
                    <a:pt x="283" y="439"/>
                    <a:pt x="286" y="453"/>
                  </a:cubicBezTo>
                  <a:cubicBezTo>
                    <a:pt x="292" y="522"/>
                    <a:pt x="304" y="540"/>
                    <a:pt x="303" y="574"/>
                  </a:cubicBezTo>
                  <a:cubicBezTo>
                    <a:pt x="306" y="533"/>
                    <a:pt x="306" y="521"/>
                    <a:pt x="306" y="508"/>
                  </a:cubicBezTo>
                  <a:cubicBezTo>
                    <a:pt x="292" y="325"/>
                    <a:pt x="289" y="308"/>
                    <a:pt x="291" y="292"/>
                  </a:cubicBezTo>
                  <a:cubicBezTo>
                    <a:pt x="285" y="226"/>
                    <a:pt x="289" y="223"/>
                    <a:pt x="288" y="209"/>
                  </a:cubicBezTo>
                  <a:cubicBezTo>
                    <a:pt x="293" y="131"/>
                    <a:pt x="295" y="122"/>
                    <a:pt x="296" y="111"/>
                  </a:cubicBezTo>
                  <a:cubicBezTo>
                    <a:pt x="296" y="107"/>
                    <a:pt x="305" y="125"/>
                    <a:pt x="298" y="126"/>
                  </a:cubicBezTo>
                  <a:cubicBezTo>
                    <a:pt x="292" y="226"/>
                    <a:pt x="298" y="243"/>
                    <a:pt x="296" y="259"/>
                  </a:cubicBezTo>
                  <a:cubicBezTo>
                    <a:pt x="303" y="366"/>
                    <a:pt x="309" y="397"/>
                    <a:pt x="308" y="435"/>
                  </a:cubicBezTo>
                  <a:cubicBezTo>
                    <a:pt x="323" y="474"/>
                    <a:pt x="314" y="470"/>
                    <a:pt x="316" y="465"/>
                  </a:cubicBezTo>
                  <a:cubicBezTo>
                    <a:pt x="318" y="444"/>
                    <a:pt x="318" y="439"/>
                    <a:pt x="318" y="435"/>
                  </a:cubicBezTo>
                  <a:cubicBezTo>
                    <a:pt x="316" y="396"/>
                    <a:pt x="316" y="392"/>
                    <a:pt x="316" y="387"/>
                  </a:cubicBezTo>
                  <a:cubicBezTo>
                    <a:pt x="315" y="330"/>
                    <a:pt x="313" y="324"/>
                    <a:pt x="313" y="319"/>
                  </a:cubicBezTo>
                  <a:cubicBezTo>
                    <a:pt x="318" y="200"/>
                    <a:pt x="323" y="199"/>
                    <a:pt x="321" y="191"/>
                  </a:cubicBezTo>
                  <a:cubicBezTo>
                    <a:pt x="325" y="160"/>
                    <a:pt x="320" y="150"/>
                    <a:pt x="326" y="151"/>
                  </a:cubicBezTo>
                  <a:cubicBezTo>
                    <a:pt x="333" y="137"/>
                    <a:pt x="331" y="147"/>
                    <a:pt x="328" y="156"/>
                  </a:cubicBezTo>
                  <a:cubicBezTo>
                    <a:pt x="322" y="246"/>
                    <a:pt x="326" y="266"/>
                    <a:pt x="321" y="277"/>
                  </a:cubicBezTo>
                  <a:cubicBezTo>
                    <a:pt x="324" y="351"/>
                    <a:pt x="322" y="357"/>
                    <a:pt x="326" y="357"/>
                  </a:cubicBezTo>
                  <a:cubicBezTo>
                    <a:pt x="328" y="453"/>
                    <a:pt x="326" y="458"/>
                    <a:pt x="326" y="463"/>
                  </a:cubicBezTo>
                  <a:cubicBezTo>
                    <a:pt x="338" y="484"/>
                    <a:pt x="338" y="481"/>
                    <a:pt x="339" y="478"/>
                  </a:cubicBezTo>
                  <a:cubicBezTo>
                    <a:pt x="339" y="467"/>
                    <a:pt x="338" y="461"/>
                    <a:pt x="339" y="453"/>
                  </a:cubicBezTo>
                  <a:cubicBezTo>
                    <a:pt x="339" y="390"/>
                    <a:pt x="345" y="391"/>
                    <a:pt x="344" y="385"/>
                  </a:cubicBezTo>
                  <a:cubicBezTo>
                    <a:pt x="344" y="252"/>
                    <a:pt x="346" y="241"/>
                    <a:pt x="346" y="229"/>
                  </a:cubicBezTo>
                  <a:cubicBezTo>
                    <a:pt x="373" y="110"/>
                    <a:pt x="371" y="102"/>
                    <a:pt x="374" y="98"/>
                  </a:cubicBezTo>
                  <a:cubicBezTo>
                    <a:pt x="379" y="60"/>
                    <a:pt x="385" y="60"/>
                    <a:pt x="384" y="53"/>
                  </a:cubicBezTo>
                  <a:cubicBezTo>
                    <a:pt x="397" y="11"/>
                    <a:pt x="405" y="24"/>
                    <a:pt x="399" y="22"/>
                  </a:cubicBezTo>
                  <a:cubicBezTo>
                    <a:pt x="374" y="102"/>
                    <a:pt x="383" y="117"/>
                    <a:pt x="376" y="116"/>
                  </a:cubicBezTo>
                  <a:cubicBezTo>
                    <a:pt x="367" y="192"/>
                    <a:pt x="355" y="232"/>
                    <a:pt x="351" y="272"/>
                  </a:cubicBezTo>
                  <a:cubicBezTo>
                    <a:pt x="351" y="359"/>
                    <a:pt x="355" y="369"/>
                    <a:pt x="354" y="372"/>
                  </a:cubicBezTo>
                  <a:cubicBezTo>
                    <a:pt x="351" y="399"/>
                    <a:pt x="351" y="403"/>
                    <a:pt x="351" y="407"/>
                  </a:cubicBezTo>
                  <a:cubicBezTo>
                    <a:pt x="362" y="364"/>
                    <a:pt x="358" y="351"/>
                    <a:pt x="364" y="347"/>
                  </a:cubicBezTo>
                  <a:cubicBezTo>
                    <a:pt x="368" y="321"/>
                    <a:pt x="368" y="314"/>
                    <a:pt x="371" y="314"/>
                  </a:cubicBezTo>
                  <a:cubicBezTo>
                    <a:pt x="390" y="172"/>
                    <a:pt x="402" y="149"/>
                    <a:pt x="404" y="116"/>
                  </a:cubicBezTo>
                  <a:cubicBezTo>
                    <a:pt x="432" y="41"/>
                    <a:pt x="427" y="40"/>
                    <a:pt x="429" y="48"/>
                  </a:cubicBezTo>
                  <a:cubicBezTo>
                    <a:pt x="403" y="151"/>
                    <a:pt x="400" y="182"/>
                    <a:pt x="396" y="221"/>
                  </a:cubicBezTo>
                  <a:cubicBezTo>
                    <a:pt x="369" y="402"/>
                    <a:pt x="368" y="392"/>
                    <a:pt x="374" y="387"/>
                  </a:cubicBezTo>
                  <a:cubicBezTo>
                    <a:pt x="381" y="362"/>
                    <a:pt x="384" y="355"/>
                    <a:pt x="386" y="347"/>
                  </a:cubicBezTo>
                  <a:cubicBezTo>
                    <a:pt x="421" y="286"/>
                    <a:pt x="421" y="276"/>
                    <a:pt x="426" y="272"/>
                  </a:cubicBezTo>
                  <a:cubicBezTo>
                    <a:pt x="463" y="190"/>
                    <a:pt x="470" y="184"/>
                    <a:pt x="472" y="173"/>
                  </a:cubicBezTo>
                  <a:cubicBezTo>
                    <a:pt x="478" y="175"/>
                    <a:pt x="469" y="199"/>
                    <a:pt x="462" y="224"/>
                  </a:cubicBezTo>
                  <a:cubicBezTo>
                    <a:pt x="446" y="260"/>
                    <a:pt x="442" y="261"/>
                    <a:pt x="442" y="261"/>
                  </a:cubicBezTo>
                  <a:cubicBezTo>
                    <a:pt x="417" y="299"/>
                    <a:pt x="417" y="319"/>
                    <a:pt x="406" y="329"/>
                  </a:cubicBezTo>
                  <a:cubicBezTo>
                    <a:pt x="393" y="372"/>
                    <a:pt x="394" y="370"/>
                    <a:pt x="396" y="370"/>
                  </a:cubicBezTo>
                  <a:cubicBezTo>
                    <a:pt x="423" y="330"/>
                    <a:pt x="433" y="319"/>
                    <a:pt x="437" y="302"/>
                  </a:cubicBezTo>
                  <a:cubicBezTo>
                    <a:pt x="464" y="262"/>
                    <a:pt x="464" y="255"/>
                    <a:pt x="467" y="251"/>
                  </a:cubicBezTo>
                  <a:cubicBezTo>
                    <a:pt x="504" y="170"/>
                    <a:pt x="509" y="151"/>
                    <a:pt x="512" y="128"/>
                  </a:cubicBezTo>
                  <a:cubicBezTo>
                    <a:pt x="522" y="92"/>
                    <a:pt x="522" y="99"/>
                    <a:pt x="522" y="105"/>
                  </a:cubicBezTo>
                  <a:cubicBezTo>
                    <a:pt x="496" y="217"/>
                    <a:pt x="493" y="220"/>
                    <a:pt x="492" y="224"/>
                  </a:cubicBezTo>
                  <a:cubicBezTo>
                    <a:pt x="470" y="268"/>
                    <a:pt x="468" y="270"/>
                    <a:pt x="467" y="274"/>
                  </a:cubicBezTo>
                  <a:cubicBezTo>
                    <a:pt x="460" y="300"/>
                    <a:pt x="449" y="294"/>
                    <a:pt x="452" y="302"/>
                  </a:cubicBezTo>
                  <a:cubicBezTo>
                    <a:pt x="426" y="346"/>
                    <a:pt x="419" y="348"/>
                    <a:pt x="419" y="357"/>
                  </a:cubicBezTo>
                  <a:cubicBezTo>
                    <a:pt x="377" y="415"/>
                    <a:pt x="378" y="425"/>
                    <a:pt x="369" y="425"/>
                  </a:cubicBezTo>
                  <a:cubicBezTo>
                    <a:pt x="358" y="467"/>
                    <a:pt x="351" y="467"/>
                    <a:pt x="354" y="475"/>
                  </a:cubicBezTo>
                  <a:cubicBezTo>
                    <a:pt x="367" y="453"/>
                    <a:pt x="377" y="450"/>
                    <a:pt x="379" y="438"/>
                  </a:cubicBezTo>
                  <a:cubicBezTo>
                    <a:pt x="409" y="380"/>
                    <a:pt x="416" y="379"/>
                    <a:pt x="417" y="372"/>
                  </a:cubicBezTo>
                  <a:cubicBezTo>
                    <a:pt x="432" y="354"/>
                    <a:pt x="437" y="346"/>
                    <a:pt x="442" y="337"/>
                  </a:cubicBezTo>
                  <a:cubicBezTo>
                    <a:pt x="466" y="307"/>
                    <a:pt x="467" y="295"/>
                    <a:pt x="477" y="292"/>
                  </a:cubicBezTo>
                  <a:cubicBezTo>
                    <a:pt x="499" y="244"/>
                    <a:pt x="508" y="247"/>
                    <a:pt x="507" y="239"/>
                  </a:cubicBezTo>
                  <a:cubicBezTo>
                    <a:pt x="524" y="202"/>
                    <a:pt x="526" y="190"/>
                    <a:pt x="532" y="183"/>
                  </a:cubicBezTo>
                  <a:cubicBezTo>
                    <a:pt x="548" y="92"/>
                    <a:pt x="554" y="90"/>
                    <a:pt x="550" y="85"/>
                  </a:cubicBezTo>
                  <a:cubicBezTo>
                    <a:pt x="558" y="74"/>
                    <a:pt x="553" y="90"/>
                    <a:pt x="555" y="113"/>
                  </a:cubicBezTo>
                  <a:cubicBezTo>
                    <a:pt x="542" y="172"/>
                    <a:pt x="541" y="178"/>
                    <a:pt x="537" y="181"/>
                  </a:cubicBezTo>
                  <a:cubicBezTo>
                    <a:pt x="505" y="263"/>
                    <a:pt x="501" y="266"/>
                    <a:pt x="499" y="271"/>
                  </a:cubicBezTo>
                  <a:cubicBezTo>
                    <a:pt x="484" y="295"/>
                    <a:pt x="484" y="297"/>
                    <a:pt x="482" y="297"/>
                  </a:cubicBezTo>
                  <a:cubicBezTo>
                    <a:pt x="457" y="329"/>
                    <a:pt x="455" y="341"/>
                    <a:pt x="447" y="347"/>
                  </a:cubicBezTo>
                  <a:cubicBezTo>
                    <a:pt x="407" y="407"/>
                    <a:pt x="403" y="417"/>
                    <a:pt x="399" y="428"/>
                  </a:cubicBezTo>
                  <a:cubicBezTo>
                    <a:pt x="366" y="495"/>
                    <a:pt x="355" y="497"/>
                    <a:pt x="354" y="511"/>
                  </a:cubicBezTo>
                  <a:cubicBezTo>
                    <a:pt x="335" y="549"/>
                    <a:pt x="325" y="553"/>
                    <a:pt x="326" y="569"/>
                  </a:cubicBezTo>
                  <a:cubicBezTo>
                    <a:pt x="362" y="513"/>
                    <a:pt x="363" y="500"/>
                    <a:pt x="369" y="493"/>
                  </a:cubicBezTo>
                  <a:cubicBezTo>
                    <a:pt x="404" y="438"/>
                    <a:pt x="412" y="433"/>
                    <a:pt x="414" y="423"/>
                  </a:cubicBezTo>
                  <a:cubicBezTo>
                    <a:pt x="432" y="393"/>
                    <a:pt x="442" y="397"/>
                    <a:pt x="439" y="387"/>
                  </a:cubicBezTo>
                  <a:cubicBezTo>
                    <a:pt x="476" y="345"/>
                    <a:pt x="475" y="336"/>
                    <a:pt x="482" y="334"/>
                  </a:cubicBezTo>
                  <a:cubicBezTo>
                    <a:pt x="503" y="295"/>
                    <a:pt x="509" y="292"/>
                    <a:pt x="512" y="287"/>
                  </a:cubicBezTo>
                  <a:cubicBezTo>
                    <a:pt x="539" y="245"/>
                    <a:pt x="539" y="228"/>
                    <a:pt x="547" y="219"/>
                  </a:cubicBezTo>
                  <a:cubicBezTo>
                    <a:pt x="562" y="165"/>
                    <a:pt x="567" y="153"/>
                    <a:pt x="570" y="138"/>
                  </a:cubicBezTo>
                  <a:cubicBezTo>
                    <a:pt x="577" y="72"/>
                    <a:pt x="586" y="67"/>
                    <a:pt x="585" y="57"/>
                  </a:cubicBezTo>
                  <a:cubicBezTo>
                    <a:pt x="585" y="94"/>
                    <a:pt x="579" y="99"/>
                    <a:pt x="580" y="110"/>
                  </a:cubicBezTo>
                  <a:cubicBezTo>
                    <a:pt x="567" y="189"/>
                    <a:pt x="560" y="188"/>
                    <a:pt x="562" y="196"/>
                  </a:cubicBezTo>
                  <a:cubicBezTo>
                    <a:pt x="550" y="239"/>
                    <a:pt x="538" y="250"/>
                    <a:pt x="535" y="269"/>
                  </a:cubicBezTo>
                  <a:cubicBezTo>
                    <a:pt x="506" y="321"/>
                    <a:pt x="500" y="322"/>
                    <a:pt x="500" y="329"/>
                  </a:cubicBezTo>
                  <a:cubicBezTo>
                    <a:pt x="467" y="374"/>
                    <a:pt x="461" y="376"/>
                    <a:pt x="457" y="380"/>
                  </a:cubicBezTo>
                  <a:cubicBezTo>
                    <a:pt x="427" y="424"/>
                    <a:pt x="425" y="427"/>
                    <a:pt x="424" y="430"/>
                  </a:cubicBezTo>
                  <a:cubicBezTo>
                    <a:pt x="401" y="471"/>
                    <a:pt x="394" y="474"/>
                    <a:pt x="391" y="480"/>
                  </a:cubicBezTo>
                  <a:cubicBezTo>
                    <a:pt x="381" y="509"/>
                    <a:pt x="381" y="506"/>
                    <a:pt x="381" y="503"/>
                  </a:cubicBezTo>
                  <a:cubicBezTo>
                    <a:pt x="415" y="463"/>
                    <a:pt x="421" y="454"/>
                    <a:pt x="429" y="448"/>
                  </a:cubicBezTo>
                  <a:cubicBezTo>
                    <a:pt x="442" y="427"/>
                    <a:pt x="447" y="428"/>
                    <a:pt x="447" y="425"/>
                  </a:cubicBezTo>
                  <a:cubicBezTo>
                    <a:pt x="472" y="394"/>
                    <a:pt x="479" y="387"/>
                    <a:pt x="484" y="380"/>
                  </a:cubicBezTo>
                  <a:cubicBezTo>
                    <a:pt x="504" y="353"/>
                    <a:pt x="508" y="349"/>
                    <a:pt x="512" y="347"/>
                  </a:cubicBezTo>
                  <a:cubicBezTo>
                    <a:pt x="538" y="309"/>
                    <a:pt x="541" y="301"/>
                    <a:pt x="545" y="294"/>
                  </a:cubicBezTo>
                  <a:cubicBezTo>
                    <a:pt x="559" y="253"/>
                    <a:pt x="562" y="251"/>
                    <a:pt x="567" y="251"/>
                  </a:cubicBezTo>
                  <a:cubicBezTo>
                    <a:pt x="523" y="343"/>
                    <a:pt x="520" y="354"/>
                    <a:pt x="512" y="360"/>
                  </a:cubicBezTo>
                  <a:cubicBezTo>
                    <a:pt x="483" y="397"/>
                    <a:pt x="482" y="399"/>
                    <a:pt x="482" y="402"/>
                  </a:cubicBezTo>
                  <a:cubicBezTo>
                    <a:pt x="463" y="420"/>
                    <a:pt x="460" y="424"/>
                    <a:pt x="459" y="430"/>
                  </a:cubicBezTo>
                  <a:cubicBezTo>
                    <a:pt x="433" y="460"/>
                    <a:pt x="432" y="462"/>
                    <a:pt x="429" y="463"/>
                  </a:cubicBezTo>
                  <a:cubicBezTo>
                    <a:pt x="403" y="503"/>
                    <a:pt x="395" y="502"/>
                    <a:pt x="394" y="508"/>
                  </a:cubicBezTo>
                  <a:cubicBezTo>
                    <a:pt x="360" y="548"/>
                    <a:pt x="356" y="558"/>
                    <a:pt x="351" y="566"/>
                  </a:cubicBezTo>
                  <a:cubicBezTo>
                    <a:pt x="315" y="653"/>
                    <a:pt x="316" y="649"/>
                    <a:pt x="319" y="649"/>
                  </a:cubicBezTo>
                  <a:cubicBezTo>
                    <a:pt x="332" y="628"/>
                    <a:pt x="333" y="622"/>
                    <a:pt x="336" y="619"/>
                  </a:cubicBezTo>
                  <a:cubicBezTo>
                    <a:pt x="367" y="582"/>
                    <a:pt x="371" y="575"/>
                    <a:pt x="376" y="568"/>
                  </a:cubicBezTo>
                  <a:cubicBezTo>
                    <a:pt x="394" y="542"/>
                    <a:pt x="402" y="543"/>
                    <a:pt x="402" y="536"/>
                  </a:cubicBezTo>
                  <a:cubicBezTo>
                    <a:pt x="438" y="505"/>
                    <a:pt x="438" y="494"/>
                    <a:pt x="447" y="490"/>
                  </a:cubicBezTo>
                  <a:cubicBezTo>
                    <a:pt x="471" y="464"/>
                    <a:pt x="471" y="452"/>
                    <a:pt x="479" y="448"/>
                  </a:cubicBezTo>
                  <a:cubicBezTo>
                    <a:pt x="500" y="419"/>
                    <a:pt x="504" y="411"/>
                    <a:pt x="510" y="405"/>
                  </a:cubicBezTo>
                  <a:cubicBezTo>
                    <a:pt x="544" y="340"/>
                    <a:pt x="544" y="334"/>
                    <a:pt x="547" y="332"/>
                  </a:cubicBezTo>
                  <a:cubicBezTo>
                    <a:pt x="576" y="260"/>
                    <a:pt x="573" y="249"/>
                    <a:pt x="577" y="244"/>
                  </a:cubicBezTo>
                  <a:cubicBezTo>
                    <a:pt x="586" y="197"/>
                    <a:pt x="588" y="164"/>
                    <a:pt x="595" y="135"/>
                  </a:cubicBezTo>
                  <a:cubicBezTo>
                    <a:pt x="594" y="196"/>
                    <a:pt x="589" y="206"/>
                    <a:pt x="590" y="224"/>
                  </a:cubicBezTo>
                  <a:cubicBezTo>
                    <a:pt x="572" y="286"/>
                    <a:pt x="575" y="297"/>
                    <a:pt x="570" y="299"/>
                  </a:cubicBezTo>
                  <a:cubicBezTo>
                    <a:pt x="537" y="378"/>
                    <a:pt x="533" y="389"/>
                    <a:pt x="525" y="397"/>
                  </a:cubicBezTo>
                  <a:cubicBezTo>
                    <a:pt x="506" y="431"/>
                    <a:pt x="503" y="431"/>
                    <a:pt x="502" y="435"/>
                  </a:cubicBezTo>
                  <a:cubicBezTo>
                    <a:pt x="485" y="464"/>
                    <a:pt x="476" y="464"/>
                    <a:pt x="477" y="473"/>
                  </a:cubicBezTo>
                  <a:cubicBezTo>
                    <a:pt x="452" y="503"/>
                    <a:pt x="446" y="505"/>
                    <a:pt x="442" y="508"/>
                  </a:cubicBezTo>
                  <a:cubicBezTo>
                    <a:pt x="424" y="523"/>
                    <a:pt x="427" y="534"/>
                    <a:pt x="419" y="533"/>
                  </a:cubicBezTo>
                  <a:cubicBezTo>
                    <a:pt x="337" y="645"/>
                    <a:pt x="338" y="641"/>
                    <a:pt x="341" y="641"/>
                  </a:cubicBezTo>
                  <a:cubicBezTo>
                    <a:pt x="357" y="630"/>
                    <a:pt x="354" y="622"/>
                    <a:pt x="359" y="621"/>
                  </a:cubicBezTo>
                  <a:cubicBezTo>
                    <a:pt x="419" y="562"/>
                    <a:pt x="442" y="543"/>
                    <a:pt x="459" y="518"/>
                  </a:cubicBezTo>
                  <a:cubicBezTo>
                    <a:pt x="475" y="496"/>
                    <a:pt x="482" y="498"/>
                    <a:pt x="482" y="493"/>
                  </a:cubicBezTo>
                  <a:cubicBezTo>
                    <a:pt x="501" y="474"/>
                    <a:pt x="503" y="471"/>
                    <a:pt x="505" y="468"/>
                  </a:cubicBezTo>
                  <a:cubicBezTo>
                    <a:pt x="547" y="407"/>
                    <a:pt x="552" y="402"/>
                    <a:pt x="557" y="397"/>
                  </a:cubicBezTo>
                  <a:cubicBezTo>
                    <a:pt x="585" y="334"/>
                    <a:pt x="592" y="336"/>
                    <a:pt x="590" y="329"/>
                  </a:cubicBezTo>
                  <a:cubicBezTo>
                    <a:pt x="604" y="294"/>
                    <a:pt x="606" y="286"/>
                    <a:pt x="610" y="281"/>
                  </a:cubicBezTo>
                  <a:cubicBezTo>
                    <a:pt x="629" y="217"/>
                    <a:pt x="627" y="222"/>
                    <a:pt x="628" y="226"/>
                  </a:cubicBezTo>
                  <a:cubicBezTo>
                    <a:pt x="614" y="259"/>
                    <a:pt x="624" y="266"/>
                    <a:pt x="618" y="269"/>
                  </a:cubicBezTo>
                  <a:cubicBezTo>
                    <a:pt x="600" y="334"/>
                    <a:pt x="592" y="341"/>
                    <a:pt x="590" y="354"/>
                  </a:cubicBezTo>
                  <a:cubicBezTo>
                    <a:pt x="569" y="389"/>
                    <a:pt x="569" y="396"/>
                    <a:pt x="565" y="400"/>
                  </a:cubicBezTo>
                  <a:cubicBezTo>
                    <a:pt x="539" y="449"/>
                    <a:pt x="528" y="446"/>
                    <a:pt x="530" y="455"/>
                  </a:cubicBezTo>
                  <a:cubicBezTo>
                    <a:pt x="494" y="498"/>
                    <a:pt x="491" y="501"/>
                    <a:pt x="487" y="505"/>
                  </a:cubicBezTo>
                  <a:cubicBezTo>
                    <a:pt x="467" y="523"/>
                    <a:pt x="465" y="536"/>
                    <a:pt x="454" y="541"/>
                  </a:cubicBezTo>
                  <a:cubicBezTo>
                    <a:pt x="435" y="560"/>
                    <a:pt x="434" y="562"/>
                    <a:pt x="434" y="566"/>
                  </a:cubicBezTo>
                  <a:cubicBezTo>
                    <a:pt x="409" y="593"/>
                    <a:pt x="397" y="589"/>
                    <a:pt x="399" y="599"/>
                  </a:cubicBezTo>
                  <a:cubicBezTo>
                    <a:pt x="371" y="623"/>
                    <a:pt x="367" y="627"/>
                    <a:pt x="364" y="631"/>
                  </a:cubicBezTo>
                  <a:cubicBezTo>
                    <a:pt x="347" y="653"/>
                    <a:pt x="344" y="654"/>
                    <a:pt x="341" y="654"/>
                  </a:cubicBezTo>
                  <a:cubicBezTo>
                    <a:pt x="306" y="715"/>
                    <a:pt x="304" y="720"/>
                    <a:pt x="301" y="722"/>
                  </a:cubicBezTo>
                  <a:cubicBezTo>
                    <a:pt x="296" y="747"/>
                    <a:pt x="297" y="745"/>
                    <a:pt x="299" y="745"/>
                  </a:cubicBezTo>
                  <a:cubicBezTo>
                    <a:pt x="318" y="708"/>
                    <a:pt x="325" y="704"/>
                    <a:pt x="329" y="697"/>
                  </a:cubicBezTo>
                  <a:cubicBezTo>
                    <a:pt x="354" y="669"/>
                    <a:pt x="351" y="661"/>
                    <a:pt x="356" y="662"/>
                  </a:cubicBezTo>
                  <a:cubicBezTo>
                    <a:pt x="380" y="634"/>
                    <a:pt x="389" y="622"/>
                    <a:pt x="399" y="611"/>
                  </a:cubicBezTo>
                  <a:cubicBezTo>
                    <a:pt x="461" y="555"/>
                    <a:pt x="469" y="552"/>
                    <a:pt x="472" y="543"/>
                  </a:cubicBezTo>
                  <a:cubicBezTo>
                    <a:pt x="512" y="507"/>
                    <a:pt x="513" y="503"/>
                    <a:pt x="520" y="503"/>
                  </a:cubicBezTo>
                  <a:cubicBezTo>
                    <a:pt x="550" y="469"/>
                    <a:pt x="557" y="461"/>
                    <a:pt x="565" y="455"/>
                  </a:cubicBezTo>
                  <a:cubicBezTo>
                    <a:pt x="598" y="394"/>
                    <a:pt x="603" y="386"/>
                    <a:pt x="610" y="380"/>
                  </a:cubicBezTo>
                  <a:cubicBezTo>
                    <a:pt x="617" y="354"/>
                    <a:pt x="618" y="350"/>
                    <a:pt x="623" y="349"/>
                  </a:cubicBezTo>
                  <a:cubicBezTo>
                    <a:pt x="643" y="301"/>
                    <a:pt x="640" y="315"/>
                    <a:pt x="638" y="317"/>
                  </a:cubicBezTo>
                  <a:cubicBezTo>
                    <a:pt x="614" y="376"/>
                    <a:pt x="614" y="391"/>
                    <a:pt x="605" y="397"/>
                  </a:cubicBezTo>
                  <a:cubicBezTo>
                    <a:pt x="571" y="455"/>
                    <a:pt x="568" y="462"/>
                    <a:pt x="565" y="470"/>
                  </a:cubicBezTo>
                  <a:cubicBezTo>
                    <a:pt x="543" y="489"/>
                    <a:pt x="545" y="498"/>
                    <a:pt x="537" y="495"/>
                  </a:cubicBezTo>
                  <a:cubicBezTo>
                    <a:pt x="520" y="516"/>
                    <a:pt x="516" y="518"/>
                    <a:pt x="512" y="521"/>
                  </a:cubicBezTo>
                  <a:cubicBezTo>
                    <a:pt x="488" y="541"/>
                    <a:pt x="485" y="549"/>
                    <a:pt x="477" y="553"/>
                  </a:cubicBezTo>
                  <a:cubicBezTo>
                    <a:pt x="451" y="584"/>
                    <a:pt x="445" y="583"/>
                    <a:pt x="444" y="589"/>
                  </a:cubicBezTo>
                  <a:cubicBezTo>
                    <a:pt x="416" y="615"/>
                    <a:pt x="402" y="624"/>
                    <a:pt x="392" y="636"/>
                  </a:cubicBezTo>
                  <a:cubicBezTo>
                    <a:pt x="369" y="660"/>
                    <a:pt x="366" y="668"/>
                    <a:pt x="359" y="672"/>
                  </a:cubicBezTo>
                  <a:cubicBezTo>
                    <a:pt x="326" y="726"/>
                    <a:pt x="315" y="734"/>
                    <a:pt x="309" y="747"/>
                  </a:cubicBezTo>
                  <a:cubicBezTo>
                    <a:pt x="299" y="770"/>
                    <a:pt x="301" y="766"/>
                    <a:pt x="304" y="762"/>
                  </a:cubicBezTo>
                  <a:cubicBezTo>
                    <a:pt x="323" y="737"/>
                    <a:pt x="326" y="734"/>
                    <a:pt x="329" y="730"/>
                  </a:cubicBezTo>
                  <a:cubicBezTo>
                    <a:pt x="353" y="695"/>
                    <a:pt x="356" y="695"/>
                    <a:pt x="359" y="694"/>
                  </a:cubicBezTo>
                  <a:cubicBezTo>
                    <a:pt x="373" y="674"/>
                    <a:pt x="377" y="671"/>
                    <a:pt x="379" y="667"/>
                  </a:cubicBezTo>
                  <a:cubicBezTo>
                    <a:pt x="427" y="618"/>
                    <a:pt x="427" y="612"/>
                    <a:pt x="432" y="611"/>
                  </a:cubicBezTo>
                  <a:cubicBezTo>
                    <a:pt x="465" y="583"/>
                    <a:pt x="468" y="575"/>
                    <a:pt x="477" y="573"/>
                  </a:cubicBezTo>
                  <a:cubicBezTo>
                    <a:pt x="532" y="525"/>
                    <a:pt x="537" y="523"/>
                    <a:pt x="540" y="521"/>
                  </a:cubicBezTo>
                  <a:cubicBezTo>
                    <a:pt x="572" y="493"/>
                    <a:pt x="577" y="488"/>
                    <a:pt x="583" y="483"/>
                  </a:cubicBezTo>
                  <a:cubicBezTo>
                    <a:pt x="603" y="467"/>
                    <a:pt x="601" y="462"/>
                    <a:pt x="603" y="460"/>
                  </a:cubicBezTo>
                  <a:cubicBezTo>
                    <a:pt x="640" y="421"/>
                    <a:pt x="644" y="403"/>
                    <a:pt x="656" y="392"/>
                  </a:cubicBezTo>
                  <a:cubicBezTo>
                    <a:pt x="677" y="336"/>
                    <a:pt x="684" y="332"/>
                    <a:pt x="686" y="322"/>
                  </a:cubicBezTo>
                  <a:cubicBezTo>
                    <a:pt x="694" y="312"/>
                    <a:pt x="693" y="316"/>
                    <a:pt x="691" y="319"/>
                  </a:cubicBezTo>
                  <a:cubicBezTo>
                    <a:pt x="672" y="371"/>
                    <a:pt x="672" y="380"/>
                    <a:pt x="666" y="385"/>
                  </a:cubicBezTo>
                  <a:cubicBezTo>
                    <a:pt x="638" y="427"/>
                    <a:pt x="637" y="437"/>
                    <a:pt x="630" y="440"/>
                  </a:cubicBezTo>
                  <a:cubicBezTo>
                    <a:pt x="614" y="466"/>
                    <a:pt x="617" y="473"/>
                    <a:pt x="613" y="473"/>
                  </a:cubicBezTo>
                  <a:cubicBezTo>
                    <a:pt x="599" y="501"/>
                    <a:pt x="588" y="506"/>
                    <a:pt x="585" y="521"/>
                  </a:cubicBezTo>
                  <a:cubicBezTo>
                    <a:pt x="536" y="580"/>
                    <a:pt x="527" y="580"/>
                    <a:pt x="527" y="589"/>
                  </a:cubicBezTo>
                  <a:cubicBezTo>
                    <a:pt x="498" y="618"/>
                    <a:pt x="489" y="617"/>
                    <a:pt x="490" y="626"/>
                  </a:cubicBezTo>
                  <a:cubicBezTo>
                    <a:pt x="455" y="659"/>
                    <a:pt x="447" y="668"/>
                    <a:pt x="437" y="674"/>
                  </a:cubicBezTo>
                  <a:cubicBezTo>
                    <a:pt x="408" y="701"/>
                    <a:pt x="406" y="706"/>
                    <a:pt x="404" y="709"/>
                  </a:cubicBezTo>
                  <a:cubicBezTo>
                    <a:pt x="384" y="728"/>
                    <a:pt x="380" y="730"/>
                    <a:pt x="377" y="732"/>
                  </a:cubicBezTo>
                  <a:cubicBezTo>
                    <a:pt x="365" y="749"/>
                    <a:pt x="359" y="754"/>
                    <a:pt x="354" y="760"/>
                  </a:cubicBezTo>
                  <a:cubicBezTo>
                    <a:pt x="309" y="824"/>
                    <a:pt x="309" y="830"/>
                    <a:pt x="304" y="830"/>
                  </a:cubicBezTo>
                  <a:cubicBezTo>
                    <a:pt x="289" y="858"/>
                    <a:pt x="285" y="858"/>
                    <a:pt x="286" y="863"/>
                  </a:cubicBezTo>
                  <a:cubicBezTo>
                    <a:pt x="270" y="881"/>
                    <a:pt x="270" y="888"/>
                    <a:pt x="266" y="891"/>
                  </a:cubicBezTo>
                  <a:cubicBezTo>
                    <a:pt x="252" y="942"/>
                    <a:pt x="260" y="953"/>
                    <a:pt x="253" y="961"/>
                  </a:cubicBezTo>
                  <a:cubicBezTo>
                    <a:pt x="275" y="924"/>
                    <a:pt x="276" y="916"/>
                    <a:pt x="281" y="913"/>
                  </a:cubicBezTo>
                  <a:cubicBezTo>
                    <a:pt x="296" y="889"/>
                    <a:pt x="296" y="885"/>
                    <a:pt x="296" y="881"/>
                  </a:cubicBezTo>
                  <a:cubicBezTo>
                    <a:pt x="328" y="826"/>
                    <a:pt x="337" y="820"/>
                    <a:pt x="341" y="808"/>
                  </a:cubicBezTo>
                  <a:cubicBezTo>
                    <a:pt x="391" y="746"/>
                    <a:pt x="402" y="741"/>
                    <a:pt x="407" y="730"/>
                  </a:cubicBezTo>
                  <a:cubicBezTo>
                    <a:pt x="466" y="676"/>
                    <a:pt x="464" y="669"/>
                    <a:pt x="472" y="672"/>
                  </a:cubicBezTo>
                  <a:cubicBezTo>
                    <a:pt x="497" y="651"/>
                    <a:pt x="495" y="644"/>
                    <a:pt x="500" y="644"/>
                  </a:cubicBezTo>
                  <a:cubicBezTo>
                    <a:pt x="524" y="614"/>
                    <a:pt x="532" y="607"/>
                    <a:pt x="540" y="599"/>
                  </a:cubicBezTo>
                  <a:cubicBezTo>
                    <a:pt x="560" y="577"/>
                    <a:pt x="562" y="575"/>
                    <a:pt x="563" y="578"/>
                  </a:cubicBezTo>
                  <a:cubicBezTo>
                    <a:pt x="532" y="621"/>
                    <a:pt x="526" y="621"/>
                    <a:pt x="525" y="626"/>
                  </a:cubicBezTo>
                  <a:cubicBezTo>
                    <a:pt x="515" y="645"/>
                    <a:pt x="502" y="643"/>
                    <a:pt x="502" y="654"/>
                  </a:cubicBezTo>
                  <a:cubicBezTo>
                    <a:pt x="477" y="678"/>
                    <a:pt x="473" y="681"/>
                    <a:pt x="467" y="682"/>
                  </a:cubicBezTo>
                  <a:cubicBezTo>
                    <a:pt x="440" y="699"/>
                    <a:pt x="454" y="709"/>
                    <a:pt x="442" y="707"/>
                  </a:cubicBezTo>
                  <a:cubicBezTo>
                    <a:pt x="411" y="729"/>
                    <a:pt x="426" y="737"/>
                    <a:pt x="417" y="737"/>
                  </a:cubicBezTo>
                  <a:cubicBezTo>
                    <a:pt x="405" y="760"/>
                    <a:pt x="394" y="754"/>
                    <a:pt x="397" y="762"/>
                  </a:cubicBezTo>
                  <a:cubicBezTo>
                    <a:pt x="340" y="837"/>
                    <a:pt x="330" y="837"/>
                    <a:pt x="331" y="848"/>
                  </a:cubicBezTo>
                  <a:cubicBezTo>
                    <a:pt x="298" y="899"/>
                    <a:pt x="301" y="909"/>
                    <a:pt x="294" y="911"/>
                  </a:cubicBezTo>
                  <a:cubicBezTo>
                    <a:pt x="276" y="946"/>
                    <a:pt x="271" y="948"/>
                    <a:pt x="271" y="956"/>
                  </a:cubicBezTo>
                  <a:cubicBezTo>
                    <a:pt x="289" y="939"/>
                    <a:pt x="287" y="927"/>
                    <a:pt x="294" y="923"/>
                  </a:cubicBezTo>
                  <a:cubicBezTo>
                    <a:pt x="324" y="876"/>
                    <a:pt x="325" y="872"/>
                    <a:pt x="329" y="871"/>
                  </a:cubicBezTo>
                  <a:cubicBezTo>
                    <a:pt x="345" y="847"/>
                    <a:pt x="350" y="842"/>
                    <a:pt x="351" y="833"/>
                  </a:cubicBezTo>
                  <a:cubicBezTo>
                    <a:pt x="391" y="775"/>
                    <a:pt x="403" y="777"/>
                    <a:pt x="404" y="767"/>
                  </a:cubicBezTo>
                  <a:cubicBezTo>
                    <a:pt x="425" y="740"/>
                    <a:pt x="432" y="742"/>
                    <a:pt x="434" y="740"/>
                  </a:cubicBezTo>
                  <a:cubicBezTo>
                    <a:pt x="450" y="719"/>
                    <a:pt x="452" y="717"/>
                    <a:pt x="455" y="714"/>
                  </a:cubicBezTo>
                  <a:cubicBezTo>
                    <a:pt x="479" y="688"/>
                    <a:pt x="486" y="686"/>
                    <a:pt x="490" y="682"/>
                  </a:cubicBezTo>
                  <a:cubicBezTo>
                    <a:pt x="517" y="654"/>
                    <a:pt x="523" y="652"/>
                    <a:pt x="525" y="646"/>
                  </a:cubicBezTo>
                  <a:cubicBezTo>
                    <a:pt x="547" y="627"/>
                    <a:pt x="547" y="624"/>
                    <a:pt x="548" y="621"/>
                  </a:cubicBezTo>
                  <a:cubicBezTo>
                    <a:pt x="574" y="586"/>
                    <a:pt x="584" y="581"/>
                    <a:pt x="588" y="571"/>
                  </a:cubicBezTo>
                  <a:cubicBezTo>
                    <a:pt x="602" y="554"/>
                    <a:pt x="603" y="558"/>
                    <a:pt x="603" y="561"/>
                  </a:cubicBezTo>
                  <a:cubicBezTo>
                    <a:pt x="564" y="608"/>
                    <a:pt x="562" y="624"/>
                    <a:pt x="553" y="631"/>
                  </a:cubicBezTo>
                  <a:cubicBezTo>
                    <a:pt x="533" y="653"/>
                    <a:pt x="531" y="655"/>
                    <a:pt x="527" y="656"/>
                  </a:cubicBezTo>
                  <a:cubicBezTo>
                    <a:pt x="489" y="688"/>
                    <a:pt x="491" y="694"/>
                    <a:pt x="487" y="694"/>
                  </a:cubicBezTo>
                  <a:cubicBezTo>
                    <a:pt x="459" y="725"/>
                    <a:pt x="455" y="729"/>
                    <a:pt x="450" y="732"/>
                  </a:cubicBezTo>
                  <a:cubicBezTo>
                    <a:pt x="414" y="777"/>
                    <a:pt x="409" y="779"/>
                    <a:pt x="404" y="782"/>
                  </a:cubicBezTo>
                  <a:cubicBezTo>
                    <a:pt x="368" y="827"/>
                    <a:pt x="367" y="833"/>
                    <a:pt x="364" y="838"/>
                  </a:cubicBezTo>
                  <a:cubicBezTo>
                    <a:pt x="347" y="861"/>
                    <a:pt x="347" y="865"/>
                    <a:pt x="344" y="865"/>
                  </a:cubicBezTo>
                  <a:cubicBezTo>
                    <a:pt x="316" y="902"/>
                    <a:pt x="318" y="908"/>
                    <a:pt x="314" y="908"/>
                  </a:cubicBezTo>
                  <a:cubicBezTo>
                    <a:pt x="297" y="944"/>
                    <a:pt x="292" y="947"/>
                    <a:pt x="289" y="951"/>
                  </a:cubicBezTo>
                  <a:cubicBezTo>
                    <a:pt x="272" y="991"/>
                    <a:pt x="265" y="999"/>
                    <a:pt x="264" y="1012"/>
                  </a:cubicBezTo>
                  <a:cubicBezTo>
                    <a:pt x="246" y="1070"/>
                    <a:pt x="247" y="1080"/>
                    <a:pt x="243" y="1084"/>
                  </a:cubicBezTo>
                  <a:cubicBezTo>
                    <a:pt x="275" y="1031"/>
                    <a:pt x="275" y="1019"/>
                    <a:pt x="281" y="1014"/>
                  </a:cubicBezTo>
                  <a:cubicBezTo>
                    <a:pt x="300" y="980"/>
                    <a:pt x="306" y="968"/>
                    <a:pt x="311" y="956"/>
                  </a:cubicBezTo>
                  <a:cubicBezTo>
                    <a:pt x="329" y="925"/>
                    <a:pt x="336" y="929"/>
                    <a:pt x="334" y="921"/>
                  </a:cubicBezTo>
                  <a:cubicBezTo>
                    <a:pt x="370" y="883"/>
                    <a:pt x="367" y="872"/>
                    <a:pt x="377" y="873"/>
                  </a:cubicBezTo>
                  <a:cubicBezTo>
                    <a:pt x="395" y="849"/>
                    <a:pt x="404" y="842"/>
                    <a:pt x="412" y="833"/>
                  </a:cubicBezTo>
                  <a:cubicBezTo>
                    <a:pt x="432" y="811"/>
                    <a:pt x="434" y="810"/>
                    <a:pt x="434" y="808"/>
                  </a:cubicBezTo>
                  <a:cubicBezTo>
                    <a:pt x="468" y="774"/>
                    <a:pt x="473" y="764"/>
                    <a:pt x="482" y="757"/>
                  </a:cubicBezTo>
                  <a:cubicBezTo>
                    <a:pt x="518" y="710"/>
                    <a:pt x="527" y="711"/>
                    <a:pt x="525" y="702"/>
                  </a:cubicBezTo>
                  <a:cubicBezTo>
                    <a:pt x="512" y="725"/>
                    <a:pt x="513" y="729"/>
                    <a:pt x="512" y="732"/>
                  </a:cubicBezTo>
                  <a:cubicBezTo>
                    <a:pt x="497" y="756"/>
                    <a:pt x="486" y="759"/>
                    <a:pt x="482" y="767"/>
                  </a:cubicBezTo>
                  <a:cubicBezTo>
                    <a:pt x="463" y="791"/>
                    <a:pt x="457" y="793"/>
                    <a:pt x="452" y="795"/>
                  </a:cubicBezTo>
                  <a:cubicBezTo>
                    <a:pt x="362" y="908"/>
                    <a:pt x="358" y="911"/>
                    <a:pt x="354" y="913"/>
                  </a:cubicBezTo>
                  <a:cubicBezTo>
                    <a:pt x="338" y="944"/>
                    <a:pt x="330" y="941"/>
                    <a:pt x="331" y="948"/>
                  </a:cubicBezTo>
                  <a:cubicBezTo>
                    <a:pt x="305" y="988"/>
                    <a:pt x="305" y="994"/>
                    <a:pt x="301" y="996"/>
                  </a:cubicBezTo>
                  <a:cubicBezTo>
                    <a:pt x="313" y="984"/>
                    <a:pt x="317" y="981"/>
                    <a:pt x="319" y="976"/>
                  </a:cubicBezTo>
                  <a:cubicBezTo>
                    <a:pt x="362" y="938"/>
                    <a:pt x="357" y="928"/>
                    <a:pt x="364" y="928"/>
                  </a:cubicBezTo>
                  <a:cubicBezTo>
                    <a:pt x="379" y="903"/>
                    <a:pt x="390" y="907"/>
                    <a:pt x="389" y="901"/>
                  </a:cubicBezTo>
                  <a:cubicBezTo>
                    <a:pt x="416" y="869"/>
                    <a:pt x="427" y="873"/>
                    <a:pt x="424" y="865"/>
                  </a:cubicBezTo>
                  <a:cubicBezTo>
                    <a:pt x="450" y="844"/>
                    <a:pt x="454" y="836"/>
                    <a:pt x="462" y="833"/>
                  </a:cubicBezTo>
                  <a:cubicBezTo>
                    <a:pt x="510" y="785"/>
                    <a:pt x="513" y="782"/>
                    <a:pt x="515" y="780"/>
                  </a:cubicBezTo>
                  <a:cubicBezTo>
                    <a:pt x="536" y="752"/>
                    <a:pt x="545" y="755"/>
                    <a:pt x="543" y="747"/>
                  </a:cubicBezTo>
                  <a:cubicBezTo>
                    <a:pt x="566" y="714"/>
                    <a:pt x="568" y="710"/>
                    <a:pt x="570" y="707"/>
                  </a:cubicBezTo>
                  <a:cubicBezTo>
                    <a:pt x="591" y="657"/>
                    <a:pt x="601" y="647"/>
                    <a:pt x="605" y="631"/>
                  </a:cubicBezTo>
                  <a:cubicBezTo>
                    <a:pt x="597" y="662"/>
                    <a:pt x="596" y="668"/>
                    <a:pt x="595" y="674"/>
                  </a:cubicBezTo>
                  <a:cubicBezTo>
                    <a:pt x="577" y="704"/>
                    <a:pt x="573" y="716"/>
                    <a:pt x="568" y="727"/>
                  </a:cubicBezTo>
                  <a:cubicBezTo>
                    <a:pt x="537" y="772"/>
                    <a:pt x="532" y="774"/>
                    <a:pt x="528" y="777"/>
                  </a:cubicBezTo>
                  <a:cubicBezTo>
                    <a:pt x="516" y="796"/>
                    <a:pt x="509" y="797"/>
                    <a:pt x="507" y="802"/>
                  </a:cubicBezTo>
                  <a:cubicBezTo>
                    <a:pt x="475" y="834"/>
                    <a:pt x="473" y="835"/>
                    <a:pt x="472" y="838"/>
                  </a:cubicBezTo>
                  <a:cubicBezTo>
                    <a:pt x="458" y="853"/>
                    <a:pt x="452" y="855"/>
                    <a:pt x="447" y="858"/>
                  </a:cubicBezTo>
                  <a:cubicBezTo>
                    <a:pt x="430" y="871"/>
                    <a:pt x="434" y="882"/>
                    <a:pt x="424" y="881"/>
                  </a:cubicBezTo>
                  <a:cubicBezTo>
                    <a:pt x="388" y="922"/>
                    <a:pt x="381" y="923"/>
                    <a:pt x="379" y="928"/>
                  </a:cubicBezTo>
                  <a:cubicBezTo>
                    <a:pt x="356" y="958"/>
                    <a:pt x="346" y="955"/>
                    <a:pt x="347" y="964"/>
                  </a:cubicBezTo>
                  <a:cubicBezTo>
                    <a:pt x="311" y="1003"/>
                    <a:pt x="313" y="1013"/>
                    <a:pt x="306" y="1014"/>
                  </a:cubicBezTo>
                  <a:cubicBezTo>
                    <a:pt x="282" y="1051"/>
                    <a:pt x="281" y="1054"/>
                    <a:pt x="281" y="1057"/>
                  </a:cubicBezTo>
                  <a:cubicBezTo>
                    <a:pt x="263" y="1076"/>
                    <a:pt x="266" y="1095"/>
                    <a:pt x="256" y="1100"/>
                  </a:cubicBezTo>
                  <a:cubicBezTo>
                    <a:pt x="251" y="1150"/>
                    <a:pt x="250" y="1138"/>
                    <a:pt x="256" y="1135"/>
                  </a:cubicBezTo>
                  <a:cubicBezTo>
                    <a:pt x="289" y="1070"/>
                    <a:pt x="297" y="1067"/>
                    <a:pt x="299" y="1059"/>
                  </a:cubicBezTo>
                  <a:cubicBezTo>
                    <a:pt x="316" y="1029"/>
                    <a:pt x="323" y="1031"/>
                    <a:pt x="321" y="1024"/>
                  </a:cubicBezTo>
                  <a:cubicBezTo>
                    <a:pt x="338" y="1004"/>
                    <a:pt x="340" y="996"/>
                    <a:pt x="344" y="991"/>
                  </a:cubicBezTo>
                  <a:cubicBezTo>
                    <a:pt x="361" y="971"/>
                    <a:pt x="363" y="965"/>
                    <a:pt x="369" y="961"/>
                  </a:cubicBezTo>
                  <a:cubicBezTo>
                    <a:pt x="436" y="888"/>
                    <a:pt x="448" y="891"/>
                    <a:pt x="447" y="880"/>
                  </a:cubicBezTo>
                  <a:cubicBezTo>
                    <a:pt x="469" y="858"/>
                    <a:pt x="474" y="859"/>
                    <a:pt x="475" y="855"/>
                  </a:cubicBezTo>
                  <a:cubicBezTo>
                    <a:pt x="505" y="824"/>
                    <a:pt x="511" y="822"/>
                    <a:pt x="512" y="815"/>
                  </a:cubicBezTo>
                  <a:cubicBezTo>
                    <a:pt x="568" y="753"/>
                    <a:pt x="565" y="741"/>
                    <a:pt x="573" y="739"/>
                  </a:cubicBezTo>
                  <a:cubicBezTo>
                    <a:pt x="584" y="730"/>
                    <a:pt x="582" y="734"/>
                    <a:pt x="580" y="737"/>
                  </a:cubicBezTo>
                  <a:cubicBezTo>
                    <a:pt x="561" y="775"/>
                    <a:pt x="553" y="785"/>
                    <a:pt x="545" y="795"/>
                  </a:cubicBezTo>
                  <a:cubicBezTo>
                    <a:pt x="516" y="828"/>
                    <a:pt x="510" y="830"/>
                    <a:pt x="507" y="838"/>
                  </a:cubicBezTo>
                  <a:cubicBezTo>
                    <a:pt x="443" y="909"/>
                    <a:pt x="435" y="906"/>
                    <a:pt x="435" y="911"/>
                  </a:cubicBezTo>
                  <a:cubicBezTo>
                    <a:pt x="419" y="924"/>
                    <a:pt x="417" y="927"/>
                    <a:pt x="417" y="931"/>
                  </a:cubicBezTo>
                  <a:cubicBezTo>
                    <a:pt x="381" y="966"/>
                    <a:pt x="371" y="974"/>
                    <a:pt x="364" y="986"/>
                  </a:cubicBezTo>
                  <a:cubicBezTo>
                    <a:pt x="347" y="1005"/>
                    <a:pt x="346" y="1013"/>
                    <a:pt x="339" y="1014"/>
                  </a:cubicBezTo>
                  <a:cubicBezTo>
                    <a:pt x="294" y="1085"/>
                    <a:pt x="293" y="1095"/>
                    <a:pt x="286" y="1100"/>
                  </a:cubicBezTo>
                  <a:cubicBezTo>
                    <a:pt x="259" y="1148"/>
                    <a:pt x="259" y="1154"/>
                    <a:pt x="256" y="1157"/>
                  </a:cubicBezTo>
                  <a:cubicBezTo>
                    <a:pt x="241" y="1199"/>
                    <a:pt x="246" y="1208"/>
                    <a:pt x="241" y="1218"/>
                  </a:cubicBezTo>
                  <a:cubicBezTo>
                    <a:pt x="260" y="1178"/>
                    <a:pt x="260" y="1172"/>
                    <a:pt x="264" y="1170"/>
                  </a:cubicBezTo>
                  <a:cubicBezTo>
                    <a:pt x="290" y="1114"/>
                    <a:pt x="297" y="1109"/>
                    <a:pt x="301" y="1102"/>
                  </a:cubicBezTo>
                  <a:cubicBezTo>
                    <a:pt x="336" y="1056"/>
                    <a:pt x="339" y="1048"/>
                    <a:pt x="344" y="1042"/>
                  </a:cubicBezTo>
                  <a:cubicBezTo>
                    <a:pt x="367" y="1006"/>
                    <a:pt x="373" y="1006"/>
                    <a:pt x="374" y="1001"/>
                  </a:cubicBezTo>
                  <a:cubicBezTo>
                    <a:pt x="410" y="964"/>
                    <a:pt x="416" y="964"/>
                    <a:pt x="417" y="959"/>
                  </a:cubicBezTo>
                  <a:cubicBezTo>
                    <a:pt x="453" y="919"/>
                    <a:pt x="467" y="910"/>
                    <a:pt x="475" y="896"/>
                  </a:cubicBezTo>
                  <a:cubicBezTo>
                    <a:pt x="505" y="865"/>
                    <a:pt x="517" y="863"/>
                    <a:pt x="520" y="850"/>
                  </a:cubicBezTo>
                  <a:cubicBezTo>
                    <a:pt x="554" y="810"/>
                    <a:pt x="558" y="807"/>
                    <a:pt x="560" y="802"/>
                  </a:cubicBezTo>
                  <a:cubicBezTo>
                    <a:pt x="584" y="766"/>
                    <a:pt x="596" y="762"/>
                    <a:pt x="598" y="750"/>
                  </a:cubicBezTo>
                  <a:cubicBezTo>
                    <a:pt x="627" y="704"/>
                    <a:pt x="632" y="702"/>
                    <a:pt x="633" y="697"/>
                  </a:cubicBezTo>
                  <a:cubicBezTo>
                    <a:pt x="623" y="720"/>
                    <a:pt x="626" y="728"/>
                    <a:pt x="621" y="727"/>
                  </a:cubicBezTo>
                  <a:cubicBezTo>
                    <a:pt x="597" y="761"/>
                    <a:pt x="596" y="771"/>
                    <a:pt x="588" y="772"/>
                  </a:cubicBezTo>
                  <a:cubicBezTo>
                    <a:pt x="575" y="802"/>
                    <a:pt x="566" y="803"/>
                    <a:pt x="565" y="812"/>
                  </a:cubicBezTo>
                  <a:cubicBezTo>
                    <a:pt x="538" y="856"/>
                    <a:pt x="525" y="854"/>
                    <a:pt x="525" y="865"/>
                  </a:cubicBezTo>
                  <a:cubicBezTo>
                    <a:pt x="510" y="886"/>
                    <a:pt x="501" y="883"/>
                    <a:pt x="500" y="888"/>
                  </a:cubicBezTo>
                  <a:cubicBezTo>
                    <a:pt x="481" y="905"/>
                    <a:pt x="479" y="907"/>
                    <a:pt x="477" y="911"/>
                  </a:cubicBezTo>
                  <a:cubicBezTo>
                    <a:pt x="449" y="935"/>
                    <a:pt x="452" y="943"/>
                    <a:pt x="447" y="943"/>
                  </a:cubicBezTo>
                  <a:cubicBezTo>
                    <a:pt x="429" y="962"/>
                    <a:pt x="427" y="963"/>
                    <a:pt x="425" y="966"/>
                  </a:cubicBezTo>
                  <a:cubicBezTo>
                    <a:pt x="401" y="992"/>
                    <a:pt x="398" y="995"/>
                    <a:pt x="394" y="996"/>
                  </a:cubicBezTo>
                  <a:cubicBezTo>
                    <a:pt x="379" y="1017"/>
                    <a:pt x="373" y="1015"/>
                    <a:pt x="374" y="1021"/>
                  </a:cubicBezTo>
                  <a:cubicBezTo>
                    <a:pt x="331" y="1077"/>
                    <a:pt x="326" y="1081"/>
                    <a:pt x="324" y="1089"/>
                  </a:cubicBezTo>
                  <a:cubicBezTo>
                    <a:pt x="309" y="1105"/>
                    <a:pt x="309" y="1109"/>
                    <a:pt x="309" y="1112"/>
                  </a:cubicBezTo>
                  <a:cubicBezTo>
                    <a:pt x="293" y="1133"/>
                    <a:pt x="293" y="1139"/>
                    <a:pt x="289" y="1142"/>
                  </a:cubicBezTo>
                  <a:cubicBezTo>
                    <a:pt x="272" y="1170"/>
                    <a:pt x="273" y="1176"/>
                    <a:pt x="271" y="1180"/>
                  </a:cubicBezTo>
                  <a:cubicBezTo>
                    <a:pt x="246" y="1241"/>
                    <a:pt x="246" y="1250"/>
                    <a:pt x="246" y="1258"/>
                  </a:cubicBezTo>
                  <a:cubicBezTo>
                    <a:pt x="257" y="1254"/>
                    <a:pt x="254" y="1246"/>
                    <a:pt x="259" y="1246"/>
                  </a:cubicBezTo>
                  <a:cubicBezTo>
                    <a:pt x="274" y="1211"/>
                    <a:pt x="275" y="1207"/>
                    <a:pt x="279" y="1205"/>
                  </a:cubicBezTo>
                  <a:cubicBezTo>
                    <a:pt x="320" y="1146"/>
                    <a:pt x="319" y="1135"/>
                    <a:pt x="327" y="1132"/>
                  </a:cubicBezTo>
                  <a:cubicBezTo>
                    <a:pt x="353" y="1085"/>
                    <a:pt x="363" y="1084"/>
                    <a:pt x="364" y="1074"/>
                  </a:cubicBezTo>
                  <a:cubicBezTo>
                    <a:pt x="392" y="1044"/>
                    <a:pt x="389" y="1036"/>
                    <a:pt x="394" y="1037"/>
                  </a:cubicBezTo>
                  <a:cubicBezTo>
                    <a:pt x="409" y="1021"/>
                    <a:pt x="409" y="1018"/>
                    <a:pt x="409" y="1016"/>
                  </a:cubicBezTo>
                  <a:cubicBezTo>
                    <a:pt x="421" y="1005"/>
                    <a:pt x="423" y="1003"/>
                    <a:pt x="427" y="1001"/>
                  </a:cubicBezTo>
                  <a:cubicBezTo>
                    <a:pt x="466" y="955"/>
                    <a:pt x="477" y="948"/>
                    <a:pt x="485" y="938"/>
                  </a:cubicBezTo>
                  <a:cubicBezTo>
                    <a:pt x="518" y="914"/>
                    <a:pt x="515" y="906"/>
                    <a:pt x="520" y="906"/>
                  </a:cubicBezTo>
                  <a:cubicBezTo>
                    <a:pt x="551" y="882"/>
                    <a:pt x="558" y="873"/>
                    <a:pt x="568" y="865"/>
                  </a:cubicBezTo>
                  <a:cubicBezTo>
                    <a:pt x="556" y="886"/>
                    <a:pt x="553" y="888"/>
                    <a:pt x="548" y="888"/>
                  </a:cubicBezTo>
                  <a:cubicBezTo>
                    <a:pt x="519" y="917"/>
                    <a:pt x="514" y="922"/>
                    <a:pt x="508" y="926"/>
                  </a:cubicBezTo>
                  <a:cubicBezTo>
                    <a:pt x="486" y="947"/>
                    <a:pt x="481" y="952"/>
                    <a:pt x="477" y="958"/>
                  </a:cubicBezTo>
                  <a:cubicBezTo>
                    <a:pt x="437" y="1004"/>
                    <a:pt x="435" y="1006"/>
                    <a:pt x="432" y="1009"/>
                  </a:cubicBezTo>
                  <a:cubicBezTo>
                    <a:pt x="378" y="1069"/>
                    <a:pt x="375" y="1086"/>
                    <a:pt x="362" y="1094"/>
                  </a:cubicBezTo>
                  <a:cubicBezTo>
                    <a:pt x="324" y="1152"/>
                    <a:pt x="326" y="1159"/>
                    <a:pt x="319" y="1157"/>
                  </a:cubicBezTo>
                  <a:cubicBezTo>
                    <a:pt x="305" y="1192"/>
                    <a:pt x="293" y="1190"/>
                    <a:pt x="294" y="1200"/>
                  </a:cubicBezTo>
                  <a:cubicBezTo>
                    <a:pt x="266" y="1260"/>
                    <a:pt x="259" y="1258"/>
                    <a:pt x="259" y="1263"/>
                  </a:cubicBezTo>
                  <a:cubicBezTo>
                    <a:pt x="251" y="1298"/>
                    <a:pt x="251" y="1292"/>
                    <a:pt x="246" y="1291"/>
                  </a:cubicBezTo>
                  <a:cubicBezTo>
                    <a:pt x="271" y="1295"/>
                    <a:pt x="258" y="1283"/>
                    <a:pt x="271" y="1283"/>
                  </a:cubicBezTo>
                  <a:cubicBezTo>
                    <a:pt x="326" y="1167"/>
                    <a:pt x="332" y="1165"/>
                    <a:pt x="334" y="1160"/>
                  </a:cubicBezTo>
                  <a:cubicBezTo>
                    <a:pt x="350" y="1123"/>
                    <a:pt x="361" y="1126"/>
                    <a:pt x="359" y="1117"/>
                  </a:cubicBezTo>
                  <a:cubicBezTo>
                    <a:pt x="387" y="1084"/>
                    <a:pt x="394" y="1076"/>
                    <a:pt x="399" y="1067"/>
                  </a:cubicBezTo>
                  <a:cubicBezTo>
                    <a:pt x="475" y="1001"/>
                    <a:pt x="472" y="992"/>
                    <a:pt x="480" y="994"/>
                  </a:cubicBezTo>
                  <a:cubicBezTo>
                    <a:pt x="497" y="981"/>
                    <a:pt x="502" y="975"/>
                    <a:pt x="510" y="971"/>
                  </a:cubicBezTo>
                  <a:cubicBezTo>
                    <a:pt x="532" y="952"/>
                    <a:pt x="534" y="948"/>
                    <a:pt x="540" y="948"/>
                  </a:cubicBezTo>
                  <a:cubicBezTo>
                    <a:pt x="553" y="931"/>
                    <a:pt x="556" y="931"/>
                    <a:pt x="558" y="931"/>
                  </a:cubicBezTo>
                  <a:cubicBezTo>
                    <a:pt x="594" y="891"/>
                    <a:pt x="607" y="882"/>
                    <a:pt x="613" y="865"/>
                  </a:cubicBezTo>
                  <a:cubicBezTo>
                    <a:pt x="599" y="896"/>
                    <a:pt x="595" y="896"/>
                    <a:pt x="596" y="901"/>
                  </a:cubicBezTo>
                  <a:cubicBezTo>
                    <a:pt x="577" y="920"/>
                    <a:pt x="574" y="924"/>
                    <a:pt x="568" y="926"/>
                  </a:cubicBezTo>
                  <a:cubicBezTo>
                    <a:pt x="544" y="951"/>
                    <a:pt x="537" y="951"/>
                    <a:pt x="538" y="958"/>
                  </a:cubicBezTo>
                  <a:cubicBezTo>
                    <a:pt x="508" y="985"/>
                    <a:pt x="498" y="990"/>
                    <a:pt x="490" y="996"/>
                  </a:cubicBezTo>
                  <a:cubicBezTo>
                    <a:pt x="458" y="1014"/>
                    <a:pt x="462" y="1026"/>
                    <a:pt x="455" y="1026"/>
                  </a:cubicBezTo>
                  <a:cubicBezTo>
                    <a:pt x="438" y="1046"/>
                    <a:pt x="433" y="1046"/>
                    <a:pt x="432" y="1049"/>
                  </a:cubicBezTo>
                  <a:cubicBezTo>
                    <a:pt x="398" y="1090"/>
                    <a:pt x="392" y="1088"/>
                    <a:pt x="392" y="1092"/>
                  </a:cubicBezTo>
                  <a:cubicBezTo>
                    <a:pt x="371" y="1115"/>
                    <a:pt x="368" y="1120"/>
                    <a:pt x="367" y="1127"/>
                  </a:cubicBezTo>
                  <a:cubicBezTo>
                    <a:pt x="343" y="1159"/>
                    <a:pt x="343" y="1167"/>
                    <a:pt x="339" y="1170"/>
                  </a:cubicBezTo>
                  <a:cubicBezTo>
                    <a:pt x="304" y="1239"/>
                    <a:pt x="296" y="1239"/>
                    <a:pt x="296" y="1248"/>
                  </a:cubicBezTo>
                  <a:cubicBezTo>
                    <a:pt x="278" y="1277"/>
                    <a:pt x="287" y="1279"/>
                    <a:pt x="281" y="1281"/>
                  </a:cubicBezTo>
                  <a:cubicBezTo>
                    <a:pt x="246" y="1371"/>
                    <a:pt x="256" y="1372"/>
                    <a:pt x="254" y="1386"/>
                  </a:cubicBezTo>
                  <a:cubicBezTo>
                    <a:pt x="266" y="1357"/>
                    <a:pt x="266" y="1353"/>
                    <a:pt x="266" y="1349"/>
                  </a:cubicBezTo>
                  <a:cubicBezTo>
                    <a:pt x="293" y="1281"/>
                    <a:pt x="296" y="1281"/>
                    <a:pt x="299" y="1281"/>
                  </a:cubicBezTo>
                  <a:cubicBezTo>
                    <a:pt x="308" y="1258"/>
                    <a:pt x="314" y="1259"/>
                    <a:pt x="312" y="1251"/>
                  </a:cubicBezTo>
                  <a:cubicBezTo>
                    <a:pt x="332" y="1226"/>
                    <a:pt x="333" y="1221"/>
                    <a:pt x="334" y="1215"/>
                  </a:cubicBezTo>
                  <a:cubicBezTo>
                    <a:pt x="360" y="1186"/>
                    <a:pt x="360" y="1174"/>
                    <a:pt x="367" y="1170"/>
                  </a:cubicBezTo>
                  <a:cubicBezTo>
                    <a:pt x="400" y="1124"/>
                    <a:pt x="404" y="1118"/>
                    <a:pt x="410" y="1112"/>
                  </a:cubicBezTo>
                  <a:cubicBezTo>
                    <a:pt x="423" y="1096"/>
                    <a:pt x="424" y="1094"/>
                    <a:pt x="427" y="1094"/>
                  </a:cubicBezTo>
                  <a:cubicBezTo>
                    <a:pt x="449" y="1060"/>
                    <a:pt x="460" y="1065"/>
                    <a:pt x="457" y="1057"/>
                  </a:cubicBezTo>
                  <a:cubicBezTo>
                    <a:pt x="497" y="1018"/>
                    <a:pt x="528" y="1004"/>
                    <a:pt x="548" y="979"/>
                  </a:cubicBezTo>
                  <a:cubicBezTo>
                    <a:pt x="588" y="940"/>
                    <a:pt x="590" y="931"/>
                    <a:pt x="596" y="926"/>
                  </a:cubicBezTo>
                  <a:cubicBezTo>
                    <a:pt x="623" y="900"/>
                    <a:pt x="616" y="899"/>
                    <a:pt x="618" y="906"/>
                  </a:cubicBezTo>
                  <a:cubicBezTo>
                    <a:pt x="606" y="925"/>
                    <a:pt x="604" y="927"/>
                    <a:pt x="601" y="928"/>
                  </a:cubicBezTo>
                  <a:cubicBezTo>
                    <a:pt x="563" y="980"/>
                    <a:pt x="555" y="982"/>
                    <a:pt x="553" y="989"/>
                  </a:cubicBezTo>
                  <a:cubicBezTo>
                    <a:pt x="513" y="1021"/>
                    <a:pt x="511" y="1023"/>
                    <a:pt x="508" y="1024"/>
                  </a:cubicBezTo>
                  <a:cubicBezTo>
                    <a:pt x="476" y="1056"/>
                    <a:pt x="471" y="1060"/>
                    <a:pt x="465" y="1062"/>
                  </a:cubicBezTo>
                  <a:cubicBezTo>
                    <a:pt x="439" y="1098"/>
                    <a:pt x="432" y="1100"/>
                    <a:pt x="427" y="1104"/>
                  </a:cubicBezTo>
                  <a:cubicBezTo>
                    <a:pt x="413" y="1124"/>
                    <a:pt x="407" y="1124"/>
                    <a:pt x="407" y="1132"/>
                  </a:cubicBezTo>
                  <a:cubicBezTo>
                    <a:pt x="374" y="1182"/>
                    <a:pt x="363" y="1186"/>
                    <a:pt x="359" y="1198"/>
                  </a:cubicBezTo>
                  <a:cubicBezTo>
                    <a:pt x="344" y="1221"/>
                    <a:pt x="342" y="1223"/>
                    <a:pt x="342" y="1225"/>
                  </a:cubicBezTo>
                  <a:cubicBezTo>
                    <a:pt x="314" y="1273"/>
                    <a:pt x="309" y="1276"/>
                    <a:pt x="309" y="1283"/>
                  </a:cubicBezTo>
                  <a:cubicBezTo>
                    <a:pt x="299" y="1304"/>
                    <a:pt x="294" y="1306"/>
                    <a:pt x="294" y="1313"/>
                  </a:cubicBezTo>
                  <a:cubicBezTo>
                    <a:pt x="281" y="1340"/>
                    <a:pt x="281" y="1342"/>
                    <a:pt x="279" y="1341"/>
                  </a:cubicBezTo>
                  <a:cubicBezTo>
                    <a:pt x="272" y="1377"/>
                    <a:pt x="264" y="1384"/>
                    <a:pt x="266" y="1402"/>
                  </a:cubicBezTo>
                  <a:cubicBezTo>
                    <a:pt x="266" y="1422"/>
                    <a:pt x="267" y="1407"/>
                    <a:pt x="274" y="1399"/>
                  </a:cubicBezTo>
                  <a:cubicBezTo>
                    <a:pt x="295" y="1345"/>
                    <a:pt x="300" y="1321"/>
                    <a:pt x="314" y="1306"/>
                  </a:cubicBezTo>
                  <a:cubicBezTo>
                    <a:pt x="332" y="1263"/>
                    <a:pt x="339" y="1255"/>
                    <a:pt x="347" y="1248"/>
                  </a:cubicBezTo>
                  <a:cubicBezTo>
                    <a:pt x="384" y="1190"/>
                    <a:pt x="386" y="1184"/>
                    <a:pt x="392" y="1182"/>
                  </a:cubicBezTo>
                  <a:cubicBezTo>
                    <a:pt x="430" y="1138"/>
                    <a:pt x="434" y="1127"/>
                    <a:pt x="445" y="1122"/>
                  </a:cubicBezTo>
                  <a:cubicBezTo>
                    <a:pt x="500" y="1074"/>
                    <a:pt x="508" y="1067"/>
                    <a:pt x="515" y="1059"/>
                  </a:cubicBezTo>
                  <a:cubicBezTo>
                    <a:pt x="543" y="1027"/>
                    <a:pt x="554" y="1024"/>
                    <a:pt x="558" y="1014"/>
                  </a:cubicBezTo>
                  <a:cubicBezTo>
                    <a:pt x="546" y="1032"/>
                    <a:pt x="548" y="1039"/>
                    <a:pt x="545" y="1041"/>
                  </a:cubicBezTo>
                  <a:cubicBezTo>
                    <a:pt x="519" y="1066"/>
                    <a:pt x="517" y="1068"/>
                    <a:pt x="515" y="1072"/>
                  </a:cubicBezTo>
                  <a:cubicBezTo>
                    <a:pt x="498" y="1090"/>
                    <a:pt x="490" y="1087"/>
                    <a:pt x="490" y="1092"/>
                  </a:cubicBezTo>
                  <a:cubicBezTo>
                    <a:pt x="467" y="1109"/>
                    <a:pt x="464" y="1117"/>
                    <a:pt x="457" y="1120"/>
                  </a:cubicBezTo>
                  <a:cubicBezTo>
                    <a:pt x="439" y="1141"/>
                    <a:pt x="434" y="1146"/>
                    <a:pt x="430" y="1152"/>
                  </a:cubicBezTo>
                  <a:cubicBezTo>
                    <a:pt x="407" y="1180"/>
                    <a:pt x="396" y="1189"/>
                    <a:pt x="389" y="1203"/>
                  </a:cubicBezTo>
                  <a:cubicBezTo>
                    <a:pt x="340" y="1277"/>
                    <a:pt x="340" y="1283"/>
                    <a:pt x="334" y="1283"/>
                  </a:cubicBezTo>
                  <a:cubicBezTo>
                    <a:pt x="311" y="1324"/>
                    <a:pt x="312" y="1337"/>
                    <a:pt x="304" y="1341"/>
                  </a:cubicBezTo>
                  <a:cubicBezTo>
                    <a:pt x="283" y="1403"/>
                    <a:pt x="280" y="1411"/>
                    <a:pt x="276" y="1419"/>
                  </a:cubicBezTo>
                  <a:cubicBezTo>
                    <a:pt x="267" y="1456"/>
                    <a:pt x="262" y="1466"/>
                    <a:pt x="264" y="1469"/>
                  </a:cubicBezTo>
                  <a:cubicBezTo>
                    <a:pt x="279" y="1429"/>
                    <a:pt x="286" y="1428"/>
                    <a:pt x="284" y="1419"/>
                  </a:cubicBezTo>
                  <a:cubicBezTo>
                    <a:pt x="311" y="1363"/>
                    <a:pt x="316" y="1353"/>
                    <a:pt x="322" y="1344"/>
                  </a:cubicBezTo>
                  <a:cubicBezTo>
                    <a:pt x="341" y="1299"/>
                    <a:pt x="344" y="1299"/>
                    <a:pt x="347" y="1298"/>
                  </a:cubicBezTo>
                  <a:cubicBezTo>
                    <a:pt x="377" y="1253"/>
                    <a:pt x="377" y="1246"/>
                    <a:pt x="382" y="1243"/>
                  </a:cubicBezTo>
                  <a:cubicBezTo>
                    <a:pt x="470" y="1149"/>
                    <a:pt x="469" y="1136"/>
                    <a:pt x="480" y="1135"/>
                  </a:cubicBezTo>
                  <a:cubicBezTo>
                    <a:pt x="514" y="1093"/>
                    <a:pt x="525" y="1097"/>
                    <a:pt x="523" y="1089"/>
                  </a:cubicBezTo>
                  <a:cubicBezTo>
                    <a:pt x="569" y="1039"/>
                    <a:pt x="577" y="1036"/>
                    <a:pt x="581" y="1029"/>
                  </a:cubicBezTo>
                  <a:cubicBezTo>
                    <a:pt x="617" y="976"/>
                    <a:pt x="617" y="985"/>
                    <a:pt x="613" y="989"/>
                  </a:cubicBezTo>
                  <a:cubicBezTo>
                    <a:pt x="598" y="1018"/>
                    <a:pt x="597" y="1023"/>
                    <a:pt x="596" y="1029"/>
                  </a:cubicBezTo>
                  <a:cubicBezTo>
                    <a:pt x="570" y="1050"/>
                    <a:pt x="572" y="1056"/>
                    <a:pt x="568" y="1057"/>
                  </a:cubicBezTo>
                  <a:cubicBezTo>
                    <a:pt x="549" y="1084"/>
                    <a:pt x="545" y="1084"/>
                    <a:pt x="545" y="1089"/>
                  </a:cubicBezTo>
                  <a:cubicBezTo>
                    <a:pt x="517" y="1111"/>
                    <a:pt x="509" y="1114"/>
                    <a:pt x="505" y="1122"/>
                  </a:cubicBezTo>
                  <a:cubicBezTo>
                    <a:pt x="448" y="1187"/>
                    <a:pt x="435" y="1186"/>
                    <a:pt x="435" y="1198"/>
                  </a:cubicBezTo>
                  <a:cubicBezTo>
                    <a:pt x="358" y="1294"/>
                    <a:pt x="359" y="1303"/>
                    <a:pt x="352" y="1303"/>
                  </a:cubicBezTo>
                  <a:cubicBezTo>
                    <a:pt x="338" y="1342"/>
                    <a:pt x="332" y="1344"/>
                    <a:pt x="329" y="1349"/>
                  </a:cubicBezTo>
                  <a:cubicBezTo>
                    <a:pt x="294" y="1419"/>
                    <a:pt x="294" y="1435"/>
                    <a:pt x="287" y="1442"/>
                  </a:cubicBezTo>
                  <a:cubicBezTo>
                    <a:pt x="275" y="1485"/>
                    <a:pt x="278" y="1489"/>
                    <a:pt x="279" y="1495"/>
                  </a:cubicBezTo>
                  <a:cubicBezTo>
                    <a:pt x="284" y="1538"/>
                    <a:pt x="280" y="1529"/>
                    <a:pt x="282" y="1525"/>
                  </a:cubicBezTo>
                  <a:cubicBezTo>
                    <a:pt x="295" y="1474"/>
                    <a:pt x="302" y="1461"/>
                    <a:pt x="307" y="1447"/>
                  </a:cubicBezTo>
                  <a:cubicBezTo>
                    <a:pt x="319" y="1424"/>
                    <a:pt x="316" y="1416"/>
                    <a:pt x="319" y="1414"/>
                  </a:cubicBezTo>
                  <a:cubicBezTo>
                    <a:pt x="344" y="1364"/>
                    <a:pt x="347" y="1363"/>
                    <a:pt x="347" y="1359"/>
                  </a:cubicBezTo>
                  <a:cubicBezTo>
                    <a:pt x="359" y="1339"/>
                    <a:pt x="361" y="1336"/>
                    <a:pt x="362" y="1334"/>
                  </a:cubicBezTo>
                  <a:cubicBezTo>
                    <a:pt x="386" y="1299"/>
                    <a:pt x="387" y="1292"/>
                    <a:pt x="392" y="1288"/>
                  </a:cubicBezTo>
                  <a:cubicBezTo>
                    <a:pt x="420" y="1249"/>
                    <a:pt x="427" y="1239"/>
                    <a:pt x="435" y="1230"/>
                  </a:cubicBezTo>
                  <a:cubicBezTo>
                    <a:pt x="468" y="1194"/>
                    <a:pt x="469" y="1191"/>
                    <a:pt x="473" y="1190"/>
                  </a:cubicBezTo>
                  <a:cubicBezTo>
                    <a:pt x="499" y="1158"/>
                    <a:pt x="504" y="1154"/>
                    <a:pt x="508" y="1150"/>
                  </a:cubicBezTo>
                  <a:cubicBezTo>
                    <a:pt x="538" y="1112"/>
                    <a:pt x="545" y="1102"/>
                    <a:pt x="553" y="1092"/>
                  </a:cubicBezTo>
                  <a:cubicBezTo>
                    <a:pt x="577" y="1069"/>
                    <a:pt x="569" y="1068"/>
                    <a:pt x="568" y="1074"/>
                  </a:cubicBezTo>
                  <a:cubicBezTo>
                    <a:pt x="540" y="1125"/>
                    <a:pt x="527" y="1138"/>
                    <a:pt x="518" y="1152"/>
                  </a:cubicBezTo>
                  <a:cubicBezTo>
                    <a:pt x="491" y="1186"/>
                    <a:pt x="486" y="1188"/>
                    <a:pt x="483" y="1190"/>
                  </a:cubicBezTo>
                  <a:cubicBezTo>
                    <a:pt x="445" y="1238"/>
                    <a:pt x="436" y="1241"/>
                    <a:pt x="432" y="1250"/>
                  </a:cubicBezTo>
                  <a:cubicBezTo>
                    <a:pt x="381" y="1320"/>
                    <a:pt x="378" y="1330"/>
                    <a:pt x="372" y="1336"/>
                  </a:cubicBezTo>
                  <a:cubicBezTo>
                    <a:pt x="342" y="1391"/>
                    <a:pt x="337" y="1398"/>
                    <a:pt x="332" y="1404"/>
                  </a:cubicBezTo>
                  <a:cubicBezTo>
                    <a:pt x="297" y="1512"/>
                    <a:pt x="299" y="1511"/>
                    <a:pt x="297" y="1517"/>
                  </a:cubicBezTo>
                  <a:cubicBezTo>
                    <a:pt x="285" y="1562"/>
                    <a:pt x="292" y="1562"/>
                    <a:pt x="292" y="1570"/>
                  </a:cubicBezTo>
                  <a:cubicBezTo>
                    <a:pt x="308" y="1526"/>
                    <a:pt x="315" y="1528"/>
                    <a:pt x="312" y="1520"/>
                  </a:cubicBezTo>
                  <a:cubicBezTo>
                    <a:pt x="334" y="1475"/>
                    <a:pt x="332" y="1464"/>
                    <a:pt x="339" y="1462"/>
                  </a:cubicBezTo>
                  <a:cubicBezTo>
                    <a:pt x="371" y="1397"/>
                    <a:pt x="376" y="1392"/>
                    <a:pt x="380" y="1386"/>
                  </a:cubicBezTo>
                  <a:cubicBezTo>
                    <a:pt x="418" y="1328"/>
                    <a:pt x="420" y="1321"/>
                    <a:pt x="425" y="1316"/>
                  </a:cubicBezTo>
                  <a:cubicBezTo>
                    <a:pt x="441" y="1283"/>
                    <a:pt x="447" y="1285"/>
                    <a:pt x="447" y="1281"/>
                  </a:cubicBezTo>
                  <a:cubicBezTo>
                    <a:pt x="479" y="1240"/>
                    <a:pt x="484" y="1230"/>
                    <a:pt x="493" y="1225"/>
                  </a:cubicBezTo>
                  <a:cubicBezTo>
                    <a:pt x="510" y="1208"/>
                    <a:pt x="509" y="1213"/>
                    <a:pt x="513" y="1213"/>
                  </a:cubicBezTo>
                  <a:cubicBezTo>
                    <a:pt x="523" y="1194"/>
                    <a:pt x="525" y="1193"/>
                    <a:pt x="525" y="1190"/>
                  </a:cubicBezTo>
                  <a:cubicBezTo>
                    <a:pt x="562" y="1144"/>
                    <a:pt x="564" y="1140"/>
                    <a:pt x="563" y="1135"/>
                  </a:cubicBezTo>
                  <a:cubicBezTo>
                    <a:pt x="582" y="1095"/>
                    <a:pt x="589" y="1084"/>
                    <a:pt x="596" y="1072"/>
                  </a:cubicBezTo>
                  <a:cubicBezTo>
                    <a:pt x="579" y="1116"/>
                    <a:pt x="576" y="1130"/>
                    <a:pt x="571" y="1142"/>
                  </a:cubicBezTo>
                  <a:cubicBezTo>
                    <a:pt x="549" y="1177"/>
                    <a:pt x="552" y="1188"/>
                    <a:pt x="545" y="1190"/>
                  </a:cubicBezTo>
                  <a:cubicBezTo>
                    <a:pt x="519" y="1245"/>
                    <a:pt x="511" y="1246"/>
                    <a:pt x="513" y="1255"/>
                  </a:cubicBezTo>
                  <a:cubicBezTo>
                    <a:pt x="489" y="1289"/>
                    <a:pt x="487" y="1295"/>
                    <a:pt x="485" y="1301"/>
                  </a:cubicBezTo>
                  <a:cubicBezTo>
                    <a:pt x="460" y="1334"/>
                    <a:pt x="463" y="1345"/>
                    <a:pt x="458" y="1349"/>
                  </a:cubicBezTo>
                  <a:cubicBezTo>
                    <a:pt x="437" y="1384"/>
                    <a:pt x="437" y="1392"/>
                    <a:pt x="432" y="1396"/>
                  </a:cubicBezTo>
                  <a:cubicBezTo>
                    <a:pt x="427" y="1433"/>
                    <a:pt x="425" y="1426"/>
                    <a:pt x="427" y="1424"/>
                  </a:cubicBezTo>
                  <a:cubicBezTo>
                    <a:pt x="443" y="1405"/>
                    <a:pt x="440" y="1397"/>
                    <a:pt x="445" y="1396"/>
                  </a:cubicBezTo>
                  <a:cubicBezTo>
                    <a:pt x="475" y="1348"/>
                    <a:pt x="476" y="1344"/>
                    <a:pt x="475" y="1338"/>
                  </a:cubicBezTo>
                  <a:cubicBezTo>
                    <a:pt x="497" y="1313"/>
                    <a:pt x="494" y="1305"/>
                    <a:pt x="498" y="1303"/>
                  </a:cubicBezTo>
                  <a:cubicBezTo>
                    <a:pt x="497" y="1315"/>
                    <a:pt x="494" y="1322"/>
                    <a:pt x="490" y="1328"/>
                  </a:cubicBezTo>
                  <a:cubicBezTo>
                    <a:pt x="462" y="1378"/>
                    <a:pt x="460" y="1382"/>
                    <a:pt x="460" y="1386"/>
                  </a:cubicBezTo>
                  <a:cubicBezTo>
                    <a:pt x="425" y="1445"/>
                    <a:pt x="428" y="1453"/>
                    <a:pt x="425" y="1454"/>
                  </a:cubicBezTo>
                  <a:cubicBezTo>
                    <a:pt x="405" y="1499"/>
                    <a:pt x="398" y="1512"/>
                    <a:pt x="392" y="1525"/>
                  </a:cubicBezTo>
                  <a:cubicBezTo>
                    <a:pt x="371" y="1599"/>
                    <a:pt x="365" y="1598"/>
                    <a:pt x="367" y="1605"/>
                  </a:cubicBezTo>
                  <a:cubicBezTo>
                    <a:pt x="354" y="1641"/>
                    <a:pt x="358" y="1653"/>
                    <a:pt x="352" y="1656"/>
                  </a:cubicBezTo>
                  <a:cubicBezTo>
                    <a:pt x="346" y="1759"/>
                    <a:pt x="343" y="1757"/>
                    <a:pt x="342" y="1754"/>
                  </a:cubicBezTo>
                  <a:cubicBezTo>
                    <a:pt x="349" y="1713"/>
                    <a:pt x="354" y="1702"/>
                    <a:pt x="357" y="1691"/>
                  </a:cubicBezTo>
                  <a:cubicBezTo>
                    <a:pt x="378" y="1637"/>
                    <a:pt x="375" y="1627"/>
                    <a:pt x="380" y="1625"/>
                  </a:cubicBezTo>
                  <a:cubicBezTo>
                    <a:pt x="393" y="1579"/>
                    <a:pt x="398" y="1569"/>
                    <a:pt x="402" y="1560"/>
                  </a:cubicBezTo>
                  <a:cubicBezTo>
                    <a:pt x="415" y="1520"/>
                    <a:pt x="417" y="1514"/>
                    <a:pt x="422" y="1512"/>
                  </a:cubicBezTo>
                  <a:cubicBezTo>
                    <a:pt x="438" y="1477"/>
                    <a:pt x="435" y="1466"/>
                    <a:pt x="440" y="1464"/>
                  </a:cubicBezTo>
                  <a:cubicBezTo>
                    <a:pt x="491" y="1374"/>
                    <a:pt x="493" y="1369"/>
                    <a:pt x="493" y="1361"/>
                  </a:cubicBezTo>
                  <a:cubicBezTo>
                    <a:pt x="533" y="1307"/>
                    <a:pt x="537" y="1281"/>
                    <a:pt x="551" y="1265"/>
                  </a:cubicBezTo>
                  <a:cubicBezTo>
                    <a:pt x="567" y="1213"/>
                    <a:pt x="572" y="1200"/>
                    <a:pt x="576" y="1187"/>
                  </a:cubicBezTo>
                  <a:cubicBezTo>
                    <a:pt x="570" y="1224"/>
                    <a:pt x="567" y="1232"/>
                    <a:pt x="566" y="1243"/>
                  </a:cubicBezTo>
                  <a:cubicBezTo>
                    <a:pt x="527" y="1322"/>
                    <a:pt x="522" y="1329"/>
                    <a:pt x="520" y="1338"/>
                  </a:cubicBezTo>
                  <a:cubicBezTo>
                    <a:pt x="499" y="1364"/>
                    <a:pt x="499" y="1376"/>
                    <a:pt x="493" y="1381"/>
                  </a:cubicBezTo>
                  <a:cubicBezTo>
                    <a:pt x="498" y="1392"/>
                    <a:pt x="498" y="1398"/>
                    <a:pt x="498" y="1404"/>
                  </a:cubicBezTo>
                  <a:cubicBezTo>
                    <a:pt x="532" y="1330"/>
                    <a:pt x="532" y="1345"/>
                    <a:pt x="528" y="1343"/>
                  </a:cubicBezTo>
                  <a:cubicBezTo>
                    <a:pt x="511" y="1391"/>
                    <a:pt x="508" y="1400"/>
                    <a:pt x="505" y="1409"/>
                  </a:cubicBezTo>
                  <a:cubicBezTo>
                    <a:pt x="497" y="1445"/>
                    <a:pt x="494" y="1455"/>
                    <a:pt x="493" y="1467"/>
                  </a:cubicBezTo>
                  <a:cubicBezTo>
                    <a:pt x="496" y="1535"/>
                    <a:pt x="492" y="1549"/>
                    <a:pt x="490" y="1567"/>
                  </a:cubicBezTo>
                  <a:cubicBezTo>
                    <a:pt x="476" y="1593"/>
                    <a:pt x="479" y="1606"/>
                    <a:pt x="473" y="1610"/>
                  </a:cubicBezTo>
                  <a:cubicBezTo>
                    <a:pt x="427" y="1706"/>
                    <a:pt x="422" y="1720"/>
                    <a:pt x="413" y="1731"/>
                  </a:cubicBezTo>
                  <a:cubicBezTo>
                    <a:pt x="408" y="1755"/>
                    <a:pt x="414" y="1746"/>
                    <a:pt x="415" y="1744"/>
                  </a:cubicBezTo>
                  <a:cubicBezTo>
                    <a:pt x="452" y="1724"/>
                    <a:pt x="461" y="1714"/>
                    <a:pt x="468" y="1718"/>
                  </a:cubicBezTo>
                  <a:cubicBezTo>
                    <a:pt x="439" y="1738"/>
                    <a:pt x="429" y="1744"/>
                    <a:pt x="423" y="1754"/>
                  </a:cubicBezTo>
                  <a:cubicBezTo>
                    <a:pt x="390" y="1807"/>
                    <a:pt x="394" y="1818"/>
                    <a:pt x="390" y="1819"/>
                  </a:cubicBezTo>
                  <a:cubicBezTo>
                    <a:pt x="387" y="1852"/>
                    <a:pt x="390" y="1857"/>
                    <a:pt x="393" y="1864"/>
                  </a:cubicBezTo>
                  <a:cubicBezTo>
                    <a:pt x="395" y="1893"/>
                    <a:pt x="401" y="1904"/>
                    <a:pt x="405" y="1917"/>
                  </a:cubicBezTo>
                  <a:cubicBezTo>
                    <a:pt x="418" y="1937"/>
                    <a:pt x="423" y="1944"/>
                    <a:pt x="418" y="1950"/>
                  </a:cubicBezTo>
                  <a:cubicBezTo>
                    <a:pt x="398" y="1927"/>
                    <a:pt x="390" y="1922"/>
                    <a:pt x="388" y="1912"/>
                  </a:cubicBezTo>
                  <a:cubicBezTo>
                    <a:pt x="371" y="1883"/>
                    <a:pt x="363" y="1883"/>
                    <a:pt x="357" y="1880"/>
                  </a:cubicBezTo>
                  <a:cubicBezTo>
                    <a:pt x="325" y="1849"/>
                    <a:pt x="317" y="1848"/>
                    <a:pt x="315" y="1842"/>
                  </a:cubicBezTo>
                  <a:cubicBezTo>
                    <a:pt x="284" y="1820"/>
                    <a:pt x="288" y="1832"/>
                    <a:pt x="299" y="1829"/>
                  </a:cubicBezTo>
                  <a:cubicBezTo>
                    <a:pt x="296" y="1823"/>
                    <a:pt x="286" y="1823"/>
                    <a:pt x="282" y="1817"/>
                  </a:cubicBezTo>
                  <a:cubicBezTo>
                    <a:pt x="235" y="1800"/>
                    <a:pt x="246" y="1796"/>
                    <a:pt x="252" y="1802"/>
                  </a:cubicBezTo>
                  <a:cubicBezTo>
                    <a:pt x="301" y="1810"/>
                    <a:pt x="324" y="1818"/>
                    <a:pt x="342" y="1829"/>
                  </a:cubicBezTo>
                  <a:cubicBezTo>
                    <a:pt x="332" y="1811"/>
                    <a:pt x="328" y="1807"/>
                    <a:pt x="325" y="1802"/>
                  </a:cubicBezTo>
                  <a:cubicBezTo>
                    <a:pt x="300" y="1767"/>
                    <a:pt x="291" y="1768"/>
                    <a:pt x="292" y="1759"/>
                  </a:cubicBezTo>
                  <a:cubicBezTo>
                    <a:pt x="254" y="1707"/>
                    <a:pt x="246" y="1698"/>
                    <a:pt x="239" y="1688"/>
                  </a:cubicBezTo>
                  <a:cubicBezTo>
                    <a:pt x="214" y="1649"/>
                    <a:pt x="204" y="1642"/>
                    <a:pt x="201" y="1628"/>
                  </a:cubicBezTo>
                  <a:cubicBezTo>
                    <a:pt x="178" y="1567"/>
                    <a:pt x="173" y="1562"/>
                    <a:pt x="168" y="1558"/>
                  </a:cubicBezTo>
                  <a:cubicBezTo>
                    <a:pt x="153" y="1520"/>
                    <a:pt x="151" y="1514"/>
                    <a:pt x="146" y="1512"/>
                  </a:cubicBezTo>
                  <a:cubicBezTo>
                    <a:pt x="133" y="1472"/>
                    <a:pt x="123" y="1469"/>
                    <a:pt x="123" y="1457"/>
                  </a:cubicBezTo>
                  <a:cubicBezTo>
                    <a:pt x="108" y="1419"/>
                    <a:pt x="98" y="1416"/>
                    <a:pt x="100" y="1402"/>
                  </a:cubicBezTo>
                  <a:cubicBezTo>
                    <a:pt x="109" y="1417"/>
                    <a:pt x="115" y="1416"/>
                    <a:pt x="113" y="1424"/>
                  </a:cubicBezTo>
                  <a:cubicBezTo>
                    <a:pt x="141" y="1468"/>
                    <a:pt x="143" y="1471"/>
                    <a:pt x="146" y="1475"/>
                  </a:cubicBezTo>
                  <a:cubicBezTo>
                    <a:pt x="184" y="1527"/>
                    <a:pt x="192" y="1530"/>
                    <a:pt x="196" y="1537"/>
                  </a:cubicBezTo>
                  <a:cubicBezTo>
                    <a:pt x="219" y="1559"/>
                    <a:pt x="223" y="1568"/>
                    <a:pt x="231" y="1573"/>
                  </a:cubicBezTo>
                  <a:cubicBezTo>
                    <a:pt x="246" y="1588"/>
                    <a:pt x="247" y="1590"/>
                    <a:pt x="249" y="1590"/>
                  </a:cubicBezTo>
                  <a:cubicBezTo>
                    <a:pt x="274" y="1624"/>
                    <a:pt x="278" y="1626"/>
                    <a:pt x="282" y="1628"/>
                  </a:cubicBezTo>
                  <a:cubicBezTo>
                    <a:pt x="265" y="1589"/>
                    <a:pt x="257" y="1590"/>
                    <a:pt x="259" y="1580"/>
                  </a:cubicBezTo>
                  <a:cubicBezTo>
                    <a:pt x="203" y="1511"/>
                    <a:pt x="196" y="1509"/>
                    <a:pt x="193" y="1502"/>
                  </a:cubicBezTo>
                  <a:cubicBezTo>
                    <a:pt x="172" y="1477"/>
                    <a:pt x="168" y="1477"/>
                    <a:pt x="168" y="1472"/>
                  </a:cubicBezTo>
                  <a:cubicBezTo>
                    <a:pt x="147" y="1441"/>
                    <a:pt x="145" y="1442"/>
                    <a:pt x="146" y="1439"/>
                  </a:cubicBezTo>
                  <a:cubicBezTo>
                    <a:pt x="127" y="1411"/>
                    <a:pt x="130" y="1404"/>
                    <a:pt x="125" y="1404"/>
                  </a:cubicBezTo>
                  <a:cubicBezTo>
                    <a:pt x="102" y="1363"/>
                    <a:pt x="100" y="1355"/>
                    <a:pt x="95" y="1351"/>
                  </a:cubicBezTo>
                  <a:cubicBezTo>
                    <a:pt x="61" y="1229"/>
                    <a:pt x="62" y="1234"/>
                    <a:pt x="62" y="1241"/>
                  </a:cubicBezTo>
                  <a:cubicBezTo>
                    <a:pt x="80" y="1283"/>
                    <a:pt x="77" y="1293"/>
                    <a:pt x="83" y="1293"/>
                  </a:cubicBezTo>
                  <a:cubicBezTo>
                    <a:pt x="100" y="1336"/>
                    <a:pt x="98" y="1345"/>
                    <a:pt x="105" y="1344"/>
                  </a:cubicBezTo>
                  <a:cubicBezTo>
                    <a:pt x="128" y="1387"/>
                    <a:pt x="129" y="1398"/>
                    <a:pt x="135" y="1404"/>
                  </a:cubicBezTo>
                  <a:cubicBezTo>
                    <a:pt x="148" y="1422"/>
                    <a:pt x="148" y="1425"/>
                    <a:pt x="148" y="1427"/>
                  </a:cubicBezTo>
                  <a:cubicBezTo>
                    <a:pt x="176" y="1460"/>
                    <a:pt x="173" y="1469"/>
                    <a:pt x="178" y="1470"/>
                  </a:cubicBezTo>
                  <a:cubicBezTo>
                    <a:pt x="203" y="1506"/>
                    <a:pt x="213" y="1502"/>
                    <a:pt x="211" y="1510"/>
                  </a:cubicBezTo>
                  <a:cubicBezTo>
                    <a:pt x="240" y="1542"/>
                    <a:pt x="244" y="1544"/>
                    <a:pt x="244" y="1550"/>
                  </a:cubicBezTo>
                  <a:cubicBezTo>
                    <a:pt x="270" y="1548"/>
                    <a:pt x="267" y="1546"/>
                    <a:pt x="264" y="1545"/>
                  </a:cubicBezTo>
                  <a:cubicBezTo>
                    <a:pt x="251" y="1520"/>
                    <a:pt x="247" y="1516"/>
                    <a:pt x="249" y="1507"/>
                  </a:cubicBezTo>
                  <a:cubicBezTo>
                    <a:pt x="229" y="1481"/>
                    <a:pt x="225" y="1479"/>
                    <a:pt x="221" y="1477"/>
                  </a:cubicBezTo>
                  <a:cubicBezTo>
                    <a:pt x="196" y="1426"/>
                    <a:pt x="189" y="1427"/>
                    <a:pt x="188" y="1422"/>
                  </a:cubicBezTo>
                  <a:cubicBezTo>
                    <a:pt x="166" y="1386"/>
                    <a:pt x="161" y="1384"/>
                    <a:pt x="161" y="1379"/>
                  </a:cubicBezTo>
                  <a:cubicBezTo>
                    <a:pt x="153" y="1363"/>
                    <a:pt x="149" y="1362"/>
                    <a:pt x="151" y="1354"/>
                  </a:cubicBezTo>
                  <a:cubicBezTo>
                    <a:pt x="119" y="1295"/>
                    <a:pt x="118" y="1290"/>
                    <a:pt x="113" y="1288"/>
                  </a:cubicBezTo>
                  <a:cubicBezTo>
                    <a:pt x="97" y="1255"/>
                    <a:pt x="100" y="1245"/>
                    <a:pt x="95" y="1243"/>
                  </a:cubicBezTo>
                  <a:cubicBezTo>
                    <a:pt x="70" y="1172"/>
                    <a:pt x="70" y="1159"/>
                    <a:pt x="62" y="1153"/>
                  </a:cubicBezTo>
                  <a:cubicBezTo>
                    <a:pt x="55" y="1121"/>
                    <a:pt x="45" y="1115"/>
                    <a:pt x="52" y="1112"/>
                  </a:cubicBezTo>
                  <a:cubicBezTo>
                    <a:pt x="42" y="1090"/>
                    <a:pt x="43" y="1087"/>
                    <a:pt x="42" y="1085"/>
                  </a:cubicBezTo>
                  <a:cubicBezTo>
                    <a:pt x="59" y="1118"/>
                    <a:pt x="61" y="1122"/>
                    <a:pt x="60" y="1127"/>
                  </a:cubicBezTo>
                  <a:cubicBezTo>
                    <a:pt x="83" y="1168"/>
                    <a:pt x="78" y="1179"/>
                    <a:pt x="85" y="1178"/>
                  </a:cubicBezTo>
                  <a:cubicBezTo>
                    <a:pt x="124" y="1262"/>
                    <a:pt x="134" y="1265"/>
                    <a:pt x="135" y="1276"/>
                  </a:cubicBezTo>
                  <a:cubicBezTo>
                    <a:pt x="156" y="1299"/>
                    <a:pt x="155" y="1305"/>
                    <a:pt x="161" y="1306"/>
                  </a:cubicBezTo>
                  <a:cubicBezTo>
                    <a:pt x="182" y="1344"/>
                    <a:pt x="191" y="1353"/>
                    <a:pt x="196" y="1366"/>
                  </a:cubicBezTo>
                  <a:cubicBezTo>
                    <a:pt x="224" y="1410"/>
                    <a:pt x="227" y="1424"/>
                    <a:pt x="236" y="1434"/>
                  </a:cubicBezTo>
                  <a:close/>
                  <a:moveTo>
                    <a:pt x="176" y="1565"/>
                  </a:moveTo>
                  <a:cubicBezTo>
                    <a:pt x="182" y="1568"/>
                    <a:pt x="180" y="1578"/>
                    <a:pt x="186" y="1580"/>
                  </a:cubicBezTo>
                  <a:cubicBezTo>
                    <a:pt x="184" y="1591"/>
                    <a:pt x="194" y="1591"/>
                    <a:pt x="194" y="1600"/>
                  </a:cubicBezTo>
                  <a:cubicBezTo>
                    <a:pt x="200" y="1612"/>
                    <a:pt x="206" y="1624"/>
                    <a:pt x="214" y="1633"/>
                  </a:cubicBezTo>
                  <a:cubicBezTo>
                    <a:pt x="215" y="1640"/>
                    <a:pt x="219" y="1645"/>
                    <a:pt x="224" y="1648"/>
                  </a:cubicBezTo>
                  <a:cubicBezTo>
                    <a:pt x="223" y="1658"/>
                    <a:pt x="232" y="1658"/>
                    <a:pt x="234" y="1666"/>
                  </a:cubicBezTo>
                  <a:cubicBezTo>
                    <a:pt x="240" y="1679"/>
                    <a:pt x="253" y="1684"/>
                    <a:pt x="257" y="1699"/>
                  </a:cubicBezTo>
                  <a:cubicBezTo>
                    <a:pt x="263" y="1700"/>
                    <a:pt x="262" y="1710"/>
                    <a:pt x="269" y="1711"/>
                  </a:cubicBezTo>
                  <a:cubicBezTo>
                    <a:pt x="268" y="1721"/>
                    <a:pt x="280" y="1719"/>
                    <a:pt x="279" y="1729"/>
                  </a:cubicBezTo>
                  <a:cubicBezTo>
                    <a:pt x="290" y="1736"/>
                    <a:pt x="296" y="1747"/>
                    <a:pt x="304" y="1756"/>
                  </a:cubicBezTo>
                  <a:cubicBezTo>
                    <a:pt x="310" y="1768"/>
                    <a:pt x="321" y="1775"/>
                    <a:pt x="327" y="1787"/>
                  </a:cubicBezTo>
                  <a:cubicBezTo>
                    <a:pt x="332" y="1791"/>
                    <a:pt x="334" y="1798"/>
                    <a:pt x="340" y="1802"/>
                  </a:cubicBezTo>
                  <a:cubicBezTo>
                    <a:pt x="340" y="1806"/>
                    <a:pt x="342" y="1808"/>
                    <a:pt x="345" y="1809"/>
                  </a:cubicBezTo>
                  <a:cubicBezTo>
                    <a:pt x="344" y="1812"/>
                    <a:pt x="352" y="1818"/>
                    <a:pt x="352" y="1812"/>
                  </a:cubicBezTo>
                  <a:cubicBezTo>
                    <a:pt x="345" y="1803"/>
                    <a:pt x="341" y="1791"/>
                    <a:pt x="337" y="1779"/>
                  </a:cubicBezTo>
                  <a:cubicBezTo>
                    <a:pt x="333" y="1767"/>
                    <a:pt x="322" y="1762"/>
                    <a:pt x="319" y="1749"/>
                  </a:cubicBezTo>
                  <a:cubicBezTo>
                    <a:pt x="311" y="1741"/>
                    <a:pt x="309" y="1727"/>
                    <a:pt x="299" y="1721"/>
                  </a:cubicBezTo>
                  <a:cubicBezTo>
                    <a:pt x="294" y="1710"/>
                    <a:pt x="284" y="1703"/>
                    <a:pt x="282" y="1688"/>
                  </a:cubicBezTo>
                  <a:cubicBezTo>
                    <a:pt x="273" y="1689"/>
                    <a:pt x="274" y="1681"/>
                    <a:pt x="269" y="1678"/>
                  </a:cubicBezTo>
                  <a:cubicBezTo>
                    <a:pt x="267" y="1672"/>
                    <a:pt x="260" y="1670"/>
                    <a:pt x="256" y="1666"/>
                  </a:cubicBezTo>
                  <a:cubicBezTo>
                    <a:pt x="257" y="1662"/>
                    <a:pt x="255" y="1660"/>
                    <a:pt x="254" y="1658"/>
                  </a:cubicBezTo>
                  <a:cubicBezTo>
                    <a:pt x="254" y="1654"/>
                    <a:pt x="248" y="1656"/>
                    <a:pt x="249" y="1651"/>
                  </a:cubicBezTo>
                  <a:cubicBezTo>
                    <a:pt x="242" y="1650"/>
                    <a:pt x="245" y="1640"/>
                    <a:pt x="236" y="1641"/>
                  </a:cubicBezTo>
                  <a:cubicBezTo>
                    <a:pt x="236" y="1638"/>
                    <a:pt x="236" y="1635"/>
                    <a:pt x="231" y="1636"/>
                  </a:cubicBezTo>
                  <a:cubicBezTo>
                    <a:pt x="231" y="1631"/>
                    <a:pt x="229" y="1629"/>
                    <a:pt x="226" y="1628"/>
                  </a:cubicBezTo>
                  <a:cubicBezTo>
                    <a:pt x="223" y="1623"/>
                    <a:pt x="218" y="1620"/>
                    <a:pt x="216" y="1613"/>
                  </a:cubicBezTo>
                  <a:cubicBezTo>
                    <a:pt x="209" y="1604"/>
                    <a:pt x="202" y="1595"/>
                    <a:pt x="196" y="1585"/>
                  </a:cubicBezTo>
                  <a:cubicBezTo>
                    <a:pt x="189" y="1576"/>
                    <a:pt x="185" y="1565"/>
                    <a:pt x="176" y="1558"/>
                  </a:cubicBezTo>
                  <a:cubicBezTo>
                    <a:pt x="176" y="1560"/>
                    <a:pt x="176" y="1563"/>
                    <a:pt x="176" y="1565"/>
                  </a:cubicBezTo>
                  <a:close/>
                  <a:moveTo>
                    <a:pt x="301" y="820"/>
                  </a:moveTo>
                  <a:cubicBezTo>
                    <a:pt x="302" y="810"/>
                    <a:pt x="310" y="806"/>
                    <a:pt x="311" y="795"/>
                  </a:cubicBezTo>
                  <a:cubicBezTo>
                    <a:pt x="358" y="743"/>
                    <a:pt x="361" y="735"/>
                    <a:pt x="366" y="730"/>
                  </a:cubicBezTo>
                  <a:cubicBezTo>
                    <a:pt x="397" y="702"/>
                    <a:pt x="399" y="697"/>
                    <a:pt x="402" y="694"/>
                  </a:cubicBezTo>
                  <a:cubicBezTo>
                    <a:pt x="437" y="662"/>
                    <a:pt x="439" y="659"/>
                    <a:pt x="442" y="657"/>
                  </a:cubicBezTo>
                  <a:cubicBezTo>
                    <a:pt x="480" y="626"/>
                    <a:pt x="475" y="615"/>
                    <a:pt x="485" y="619"/>
                  </a:cubicBezTo>
                  <a:cubicBezTo>
                    <a:pt x="521" y="575"/>
                    <a:pt x="530" y="573"/>
                    <a:pt x="535" y="566"/>
                  </a:cubicBezTo>
                  <a:cubicBezTo>
                    <a:pt x="554" y="538"/>
                    <a:pt x="566" y="538"/>
                    <a:pt x="568" y="528"/>
                  </a:cubicBezTo>
                  <a:cubicBezTo>
                    <a:pt x="581" y="513"/>
                    <a:pt x="584" y="512"/>
                    <a:pt x="583" y="508"/>
                  </a:cubicBezTo>
                  <a:cubicBezTo>
                    <a:pt x="609" y="476"/>
                    <a:pt x="605" y="465"/>
                    <a:pt x="613" y="468"/>
                  </a:cubicBezTo>
                  <a:cubicBezTo>
                    <a:pt x="604" y="479"/>
                    <a:pt x="593" y="475"/>
                    <a:pt x="595" y="483"/>
                  </a:cubicBezTo>
                  <a:cubicBezTo>
                    <a:pt x="573" y="503"/>
                    <a:pt x="570" y="506"/>
                    <a:pt x="568" y="510"/>
                  </a:cubicBezTo>
                  <a:cubicBezTo>
                    <a:pt x="482" y="577"/>
                    <a:pt x="482" y="583"/>
                    <a:pt x="477" y="584"/>
                  </a:cubicBezTo>
                  <a:cubicBezTo>
                    <a:pt x="464" y="596"/>
                    <a:pt x="458" y="596"/>
                    <a:pt x="457" y="601"/>
                  </a:cubicBezTo>
                  <a:cubicBezTo>
                    <a:pt x="421" y="633"/>
                    <a:pt x="418" y="642"/>
                    <a:pt x="412" y="649"/>
                  </a:cubicBezTo>
                  <a:cubicBezTo>
                    <a:pt x="371" y="689"/>
                    <a:pt x="369" y="694"/>
                    <a:pt x="366" y="697"/>
                  </a:cubicBezTo>
                  <a:cubicBezTo>
                    <a:pt x="338" y="737"/>
                    <a:pt x="331" y="742"/>
                    <a:pt x="326" y="750"/>
                  </a:cubicBezTo>
                  <a:cubicBezTo>
                    <a:pt x="309" y="785"/>
                    <a:pt x="297" y="788"/>
                    <a:pt x="296" y="803"/>
                  </a:cubicBezTo>
                  <a:cubicBezTo>
                    <a:pt x="266" y="851"/>
                    <a:pt x="266" y="857"/>
                    <a:pt x="266" y="863"/>
                  </a:cubicBezTo>
                  <a:close/>
                  <a:moveTo>
                    <a:pt x="318" y="526"/>
                  </a:moveTo>
                  <a:cubicBezTo>
                    <a:pt x="319" y="522"/>
                    <a:pt x="318" y="516"/>
                    <a:pt x="316" y="521"/>
                  </a:cubicBezTo>
                  <a:cubicBezTo>
                    <a:pt x="316" y="524"/>
                    <a:pt x="317" y="530"/>
                    <a:pt x="318" y="526"/>
                  </a:cubicBezTo>
                  <a:close/>
                  <a:moveTo>
                    <a:pt x="321" y="662"/>
                  </a:moveTo>
                  <a:cubicBezTo>
                    <a:pt x="322" y="667"/>
                    <a:pt x="309" y="673"/>
                    <a:pt x="316" y="677"/>
                  </a:cubicBezTo>
                  <a:cubicBezTo>
                    <a:pt x="320" y="673"/>
                    <a:pt x="322" y="665"/>
                    <a:pt x="326" y="662"/>
                  </a:cubicBezTo>
                  <a:cubicBezTo>
                    <a:pt x="326" y="656"/>
                    <a:pt x="338" y="651"/>
                    <a:pt x="331" y="647"/>
                  </a:cubicBezTo>
                  <a:cubicBezTo>
                    <a:pt x="328" y="652"/>
                    <a:pt x="325" y="658"/>
                    <a:pt x="321" y="662"/>
                  </a:cubicBezTo>
                  <a:close/>
                  <a:moveTo>
                    <a:pt x="276" y="745"/>
                  </a:moveTo>
                  <a:cubicBezTo>
                    <a:pt x="274" y="736"/>
                    <a:pt x="283" y="730"/>
                    <a:pt x="273" y="727"/>
                  </a:cubicBezTo>
                  <a:cubicBezTo>
                    <a:pt x="275" y="732"/>
                    <a:pt x="270" y="744"/>
                    <a:pt x="276" y="745"/>
                  </a:cubicBezTo>
                  <a:close/>
                  <a:moveTo>
                    <a:pt x="276" y="793"/>
                  </a:moveTo>
                  <a:cubicBezTo>
                    <a:pt x="277" y="785"/>
                    <a:pt x="285" y="771"/>
                    <a:pt x="278" y="765"/>
                  </a:cubicBezTo>
                  <a:cubicBezTo>
                    <a:pt x="281" y="776"/>
                    <a:pt x="270" y="787"/>
                    <a:pt x="276" y="793"/>
                  </a:cubicBezTo>
                  <a:close/>
                  <a:moveTo>
                    <a:pt x="271" y="830"/>
                  </a:moveTo>
                  <a:cubicBezTo>
                    <a:pt x="268" y="819"/>
                    <a:pt x="285" y="812"/>
                    <a:pt x="273" y="808"/>
                  </a:cubicBezTo>
                  <a:cubicBezTo>
                    <a:pt x="277" y="818"/>
                    <a:pt x="262" y="823"/>
                    <a:pt x="271" y="830"/>
                  </a:cubicBezTo>
                  <a:close/>
                  <a:moveTo>
                    <a:pt x="70" y="883"/>
                  </a:moveTo>
                  <a:cubicBezTo>
                    <a:pt x="75" y="887"/>
                    <a:pt x="73" y="896"/>
                    <a:pt x="77" y="901"/>
                  </a:cubicBezTo>
                  <a:cubicBezTo>
                    <a:pt x="117" y="1000"/>
                    <a:pt x="122" y="1004"/>
                    <a:pt x="123" y="1012"/>
                  </a:cubicBezTo>
                  <a:cubicBezTo>
                    <a:pt x="141" y="1040"/>
                    <a:pt x="140" y="1043"/>
                    <a:pt x="140" y="1044"/>
                  </a:cubicBezTo>
                  <a:cubicBezTo>
                    <a:pt x="173" y="1100"/>
                    <a:pt x="181" y="1101"/>
                    <a:pt x="181" y="1110"/>
                  </a:cubicBezTo>
                  <a:cubicBezTo>
                    <a:pt x="212" y="1160"/>
                    <a:pt x="210" y="1167"/>
                    <a:pt x="213" y="1168"/>
                  </a:cubicBezTo>
                  <a:cubicBezTo>
                    <a:pt x="227" y="1183"/>
                    <a:pt x="222" y="1175"/>
                    <a:pt x="218" y="1168"/>
                  </a:cubicBezTo>
                  <a:cubicBezTo>
                    <a:pt x="214" y="1136"/>
                    <a:pt x="209" y="1137"/>
                    <a:pt x="211" y="1130"/>
                  </a:cubicBezTo>
                  <a:cubicBezTo>
                    <a:pt x="190" y="1087"/>
                    <a:pt x="191" y="1077"/>
                    <a:pt x="186" y="1072"/>
                  </a:cubicBezTo>
                  <a:cubicBezTo>
                    <a:pt x="164" y="1046"/>
                    <a:pt x="172" y="1032"/>
                    <a:pt x="165" y="1034"/>
                  </a:cubicBezTo>
                  <a:cubicBezTo>
                    <a:pt x="130" y="971"/>
                    <a:pt x="123" y="968"/>
                    <a:pt x="123" y="959"/>
                  </a:cubicBezTo>
                  <a:cubicBezTo>
                    <a:pt x="98" y="914"/>
                    <a:pt x="92" y="910"/>
                    <a:pt x="90" y="903"/>
                  </a:cubicBezTo>
                  <a:cubicBezTo>
                    <a:pt x="61" y="859"/>
                    <a:pt x="68" y="868"/>
                    <a:pt x="70" y="883"/>
                  </a:cubicBezTo>
                  <a:close/>
                  <a:moveTo>
                    <a:pt x="266" y="976"/>
                  </a:moveTo>
                  <a:cubicBezTo>
                    <a:pt x="265" y="972"/>
                    <a:pt x="269" y="971"/>
                    <a:pt x="269" y="966"/>
                  </a:cubicBezTo>
                  <a:cubicBezTo>
                    <a:pt x="272" y="966"/>
                    <a:pt x="270" y="959"/>
                    <a:pt x="269" y="964"/>
                  </a:cubicBezTo>
                  <a:cubicBezTo>
                    <a:pt x="266" y="966"/>
                    <a:pt x="260" y="982"/>
                    <a:pt x="266" y="976"/>
                  </a:cubicBezTo>
                  <a:close/>
                  <a:moveTo>
                    <a:pt x="246" y="996"/>
                  </a:moveTo>
                  <a:cubicBezTo>
                    <a:pt x="243" y="988"/>
                    <a:pt x="256" y="983"/>
                    <a:pt x="248" y="979"/>
                  </a:cubicBezTo>
                  <a:cubicBezTo>
                    <a:pt x="246" y="981"/>
                    <a:pt x="239" y="993"/>
                    <a:pt x="246" y="996"/>
                  </a:cubicBezTo>
                  <a:close/>
                  <a:moveTo>
                    <a:pt x="62" y="1039"/>
                  </a:moveTo>
                  <a:cubicBezTo>
                    <a:pt x="61" y="1036"/>
                    <a:pt x="60" y="1034"/>
                    <a:pt x="57" y="1032"/>
                  </a:cubicBezTo>
                  <a:cubicBezTo>
                    <a:pt x="57" y="1035"/>
                    <a:pt x="61" y="1046"/>
                    <a:pt x="62" y="1039"/>
                  </a:cubicBezTo>
                  <a:close/>
                  <a:moveTo>
                    <a:pt x="77" y="1095"/>
                  </a:moveTo>
                  <a:cubicBezTo>
                    <a:pt x="82" y="1101"/>
                    <a:pt x="83" y="1111"/>
                    <a:pt x="87" y="1117"/>
                  </a:cubicBezTo>
                  <a:cubicBezTo>
                    <a:pt x="124" y="1184"/>
                    <a:pt x="126" y="1187"/>
                    <a:pt x="128" y="1190"/>
                  </a:cubicBezTo>
                  <a:cubicBezTo>
                    <a:pt x="146" y="1213"/>
                    <a:pt x="141" y="1224"/>
                    <a:pt x="145" y="1225"/>
                  </a:cubicBezTo>
                  <a:cubicBezTo>
                    <a:pt x="170" y="1271"/>
                    <a:pt x="171" y="1275"/>
                    <a:pt x="176" y="1276"/>
                  </a:cubicBezTo>
                  <a:cubicBezTo>
                    <a:pt x="198" y="1315"/>
                    <a:pt x="204" y="1320"/>
                    <a:pt x="206" y="1329"/>
                  </a:cubicBezTo>
                  <a:cubicBezTo>
                    <a:pt x="220" y="1358"/>
                    <a:pt x="231" y="1358"/>
                    <a:pt x="229" y="1371"/>
                  </a:cubicBezTo>
                  <a:cubicBezTo>
                    <a:pt x="241" y="1386"/>
                    <a:pt x="240" y="1376"/>
                    <a:pt x="239" y="1366"/>
                  </a:cubicBezTo>
                  <a:cubicBezTo>
                    <a:pt x="220" y="1308"/>
                    <a:pt x="214" y="1302"/>
                    <a:pt x="213" y="1291"/>
                  </a:cubicBezTo>
                  <a:cubicBezTo>
                    <a:pt x="199" y="1268"/>
                    <a:pt x="202" y="1260"/>
                    <a:pt x="198" y="1258"/>
                  </a:cubicBezTo>
                  <a:cubicBezTo>
                    <a:pt x="180" y="1215"/>
                    <a:pt x="168" y="1215"/>
                    <a:pt x="168" y="1203"/>
                  </a:cubicBezTo>
                  <a:cubicBezTo>
                    <a:pt x="145" y="1172"/>
                    <a:pt x="150" y="1162"/>
                    <a:pt x="143" y="1163"/>
                  </a:cubicBezTo>
                  <a:cubicBezTo>
                    <a:pt x="113" y="1114"/>
                    <a:pt x="107" y="1108"/>
                    <a:pt x="105" y="1100"/>
                  </a:cubicBezTo>
                  <a:cubicBezTo>
                    <a:pt x="89" y="1081"/>
                    <a:pt x="86" y="1078"/>
                    <a:pt x="85" y="1075"/>
                  </a:cubicBezTo>
                  <a:cubicBezTo>
                    <a:pt x="71" y="1059"/>
                    <a:pt x="73" y="1055"/>
                    <a:pt x="70" y="1054"/>
                  </a:cubicBezTo>
                  <a:close/>
                  <a:moveTo>
                    <a:pt x="332" y="1623"/>
                  </a:moveTo>
                  <a:cubicBezTo>
                    <a:pt x="339" y="1624"/>
                    <a:pt x="330" y="1609"/>
                    <a:pt x="337" y="1610"/>
                  </a:cubicBezTo>
                  <a:cubicBezTo>
                    <a:pt x="359" y="1560"/>
                    <a:pt x="356" y="1544"/>
                    <a:pt x="365" y="1540"/>
                  </a:cubicBezTo>
                  <a:cubicBezTo>
                    <a:pt x="401" y="1455"/>
                    <a:pt x="401" y="1449"/>
                    <a:pt x="402" y="1444"/>
                  </a:cubicBezTo>
                  <a:cubicBezTo>
                    <a:pt x="418" y="1396"/>
                    <a:pt x="424" y="1396"/>
                    <a:pt x="425" y="1391"/>
                  </a:cubicBezTo>
                  <a:cubicBezTo>
                    <a:pt x="450" y="1344"/>
                    <a:pt x="454" y="1335"/>
                    <a:pt x="458" y="1326"/>
                  </a:cubicBezTo>
                  <a:cubicBezTo>
                    <a:pt x="490" y="1276"/>
                    <a:pt x="490" y="1269"/>
                    <a:pt x="493" y="1265"/>
                  </a:cubicBezTo>
                  <a:cubicBezTo>
                    <a:pt x="508" y="1240"/>
                    <a:pt x="511" y="1239"/>
                    <a:pt x="513" y="1238"/>
                  </a:cubicBezTo>
                  <a:cubicBezTo>
                    <a:pt x="521" y="1225"/>
                    <a:pt x="520" y="1221"/>
                    <a:pt x="523" y="1220"/>
                  </a:cubicBezTo>
                  <a:cubicBezTo>
                    <a:pt x="527" y="1215"/>
                    <a:pt x="518" y="1212"/>
                    <a:pt x="520" y="1220"/>
                  </a:cubicBezTo>
                  <a:cubicBezTo>
                    <a:pt x="481" y="1266"/>
                    <a:pt x="469" y="1280"/>
                    <a:pt x="460" y="1296"/>
                  </a:cubicBezTo>
                  <a:cubicBezTo>
                    <a:pt x="412" y="1376"/>
                    <a:pt x="407" y="1384"/>
                    <a:pt x="405" y="1394"/>
                  </a:cubicBezTo>
                  <a:cubicBezTo>
                    <a:pt x="376" y="1447"/>
                    <a:pt x="378" y="1450"/>
                    <a:pt x="377" y="1452"/>
                  </a:cubicBezTo>
                  <a:cubicBezTo>
                    <a:pt x="371" y="1467"/>
                    <a:pt x="366" y="1465"/>
                    <a:pt x="367" y="1472"/>
                  </a:cubicBezTo>
                  <a:cubicBezTo>
                    <a:pt x="344" y="1511"/>
                    <a:pt x="348" y="1521"/>
                    <a:pt x="342" y="1522"/>
                  </a:cubicBezTo>
                  <a:cubicBezTo>
                    <a:pt x="323" y="1591"/>
                    <a:pt x="318" y="1593"/>
                    <a:pt x="317" y="1598"/>
                  </a:cubicBezTo>
                  <a:cubicBezTo>
                    <a:pt x="309" y="1646"/>
                    <a:pt x="309" y="1656"/>
                    <a:pt x="309" y="1666"/>
                  </a:cubicBezTo>
                  <a:close/>
                  <a:moveTo>
                    <a:pt x="115" y="1273"/>
                  </a:moveTo>
                  <a:cubicBezTo>
                    <a:pt x="122" y="1281"/>
                    <a:pt x="126" y="1292"/>
                    <a:pt x="130" y="1301"/>
                  </a:cubicBezTo>
                  <a:cubicBezTo>
                    <a:pt x="136" y="1302"/>
                    <a:pt x="130" y="1315"/>
                    <a:pt x="138" y="1314"/>
                  </a:cubicBezTo>
                  <a:cubicBezTo>
                    <a:pt x="137" y="1322"/>
                    <a:pt x="142" y="1324"/>
                    <a:pt x="145" y="1329"/>
                  </a:cubicBezTo>
                  <a:cubicBezTo>
                    <a:pt x="152" y="1351"/>
                    <a:pt x="166" y="1365"/>
                    <a:pt x="176" y="1384"/>
                  </a:cubicBezTo>
                  <a:cubicBezTo>
                    <a:pt x="182" y="1392"/>
                    <a:pt x="186" y="1402"/>
                    <a:pt x="193" y="1409"/>
                  </a:cubicBezTo>
                  <a:cubicBezTo>
                    <a:pt x="198" y="1412"/>
                    <a:pt x="198" y="1418"/>
                    <a:pt x="201" y="1422"/>
                  </a:cubicBezTo>
                  <a:cubicBezTo>
                    <a:pt x="204" y="1426"/>
                    <a:pt x="207" y="1431"/>
                    <a:pt x="211" y="1434"/>
                  </a:cubicBezTo>
                  <a:cubicBezTo>
                    <a:pt x="214" y="1446"/>
                    <a:pt x="223" y="1451"/>
                    <a:pt x="226" y="1462"/>
                  </a:cubicBezTo>
                  <a:cubicBezTo>
                    <a:pt x="229" y="1467"/>
                    <a:pt x="233" y="1470"/>
                    <a:pt x="236" y="1475"/>
                  </a:cubicBezTo>
                  <a:cubicBezTo>
                    <a:pt x="241" y="1475"/>
                    <a:pt x="241" y="1491"/>
                    <a:pt x="246" y="1482"/>
                  </a:cubicBezTo>
                  <a:cubicBezTo>
                    <a:pt x="241" y="1479"/>
                    <a:pt x="241" y="1471"/>
                    <a:pt x="239" y="1464"/>
                  </a:cubicBezTo>
                  <a:cubicBezTo>
                    <a:pt x="234" y="1460"/>
                    <a:pt x="231" y="1455"/>
                    <a:pt x="229" y="1449"/>
                  </a:cubicBezTo>
                  <a:cubicBezTo>
                    <a:pt x="229" y="1447"/>
                    <a:pt x="229" y="1444"/>
                    <a:pt x="229" y="1442"/>
                  </a:cubicBezTo>
                  <a:cubicBezTo>
                    <a:pt x="221" y="1436"/>
                    <a:pt x="220" y="1425"/>
                    <a:pt x="214" y="1419"/>
                  </a:cubicBezTo>
                  <a:cubicBezTo>
                    <a:pt x="216" y="1411"/>
                    <a:pt x="210" y="1411"/>
                    <a:pt x="208" y="1407"/>
                  </a:cubicBezTo>
                  <a:cubicBezTo>
                    <a:pt x="205" y="1404"/>
                    <a:pt x="205" y="1397"/>
                    <a:pt x="201" y="1394"/>
                  </a:cubicBezTo>
                  <a:cubicBezTo>
                    <a:pt x="197" y="1385"/>
                    <a:pt x="194" y="1376"/>
                    <a:pt x="186" y="1371"/>
                  </a:cubicBezTo>
                  <a:cubicBezTo>
                    <a:pt x="182" y="1362"/>
                    <a:pt x="179" y="1352"/>
                    <a:pt x="171" y="1346"/>
                  </a:cubicBezTo>
                  <a:cubicBezTo>
                    <a:pt x="166" y="1338"/>
                    <a:pt x="163" y="1329"/>
                    <a:pt x="156" y="1324"/>
                  </a:cubicBezTo>
                  <a:cubicBezTo>
                    <a:pt x="157" y="1316"/>
                    <a:pt x="149" y="1319"/>
                    <a:pt x="151" y="1311"/>
                  </a:cubicBezTo>
                  <a:cubicBezTo>
                    <a:pt x="147" y="1311"/>
                    <a:pt x="145" y="1310"/>
                    <a:pt x="145" y="1306"/>
                  </a:cubicBezTo>
                  <a:cubicBezTo>
                    <a:pt x="145" y="1303"/>
                    <a:pt x="141" y="1304"/>
                    <a:pt x="140" y="1301"/>
                  </a:cubicBezTo>
                  <a:cubicBezTo>
                    <a:pt x="139" y="1290"/>
                    <a:pt x="129" y="1287"/>
                    <a:pt x="128" y="1276"/>
                  </a:cubicBezTo>
                  <a:cubicBezTo>
                    <a:pt x="119" y="1278"/>
                    <a:pt x="126" y="1265"/>
                    <a:pt x="118" y="1266"/>
                  </a:cubicBezTo>
                  <a:cubicBezTo>
                    <a:pt x="118" y="1262"/>
                    <a:pt x="117" y="1260"/>
                    <a:pt x="115" y="1258"/>
                  </a:cubicBezTo>
                  <a:cubicBezTo>
                    <a:pt x="112" y="1258"/>
                    <a:pt x="111" y="1255"/>
                    <a:pt x="110" y="1258"/>
                  </a:cubicBezTo>
                  <a:cubicBezTo>
                    <a:pt x="114" y="1261"/>
                    <a:pt x="115" y="1267"/>
                    <a:pt x="115" y="1273"/>
                  </a:cubicBezTo>
                  <a:close/>
                  <a:moveTo>
                    <a:pt x="427" y="1331"/>
                  </a:moveTo>
                  <a:cubicBezTo>
                    <a:pt x="427" y="1327"/>
                    <a:pt x="436" y="1326"/>
                    <a:pt x="430" y="1323"/>
                  </a:cubicBezTo>
                  <a:cubicBezTo>
                    <a:pt x="422" y="1329"/>
                    <a:pt x="427" y="1338"/>
                    <a:pt x="427" y="1331"/>
                  </a:cubicBezTo>
                  <a:close/>
                  <a:moveTo>
                    <a:pt x="402" y="1371"/>
                  </a:moveTo>
                  <a:cubicBezTo>
                    <a:pt x="394" y="1377"/>
                    <a:pt x="392" y="1390"/>
                    <a:pt x="385" y="1396"/>
                  </a:cubicBezTo>
                  <a:cubicBezTo>
                    <a:pt x="374" y="1414"/>
                    <a:pt x="363" y="1432"/>
                    <a:pt x="357" y="1454"/>
                  </a:cubicBezTo>
                  <a:cubicBezTo>
                    <a:pt x="353" y="1459"/>
                    <a:pt x="347" y="1461"/>
                    <a:pt x="347" y="1469"/>
                  </a:cubicBezTo>
                  <a:cubicBezTo>
                    <a:pt x="342" y="1473"/>
                    <a:pt x="341" y="1480"/>
                    <a:pt x="337" y="1485"/>
                  </a:cubicBezTo>
                  <a:cubicBezTo>
                    <a:pt x="333" y="1498"/>
                    <a:pt x="325" y="1508"/>
                    <a:pt x="322" y="1522"/>
                  </a:cubicBezTo>
                  <a:cubicBezTo>
                    <a:pt x="321" y="1526"/>
                    <a:pt x="319" y="1527"/>
                    <a:pt x="322" y="1530"/>
                  </a:cubicBezTo>
                  <a:cubicBezTo>
                    <a:pt x="319" y="1531"/>
                    <a:pt x="317" y="1533"/>
                    <a:pt x="317" y="1537"/>
                  </a:cubicBezTo>
                  <a:cubicBezTo>
                    <a:pt x="313" y="1542"/>
                    <a:pt x="314" y="1551"/>
                    <a:pt x="309" y="1555"/>
                  </a:cubicBezTo>
                  <a:cubicBezTo>
                    <a:pt x="307" y="1561"/>
                    <a:pt x="308" y="1570"/>
                    <a:pt x="304" y="1575"/>
                  </a:cubicBezTo>
                  <a:cubicBezTo>
                    <a:pt x="303" y="1580"/>
                    <a:pt x="298" y="1594"/>
                    <a:pt x="304" y="1598"/>
                  </a:cubicBezTo>
                  <a:cubicBezTo>
                    <a:pt x="320" y="1574"/>
                    <a:pt x="321" y="1536"/>
                    <a:pt x="337" y="1512"/>
                  </a:cubicBezTo>
                  <a:cubicBezTo>
                    <a:pt x="341" y="1497"/>
                    <a:pt x="349" y="1486"/>
                    <a:pt x="354" y="1472"/>
                  </a:cubicBezTo>
                  <a:cubicBezTo>
                    <a:pt x="359" y="1472"/>
                    <a:pt x="356" y="1463"/>
                    <a:pt x="359" y="1462"/>
                  </a:cubicBezTo>
                  <a:cubicBezTo>
                    <a:pt x="361" y="1458"/>
                    <a:pt x="363" y="1456"/>
                    <a:pt x="365" y="1452"/>
                  </a:cubicBezTo>
                  <a:cubicBezTo>
                    <a:pt x="369" y="1446"/>
                    <a:pt x="371" y="1438"/>
                    <a:pt x="372" y="1429"/>
                  </a:cubicBezTo>
                  <a:cubicBezTo>
                    <a:pt x="377" y="1429"/>
                    <a:pt x="374" y="1421"/>
                    <a:pt x="380" y="1422"/>
                  </a:cubicBezTo>
                  <a:cubicBezTo>
                    <a:pt x="381" y="1417"/>
                    <a:pt x="381" y="1411"/>
                    <a:pt x="385" y="1409"/>
                  </a:cubicBezTo>
                  <a:cubicBezTo>
                    <a:pt x="388" y="1401"/>
                    <a:pt x="392" y="1393"/>
                    <a:pt x="395" y="1384"/>
                  </a:cubicBezTo>
                  <a:cubicBezTo>
                    <a:pt x="401" y="1379"/>
                    <a:pt x="404" y="1371"/>
                    <a:pt x="407" y="1364"/>
                  </a:cubicBezTo>
                  <a:cubicBezTo>
                    <a:pt x="411" y="1361"/>
                    <a:pt x="412" y="1357"/>
                    <a:pt x="415" y="1354"/>
                  </a:cubicBezTo>
                  <a:cubicBezTo>
                    <a:pt x="414" y="1350"/>
                    <a:pt x="423" y="1344"/>
                    <a:pt x="417" y="1344"/>
                  </a:cubicBezTo>
                  <a:cubicBezTo>
                    <a:pt x="414" y="1355"/>
                    <a:pt x="403" y="1358"/>
                    <a:pt x="402" y="1371"/>
                  </a:cubicBezTo>
                  <a:close/>
                  <a:moveTo>
                    <a:pt x="483" y="1406"/>
                  </a:moveTo>
                  <a:cubicBezTo>
                    <a:pt x="475" y="1408"/>
                    <a:pt x="479" y="1423"/>
                    <a:pt x="470" y="1424"/>
                  </a:cubicBezTo>
                  <a:cubicBezTo>
                    <a:pt x="466" y="1429"/>
                    <a:pt x="467" y="1440"/>
                    <a:pt x="460" y="1442"/>
                  </a:cubicBezTo>
                  <a:cubicBezTo>
                    <a:pt x="460" y="1452"/>
                    <a:pt x="454" y="1456"/>
                    <a:pt x="450" y="1462"/>
                  </a:cubicBezTo>
                  <a:cubicBezTo>
                    <a:pt x="449" y="1483"/>
                    <a:pt x="435" y="1492"/>
                    <a:pt x="433" y="1512"/>
                  </a:cubicBezTo>
                  <a:cubicBezTo>
                    <a:pt x="425" y="1516"/>
                    <a:pt x="426" y="1527"/>
                    <a:pt x="422" y="1535"/>
                  </a:cubicBezTo>
                  <a:cubicBezTo>
                    <a:pt x="425" y="1543"/>
                    <a:pt x="419" y="1543"/>
                    <a:pt x="417" y="1547"/>
                  </a:cubicBezTo>
                  <a:cubicBezTo>
                    <a:pt x="425" y="1550"/>
                    <a:pt x="412" y="1551"/>
                    <a:pt x="415" y="1557"/>
                  </a:cubicBezTo>
                  <a:cubicBezTo>
                    <a:pt x="410" y="1558"/>
                    <a:pt x="413" y="1566"/>
                    <a:pt x="410" y="1568"/>
                  </a:cubicBezTo>
                  <a:cubicBezTo>
                    <a:pt x="412" y="1575"/>
                    <a:pt x="403" y="1572"/>
                    <a:pt x="405" y="1580"/>
                  </a:cubicBezTo>
                  <a:cubicBezTo>
                    <a:pt x="402" y="1583"/>
                    <a:pt x="402" y="1589"/>
                    <a:pt x="400" y="1593"/>
                  </a:cubicBezTo>
                  <a:cubicBezTo>
                    <a:pt x="398" y="1597"/>
                    <a:pt x="399" y="1603"/>
                    <a:pt x="395" y="1605"/>
                  </a:cubicBezTo>
                  <a:cubicBezTo>
                    <a:pt x="395" y="1616"/>
                    <a:pt x="389" y="1621"/>
                    <a:pt x="387" y="1630"/>
                  </a:cubicBezTo>
                  <a:cubicBezTo>
                    <a:pt x="386" y="1635"/>
                    <a:pt x="386" y="1641"/>
                    <a:pt x="382" y="1643"/>
                  </a:cubicBezTo>
                  <a:cubicBezTo>
                    <a:pt x="384" y="1648"/>
                    <a:pt x="375" y="1654"/>
                    <a:pt x="382" y="1656"/>
                  </a:cubicBezTo>
                  <a:cubicBezTo>
                    <a:pt x="386" y="1646"/>
                    <a:pt x="390" y="1637"/>
                    <a:pt x="395" y="1628"/>
                  </a:cubicBezTo>
                  <a:cubicBezTo>
                    <a:pt x="397" y="1623"/>
                    <a:pt x="401" y="1621"/>
                    <a:pt x="402" y="1615"/>
                  </a:cubicBezTo>
                  <a:cubicBezTo>
                    <a:pt x="402" y="1608"/>
                    <a:pt x="410" y="1608"/>
                    <a:pt x="407" y="1598"/>
                  </a:cubicBezTo>
                  <a:cubicBezTo>
                    <a:pt x="417" y="1594"/>
                    <a:pt x="412" y="1576"/>
                    <a:pt x="422" y="1573"/>
                  </a:cubicBezTo>
                  <a:cubicBezTo>
                    <a:pt x="425" y="1568"/>
                    <a:pt x="422" y="1559"/>
                    <a:pt x="430" y="1560"/>
                  </a:cubicBezTo>
                  <a:cubicBezTo>
                    <a:pt x="430" y="1552"/>
                    <a:pt x="430" y="1545"/>
                    <a:pt x="438" y="1545"/>
                  </a:cubicBezTo>
                  <a:cubicBezTo>
                    <a:pt x="436" y="1537"/>
                    <a:pt x="439" y="1533"/>
                    <a:pt x="440" y="1527"/>
                  </a:cubicBezTo>
                  <a:cubicBezTo>
                    <a:pt x="446" y="1526"/>
                    <a:pt x="443" y="1516"/>
                    <a:pt x="448" y="1515"/>
                  </a:cubicBezTo>
                  <a:cubicBezTo>
                    <a:pt x="450" y="1503"/>
                    <a:pt x="457" y="1495"/>
                    <a:pt x="460" y="1484"/>
                  </a:cubicBezTo>
                  <a:cubicBezTo>
                    <a:pt x="465" y="1483"/>
                    <a:pt x="462" y="1473"/>
                    <a:pt x="468" y="1472"/>
                  </a:cubicBezTo>
                  <a:cubicBezTo>
                    <a:pt x="469" y="1465"/>
                    <a:pt x="471" y="1460"/>
                    <a:pt x="475" y="1457"/>
                  </a:cubicBezTo>
                  <a:cubicBezTo>
                    <a:pt x="478" y="1446"/>
                    <a:pt x="485" y="1438"/>
                    <a:pt x="488" y="1427"/>
                  </a:cubicBezTo>
                  <a:cubicBezTo>
                    <a:pt x="492" y="1421"/>
                    <a:pt x="490" y="1410"/>
                    <a:pt x="493" y="1404"/>
                  </a:cubicBezTo>
                  <a:cubicBezTo>
                    <a:pt x="491" y="1399"/>
                    <a:pt x="496" y="1387"/>
                    <a:pt x="490" y="1386"/>
                  </a:cubicBezTo>
                  <a:cubicBezTo>
                    <a:pt x="490" y="1395"/>
                    <a:pt x="483" y="1398"/>
                    <a:pt x="483" y="1406"/>
                  </a:cubicBezTo>
                  <a:close/>
                  <a:moveTo>
                    <a:pt x="415" y="1444"/>
                  </a:moveTo>
                  <a:cubicBezTo>
                    <a:pt x="417" y="1454"/>
                    <a:pt x="421" y="1430"/>
                    <a:pt x="417" y="1439"/>
                  </a:cubicBezTo>
                  <a:cubicBezTo>
                    <a:pt x="417" y="1441"/>
                    <a:pt x="414" y="1440"/>
                    <a:pt x="415" y="1444"/>
                  </a:cubicBezTo>
                  <a:close/>
                  <a:moveTo>
                    <a:pt x="402" y="1477"/>
                  </a:moveTo>
                  <a:cubicBezTo>
                    <a:pt x="397" y="1479"/>
                    <a:pt x="396" y="1484"/>
                    <a:pt x="395" y="1490"/>
                  </a:cubicBezTo>
                  <a:cubicBezTo>
                    <a:pt x="400" y="1488"/>
                    <a:pt x="398" y="1478"/>
                    <a:pt x="405" y="1477"/>
                  </a:cubicBezTo>
                  <a:cubicBezTo>
                    <a:pt x="403" y="1470"/>
                    <a:pt x="408" y="1470"/>
                    <a:pt x="407" y="1464"/>
                  </a:cubicBezTo>
                  <a:cubicBezTo>
                    <a:pt x="409" y="1464"/>
                    <a:pt x="410" y="1462"/>
                    <a:pt x="410" y="1459"/>
                  </a:cubicBezTo>
                  <a:cubicBezTo>
                    <a:pt x="410" y="1456"/>
                    <a:pt x="413" y="1455"/>
                    <a:pt x="410" y="1454"/>
                  </a:cubicBezTo>
                  <a:cubicBezTo>
                    <a:pt x="407" y="1461"/>
                    <a:pt x="402" y="1467"/>
                    <a:pt x="402" y="1477"/>
                  </a:cubicBezTo>
                  <a:close/>
                  <a:moveTo>
                    <a:pt x="470" y="1484"/>
                  </a:moveTo>
                  <a:cubicBezTo>
                    <a:pt x="470" y="1498"/>
                    <a:pt x="461" y="1502"/>
                    <a:pt x="460" y="1515"/>
                  </a:cubicBezTo>
                  <a:cubicBezTo>
                    <a:pt x="437" y="1576"/>
                    <a:pt x="431" y="1575"/>
                    <a:pt x="430" y="1580"/>
                  </a:cubicBezTo>
                  <a:cubicBezTo>
                    <a:pt x="411" y="1635"/>
                    <a:pt x="400" y="1637"/>
                    <a:pt x="397" y="1648"/>
                  </a:cubicBezTo>
                  <a:cubicBezTo>
                    <a:pt x="386" y="1684"/>
                    <a:pt x="383" y="1687"/>
                    <a:pt x="382" y="1693"/>
                  </a:cubicBezTo>
                  <a:cubicBezTo>
                    <a:pt x="371" y="1730"/>
                    <a:pt x="371" y="1738"/>
                    <a:pt x="367" y="1741"/>
                  </a:cubicBezTo>
                  <a:cubicBezTo>
                    <a:pt x="361" y="1788"/>
                    <a:pt x="357" y="1799"/>
                    <a:pt x="362" y="1799"/>
                  </a:cubicBezTo>
                  <a:cubicBezTo>
                    <a:pt x="379" y="1754"/>
                    <a:pt x="376" y="1747"/>
                    <a:pt x="380" y="1746"/>
                  </a:cubicBezTo>
                  <a:cubicBezTo>
                    <a:pt x="391" y="1697"/>
                    <a:pt x="403" y="1699"/>
                    <a:pt x="400" y="1688"/>
                  </a:cubicBezTo>
                  <a:cubicBezTo>
                    <a:pt x="430" y="1632"/>
                    <a:pt x="427" y="1621"/>
                    <a:pt x="433" y="1618"/>
                  </a:cubicBezTo>
                  <a:cubicBezTo>
                    <a:pt x="459" y="1557"/>
                    <a:pt x="462" y="1552"/>
                    <a:pt x="465" y="1547"/>
                  </a:cubicBezTo>
                  <a:cubicBezTo>
                    <a:pt x="482" y="1493"/>
                    <a:pt x="477" y="1484"/>
                    <a:pt x="483" y="1484"/>
                  </a:cubicBezTo>
                  <a:close/>
                  <a:moveTo>
                    <a:pt x="166" y="1522"/>
                  </a:moveTo>
                  <a:cubicBezTo>
                    <a:pt x="169" y="1533"/>
                    <a:pt x="177" y="1538"/>
                    <a:pt x="181" y="1548"/>
                  </a:cubicBezTo>
                  <a:cubicBezTo>
                    <a:pt x="187" y="1555"/>
                    <a:pt x="191" y="1564"/>
                    <a:pt x="199" y="1570"/>
                  </a:cubicBezTo>
                  <a:cubicBezTo>
                    <a:pt x="197" y="1578"/>
                    <a:pt x="205" y="1577"/>
                    <a:pt x="206" y="1583"/>
                  </a:cubicBezTo>
                  <a:cubicBezTo>
                    <a:pt x="209" y="1583"/>
                    <a:pt x="208" y="1587"/>
                    <a:pt x="211" y="1588"/>
                  </a:cubicBezTo>
                  <a:cubicBezTo>
                    <a:pt x="210" y="1593"/>
                    <a:pt x="215" y="1593"/>
                    <a:pt x="216" y="1595"/>
                  </a:cubicBezTo>
                  <a:cubicBezTo>
                    <a:pt x="220" y="1604"/>
                    <a:pt x="227" y="1611"/>
                    <a:pt x="234" y="1618"/>
                  </a:cubicBezTo>
                  <a:cubicBezTo>
                    <a:pt x="240" y="1626"/>
                    <a:pt x="247" y="1633"/>
                    <a:pt x="254" y="1641"/>
                  </a:cubicBezTo>
                  <a:cubicBezTo>
                    <a:pt x="260" y="1648"/>
                    <a:pt x="265" y="1657"/>
                    <a:pt x="272" y="1663"/>
                  </a:cubicBezTo>
                  <a:cubicBezTo>
                    <a:pt x="275" y="1667"/>
                    <a:pt x="278" y="1670"/>
                    <a:pt x="282" y="1673"/>
                  </a:cubicBezTo>
                  <a:cubicBezTo>
                    <a:pt x="283" y="1680"/>
                    <a:pt x="288" y="1682"/>
                    <a:pt x="292" y="1686"/>
                  </a:cubicBezTo>
                  <a:cubicBezTo>
                    <a:pt x="293" y="1695"/>
                    <a:pt x="300" y="1698"/>
                    <a:pt x="302" y="1706"/>
                  </a:cubicBezTo>
                  <a:cubicBezTo>
                    <a:pt x="309" y="1709"/>
                    <a:pt x="309" y="1719"/>
                    <a:pt x="317" y="1721"/>
                  </a:cubicBezTo>
                  <a:cubicBezTo>
                    <a:pt x="317" y="1715"/>
                    <a:pt x="317" y="1709"/>
                    <a:pt x="314" y="1706"/>
                  </a:cubicBezTo>
                  <a:cubicBezTo>
                    <a:pt x="311" y="1705"/>
                    <a:pt x="313" y="1703"/>
                    <a:pt x="314" y="1701"/>
                  </a:cubicBezTo>
                  <a:cubicBezTo>
                    <a:pt x="311" y="1701"/>
                    <a:pt x="312" y="1697"/>
                    <a:pt x="312" y="1693"/>
                  </a:cubicBezTo>
                  <a:cubicBezTo>
                    <a:pt x="303" y="1693"/>
                    <a:pt x="307" y="1680"/>
                    <a:pt x="299" y="1678"/>
                  </a:cubicBezTo>
                  <a:cubicBezTo>
                    <a:pt x="302" y="1670"/>
                    <a:pt x="291" y="1676"/>
                    <a:pt x="294" y="1668"/>
                  </a:cubicBezTo>
                  <a:cubicBezTo>
                    <a:pt x="293" y="1665"/>
                    <a:pt x="290" y="1662"/>
                    <a:pt x="287" y="1661"/>
                  </a:cubicBezTo>
                  <a:cubicBezTo>
                    <a:pt x="281" y="1646"/>
                    <a:pt x="269" y="1638"/>
                    <a:pt x="264" y="1623"/>
                  </a:cubicBezTo>
                  <a:cubicBezTo>
                    <a:pt x="254" y="1618"/>
                    <a:pt x="249" y="1607"/>
                    <a:pt x="241" y="1600"/>
                  </a:cubicBezTo>
                  <a:cubicBezTo>
                    <a:pt x="239" y="1595"/>
                    <a:pt x="235" y="1592"/>
                    <a:pt x="231" y="1588"/>
                  </a:cubicBezTo>
                  <a:cubicBezTo>
                    <a:pt x="227" y="1584"/>
                    <a:pt x="225" y="1577"/>
                    <a:pt x="219" y="1575"/>
                  </a:cubicBezTo>
                  <a:cubicBezTo>
                    <a:pt x="215" y="1571"/>
                    <a:pt x="210" y="1568"/>
                    <a:pt x="209" y="1563"/>
                  </a:cubicBezTo>
                  <a:cubicBezTo>
                    <a:pt x="203" y="1560"/>
                    <a:pt x="199" y="1555"/>
                    <a:pt x="196" y="1550"/>
                  </a:cubicBezTo>
                  <a:cubicBezTo>
                    <a:pt x="188" y="1542"/>
                    <a:pt x="180" y="1534"/>
                    <a:pt x="171" y="1527"/>
                  </a:cubicBezTo>
                  <a:cubicBezTo>
                    <a:pt x="171" y="1518"/>
                    <a:pt x="164" y="1516"/>
                    <a:pt x="161" y="1510"/>
                  </a:cubicBezTo>
                  <a:cubicBezTo>
                    <a:pt x="160" y="1506"/>
                    <a:pt x="157" y="1506"/>
                    <a:pt x="156" y="1502"/>
                  </a:cubicBezTo>
                  <a:cubicBezTo>
                    <a:pt x="152" y="1504"/>
                    <a:pt x="150" y="1492"/>
                    <a:pt x="148" y="1500"/>
                  </a:cubicBezTo>
                  <a:cubicBezTo>
                    <a:pt x="157" y="1504"/>
                    <a:pt x="157" y="1518"/>
                    <a:pt x="166" y="1522"/>
                  </a:cubicBezTo>
                  <a:close/>
                  <a:moveTo>
                    <a:pt x="465" y="1575"/>
                  </a:moveTo>
                  <a:cubicBezTo>
                    <a:pt x="457" y="1583"/>
                    <a:pt x="454" y="1598"/>
                    <a:pt x="448" y="1608"/>
                  </a:cubicBezTo>
                  <a:cubicBezTo>
                    <a:pt x="445" y="1613"/>
                    <a:pt x="444" y="1620"/>
                    <a:pt x="440" y="1625"/>
                  </a:cubicBezTo>
                  <a:cubicBezTo>
                    <a:pt x="437" y="1631"/>
                    <a:pt x="440" y="1642"/>
                    <a:pt x="433" y="1643"/>
                  </a:cubicBezTo>
                  <a:cubicBezTo>
                    <a:pt x="434" y="1653"/>
                    <a:pt x="426" y="1653"/>
                    <a:pt x="425" y="1661"/>
                  </a:cubicBezTo>
                  <a:cubicBezTo>
                    <a:pt x="424" y="1668"/>
                    <a:pt x="419" y="1671"/>
                    <a:pt x="418" y="1678"/>
                  </a:cubicBezTo>
                  <a:cubicBezTo>
                    <a:pt x="414" y="1683"/>
                    <a:pt x="413" y="1690"/>
                    <a:pt x="410" y="1696"/>
                  </a:cubicBezTo>
                  <a:cubicBezTo>
                    <a:pt x="405" y="1696"/>
                    <a:pt x="411" y="1700"/>
                    <a:pt x="407" y="1701"/>
                  </a:cubicBezTo>
                  <a:cubicBezTo>
                    <a:pt x="407" y="1704"/>
                    <a:pt x="404" y="1705"/>
                    <a:pt x="407" y="1708"/>
                  </a:cubicBezTo>
                  <a:cubicBezTo>
                    <a:pt x="401" y="1710"/>
                    <a:pt x="401" y="1719"/>
                    <a:pt x="397" y="1724"/>
                  </a:cubicBezTo>
                  <a:cubicBezTo>
                    <a:pt x="399" y="1734"/>
                    <a:pt x="389" y="1732"/>
                    <a:pt x="392" y="1744"/>
                  </a:cubicBezTo>
                  <a:cubicBezTo>
                    <a:pt x="390" y="1749"/>
                    <a:pt x="388" y="1756"/>
                    <a:pt x="385" y="1761"/>
                  </a:cubicBezTo>
                  <a:cubicBezTo>
                    <a:pt x="384" y="1766"/>
                    <a:pt x="376" y="1775"/>
                    <a:pt x="382" y="1779"/>
                  </a:cubicBezTo>
                  <a:cubicBezTo>
                    <a:pt x="389" y="1772"/>
                    <a:pt x="391" y="1760"/>
                    <a:pt x="395" y="1751"/>
                  </a:cubicBezTo>
                  <a:cubicBezTo>
                    <a:pt x="398" y="1741"/>
                    <a:pt x="404" y="1733"/>
                    <a:pt x="405" y="1721"/>
                  </a:cubicBezTo>
                  <a:cubicBezTo>
                    <a:pt x="421" y="1704"/>
                    <a:pt x="428" y="1679"/>
                    <a:pt x="443" y="1661"/>
                  </a:cubicBezTo>
                  <a:cubicBezTo>
                    <a:pt x="445" y="1648"/>
                    <a:pt x="451" y="1638"/>
                    <a:pt x="455" y="1628"/>
                  </a:cubicBezTo>
                  <a:cubicBezTo>
                    <a:pt x="459" y="1624"/>
                    <a:pt x="459" y="1616"/>
                    <a:pt x="463" y="1613"/>
                  </a:cubicBezTo>
                  <a:cubicBezTo>
                    <a:pt x="463" y="1609"/>
                    <a:pt x="464" y="1607"/>
                    <a:pt x="465" y="1605"/>
                  </a:cubicBezTo>
                  <a:cubicBezTo>
                    <a:pt x="469" y="1605"/>
                    <a:pt x="467" y="1598"/>
                    <a:pt x="470" y="1598"/>
                  </a:cubicBezTo>
                  <a:cubicBezTo>
                    <a:pt x="468" y="1588"/>
                    <a:pt x="478" y="1590"/>
                    <a:pt x="475" y="1580"/>
                  </a:cubicBezTo>
                  <a:cubicBezTo>
                    <a:pt x="476" y="1573"/>
                    <a:pt x="480" y="1570"/>
                    <a:pt x="480" y="1562"/>
                  </a:cubicBezTo>
                  <a:cubicBezTo>
                    <a:pt x="485" y="1559"/>
                    <a:pt x="482" y="1549"/>
                    <a:pt x="485" y="1545"/>
                  </a:cubicBezTo>
                  <a:cubicBezTo>
                    <a:pt x="489" y="1540"/>
                    <a:pt x="488" y="1530"/>
                    <a:pt x="490" y="1525"/>
                  </a:cubicBezTo>
                  <a:cubicBezTo>
                    <a:pt x="490" y="1522"/>
                    <a:pt x="490" y="1520"/>
                    <a:pt x="490" y="1517"/>
                  </a:cubicBezTo>
                  <a:cubicBezTo>
                    <a:pt x="490" y="1514"/>
                    <a:pt x="494" y="1513"/>
                    <a:pt x="490" y="1512"/>
                  </a:cubicBezTo>
                  <a:cubicBezTo>
                    <a:pt x="489" y="1508"/>
                    <a:pt x="493" y="1497"/>
                    <a:pt x="488" y="1497"/>
                  </a:cubicBezTo>
                  <a:cubicBezTo>
                    <a:pt x="484" y="1527"/>
                    <a:pt x="474" y="1550"/>
                    <a:pt x="465" y="1575"/>
                  </a:cubicBezTo>
                  <a:close/>
                  <a:moveTo>
                    <a:pt x="337" y="1693"/>
                  </a:moveTo>
                  <a:cubicBezTo>
                    <a:pt x="336" y="1689"/>
                    <a:pt x="340" y="1688"/>
                    <a:pt x="340" y="1683"/>
                  </a:cubicBezTo>
                  <a:cubicBezTo>
                    <a:pt x="340" y="1680"/>
                    <a:pt x="339" y="1674"/>
                    <a:pt x="342" y="1673"/>
                  </a:cubicBezTo>
                  <a:cubicBezTo>
                    <a:pt x="337" y="1663"/>
                    <a:pt x="347" y="1649"/>
                    <a:pt x="347" y="1636"/>
                  </a:cubicBezTo>
                  <a:cubicBezTo>
                    <a:pt x="350" y="1635"/>
                    <a:pt x="350" y="1632"/>
                    <a:pt x="350" y="1628"/>
                  </a:cubicBezTo>
                  <a:cubicBezTo>
                    <a:pt x="350" y="1625"/>
                    <a:pt x="353" y="1623"/>
                    <a:pt x="352" y="1618"/>
                  </a:cubicBezTo>
                  <a:cubicBezTo>
                    <a:pt x="356" y="1613"/>
                    <a:pt x="354" y="1604"/>
                    <a:pt x="357" y="1598"/>
                  </a:cubicBezTo>
                  <a:cubicBezTo>
                    <a:pt x="359" y="1591"/>
                    <a:pt x="360" y="1584"/>
                    <a:pt x="365" y="1580"/>
                  </a:cubicBezTo>
                  <a:cubicBezTo>
                    <a:pt x="369" y="1576"/>
                    <a:pt x="366" y="1565"/>
                    <a:pt x="372" y="1563"/>
                  </a:cubicBezTo>
                  <a:cubicBezTo>
                    <a:pt x="372" y="1557"/>
                    <a:pt x="372" y="1552"/>
                    <a:pt x="372" y="1547"/>
                  </a:cubicBezTo>
                  <a:cubicBezTo>
                    <a:pt x="380" y="1547"/>
                    <a:pt x="370" y="1537"/>
                    <a:pt x="372" y="1547"/>
                  </a:cubicBezTo>
                  <a:cubicBezTo>
                    <a:pt x="368" y="1551"/>
                    <a:pt x="369" y="1560"/>
                    <a:pt x="365" y="1563"/>
                  </a:cubicBezTo>
                  <a:cubicBezTo>
                    <a:pt x="363" y="1568"/>
                    <a:pt x="362" y="1575"/>
                    <a:pt x="360" y="1580"/>
                  </a:cubicBezTo>
                  <a:cubicBezTo>
                    <a:pt x="356" y="1584"/>
                    <a:pt x="357" y="1593"/>
                    <a:pt x="352" y="1595"/>
                  </a:cubicBezTo>
                  <a:cubicBezTo>
                    <a:pt x="352" y="1604"/>
                    <a:pt x="349" y="1609"/>
                    <a:pt x="345" y="1613"/>
                  </a:cubicBezTo>
                  <a:cubicBezTo>
                    <a:pt x="342" y="1647"/>
                    <a:pt x="327" y="1669"/>
                    <a:pt x="330" y="1708"/>
                  </a:cubicBezTo>
                  <a:cubicBezTo>
                    <a:pt x="338" y="1709"/>
                    <a:pt x="334" y="1698"/>
                    <a:pt x="337" y="1693"/>
                  </a:cubicBezTo>
                  <a:close/>
                  <a:moveTo>
                    <a:pt x="299" y="1623"/>
                  </a:moveTo>
                  <a:cubicBezTo>
                    <a:pt x="299" y="1618"/>
                    <a:pt x="306" y="1608"/>
                    <a:pt x="299" y="1605"/>
                  </a:cubicBezTo>
                  <a:cubicBezTo>
                    <a:pt x="299" y="1610"/>
                    <a:pt x="292" y="1620"/>
                    <a:pt x="299" y="1623"/>
                  </a:cubicBezTo>
                  <a:close/>
                  <a:moveTo>
                    <a:pt x="372" y="1678"/>
                  </a:moveTo>
                  <a:cubicBezTo>
                    <a:pt x="367" y="1681"/>
                    <a:pt x="371" y="1692"/>
                    <a:pt x="365" y="1693"/>
                  </a:cubicBezTo>
                  <a:cubicBezTo>
                    <a:pt x="366" y="1702"/>
                    <a:pt x="363" y="1705"/>
                    <a:pt x="362" y="1711"/>
                  </a:cubicBezTo>
                  <a:cubicBezTo>
                    <a:pt x="363" y="1715"/>
                    <a:pt x="355" y="1724"/>
                    <a:pt x="362" y="1726"/>
                  </a:cubicBezTo>
                  <a:cubicBezTo>
                    <a:pt x="367" y="1717"/>
                    <a:pt x="364" y="1701"/>
                    <a:pt x="372" y="1696"/>
                  </a:cubicBezTo>
                  <a:cubicBezTo>
                    <a:pt x="370" y="1686"/>
                    <a:pt x="375" y="1684"/>
                    <a:pt x="375" y="1676"/>
                  </a:cubicBezTo>
                  <a:cubicBezTo>
                    <a:pt x="375" y="1672"/>
                    <a:pt x="386" y="1660"/>
                    <a:pt x="375" y="1661"/>
                  </a:cubicBezTo>
                  <a:cubicBezTo>
                    <a:pt x="376" y="1669"/>
                    <a:pt x="370" y="1670"/>
                    <a:pt x="372" y="1678"/>
                  </a:cubicBezTo>
                  <a:close/>
                  <a:moveTo>
                    <a:pt x="352" y="1776"/>
                  </a:moveTo>
                  <a:cubicBezTo>
                    <a:pt x="352" y="1773"/>
                    <a:pt x="352" y="1770"/>
                    <a:pt x="352" y="1766"/>
                  </a:cubicBezTo>
                  <a:cubicBezTo>
                    <a:pt x="350" y="1766"/>
                    <a:pt x="347" y="1766"/>
                    <a:pt x="345" y="1766"/>
                  </a:cubicBezTo>
                  <a:cubicBezTo>
                    <a:pt x="346" y="1771"/>
                    <a:pt x="346" y="1777"/>
                    <a:pt x="352" y="1776"/>
                  </a:cubicBezTo>
                  <a:close/>
                  <a:moveTo>
                    <a:pt x="375" y="1804"/>
                  </a:moveTo>
                  <a:cubicBezTo>
                    <a:pt x="376" y="1799"/>
                    <a:pt x="383" y="1788"/>
                    <a:pt x="377" y="1784"/>
                  </a:cubicBezTo>
                  <a:cubicBezTo>
                    <a:pt x="378" y="1791"/>
                    <a:pt x="368" y="1799"/>
                    <a:pt x="375" y="1804"/>
                  </a:cubicBezTo>
                  <a:close/>
                </a:path>
              </a:pathLst>
            </a:custGeom>
            <a:solidFill>
              <a:schemeClr val="accent3">
                <a:lumMod val="60000"/>
                <a:lumOff val="40000"/>
                <a:alpha val="75000"/>
              </a:schemeClr>
            </a:solidFill>
            <a:ln>
              <a:noFill/>
            </a:ln>
          </p:spPr>
        </p:sp>
        <p:sp>
          <p:nvSpPr>
            <p:cNvPr id="7" name="Freeform 15"/>
            <p:cNvSpPr>
              <a:spLocks noEditPoints="1"/>
            </p:cNvSpPr>
            <p:nvPr/>
          </p:nvSpPr>
          <p:spPr bwMode="auto">
            <a:xfrm>
              <a:off x="1133752" y="1810138"/>
              <a:ext cx="2762941" cy="4746626"/>
            </a:xfrm>
            <a:custGeom>
              <a:avLst/>
              <a:gdLst/>
              <a:ahLst/>
              <a:cxnLst/>
              <a:rect l="0" t="0" r="r" b="b"/>
              <a:pathLst>
                <a:path w="869" h="1495">
                  <a:moveTo>
                    <a:pt x="865" y="156"/>
                  </a:moveTo>
                  <a:cubicBezTo>
                    <a:pt x="856" y="165"/>
                    <a:pt x="851" y="173"/>
                    <a:pt x="844" y="182"/>
                  </a:cubicBezTo>
                  <a:cubicBezTo>
                    <a:pt x="804" y="216"/>
                    <a:pt x="802" y="216"/>
                    <a:pt x="800" y="216"/>
                  </a:cubicBezTo>
                  <a:cubicBezTo>
                    <a:pt x="775" y="232"/>
                    <a:pt x="768" y="237"/>
                    <a:pt x="760" y="239"/>
                  </a:cubicBezTo>
                  <a:cubicBezTo>
                    <a:pt x="699" y="279"/>
                    <a:pt x="696" y="275"/>
                    <a:pt x="693" y="278"/>
                  </a:cubicBezTo>
                  <a:cubicBezTo>
                    <a:pt x="706" y="270"/>
                    <a:pt x="707" y="266"/>
                    <a:pt x="714" y="263"/>
                  </a:cubicBezTo>
                  <a:cubicBezTo>
                    <a:pt x="766" y="230"/>
                    <a:pt x="774" y="225"/>
                    <a:pt x="782" y="219"/>
                  </a:cubicBezTo>
                  <a:cubicBezTo>
                    <a:pt x="830" y="181"/>
                    <a:pt x="830" y="177"/>
                    <a:pt x="834" y="174"/>
                  </a:cubicBezTo>
                  <a:cubicBezTo>
                    <a:pt x="831" y="170"/>
                    <a:pt x="831" y="178"/>
                    <a:pt x="827" y="175"/>
                  </a:cubicBezTo>
                  <a:cubicBezTo>
                    <a:pt x="792" y="205"/>
                    <a:pt x="784" y="209"/>
                    <a:pt x="783" y="213"/>
                  </a:cubicBezTo>
                  <a:cubicBezTo>
                    <a:pt x="763" y="227"/>
                    <a:pt x="760" y="223"/>
                    <a:pt x="757" y="227"/>
                  </a:cubicBezTo>
                  <a:cubicBezTo>
                    <a:pt x="776" y="212"/>
                    <a:pt x="774" y="208"/>
                    <a:pt x="780" y="206"/>
                  </a:cubicBezTo>
                  <a:cubicBezTo>
                    <a:pt x="824" y="164"/>
                    <a:pt x="830" y="160"/>
                    <a:pt x="833" y="155"/>
                  </a:cubicBezTo>
                  <a:cubicBezTo>
                    <a:pt x="806" y="176"/>
                    <a:pt x="797" y="184"/>
                    <a:pt x="788" y="193"/>
                  </a:cubicBezTo>
                  <a:cubicBezTo>
                    <a:pt x="731" y="226"/>
                    <a:pt x="724" y="237"/>
                    <a:pt x="720" y="234"/>
                  </a:cubicBezTo>
                  <a:cubicBezTo>
                    <a:pt x="766" y="194"/>
                    <a:pt x="786" y="180"/>
                    <a:pt x="803" y="159"/>
                  </a:cubicBezTo>
                  <a:cubicBezTo>
                    <a:pt x="785" y="170"/>
                    <a:pt x="775" y="180"/>
                    <a:pt x="763" y="188"/>
                  </a:cubicBezTo>
                  <a:cubicBezTo>
                    <a:pt x="736" y="208"/>
                    <a:pt x="735" y="202"/>
                    <a:pt x="737" y="200"/>
                  </a:cubicBezTo>
                  <a:cubicBezTo>
                    <a:pt x="749" y="181"/>
                    <a:pt x="754" y="177"/>
                    <a:pt x="756" y="172"/>
                  </a:cubicBezTo>
                  <a:cubicBezTo>
                    <a:pt x="787" y="134"/>
                    <a:pt x="791" y="136"/>
                    <a:pt x="790" y="130"/>
                  </a:cubicBezTo>
                  <a:cubicBezTo>
                    <a:pt x="769" y="150"/>
                    <a:pt x="765" y="152"/>
                    <a:pt x="766" y="155"/>
                  </a:cubicBezTo>
                  <a:cubicBezTo>
                    <a:pt x="746" y="174"/>
                    <a:pt x="746" y="170"/>
                    <a:pt x="746" y="169"/>
                  </a:cubicBezTo>
                  <a:cubicBezTo>
                    <a:pt x="748" y="164"/>
                    <a:pt x="752" y="160"/>
                    <a:pt x="752" y="160"/>
                  </a:cubicBezTo>
                  <a:cubicBezTo>
                    <a:pt x="764" y="139"/>
                    <a:pt x="770" y="129"/>
                    <a:pt x="777" y="119"/>
                  </a:cubicBezTo>
                  <a:cubicBezTo>
                    <a:pt x="800" y="82"/>
                    <a:pt x="812" y="81"/>
                    <a:pt x="808" y="77"/>
                  </a:cubicBezTo>
                  <a:cubicBezTo>
                    <a:pt x="770" y="123"/>
                    <a:pt x="765" y="125"/>
                    <a:pt x="763" y="127"/>
                  </a:cubicBezTo>
                  <a:cubicBezTo>
                    <a:pt x="747" y="156"/>
                    <a:pt x="743" y="161"/>
                    <a:pt x="740" y="166"/>
                  </a:cubicBezTo>
                  <a:cubicBezTo>
                    <a:pt x="744" y="144"/>
                    <a:pt x="749" y="134"/>
                    <a:pt x="753" y="124"/>
                  </a:cubicBezTo>
                  <a:cubicBezTo>
                    <a:pt x="782" y="79"/>
                    <a:pt x="781" y="77"/>
                    <a:pt x="784" y="75"/>
                  </a:cubicBezTo>
                  <a:cubicBezTo>
                    <a:pt x="769" y="89"/>
                    <a:pt x="765" y="92"/>
                    <a:pt x="765" y="96"/>
                  </a:cubicBezTo>
                  <a:cubicBezTo>
                    <a:pt x="728" y="162"/>
                    <a:pt x="722" y="177"/>
                    <a:pt x="718" y="191"/>
                  </a:cubicBezTo>
                  <a:cubicBezTo>
                    <a:pt x="710" y="205"/>
                    <a:pt x="719" y="210"/>
                    <a:pt x="712" y="213"/>
                  </a:cubicBezTo>
                  <a:cubicBezTo>
                    <a:pt x="703" y="240"/>
                    <a:pt x="708" y="247"/>
                    <a:pt x="697" y="251"/>
                  </a:cubicBezTo>
                  <a:cubicBezTo>
                    <a:pt x="699" y="232"/>
                    <a:pt x="702" y="230"/>
                    <a:pt x="701" y="228"/>
                  </a:cubicBezTo>
                  <a:cubicBezTo>
                    <a:pt x="714" y="177"/>
                    <a:pt x="714" y="170"/>
                    <a:pt x="714" y="162"/>
                  </a:cubicBezTo>
                  <a:cubicBezTo>
                    <a:pt x="735" y="103"/>
                    <a:pt x="740" y="88"/>
                    <a:pt x="749" y="73"/>
                  </a:cubicBezTo>
                  <a:cubicBezTo>
                    <a:pt x="757" y="53"/>
                    <a:pt x="753" y="62"/>
                    <a:pt x="744" y="70"/>
                  </a:cubicBezTo>
                  <a:cubicBezTo>
                    <a:pt x="727" y="107"/>
                    <a:pt x="722" y="112"/>
                    <a:pt x="722" y="118"/>
                  </a:cubicBezTo>
                  <a:cubicBezTo>
                    <a:pt x="706" y="172"/>
                    <a:pt x="705" y="175"/>
                    <a:pt x="703" y="177"/>
                  </a:cubicBezTo>
                  <a:cubicBezTo>
                    <a:pt x="696" y="206"/>
                    <a:pt x="696" y="209"/>
                    <a:pt x="696" y="212"/>
                  </a:cubicBezTo>
                  <a:cubicBezTo>
                    <a:pt x="687" y="247"/>
                    <a:pt x="685" y="253"/>
                    <a:pt x="684" y="260"/>
                  </a:cubicBezTo>
                  <a:cubicBezTo>
                    <a:pt x="671" y="275"/>
                    <a:pt x="673" y="272"/>
                    <a:pt x="677" y="270"/>
                  </a:cubicBezTo>
                  <a:cubicBezTo>
                    <a:pt x="682" y="240"/>
                    <a:pt x="681" y="234"/>
                    <a:pt x="684" y="229"/>
                  </a:cubicBezTo>
                  <a:cubicBezTo>
                    <a:pt x="694" y="189"/>
                    <a:pt x="690" y="182"/>
                    <a:pt x="693" y="177"/>
                  </a:cubicBezTo>
                  <a:cubicBezTo>
                    <a:pt x="706" y="119"/>
                    <a:pt x="707" y="113"/>
                    <a:pt x="709" y="107"/>
                  </a:cubicBezTo>
                  <a:cubicBezTo>
                    <a:pt x="721" y="64"/>
                    <a:pt x="727" y="59"/>
                    <a:pt x="729" y="53"/>
                  </a:cubicBezTo>
                  <a:cubicBezTo>
                    <a:pt x="751" y="15"/>
                    <a:pt x="760" y="13"/>
                    <a:pt x="759" y="10"/>
                  </a:cubicBezTo>
                  <a:cubicBezTo>
                    <a:pt x="752" y="12"/>
                    <a:pt x="750" y="14"/>
                    <a:pt x="749" y="17"/>
                  </a:cubicBezTo>
                  <a:cubicBezTo>
                    <a:pt x="722" y="50"/>
                    <a:pt x="719" y="46"/>
                    <a:pt x="715" y="51"/>
                  </a:cubicBezTo>
                  <a:cubicBezTo>
                    <a:pt x="696" y="86"/>
                    <a:pt x="689" y="94"/>
                    <a:pt x="687" y="103"/>
                  </a:cubicBezTo>
                  <a:cubicBezTo>
                    <a:pt x="667" y="145"/>
                    <a:pt x="670" y="146"/>
                    <a:pt x="670" y="148"/>
                  </a:cubicBezTo>
                  <a:cubicBezTo>
                    <a:pt x="662" y="166"/>
                    <a:pt x="660" y="175"/>
                    <a:pt x="659" y="185"/>
                  </a:cubicBezTo>
                  <a:cubicBezTo>
                    <a:pt x="655" y="217"/>
                    <a:pt x="655" y="222"/>
                    <a:pt x="653" y="226"/>
                  </a:cubicBezTo>
                  <a:cubicBezTo>
                    <a:pt x="646" y="259"/>
                    <a:pt x="650" y="265"/>
                    <a:pt x="650" y="270"/>
                  </a:cubicBezTo>
                  <a:cubicBezTo>
                    <a:pt x="632" y="316"/>
                    <a:pt x="637" y="319"/>
                    <a:pt x="630" y="321"/>
                  </a:cubicBezTo>
                  <a:cubicBezTo>
                    <a:pt x="630" y="285"/>
                    <a:pt x="633" y="283"/>
                    <a:pt x="633" y="280"/>
                  </a:cubicBezTo>
                  <a:cubicBezTo>
                    <a:pt x="637" y="248"/>
                    <a:pt x="637" y="243"/>
                    <a:pt x="639" y="238"/>
                  </a:cubicBezTo>
                  <a:cubicBezTo>
                    <a:pt x="639" y="222"/>
                    <a:pt x="641" y="220"/>
                    <a:pt x="641" y="217"/>
                  </a:cubicBezTo>
                  <a:cubicBezTo>
                    <a:pt x="649" y="175"/>
                    <a:pt x="652" y="166"/>
                    <a:pt x="654" y="157"/>
                  </a:cubicBezTo>
                  <a:cubicBezTo>
                    <a:pt x="673" y="112"/>
                    <a:pt x="670" y="107"/>
                    <a:pt x="677" y="103"/>
                  </a:cubicBezTo>
                  <a:cubicBezTo>
                    <a:pt x="690" y="65"/>
                    <a:pt x="699" y="63"/>
                    <a:pt x="694" y="59"/>
                  </a:cubicBezTo>
                  <a:cubicBezTo>
                    <a:pt x="663" y="118"/>
                    <a:pt x="658" y="124"/>
                    <a:pt x="654" y="130"/>
                  </a:cubicBezTo>
                  <a:cubicBezTo>
                    <a:pt x="644" y="160"/>
                    <a:pt x="640" y="163"/>
                    <a:pt x="644" y="166"/>
                  </a:cubicBezTo>
                  <a:cubicBezTo>
                    <a:pt x="632" y="198"/>
                    <a:pt x="638" y="202"/>
                    <a:pt x="632" y="204"/>
                  </a:cubicBezTo>
                  <a:cubicBezTo>
                    <a:pt x="630" y="226"/>
                    <a:pt x="628" y="229"/>
                    <a:pt x="630" y="233"/>
                  </a:cubicBezTo>
                  <a:cubicBezTo>
                    <a:pt x="624" y="286"/>
                    <a:pt x="621" y="292"/>
                    <a:pt x="621" y="298"/>
                  </a:cubicBezTo>
                  <a:cubicBezTo>
                    <a:pt x="622" y="314"/>
                    <a:pt x="617" y="316"/>
                    <a:pt x="621" y="318"/>
                  </a:cubicBezTo>
                  <a:cubicBezTo>
                    <a:pt x="615" y="341"/>
                    <a:pt x="613" y="344"/>
                    <a:pt x="612" y="347"/>
                  </a:cubicBezTo>
                  <a:cubicBezTo>
                    <a:pt x="610" y="337"/>
                    <a:pt x="612" y="332"/>
                    <a:pt x="615" y="327"/>
                  </a:cubicBezTo>
                  <a:cubicBezTo>
                    <a:pt x="612" y="290"/>
                    <a:pt x="621" y="286"/>
                    <a:pt x="616" y="280"/>
                  </a:cubicBezTo>
                  <a:cubicBezTo>
                    <a:pt x="615" y="259"/>
                    <a:pt x="621" y="255"/>
                    <a:pt x="620" y="250"/>
                  </a:cubicBezTo>
                  <a:cubicBezTo>
                    <a:pt x="624" y="201"/>
                    <a:pt x="625" y="198"/>
                    <a:pt x="626" y="196"/>
                  </a:cubicBezTo>
                  <a:cubicBezTo>
                    <a:pt x="635" y="171"/>
                    <a:pt x="633" y="168"/>
                    <a:pt x="634" y="166"/>
                  </a:cubicBezTo>
                  <a:cubicBezTo>
                    <a:pt x="642" y="141"/>
                    <a:pt x="642" y="139"/>
                    <a:pt x="642" y="136"/>
                  </a:cubicBezTo>
                  <a:cubicBezTo>
                    <a:pt x="655" y="109"/>
                    <a:pt x="657" y="104"/>
                    <a:pt x="662" y="99"/>
                  </a:cubicBezTo>
                  <a:cubicBezTo>
                    <a:pt x="645" y="113"/>
                    <a:pt x="645" y="122"/>
                    <a:pt x="637" y="130"/>
                  </a:cubicBezTo>
                  <a:cubicBezTo>
                    <a:pt x="617" y="197"/>
                    <a:pt x="614" y="202"/>
                    <a:pt x="614" y="207"/>
                  </a:cubicBezTo>
                  <a:cubicBezTo>
                    <a:pt x="613" y="227"/>
                    <a:pt x="609" y="228"/>
                    <a:pt x="612" y="231"/>
                  </a:cubicBezTo>
                  <a:cubicBezTo>
                    <a:pt x="612" y="251"/>
                    <a:pt x="612" y="254"/>
                    <a:pt x="608" y="256"/>
                  </a:cubicBezTo>
                  <a:cubicBezTo>
                    <a:pt x="608" y="278"/>
                    <a:pt x="607" y="283"/>
                    <a:pt x="607" y="289"/>
                  </a:cubicBezTo>
                  <a:cubicBezTo>
                    <a:pt x="595" y="363"/>
                    <a:pt x="592" y="374"/>
                    <a:pt x="587" y="384"/>
                  </a:cubicBezTo>
                  <a:cubicBezTo>
                    <a:pt x="589" y="326"/>
                    <a:pt x="592" y="323"/>
                    <a:pt x="592" y="319"/>
                  </a:cubicBezTo>
                  <a:cubicBezTo>
                    <a:pt x="594" y="243"/>
                    <a:pt x="593" y="240"/>
                    <a:pt x="594" y="237"/>
                  </a:cubicBezTo>
                  <a:cubicBezTo>
                    <a:pt x="597" y="223"/>
                    <a:pt x="596" y="219"/>
                    <a:pt x="596" y="216"/>
                  </a:cubicBezTo>
                  <a:cubicBezTo>
                    <a:pt x="608" y="177"/>
                    <a:pt x="610" y="170"/>
                    <a:pt x="614" y="163"/>
                  </a:cubicBezTo>
                  <a:cubicBezTo>
                    <a:pt x="624" y="125"/>
                    <a:pt x="623" y="130"/>
                    <a:pt x="621" y="134"/>
                  </a:cubicBezTo>
                  <a:cubicBezTo>
                    <a:pt x="598" y="185"/>
                    <a:pt x="595" y="190"/>
                    <a:pt x="594" y="195"/>
                  </a:cubicBezTo>
                  <a:cubicBezTo>
                    <a:pt x="583" y="227"/>
                    <a:pt x="590" y="232"/>
                    <a:pt x="586" y="235"/>
                  </a:cubicBezTo>
                  <a:cubicBezTo>
                    <a:pt x="585" y="269"/>
                    <a:pt x="583" y="276"/>
                    <a:pt x="584" y="284"/>
                  </a:cubicBezTo>
                  <a:cubicBezTo>
                    <a:pt x="583" y="334"/>
                    <a:pt x="581" y="338"/>
                    <a:pt x="584" y="342"/>
                  </a:cubicBezTo>
                  <a:cubicBezTo>
                    <a:pt x="578" y="377"/>
                    <a:pt x="579" y="381"/>
                    <a:pt x="575" y="384"/>
                  </a:cubicBezTo>
                  <a:cubicBezTo>
                    <a:pt x="572" y="368"/>
                    <a:pt x="578" y="365"/>
                    <a:pt x="575" y="361"/>
                  </a:cubicBezTo>
                  <a:cubicBezTo>
                    <a:pt x="580" y="316"/>
                    <a:pt x="571" y="307"/>
                    <a:pt x="578" y="300"/>
                  </a:cubicBezTo>
                  <a:cubicBezTo>
                    <a:pt x="572" y="220"/>
                    <a:pt x="574" y="213"/>
                    <a:pt x="573" y="205"/>
                  </a:cubicBezTo>
                  <a:cubicBezTo>
                    <a:pt x="581" y="177"/>
                    <a:pt x="576" y="169"/>
                    <a:pt x="580" y="163"/>
                  </a:cubicBezTo>
                  <a:cubicBezTo>
                    <a:pt x="594" y="117"/>
                    <a:pt x="601" y="111"/>
                    <a:pt x="598" y="103"/>
                  </a:cubicBezTo>
                  <a:cubicBezTo>
                    <a:pt x="577" y="151"/>
                    <a:pt x="576" y="154"/>
                    <a:pt x="573" y="156"/>
                  </a:cubicBezTo>
                  <a:cubicBezTo>
                    <a:pt x="562" y="241"/>
                    <a:pt x="563" y="252"/>
                    <a:pt x="564" y="263"/>
                  </a:cubicBezTo>
                  <a:cubicBezTo>
                    <a:pt x="569" y="302"/>
                    <a:pt x="564" y="307"/>
                    <a:pt x="568" y="312"/>
                  </a:cubicBezTo>
                  <a:cubicBezTo>
                    <a:pt x="566" y="341"/>
                    <a:pt x="565" y="352"/>
                    <a:pt x="568" y="364"/>
                  </a:cubicBezTo>
                  <a:cubicBezTo>
                    <a:pt x="553" y="423"/>
                    <a:pt x="553" y="420"/>
                    <a:pt x="555" y="417"/>
                  </a:cubicBezTo>
                  <a:cubicBezTo>
                    <a:pt x="556" y="394"/>
                    <a:pt x="560" y="392"/>
                    <a:pt x="558" y="388"/>
                  </a:cubicBezTo>
                  <a:cubicBezTo>
                    <a:pt x="561" y="333"/>
                    <a:pt x="563" y="331"/>
                    <a:pt x="562" y="329"/>
                  </a:cubicBezTo>
                  <a:cubicBezTo>
                    <a:pt x="559" y="274"/>
                    <a:pt x="553" y="255"/>
                    <a:pt x="554" y="236"/>
                  </a:cubicBezTo>
                  <a:cubicBezTo>
                    <a:pt x="554" y="218"/>
                    <a:pt x="555" y="214"/>
                    <a:pt x="554" y="209"/>
                  </a:cubicBezTo>
                  <a:cubicBezTo>
                    <a:pt x="559" y="193"/>
                    <a:pt x="557" y="190"/>
                    <a:pt x="559" y="188"/>
                  </a:cubicBezTo>
                  <a:cubicBezTo>
                    <a:pt x="569" y="145"/>
                    <a:pt x="573" y="136"/>
                    <a:pt x="573" y="126"/>
                  </a:cubicBezTo>
                  <a:cubicBezTo>
                    <a:pt x="557" y="167"/>
                    <a:pt x="554" y="173"/>
                    <a:pt x="555" y="179"/>
                  </a:cubicBezTo>
                  <a:cubicBezTo>
                    <a:pt x="548" y="204"/>
                    <a:pt x="545" y="211"/>
                    <a:pt x="547" y="219"/>
                  </a:cubicBezTo>
                  <a:cubicBezTo>
                    <a:pt x="545" y="249"/>
                    <a:pt x="547" y="257"/>
                    <a:pt x="548" y="265"/>
                  </a:cubicBezTo>
                  <a:cubicBezTo>
                    <a:pt x="553" y="302"/>
                    <a:pt x="551" y="305"/>
                    <a:pt x="550" y="308"/>
                  </a:cubicBezTo>
                  <a:cubicBezTo>
                    <a:pt x="556" y="350"/>
                    <a:pt x="553" y="352"/>
                    <a:pt x="554" y="354"/>
                  </a:cubicBezTo>
                  <a:cubicBezTo>
                    <a:pt x="551" y="391"/>
                    <a:pt x="544" y="394"/>
                    <a:pt x="549" y="399"/>
                  </a:cubicBezTo>
                  <a:cubicBezTo>
                    <a:pt x="548" y="423"/>
                    <a:pt x="541" y="425"/>
                    <a:pt x="543" y="428"/>
                  </a:cubicBezTo>
                  <a:cubicBezTo>
                    <a:pt x="534" y="435"/>
                    <a:pt x="534" y="428"/>
                    <a:pt x="538" y="422"/>
                  </a:cubicBezTo>
                  <a:cubicBezTo>
                    <a:pt x="537" y="386"/>
                    <a:pt x="541" y="383"/>
                    <a:pt x="540" y="379"/>
                  </a:cubicBezTo>
                  <a:cubicBezTo>
                    <a:pt x="538" y="342"/>
                    <a:pt x="537" y="338"/>
                    <a:pt x="538" y="333"/>
                  </a:cubicBezTo>
                  <a:cubicBezTo>
                    <a:pt x="535" y="297"/>
                    <a:pt x="532" y="288"/>
                    <a:pt x="531" y="280"/>
                  </a:cubicBezTo>
                  <a:cubicBezTo>
                    <a:pt x="528" y="237"/>
                    <a:pt x="531" y="236"/>
                    <a:pt x="530" y="234"/>
                  </a:cubicBezTo>
                  <a:cubicBezTo>
                    <a:pt x="531" y="195"/>
                    <a:pt x="535" y="192"/>
                    <a:pt x="534" y="187"/>
                  </a:cubicBezTo>
                  <a:cubicBezTo>
                    <a:pt x="537" y="169"/>
                    <a:pt x="538" y="165"/>
                    <a:pt x="539" y="161"/>
                  </a:cubicBezTo>
                  <a:cubicBezTo>
                    <a:pt x="534" y="156"/>
                    <a:pt x="534" y="160"/>
                    <a:pt x="532" y="164"/>
                  </a:cubicBezTo>
                  <a:cubicBezTo>
                    <a:pt x="527" y="184"/>
                    <a:pt x="527" y="187"/>
                    <a:pt x="528" y="189"/>
                  </a:cubicBezTo>
                  <a:cubicBezTo>
                    <a:pt x="521" y="228"/>
                    <a:pt x="522" y="230"/>
                    <a:pt x="522" y="232"/>
                  </a:cubicBezTo>
                  <a:cubicBezTo>
                    <a:pt x="521" y="256"/>
                    <a:pt x="520" y="257"/>
                    <a:pt x="522" y="259"/>
                  </a:cubicBezTo>
                  <a:cubicBezTo>
                    <a:pt x="527" y="285"/>
                    <a:pt x="520" y="288"/>
                    <a:pt x="524" y="293"/>
                  </a:cubicBezTo>
                  <a:cubicBezTo>
                    <a:pt x="532" y="343"/>
                    <a:pt x="530" y="351"/>
                    <a:pt x="534" y="361"/>
                  </a:cubicBezTo>
                  <a:cubicBezTo>
                    <a:pt x="531" y="378"/>
                    <a:pt x="529" y="380"/>
                    <a:pt x="532" y="382"/>
                  </a:cubicBezTo>
                  <a:cubicBezTo>
                    <a:pt x="530" y="417"/>
                    <a:pt x="530" y="421"/>
                    <a:pt x="528" y="424"/>
                  </a:cubicBezTo>
                  <a:cubicBezTo>
                    <a:pt x="523" y="442"/>
                    <a:pt x="525" y="445"/>
                    <a:pt x="522" y="444"/>
                  </a:cubicBezTo>
                  <a:cubicBezTo>
                    <a:pt x="523" y="396"/>
                    <a:pt x="516" y="383"/>
                    <a:pt x="519" y="372"/>
                  </a:cubicBezTo>
                  <a:cubicBezTo>
                    <a:pt x="517" y="348"/>
                    <a:pt x="514" y="341"/>
                    <a:pt x="515" y="335"/>
                  </a:cubicBezTo>
                  <a:cubicBezTo>
                    <a:pt x="506" y="291"/>
                    <a:pt x="509" y="286"/>
                    <a:pt x="507" y="280"/>
                  </a:cubicBezTo>
                  <a:cubicBezTo>
                    <a:pt x="508" y="220"/>
                    <a:pt x="509" y="215"/>
                    <a:pt x="510" y="209"/>
                  </a:cubicBezTo>
                  <a:cubicBezTo>
                    <a:pt x="513" y="185"/>
                    <a:pt x="512" y="178"/>
                    <a:pt x="516" y="173"/>
                  </a:cubicBezTo>
                  <a:cubicBezTo>
                    <a:pt x="515" y="159"/>
                    <a:pt x="514" y="162"/>
                    <a:pt x="512" y="164"/>
                  </a:cubicBezTo>
                  <a:cubicBezTo>
                    <a:pt x="505" y="191"/>
                    <a:pt x="507" y="196"/>
                    <a:pt x="504" y="201"/>
                  </a:cubicBezTo>
                  <a:cubicBezTo>
                    <a:pt x="500" y="221"/>
                    <a:pt x="502" y="226"/>
                    <a:pt x="501" y="230"/>
                  </a:cubicBezTo>
                  <a:cubicBezTo>
                    <a:pt x="498" y="248"/>
                    <a:pt x="500" y="251"/>
                    <a:pt x="500" y="253"/>
                  </a:cubicBezTo>
                  <a:cubicBezTo>
                    <a:pt x="496" y="271"/>
                    <a:pt x="502" y="275"/>
                    <a:pt x="498" y="277"/>
                  </a:cubicBezTo>
                  <a:cubicBezTo>
                    <a:pt x="497" y="300"/>
                    <a:pt x="497" y="294"/>
                    <a:pt x="497" y="290"/>
                  </a:cubicBezTo>
                  <a:cubicBezTo>
                    <a:pt x="494" y="271"/>
                    <a:pt x="495" y="268"/>
                    <a:pt x="495" y="266"/>
                  </a:cubicBezTo>
                  <a:cubicBezTo>
                    <a:pt x="494" y="202"/>
                    <a:pt x="495" y="187"/>
                    <a:pt x="499" y="173"/>
                  </a:cubicBezTo>
                  <a:cubicBezTo>
                    <a:pt x="501" y="135"/>
                    <a:pt x="510" y="133"/>
                    <a:pt x="503" y="128"/>
                  </a:cubicBezTo>
                  <a:cubicBezTo>
                    <a:pt x="490" y="173"/>
                    <a:pt x="490" y="178"/>
                    <a:pt x="489" y="183"/>
                  </a:cubicBezTo>
                  <a:cubicBezTo>
                    <a:pt x="485" y="220"/>
                    <a:pt x="485" y="223"/>
                    <a:pt x="485" y="225"/>
                  </a:cubicBezTo>
                  <a:cubicBezTo>
                    <a:pt x="484" y="256"/>
                    <a:pt x="483" y="258"/>
                    <a:pt x="486" y="261"/>
                  </a:cubicBezTo>
                  <a:cubicBezTo>
                    <a:pt x="484" y="277"/>
                    <a:pt x="489" y="280"/>
                    <a:pt x="487" y="282"/>
                  </a:cubicBezTo>
                  <a:cubicBezTo>
                    <a:pt x="498" y="337"/>
                    <a:pt x="496" y="347"/>
                    <a:pt x="502" y="357"/>
                  </a:cubicBezTo>
                  <a:cubicBezTo>
                    <a:pt x="506" y="408"/>
                    <a:pt x="505" y="413"/>
                    <a:pt x="503" y="418"/>
                  </a:cubicBezTo>
                  <a:cubicBezTo>
                    <a:pt x="505" y="450"/>
                    <a:pt x="505" y="453"/>
                    <a:pt x="503" y="455"/>
                  </a:cubicBezTo>
                  <a:cubicBezTo>
                    <a:pt x="499" y="471"/>
                    <a:pt x="503" y="479"/>
                    <a:pt x="498" y="475"/>
                  </a:cubicBezTo>
                  <a:cubicBezTo>
                    <a:pt x="493" y="426"/>
                    <a:pt x="495" y="423"/>
                    <a:pt x="495" y="419"/>
                  </a:cubicBezTo>
                  <a:cubicBezTo>
                    <a:pt x="485" y="375"/>
                    <a:pt x="480" y="366"/>
                    <a:pt x="483" y="359"/>
                  </a:cubicBezTo>
                  <a:cubicBezTo>
                    <a:pt x="470" y="321"/>
                    <a:pt x="476" y="319"/>
                    <a:pt x="470" y="314"/>
                  </a:cubicBezTo>
                  <a:cubicBezTo>
                    <a:pt x="459" y="218"/>
                    <a:pt x="466" y="212"/>
                    <a:pt x="462" y="204"/>
                  </a:cubicBezTo>
                  <a:cubicBezTo>
                    <a:pt x="457" y="195"/>
                    <a:pt x="457" y="204"/>
                    <a:pt x="457" y="213"/>
                  </a:cubicBezTo>
                  <a:cubicBezTo>
                    <a:pt x="457" y="232"/>
                    <a:pt x="452" y="236"/>
                    <a:pt x="455" y="241"/>
                  </a:cubicBezTo>
                  <a:cubicBezTo>
                    <a:pt x="454" y="275"/>
                    <a:pt x="459" y="280"/>
                    <a:pt x="456" y="285"/>
                  </a:cubicBezTo>
                  <a:cubicBezTo>
                    <a:pt x="462" y="317"/>
                    <a:pt x="462" y="322"/>
                    <a:pt x="465" y="327"/>
                  </a:cubicBezTo>
                  <a:cubicBezTo>
                    <a:pt x="475" y="362"/>
                    <a:pt x="473" y="368"/>
                    <a:pt x="475" y="375"/>
                  </a:cubicBezTo>
                  <a:cubicBezTo>
                    <a:pt x="478" y="394"/>
                    <a:pt x="483" y="397"/>
                    <a:pt x="481" y="400"/>
                  </a:cubicBezTo>
                  <a:cubicBezTo>
                    <a:pt x="484" y="436"/>
                    <a:pt x="490" y="444"/>
                    <a:pt x="487" y="449"/>
                  </a:cubicBezTo>
                  <a:cubicBezTo>
                    <a:pt x="483" y="480"/>
                    <a:pt x="490" y="485"/>
                    <a:pt x="488" y="488"/>
                  </a:cubicBezTo>
                  <a:cubicBezTo>
                    <a:pt x="483" y="503"/>
                    <a:pt x="485" y="499"/>
                    <a:pt x="485" y="495"/>
                  </a:cubicBezTo>
                  <a:cubicBezTo>
                    <a:pt x="486" y="464"/>
                    <a:pt x="482" y="459"/>
                    <a:pt x="483" y="454"/>
                  </a:cubicBezTo>
                  <a:cubicBezTo>
                    <a:pt x="474" y="394"/>
                    <a:pt x="466" y="388"/>
                    <a:pt x="469" y="384"/>
                  </a:cubicBezTo>
                  <a:cubicBezTo>
                    <a:pt x="462" y="348"/>
                    <a:pt x="459" y="346"/>
                    <a:pt x="457" y="346"/>
                  </a:cubicBezTo>
                  <a:cubicBezTo>
                    <a:pt x="449" y="328"/>
                    <a:pt x="460" y="322"/>
                    <a:pt x="453" y="324"/>
                  </a:cubicBezTo>
                  <a:cubicBezTo>
                    <a:pt x="446" y="286"/>
                    <a:pt x="449" y="281"/>
                    <a:pt x="445" y="276"/>
                  </a:cubicBezTo>
                  <a:cubicBezTo>
                    <a:pt x="449" y="241"/>
                    <a:pt x="443" y="235"/>
                    <a:pt x="444" y="230"/>
                  </a:cubicBezTo>
                  <a:cubicBezTo>
                    <a:pt x="450" y="210"/>
                    <a:pt x="442" y="203"/>
                    <a:pt x="449" y="199"/>
                  </a:cubicBezTo>
                  <a:cubicBezTo>
                    <a:pt x="454" y="163"/>
                    <a:pt x="461" y="159"/>
                    <a:pt x="458" y="153"/>
                  </a:cubicBezTo>
                  <a:cubicBezTo>
                    <a:pt x="444" y="191"/>
                    <a:pt x="439" y="200"/>
                    <a:pt x="440" y="211"/>
                  </a:cubicBezTo>
                  <a:cubicBezTo>
                    <a:pt x="435" y="250"/>
                    <a:pt x="436" y="261"/>
                    <a:pt x="437" y="271"/>
                  </a:cubicBezTo>
                  <a:cubicBezTo>
                    <a:pt x="442" y="313"/>
                    <a:pt x="444" y="323"/>
                    <a:pt x="448" y="335"/>
                  </a:cubicBezTo>
                  <a:cubicBezTo>
                    <a:pt x="458" y="387"/>
                    <a:pt x="461" y="393"/>
                    <a:pt x="460" y="398"/>
                  </a:cubicBezTo>
                  <a:cubicBezTo>
                    <a:pt x="473" y="464"/>
                    <a:pt x="476" y="471"/>
                    <a:pt x="475" y="477"/>
                  </a:cubicBezTo>
                  <a:cubicBezTo>
                    <a:pt x="472" y="519"/>
                    <a:pt x="470" y="522"/>
                    <a:pt x="473" y="526"/>
                  </a:cubicBezTo>
                  <a:cubicBezTo>
                    <a:pt x="466" y="546"/>
                    <a:pt x="465" y="547"/>
                    <a:pt x="465" y="548"/>
                  </a:cubicBezTo>
                  <a:cubicBezTo>
                    <a:pt x="459" y="507"/>
                    <a:pt x="462" y="504"/>
                    <a:pt x="463" y="501"/>
                  </a:cubicBezTo>
                  <a:cubicBezTo>
                    <a:pt x="458" y="462"/>
                    <a:pt x="451" y="454"/>
                    <a:pt x="451" y="448"/>
                  </a:cubicBezTo>
                  <a:cubicBezTo>
                    <a:pt x="436" y="412"/>
                    <a:pt x="440" y="409"/>
                    <a:pt x="436" y="405"/>
                  </a:cubicBezTo>
                  <a:cubicBezTo>
                    <a:pt x="427" y="372"/>
                    <a:pt x="429" y="369"/>
                    <a:pt x="426" y="365"/>
                  </a:cubicBezTo>
                  <a:cubicBezTo>
                    <a:pt x="421" y="351"/>
                    <a:pt x="423" y="350"/>
                    <a:pt x="421" y="347"/>
                  </a:cubicBezTo>
                  <a:cubicBezTo>
                    <a:pt x="417" y="313"/>
                    <a:pt x="414" y="309"/>
                    <a:pt x="415" y="305"/>
                  </a:cubicBezTo>
                  <a:cubicBezTo>
                    <a:pt x="416" y="260"/>
                    <a:pt x="418" y="257"/>
                    <a:pt x="414" y="253"/>
                  </a:cubicBezTo>
                  <a:cubicBezTo>
                    <a:pt x="416" y="237"/>
                    <a:pt x="416" y="229"/>
                    <a:pt x="414" y="222"/>
                  </a:cubicBezTo>
                  <a:cubicBezTo>
                    <a:pt x="416" y="200"/>
                    <a:pt x="418" y="197"/>
                    <a:pt x="418" y="194"/>
                  </a:cubicBezTo>
                  <a:cubicBezTo>
                    <a:pt x="414" y="206"/>
                    <a:pt x="410" y="211"/>
                    <a:pt x="412" y="216"/>
                  </a:cubicBezTo>
                  <a:cubicBezTo>
                    <a:pt x="409" y="236"/>
                    <a:pt x="410" y="242"/>
                    <a:pt x="410" y="247"/>
                  </a:cubicBezTo>
                  <a:cubicBezTo>
                    <a:pt x="407" y="327"/>
                    <a:pt x="412" y="332"/>
                    <a:pt x="410" y="335"/>
                  </a:cubicBezTo>
                  <a:cubicBezTo>
                    <a:pt x="414" y="368"/>
                    <a:pt x="422" y="373"/>
                    <a:pt x="420" y="377"/>
                  </a:cubicBezTo>
                  <a:cubicBezTo>
                    <a:pt x="438" y="439"/>
                    <a:pt x="445" y="459"/>
                    <a:pt x="448" y="477"/>
                  </a:cubicBezTo>
                  <a:cubicBezTo>
                    <a:pt x="451" y="509"/>
                    <a:pt x="452" y="514"/>
                    <a:pt x="453" y="518"/>
                  </a:cubicBezTo>
                  <a:cubicBezTo>
                    <a:pt x="449" y="518"/>
                    <a:pt x="452" y="515"/>
                    <a:pt x="448" y="512"/>
                  </a:cubicBezTo>
                  <a:cubicBezTo>
                    <a:pt x="443" y="484"/>
                    <a:pt x="442" y="477"/>
                    <a:pt x="441" y="470"/>
                  </a:cubicBezTo>
                  <a:cubicBezTo>
                    <a:pt x="432" y="436"/>
                    <a:pt x="429" y="432"/>
                    <a:pt x="428" y="428"/>
                  </a:cubicBezTo>
                  <a:cubicBezTo>
                    <a:pt x="416" y="393"/>
                    <a:pt x="413" y="389"/>
                    <a:pt x="414" y="386"/>
                  </a:cubicBezTo>
                  <a:cubicBezTo>
                    <a:pt x="407" y="359"/>
                    <a:pt x="405" y="356"/>
                    <a:pt x="403" y="350"/>
                  </a:cubicBezTo>
                  <a:cubicBezTo>
                    <a:pt x="401" y="334"/>
                    <a:pt x="403" y="333"/>
                    <a:pt x="403" y="333"/>
                  </a:cubicBezTo>
                  <a:cubicBezTo>
                    <a:pt x="401" y="321"/>
                    <a:pt x="400" y="317"/>
                    <a:pt x="399" y="314"/>
                  </a:cubicBezTo>
                  <a:cubicBezTo>
                    <a:pt x="395" y="298"/>
                    <a:pt x="397" y="295"/>
                    <a:pt x="396" y="293"/>
                  </a:cubicBezTo>
                  <a:cubicBezTo>
                    <a:pt x="390" y="256"/>
                    <a:pt x="396" y="250"/>
                    <a:pt x="392" y="243"/>
                  </a:cubicBezTo>
                  <a:cubicBezTo>
                    <a:pt x="394" y="217"/>
                    <a:pt x="395" y="215"/>
                    <a:pt x="395" y="213"/>
                  </a:cubicBezTo>
                  <a:cubicBezTo>
                    <a:pt x="388" y="211"/>
                    <a:pt x="391" y="212"/>
                    <a:pt x="391" y="214"/>
                  </a:cubicBezTo>
                  <a:cubicBezTo>
                    <a:pt x="386" y="231"/>
                    <a:pt x="389" y="235"/>
                    <a:pt x="386" y="237"/>
                  </a:cubicBezTo>
                  <a:cubicBezTo>
                    <a:pt x="387" y="268"/>
                    <a:pt x="385" y="271"/>
                    <a:pt x="388" y="275"/>
                  </a:cubicBezTo>
                  <a:cubicBezTo>
                    <a:pt x="391" y="325"/>
                    <a:pt x="397" y="338"/>
                    <a:pt x="393" y="350"/>
                  </a:cubicBezTo>
                  <a:cubicBezTo>
                    <a:pt x="405" y="382"/>
                    <a:pt x="403" y="390"/>
                    <a:pt x="408" y="398"/>
                  </a:cubicBezTo>
                  <a:cubicBezTo>
                    <a:pt x="419" y="430"/>
                    <a:pt x="421" y="438"/>
                    <a:pt x="423" y="446"/>
                  </a:cubicBezTo>
                  <a:cubicBezTo>
                    <a:pt x="436" y="483"/>
                    <a:pt x="432" y="487"/>
                    <a:pt x="436" y="491"/>
                  </a:cubicBezTo>
                  <a:cubicBezTo>
                    <a:pt x="440" y="554"/>
                    <a:pt x="443" y="558"/>
                    <a:pt x="443" y="562"/>
                  </a:cubicBezTo>
                  <a:cubicBezTo>
                    <a:pt x="428" y="572"/>
                    <a:pt x="429" y="568"/>
                    <a:pt x="430" y="564"/>
                  </a:cubicBezTo>
                  <a:cubicBezTo>
                    <a:pt x="417" y="498"/>
                    <a:pt x="416" y="485"/>
                    <a:pt x="415" y="472"/>
                  </a:cubicBezTo>
                  <a:cubicBezTo>
                    <a:pt x="409" y="449"/>
                    <a:pt x="405" y="442"/>
                    <a:pt x="406" y="436"/>
                  </a:cubicBezTo>
                  <a:cubicBezTo>
                    <a:pt x="401" y="421"/>
                    <a:pt x="398" y="415"/>
                    <a:pt x="398" y="411"/>
                  </a:cubicBezTo>
                  <a:cubicBezTo>
                    <a:pt x="393" y="374"/>
                    <a:pt x="387" y="375"/>
                    <a:pt x="389" y="372"/>
                  </a:cubicBezTo>
                  <a:cubicBezTo>
                    <a:pt x="382" y="312"/>
                    <a:pt x="377" y="293"/>
                    <a:pt x="381" y="275"/>
                  </a:cubicBezTo>
                  <a:cubicBezTo>
                    <a:pt x="385" y="244"/>
                    <a:pt x="380" y="238"/>
                    <a:pt x="383" y="234"/>
                  </a:cubicBezTo>
                  <a:cubicBezTo>
                    <a:pt x="377" y="239"/>
                    <a:pt x="376" y="242"/>
                    <a:pt x="376" y="244"/>
                  </a:cubicBezTo>
                  <a:cubicBezTo>
                    <a:pt x="375" y="300"/>
                    <a:pt x="373" y="312"/>
                    <a:pt x="372" y="324"/>
                  </a:cubicBezTo>
                  <a:cubicBezTo>
                    <a:pt x="386" y="402"/>
                    <a:pt x="389" y="407"/>
                    <a:pt x="389" y="412"/>
                  </a:cubicBezTo>
                  <a:cubicBezTo>
                    <a:pt x="411" y="512"/>
                    <a:pt x="416" y="522"/>
                    <a:pt x="416" y="532"/>
                  </a:cubicBezTo>
                  <a:cubicBezTo>
                    <a:pt x="418" y="573"/>
                    <a:pt x="419" y="584"/>
                    <a:pt x="420" y="595"/>
                  </a:cubicBezTo>
                  <a:cubicBezTo>
                    <a:pt x="411" y="622"/>
                    <a:pt x="419" y="616"/>
                    <a:pt x="413" y="608"/>
                  </a:cubicBezTo>
                  <a:cubicBezTo>
                    <a:pt x="406" y="541"/>
                    <a:pt x="407" y="534"/>
                    <a:pt x="403" y="527"/>
                  </a:cubicBezTo>
                  <a:cubicBezTo>
                    <a:pt x="394" y="499"/>
                    <a:pt x="398" y="493"/>
                    <a:pt x="395" y="486"/>
                  </a:cubicBezTo>
                  <a:cubicBezTo>
                    <a:pt x="376" y="417"/>
                    <a:pt x="378" y="413"/>
                    <a:pt x="374" y="408"/>
                  </a:cubicBezTo>
                  <a:cubicBezTo>
                    <a:pt x="370" y="378"/>
                    <a:pt x="365" y="372"/>
                    <a:pt x="367" y="369"/>
                  </a:cubicBezTo>
                  <a:cubicBezTo>
                    <a:pt x="363" y="308"/>
                    <a:pt x="356" y="298"/>
                    <a:pt x="360" y="290"/>
                  </a:cubicBezTo>
                  <a:cubicBezTo>
                    <a:pt x="362" y="248"/>
                    <a:pt x="362" y="244"/>
                    <a:pt x="362" y="239"/>
                  </a:cubicBezTo>
                  <a:cubicBezTo>
                    <a:pt x="363" y="220"/>
                    <a:pt x="361" y="223"/>
                    <a:pt x="360" y="226"/>
                  </a:cubicBezTo>
                  <a:cubicBezTo>
                    <a:pt x="358" y="241"/>
                    <a:pt x="353" y="244"/>
                    <a:pt x="357" y="248"/>
                  </a:cubicBezTo>
                  <a:cubicBezTo>
                    <a:pt x="352" y="267"/>
                    <a:pt x="356" y="270"/>
                    <a:pt x="351" y="272"/>
                  </a:cubicBezTo>
                  <a:cubicBezTo>
                    <a:pt x="350" y="303"/>
                    <a:pt x="355" y="306"/>
                    <a:pt x="353" y="308"/>
                  </a:cubicBezTo>
                  <a:cubicBezTo>
                    <a:pt x="351" y="332"/>
                    <a:pt x="356" y="338"/>
                    <a:pt x="353" y="342"/>
                  </a:cubicBezTo>
                  <a:cubicBezTo>
                    <a:pt x="363" y="389"/>
                    <a:pt x="362" y="393"/>
                    <a:pt x="367" y="398"/>
                  </a:cubicBezTo>
                  <a:cubicBezTo>
                    <a:pt x="367" y="433"/>
                    <a:pt x="379" y="443"/>
                    <a:pt x="375" y="451"/>
                  </a:cubicBezTo>
                  <a:cubicBezTo>
                    <a:pt x="395" y="536"/>
                    <a:pt x="399" y="541"/>
                    <a:pt x="399" y="545"/>
                  </a:cubicBezTo>
                  <a:cubicBezTo>
                    <a:pt x="400" y="576"/>
                    <a:pt x="402" y="581"/>
                    <a:pt x="406" y="586"/>
                  </a:cubicBezTo>
                  <a:cubicBezTo>
                    <a:pt x="406" y="605"/>
                    <a:pt x="405" y="608"/>
                    <a:pt x="404" y="610"/>
                  </a:cubicBezTo>
                  <a:cubicBezTo>
                    <a:pt x="402" y="627"/>
                    <a:pt x="408" y="632"/>
                    <a:pt x="403" y="635"/>
                  </a:cubicBezTo>
                  <a:cubicBezTo>
                    <a:pt x="396" y="601"/>
                    <a:pt x="401" y="597"/>
                    <a:pt x="398" y="592"/>
                  </a:cubicBezTo>
                  <a:cubicBezTo>
                    <a:pt x="383" y="512"/>
                    <a:pt x="375" y="506"/>
                    <a:pt x="377" y="501"/>
                  </a:cubicBezTo>
                  <a:cubicBezTo>
                    <a:pt x="354" y="435"/>
                    <a:pt x="354" y="416"/>
                    <a:pt x="344" y="395"/>
                  </a:cubicBezTo>
                  <a:cubicBezTo>
                    <a:pt x="338" y="338"/>
                    <a:pt x="338" y="335"/>
                    <a:pt x="339" y="333"/>
                  </a:cubicBezTo>
                  <a:cubicBezTo>
                    <a:pt x="340" y="299"/>
                    <a:pt x="336" y="293"/>
                    <a:pt x="338" y="287"/>
                  </a:cubicBezTo>
                  <a:cubicBezTo>
                    <a:pt x="331" y="289"/>
                    <a:pt x="332" y="300"/>
                    <a:pt x="330" y="310"/>
                  </a:cubicBezTo>
                  <a:cubicBezTo>
                    <a:pt x="334" y="336"/>
                    <a:pt x="329" y="338"/>
                    <a:pt x="333" y="342"/>
                  </a:cubicBezTo>
                  <a:cubicBezTo>
                    <a:pt x="337" y="378"/>
                    <a:pt x="335" y="383"/>
                    <a:pt x="337" y="388"/>
                  </a:cubicBezTo>
                  <a:cubicBezTo>
                    <a:pt x="337" y="409"/>
                    <a:pt x="345" y="415"/>
                    <a:pt x="343" y="420"/>
                  </a:cubicBezTo>
                  <a:cubicBezTo>
                    <a:pt x="357" y="454"/>
                    <a:pt x="351" y="461"/>
                    <a:pt x="357" y="467"/>
                  </a:cubicBezTo>
                  <a:cubicBezTo>
                    <a:pt x="369" y="497"/>
                    <a:pt x="364" y="504"/>
                    <a:pt x="368" y="506"/>
                  </a:cubicBezTo>
                  <a:cubicBezTo>
                    <a:pt x="379" y="543"/>
                    <a:pt x="382" y="551"/>
                    <a:pt x="384" y="558"/>
                  </a:cubicBezTo>
                  <a:cubicBezTo>
                    <a:pt x="390" y="600"/>
                    <a:pt x="393" y="605"/>
                    <a:pt x="388" y="609"/>
                  </a:cubicBezTo>
                  <a:cubicBezTo>
                    <a:pt x="376" y="559"/>
                    <a:pt x="371" y="556"/>
                    <a:pt x="373" y="554"/>
                  </a:cubicBezTo>
                  <a:cubicBezTo>
                    <a:pt x="357" y="504"/>
                    <a:pt x="350" y="497"/>
                    <a:pt x="350" y="491"/>
                  </a:cubicBezTo>
                  <a:cubicBezTo>
                    <a:pt x="323" y="433"/>
                    <a:pt x="327" y="431"/>
                    <a:pt x="324" y="427"/>
                  </a:cubicBezTo>
                  <a:cubicBezTo>
                    <a:pt x="313" y="386"/>
                    <a:pt x="309" y="374"/>
                    <a:pt x="308" y="362"/>
                  </a:cubicBezTo>
                  <a:cubicBezTo>
                    <a:pt x="306" y="320"/>
                    <a:pt x="303" y="314"/>
                    <a:pt x="304" y="308"/>
                  </a:cubicBezTo>
                  <a:cubicBezTo>
                    <a:pt x="303" y="284"/>
                    <a:pt x="306" y="279"/>
                    <a:pt x="306" y="273"/>
                  </a:cubicBezTo>
                  <a:cubicBezTo>
                    <a:pt x="300" y="263"/>
                    <a:pt x="301" y="273"/>
                    <a:pt x="300" y="282"/>
                  </a:cubicBezTo>
                  <a:cubicBezTo>
                    <a:pt x="298" y="301"/>
                    <a:pt x="297" y="305"/>
                    <a:pt x="295" y="310"/>
                  </a:cubicBezTo>
                  <a:cubicBezTo>
                    <a:pt x="307" y="382"/>
                    <a:pt x="302" y="391"/>
                    <a:pt x="310" y="402"/>
                  </a:cubicBezTo>
                  <a:cubicBezTo>
                    <a:pt x="317" y="439"/>
                    <a:pt x="325" y="446"/>
                    <a:pt x="323" y="450"/>
                  </a:cubicBezTo>
                  <a:cubicBezTo>
                    <a:pt x="337" y="478"/>
                    <a:pt x="337" y="489"/>
                    <a:pt x="345" y="500"/>
                  </a:cubicBezTo>
                  <a:cubicBezTo>
                    <a:pt x="352" y="526"/>
                    <a:pt x="359" y="530"/>
                    <a:pt x="355" y="532"/>
                  </a:cubicBezTo>
                  <a:cubicBezTo>
                    <a:pt x="378" y="589"/>
                    <a:pt x="373" y="597"/>
                    <a:pt x="377" y="600"/>
                  </a:cubicBezTo>
                  <a:cubicBezTo>
                    <a:pt x="374" y="595"/>
                    <a:pt x="367" y="591"/>
                    <a:pt x="366" y="588"/>
                  </a:cubicBezTo>
                  <a:cubicBezTo>
                    <a:pt x="355" y="552"/>
                    <a:pt x="348" y="544"/>
                    <a:pt x="350" y="538"/>
                  </a:cubicBezTo>
                  <a:cubicBezTo>
                    <a:pt x="324" y="484"/>
                    <a:pt x="321" y="468"/>
                    <a:pt x="311" y="451"/>
                  </a:cubicBezTo>
                  <a:cubicBezTo>
                    <a:pt x="301" y="423"/>
                    <a:pt x="301" y="419"/>
                    <a:pt x="300" y="415"/>
                  </a:cubicBezTo>
                  <a:cubicBezTo>
                    <a:pt x="290" y="374"/>
                    <a:pt x="287" y="369"/>
                    <a:pt x="289" y="366"/>
                  </a:cubicBezTo>
                  <a:cubicBezTo>
                    <a:pt x="286" y="345"/>
                    <a:pt x="285" y="337"/>
                    <a:pt x="285" y="330"/>
                  </a:cubicBezTo>
                  <a:cubicBezTo>
                    <a:pt x="278" y="309"/>
                    <a:pt x="280" y="316"/>
                    <a:pt x="280" y="319"/>
                  </a:cubicBezTo>
                  <a:cubicBezTo>
                    <a:pt x="279" y="330"/>
                    <a:pt x="279" y="333"/>
                    <a:pt x="279" y="334"/>
                  </a:cubicBezTo>
                  <a:cubicBezTo>
                    <a:pt x="276" y="357"/>
                    <a:pt x="284" y="362"/>
                    <a:pt x="281" y="365"/>
                  </a:cubicBezTo>
                  <a:cubicBezTo>
                    <a:pt x="287" y="400"/>
                    <a:pt x="290" y="404"/>
                    <a:pt x="290" y="407"/>
                  </a:cubicBezTo>
                  <a:cubicBezTo>
                    <a:pt x="314" y="477"/>
                    <a:pt x="313" y="479"/>
                    <a:pt x="313" y="481"/>
                  </a:cubicBezTo>
                  <a:cubicBezTo>
                    <a:pt x="324" y="507"/>
                    <a:pt x="331" y="514"/>
                    <a:pt x="329" y="519"/>
                  </a:cubicBezTo>
                  <a:cubicBezTo>
                    <a:pt x="359" y="601"/>
                    <a:pt x="365" y="601"/>
                    <a:pt x="364" y="609"/>
                  </a:cubicBezTo>
                  <a:cubicBezTo>
                    <a:pt x="371" y="640"/>
                    <a:pt x="372" y="643"/>
                    <a:pt x="374" y="646"/>
                  </a:cubicBezTo>
                  <a:cubicBezTo>
                    <a:pt x="376" y="667"/>
                    <a:pt x="377" y="669"/>
                    <a:pt x="374" y="671"/>
                  </a:cubicBezTo>
                  <a:cubicBezTo>
                    <a:pt x="375" y="687"/>
                    <a:pt x="374" y="690"/>
                    <a:pt x="375" y="692"/>
                  </a:cubicBezTo>
                  <a:cubicBezTo>
                    <a:pt x="370" y="713"/>
                    <a:pt x="369" y="717"/>
                    <a:pt x="367" y="715"/>
                  </a:cubicBezTo>
                  <a:cubicBezTo>
                    <a:pt x="363" y="675"/>
                    <a:pt x="362" y="670"/>
                    <a:pt x="363" y="666"/>
                  </a:cubicBezTo>
                  <a:cubicBezTo>
                    <a:pt x="352" y="608"/>
                    <a:pt x="345" y="610"/>
                    <a:pt x="346" y="605"/>
                  </a:cubicBezTo>
                  <a:cubicBezTo>
                    <a:pt x="334" y="572"/>
                    <a:pt x="329" y="574"/>
                    <a:pt x="329" y="568"/>
                  </a:cubicBezTo>
                  <a:cubicBezTo>
                    <a:pt x="310" y="526"/>
                    <a:pt x="303" y="521"/>
                    <a:pt x="305" y="517"/>
                  </a:cubicBezTo>
                  <a:cubicBezTo>
                    <a:pt x="290" y="492"/>
                    <a:pt x="293" y="489"/>
                    <a:pt x="289" y="484"/>
                  </a:cubicBezTo>
                  <a:cubicBezTo>
                    <a:pt x="272" y="442"/>
                    <a:pt x="272" y="433"/>
                    <a:pt x="267" y="424"/>
                  </a:cubicBezTo>
                  <a:cubicBezTo>
                    <a:pt x="263" y="382"/>
                    <a:pt x="261" y="377"/>
                    <a:pt x="262" y="373"/>
                  </a:cubicBezTo>
                  <a:cubicBezTo>
                    <a:pt x="263" y="332"/>
                    <a:pt x="259" y="327"/>
                    <a:pt x="260" y="323"/>
                  </a:cubicBezTo>
                  <a:cubicBezTo>
                    <a:pt x="255" y="324"/>
                    <a:pt x="255" y="328"/>
                    <a:pt x="258" y="332"/>
                  </a:cubicBezTo>
                  <a:cubicBezTo>
                    <a:pt x="253" y="357"/>
                    <a:pt x="255" y="358"/>
                    <a:pt x="255" y="359"/>
                  </a:cubicBezTo>
                  <a:cubicBezTo>
                    <a:pt x="256" y="372"/>
                    <a:pt x="254" y="373"/>
                    <a:pt x="255" y="376"/>
                  </a:cubicBezTo>
                  <a:cubicBezTo>
                    <a:pt x="262" y="413"/>
                    <a:pt x="257" y="421"/>
                    <a:pt x="262" y="430"/>
                  </a:cubicBezTo>
                  <a:cubicBezTo>
                    <a:pt x="271" y="463"/>
                    <a:pt x="270" y="468"/>
                    <a:pt x="276" y="474"/>
                  </a:cubicBezTo>
                  <a:cubicBezTo>
                    <a:pt x="293" y="525"/>
                    <a:pt x="305" y="537"/>
                    <a:pt x="308" y="549"/>
                  </a:cubicBezTo>
                  <a:cubicBezTo>
                    <a:pt x="326" y="593"/>
                    <a:pt x="338" y="598"/>
                    <a:pt x="333" y="600"/>
                  </a:cubicBezTo>
                  <a:cubicBezTo>
                    <a:pt x="344" y="639"/>
                    <a:pt x="350" y="643"/>
                    <a:pt x="348" y="645"/>
                  </a:cubicBezTo>
                  <a:cubicBezTo>
                    <a:pt x="360" y="675"/>
                    <a:pt x="349" y="681"/>
                    <a:pt x="356" y="679"/>
                  </a:cubicBezTo>
                  <a:cubicBezTo>
                    <a:pt x="356" y="718"/>
                    <a:pt x="357" y="722"/>
                    <a:pt x="358" y="727"/>
                  </a:cubicBezTo>
                  <a:cubicBezTo>
                    <a:pt x="355" y="728"/>
                    <a:pt x="353" y="720"/>
                    <a:pt x="355" y="712"/>
                  </a:cubicBezTo>
                  <a:cubicBezTo>
                    <a:pt x="344" y="656"/>
                    <a:pt x="337" y="650"/>
                    <a:pt x="339" y="647"/>
                  </a:cubicBezTo>
                  <a:cubicBezTo>
                    <a:pt x="327" y="614"/>
                    <a:pt x="329" y="612"/>
                    <a:pt x="327" y="609"/>
                  </a:cubicBezTo>
                  <a:cubicBezTo>
                    <a:pt x="296" y="547"/>
                    <a:pt x="292" y="535"/>
                    <a:pt x="286" y="521"/>
                  </a:cubicBezTo>
                  <a:cubicBezTo>
                    <a:pt x="264" y="475"/>
                    <a:pt x="265" y="471"/>
                    <a:pt x="260" y="465"/>
                  </a:cubicBezTo>
                  <a:cubicBezTo>
                    <a:pt x="247" y="411"/>
                    <a:pt x="246" y="405"/>
                    <a:pt x="244" y="399"/>
                  </a:cubicBezTo>
                  <a:cubicBezTo>
                    <a:pt x="237" y="392"/>
                    <a:pt x="243" y="396"/>
                    <a:pt x="240" y="399"/>
                  </a:cubicBezTo>
                  <a:cubicBezTo>
                    <a:pt x="245" y="450"/>
                    <a:pt x="252" y="456"/>
                    <a:pt x="251" y="460"/>
                  </a:cubicBezTo>
                  <a:cubicBezTo>
                    <a:pt x="278" y="524"/>
                    <a:pt x="284" y="536"/>
                    <a:pt x="288" y="548"/>
                  </a:cubicBezTo>
                  <a:cubicBezTo>
                    <a:pt x="302" y="574"/>
                    <a:pt x="305" y="577"/>
                    <a:pt x="303" y="579"/>
                  </a:cubicBezTo>
                  <a:cubicBezTo>
                    <a:pt x="316" y="612"/>
                    <a:pt x="323" y="618"/>
                    <a:pt x="323" y="624"/>
                  </a:cubicBezTo>
                  <a:cubicBezTo>
                    <a:pt x="325" y="635"/>
                    <a:pt x="328" y="634"/>
                    <a:pt x="329" y="635"/>
                  </a:cubicBezTo>
                  <a:cubicBezTo>
                    <a:pt x="329" y="647"/>
                    <a:pt x="332" y="649"/>
                    <a:pt x="330" y="651"/>
                  </a:cubicBezTo>
                  <a:cubicBezTo>
                    <a:pt x="342" y="695"/>
                    <a:pt x="341" y="702"/>
                    <a:pt x="346" y="710"/>
                  </a:cubicBezTo>
                  <a:cubicBezTo>
                    <a:pt x="344" y="729"/>
                    <a:pt x="346" y="732"/>
                    <a:pt x="343" y="730"/>
                  </a:cubicBezTo>
                  <a:cubicBezTo>
                    <a:pt x="342" y="696"/>
                    <a:pt x="336" y="691"/>
                    <a:pt x="340" y="688"/>
                  </a:cubicBezTo>
                  <a:cubicBezTo>
                    <a:pt x="322" y="644"/>
                    <a:pt x="323" y="635"/>
                    <a:pt x="319" y="625"/>
                  </a:cubicBezTo>
                  <a:cubicBezTo>
                    <a:pt x="304" y="603"/>
                    <a:pt x="309" y="596"/>
                    <a:pt x="304" y="598"/>
                  </a:cubicBezTo>
                  <a:cubicBezTo>
                    <a:pt x="283" y="562"/>
                    <a:pt x="281" y="562"/>
                    <a:pt x="280" y="557"/>
                  </a:cubicBezTo>
                  <a:cubicBezTo>
                    <a:pt x="239" y="483"/>
                    <a:pt x="234" y="468"/>
                    <a:pt x="227" y="453"/>
                  </a:cubicBezTo>
                  <a:cubicBezTo>
                    <a:pt x="222" y="406"/>
                    <a:pt x="214" y="401"/>
                    <a:pt x="217" y="399"/>
                  </a:cubicBezTo>
                  <a:cubicBezTo>
                    <a:pt x="210" y="368"/>
                    <a:pt x="206" y="371"/>
                    <a:pt x="209" y="374"/>
                  </a:cubicBezTo>
                  <a:cubicBezTo>
                    <a:pt x="211" y="412"/>
                    <a:pt x="214" y="416"/>
                    <a:pt x="212" y="419"/>
                  </a:cubicBezTo>
                  <a:cubicBezTo>
                    <a:pt x="217" y="447"/>
                    <a:pt x="220" y="451"/>
                    <a:pt x="218" y="454"/>
                  </a:cubicBezTo>
                  <a:cubicBezTo>
                    <a:pt x="237" y="486"/>
                    <a:pt x="228" y="488"/>
                    <a:pt x="233" y="492"/>
                  </a:cubicBezTo>
                  <a:cubicBezTo>
                    <a:pt x="243" y="506"/>
                    <a:pt x="241" y="507"/>
                    <a:pt x="243" y="510"/>
                  </a:cubicBezTo>
                  <a:cubicBezTo>
                    <a:pt x="273" y="563"/>
                    <a:pt x="281" y="573"/>
                    <a:pt x="290" y="592"/>
                  </a:cubicBezTo>
                  <a:cubicBezTo>
                    <a:pt x="313" y="641"/>
                    <a:pt x="320" y="646"/>
                    <a:pt x="317" y="650"/>
                  </a:cubicBezTo>
                  <a:cubicBezTo>
                    <a:pt x="324" y="674"/>
                    <a:pt x="328" y="677"/>
                    <a:pt x="326" y="679"/>
                  </a:cubicBezTo>
                  <a:cubicBezTo>
                    <a:pt x="331" y="728"/>
                    <a:pt x="335" y="734"/>
                    <a:pt x="335" y="739"/>
                  </a:cubicBezTo>
                  <a:cubicBezTo>
                    <a:pt x="329" y="772"/>
                    <a:pt x="335" y="778"/>
                    <a:pt x="329" y="782"/>
                  </a:cubicBezTo>
                  <a:cubicBezTo>
                    <a:pt x="329" y="760"/>
                    <a:pt x="324" y="756"/>
                    <a:pt x="326" y="754"/>
                  </a:cubicBezTo>
                  <a:cubicBezTo>
                    <a:pt x="316" y="694"/>
                    <a:pt x="311" y="688"/>
                    <a:pt x="312" y="684"/>
                  </a:cubicBezTo>
                  <a:cubicBezTo>
                    <a:pt x="303" y="664"/>
                    <a:pt x="300" y="660"/>
                    <a:pt x="297" y="655"/>
                  </a:cubicBezTo>
                  <a:cubicBezTo>
                    <a:pt x="277" y="614"/>
                    <a:pt x="276" y="603"/>
                    <a:pt x="266" y="592"/>
                  </a:cubicBezTo>
                  <a:cubicBezTo>
                    <a:pt x="229" y="512"/>
                    <a:pt x="224" y="509"/>
                    <a:pt x="226" y="507"/>
                  </a:cubicBezTo>
                  <a:cubicBezTo>
                    <a:pt x="219" y="487"/>
                    <a:pt x="218" y="484"/>
                    <a:pt x="215" y="481"/>
                  </a:cubicBezTo>
                  <a:cubicBezTo>
                    <a:pt x="207" y="434"/>
                    <a:pt x="204" y="427"/>
                    <a:pt x="203" y="421"/>
                  </a:cubicBezTo>
                  <a:cubicBezTo>
                    <a:pt x="200" y="407"/>
                    <a:pt x="202" y="403"/>
                    <a:pt x="198" y="400"/>
                  </a:cubicBezTo>
                  <a:cubicBezTo>
                    <a:pt x="196" y="424"/>
                    <a:pt x="202" y="423"/>
                    <a:pt x="200" y="426"/>
                  </a:cubicBezTo>
                  <a:cubicBezTo>
                    <a:pt x="204" y="466"/>
                    <a:pt x="207" y="469"/>
                    <a:pt x="205" y="471"/>
                  </a:cubicBezTo>
                  <a:cubicBezTo>
                    <a:pt x="232" y="535"/>
                    <a:pt x="234" y="550"/>
                    <a:pt x="247" y="566"/>
                  </a:cubicBezTo>
                  <a:cubicBezTo>
                    <a:pt x="301" y="688"/>
                    <a:pt x="306" y="693"/>
                    <a:pt x="305" y="698"/>
                  </a:cubicBezTo>
                  <a:cubicBezTo>
                    <a:pt x="318" y="764"/>
                    <a:pt x="321" y="768"/>
                    <a:pt x="316" y="771"/>
                  </a:cubicBezTo>
                  <a:cubicBezTo>
                    <a:pt x="320" y="797"/>
                    <a:pt x="318" y="798"/>
                    <a:pt x="320" y="800"/>
                  </a:cubicBezTo>
                  <a:cubicBezTo>
                    <a:pt x="311" y="765"/>
                    <a:pt x="308" y="755"/>
                    <a:pt x="311" y="746"/>
                  </a:cubicBezTo>
                  <a:cubicBezTo>
                    <a:pt x="292" y="699"/>
                    <a:pt x="295" y="695"/>
                    <a:pt x="291" y="689"/>
                  </a:cubicBezTo>
                  <a:cubicBezTo>
                    <a:pt x="279" y="664"/>
                    <a:pt x="281" y="659"/>
                    <a:pt x="274" y="652"/>
                  </a:cubicBezTo>
                  <a:cubicBezTo>
                    <a:pt x="272" y="634"/>
                    <a:pt x="265" y="630"/>
                    <a:pt x="264" y="627"/>
                  </a:cubicBezTo>
                  <a:cubicBezTo>
                    <a:pt x="258" y="606"/>
                    <a:pt x="250" y="601"/>
                    <a:pt x="253" y="598"/>
                  </a:cubicBezTo>
                  <a:cubicBezTo>
                    <a:pt x="219" y="535"/>
                    <a:pt x="210" y="531"/>
                    <a:pt x="213" y="526"/>
                  </a:cubicBezTo>
                  <a:cubicBezTo>
                    <a:pt x="196" y="496"/>
                    <a:pt x="200" y="495"/>
                    <a:pt x="199" y="493"/>
                  </a:cubicBezTo>
                  <a:cubicBezTo>
                    <a:pt x="188" y="444"/>
                    <a:pt x="183" y="435"/>
                    <a:pt x="184" y="427"/>
                  </a:cubicBezTo>
                  <a:cubicBezTo>
                    <a:pt x="176" y="409"/>
                    <a:pt x="175" y="415"/>
                    <a:pt x="176" y="421"/>
                  </a:cubicBezTo>
                  <a:cubicBezTo>
                    <a:pt x="180" y="443"/>
                    <a:pt x="180" y="448"/>
                    <a:pt x="180" y="452"/>
                  </a:cubicBezTo>
                  <a:cubicBezTo>
                    <a:pt x="181" y="498"/>
                    <a:pt x="184" y="526"/>
                    <a:pt x="195" y="545"/>
                  </a:cubicBezTo>
                  <a:cubicBezTo>
                    <a:pt x="206" y="572"/>
                    <a:pt x="208" y="569"/>
                    <a:pt x="211" y="577"/>
                  </a:cubicBezTo>
                  <a:cubicBezTo>
                    <a:pt x="236" y="627"/>
                    <a:pt x="240" y="630"/>
                    <a:pt x="238" y="632"/>
                  </a:cubicBezTo>
                  <a:cubicBezTo>
                    <a:pt x="260" y="671"/>
                    <a:pt x="263" y="679"/>
                    <a:pt x="270" y="687"/>
                  </a:cubicBezTo>
                  <a:cubicBezTo>
                    <a:pt x="277" y="703"/>
                    <a:pt x="278" y="705"/>
                    <a:pt x="280" y="707"/>
                  </a:cubicBezTo>
                  <a:cubicBezTo>
                    <a:pt x="284" y="736"/>
                    <a:pt x="293" y="745"/>
                    <a:pt x="290" y="751"/>
                  </a:cubicBezTo>
                  <a:cubicBezTo>
                    <a:pt x="300" y="786"/>
                    <a:pt x="298" y="788"/>
                    <a:pt x="301" y="790"/>
                  </a:cubicBezTo>
                  <a:cubicBezTo>
                    <a:pt x="285" y="760"/>
                    <a:pt x="280" y="751"/>
                    <a:pt x="281" y="743"/>
                  </a:cubicBezTo>
                  <a:cubicBezTo>
                    <a:pt x="267" y="717"/>
                    <a:pt x="263" y="712"/>
                    <a:pt x="264" y="709"/>
                  </a:cubicBezTo>
                  <a:cubicBezTo>
                    <a:pt x="248" y="682"/>
                    <a:pt x="246" y="670"/>
                    <a:pt x="242" y="658"/>
                  </a:cubicBezTo>
                  <a:cubicBezTo>
                    <a:pt x="179" y="534"/>
                    <a:pt x="172" y="518"/>
                    <a:pt x="162" y="502"/>
                  </a:cubicBezTo>
                  <a:cubicBezTo>
                    <a:pt x="145" y="444"/>
                    <a:pt x="148" y="430"/>
                    <a:pt x="143" y="415"/>
                  </a:cubicBezTo>
                  <a:cubicBezTo>
                    <a:pt x="140" y="444"/>
                    <a:pt x="143" y="452"/>
                    <a:pt x="143" y="459"/>
                  </a:cubicBezTo>
                  <a:cubicBezTo>
                    <a:pt x="153" y="499"/>
                    <a:pt x="156" y="503"/>
                    <a:pt x="155" y="507"/>
                  </a:cubicBezTo>
                  <a:cubicBezTo>
                    <a:pt x="184" y="563"/>
                    <a:pt x="185" y="565"/>
                    <a:pt x="185" y="569"/>
                  </a:cubicBezTo>
                  <a:cubicBezTo>
                    <a:pt x="202" y="603"/>
                    <a:pt x="208" y="605"/>
                    <a:pt x="207" y="612"/>
                  </a:cubicBezTo>
                  <a:cubicBezTo>
                    <a:pt x="217" y="641"/>
                    <a:pt x="230" y="639"/>
                    <a:pt x="224" y="644"/>
                  </a:cubicBezTo>
                  <a:cubicBezTo>
                    <a:pt x="287" y="796"/>
                    <a:pt x="292" y="802"/>
                    <a:pt x="291" y="807"/>
                  </a:cubicBezTo>
                  <a:cubicBezTo>
                    <a:pt x="298" y="844"/>
                    <a:pt x="299" y="847"/>
                    <a:pt x="297" y="849"/>
                  </a:cubicBezTo>
                  <a:cubicBezTo>
                    <a:pt x="295" y="844"/>
                    <a:pt x="294" y="840"/>
                    <a:pt x="292" y="836"/>
                  </a:cubicBezTo>
                  <a:cubicBezTo>
                    <a:pt x="285" y="809"/>
                    <a:pt x="281" y="804"/>
                    <a:pt x="278" y="799"/>
                  </a:cubicBezTo>
                  <a:cubicBezTo>
                    <a:pt x="255" y="746"/>
                    <a:pt x="249" y="747"/>
                    <a:pt x="250" y="741"/>
                  </a:cubicBezTo>
                  <a:cubicBezTo>
                    <a:pt x="223" y="694"/>
                    <a:pt x="225" y="692"/>
                    <a:pt x="223" y="689"/>
                  </a:cubicBezTo>
                  <a:cubicBezTo>
                    <a:pt x="216" y="674"/>
                    <a:pt x="215" y="671"/>
                    <a:pt x="212" y="667"/>
                  </a:cubicBezTo>
                  <a:cubicBezTo>
                    <a:pt x="201" y="644"/>
                    <a:pt x="195" y="640"/>
                    <a:pt x="198" y="638"/>
                  </a:cubicBezTo>
                  <a:cubicBezTo>
                    <a:pt x="149" y="549"/>
                    <a:pt x="156" y="559"/>
                    <a:pt x="157" y="567"/>
                  </a:cubicBezTo>
                  <a:cubicBezTo>
                    <a:pt x="160" y="580"/>
                    <a:pt x="164" y="583"/>
                    <a:pt x="165" y="586"/>
                  </a:cubicBezTo>
                  <a:cubicBezTo>
                    <a:pt x="177" y="613"/>
                    <a:pt x="172" y="614"/>
                    <a:pt x="179" y="618"/>
                  </a:cubicBezTo>
                  <a:cubicBezTo>
                    <a:pt x="187" y="642"/>
                    <a:pt x="191" y="644"/>
                    <a:pt x="192" y="647"/>
                  </a:cubicBezTo>
                  <a:cubicBezTo>
                    <a:pt x="208" y="677"/>
                    <a:pt x="206" y="681"/>
                    <a:pt x="209" y="680"/>
                  </a:cubicBezTo>
                  <a:cubicBezTo>
                    <a:pt x="229" y="715"/>
                    <a:pt x="236" y="735"/>
                    <a:pt x="245" y="754"/>
                  </a:cubicBezTo>
                  <a:cubicBezTo>
                    <a:pt x="265" y="789"/>
                    <a:pt x="268" y="793"/>
                    <a:pt x="268" y="796"/>
                  </a:cubicBezTo>
                  <a:cubicBezTo>
                    <a:pt x="284" y="831"/>
                    <a:pt x="281" y="834"/>
                    <a:pt x="283" y="837"/>
                  </a:cubicBezTo>
                  <a:cubicBezTo>
                    <a:pt x="287" y="855"/>
                    <a:pt x="283" y="857"/>
                    <a:pt x="287" y="859"/>
                  </a:cubicBezTo>
                  <a:cubicBezTo>
                    <a:pt x="285" y="886"/>
                    <a:pt x="282" y="878"/>
                    <a:pt x="285" y="870"/>
                  </a:cubicBezTo>
                  <a:cubicBezTo>
                    <a:pt x="268" y="821"/>
                    <a:pt x="270" y="819"/>
                    <a:pt x="268" y="816"/>
                  </a:cubicBezTo>
                  <a:cubicBezTo>
                    <a:pt x="259" y="786"/>
                    <a:pt x="252" y="782"/>
                    <a:pt x="251" y="779"/>
                  </a:cubicBezTo>
                  <a:cubicBezTo>
                    <a:pt x="234" y="751"/>
                    <a:pt x="238" y="749"/>
                    <a:pt x="234" y="745"/>
                  </a:cubicBezTo>
                  <a:cubicBezTo>
                    <a:pt x="205" y="692"/>
                    <a:pt x="202" y="688"/>
                    <a:pt x="199" y="684"/>
                  </a:cubicBezTo>
                  <a:cubicBezTo>
                    <a:pt x="177" y="630"/>
                    <a:pt x="166" y="611"/>
                    <a:pt x="158" y="593"/>
                  </a:cubicBezTo>
                  <a:cubicBezTo>
                    <a:pt x="147" y="546"/>
                    <a:pt x="142" y="548"/>
                    <a:pt x="140" y="540"/>
                  </a:cubicBezTo>
                  <a:cubicBezTo>
                    <a:pt x="140" y="522"/>
                    <a:pt x="138" y="522"/>
                    <a:pt x="136" y="521"/>
                  </a:cubicBezTo>
                  <a:cubicBezTo>
                    <a:pt x="130" y="496"/>
                    <a:pt x="129" y="493"/>
                    <a:pt x="131" y="490"/>
                  </a:cubicBezTo>
                  <a:cubicBezTo>
                    <a:pt x="122" y="493"/>
                    <a:pt x="128" y="497"/>
                    <a:pt x="125" y="499"/>
                  </a:cubicBezTo>
                  <a:cubicBezTo>
                    <a:pt x="131" y="527"/>
                    <a:pt x="132" y="536"/>
                    <a:pt x="136" y="545"/>
                  </a:cubicBezTo>
                  <a:cubicBezTo>
                    <a:pt x="139" y="569"/>
                    <a:pt x="140" y="574"/>
                    <a:pt x="139" y="580"/>
                  </a:cubicBezTo>
                  <a:cubicBezTo>
                    <a:pt x="160" y="639"/>
                    <a:pt x="161" y="642"/>
                    <a:pt x="159" y="645"/>
                  </a:cubicBezTo>
                  <a:cubicBezTo>
                    <a:pt x="169" y="668"/>
                    <a:pt x="176" y="672"/>
                    <a:pt x="172" y="674"/>
                  </a:cubicBezTo>
                  <a:cubicBezTo>
                    <a:pt x="200" y="724"/>
                    <a:pt x="201" y="738"/>
                    <a:pt x="214" y="755"/>
                  </a:cubicBezTo>
                  <a:cubicBezTo>
                    <a:pt x="236" y="805"/>
                    <a:pt x="246" y="814"/>
                    <a:pt x="247" y="821"/>
                  </a:cubicBezTo>
                  <a:cubicBezTo>
                    <a:pt x="268" y="868"/>
                    <a:pt x="261" y="870"/>
                    <a:pt x="266" y="874"/>
                  </a:cubicBezTo>
                  <a:cubicBezTo>
                    <a:pt x="224" y="800"/>
                    <a:pt x="220" y="795"/>
                    <a:pt x="217" y="789"/>
                  </a:cubicBezTo>
                  <a:cubicBezTo>
                    <a:pt x="185" y="740"/>
                    <a:pt x="190" y="733"/>
                    <a:pt x="185" y="736"/>
                  </a:cubicBezTo>
                  <a:cubicBezTo>
                    <a:pt x="171" y="702"/>
                    <a:pt x="168" y="697"/>
                    <a:pt x="166" y="693"/>
                  </a:cubicBezTo>
                  <a:cubicBezTo>
                    <a:pt x="134" y="606"/>
                    <a:pt x="125" y="601"/>
                    <a:pt x="129" y="597"/>
                  </a:cubicBezTo>
                  <a:cubicBezTo>
                    <a:pt x="119" y="542"/>
                    <a:pt x="118" y="540"/>
                    <a:pt x="116" y="538"/>
                  </a:cubicBezTo>
                  <a:cubicBezTo>
                    <a:pt x="111" y="539"/>
                    <a:pt x="113" y="558"/>
                    <a:pt x="117" y="576"/>
                  </a:cubicBezTo>
                  <a:cubicBezTo>
                    <a:pt x="141" y="650"/>
                    <a:pt x="140" y="667"/>
                    <a:pt x="151" y="685"/>
                  </a:cubicBezTo>
                  <a:cubicBezTo>
                    <a:pt x="194" y="767"/>
                    <a:pt x="201" y="774"/>
                    <a:pt x="207" y="789"/>
                  </a:cubicBezTo>
                  <a:cubicBezTo>
                    <a:pt x="228" y="836"/>
                    <a:pt x="240" y="840"/>
                    <a:pt x="235" y="842"/>
                  </a:cubicBezTo>
                  <a:cubicBezTo>
                    <a:pt x="251" y="882"/>
                    <a:pt x="258" y="889"/>
                    <a:pt x="255" y="894"/>
                  </a:cubicBezTo>
                  <a:cubicBezTo>
                    <a:pt x="228" y="846"/>
                    <a:pt x="227" y="844"/>
                    <a:pt x="225" y="842"/>
                  </a:cubicBezTo>
                  <a:cubicBezTo>
                    <a:pt x="212" y="821"/>
                    <a:pt x="210" y="822"/>
                    <a:pt x="209" y="820"/>
                  </a:cubicBezTo>
                  <a:cubicBezTo>
                    <a:pt x="166" y="769"/>
                    <a:pt x="157" y="757"/>
                    <a:pt x="144" y="743"/>
                  </a:cubicBezTo>
                  <a:cubicBezTo>
                    <a:pt x="123" y="700"/>
                    <a:pt x="116" y="696"/>
                    <a:pt x="115" y="693"/>
                  </a:cubicBezTo>
                  <a:cubicBezTo>
                    <a:pt x="107" y="669"/>
                    <a:pt x="105" y="663"/>
                    <a:pt x="101" y="657"/>
                  </a:cubicBezTo>
                  <a:cubicBezTo>
                    <a:pt x="96" y="630"/>
                    <a:pt x="93" y="623"/>
                    <a:pt x="91" y="615"/>
                  </a:cubicBezTo>
                  <a:cubicBezTo>
                    <a:pt x="87" y="604"/>
                    <a:pt x="82" y="608"/>
                    <a:pt x="85" y="614"/>
                  </a:cubicBezTo>
                  <a:cubicBezTo>
                    <a:pt x="95" y="654"/>
                    <a:pt x="92" y="660"/>
                    <a:pt x="95" y="666"/>
                  </a:cubicBezTo>
                  <a:cubicBezTo>
                    <a:pt x="154" y="770"/>
                    <a:pt x="155" y="771"/>
                    <a:pt x="161" y="778"/>
                  </a:cubicBezTo>
                  <a:cubicBezTo>
                    <a:pt x="204" y="829"/>
                    <a:pt x="208" y="830"/>
                    <a:pt x="211" y="836"/>
                  </a:cubicBezTo>
                  <a:cubicBezTo>
                    <a:pt x="249" y="919"/>
                    <a:pt x="255" y="928"/>
                    <a:pt x="253" y="935"/>
                  </a:cubicBezTo>
                  <a:cubicBezTo>
                    <a:pt x="253" y="956"/>
                    <a:pt x="256" y="954"/>
                    <a:pt x="252" y="951"/>
                  </a:cubicBezTo>
                  <a:cubicBezTo>
                    <a:pt x="255" y="941"/>
                    <a:pt x="249" y="937"/>
                    <a:pt x="247" y="934"/>
                  </a:cubicBezTo>
                  <a:cubicBezTo>
                    <a:pt x="223" y="877"/>
                    <a:pt x="219" y="872"/>
                    <a:pt x="216" y="866"/>
                  </a:cubicBezTo>
                  <a:cubicBezTo>
                    <a:pt x="166" y="796"/>
                    <a:pt x="160" y="792"/>
                    <a:pt x="155" y="782"/>
                  </a:cubicBezTo>
                  <a:cubicBezTo>
                    <a:pt x="107" y="716"/>
                    <a:pt x="103" y="719"/>
                    <a:pt x="103" y="714"/>
                  </a:cubicBezTo>
                  <a:cubicBezTo>
                    <a:pt x="85" y="675"/>
                    <a:pt x="83" y="673"/>
                    <a:pt x="82" y="671"/>
                  </a:cubicBezTo>
                  <a:cubicBezTo>
                    <a:pt x="79" y="658"/>
                    <a:pt x="74" y="655"/>
                    <a:pt x="76" y="653"/>
                  </a:cubicBezTo>
                  <a:cubicBezTo>
                    <a:pt x="72" y="651"/>
                    <a:pt x="73" y="653"/>
                    <a:pt x="70" y="654"/>
                  </a:cubicBezTo>
                  <a:cubicBezTo>
                    <a:pt x="78" y="674"/>
                    <a:pt x="75" y="677"/>
                    <a:pt x="80" y="682"/>
                  </a:cubicBezTo>
                  <a:cubicBezTo>
                    <a:pt x="93" y="713"/>
                    <a:pt x="99" y="721"/>
                    <a:pt x="102" y="730"/>
                  </a:cubicBezTo>
                  <a:cubicBezTo>
                    <a:pt x="168" y="818"/>
                    <a:pt x="173" y="816"/>
                    <a:pt x="176" y="821"/>
                  </a:cubicBezTo>
                  <a:cubicBezTo>
                    <a:pt x="206" y="868"/>
                    <a:pt x="208" y="871"/>
                    <a:pt x="210" y="875"/>
                  </a:cubicBezTo>
                  <a:cubicBezTo>
                    <a:pt x="237" y="926"/>
                    <a:pt x="238" y="934"/>
                    <a:pt x="240" y="942"/>
                  </a:cubicBezTo>
                  <a:cubicBezTo>
                    <a:pt x="254" y="974"/>
                    <a:pt x="251" y="976"/>
                    <a:pt x="252" y="978"/>
                  </a:cubicBezTo>
                  <a:cubicBezTo>
                    <a:pt x="244" y="978"/>
                    <a:pt x="245" y="972"/>
                    <a:pt x="245" y="965"/>
                  </a:cubicBezTo>
                  <a:cubicBezTo>
                    <a:pt x="220" y="909"/>
                    <a:pt x="215" y="897"/>
                    <a:pt x="207" y="885"/>
                  </a:cubicBezTo>
                  <a:cubicBezTo>
                    <a:pt x="195" y="866"/>
                    <a:pt x="195" y="864"/>
                    <a:pt x="193" y="865"/>
                  </a:cubicBezTo>
                  <a:cubicBezTo>
                    <a:pt x="179" y="855"/>
                    <a:pt x="185" y="844"/>
                    <a:pt x="180" y="848"/>
                  </a:cubicBezTo>
                  <a:cubicBezTo>
                    <a:pt x="148" y="807"/>
                    <a:pt x="140" y="795"/>
                    <a:pt x="131" y="783"/>
                  </a:cubicBezTo>
                  <a:cubicBezTo>
                    <a:pt x="118" y="762"/>
                    <a:pt x="110" y="755"/>
                    <a:pt x="106" y="749"/>
                  </a:cubicBezTo>
                  <a:cubicBezTo>
                    <a:pt x="80" y="696"/>
                    <a:pt x="80" y="694"/>
                    <a:pt x="80" y="692"/>
                  </a:cubicBezTo>
                  <a:cubicBezTo>
                    <a:pt x="71" y="664"/>
                    <a:pt x="69" y="658"/>
                    <a:pt x="65" y="661"/>
                  </a:cubicBezTo>
                  <a:cubicBezTo>
                    <a:pt x="71" y="688"/>
                    <a:pt x="73" y="693"/>
                    <a:pt x="76" y="697"/>
                  </a:cubicBezTo>
                  <a:cubicBezTo>
                    <a:pt x="113" y="772"/>
                    <a:pt x="120" y="781"/>
                    <a:pt x="125" y="789"/>
                  </a:cubicBezTo>
                  <a:cubicBezTo>
                    <a:pt x="135" y="803"/>
                    <a:pt x="136" y="809"/>
                    <a:pt x="140" y="813"/>
                  </a:cubicBezTo>
                  <a:cubicBezTo>
                    <a:pt x="178" y="859"/>
                    <a:pt x="181" y="858"/>
                    <a:pt x="179" y="860"/>
                  </a:cubicBezTo>
                  <a:cubicBezTo>
                    <a:pt x="193" y="881"/>
                    <a:pt x="195" y="882"/>
                    <a:pt x="198" y="889"/>
                  </a:cubicBezTo>
                  <a:cubicBezTo>
                    <a:pt x="227" y="944"/>
                    <a:pt x="231" y="952"/>
                    <a:pt x="235" y="961"/>
                  </a:cubicBezTo>
                  <a:cubicBezTo>
                    <a:pt x="244" y="999"/>
                    <a:pt x="243" y="1002"/>
                    <a:pt x="242" y="1005"/>
                  </a:cubicBezTo>
                  <a:cubicBezTo>
                    <a:pt x="238" y="996"/>
                    <a:pt x="233" y="991"/>
                    <a:pt x="234" y="988"/>
                  </a:cubicBezTo>
                  <a:cubicBezTo>
                    <a:pt x="225" y="962"/>
                    <a:pt x="224" y="959"/>
                    <a:pt x="222" y="957"/>
                  </a:cubicBezTo>
                  <a:cubicBezTo>
                    <a:pt x="210" y="930"/>
                    <a:pt x="207" y="921"/>
                    <a:pt x="204" y="912"/>
                  </a:cubicBezTo>
                  <a:cubicBezTo>
                    <a:pt x="190" y="898"/>
                    <a:pt x="190" y="892"/>
                    <a:pt x="189" y="891"/>
                  </a:cubicBezTo>
                  <a:cubicBezTo>
                    <a:pt x="171" y="869"/>
                    <a:pt x="172" y="868"/>
                    <a:pt x="171" y="866"/>
                  </a:cubicBezTo>
                  <a:cubicBezTo>
                    <a:pt x="166" y="860"/>
                    <a:pt x="165" y="861"/>
                    <a:pt x="164" y="859"/>
                  </a:cubicBezTo>
                  <a:cubicBezTo>
                    <a:pt x="156" y="850"/>
                    <a:pt x="152" y="845"/>
                    <a:pt x="148" y="841"/>
                  </a:cubicBezTo>
                  <a:cubicBezTo>
                    <a:pt x="65" y="711"/>
                    <a:pt x="53" y="694"/>
                    <a:pt x="50" y="678"/>
                  </a:cubicBezTo>
                  <a:cubicBezTo>
                    <a:pt x="50" y="701"/>
                    <a:pt x="55" y="704"/>
                    <a:pt x="53" y="706"/>
                  </a:cubicBezTo>
                  <a:cubicBezTo>
                    <a:pt x="169" y="875"/>
                    <a:pt x="172" y="884"/>
                    <a:pt x="197" y="919"/>
                  </a:cubicBezTo>
                  <a:cubicBezTo>
                    <a:pt x="218" y="976"/>
                    <a:pt x="221" y="979"/>
                    <a:pt x="224" y="983"/>
                  </a:cubicBezTo>
                  <a:cubicBezTo>
                    <a:pt x="228" y="1009"/>
                    <a:pt x="232" y="1014"/>
                    <a:pt x="228" y="1017"/>
                  </a:cubicBezTo>
                  <a:cubicBezTo>
                    <a:pt x="224" y="1004"/>
                    <a:pt x="219" y="996"/>
                    <a:pt x="221" y="990"/>
                  </a:cubicBezTo>
                  <a:cubicBezTo>
                    <a:pt x="201" y="949"/>
                    <a:pt x="198" y="938"/>
                    <a:pt x="196" y="934"/>
                  </a:cubicBezTo>
                  <a:cubicBezTo>
                    <a:pt x="166" y="892"/>
                    <a:pt x="165" y="887"/>
                    <a:pt x="163" y="885"/>
                  </a:cubicBezTo>
                  <a:cubicBezTo>
                    <a:pt x="129" y="843"/>
                    <a:pt x="120" y="840"/>
                    <a:pt x="115" y="826"/>
                  </a:cubicBezTo>
                  <a:cubicBezTo>
                    <a:pt x="95" y="810"/>
                    <a:pt x="100" y="803"/>
                    <a:pt x="95" y="801"/>
                  </a:cubicBezTo>
                  <a:cubicBezTo>
                    <a:pt x="58" y="746"/>
                    <a:pt x="61" y="750"/>
                    <a:pt x="63" y="753"/>
                  </a:cubicBezTo>
                  <a:cubicBezTo>
                    <a:pt x="73" y="778"/>
                    <a:pt x="76" y="782"/>
                    <a:pt x="79" y="786"/>
                  </a:cubicBezTo>
                  <a:cubicBezTo>
                    <a:pt x="96" y="817"/>
                    <a:pt x="95" y="817"/>
                    <a:pt x="101" y="826"/>
                  </a:cubicBezTo>
                  <a:cubicBezTo>
                    <a:pt x="112" y="844"/>
                    <a:pt x="119" y="843"/>
                    <a:pt x="118" y="851"/>
                  </a:cubicBezTo>
                  <a:cubicBezTo>
                    <a:pt x="187" y="941"/>
                    <a:pt x="193" y="948"/>
                    <a:pt x="198" y="955"/>
                  </a:cubicBezTo>
                  <a:cubicBezTo>
                    <a:pt x="206" y="972"/>
                    <a:pt x="204" y="974"/>
                    <a:pt x="206" y="976"/>
                  </a:cubicBezTo>
                  <a:cubicBezTo>
                    <a:pt x="210" y="996"/>
                    <a:pt x="210" y="999"/>
                    <a:pt x="212" y="1001"/>
                  </a:cubicBezTo>
                  <a:cubicBezTo>
                    <a:pt x="219" y="1030"/>
                    <a:pt x="221" y="1035"/>
                    <a:pt x="219" y="1038"/>
                  </a:cubicBezTo>
                  <a:cubicBezTo>
                    <a:pt x="213" y="1023"/>
                    <a:pt x="208" y="1019"/>
                    <a:pt x="207" y="1015"/>
                  </a:cubicBezTo>
                  <a:cubicBezTo>
                    <a:pt x="176" y="958"/>
                    <a:pt x="173" y="948"/>
                    <a:pt x="164" y="941"/>
                  </a:cubicBezTo>
                  <a:cubicBezTo>
                    <a:pt x="138" y="898"/>
                    <a:pt x="141" y="893"/>
                    <a:pt x="136" y="892"/>
                  </a:cubicBezTo>
                  <a:cubicBezTo>
                    <a:pt x="80" y="806"/>
                    <a:pt x="75" y="794"/>
                    <a:pt x="68" y="781"/>
                  </a:cubicBezTo>
                  <a:cubicBezTo>
                    <a:pt x="55" y="735"/>
                    <a:pt x="49" y="731"/>
                    <a:pt x="52" y="729"/>
                  </a:cubicBezTo>
                  <a:cubicBezTo>
                    <a:pt x="46" y="719"/>
                    <a:pt x="43" y="724"/>
                    <a:pt x="46" y="731"/>
                  </a:cubicBezTo>
                  <a:cubicBezTo>
                    <a:pt x="61" y="773"/>
                    <a:pt x="58" y="778"/>
                    <a:pt x="63" y="785"/>
                  </a:cubicBezTo>
                  <a:cubicBezTo>
                    <a:pt x="108" y="861"/>
                    <a:pt x="106" y="867"/>
                    <a:pt x="113" y="874"/>
                  </a:cubicBezTo>
                  <a:cubicBezTo>
                    <a:pt x="153" y="937"/>
                    <a:pt x="160" y="950"/>
                    <a:pt x="170" y="963"/>
                  </a:cubicBezTo>
                  <a:cubicBezTo>
                    <a:pt x="201" y="1018"/>
                    <a:pt x="197" y="1023"/>
                    <a:pt x="203" y="1030"/>
                  </a:cubicBezTo>
                  <a:cubicBezTo>
                    <a:pt x="212" y="1054"/>
                    <a:pt x="211" y="1060"/>
                    <a:pt x="215" y="1066"/>
                  </a:cubicBezTo>
                  <a:cubicBezTo>
                    <a:pt x="213" y="1076"/>
                    <a:pt x="211" y="1072"/>
                    <a:pt x="209" y="1068"/>
                  </a:cubicBezTo>
                  <a:cubicBezTo>
                    <a:pt x="192" y="1018"/>
                    <a:pt x="185" y="1004"/>
                    <a:pt x="179" y="986"/>
                  </a:cubicBezTo>
                  <a:cubicBezTo>
                    <a:pt x="167" y="965"/>
                    <a:pt x="163" y="959"/>
                    <a:pt x="162" y="959"/>
                  </a:cubicBezTo>
                  <a:cubicBezTo>
                    <a:pt x="150" y="943"/>
                    <a:pt x="146" y="939"/>
                    <a:pt x="143" y="936"/>
                  </a:cubicBezTo>
                  <a:cubicBezTo>
                    <a:pt x="94" y="874"/>
                    <a:pt x="79" y="852"/>
                    <a:pt x="64" y="833"/>
                  </a:cubicBezTo>
                  <a:cubicBezTo>
                    <a:pt x="39" y="757"/>
                    <a:pt x="29" y="752"/>
                    <a:pt x="35" y="749"/>
                  </a:cubicBezTo>
                  <a:cubicBezTo>
                    <a:pt x="29" y="755"/>
                    <a:pt x="31" y="759"/>
                    <a:pt x="33" y="763"/>
                  </a:cubicBezTo>
                  <a:cubicBezTo>
                    <a:pt x="44" y="793"/>
                    <a:pt x="39" y="799"/>
                    <a:pt x="45" y="807"/>
                  </a:cubicBezTo>
                  <a:cubicBezTo>
                    <a:pt x="89" y="874"/>
                    <a:pt x="113" y="915"/>
                    <a:pt x="129" y="931"/>
                  </a:cubicBezTo>
                  <a:cubicBezTo>
                    <a:pt x="153" y="967"/>
                    <a:pt x="164" y="977"/>
                    <a:pt x="170" y="987"/>
                  </a:cubicBezTo>
                  <a:cubicBezTo>
                    <a:pt x="186" y="1036"/>
                    <a:pt x="176" y="1025"/>
                    <a:pt x="171" y="1012"/>
                  </a:cubicBezTo>
                  <a:cubicBezTo>
                    <a:pt x="150" y="985"/>
                    <a:pt x="142" y="980"/>
                    <a:pt x="145" y="976"/>
                  </a:cubicBezTo>
                  <a:cubicBezTo>
                    <a:pt x="89" y="910"/>
                    <a:pt x="75" y="887"/>
                    <a:pt x="51" y="850"/>
                  </a:cubicBezTo>
                  <a:cubicBezTo>
                    <a:pt x="32" y="802"/>
                    <a:pt x="32" y="799"/>
                    <a:pt x="33" y="797"/>
                  </a:cubicBezTo>
                  <a:cubicBezTo>
                    <a:pt x="29" y="798"/>
                    <a:pt x="29" y="800"/>
                    <a:pt x="29" y="802"/>
                  </a:cubicBezTo>
                  <a:cubicBezTo>
                    <a:pt x="34" y="829"/>
                    <a:pt x="41" y="834"/>
                    <a:pt x="38" y="838"/>
                  </a:cubicBezTo>
                  <a:cubicBezTo>
                    <a:pt x="56" y="874"/>
                    <a:pt x="56" y="876"/>
                    <a:pt x="56" y="876"/>
                  </a:cubicBezTo>
                  <a:cubicBezTo>
                    <a:pt x="77" y="905"/>
                    <a:pt x="93" y="930"/>
                    <a:pt x="103" y="938"/>
                  </a:cubicBezTo>
                  <a:cubicBezTo>
                    <a:pt x="143" y="990"/>
                    <a:pt x="145" y="993"/>
                    <a:pt x="147" y="997"/>
                  </a:cubicBezTo>
                  <a:cubicBezTo>
                    <a:pt x="170" y="1023"/>
                    <a:pt x="170" y="1030"/>
                    <a:pt x="170" y="1032"/>
                  </a:cubicBezTo>
                  <a:cubicBezTo>
                    <a:pt x="192" y="1072"/>
                    <a:pt x="200" y="1081"/>
                    <a:pt x="202" y="1090"/>
                  </a:cubicBezTo>
                  <a:cubicBezTo>
                    <a:pt x="202" y="1098"/>
                    <a:pt x="196" y="1094"/>
                    <a:pt x="199" y="1092"/>
                  </a:cubicBezTo>
                  <a:cubicBezTo>
                    <a:pt x="171" y="1039"/>
                    <a:pt x="164" y="1029"/>
                    <a:pt x="160" y="1024"/>
                  </a:cubicBezTo>
                  <a:cubicBezTo>
                    <a:pt x="153" y="1014"/>
                    <a:pt x="150" y="1010"/>
                    <a:pt x="146" y="1005"/>
                  </a:cubicBezTo>
                  <a:cubicBezTo>
                    <a:pt x="40" y="864"/>
                    <a:pt x="36" y="858"/>
                    <a:pt x="31" y="852"/>
                  </a:cubicBezTo>
                  <a:cubicBezTo>
                    <a:pt x="22" y="845"/>
                    <a:pt x="25" y="854"/>
                    <a:pt x="29" y="863"/>
                  </a:cubicBezTo>
                  <a:cubicBezTo>
                    <a:pt x="50" y="911"/>
                    <a:pt x="48" y="916"/>
                    <a:pt x="54" y="922"/>
                  </a:cubicBezTo>
                  <a:cubicBezTo>
                    <a:pt x="84" y="967"/>
                    <a:pt x="81" y="972"/>
                    <a:pt x="86" y="972"/>
                  </a:cubicBezTo>
                  <a:cubicBezTo>
                    <a:pt x="97" y="985"/>
                    <a:pt x="95" y="988"/>
                    <a:pt x="95" y="988"/>
                  </a:cubicBezTo>
                  <a:cubicBezTo>
                    <a:pt x="134" y="1039"/>
                    <a:pt x="133" y="1041"/>
                    <a:pt x="134" y="1043"/>
                  </a:cubicBezTo>
                  <a:cubicBezTo>
                    <a:pt x="154" y="1066"/>
                    <a:pt x="152" y="1068"/>
                    <a:pt x="153" y="1069"/>
                  </a:cubicBezTo>
                  <a:cubicBezTo>
                    <a:pt x="163" y="1084"/>
                    <a:pt x="168" y="1094"/>
                    <a:pt x="176" y="1104"/>
                  </a:cubicBezTo>
                  <a:cubicBezTo>
                    <a:pt x="193" y="1150"/>
                    <a:pt x="191" y="1152"/>
                    <a:pt x="193" y="1155"/>
                  </a:cubicBezTo>
                  <a:cubicBezTo>
                    <a:pt x="174" y="1126"/>
                    <a:pt x="178" y="1120"/>
                    <a:pt x="173" y="1121"/>
                  </a:cubicBezTo>
                  <a:cubicBezTo>
                    <a:pt x="150" y="1085"/>
                    <a:pt x="146" y="1076"/>
                    <a:pt x="137" y="1068"/>
                  </a:cubicBezTo>
                  <a:cubicBezTo>
                    <a:pt x="122" y="1043"/>
                    <a:pt x="118" y="1038"/>
                    <a:pt x="116" y="1034"/>
                  </a:cubicBezTo>
                  <a:cubicBezTo>
                    <a:pt x="107" y="1023"/>
                    <a:pt x="105" y="1016"/>
                    <a:pt x="100" y="1009"/>
                  </a:cubicBezTo>
                  <a:cubicBezTo>
                    <a:pt x="90" y="998"/>
                    <a:pt x="92" y="997"/>
                    <a:pt x="89" y="997"/>
                  </a:cubicBezTo>
                  <a:cubicBezTo>
                    <a:pt x="85" y="986"/>
                    <a:pt x="82" y="987"/>
                    <a:pt x="82" y="987"/>
                  </a:cubicBezTo>
                  <a:cubicBezTo>
                    <a:pt x="53" y="952"/>
                    <a:pt x="52" y="942"/>
                    <a:pt x="49" y="942"/>
                  </a:cubicBezTo>
                  <a:cubicBezTo>
                    <a:pt x="31" y="899"/>
                    <a:pt x="22" y="894"/>
                    <a:pt x="26" y="890"/>
                  </a:cubicBezTo>
                  <a:cubicBezTo>
                    <a:pt x="40" y="944"/>
                    <a:pt x="46" y="951"/>
                    <a:pt x="50" y="957"/>
                  </a:cubicBezTo>
                  <a:cubicBezTo>
                    <a:pt x="55" y="964"/>
                    <a:pt x="54" y="966"/>
                    <a:pt x="55" y="967"/>
                  </a:cubicBezTo>
                  <a:cubicBezTo>
                    <a:pt x="62" y="976"/>
                    <a:pt x="63" y="974"/>
                    <a:pt x="64" y="976"/>
                  </a:cubicBezTo>
                  <a:cubicBezTo>
                    <a:pt x="71" y="991"/>
                    <a:pt x="75" y="992"/>
                    <a:pt x="75" y="992"/>
                  </a:cubicBezTo>
                  <a:cubicBezTo>
                    <a:pt x="87" y="1006"/>
                    <a:pt x="91" y="1013"/>
                    <a:pt x="94" y="1018"/>
                  </a:cubicBezTo>
                  <a:cubicBezTo>
                    <a:pt x="102" y="1029"/>
                    <a:pt x="101" y="1031"/>
                    <a:pt x="102" y="1032"/>
                  </a:cubicBezTo>
                  <a:cubicBezTo>
                    <a:pt x="136" y="1079"/>
                    <a:pt x="145" y="1091"/>
                    <a:pt x="153" y="1103"/>
                  </a:cubicBezTo>
                  <a:cubicBezTo>
                    <a:pt x="187" y="1163"/>
                    <a:pt x="182" y="1168"/>
                    <a:pt x="186" y="1173"/>
                  </a:cubicBezTo>
                  <a:cubicBezTo>
                    <a:pt x="178" y="1170"/>
                    <a:pt x="174" y="1167"/>
                    <a:pt x="173" y="1165"/>
                  </a:cubicBezTo>
                  <a:cubicBezTo>
                    <a:pt x="155" y="1142"/>
                    <a:pt x="146" y="1120"/>
                    <a:pt x="135" y="1111"/>
                  </a:cubicBezTo>
                  <a:cubicBezTo>
                    <a:pt x="110" y="1078"/>
                    <a:pt x="102" y="1080"/>
                    <a:pt x="106" y="1076"/>
                  </a:cubicBezTo>
                  <a:cubicBezTo>
                    <a:pt x="83" y="1057"/>
                    <a:pt x="75" y="1040"/>
                    <a:pt x="65" y="1032"/>
                  </a:cubicBezTo>
                  <a:cubicBezTo>
                    <a:pt x="32" y="978"/>
                    <a:pt x="31" y="976"/>
                    <a:pt x="24" y="965"/>
                  </a:cubicBezTo>
                  <a:cubicBezTo>
                    <a:pt x="9" y="949"/>
                    <a:pt x="15" y="952"/>
                    <a:pt x="15" y="957"/>
                  </a:cubicBezTo>
                  <a:cubicBezTo>
                    <a:pt x="47" y="1023"/>
                    <a:pt x="52" y="1028"/>
                    <a:pt x="57" y="1035"/>
                  </a:cubicBezTo>
                  <a:cubicBezTo>
                    <a:pt x="102" y="1083"/>
                    <a:pt x="107" y="1092"/>
                    <a:pt x="113" y="1095"/>
                  </a:cubicBezTo>
                  <a:cubicBezTo>
                    <a:pt x="149" y="1143"/>
                    <a:pt x="150" y="1151"/>
                    <a:pt x="154" y="1149"/>
                  </a:cubicBezTo>
                  <a:cubicBezTo>
                    <a:pt x="174" y="1202"/>
                    <a:pt x="185" y="1210"/>
                    <a:pt x="182" y="1215"/>
                  </a:cubicBezTo>
                  <a:cubicBezTo>
                    <a:pt x="168" y="1179"/>
                    <a:pt x="159" y="1180"/>
                    <a:pt x="162" y="1177"/>
                  </a:cubicBezTo>
                  <a:cubicBezTo>
                    <a:pt x="140" y="1153"/>
                    <a:pt x="142" y="1142"/>
                    <a:pt x="135" y="1136"/>
                  </a:cubicBezTo>
                  <a:cubicBezTo>
                    <a:pt x="98" y="1090"/>
                    <a:pt x="95" y="1086"/>
                    <a:pt x="92" y="1086"/>
                  </a:cubicBezTo>
                  <a:cubicBezTo>
                    <a:pt x="82" y="1073"/>
                    <a:pt x="82" y="1071"/>
                    <a:pt x="82" y="1069"/>
                  </a:cubicBezTo>
                  <a:cubicBezTo>
                    <a:pt x="44" y="1034"/>
                    <a:pt x="41" y="1030"/>
                    <a:pt x="39" y="1026"/>
                  </a:cubicBezTo>
                  <a:cubicBezTo>
                    <a:pt x="13" y="992"/>
                    <a:pt x="16" y="996"/>
                    <a:pt x="17" y="1000"/>
                  </a:cubicBezTo>
                  <a:cubicBezTo>
                    <a:pt x="48" y="1041"/>
                    <a:pt x="46" y="1053"/>
                    <a:pt x="55" y="1056"/>
                  </a:cubicBezTo>
                  <a:cubicBezTo>
                    <a:pt x="80" y="1083"/>
                    <a:pt x="81" y="1085"/>
                    <a:pt x="83" y="1087"/>
                  </a:cubicBezTo>
                  <a:cubicBezTo>
                    <a:pt x="89" y="1101"/>
                    <a:pt x="103" y="1099"/>
                    <a:pt x="97" y="1104"/>
                  </a:cubicBezTo>
                  <a:cubicBezTo>
                    <a:pt x="125" y="1140"/>
                    <a:pt x="131" y="1145"/>
                    <a:pt x="130" y="1149"/>
                  </a:cubicBezTo>
                  <a:cubicBezTo>
                    <a:pt x="93" y="1107"/>
                    <a:pt x="89" y="1106"/>
                    <a:pt x="86" y="1102"/>
                  </a:cubicBezTo>
                  <a:cubicBezTo>
                    <a:pt x="63" y="1079"/>
                    <a:pt x="59" y="1075"/>
                    <a:pt x="55" y="1073"/>
                  </a:cubicBezTo>
                  <a:cubicBezTo>
                    <a:pt x="0" y="1009"/>
                    <a:pt x="9" y="1016"/>
                    <a:pt x="8" y="1021"/>
                  </a:cubicBezTo>
                  <a:cubicBezTo>
                    <a:pt x="27" y="1050"/>
                    <a:pt x="29" y="1050"/>
                    <a:pt x="30" y="1052"/>
                  </a:cubicBezTo>
                  <a:cubicBezTo>
                    <a:pt x="33" y="1062"/>
                    <a:pt x="38" y="1060"/>
                    <a:pt x="41" y="1066"/>
                  </a:cubicBezTo>
                  <a:cubicBezTo>
                    <a:pt x="86" y="1110"/>
                    <a:pt x="90" y="1120"/>
                    <a:pt x="96" y="1122"/>
                  </a:cubicBezTo>
                  <a:cubicBezTo>
                    <a:pt x="118" y="1149"/>
                    <a:pt x="127" y="1163"/>
                    <a:pt x="137" y="1176"/>
                  </a:cubicBezTo>
                  <a:cubicBezTo>
                    <a:pt x="148" y="1204"/>
                    <a:pt x="162" y="1211"/>
                    <a:pt x="158" y="1215"/>
                  </a:cubicBezTo>
                  <a:cubicBezTo>
                    <a:pt x="165" y="1240"/>
                    <a:pt x="164" y="1234"/>
                    <a:pt x="163" y="1229"/>
                  </a:cubicBezTo>
                  <a:cubicBezTo>
                    <a:pt x="151" y="1205"/>
                    <a:pt x="144" y="1201"/>
                    <a:pt x="143" y="1199"/>
                  </a:cubicBezTo>
                  <a:cubicBezTo>
                    <a:pt x="118" y="1171"/>
                    <a:pt x="122" y="1166"/>
                    <a:pt x="116" y="1164"/>
                  </a:cubicBezTo>
                  <a:cubicBezTo>
                    <a:pt x="82" y="1123"/>
                    <a:pt x="68" y="1114"/>
                    <a:pt x="60" y="1107"/>
                  </a:cubicBezTo>
                  <a:cubicBezTo>
                    <a:pt x="19" y="1050"/>
                    <a:pt x="22" y="1042"/>
                    <a:pt x="13" y="1042"/>
                  </a:cubicBezTo>
                  <a:cubicBezTo>
                    <a:pt x="62" y="1117"/>
                    <a:pt x="74" y="1136"/>
                    <a:pt x="95" y="1152"/>
                  </a:cubicBezTo>
                  <a:cubicBezTo>
                    <a:pt x="135" y="1204"/>
                    <a:pt x="140" y="1211"/>
                    <a:pt x="145" y="1217"/>
                  </a:cubicBezTo>
                  <a:cubicBezTo>
                    <a:pt x="170" y="1269"/>
                    <a:pt x="166" y="1271"/>
                    <a:pt x="171" y="1274"/>
                  </a:cubicBezTo>
                  <a:cubicBezTo>
                    <a:pt x="178" y="1302"/>
                    <a:pt x="178" y="1304"/>
                    <a:pt x="177" y="1307"/>
                  </a:cubicBezTo>
                  <a:cubicBezTo>
                    <a:pt x="169" y="1297"/>
                    <a:pt x="173" y="1295"/>
                    <a:pt x="168" y="1291"/>
                  </a:cubicBezTo>
                  <a:cubicBezTo>
                    <a:pt x="133" y="1236"/>
                    <a:pt x="128" y="1228"/>
                    <a:pt x="116" y="1208"/>
                  </a:cubicBezTo>
                  <a:cubicBezTo>
                    <a:pt x="41" y="1115"/>
                    <a:pt x="40" y="1112"/>
                    <a:pt x="37" y="1109"/>
                  </a:cubicBezTo>
                  <a:cubicBezTo>
                    <a:pt x="25" y="1086"/>
                    <a:pt x="30" y="1079"/>
                    <a:pt x="24" y="1081"/>
                  </a:cubicBezTo>
                  <a:cubicBezTo>
                    <a:pt x="59" y="1159"/>
                    <a:pt x="64" y="1161"/>
                    <a:pt x="69" y="1166"/>
                  </a:cubicBezTo>
                  <a:cubicBezTo>
                    <a:pt x="116" y="1220"/>
                    <a:pt x="123" y="1241"/>
                    <a:pt x="133" y="1245"/>
                  </a:cubicBezTo>
                  <a:cubicBezTo>
                    <a:pt x="146" y="1275"/>
                    <a:pt x="149" y="1274"/>
                    <a:pt x="153" y="1283"/>
                  </a:cubicBezTo>
                  <a:cubicBezTo>
                    <a:pt x="167" y="1322"/>
                    <a:pt x="173" y="1328"/>
                    <a:pt x="172" y="1333"/>
                  </a:cubicBezTo>
                  <a:cubicBezTo>
                    <a:pt x="172" y="1344"/>
                    <a:pt x="171" y="1342"/>
                    <a:pt x="167" y="1341"/>
                  </a:cubicBezTo>
                  <a:cubicBezTo>
                    <a:pt x="163" y="1322"/>
                    <a:pt x="155" y="1318"/>
                    <a:pt x="159" y="1315"/>
                  </a:cubicBezTo>
                  <a:cubicBezTo>
                    <a:pt x="128" y="1261"/>
                    <a:pt x="129" y="1259"/>
                    <a:pt x="117" y="1247"/>
                  </a:cubicBezTo>
                  <a:cubicBezTo>
                    <a:pt x="67" y="1189"/>
                    <a:pt x="67" y="1186"/>
                    <a:pt x="62" y="1181"/>
                  </a:cubicBezTo>
                  <a:cubicBezTo>
                    <a:pt x="50" y="1165"/>
                    <a:pt x="47" y="1166"/>
                    <a:pt x="49" y="1163"/>
                  </a:cubicBezTo>
                  <a:cubicBezTo>
                    <a:pt x="12" y="1111"/>
                    <a:pt x="15" y="1107"/>
                    <a:pt x="9" y="1101"/>
                  </a:cubicBezTo>
                  <a:cubicBezTo>
                    <a:pt x="13" y="1122"/>
                    <a:pt x="19" y="1126"/>
                    <a:pt x="16" y="1128"/>
                  </a:cubicBezTo>
                  <a:cubicBezTo>
                    <a:pt x="47" y="1180"/>
                    <a:pt x="52" y="1178"/>
                    <a:pt x="54" y="1184"/>
                  </a:cubicBezTo>
                  <a:cubicBezTo>
                    <a:pt x="108" y="1249"/>
                    <a:pt x="110" y="1258"/>
                    <a:pt x="114" y="1257"/>
                  </a:cubicBezTo>
                  <a:cubicBezTo>
                    <a:pt x="108" y="1251"/>
                    <a:pt x="101" y="1249"/>
                    <a:pt x="97" y="1247"/>
                  </a:cubicBezTo>
                  <a:cubicBezTo>
                    <a:pt x="70" y="1217"/>
                    <a:pt x="67" y="1206"/>
                    <a:pt x="63" y="1203"/>
                  </a:cubicBezTo>
                  <a:cubicBezTo>
                    <a:pt x="43" y="1184"/>
                    <a:pt x="42" y="1180"/>
                    <a:pt x="40" y="1177"/>
                  </a:cubicBezTo>
                  <a:cubicBezTo>
                    <a:pt x="2" y="1139"/>
                    <a:pt x="9" y="1144"/>
                    <a:pt x="8" y="1147"/>
                  </a:cubicBezTo>
                  <a:cubicBezTo>
                    <a:pt x="31" y="1180"/>
                    <a:pt x="28" y="1183"/>
                    <a:pt x="34" y="1187"/>
                  </a:cubicBezTo>
                  <a:cubicBezTo>
                    <a:pt x="104" y="1266"/>
                    <a:pt x="106" y="1270"/>
                    <a:pt x="109" y="1273"/>
                  </a:cubicBezTo>
                  <a:cubicBezTo>
                    <a:pt x="130" y="1308"/>
                    <a:pt x="136" y="1314"/>
                    <a:pt x="138" y="1320"/>
                  </a:cubicBezTo>
                  <a:cubicBezTo>
                    <a:pt x="148" y="1353"/>
                    <a:pt x="160" y="1358"/>
                    <a:pt x="154" y="1360"/>
                  </a:cubicBezTo>
                  <a:cubicBezTo>
                    <a:pt x="143" y="1349"/>
                    <a:pt x="143" y="1342"/>
                    <a:pt x="136" y="1334"/>
                  </a:cubicBezTo>
                  <a:cubicBezTo>
                    <a:pt x="102" y="1286"/>
                    <a:pt x="93" y="1279"/>
                    <a:pt x="95" y="1275"/>
                  </a:cubicBezTo>
                  <a:cubicBezTo>
                    <a:pt x="30" y="1202"/>
                    <a:pt x="24" y="1194"/>
                    <a:pt x="18" y="1185"/>
                  </a:cubicBezTo>
                  <a:cubicBezTo>
                    <a:pt x="17" y="1202"/>
                    <a:pt x="20" y="1204"/>
                    <a:pt x="22" y="1205"/>
                  </a:cubicBezTo>
                  <a:cubicBezTo>
                    <a:pt x="28" y="1233"/>
                    <a:pt x="31" y="1245"/>
                    <a:pt x="36" y="1247"/>
                  </a:cubicBezTo>
                  <a:cubicBezTo>
                    <a:pt x="44" y="1265"/>
                    <a:pt x="42" y="1268"/>
                    <a:pt x="45" y="1267"/>
                  </a:cubicBezTo>
                  <a:cubicBezTo>
                    <a:pt x="78" y="1315"/>
                    <a:pt x="77" y="1317"/>
                    <a:pt x="84" y="1325"/>
                  </a:cubicBezTo>
                  <a:cubicBezTo>
                    <a:pt x="106" y="1353"/>
                    <a:pt x="114" y="1357"/>
                    <a:pt x="107" y="1360"/>
                  </a:cubicBezTo>
                  <a:cubicBezTo>
                    <a:pt x="74" y="1315"/>
                    <a:pt x="69" y="1314"/>
                    <a:pt x="66" y="1306"/>
                  </a:cubicBezTo>
                  <a:cubicBezTo>
                    <a:pt x="42" y="1273"/>
                    <a:pt x="39" y="1262"/>
                    <a:pt x="33" y="1256"/>
                  </a:cubicBezTo>
                  <a:cubicBezTo>
                    <a:pt x="26" y="1249"/>
                    <a:pt x="31" y="1241"/>
                    <a:pt x="27" y="1238"/>
                  </a:cubicBezTo>
                  <a:cubicBezTo>
                    <a:pt x="23" y="1255"/>
                    <a:pt x="30" y="1264"/>
                    <a:pt x="33" y="1273"/>
                  </a:cubicBezTo>
                  <a:cubicBezTo>
                    <a:pt x="72" y="1327"/>
                    <a:pt x="77" y="1337"/>
                    <a:pt x="86" y="1343"/>
                  </a:cubicBezTo>
                  <a:cubicBezTo>
                    <a:pt x="91" y="1356"/>
                    <a:pt x="95" y="1356"/>
                    <a:pt x="95" y="1356"/>
                  </a:cubicBezTo>
                  <a:cubicBezTo>
                    <a:pt x="113" y="1378"/>
                    <a:pt x="122" y="1391"/>
                    <a:pt x="131" y="1399"/>
                  </a:cubicBezTo>
                  <a:cubicBezTo>
                    <a:pt x="141" y="1414"/>
                    <a:pt x="144" y="1416"/>
                    <a:pt x="146" y="1420"/>
                  </a:cubicBezTo>
                  <a:cubicBezTo>
                    <a:pt x="142" y="1419"/>
                    <a:pt x="139" y="1422"/>
                    <a:pt x="137" y="1417"/>
                  </a:cubicBezTo>
                  <a:cubicBezTo>
                    <a:pt x="104" y="1393"/>
                    <a:pt x="99" y="1389"/>
                    <a:pt x="94" y="1389"/>
                  </a:cubicBezTo>
                  <a:cubicBezTo>
                    <a:pt x="39" y="1357"/>
                    <a:pt x="44" y="1357"/>
                    <a:pt x="47" y="1361"/>
                  </a:cubicBezTo>
                  <a:cubicBezTo>
                    <a:pt x="73" y="1381"/>
                    <a:pt x="77" y="1386"/>
                    <a:pt x="82" y="1385"/>
                  </a:cubicBezTo>
                  <a:cubicBezTo>
                    <a:pt x="123" y="1414"/>
                    <a:pt x="127" y="1423"/>
                    <a:pt x="131" y="1423"/>
                  </a:cubicBezTo>
                  <a:cubicBezTo>
                    <a:pt x="163" y="1460"/>
                    <a:pt x="167" y="1459"/>
                    <a:pt x="169" y="1462"/>
                  </a:cubicBezTo>
                  <a:cubicBezTo>
                    <a:pt x="183" y="1480"/>
                    <a:pt x="180" y="1489"/>
                    <a:pt x="185" y="1495"/>
                  </a:cubicBezTo>
                  <a:cubicBezTo>
                    <a:pt x="198" y="1470"/>
                    <a:pt x="199" y="1467"/>
                    <a:pt x="200" y="1465"/>
                  </a:cubicBezTo>
                  <a:cubicBezTo>
                    <a:pt x="239" y="1447"/>
                    <a:pt x="243" y="1445"/>
                    <a:pt x="246" y="1443"/>
                  </a:cubicBezTo>
                  <a:cubicBezTo>
                    <a:pt x="237" y="1440"/>
                    <a:pt x="233" y="1441"/>
                    <a:pt x="230" y="1441"/>
                  </a:cubicBezTo>
                  <a:cubicBezTo>
                    <a:pt x="214" y="1443"/>
                    <a:pt x="212" y="1436"/>
                    <a:pt x="217" y="1430"/>
                  </a:cubicBezTo>
                  <a:cubicBezTo>
                    <a:pt x="295" y="1389"/>
                    <a:pt x="303" y="1382"/>
                    <a:pt x="310" y="1385"/>
                  </a:cubicBezTo>
                  <a:cubicBezTo>
                    <a:pt x="381" y="1375"/>
                    <a:pt x="383" y="1379"/>
                    <a:pt x="388" y="1373"/>
                  </a:cubicBezTo>
                  <a:cubicBezTo>
                    <a:pt x="426" y="1368"/>
                    <a:pt x="430" y="1366"/>
                    <a:pt x="433" y="1365"/>
                  </a:cubicBezTo>
                  <a:cubicBezTo>
                    <a:pt x="449" y="1360"/>
                    <a:pt x="453" y="1363"/>
                    <a:pt x="457" y="1358"/>
                  </a:cubicBezTo>
                  <a:cubicBezTo>
                    <a:pt x="441" y="1356"/>
                    <a:pt x="440" y="1359"/>
                    <a:pt x="438" y="1359"/>
                  </a:cubicBezTo>
                  <a:cubicBezTo>
                    <a:pt x="426" y="1362"/>
                    <a:pt x="425" y="1358"/>
                    <a:pt x="421" y="1362"/>
                  </a:cubicBezTo>
                  <a:cubicBezTo>
                    <a:pt x="371" y="1366"/>
                    <a:pt x="364" y="1369"/>
                    <a:pt x="357" y="1369"/>
                  </a:cubicBezTo>
                  <a:cubicBezTo>
                    <a:pt x="338" y="1375"/>
                    <a:pt x="337" y="1371"/>
                    <a:pt x="335" y="1372"/>
                  </a:cubicBezTo>
                  <a:cubicBezTo>
                    <a:pt x="307" y="1376"/>
                    <a:pt x="306" y="1372"/>
                    <a:pt x="303" y="1376"/>
                  </a:cubicBezTo>
                  <a:cubicBezTo>
                    <a:pt x="270" y="1383"/>
                    <a:pt x="263" y="1389"/>
                    <a:pt x="258" y="1388"/>
                  </a:cubicBezTo>
                  <a:cubicBezTo>
                    <a:pt x="202" y="1433"/>
                    <a:pt x="200" y="1437"/>
                    <a:pt x="196" y="1441"/>
                  </a:cubicBezTo>
                  <a:cubicBezTo>
                    <a:pt x="185" y="1441"/>
                    <a:pt x="190" y="1433"/>
                    <a:pt x="197" y="1425"/>
                  </a:cubicBezTo>
                  <a:cubicBezTo>
                    <a:pt x="279" y="1366"/>
                    <a:pt x="282" y="1364"/>
                    <a:pt x="284" y="1362"/>
                  </a:cubicBezTo>
                  <a:cubicBezTo>
                    <a:pt x="315" y="1356"/>
                    <a:pt x="324" y="1356"/>
                    <a:pt x="334" y="1353"/>
                  </a:cubicBezTo>
                  <a:cubicBezTo>
                    <a:pt x="381" y="1350"/>
                    <a:pt x="385" y="1350"/>
                    <a:pt x="390" y="1350"/>
                  </a:cubicBezTo>
                  <a:cubicBezTo>
                    <a:pt x="436" y="1341"/>
                    <a:pt x="441" y="1339"/>
                    <a:pt x="446" y="1339"/>
                  </a:cubicBezTo>
                  <a:cubicBezTo>
                    <a:pt x="489" y="1324"/>
                    <a:pt x="486" y="1320"/>
                    <a:pt x="481" y="1326"/>
                  </a:cubicBezTo>
                  <a:cubicBezTo>
                    <a:pt x="445" y="1330"/>
                    <a:pt x="442" y="1333"/>
                    <a:pt x="438" y="1335"/>
                  </a:cubicBezTo>
                  <a:cubicBezTo>
                    <a:pt x="414" y="1334"/>
                    <a:pt x="409" y="1345"/>
                    <a:pt x="406" y="1338"/>
                  </a:cubicBezTo>
                  <a:cubicBezTo>
                    <a:pt x="436" y="1330"/>
                    <a:pt x="444" y="1327"/>
                    <a:pt x="451" y="1328"/>
                  </a:cubicBezTo>
                  <a:cubicBezTo>
                    <a:pt x="502" y="1292"/>
                    <a:pt x="500" y="1297"/>
                    <a:pt x="495" y="1301"/>
                  </a:cubicBezTo>
                  <a:cubicBezTo>
                    <a:pt x="463" y="1311"/>
                    <a:pt x="458" y="1319"/>
                    <a:pt x="455" y="1320"/>
                  </a:cubicBezTo>
                  <a:cubicBezTo>
                    <a:pt x="410" y="1329"/>
                    <a:pt x="405" y="1329"/>
                    <a:pt x="400" y="1333"/>
                  </a:cubicBezTo>
                  <a:cubicBezTo>
                    <a:pt x="380" y="1333"/>
                    <a:pt x="378" y="1331"/>
                    <a:pt x="376" y="1333"/>
                  </a:cubicBezTo>
                  <a:cubicBezTo>
                    <a:pt x="356" y="1334"/>
                    <a:pt x="353" y="1333"/>
                    <a:pt x="355" y="1331"/>
                  </a:cubicBezTo>
                  <a:cubicBezTo>
                    <a:pt x="400" y="1320"/>
                    <a:pt x="402" y="1322"/>
                    <a:pt x="405" y="1319"/>
                  </a:cubicBezTo>
                  <a:cubicBezTo>
                    <a:pt x="429" y="1309"/>
                    <a:pt x="438" y="1305"/>
                    <a:pt x="450" y="1297"/>
                  </a:cubicBezTo>
                  <a:cubicBezTo>
                    <a:pt x="498" y="1254"/>
                    <a:pt x="508" y="1256"/>
                    <a:pt x="503" y="1248"/>
                  </a:cubicBezTo>
                  <a:cubicBezTo>
                    <a:pt x="391" y="1316"/>
                    <a:pt x="387" y="1317"/>
                    <a:pt x="384" y="1317"/>
                  </a:cubicBezTo>
                  <a:cubicBezTo>
                    <a:pt x="365" y="1320"/>
                    <a:pt x="363" y="1321"/>
                    <a:pt x="360" y="1322"/>
                  </a:cubicBezTo>
                  <a:cubicBezTo>
                    <a:pt x="345" y="1324"/>
                    <a:pt x="344" y="1319"/>
                    <a:pt x="342" y="1323"/>
                  </a:cubicBezTo>
                  <a:cubicBezTo>
                    <a:pt x="303" y="1328"/>
                    <a:pt x="296" y="1326"/>
                    <a:pt x="290" y="1326"/>
                  </a:cubicBezTo>
                  <a:cubicBezTo>
                    <a:pt x="244" y="1332"/>
                    <a:pt x="240" y="1335"/>
                    <a:pt x="237" y="1335"/>
                  </a:cubicBezTo>
                  <a:cubicBezTo>
                    <a:pt x="200" y="1351"/>
                    <a:pt x="199" y="1362"/>
                    <a:pt x="193" y="1356"/>
                  </a:cubicBezTo>
                  <a:cubicBezTo>
                    <a:pt x="222" y="1332"/>
                    <a:pt x="227" y="1334"/>
                    <a:pt x="232" y="1328"/>
                  </a:cubicBezTo>
                  <a:cubicBezTo>
                    <a:pt x="257" y="1323"/>
                    <a:pt x="260" y="1322"/>
                    <a:pt x="262" y="1322"/>
                  </a:cubicBezTo>
                  <a:cubicBezTo>
                    <a:pt x="340" y="1309"/>
                    <a:pt x="350" y="1304"/>
                    <a:pt x="360" y="1305"/>
                  </a:cubicBezTo>
                  <a:cubicBezTo>
                    <a:pt x="414" y="1282"/>
                    <a:pt x="428" y="1278"/>
                    <a:pt x="443" y="1270"/>
                  </a:cubicBezTo>
                  <a:cubicBezTo>
                    <a:pt x="485" y="1238"/>
                    <a:pt x="488" y="1241"/>
                    <a:pt x="493" y="1236"/>
                  </a:cubicBezTo>
                  <a:cubicBezTo>
                    <a:pt x="503" y="1226"/>
                    <a:pt x="507" y="1224"/>
                    <a:pt x="512" y="1220"/>
                  </a:cubicBezTo>
                  <a:cubicBezTo>
                    <a:pt x="513" y="1206"/>
                    <a:pt x="509" y="1214"/>
                    <a:pt x="502" y="1222"/>
                  </a:cubicBezTo>
                  <a:cubicBezTo>
                    <a:pt x="460" y="1250"/>
                    <a:pt x="445" y="1261"/>
                    <a:pt x="435" y="1266"/>
                  </a:cubicBezTo>
                  <a:cubicBezTo>
                    <a:pt x="399" y="1282"/>
                    <a:pt x="395" y="1285"/>
                    <a:pt x="392" y="1284"/>
                  </a:cubicBezTo>
                  <a:cubicBezTo>
                    <a:pt x="323" y="1300"/>
                    <a:pt x="316" y="1303"/>
                    <a:pt x="308" y="1308"/>
                  </a:cubicBezTo>
                  <a:cubicBezTo>
                    <a:pt x="286" y="1307"/>
                    <a:pt x="284" y="1307"/>
                    <a:pt x="281" y="1308"/>
                  </a:cubicBezTo>
                  <a:cubicBezTo>
                    <a:pt x="265" y="1315"/>
                    <a:pt x="263" y="1313"/>
                    <a:pt x="260" y="1316"/>
                  </a:cubicBezTo>
                  <a:cubicBezTo>
                    <a:pt x="276" y="1302"/>
                    <a:pt x="278" y="1307"/>
                    <a:pt x="282" y="1305"/>
                  </a:cubicBezTo>
                  <a:cubicBezTo>
                    <a:pt x="318" y="1297"/>
                    <a:pt x="324" y="1295"/>
                    <a:pt x="330" y="1297"/>
                  </a:cubicBezTo>
                  <a:cubicBezTo>
                    <a:pt x="385" y="1284"/>
                    <a:pt x="390" y="1272"/>
                    <a:pt x="392" y="1277"/>
                  </a:cubicBezTo>
                  <a:cubicBezTo>
                    <a:pt x="458" y="1239"/>
                    <a:pt x="469" y="1229"/>
                    <a:pt x="477" y="1218"/>
                  </a:cubicBezTo>
                  <a:cubicBezTo>
                    <a:pt x="489" y="1197"/>
                    <a:pt x="479" y="1209"/>
                    <a:pt x="469" y="1221"/>
                  </a:cubicBezTo>
                  <a:cubicBezTo>
                    <a:pt x="433" y="1250"/>
                    <a:pt x="428" y="1253"/>
                    <a:pt x="424" y="1257"/>
                  </a:cubicBezTo>
                  <a:cubicBezTo>
                    <a:pt x="379" y="1272"/>
                    <a:pt x="373" y="1275"/>
                    <a:pt x="368" y="1275"/>
                  </a:cubicBezTo>
                  <a:cubicBezTo>
                    <a:pt x="317" y="1286"/>
                    <a:pt x="313" y="1290"/>
                    <a:pt x="308" y="1294"/>
                  </a:cubicBezTo>
                  <a:cubicBezTo>
                    <a:pt x="276" y="1296"/>
                    <a:pt x="268" y="1298"/>
                    <a:pt x="259" y="1301"/>
                  </a:cubicBezTo>
                  <a:cubicBezTo>
                    <a:pt x="226" y="1315"/>
                    <a:pt x="218" y="1314"/>
                    <a:pt x="210" y="1318"/>
                  </a:cubicBezTo>
                  <a:cubicBezTo>
                    <a:pt x="188" y="1324"/>
                    <a:pt x="198" y="1326"/>
                    <a:pt x="196" y="1323"/>
                  </a:cubicBezTo>
                  <a:cubicBezTo>
                    <a:pt x="245" y="1292"/>
                    <a:pt x="250" y="1296"/>
                    <a:pt x="257" y="1291"/>
                  </a:cubicBezTo>
                  <a:cubicBezTo>
                    <a:pt x="286" y="1281"/>
                    <a:pt x="297" y="1283"/>
                    <a:pt x="309" y="1278"/>
                  </a:cubicBezTo>
                  <a:cubicBezTo>
                    <a:pt x="360" y="1270"/>
                    <a:pt x="377" y="1254"/>
                    <a:pt x="392" y="1257"/>
                  </a:cubicBezTo>
                  <a:cubicBezTo>
                    <a:pt x="464" y="1216"/>
                    <a:pt x="478" y="1201"/>
                    <a:pt x="492" y="1188"/>
                  </a:cubicBezTo>
                  <a:cubicBezTo>
                    <a:pt x="510" y="1153"/>
                    <a:pt x="511" y="1156"/>
                    <a:pt x="505" y="1158"/>
                  </a:cubicBezTo>
                  <a:cubicBezTo>
                    <a:pt x="490" y="1176"/>
                    <a:pt x="487" y="1180"/>
                    <a:pt x="487" y="1184"/>
                  </a:cubicBezTo>
                  <a:cubicBezTo>
                    <a:pt x="443" y="1223"/>
                    <a:pt x="444" y="1226"/>
                    <a:pt x="442" y="1224"/>
                  </a:cubicBezTo>
                  <a:cubicBezTo>
                    <a:pt x="413" y="1237"/>
                    <a:pt x="407" y="1243"/>
                    <a:pt x="403" y="1242"/>
                  </a:cubicBezTo>
                  <a:cubicBezTo>
                    <a:pt x="325" y="1267"/>
                    <a:pt x="322" y="1265"/>
                    <a:pt x="318" y="1267"/>
                  </a:cubicBezTo>
                  <a:cubicBezTo>
                    <a:pt x="273" y="1273"/>
                    <a:pt x="263" y="1283"/>
                    <a:pt x="256" y="1279"/>
                  </a:cubicBezTo>
                  <a:cubicBezTo>
                    <a:pt x="295" y="1265"/>
                    <a:pt x="305" y="1261"/>
                    <a:pt x="314" y="1262"/>
                  </a:cubicBezTo>
                  <a:cubicBezTo>
                    <a:pt x="363" y="1241"/>
                    <a:pt x="375" y="1239"/>
                    <a:pt x="387" y="1234"/>
                  </a:cubicBezTo>
                  <a:cubicBezTo>
                    <a:pt x="479" y="1164"/>
                    <a:pt x="483" y="1161"/>
                    <a:pt x="485" y="1158"/>
                  </a:cubicBezTo>
                  <a:cubicBezTo>
                    <a:pt x="512" y="1124"/>
                    <a:pt x="513" y="1117"/>
                    <a:pt x="520" y="1111"/>
                  </a:cubicBezTo>
                  <a:cubicBezTo>
                    <a:pt x="509" y="1116"/>
                    <a:pt x="505" y="1120"/>
                    <a:pt x="502" y="1124"/>
                  </a:cubicBezTo>
                  <a:cubicBezTo>
                    <a:pt x="478" y="1160"/>
                    <a:pt x="470" y="1160"/>
                    <a:pt x="471" y="1166"/>
                  </a:cubicBezTo>
                  <a:cubicBezTo>
                    <a:pt x="431" y="1191"/>
                    <a:pt x="426" y="1200"/>
                    <a:pt x="421" y="1202"/>
                  </a:cubicBezTo>
                  <a:cubicBezTo>
                    <a:pt x="378" y="1227"/>
                    <a:pt x="371" y="1230"/>
                    <a:pt x="363" y="1234"/>
                  </a:cubicBezTo>
                  <a:cubicBezTo>
                    <a:pt x="322" y="1251"/>
                    <a:pt x="307" y="1250"/>
                    <a:pt x="290" y="1259"/>
                  </a:cubicBezTo>
                  <a:cubicBezTo>
                    <a:pt x="246" y="1271"/>
                    <a:pt x="237" y="1279"/>
                    <a:pt x="231" y="1275"/>
                  </a:cubicBezTo>
                  <a:cubicBezTo>
                    <a:pt x="290" y="1254"/>
                    <a:pt x="296" y="1241"/>
                    <a:pt x="298" y="1246"/>
                  </a:cubicBezTo>
                  <a:cubicBezTo>
                    <a:pt x="362" y="1221"/>
                    <a:pt x="377" y="1211"/>
                    <a:pt x="391" y="1204"/>
                  </a:cubicBezTo>
                  <a:cubicBezTo>
                    <a:pt x="515" y="1103"/>
                    <a:pt x="512" y="1098"/>
                    <a:pt x="518" y="1095"/>
                  </a:cubicBezTo>
                  <a:cubicBezTo>
                    <a:pt x="532" y="1075"/>
                    <a:pt x="536" y="1073"/>
                    <a:pt x="535" y="1071"/>
                  </a:cubicBezTo>
                  <a:cubicBezTo>
                    <a:pt x="539" y="1064"/>
                    <a:pt x="536" y="1067"/>
                    <a:pt x="532" y="1070"/>
                  </a:cubicBezTo>
                  <a:cubicBezTo>
                    <a:pt x="497" y="1109"/>
                    <a:pt x="495" y="1119"/>
                    <a:pt x="485" y="1121"/>
                  </a:cubicBezTo>
                  <a:cubicBezTo>
                    <a:pt x="453" y="1152"/>
                    <a:pt x="442" y="1160"/>
                    <a:pt x="431" y="1168"/>
                  </a:cubicBezTo>
                  <a:cubicBezTo>
                    <a:pt x="397" y="1193"/>
                    <a:pt x="389" y="1191"/>
                    <a:pt x="388" y="1197"/>
                  </a:cubicBezTo>
                  <a:cubicBezTo>
                    <a:pt x="367" y="1206"/>
                    <a:pt x="360" y="1215"/>
                    <a:pt x="356" y="1210"/>
                  </a:cubicBezTo>
                  <a:cubicBezTo>
                    <a:pt x="315" y="1230"/>
                    <a:pt x="305" y="1233"/>
                    <a:pt x="294" y="1240"/>
                  </a:cubicBezTo>
                  <a:cubicBezTo>
                    <a:pt x="262" y="1252"/>
                    <a:pt x="260" y="1251"/>
                    <a:pt x="257" y="1254"/>
                  </a:cubicBezTo>
                  <a:cubicBezTo>
                    <a:pt x="237" y="1263"/>
                    <a:pt x="233" y="1265"/>
                    <a:pt x="229" y="1267"/>
                  </a:cubicBezTo>
                  <a:cubicBezTo>
                    <a:pt x="218" y="1271"/>
                    <a:pt x="214" y="1278"/>
                    <a:pt x="211" y="1275"/>
                  </a:cubicBezTo>
                  <a:cubicBezTo>
                    <a:pt x="241" y="1245"/>
                    <a:pt x="262" y="1234"/>
                    <a:pt x="291" y="1222"/>
                  </a:cubicBezTo>
                  <a:cubicBezTo>
                    <a:pt x="352" y="1187"/>
                    <a:pt x="356" y="1194"/>
                    <a:pt x="360" y="1189"/>
                  </a:cubicBezTo>
                  <a:cubicBezTo>
                    <a:pt x="397" y="1173"/>
                    <a:pt x="401" y="1169"/>
                    <a:pt x="405" y="1169"/>
                  </a:cubicBezTo>
                  <a:cubicBezTo>
                    <a:pt x="461" y="1128"/>
                    <a:pt x="482" y="1115"/>
                    <a:pt x="495" y="1100"/>
                  </a:cubicBezTo>
                  <a:cubicBezTo>
                    <a:pt x="532" y="1063"/>
                    <a:pt x="536" y="1059"/>
                    <a:pt x="536" y="1055"/>
                  </a:cubicBezTo>
                  <a:cubicBezTo>
                    <a:pt x="492" y="1093"/>
                    <a:pt x="491" y="1097"/>
                    <a:pt x="486" y="1101"/>
                  </a:cubicBezTo>
                  <a:cubicBezTo>
                    <a:pt x="470" y="1111"/>
                    <a:pt x="468" y="1118"/>
                    <a:pt x="461" y="1121"/>
                  </a:cubicBezTo>
                  <a:cubicBezTo>
                    <a:pt x="441" y="1135"/>
                    <a:pt x="439" y="1138"/>
                    <a:pt x="438" y="1141"/>
                  </a:cubicBezTo>
                  <a:cubicBezTo>
                    <a:pt x="395" y="1165"/>
                    <a:pt x="389" y="1166"/>
                    <a:pt x="384" y="1167"/>
                  </a:cubicBezTo>
                  <a:cubicBezTo>
                    <a:pt x="366" y="1175"/>
                    <a:pt x="360" y="1181"/>
                    <a:pt x="354" y="1181"/>
                  </a:cubicBezTo>
                  <a:cubicBezTo>
                    <a:pt x="336" y="1190"/>
                    <a:pt x="330" y="1193"/>
                    <a:pt x="324" y="1196"/>
                  </a:cubicBezTo>
                  <a:cubicBezTo>
                    <a:pt x="289" y="1212"/>
                    <a:pt x="274" y="1219"/>
                    <a:pt x="259" y="1226"/>
                  </a:cubicBezTo>
                  <a:cubicBezTo>
                    <a:pt x="235" y="1240"/>
                    <a:pt x="227" y="1244"/>
                    <a:pt x="224" y="1249"/>
                  </a:cubicBezTo>
                  <a:cubicBezTo>
                    <a:pt x="202" y="1270"/>
                    <a:pt x="193" y="1272"/>
                    <a:pt x="192" y="1269"/>
                  </a:cubicBezTo>
                  <a:cubicBezTo>
                    <a:pt x="215" y="1249"/>
                    <a:pt x="212" y="1245"/>
                    <a:pt x="217" y="1243"/>
                  </a:cubicBezTo>
                  <a:cubicBezTo>
                    <a:pt x="243" y="1226"/>
                    <a:pt x="244" y="1223"/>
                    <a:pt x="250" y="1220"/>
                  </a:cubicBezTo>
                  <a:cubicBezTo>
                    <a:pt x="326" y="1181"/>
                    <a:pt x="340" y="1175"/>
                    <a:pt x="358" y="1169"/>
                  </a:cubicBezTo>
                  <a:cubicBezTo>
                    <a:pt x="494" y="1080"/>
                    <a:pt x="512" y="1077"/>
                    <a:pt x="512" y="1063"/>
                  </a:cubicBezTo>
                  <a:cubicBezTo>
                    <a:pt x="460" y="1106"/>
                    <a:pt x="454" y="1105"/>
                    <a:pt x="447" y="1112"/>
                  </a:cubicBezTo>
                  <a:cubicBezTo>
                    <a:pt x="401" y="1139"/>
                    <a:pt x="397" y="1141"/>
                    <a:pt x="392" y="1144"/>
                  </a:cubicBezTo>
                  <a:cubicBezTo>
                    <a:pt x="299" y="1182"/>
                    <a:pt x="278" y="1194"/>
                    <a:pt x="258" y="1204"/>
                  </a:cubicBezTo>
                  <a:cubicBezTo>
                    <a:pt x="222" y="1232"/>
                    <a:pt x="219" y="1228"/>
                    <a:pt x="215" y="1233"/>
                  </a:cubicBezTo>
                  <a:cubicBezTo>
                    <a:pt x="191" y="1248"/>
                    <a:pt x="198" y="1246"/>
                    <a:pt x="198" y="1243"/>
                  </a:cubicBezTo>
                  <a:cubicBezTo>
                    <a:pt x="210" y="1232"/>
                    <a:pt x="218" y="1227"/>
                    <a:pt x="221" y="1221"/>
                  </a:cubicBezTo>
                  <a:cubicBezTo>
                    <a:pt x="275" y="1187"/>
                    <a:pt x="293" y="1174"/>
                    <a:pt x="310" y="1167"/>
                  </a:cubicBezTo>
                  <a:cubicBezTo>
                    <a:pt x="378" y="1137"/>
                    <a:pt x="377" y="1130"/>
                    <a:pt x="382" y="1132"/>
                  </a:cubicBezTo>
                  <a:cubicBezTo>
                    <a:pt x="433" y="1103"/>
                    <a:pt x="436" y="1100"/>
                    <a:pt x="437" y="1102"/>
                  </a:cubicBezTo>
                  <a:cubicBezTo>
                    <a:pt x="461" y="1086"/>
                    <a:pt x="465" y="1087"/>
                    <a:pt x="471" y="1080"/>
                  </a:cubicBezTo>
                  <a:cubicBezTo>
                    <a:pt x="502" y="1058"/>
                    <a:pt x="506" y="1058"/>
                    <a:pt x="511" y="1054"/>
                  </a:cubicBezTo>
                  <a:cubicBezTo>
                    <a:pt x="567" y="1001"/>
                    <a:pt x="569" y="996"/>
                    <a:pt x="573" y="991"/>
                  </a:cubicBezTo>
                  <a:cubicBezTo>
                    <a:pt x="512" y="1042"/>
                    <a:pt x="492" y="1060"/>
                    <a:pt x="472" y="1069"/>
                  </a:cubicBezTo>
                  <a:cubicBezTo>
                    <a:pt x="445" y="1085"/>
                    <a:pt x="440" y="1093"/>
                    <a:pt x="436" y="1090"/>
                  </a:cubicBezTo>
                  <a:cubicBezTo>
                    <a:pt x="383" y="1123"/>
                    <a:pt x="380" y="1120"/>
                    <a:pt x="375" y="1125"/>
                  </a:cubicBezTo>
                  <a:cubicBezTo>
                    <a:pt x="301" y="1163"/>
                    <a:pt x="285" y="1166"/>
                    <a:pt x="266" y="1181"/>
                  </a:cubicBezTo>
                  <a:cubicBezTo>
                    <a:pt x="238" y="1199"/>
                    <a:pt x="226" y="1210"/>
                    <a:pt x="218" y="1211"/>
                  </a:cubicBezTo>
                  <a:cubicBezTo>
                    <a:pt x="195" y="1226"/>
                    <a:pt x="199" y="1221"/>
                    <a:pt x="198" y="1216"/>
                  </a:cubicBezTo>
                  <a:cubicBezTo>
                    <a:pt x="230" y="1183"/>
                    <a:pt x="233" y="1182"/>
                    <a:pt x="238" y="1177"/>
                  </a:cubicBezTo>
                  <a:cubicBezTo>
                    <a:pt x="319" y="1129"/>
                    <a:pt x="328" y="1123"/>
                    <a:pt x="336" y="1121"/>
                  </a:cubicBezTo>
                  <a:cubicBezTo>
                    <a:pt x="493" y="1012"/>
                    <a:pt x="511" y="1000"/>
                    <a:pt x="526" y="986"/>
                  </a:cubicBezTo>
                  <a:cubicBezTo>
                    <a:pt x="552" y="958"/>
                    <a:pt x="551" y="956"/>
                    <a:pt x="554" y="954"/>
                  </a:cubicBezTo>
                  <a:cubicBezTo>
                    <a:pt x="522" y="977"/>
                    <a:pt x="521" y="987"/>
                    <a:pt x="507" y="995"/>
                  </a:cubicBezTo>
                  <a:cubicBezTo>
                    <a:pt x="490" y="1009"/>
                    <a:pt x="487" y="1013"/>
                    <a:pt x="482" y="1018"/>
                  </a:cubicBezTo>
                  <a:cubicBezTo>
                    <a:pt x="358" y="1100"/>
                    <a:pt x="341" y="1103"/>
                    <a:pt x="333" y="1113"/>
                  </a:cubicBezTo>
                  <a:cubicBezTo>
                    <a:pt x="251" y="1161"/>
                    <a:pt x="227" y="1171"/>
                    <a:pt x="214" y="1187"/>
                  </a:cubicBezTo>
                  <a:cubicBezTo>
                    <a:pt x="211" y="1186"/>
                    <a:pt x="210" y="1183"/>
                    <a:pt x="213" y="1180"/>
                  </a:cubicBezTo>
                  <a:cubicBezTo>
                    <a:pt x="242" y="1151"/>
                    <a:pt x="248" y="1147"/>
                    <a:pt x="259" y="1137"/>
                  </a:cubicBezTo>
                  <a:cubicBezTo>
                    <a:pt x="360" y="1078"/>
                    <a:pt x="373" y="1070"/>
                    <a:pt x="393" y="1055"/>
                  </a:cubicBezTo>
                  <a:cubicBezTo>
                    <a:pt x="452" y="1010"/>
                    <a:pt x="460" y="1010"/>
                    <a:pt x="463" y="1005"/>
                  </a:cubicBezTo>
                  <a:cubicBezTo>
                    <a:pt x="524" y="947"/>
                    <a:pt x="530" y="944"/>
                    <a:pt x="532" y="940"/>
                  </a:cubicBezTo>
                  <a:cubicBezTo>
                    <a:pt x="561" y="903"/>
                    <a:pt x="566" y="896"/>
                    <a:pt x="574" y="890"/>
                  </a:cubicBezTo>
                  <a:cubicBezTo>
                    <a:pt x="547" y="899"/>
                    <a:pt x="543" y="903"/>
                    <a:pt x="537" y="907"/>
                  </a:cubicBezTo>
                  <a:cubicBezTo>
                    <a:pt x="522" y="918"/>
                    <a:pt x="523" y="921"/>
                    <a:pt x="519" y="922"/>
                  </a:cubicBezTo>
                  <a:cubicBezTo>
                    <a:pt x="491" y="945"/>
                    <a:pt x="485" y="954"/>
                    <a:pt x="474" y="962"/>
                  </a:cubicBezTo>
                  <a:cubicBezTo>
                    <a:pt x="396" y="1023"/>
                    <a:pt x="387" y="1030"/>
                    <a:pt x="378" y="1037"/>
                  </a:cubicBezTo>
                  <a:cubicBezTo>
                    <a:pt x="323" y="1067"/>
                    <a:pt x="317" y="1067"/>
                    <a:pt x="311" y="1070"/>
                  </a:cubicBezTo>
                  <a:cubicBezTo>
                    <a:pt x="262" y="1102"/>
                    <a:pt x="259" y="1103"/>
                    <a:pt x="256" y="1103"/>
                  </a:cubicBezTo>
                  <a:cubicBezTo>
                    <a:pt x="244" y="1115"/>
                    <a:pt x="236" y="1116"/>
                    <a:pt x="239" y="1120"/>
                  </a:cubicBezTo>
                  <a:cubicBezTo>
                    <a:pt x="222" y="1136"/>
                    <a:pt x="217" y="1144"/>
                    <a:pt x="214" y="1140"/>
                  </a:cubicBezTo>
                  <a:cubicBezTo>
                    <a:pt x="260" y="1090"/>
                    <a:pt x="271" y="1086"/>
                    <a:pt x="296" y="1066"/>
                  </a:cubicBezTo>
                  <a:cubicBezTo>
                    <a:pt x="418" y="989"/>
                    <a:pt x="425" y="977"/>
                    <a:pt x="430" y="979"/>
                  </a:cubicBezTo>
                  <a:cubicBezTo>
                    <a:pt x="451" y="961"/>
                    <a:pt x="456" y="956"/>
                    <a:pt x="465" y="947"/>
                  </a:cubicBezTo>
                  <a:cubicBezTo>
                    <a:pt x="540" y="892"/>
                    <a:pt x="549" y="886"/>
                    <a:pt x="560" y="878"/>
                  </a:cubicBezTo>
                  <a:cubicBezTo>
                    <a:pt x="587" y="870"/>
                    <a:pt x="592" y="858"/>
                    <a:pt x="594" y="863"/>
                  </a:cubicBezTo>
                  <a:cubicBezTo>
                    <a:pt x="625" y="848"/>
                    <a:pt x="636" y="854"/>
                    <a:pt x="633" y="845"/>
                  </a:cubicBezTo>
                  <a:cubicBezTo>
                    <a:pt x="574" y="858"/>
                    <a:pt x="566" y="857"/>
                    <a:pt x="557" y="863"/>
                  </a:cubicBezTo>
                  <a:cubicBezTo>
                    <a:pt x="523" y="876"/>
                    <a:pt x="515" y="880"/>
                    <a:pt x="508" y="884"/>
                  </a:cubicBezTo>
                  <a:cubicBezTo>
                    <a:pt x="420" y="945"/>
                    <a:pt x="411" y="951"/>
                    <a:pt x="402" y="958"/>
                  </a:cubicBezTo>
                  <a:cubicBezTo>
                    <a:pt x="299" y="1027"/>
                    <a:pt x="297" y="1029"/>
                    <a:pt x="295" y="1030"/>
                  </a:cubicBezTo>
                  <a:cubicBezTo>
                    <a:pt x="255" y="1062"/>
                    <a:pt x="252" y="1067"/>
                    <a:pt x="244" y="1072"/>
                  </a:cubicBezTo>
                  <a:cubicBezTo>
                    <a:pt x="230" y="1081"/>
                    <a:pt x="230" y="1077"/>
                    <a:pt x="232" y="1073"/>
                  </a:cubicBezTo>
                  <a:cubicBezTo>
                    <a:pt x="251" y="1057"/>
                    <a:pt x="253" y="1055"/>
                    <a:pt x="257" y="1053"/>
                  </a:cubicBezTo>
                  <a:cubicBezTo>
                    <a:pt x="293" y="1015"/>
                    <a:pt x="296" y="1017"/>
                    <a:pt x="300" y="1014"/>
                  </a:cubicBezTo>
                  <a:cubicBezTo>
                    <a:pt x="333" y="985"/>
                    <a:pt x="335" y="986"/>
                    <a:pt x="336" y="986"/>
                  </a:cubicBezTo>
                  <a:cubicBezTo>
                    <a:pt x="380" y="950"/>
                    <a:pt x="404" y="938"/>
                    <a:pt x="433" y="916"/>
                  </a:cubicBezTo>
                  <a:cubicBezTo>
                    <a:pt x="492" y="885"/>
                    <a:pt x="501" y="881"/>
                    <a:pt x="511" y="874"/>
                  </a:cubicBezTo>
                  <a:cubicBezTo>
                    <a:pt x="540" y="857"/>
                    <a:pt x="552" y="855"/>
                    <a:pt x="561" y="848"/>
                  </a:cubicBezTo>
                  <a:cubicBezTo>
                    <a:pt x="574" y="833"/>
                    <a:pt x="569" y="837"/>
                    <a:pt x="565" y="840"/>
                  </a:cubicBezTo>
                  <a:cubicBezTo>
                    <a:pt x="512" y="866"/>
                    <a:pt x="509" y="864"/>
                    <a:pt x="505" y="869"/>
                  </a:cubicBezTo>
                  <a:cubicBezTo>
                    <a:pt x="416" y="917"/>
                    <a:pt x="406" y="926"/>
                    <a:pt x="373" y="944"/>
                  </a:cubicBezTo>
                  <a:cubicBezTo>
                    <a:pt x="332" y="978"/>
                    <a:pt x="317" y="986"/>
                    <a:pt x="306" y="995"/>
                  </a:cubicBezTo>
                  <a:cubicBezTo>
                    <a:pt x="253" y="1040"/>
                    <a:pt x="256" y="1048"/>
                    <a:pt x="251" y="1045"/>
                  </a:cubicBezTo>
                  <a:cubicBezTo>
                    <a:pt x="235" y="1052"/>
                    <a:pt x="237" y="1048"/>
                    <a:pt x="241" y="1044"/>
                  </a:cubicBezTo>
                  <a:cubicBezTo>
                    <a:pt x="310" y="977"/>
                    <a:pt x="362" y="934"/>
                    <a:pt x="419" y="899"/>
                  </a:cubicBezTo>
                  <a:cubicBezTo>
                    <a:pt x="482" y="869"/>
                    <a:pt x="481" y="865"/>
                    <a:pt x="487" y="864"/>
                  </a:cubicBezTo>
                  <a:cubicBezTo>
                    <a:pt x="513" y="858"/>
                    <a:pt x="519" y="848"/>
                    <a:pt x="522" y="852"/>
                  </a:cubicBezTo>
                  <a:cubicBezTo>
                    <a:pt x="583" y="826"/>
                    <a:pt x="598" y="821"/>
                    <a:pt x="613" y="815"/>
                  </a:cubicBezTo>
                  <a:cubicBezTo>
                    <a:pt x="578" y="820"/>
                    <a:pt x="572" y="828"/>
                    <a:pt x="567" y="826"/>
                  </a:cubicBezTo>
                  <a:cubicBezTo>
                    <a:pt x="541" y="835"/>
                    <a:pt x="538" y="835"/>
                    <a:pt x="536" y="837"/>
                  </a:cubicBezTo>
                  <a:cubicBezTo>
                    <a:pt x="509" y="843"/>
                    <a:pt x="505" y="850"/>
                    <a:pt x="502" y="851"/>
                  </a:cubicBezTo>
                  <a:cubicBezTo>
                    <a:pt x="480" y="859"/>
                    <a:pt x="474" y="860"/>
                    <a:pt x="468" y="866"/>
                  </a:cubicBezTo>
                  <a:cubicBezTo>
                    <a:pt x="423" y="890"/>
                    <a:pt x="421" y="886"/>
                    <a:pt x="417" y="890"/>
                  </a:cubicBezTo>
                  <a:cubicBezTo>
                    <a:pt x="390" y="907"/>
                    <a:pt x="385" y="911"/>
                    <a:pt x="380" y="914"/>
                  </a:cubicBezTo>
                  <a:cubicBezTo>
                    <a:pt x="361" y="927"/>
                    <a:pt x="350" y="937"/>
                    <a:pt x="335" y="947"/>
                  </a:cubicBezTo>
                  <a:cubicBezTo>
                    <a:pt x="277" y="996"/>
                    <a:pt x="275" y="1001"/>
                    <a:pt x="266" y="1004"/>
                  </a:cubicBezTo>
                  <a:cubicBezTo>
                    <a:pt x="252" y="1019"/>
                    <a:pt x="249" y="1014"/>
                    <a:pt x="250" y="1013"/>
                  </a:cubicBezTo>
                  <a:cubicBezTo>
                    <a:pt x="261" y="1003"/>
                    <a:pt x="262" y="1003"/>
                    <a:pt x="262" y="1002"/>
                  </a:cubicBezTo>
                  <a:cubicBezTo>
                    <a:pt x="283" y="983"/>
                    <a:pt x="288" y="972"/>
                    <a:pt x="297" y="962"/>
                  </a:cubicBezTo>
                  <a:cubicBezTo>
                    <a:pt x="358" y="911"/>
                    <a:pt x="362" y="915"/>
                    <a:pt x="367" y="909"/>
                  </a:cubicBezTo>
                  <a:cubicBezTo>
                    <a:pt x="396" y="889"/>
                    <a:pt x="399" y="896"/>
                    <a:pt x="403" y="891"/>
                  </a:cubicBezTo>
                  <a:cubicBezTo>
                    <a:pt x="418" y="884"/>
                    <a:pt x="423" y="872"/>
                    <a:pt x="425" y="877"/>
                  </a:cubicBezTo>
                  <a:cubicBezTo>
                    <a:pt x="466" y="855"/>
                    <a:pt x="478" y="855"/>
                    <a:pt x="492" y="844"/>
                  </a:cubicBezTo>
                  <a:cubicBezTo>
                    <a:pt x="573" y="801"/>
                    <a:pt x="571" y="802"/>
                    <a:pt x="578" y="796"/>
                  </a:cubicBezTo>
                  <a:cubicBezTo>
                    <a:pt x="604" y="774"/>
                    <a:pt x="612" y="772"/>
                    <a:pt x="609" y="769"/>
                  </a:cubicBezTo>
                  <a:cubicBezTo>
                    <a:pt x="526" y="821"/>
                    <a:pt x="519" y="826"/>
                    <a:pt x="513" y="829"/>
                  </a:cubicBezTo>
                  <a:cubicBezTo>
                    <a:pt x="463" y="847"/>
                    <a:pt x="455" y="856"/>
                    <a:pt x="450" y="854"/>
                  </a:cubicBezTo>
                  <a:cubicBezTo>
                    <a:pt x="390" y="884"/>
                    <a:pt x="378" y="893"/>
                    <a:pt x="368" y="897"/>
                  </a:cubicBezTo>
                  <a:cubicBezTo>
                    <a:pt x="338" y="920"/>
                    <a:pt x="335" y="923"/>
                    <a:pt x="332" y="925"/>
                  </a:cubicBezTo>
                  <a:cubicBezTo>
                    <a:pt x="316" y="936"/>
                    <a:pt x="308" y="942"/>
                    <a:pt x="301" y="947"/>
                  </a:cubicBezTo>
                  <a:cubicBezTo>
                    <a:pt x="265" y="982"/>
                    <a:pt x="261" y="986"/>
                    <a:pt x="258" y="990"/>
                  </a:cubicBezTo>
                  <a:cubicBezTo>
                    <a:pt x="267" y="967"/>
                    <a:pt x="265" y="971"/>
                    <a:pt x="270" y="972"/>
                  </a:cubicBezTo>
                  <a:cubicBezTo>
                    <a:pt x="317" y="926"/>
                    <a:pt x="316" y="922"/>
                    <a:pt x="337" y="912"/>
                  </a:cubicBezTo>
                  <a:cubicBezTo>
                    <a:pt x="446" y="842"/>
                    <a:pt x="455" y="842"/>
                    <a:pt x="463" y="838"/>
                  </a:cubicBezTo>
                  <a:cubicBezTo>
                    <a:pt x="475" y="832"/>
                    <a:pt x="476" y="831"/>
                    <a:pt x="477" y="830"/>
                  </a:cubicBezTo>
                  <a:cubicBezTo>
                    <a:pt x="595" y="755"/>
                    <a:pt x="608" y="750"/>
                    <a:pt x="608" y="743"/>
                  </a:cubicBezTo>
                  <a:cubicBezTo>
                    <a:pt x="591" y="754"/>
                    <a:pt x="593" y="752"/>
                    <a:pt x="587" y="758"/>
                  </a:cubicBezTo>
                  <a:cubicBezTo>
                    <a:pt x="552" y="781"/>
                    <a:pt x="553" y="785"/>
                    <a:pt x="549" y="783"/>
                  </a:cubicBezTo>
                  <a:cubicBezTo>
                    <a:pt x="516" y="799"/>
                    <a:pt x="510" y="807"/>
                    <a:pt x="506" y="809"/>
                  </a:cubicBezTo>
                  <a:cubicBezTo>
                    <a:pt x="432" y="848"/>
                    <a:pt x="425" y="843"/>
                    <a:pt x="423" y="847"/>
                  </a:cubicBezTo>
                  <a:cubicBezTo>
                    <a:pt x="403" y="861"/>
                    <a:pt x="400" y="858"/>
                    <a:pt x="396" y="861"/>
                  </a:cubicBezTo>
                  <a:cubicBezTo>
                    <a:pt x="290" y="934"/>
                    <a:pt x="289" y="937"/>
                    <a:pt x="284" y="940"/>
                  </a:cubicBezTo>
                  <a:cubicBezTo>
                    <a:pt x="283" y="932"/>
                    <a:pt x="287" y="928"/>
                    <a:pt x="289" y="924"/>
                  </a:cubicBezTo>
                  <a:cubicBezTo>
                    <a:pt x="318" y="903"/>
                    <a:pt x="325" y="895"/>
                    <a:pt x="335" y="888"/>
                  </a:cubicBezTo>
                  <a:cubicBezTo>
                    <a:pt x="381" y="857"/>
                    <a:pt x="388" y="853"/>
                    <a:pt x="394" y="848"/>
                  </a:cubicBezTo>
                  <a:cubicBezTo>
                    <a:pt x="445" y="830"/>
                    <a:pt x="450" y="818"/>
                    <a:pt x="452" y="823"/>
                  </a:cubicBezTo>
                  <a:cubicBezTo>
                    <a:pt x="472" y="813"/>
                    <a:pt x="472" y="811"/>
                    <a:pt x="474" y="812"/>
                  </a:cubicBezTo>
                  <a:cubicBezTo>
                    <a:pt x="492" y="804"/>
                    <a:pt x="496" y="802"/>
                    <a:pt x="499" y="799"/>
                  </a:cubicBezTo>
                  <a:cubicBezTo>
                    <a:pt x="522" y="787"/>
                    <a:pt x="529" y="784"/>
                    <a:pt x="536" y="782"/>
                  </a:cubicBezTo>
                  <a:cubicBezTo>
                    <a:pt x="594" y="740"/>
                    <a:pt x="604" y="733"/>
                    <a:pt x="613" y="727"/>
                  </a:cubicBezTo>
                  <a:cubicBezTo>
                    <a:pt x="629" y="708"/>
                    <a:pt x="626" y="710"/>
                    <a:pt x="623" y="712"/>
                  </a:cubicBezTo>
                  <a:cubicBezTo>
                    <a:pt x="614" y="719"/>
                    <a:pt x="612" y="720"/>
                    <a:pt x="611" y="720"/>
                  </a:cubicBezTo>
                  <a:cubicBezTo>
                    <a:pt x="602" y="727"/>
                    <a:pt x="602" y="731"/>
                    <a:pt x="598" y="733"/>
                  </a:cubicBezTo>
                  <a:cubicBezTo>
                    <a:pt x="578" y="747"/>
                    <a:pt x="571" y="752"/>
                    <a:pt x="564" y="757"/>
                  </a:cubicBezTo>
                  <a:cubicBezTo>
                    <a:pt x="528" y="774"/>
                    <a:pt x="524" y="782"/>
                    <a:pt x="521" y="779"/>
                  </a:cubicBezTo>
                  <a:cubicBezTo>
                    <a:pt x="466" y="806"/>
                    <a:pt x="462" y="809"/>
                    <a:pt x="459" y="809"/>
                  </a:cubicBezTo>
                  <a:cubicBezTo>
                    <a:pt x="423" y="827"/>
                    <a:pt x="420" y="825"/>
                    <a:pt x="416" y="827"/>
                  </a:cubicBezTo>
                  <a:cubicBezTo>
                    <a:pt x="347" y="870"/>
                    <a:pt x="336" y="878"/>
                    <a:pt x="325" y="885"/>
                  </a:cubicBezTo>
                  <a:cubicBezTo>
                    <a:pt x="302" y="902"/>
                    <a:pt x="299" y="905"/>
                    <a:pt x="297" y="904"/>
                  </a:cubicBezTo>
                  <a:cubicBezTo>
                    <a:pt x="342" y="859"/>
                    <a:pt x="352" y="856"/>
                    <a:pt x="352" y="851"/>
                  </a:cubicBezTo>
                  <a:cubicBezTo>
                    <a:pt x="384" y="833"/>
                    <a:pt x="390" y="829"/>
                    <a:pt x="403" y="820"/>
                  </a:cubicBezTo>
                  <a:cubicBezTo>
                    <a:pt x="434" y="799"/>
                    <a:pt x="448" y="797"/>
                    <a:pt x="456" y="791"/>
                  </a:cubicBezTo>
                  <a:cubicBezTo>
                    <a:pt x="491" y="772"/>
                    <a:pt x="498" y="776"/>
                    <a:pt x="509" y="765"/>
                  </a:cubicBezTo>
                  <a:cubicBezTo>
                    <a:pt x="550" y="750"/>
                    <a:pt x="561" y="743"/>
                    <a:pt x="571" y="740"/>
                  </a:cubicBezTo>
                  <a:cubicBezTo>
                    <a:pt x="650" y="685"/>
                    <a:pt x="651" y="680"/>
                    <a:pt x="658" y="677"/>
                  </a:cubicBezTo>
                  <a:cubicBezTo>
                    <a:pt x="663" y="670"/>
                    <a:pt x="651" y="676"/>
                    <a:pt x="643" y="686"/>
                  </a:cubicBezTo>
                  <a:cubicBezTo>
                    <a:pt x="557" y="738"/>
                    <a:pt x="549" y="738"/>
                    <a:pt x="541" y="745"/>
                  </a:cubicBezTo>
                  <a:cubicBezTo>
                    <a:pt x="457" y="783"/>
                    <a:pt x="447" y="787"/>
                    <a:pt x="438" y="789"/>
                  </a:cubicBezTo>
                  <a:cubicBezTo>
                    <a:pt x="417" y="807"/>
                    <a:pt x="409" y="804"/>
                    <a:pt x="401" y="811"/>
                  </a:cubicBezTo>
                  <a:cubicBezTo>
                    <a:pt x="339" y="851"/>
                    <a:pt x="338" y="856"/>
                    <a:pt x="329" y="860"/>
                  </a:cubicBezTo>
                  <a:cubicBezTo>
                    <a:pt x="311" y="871"/>
                    <a:pt x="311" y="863"/>
                    <a:pt x="308" y="866"/>
                  </a:cubicBezTo>
                  <a:cubicBezTo>
                    <a:pt x="324" y="849"/>
                    <a:pt x="327" y="851"/>
                    <a:pt x="327" y="847"/>
                  </a:cubicBezTo>
                  <a:cubicBezTo>
                    <a:pt x="429" y="785"/>
                    <a:pt x="430" y="783"/>
                    <a:pt x="438" y="779"/>
                  </a:cubicBezTo>
                  <a:cubicBezTo>
                    <a:pt x="489" y="753"/>
                    <a:pt x="491" y="753"/>
                    <a:pt x="494" y="751"/>
                  </a:cubicBezTo>
                  <a:cubicBezTo>
                    <a:pt x="546" y="730"/>
                    <a:pt x="551" y="722"/>
                    <a:pt x="554" y="725"/>
                  </a:cubicBezTo>
                  <a:cubicBezTo>
                    <a:pt x="553" y="723"/>
                    <a:pt x="551" y="717"/>
                    <a:pt x="547" y="723"/>
                  </a:cubicBezTo>
                  <a:cubicBezTo>
                    <a:pt x="515" y="736"/>
                    <a:pt x="513" y="732"/>
                    <a:pt x="509" y="735"/>
                  </a:cubicBezTo>
                  <a:cubicBezTo>
                    <a:pt x="487" y="740"/>
                    <a:pt x="482" y="748"/>
                    <a:pt x="479" y="745"/>
                  </a:cubicBezTo>
                  <a:cubicBezTo>
                    <a:pt x="397" y="793"/>
                    <a:pt x="390" y="796"/>
                    <a:pt x="382" y="800"/>
                  </a:cubicBezTo>
                  <a:cubicBezTo>
                    <a:pt x="344" y="825"/>
                    <a:pt x="339" y="829"/>
                    <a:pt x="334" y="833"/>
                  </a:cubicBezTo>
                  <a:cubicBezTo>
                    <a:pt x="346" y="804"/>
                    <a:pt x="361" y="789"/>
                    <a:pt x="375" y="781"/>
                  </a:cubicBezTo>
                  <a:cubicBezTo>
                    <a:pt x="397" y="767"/>
                    <a:pt x="400" y="765"/>
                    <a:pt x="404" y="763"/>
                  </a:cubicBezTo>
                  <a:cubicBezTo>
                    <a:pt x="478" y="727"/>
                    <a:pt x="484" y="727"/>
                    <a:pt x="492" y="721"/>
                  </a:cubicBezTo>
                  <a:cubicBezTo>
                    <a:pt x="514" y="719"/>
                    <a:pt x="521" y="711"/>
                    <a:pt x="527" y="713"/>
                  </a:cubicBezTo>
                  <a:cubicBezTo>
                    <a:pt x="573" y="696"/>
                    <a:pt x="580" y="692"/>
                    <a:pt x="587" y="689"/>
                  </a:cubicBezTo>
                  <a:cubicBezTo>
                    <a:pt x="627" y="664"/>
                    <a:pt x="637" y="667"/>
                    <a:pt x="634" y="660"/>
                  </a:cubicBezTo>
                  <a:cubicBezTo>
                    <a:pt x="534" y="701"/>
                    <a:pt x="528" y="701"/>
                    <a:pt x="521" y="705"/>
                  </a:cubicBezTo>
                  <a:cubicBezTo>
                    <a:pt x="490" y="707"/>
                    <a:pt x="495" y="713"/>
                    <a:pt x="501" y="707"/>
                  </a:cubicBezTo>
                  <a:cubicBezTo>
                    <a:pt x="543" y="697"/>
                    <a:pt x="550" y="686"/>
                    <a:pt x="556" y="687"/>
                  </a:cubicBezTo>
                  <a:cubicBezTo>
                    <a:pt x="578" y="682"/>
                    <a:pt x="584" y="677"/>
                    <a:pt x="590" y="677"/>
                  </a:cubicBezTo>
                  <a:cubicBezTo>
                    <a:pt x="643" y="648"/>
                    <a:pt x="657" y="643"/>
                    <a:pt x="673" y="629"/>
                  </a:cubicBezTo>
                  <a:cubicBezTo>
                    <a:pt x="647" y="645"/>
                    <a:pt x="643" y="645"/>
                    <a:pt x="641" y="645"/>
                  </a:cubicBezTo>
                  <a:cubicBezTo>
                    <a:pt x="611" y="659"/>
                    <a:pt x="604" y="666"/>
                    <a:pt x="597" y="667"/>
                  </a:cubicBezTo>
                  <a:cubicBezTo>
                    <a:pt x="556" y="675"/>
                    <a:pt x="551" y="687"/>
                    <a:pt x="549" y="682"/>
                  </a:cubicBezTo>
                  <a:cubicBezTo>
                    <a:pt x="516" y="695"/>
                    <a:pt x="514" y="691"/>
                    <a:pt x="510" y="696"/>
                  </a:cubicBezTo>
                  <a:cubicBezTo>
                    <a:pt x="487" y="704"/>
                    <a:pt x="483" y="706"/>
                    <a:pt x="480" y="705"/>
                  </a:cubicBezTo>
                  <a:cubicBezTo>
                    <a:pt x="454" y="716"/>
                    <a:pt x="446" y="720"/>
                    <a:pt x="441" y="723"/>
                  </a:cubicBezTo>
                  <a:cubicBezTo>
                    <a:pt x="430" y="731"/>
                    <a:pt x="427" y="727"/>
                    <a:pt x="423" y="731"/>
                  </a:cubicBezTo>
                  <a:cubicBezTo>
                    <a:pt x="386" y="755"/>
                    <a:pt x="382" y="753"/>
                    <a:pt x="377" y="757"/>
                  </a:cubicBezTo>
                  <a:cubicBezTo>
                    <a:pt x="347" y="769"/>
                    <a:pt x="358" y="764"/>
                    <a:pt x="366" y="758"/>
                  </a:cubicBezTo>
                  <a:cubicBezTo>
                    <a:pt x="409" y="728"/>
                    <a:pt x="417" y="725"/>
                    <a:pt x="425" y="718"/>
                  </a:cubicBezTo>
                  <a:cubicBezTo>
                    <a:pt x="571" y="656"/>
                    <a:pt x="601" y="640"/>
                    <a:pt x="630" y="626"/>
                  </a:cubicBezTo>
                  <a:cubicBezTo>
                    <a:pt x="661" y="605"/>
                    <a:pt x="663" y="601"/>
                    <a:pt x="664" y="599"/>
                  </a:cubicBezTo>
                  <a:cubicBezTo>
                    <a:pt x="642" y="607"/>
                    <a:pt x="637" y="615"/>
                    <a:pt x="632" y="617"/>
                  </a:cubicBezTo>
                  <a:cubicBezTo>
                    <a:pt x="575" y="644"/>
                    <a:pt x="557" y="653"/>
                    <a:pt x="540" y="659"/>
                  </a:cubicBezTo>
                  <a:cubicBezTo>
                    <a:pt x="479" y="687"/>
                    <a:pt x="471" y="684"/>
                    <a:pt x="462" y="691"/>
                  </a:cubicBezTo>
                  <a:cubicBezTo>
                    <a:pt x="418" y="713"/>
                    <a:pt x="415" y="715"/>
                    <a:pt x="412" y="717"/>
                  </a:cubicBezTo>
                  <a:cubicBezTo>
                    <a:pt x="381" y="734"/>
                    <a:pt x="377" y="737"/>
                    <a:pt x="373" y="740"/>
                  </a:cubicBezTo>
                  <a:cubicBezTo>
                    <a:pt x="385" y="720"/>
                    <a:pt x="404" y="707"/>
                    <a:pt x="421" y="696"/>
                  </a:cubicBezTo>
                  <a:cubicBezTo>
                    <a:pt x="473" y="672"/>
                    <a:pt x="478" y="677"/>
                    <a:pt x="484" y="670"/>
                  </a:cubicBezTo>
                  <a:cubicBezTo>
                    <a:pt x="519" y="657"/>
                    <a:pt x="524" y="659"/>
                    <a:pt x="529" y="654"/>
                  </a:cubicBezTo>
                  <a:cubicBezTo>
                    <a:pt x="603" y="622"/>
                    <a:pt x="611" y="619"/>
                    <a:pt x="619" y="615"/>
                  </a:cubicBezTo>
                  <a:cubicBezTo>
                    <a:pt x="667" y="570"/>
                    <a:pt x="677" y="568"/>
                    <a:pt x="675" y="564"/>
                  </a:cubicBezTo>
                  <a:cubicBezTo>
                    <a:pt x="719" y="542"/>
                    <a:pt x="725" y="539"/>
                    <a:pt x="730" y="537"/>
                  </a:cubicBezTo>
                  <a:cubicBezTo>
                    <a:pt x="742" y="527"/>
                    <a:pt x="737" y="530"/>
                    <a:pt x="732" y="533"/>
                  </a:cubicBezTo>
                  <a:cubicBezTo>
                    <a:pt x="706" y="538"/>
                    <a:pt x="703" y="542"/>
                    <a:pt x="700" y="544"/>
                  </a:cubicBezTo>
                  <a:cubicBezTo>
                    <a:pt x="637" y="575"/>
                    <a:pt x="629" y="578"/>
                    <a:pt x="622" y="585"/>
                  </a:cubicBezTo>
                  <a:cubicBezTo>
                    <a:pt x="557" y="616"/>
                    <a:pt x="550" y="611"/>
                    <a:pt x="543" y="615"/>
                  </a:cubicBezTo>
                  <a:cubicBezTo>
                    <a:pt x="514" y="623"/>
                    <a:pt x="507" y="625"/>
                    <a:pt x="499" y="630"/>
                  </a:cubicBezTo>
                  <a:cubicBezTo>
                    <a:pt x="469" y="641"/>
                    <a:pt x="463" y="637"/>
                    <a:pt x="455" y="644"/>
                  </a:cubicBezTo>
                  <a:cubicBezTo>
                    <a:pt x="432" y="653"/>
                    <a:pt x="426" y="659"/>
                    <a:pt x="422" y="658"/>
                  </a:cubicBezTo>
                  <a:cubicBezTo>
                    <a:pt x="410" y="660"/>
                    <a:pt x="410" y="653"/>
                    <a:pt x="416" y="648"/>
                  </a:cubicBezTo>
                  <a:cubicBezTo>
                    <a:pt x="439" y="640"/>
                    <a:pt x="445" y="628"/>
                    <a:pt x="447" y="633"/>
                  </a:cubicBezTo>
                  <a:cubicBezTo>
                    <a:pt x="502" y="611"/>
                    <a:pt x="513" y="606"/>
                    <a:pt x="523" y="605"/>
                  </a:cubicBezTo>
                  <a:cubicBezTo>
                    <a:pt x="597" y="583"/>
                    <a:pt x="606" y="581"/>
                    <a:pt x="615" y="576"/>
                  </a:cubicBezTo>
                  <a:cubicBezTo>
                    <a:pt x="655" y="561"/>
                    <a:pt x="660" y="548"/>
                    <a:pt x="663" y="553"/>
                  </a:cubicBezTo>
                  <a:cubicBezTo>
                    <a:pt x="715" y="530"/>
                    <a:pt x="721" y="528"/>
                    <a:pt x="727" y="527"/>
                  </a:cubicBezTo>
                  <a:cubicBezTo>
                    <a:pt x="736" y="512"/>
                    <a:pt x="727" y="524"/>
                    <a:pt x="720" y="520"/>
                  </a:cubicBezTo>
                  <a:cubicBezTo>
                    <a:pt x="677" y="533"/>
                    <a:pt x="673" y="536"/>
                    <a:pt x="668" y="537"/>
                  </a:cubicBezTo>
                  <a:cubicBezTo>
                    <a:pt x="603" y="571"/>
                    <a:pt x="600" y="575"/>
                    <a:pt x="598" y="573"/>
                  </a:cubicBezTo>
                  <a:cubicBezTo>
                    <a:pt x="555" y="592"/>
                    <a:pt x="552" y="588"/>
                    <a:pt x="549" y="589"/>
                  </a:cubicBezTo>
                  <a:cubicBezTo>
                    <a:pt x="507" y="600"/>
                    <a:pt x="504" y="601"/>
                    <a:pt x="501" y="601"/>
                  </a:cubicBezTo>
                  <a:cubicBezTo>
                    <a:pt x="462" y="618"/>
                    <a:pt x="456" y="620"/>
                    <a:pt x="449" y="622"/>
                  </a:cubicBezTo>
                  <a:cubicBezTo>
                    <a:pt x="427" y="627"/>
                    <a:pt x="429" y="624"/>
                    <a:pt x="432" y="622"/>
                  </a:cubicBezTo>
                  <a:cubicBezTo>
                    <a:pt x="464" y="601"/>
                    <a:pt x="476" y="596"/>
                    <a:pt x="488" y="594"/>
                  </a:cubicBezTo>
                  <a:cubicBezTo>
                    <a:pt x="519" y="583"/>
                    <a:pt x="522" y="582"/>
                    <a:pt x="525" y="584"/>
                  </a:cubicBezTo>
                  <a:cubicBezTo>
                    <a:pt x="550" y="574"/>
                    <a:pt x="557" y="572"/>
                    <a:pt x="563" y="571"/>
                  </a:cubicBezTo>
                  <a:cubicBezTo>
                    <a:pt x="588" y="560"/>
                    <a:pt x="594" y="562"/>
                    <a:pt x="600" y="559"/>
                  </a:cubicBezTo>
                  <a:cubicBezTo>
                    <a:pt x="645" y="537"/>
                    <a:pt x="651" y="541"/>
                    <a:pt x="657" y="535"/>
                  </a:cubicBezTo>
                  <a:cubicBezTo>
                    <a:pt x="670" y="528"/>
                    <a:pt x="672" y="530"/>
                    <a:pt x="671" y="528"/>
                  </a:cubicBezTo>
                  <a:cubicBezTo>
                    <a:pt x="707" y="510"/>
                    <a:pt x="711" y="502"/>
                    <a:pt x="714" y="502"/>
                  </a:cubicBezTo>
                  <a:cubicBezTo>
                    <a:pt x="729" y="486"/>
                    <a:pt x="743" y="485"/>
                    <a:pt x="736" y="481"/>
                  </a:cubicBezTo>
                  <a:cubicBezTo>
                    <a:pt x="686" y="515"/>
                    <a:pt x="684" y="515"/>
                    <a:pt x="682" y="515"/>
                  </a:cubicBezTo>
                  <a:cubicBezTo>
                    <a:pt x="660" y="525"/>
                    <a:pt x="654" y="529"/>
                    <a:pt x="648" y="532"/>
                  </a:cubicBezTo>
                  <a:cubicBezTo>
                    <a:pt x="622" y="542"/>
                    <a:pt x="616" y="542"/>
                    <a:pt x="609" y="548"/>
                  </a:cubicBezTo>
                  <a:cubicBezTo>
                    <a:pt x="569" y="562"/>
                    <a:pt x="566" y="558"/>
                    <a:pt x="563" y="561"/>
                  </a:cubicBezTo>
                  <a:cubicBezTo>
                    <a:pt x="541" y="567"/>
                    <a:pt x="537" y="572"/>
                    <a:pt x="535" y="570"/>
                  </a:cubicBezTo>
                  <a:cubicBezTo>
                    <a:pt x="474" y="591"/>
                    <a:pt x="469" y="587"/>
                    <a:pt x="462" y="592"/>
                  </a:cubicBezTo>
                  <a:cubicBezTo>
                    <a:pt x="459" y="582"/>
                    <a:pt x="465" y="573"/>
                    <a:pt x="468" y="576"/>
                  </a:cubicBezTo>
                  <a:cubicBezTo>
                    <a:pt x="497" y="562"/>
                    <a:pt x="501" y="567"/>
                    <a:pt x="506" y="564"/>
                  </a:cubicBezTo>
                  <a:cubicBezTo>
                    <a:pt x="546" y="554"/>
                    <a:pt x="550" y="555"/>
                    <a:pt x="555" y="550"/>
                  </a:cubicBezTo>
                  <a:cubicBezTo>
                    <a:pt x="621" y="530"/>
                    <a:pt x="639" y="521"/>
                    <a:pt x="656" y="514"/>
                  </a:cubicBezTo>
                  <a:cubicBezTo>
                    <a:pt x="724" y="468"/>
                    <a:pt x="727" y="472"/>
                    <a:pt x="731" y="467"/>
                  </a:cubicBezTo>
                  <a:cubicBezTo>
                    <a:pt x="698" y="479"/>
                    <a:pt x="675" y="497"/>
                    <a:pt x="653" y="506"/>
                  </a:cubicBezTo>
                  <a:cubicBezTo>
                    <a:pt x="569" y="540"/>
                    <a:pt x="564" y="539"/>
                    <a:pt x="557" y="543"/>
                  </a:cubicBezTo>
                  <a:cubicBezTo>
                    <a:pt x="520" y="547"/>
                    <a:pt x="515" y="554"/>
                    <a:pt x="512" y="552"/>
                  </a:cubicBezTo>
                  <a:cubicBezTo>
                    <a:pt x="473" y="562"/>
                    <a:pt x="469" y="568"/>
                    <a:pt x="466" y="563"/>
                  </a:cubicBezTo>
                  <a:cubicBezTo>
                    <a:pt x="498" y="545"/>
                    <a:pt x="497" y="541"/>
                    <a:pt x="502" y="539"/>
                  </a:cubicBezTo>
                  <a:cubicBezTo>
                    <a:pt x="563" y="520"/>
                    <a:pt x="573" y="516"/>
                    <a:pt x="581" y="519"/>
                  </a:cubicBezTo>
                  <a:cubicBezTo>
                    <a:pt x="612" y="506"/>
                    <a:pt x="616" y="505"/>
                    <a:pt x="619" y="506"/>
                  </a:cubicBezTo>
                  <a:cubicBezTo>
                    <a:pt x="736" y="443"/>
                    <a:pt x="752" y="427"/>
                    <a:pt x="767" y="422"/>
                  </a:cubicBezTo>
                  <a:cubicBezTo>
                    <a:pt x="792" y="398"/>
                    <a:pt x="801" y="398"/>
                    <a:pt x="799" y="388"/>
                  </a:cubicBezTo>
                  <a:cubicBezTo>
                    <a:pt x="779" y="406"/>
                    <a:pt x="773" y="410"/>
                    <a:pt x="771" y="411"/>
                  </a:cubicBezTo>
                  <a:cubicBezTo>
                    <a:pt x="764" y="417"/>
                    <a:pt x="760" y="419"/>
                    <a:pt x="757" y="421"/>
                  </a:cubicBezTo>
                  <a:cubicBezTo>
                    <a:pt x="698" y="461"/>
                    <a:pt x="694" y="459"/>
                    <a:pt x="692" y="461"/>
                  </a:cubicBezTo>
                  <a:cubicBezTo>
                    <a:pt x="645" y="481"/>
                    <a:pt x="642" y="485"/>
                    <a:pt x="639" y="487"/>
                  </a:cubicBezTo>
                  <a:cubicBezTo>
                    <a:pt x="607" y="499"/>
                    <a:pt x="602" y="499"/>
                    <a:pt x="597" y="503"/>
                  </a:cubicBezTo>
                  <a:cubicBezTo>
                    <a:pt x="580" y="505"/>
                    <a:pt x="572" y="510"/>
                    <a:pt x="564" y="509"/>
                  </a:cubicBezTo>
                  <a:cubicBezTo>
                    <a:pt x="507" y="529"/>
                    <a:pt x="504" y="529"/>
                    <a:pt x="501" y="530"/>
                  </a:cubicBezTo>
                  <a:cubicBezTo>
                    <a:pt x="511" y="516"/>
                    <a:pt x="516" y="516"/>
                    <a:pt x="521" y="510"/>
                  </a:cubicBezTo>
                  <a:cubicBezTo>
                    <a:pt x="560" y="498"/>
                    <a:pt x="569" y="498"/>
                    <a:pt x="580" y="493"/>
                  </a:cubicBezTo>
                  <a:cubicBezTo>
                    <a:pt x="646" y="472"/>
                    <a:pt x="652" y="467"/>
                    <a:pt x="658" y="468"/>
                  </a:cubicBezTo>
                  <a:cubicBezTo>
                    <a:pt x="762" y="408"/>
                    <a:pt x="771" y="401"/>
                    <a:pt x="780" y="395"/>
                  </a:cubicBezTo>
                  <a:cubicBezTo>
                    <a:pt x="794" y="385"/>
                    <a:pt x="799" y="381"/>
                    <a:pt x="804" y="378"/>
                  </a:cubicBezTo>
                  <a:cubicBezTo>
                    <a:pt x="816" y="362"/>
                    <a:pt x="807" y="368"/>
                    <a:pt x="799" y="374"/>
                  </a:cubicBezTo>
                  <a:cubicBezTo>
                    <a:pt x="785" y="381"/>
                    <a:pt x="780" y="387"/>
                    <a:pt x="777" y="392"/>
                  </a:cubicBezTo>
                  <a:cubicBezTo>
                    <a:pt x="741" y="412"/>
                    <a:pt x="732" y="416"/>
                    <a:pt x="722" y="424"/>
                  </a:cubicBezTo>
                  <a:cubicBezTo>
                    <a:pt x="700" y="442"/>
                    <a:pt x="692" y="439"/>
                    <a:pt x="689" y="441"/>
                  </a:cubicBezTo>
                  <a:cubicBezTo>
                    <a:pt x="614" y="471"/>
                    <a:pt x="613" y="473"/>
                    <a:pt x="607" y="476"/>
                  </a:cubicBezTo>
                  <a:cubicBezTo>
                    <a:pt x="566" y="485"/>
                    <a:pt x="556" y="494"/>
                    <a:pt x="549" y="491"/>
                  </a:cubicBezTo>
                  <a:cubicBezTo>
                    <a:pt x="513" y="502"/>
                    <a:pt x="508" y="511"/>
                    <a:pt x="505" y="508"/>
                  </a:cubicBezTo>
                  <a:cubicBezTo>
                    <a:pt x="524" y="490"/>
                    <a:pt x="526" y="487"/>
                    <a:pt x="528" y="486"/>
                  </a:cubicBezTo>
                  <a:cubicBezTo>
                    <a:pt x="546" y="478"/>
                    <a:pt x="555" y="473"/>
                    <a:pt x="564" y="467"/>
                  </a:cubicBezTo>
                  <a:cubicBezTo>
                    <a:pt x="585" y="466"/>
                    <a:pt x="592" y="460"/>
                    <a:pt x="598" y="460"/>
                  </a:cubicBezTo>
                  <a:cubicBezTo>
                    <a:pt x="650" y="440"/>
                    <a:pt x="653" y="444"/>
                    <a:pt x="657" y="440"/>
                  </a:cubicBezTo>
                  <a:cubicBezTo>
                    <a:pt x="729" y="408"/>
                    <a:pt x="743" y="399"/>
                    <a:pt x="758" y="389"/>
                  </a:cubicBezTo>
                  <a:cubicBezTo>
                    <a:pt x="794" y="357"/>
                    <a:pt x="790" y="359"/>
                    <a:pt x="778" y="369"/>
                  </a:cubicBezTo>
                  <a:cubicBezTo>
                    <a:pt x="742" y="393"/>
                    <a:pt x="737" y="396"/>
                    <a:pt x="732" y="400"/>
                  </a:cubicBezTo>
                  <a:cubicBezTo>
                    <a:pt x="693" y="417"/>
                    <a:pt x="690" y="418"/>
                    <a:pt x="687" y="420"/>
                  </a:cubicBezTo>
                  <a:cubicBezTo>
                    <a:pt x="629" y="438"/>
                    <a:pt x="622" y="447"/>
                    <a:pt x="618" y="443"/>
                  </a:cubicBezTo>
                  <a:cubicBezTo>
                    <a:pt x="587" y="455"/>
                    <a:pt x="575" y="459"/>
                    <a:pt x="564" y="457"/>
                  </a:cubicBezTo>
                  <a:cubicBezTo>
                    <a:pt x="544" y="467"/>
                    <a:pt x="539" y="470"/>
                    <a:pt x="534" y="470"/>
                  </a:cubicBezTo>
                  <a:cubicBezTo>
                    <a:pt x="590" y="434"/>
                    <a:pt x="594" y="439"/>
                    <a:pt x="599" y="435"/>
                  </a:cubicBezTo>
                  <a:cubicBezTo>
                    <a:pt x="658" y="416"/>
                    <a:pt x="669" y="411"/>
                    <a:pt x="679" y="409"/>
                  </a:cubicBezTo>
                  <a:cubicBezTo>
                    <a:pt x="766" y="359"/>
                    <a:pt x="770" y="356"/>
                    <a:pt x="786" y="346"/>
                  </a:cubicBezTo>
                  <a:cubicBezTo>
                    <a:pt x="788" y="337"/>
                    <a:pt x="773" y="348"/>
                    <a:pt x="758" y="359"/>
                  </a:cubicBezTo>
                  <a:cubicBezTo>
                    <a:pt x="666" y="405"/>
                    <a:pt x="659" y="405"/>
                    <a:pt x="650" y="410"/>
                  </a:cubicBezTo>
                  <a:cubicBezTo>
                    <a:pt x="579" y="427"/>
                    <a:pt x="571" y="435"/>
                    <a:pt x="566" y="429"/>
                  </a:cubicBezTo>
                  <a:cubicBezTo>
                    <a:pt x="586" y="418"/>
                    <a:pt x="591" y="422"/>
                    <a:pt x="597" y="419"/>
                  </a:cubicBezTo>
                  <a:cubicBezTo>
                    <a:pt x="623" y="411"/>
                    <a:pt x="627" y="405"/>
                    <a:pt x="629" y="408"/>
                  </a:cubicBezTo>
                  <a:cubicBezTo>
                    <a:pt x="674" y="391"/>
                    <a:pt x="674" y="383"/>
                    <a:pt x="679" y="385"/>
                  </a:cubicBezTo>
                  <a:cubicBezTo>
                    <a:pt x="709" y="372"/>
                    <a:pt x="714" y="369"/>
                    <a:pt x="719" y="365"/>
                  </a:cubicBezTo>
                  <a:cubicBezTo>
                    <a:pt x="790" y="326"/>
                    <a:pt x="800" y="319"/>
                    <a:pt x="808" y="316"/>
                  </a:cubicBezTo>
                  <a:cubicBezTo>
                    <a:pt x="851" y="294"/>
                    <a:pt x="848" y="291"/>
                    <a:pt x="852" y="289"/>
                  </a:cubicBezTo>
                  <a:cubicBezTo>
                    <a:pt x="847" y="287"/>
                    <a:pt x="848" y="290"/>
                    <a:pt x="845" y="292"/>
                  </a:cubicBezTo>
                  <a:cubicBezTo>
                    <a:pt x="796" y="312"/>
                    <a:pt x="785" y="320"/>
                    <a:pt x="775" y="325"/>
                  </a:cubicBezTo>
                  <a:cubicBezTo>
                    <a:pt x="686" y="371"/>
                    <a:pt x="681" y="378"/>
                    <a:pt x="677" y="376"/>
                  </a:cubicBezTo>
                  <a:cubicBezTo>
                    <a:pt x="647" y="386"/>
                    <a:pt x="644" y="390"/>
                    <a:pt x="642" y="391"/>
                  </a:cubicBezTo>
                  <a:cubicBezTo>
                    <a:pt x="602" y="407"/>
                    <a:pt x="598" y="406"/>
                    <a:pt x="593" y="409"/>
                  </a:cubicBezTo>
                  <a:cubicBezTo>
                    <a:pt x="585" y="406"/>
                    <a:pt x="586" y="411"/>
                    <a:pt x="589" y="407"/>
                  </a:cubicBezTo>
                  <a:cubicBezTo>
                    <a:pt x="637" y="379"/>
                    <a:pt x="661" y="368"/>
                    <a:pt x="684" y="361"/>
                  </a:cubicBezTo>
                  <a:cubicBezTo>
                    <a:pt x="714" y="348"/>
                    <a:pt x="717" y="344"/>
                    <a:pt x="720" y="343"/>
                  </a:cubicBezTo>
                  <a:cubicBezTo>
                    <a:pt x="761" y="318"/>
                    <a:pt x="780" y="313"/>
                    <a:pt x="794" y="303"/>
                  </a:cubicBezTo>
                  <a:cubicBezTo>
                    <a:pt x="837" y="288"/>
                    <a:pt x="847" y="283"/>
                    <a:pt x="845" y="279"/>
                  </a:cubicBezTo>
                  <a:cubicBezTo>
                    <a:pt x="748" y="324"/>
                    <a:pt x="743" y="322"/>
                    <a:pt x="738" y="327"/>
                  </a:cubicBezTo>
                  <a:cubicBezTo>
                    <a:pt x="712" y="340"/>
                    <a:pt x="702" y="341"/>
                    <a:pt x="692" y="348"/>
                  </a:cubicBezTo>
                  <a:cubicBezTo>
                    <a:pt x="671" y="360"/>
                    <a:pt x="667" y="355"/>
                    <a:pt x="661" y="360"/>
                  </a:cubicBezTo>
                  <a:cubicBezTo>
                    <a:pt x="628" y="371"/>
                    <a:pt x="625" y="375"/>
                    <a:pt x="623" y="373"/>
                  </a:cubicBezTo>
                  <a:cubicBezTo>
                    <a:pt x="602" y="380"/>
                    <a:pt x="603" y="375"/>
                    <a:pt x="608" y="379"/>
                  </a:cubicBezTo>
                  <a:cubicBezTo>
                    <a:pt x="635" y="363"/>
                    <a:pt x="640" y="358"/>
                    <a:pt x="645" y="355"/>
                  </a:cubicBezTo>
                  <a:cubicBezTo>
                    <a:pt x="690" y="337"/>
                    <a:pt x="695" y="339"/>
                    <a:pt x="702" y="336"/>
                  </a:cubicBezTo>
                  <a:cubicBezTo>
                    <a:pt x="778" y="299"/>
                    <a:pt x="789" y="291"/>
                    <a:pt x="800" y="284"/>
                  </a:cubicBezTo>
                  <a:cubicBezTo>
                    <a:pt x="823" y="265"/>
                    <a:pt x="817" y="270"/>
                    <a:pt x="810" y="275"/>
                  </a:cubicBezTo>
                  <a:cubicBezTo>
                    <a:pt x="745" y="308"/>
                    <a:pt x="744" y="312"/>
                    <a:pt x="735" y="317"/>
                  </a:cubicBezTo>
                  <a:cubicBezTo>
                    <a:pt x="706" y="325"/>
                    <a:pt x="698" y="329"/>
                    <a:pt x="692" y="328"/>
                  </a:cubicBezTo>
                  <a:cubicBezTo>
                    <a:pt x="631" y="353"/>
                    <a:pt x="625" y="359"/>
                    <a:pt x="621" y="355"/>
                  </a:cubicBezTo>
                  <a:cubicBezTo>
                    <a:pt x="645" y="341"/>
                    <a:pt x="649" y="339"/>
                    <a:pt x="654" y="336"/>
                  </a:cubicBezTo>
                  <a:cubicBezTo>
                    <a:pt x="697" y="321"/>
                    <a:pt x="705" y="316"/>
                    <a:pt x="713" y="313"/>
                  </a:cubicBezTo>
                  <a:cubicBezTo>
                    <a:pt x="745" y="297"/>
                    <a:pt x="753" y="295"/>
                    <a:pt x="761" y="291"/>
                  </a:cubicBezTo>
                  <a:cubicBezTo>
                    <a:pt x="803" y="262"/>
                    <a:pt x="807" y="264"/>
                    <a:pt x="806" y="261"/>
                  </a:cubicBezTo>
                  <a:cubicBezTo>
                    <a:pt x="839" y="233"/>
                    <a:pt x="843" y="230"/>
                    <a:pt x="847" y="226"/>
                  </a:cubicBezTo>
                  <a:cubicBezTo>
                    <a:pt x="796" y="261"/>
                    <a:pt x="788" y="266"/>
                    <a:pt x="779" y="272"/>
                  </a:cubicBezTo>
                  <a:cubicBezTo>
                    <a:pt x="668" y="319"/>
                    <a:pt x="661" y="325"/>
                    <a:pt x="655" y="325"/>
                  </a:cubicBezTo>
                  <a:cubicBezTo>
                    <a:pt x="643" y="332"/>
                    <a:pt x="643" y="326"/>
                    <a:pt x="646" y="322"/>
                  </a:cubicBezTo>
                  <a:cubicBezTo>
                    <a:pt x="668" y="316"/>
                    <a:pt x="674" y="313"/>
                    <a:pt x="679" y="313"/>
                  </a:cubicBezTo>
                  <a:cubicBezTo>
                    <a:pt x="789" y="253"/>
                    <a:pt x="800" y="245"/>
                    <a:pt x="811" y="238"/>
                  </a:cubicBezTo>
                  <a:cubicBezTo>
                    <a:pt x="830" y="217"/>
                    <a:pt x="839" y="215"/>
                    <a:pt x="836" y="212"/>
                  </a:cubicBezTo>
                  <a:cubicBezTo>
                    <a:pt x="826" y="221"/>
                    <a:pt x="818" y="219"/>
                    <a:pt x="815" y="227"/>
                  </a:cubicBezTo>
                  <a:cubicBezTo>
                    <a:pt x="759" y="262"/>
                    <a:pt x="739" y="275"/>
                    <a:pt x="719" y="284"/>
                  </a:cubicBezTo>
                  <a:cubicBezTo>
                    <a:pt x="673" y="305"/>
                    <a:pt x="671" y="306"/>
                    <a:pt x="668" y="306"/>
                  </a:cubicBezTo>
                  <a:cubicBezTo>
                    <a:pt x="711" y="282"/>
                    <a:pt x="719" y="273"/>
                    <a:pt x="727" y="271"/>
                  </a:cubicBezTo>
                  <a:cubicBezTo>
                    <a:pt x="797" y="226"/>
                    <a:pt x="805" y="220"/>
                    <a:pt x="813" y="214"/>
                  </a:cubicBezTo>
                  <a:cubicBezTo>
                    <a:pt x="850" y="175"/>
                    <a:pt x="861" y="172"/>
                    <a:pt x="859" y="168"/>
                  </a:cubicBezTo>
                  <a:close/>
                  <a:moveTo>
                    <a:pt x="743" y="232"/>
                  </a:moveTo>
                  <a:cubicBezTo>
                    <a:pt x="748" y="239"/>
                    <a:pt x="733" y="238"/>
                    <a:pt x="728" y="246"/>
                  </a:cubicBezTo>
                  <a:cubicBezTo>
                    <a:pt x="725" y="238"/>
                    <a:pt x="737" y="240"/>
                    <a:pt x="743" y="232"/>
                  </a:cubicBezTo>
                  <a:close/>
                  <a:moveTo>
                    <a:pt x="723" y="245"/>
                  </a:moveTo>
                  <a:cubicBezTo>
                    <a:pt x="723" y="251"/>
                    <a:pt x="713" y="252"/>
                    <a:pt x="710" y="254"/>
                  </a:cubicBezTo>
                  <a:cubicBezTo>
                    <a:pt x="709" y="248"/>
                    <a:pt x="719" y="247"/>
                    <a:pt x="723" y="245"/>
                  </a:cubicBezTo>
                  <a:close/>
                  <a:moveTo>
                    <a:pt x="265" y="659"/>
                  </a:moveTo>
                  <a:cubicBezTo>
                    <a:pt x="262" y="656"/>
                    <a:pt x="263" y="654"/>
                    <a:pt x="262" y="651"/>
                  </a:cubicBezTo>
                  <a:cubicBezTo>
                    <a:pt x="260" y="649"/>
                    <a:pt x="256" y="646"/>
                    <a:pt x="259" y="644"/>
                  </a:cubicBezTo>
                  <a:cubicBezTo>
                    <a:pt x="256" y="643"/>
                    <a:pt x="254" y="641"/>
                    <a:pt x="252" y="638"/>
                  </a:cubicBezTo>
                  <a:cubicBezTo>
                    <a:pt x="252" y="636"/>
                    <a:pt x="252" y="634"/>
                    <a:pt x="250" y="635"/>
                  </a:cubicBezTo>
                  <a:cubicBezTo>
                    <a:pt x="248" y="631"/>
                    <a:pt x="248" y="627"/>
                    <a:pt x="243" y="623"/>
                  </a:cubicBezTo>
                  <a:cubicBezTo>
                    <a:pt x="245" y="617"/>
                    <a:pt x="243" y="617"/>
                    <a:pt x="239" y="613"/>
                  </a:cubicBezTo>
                  <a:cubicBezTo>
                    <a:pt x="241" y="610"/>
                    <a:pt x="236" y="605"/>
                    <a:pt x="236" y="601"/>
                  </a:cubicBezTo>
                  <a:cubicBezTo>
                    <a:pt x="231" y="592"/>
                    <a:pt x="230" y="592"/>
                    <a:pt x="223" y="581"/>
                  </a:cubicBezTo>
                  <a:cubicBezTo>
                    <a:pt x="215" y="572"/>
                    <a:pt x="216" y="564"/>
                    <a:pt x="207" y="555"/>
                  </a:cubicBezTo>
                  <a:cubicBezTo>
                    <a:pt x="203" y="545"/>
                    <a:pt x="204" y="543"/>
                    <a:pt x="195" y="532"/>
                  </a:cubicBezTo>
                  <a:cubicBezTo>
                    <a:pt x="199" y="528"/>
                    <a:pt x="191" y="523"/>
                    <a:pt x="193" y="519"/>
                  </a:cubicBezTo>
                  <a:cubicBezTo>
                    <a:pt x="188" y="514"/>
                    <a:pt x="192" y="510"/>
                    <a:pt x="188" y="505"/>
                  </a:cubicBezTo>
                  <a:cubicBezTo>
                    <a:pt x="187" y="496"/>
                    <a:pt x="184" y="487"/>
                    <a:pt x="181" y="478"/>
                  </a:cubicBezTo>
                  <a:cubicBezTo>
                    <a:pt x="189" y="478"/>
                    <a:pt x="185" y="488"/>
                    <a:pt x="189" y="492"/>
                  </a:cubicBezTo>
                  <a:cubicBezTo>
                    <a:pt x="191" y="498"/>
                    <a:pt x="194" y="504"/>
                    <a:pt x="193" y="509"/>
                  </a:cubicBezTo>
                  <a:cubicBezTo>
                    <a:pt x="200" y="517"/>
                    <a:pt x="199" y="523"/>
                    <a:pt x="207" y="531"/>
                  </a:cubicBezTo>
                  <a:cubicBezTo>
                    <a:pt x="210" y="535"/>
                    <a:pt x="208" y="538"/>
                    <a:pt x="209" y="541"/>
                  </a:cubicBezTo>
                  <a:cubicBezTo>
                    <a:pt x="213" y="542"/>
                    <a:pt x="214" y="546"/>
                    <a:pt x="213" y="549"/>
                  </a:cubicBezTo>
                  <a:cubicBezTo>
                    <a:pt x="220" y="554"/>
                    <a:pt x="218" y="557"/>
                    <a:pt x="224" y="565"/>
                  </a:cubicBezTo>
                  <a:cubicBezTo>
                    <a:pt x="227" y="574"/>
                    <a:pt x="233" y="584"/>
                    <a:pt x="237" y="593"/>
                  </a:cubicBezTo>
                  <a:cubicBezTo>
                    <a:pt x="239" y="596"/>
                    <a:pt x="241" y="598"/>
                    <a:pt x="243" y="601"/>
                  </a:cubicBezTo>
                  <a:cubicBezTo>
                    <a:pt x="243" y="603"/>
                    <a:pt x="243" y="605"/>
                    <a:pt x="245" y="604"/>
                  </a:cubicBezTo>
                  <a:cubicBezTo>
                    <a:pt x="246" y="609"/>
                    <a:pt x="245" y="613"/>
                    <a:pt x="250" y="618"/>
                  </a:cubicBezTo>
                  <a:cubicBezTo>
                    <a:pt x="253" y="627"/>
                    <a:pt x="261" y="637"/>
                    <a:pt x="263" y="646"/>
                  </a:cubicBezTo>
                  <a:cubicBezTo>
                    <a:pt x="271" y="655"/>
                    <a:pt x="270" y="664"/>
                    <a:pt x="275" y="673"/>
                  </a:cubicBezTo>
                  <a:cubicBezTo>
                    <a:pt x="268" y="673"/>
                    <a:pt x="271" y="663"/>
                    <a:pt x="265" y="659"/>
                  </a:cubicBezTo>
                  <a:close/>
                  <a:moveTo>
                    <a:pt x="279" y="685"/>
                  </a:moveTo>
                  <a:cubicBezTo>
                    <a:pt x="279" y="692"/>
                    <a:pt x="278" y="682"/>
                    <a:pt x="274" y="679"/>
                  </a:cubicBezTo>
                  <a:cubicBezTo>
                    <a:pt x="273" y="676"/>
                    <a:pt x="276" y="678"/>
                    <a:pt x="277" y="679"/>
                  </a:cubicBezTo>
                  <a:cubicBezTo>
                    <a:pt x="278" y="681"/>
                    <a:pt x="279" y="683"/>
                    <a:pt x="281" y="684"/>
                  </a:cubicBezTo>
                  <a:cubicBezTo>
                    <a:pt x="280" y="685"/>
                    <a:pt x="280" y="685"/>
                    <a:pt x="279" y="685"/>
                  </a:cubicBezTo>
                  <a:close/>
                  <a:moveTo>
                    <a:pt x="166" y="634"/>
                  </a:moveTo>
                  <a:cubicBezTo>
                    <a:pt x="162" y="637"/>
                    <a:pt x="166" y="630"/>
                    <a:pt x="161" y="628"/>
                  </a:cubicBezTo>
                  <a:cubicBezTo>
                    <a:pt x="168" y="628"/>
                    <a:pt x="168" y="638"/>
                    <a:pt x="172" y="642"/>
                  </a:cubicBezTo>
                  <a:cubicBezTo>
                    <a:pt x="168" y="645"/>
                    <a:pt x="166" y="636"/>
                    <a:pt x="166" y="634"/>
                  </a:cubicBezTo>
                  <a:close/>
                  <a:moveTo>
                    <a:pt x="192" y="691"/>
                  </a:moveTo>
                  <a:cubicBezTo>
                    <a:pt x="192" y="690"/>
                    <a:pt x="191" y="690"/>
                    <a:pt x="190" y="691"/>
                  </a:cubicBezTo>
                  <a:cubicBezTo>
                    <a:pt x="187" y="685"/>
                    <a:pt x="184" y="679"/>
                    <a:pt x="184" y="673"/>
                  </a:cubicBezTo>
                  <a:cubicBezTo>
                    <a:pt x="190" y="669"/>
                    <a:pt x="184" y="681"/>
                    <a:pt x="189" y="677"/>
                  </a:cubicBezTo>
                  <a:cubicBezTo>
                    <a:pt x="189" y="682"/>
                    <a:pt x="193" y="688"/>
                    <a:pt x="194" y="693"/>
                  </a:cubicBezTo>
                  <a:cubicBezTo>
                    <a:pt x="195" y="695"/>
                    <a:pt x="196" y="696"/>
                    <a:pt x="197" y="698"/>
                  </a:cubicBezTo>
                  <a:cubicBezTo>
                    <a:pt x="200" y="705"/>
                    <a:pt x="188" y="693"/>
                    <a:pt x="192" y="691"/>
                  </a:cubicBezTo>
                  <a:close/>
                  <a:moveTo>
                    <a:pt x="259" y="828"/>
                  </a:moveTo>
                  <a:cubicBezTo>
                    <a:pt x="258" y="824"/>
                    <a:pt x="255" y="820"/>
                    <a:pt x="256" y="817"/>
                  </a:cubicBezTo>
                  <a:cubicBezTo>
                    <a:pt x="247" y="810"/>
                    <a:pt x="247" y="797"/>
                    <a:pt x="241" y="789"/>
                  </a:cubicBezTo>
                  <a:cubicBezTo>
                    <a:pt x="233" y="777"/>
                    <a:pt x="228" y="766"/>
                    <a:pt x="224" y="755"/>
                  </a:cubicBezTo>
                  <a:cubicBezTo>
                    <a:pt x="220" y="751"/>
                    <a:pt x="217" y="746"/>
                    <a:pt x="214" y="742"/>
                  </a:cubicBezTo>
                  <a:cubicBezTo>
                    <a:pt x="212" y="737"/>
                    <a:pt x="211" y="732"/>
                    <a:pt x="208" y="727"/>
                  </a:cubicBezTo>
                  <a:cubicBezTo>
                    <a:pt x="206" y="724"/>
                    <a:pt x="208" y="722"/>
                    <a:pt x="205" y="719"/>
                  </a:cubicBezTo>
                  <a:cubicBezTo>
                    <a:pt x="202" y="720"/>
                    <a:pt x="204" y="715"/>
                    <a:pt x="201" y="717"/>
                  </a:cubicBezTo>
                  <a:cubicBezTo>
                    <a:pt x="203" y="712"/>
                    <a:pt x="194" y="705"/>
                    <a:pt x="199" y="701"/>
                  </a:cubicBezTo>
                  <a:cubicBezTo>
                    <a:pt x="207" y="710"/>
                    <a:pt x="207" y="720"/>
                    <a:pt x="217" y="725"/>
                  </a:cubicBezTo>
                  <a:cubicBezTo>
                    <a:pt x="214" y="728"/>
                    <a:pt x="222" y="733"/>
                    <a:pt x="220" y="736"/>
                  </a:cubicBezTo>
                  <a:cubicBezTo>
                    <a:pt x="220" y="739"/>
                    <a:pt x="227" y="743"/>
                    <a:pt x="224" y="745"/>
                  </a:cubicBezTo>
                  <a:cubicBezTo>
                    <a:pt x="228" y="751"/>
                    <a:pt x="231" y="757"/>
                    <a:pt x="232" y="763"/>
                  </a:cubicBezTo>
                  <a:cubicBezTo>
                    <a:pt x="242" y="777"/>
                    <a:pt x="242" y="783"/>
                    <a:pt x="252" y="798"/>
                  </a:cubicBezTo>
                  <a:cubicBezTo>
                    <a:pt x="255" y="807"/>
                    <a:pt x="256" y="808"/>
                    <a:pt x="261" y="817"/>
                  </a:cubicBezTo>
                  <a:cubicBezTo>
                    <a:pt x="258" y="822"/>
                    <a:pt x="264" y="829"/>
                    <a:pt x="265" y="836"/>
                  </a:cubicBezTo>
                  <a:cubicBezTo>
                    <a:pt x="259" y="838"/>
                    <a:pt x="262" y="830"/>
                    <a:pt x="259" y="828"/>
                  </a:cubicBezTo>
                  <a:close/>
                  <a:moveTo>
                    <a:pt x="195" y="1053"/>
                  </a:moveTo>
                  <a:cubicBezTo>
                    <a:pt x="187" y="1053"/>
                    <a:pt x="194" y="1042"/>
                    <a:pt x="195" y="1053"/>
                  </a:cubicBezTo>
                  <a:close/>
                  <a:moveTo>
                    <a:pt x="139" y="1162"/>
                  </a:moveTo>
                  <a:cubicBezTo>
                    <a:pt x="139" y="1162"/>
                    <a:pt x="135" y="1161"/>
                    <a:pt x="135" y="1160"/>
                  </a:cubicBezTo>
                  <a:cubicBezTo>
                    <a:pt x="135" y="1160"/>
                    <a:pt x="137" y="1159"/>
                    <a:pt x="137" y="1159"/>
                  </a:cubicBezTo>
                  <a:cubicBezTo>
                    <a:pt x="135" y="1156"/>
                    <a:pt x="134" y="1152"/>
                    <a:pt x="136" y="1155"/>
                  </a:cubicBezTo>
                  <a:cubicBezTo>
                    <a:pt x="138" y="1157"/>
                    <a:pt x="136" y="1158"/>
                    <a:pt x="137" y="1159"/>
                  </a:cubicBezTo>
                  <a:cubicBezTo>
                    <a:pt x="137" y="1159"/>
                    <a:pt x="146" y="1164"/>
                    <a:pt x="139" y="1162"/>
                  </a:cubicBezTo>
                  <a:close/>
                  <a:moveTo>
                    <a:pt x="157" y="1194"/>
                  </a:moveTo>
                  <a:cubicBezTo>
                    <a:pt x="156" y="1188"/>
                    <a:pt x="151" y="1181"/>
                    <a:pt x="146" y="1175"/>
                  </a:cubicBezTo>
                  <a:cubicBezTo>
                    <a:pt x="148" y="1173"/>
                    <a:pt x="150" y="1179"/>
                    <a:pt x="153" y="1177"/>
                  </a:cubicBezTo>
                  <a:cubicBezTo>
                    <a:pt x="149" y="1182"/>
                    <a:pt x="165" y="1190"/>
                    <a:pt x="157" y="1194"/>
                  </a:cubicBezTo>
                  <a:close/>
                  <a:moveTo>
                    <a:pt x="160" y="1194"/>
                  </a:moveTo>
                  <a:cubicBezTo>
                    <a:pt x="165" y="1194"/>
                    <a:pt x="164" y="1204"/>
                    <a:pt x="167" y="1208"/>
                  </a:cubicBezTo>
                  <a:cubicBezTo>
                    <a:pt x="161" y="1208"/>
                    <a:pt x="161" y="1198"/>
                    <a:pt x="160" y="1194"/>
                  </a:cubicBezTo>
                  <a:close/>
                  <a:moveTo>
                    <a:pt x="120" y="1272"/>
                  </a:moveTo>
                  <a:cubicBezTo>
                    <a:pt x="122" y="1271"/>
                    <a:pt x="129" y="1274"/>
                    <a:pt x="125" y="1275"/>
                  </a:cubicBezTo>
                  <a:cubicBezTo>
                    <a:pt x="136" y="1289"/>
                    <a:pt x="127" y="1283"/>
                    <a:pt x="120" y="1272"/>
                  </a:cubicBezTo>
                  <a:close/>
                  <a:moveTo>
                    <a:pt x="25" y="1215"/>
                  </a:moveTo>
                  <a:cubicBezTo>
                    <a:pt x="26" y="1214"/>
                    <a:pt x="27" y="1214"/>
                    <a:pt x="28" y="1213"/>
                  </a:cubicBezTo>
                  <a:cubicBezTo>
                    <a:pt x="29" y="1214"/>
                    <a:pt x="31" y="1216"/>
                    <a:pt x="32" y="1218"/>
                  </a:cubicBezTo>
                  <a:cubicBezTo>
                    <a:pt x="31" y="1218"/>
                    <a:pt x="30" y="1219"/>
                    <a:pt x="29" y="1220"/>
                  </a:cubicBezTo>
                  <a:cubicBezTo>
                    <a:pt x="27" y="1218"/>
                    <a:pt x="26" y="1217"/>
                    <a:pt x="25" y="1215"/>
                  </a:cubicBezTo>
                  <a:close/>
                  <a:moveTo>
                    <a:pt x="121" y="1375"/>
                  </a:moveTo>
                  <a:cubicBezTo>
                    <a:pt x="117" y="1370"/>
                    <a:pt x="114" y="1365"/>
                    <a:pt x="110" y="1360"/>
                  </a:cubicBezTo>
                  <a:cubicBezTo>
                    <a:pt x="113" y="1358"/>
                    <a:pt x="116" y="1360"/>
                    <a:pt x="118" y="1364"/>
                  </a:cubicBezTo>
                  <a:cubicBezTo>
                    <a:pt x="122" y="1365"/>
                    <a:pt x="127" y="1372"/>
                    <a:pt x="121" y="1375"/>
                  </a:cubicBezTo>
                  <a:close/>
                  <a:moveTo>
                    <a:pt x="156" y="1400"/>
                  </a:moveTo>
                  <a:cubicBezTo>
                    <a:pt x="154" y="1401"/>
                    <a:pt x="156" y="1399"/>
                    <a:pt x="154" y="1397"/>
                  </a:cubicBezTo>
                  <a:cubicBezTo>
                    <a:pt x="129" y="1364"/>
                    <a:pt x="125" y="1355"/>
                    <a:pt x="120" y="1353"/>
                  </a:cubicBezTo>
                  <a:cubicBezTo>
                    <a:pt x="103" y="1335"/>
                    <a:pt x="105" y="1329"/>
                    <a:pt x="98" y="1330"/>
                  </a:cubicBezTo>
                  <a:cubicBezTo>
                    <a:pt x="80" y="1305"/>
                    <a:pt x="82" y="1304"/>
                    <a:pt x="82" y="1304"/>
                  </a:cubicBezTo>
                  <a:cubicBezTo>
                    <a:pt x="72" y="1293"/>
                    <a:pt x="73" y="1290"/>
                    <a:pt x="72" y="1290"/>
                  </a:cubicBezTo>
                  <a:cubicBezTo>
                    <a:pt x="60" y="1278"/>
                    <a:pt x="63" y="1277"/>
                    <a:pt x="61" y="1275"/>
                  </a:cubicBezTo>
                  <a:cubicBezTo>
                    <a:pt x="44" y="1247"/>
                    <a:pt x="37" y="1241"/>
                    <a:pt x="37" y="1236"/>
                  </a:cubicBezTo>
                  <a:cubicBezTo>
                    <a:pt x="33" y="1223"/>
                    <a:pt x="41" y="1230"/>
                    <a:pt x="45" y="1233"/>
                  </a:cubicBezTo>
                  <a:cubicBezTo>
                    <a:pt x="83" y="1280"/>
                    <a:pt x="94" y="1291"/>
                    <a:pt x="101" y="1303"/>
                  </a:cubicBezTo>
                  <a:cubicBezTo>
                    <a:pt x="106" y="1310"/>
                    <a:pt x="104" y="1311"/>
                    <a:pt x="105" y="1312"/>
                  </a:cubicBezTo>
                  <a:cubicBezTo>
                    <a:pt x="117" y="1329"/>
                    <a:pt x="118" y="1327"/>
                    <a:pt x="119" y="1329"/>
                  </a:cubicBezTo>
                  <a:cubicBezTo>
                    <a:pt x="159" y="1413"/>
                    <a:pt x="159" y="1403"/>
                    <a:pt x="156" y="1400"/>
                  </a:cubicBezTo>
                  <a:close/>
                  <a:moveTo>
                    <a:pt x="217" y="1325"/>
                  </a:moveTo>
                  <a:cubicBezTo>
                    <a:pt x="220" y="1327"/>
                    <a:pt x="210" y="1334"/>
                    <a:pt x="210" y="1328"/>
                  </a:cubicBezTo>
                  <a:cubicBezTo>
                    <a:pt x="212" y="1325"/>
                    <a:pt x="214" y="1327"/>
                    <a:pt x="217" y="1325"/>
                  </a:cubicBezTo>
                  <a:close/>
                  <a:moveTo>
                    <a:pt x="182" y="1218"/>
                  </a:moveTo>
                  <a:cubicBezTo>
                    <a:pt x="188" y="1216"/>
                    <a:pt x="184" y="1224"/>
                    <a:pt x="189" y="1227"/>
                  </a:cubicBezTo>
                  <a:cubicBezTo>
                    <a:pt x="183" y="1229"/>
                    <a:pt x="184" y="1220"/>
                    <a:pt x="182" y="1218"/>
                  </a:cubicBezTo>
                  <a:close/>
                  <a:moveTo>
                    <a:pt x="339" y="1330"/>
                  </a:moveTo>
                  <a:cubicBezTo>
                    <a:pt x="343" y="1334"/>
                    <a:pt x="348" y="1326"/>
                    <a:pt x="351" y="1333"/>
                  </a:cubicBezTo>
                  <a:cubicBezTo>
                    <a:pt x="345" y="1334"/>
                    <a:pt x="340" y="1333"/>
                    <a:pt x="334" y="1333"/>
                  </a:cubicBezTo>
                  <a:cubicBezTo>
                    <a:pt x="333" y="1331"/>
                    <a:pt x="337" y="1333"/>
                    <a:pt x="339" y="1330"/>
                  </a:cubicBezTo>
                  <a:close/>
                  <a:moveTo>
                    <a:pt x="334" y="1341"/>
                  </a:moveTo>
                  <a:cubicBezTo>
                    <a:pt x="336" y="1340"/>
                    <a:pt x="338" y="1342"/>
                    <a:pt x="340" y="1342"/>
                  </a:cubicBezTo>
                  <a:cubicBezTo>
                    <a:pt x="342" y="1341"/>
                    <a:pt x="344" y="1342"/>
                    <a:pt x="346" y="1340"/>
                  </a:cubicBezTo>
                  <a:cubicBezTo>
                    <a:pt x="357" y="1342"/>
                    <a:pt x="367" y="1347"/>
                    <a:pt x="379" y="1338"/>
                  </a:cubicBezTo>
                  <a:cubicBezTo>
                    <a:pt x="387" y="1341"/>
                    <a:pt x="395" y="1339"/>
                    <a:pt x="403" y="1338"/>
                  </a:cubicBezTo>
                  <a:cubicBezTo>
                    <a:pt x="406" y="1343"/>
                    <a:pt x="399" y="1338"/>
                    <a:pt x="397" y="1342"/>
                  </a:cubicBezTo>
                  <a:cubicBezTo>
                    <a:pt x="395" y="1339"/>
                    <a:pt x="391" y="1345"/>
                    <a:pt x="389" y="1341"/>
                  </a:cubicBezTo>
                  <a:cubicBezTo>
                    <a:pt x="383" y="1345"/>
                    <a:pt x="378" y="1341"/>
                    <a:pt x="372" y="1345"/>
                  </a:cubicBezTo>
                  <a:cubicBezTo>
                    <a:pt x="367" y="1342"/>
                    <a:pt x="362" y="1346"/>
                    <a:pt x="357" y="1344"/>
                  </a:cubicBezTo>
                  <a:cubicBezTo>
                    <a:pt x="352" y="1342"/>
                    <a:pt x="346" y="1348"/>
                    <a:pt x="341" y="1343"/>
                  </a:cubicBezTo>
                  <a:cubicBezTo>
                    <a:pt x="335" y="1345"/>
                    <a:pt x="329" y="1350"/>
                    <a:pt x="324" y="1343"/>
                  </a:cubicBezTo>
                  <a:cubicBezTo>
                    <a:pt x="328" y="1342"/>
                    <a:pt x="330" y="1346"/>
                    <a:pt x="334" y="1341"/>
                  </a:cubicBezTo>
                  <a:close/>
                  <a:moveTo>
                    <a:pt x="321" y="1343"/>
                  </a:moveTo>
                  <a:cubicBezTo>
                    <a:pt x="321" y="1351"/>
                    <a:pt x="310" y="1347"/>
                    <a:pt x="306" y="1349"/>
                  </a:cubicBezTo>
                  <a:cubicBezTo>
                    <a:pt x="300" y="1351"/>
                    <a:pt x="295" y="1352"/>
                    <a:pt x="290" y="1353"/>
                  </a:cubicBezTo>
                  <a:cubicBezTo>
                    <a:pt x="284" y="1355"/>
                    <a:pt x="278" y="1355"/>
                    <a:pt x="272" y="1359"/>
                  </a:cubicBezTo>
                  <a:cubicBezTo>
                    <a:pt x="267" y="1360"/>
                    <a:pt x="265" y="1364"/>
                    <a:pt x="258" y="1364"/>
                  </a:cubicBezTo>
                  <a:cubicBezTo>
                    <a:pt x="249" y="1371"/>
                    <a:pt x="241" y="1374"/>
                    <a:pt x="233" y="1377"/>
                  </a:cubicBezTo>
                  <a:cubicBezTo>
                    <a:pt x="216" y="1388"/>
                    <a:pt x="203" y="1400"/>
                    <a:pt x="192" y="1412"/>
                  </a:cubicBezTo>
                  <a:cubicBezTo>
                    <a:pt x="191" y="1414"/>
                    <a:pt x="190" y="1415"/>
                    <a:pt x="191" y="1417"/>
                  </a:cubicBezTo>
                  <a:cubicBezTo>
                    <a:pt x="188" y="1420"/>
                    <a:pt x="186" y="1418"/>
                    <a:pt x="188" y="1417"/>
                  </a:cubicBezTo>
                  <a:cubicBezTo>
                    <a:pt x="190" y="1412"/>
                    <a:pt x="191" y="1406"/>
                    <a:pt x="196" y="1401"/>
                  </a:cubicBezTo>
                  <a:cubicBezTo>
                    <a:pt x="197" y="1396"/>
                    <a:pt x="204" y="1391"/>
                    <a:pt x="205" y="1385"/>
                  </a:cubicBezTo>
                  <a:cubicBezTo>
                    <a:pt x="211" y="1384"/>
                    <a:pt x="216" y="1375"/>
                    <a:pt x="225" y="1370"/>
                  </a:cubicBezTo>
                  <a:cubicBezTo>
                    <a:pt x="235" y="1364"/>
                    <a:pt x="236" y="1365"/>
                    <a:pt x="246" y="1358"/>
                  </a:cubicBezTo>
                  <a:cubicBezTo>
                    <a:pt x="248" y="1361"/>
                    <a:pt x="252" y="1355"/>
                    <a:pt x="255" y="1356"/>
                  </a:cubicBezTo>
                  <a:cubicBezTo>
                    <a:pt x="258" y="1356"/>
                    <a:pt x="261" y="1355"/>
                    <a:pt x="264" y="1352"/>
                  </a:cubicBezTo>
                  <a:cubicBezTo>
                    <a:pt x="267" y="1356"/>
                    <a:pt x="272" y="1352"/>
                    <a:pt x="275" y="1354"/>
                  </a:cubicBezTo>
                  <a:cubicBezTo>
                    <a:pt x="291" y="1345"/>
                    <a:pt x="306" y="1348"/>
                    <a:pt x="321" y="1343"/>
                  </a:cubicBezTo>
                  <a:close/>
                  <a:moveTo>
                    <a:pt x="193" y="1379"/>
                  </a:moveTo>
                  <a:cubicBezTo>
                    <a:pt x="192" y="1377"/>
                    <a:pt x="196" y="1374"/>
                    <a:pt x="198" y="1376"/>
                  </a:cubicBezTo>
                  <a:cubicBezTo>
                    <a:pt x="198" y="1371"/>
                    <a:pt x="203" y="1367"/>
                    <a:pt x="205" y="1363"/>
                  </a:cubicBezTo>
                  <a:cubicBezTo>
                    <a:pt x="211" y="1359"/>
                    <a:pt x="216" y="1355"/>
                    <a:pt x="221" y="1351"/>
                  </a:cubicBezTo>
                  <a:cubicBezTo>
                    <a:pt x="230" y="1347"/>
                    <a:pt x="237" y="1348"/>
                    <a:pt x="246" y="1341"/>
                  </a:cubicBezTo>
                  <a:cubicBezTo>
                    <a:pt x="251" y="1345"/>
                    <a:pt x="256" y="1336"/>
                    <a:pt x="262" y="1339"/>
                  </a:cubicBezTo>
                  <a:cubicBezTo>
                    <a:pt x="267" y="1334"/>
                    <a:pt x="271" y="1340"/>
                    <a:pt x="277" y="1336"/>
                  </a:cubicBezTo>
                  <a:cubicBezTo>
                    <a:pt x="286" y="1336"/>
                    <a:pt x="296" y="1336"/>
                    <a:pt x="305" y="1335"/>
                  </a:cubicBezTo>
                  <a:cubicBezTo>
                    <a:pt x="306" y="1338"/>
                    <a:pt x="303" y="1337"/>
                    <a:pt x="301" y="1338"/>
                  </a:cubicBezTo>
                  <a:cubicBezTo>
                    <a:pt x="298" y="1342"/>
                    <a:pt x="296" y="1337"/>
                    <a:pt x="293" y="1338"/>
                  </a:cubicBezTo>
                  <a:cubicBezTo>
                    <a:pt x="291" y="1341"/>
                    <a:pt x="290" y="1339"/>
                    <a:pt x="287" y="1340"/>
                  </a:cubicBezTo>
                  <a:cubicBezTo>
                    <a:pt x="284" y="1339"/>
                    <a:pt x="280" y="1341"/>
                    <a:pt x="275" y="1344"/>
                  </a:cubicBezTo>
                  <a:cubicBezTo>
                    <a:pt x="268" y="1341"/>
                    <a:pt x="260" y="1348"/>
                    <a:pt x="252" y="1346"/>
                  </a:cubicBezTo>
                  <a:cubicBezTo>
                    <a:pt x="250" y="1348"/>
                    <a:pt x="248" y="1349"/>
                    <a:pt x="246" y="1348"/>
                  </a:cubicBezTo>
                  <a:cubicBezTo>
                    <a:pt x="236" y="1354"/>
                    <a:pt x="235" y="1357"/>
                    <a:pt x="226" y="1357"/>
                  </a:cubicBezTo>
                  <a:cubicBezTo>
                    <a:pt x="224" y="1364"/>
                    <a:pt x="216" y="1364"/>
                    <a:pt x="214" y="1368"/>
                  </a:cubicBezTo>
                  <a:cubicBezTo>
                    <a:pt x="207" y="1371"/>
                    <a:pt x="208" y="1375"/>
                    <a:pt x="200" y="1376"/>
                  </a:cubicBezTo>
                  <a:cubicBezTo>
                    <a:pt x="199" y="1380"/>
                    <a:pt x="194" y="1384"/>
                    <a:pt x="191" y="1387"/>
                  </a:cubicBezTo>
                  <a:cubicBezTo>
                    <a:pt x="188" y="1384"/>
                    <a:pt x="189" y="1381"/>
                    <a:pt x="193" y="1379"/>
                  </a:cubicBezTo>
                  <a:close/>
                  <a:moveTo>
                    <a:pt x="199" y="1139"/>
                  </a:moveTo>
                  <a:cubicBezTo>
                    <a:pt x="195" y="1136"/>
                    <a:pt x="199" y="1133"/>
                    <a:pt x="194" y="1130"/>
                  </a:cubicBezTo>
                  <a:cubicBezTo>
                    <a:pt x="196" y="1124"/>
                    <a:pt x="191" y="1118"/>
                    <a:pt x="192" y="1112"/>
                  </a:cubicBezTo>
                  <a:cubicBezTo>
                    <a:pt x="172" y="1082"/>
                    <a:pt x="156" y="1052"/>
                    <a:pt x="135" y="1027"/>
                  </a:cubicBezTo>
                  <a:cubicBezTo>
                    <a:pt x="131" y="1022"/>
                    <a:pt x="125" y="1019"/>
                    <a:pt x="121" y="1011"/>
                  </a:cubicBezTo>
                  <a:cubicBezTo>
                    <a:pt x="118" y="1006"/>
                    <a:pt x="120" y="1008"/>
                    <a:pt x="116" y="1004"/>
                  </a:cubicBezTo>
                  <a:cubicBezTo>
                    <a:pt x="114" y="1002"/>
                    <a:pt x="115" y="999"/>
                    <a:pt x="113" y="997"/>
                  </a:cubicBezTo>
                  <a:cubicBezTo>
                    <a:pt x="111" y="993"/>
                    <a:pt x="107" y="991"/>
                    <a:pt x="105" y="988"/>
                  </a:cubicBezTo>
                  <a:cubicBezTo>
                    <a:pt x="105" y="989"/>
                    <a:pt x="106" y="986"/>
                    <a:pt x="105" y="985"/>
                  </a:cubicBezTo>
                  <a:cubicBezTo>
                    <a:pt x="105" y="985"/>
                    <a:pt x="99" y="984"/>
                    <a:pt x="100" y="982"/>
                  </a:cubicBezTo>
                  <a:cubicBezTo>
                    <a:pt x="102" y="976"/>
                    <a:pt x="85" y="961"/>
                    <a:pt x="80" y="952"/>
                  </a:cubicBezTo>
                  <a:cubicBezTo>
                    <a:pt x="80" y="951"/>
                    <a:pt x="78" y="949"/>
                    <a:pt x="78" y="948"/>
                  </a:cubicBezTo>
                  <a:cubicBezTo>
                    <a:pt x="79" y="945"/>
                    <a:pt x="77" y="947"/>
                    <a:pt x="75" y="943"/>
                  </a:cubicBezTo>
                  <a:cubicBezTo>
                    <a:pt x="75" y="943"/>
                    <a:pt x="76" y="942"/>
                    <a:pt x="75" y="941"/>
                  </a:cubicBezTo>
                  <a:cubicBezTo>
                    <a:pt x="70" y="932"/>
                    <a:pt x="58" y="920"/>
                    <a:pt x="53" y="907"/>
                  </a:cubicBezTo>
                  <a:cubicBezTo>
                    <a:pt x="58" y="904"/>
                    <a:pt x="61" y="910"/>
                    <a:pt x="64" y="915"/>
                  </a:cubicBezTo>
                  <a:cubicBezTo>
                    <a:pt x="65" y="919"/>
                    <a:pt x="73" y="924"/>
                    <a:pt x="70" y="927"/>
                  </a:cubicBezTo>
                  <a:cubicBezTo>
                    <a:pt x="77" y="930"/>
                    <a:pt x="83" y="943"/>
                    <a:pt x="90" y="947"/>
                  </a:cubicBezTo>
                  <a:cubicBezTo>
                    <a:pt x="93" y="952"/>
                    <a:pt x="96" y="956"/>
                    <a:pt x="99" y="960"/>
                  </a:cubicBezTo>
                  <a:cubicBezTo>
                    <a:pt x="97" y="963"/>
                    <a:pt x="100" y="962"/>
                    <a:pt x="101" y="963"/>
                  </a:cubicBezTo>
                  <a:cubicBezTo>
                    <a:pt x="101" y="966"/>
                    <a:pt x="102" y="968"/>
                    <a:pt x="104" y="967"/>
                  </a:cubicBezTo>
                  <a:cubicBezTo>
                    <a:pt x="107" y="969"/>
                    <a:pt x="109" y="979"/>
                    <a:pt x="114" y="977"/>
                  </a:cubicBezTo>
                  <a:cubicBezTo>
                    <a:pt x="113" y="980"/>
                    <a:pt x="116" y="984"/>
                    <a:pt x="119" y="985"/>
                  </a:cubicBezTo>
                  <a:cubicBezTo>
                    <a:pt x="124" y="994"/>
                    <a:pt x="128" y="995"/>
                    <a:pt x="134" y="1006"/>
                  </a:cubicBezTo>
                  <a:cubicBezTo>
                    <a:pt x="140" y="1014"/>
                    <a:pt x="146" y="1022"/>
                    <a:pt x="152" y="1030"/>
                  </a:cubicBezTo>
                  <a:cubicBezTo>
                    <a:pt x="154" y="1034"/>
                    <a:pt x="156" y="1034"/>
                    <a:pt x="158" y="1035"/>
                  </a:cubicBezTo>
                  <a:cubicBezTo>
                    <a:pt x="159" y="1040"/>
                    <a:pt x="167" y="1051"/>
                    <a:pt x="174" y="1061"/>
                  </a:cubicBezTo>
                  <a:cubicBezTo>
                    <a:pt x="180" y="1075"/>
                    <a:pt x="188" y="1090"/>
                    <a:pt x="193" y="1104"/>
                  </a:cubicBezTo>
                  <a:cubicBezTo>
                    <a:pt x="196" y="1111"/>
                    <a:pt x="198" y="1118"/>
                    <a:pt x="198" y="1125"/>
                  </a:cubicBezTo>
                  <a:cubicBezTo>
                    <a:pt x="203" y="1132"/>
                    <a:pt x="203" y="1139"/>
                    <a:pt x="203" y="1145"/>
                  </a:cubicBezTo>
                  <a:cubicBezTo>
                    <a:pt x="199" y="1148"/>
                    <a:pt x="199" y="1140"/>
                    <a:pt x="199" y="1139"/>
                  </a:cubicBezTo>
                  <a:close/>
                  <a:moveTo>
                    <a:pt x="228" y="1142"/>
                  </a:moveTo>
                  <a:cubicBezTo>
                    <a:pt x="236" y="1134"/>
                    <a:pt x="246" y="1126"/>
                    <a:pt x="252" y="1118"/>
                  </a:cubicBezTo>
                  <a:cubicBezTo>
                    <a:pt x="300" y="1093"/>
                    <a:pt x="301" y="1085"/>
                    <a:pt x="309" y="1081"/>
                  </a:cubicBezTo>
                  <a:cubicBezTo>
                    <a:pt x="462" y="985"/>
                    <a:pt x="471" y="976"/>
                    <a:pt x="485" y="967"/>
                  </a:cubicBezTo>
                  <a:cubicBezTo>
                    <a:pt x="503" y="945"/>
                    <a:pt x="507" y="947"/>
                    <a:pt x="510" y="941"/>
                  </a:cubicBezTo>
                  <a:cubicBezTo>
                    <a:pt x="557" y="905"/>
                    <a:pt x="553" y="907"/>
                    <a:pt x="551" y="909"/>
                  </a:cubicBezTo>
                  <a:cubicBezTo>
                    <a:pt x="517" y="950"/>
                    <a:pt x="499" y="964"/>
                    <a:pt x="486" y="978"/>
                  </a:cubicBezTo>
                  <a:cubicBezTo>
                    <a:pt x="437" y="1016"/>
                    <a:pt x="427" y="1019"/>
                    <a:pt x="415" y="1030"/>
                  </a:cubicBezTo>
                  <a:cubicBezTo>
                    <a:pt x="412" y="1032"/>
                    <a:pt x="412" y="1035"/>
                    <a:pt x="411" y="1035"/>
                  </a:cubicBezTo>
                  <a:cubicBezTo>
                    <a:pt x="371" y="1063"/>
                    <a:pt x="358" y="1069"/>
                    <a:pt x="346" y="1077"/>
                  </a:cubicBezTo>
                  <a:cubicBezTo>
                    <a:pt x="251" y="1133"/>
                    <a:pt x="244" y="1138"/>
                    <a:pt x="238" y="1142"/>
                  </a:cubicBezTo>
                  <a:cubicBezTo>
                    <a:pt x="217" y="1159"/>
                    <a:pt x="213" y="1164"/>
                    <a:pt x="208" y="1169"/>
                  </a:cubicBezTo>
                  <a:close/>
                  <a:moveTo>
                    <a:pt x="223" y="1067"/>
                  </a:moveTo>
                  <a:cubicBezTo>
                    <a:pt x="223" y="1065"/>
                    <a:pt x="223" y="1063"/>
                    <a:pt x="221" y="1061"/>
                  </a:cubicBezTo>
                  <a:cubicBezTo>
                    <a:pt x="226" y="1059"/>
                    <a:pt x="229" y="1064"/>
                    <a:pt x="223" y="1067"/>
                  </a:cubicBezTo>
                  <a:close/>
                  <a:moveTo>
                    <a:pt x="232" y="1100"/>
                  </a:moveTo>
                  <a:cubicBezTo>
                    <a:pt x="230" y="1094"/>
                    <a:pt x="242" y="1090"/>
                    <a:pt x="243" y="1085"/>
                  </a:cubicBezTo>
                  <a:cubicBezTo>
                    <a:pt x="362" y="999"/>
                    <a:pt x="360" y="990"/>
                    <a:pt x="366" y="989"/>
                  </a:cubicBezTo>
                  <a:cubicBezTo>
                    <a:pt x="390" y="969"/>
                    <a:pt x="398" y="972"/>
                    <a:pt x="400" y="969"/>
                  </a:cubicBezTo>
                  <a:cubicBezTo>
                    <a:pt x="434" y="942"/>
                    <a:pt x="438" y="946"/>
                    <a:pt x="443" y="940"/>
                  </a:cubicBezTo>
                  <a:cubicBezTo>
                    <a:pt x="503" y="895"/>
                    <a:pt x="520" y="886"/>
                    <a:pt x="537" y="875"/>
                  </a:cubicBezTo>
                  <a:cubicBezTo>
                    <a:pt x="594" y="856"/>
                    <a:pt x="595" y="858"/>
                    <a:pt x="592" y="860"/>
                  </a:cubicBezTo>
                  <a:cubicBezTo>
                    <a:pt x="575" y="865"/>
                    <a:pt x="573" y="867"/>
                    <a:pt x="571" y="865"/>
                  </a:cubicBezTo>
                  <a:cubicBezTo>
                    <a:pt x="463" y="940"/>
                    <a:pt x="448" y="949"/>
                    <a:pt x="432" y="965"/>
                  </a:cubicBezTo>
                  <a:cubicBezTo>
                    <a:pt x="322" y="1042"/>
                    <a:pt x="316" y="1041"/>
                    <a:pt x="309" y="1047"/>
                  </a:cubicBezTo>
                  <a:cubicBezTo>
                    <a:pt x="287" y="1062"/>
                    <a:pt x="287" y="1060"/>
                    <a:pt x="285" y="1062"/>
                  </a:cubicBezTo>
                  <a:cubicBezTo>
                    <a:pt x="261" y="1080"/>
                    <a:pt x="257" y="1087"/>
                    <a:pt x="255" y="1084"/>
                  </a:cubicBezTo>
                  <a:close/>
                  <a:moveTo>
                    <a:pt x="231" y="1037"/>
                  </a:moveTo>
                  <a:cubicBezTo>
                    <a:pt x="230" y="1036"/>
                    <a:pt x="229" y="1035"/>
                    <a:pt x="228" y="1034"/>
                  </a:cubicBezTo>
                  <a:cubicBezTo>
                    <a:pt x="230" y="1033"/>
                    <a:pt x="231" y="1032"/>
                    <a:pt x="232" y="1032"/>
                  </a:cubicBezTo>
                  <a:cubicBezTo>
                    <a:pt x="232" y="1033"/>
                    <a:pt x="233" y="1034"/>
                    <a:pt x="234" y="1035"/>
                  </a:cubicBezTo>
                  <a:cubicBezTo>
                    <a:pt x="233" y="1036"/>
                    <a:pt x="232" y="1036"/>
                    <a:pt x="231" y="1037"/>
                  </a:cubicBezTo>
                  <a:close/>
                  <a:moveTo>
                    <a:pt x="269" y="855"/>
                  </a:moveTo>
                  <a:cubicBezTo>
                    <a:pt x="270" y="855"/>
                    <a:pt x="267" y="849"/>
                    <a:pt x="267" y="849"/>
                  </a:cubicBezTo>
                  <a:cubicBezTo>
                    <a:pt x="269" y="847"/>
                    <a:pt x="275" y="856"/>
                    <a:pt x="269" y="855"/>
                  </a:cubicBezTo>
                  <a:close/>
                  <a:moveTo>
                    <a:pt x="301" y="886"/>
                  </a:moveTo>
                  <a:cubicBezTo>
                    <a:pt x="298" y="882"/>
                    <a:pt x="298" y="880"/>
                    <a:pt x="302" y="877"/>
                  </a:cubicBezTo>
                  <a:cubicBezTo>
                    <a:pt x="305" y="881"/>
                    <a:pt x="305" y="884"/>
                    <a:pt x="301" y="886"/>
                  </a:cubicBezTo>
                  <a:close/>
                  <a:moveTo>
                    <a:pt x="301" y="817"/>
                  </a:moveTo>
                  <a:cubicBezTo>
                    <a:pt x="301" y="815"/>
                    <a:pt x="302" y="814"/>
                    <a:pt x="301" y="812"/>
                  </a:cubicBezTo>
                  <a:cubicBezTo>
                    <a:pt x="300" y="808"/>
                    <a:pt x="305" y="812"/>
                    <a:pt x="303" y="813"/>
                  </a:cubicBezTo>
                  <a:cubicBezTo>
                    <a:pt x="305" y="816"/>
                    <a:pt x="303" y="818"/>
                    <a:pt x="306" y="821"/>
                  </a:cubicBezTo>
                  <a:cubicBezTo>
                    <a:pt x="305" y="825"/>
                    <a:pt x="306" y="829"/>
                    <a:pt x="308" y="834"/>
                  </a:cubicBezTo>
                  <a:cubicBezTo>
                    <a:pt x="300" y="833"/>
                    <a:pt x="306" y="822"/>
                    <a:pt x="301" y="817"/>
                  </a:cubicBezTo>
                  <a:close/>
                  <a:moveTo>
                    <a:pt x="481" y="717"/>
                  </a:moveTo>
                  <a:cubicBezTo>
                    <a:pt x="482" y="721"/>
                    <a:pt x="472" y="722"/>
                    <a:pt x="468" y="723"/>
                  </a:cubicBezTo>
                  <a:cubicBezTo>
                    <a:pt x="467" y="719"/>
                    <a:pt x="478" y="718"/>
                    <a:pt x="481" y="717"/>
                  </a:cubicBezTo>
                  <a:close/>
                  <a:moveTo>
                    <a:pt x="463" y="722"/>
                  </a:moveTo>
                  <a:cubicBezTo>
                    <a:pt x="465" y="726"/>
                    <a:pt x="456" y="728"/>
                    <a:pt x="455" y="728"/>
                  </a:cubicBezTo>
                  <a:cubicBezTo>
                    <a:pt x="452" y="724"/>
                    <a:pt x="461" y="722"/>
                    <a:pt x="463" y="722"/>
                  </a:cubicBezTo>
                  <a:close/>
                  <a:moveTo>
                    <a:pt x="356" y="782"/>
                  </a:moveTo>
                  <a:cubicBezTo>
                    <a:pt x="358" y="781"/>
                    <a:pt x="359" y="780"/>
                    <a:pt x="361" y="778"/>
                  </a:cubicBezTo>
                  <a:cubicBezTo>
                    <a:pt x="368" y="777"/>
                    <a:pt x="358" y="783"/>
                    <a:pt x="356" y="785"/>
                  </a:cubicBezTo>
                  <a:cubicBezTo>
                    <a:pt x="353" y="786"/>
                    <a:pt x="354" y="783"/>
                    <a:pt x="356" y="782"/>
                  </a:cubicBezTo>
                  <a:close/>
                  <a:moveTo>
                    <a:pt x="393" y="618"/>
                  </a:moveTo>
                  <a:cubicBezTo>
                    <a:pt x="387" y="621"/>
                    <a:pt x="392" y="614"/>
                    <a:pt x="388" y="612"/>
                  </a:cubicBezTo>
                  <a:cubicBezTo>
                    <a:pt x="392" y="609"/>
                    <a:pt x="392" y="617"/>
                    <a:pt x="393" y="618"/>
                  </a:cubicBezTo>
                  <a:close/>
                  <a:moveTo>
                    <a:pt x="407" y="682"/>
                  </a:moveTo>
                  <a:cubicBezTo>
                    <a:pt x="410" y="678"/>
                    <a:pt x="412" y="674"/>
                    <a:pt x="418" y="671"/>
                  </a:cubicBezTo>
                  <a:cubicBezTo>
                    <a:pt x="450" y="660"/>
                    <a:pt x="454" y="654"/>
                    <a:pt x="457" y="653"/>
                  </a:cubicBezTo>
                  <a:cubicBezTo>
                    <a:pt x="483" y="644"/>
                    <a:pt x="490" y="641"/>
                    <a:pt x="496" y="639"/>
                  </a:cubicBezTo>
                  <a:cubicBezTo>
                    <a:pt x="536" y="628"/>
                    <a:pt x="539" y="625"/>
                    <a:pt x="543" y="625"/>
                  </a:cubicBezTo>
                  <a:cubicBezTo>
                    <a:pt x="574" y="618"/>
                    <a:pt x="580" y="613"/>
                    <a:pt x="586" y="614"/>
                  </a:cubicBezTo>
                  <a:cubicBezTo>
                    <a:pt x="673" y="563"/>
                    <a:pt x="672" y="564"/>
                    <a:pt x="671" y="565"/>
                  </a:cubicBezTo>
                  <a:cubicBezTo>
                    <a:pt x="622" y="601"/>
                    <a:pt x="616" y="610"/>
                    <a:pt x="597" y="618"/>
                  </a:cubicBezTo>
                  <a:cubicBezTo>
                    <a:pt x="544" y="639"/>
                    <a:pt x="541" y="643"/>
                    <a:pt x="537" y="644"/>
                  </a:cubicBezTo>
                  <a:cubicBezTo>
                    <a:pt x="519" y="649"/>
                    <a:pt x="512" y="654"/>
                    <a:pt x="505" y="655"/>
                  </a:cubicBezTo>
                  <a:cubicBezTo>
                    <a:pt x="445" y="679"/>
                    <a:pt x="427" y="685"/>
                    <a:pt x="408" y="693"/>
                  </a:cubicBezTo>
                  <a:cubicBezTo>
                    <a:pt x="383" y="709"/>
                    <a:pt x="384" y="706"/>
                    <a:pt x="383" y="704"/>
                  </a:cubicBezTo>
                  <a:cubicBezTo>
                    <a:pt x="397" y="688"/>
                    <a:pt x="401" y="686"/>
                    <a:pt x="403" y="684"/>
                  </a:cubicBezTo>
                  <a:close/>
                  <a:moveTo>
                    <a:pt x="532" y="454"/>
                  </a:moveTo>
                  <a:cubicBezTo>
                    <a:pt x="532" y="450"/>
                    <a:pt x="531" y="447"/>
                    <a:pt x="535" y="444"/>
                  </a:cubicBezTo>
                  <a:cubicBezTo>
                    <a:pt x="538" y="448"/>
                    <a:pt x="536" y="451"/>
                    <a:pt x="532" y="454"/>
                  </a:cubicBezTo>
                  <a:close/>
                  <a:moveTo>
                    <a:pt x="627" y="333"/>
                  </a:moveTo>
                  <a:cubicBezTo>
                    <a:pt x="626" y="331"/>
                    <a:pt x="628" y="329"/>
                    <a:pt x="627" y="326"/>
                  </a:cubicBezTo>
                  <a:cubicBezTo>
                    <a:pt x="631" y="324"/>
                    <a:pt x="631" y="332"/>
                    <a:pt x="627" y="333"/>
                  </a:cubicBezTo>
                  <a:close/>
                  <a:moveTo>
                    <a:pt x="722" y="53"/>
                  </a:moveTo>
                  <a:cubicBezTo>
                    <a:pt x="723" y="56"/>
                    <a:pt x="721" y="59"/>
                    <a:pt x="718" y="61"/>
                  </a:cubicBezTo>
                  <a:cubicBezTo>
                    <a:pt x="713" y="58"/>
                    <a:pt x="719" y="56"/>
                    <a:pt x="722" y="53"/>
                  </a:cubicBezTo>
                  <a:close/>
                  <a:moveTo>
                    <a:pt x="670" y="251"/>
                  </a:moveTo>
                  <a:cubicBezTo>
                    <a:pt x="668" y="255"/>
                    <a:pt x="668" y="260"/>
                    <a:pt x="668" y="264"/>
                  </a:cubicBezTo>
                  <a:cubicBezTo>
                    <a:pt x="664" y="281"/>
                    <a:pt x="657" y="284"/>
                    <a:pt x="658" y="289"/>
                  </a:cubicBezTo>
                  <a:cubicBezTo>
                    <a:pt x="652" y="296"/>
                    <a:pt x="652" y="292"/>
                    <a:pt x="653" y="288"/>
                  </a:cubicBezTo>
                  <a:cubicBezTo>
                    <a:pt x="661" y="245"/>
                    <a:pt x="661" y="237"/>
                    <a:pt x="665" y="230"/>
                  </a:cubicBezTo>
                  <a:cubicBezTo>
                    <a:pt x="666" y="215"/>
                    <a:pt x="662" y="210"/>
                    <a:pt x="666" y="207"/>
                  </a:cubicBezTo>
                  <a:cubicBezTo>
                    <a:pt x="670" y="171"/>
                    <a:pt x="675" y="168"/>
                    <a:pt x="674" y="164"/>
                  </a:cubicBezTo>
                  <a:cubicBezTo>
                    <a:pt x="679" y="136"/>
                    <a:pt x="684" y="129"/>
                    <a:pt x="685" y="122"/>
                  </a:cubicBezTo>
                  <a:cubicBezTo>
                    <a:pt x="704" y="89"/>
                    <a:pt x="704" y="75"/>
                    <a:pt x="716" y="63"/>
                  </a:cubicBezTo>
                  <a:cubicBezTo>
                    <a:pt x="709" y="86"/>
                    <a:pt x="708" y="91"/>
                    <a:pt x="704" y="96"/>
                  </a:cubicBezTo>
                  <a:cubicBezTo>
                    <a:pt x="684" y="166"/>
                    <a:pt x="687" y="171"/>
                    <a:pt x="684" y="174"/>
                  </a:cubicBezTo>
                  <a:cubicBezTo>
                    <a:pt x="678" y="204"/>
                    <a:pt x="677" y="208"/>
                    <a:pt x="678" y="213"/>
                  </a:cubicBezTo>
                  <a:cubicBezTo>
                    <a:pt x="672" y="242"/>
                    <a:pt x="669" y="246"/>
                    <a:pt x="670" y="251"/>
                  </a:cubicBezTo>
                  <a:close/>
                </a:path>
              </a:pathLst>
            </a:custGeom>
            <a:solidFill>
              <a:schemeClr val="accent3">
                <a:lumMod val="60000"/>
                <a:lumOff val="40000"/>
                <a:alpha val="50000"/>
              </a:schemeClr>
            </a:solidFill>
            <a:ln>
              <a:noFill/>
            </a:ln>
          </p:spPr>
        </p:sp>
      </p:grpSp>
      <p:sp>
        <p:nvSpPr>
          <p:cNvPr id="2" name="Date Placeholder 1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48A87A34-81AB-432B-8DAE-1953F412C126}" type="datetimeFigureOut">
              <a:rPr lang="en-US" smtClean="0"/>
              <a:t>12/9/2022</a:t>
            </a:fld>
            <a:endParaRPr lang="en-US" dirty="0"/>
          </a:p>
        </p:txBody>
      </p:sp>
      <p:sp>
        <p:nvSpPr>
          <p:cNvPr id="3" name="Footer Placeholder 2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D22F896-40B5-4ADD-8801-0D06FADFA095}" type="slidenum">
              <a:rPr lang="en-US" smtClean="0"/>
              <a:t>‹#›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3011513169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pos="5400" userDrawn="1">
          <p15:clr>
            <a:srgbClr val="FBAE40"/>
          </p15:clr>
        </p15:guide>
      </p15:sldGuideLst>
    </p:ext>
  </p:extLst>
</p:sldLayout>
</file>

<file path=ppt/slideLayouts/slideLayout8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type="objTx" preserve="1">
  <p:cSld name="Content with Cap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8" name="Freeform 15" title="Feather"/>
          <p:cNvSpPr>
            <a:spLocks noEditPoints="1"/>
          </p:cNvSpPr>
          <p:nvPr/>
        </p:nvSpPr>
        <p:spPr bwMode="auto">
          <a:xfrm rot="2047334" flipH="1">
            <a:off x="8572458" y="453683"/>
            <a:ext cx="3409445" cy="5857295"/>
          </a:xfrm>
          <a:custGeom>
            <a:avLst/>
            <a:gdLst/>
            <a:ahLst/>
            <a:cxnLst/>
            <a:rect l="0" t="0" r="r" b="b"/>
            <a:pathLst>
              <a:path w="869" h="1495">
                <a:moveTo>
                  <a:pt x="865" y="156"/>
                </a:moveTo>
                <a:cubicBezTo>
                  <a:pt x="856" y="165"/>
                  <a:pt x="851" y="173"/>
                  <a:pt x="844" y="182"/>
                </a:cubicBezTo>
                <a:cubicBezTo>
                  <a:pt x="804" y="216"/>
                  <a:pt x="802" y="216"/>
                  <a:pt x="800" y="216"/>
                </a:cubicBezTo>
                <a:cubicBezTo>
                  <a:pt x="775" y="232"/>
                  <a:pt x="768" y="237"/>
                  <a:pt x="760" y="239"/>
                </a:cubicBezTo>
                <a:cubicBezTo>
                  <a:pt x="699" y="279"/>
                  <a:pt x="696" y="275"/>
                  <a:pt x="693" y="278"/>
                </a:cubicBezTo>
                <a:cubicBezTo>
                  <a:pt x="706" y="270"/>
                  <a:pt x="707" y="266"/>
                  <a:pt x="714" y="263"/>
                </a:cubicBezTo>
                <a:cubicBezTo>
                  <a:pt x="766" y="230"/>
                  <a:pt x="774" y="225"/>
                  <a:pt x="782" y="219"/>
                </a:cubicBezTo>
                <a:cubicBezTo>
                  <a:pt x="830" y="181"/>
                  <a:pt x="830" y="177"/>
                  <a:pt x="834" y="174"/>
                </a:cubicBezTo>
                <a:cubicBezTo>
                  <a:pt x="831" y="170"/>
                  <a:pt x="831" y="178"/>
                  <a:pt x="827" y="175"/>
                </a:cubicBezTo>
                <a:cubicBezTo>
                  <a:pt x="792" y="205"/>
                  <a:pt x="784" y="209"/>
                  <a:pt x="783" y="213"/>
                </a:cubicBezTo>
                <a:cubicBezTo>
                  <a:pt x="763" y="227"/>
                  <a:pt x="760" y="223"/>
                  <a:pt x="757" y="227"/>
                </a:cubicBezTo>
                <a:cubicBezTo>
                  <a:pt x="776" y="212"/>
                  <a:pt x="774" y="208"/>
                  <a:pt x="780" y="206"/>
                </a:cubicBezTo>
                <a:cubicBezTo>
                  <a:pt x="824" y="164"/>
                  <a:pt x="830" y="160"/>
                  <a:pt x="833" y="155"/>
                </a:cubicBezTo>
                <a:cubicBezTo>
                  <a:pt x="806" y="176"/>
                  <a:pt x="797" y="184"/>
                  <a:pt x="788" y="193"/>
                </a:cubicBezTo>
                <a:cubicBezTo>
                  <a:pt x="731" y="226"/>
                  <a:pt x="724" y="237"/>
                  <a:pt x="720" y="234"/>
                </a:cubicBezTo>
                <a:cubicBezTo>
                  <a:pt x="766" y="194"/>
                  <a:pt x="786" y="180"/>
                  <a:pt x="803" y="159"/>
                </a:cubicBezTo>
                <a:cubicBezTo>
                  <a:pt x="785" y="170"/>
                  <a:pt x="775" y="180"/>
                  <a:pt x="763" y="188"/>
                </a:cubicBezTo>
                <a:cubicBezTo>
                  <a:pt x="736" y="208"/>
                  <a:pt x="735" y="202"/>
                  <a:pt x="737" y="200"/>
                </a:cubicBezTo>
                <a:cubicBezTo>
                  <a:pt x="749" y="181"/>
                  <a:pt x="754" y="177"/>
                  <a:pt x="756" y="172"/>
                </a:cubicBezTo>
                <a:cubicBezTo>
                  <a:pt x="787" y="134"/>
                  <a:pt x="791" y="136"/>
                  <a:pt x="790" y="130"/>
                </a:cubicBezTo>
                <a:cubicBezTo>
                  <a:pt x="769" y="150"/>
                  <a:pt x="765" y="152"/>
                  <a:pt x="766" y="155"/>
                </a:cubicBezTo>
                <a:cubicBezTo>
                  <a:pt x="746" y="174"/>
                  <a:pt x="746" y="170"/>
                  <a:pt x="746" y="169"/>
                </a:cubicBezTo>
                <a:cubicBezTo>
                  <a:pt x="748" y="164"/>
                  <a:pt x="752" y="160"/>
                  <a:pt x="752" y="160"/>
                </a:cubicBezTo>
                <a:cubicBezTo>
                  <a:pt x="764" y="139"/>
                  <a:pt x="770" y="129"/>
                  <a:pt x="777" y="119"/>
                </a:cubicBezTo>
                <a:cubicBezTo>
                  <a:pt x="800" y="82"/>
                  <a:pt x="812" y="81"/>
                  <a:pt x="808" y="77"/>
                </a:cubicBezTo>
                <a:cubicBezTo>
                  <a:pt x="770" y="123"/>
                  <a:pt x="765" y="125"/>
                  <a:pt x="763" y="127"/>
                </a:cubicBezTo>
                <a:cubicBezTo>
                  <a:pt x="747" y="156"/>
                  <a:pt x="743" y="161"/>
                  <a:pt x="740" y="166"/>
                </a:cubicBezTo>
                <a:cubicBezTo>
                  <a:pt x="744" y="144"/>
                  <a:pt x="749" y="134"/>
                  <a:pt x="753" y="124"/>
                </a:cubicBezTo>
                <a:cubicBezTo>
                  <a:pt x="782" y="79"/>
                  <a:pt x="781" y="77"/>
                  <a:pt x="784" y="75"/>
                </a:cubicBezTo>
                <a:cubicBezTo>
                  <a:pt x="769" y="89"/>
                  <a:pt x="765" y="92"/>
                  <a:pt x="765" y="96"/>
                </a:cubicBezTo>
                <a:cubicBezTo>
                  <a:pt x="728" y="162"/>
                  <a:pt x="722" y="177"/>
                  <a:pt x="718" y="191"/>
                </a:cubicBezTo>
                <a:cubicBezTo>
                  <a:pt x="710" y="205"/>
                  <a:pt x="719" y="210"/>
                  <a:pt x="712" y="213"/>
                </a:cubicBezTo>
                <a:cubicBezTo>
                  <a:pt x="703" y="240"/>
                  <a:pt x="708" y="247"/>
                  <a:pt x="697" y="251"/>
                </a:cubicBezTo>
                <a:cubicBezTo>
                  <a:pt x="699" y="232"/>
                  <a:pt x="702" y="230"/>
                  <a:pt x="701" y="228"/>
                </a:cubicBezTo>
                <a:cubicBezTo>
                  <a:pt x="714" y="177"/>
                  <a:pt x="714" y="170"/>
                  <a:pt x="714" y="162"/>
                </a:cubicBezTo>
                <a:cubicBezTo>
                  <a:pt x="735" y="103"/>
                  <a:pt x="740" y="88"/>
                  <a:pt x="749" y="73"/>
                </a:cubicBezTo>
                <a:cubicBezTo>
                  <a:pt x="757" y="53"/>
                  <a:pt x="753" y="62"/>
                  <a:pt x="744" y="70"/>
                </a:cubicBezTo>
                <a:cubicBezTo>
                  <a:pt x="727" y="107"/>
                  <a:pt x="722" y="112"/>
                  <a:pt x="722" y="118"/>
                </a:cubicBezTo>
                <a:cubicBezTo>
                  <a:pt x="706" y="172"/>
                  <a:pt x="705" y="175"/>
                  <a:pt x="703" y="177"/>
                </a:cubicBezTo>
                <a:cubicBezTo>
                  <a:pt x="696" y="206"/>
                  <a:pt x="696" y="209"/>
                  <a:pt x="696" y="212"/>
                </a:cubicBezTo>
                <a:cubicBezTo>
                  <a:pt x="687" y="247"/>
                  <a:pt x="685" y="253"/>
                  <a:pt x="684" y="260"/>
                </a:cubicBezTo>
                <a:cubicBezTo>
                  <a:pt x="671" y="275"/>
                  <a:pt x="673" y="272"/>
                  <a:pt x="677" y="270"/>
                </a:cubicBezTo>
                <a:cubicBezTo>
                  <a:pt x="682" y="240"/>
                  <a:pt x="681" y="234"/>
                  <a:pt x="684" y="229"/>
                </a:cubicBezTo>
                <a:cubicBezTo>
                  <a:pt x="694" y="189"/>
                  <a:pt x="690" y="182"/>
                  <a:pt x="693" y="177"/>
                </a:cubicBezTo>
                <a:cubicBezTo>
                  <a:pt x="706" y="119"/>
                  <a:pt x="707" y="113"/>
                  <a:pt x="709" y="107"/>
                </a:cubicBezTo>
                <a:cubicBezTo>
                  <a:pt x="721" y="64"/>
                  <a:pt x="727" y="59"/>
                  <a:pt x="729" y="53"/>
                </a:cubicBezTo>
                <a:cubicBezTo>
                  <a:pt x="751" y="15"/>
                  <a:pt x="760" y="13"/>
                  <a:pt x="759" y="10"/>
                </a:cubicBezTo>
                <a:cubicBezTo>
                  <a:pt x="752" y="12"/>
                  <a:pt x="750" y="14"/>
                  <a:pt x="749" y="17"/>
                </a:cubicBezTo>
                <a:cubicBezTo>
                  <a:pt x="722" y="50"/>
                  <a:pt x="719" y="46"/>
                  <a:pt x="715" y="51"/>
                </a:cubicBezTo>
                <a:cubicBezTo>
                  <a:pt x="696" y="86"/>
                  <a:pt x="689" y="94"/>
                  <a:pt x="687" y="103"/>
                </a:cubicBezTo>
                <a:cubicBezTo>
                  <a:pt x="667" y="145"/>
                  <a:pt x="670" y="146"/>
                  <a:pt x="670" y="148"/>
                </a:cubicBezTo>
                <a:cubicBezTo>
                  <a:pt x="662" y="166"/>
                  <a:pt x="660" y="175"/>
                  <a:pt x="659" y="185"/>
                </a:cubicBezTo>
                <a:cubicBezTo>
                  <a:pt x="655" y="217"/>
                  <a:pt x="655" y="222"/>
                  <a:pt x="653" y="226"/>
                </a:cubicBezTo>
                <a:cubicBezTo>
                  <a:pt x="646" y="259"/>
                  <a:pt x="650" y="265"/>
                  <a:pt x="650" y="270"/>
                </a:cubicBezTo>
                <a:cubicBezTo>
                  <a:pt x="632" y="316"/>
                  <a:pt x="637" y="319"/>
                  <a:pt x="630" y="321"/>
                </a:cubicBezTo>
                <a:cubicBezTo>
                  <a:pt x="630" y="285"/>
                  <a:pt x="633" y="283"/>
                  <a:pt x="633" y="280"/>
                </a:cubicBezTo>
                <a:cubicBezTo>
                  <a:pt x="637" y="248"/>
                  <a:pt x="637" y="243"/>
                  <a:pt x="639" y="238"/>
                </a:cubicBezTo>
                <a:cubicBezTo>
                  <a:pt x="639" y="222"/>
                  <a:pt x="641" y="220"/>
                  <a:pt x="641" y="217"/>
                </a:cubicBezTo>
                <a:cubicBezTo>
                  <a:pt x="649" y="175"/>
                  <a:pt x="652" y="166"/>
                  <a:pt x="654" y="157"/>
                </a:cubicBezTo>
                <a:cubicBezTo>
                  <a:pt x="673" y="112"/>
                  <a:pt x="670" y="107"/>
                  <a:pt x="677" y="103"/>
                </a:cubicBezTo>
                <a:cubicBezTo>
                  <a:pt x="690" y="65"/>
                  <a:pt x="699" y="63"/>
                  <a:pt x="694" y="59"/>
                </a:cubicBezTo>
                <a:cubicBezTo>
                  <a:pt x="663" y="118"/>
                  <a:pt x="658" y="124"/>
                  <a:pt x="654" y="130"/>
                </a:cubicBezTo>
                <a:cubicBezTo>
                  <a:pt x="644" y="160"/>
                  <a:pt x="640" y="163"/>
                  <a:pt x="644" y="166"/>
                </a:cubicBezTo>
                <a:cubicBezTo>
                  <a:pt x="632" y="198"/>
                  <a:pt x="638" y="202"/>
                  <a:pt x="632" y="204"/>
                </a:cubicBezTo>
                <a:cubicBezTo>
                  <a:pt x="630" y="226"/>
                  <a:pt x="628" y="229"/>
                  <a:pt x="630" y="233"/>
                </a:cubicBezTo>
                <a:cubicBezTo>
                  <a:pt x="624" y="286"/>
                  <a:pt x="621" y="292"/>
                  <a:pt x="621" y="298"/>
                </a:cubicBezTo>
                <a:cubicBezTo>
                  <a:pt x="622" y="314"/>
                  <a:pt x="617" y="316"/>
                  <a:pt x="621" y="318"/>
                </a:cubicBezTo>
                <a:cubicBezTo>
                  <a:pt x="615" y="341"/>
                  <a:pt x="613" y="344"/>
                  <a:pt x="612" y="347"/>
                </a:cubicBezTo>
                <a:cubicBezTo>
                  <a:pt x="610" y="337"/>
                  <a:pt x="612" y="332"/>
                  <a:pt x="615" y="327"/>
                </a:cubicBezTo>
                <a:cubicBezTo>
                  <a:pt x="612" y="290"/>
                  <a:pt x="621" y="286"/>
                  <a:pt x="616" y="280"/>
                </a:cubicBezTo>
                <a:cubicBezTo>
                  <a:pt x="615" y="259"/>
                  <a:pt x="621" y="255"/>
                  <a:pt x="620" y="250"/>
                </a:cubicBezTo>
                <a:cubicBezTo>
                  <a:pt x="624" y="201"/>
                  <a:pt x="625" y="198"/>
                  <a:pt x="626" y="196"/>
                </a:cubicBezTo>
                <a:cubicBezTo>
                  <a:pt x="635" y="171"/>
                  <a:pt x="633" y="168"/>
                  <a:pt x="634" y="166"/>
                </a:cubicBezTo>
                <a:cubicBezTo>
                  <a:pt x="642" y="141"/>
                  <a:pt x="642" y="139"/>
                  <a:pt x="642" y="136"/>
                </a:cubicBezTo>
                <a:cubicBezTo>
                  <a:pt x="655" y="109"/>
                  <a:pt x="657" y="104"/>
                  <a:pt x="662" y="99"/>
                </a:cubicBezTo>
                <a:cubicBezTo>
                  <a:pt x="645" y="113"/>
                  <a:pt x="645" y="122"/>
                  <a:pt x="637" y="130"/>
                </a:cubicBezTo>
                <a:cubicBezTo>
                  <a:pt x="617" y="197"/>
                  <a:pt x="614" y="202"/>
                  <a:pt x="614" y="207"/>
                </a:cubicBezTo>
                <a:cubicBezTo>
                  <a:pt x="613" y="227"/>
                  <a:pt x="609" y="228"/>
                  <a:pt x="612" y="231"/>
                </a:cubicBezTo>
                <a:cubicBezTo>
                  <a:pt x="612" y="251"/>
                  <a:pt x="612" y="254"/>
                  <a:pt x="608" y="256"/>
                </a:cubicBezTo>
                <a:cubicBezTo>
                  <a:pt x="608" y="278"/>
                  <a:pt x="607" y="283"/>
                  <a:pt x="607" y="289"/>
                </a:cubicBezTo>
                <a:cubicBezTo>
                  <a:pt x="595" y="363"/>
                  <a:pt x="592" y="374"/>
                  <a:pt x="587" y="384"/>
                </a:cubicBezTo>
                <a:cubicBezTo>
                  <a:pt x="589" y="326"/>
                  <a:pt x="592" y="323"/>
                  <a:pt x="592" y="319"/>
                </a:cubicBezTo>
                <a:cubicBezTo>
                  <a:pt x="594" y="243"/>
                  <a:pt x="593" y="240"/>
                  <a:pt x="594" y="237"/>
                </a:cubicBezTo>
                <a:cubicBezTo>
                  <a:pt x="597" y="223"/>
                  <a:pt x="596" y="219"/>
                  <a:pt x="596" y="216"/>
                </a:cubicBezTo>
                <a:cubicBezTo>
                  <a:pt x="608" y="177"/>
                  <a:pt x="610" y="170"/>
                  <a:pt x="614" y="163"/>
                </a:cubicBezTo>
                <a:cubicBezTo>
                  <a:pt x="624" y="125"/>
                  <a:pt x="623" y="130"/>
                  <a:pt x="621" y="134"/>
                </a:cubicBezTo>
                <a:cubicBezTo>
                  <a:pt x="598" y="185"/>
                  <a:pt x="595" y="190"/>
                  <a:pt x="594" y="195"/>
                </a:cubicBezTo>
                <a:cubicBezTo>
                  <a:pt x="583" y="227"/>
                  <a:pt x="590" y="232"/>
                  <a:pt x="586" y="235"/>
                </a:cubicBezTo>
                <a:cubicBezTo>
                  <a:pt x="585" y="269"/>
                  <a:pt x="583" y="276"/>
                  <a:pt x="584" y="284"/>
                </a:cubicBezTo>
                <a:cubicBezTo>
                  <a:pt x="583" y="334"/>
                  <a:pt x="581" y="338"/>
                  <a:pt x="584" y="342"/>
                </a:cubicBezTo>
                <a:cubicBezTo>
                  <a:pt x="578" y="377"/>
                  <a:pt x="579" y="381"/>
                  <a:pt x="575" y="384"/>
                </a:cubicBezTo>
                <a:cubicBezTo>
                  <a:pt x="572" y="368"/>
                  <a:pt x="578" y="365"/>
                  <a:pt x="575" y="361"/>
                </a:cubicBezTo>
                <a:cubicBezTo>
                  <a:pt x="580" y="316"/>
                  <a:pt x="571" y="307"/>
                  <a:pt x="578" y="300"/>
                </a:cubicBezTo>
                <a:cubicBezTo>
                  <a:pt x="572" y="220"/>
                  <a:pt x="574" y="213"/>
                  <a:pt x="573" y="205"/>
                </a:cubicBezTo>
                <a:cubicBezTo>
                  <a:pt x="581" y="177"/>
                  <a:pt x="576" y="169"/>
                  <a:pt x="580" y="163"/>
                </a:cubicBezTo>
                <a:cubicBezTo>
                  <a:pt x="594" y="117"/>
                  <a:pt x="601" y="111"/>
                  <a:pt x="598" y="103"/>
                </a:cubicBezTo>
                <a:cubicBezTo>
                  <a:pt x="577" y="151"/>
                  <a:pt x="576" y="154"/>
                  <a:pt x="573" y="156"/>
                </a:cubicBezTo>
                <a:cubicBezTo>
                  <a:pt x="562" y="241"/>
                  <a:pt x="563" y="252"/>
                  <a:pt x="564" y="263"/>
                </a:cubicBezTo>
                <a:cubicBezTo>
                  <a:pt x="569" y="302"/>
                  <a:pt x="564" y="307"/>
                  <a:pt x="568" y="312"/>
                </a:cubicBezTo>
                <a:cubicBezTo>
                  <a:pt x="566" y="341"/>
                  <a:pt x="565" y="352"/>
                  <a:pt x="568" y="364"/>
                </a:cubicBezTo>
                <a:cubicBezTo>
                  <a:pt x="553" y="423"/>
                  <a:pt x="553" y="420"/>
                  <a:pt x="555" y="417"/>
                </a:cubicBezTo>
                <a:cubicBezTo>
                  <a:pt x="556" y="394"/>
                  <a:pt x="560" y="392"/>
                  <a:pt x="558" y="388"/>
                </a:cubicBezTo>
                <a:cubicBezTo>
                  <a:pt x="561" y="333"/>
                  <a:pt x="563" y="331"/>
                  <a:pt x="562" y="329"/>
                </a:cubicBezTo>
                <a:cubicBezTo>
                  <a:pt x="559" y="274"/>
                  <a:pt x="553" y="255"/>
                  <a:pt x="554" y="236"/>
                </a:cubicBezTo>
                <a:cubicBezTo>
                  <a:pt x="554" y="218"/>
                  <a:pt x="555" y="214"/>
                  <a:pt x="554" y="209"/>
                </a:cubicBezTo>
                <a:cubicBezTo>
                  <a:pt x="559" y="193"/>
                  <a:pt x="557" y="190"/>
                  <a:pt x="559" y="188"/>
                </a:cubicBezTo>
                <a:cubicBezTo>
                  <a:pt x="569" y="145"/>
                  <a:pt x="573" y="136"/>
                  <a:pt x="573" y="126"/>
                </a:cubicBezTo>
                <a:cubicBezTo>
                  <a:pt x="557" y="167"/>
                  <a:pt x="554" y="173"/>
                  <a:pt x="555" y="179"/>
                </a:cubicBezTo>
                <a:cubicBezTo>
                  <a:pt x="548" y="204"/>
                  <a:pt x="545" y="211"/>
                  <a:pt x="547" y="219"/>
                </a:cubicBezTo>
                <a:cubicBezTo>
                  <a:pt x="545" y="249"/>
                  <a:pt x="547" y="257"/>
                  <a:pt x="548" y="265"/>
                </a:cubicBezTo>
                <a:cubicBezTo>
                  <a:pt x="553" y="302"/>
                  <a:pt x="551" y="305"/>
                  <a:pt x="550" y="308"/>
                </a:cubicBezTo>
                <a:cubicBezTo>
                  <a:pt x="556" y="350"/>
                  <a:pt x="553" y="352"/>
                  <a:pt x="554" y="354"/>
                </a:cubicBezTo>
                <a:cubicBezTo>
                  <a:pt x="551" y="391"/>
                  <a:pt x="544" y="394"/>
                  <a:pt x="549" y="399"/>
                </a:cubicBezTo>
                <a:cubicBezTo>
                  <a:pt x="548" y="423"/>
                  <a:pt x="541" y="425"/>
                  <a:pt x="543" y="428"/>
                </a:cubicBezTo>
                <a:cubicBezTo>
                  <a:pt x="534" y="435"/>
                  <a:pt x="534" y="428"/>
                  <a:pt x="538" y="422"/>
                </a:cubicBezTo>
                <a:cubicBezTo>
                  <a:pt x="537" y="386"/>
                  <a:pt x="541" y="383"/>
                  <a:pt x="540" y="379"/>
                </a:cubicBezTo>
                <a:cubicBezTo>
                  <a:pt x="538" y="342"/>
                  <a:pt x="537" y="338"/>
                  <a:pt x="538" y="333"/>
                </a:cubicBezTo>
                <a:cubicBezTo>
                  <a:pt x="535" y="297"/>
                  <a:pt x="532" y="288"/>
                  <a:pt x="531" y="280"/>
                </a:cubicBezTo>
                <a:cubicBezTo>
                  <a:pt x="528" y="237"/>
                  <a:pt x="531" y="236"/>
                  <a:pt x="530" y="234"/>
                </a:cubicBezTo>
                <a:cubicBezTo>
                  <a:pt x="531" y="195"/>
                  <a:pt x="535" y="192"/>
                  <a:pt x="534" y="187"/>
                </a:cubicBezTo>
                <a:cubicBezTo>
                  <a:pt x="537" y="169"/>
                  <a:pt x="538" y="165"/>
                  <a:pt x="539" y="161"/>
                </a:cubicBezTo>
                <a:cubicBezTo>
                  <a:pt x="534" y="156"/>
                  <a:pt x="534" y="160"/>
                  <a:pt x="532" y="164"/>
                </a:cubicBezTo>
                <a:cubicBezTo>
                  <a:pt x="527" y="184"/>
                  <a:pt x="527" y="187"/>
                  <a:pt x="528" y="189"/>
                </a:cubicBezTo>
                <a:cubicBezTo>
                  <a:pt x="521" y="228"/>
                  <a:pt x="522" y="230"/>
                  <a:pt x="522" y="232"/>
                </a:cubicBezTo>
                <a:cubicBezTo>
                  <a:pt x="521" y="256"/>
                  <a:pt x="520" y="257"/>
                  <a:pt x="522" y="259"/>
                </a:cubicBezTo>
                <a:cubicBezTo>
                  <a:pt x="527" y="285"/>
                  <a:pt x="520" y="288"/>
                  <a:pt x="524" y="293"/>
                </a:cubicBezTo>
                <a:cubicBezTo>
                  <a:pt x="532" y="343"/>
                  <a:pt x="530" y="351"/>
                  <a:pt x="534" y="361"/>
                </a:cubicBezTo>
                <a:cubicBezTo>
                  <a:pt x="531" y="378"/>
                  <a:pt x="529" y="380"/>
                  <a:pt x="532" y="382"/>
                </a:cubicBezTo>
                <a:cubicBezTo>
                  <a:pt x="530" y="417"/>
                  <a:pt x="530" y="421"/>
                  <a:pt x="528" y="424"/>
                </a:cubicBezTo>
                <a:cubicBezTo>
                  <a:pt x="523" y="442"/>
                  <a:pt x="525" y="445"/>
                  <a:pt x="522" y="444"/>
                </a:cubicBezTo>
                <a:cubicBezTo>
                  <a:pt x="523" y="396"/>
                  <a:pt x="516" y="383"/>
                  <a:pt x="519" y="372"/>
                </a:cubicBezTo>
                <a:cubicBezTo>
                  <a:pt x="517" y="348"/>
                  <a:pt x="514" y="341"/>
                  <a:pt x="515" y="335"/>
                </a:cubicBezTo>
                <a:cubicBezTo>
                  <a:pt x="506" y="291"/>
                  <a:pt x="509" y="286"/>
                  <a:pt x="507" y="280"/>
                </a:cubicBezTo>
                <a:cubicBezTo>
                  <a:pt x="508" y="220"/>
                  <a:pt x="509" y="215"/>
                  <a:pt x="510" y="209"/>
                </a:cubicBezTo>
                <a:cubicBezTo>
                  <a:pt x="513" y="185"/>
                  <a:pt x="512" y="178"/>
                  <a:pt x="516" y="173"/>
                </a:cubicBezTo>
                <a:cubicBezTo>
                  <a:pt x="515" y="159"/>
                  <a:pt x="514" y="162"/>
                  <a:pt x="512" y="164"/>
                </a:cubicBezTo>
                <a:cubicBezTo>
                  <a:pt x="505" y="191"/>
                  <a:pt x="507" y="196"/>
                  <a:pt x="504" y="201"/>
                </a:cubicBezTo>
                <a:cubicBezTo>
                  <a:pt x="500" y="221"/>
                  <a:pt x="502" y="226"/>
                  <a:pt x="501" y="230"/>
                </a:cubicBezTo>
                <a:cubicBezTo>
                  <a:pt x="498" y="248"/>
                  <a:pt x="500" y="251"/>
                  <a:pt x="500" y="253"/>
                </a:cubicBezTo>
                <a:cubicBezTo>
                  <a:pt x="496" y="271"/>
                  <a:pt x="502" y="275"/>
                  <a:pt x="498" y="277"/>
                </a:cubicBezTo>
                <a:cubicBezTo>
                  <a:pt x="497" y="300"/>
                  <a:pt x="497" y="294"/>
                  <a:pt x="497" y="290"/>
                </a:cubicBezTo>
                <a:cubicBezTo>
                  <a:pt x="494" y="271"/>
                  <a:pt x="495" y="268"/>
                  <a:pt x="495" y="266"/>
                </a:cubicBezTo>
                <a:cubicBezTo>
                  <a:pt x="494" y="202"/>
                  <a:pt x="495" y="187"/>
                  <a:pt x="499" y="173"/>
                </a:cubicBezTo>
                <a:cubicBezTo>
                  <a:pt x="501" y="135"/>
                  <a:pt x="510" y="133"/>
                  <a:pt x="503" y="128"/>
                </a:cubicBezTo>
                <a:cubicBezTo>
                  <a:pt x="490" y="173"/>
                  <a:pt x="490" y="178"/>
                  <a:pt x="489" y="183"/>
                </a:cubicBezTo>
                <a:cubicBezTo>
                  <a:pt x="485" y="220"/>
                  <a:pt x="485" y="223"/>
                  <a:pt x="485" y="225"/>
                </a:cubicBezTo>
                <a:cubicBezTo>
                  <a:pt x="484" y="256"/>
                  <a:pt x="483" y="258"/>
                  <a:pt x="486" y="261"/>
                </a:cubicBezTo>
                <a:cubicBezTo>
                  <a:pt x="484" y="277"/>
                  <a:pt x="489" y="280"/>
                  <a:pt x="487" y="282"/>
                </a:cubicBezTo>
                <a:cubicBezTo>
                  <a:pt x="498" y="337"/>
                  <a:pt x="496" y="347"/>
                  <a:pt x="502" y="357"/>
                </a:cubicBezTo>
                <a:cubicBezTo>
                  <a:pt x="506" y="408"/>
                  <a:pt x="505" y="413"/>
                  <a:pt x="503" y="418"/>
                </a:cubicBezTo>
                <a:cubicBezTo>
                  <a:pt x="505" y="450"/>
                  <a:pt x="505" y="453"/>
                  <a:pt x="503" y="455"/>
                </a:cubicBezTo>
                <a:cubicBezTo>
                  <a:pt x="499" y="471"/>
                  <a:pt x="503" y="479"/>
                  <a:pt x="498" y="475"/>
                </a:cubicBezTo>
                <a:cubicBezTo>
                  <a:pt x="493" y="426"/>
                  <a:pt x="495" y="423"/>
                  <a:pt x="495" y="419"/>
                </a:cubicBezTo>
                <a:cubicBezTo>
                  <a:pt x="485" y="375"/>
                  <a:pt x="480" y="366"/>
                  <a:pt x="483" y="359"/>
                </a:cubicBezTo>
                <a:cubicBezTo>
                  <a:pt x="470" y="321"/>
                  <a:pt x="476" y="319"/>
                  <a:pt x="470" y="314"/>
                </a:cubicBezTo>
                <a:cubicBezTo>
                  <a:pt x="459" y="218"/>
                  <a:pt x="466" y="212"/>
                  <a:pt x="462" y="204"/>
                </a:cubicBezTo>
                <a:cubicBezTo>
                  <a:pt x="457" y="195"/>
                  <a:pt x="457" y="204"/>
                  <a:pt x="457" y="213"/>
                </a:cubicBezTo>
                <a:cubicBezTo>
                  <a:pt x="457" y="232"/>
                  <a:pt x="452" y="236"/>
                  <a:pt x="455" y="241"/>
                </a:cubicBezTo>
                <a:cubicBezTo>
                  <a:pt x="454" y="275"/>
                  <a:pt x="459" y="280"/>
                  <a:pt x="456" y="285"/>
                </a:cubicBezTo>
                <a:cubicBezTo>
                  <a:pt x="462" y="317"/>
                  <a:pt x="462" y="322"/>
                  <a:pt x="465" y="327"/>
                </a:cubicBezTo>
                <a:cubicBezTo>
                  <a:pt x="475" y="362"/>
                  <a:pt x="473" y="368"/>
                  <a:pt x="475" y="375"/>
                </a:cubicBezTo>
                <a:cubicBezTo>
                  <a:pt x="478" y="394"/>
                  <a:pt x="483" y="397"/>
                  <a:pt x="481" y="400"/>
                </a:cubicBezTo>
                <a:cubicBezTo>
                  <a:pt x="484" y="436"/>
                  <a:pt x="490" y="444"/>
                  <a:pt x="487" y="449"/>
                </a:cubicBezTo>
                <a:cubicBezTo>
                  <a:pt x="483" y="480"/>
                  <a:pt x="490" y="485"/>
                  <a:pt x="488" y="488"/>
                </a:cubicBezTo>
                <a:cubicBezTo>
                  <a:pt x="483" y="503"/>
                  <a:pt x="485" y="499"/>
                  <a:pt x="485" y="495"/>
                </a:cubicBezTo>
                <a:cubicBezTo>
                  <a:pt x="486" y="464"/>
                  <a:pt x="482" y="459"/>
                  <a:pt x="483" y="454"/>
                </a:cubicBezTo>
                <a:cubicBezTo>
                  <a:pt x="474" y="394"/>
                  <a:pt x="466" y="388"/>
                  <a:pt x="469" y="384"/>
                </a:cubicBezTo>
                <a:cubicBezTo>
                  <a:pt x="462" y="348"/>
                  <a:pt x="459" y="346"/>
                  <a:pt x="457" y="346"/>
                </a:cubicBezTo>
                <a:cubicBezTo>
                  <a:pt x="449" y="328"/>
                  <a:pt x="460" y="322"/>
                  <a:pt x="453" y="324"/>
                </a:cubicBezTo>
                <a:cubicBezTo>
                  <a:pt x="446" y="286"/>
                  <a:pt x="449" y="281"/>
                  <a:pt x="445" y="276"/>
                </a:cubicBezTo>
                <a:cubicBezTo>
                  <a:pt x="449" y="241"/>
                  <a:pt x="443" y="235"/>
                  <a:pt x="444" y="230"/>
                </a:cubicBezTo>
                <a:cubicBezTo>
                  <a:pt x="450" y="210"/>
                  <a:pt x="442" y="203"/>
                  <a:pt x="449" y="199"/>
                </a:cubicBezTo>
                <a:cubicBezTo>
                  <a:pt x="454" y="163"/>
                  <a:pt x="461" y="159"/>
                  <a:pt x="458" y="153"/>
                </a:cubicBezTo>
                <a:cubicBezTo>
                  <a:pt x="444" y="191"/>
                  <a:pt x="439" y="200"/>
                  <a:pt x="440" y="211"/>
                </a:cubicBezTo>
                <a:cubicBezTo>
                  <a:pt x="435" y="250"/>
                  <a:pt x="436" y="261"/>
                  <a:pt x="437" y="271"/>
                </a:cubicBezTo>
                <a:cubicBezTo>
                  <a:pt x="442" y="313"/>
                  <a:pt x="444" y="323"/>
                  <a:pt x="448" y="335"/>
                </a:cubicBezTo>
                <a:cubicBezTo>
                  <a:pt x="458" y="387"/>
                  <a:pt x="461" y="393"/>
                  <a:pt x="460" y="398"/>
                </a:cubicBezTo>
                <a:cubicBezTo>
                  <a:pt x="473" y="464"/>
                  <a:pt x="476" y="471"/>
                  <a:pt x="475" y="477"/>
                </a:cubicBezTo>
                <a:cubicBezTo>
                  <a:pt x="472" y="519"/>
                  <a:pt x="470" y="522"/>
                  <a:pt x="473" y="526"/>
                </a:cubicBezTo>
                <a:cubicBezTo>
                  <a:pt x="466" y="546"/>
                  <a:pt x="465" y="547"/>
                  <a:pt x="465" y="548"/>
                </a:cubicBezTo>
                <a:cubicBezTo>
                  <a:pt x="459" y="507"/>
                  <a:pt x="462" y="504"/>
                  <a:pt x="463" y="501"/>
                </a:cubicBezTo>
                <a:cubicBezTo>
                  <a:pt x="458" y="462"/>
                  <a:pt x="451" y="454"/>
                  <a:pt x="451" y="448"/>
                </a:cubicBezTo>
                <a:cubicBezTo>
                  <a:pt x="436" y="412"/>
                  <a:pt x="440" y="409"/>
                  <a:pt x="436" y="405"/>
                </a:cubicBezTo>
                <a:cubicBezTo>
                  <a:pt x="427" y="372"/>
                  <a:pt x="429" y="369"/>
                  <a:pt x="426" y="365"/>
                </a:cubicBezTo>
                <a:cubicBezTo>
                  <a:pt x="421" y="351"/>
                  <a:pt x="423" y="350"/>
                  <a:pt x="421" y="347"/>
                </a:cubicBezTo>
                <a:cubicBezTo>
                  <a:pt x="417" y="313"/>
                  <a:pt x="414" y="309"/>
                  <a:pt x="415" y="305"/>
                </a:cubicBezTo>
                <a:cubicBezTo>
                  <a:pt x="416" y="260"/>
                  <a:pt x="418" y="257"/>
                  <a:pt x="414" y="253"/>
                </a:cubicBezTo>
                <a:cubicBezTo>
                  <a:pt x="416" y="237"/>
                  <a:pt x="416" y="229"/>
                  <a:pt x="414" y="222"/>
                </a:cubicBezTo>
                <a:cubicBezTo>
                  <a:pt x="416" y="200"/>
                  <a:pt x="418" y="197"/>
                  <a:pt x="418" y="194"/>
                </a:cubicBezTo>
                <a:cubicBezTo>
                  <a:pt x="414" y="206"/>
                  <a:pt x="410" y="211"/>
                  <a:pt x="412" y="216"/>
                </a:cubicBezTo>
                <a:cubicBezTo>
                  <a:pt x="409" y="236"/>
                  <a:pt x="410" y="242"/>
                  <a:pt x="410" y="247"/>
                </a:cubicBezTo>
                <a:cubicBezTo>
                  <a:pt x="407" y="327"/>
                  <a:pt x="412" y="332"/>
                  <a:pt x="410" y="335"/>
                </a:cubicBezTo>
                <a:cubicBezTo>
                  <a:pt x="414" y="368"/>
                  <a:pt x="422" y="373"/>
                  <a:pt x="420" y="377"/>
                </a:cubicBezTo>
                <a:cubicBezTo>
                  <a:pt x="438" y="439"/>
                  <a:pt x="445" y="459"/>
                  <a:pt x="448" y="477"/>
                </a:cubicBezTo>
                <a:cubicBezTo>
                  <a:pt x="451" y="509"/>
                  <a:pt x="452" y="514"/>
                  <a:pt x="453" y="518"/>
                </a:cubicBezTo>
                <a:cubicBezTo>
                  <a:pt x="449" y="518"/>
                  <a:pt x="452" y="515"/>
                  <a:pt x="448" y="512"/>
                </a:cubicBezTo>
                <a:cubicBezTo>
                  <a:pt x="443" y="484"/>
                  <a:pt x="442" y="477"/>
                  <a:pt x="441" y="470"/>
                </a:cubicBezTo>
                <a:cubicBezTo>
                  <a:pt x="432" y="436"/>
                  <a:pt x="429" y="432"/>
                  <a:pt x="428" y="428"/>
                </a:cubicBezTo>
                <a:cubicBezTo>
                  <a:pt x="416" y="393"/>
                  <a:pt x="413" y="389"/>
                  <a:pt x="414" y="386"/>
                </a:cubicBezTo>
                <a:cubicBezTo>
                  <a:pt x="407" y="359"/>
                  <a:pt x="405" y="356"/>
                  <a:pt x="403" y="350"/>
                </a:cubicBezTo>
                <a:cubicBezTo>
                  <a:pt x="401" y="334"/>
                  <a:pt x="403" y="333"/>
                  <a:pt x="403" y="333"/>
                </a:cubicBezTo>
                <a:cubicBezTo>
                  <a:pt x="401" y="321"/>
                  <a:pt x="400" y="317"/>
                  <a:pt x="399" y="314"/>
                </a:cubicBezTo>
                <a:cubicBezTo>
                  <a:pt x="395" y="298"/>
                  <a:pt x="397" y="295"/>
                  <a:pt x="396" y="293"/>
                </a:cubicBezTo>
                <a:cubicBezTo>
                  <a:pt x="390" y="256"/>
                  <a:pt x="396" y="250"/>
                  <a:pt x="392" y="243"/>
                </a:cubicBezTo>
                <a:cubicBezTo>
                  <a:pt x="394" y="217"/>
                  <a:pt x="395" y="215"/>
                  <a:pt x="395" y="213"/>
                </a:cubicBezTo>
                <a:cubicBezTo>
                  <a:pt x="388" y="211"/>
                  <a:pt x="391" y="212"/>
                  <a:pt x="391" y="214"/>
                </a:cubicBezTo>
                <a:cubicBezTo>
                  <a:pt x="386" y="231"/>
                  <a:pt x="389" y="235"/>
                  <a:pt x="386" y="237"/>
                </a:cubicBezTo>
                <a:cubicBezTo>
                  <a:pt x="387" y="268"/>
                  <a:pt x="385" y="271"/>
                  <a:pt x="388" y="275"/>
                </a:cubicBezTo>
                <a:cubicBezTo>
                  <a:pt x="391" y="325"/>
                  <a:pt x="397" y="338"/>
                  <a:pt x="393" y="350"/>
                </a:cubicBezTo>
                <a:cubicBezTo>
                  <a:pt x="405" y="382"/>
                  <a:pt x="403" y="390"/>
                  <a:pt x="408" y="398"/>
                </a:cubicBezTo>
                <a:cubicBezTo>
                  <a:pt x="419" y="430"/>
                  <a:pt x="421" y="438"/>
                  <a:pt x="423" y="446"/>
                </a:cubicBezTo>
                <a:cubicBezTo>
                  <a:pt x="436" y="483"/>
                  <a:pt x="432" y="487"/>
                  <a:pt x="436" y="491"/>
                </a:cubicBezTo>
                <a:cubicBezTo>
                  <a:pt x="440" y="554"/>
                  <a:pt x="443" y="558"/>
                  <a:pt x="443" y="562"/>
                </a:cubicBezTo>
                <a:cubicBezTo>
                  <a:pt x="428" y="572"/>
                  <a:pt x="429" y="568"/>
                  <a:pt x="430" y="564"/>
                </a:cubicBezTo>
                <a:cubicBezTo>
                  <a:pt x="417" y="498"/>
                  <a:pt x="416" y="485"/>
                  <a:pt x="415" y="472"/>
                </a:cubicBezTo>
                <a:cubicBezTo>
                  <a:pt x="409" y="449"/>
                  <a:pt x="405" y="442"/>
                  <a:pt x="406" y="436"/>
                </a:cubicBezTo>
                <a:cubicBezTo>
                  <a:pt x="401" y="421"/>
                  <a:pt x="398" y="415"/>
                  <a:pt x="398" y="411"/>
                </a:cubicBezTo>
                <a:cubicBezTo>
                  <a:pt x="393" y="374"/>
                  <a:pt x="387" y="375"/>
                  <a:pt x="389" y="372"/>
                </a:cubicBezTo>
                <a:cubicBezTo>
                  <a:pt x="382" y="312"/>
                  <a:pt x="377" y="293"/>
                  <a:pt x="381" y="275"/>
                </a:cubicBezTo>
                <a:cubicBezTo>
                  <a:pt x="385" y="244"/>
                  <a:pt x="380" y="238"/>
                  <a:pt x="383" y="234"/>
                </a:cubicBezTo>
                <a:cubicBezTo>
                  <a:pt x="377" y="239"/>
                  <a:pt x="376" y="242"/>
                  <a:pt x="376" y="244"/>
                </a:cubicBezTo>
                <a:cubicBezTo>
                  <a:pt x="375" y="300"/>
                  <a:pt x="373" y="312"/>
                  <a:pt x="372" y="324"/>
                </a:cubicBezTo>
                <a:cubicBezTo>
                  <a:pt x="386" y="402"/>
                  <a:pt x="389" y="407"/>
                  <a:pt x="389" y="412"/>
                </a:cubicBezTo>
                <a:cubicBezTo>
                  <a:pt x="411" y="512"/>
                  <a:pt x="416" y="522"/>
                  <a:pt x="416" y="532"/>
                </a:cubicBezTo>
                <a:cubicBezTo>
                  <a:pt x="418" y="573"/>
                  <a:pt x="419" y="584"/>
                  <a:pt x="420" y="595"/>
                </a:cubicBezTo>
                <a:cubicBezTo>
                  <a:pt x="411" y="622"/>
                  <a:pt x="419" y="616"/>
                  <a:pt x="413" y="608"/>
                </a:cubicBezTo>
                <a:cubicBezTo>
                  <a:pt x="406" y="541"/>
                  <a:pt x="407" y="534"/>
                  <a:pt x="403" y="527"/>
                </a:cubicBezTo>
                <a:cubicBezTo>
                  <a:pt x="394" y="499"/>
                  <a:pt x="398" y="493"/>
                  <a:pt x="395" y="486"/>
                </a:cubicBezTo>
                <a:cubicBezTo>
                  <a:pt x="376" y="417"/>
                  <a:pt x="378" y="413"/>
                  <a:pt x="374" y="408"/>
                </a:cubicBezTo>
                <a:cubicBezTo>
                  <a:pt x="370" y="378"/>
                  <a:pt x="365" y="372"/>
                  <a:pt x="367" y="369"/>
                </a:cubicBezTo>
                <a:cubicBezTo>
                  <a:pt x="363" y="308"/>
                  <a:pt x="356" y="298"/>
                  <a:pt x="360" y="290"/>
                </a:cubicBezTo>
                <a:cubicBezTo>
                  <a:pt x="362" y="248"/>
                  <a:pt x="362" y="244"/>
                  <a:pt x="362" y="239"/>
                </a:cubicBezTo>
                <a:cubicBezTo>
                  <a:pt x="363" y="220"/>
                  <a:pt x="361" y="223"/>
                  <a:pt x="360" y="226"/>
                </a:cubicBezTo>
                <a:cubicBezTo>
                  <a:pt x="358" y="241"/>
                  <a:pt x="353" y="244"/>
                  <a:pt x="357" y="248"/>
                </a:cubicBezTo>
                <a:cubicBezTo>
                  <a:pt x="352" y="267"/>
                  <a:pt x="356" y="270"/>
                  <a:pt x="351" y="272"/>
                </a:cubicBezTo>
                <a:cubicBezTo>
                  <a:pt x="350" y="303"/>
                  <a:pt x="355" y="306"/>
                  <a:pt x="353" y="308"/>
                </a:cubicBezTo>
                <a:cubicBezTo>
                  <a:pt x="351" y="332"/>
                  <a:pt x="356" y="338"/>
                  <a:pt x="353" y="342"/>
                </a:cubicBezTo>
                <a:cubicBezTo>
                  <a:pt x="363" y="389"/>
                  <a:pt x="362" y="393"/>
                  <a:pt x="367" y="398"/>
                </a:cubicBezTo>
                <a:cubicBezTo>
                  <a:pt x="367" y="433"/>
                  <a:pt x="379" y="443"/>
                  <a:pt x="375" y="451"/>
                </a:cubicBezTo>
                <a:cubicBezTo>
                  <a:pt x="395" y="536"/>
                  <a:pt x="399" y="541"/>
                  <a:pt x="399" y="545"/>
                </a:cubicBezTo>
                <a:cubicBezTo>
                  <a:pt x="400" y="576"/>
                  <a:pt x="402" y="581"/>
                  <a:pt x="406" y="586"/>
                </a:cubicBezTo>
                <a:cubicBezTo>
                  <a:pt x="406" y="605"/>
                  <a:pt x="405" y="608"/>
                  <a:pt x="404" y="610"/>
                </a:cubicBezTo>
                <a:cubicBezTo>
                  <a:pt x="402" y="627"/>
                  <a:pt x="408" y="632"/>
                  <a:pt x="403" y="635"/>
                </a:cubicBezTo>
                <a:cubicBezTo>
                  <a:pt x="396" y="601"/>
                  <a:pt x="401" y="597"/>
                  <a:pt x="398" y="592"/>
                </a:cubicBezTo>
                <a:cubicBezTo>
                  <a:pt x="383" y="512"/>
                  <a:pt x="375" y="506"/>
                  <a:pt x="377" y="501"/>
                </a:cubicBezTo>
                <a:cubicBezTo>
                  <a:pt x="354" y="435"/>
                  <a:pt x="354" y="416"/>
                  <a:pt x="344" y="395"/>
                </a:cubicBezTo>
                <a:cubicBezTo>
                  <a:pt x="338" y="338"/>
                  <a:pt x="338" y="335"/>
                  <a:pt x="339" y="333"/>
                </a:cubicBezTo>
                <a:cubicBezTo>
                  <a:pt x="340" y="299"/>
                  <a:pt x="336" y="293"/>
                  <a:pt x="338" y="287"/>
                </a:cubicBezTo>
                <a:cubicBezTo>
                  <a:pt x="331" y="289"/>
                  <a:pt x="332" y="300"/>
                  <a:pt x="330" y="310"/>
                </a:cubicBezTo>
                <a:cubicBezTo>
                  <a:pt x="334" y="336"/>
                  <a:pt x="329" y="338"/>
                  <a:pt x="333" y="342"/>
                </a:cubicBezTo>
                <a:cubicBezTo>
                  <a:pt x="337" y="378"/>
                  <a:pt x="335" y="383"/>
                  <a:pt x="337" y="388"/>
                </a:cubicBezTo>
                <a:cubicBezTo>
                  <a:pt x="337" y="409"/>
                  <a:pt x="345" y="415"/>
                  <a:pt x="343" y="420"/>
                </a:cubicBezTo>
                <a:cubicBezTo>
                  <a:pt x="357" y="454"/>
                  <a:pt x="351" y="461"/>
                  <a:pt x="357" y="467"/>
                </a:cubicBezTo>
                <a:cubicBezTo>
                  <a:pt x="369" y="497"/>
                  <a:pt x="364" y="504"/>
                  <a:pt x="368" y="506"/>
                </a:cubicBezTo>
                <a:cubicBezTo>
                  <a:pt x="379" y="543"/>
                  <a:pt x="382" y="551"/>
                  <a:pt x="384" y="558"/>
                </a:cubicBezTo>
                <a:cubicBezTo>
                  <a:pt x="390" y="600"/>
                  <a:pt x="393" y="605"/>
                  <a:pt x="388" y="609"/>
                </a:cubicBezTo>
                <a:cubicBezTo>
                  <a:pt x="376" y="559"/>
                  <a:pt x="371" y="556"/>
                  <a:pt x="373" y="554"/>
                </a:cubicBezTo>
                <a:cubicBezTo>
                  <a:pt x="357" y="504"/>
                  <a:pt x="350" y="497"/>
                  <a:pt x="350" y="491"/>
                </a:cubicBezTo>
                <a:cubicBezTo>
                  <a:pt x="323" y="433"/>
                  <a:pt x="327" y="431"/>
                  <a:pt x="324" y="427"/>
                </a:cubicBezTo>
                <a:cubicBezTo>
                  <a:pt x="313" y="386"/>
                  <a:pt x="309" y="374"/>
                  <a:pt x="308" y="362"/>
                </a:cubicBezTo>
                <a:cubicBezTo>
                  <a:pt x="306" y="320"/>
                  <a:pt x="303" y="314"/>
                  <a:pt x="304" y="308"/>
                </a:cubicBezTo>
                <a:cubicBezTo>
                  <a:pt x="303" y="284"/>
                  <a:pt x="306" y="279"/>
                  <a:pt x="306" y="273"/>
                </a:cubicBezTo>
                <a:cubicBezTo>
                  <a:pt x="300" y="263"/>
                  <a:pt x="301" y="273"/>
                  <a:pt x="300" y="282"/>
                </a:cubicBezTo>
                <a:cubicBezTo>
                  <a:pt x="298" y="301"/>
                  <a:pt x="297" y="305"/>
                  <a:pt x="295" y="310"/>
                </a:cubicBezTo>
                <a:cubicBezTo>
                  <a:pt x="307" y="382"/>
                  <a:pt x="302" y="391"/>
                  <a:pt x="310" y="402"/>
                </a:cubicBezTo>
                <a:cubicBezTo>
                  <a:pt x="317" y="439"/>
                  <a:pt x="325" y="446"/>
                  <a:pt x="323" y="450"/>
                </a:cubicBezTo>
                <a:cubicBezTo>
                  <a:pt x="337" y="478"/>
                  <a:pt x="337" y="489"/>
                  <a:pt x="345" y="500"/>
                </a:cubicBezTo>
                <a:cubicBezTo>
                  <a:pt x="352" y="526"/>
                  <a:pt x="359" y="530"/>
                  <a:pt x="355" y="532"/>
                </a:cubicBezTo>
                <a:cubicBezTo>
                  <a:pt x="378" y="589"/>
                  <a:pt x="373" y="597"/>
                  <a:pt x="377" y="600"/>
                </a:cubicBezTo>
                <a:cubicBezTo>
                  <a:pt x="374" y="595"/>
                  <a:pt x="367" y="591"/>
                  <a:pt x="366" y="588"/>
                </a:cubicBezTo>
                <a:cubicBezTo>
                  <a:pt x="355" y="552"/>
                  <a:pt x="348" y="544"/>
                  <a:pt x="350" y="538"/>
                </a:cubicBezTo>
                <a:cubicBezTo>
                  <a:pt x="324" y="484"/>
                  <a:pt x="321" y="468"/>
                  <a:pt x="311" y="451"/>
                </a:cubicBezTo>
                <a:cubicBezTo>
                  <a:pt x="301" y="423"/>
                  <a:pt x="301" y="419"/>
                  <a:pt x="300" y="415"/>
                </a:cubicBezTo>
                <a:cubicBezTo>
                  <a:pt x="290" y="374"/>
                  <a:pt x="287" y="369"/>
                  <a:pt x="289" y="366"/>
                </a:cubicBezTo>
                <a:cubicBezTo>
                  <a:pt x="286" y="345"/>
                  <a:pt x="285" y="337"/>
                  <a:pt x="285" y="330"/>
                </a:cubicBezTo>
                <a:cubicBezTo>
                  <a:pt x="278" y="309"/>
                  <a:pt x="280" y="316"/>
                  <a:pt x="280" y="319"/>
                </a:cubicBezTo>
                <a:cubicBezTo>
                  <a:pt x="279" y="330"/>
                  <a:pt x="279" y="333"/>
                  <a:pt x="279" y="334"/>
                </a:cubicBezTo>
                <a:cubicBezTo>
                  <a:pt x="276" y="357"/>
                  <a:pt x="284" y="362"/>
                  <a:pt x="281" y="365"/>
                </a:cubicBezTo>
                <a:cubicBezTo>
                  <a:pt x="287" y="400"/>
                  <a:pt x="290" y="404"/>
                  <a:pt x="290" y="407"/>
                </a:cubicBezTo>
                <a:cubicBezTo>
                  <a:pt x="314" y="477"/>
                  <a:pt x="313" y="479"/>
                  <a:pt x="313" y="481"/>
                </a:cubicBezTo>
                <a:cubicBezTo>
                  <a:pt x="324" y="507"/>
                  <a:pt x="331" y="514"/>
                  <a:pt x="329" y="519"/>
                </a:cubicBezTo>
                <a:cubicBezTo>
                  <a:pt x="359" y="601"/>
                  <a:pt x="365" y="601"/>
                  <a:pt x="364" y="609"/>
                </a:cubicBezTo>
                <a:cubicBezTo>
                  <a:pt x="371" y="640"/>
                  <a:pt x="372" y="643"/>
                  <a:pt x="374" y="646"/>
                </a:cubicBezTo>
                <a:cubicBezTo>
                  <a:pt x="376" y="667"/>
                  <a:pt x="377" y="669"/>
                  <a:pt x="374" y="671"/>
                </a:cubicBezTo>
                <a:cubicBezTo>
                  <a:pt x="375" y="687"/>
                  <a:pt x="374" y="690"/>
                  <a:pt x="375" y="692"/>
                </a:cubicBezTo>
                <a:cubicBezTo>
                  <a:pt x="370" y="713"/>
                  <a:pt x="369" y="717"/>
                  <a:pt x="367" y="715"/>
                </a:cubicBezTo>
                <a:cubicBezTo>
                  <a:pt x="363" y="675"/>
                  <a:pt x="362" y="670"/>
                  <a:pt x="363" y="666"/>
                </a:cubicBezTo>
                <a:cubicBezTo>
                  <a:pt x="352" y="608"/>
                  <a:pt x="345" y="610"/>
                  <a:pt x="346" y="605"/>
                </a:cubicBezTo>
                <a:cubicBezTo>
                  <a:pt x="334" y="572"/>
                  <a:pt x="329" y="574"/>
                  <a:pt x="329" y="568"/>
                </a:cubicBezTo>
                <a:cubicBezTo>
                  <a:pt x="310" y="526"/>
                  <a:pt x="303" y="521"/>
                  <a:pt x="305" y="517"/>
                </a:cubicBezTo>
                <a:cubicBezTo>
                  <a:pt x="290" y="492"/>
                  <a:pt x="293" y="489"/>
                  <a:pt x="289" y="484"/>
                </a:cubicBezTo>
                <a:cubicBezTo>
                  <a:pt x="272" y="442"/>
                  <a:pt x="272" y="433"/>
                  <a:pt x="267" y="424"/>
                </a:cubicBezTo>
                <a:cubicBezTo>
                  <a:pt x="263" y="382"/>
                  <a:pt x="261" y="377"/>
                  <a:pt x="262" y="373"/>
                </a:cubicBezTo>
                <a:cubicBezTo>
                  <a:pt x="263" y="332"/>
                  <a:pt x="259" y="327"/>
                  <a:pt x="260" y="323"/>
                </a:cubicBezTo>
                <a:cubicBezTo>
                  <a:pt x="255" y="324"/>
                  <a:pt x="255" y="328"/>
                  <a:pt x="258" y="332"/>
                </a:cubicBezTo>
                <a:cubicBezTo>
                  <a:pt x="253" y="357"/>
                  <a:pt x="255" y="358"/>
                  <a:pt x="255" y="359"/>
                </a:cubicBezTo>
                <a:cubicBezTo>
                  <a:pt x="256" y="372"/>
                  <a:pt x="254" y="373"/>
                  <a:pt x="255" y="376"/>
                </a:cubicBezTo>
                <a:cubicBezTo>
                  <a:pt x="262" y="413"/>
                  <a:pt x="257" y="421"/>
                  <a:pt x="262" y="430"/>
                </a:cubicBezTo>
                <a:cubicBezTo>
                  <a:pt x="271" y="463"/>
                  <a:pt x="270" y="468"/>
                  <a:pt x="276" y="474"/>
                </a:cubicBezTo>
                <a:cubicBezTo>
                  <a:pt x="293" y="525"/>
                  <a:pt x="305" y="537"/>
                  <a:pt x="308" y="549"/>
                </a:cubicBezTo>
                <a:cubicBezTo>
                  <a:pt x="326" y="593"/>
                  <a:pt x="338" y="598"/>
                  <a:pt x="333" y="600"/>
                </a:cubicBezTo>
                <a:cubicBezTo>
                  <a:pt x="344" y="639"/>
                  <a:pt x="350" y="643"/>
                  <a:pt x="348" y="645"/>
                </a:cubicBezTo>
                <a:cubicBezTo>
                  <a:pt x="360" y="675"/>
                  <a:pt x="349" y="681"/>
                  <a:pt x="356" y="679"/>
                </a:cubicBezTo>
                <a:cubicBezTo>
                  <a:pt x="356" y="718"/>
                  <a:pt x="357" y="722"/>
                  <a:pt x="358" y="727"/>
                </a:cubicBezTo>
                <a:cubicBezTo>
                  <a:pt x="355" y="728"/>
                  <a:pt x="353" y="720"/>
                  <a:pt x="355" y="712"/>
                </a:cubicBezTo>
                <a:cubicBezTo>
                  <a:pt x="344" y="656"/>
                  <a:pt x="337" y="650"/>
                  <a:pt x="339" y="647"/>
                </a:cubicBezTo>
                <a:cubicBezTo>
                  <a:pt x="327" y="614"/>
                  <a:pt x="329" y="612"/>
                  <a:pt x="327" y="609"/>
                </a:cubicBezTo>
                <a:cubicBezTo>
                  <a:pt x="296" y="547"/>
                  <a:pt x="292" y="535"/>
                  <a:pt x="286" y="521"/>
                </a:cubicBezTo>
                <a:cubicBezTo>
                  <a:pt x="264" y="475"/>
                  <a:pt x="265" y="471"/>
                  <a:pt x="260" y="465"/>
                </a:cubicBezTo>
                <a:cubicBezTo>
                  <a:pt x="247" y="411"/>
                  <a:pt x="246" y="405"/>
                  <a:pt x="244" y="399"/>
                </a:cubicBezTo>
                <a:cubicBezTo>
                  <a:pt x="237" y="392"/>
                  <a:pt x="243" y="396"/>
                  <a:pt x="240" y="399"/>
                </a:cubicBezTo>
                <a:cubicBezTo>
                  <a:pt x="245" y="450"/>
                  <a:pt x="252" y="456"/>
                  <a:pt x="251" y="460"/>
                </a:cubicBezTo>
                <a:cubicBezTo>
                  <a:pt x="278" y="524"/>
                  <a:pt x="284" y="536"/>
                  <a:pt x="288" y="548"/>
                </a:cubicBezTo>
                <a:cubicBezTo>
                  <a:pt x="302" y="574"/>
                  <a:pt x="305" y="577"/>
                  <a:pt x="303" y="579"/>
                </a:cubicBezTo>
                <a:cubicBezTo>
                  <a:pt x="316" y="612"/>
                  <a:pt x="323" y="618"/>
                  <a:pt x="323" y="624"/>
                </a:cubicBezTo>
                <a:cubicBezTo>
                  <a:pt x="325" y="635"/>
                  <a:pt x="328" y="634"/>
                  <a:pt x="329" y="635"/>
                </a:cubicBezTo>
                <a:cubicBezTo>
                  <a:pt x="329" y="647"/>
                  <a:pt x="332" y="649"/>
                  <a:pt x="330" y="651"/>
                </a:cubicBezTo>
                <a:cubicBezTo>
                  <a:pt x="342" y="695"/>
                  <a:pt x="341" y="702"/>
                  <a:pt x="346" y="710"/>
                </a:cubicBezTo>
                <a:cubicBezTo>
                  <a:pt x="344" y="729"/>
                  <a:pt x="346" y="732"/>
                  <a:pt x="343" y="730"/>
                </a:cubicBezTo>
                <a:cubicBezTo>
                  <a:pt x="342" y="696"/>
                  <a:pt x="336" y="691"/>
                  <a:pt x="340" y="688"/>
                </a:cubicBezTo>
                <a:cubicBezTo>
                  <a:pt x="322" y="644"/>
                  <a:pt x="323" y="635"/>
                  <a:pt x="319" y="625"/>
                </a:cubicBezTo>
                <a:cubicBezTo>
                  <a:pt x="304" y="603"/>
                  <a:pt x="309" y="596"/>
                  <a:pt x="304" y="598"/>
                </a:cubicBezTo>
                <a:cubicBezTo>
                  <a:pt x="283" y="562"/>
                  <a:pt x="281" y="562"/>
                  <a:pt x="280" y="557"/>
                </a:cubicBezTo>
                <a:cubicBezTo>
                  <a:pt x="239" y="483"/>
                  <a:pt x="234" y="468"/>
                  <a:pt x="227" y="453"/>
                </a:cubicBezTo>
                <a:cubicBezTo>
                  <a:pt x="222" y="406"/>
                  <a:pt x="214" y="401"/>
                  <a:pt x="217" y="399"/>
                </a:cubicBezTo>
                <a:cubicBezTo>
                  <a:pt x="210" y="368"/>
                  <a:pt x="206" y="371"/>
                  <a:pt x="209" y="374"/>
                </a:cubicBezTo>
                <a:cubicBezTo>
                  <a:pt x="211" y="412"/>
                  <a:pt x="214" y="416"/>
                  <a:pt x="212" y="419"/>
                </a:cubicBezTo>
                <a:cubicBezTo>
                  <a:pt x="217" y="447"/>
                  <a:pt x="220" y="451"/>
                  <a:pt x="218" y="454"/>
                </a:cubicBezTo>
                <a:cubicBezTo>
                  <a:pt x="237" y="486"/>
                  <a:pt x="228" y="488"/>
                  <a:pt x="233" y="492"/>
                </a:cubicBezTo>
                <a:cubicBezTo>
                  <a:pt x="243" y="506"/>
                  <a:pt x="241" y="507"/>
                  <a:pt x="243" y="510"/>
                </a:cubicBezTo>
                <a:cubicBezTo>
                  <a:pt x="273" y="563"/>
                  <a:pt x="281" y="573"/>
                  <a:pt x="290" y="592"/>
                </a:cubicBezTo>
                <a:cubicBezTo>
                  <a:pt x="313" y="641"/>
                  <a:pt x="320" y="646"/>
                  <a:pt x="317" y="650"/>
                </a:cubicBezTo>
                <a:cubicBezTo>
                  <a:pt x="324" y="674"/>
                  <a:pt x="328" y="677"/>
                  <a:pt x="326" y="679"/>
                </a:cubicBezTo>
                <a:cubicBezTo>
                  <a:pt x="331" y="728"/>
                  <a:pt x="335" y="734"/>
                  <a:pt x="335" y="739"/>
                </a:cubicBezTo>
                <a:cubicBezTo>
                  <a:pt x="329" y="772"/>
                  <a:pt x="335" y="778"/>
                  <a:pt x="329" y="782"/>
                </a:cubicBezTo>
                <a:cubicBezTo>
                  <a:pt x="329" y="760"/>
                  <a:pt x="324" y="756"/>
                  <a:pt x="326" y="754"/>
                </a:cubicBezTo>
                <a:cubicBezTo>
                  <a:pt x="316" y="694"/>
                  <a:pt x="311" y="688"/>
                  <a:pt x="312" y="684"/>
                </a:cubicBezTo>
                <a:cubicBezTo>
                  <a:pt x="303" y="664"/>
                  <a:pt x="300" y="660"/>
                  <a:pt x="297" y="655"/>
                </a:cubicBezTo>
                <a:cubicBezTo>
                  <a:pt x="277" y="614"/>
                  <a:pt x="276" y="603"/>
                  <a:pt x="266" y="592"/>
                </a:cubicBezTo>
                <a:cubicBezTo>
                  <a:pt x="229" y="512"/>
                  <a:pt x="224" y="509"/>
                  <a:pt x="226" y="507"/>
                </a:cubicBezTo>
                <a:cubicBezTo>
                  <a:pt x="219" y="487"/>
                  <a:pt x="218" y="484"/>
                  <a:pt x="215" y="481"/>
                </a:cubicBezTo>
                <a:cubicBezTo>
                  <a:pt x="207" y="434"/>
                  <a:pt x="204" y="427"/>
                  <a:pt x="203" y="421"/>
                </a:cubicBezTo>
                <a:cubicBezTo>
                  <a:pt x="200" y="407"/>
                  <a:pt x="202" y="403"/>
                  <a:pt x="198" y="400"/>
                </a:cubicBezTo>
                <a:cubicBezTo>
                  <a:pt x="196" y="424"/>
                  <a:pt x="202" y="423"/>
                  <a:pt x="200" y="426"/>
                </a:cubicBezTo>
                <a:cubicBezTo>
                  <a:pt x="204" y="466"/>
                  <a:pt x="207" y="469"/>
                  <a:pt x="205" y="471"/>
                </a:cubicBezTo>
                <a:cubicBezTo>
                  <a:pt x="232" y="535"/>
                  <a:pt x="234" y="550"/>
                  <a:pt x="247" y="566"/>
                </a:cubicBezTo>
                <a:cubicBezTo>
                  <a:pt x="301" y="688"/>
                  <a:pt x="306" y="693"/>
                  <a:pt x="305" y="698"/>
                </a:cubicBezTo>
                <a:cubicBezTo>
                  <a:pt x="318" y="764"/>
                  <a:pt x="321" y="768"/>
                  <a:pt x="316" y="771"/>
                </a:cubicBezTo>
                <a:cubicBezTo>
                  <a:pt x="320" y="797"/>
                  <a:pt x="318" y="798"/>
                  <a:pt x="320" y="800"/>
                </a:cubicBezTo>
                <a:cubicBezTo>
                  <a:pt x="311" y="765"/>
                  <a:pt x="308" y="755"/>
                  <a:pt x="311" y="746"/>
                </a:cubicBezTo>
                <a:cubicBezTo>
                  <a:pt x="292" y="699"/>
                  <a:pt x="295" y="695"/>
                  <a:pt x="291" y="689"/>
                </a:cubicBezTo>
                <a:cubicBezTo>
                  <a:pt x="279" y="664"/>
                  <a:pt x="281" y="659"/>
                  <a:pt x="274" y="652"/>
                </a:cubicBezTo>
                <a:cubicBezTo>
                  <a:pt x="272" y="634"/>
                  <a:pt x="265" y="630"/>
                  <a:pt x="264" y="627"/>
                </a:cubicBezTo>
                <a:cubicBezTo>
                  <a:pt x="258" y="606"/>
                  <a:pt x="250" y="601"/>
                  <a:pt x="253" y="598"/>
                </a:cubicBezTo>
                <a:cubicBezTo>
                  <a:pt x="219" y="535"/>
                  <a:pt x="210" y="531"/>
                  <a:pt x="213" y="526"/>
                </a:cubicBezTo>
                <a:cubicBezTo>
                  <a:pt x="196" y="496"/>
                  <a:pt x="200" y="495"/>
                  <a:pt x="199" y="493"/>
                </a:cubicBezTo>
                <a:cubicBezTo>
                  <a:pt x="188" y="444"/>
                  <a:pt x="183" y="435"/>
                  <a:pt x="184" y="427"/>
                </a:cubicBezTo>
                <a:cubicBezTo>
                  <a:pt x="176" y="409"/>
                  <a:pt x="175" y="415"/>
                  <a:pt x="176" y="421"/>
                </a:cubicBezTo>
                <a:cubicBezTo>
                  <a:pt x="180" y="443"/>
                  <a:pt x="180" y="448"/>
                  <a:pt x="180" y="452"/>
                </a:cubicBezTo>
                <a:cubicBezTo>
                  <a:pt x="181" y="498"/>
                  <a:pt x="184" y="526"/>
                  <a:pt x="195" y="545"/>
                </a:cubicBezTo>
                <a:cubicBezTo>
                  <a:pt x="206" y="572"/>
                  <a:pt x="208" y="569"/>
                  <a:pt x="211" y="577"/>
                </a:cubicBezTo>
                <a:cubicBezTo>
                  <a:pt x="236" y="627"/>
                  <a:pt x="240" y="630"/>
                  <a:pt x="238" y="632"/>
                </a:cubicBezTo>
                <a:cubicBezTo>
                  <a:pt x="260" y="671"/>
                  <a:pt x="263" y="679"/>
                  <a:pt x="270" y="687"/>
                </a:cubicBezTo>
                <a:cubicBezTo>
                  <a:pt x="277" y="703"/>
                  <a:pt x="278" y="705"/>
                  <a:pt x="280" y="707"/>
                </a:cubicBezTo>
                <a:cubicBezTo>
                  <a:pt x="284" y="736"/>
                  <a:pt x="293" y="745"/>
                  <a:pt x="290" y="751"/>
                </a:cubicBezTo>
                <a:cubicBezTo>
                  <a:pt x="300" y="786"/>
                  <a:pt x="298" y="788"/>
                  <a:pt x="301" y="790"/>
                </a:cubicBezTo>
                <a:cubicBezTo>
                  <a:pt x="285" y="760"/>
                  <a:pt x="280" y="751"/>
                  <a:pt x="281" y="743"/>
                </a:cubicBezTo>
                <a:cubicBezTo>
                  <a:pt x="267" y="717"/>
                  <a:pt x="263" y="712"/>
                  <a:pt x="264" y="709"/>
                </a:cubicBezTo>
                <a:cubicBezTo>
                  <a:pt x="248" y="682"/>
                  <a:pt x="246" y="670"/>
                  <a:pt x="242" y="658"/>
                </a:cubicBezTo>
                <a:cubicBezTo>
                  <a:pt x="179" y="534"/>
                  <a:pt x="172" y="518"/>
                  <a:pt x="162" y="502"/>
                </a:cubicBezTo>
                <a:cubicBezTo>
                  <a:pt x="145" y="444"/>
                  <a:pt x="148" y="430"/>
                  <a:pt x="143" y="415"/>
                </a:cubicBezTo>
                <a:cubicBezTo>
                  <a:pt x="140" y="444"/>
                  <a:pt x="143" y="452"/>
                  <a:pt x="143" y="459"/>
                </a:cubicBezTo>
                <a:cubicBezTo>
                  <a:pt x="153" y="499"/>
                  <a:pt x="156" y="503"/>
                  <a:pt x="155" y="507"/>
                </a:cubicBezTo>
                <a:cubicBezTo>
                  <a:pt x="184" y="563"/>
                  <a:pt x="185" y="565"/>
                  <a:pt x="185" y="569"/>
                </a:cubicBezTo>
                <a:cubicBezTo>
                  <a:pt x="202" y="603"/>
                  <a:pt x="208" y="605"/>
                  <a:pt x="207" y="612"/>
                </a:cubicBezTo>
                <a:cubicBezTo>
                  <a:pt x="217" y="641"/>
                  <a:pt x="230" y="639"/>
                  <a:pt x="224" y="644"/>
                </a:cubicBezTo>
                <a:cubicBezTo>
                  <a:pt x="287" y="796"/>
                  <a:pt x="292" y="802"/>
                  <a:pt x="291" y="807"/>
                </a:cubicBezTo>
                <a:cubicBezTo>
                  <a:pt x="298" y="844"/>
                  <a:pt x="299" y="847"/>
                  <a:pt x="297" y="849"/>
                </a:cubicBezTo>
                <a:cubicBezTo>
                  <a:pt x="295" y="844"/>
                  <a:pt x="294" y="840"/>
                  <a:pt x="292" y="836"/>
                </a:cubicBezTo>
                <a:cubicBezTo>
                  <a:pt x="285" y="809"/>
                  <a:pt x="281" y="804"/>
                  <a:pt x="278" y="799"/>
                </a:cubicBezTo>
                <a:cubicBezTo>
                  <a:pt x="255" y="746"/>
                  <a:pt x="249" y="747"/>
                  <a:pt x="250" y="741"/>
                </a:cubicBezTo>
                <a:cubicBezTo>
                  <a:pt x="223" y="694"/>
                  <a:pt x="225" y="692"/>
                  <a:pt x="223" y="689"/>
                </a:cubicBezTo>
                <a:cubicBezTo>
                  <a:pt x="216" y="674"/>
                  <a:pt x="215" y="671"/>
                  <a:pt x="212" y="667"/>
                </a:cubicBezTo>
                <a:cubicBezTo>
                  <a:pt x="201" y="644"/>
                  <a:pt x="195" y="640"/>
                  <a:pt x="198" y="638"/>
                </a:cubicBezTo>
                <a:cubicBezTo>
                  <a:pt x="149" y="549"/>
                  <a:pt x="156" y="559"/>
                  <a:pt x="157" y="567"/>
                </a:cubicBezTo>
                <a:cubicBezTo>
                  <a:pt x="160" y="580"/>
                  <a:pt x="164" y="583"/>
                  <a:pt x="165" y="586"/>
                </a:cubicBezTo>
                <a:cubicBezTo>
                  <a:pt x="177" y="613"/>
                  <a:pt x="172" y="614"/>
                  <a:pt x="179" y="618"/>
                </a:cubicBezTo>
                <a:cubicBezTo>
                  <a:pt x="187" y="642"/>
                  <a:pt x="191" y="644"/>
                  <a:pt x="192" y="647"/>
                </a:cubicBezTo>
                <a:cubicBezTo>
                  <a:pt x="208" y="677"/>
                  <a:pt x="206" y="681"/>
                  <a:pt x="209" y="680"/>
                </a:cubicBezTo>
                <a:cubicBezTo>
                  <a:pt x="229" y="715"/>
                  <a:pt x="236" y="735"/>
                  <a:pt x="245" y="754"/>
                </a:cubicBezTo>
                <a:cubicBezTo>
                  <a:pt x="265" y="789"/>
                  <a:pt x="268" y="793"/>
                  <a:pt x="268" y="796"/>
                </a:cubicBezTo>
                <a:cubicBezTo>
                  <a:pt x="284" y="831"/>
                  <a:pt x="281" y="834"/>
                  <a:pt x="283" y="837"/>
                </a:cubicBezTo>
                <a:cubicBezTo>
                  <a:pt x="287" y="855"/>
                  <a:pt x="283" y="857"/>
                  <a:pt x="287" y="859"/>
                </a:cubicBezTo>
                <a:cubicBezTo>
                  <a:pt x="285" y="886"/>
                  <a:pt x="282" y="878"/>
                  <a:pt x="285" y="870"/>
                </a:cubicBezTo>
                <a:cubicBezTo>
                  <a:pt x="268" y="821"/>
                  <a:pt x="270" y="819"/>
                  <a:pt x="268" y="816"/>
                </a:cubicBezTo>
                <a:cubicBezTo>
                  <a:pt x="259" y="786"/>
                  <a:pt x="252" y="782"/>
                  <a:pt x="251" y="779"/>
                </a:cubicBezTo>
                <a:cubicBezTo>
                  <a:pt x="234" y="751"/>
                  <a:pt x="238" y="749"/>
                  <a:pt x="234" y="745"/>
                </a:cubicBezTo>
                <a:cubicBezTo>
                  <a:pt x="205" y="692"/>
                  <a:pt x="202" y="688"/>
                  <a:pt x="199" y="684"/>
                </a:cubicBezTo>
                <a:cubicBezTo>
                  <a:pt x="177" y="630"/>
                  <a:pt x="166" y="611"/>
                  <a:pt x="158" y="593"/>
                </a:cubicBezTo>
                <a:cubicBezTo>
                  <a:pt x="147" y="546"/>
                  <a:pt x="142" y="548"/>
                  <a:pt x="140" y="540"/>
                </a:cubicBezTo>
                <a:cubicBezTo>
                  <a:pt x="140" y="522"/>
                  <a:pt x="138" y="522"/>
                  <a:pt x="136" y="521"/>
                </a:cubicBezTo>
                <a:cubicBezTo>
                  <a:pt x="130" y="496"/>
                  <a:pt x="129" y="493"/>
                  <a:pt x="131" y="490"/>
                </a:cubicBezTo>
                <a:cubicBezTo>
                  <a:pt x="122" y="493"/>
                  <a:pt x="128" y="497"/>
                  <a:pt x="125" y="499"/>
                </a:cubicBezTo>
                <a:cubicBezTo>
                  <a:pt x="131" y="527"/>
                  <a:pt x="132" y="536"/>
                  <a:pt x="136" y="545"/>
                </a:cubicBezTo>
                <a:cubicBezTo>
                  <a:pt x="139" y="569"/>
                  <a:pt x="140" y="574"/>
                  <a:pt x="139" y="580"/>
                </a:cubicBezTo>
                <a:cubicBezTo>
                  <a:pt x="160" y="639"/>
                  <a:pt x="161" y="642"/>
                  <a:pt x="159" y="645"/>
                </a:cubicBezTo>
                <a:cubicBezTo>
                  <a:pt x="169" y="668"/>
                  <a:pt x="176" y="672"/>
                  <a:pt x="172" y="674"/>
                </a:cubicBezTo>
                <a:cubicBezTo>
                  <a:pt x="200" y="724"/>
                  <a:pt x="201" y="738"/>
                  <a:pt x="214" y="755"/>
                </a:cubicBezTo>
                <a:cubicBezTo>
                  <a:pt x="236" y="805"/>
                  <a:pt x="246" y="814"/>
                  <a:pt x="247" y="821"/>
                </a:cubicBezTo>
                <a:cubicBezTo>
                  <a:pt x="268" y="868"/>
                  <a:pt x="261" y="870"/>
                  <a:pt x="266" y="874"/>
                </a:cubicBezTo>
                <a:cubicBezTo>
                  <a:pt x="224" y="800"/>
                  <a:pt x="220" y="795"/>
                  <a:pt x="217" y="789"/>
                </a:cubicBezTo>
                <a:cubicBezTo>
                  <a:pt x="185" y="740"/>
                  <a:pt x="190" y="733"/>
                  <a:pt x="185" y="736"/>
                </a:cubicBezTo>
                <a:cubicBezTo>
                  <a:pt x="171" y="702"/>
                  <a:pt x="168" y="697"/>
                  <a:pt x="166" y="693"/>
                </a:cubicBezTo>
                <a:cubicBezTo>
                  <a:pt x="134" y="606"/>
                  <a:pt x="125" y="601"/>
                  <a:pt x="129" y="597"/>
                </a:cubicBezTo>
                <a:cubicBezTo>
                  <a:pt x="119" y="542"/>
                  <a:pt x="118" y="540"/>
                  <a:pt x="116" y="538"/>
                </a:cubicBezTo>
                <a:cubicBezTo>
                  <a:pt x="111" y="539"/>
                  <a:pt x="113" y="558"/>
                  <a:pt x="117" y="576"/>
                </a:cubicBezTo>
                <a:cubicBezTo>
                  <a:pt x="141" y="650"/>
                  <a:pt x="140" y="667"/>
                  <a:pt x="151" y="685"/>
                </a:cubicBezTo>
                <a:cubicBezTo>
                  <a:pt x="194" y="767"/>
                  <a:pt x="201" y="774"/>
                  <a:pt x="207" y="789"/>
                </a:cubicBezTo>
                <a:cubicBezTo>
                  <a:pt x="228" y="836"/>
                  <a:pt x="240" y="840"/>
                  <a:pt x="235" y="842"/>
                </a:cubicBezTo>
                <a:cubicBezTo>
                  <a:pt x="251" y="882"/>
                  <a:pt x="258" y="889"/>
                  <a:pt x="255" y="894"/>
                </a:cubicBezTo>
                <a:cubicBezTo>
                  <a:pt x="228" y="846"/>
                  <a:pt x="227" y="844"/>
                  <a:pt x="225" y="842"/>
                </a:cubicBezTo>
                <a:cubicBezTo>
                  <a:pt x="212" y="821"/>
                  <a:pt x="210" y="822"/>
                  <a:pt x="209" y="820"/>
                </a:cubicBezTo>
                <a:cubicBezTo>
                  <a:pt x="166" y="769"/>
                  <a:pt x="157" y="757"/>
                  <a:pt x="144" y="743"/>
                </a:cubicBezTo>
                <a:cubicBezTo>
                  <a:pt x="123" y="700"/>
                  <a:pt x="116" y="696"/>
                  <a:pt x="115" y="693"/>
                </a:cubicBezTo>
                <a:cubicBezTo>
                  <a:pt x="107" y="669"/>
                  <a:pt x="105" y="663"/>
                  <a:pt x="101" y="657"/>
                </a:cubicBezTo>
                <a:cubicBezTo>
                  <a:pt x="96" y="630"/>
                  <a:pt x="93" y="623"/>
                  <a:pt x="91" y="615"/>
                </a:cubicBezTo>
                <a:cubicBezTo>
                  <a:pt x="87" y="604"/>
                  <a:pt x="82" y="608"/>
                  <a:pt x="85" y="614"/>
                </a:cubicBezTo>
                <a:cubicBezTo>
                  <a:pt x="95" y="654"/>
                  <a:pt x="92" y="660"/>
                  <a:pt x="95" y="666"/>
                </a:cubicBezTo>
                <a:cubicBezTo>
                  <a:pt x="154" y="770"/>
                  <a:pt x="155" y="771"/>
                  <a:pt x="161" y="778"/>
                </a:cubicBezTo>
                <a:cubicBezTo>
                  <a:pt x="204" y="829"/>
                  <a:pt x="208" y="830"/>
                  <a:pt x="211" y="836"/>
                </a:cubicBezTo>
                <a:cubicBezTo>
                  <a:pt x="249" y="919"/>
                  <a:pt x="255" y="928"/>
                  <a:pt x="253" y="935"/>
                </a:cubicBezTo>
                <a:cubicBezTo>
                  <a:pt x="253" y="956"/>
                  <a:pt x="256" y="954"/>
                  <a:pt x="252" y="951"/>
                </a:cubicBezTo>
                <a:cubicBezTo>
                  <a:pt x="255" y="941"/>
                  <a:pt x="249" y="937"/>
                  <a:pt x="247" y="934"/>
                </a:cubicBezTo>
                <a:cubicBezTo>
                  <a:pt x="223" y="877"/>
                  <a:pt x="219" y="872"/>
                  <a:pt x="216" y="866"/>
                </a:cubicBezTo>
                <a:cubicBezTo>
                  <a:pt x="166" y="796"/>
                  <a:pt x="160" y="792"/>
                  <a:pt x="155" y="782"/>
                </a:cubicBezTo>
                <a:cubicBezTo>
                  <a:pt x="107" y="716"/>
                  <a:pt x="103" y="719"/>
                  <a:pt x="103" y="714"/>
                </a:cubicBezTo>
                <a:cubicBezTo>
                  <a:pt x="85" y="675"/>
                  <a:pt x="83" y="673"/>
                  <a:pt x="82" y="671"/>
                </a:cubicBezTo>
                <a:cubicBezTo>
                  <a:pt x="79" y="658"/>
                  <a:pt x="74" y="655"/>
                  <a:pt x="76" y="653"/>
                </a:cubicBezTo>
                <a:cubicBezTo>
                  <a:pt x="72" y="651"/>
                  <a:pt x="73" y="653"/>
                  <a:pt x="70" y="654"/>
                </a:cubicBezTo>
                <a:cubicBezTo>
                  <a:pt x="78" y="674"/>
                  <a:pt x="75" y="677"/>
                  <a:pt x="80" y="682"/>
                </a:cubicBezTo>
                <a:cubicBezTo>
                  <a:pt x="93" y="713"/>
                  <a:pt x="99" y="721"/>
                  <a:pt x="102" y="730"/>
                </a:cubicBezTo>
                <a:cubicBezTo>
                  <a:pt x="168" y="818"/>
                  <a:pt x="173" y="816"/>
                  <a:pt x="176" y="821"/>
                </a:cubicBezTo>
                <a:cubicBezTo>
                  <a:pt x="206" y="868"/>
                  <a:pt x="208" y="871"/>
                  <a:pt x="210" y="875"/>
                </a:cubicBezTo>
                <a:cubicBezTo>
                  <a:pt x="237" y="926"/>
                  <a:pt x="238" y="934"/>
                  <a:pt x="240" y="942"/>
                </a:cubicBezTo>
                <a:cubicBezTo>
                  <a:pt x="254" y="974"/>
                  <a:pt x="251" y="976"/>
                  <a:pt x="252" y="978"/>
                </a:cubicBezTo>
                <a:cubicBezTo>
                  <a:pt x="244" y="978"/>
                  <a:pt x="245" y="972"/>
                  <a:pt x="245" y="965"/>
                </a:cubicBezTo>
                <a:cubicBezTo>
                  <a:pt x="220" y="909"/>
                  <a:pt x="215" y="897"/>
                  <a:pt x="207" y="885"/>
                </a:cubicBezTo>
                <a:cubicBezTo>
                  <a:pt x="195" y="866"/>
                  <a:pt x="195" y="864"/>
                  <a:pt x="193" y="865"/>
                </a:cubicBezTo>
                <a:cubicBezTo>
                  <a:pt x="179" y="855"/>
                  <a:pt x="185" y="844"/>
                  <a:pt x="180" y="848"/>
                </a:cubicBezTo>
                <a:cubicBezTo>
                  <a:pt x="148" y="807"/>
                  <a:pt x="140" y="795"/>
                  <a:pt x="131" y="783"/>
                </a:cubicBezTo>
                <a:cubicBezTo>
                  <a:pt x="118" y="762"/>
                  <a:pt x="110" y="755"/>
                  <a:pt x="106" y="749"/>
                </a:cubicBezTo>
                <a:cubicBezTo>
                  <a:pt x="80" y="696"/>
                  <a:pt x="80" y="694"/>
                  <a:pt x="80" y="692"/>
                </a:cubicBezTo>
                <a:cubicBezTo>
                  <a:pt x="71" y="664"/>
                  <a:pt x="69" y="658"/>
                  <a:pt x="65" y="661"/>
                </a:cubicBezTo>
                <a:cubicBezTo>
                  <a:pt x="71" y="688"/>
                  <a:pt x="73" y="693"/>
                  <a:pt x="76" y="697"/>
                </a:cubicBezTo>
                <a:cubicBezTo>
                  <a:pt x="113" y="772"/>
                  <a:pt x="120" y="781"/>
                  <a:pt x="125" y="789"/>
                </a:cubicBezTo>
                <a:cubicBezTo>
                  <a:pt x="135" y="803"/>
                  <a:pt x="136" y="809"/>
                  <a:pt x="140" y="813"/>
                </a:cubicBezTo>
                <a:cubicBezTo>
                  <a:pt x="178" y="859"/>
                  <a:pt x="181" y="858"/>
                  <a:pt x="179" y="860"/>
                </a:cubicBezTo>
                <a:cubicBezTo>
                  <a:pt x="193" y="881"/>
                  <a:pt x="195" y="882"/>
                  <a:pt x="198" y="889"/>
                </a:cubicBezTo>
                <a:cubicBezTo>
                  <a:pt x="227" y="944"/>
                  <a:pt x="231" y="952"/>
                  <a:pt x="235" y="961"/>
                </a:cubicBezTo>
                <a:cubicBezTo>
                  <a:pt x="244" y="999"/>
                  <a:pt x="243" y="1002"/>
                  <a:pt x="242" y="1005"/>
                </a:cubicBezTo>
                <a:cubicBezTo>
                  <a:pt x="238" y="996"/>
                  <a:pt x="233" y="991"/>
                  <a:pt x="234" y="988"/>
                </a:cubicBezTo>
                <a:cubicBezTo>
                  <a:pt x="225" y="962"/>
                  <a:pt x="224" y="959"/>
                  <a:pt x="222" y="957"/>
                </a:cubicBezTo>
                <a:cubicBezTo>
                  <a:pt x="210" y="930"/>
                  <a:pt x="207" y="921"/>
                  <a:pt x="204" y="912"/>
                </a:cubicBezTo>
                <a:cubicBezTo>
                  <a:pt x="190" y="898"/>
                  <a:pt x="190" y="892"/>
                  <a:pt x="189" y="891"/>
                </a:cubicBezTo>
                <a:cubicBezTo>
                  <a:pt x="171" y="869"/>
                  <a:pt x="172" y="868"/>
                  <a:pt x="171" y="866"/>
                </a:cubicBezTo>
                <a:cubicBezTo>
                  <a:pt x="166" y="860"/>
                  <a:pt x="165" y="861"/>
                  <a:pt x="164" y="859"/>
                </a:cubicBezTo>
                <a:cubicBezTo>
                  <a:pt x="156" y="850"/>
                  <a:pt x="152" y="845"/>
                  <a:pt x="148" y="841"/>
                </a:cubicBezTo>
                <a:cubicBezTo>
                  <a:pt x="65" y="711"/>
                  <a:pt x="53" y="694"/>
                  <a:pt x="50" y="678"/>
                </a:cubicBezTo>
                <a:cubicBezTo>
                  <a:pt x="50" y="701"/>
                  <a:pt x="55" y="704"/>
                  <a:pt x="53" y="706"/>
                </a:cubicBezTo>
                <a:cubicBezTo>
                  <a:pt x="169" y="875"/>
                  <a:pt x="172" y="884"/>
                  <a:pt x="197" y="919"/>
                </a:cubicBezTo>
                <a:cubicBezTo>
                  <a:pt x="218" y="976"/>
                  <a:pt x="221" y="979"/>
                  <a:pt x="224" y="983"/>
                </a:cubicBezTo>
                <a:cubicBezTo>
                  <a:pt x="228" y="1009"/>
                  <a:pt x="232" y="1014"/>
                  <a:pt x="228" y="1017"/>
                </a:cubicBezTo>
                <a:cubicBezTo>
                  <a:pt x="224" y="1004"/>
                  <a:pt x="219" y="996"/>
                  <a:pt x="221" y="990"/>
                </a:cubicBezTo>
                <a:cubicBezTo>
                  <a:pt x="201" y="949"/>
                  <a:pt x="198" y="938"/>
                  <a:pt x="196" y="934"/>
                </a:cubicBezTo>
                <a:cubicBezTo>
                  <a:pt x="166" y="892"/>
                  <a:pt x="165" y="887"/>
                  <a:pt x="163" y="885"/>
                </a:cubicBezTo>
                <a:cubicBezTo>
                  <a:pt x="129" y="843"/>
                  <a:pt x="120" y="840"/>
                  <a:pt x="115" y="826"/>
                </a:cubicBezTo>
                <a:cubicBezTo>
                  <a:pt x="95" y="810"/>
                  <a:pt x="100" y="803"/>
                  <a:pt x="95" y="801"/>
                </a:cubicBezTo>
                <a:cubicBezTo>
                  <a:pt x="58" y="746"/>
                  <a:pt x="61" y="750"/>
                  <a:pt x="63" y="753"/>
                </a:cubicBezTo>
                <a:cubicBezTo>
                  <a:pt x="73" y="778"/>
                  <a:pt x="76" y="782"/>
                  <a:pt x="79" y="786"/>
                </a:cubicBezTo>
                <a:cubicBezTo>
                  <a:pt x="96" y="817"/>
                  <a:pt x="95" y="817"/>
                  <a:pt x="101" y="826"/>
                </a:cubicBezTo>
                <a:cubicBezTo>
                  <a:pt x="112" y="844"/>
                  <a:pt x="119" y="843"/>
                  <a:pt x="118" y="851"/>
                </a:cubicBezTo>
                <a:cubicBezTo>
                  <a:pt x="187" y="941"/>
                  <a:pt x="193" y="948"/>
                  <a:pt x="198" y="955"/>
                </a:cubicBezTo>
                <a:cubicBezTo>
                  <a:pt x="206" y="972"/>
                  <a:pt x="204" y="974"/>
                  <a:pt x="206" y="976"/>
                </a:cubicBezTo>
                <a:cubicBezTo>
                  <a:pt x="210" y="996"/>
                  <a:pt x="210" y="999"/>
                  <a:pt x="212" y="1001"/>
                </a:cubicBezTo>
                <a:cubicBezTo>
                  <a:pt x="219" y="1030"/>
                  <a:pt x="221" y="1035"/>
                  <a:pt x="219" y="1038"/>
                </a:cubicBezTo>
                <a:cubicBezTo>
                  <a:pt x="213" y="1023"/>
                  <a:pt x="208" y="1019"/>
                  <a:pt x="207" y="1015"/>
                </a:cubicBezTo>
                <a:cubicBezTo>
                  <a:pt x="176" y="958"/>
                  <a:pt x="173" y="948"/>
                  <a:pt x="164" y="941"/>
                </a:cubicBezTo>
                <a:cubicBezTo>
                  <a:pt x="138" y="898"/>
                  <a:pt x="141" y="893"/>
                  <a:pt x="136" y="892"/>
                </a:cubicBezTo>
                <a:cubicBezTo>
                  <a:pt x="80" y="806"/>
                  <a:pt x="75" y="794"/>
                  <a:pt x="68" y="781"/>
                </a:cubicBezTo>
                <a:cubicBezTo>
                  <a:pt x="55" y="735"/>
                  <a:pt x="49" y="731"/>
                  <a:pt x="52" y="729"/>
                </a:cubicBezTo>
                <a:cubicBezTo>
                  <a:pt x="46" y="719"/>
                  <a:pt x="43" y="724"/>
                  <a:pt x="46" y="731"/>
                </a:cubicBezTo>
                <a:cubicBezTo>
                  <a:pt x="61" y="773"/>
                  <a:pt x="58" y="778"/>
                  <a:pt x="63" y="785"/>
                </a:cubicBezTo>
                <a:cubicBezTo>
                  <a:pt x="108" y="861"/>
                  <a:pt x="106" y="867"/>
                  <a:pt x="113" y="874"/>
                </a:cubicBezTo>
                <a:cubicBezTo>
                  <a:pt x="153" y="937"/>
                  <a:pt x="160" y="950"/>
                  <a:pt x="170" y="963"/>
                </a:cubicBezTo>
                <a:cubicBezTo>
                  <a:pt x="201" y="1018"/>
                  <a:pt x="197" y="1023"/>
                  <a:pt x="203" y="1030"/>
                </a:cubicBezTo>
                <a:cubicBezTo>
                  <a:pt x="212" y="1054"/>
                  <a:pt x="211" y="1060"/>
                  <a:pt x="215" y="1066"/>
                </a:cubicBezTo>
                <a:cubicBezTo>
                  <a:pt x="213" y="1076"/>
                  <a:pt x="211" y="1072"/>
                  <a:pt x="209" y="1068"/>
                </a:cubicBezTo>
                <a:cubicBezTo>
                  <a:pt x="192" y="1018"/>
                  <a:pt x="185" y="1004"/>
                  <a:pt x="179" y="986"/>
                </a:cubicBezTo>
                <a:cubicBezTo>
                  <a:pt x="167" y="965"/>
                  <a:pt x="163" y="959"/>
                  <a:pt x="162" y="959"/>
                </a:cubicBezTo>
                <a:cubicBezTo>
                  <a:pt x="150" y="943"/>
                  <a:pt x="146" y="939"/>
                  <a:pt x="143" y="936"/>
                </a:cubicBezTo>
                <a:cubicBezTo>
                  <a:pt x="94" y="874"/>
                  <a:pt x="79" y="852"/>
                  <a:pt x="64" y="833"/>
                </a:cubicBezTo>
                <a:cubicBezTo>
                  <a:pt x="39" y="757"/>
                  <a:pt x="29" y="752"/>
                  <a:pt x="35" y="749"/>
                </a:cubicBezTo>
                <a:cubicBezTo>
                  <a:pt x="29" y="755"/>
                  <a:pt x="31" y="759"/>
                  <a:pt x="33" y="763"/>
                </a:cubicBezTo>
                <a:cubicBezTo>
                  <a:pt x="44" y="793"/>
                  <a:pt x="39" y="799"/>
                  <a:pt x="45" y="807"/>
                </a:cubicBezTo>
                <a:cubicBezTo>
                  <a:pt x="89" y="874"/>
                  <a:pt x="113" y="915"/>
                  <a:pt x="129" y="931"/>
                </a:cubicBezTo>
                <a:cubicBezTo>
                  <a:pt x="153" y="967"/>
                  <a:pt x="164" y="977"/>
                  <a:pt x="170" y="987"/>
                </a:cubicBezTo>
                <a:cubicBezTo>
                  <a:pt x="186" y="1036"/>
                  <a:pt x="176" y="1025"/>
                  <a:pt x="171" y="1012"/>
                </a:cubicBezTo>
                <a:cubicBezTo>
                  <a:pt x="150" y="985"/>
                  <a:pt x="142" y="980"/>
                  <a:pt x="145" y="976"/>
                </a:cubicBezTo>
                <a:cubicBezTo>
                  <a:pt x="89" y="910"/>
                  <a:pt x="75" y="887"/>
                  <a:pt x="51" y="850"/>
                </a:cubicBezTo>
                <a:cubicBezTo>
                  <a:pt x="32" y="802"/>
                  <a:pt x="32" y="799"/>
                  <a:pt x="33" y="797"/>
                </a:cubicBezTo>
                <a:cubicBezTo>
                  <a:pt x="29" y="798"/>
                  <a:pt x="29" y="800"/>
                  <a:pt x="29" y="802"/>
                </a:cubicBezTo>
                <a:cubicBezTo>
                  <a:pt x="34" y="829"/>
                  <a:pt x="41" y="834"/>
                  <a:pt x="38" y="838"/>
                </a:cubicBezTo>
                <a:cubicBezTo>
                  <a:pt x="56" y="874"/>
                  <a:pt x="56" y="876"/>
                  <a:pt x="56" y="876"/>
                </a:cubicBezTo>
                <a:cubicBezTo>
                  <a:pt x="77" y="905"/>
                  <a:pt x="93" y="930"/>
                  <a:pt x="103" y="938"/>
                </a:cubicBezTo>
                <a:cubicBezTo>
                  <a:pt x="143" y="990"/>
                  <a:pt x="145" y="993"/>
                  <a:pt x="147" y="997"/>
                </a:cubicBezTo>
                <a:cubicBezTo>
                  <a:pt x="170" y="1023"/>
                  <a:pt x="170" y="1030"/>
                  <a:pt x="170" y="1032"/>
                </a:cubicBezTo>
                <a:cubicBezTo>
                  <a:pt x="192" y="1072"/>
                  <a:pt x="200" y="1081"/>
                  <a:pt x="202" y="1090"/>
                </a:cubicBezTo>
                <a:cubicBezTo>
                  <a:pt x="202" y="1098"/>
                  <a:pt x="196" y="1094"/>
                  <a:pt x="199" y="1092"/>
                </a:cubicBezTo>
                <a:cubicBezTo>
                  <a:pt x="171" y="1039"/>
                  <a:pt x="164" y="1029"/>
                  <a:pt x="160" y="1024"/>
                </a:cubicBezTo>
                <a:cubicBezTo>
                  <a:pt x="153" y="1014"/>
                  <a:pt x="150" y="1010"/>
                  <a:pt x="146" y="1005"/>
                </a:cubicBezTo>
                <a:cubicBezTo>
                  <a:pt x="40" y="864"/>
                  <a:pt x="36" y="858"/>
                  <a:pt x="31" y="852"/>
                </a:cubicBezTo>
                <a:cubicBezTo>
                  <a:pt x="22" y="845"/>
                  <a:pt x="25" y="854"/>
                  <a:pt x="29" y="863"/>
                </a:cubicBezTo>
                <a:cubicBezTo>
                  <a:pt x="50" y="911"/>
                  <a:pt x="48" y="916"/>
                  <a:pt x="54" y="922"/>
                </a:cubicBezTo>
                <a:cubicBezTo>
                  <a:pt x="84" y="967"/>
                  <a:pt x="81" y="972"/>
                  <a:pt x="86" y="972"/>
                </a:cubicBezTo>
                <a:cubicBezTo>
                  <a:pt x="97" y="985"/>
                  <a:pt x="95" y="988"/>
                  <a:pt x="95" y="988"/>
                </a:cubicBezTo>
                <a:cubicBezTo>
                  <a:pt x="134" y="1039"/>
                  <a:pt x="133" y="1041"/>
                  <a:pt x="134" y="1043"/>
                </a:cubicBezTo>
                <a:cubicBezTo>
                  <a:pt x="154" y="1066"/>
                  <a:pt x="152" y="1068"/>
                  <a:pt x="153" y="1069"/>
                </a:cubicBezTo>
                <a:cubicBezTo>
                  <a:pt x="163" y="1084"/>
                  <a:pt x="168" y="1094"/>
                  <a:pt x="176" y="1104"/>
                </a:cubicBezTo>
                <a:cubicBezTo>
                  <a:pt x="193" y="1150"/>
                  <a:pt x="191" y="1152"/>
                  <a:pt x="193" y="1155"/>
                </a:cubicBezTo>
                <a:cubicBezTo>
                  <a:pt x="174" y="1126"/>
                  <a:pt x="178" y="1120"/>
                  <a:pt x="173" y="1121"/>
                </a:cubicBezTo>
                <a:cubicBezTo>
                  <a:pt x="150" y="1085"/>
                  <a:pt x="146" y="1076"/>
                  <a:pt x="137" y="1068"/>
                </a:cubicBezTo>
                <a:cubicBezTo>
                  <a:pt x="122" y="1043"/>
                  <a:pt x="118" y="1038"/>
                  <a:pt x="116" y="1034"/>
                </a:cubicBezTo>
                <a:cubicBezTo>
                  <a:pt x="107" y="1023"/>
                  <a:pt x="105" y="1016"/>
                  <a:pt x="100" y="1009"/>
                </a:cubicBezTo>
                <a:cubicBezTo>
                  <a:pt x="90" y="998"/>
                  <a:pt x="92" y="997"/>
                  <a:pt x="89" y="997"/>
                </a:cubicBezTo>
                <a:cubicBezTo>
                  <a:pt x="85" y="986"/>
                  <a:pt x="82" y="987"/>
                  <a:pt x="82" y="987"/>
                </a:cubicBezTo>
                <a:cubicBezTo>
                  <a:pt x="53" y="952"/>
                  <a:pt x="52" y="942"/>
                  <a:pt x="49" y="942"/>
                </a:cubicBezTo>
                <a:cubicBezTo>
                  <a:pt x="31" y="899"/>
                  <a:pt x="22" y="894"/>
                  <a:pt x="26" y="890"/>
                </a:cubicBezTo>
                <a:cubicBezTo>
                  <a:pt x="40" y="944"/>
                  <a:pt x="46" y="951"/>
                  <a:pt x="50" y="957"/>
                </a:cubicBezTo>
                <a:cubicBezTo>
                  <a:pt x="55" y="964"/>
                  <a:pt x="54" y="966"/>
                  <a:pt x="55" y="967"/>
                </a:cubicBezTo>
                <a:cubicBezTo>
                  <a:pt x="62" y="976"/>
                  <a:pt x="63" y="974"/>
                  <a:pt x="64" y="976"/>
                </a:cubicBezTo>
                <a:cubicBezTo>
                  <a:pt x="71" y="991"/>
                  <a:pt x="75" y="992"/>
                  <a:pt x="75" y="992"/>
                </a:cubicBezTo>
                <a:cubicBezTo>
                  <a:pt x="87" y="1006"/>
                  <a:pt x="91" y="1013"/>
                  <a:pt x="94" y="1018"/>
                </a:cubicBezTo>
                <a:cubicBezTo>
                  <a:pt x="102" y="1029"/>
                  <a:pt x="101" y="1031"/>
                  <a:pt x="102" y="1032"/>
                </a:cubicBezTo>
                <a:cubicBezTo>
                  <a:pt x="136" y="1079"/>
                  <a:pt x="145" y="1091"/>
                  <a:pt x="153" y="1103"/>
                </a:cubicBezTo>
                <a:cubicBezTo>
                  <a:pt x="187" y="1163"/>
                  <a:pt x="182" y="1168"/>
                  <a:pt x="186" y="1173"/>
                </a:cubicBezTo>
                <a:cubicBezTo>
                  <a:pt x="178" y="1170"/>
                  <a:pt x="174" y="1167"/>
                  <a:pt x="173" y="1165"/>
                </a:cubicBezTo>
                <a:cubicBezTo>
                  <a:pt x="155" y="1142"/>
                  <a:pt x="146" y="1120"/>
                  <a:pt x="135" y="1111"/>
                </a:cubicBezTo>
                <a:cubicBezTo>
                  <a:pt x="110" y="1078"/>
                  <a:pt x="102" y="1080"/>
                  <a:pt x="106" y="1076"/>
                </a:cubicBezTo>
                <a:cubicBezTo>
                  <a:pt x="83" y="1057"/>
                  <a:pt x="75" y="1040"/>
                  <a:pt x="65" y="1032"/>
                </a:cubicBezTo>
                <a:cubicBezTo>
                  <a:pt x="32" y="978"/>
                  <a:pt x="31" y="976"/>
                  <a:pt x="24" y="965"/>
                </a:cubicBezTo>
                <a:cubicBezTo>
                  <a:pt x="9" y="949"/>
                  <a:pt x="15" y="952"/>
                  <a:pt x="15" y="957"/>
                </a:cubicBezTo>
                <a:cubicBezTo>
                  <a:pt x="47" y="1023"/>
                  <a:pt x="52" y="1028"/>
                  <a:pt x="57" y="1035"/>
                </a:cubicBezTo>
                <a:cubicBezTo>
                  <a:pt x="102" y="1083"/>
                  <a:pt x="107" y="1092"/>
                  <a:pt x="113" y="1095"/>
                </a:cubicBezTo>
                <a:cubicBezTo>
                  <a:pt x="149" y="1143"/>
                  <a:pt x="150" y="1151"/>
                  <a:pt x="154" y="1149"/>
                </a:cubicBezTo>
                <a:cubicBezTo>
                  <a:pt x="174" y="1202"/>
                  <a:pt x="185" y="1210"/>
                  <a:pt x="182" y="1215"/>
                </a:cubicBezTo>
                <a:cubicBezTo>
                  <a:pt x="168" y="1179"/>
                  <a:pt x="159" y="1180"/>
                  <a:pt x="162" y="1177"/>
                </a:cubicBezTo>
                <a:cubicBezTo>
                  <a:pt x="140" y="1153"/>
                  <a:pt x="142" y="1142"/>
                  <a:pt x="135" y="1136"/>
                </a:cubicBezTo>
                <a:cubicBezTo>
                  <a:pt x="98" y="1090"/>
                  <a:pt x="95" y="1086"/>
                  <a:pt x="92" y="1086"/>
                </a:cubicBezTo>
                <a:cubicBezTo>
                  <a:pt x="82" y="1073"/>
                  <a:pt x="82" y="1071"/>
                  <a:pt x="82" y="1069"/>
                </a:cubicBezTo>
                <a:cubicBezTo>
                  <a:pt x="44" y="1034"/>
                  <a:pt x="41" y="1030"/>
                  <a:pt x="39" y="1026"/>
                </a:cubicBezTo>
                <a:cubicBezTo>
                  <a:pt x="13" y="992"/>
                  <a:pt x="16" y="996"/>
                  <a:pt x="17" y="1000"/>
                </a:cubicBezTo>
                <a:cubicBezTo>
                  <a:pt x="48" y="1041"/>
                  <a:pt x="46" y="1053"/>
                  <a:pt x="55" y="1056"/>
                </a:cubicBezTo>
                <a:cubicBezTo>
                  <a:pt x="80" y="1083"/>
                  <a:pt x="81" y="1085"/>
                  <a:pt x="83" y="1087"/>
                </a:cubicBezTo>
                <a:cubicBezTo>
                  <a:pt x="89" y="1101"/>
                  <a:pt x="103" y="1099"/>
                  <a:pt x="97" y="1104"/>
                </a:cubicBezTo>
                <a:cubicBezTo>
                  <a:pt x="125" y="1140"/>
                  <a:pt x="131" y="1145"/>
                  <a:pt x="130" y="1149"/>
                </a:cubicBezTo>
                <a:cubicBezTo>
                  <a:pt x="93" y="1107"/>
                  <a:pt x="89" y="1106"/>
                  <a:pt x="86" y="1102"/>
                </a:cubicBezTo>
                <a:cubicBezTo>
                  <a:pt x="63" y="1079"/>
                  <a:pt x="59" y="1075"/>
                  <a:pt x="55" y="1073"/>
                </a:cubicBezTo>
                <a:cubicBezTo>
                  <a:pt x="0" y="1009"/>
                  <a:pt x="9" y="1016"/>
                  <a:pt x="8" y="1021"/>
                </a:cubicBezTo>
                <a:cubicBezTo>
                  <a:pt x="27" y="1050"/>
                  <a:pt x="29" y="1050"/>
                  <a:pt x="30" y="1052"/>
                </a:cubicBezTo>
                <a:cubicBezTo>
                  <a:pt x="33" y="1062"/>
                  <a:pt x="38" y="1060"/>
                  <a:pt x="41" y="1066"/>
                </a:cubicBezTo>
                <a:cubicBezTo>
                  <a:pt x="86" y="1110"/>
                  <a:pt x="90" y="1120"/>
                  <a:pt x="96" y="1122"/>
                </a:cubicBezTo>
                <a:cubicBezTo>
                  <a:pt x="118" y="1149"/>
                  <a:pt x="127" y="1163"/>
                  <a:pt x="137" y="1176"/>
                </a:cubicBezTo>
                <a:cubicBezTo>
                  <a:pt x="148" y="1204"/>
                  <a:pt x="162" y="1211"/>
                  <a:pt x="158" y="1215"/>
                </a:cubicBezTo>
                <a:cubicBezTo>
                  <a:pt x="165" y="1240"/>
                  <a:pt x="164" y="1234"/>
                  <a:pt x="163" y="1229"/>
                </a:cubicBezTo>
                <a:cubicBezTo>
                  <a:pt x="151" y="1205"/>
                  <a:pt x="144" y="1201"/>
                  <a:pt x="143" y="1199"/>
                </a:cubicBezTo>
                <a:cubicBezTo>
                  <a:pt x="118" y="1171"/>
                  <a:pt x="122" y="1166"/>
                  <a:pt x="116" y="1164"/>
                </a:cubicBezTo>
                <a:cubicBezTo>
                  <a:pt x="82" y="1123"/>
                  <a:pt x="68" y="1114"/>
                  <a:pt x="60" y="1107"/>
                </a:cubicBezTo>
                <a:cubicBezTo>
                  <a:pt x="19" y="1050"/>
                  <a:pt x="22" y="1042"/>
                  <a:pt x="13" y="1042"/>
                </a:cubicBezTo>
                <a:cubicBezTo>
                  <a:pt x="62" y="1117"/>
                  <a:pt x="74" y="1136"/>
                  <a:pt x="95" y="1152"/>
                </a:cubicBezTo>
                <a:cubicBezTo>
                  <a:pt x="135" y="1204"/>
                  <a:pt x="140" y="1211"/>
                  <a:pt x="145" y="1217"/>
                </a:cubicBezTo>
                <a:cubicBezTo>
                  <a:pt x="170" y="1269"/>
                  <a:pt x="166" y="1271"/>
                  <a:pt x="171" y="1274"/>
                </a:cubicBezTo>
                <a:cubicBezTo>
                  <a:pt x="178" y="1302"/>
                  <a:pt x="178" y="1304"/>
                  <a:pt x="177" y="1307"/>
                </a:cubicBezTo>
                <a:cubicBezTo>
                  <a:pt x="169" y="1297"/>
                  <a:pt x="173" y="1295"/>
                  <a:pt x="168" y="1291"/>
                </a:cubicBezTo>
                <a:cubicBezTo>
                  <a:pt x="133" y="1236"/>
                  <a:pt x="128" y="1228"/>
                  <a:pt x="116" y="1208"/>
                </a:cubicBezTo>
                <a:cubicBezTo>
                  <a:pt x="41" y="1115"/>
                  <a:pt x="40" y="1112"/>
                  <a:pt x="37" y="1109"/>
                </a:cubicBezTo>
                <a:cubicBezTo>
                  <a:pt x="25" y="1086"/>
                  <a:pt x="30" y="1079"/>
                  <a:pt x="24" y="1081"/>
                </a:cubicBezTo>
                <a:cubicBezTo>
                  <a:pt x="59" y="1159"/>
                  <a:pt x="64" y="1161"/>
                  <a:pt x="69" y="1166"/>
                </a:cubicBezTo>
                <a:cubicBezTo>
                  <a:pt x="116" y="1220"/>
                  <a:pt x="123" y="1241"/>
                  <a:pt x="133" y="1245"/>
                </a:cubicBezTo>
                <a:cubicBezTo>
                  <a:pt x="146" y="1275"/>
                  <a:pt x="149" y="1274"/>
                  <a:pt x="153" y="1283"/>
                </a:cubicBezTo>
                <a:cubicBezTo>
                  <a:pt x="167" y="1322"/>
                  <a:pt x="173" y="1328"/>
                  <a:pt x="172" y="1333"/>
                </a:cubicBezTo>
                <a:cubicBezTo>
                  <a:pt x="172" y="1344"/>
                  <a:pt x="171" y="1342"/>
                  <a:pt x="167" y="1341"/>
                </a:cubicBezTo>
                <a:cubicBezTo>
                  <a:pt x="163" y="1322"/>
                  <a:pt x="155" y="1318"/>
                  <a:pt x="159" y="1315"/>
                </a:cubicBezTo>
                <a:cubicBezTo>
                  <a:pt x="128" y="1261"/>
                  <a:pt x="129" y="1259"/>
                  <a:pt x="117" y="1247"/>
                </a:cubicBezTo>
                <a:cubicBezTo>
                  <a:pt x="67" y="1189"/>
                  <a:pt x="67" y="1186"/>
                  <a:pt x="62" y="1181"/>
                </a:cubicBezTo>
                <a:cubicBezTo>
                  <a:pt x="50" y="1165"/>
                  <a:pt x="47" y="1166"/>
                  <a:pt x="49" y="1163"/>
                </a:cubicBezTo>
                <a:cubicBezTo>
                  <a:pt x="12" y="1111"/>
                  <a:pt x="15" y="1107"/>
                  <a:pt x="9" y="1101"/>
                </a:cubicBezTo>
                <a:cubicBezTo>
                  <a:pt x="13" y="1122"/>
                  <a:pt x="19" y="1126"/>
                  <a:pt x="16" y="1128"/>
                </a:cubicBezTo>
                <a:cubicBezTo>
                  <a:pt x="47" y="1180"/>
                  <a:pt x="52" y="1178"/>
                  <a:pt x="54" y="1184"/>
                </a:cubicBezTo>
                <a:cubicBezTo>
                  <a:pt x="108" y="1249"/>
                  <a:pt x="110" y="1258"/>
                  <a:pt x="114" y="1257"/>
                </a:cubicBezTo>
                <a:cubicBezTo>
                  <a:pt x="108" y="1251"/>
                  <a:pt x="101" y="1249"/>
                  <a:pt x="97" y="1247"/>
                </a:cubicBezTo>
                <a:cubicBezTo>
                  <a:pt x="70" y="1217"/>
                  <a:pt x="67" y="1206"/>
                  <a:pt x="63" y="1203"/>
                </a:cubicBezTo>
                <a:cubicBezTo>
                  <a:pt x="43" y="1184"/>
                  <a:pt x="42" y="1180"/>
                  <a:pt x="40" y="1177"/>
                </a:cubicBezTo>
                <a:cubicBezTo>
                  <a:pt x="2" y="1139"/>
                  <a:pt x="9" y="1144"/>
                  <a:pt x="8" y="1147"/>
                </a:cubicBezTo>
                <a:cubicBezTo>
                  <a:pt x="31" y="1180"/>
                  <a:pt x="28" y="1183"/>
                  <a:pt x="34" y="1187"/>
                </a:cubicBezTo>
                <a:cubicBezTo>
                  <a:pt x="104" y="1266"/>
                  <a:pt x="106" y="1270"/>
                  <a:pt x="109" y="1273"/>
                </a:cubicBezTo>
                <a:cubicBezTo>
                  <a:pt x="130" y="1308"/>
                  <a:pt x="136" y="1314"/>
                  <a:pt x="138" y="1320"/>
                </a:cubicBezTo>
                <a:cubicBezTo>
                  <a:pt x="148" y="1353"/>
                  <a:pt x="160" y="1358"/>
                  <a:pt x="154" y="1360"/>
                </a:cubicBezTo>
                <a:cubicBezTo>
                  <a:pt x="143" y="1349"/>
                  <a:pt x="143" y="1342"/>
                  <a:pt x="136" y="1334"/>
                </a:cubicBezTo>
                <a:cubicBezTo>
                  <a:pt x="102" y="1286"/>
                  <a:pt x="93" y="1279"/>
                  <a:pt x="95" y="1275"/>
                </a:cubicBezTo>
                <a:cubicBezTo>
                  <a:pt x="30" y="1202"/>
                  <a:pt x="24" y="1194"/>
                  <a:pt x="18" y="1185"/>
                </a:cubicBezTo>
                <a:cubicBezTo>
                  <a:pt x="17" y="1202"/>
                  <a:pt x="20" y="1204"/>
                  <a:pt x="22" y="1205"/>
                </a:cubicBezTo>
                <a:cubicBezTo>
                  <a:pt x="28" y="1233"/>
                  <a:pt x="31" y="1245"/>
                  <a:pt x="36" y="1247"/>
                </a:cubicBezTo>
                <a:cubicBezTo>
                  <a:pt x="44" y="1265"/>
                  <a:pt x="42" y="1268"/>
                  <a:pt x="45" y="1267"/>
                </a:cubicBezTo>
                <a:cubicBezTo>
                  <a:pt x="78" y="1315"/>
                  <a:pt x="77" y="1317"/>
                  <a:pt x="84" y="1325"/>
                </a:cubicBezTo>
                <a:cubicBezTo>
                  <a:pt x="106" y="1353"/>
                  <a:pt x="114" y="1357"/>
                  <a:pt x="107" y="1360"/>
                </a:cubicBezTo>
                <a:cubicBezTo>
                  <a:pt x="74" y="1315"/>
                  <a:pt x="69" y="1314"/>
                  <a:pt x="66" y="1306"/>
                </a:cubicBezTo>
                <a:cubicBezTo>
                  <a:pt x="42" y="1273"/>
                  <a:pt x="39" y="1262"/>
                  <a:pt x="33" y="1256"/>
                </a:cubicBezTo>
                <a:cubicBezTo>
                  <a:pt x="26" y="1249"/>
                  <a:pt x="31" y="1241"/>
                  <a:pt x="27" y="1238"/>
                </a:cubicBezTo>
                <a:cubicBezTo>
                  <a:pt x="23" y="1255"/>
                  <a:pt x="30" y="1264"/>
                  <a:pt x="33" y="1273"/>
                </a:cubicBezTo>
                <a:cubicBezTo>
                  <a:pt x="72" y="1327"/>
                  <a:pt x="77" y="1337"/>
                  <a:pt x="86" y="1343"/>
                </a:cubicBezTo>
                <a:cubicBezTo>
                  <a:pt x="91" y="1356"/>
                  <a:pt x="95" y="1356"/>
                  <a:pt x="95" y="1356"/>
                </a:cubicBezTo>
                <a:cubicBezTo>
                  <a:pt x="113" y="1378"/>
                  <a:pt x="122" y="1391"/>
                  <a:pt x="131" y="1399"/>
                </a:cubicBezTo>
                <a:cubicBezTo>
                  <a:pt x="141" y="1414"/>
                  <a:pt x="144" y="1416"/>
                  <a:pt x="146" y="1420"/>
                </a:cubicBezTo>
                <a:cubicBezTo>
                  <a:pt x="142" y="1419"/>
                  <a:pt x="139" y="1422"/>
                  <a:pt x="137" y="1417"/>
                </a:cubicBezTo>
                <a:cubicBezTo>
                  <a:pt x="104" y="1393"/>
                  <a:pt x="99" y="1389"/>
                  <a:pt x="94" y="1389"/>
                </a:cubicBezTo>
                <a:cubicBezTo>
                  <a:pt x="39" y="1357"/>
                  <a:pt x="44" y="1357"/>
                  <a:pt x="47" y="1361"/>
                </a:cubicBezTo>
                <a:cubicBezTo>
                  <a:pt x="73" y="1381"/>
                  <a:pt x="77" y="1386"/>
                  <a:pt x="82" y="1385"/>
                </a:cubicBezTo>
                <a:cubicBezTo>
                  <a:pt x="123" y="1414"/>
                  <a:pt x="127" y="1423"/>
                  <a:pt x="131" y="1423"/>
                </a:cubicBezTo>
                <a:cubicBezTo>
                  <a:pt x="163" y="1460"/>
                  <a:pt x="167" y="1459"/>
                  <a:pt x="169" y="1462"/>
                </a:cubicBezTo>
                <a:cubicBezTo>
                  <a:pt x="183" y="1480"/>
                  <a:pt x="180" y="1489"/>
                  <a:pt x="185" y="1495"/>
                </a:cubicBezTo>
                <a:cubicBezTo>
                  <a:pt x="198" y="1470"/>
                  <a:pt x="199" y="1467"/>
                  <a:pt x="200" y="1465"/>
                </a:cubicBezTo>
                <a:cubicBezTo>
                  <a:pt x="239" y="1447"/>
                  <a:pt x="243" y="1445"/>
                  <a:pt x="246" y="1443"/>
                </a:cubicBezTo>
                <a:cubicBezTo>
                  <a:pt x="237" y="1440"/>
                  <a:pt x="233" y="1441"/>
                  <a:pt x="230" y="1441"/>
                </a:cubicBezTo>
                <a:cubicBezTo>
                  <a:pt x="214" y="1443"/>
                  <a:pt x="212" y="1436"/>
                  <a:pt x="217" y="1430"/>
                </a:cubicBezTo>
                <a:cubicBezTo>
                  <a:pt x="295" y="1389"/>
                  <a:pt x="303" y="1382"/>
                  <a:pt x="310" y="1385"/>
                </a:cubicBezTo>
                <a:cubicBezTo>
                  <a:pt x="381" y="1375"/>
                  <a:pt x="383" y="1379"/>
                  <a:pt x="388" y="1373"/>
                </a:cubicBezTo>
                <a:cubicBezTo>
                  <a:pt x="426" y="1368"/>
                  <a:pt x="430" y="1366"/>
                  <a:pt x="433" y="1365"/>
                </a:cubicBezTo>
                <a:cubicBezTo>
                  <a:pt x="449" y="1360"/>
                  <a:pt x="453" y="1363"/>
                  <a:pt x="457" y="1358"/>
                </a:cubicBezTo>
                <a:cubicBezTo>
                  <a:pt x="441" y="1356"/>
                  <a:pt x="440" y="1359"/>
                  <a:pt x="438" y="1359"/>
                </a:cubicBezTo>
                <a:cubicBezTo>
                  <a:pt x="426" y="1362"/>
                  <a:pt x="425" y="1358"/>
                  <a:pt x="421" y="1362"/>
                </a:cubicBezTo>
                <a:cubicBezTo>
                  <a:pt x="371" y="1366"/>
                  <a:pt x="364" y="1369"/>
                  <a:pt x="357" y="1369"/>
                </a:cubicBezTo>
                <a:cubicBezTo>
                  <a:pt x="338" y="1375"/>
                  <a:pt x="337" y="1371"/>
                  <a:pt x="335" y="1372"/>
                </a:cubicBezTo>
                <a:cubicBezTo>
                  <a:pt x="307" y="1376"/>
                  <a:pt x="306" y="1372"/>
                  <a:pt x="303" y="1376"/>
                </a:cubicBezTo>
                <a:cubicBezTo>
                  <a:pt x="270" y="1383"/>
                  <a:pt x="263" y="1389"/>
                  <a:pt x="258" y="1388"/>
                </a:cubicBezTo>
                <a:cubicBezTo>
                  <a:pt x="202" y="1433"/>
                  <a:pt x="200" y="1437"/>
                  <a:pt x="196" y="1441"/>
                </a:cubicBezTo>
                <a:cubicBezTo>
                  <a:pt x="185" y="1441"/>
                  <a:pt x="190" y="1433"/>
                  <a:pt x="197" y="1425"/>
                </a:cubicBezTo>
                <a:cubicBezTo>
                  <a:pt x="279" y="1366"/>
                  <a:pt x="282" y="1364"/>
                  <a:pt x="284" y="1362"/>
                </a:cubicBezTo>
                <a:cubicBezTo>
                  <a:pt x="315" y="1356"/>
                  <a:pt x="324" y="1356"/>
                  <a:pt x="334" y="1353"/>
                </a:cubicBezTo>
                <a:cubicBezTo>
                  <a:pt x="381" y="1350"/>
                  <a:pt x="385" y="1350"/>
                  <a:pt x="390" y="1350"/>
                </a:cubicBezTo>
                <a:cubicBezTo>
                  <a:pt x="436" y="1341"/>
                  <a:pt x="441" y="1339"/>
                  <a:pt x="446" y="1339"/>
                </a:cubicBezTo>
                <a:cubicBezTo>
                  <a:pt x="489" y="1324"/>
                  <a:pt x="486" y="1320"/>
                  <a:pt x="481" y="1326"/>
                </a:cubicBezTo>
                <a:cubicBezTo>
                  <a:pt x="445" y="1330"/>
                  <a:pt x="442" y="1333"/>
                  <a:pt x="438" y="1335"/>
                </a:cubicBezTo>
                <a:cubicBezTo>
                  <a:pt x="414" y="1334"/>
                  <a:pt x="409" y="1345"/>
                  <a:pt x="406" y="1338"/>
                </a:cubicBezTo>
                <a:cubicBezTo>
                  <a:pt x="436" y="1330"/>
                  <a:pt x="444" y="1327"/>
                  <a:pt x="451" y="1328"/>
                </a:cubicBezTo>
                <a:cubicBezTo>
                  <a:pt x="502" y="1292"/>
                  <a:pt x="500" y="1297"/>
                  <a:pt x="495" y="1301"/>
                </a:cubicBezTo>
                <a:cubicBezTo>
                  <a:pt x="463" y="1311"/>
                  <a:pt x="458" y="1319"/>
                  <a:pt x="455" y="1320"/>
                </a:cubicBezTo>
                <a:cubicBezTo>
                  <a:pt x="410" y="1329"/>
                  <a:pt x="405" y="1329"/>
                  <a:pt x="400" y="1333"/>
                </a:cubicBezTo>
                <a:cubicBezTo>
                  <a:pt x="380" y="1333"/>
                  <a:pt x="378" y="1331"/>
                  <a:pt x="376" y="1333"/>
                </a:cubicBezTo>
                <a:cubicBezTo>
                  <a:pt x="356" y="1334"/>
                  <a:pt x="353" y="1333"/>
                  <a:pt x="355" y="1331"/>
                </a:cubicBezTo>
                <a:cubicBezTo>
                  <a:pt x="400" y="1320"/>
                  <a:pt x="402" y="1322"/>
                  <a:pt x="405" y="1319"/>
                </a:cubicBezTo>
                <a:cubicBezTo>
                  <a:pt x="429" y="1309"/>
                  <a:pt x="438" y="1305"/>
                  <a:pt x="450" y="1297"/>
                </a:cubicBezTo>
                <a:cubicBezTo>
                  <a:pt x="498" y="1254"/>
                  <a:pt x="508" y="1256"/>
                  <a:pt x="503" y="1248"/>
                </a:cubicBezTo>
                <a:cubicBezTo>
                  <a:pt x="391" y="1316"/>
                  <a:pt x="387" y="1317"/>
                  <a:pt x="384" y="1317"/>
                </a:cubicBezTo>
                <a:cubicBezTo>
                  <a:pt x="365" y="1320"/>
                  <a:pt x="363" y="1321"/>
                  <a:pt x="360" y="1322"/>
                </a:cubicBezTo>
                <a:cubicBezTo>
                  <a:pt x="345" y="1324"/>
                  <a:pt x="344" y="1319"/>
                  <a:pt x="342" y="1323"/>
                </a:cubicBezTo>
                <a:cubicBezTo>
                  <a:pt x="303" y="1328"/>
                  <a:pt x="296" y="1326"/>
                  <a:pt x="290" y="1326"/>
                </a:cubicBezTo>
                <a:cubicBezTo>
                  <a:pt x="244" y="1332"/>
                  <a:pt x="240" y="1335"/>
                  <a:pt x="237" y="1335"/>
                </a:cubicBezTo>
                <a:cubicBezTo>
                  <a:pt x="200" y="1351"/>
                  <a:pt x="199" y="1362"/>
                  <a:pt x="193" y="1356"/>
                </a:cubicBezTo>
                <a:cubicBezTo>
                  <a:pt x="222" y="1332"/>
                  <a:pt x="227" y="1334"/>
                  <a:pt x="232" y="1328"/>
                </a:cubicBezTo>
                <a:cubicBezTo>
                  <a:pt x="257" y="1323"/>
                  <a:pt x="260" y="1322"/>
                  <a:pt x="262" y="1322"/>
                </a:cubicBezTo>
                <a:cubicBezTo>
                  <a:pt x="340" y="1309"/>
                  <a:pt x="350" y="1304"/>
                  <a:pt x="360" y="1305"/>
                </a:cubicBezTo>
                <a:cubicBezTo>
                  <a:pt x="414" y="1282"/>
                  <a:pt x="428" y="1278"/>
                  <a:pt x="443" y="1270"/>
                </a:cubicBezTo>
                <a:cubicBezTo>
                  <a:pt x="485" y="1238"/>
                  <a:pt x="488" y="1241"/>
                  <a:pt x="493" y="1236"/>
                </a:cubicBezTo>
                <a:cubicBezTo>
                  <a:pt x="503" y="1226"/>
                  <a:pt x="507" y="1224"/>
                  <a:pt x="512" y="1220"/>
                </a:cubicBezTo>
                <a:cubicBezTo>
                  <a:pt x="513" y="1206"/>
                  <a:pt x="509" y="1214"/>
                  <a:pt x="502" y="1222"/>
                </a:cubicBezTo>
                <a:cubicBezTo>
                  <a:pt x="460" y="1250"/>
                  <a:pt x="445" y="1261"/>
                  <a:pt x="435" y="1266"/>
                </a:cubicBezTo>
                <a:cubicBezTo>
                  <a:pt x="399" y="1282"/>
                  <a:pt x="395" y="1285"/>
                  <a:pt x="392" y="1284"/>
                </a:cubicBezTo>
                <a:cubicBezTo>
                  <a:pt x="323" y="1300"/>
                  <a:pt x="316" y="1303"/>
                  <a:pt x="308" y="1308"/>
                </a:cubicBezTo>
                <a:cubicBezTo>
                  <a:pt x="286" y="1307"/>
                  <a:pt x="284" y="1307"/>
                  <a:pt x="281" y="1308"/>
                </a:cubicBezTo>
                <a:cubicBezTo>
                  <a:pt x="265" y="1315"/>
                  <a:pt x="263" y="1313"/>
                  <a:pt x="260" y="1316"/>
                </a:cubicBezTo>
                <a:cubicBezTo>
                  <a:pt x="276" y="1302"/>
                  <a:pt x="278" y="1307"/>
                  <a:pt x="282" y="1305"/>
                </a:cubicBezTo>
                <a:cubicBezTo>
                  <a:pt x="318" y="1297"/>
                  <a:pt x="324" y="1295"/>
                  <a:pt x="330" y="1297"/>
                </a:cubicBezTo>
                <a:cubicBezTo>
                  <a:pt x="385" y="1284"/>
                  <a:pt x="390" y="1272"/>
                  <a:pt x="392" y="1277"/>
                </a:cubicBezTo>
                <a:cubicBezTo>
                  <a:pt x="458" y="1239"/>
                  <a:pt x="469" y="1229"/>
                  <a:pt x="477" y="1218"/>
                </a:cubicBezTo>
                <a:cubicBezTo>
                  <a:pt x="489" y="1197"/>
                  <a:pt x="479" y="1209"/>
                  <a:pt x="469" y="1221"/>
                </a:cubicBezTo>
                <a:cubicBezTo>
                  <a:pt x="433" y="1250"/>
                  <a:pt x="428" y="1253"/>
                  <a:pt x="424" y="1257"/>
                </a:cubicBezTo>
                <a:cubicBezTo>
                  <a:pt x="379" y="1272"/>
                  <a:pt x="373" y="1275"/>
                  <a:pt x="368" y="1275"/>
                </a:cubicBezTo>
                <a:cubicBezTo>
                  <a:pt x="317" y="1286"/>
                  <a:pt x="313" y="1290"/>
                  <a:pt x="308" y="1294"/>
                </a:cubicBezTo>
                <a:cubicBezTo>
                  <a:pt x="276" y="1296"/>
                  <a:pt x="268" y="1298"/>
                  <a:pt x="259" y="1301"/>
                </a:cubicBezTo>
                <a:cubicBezTo>
                  <a:pt x="226" y="1315"/>
                  <a:pt x="218" y="1314"/>
                  <a:pt x="210" y="1318"/>
                </a:cubicBezTo>
                <a:cubicBezTo>
                  <a:pt x="188" y="1324"/>
                  <a:pt x="198" y="1326"/>
                  <a:pt x="196" y="1323"/>
                </a:cubicBezTo>
                <a:cubicBezTo>
                  <a:pt x="245" y="1292"/>
                  <a:pt x="250" y="1296"/>
                  <a:pt x="257" y="1291"/>
                </a:cubicBezTo>
                <a:cubicBezTo>
                  <a:pt x="286" y="1281"/>
                  <a:pt x="297" y="1283"/>
                  <a:pt x="309" y="1278"/>
                </a:cubicBezTo>
                <a:cubicBezTo>
                  <a:pt x="360" y="1270"/>
                  <a:pt x="377" y="1254"/>
                  <a:pt x="392" y="1257"/>
                </a:cubicBezTo>
                <a:cubicBezTo>
                  <a:pt x="464" y="1216"/>
                  <a:pt x="478" y="1201"/>
                  <a:pt x="492" y="1188"/>
                </a:cubicBezTo>
                <a:cubicBezTo>
                  <a:pt x="510" y="1153"/>
                  <a:pt x="511" y="1156"/>
                  <a:pt x="505" y="1158"/>
                </a:cubicBezTo>
                <a:cubicBezTo>
                  <a:pt x="490" y="1176"/>
                  <a:pt x="487" y="1180"/>
                  <a:pt x="487" y="1184"/>
                </a:cubicBezTo>
                <a:cubicBezTo>
                  <a:pt x="443" y="1223"/>
                  <a:pt x="444" y="1226"/>
                  <a:pt x="442" y="1224"/>
                </a:cubicBezTo>
                <a:cubicBezTo>
                  <a:pt x="413" y="1237"/>
                  <a:pt x="407" y="1243"/>
                  <a:pt x="403" y="1242"/>
                </a:cubicBezTo>
                <a:cubicBezTo>
                  <a:pt x="325" y="1267"/>
                  <a:pt x="322" y="1265"/>
                  <a:pt x="318" y="1267"/>
                </a:cubicBezTo>
                <a:cubicBezTo>
                  <a:pt x="273" y="1273"/>
                  <a:pt x="263" y="1283"/>
                  <a:pt x="256" y="1279"/>
                </a:cubicBezTo>
                <a:cubicBezTo>
                  <a:pt x="295" y="1265"/>
                  <a:pt x="305" y="1261"/>
                  <a:pt x="314" y="1262"/>
                </a:cubicBezTo>
                <a:cubicBezTo>
                  <a:pt x="363" y="1241"/>
                  <a:pt x="375" y="1239"/>
                  <a:pt x="387" y="1234"/>
                </a:cubicBezTo>
                <a:cubicBezTo>
                  <a:pt x="479" y="1164"/>
                  <a:pt x="483" y="1161"/>
                  <a:pt x="485" y="1158"/>
                </a:cubicBezTo>
                <a:cubicBezTo>
                  <a:pt x="512" y="1124"/>
                  <a:pt x="513" y="1117"/>
                  <a:pt x="520" y="1111"/>
                </a:cubicBezTo>
                <a:cubicBezTo>
                  <a:pt x="509" y="1116"/>
                  <a:pt x="505" y="1120"/>
                  <a:pt x="502" y="1124"/>
                </a:cubicBezTo>
                <a:cubicBezTo>
                  <a:pt x="478" y="1160"/>
                  <a:pt x="470" y="1160"/>
                  <a:pt x="471" y="1166"/>
                </a:cubicBezTo>
                <a:cubicBezTo>
                  <a:pt x="431" y="1191"/>
                  <a:pt x="426" y="1200"/>
                  <a:pt x="421" y="1202"/>
                </a:cubicBezTo>
                <a:cubicBezTo>
                  <a:pt x="378" y="1227"/>
                  <a:pt x="371" y="1230"/>
                  <a:pt x="363" y="1234"/>
                </a:cubicBezTo>
                <a:cubicBezTo>
                  <a:pt x="322" y="1251"/>
                  <a:pt x="307" y="1250"/>
                  <a:pt x="290" y="1259"/>
                </a:cubicBezTo>
                <a:cubicBezTo>
                  <a:pt x="246" y="1271"/>
                  <a:pt x="237" y="1279"/>
                  <a:pt x="231" y="1275"/>
                </a:cubicBezTo>
                <a:cubicBezTo>
                  <a:pt x="290" y="1254"/>
                  <a:pt x="296" y="1241"/>
                  <a:pt x="298" y="1246"/>
                </a:cubicBezTo>
                <a:cubicBezTo>
                  <a:pt x="362" y="1221"/>
                  <a:pt x="377" y="1211"/>
                  <a:pt x="391" y="1204"/>
                </a:cubicBezTo>
                <a:cubicBezTo>
                  <a:pt x="515" y="1103"/>
                  <a:pt x="512" y="1098"/>
                  <a:pt x="518" y="1095"/>
                </a:cubicBezTo>
                <a:cubicBezTo>
                  <a:pt x="532" y="1075"/>
                  <a:pt x="536" y="1073"/>
                  <a:pt x="535" y="1071"/>
                </a:cubicBezTo>
                <a:cubicBezTo>
                  <a:pt x="539" y="1064"/>
                  <a:pt x="536" y="1067"/>
                  <a:pt x="532" y="1070"/>
                </a:cubicBezTo>
                <a:cubicBezTo>
                  <a:pt x="497" y="1109"/>
                  <a:pt x="495" y="1119"/>
                  <a:pt x="485" y="1121"/>
                </a:cubicBezTo>
                <a:cubicBezTo>
                  <a:pt x="453" y="1152"/>
                  <a:pt x="442" y="1160"/>
                  <a:pt x="431" y="1168"/>
                </a:cubicBezTo>
                <a:cubicBezTo>
                  <a:pt x="397" y="1193"/>
                  <a:pt x="389" y="1191"/>
                  <a:pt x="388" y="1197"/>
                </a:cubicBezTo>
                <a:cubicBezTo>
                  <a:pt x="367" y="1206"/>
                  <a:pt x="360" y="1215"/>
                  <a:pt x="356" y="1210"/>
                </a:cubicBezTo>
                <a:cubicBezTo>
                  <a:pt x="315" y="1230"/>
                  <a:pt x="305" y="1233"/>
                  <a:pt x="294" y="1240"/>
                </a:cubicBezTo>
                <a:cubicBezTo>
                  <a:pt x="262" y="1252"/>
                  <a:pt x="260" y="1251"/>
                  <a:pt x="257" y="1254"/>
                </a:cubicBezTo>
                <a:cubicBezTo>
                  <a:pt x="237" y="1263"/>
                  <a:pt x="233" y="1265"/>
                  <a:pt x="229" y="1267"/>
                </a:cubicBezTo>
                <a:cubicBezTo>
                  <a:pt x="218" y="1271"/>
                  <a:pt x="214" y="1278"/>
                  <a:pt x="211" y="1275"/>
                </a:cubicBezTo>
                <a:cubicBezTo>
                  <a:pt x="241" y="1245"/>
                  <a:pt x="262" y="1234"/>
                  <a:pt x="291" y="1222"/>
                </a:cubicBezTo>
                <a:cubicBezTo>
                  <a:pt x="352" y="1187"/>
                  <a:pt x="356" y="1194"/>
                  <a:pt x="360" y="1189"/>
                </a:cubicBezTo>
                <a:cubicBezTo>
                  <a:pt x="397" y="1173"/>
                  <a:pt x="401" y="1169"/>
                  <a:pt x="405" y="1169"/>
                </a:cubicBezTo>
                <a:cubicBezTo>
                  <a:pt x="461" y="1128"/>
                  <a:pt x="482" y="1115"/>
                  <a:pt x="495" y="1100"/>
                </a:cubicBezTo>
                <a:cubicBezTo>
                  <a:pt x="532" y="1063"/>
                  <a:pt x="536" y="1059"/>
                  <a:pt x="536" y="1055"/>
                </a:cubicBezTo>
                <a:cubicBezTo>
                  <a:pt x="492" y="1093"/>
                  <a:pt x="491" y="1097"/>
                  <a:pt x="486" y="1101"/>
                </a:cubicBezTo>
                <a:cubicBezTo>
                  <a:pt x="470" y="1111"/>
                  <a:pt x="468" y="1118"/>
                  <a:pt x="461" y="1121"/>
                </a:cubicBezTo>
                <a:cubicBezTo>
                  <a:pt x="441" y="1135"/>
                  <a:pt x="439" y="1138"/>
                  <a:pt x="438" y="1141"/>
                </a:cubicBezTo>
                <a:cubicBezTo>
                  <a:pt x="395" y="1165"/>
                  <a:pt x="389" y="1166"/>
                  <a:pt x="384" y="1167"/>
                </a:cubicBezTo>
                <a:cubicBezTo>
                  <a:pt x="366" y="1175"/>
                  <a:pt x="360" y="1181"/>
                  <a:pt x="354" y="1181"/>
                </a:cubicBezTo>
                <a:cubicBezTo>
                  <a:pt x="336" y="1190"/>
                  <a:pt x="330" y="1193"/>
                  <a:pt x="324" y="1196"/>
                </a:cubicBezTo>
                <a:cubicBezTo>
                  <a:pt x="289" y="1212"/>
                  <a:pt x="274" y="1219"/>
                  <a:pt x="259" y="1226"/>
                </a:cubicBezTo>
                <a:cubicBezTo>
                  <a:pt x="235" y="1240"/>
                  <a:pt x="227" y="1244"/>
                  <a:pt x="224" y="1249"/>
                </a:cubicBezTo>
                <a:cubicBezTo>
                  <a:pt x="202" y="1270"/>
                  <a:pt x="193" y="1272"/>
                  <a:pt x="192" y="1269"/>
                </a:cubicBezTo>
                <a:cubicBezTo>
                  <a:pt x="215" y="1249"/>
                  <a:pt x="212" y="1245"/>
                  <a:pt x="217" y="1243"/>
                </a:cubicBezTo>
                <a:cubicBezTo>
                  <a:pt x="243" y="1226"/>
                  <a:pt x="244" y="1223"/>
                  <a:pt x="250" y="1220"/>
                </a:cubicBezTo>
                <a:cubicBezTo>
                  <a:pt x="326" y="1181"/>
                  <a:pt x="340" y="1175"/>
                  <a:pt x="358" y="1169"/>
                </a:cubicBezTo>
                <a:cubicBezTo>
                  <a:pt x="494" y="1080"/>
                  <a:pt x="512" y="1077"/>
                  <a:pt x="512" y="1063"/>
                </a:cubicBezTo>
                <a:cubicBezTo>
                  <a:pt x="460" y="1106"/>
                  <a:pt x="454" y="1105"/>
                  <a:pt x="447" y="1112"/>
                </a:cubicBezTo>
                <a:cubicBezTo>
                  <a:pt x="401" y="1139"/>
                  <a:pt x="397" y="1141"/>
                  <a:pt x="392" y="1144"/>
                </a:cubicBezTo>
                <a:cubicBezTo>
                  <a:pt x="299" y="1182"/>
                  <a:pt x="278" y="1194"/>
                  <a:pt x="258" y="1204"/>
                </a:cubicBezTo>
                <a:cubicBezTo>
                  <a:pt x="222" y="1232"/>
                  <a:pt x="219" y="1228"/>
                  <a:pt x="215" y="1233"/>
                </a:cubicBezTo>
                <a:cubicBezTo>
                  <a:pt x="191" y="1248"/>
                  <a:pt x="198" y="1246"/>
                  <a:pt x="198" y="1243"/>
                </a:cubicBezTo>
                <a:cubicBezTo>
                  <a:pt x="210" y="1232"/>
                  <a:pt x="218" y="1227"/>
                  <a:pt x="221" y="1221"/>
                </a:cubicBezTo>
                <a:cubicBezTo>
                  <a:pt x="275" y="1187"/>
                  <a:pt x="293" y="1174"/>
                  <a:pt x="310" y="1167"/>
                </a:cubicBezTo>
                <a:cubicBezTo>
                  <a:pt x="378" y="1137"/>
                  <a:pt x="377" y="1130"/>
                  <a:pt x="382" y="1132"/>
                </a:cubicBezTo>
                <a:cubicBezTo>
                  <a:pt x="433" y="1103"/>
                  <a:pt x="436" y="1100"/>
                  <a:pt x="437" y="1102"/>
                </a:cubicBezTo>
                <a:cubicBezTo>
                  <a:pt x="461" y="1086"/>
                  <a:pt x="465" y="1087"/>
                  <a:pt x="471" y="1080"/>
                </a:cubicBezTo>
                <a:cubicBezTo>
                  <a:pt x="502" y="1058"/>
                  <a:pt x="506" y="1058"/>
                  <a:pt x="511" y="1054"/>
                </a:cubicBezTo>
                <a:cubicBezTo>
                  <a:pt x="567" y="1001"/>
                  <a:pt x="569" y="996"/>
                  <a:pt x="573" y="991"/>
                </a:cubicBezTo>
                <a:cubicBezTo>
                  <a:pt x="512" y="1042"/>
                  <a:pt x="492" y="1060"/>
                  <a:pt x="472" y="1069"/>
                </a:cubicBezTo>
                <a:cubicBezTo>
                  <a:pt x="445" y="1085"/>
                  <a:pt x="440" y="1093"/>
                  <a:pt x="436" y="1090"/>
                </a:cubicBezTo>
                <a:cubicBezTo>
                  <a:pt x="383" y="1123"/>
                  <a:pt x="380" y="1120"/>
                  <a:pt x="375" y="1125"/>
                </a:cubicBezTo>
                <a:cubicBezTo>
                  <a:pt x="301" y="1163"/>
                  <a:pt x="285" y="1166"/>
                  <a:pt x="266" y="1181"/>
                </a:cubicBezTo>
                <a:cubicBezTo>
                  <a:pt x="238" y="1199"/>
                  <a:pt x="226" y="1210"/>
                  <a:pt x="218" y="1211"/>
                </a:cubicBezTo>
                <a:cubicBezTo>
                  <a:pt x="195" y="1226"/>
                  <a:pt x="199" y="1221"/>
                  <a:pt x="198" y="1216"/>
                </a:cubicBezTo>
                <a:cubicBezTo>
                  <a:pt x="230" y="1183"/>
                  <a:pt x="233" y="1182"/>
                  <a:pt x="238" y="1177"/>
                </a:cubicBezTo>
                <a:cubicBezTo>
                  <a:pt x="319" y="1129"/>
                  <a:pt x="328" y="1123"/>
                  <a:pt x="336" y="1121"/>
                </a:cubicBezTo>
                <a:cubicBezTo>
                  <a:pt x="493" y="1012"/>
                  <a:pt x="511" y="1000"/>
                  <a:pt x="526" y="986"/>
                </a:cubicBezTo>
                <a:cubicBezTo>
                  <a:pt x="552" y="958"/>
                  <a:pt x="551" y="956"/>
                  <a:pt x="554" y="954"/>
                </a:cubicBezTo>
                <a:cubicBezTo>
                  <a:pt x="522" y="977"/>
                  <a:pt x="521" y="987"/>
                  <a:pt x="507" y="995"/>
                </a:cubicBezTo>
                <a:cubicBezTo>
                  <a:pt x="490" y="1009"/>
                  <a:pt x="487" y="1013"/>
                  <a:pt x="482" y="1018"/>
                </a:cubicBezTo>
                <a:cubicBezTo>
                  <a:pt x="358" y="1100"/>
                  <a:pt x="341" y="1103"/>
                  <a:pt x="333" y="1113"/>
                </a:cubicBezTo>
                <a:cubicBezTo>
                  <a:pt x="251" y="1161"/>
                  <a:pt x="227" y="1171"/>
                  <a:pt x="214" y="1187"/>
                </a:cubicBezTo>
                <a:cubicBezTo>
                  <a:pt x="211" y="1186"/>
                  <a:pt x="210" y="1183"/>
                  <a:pt x="213" y="1180"/>
                </a:cubicBezTo>
                <a:cubicBezTo>
                  <a:pt x="242" y="1151"/>
                  <a:pt x="248" y="1147"/>
                  <a:pt x="259" y="1137"/>
                </a:cubicBezTo>
                <a:cubicBezTo>
                  <a:pt x="360" y="1078"/>
                  <a:pt x="373" y="1070"/>
                  <a:pt x="393" y="1055"/>
                </a:cubicBezTo>
                <a:cubicBezTo>
                  <a:pt x="452" y="1010"/>
                  <a:pt x="460" y="1010"/>
                  <a:pt x="463" y="1005"/>
                </a:cubicBezTo>
                <a:cubicBezTo>
                  <a:pt x="524" y="947"/>
                  <a:pt x="530" y="944"/>
                  <a:pt x="532" y="940"/>
                </a:cubicBezTo>
                <a:cubicBezTo>
                  <a:pt x="561" y="903"/>
                  <a:pt x="566" y="896"/>
                  <a:pt x="574" y="890"/>
                </a:cubicBezTo>
                <a:cubicBezTo>
                  <a:pt x="547" y="899"/>
                  <a:pt x="543" y="903"/>
                  <a:pt x="537" y="907"/>
                </a:cubicBezTo>
                <a:cubicBezTo>
                  <a:pt x="522" y="918"/>
                  <a:pt x="523" y="921"/>
                  <a:pt x="519" y="922"/>
                </a:cubicBezTo>
                <a:cubicBezTo>
                  <a:pt x="491" y="945"/>
                  <a:pt x="485" y="954"/>
                  <a:pt x="474" y="962"/>
                </a:cubicBezTo>
                <a:cubicBezTo>
                  <a:pt x="396" y="1023"/>
                  <a:pt x="387" y="1030"/>
                  <a:pt x="378" y="1037"/>
                </a:cubicBezTo>
                <a:cubicBezTo>
                  <a:pt x="323" y="1067"/>
                  <a:pt x="317" y="1067"/>
                  <a:pt x="311" y="1070"/>
                </a:cubicBezTo>
                <a:cubicBezTo>
                  <a:pt x="262" y="1102"/>
                  <a:pt x="259" y="1103"/>
                  <a:pt x="256" y="1103"/>
                </a:cubicBezTo>
                <a:cubicBezTo>
                  <a:pt x="244" y="1115"/>
                  <a:pt x="236" y="1116"/>
                  <a:pt x="239" y="1120"/>
                </a:cubicBezTo>
                <a:cubicBezTo>
                  <a:pt x="222" y="1136"/>
                  <a:pt x="217" y="1144"/>
                  <a:pt x="214" y="1140"/>
                </a:cubicBezTo>
                <a:cubicBezTo>
                  <a:pt x="260" y="1090"/>
                  <a:pt x="271" y="1086"/>
                  <a:pt x="296" y="1066"/>
                </a:cubicBezTo>
                <a:cubicBezTo>
                  <a:pt x="418" y="989"/>
                  <a:pt x="425" y="977"/>
                  <a:pt x="430" y="979"/>
                </a:cubicBezTo>
                <a:cubicBezTo>
                  <a:pt x="451" y="961"/>
                  <a:pt x="456" y="956"/>
                  <a:pt x="465" y="947"/>
                </a:cubicBezTo>
                <a:cubicBezTo>
                  <a:pt x="540" y="892"/>
                  <a:pt x="549" y="886"/>
                  <a:pt x="560" y="878"/>
                </a:cubicBezTo>
                <a:cubicBezTo>
                  <a:pt x="587" y="870"/>
                  <a:pt x="592" y="858"/>
                  <a:pt x="594" y="863"/>
                </a:cubicBezTo>
                <a:cubicBezTo>
                  <a:pt x="625" y="848"/>
                  <a:pt x="636" y="854"/>
                  <a:pt x="633" y="845"/>
                </a:cubicBezTo>
                <a:cubicBezTo>
                  <a:pt x="574" y="858"/>
                  <a:pt x="566" y="857"/>
                  <a:pt x="557" y="863"/>
                </a:cubicBezTo>
                <a:cubicBezTo>
                  <a:pt x="523" y="876"/>
                  <a:pt x="515" y="880"/>
                  <a:pt x="508" y="884"/>
                </a:cubicBezTo>
                <a:cubicBezTo>
                  <a:pt x="420" y="945"/>
                  <a:pt x="411" y="951"/>
                  <a:pt x="402" y="958"/>
                </a:cubicBezTo>
                <a:cubicBezTo>
                  <a:pt x="299" y="1027"/>
                  <a:pt x="297" y="1029"/>
                  <a:pt x="295" y="1030"/>
                </a:cubicBezTo>
                <a:cubicBezTo>
                  <a:pt x="255" y="1062"/>
                  <a:pt x="252" y="1067"/>
                  <a:pt x="244" y="1072"/>
                </a:cubicBezTo>
                <a:cubicBezTo>
                  <a:pt x="230" y="1081"/>
                  <a:pt x="230" y="1077"/>
                  <a:pt x="232" y="1073"/>
                </a:cubicBezTo>
                <a:cubicBezTo>
                  <a:pt x="251" y="1057"/>
                  <a:pt x="253" y="1055"/>
                  <a:pt x="257" y="1053"/>
                </a:cubicBezTo>
                <a:cubicBezTo>
                  <a:pt x="293" y="1015"/>
                  <a:pt x="296" y="1017"/>
                  <a:pt x="300" y="1014"/>
                </a:cubicBezTo>
                <a:cubicBezTo>
                  <a:pt x="333" y="985"/>
                  <a:pt x="335" y="986"/>
                  <a:pt x="336" y="986"/>
                </a:cubicBezTo>
                <a:cubicBezTo>
                  <a:pt x="380" y="950"/>
                  <a:pt x="404" y="938"/>
                  <a:pt x="433" y="916"/>
                </a:cubicBezTo>
                <a:cubicBezTo>
                  <a:pt x="492" y="885"/>
                  <a:pt x="501" y="881"/>
                  <a:pt x="511" y="874"/>
                </a:cubicBezTo>
                <a:cubicBezTo>
                  <a:pt x="540" y="857"/>
                  <a:pt x="552" y="855"/>
                  <a:pt x="561" y="848"/>
                </a:cubicBezTo>
                <a:cubicBezTo>
                  <a:pt x="574" y="833"/>
                  <a:pt x="569" y="837"/>
                  <a:pt x="565" y="840"/>
                </a:cubicBezTo>
                <a:cubicBezTo>
                  <a:pt x="512" y="866"/>
                  <a:pt x="509" y="864"/>
                  <a:pt x="505" y="869"/>
                </a:cubicBezTo>
                <a:cubicBezTo>
                  <a:pt x="416" y="917"/>
                  <a:pt x="406" y="926"/>
                  <a:pt x="373" y="944"/>
                </a:cubicBezTo>
                <a:cubicBezTo>
                  <a:pt x="332" y="978"/>
                  <a:pt x="317" y="986"/>
                  <a:pt x="306" y="995"/>
                </a:cubicBezTo>
                <a:cubicBezTo>
                  <a:pt x="253" y="1040"/>
                  <a:pt x="256" y="1048"/>
                  <a:pt x="251" y="1045"/>
                </a:cubicBezTo>
                <a:cubicBezTo>
                  <a:pt x="235" y="1052"/>
                  <a:pt x="237" y="1048"/>
                  <a:pt x="241" y="1044"/>
                </a:cubicBezTo>
                <a:cubicBezTo>
                  <a:pt x="310" y="977"/>
                  <a:pt x="362" y="934"/>
                  <a:pt x="419" y="899"/>
                </a:cubicBezTo>
                <a:cubicBezTo>
                  <a:pt x="482" y="869"/>
                  <a:pt x="481" y="865"/>
                  <a:pt x="487" y="864"/>
                </a:cubicBezTo>
                <a:cubicBezTo>
                  <a:pt x="513" y="858"/>
                  <a:pt x="519" y="848"/>
                  <a:pt x="522" y="852"/>
                </a:cubicBezTo>
                <a:cubicBezTo>
                  <a:pt x="583" y="826"/>
                  <a:pt x="598" y="821"/>
                  <a:pt x="613" y="815"/>
                </a:cubicBezTo>
                <a:cubicBezTo>
                  <a:pt x="578" y="820"/>
                  <a:pt x="572" y="828"/>
                  <a:pt x="567" y="826"/>
                </a:cubicBezTo>
                <a:cubicBezTo>
                  <a:pt x="541" y="835"/>
                  <a:pt x="538" y="835"/>
                  <a:pt x="536" y="837"/>
                </a:cubicBezTo>
                <a:cubicBezTo>
                  <a:pt x="509" y="843"/>
                  <a:pt x="505" y="850"/>
                  <a:pt x="502" y="851"/>
                </a:cubicBezTo>
                <a:cubicBezTo>
                  <a:pt x="480" y="859"/>
                  <a:pt x="474" y="860"/>
                  <a:pt x="468" y="866"/>
                </a:cubicBezTo>
                <a:cubicBezTo>
                  <a:pt x="423" y="890"/>
                  <a:pt x="421" y="886"/>
                  <a:pt x="417" y="890"/>
                </a:cubicBezTo>
                <a:cubicBezTo>
                  <a:pt x="390" y="907"/>
                  <a:pt x="385" y="911"/>
                  <a:pt x="380" y="914"/>
                </a:cubicBezTo>
                <a:cubicBezTo>
                  <a:pt x="361" y="927"/>
                  <a:pt x="350" y="937"/>
                  <a:pt x="335" y="947"/>
                </a:cubicBezTo>
                <a:cubicBezTo>
                  <a:pt x="277" y="996"/>
                  <a:pt x="275" y="1001"/>
                  <a:pt x="266" y="1004"/>
                </a:cubicBezTo>
                <a:cubicBezTo>
                  <a:pt x="252" y="1019"/>
                  <a:pt x="249" y="1014"/>
                  <a:pt x="250" y="1013"/>
                </a:cubicBezTo>
                <a:cubicBezTo>
                  <a:pt x="261" y="1003"/>
                  <a:pt x="262" y="1003"/>
                  <a:pt x="262" y="1002"/>
                </a:cubicBezTo>
                <a:cubicBezTo>
                  <a:pt x="283" y="983"/>
                  <a:pt x="288" y="972"/>
                  <a:pt x="297" y="962"/>
                </a:cubicBezTo>
                <a:cubicBezTo>
                  <a:pt x="358" y="911"/>
                  <a:pt x="362" y="915"/>
                  <a:pt x="367" y="909"/>
                </a:cubicBezTo>
                <a:cubicBezTo>
                  <a:pt x="396" y="889"/>
                  <a:pt x="399" y="896"/>
                  <a:pt x="403" y="891"/>
                </a:cubicBezTo>
                <a:cubicBezTo>
                  <a:pt x="418" y="884"/>
                  <a:pt x="423" y="872"/>
                  <a:pt x="425" y="877"/>
                </a:cubicBezTo>
                <a:cubicBezTo>
                  <a:pt x="466" y="855"/>
                  <a:pt x="478" y="855"/>
                  <a:pt x="492" y="844"/>
                </a:cubicBezTo>
                <a:cubicBezTo>
                  <a:pt x="573" y="801"/>
                  <a:pt x="571" y="802"/>
                  <a:pt x="578" y="796"/>
                </a:cubicBezTo>
                <a:cubicBezTo>
                  <a:pt x="604" y="774"/>
                  <a:pt x="612" y="772"/>
                  <a:pt x="609" y="769"/>
                </a:cubicBezTo>
                <a:cubicBezTo>
                  <a:pt x="526" y="821"/>
                  <a:pt x="519" y="826"/>
                  <a:pt x="513" y="829"/>
                </a:cubicBezTo>
                <a:cubicBezTo>
                  <a:pt x="463" y="847"/>
                  <a:pt x="455" y="856"/>
                  <a:pt x="450" y="854"/>
                </a:cubicBezTo>
                <a:cubicBezTo>
                  <a:pt x="390" y="884"/>
                  <a:pt x="378" y="893"/>
                  <a:pt x="368" y="897"/>
                </a:cubicBezTo>
                <a:cubicBezTo>
                  <a:pt x="338" y="920"/>
                  <a:pt x="335" y="923"/>
                  <a:pt x="332" y="925"/>
                </a:cubicBezTo>
                <a:cubicBezTo>
                  <a:pt x="316" y="936"/>
                  <a:pt x="308" y="942"/>
                  <a:pt x="301" y="947"/>
                </a:cubicBezTo>
                <a:cubicBezTo>
                  <a:pt x="265" y="982"/>
                  <a:pt x="261" y="986"/>
                  <a:pt x="258" y="990"/>
                </a:cubicBezTo>
                <a:cubicBezTo>
                  <a:pt x="267" y="967"/>
                  <a:pt x="265" y="971"/>
                  <a:pt x="270" y="972"/>
                </a:cubicBezTo>
                <a:cubicBezTo>
                  <a:pt x="317" y="926"/>
                  <a:pt x="316" y="922"/>
                  <a:pt x="337" y="912"/>
                </a:cubicBezTo>
                <a:cubicBezTo>
                  <a:pt x="446" y="842"/>
                  <a:pt x="455" y="842"/>
                  <a:pt x="463" y="838"/>
                </a:cubicBezTo>
                <a:cubicBezTo>
                  <a:pt x="475" y="832"/>
                  <a:pt x="476" y="831"/>
                  <a:pt x="477" y="830"/>
                </a:cubicBezTo>
                <a:cubicBezTo>
                  <a:pt x="595" y="755"/>
                  <a:pt x="608" y="750"/>
                  <a:pt x="608" y="743"/>
                </a:cubicBezTo>
                <a:cubicBezTo>
                  <a:pt x="591" y="754"/>
                  <a:pt x="593" y="752"/>
                  <a:pt x="587" y="758"/>
                </a:cubicBezTo>
                <a:cubicBezTo>
                  <a:pt x="552" y="781"/>
                  <a:pt x="553" y="785"/>
                  <a:pt x="549" y="783"/>
                </a:cubicBezTo>
                <a:cubicBezTo>
                  <a:pt x="516" y="799"/>
                  <a:pt x="510" y="807"/>
                  <a:pt x="506" y="809"/>
                </a:cubicBezTo>
                <a:cubicBezTo>
                  <a:pt x="432" y="848"/>
                  <a:pt x="425" y="843"/>
                  <a:pt x="423" y="847"/>
                </a:cubicBezTo>
                <a:cubicBezTo>
                  <a:pt x="403" y="861"/>
                  <a:pt x="400" y="858"/>
                  <a:pt x="396" y="861"/>
                </a:cubicBezTo>
                <a:cubicBezTo>
                  <a:pt x="290" y="934"/>
                  <a:pt x="289" y="937"/>
                  <a:pt x="284" y="940"/>
                </a:cubicBezTo>
                <a:cubicBezTo>
                  <a:pt x="283" y="932"/>
                  <a:pt x="287" y="928"/>
                  <a:pt x="289" y="924"/>
                </a:cubicBezTo>
                <a:cubicBezTo>
                  <a:pt x="318" y="903"/>
                  <a:pt x="325" y="895"/>
                  <a:pt x="335" y="888"/>
                </a:cubicBezTo>
                <a:cubicBezTo>
                  <a:pt x="381" y="857"/>
                  <a:pt x="388" y="853"/>
                  <a:pt x="394" y="848"/>
                </a:cubicBezTo>
                <a:cubicBezTo>
                  <a:pt x="445" y="830"/>
                  <a:pt x="450" y="818"/>
                  <a:pt x="452" y="823"/>
                </a:cubicBezTo>
                <a:cubicBezTo>
                  <a:pt x="472" y="813"/>
                  <a:pt x="472" y="811"/>
                  <a:pt x="474" y="812"/>
                </a:cubicBezTo>
                <a:cubicBezTo>
                  <a:pt x="492" y="804"/>
                  <a:pt x="496" y="802"/>
                  <a:pt x="499" y="799"/>
                </a:cubicBezTo>
                <a:cubicBezTo>
                  <a:pt x="522" y="787"/>
                  <a:pt x="529" y="784"/>
                  <a:pt x="536" y="782"/>
                </a:cubicBezTo>
                <a:cubicBezTo>
                  <a:pt x="594" y="740"/>
                  <a:pt x="604" y="733"/>
                  <a:pt x="613" y="727"/>
                </a:cubicBezTo>
                <a:cubicBezTo>
                  <a:pt x="629" y="708"/>
                  <a:pt x="626" y="710"/>
                  <a:pt x="623" y="712"/>
                </a:cubicBezTo>
                <a:cubicBezTo>
                  <a:pt x="614" y="719"/>
                  <a:pt x="612" y="720"/>
                  <a:pt x="611" y="720"/>
                </a:cubicBezTo>
                <a:cubicBezTo>
                  <a:pt x="602" y="727"/>
                  <a:pt x="602" y="731"/>
                  <a:pt x="598" y="733"/>
                </a:cubicBezTo>
                <a:cubicBezTo>
                  <a:pt x="578" y="747"/>
                  <a:pt x="571" y="752"/>
                  <a:pt x="564" y="757"/>
                </a:cubicBezTo>
                <a:cubicBezTo>
                  <a:pt x="528" y="774"/>
                  <a:pt x="524" y="782"/>
                  <a:pt x="521" y="779"/>
                </a:cubicBezTo>
                <a:cubicBezTo>
                  <a:pt x="466" y="806"/>
                  <a:pt x="462" y="809"/>
                  <a:pt x="459" y="809"/>
                </a:cubicBezTo>
                <a:cubicBezTo>
                  <a:pt x="423" y="827"/>
                  <a:pt x="420" y="825"/>
                  <a:pt x="416" y="827"/>
                </a:cubicBezTo>
                <a:cubicBezTo>
                  <a:pt x="347" y="870"/>
                  <a:pt x="336" y="878"/>
                  <a:pt x="325" y="885"/>
                </a:cubicBezTo>
                <a:cubicBezTo>
                  <a:pt x="302" y="902"/>
                  <a:pt x="299" y="905"/>
                  <a:pt x="297" y="904"/>
                </a:cubicBezTo>
                <a:cubicBezTo>
                  <a:pt x="342" y="859"/>
                  <a:pt x="352" y="856"/>
                  <a:pt x="352" y="851"/>
                </a:cubicBezTo>
                <a:cubicBezTo>
                  <a:pt x="384" y="833"/>
                  <a:pt x="390" y="829"/>
                  <a:pt x="403" y="820"/>
                </a:cubicBezTo>
                <a:cubicBezTo>
                  <a:pt x="434" y="799"/>
                  <a:pt x="448" y="797"/>
                  <a:pt x="456" y="791"/>
                </a:cubicBezTo>
                <a:cubicBezTo>
                  <a:pt x="491" y="772"/>
                  <a:pt x="498" y="776"/>
                  <a:pt x="509" y="765"/>
                </a:cubicBezTo>
                <a:cubicBezTo>
                  <a:pt x="550" y="750"/>
                  <a:pt x="561" y="743"/>
                  <a:pt x="571" y="740"/>
                </a:cubicBezTo>
                <a:cubicBezTo>
                  <a:pt x="650" y="685"/>
                  <a:pt x="651" y="680"/>
                  <a:pt x="658" y="677"/>
                </a:cubicBezTo>
                <a:cubicBezTo>
                  <a:pt x="663" y="670"/>
                  <a:pt x="651" y="676"/>
                  <a:pt x="643" y="686"/>
                </a:cubicBezTo>
                <a:cubicBezTo>
                  <a:pt x="557" y="738"/>
                  <a:pt x="549" y="738"/>
                  <a:pt x="541" y="745"/>
                </a:cubicBezTo>
                <a:cubicBezTo>
                  <a:pt x="457" y="783"/>
                  <a:pt x="447" y="787"/>
                  <a:pt x="438" y="789"/>
                </a:cubicBezTo>
                <a:cubicBezTo>
                  <a:pt x="417" y="807"/>
                  <a:pt x="409" y="804"/>
                  <a:pt x="401" y="811"/>
                </a:cubicBezTo>
                <a:cubicBezTo>
                  <a:pt x="339" y="851"/>
                  <a:pt x="338" y="856"/>
                  <a:pt x="329" y="860"/>
                </a:cubicBezTo>
                <a:cubicBezTo>
                  <a:pt x="311" y="871"/>
                  <a:pt x="311" y="863"/>
                  <a:pt x="308" y="866"/>
                </a:cubicBezTo>
                <a:cubicBezTo>
                  <a:pt x="324" y="849"/>
                  <a:pt x="327" y="851"/>
                  <a:pt x="327" y="847"/>
                </a:cubicBezTo>
                <a:cubicBezTo>
                  <a:pt x="429" y="785"/>
                  <a:pt x="430" y="783"/>
                  <a:pt x="438" y="779"/>
                </a:cubicBezTo>
                <a:cubicBezTo>
                  <a:pt x="489" y="753"/>
                  <a:pt x="491" y="753"/>
                  <a:pt x="494" y="751"/>
                </a:cubicBezTo>
                <a:cubicBezTo>
                  <a:pt x="546" y="730"/>
                  <a:pt x="551" y="722"/>
                  <a:pt x="554" y="725"/>
                </a:cubicBezTo>
                <a:cubicBezTo>
                  <a:pt x="553" y="723"/>
                  <a:pt x="551" y="717"/>
                  <a:pt x="547" y="723"/>
                </a:cubicBezTo>
                <a:cubicBezTo>
                  <a:pt x="515" y="736"/>
                  <a:pt x="513" y="732"/>
                  <a:pt x="509" y="735"/>
                </a:cubicBezTo>
                <a:cubicBezTo>
                  <a:pt x="487" y="740"/>
                  <a:pt x="482" y="748"/>
                  <a:pt x="479" y="745"/>
                </a:cubicBezTo>
                <a:cubicBezTo>
                  <a:pt x="397" y="793"/>
                  <a:pt x="390" y="796"/>
                  <a:pt x="382" y="800"/>
                </a:cubicBezTo>
                <a:cubicBezTo>
                  <a:pt x="344" y="825"/>
                  <a:pt x="339" y="829"/>
                  <a:pt x="334" y="833"/>
                </a:cubicBezTo>
                <a:cubicBezTo>
                  <a:pt x="346" y="804"/>
                  <a:pt x="361" y="789"/>
                  <a:pt x="375" y="781"/>
                </a:cubicBezTo>
                <a:cubicBezTo>
                  <a:pt x="397" y="767"/>
                  <a:pt x="400" y="765"/>
                  <a:pt x="404" y="763"/>
                </a:cubicBezTo>
                <a:cubicBezTo>
                  <a:pt x="478" y="727"/>
                  <a:pt x="484" y="727"/>
                  <a:pt x="492" y="721"/>
                </a:cubicBezTo>
                <a:cubicBezTo>
                  <a:pt x="514" y="719"/>
                  <a:pt x="521" y="711"/>
                  <a:pt x="527" y="713"/>
                </a:cubicBezTo>
                <a:cubicBezTo>
                  <a:pt x="573" y="696"/>
                  <a:pt x="580" y="692"/>
                  <a:pt x="587" y="689"/>
                </a:cubicBezTo>
                <a:cubicBezTo>
                  <a:pt x="627" y="664"/>
                  <a:pt x="637" y="667"/>
                  <a:pt x="634" y="660"/>
                </a:cubicBezTo>
                <a:cubicBezTo>
                  <a:pt x="534" y="701"/>
                  <a:pt x="528" y="701"/>
                  <a:pt x="521" y="705"/>
                </a:cubicBezTo>
                <a:cubicBezTo>
                  <a:pt x="490" y="707"/>
                  <a:pt x="495" y="713"/>
                  <a:pt x="501" y="707"/>
                </a:cubicBezTo>
                <a:cubicBezTo>
                  <a:pt x="543" y="697"/>
                  <a:pt x="550" y="686"/>
                  <a:pt x="556" y="687"/>
                </a:cubicBezTo>
                <a:cubicBezTo>
                  <a:pt x="578" y="682"/>
                  <a:pt x="584" y="677"/>
                  <a:pt x="590" y="677"/>
                </a:cubicBezTo>
                <a:cubicBezTo>
                  <a:pt x="643" y="648"/>
                  <a:pt x="657" y="643"/>
                  <a:pt x="673" y="629"/>
                </a:cubicBezTo>
                <a:cubicBezTo>
                  <a:pt x="647" y="645"/>
                  <a:pt x="643" y="645"/>
                  <a:pt x="641" y="645"/>
                </a:cubicBezTo>
                <a:cubicBezTo>
                  <a:pt x="611" y="659"/>
                  <a:pt x="604" y="666"/>
                  <a:pt x="597" y="667"/>
                </a:cubicBezTo>
                <a:cubicBezTo>
                  <a:pt x="556" y="675"/>
                  <a:pt x="551" y="687"/>
                  <a:pt x="549" y="682"/>
                </a:cubicBezTo>
                <a:cubicBezTo>
                  <a:pt x="516" y="695"/>
                  <a:pt x="514" y="691"/>
                  <a:pt x="510" y="696"/>
                </a:cubicBezTo>
                <a:cubicBezTo>
                  <a:pt x="487" y="704"/>
                  <a:pt x="483" y="706"/>
                  <a:pt x="480" y="705"/>
                </a:cubicBezTo>
                <a:cubicBezTo>
                  <a:pt x="454" y="716"/>
                  <a:pt x="446" y="720"/>
                  <a:pt x="441" y="723"/>
                </a:cubicBezTo>
                <a:cubicBezTo>
                  <a:pt x="430" y="731"/>
                  <a:pt x="427" y="727"/>
                  <a:pt x="423" y="731"/>
                </a:cubicBezTo>
                <a:cubicBezTo>
                  <a:pt x="386" y="755"/>
                  <a:pt x="382" y="753"/>
                  <a:pt x="377" y="757"/>
                </a:cubicBezTo>
                <a:cubicBezTo>
                  <a:pt x="347" y="769"/>
                  <a:pt x="358" y="764"/>
                  <a:pt x="366" y="758"/>
                </a:cubicBezTo>
                <a:cubicBezTo>
                  <a:pt x="409" y="728"/>
                  <a:pt x="417" y="725"/>
                  <a:pt x="425" y="718"/>
                </a:cubicBezTo>
                <a:cubicBezTo>
                  <a:pt x="571" y="656"/>
                  <a:pt x="601" y="640"/>
                  <a:pt x="630" y="626"/>
                </a:cubicBezTo>
                <a:cubicBezTo>
                  <a:pt x="661" y="605"/>
                  <a:pt x="663" y="601"/>
                  <a:pt x="664" y="599"/>
                </a:cubicBezTo>
                <a:cubicBezTo>
                  <a:pt x="642" y="607"/>
                  <a:pt x="637" y="615"/>
                  <a:pt x="632" y="617"/>
                </a:cubicBezTo>
                <a:cubicBezTo>
                  <a:pt x="575" y="644"/>
                  <a:pt x="557" y="653"/>
                  <a:pt x="540" y="659"/>
                </a:cubicBezTo>
                <a:cubicBezTo>
                  <a:pt x="479" y="687"/>
                  <a:pt x="471" y="684"/>
                  <a:pt x="462" y="691"/>
                </a:cubicBezTo>
                <a:cubicBezTo>
                  <a:pt x="418" y="713"/>
                  <a:pt x="415" y="715"/>
                  <a:pt x="412" y="717"/>
                </a:cubicBezTo>
                <a:cubicBezTo>
                  <a:pt x="381" y="734"/>
                  <a:pt x="377" y="737"/>
                  <a:pt x="373" y="740"/>
                </a:cubicBezTo>
                <a:cubicBezTo>
                  <a:pt x="385" y="720"/>
                  <a:pt x="404" y="707"/>
                  <a:pt x="421" y="696"/>
                </a:cubicBezTo>
                <a:cubicBezTo>
                  <a:pt x="473" y="672"/>
                  <a:pt x="478" y="677"/>
                  <a:pt x="484" y="670"/>
                </a:cubicBezTo>
                <a:cubicBezTo>
                  <a:pt x="519" y="657"/>
                  <a:pt x="524" y="659"/>
                  <a:pt x="529" y="654"/>
                </a:cubicBezTo>
                <a:cubicBezTo>
                  <a:pt x="603" y="622"/>
                  <a:pt x="611" y="619"/>
                  <a:pt x="619" y="615"/>
                </a:cubicBezTo>
                <a:cubicBezTo>
                  <a:pt x="667" y="570"/>
                  <a:pt x="677" y="568"/>
                  <a:pt x="675" y="564"/>
                </a:cubicBezTo>
                <a:cubicBezTo>
                  <a:pt x="719" y="542"/>
                  <a:pt x="725" y="539"/>
                  <a:pt x="730" y="537"/>
                </a:cubicBezTo>
                <a:cubicBezTo>
                  <a:pt x="742" y="527"/>
                  <a:pt x="737" y="530"/>
                  <a:pt x="732" y="533"/>
                </a:cubicBezTo>
                <a:cubicBezTo>
                  <a:pt x="706" y="538"/>
                  <a:pt x="703" y="542"/>
                  <a:pt x="700" y="544"/>
                </a:cubicBezTo>
                <a:cubicBezTo>
                  <a:pt x="637" y="575"/>
                  <a:pt x="629" y="578"/>
                  <a:pt x="622" y="585"/>
                </a:cubicBezTo>
                <a:cubicBezTo>
                  <a:pt x="557" y="616"/>
                  <a:pt x="550" y="611"/>
                  <a:pt x="543" y="615"/>
                </a:cubicBezTo>
                <a:cubicBezTo>
                  <a:pt x="514" y="623"/>
                  <a:pt x="507" y="625"/>
                  <a:pt x="499" y="630"/>
                </a:cubicBezTo>
                <a:cubicBezTo>
                  <a:pt x="469" y="641"/>
                  <a:pt x="463" y="637"/>
                  <a:pt x="455" y="644"/>
                </a:cubicBezTo>
                <a:cubicBezTo>
                  <a:pt x="432" y="653"/>
                  <a:pt x="426" y="659"/>
                  <a:pt x="422" y="658"/>
                </a:cubicBezTo>
                <a:cubicBezTo>
                  <a:pt x="410" y="660"/>
                  <a:pt x="410" y="653"/>
                  <a:pt x="416" y="648"/>
                </a:cubicBezTo>
                <a:cubicBezTo>
                  <a:pt x="439" y="640"/>
                  <a:pt x="445" y="628"/>
                  <a:pt x="447" y="633"/>
                </a:cubicBezTo>
                <a:cubicBezTo>
                  <a:pt x="502" y="611"/>
                  <a:pt x="513" y="606"/>
                  <a:pt x="523" y="605"/>
                </a:cubicBezTo>
                <a:cubicBezTo>
                  <a:pt x="597" y="583"/>
                  <a:pt x="606" y="581"/>
                  <a:pt x="615" y="576"/>
                </a:cubicBezTo>
                <a:cubicBezTo>
                  <a:pt x="655" y="561"/>
                  <a:pt x="660" y="548"/>
                  <a:pt x="663" y="553"/>
                </a:cubicBezTo>
                <a:cubicBezTo>
                  <a:pt x="715" y="530"/>
                  <a:pt x="721" y="528"/>
                  <a:pt x="727" y="527"/>
                </a:cubicBezTo>
                <a:cubicBezTo>
                  <a:pt x="736" y="512"/>
                  <a:pt x="727" y="524"/>
                  <a:pt x="720" y="520"/>
                </a:cubicBezTo>
                <a:cubicBezTo>
                  <a:pt x="677" y="533"/>
                  <a:pt x="673" y="536"/>
                  <a:pt x="668" y="537"/>
                </a:cubicBezTo>
                <a:cubicBezTo>
                  <a:pt x="603" y="571"/>
                  <a:pt x="600" y="575"/>
                  <a:pt x="598" y="573"/>
                </a:cubicBezTo>
                <a:cubicBezTo>
                  <a:pt x="555" y="592"/>
                  <a:pt x="552" y="588"/>
                  <a:pt x="549" y="589"/>
                </a:cubicBezTo>
                <a:cubicBezTo>
                  <a:pt x="507" y="600"/>
                  <a:pt x="504" y="601"/>
                  <a:pt x="501" y="601"/>
                </a:cubicBezTo>
                <a:cubicBezTo>
                  <a:pt x="462" y="618"/>
                  <a:pt x="456" y="620"/>
                  <a:pt x="449" y="622"/>
                </a:cubicBezTo>
                <a:cubicBezTo>
                  <a:pt x="427" y="627"/>
                  <a:pt x="429" y="624"/>
                  <a:pt x="432" y="622"/>
                </a:cubicBezTo>
                <a:cubicBezTo>
                  <a:pt x="464" y="601"/>
                  <a:pt x="476" y="596"/>
                  <a:pt x="488" y="594"/>
                </a:cubicBezTo>
                <a:cubicBezTo>
                  <a:pt x="519" y="583"/>
                  <a:pt x="522" y="582"/>
                  <a:pt x="525" y="584"/>
                </a:cubicBezTo>
                <a:cubicBezTo>
                  <a:pt x="550" y="574"/>
                  <a:pt x="557" y="572"/>
                  <a:pt x="563" y="571"/>
                </a:cubicBezTo>
                <a:cubicBezTo>
                  <a:pt x="588" y="560"/>
                  <a:pt x="594" y="562"/>
                  <a:pt x="600" y="559"/>
                </a:cubicBezTo>
                <a:cubicBezTo>
                  <a:pt x="645" y="537"/>
                  <a:pt x="651" y="541"/>
                  <a:pt x="657" y="535"/>
                </a:cubicBezTo>
                <a:cubicBezTo>
                  <a:pt x="670" y="528"/>
                  <a:pt x="672" y="530"/>
                  <a:pt x="671" y="528"/>
                </a:cubicBezTo>
                <a:cubicBezTo>
                  <a:pt x="707" y="510"/>
                  <a:pt x="711" y="502"/>
                  <a:pt x="714" y="502"/>
                </a:cubicBezTo>
                <a:cubicBezTo>
                  <a:pt x="729" y="486"/>
                  <a:pt x="743" y="485"/>
                  <a:pt x="736" y="481"/>
                </a:cubicBezTo>
                <a:cubicBezTo>
                  <a:pt x="686" y="515"/>
                  <a:pt x="684" y="515"/>
                  <a:pt x="682" y="515"/>
                </a:cubicBezTo>
                <a:cubicBezTo>
                  <a:pt x="660" y="525"/>
                  <a:pt x="654" y="529"/>
                  <a:pt x="648" y="532"/>
                </a:cubicBezTo>
                <a:cubicBezTo>
                  <a:pt x="622" y="542"/>
                  <a:pt x="616" y="542"/>
                  <a:pt x="609" y="548"/>
                </a:cubicBezTo>
                <a:cubicBezTo>
                  <a:pt x="569" y="562"/>
                  <a:pt x="566" y="558"/>
                  <a:pt x="563" y="561"/>
                </a:cubicBezTo>
                <a:cubicBezTo>
                  <a:pt x="541" y="567"/>
                  <a:pt x="537" y="572"/>
                  <a:pt x="535" y="570"/>
                </a:cubicBezTo>
                <a:cubicBezTo>
                  <a:pt x="474" y="591"/>
                  <a:pt x="469" y="587"/>
                  <a:pt x="462" y="592"/>
                </a:cubicBezTo>
                <a:cubicBezTo>
                  <a:pt x="459" y="582"/>
                  <a:pt x="465" y="573"/>
                  <a:pt x="468" y="576"/>
                </a:cubicBezTo>
                <a:cubicBezTo>
                  <a:pt x="497" y="562"/>
                  <a:pt x="501" y="567"/>
                  <a:pt x="506" y="564"/>
                </a:cubicBezTo>
                <a:cubicBezTo>
                  <a:pt x="546" y="554"/>
                  <a:pt x="550" y="555"/>
                  <a:pt x="555" y="550"/>
                </a:cubicBezTo>
                <a:cubicBezTo>
                  <a:pt x="621" y="530"/>
                  <a:pt x="639" y="521"/>
                  <a:pt x="656" y="514"/>
                </a:cubicBezTo>
                <a:cubicBezTo>
                  <a:pt x="724" y="468"/>
                  <a:pt x="727" y="472"/>
                  <a:pt x="731" y="467"/>
                </a:cubicBezTo>
                <a:cubicBezTo>
                  <a:pt x="698" y="479"/>
                  <a:pt x="675" y="497"/>
                  <a:pt x="653" y="506"/>
                </a:cubicBezTo>
                <a:cubicBezTo>
                  <a:pt x="569" y="540"/>
                  <a:pt x="564" y="539"/>
                  <a:pt x="557" y="543"/>
                </a:cubicBezTo>
                <a:cubicBezTo>
                  <a:pt x="520" y="547"/>
                  <a:pt x="515" y="554"/>
                  <a:pt x="512" y="552"/>
                </a:cubicBezTo>
                <a:cubicBezTo>
                  <a:pt x="473" y="562"/>
                  <a:pt x="469" y="568"/>
                  <a:pt x="466" y="563"/>
                </a:cubicBezTo>
                <a:cubicBezTo>
                  <a:pt x="498" y="545"/>
                  <a:pt x="497" y="541"/>
                  <a:pt x="502" y="539"/>
                </a:cubicBezTo>
                <a:cubicBezTo>
                  <a:pt x="563" y="520"/>
                  <a:pt x="573" y="516"/>
                  <a:pt x="581" y="519"/>
                </a:cubicBezTo>
                <a:cubicBezTo>
                  <a:pt x="612" y="506"/>
                  <a:pt x="616" y="505"/>
                  <a:pt x="619" y="506"/>
                </a:cubicBezTo>
                <a:cubicBezTo>
                  <a:pt x="736" y="443"/>
                  <a:pt x="752" y="427"/>
                  <a:pt x="767" y="422"/>
                </a:cubicBezTo>
                <a:cubicBezTo>
                  <a:pt x="792" y="398"/>
                  <a:pt x="801" y="398"/>
                  <a:pt x="799" y="388"/>
                </a:cubicBezTo>
                <a:cubicBezTo>
                  <a:pt x="779" y="406"/>
                  <a:pt x="773" y="410"/>
                  <a:pt x="771" y="411"/>
                </a:cubicBezTo>
                <a:cubicBezTo>
                  <a:pt x="764" y="417"/>
                  <a:pt x="760" y="419"/>
                  <a:pt x="757" y="421"/>
                </a:cubicBezTo>
                <a:cubicBezTo>
                  <a:pt x="698" y="461"/>
                  <a:pt x="694" y="459"/>
                  <a:pt x="692" y="461"/>
                </a:cubicBezTo>
                <a:cubicBezTo>
                  <a:pt x="645" y="481"/>
                  <a:pt x="642" y="485"/>
                  <a:pt x="639" y="487"/>
                </a:cubicBezTo>
                <a:cubicBezTo>
                  <a:pt x="607" y="499"/>
                  <a:pt x="602" y="499"/>
                  <a:pt x="597" y="503"/>
                </a:cubicBezTo>
                <a:cubicBezTo>
                  <a:pt x="580" y="505"/>
                  <a:pt x="572" y="510"/>
                  <a:pt x="564" y="509"/>
                </a:cubicBezTo>
                <a:cubicBezTo>
                  <a:pt x="507" y="529"/>
                  <a:pt x="504" y="529"/>
                  <a:pt x="501" y="530"/>
                </a:cubicBezTo>
                <a:cubicBezTo>
                  <a:pt x="511" y="516"/>
                  <a:pt x="516" y="516"/>
                  <a:pt x="521" y="510"/>
                </a:cubicBezTo>
                <a:cubicBezTo>
                  <a:pt x="560" y="498"/>
                  <a:pt x="569" y="498"/>
                  <a:pt x="580" y="493"/>
                </a:cubicBezTo>
                <a:cubicBezTo>
                  <a:pt x="646" y="472"/>
                  <a:pt x="652" y="467"/>
                  <a:pt x="658" y="468"/>
                </a:cubicBezTo>
                <a:cubicBezTo>
                  <a:pt x="762" y="408"/>
                  <a:pt x="771" y="401"/>
                  <a:pt x="780" y="395"/>
                </a:cubicBezTo>
                <a:cubicBezTo>
                  <a:pt x="794" y="385"/>
                  <a:pt x="799" y="381"/>
                  <a:pt x="804" y="378"/>
                </a:cubicBezTo>
                <a:cubicBezTo>
                  <a:pt x="816" y="362"/>
                  <a:pt x="807" y="368"/>
                  <a:pt x="799" y="374"/>
                </a:cubicBezTo>
                <a:cubicBezTo>
                  <a:pt x="785" y="381"/>
                  <a:pt x="780" y="387"/>
                  <a:pt x="777" y="392"/>
                </a:cubicBezTo>
                <a:cubicBezTo>
                  <a:pt x="741" y="412"/>
                  <a:pt x="732" y="416"/>
                  <a:pt x="722" y="424"/>
                </a:cubicBezTo>
                <a:cubicBezTo>
                  <a:pt x="700" y="442"/>
                  <a:pt x="692" y="439"/>
                  <a:pt x="689" y="441"/>
                </a:cubicBezTo>
                <a:cubicBezTo>
                  <a:pt x="614" y="471"/>
                  <a:pt x="613" y="473"/>
                  <a:pt x="607" y="476"/>
                </a:cubicBezTo>
                <a:cubicBezTo>
                  <a:pt x="566" y="485"/>
                  <a:pt x="556" y="494"/>
                  <a:pt x="549" y="491"/>
                </a:cubicBezTo>
                <a:cubicBezTo>
                  <a:pt x="513" y="502"/>
                  <a:pt x="508" y="511"/>
                  <a:pt x="505" y="508"/>
                </a:cubicBezTo>
                <a:cubicBezTo>
                  <a:pt x="524" y="490"/>
                  <a:pt x="526" y="487"/>
                  <a:pt x="528" y="486"/>
                </a:cubicBezTo>
                <a:cubicBezTo>
                  <a:pt x="546" y="478"/>
                  <a:pt x="555" y="473"/>
                  <a:pt x="564" y="467"/>
                </a:cubicBezTo>
                <a:cubicBezTo>
                  <a:pt x="585" y="466"/>
                  <a:pt x="592" y="460"/>
                  <a:pt x="598" y="460"/>
                </a:cubicBezTo>
                <a:cubicBezTo>
                  <a:pt x="650" y="440"/>
                  <a:pt x="653" y="444"/>
                  <a:pt x="657" y="440"/>
                </a:cubicBezTo>
                <a:cubicBezTo>
                  <a:pt x="729" y="408"/>
                  <a:pt x="743" y="399"/>
                  <a:pt x="758" y="389"/>
                </a:cubicBezTo>
                <a:cubicBezTo>
                  <a:pt x="794" y="357"/>
                  <a:pt x="790" y="359"/>
                  <a:pt x="778" y="369"/>
                </a:cubicBezTo>
                <a:cubicBezTo>
                  <a:pt x="742" y="393"/>
                  <a:pt x="737" y="396"/>
                  <a:pt x="732" y="400"/>
                </a:cubicBezTo>
                <a:cubicBezTo>
                  <a:pt x="693" y="417"/>
                  <a:pt x="690" y="418"/>
                  <a:pt x="687" y="420"/>
                </a:cubicBezTo>
                <a:cubicBezTo>
                  <a:pt x="629" y="438"/>
                  <a:pt x="622" y="447"/>
                  <a:pt x="618" y="443"/>
                </a:cubicBezTo>
                <a:cubicBezTo>
                  <a:pt x="587" y="455"/>
                  <a:pt x="575" y="459"/>
                  <a:pt x="564" y="457"/>
                </a:cubicBezTo>
                <a:cubicBezTo>
                  <a:pt x="544" y="467"/>
                  <a:pt x="539" y="470"/>
                  <a:pt x="534" y="470"/>
                </a:cubicBezTo>
                <a:cubicBezTo>
                  <a:pt x="590" y="434"/>
                  <a:pt x="594" y="439"/>
                  <a:pt x="599" y="435"/>
                </a:cubicBezTo>
                <a:cubicBezTo>
                  <a:pt x="658" y="416"/>
                  <a:pt x="669" y="411"/>
                  <a:pt x="679" y="409"/>
                </a:cubicBezTo>
                <a:cubicBezTo>
                  <a:pt x="766" y="359"/>
                  <a:pt x="770" y="356"/>
                  <a:pt x="786" y="346"/>
                </a:cubicBezTo>
                <a:cubicBezTo>
                  <a:pt x="788" y="337"/>
                  <a:pt x="773" y="348"/>
                  <a:pt x="758" y="359"/>
                </a:cubicBezTo>
                <a:cubicBezTo>
                  <a:pt x="666" y="405"/>
                  <a:pt x="659" y="405"/>
                  <a:pt x="650" y="410"/>
                </a:cubicBezTo>
                <a:cubicBezTo>
                  <a:pt x="579" y="427"/>
                  <a:pt x="571" y="435"/>
                  <a:pt x="566" y="429"/>
                </a:cubicBezTo>
                <a:cubicBezTo>
                  <a:pt x="586" y="418"/>
                  <a:pt x="591" y="422"/>
                  <a:pt x="597" y="419"/>
                </a:cubicBezTo>
                <a:cubicBezTo>
                  <a:pt x="623" y="411"/>
                  <a:pt x="627" y="405"/>
                  <a:pt x="629" y="408"/>
                </a:cubicBezTo>
                <a:cubicBezTo>
                  <a:pt x="674" y="391"/>
                  <a:pt x="674" y="383"/>
                  <a:pt x="679" y="385"/>
                </a:cubicBezTo>
                <a:cubicBezTo>
                  <a:pt x="709" y="372"/>
                  <a:pt x="714" y="369"/>
                  <a:pt x="719" y="365"/>
                </a:cubicBezTo>
                <a:cubicBezTo>
                  <a:pt x="790" y="326"/>
                  <a:pt x="800" y="319"/>
                  <a:pt x="808" y="316"/>
                </a:cubicBezTo>
                <a:cubicBezTo>
                  <a:pt x="851" y="294"/>
                  <a:pt x="848" y="291"/>
                  <a:pt x="852" y="289"/>
                </a:cubicBezTo>
                <a:cubicBezTo>
                  <a:pt x="847" y="287"/>
                  <a:pt x="848" y="290"/>
                  <a:pt x="845" y="292"/>
                </a:cubicBezTo>
                <a:cubicBezTo>
                  <a:pt x="796" y="312"/>
                  <a:pt x="785" y="320"/>
                  <a:pt x="775" y="325"/>
                </a:cubicBezTo>
                <a:cubicBezTo>
                  <a:pt x="686" y="371"/>
                  <a:pt x="681" y="378"/>
                  <a:pt x="677" y="376"/>
                </a:cubicBezTo>
                <a:cubicBezTo>
                  <a:pt x="647" y="386"/>
                  <a:pt x="644" y="390"/>
                  <a:pt x="642" y="391"/>
                </a:cubicBezTo>
                <a:cubicBezTo>
                  <a:pt x="602" y="407"/>
                  <a:pt x="598" y="406"/>
                  <a:pt x="593" y="409"/>
                </a:cubicBezTo>
                <a:cubicBezTo>
                  <a:pt x="585" y="406"/>
                  <a:pt x="586" y="411"/>
                  <a:pt x="589" y="407"/>
                </a:cubicBezTo>
                <a:cubicBezTo>
                  <a:pt x="637" y="379"/>
                  <a:pt x="661" y="368"/>
                  <a:pt x="684" y="361"/>
                </a:cubicBezTo>
                <a:cubicBezTo>
                  <a:pt x="714" y="348"/>
                  <a:pt x="717" y="344"/>
                  <a:pt x="720" y="343"/>
                </a:cubicBezTo>
                <a:cubicBezTo>
                  <a:pt x="761" y="318"/>
                  <a:pt x="780" y="313"/>
                  <a:pt x="794" y="303"/>
                </a:cubicBezTo>
                <a:cubicBezTo>
                  <a:pt x="837" y="288"/>
                  <a:pt x="847" y="283"/>
                  <a:pt x="845" y="279"/>
                </a:cubicBezTo>
                <a:cubicBezTo>
                  <a:pt x="748" y="324"/>
                  <a:pt x="743" y="322"/>
                  <a:pt x="738" y="327"/>
                </a:cubicBezTo>
                <a:cubicBezTo>
                  <a:pt x="712" y="340"/>
                  <a:pt x="702" y="341"/>
                  <a:pt x="692" y="348"/>
                </a:cubicBezTo>
                <a:cubicBezTo>
                  <a:pt x="671" y="360"/>
                  <a:pt x="667" y="355"/>
                  <a:pt x="661" y="360"/>
                </a:cubicBezTo>
                <a:cubicBezTo>
                  <a:pt x="628" y="371"/>
                  <a:pt x="625" y="375"/>
                  <a:pt x="623" y="373"/>
                </a:cubicBezTo>
                <a:cubicBezTo>
                  <a:pt x="602" y="380"/>
                  <a:pt x="603" y="375"/>
                  <a:pt x="608" y="379"/>
                </a:cubicBezTo>
                <a:cubicBezTo>
                  <a:pt x="635" y="363"/>
                  <a:pt x="640" y="358"/>
                  <a:pt x="645" y="355"/>
                </a:cubicBezTo>
                <a:cubicBezTo>
                  <a:pt x="690" y="337"/>
                  <a:pt x="695" y="339"/>
                  <a:pt x="702" y="336"/>
                </a:cubicBezTo>
                <a:cubicBezTo>
                  <a:pt x="778" y="299"/>
                  <a:pt x="789" y="291"/>
                  <a:pt x="800" y="284"/>
                </a:cubicBezTo>
                <a:cubicBezTo>
                  <a:pt x="823" y="265"/>
                  <a:pt x="817" y="270"/>
                  <a:pt x="810" y="275"/>
                </a:cubicBezTo>
                <a:cubicBezTo>
                  <a:pt x="745" y="308"/>
                  <a:pt x="744" y="312"/>
                  <a:pt x="735" y="317"/>
                </a:cubicBezTo>
                <a:cubicBezTo>
                  <a:pt x="706" y="325"/>
                  <a:pt x="698" y="329"/>
                  <a:pt x="692" y="328"/>
                </a:cubicBezTo>
                <a:cubicBezTo>
                  <a:pt x="631" y="353"/>
                  <a:pt x="625" y="359"/>
                  <a:pt x="621" y="355"/>
                </a:cubicBezTo>
                <a:cubicBezTo>
                  <a:pt x="645" y="341"/>
                  <a:pt x="649" y="339"/>
                  <a:pt x="654" y="336"/>
                </a:cubicBezTo>
                <a:cubicBezTo>
                  <a:pt x="697" y="321"/>
                  <a:pt x="705" y="316"/>
                  <a:pt x="713" y="313"/>
                </a:cubicBezTo>
                <a:cubicBezTo>
                  <a:pt x="745" y="297"/>
                  <a:pt x="753" y="295"/>
                  <a:pt x="761" y="291"/>
                </a:cubicBezTo>
                <a:cubicBezTo>
                  <a:pt x="803" y="262"/>
                  <a:pt x="807" y="264"/>
                  <a:pt x="806" y="261"/>
                </a:cubicBezTo>
                <a:cubicBezTo>
                  <a:pt x="839" y="233"/>
                  <a:pt x="843" y="230"/>
                  <a:pt x="847" y="226"/>
                </a:cubicBezTo>
                <a:cubicBezTo>
                  <a:pt x="796" y="261"/>
                  <a:pt x="788" y="266"/>
                  <a:pt x="779" y="272"/>
                </a:cubicBezTo>
                <a:cubicBezTo>
                  <a:pt x="668" y="319"/>
                  <a:pt x="661" y="325"/>
                  <a:pt x="655" y="325"/>
                </a:cubicBezTo>
                <a:cubicBezTo>
                  <a:pt x="643" y="332"/>
                  <a:pt x="643" y="326"/>
                  <a:pt x="646" y="322"/>
                </a:cubicBezTo>
                <a:cubicBezTo>
                  <a:pt x="668" y="316"/>
                  <a:pt x="674" y="313"/>
                  <a:pt x="679" y="313"/>
                </a:cubicBezTo>
                <a:cubicBezTo>
                  <a:pt x="789" y="253"/>
                  <a:pt x="800" y="245"/>
                  <a:pt x="811" y="238"/>
                </a:cubicBezTo>
                <a:cubicBezTo>
                  <a:pt x="830" y="217"/>
                  <a:pt x="839" y="215"/>
                  <a:pt x="836" y="212"/>
                </a:cubicBezTo>
                <a:cubicBezTo>
                  <a:pt x="826" y="221"/>
                  <a:pt x="818" y="219"/>
                  <a:pt x="815" y="227"/>
                </a:cubicBezTo>
                <a:cubicBezTo>
                  <a:pt x="759" y="262"/>
                  <a:pt x="739" y="275"/>
                  <a:pt x="719" y="284"/>
                </a:cubicBezTo>
                <a:cubicBezTo>
                  <a:pt x="673" y="305"/>
                  <a:pt x="671" y="306"/>
                  <a:pt x="668" y="306"/>
                </a:cubicBezTo>
                <a:cubicBezTo>
                  <a:pt x="711" y="282"/>
                  <a:pt x="719" y="273"/>
                  <a:pt x="727" y="271"/>
                </a:cubicBezTo>
                <a:cubicBezTo>
                  <a:pt x="797" y="226"/>
                  <a:pt x="805" y="220"/>
                  <a:pt x="813" y="214"/>
                </a:cubicBezTo>
                <a:cubicBezTo>
                  <a:pt x="850" y="175"/>
                  <a:pt x="861" y="172"/>
                  <a:pt x="859" y="168"/>
                </a:cubicBezTo>
                <a:close/>
                <a:moveTo>
                  <a:pt x="743" y="232"/>
                </a:moveTo>
                <a:cubicBezTo>
                  <a:pt x="748" y="239"/>
                  <a:pt x="733" y="238"/>
                  <a:pt x="728" y="246"/>
                </a:cubicBezTo>
                <a:cubicBezTo>
                  <a:pt x="725" y="238"/>
                  <a:pt x="737" y="240"/>
                  <a:pt x="743" y="232"/>
                </a:cubicBezTo>
                <a:close/>
                <a:moveTo>
                  <a:pt x="723" y="245"/>
                </a:moveTo>
                <a:cubicBezTo>
                  <a:pt x="723" y="251"/>
                  <a:pt x="713" y="252"/>
                  <a:pt x="710" y="254"/>
                </a:cubicBezTo>
                <a:cubicBezTo>
                  <a:pt x="709" y="248"/>
                  <a:pt x="719" y="247"/>
                  <a:pt x="723" y="245"/>
                </a:cubicBezTo>
                <a:close/>
                <a:moveTo>
                  <a:pt x="265" y="659"/>
                </a:moveTo>
                <a:cubicBezTo>
                  <a:pt x="262" y="656"/>
                  <a:pt x="263" y="654"/>
                  <a:pt x="262" y="651"/>
                </a:cubicBezTo>
                <a:cubicBezTo>
                  <a:pt x="260" y="649"/>
                  <a:pt x="256" y="646"/>
                  <a:pt x="259" y="644"/>
                </a:cubicBezTo>
                <a:cubicBezTo>
                  <a:pt x="256" y="643"/>
                  <a:pt x="254" y="641"/>
                  <a:pt x="252" y="638"/>
                </a:cubicBezTo>
                <a:cubicBezTo>
                  <a:pt x="252" y="636"/>
                  <a:pt x="252" y="634"/>
                  <a:pt x="250" y="635"/>
                </a:cubicBezTo>
                <a:cubicBezTo>
                  <a:pt x="248" y="631"/>
                  <a:pt x="248" y="627"/>
                  <a:pt x="243" y="623"/>
                </a:cubicBezTo>
                <a:cubicBezTo>
                  <a:pt x="245" y="617"/>
                  <a:pt x="243" y="617"/>
                  <a:pt x="239" y="613"/>
                </a:cubicBezTo>
                <a:cubicBezTo>
                  <a:pt x="241" y="610"/>
                  <a:pt x="236" y="605"/>
                  <a:pt x="236" y="601"/>
                </a:cubicBezTo>
                <a:cubicBezTo>
                  <a:pt x="231" y="592"/>
                  <a:pt x="230" y="592"/>
                  <a:pt x="223" y="581"/>
                </a:cubicBezTo>
                <a:cubicBezTo>
                  <a:pt x="215" y="572"/>
                  <a:pt x="216" y="564"/>
                  <a:pt x="207" y="555"/>
                </a:cubicBezTo>
                <a:cubicBezTo>
                  <a:pt x="203" y="545"/>
                  <a:pt x="204" y="543"/>
                  <a:pt x="195" y="532"/>
                </a:cubicBezTo>
                <a:cubicBezTo>
                  <a:pt x="199" y="528"/>
                  <a:pt x="191" y="523"/>
                  <a:pt x="193" y="519"/>
                </a:cubicBezTo>
                <a:cubicBezTo>
                  <a:pt x="188" y="514"/>
                  <a:pt x="192" y="510"/>
                  <a:pt x="188" y="505"/>
                </a:cubicBezTo>
                <a:cubicBezTo>
                  <a:pt x="187" y="496"/>
                  <a:pt x="184" y="487"/>
                  <a:pt x="181" y="478"/>
                </a:cubicBezTo>
                <a:cubicBezTo>
                  <a:pt x="189" y="478"/>
                  <a:pt x="185" y="488"/>
                  <a:pt x="189" y="492"/>
                </a:cubicBezTo>
                <a:cubicBezTo>
                  <a:pt x="191" y="498"/>
                  <a:pt x="194" y="504"/>
                  <a:pt x="193" y="509"/>
                </a:cubicBezTo>
                <a:cubicBezTo>
                  <a:pt x="200" y="517"/>
                  <a:pt x="199" y="523"/>
                  <a:pt x="207" y="531"/>
                </a:cubicBezTo>
                <a:cubicBezTo>
                  <a:pt x="210" y="535"/>
                  <a:pt x="208" y="538"/>
                  <a:pt x="209" y="541"/>
                </a:cubicBezTo>
                <a:cubicBezTo>
                  <a:pt x="213" y="542"/>
                  <a:pt x="214" y="546"/>
                  <a:pt x="213" y="549"/>
                </a:cubicBezTo>
                <a:cubicBezTo>
                  <a:pt x="220" y="554"/>
                  <a:pt x="218" y="557"/>
                  <a:pt x="224" y="565"/>
                </a:cubicBezTo>
                <a:cubicBezTo>
                  <a:pt x="227" y="574"/>
                  <a:pt x="233" y="584"/>
                  <a:pt x="237" y="593"/>
                </a:cubicBezTo>
                <a:cubicBezTo>
                  <a:pt x="239" y="596"/>
                  <a:pt x="241" y="598"/>
                  <a:pt x="243" y="601"/>
                </a:cubicBezTo>
                <a:cubicBezTo>
                  <a:pt x="243" y="603"/>
                  <a:pt x="243" y="605"/>
                  <a:pt x="245" y="604"/>
                </a:cubicBezTo>
                <a:cubicBezTo>
                  <a:pt x="246" y="609"/>
                  <a:pt x="245" y="613"/>
                  <a:pt x="250" y="618"/>
                </a:cubicBezTo>
                <a:cubicBezTo>
                  <a:pt x="253" y="627"/>
                  <a:pt x="261" y="637"/>
                  <a:pt x="263" y="646"/>
                </a:cubicBezTo>
                <a:cubicBezTo>
                  <a:pt x="271" y="655"/>
                  <a:pt x="270" y="664"/>
                  <a:pt x="275" y="673"/>
                </a:cubicBezTo>
                <a:cubicBezTo>
                  <a:pt x="268" y="673"/>
                  <a:pt x="271" y="663"/>
                  <a:pt x="265" y="659"/>
                </a:cubicBezTo>
                <a:close/>
                <a:moveTo>
                  <a:pt x="279" y="685"/>
                </a:moveTo>
                <a:cubicBezTo>
                  <a:pt x="279" y="692"/>
                  <a:pt x="278" y="682"/>
                  <a:pt x="274" y="679"/>
                </a:cubicBezTo>
                <a:cubicBezTo>
                  <a:pt x="273" y="676"/>
                  <a:pt x="276" y="678"/>
                  <a:pt x="277" y="679"/>
                </a:cubicBezTo>
                <a:cubicBezTo>
                  <a:pt x="278" y="681"/>
                  <a:pt x="279" y="683"/>
                  <a:pt x="281" y="684"/>
                </a:cubicBezTo>
                <a:cubicBezTo>
                  <a:pt x="280" y="685"/>
                  <a:pt x="280" y="685"/>
                  <a:pt x="279" y="685"/>
                </a:cubicBezTo>
                <a:close/>
                <a:moveTo>
                  <a:pt x="166" y="634"/>
                </a:moveTo>
                <a:cubicBezTo>
                  <a:pt x="162" y="637"/>
                  <a:pt x="166" y="630"/>
                  <a:pt x="161" y="628"/>
                </a:cubicBezTo>
                <a:cubicBezTo>
                  <a:pt x="168" y="628"/>
                  <a:pt x="168" y="638"/>
                  <a:pt x="172" y="642"/>
                </a:cubicBezTo>
                <a:cubicBezTo>
                  <a:pt x="168" y="645"/>
                  <a:pt x="166" y="636"/>
                  <a:pt x="166" y="634"/>
                </a:cubicBezTo>
                <a:close/>
                <a:moveTo>
                  <a:pt x="192" y="691"/>
                </a:moveTo>
                <a:cubicBezTo>
                  <a:pt x="192" y="690"/>
                  <a:pt x="191" y="690"/>
                  <a:pt x="190" y="691"/>
                </a:cubicBezTo>
                <a:cubicBezTo>
                  <a:pt x="187" y="685"/>
                  <a:pt x="184" y="679"/>
                  <a:pt x="184" y="673"/>
                </a:cubicBezTo>
                <a:cubicBezTo>
                  <a:pt x="190" y="669"/>
                  <a:pt x="184" y="681"/>
                  <a:pt x="189" y="677"/>
                </a:cubicBezTo>
                <a:cubicBezTo>
                  <a:pt x="189" y="682"/>
                  <a:pt x="193" y="688"/>
                  <a:pt x="194" y="693"/>
                </a:cubicBezTo>
                <a:cubicBezTo>
                  <a:pt x="195" y="695"/>
                  <a:pt x="196" y="696"/>
                  <a:pt x="197" y="698"/>
                </a:cubicBezTo>
                <a:cubicBezTo>
                  <a:pt x="200" y="705"/>
                  <a:pt x="188" y="693"/>
                  <a:pt x="192" y="691"/>
                </a:cubicBezTo>
                <a:close/>
                <a:moveTo>
                  <a:pt x="259" y="828"/>
                </a:moveTo>
                <a:cubicBezTo>
                  <a:pt x="258" y="824"/>
                  <a:pt x="255" y="820"/>
                  <a:pt x="256" y="817"/>
                </a:cubicBezTo>
                <a:cubicBezTo>
                  <a:pt x="247" y="810"/>
                  <a:pt x="247" y="797"/>
                  <a:pt x="241" y="789"/>
                </a:cubicBezTo>
                <a:cubicBezTo>
                  <a:pt x="233" y="777"/>
                  <a:pt x="228" y="766"/>
                  <a:pt x="224" y="755"/>
                </a:cubicBezTo>
                <a:cubicBezTo>
                  <a:pt x="220" y="751"/>
                  <a:pt x="217" y="746"/>
                  <a:pt x="214" y="742"/>
                </a:cubicBezTo>
                <a:cubicBezTo>
                  <a:pt x="212" y="737"/>
                  <a:pt x="211" y="732"/>
                  <a:pt x="208" y="727"/>
                </a:cubicBezTo>
                <a:cubicBezTo>
                  <a:pt x="206" y="724"/>
                  <a:pt x="208" y="722"/>
                  <a:pt x="205" y="719"/>
                </a:cubicBezTo>
                <a:cubicBezTo>
                  <a:pt x="202" y="720"/>
                  <a:pt x="204" y="715"/>
                  <a:pt x="201" y="717"/>
                </a:cubicBezTo>
                <a:cubicBezTo>
                  <a:pt x="203" y="712"/>
                  <a:pt x="194" y="705"/>
                  <a:pt x="199" y="701"/>
                </a:cubicBezTo>
                <a:cubicBezTo>
                  <a:pt x="207" y="710"/>
                  <a:pt x="207" y="720"/>
                  <a:pt x="217" y="725"/>
                </a:cubicBezTo>
                <a:cubicBezTo>
                  <a:pt x="214" y="728"/>
                  <a:pt x="222" y="733"/>
                  <a:pt x="220" y="736"/>
                </a:cubicBezTo>
                <a:cubicBezTo>
                  <a:pt x="220" y="739"/>
                  <a:pt x="227" y="743"/>
                  <a:pt x="224" y="745"/>
                </a:cubicBezTo>
                <a:cubicBezTo>
                  <a:pt x="228" y="751"/>
                  <a:pt x="231" y="757"/>
                  <a:pt x="232" y="763"/>
                </a:cubicBezTo>
                <a:cubicBezTo>
                  <a:pt x="242" y="777"/>
                  <a:pt x="242" y="783"/>
                  <a:pt x="252" y="798"/>
                </a:cubicBezTo>
                <a:cubicBezTo>
                  <a:pt x="255" y="807"/>
                  <a:pt x="256" y="808"/>
                  <a:pt x="261" y="817"/>
                </a:cubicBezTo>
                <a:cubicBezTo>
                  <a:pt x="258" y="822"/>
                  <a:pt x="264" y="829"/>
                  <a:pt x="265" y="836"/>
                </a:cubicBezTo>
                <a:cubicBezTo>
                  <a:pt x="259" y="838"/>
                  <a:pt x="262" y="830"/>
                  <a:pt x="259" y="828"/>
                </a:cubicBezTo>
                <a:close/>
                <a:moveTo>
                  <a:pt x="195" y="1053"/>
                </a:moveTo>
                <a:cubicBezTo>
                  <a:pt x="187" y="1053"/>
                  <a:pt x="194" y="1042"/>
                  <a:pt x="195" y="1053"/>
                </a:cubicBezTo>
                <a:close/>
                <a:moveTo>
                  <a:pt x="139" y="1162"/>
                </a:moveTo>
                <a:cubicBezTo>
                  <a:pt x="139" y="1162"/>
                  <a:pt x="135" y="1161"/>
                  <a:pt x="135" y="1160"/>
                </a:cubicBezTo>
                <a:cubicBezTo>
                  <a:pt x="135" y="1160"/>
                  <a:pt x="137" y="1159"/>
                  <a:pt x="137" y="1159"/>
                </a:cubicBezTo>
                <a:cubicBezTo>
                  <a:pt x="135" y="1156"/>
                  <a:pt x="134" y="1152"/>
                  <a:pt x="136" y="1155"/>
                </a:cubicBezTo>
                <a:cubicBezTo>
                  <a:pt x="138" y="1157"/>
                  <a:pt x="136" y="1158"/>
                  <a:pt x="137" y="1159"/>
                </a:cubicBezTo>
                <a:cubicBezTo>
                  <a:pt x="137" y="1159"/>
                  <a:pt x="146" y="1164"/>
                  <a:pt x="139" y="1162"/>
                </a:cubicBezTo>
                <a:close/>
                <a:moveTo>
                  <a:pt x="157" y="1194"/>
                </a:moveTo>
                <a:cubicBezTo>
                  <a:pt x="156" y="1188"/>
                  <a:pt x="151" y="1181"/>
                  <a:pt x="146" y="1175"/>
                </a:cubicBezTo>
                <a:cubicBezTo>
                  <a:pt x="148" y="1173"/>
                  <a:pt x="150" y="1179"/>
                  <a:pt x="153" y="1177"/>
                </a:cubicBezTo>
                <a:cubicBezTo>
                  <a:pt x="149" y="1182"/>
                  <a:pt x="165" y="1190"/>
                  <a:pt x="157" y="1194"/>
                </a:cubicBezTo>
                <a:close/>
                <a:moveTo>
                  <a:pt x="160" y="1194"/>
                </a:moveTo>
                <a:cubicBezTo>
                  <a:pt x="165" y="1194"/>
                  <a:pt x="164" y="1204"/>
                  <a:pt x="167" y="1208"/>
                </a:cubicBezTo>
                <a:cubicBezTo>
                  <a:pt x="161" y="1208"/>
                  <a:pt x="161" y="1198"/>
                  <a:pt x="160" y="1194"/>
                </a:cubicBezTo>
                <a:close/>
                <a:moveTo>
                  <a:pt x="120" y="1272"/>
                </a:moveTo>
                <a:cubicBezTo>
                  <a:pt x="122" y="1271"/>
                  <a:pt x="129" y="1274"/>
                  <a:pt x="125" y="1275"/>
                </a:cubicBezTo>
                <a:cubicBezTo>
                  <a:pt x="136" y="1289"/>
                  <a:pt x="127" y="1283"/>
                  <a:pt x="120" y="1272"/>
                </a:cubicBezTo>
                <a:close/>
                <a:moveTo>
                  <a:pt x="25" y="1215"/>
                </a:moveTo>
                <a:cubicBezTo>
                  <a:pt x="26" y="1214"/>
                  <a:pt x="27" y="1214"/>
                  <a:pt x="28" y="1213"/>
                </a:cubicBezTo>
                <a:cubicBezTo>
                  <a:pt x="29" y="1214"/>
                  <a:pt x="31" y="1216"/>
                  <a:pt x="32" y="1218"/>
                </a:cubicBezTo>
                <a:cubicBezTo>
                  <a:pt x="31" y="1218"/>
                  <a:pt x="30" y="1219"/>
                  <a:pt x="29" y="1220"/>
                </a:cubicBezTo>
                <a:cubicBezTo>
                  <a:pt x="27" y="1218"/>
                  <a:pt x="26" y="1217"/>
                  <a:pt x="25" y="1215"/>
                </a:cubicBezTo>
                <a:close/>
                <a:moveTo>
                  <a:pt x="121" y="1375"/>
                </a:moveTo>
                <a:cubicBezTo>
                  <a:pt x="117" y="1370"/>
                  <a:pt x="114" y="1365"/>
                  <a:pt x="110" y="1360"/>
                </a:cubicBezTo>
                <a:cubicBezTo>
                  <a:pt x="113" y="1358"/>
                  <a:pt x="116" y="1360"/>
                  <a:pt x="118" y="1364"/>
                </a:cubicBezTo>
                <a:cubicBezTo>
                  <a:pt x="122" y="1365"/>
                  <a:pt x="127" y="1372"/>
                  <a:pt x="121" y="1375"/>
                </a:cubicBezTo>
                <a:close/>
                <a:moveTo>
                  <a:pt x="156" y="1400"/>
                </a:moveTo>
                <a:cubicBezTo>
                  <a:pt x="154" y="1401"/>
                  <a:pt x="156" y="1399"/>
                  <a:pt x="154" y="1397"/>
                </a:cubicBezTo>
                <a:cubicBezTo>
                  <a:pt x="129" y="1364"/>
                  <a:pt x="125" y="1355"/>
                  <a:pt x="120" y="1353"/>
                </a:cubicBezTo>
                <a:cubicBezTo>
                  <a:pt x="103" y="1335"/>
                  <a:pt x="105" y="1329"/>
                  <a:pt x="98" y="1330"/>
                </a:cubicBezTo>
                <a:cubicBezTo>
                  <a:pt x="80" y="1305"/>
                  <a:pt x="82" y="1304"/>
                  <a:pt x="82" y="1304"/>
                </a:cubicBezTo>
                <a:cubicBezTo>
                  <a:pt x="72" y="1293"/>
                  <a:pt x="73" y="1290"/>
                  <a:pt x="72" y="1290"/>
                </a:cubicBezTo>
                <a:cubicBezTo>
                  <a:pt x="60" y="1278"/>
                  <a:pt x="63" y="1277"/>
                  <a:pt x="61" y="1275"/>
                </a:cubicBezTo>
                <a:cubicBezTo>
                  <a:pt x="44" y="1247"/>
                  <a:pt x="37" y="1241"/>
                  <a:pt x="37" y="1236"/>
                </a:cubicBezTo>
                <a:cubicBezTo>
                  <a:pt x="33" y="1223"/>
                  <a:pt x="41" y="1230"/>
                  <a:pt x="45" y="1233"/>
                </a:cubicBezTo>
                <a:cubicBezTo>
                  <a:pt x="83" y="1280"/>
                  <a:pt x="94" y="1291"/>
                  <a:pt x="101" y="1303"/>
                </a:cubicBezTo>
                <a:cubicBezTo>
                  <a:pt x="106" y="1310"/>
                  <a:pt x="104" y="1311"/>
                  <a:pt x="105" y="1312"/>
                </a:cubicBezTo>
                <a:cubicBezTo>
                  <a:pt x="117" y="1329"/>
                  <a:pt x="118" y="1327"/>
                  <a:pt x="119" y="1329"/>
                </a:cubicBezTo>
                <a:cubicBezTo>
                  <a:pt x="159" y="1413"/>
                  <a:pt x="159" y="1403"/>
                  <a:pt x="156" y="1400"/>
                </a:cubicBezTo>
                <a:close/>
                <a:moveTo>
                  <a:pt x="217" y="1325"/>
                </a:moveTo>
                <a:cubicBezTo>
                  <a:pt x="220" y="1327"/>
                  <a:pt x="210" y="1334"/>
                  <a:pt x="210" y="1328"/>
                </a:cubicBezTo>
                <a:cubicBezTo>
                  <a:pt x="212" y="1325"/>
                  <a:pt x="214" y="1327"/>
                  <a:pt x="217" y="1325"/>
                </a:cubicBezTo>
                <a:close/>
                <a:moveTo>
                  <a:pt x="182" y="1218"/>
                </a:moveTo>
                <a:cubicBezTo>
                  <a:pt x="188" y="1216"/>
                  <a:pt x="184" y="1224"/>
                  <a:pt x="189" y="1227"/>
                </a:cubicBezTo>
                <a:cubicBezTo>
                  <a:pt x="183" y="1229"/>
                  <a:pt x="184" y="1220"/>
                  <a:pt x="182" y="1218"/>
                </a:cubicBezTo>
                <a:close/>
                <a:moveTo>
                  <a:pt x="339" y="1330"/>
                </a:moveTo>
                <a:cubicBezTo>
                  <a:pt x="343" y="1334"/>
                  <a:pt x="348" y="1326"/>
                  <a:pt x="351" y="1333"/>
                </a:cubicBezTo>
                <a:cubicBezTo>
                  <a:pt x="345" y="1334"/>
                  <a:pt x="340" y="1333"/>
                  <a:pt x="334" y="1333"/>
                </a:cubicBezTo>
                <a:cubicBezTo>
                  <a:pt x="333" y="1331"/>
                  <a:pt x="337" y="1333"/>
                  <a:pt x="339" y="1330"/>
                </a:cubicBezTo>
                <a:close/>
                <a:moveTo>
                  <a:pt x="334" y="1341"/>
                </a:moveTo>
                <a:cubicBezTo>
                  <a:pt x="336" y="1340"/>
                  <a:pt x="338" y="1342"/>
                  <a:pt x="340" y="1342"/>
                </a:cubicBezTo>
                <a:cubicBezTo>
                  <a:pt x="342" y="1341"/>
                  <a:pt x="344" y="1342"/>
                  <a:pt x="346" y="1340"/>
                </a:cubicBezTo>
                <a:cubicBezTo>
                  <a:pt x="357" y="1342"/>
                  <a:pt x="367" y="1347"/>
                  <a:pt x="379" y="1338"/>
                </a:cubicBezTo>
                <a:cubicBezTo>
                  <a:pt x="387" y="1341"/>
                  <a:pt x="395" y="1339"/>
                  <a:pt x="403" y="1338"/>
                </a:cubicBezTo>
                <a:cubicBezTo>
                  <a:pt x="406" y="1343"/>
                  <a:pt x="399" y="1338"/>
                  <a:pt x="397" y="1342"/>
                </a:cubicBezTo>
                <a:cubicBezTo>
                  <a:pt x="395" y="1339"/>
                  <a:pt x="391" y="1345"/>
                  <a:pt x="389" y="1341"/>
                </a:cubicBezTo>
                <a:cubicBezTo>
                  <a:pt x="383" y="1345"/>
                  <a:pt x="378" y="1341"/>
                  <a:pt x="372" y="1345"/>
                </a:cubicBezTo>
                <a:cubicBezTo>
                  <a:pt x="367" y="1342"/>
                  <a:pt x="362" y="1346"/>
                  <a:pt x="357" y="1344"/>
                </a:cubicBezTo>
                <a:cubicBezTo>
                  <a:pt x="352" y="1342"/>
                  <a:pt x="346" y="1348"/>
                  <a:pt x="341" y="1343"/>
                </a:cubicBezTo>
                <a:cubicBezTo>
                  <a:pt x="335" y="1345"/>
                  <a:pt x="329" y="1350"/>
                  <a:pt x="324" y="1343"/>
                </a:cubicBezTo>
                <a:cubicBezTo>
                  <a:pt x="328" y="1342"/>
                  <a:pt x="330" y="1346"/>
                  <a:pt x="334" y="1341"/>
                </a:cubicBezTo>
                <a:close/>
                <a:moveTo>
                  <a:pt x="321" y="1343"/>
                </a:moveTo>
                <a:cubicBezTo>
                  <a:pt x="321" y="1351"/>
                  <a:pt x="310" y="1347"/>
                  <a:pt x="306" y="1349"/>
                </a:cubicBezTo>
                <a:cubicBezTo>
                  <a:pt x="300" y="1351"/>
                  <a:pt x="295" y="1352"/>
                  <a:pt x="290" y="1353"/>
                </a:cubicBezTo>
                <a:cubicBezTo>
                  <a:pt x="284" y="1355"/>
                  <a:pt x="278" y="1355"/>
                  <a:pt x="272" y="1359"/>
                </a:cubicBezTo>
                <a:cubicBezTo>
                  <a:pt x="267" y="1360"/>
                  <a:pt x="265" y="1364"/>
                  <a:pt x="258" y="1364"/>
                </a:cubicBezTo>
                <a:cubicBezTo>
                  <a:pt x="249" y="1371"/>
                  <a:pt x="241" y="1374"/>
                  <a:pt x="233" y="1377"/>
                </a:cubicBezTo>
                <a:cubicBezTo>
                  <a:pt x="216" y="1388"/>
                  <a:pt x="203" y="1400"/>
                  <a:pt x="192" y="1412"/>
                </a:cubicBezTo>
                <a:cubicBezTo>
                  <a:pt x="191" y="1414"/>
                  <a:pt x="190" y="1415"/>
                  <a:pt x="191" y="1417"/>
                </a:cubicBezTo>
                <a:cubicBezTo>
                  <a:pt x="188" y="1420"/>
                  <a:pt x="186" y="1418"/>
                  <a:pt x="188" y="1417"/>
                </a:cubicBezTo>
                <a:cubicBezTo>
                  <a:pt x="190" y="1412"/>
                  <a:pt x="191" y="1406"/>
                  <a:pt x="196" y="1401"/>
                </a:cubicBezTo>
                <a:cubicBezTo>
                  <a:pt x="197" y="1396"/>
                  <a:pt x="204" y="1391"/>
                  <a:pt x="205" y="1385"/>
                </a:cubicBezTo>
                <a:cubicBezTo>
                  <a:pt x="211" y="1384"/>
                  <a:pt x="216" y="1375"/>
                  <a:pt x="225" y="1370"/>
                </a:cubicBezTo>
                <a:cubicBezTo>
                  <a:pt x="235" y="1364"/>
                  <a:pt x="236" y="1365"/>
                  <a:pt x="246" y="1358"/>
                </a:cubicBezTo>
                <a:cubicBezTo>
                  <a:pt x="248" y="1361"/>
                  <a:pt x="252" y="1355"/>
                  <a:pt x="255" y="1356"/>
                </a:cubicBezTo>
                <a:cubicBezTo>
                  <a:pt x="258" y="1356"/>
                  <a:pt x="261" y="1355"/>
                  <a:pt x="264" y="1352"/>
                </a:cubicBezTo>
                <a:cubicBezTo>
                  <a:pt x="267" y="1356"/>
                  <a:pt x="272" y="1352"/>
                  <a:pt x="275" y="1354"/>
                </a:cubicBezTo>
                <a:cubicBezTo>
                  <a:pt x="291" y="1345"/>
                  <a:pt x="306" y="1348"/>
                  <a:pt x="321" y="1343"/>
                </a:cubicBezTo>
                <a:close/>
                <a:moveTo>
                  <a:pt x="193" y="1379"/>
                </a:moveTo>
                <a:cubicBezTo>
                  <a:pt x="192" y="1377"/>
                  <a:pt x="196" y="1374"/>
                  <a:pt x="198" y="1376"/>
                </a:cubicBezTo>
                <a:cubicBezTo>
                  <a:pt x="198" y="1371"/>
                  <a:pt x="203" y="1367"/>
                  <a:pt x="205" y="1363"/>
                </a:cubicBezTo>
                <a:cubicBezTo>
                  <a:pt x="211" y="1359"/>
                  <a:pt x="216" y="1355"/>
                  <a:pt x="221" y="1351"/>
                </a:cubicBezTo>
                <a:cubicBezTo>
                  <a:pt x="230" y="1347"/>
                  <a:pt x="237" y="1348"/>
                  <a:pt x="246" y="1341"/>
                </a:cubicBezTo>
                <a:cubicBezTo>
                  <a:pt x="251" y="1345"/>
                  <a:pt x="256" y="1336"/>
                  <a:pt x="262" y="1339"/>
                </a:cubicBezTo>
                <a:cubicBezTo>
                  <a:pt x="267" y="1334"/>
                  <a:pt x="271" y="1340"/>
                  <a:pt x="277" y="1336"/>
                </a:cubicBezTo>
                <a:cubicBezTo>
                  <a:pt x="286" y="1336"/>
                  <a:pt x="296" y="1336"/>
                  <a:pt x="305" y="1335"/>
                </a:cubicBezTo>
                <a:cubicBezTo>
                  <a:pt x="306" y="1338"/>
                  <a:pt x="303" y="1337"/>
                  <a:pt x="301" y="1338"/>
                </a:cubicBezTo>
                <a:cubicBezTo>
                  <a:pt x="298" y="1342"/>
                  <a:pt x="296" y="1337"/>
                  <a:pt x="293" y="1338"/>
                </a:cubicBezTo>
                <a:cubicBezTo>
                  <a:pt x="291" y="1341"/>
                  <a:pt x="290" y="1339"/>
                  <a:pt x="287" y="1340"/>
                </a:cubicBezTo>
                <a:cubicBezTo>
                  <a:pt x="284" y="1339"/>
                  <a:pt x="280" y="1341"/>
                  <a:pt x="275" y="1344"/>
                </a:cubicBezTo>
                <a:cubicBezTo>
                  <a:pt x="268" y="1341"/>
                  <a:pt x="260" y="1348"/>
                  <a:pt x="252" y="1346"/>
                </a:cubicBezTo>
                <a:cubicBezTo>
                  <a:pt x="250" y="1348"/>
                  <a:pt x="248" y="1349"/>
                  <a:pt x="246" y="1348"/>
                </a:cubicBezTo>
                <a:cubicBezTo>
                  <a:pt x="236" y="1354"/>
                  <a:pt x="235" y="1357"/>
                  <a:pt x="226" y="1357"/>
                </a:cubicBezTo>
                <a:cubicBezTo>
                  <a:pt x="224" y="1364"/>
                  <a:pt x="216" y="1364"/>
                  <a:pt x="214" y="1368"/>
                </a:cubicBezTo>
                <a:cubicBezTo>
                  <a:pt x="207" y="1371"/>
                  <a:pt x="208" y="1375"/>
                  <a:pt x="200" y="1376"/>
                </a:cubicBezTo>
                <a:cubicBezTo>
                  <a:pt x="199" y="1380"/>
                  <a:pt x="194" y="1384"/>
                  <a:pt x="191" y="1387"/>
                </a:cubicBezTo>
                <a:cubicBezTo>
                  <a:pt x="188" y="1384"/>
                  <a:pt x="189" y="1381"/>
                  <a:pt x="193" y="1379"/>
                </a:cubicBezTo>
                <a:close/>
                <a:moveTo>
                  <a:pt x="199" y="1139"/>
                </a:moveTo>
                <a:cubicBezTo>
                  <a:pt x="195" y="1136"/>
                  <a:pt x="199" y="1133"/>
                  <a:pt x="194" y="1130"/>
                </a:cubicBezTo>
                <a:cubicBezTo>
                  <a:pt x="196" y="1124"/>
                  <a:pt x="191" y="1118"/>
                  <a:pt x="192" y="1112"/>
                </a:cubicBezTo>
                <a:cubicBezTo>
                  <a:pt x="172" y="1082"/>
                  <a:pt x="156" y="1052"/>
                  <a:pt x="135" y="1027"/>
                </a:cubicBezTo>
                <a:cubicBezTo>
                  <a:pt x="131" y="1022"/>
                  <a:pt x="125" y="1019"/>
                  <a:pt x="121" y="1011"/>
                </a:cubicBezTo>
                <a:cubicBezTo>
                  <a:pt x="118" y="1006"/>
                  <a:pt x="120" y="1008"/>
                  <a:pt x="116" y="1004"/>
                </a:cubicBezTo>
                <a:cubicBezTo>
                  <a:pt x="114" y="1002"/>
                  <a:pt x="115" y="999"/>
                  <a:pt x="113" y="997"/>
                </a:cubicBezTo>
                <a:cubicBezTo>
                  <a:pt x="111" y="993"/>
                  <a:pt x="107" y="991"/>
                  <a:pt x="105" y="988"/>
                </a:cubicBezTo>
                <a:cubicBezTo>
                  <a:pt x="105" y="989"/>
                  <a:pt x="106" y="986"/>
                  <a:pt x="105" y="985"/>
                </a:cubicBezTo>
                <a:cubicBezTo>
                  <a:pt x="105" y="985"/>
                  <a:pt x="99" y="984"/>
                  <a:pt x="100" y="982"/>
                </a:cubicBezTo>
                <a:cubicBezTo>
                  <a:pt x="102" y="976"/>
                  <a:pt x="85" y="961"/>
                  <a:pt x="80" y="952"/>
                </a:cubicBezTo>
                <a:cubicBezTo>
                  <a:pt x="80" y="951"/>
                  <a:pt x="78" y="949"/>
                  <a:pt x="78" y="948"/>
                </a:cubicBezTo>
                <a:cubicBezTo>
                  <a:pt x="79" y="945"/>
                  <a:pt x="77" y="947"/>
                  <a:pt x="75" y="943"/>
                </a:cubicBezTo>
                <a:cubicBezTo>
                  <a:pt x="75" y="943"/>
                  <a:pt x="76" y="942"/>
                  <a:pt x="75" y="941"/>
                </a:cubicBezTo>
                <a:cubicBezTo>
                  <a:pt x="70" y="932"/>
                  <a:pt x="58" y="920"/>
                  <a:pt x="53" y="907"/>
                </a:cubicBezTo>
                <a:cubicBezTo>
                  <a:pt x="58" y="904"/>
                  <a:pt x="61" y="910"/>
                  <a:pt x="64" y="915"/>
                </a:cubicBezTo>
                <a:cubicBezTo>
                  <a:pt x="65" y="919"/>
                  <a:pt x="73" y="924"/>
                  <a:pt x="70" y="927"/>
                </a:cubicBezTo>
                <a:cubicBezTo>
                  <a:pt x="77" y="930"/>
                  <a:pt x="83" y="943"/>
                  <a:pt x="90" y="947"/>
                </a:cubicBezTo>
                <a:cubicBezTo>
                  <a:pt x="93" y="952"/>
                  <a:pt x="96" y="956"/>
                  <a:pt x="99" y="960"/>
                </a:cubicBezTo>
                <a:cubicBezTo>
                  <a:pt x="97" y="963"/>
                  <a:pt x="100" y="962"/>
                  <a:pt x="101" y="963"/>
                </a:cubicBezTo>
                <a:cubicBezTo>
                  <a:pt x="101" y="966"/>
                  <a:pt x="102" y="968"/>
                  <a:pt x="104" y="967"/>
                </a:cubicBezTo>
                <a:cubicBezTo>
                  <a:pt x="107" y="969"/>
                  <a:pt x="109" y="979"/>
                  <a:pt x="114" y="977"/>
                </a:cubicBezTo>
                <a:cubicBezTo>
                  <a:pt x="113" y="980"/>
                  <a:pt x="116" y="984"/>
                  <a:pt x="119" y="985"/>
                </a:cubicBezTo>
                <a:cubicBezTo>
                  <a:pt x="124" y="994"/>
                  <a:pt x="128" y="995"/>
                  <a:pt x="134" y="1006"/>
                </a:cubicBezTo>
                <a:cubicBezTo>
                  <a:pt x="140" y="1014"/>
                  <a:pt x="146" y="1022"/>
                  <a:pt x="152" y="1030"/>
                </a:cubicBezTo>
                <a:cubicBezTo>
                  <a:pt x="154" y="1034"/>
                  <a:pt x="156" y="1034"/>
                  <a:pt x="158" y="1035"/>
                </a:cubicBezTo>
                <a:cubicBezTo>
                  <a:pt x="159" y="1040"/>
                  <a:pt x="167" y="1051"/>
                  <a:pt x="174" y="1061"/>
                </a:cubicBezTo>
                <a:cubicBezTo>
                  <a:pt x="180" y="1075"/>
                  <a:pt x="188" y="1090"/>
                  <a:pt x="193" y="1104"/>
                </a:cubicBezTo>
                <a:cubicBezTo>
                  <a:pt x="196" y="1111"/>
                  <a:pt x="198" y="1118"/>
                  <a:pt x="198" y="1125"/>
                </a:cubicBezTo>
                <a:cubicBezTo>
                  <a:pt x="203" y="1132"/>
                  <a:pt x="203" y="1139"/>
                  <a:pt x="203" y="1145"/>
                </a:cubicBezTo>
                <a:cubicBezTo>
                  <a:pt x="199" y="1148"/>
                  <a:pt x="199" y="1140"/>
                  <a:pt x="199" y="1139"/>
                </a:cubicBezTo>
                <a:close/>
                <a:moveTo>
                  <a:pt x="228" y="1142"/>
                </a:moveTo>
                <a:cubicBezTo>
                  <a:pt x="236" y="1134"/>
                  <a:pt x="246" y="1126"/>
                  <a:pt x="252" y="1118"/>
                </a:cubicBezTo>
                <a:cubicBezTo>
                  <a:pt x="300" y="1093"/>
                  <a:pt x="301" y="1085"/>
                  <a:pt x="309" y="1081"/>
                </a:cubicBezTo>
                <a:cubicBezTo>
                  <a:pt x="462" y="985"/>
                  <a:pt x="471" y="976"/>
                  <a:pt x="485" y="967"/>
                </a:cubicBezTo>
                <a:cubicBezTo>
                  <a:pt x="503" y="945"/>
                  <a:pt x="507" y="947"/>
                  <a:pt x="510" y="941"/>
                </a:cubicBezTo>
                <a:cubicBezTo>
                  <a:pt x="557" y="905"/>
                  <a:pt x="553" y="907"/>
                  <a:pt x="551" y="909"/>
                </a:cubicBezTo>
                <a:cubicBezTo>
                  <a:pt x="517" y="950"/>
                  <a:pt x="499" y="964"/>
                  <a:pt x="486" y="978"/>
                </a:cubicBezTo>
                <a:cubicBezTo>
                  <a:pt x="437" y="1016"/>
                  <a:pt x="427" y="1019"/>
                  <a:pt x="415" y="1030"/>
                </a:cubicBezTo>
                <a:cubicBezTo>
                  <a:pt x="412" y="1032"/>
                  <a:pt x="412" y="1035"/>
                  <a:pt x="411" y="1035"/>
                </a:cubicBezTo>
                <a:cubicBezTo>
                  <a:pt x="371" y="1063"/>
                  <a:pt x="358" y="1069"/>
                  <a:pt x="346" y="1077"/>
                </a:cubicBezTo>
                <a:cubicBezTo>
                  <a:pt x="251" y="1133"/>
                  <a:pt x="244" y="1138"/>
                  <a:pt x="238" y="1142"/>
                </a:cubicBezTo>
                <a:cubicBezTo>
                  <a:pt x="217" y="1159"/>
                  <a:pt x="213" y="1164"/>
                  <a:pt x="208" y="1169"/>
                </a:cubicBezTo>
                <a:close/>
                <a:moveTo>
                  <a:pt x="223" y="1067"/>
                </a:moveTo>
                <a:cubicBezTo>
                  <a:pt x="223" y="1065"/>
                  <a:pt x="223" y="1063"/>
                  <a:pt x="221" y="1061"/>
                </a:cubicBezTo>
                <a:cubicBezTo>
                  <a:pt x="226" y="1059"/>
                  <a:pt x="229" y="1064"/>
                  <a:pt x="223" y="1067"/>
                </a:cubicBezTo>
                <a:close/>
                <a:moveTo>
                  <a:pt x="232" y="1100"/>
                </a:moveTo>
                <a:cubicBezTo>
                  <a:pt x="230" y="1094"/>
                  <a:pt x="242" y="1090"/>
                  <a:pt x="243" y="1085"/>
                </a:cubicBezTo>
                <a:cubicBezTo>
                  <a:pt x="362" y="999"/>
                  <a:pt x="360" y="990"/>
                  <a:pt x="366" y="989"/>
                </a:cubicBezTo>
                <a:cubicBezTo>
                  <a:pt x="390" y="969"/>
                  <a:pt x="398" y="972"/>
                  <a:pt x="400" y="969"/>
                </a:cubicBezTo>
                <a:cubicBezTo>
                  <a:pt x="434" y="942"/>
                  <a:pt x="438" y="946"/>
                  <a:pt x="443" y="940"/>
                </a:cubicBezTo>
                <a:cubicBezTo>
                  <a:pt x="503" y="895"/>
                  <a:pt x="520" y="886"/>
                  <a:pt x="537" y="875"/>
                </a:cubicBezTo>
                <a:cubicBezTo>
                  <a:pt x="594" y="856"/>
                  <a:pt x="595" y="858"/>
                  <a:pt x="592" y="860"/>
                </a:cubicBezTo>
                <a:cubicBezTo>
                  <a:pt x="575" y="865"/>
                  <a:pt x="573" y="867"/>
                  <a:pt x="571" y="865"/>
                </a:cubicBezTo>
                <a:cubicBezTo>
                  <a:pt x="463" y="940"/>
                  <a:pt x="448" y="949"/>
                  <a:pt x="432" y="965"/>
                </a:cubicBezTo>
                <a:cubicBezTo>
                  <a:pt x="322" y="1042"/>
                  <a:pt x="316" y="1041"/>
                  <a:pt x="309" y="1047"/>
                </a:cubicBezTo>
                <a:cubicBezTo>
                  <a:pt x="287" y="1062"/>
                  <a:pt x="287" y="1060"/>
                  <a:pt x="285" y="1062"/>
                </a:cubicBezTo>
                <a:cubicBezTo>
                  <a:pt x="261" y="1080"/>
                  <a:pt x="257" y="1087"/>
                  <a:pt x="255" y="1084"/>
                </a:cubicBezTo>
                <a:close/>
                <a:moveTo>
                  <a:pt x="231" y="1037"/>
                </a:moveTo>
                <a:cubicBezTo>
                  <a:pt x="230" y="1036"/>
                  <a:pt x="229" y="1035"/>
                  <a:pt x="228" y="1034"/>
                </a:cubicBezTo>
                <a:cubicBezTo>
                  <a:pt x="230" y="1033"/>
                  <a:pt x="231" y="1032"/>
                  <a:pt x="232" y="1032"/>
                </a:cubicBezTo>
                <a:cubicBezTo>
                  <a:pt x="232" y="1033"/>
                  <a:pt x="233" y="1034"/>
                  <a:pt x="234" y="1035"/>
                </a:cubicBezTo>
                <a:cubicBezTo>
                  <a:pt x="233" y="1036"/>
                  <a:pt x="232" y="1036"/>
                  <a:pt x="231" y="1037"/>
                </a:cubicBezTo>
                <a:close/>
                <a:moveTo>
                  <a:pt x="269" y="855"/>
                </a:moveTo>
                <a:cubicBezTo>
                  <a:pt x="270" y="855"/>
                  <a:pt x="267" y="849"/>
                  <a:pt x="267" y="849"/>
                </a:cubicBezTo>
                <a:cubicBezTo>
                  <a:pt x="269" y="847"/>
                  <a:pt x="275" y="856"/>
                  <a:pt x="269" y="855"/>
                </a:cubicBezTo>
                <a:close/>
                <a:moveTo>
                  <a:pt x="301" y="886"/>
                </a:moveTo>
                <a:cubicBezTo>
                  <a:pt x="298" y="882"/>
                  <a:pt x="298" y="880"/>
                  <a:pt x="302" y="877"/>
                </a:cubicBezTo>
                <a:cubicBezTo>
                  <a:pt x="305" y="881"/>
                  <a:pt x="305" y="884"/>
                  <a:pt x="301" y="886"/>
                </a:cubicBezTo>
                <a:close/>
                <a:moveTo>
                  <a:pt x="301" y="817"/>
                </a:moveTo>
                <a:cubicBezTo>
                  <a:pt x="301" y="815"/>
                  <a:pt x="302" y="814"/>
                  <a:pt x="301" y="812"/>
                </a:cubicBezTo>
                <a:cubicBezTo>
                  <a:pt x="300" y="808"/>
                  <a:pt x="305" y="812"/>
                  <a:pt x="303" y="813"/>
                </a:cubicBezTo>
                <a:cubicBezTo>
                  <a:pt x="305" y="816"/>
                  <a:pt x="303" y="818"/>
                  <a:pt x="306" y="821"/>
                </a:cubicBezTo>
                <a:cubicBezTo>
                  <a:pt x="305" y="825"/>
                  <a:pt x="306" y="829"/>
                  <a:pt x="308" y="834"/>
                </a:cubicBezTo>
                <a:cubicBezTo>
                  <a:pt x="300" y="833"/>
                  <a:pt x="306" y="822"/>
                  <a:pt x="301" y="817"/>
                </a:cubicBezTo>
                <a:close/>
                <a:moveTo>
                  <a:pt x="481" y="717"/>
                </a:moveTo>
                <a:cubicBezTo>
                  <a:pt x="482" y="721"/>
                  <a:pt x="472" y="722"/>
                  <a:pt x="468" y="723"/>
                </a:cubicBezTo>
                <a:cubicBezTo>
                  <a:pt x="467" y="719"/>
                  <a:pt x="478" y="718"/>
                  <a:pt x="481" y="717"/>
                </a:cubicBezTo>
                <a:close/>
                <a:moveTo>
                  <a:pt x="463" y="722"/>
                </a:moveTo>
                <a:cubicBezTo>
                  <a:pt x="465" y="726"/>
                  <a:pt x="456" y="728"/>
                  <a:pt x="455" y="728"/>
                </a:cubicBezTo>
                <a:cubicBezTo>
                  <a:pt x="452" y="724"/>
                  <a:pt x="461" y="722"/>
                  <a:pt x="463" y="722"/>
                </a:cubicBezTo>
                <a:close/>
                <a:moveTo>
                  <a:pt x="356" y="782"/>
                </a:moveTo>
                <a:cubicBezTo>
                  <a:pt x="358" y="781"/>
                  <a:pt x="359" y="780"/>
                  <a:pt x="361" y="778"/>
                </a:cubicBezTo>
                <a:cubicBezTo>
                  <a:pt x="368" y="777"/>
                  <a:pt x="358" y="783"/>
                  <a:pt x="356" y="785"/>
                </a:cubicBezTo>
                <a:cubicBezTo>
                  <a:pt x="353" y="786"/>
                  <a:pt x="354" y="783"/>
                  <a:pt x="356" y="782"/>
                </a:cubicBezTo>
                <a:close/>
                <a:moveTo>
                  <a:pt x="393" y="618"/>
                </a:moveTo>
                <a:cubicBezTo>
                  <a:pt x="387" y="621"/>
                  <a:pt x="392" y="614"/>
                  <a:pt x="388" y="612"/>
                </a:cubicBezTo>
                <a:cubicBezTo>
                  <a:pt x="392" y="609"/>
                  <a:pt x="392" y="617"/>
                  <a:pt x="393" y="618"/>
                </a:cubicBezTo>
                <a:close/>
                <a:moveTo>
                  <a:pt x="407" y="682"/>
                </a:moveTo>
                <a:cubicBezTo>
                  <a:pt x="410" y="678"/>
                  <a:pt x="412" y="674"/>
                  <a:pt x="418" y="671"/>
                </a:cubicBezTo>
                <a:cubicBezTo>
                  <a:pt x="450" y="660"/>
                  <a:pt x="454" y="654"/>
                  <a:pt x="457" y="653"/>
                </a:cubicBezTo>
                <a:cubicBezTo>
                  <a:pt x="483" y="644"/>
                  <a:pt x="490" y="641"/>
                  <a:pt x="496" y="639"/>
                </a:cubicBezTo>
                <a:cubicBezTo>
                  <a:pt x="536" y="628"/>
                  <a:pt x="539" y="625"/>
                  <a:pt x="543" y="625"/>
                </a:cubicBezTo>
                <a:cubicBezTo>
                  <a:pt x="574" y="618"/>
                  <a:pt x="580" y="613"/>
                  <a:pt x="586" y="614"/>
                </a:cubicBezTo>
                <a:cubicBezTo>
                  <a:pt x="673" y="563"/>
                  <a:pt x="672" y="564"/>
                  <a:pt x="671" y="565"/>
                </a:cubicBezTo>
                <a:cubicBezTo>
                  <a:pt x="622" y="601"/>
                  <a:pt x="616" y="610"/>
                  <a:pt x="597" y="618"/>
                </a:cubicBezTo>
                <a:cubicBezTo>
                  <a:pt x="544" y="639"/>
                  <a:pt x="541" y="643"/>
                  <a:pt x="537" y="644"/>
                </a:cubicBezTo>
                <a:cubicBezTo>
                  <a:pt x="519" y="649"/>
                  <a:pt x="512" y="654"/>
                  <a:pt x="505" y="655"/>
                </a:cubicBezTo>
                <a:cubicBezTo>
                  <a:pt x="445" y="679"/>
                  <a:pt x="427" y="685"/>
                  <a:pt x="408" y="693"/>
                </a:cubicBezTo>
                <a:cubicBezTo>
                  <a:pt x="383" y="709"/>
                  <a:pt x="384" y="706"/>
                  <a:pt x="383" y="704"/>
                </a:cubicBezTo>
                <a:cubicBezTo>
                  <a:pt x="397" y="688"/>
                  <a:pt x="401" y="686"/>
                  <a:pt x="403" y="684"/>
                </a:cubicBezTo>
                <a:close/>
                <a:moveTo>
                  <a:pt x="532" y="454"/>
                </a:moveTo>
                <a:cubicBezTo>
                  <a:pt x="532" y="450"/>
                  <a:pt x="531" y="447"/>
                  <a:pt x="535" y="444"/>
                </a:cubicBezTo>
                <a:cubicBezTo>
                  <a:pt x="538" y="448"/>
                  <a:pt x="536" y="451"/>
                  <a:pt x="532" y="454"/>
                </a:cubicBezTo>
                <a:close/>
                <a:moveTo>
                  <a:pt x="627" y="333"/>
                </a:moveTo>
                <a:cubicBezTo>
                  <a:pt x="626" y="331"/>
                  <a:pt x="628" y="329"/>
                  <a:pt x="627" y="326"/>
                </a:cubicBezTo>
                <a:cubicBezTo>
                  <a:pt x="631" y="324"/>
                  <a:pt x="631" y="332"/>
                  <a:pt x="627" y="333"/>
                </a:cubicBezTo>
                <a:close/>
                <a:moveTo>
                  <a:pt x="722" y="53"/>
                </a:moveTo>
                <a:cubicBezTo>
                  <a:pt x="723" y="56"/>
                  <a:pt x="721" y="59"/>
                  <a:pt x="718" y="61"/>
                </a:cubicBezTo>
                <a:cubicBezTo>
                  <a:pt x="713" y="58"/>
                  <a:pt x="719" y="56"/>
                  <a:pt x="722" y="53"/>
                </a:cubicBezTo>
                <a:close/>
                <a:moveTo>
                  <a:pt x="670" y="251"/>
                </a:moveTo>
                <a:cubicBezTo>
                  <a:pt x="668" y="255"/>
                  <a:pt x="668" y="260"/>
                  <a:pt x="668" y="264"/>
                </a:cubicBezTo>
                <a:cubicBezTo>
                  <a:pt x="664" y="281"/>
                  <a:pt x="657" y="284"/>
                  <a:pt x="658" y="289"/>
                </a:cubicBezTo>
                <a:cubicBezTo>
                  <a:pt x="652" y="296"/>
                  <a:pt x="652" y="292"/>
                  <a:pt x="653" y="288"/>
                </a:cubicBezTo>
                <a:cubicBezTo>
                  <a:pt x="661" y="245"/>
                  <a:pt x="661" y="237"/>
                  <a:pt x="665" y="230"/>
                </a:cubicBezTo>
                <a:cubicBezTo>
                  <a:pt x="666" y="215"/>
                  <a:pt x="662" y="210"/>
                  <a:pt x="666" y="207"/>
                </a:cubicBezTo>
                <a:cubicBezTo>
                  <a:pt x="670" y="171"/>
                  <a:pt x="675" y="168"/>
                  <a:pt x="674" y="164"/>
                </a:cubicBezTo>
                <a:cubicBezTo>
                  <a:pt x="679" y="136"/>
                  <a:pt x="684" y="129"/>
                  <a:pt x="685" y="122"/>
                </a:cubicBezTo>
                <a:cubicBezTo>
                  <a:pt x="704" y="89"/>
                  <a:pt x="704" y="75"/>
                  <a:pt x="716" y="63"/>
                </a:cubicBezTo>
                <a:cubicBezTo>
                  <a:pt x="709" y="86"/>
                  <a:pt x="708" y="91"/>
                  <a:pt x="704" y="96"/>
                </a:cubicBezTo>
                <a:cubicBezTo>
                  <a:pt x="684" y="166"/>
                  <a:pt x="687" y="171"/>
                  <a:pt x="684" y="174"/>
                </a:cubicBezTo>
                <a:cubicBezTo>
                  <a:pt x="678" y="204"/>
                  <a:pt x="677" y="208"/>
                  <a:pt x="678" y="213"/>
                </a:cubicBezTo>
                <a:cubicBezTo>
                  <a:pt x="672" y="242"/>
                  <a:pt x="669" y="246"/>
                  <a:pt x="670" y="251"/>
                </a:cubicBezTo>
                <a:close/>
              </a:path>
            </a:pathLst>
          </a:custGeom>
          <a:solidFill>
            <a:schemeClr val="accent3">
              <a:lumMod val="60000"/>
              <a:lumOff val="40000"/>
              <a:alpha val="50000"/>
            </a:schemeClr>
          </a:solidFill>
          <a:ln>
            <a:noFill/>
          </a:ln>
        </p:spPr>
      </p:sp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8476489" y="1503907"/>
            <a:ext cx="3227715" cy="1687924"/>
          </a:xfrm>
        </p:spPr>
        <p:txBody>
          <a:bodyPr anchor="b">
            <a:normAutofit/>
          </a:bodyPr>
          <a:lstStyle>
            <a:lvl1pPr>
              <a:lnSpc>
                <a:spcPct val="104000"/>
              </a:lnSpc>
              <a:defRPr sz="3400"/>
            </a:lvl1pPr>
          </a:lstStyle>
          <a:p>
            <a:r>
              <a:rPr lang="en-US"/>
              <a:t>Click to edit Master title style</a:t>
            </a:r>
            <a:endParaRPr lang="en-US" dirty="0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>
          <a:xfrm>
            <a:off x="487731" y="441414"/>
            <a:ext cx="7597040" cy="5654586"/>
          </a:xfrm>
        </p:spPr>
        <p:txBody>
          <a:bodyPr/>
          <a:lstStyle>
            <a:lvl1pPr>
              <a:defRPr sz="2000"/>
            </a:lvl1pPr>
            <a:lvl2pPr>
              <a:defRPr sz="1800"/>
            </a:lvl2pPr>
            <a:lvl3pPr>
              <a:defRPr sz="1600"/>
            </a:lvl3pPr>
            <a:lvl4pPr>
              <a:defRPr sz="1400"/>
            </a:lvl4pPr>
            <a:lvl5pPr>
              <a:defRPr sz="1400"/>
            </a:lvl5pPr>
            <a:lvl6pPr>
              <a:defRPr sz="1400"/>
            </a:lvl6pPr>
            <a:lvl7pPr>
              <a:defRPr sz="1400"/>
            </a:lvl7pPr>
            <a:lvl8pPr>
              <a:defRPr sz="1400"/>
            </a:lvl8pPr>
            <a:lvl9pPr>
              <a:defRPr sz="1400"/>
            </a:lvl9pPr>
          </a:lstStyle>
          <a:p>
            <a:pPr lvl="0"/>
            <a:r>
              <a:rPr lang="en-US"/>
              <a:t>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US" dirty="0"/>
          </a:p>
        </p:txBody>
      </p:sp>
      <p:sp>
        <p:nvSpPr>
          <p:cNvPr id="4" name="Text Placeholder 3"/>
          <p:cNvSpPr>
            <a:spLocks noGrp="1"/>
          </p:cNvSpPr>
          <p:nvPr>
            <p:ph type="body" sz="half" idx="2"/>
          </p:nvPr>
        </p:nvSpPr>
        <p:spPr>
          <a:xfrm>
            <a:off x="8476489" y="3223805"/>
            <a:ext cx="3227715" cy="2872197"/>
          </a:xfrm>
        </p:spPr>
        <p:txBody>
          <a:bodyPr/>
          <a:lstStyle>
            <a:lvl1pPr marL="0" indent="0">
              <a:spcBef>
                <a:spcPts val="1400"/>
              </a:spcBef>
              <a:buNone/>
              <a:defRPr sz="1600"/>
            </a:lvl1pPr>
            <a:lvl2pPr marL="457200" indent="0">
              <a:buNone/>
              <a:defRPr sz="1400"/>
            </a:lvl2pPr>
            <a:lvl3pPr marL="914400" indent="0">
              <a:buNone/>
              <a:defRPr sz="1200"/>
            </a:lvl3pPr>
            <a:lvl4pPr marL="1371600" indent="0">
              <a:buNone/>
              <a:defRPr sz="1000"/>
            </a:lvl4pPr>
            <a:lvl5pPr marL="1828800" indent="0">
              <a:buNone/>
              <a:defRPr sz="1000"/>
            </a:lvl5pPr>
            <a:lvl6pPr marL="2286000" indent="0">
              <a:buNone/>
              <a:defRPr sz="1000"/>
            </a:lvl6pPr>
            <a:lvl7pPr marL="2743200" indent="0">
              <a:buNone/>
              <a:defRPr sz="1000"/>
            </a:lvl7pPr>
            <a:lvl8pPr marL="3200400" indent="0">
              <a:buNone/>
              <a:defRPr sz="1000"/>
            </a:lvl8pPr>
            <a:lvl9pPr marL="3657600" indent="0">
              <a:buNone/>
              <a:defRPr sz="1000"/>
            </a:lvl9pPr>
          </a:lstStyle>
          <a:p>
            <a:pPr lvl="0"/>
            <a:r>
              <a:rPr lang="en-US"/>
              <a:t>Edit Master text styles</a:t>
            </a:r>
          </a:p>
        </p:txBody>
      </p:sp>
      <p:sp>
        <p:nvSpPr>
          <p:cNvPr id="5" name="Date Placeholder 4"/>
          <p:cNvSpPr>
            <a:spLocks noGrp="1"/>
          </p:cNvSpPr>
          <p:nvPr>
            <p:ph type="dt" sz="half" idx="10"/>
          </p:nvPr>
        </p:nvSpPr>
        <p:spPr>
          <a:xfrm>
            <a:off x="8476556" y="6286502"/>
            <a:ext cx="3227715" cy="365125"/>
          </a:xfrm>
        </p:spPr>
        <p:txBody>
          <a:bodyPr/>
          <a:lstStyle>
            <a:lvl1pPr algn="l">
              <a:defRPr/>
            </a:lvl1pPr>
          </a:lstStyle>
          <a:p>
            <a:fld id="{48A87A34-81AB-432B-8DAE-1953F412C126}" type="datetimeFigureOut">
              <a:rPr lang="en-US" smtClean="0"/>
              <a:t>12/9/2022</a:t>
            </a:fld>
            <a:endParaRPr lang="en-US" dirty="0"/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11"/>
          </p:nvPr>
        </p:nvSpPr>
        <p:spPr>
          <a:xfrm>
            <a:off x="487731" y="6286502"/>
            <a:ext cx="7597040" cy="365125"/>
          </a:xfrm>
        </p:spPr>
        <p:txBody>
          <a:bodyPr/>
          <a:lstStyle>
            <a:lvl1pPr algn="l">
              <a:defRPr/>
            </a:lvl1pPr>
          </a:lstStyle>
          <a:p>
            <a:endParaRPr lang="en-US" dirty="0"/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12"/>
          </p:nvPr>
        </p:nvSpPr>
        <p:spPr>
          <a:xfrm>
            <a:off x="8476489" y="373606"/>
            <a:ext cx="3227715" cy="816481"/>
          </a:xfrm>
        </p:spPr>
        <p:txBody>
          <a:bodyPr anchor="t"/>
          <a:lstStyle>
            <a:lvl1pPr algn="l">
              <a:defRPr sz="4400"/>
            </a:lvl1pPr>
          </a:lstStyle>
          <a:p>
            <a:fld id="{6D22F896-40B5-4ADD-8801-0D06FADFA095}" type="slidenum">
              <a:rPr lang="en-US" smtClean="0"/>
              <a:t>‹#›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3844294099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pos="5400" userDrawn="1">
          <p15:clr>
            <a:srgbClr val="FBAE40"/>
          </p15:clr>
        </p15:guide>
      </p15:sldGuideLst>
    </p:ext>
  </p:extLst>
</p:sldLayout>
</file>

<file path=ppt/slideLayouts/slideLayout9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type="picTx" preserve="1">
  <p:cSld name="Picture with Cap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2" name="Freeform 15" title="Feather"/>
          <p:cNvSpPr>
            <a:spLocks noEditPoints="1"/>
          </p:cNvSpPr>
          <p:nvPr/>
        </p:nvSpPr>
        <p:spPr bwMode="auto">
          <a:xfrm rot="2047334" flipH="1">
            <a:off x="8572458" y="453683"/>
            <a:ext cx="3409445" cy="5857295"/>
          </a:xfrm>
          <a:custGeom>
            <a:avLst/>
            <a:gdLst/>
            <a:ahLst/>
            <a:cxnLst/>
            <a:rect l="0" t="0" r="r" b="b"/>
            <a:pathLst>
              <a:path w="869" h="1495">
                <a:moveTo>
                  <a:pt x="865" y="156"/>
                </a:moveTo>
                <a:cubicBezTo>
                  <a:pt x="856" y="165"/>
                  <a:pt x="851" y="173"/>
                  <a:pt x="844" y="182"/>
                </a:cubicBezTo>
                <a:cubicBezTo>
                  <a:pt x="804" y="216"/>
                  <a:pt x="802" y="216"/>
                  <a:pt x="800" y="216"/>
                </a:cubicBezTo>
                <a:cubicBezTo>
                  <a:pt x="775" y="232"/>
                  <a:pt x="768" y="237"/>
                  <a:pt x="760" y="239"/>
                </a:cubicBezTo>
                <a:cubicBezTo>
                  <a:pt x="699" y="279"/>
                  <a:pt x="696" y="275"/>
                  <a:pt x="693" y="278"/>
                </a:cubicBezTo>
                <a:cubicBezTo>
                  <a:pt x="706" y="270"/>
                  <a:pt x="707" y="266"/>
                  <a:pt x="714" y="263"/>
                </a:cubicBezTo>
                <a:cubicBezTo>
                  <a:pt x="766" y="230"/>
                  <a:pt x="774" y="225"/>
                  <a:pt x="782" y="219"/>
                </a:cubicBezTo>
                <a:cubicBezTo>
                  <a:pt x="830" y="181"/>
                  <a:pt x="830" y="177"/>
                  <a:pt x="834" y="174"/>
                </a:cubicBezTo>
                <a:cubicBezTo>
                  <a:pt x="831" y="170"/>
                  <a:pt x="831" y="178"/>
                  <a:pt x="827" y="175"/>
                </a:cubicBezTo>
                <a:cubicBezTo>
                  <a:pt x="792" y="205"/>
                  <a:pt x="784" y="209"/>
                  <a:pt x="783" y="213"/>
                </a:cubicBezTo>
                <a:cubicBezTo>
                  <a:pt x="763" y="227"/>
                  <a:pt x="760" y="223"/>
                  <a:pt x="757" y="227"/>
                </a:cubicBezTo>
                <a:cubicBezTo>
                  <a:pt x="776" y="212"/>
                  <a:pt x="774" y="208"/>
                  <a:pt x="780" y="206"/>
                </a:cubicBezTo>
                <a:cubicBezTo>
                  <a:pt x="824" y="164"/>
                  <a:pt x="830" y="160"/>
                  <a:pt x="833" y="155"/>
                </a:cubicBezTo>
                <a:cubicBezTo>
                  <a:pt x="806" y="176"/>
                  <a:pt x="797" y="184"/>
                  <a:pt x="788" y="193"/>
                </a:cubicBezTo>
                <a:cubicBezTo>
                  <a:pt x="731" y="226"/>
                  <a:pt x="724" y="237"/>
                  <a:pt x="720" y="234"/>
                </a:cubicBezTo>
                <a:cubicBezTo>
                  <a:pt x="766" y="194"/>
                  <a:pt x="786" y="180"/>
                  <a:pt x="803" y="159"/>
                </a:cubicBezTo>
                <a:cubicBezTo>
                  <a:pt x="785" y="170"/>
                  <a:pt x="775" y="180"/>
                  <a:pt x="763" y="188"/>
                </a:cubicBezTo>
                <a:cubicBezTo>
                  <a:pt x="736" y="208"/>
                  <a:pt x="735" y="202"/>
                  <a:pt x="737" y="200"/>
                </a:cubicBezTo>
                <a:cubicBezTo>
                  <a:pt x="749" y="181"/>
                  <a:pt x="754" y="177"/>
                  <a:pt x="756" y="172"/>
                </a:cubicBezTo>
                <a:cubicBezTo>
                  <a:pt x="787" y="134"/>
                  <a:pt x="791" y="136"/>
                  <a:pt x="790" y="130"/>
                </a:cubicBezTo>
                <a:cubicBezTo>
                  <a:pt x="769" y="150"/>
                  <a:pt x="765" y="152"/>
                  <a:pt x="766" y="155"/>
                </a:cubicBezTo>
                <a:cubicBezTo>
                  <a:pt x="746" y="174"/>
                  <a:pt x="746" y="170"/>
                  <a:pt x="746" y="169"/>
                </a:cubicBezTo>
                <a:cubicBezTo>
                  <a:pt x="748" y="164"/>
                  <a:pt x="752" y="160"/>
                  <a:pt x="752" y="160"/>
                </a:cubicBezTo>
                <a:cubicBezTo>
                  <a:pt x="764" y="139"/>
                  <a:pt x="770" y="129"/>
                  <a:pt x="777" y="119"/>
                </a:cubicBezTo>
                <a:cubicBezTo>
                  <a:pt x="800" y="82"/>
                  <a:pt x="812" y="81"/>
                  <a:pt x="808" y="77"/>
                </a:cubicBezTo>
                <a:cubicBezTo>
                  <a:pt x="770" y="123"/>
                  <a:pt x="765" y="125"/>
                  <a:pt x="763" y="127"/>
                </a:cubicBezTo>
                <a:cubicBezTo>
                  <a:pt x="747" y="156"/>
                  <a:pt x="743" y="161"/>
                  <a:pt x="740" y="166"/>
                </a:cubicBezTo>
                <a:cubicBezTo>
                  <a:pt x="744" y="144"/>
                  <a:pt x="749" y="134"/>
                  <a:pt x="753" y="124"/>
                </a:cubicBezTo>
                <a:cubicBezTo>
                  <a:pt x="782" y="79"/>
                  <a:pt x="781" y="77"/>
                  <a:pt x="784" y="75"/>
                </a:cubicBezTo>
                <a:cubicBezTo>
                  <a:pt x="769" y="89"/>
                  <a:pt x="765" y="92"/>
                  <a:pt x="765" y="96"/>
                </a:cubicBezTo>
                <a:cubicBezTo>
                  <a:pt x="728" y="162"/>
                  <a:pt x="722" y="177"/>
                  <a:pt x="718" y="191"/>
                </a:cubicBezTo>
                <a:cubicBezTo>
                  <a:pt x="710" y="205"/>
                  <a:pt x="719" y="210"/>
                  <a:pt x="712" y="213"/>
                </a:cubicBezTo>
                <a:cubicBezTo>
                  <a:pt x="703" y="240"/>
                  <a:pt x="708" y="247"/>
                  <a:pt x="697" y="251"/>
                </a:cubicBezTo>
                <a:cubicBezTo>
                  <a:pt x="699" y="232"/>
                  <a:pt x="702" y="230"/>
                  <a:pt x="701" y="228"/>
                </a:cubicBezTo>
                <a:cubicBezTo>
                  <a:pt x="714" y="177"/>
                  <a:pt x="714" y="170"/>
                  <a:pt x="714" y="162"/>
                </a:cubicBezTo>
                <a:cubicBezTo>
                  <a:pt x="735" y="103"/>
                  <a:pt x="740" y="88"/>
                  <a:pt x="749" y="73"/>
                </a:cubicBezTo>
                <a:cubicBezTo>
                  <a:pt x="757" y="53"/>
                  <a:pt x="753" y="62"/>
                  <a:pt x="744" y="70"/>
                </a:cubicBezTo>
                <a:cubicBezTo>
                  <a:pt x="727" y="107"/>
                  <a:pt x="722" y="112"/>
                  <a:pt x="722" y="118"/>
                </a:cubicBezTo>
                <a:cubicBezTo>
                  <a:pt x="706" y="172"/>
                  <a:pt x="705" y="175"/>
                  <a:pt x="703" y="177"/>
                </a:cubicBezTo>
                <a:cubicBezTo>
                  <a:pt x="696" y="206"/>
                  <a:pt x="696" y="209"/>
                  <a:pt x="696" y="212"/>
                </a:cubicBezTo>
                <a:cubicBezTo>
                  <a:pt x="687" y="247"/>
                  <a:pt x="685" y="253"/>
                  <a:pt x="684" y="260"/>
                </a:cubicBezTo>
                <a:cubicBezTo>
                  <a:pt x="671" y="275"/>
                  <a:pt x="673" y="272"/>
                  <a:pt x="677" y="270"/>
                </a:cubicBezTo>
                <a:cubicBezTo>
                  <a:pt x="682" y="240"/>
                  <a:pt x="681" y="234"/>
                  <a:pt x="684" y="229"/>
                </a:cubicBezTo>
                <a:cubicBezTo>
                  <a:pt x="694" y="189"/>
                  <a:pt x="690" y="182"/>
                  <a:pt x="693" y="177"/>
                </a:cubicBezTo>
                <a:cubicBezTo>
                  <a:pt x="706" y="119"/>
                  <a:pt x="707" y="113"/>
                  <a:pt x="709" y="107"/>
                </a:cubicBezTo>
                <a:cubicBezTo>
                  <a:pt x="721" y="64"/>
                  <a:pt x="727" y="59"/>
                  <a:pt x="729" y="53"/>
                </a:cubicBezTo>
                <a:cubicBezTo>
                  <a:pt x="751" y="15"/>
                  <a:pt x="760" y="13"/>
                  <a:pt x="759" y="10"/>
                </a:cubicBezTo>
                <a:cubicBezTo>
                  <a:pt x="752" y="12"/>
                  <a:pt x="750" y="14"/>
                  <a:pt x="749" y="17"/>
                </a:cubicBezTo>
                <a:cubicBezTo>
                  <a:pt x="722" y="50"/>
                  <a:pt x="719" y="46"/>
                  <a:pt x="715" y="51"/>
                </a:cubicBezTo>
                <a:cubicBezTo>
                  <a:pt x="696" y="86"/>
                  <a:pt x="689" y="94"/>
                  <a:pt x="687" y="103"/>
                </a:cubicBezTo>
                <a:cubicBezTo>
                  <a:pt x="667" y="145"/>
                  <a:pt x="670" y="146"/>
                  <a:pt x="670" y="148"/>
                </a:cubicBezTo>
                <a:cubicBezTo>
                  <a:pt x="662" y="166"/>
                  <a:pt x="660" y="175"/>
                  <a:pt x="659" y="185"/>
                </a:cubicBezTo>
                <a:cubicBezTo>
                  <a:pt x="655" y="217"/>
                  <a:pt x="655" y="222"/>
                  <a:pt x="653" y="226"/>
                </a:cubicBezTo>
                <a:cubicBezTo>
                  <a:pt x="646" y="259"/>
                  <a:pt x="650" y="265"/>
                  <a:pt x="650" y="270"/>
                </a:cubicBezTo>
                <a:cubicBezTo>
                  <a:pt x="632" y="316"/>
                  <a:pt x="637" y="319"/>
                  <a:pt x="630" y="321"/>
                </a:cubicBezTo>
                <a:cubicBezTo>
                  <a:pt x="630" y="285"/>
                  <a:pt x="633" y="283"/>
                  <a:pt x="633" y="280"/>
                </a:cubicBezTo>
                <a:cubicBezTo>
                  <a:pt x="637" y="248"/>
                  <a:pt x="637" y="243"/>
                  <a:pt x="639" y="238"/>
                </a:cubicBezTo>
                <a:cubicBezTo>
                  <a:pt x="639" y="222"/>
                  <a:pt x="641" y="220"/>
                  <a:pt x="641" y="217"/>
                </a:cubicBezTo>
                <a:cubicBezTo>
                  <a:pt x="649" y="175"/>
                  <a:pt x="652" y="166"/>
                  <a:pt x="654" y="157"/>
                </a:cubicBezTo>
                <a:cubicBezTo>
                  <a:pt x="673" y="112"/>
                  <a:pt x="670" y="107"/>
                  <a:pt x="677" y="103"/>
                </a:cubicBezTo>
                <a:cubicBezTo>
                  <a:pt x="690" y="65"/>
                  <a:pt x="699" y="63"/>
                  <a:pt x="694" y="59"/>
                </a:cubicBezTo>
                <a:cubicBezTo>
                  <a:pt x="663" y="118"/>
                  <a:pt x="658" y="124"/>
                  <a:pt x="654" y="130"/>
                </a:cubicBezTo>
                <a:cubicBezTo>
                  <a:pt x="644" y="160"/>
                  <a:pt x="640" y="163"/>
                  <a:pt x="644" y="166"/>
                </a:cubicBezTo>
                <a:cubicBezTo>
                  <a:pt x="632" y="198"/>
                  <a:pt x="638" y="202"/>
                  <a:pt x="632" y="204"/>
                </a:cubicBezTo>
                <a:cubicBezTo>
                  <a:pt x="630" y="226"/>
                  <a:pt x="628" y="229"/>
                  <a:pt x="630" y="233"/>
                </a:cubicBezTo>
                <a:cubicBezTo>
                  <a:pt x="624" y="286"/>
                  <a:pt x="621" y="292"/>
                  <a:pt x="621" y="298"/>
                </a:cubicBezTo>
                <a:cubicBezTo>
                  <a:pt x="622" y="314"/>
                  <a:pt x="617" y="316"/>
                  <a:pt x="621" y="318"/>
                </a:cubicBezTo>
                <a:cubicBezTo>
                  <a:pt x="615" y="341"/>
                  <a:pt x="613" y="344"/>
                  <a:pt x="612" y="347"/>
                </a:cubicBezTo>
                <a:cubicBezTo>
                  <a:pt x="610" y="337"/>
                  <a:pt x="612" y="332"/>
                  <a:pt x="615" y="327"/>
                </a:cubicBezTo>
                <a:cubicBezTo>
                  <a:pt x="612" y="290"/>
                  <a:pt x="621" y="286"/>
                  <a:pt x="616" y="280"/>
                </a:cubicBezTo>
                <a:cubicBezTo>
                  <a:pt x="615" y="259"/>
                  <a:pt x="621" y="255"/>
                  <a:pt x="620" y="250"/>
                </a:cubicBezTo>
                <a:cubicBezTo>
                  <a:pt x="624" y="201"/>
                  <a:pt x="625" y="198"/>
                  <a:pt x="626" y="196"/>
                </a:cubicBezTo>
                <a:cubicBezTo>
                  <a:pt x="635" y="171"/>
                  <a:pt x="633" y="168"/>
                  <a:pt x="634" y="166"/>
                </a:cubicBezTo>
                <a:cubicBezTo>
                  <a:pt x="642" y="141"/>
                  <a:pt x="642" y="139"/>
                  <a:pt x="642" y="136"/>
                </a:cubicBezTo>
                <a:cubicBezTo>
                  <a:pt x="655" y="109"/>
                  <a:pt x="657" y="104"/>
                  <a:pt x="662" y="99"/>
                </a:cubicBezTo>
                <a:cubicBezTo>
                  <a:pt x="645" y="113"/>
                  <a:pt x="645" y="122"/>
                  <a:pt x="637" y="130"/>
                </a:cubicBezTo>
                <a:cubicBezTo>
                  <a:pt x="617" y="197"/>
                  <a:pt x="614" y="202"/>
                  <a:pt x="614" y="207"/>
                </a:cubicBezTo>
                <a:cubicBezTo>
                  <a:pt x="613" y="227"/>
                  <a:pt x="609" y="228"/>
                  <a:pt x="612" y="231"/>
                </a:cubicBezTo>
                <a:cubicBezTo>
                  <a:pt x="612" y="251"/>
                  <a:pt x="612" y="254"/>
                  <a:pt x="608" y="256"/>
                </a:cubicBezTo>
                <a:cubicBezTo>
                  <a:pt x="608" y="278"/>
                  <a:pt x="607" y="283"/>
                  <a:pt x="607" y="289"/>
                </a:cubicBezTo>
                <a:cubicBezTo>
                  <a:pt x="595" y="363"/>
                  <a:pt x="592" y="374"/>
                  <a:pt x="587" y="384"/>
                </a:cubicBezTo>
                <a:cubicBezTo>
                  <a:pt x="589" y="326"/>
                  <a:pt x="592" y="323"/>
                  <a:pt x="592" y="319"/>
                </a:cubicBezTo>
                <a:cubicBezTo>
                  <a:pt x="594" y="243"/>
                  <a:pt x="593" y="240"/>
                  <a:pt x="594" y="237"/>
                </a:cubicBezTo>
                <a:cubicBezTo>
                  <a:pt x="597" y="223"/>
                  <a:pt x="596" y="219"/>
                  <a:pt x="596" y="216"/>
                </a:cubicBezTo>
                <a:cubicBezTo>
                  <a:pt x="608" y="177"/>
                  <a:pt x="610" y="170"/>
                  <a:pt x="614" y="163"/>
                </a:cubicBezTo>
                <a:cubicBezTo>
                  <a:pt x="624" y="125"/>
                  <a:pt x="623" y="130"/>
                  <a:pt x="621" y="134"/>
                </a:cubicBezTo>
                <a:cubicBezTo>
                  <a:pt x="598" y="185"/>
                  <a:pt x="595" y="190"/>
                  <a:pt x="594" y="195"/>
                </a:cubicBezTo>
                <a:cubicBezTo>
                  <a:pt x="583" y="227"/>
                  <a:pt x="590" y="232"/>
                  <a:pt x="586" y="235"/>
                </a:cubicBezTo>
                <a:cubicBezTo>
                  <a:pt x="585" y="269"/>
                  <a:pt x="583" y="276"/>
                  <a:pt x="584" y="284"/>
                </a:cubicBezTo>
                <a:cubicBezTo>
                  <a:pt x="583" y="334"/>
                  <a:pt x="581" y="338"/>
                  <a:pt x="584" y="342"/>
                </a:cubicBezTo>
                <a:cubicBezTo>
                  <a:pt x="578" y="377"/>
                  <a:pt x="579" y="381"/>
                  <a:pt x="575" y="384"/>
                </a:cubicBezTo>
                <a:cubicBezTo>
                  <a:pt x="572" y="368"/>
                  <a:pt x="578" y="365"/>
                  <a:pt x="575" y="361"/>
                </a:cubicBezTo>
                <a:cubicBezTo>
                  <a:pt x="580" y="316"/>
                  <a:pt x="571" y="307"/>
                  <a:pt x="578" y="300"/>
                </a:cubicBezTo>
                <a:cubicBezTo>
                  <a:pt x="572" y="220"/>
                  <a:pt x="574" y="213"/>
                  <a:pt x="573" y="205"/>
                </a:cubicBezTo>
                <a:cubicBezTo>
                  <a:pt x="581" y="177"/>
                  <a:pt x="576" y="169"/>
                  <a:pt x="580" y="163"/>
                </a:cubicBezTo>
                <a:cubicBezTo>
                  <a:pt x="594" y="117"/>
                  <a:pt x="601" y="111"/>
                  <a:pt x="598" y="103"/>
                </a:cubicBezTo>
                <a:cubicBezTo>
                  <a:pt x="577" y="151"/>
                  <a:pt x="576" y="154"/>
                  <a:pt x="573" y="156"/>
                </a:cubicBezTo>
                <a:cubicBezTo>
                  <a:pt x="562" y="241"/>
                  <a:pt x="563" y="252"/>
                  <a:pt x="564" y="263"/>
                </a:cubicBezTo>
                <a:cubicBezTo>
                  <a:pt x="569" y="302"/>
                  <a:pt x="564" y="307"/>
                  <a:pt x="568" y="312"/>
                </a:cubicBezTo>
                <a:cubicBezTo>
                  <a:pt x="566" y="341"/>
                  <a:pt x="565" y="352"/>
                  <a:pt x="568" y="364"/>
                </a:cubicBezTo>
                <a:cubicBezTo>
                  <a:pt x="553" y="423"/>
                  <a:pt x="553" y="420"/>
                  <a:pt x="555" y="417"/>
                </a:cubicBezTo>
                <a:cubicBezTo>
                  <a:pt x="556" y="394"/>
                  <a:pt x="560" y="392"/>
                  <a:pt x="558" y="388"/>
                </a:cubicBezTo>
                <a:cubicBezTo>
                  <a:pt x="561" y="333"/>
                  <a:pt x="563" y="331"/>
                  <a:pt x="562" y="329"/>
                </a:cubicBezTo>
                <a:cubicBezTo>
                  <a:pt x="559" y="274"/>
                  <a:pt x="553" y="255"/>
                  <a:pt x="554" y="236"/>
                </a:cubicBezTo>
                <a:cubicBezTo>
                  <a:pt x="554" y="218"/>
                  <a:pt x="555" y="214"/>
                  <a:pt x="554" y="209"/>
                </a:cubicBezTo>
                <a:cubicBezTo>
                  <a:pt x="559" y="193"/>
                  <a:pt x="557" y="190"/>
                  <a:pt x="559" y="188"/>
                </a:cubicBezTo>
                <a:cubicBezTo>
                  <a:pt x="569" y="145"/>
                  <a:pt x="573" y="136"/>
                  <a:pt x="573" y="126"/>
                </a:cubicBezTo>
                <a:cubicBezTo>
                  <a:pt x="557" y="167"/>
                  <a:pt x="554" y="173"/>
                  <a:pt x="555" y="179"/>
                </a:cubicBezTo>
                <a:cubicBezTo>
                  <a:pt x="548" y="204"/>
                  <a:pt x="545" y="211"/>
                  <a:pt x="547" y="219"/>
                </a:cubicBezTo>
                <a:cubicBezTo>
                  <a:pt x="545" y="249"/>
                  <a:pt x="547" y="257"/>
                  <a:pt x="548" y="265"/>
                </a:cubicBezTo>
                <a:cubicBezTo>
                  <a:pt x="553" y="302"/>
                  <a:pt x="551" y="305"/>
                  <a:pt x="550" y="308"/>
                </a:cubicBezTo>
                <a:cubicBezTo>
                  <a:pt x="556" y="350"/>
                  <a:pt x="553" y="352"/>
                  <a:pt x="554" y="354"/>
                </a:cubicBezTo>
                <a:cubicBezTo>
                  <a:pt x="551" y="391"/>
                  <a:pt x="544" y="394"/>
                  <a:pt x="549" y="399"/>
                </a:cubicBezTo>
                <a:cubicBezTo>
                  <a:pt x="548" y="423"/>
                  <a:pt x="541" y="425"/>
                  <a:pt x="543" y="428"/>
                </a:cubicBezTo>
                <a:cubicBezTo>
                  <a:pt x="534" y="435"/>
                  <a:pt x="534" y="428"/>
                  <a:pt x="538" y="422"/>
                </a:cubicBezTo>
                <a:cubicBezTo>
                  <a:pt x="537" y="386"/>
                  <a:pt x="541" y="383"/>
                  <a:pt x="540" y="379"/>
                </a:cubicBezTo>
                <a:cubicBezTo>
                  <a:pt x="538" y="342"/>
                  <a:pt x="537" y="338"/>
                  <a:pt x="538" y="333"/>
                </a:cubicBezTo>
                <a:cubicBezTo>
                  <a:pt x="535" y="297"/>
                  <a:pt x="532" y="288"/>
                  <a:pt x="531" y="280"/>
                </a:cubicBezTo>
                <a:cubicBezTo>
                  <a:pt x="528" y="237"/>
                  <a:pt x="531" y="236"/>
                  <a:pt x="530" y="234"/>
                </a:cubicBezTo>
                <a:cubicBezTo>
                  <a:pt x="531" y="195"/>
                  <a:pt x="535" y="192"/>
                  <a:pt x="534" y="187"/>
                </a:cubicBezTo>
                <a:cubicBezTo>
                  <a:pt x="537" y="169"/>
                  <a:pt x="538" y="165"/>
                  <a:pt x="539" y="161"/>
                </a:cubicBezTo>
                <a:cubicBezTo>
                  <a:pt x="534" y="156"/>
                  <a:pt x="534" y="160"/>
                  <a:pt x="532" y="164"/>
                </a:cubicBezTo>
                <a:cubicBezTo>
                  <a:pt x="527" y="184"/>
                  <a:pt x="527" y="187"/>
                  <a:pt x="528" y="189"/>
                </a:cubicBezTo>
                <a:cubicBezTo>
                  <a:pt x="521" y="228"/>
                  <a:pt x="522" y="230"/>
                  <a:pt x="522" y="232"/>
                </a:cubicBezTo>
                <a:cubicBezTo>
                  <a:pt x="521" y="256"/>
                  <a:pt x="520" y="257"/>
                  <a:pt x="522" y="259"/>
                </a:cubicBezTo>
                <a:cubicBezTo>
                  <a:pt x="527" y="285"/>
                  <a:pt x="520" y="288"/>
                  <a:pt x="524" y="293"/>
                </a:cubicBezTo>
                <a:cubicBezTo>
                  <a:pt x="532" y="343"/>
                  <a:pt x="530" y="351"/>
                  <a:pt x="534" y="361"/>
                </a:cubicBezTo>
                <a:cubicBezTo>
                  <a:pt x="531" y="378"/>
                  <a:pt x="529" y="380"/>
                  <a:pt x="532" y="382"/>
                </a:cubicBezTo>
                <a:cubicBezTo>
                  <a:pt x="530" y="417"/>
                  <a:pt x="530" y="421"/>
                  <a:pt x="528" y="424"/>
                </a:cubicBezTo>
                <a:cubicBezTo>
                  <a:pt x="523" y="442"/>
                  <a:pt x="525" y="445"/>
                  <a:pt x="522" y="444"/>
                </a:cubicBezTo>
                <a:cubicBezTo>
                  <a:pt x="523" y="396"/>
                  <a:pt x="516" y="383"/>
                  <a:pt x="519" y="372"/>
                </a:cubicBezTo>
                <a:cubicBezTo>
                  <a:pt x="517" y="348"/>
                  <a:pt x="514" y="341"/>
                  <a:pt x="515" y="335"/>
                </a:cubicBezTo>
                <a:cubicBezTo>
                  <a:pt x="506" y="291"/>
                  <a:pt x="509" y="286"/>
                  <a:pt x="507" y="280"/>
                </a:cubicBezTo>
                <a:cubicBezTo>
                  <a:pt x="508" y="220"/>
                  <a:pt x="509" y="215"/>
                  <a:pt x="510" y="209"/>
                </a:cubicBezTo>
                <a:cubicBezTo>
                  <a:pt x="513" y="185"/>
                  <a:pt x="512" y="178"/>
                  <a:pt x="516" y="173"/>
                </a:cubicBezTo>
                <a:cubicBezTo>
                  <a:pt x="515" y="159"/>
                  <a:pt x="514" y="162"/>
                  <a:pt x="512" y="164"/>
                </a:cubicBezTo>
                <a:cubicBezTo>
                  <a:pt x="505" y="191"/>
                  <a:pt x="507" y="196"/>
                  <a:pt x="504" y="201"/>
                </a:cubicBezTo>
                <a:cubicBezTo>
                  <a:pt x="500" y="221"/>
                  <a:pt x="502" y="226"/>
                  <a:pt x="501" y="230"/>
                </a:cubicBezTo>
                <a:cubicBezTo>
                  <a:pt x="498" y="248"/>
                  <a:pt x="500" y="251"/>
                  <a:pt x="500" y="253"/>
                </a:cubicBezTo>
                <a:cubicBezTo>
                  <a:pt x="496" y="271"/>
                  <a:pt x="502" y="275"/>
                  <a:pt x="498" y="277"/>
                </a:cubicBezTo>
                <a:cubicBezTo>
                  <a:pt x="497" y="300"/>
                  <a:pt x="497" y="294"/>
                  <a:pt x="497" y="290"/>
                </a:cubicBezTo>
                <a:cubicBezTo>
                  <a:pt x="494" y="271"/>
                  <a:pt x="495" y="268"/>
                  <a:pt x="495" y="266"/>
                </a:cubicBezTo>
                <a:cubicBezTo>
                  <a:pt x="494" y="202"/>
                  <a:pt x="495" y="187"/>
                  <a:pt x="499" y="173"/>
                </a:cubicBezTo>
                <a:cubicBezTo>
                  <a:pt x="501" y="135"/>
                  <a:pt x="510" y="133"/>
                  <a:pt x="503" y="128"/>
                </a:cubicBezTo>
                <a:cubicBezTo>
                  <a:pt x="490" y="173"/>
                  <a:pt x="490" y="178"/>
                  <a:pt x="489" y="183"/>
                </a:cubicBezTo>
                <a:cubicBezTo>
                  <a:pt x="485" y="220"/>
                  <a:pt x="485" y="223"/>
                  <a:pt x="485" y="225"/>
                </a:cubicBezTo>
                <a:cubicBezTo>
                  <a:pt x="484" y="256"/>
                  <a:pt x="483" y="258"/>
                  <a:pt x="486" y="261"/>
                </a:cubicBezTo>
                <a:cubicBezTo>
                  <a:pt x="484" y="277"/>
                  <a:pt x="489" y="280"/>
                  <a:pt x="487" y="282"/>
                </a:cubicBezTo>
                <a:cubicBezTo>
                  <a:pt x="498" y="337"/>
                  <a:pt x="496" y="347"/>
                  <a:pt x="502" y="357"/>
                </a:cubicBezTo>
                <a:cubicBezTo>
                  <a:pt x="506" y="408"/>
                  <a:pt x="505" y="413"/>
                  <a:pt x="503" y="418"/>
                </a:cubicBezTo>
                <a:cubicBezTo>
                  <a:pt x="505" y="450"/>
                  <a:pt x="505" y="453"/>
                  <a:pt x="503" y="455"/>
                </a:cubicBezTo>
                <a:cubicBezTo>
                  <a:pt x="499" y="471"/>
                  <a:pt x="503" y="479"/>
                  <a:pt x="498" y="475"/>
                </a:cubicBezTo>
                <a:cubicBezTo>
                  <a:pt x="493" y="426"/>
                  <a:pt x="495" y="423"/>
                  <a:pt x="495" y="419"/>
                </a:cubicBezTo>
                <a:cubicBezTo>
                  <a:pt x="485" y="375"/>
                  <a:pt x="480" y="366"/>
                  <a:pt x="483" y="359"/>
                </a:cubicBezTo>
                <a:cubicBezTo>
                  <a:pt x="470" y="321"/>
                  <a:pt x="476" y="319"/>
                  <a:pt x="470" y="314"/>
                </a:cubicBezTo>
                <a:cubicBezTo>
                  <a:pt x="459" y="218"/>
                  <a:pt x="466" y="212"/>
                  <a:pt x="462" y="204"/>
                </a:cubicBezTo>
                <a:cubicBezTo>
                  <a:pt x="457" y="195"/>
                  <a:pt x="457" y="204"/>
                  <a:pt x="457" y="213"/>
                </a:cubicBezTo>
                <a:cubicBezTo>
                  <a:pt x="457" y="232"/>
                  <a:pt x="452" y="236"/>
                  <a:pt x="455" y="241"/>
                </a:cubicBezTo>
                <a:cubicBezTo>
                  <a:pt x="454" y="275"/>
                  <a:pt x="459" y="280"/>
                  <a:pt x="456" y="285"/>
                </a:cubicBezTo>
                <a:cubicBezTo>
                  <a:pt x="462" y="317"/>
                  <a:pt x="462" y="322"/>
                  <a:pt x="465" y="327"/>
                </a:cubicBezTo>
                <a:cubicBezTo>
                  <a:pt x="475" y="362"/>
                  <a:pt x="473" y="368"/>
                  <a:pt x="475" y="375"/>
                </a:cubicBezTo>
                <a:cubicBezTo>
                  <a:pt x="478" y="394"/>
                  <a:pt x="483" y="397"/>
                  <a:pt x="481" y="400"/>
                </a:cubicBezTo>
                <a:cubicBezTo>
                  <a:pt x="484" y="436"/>
                  <a:pt x="490" y="444"/>
                  <a:pt x="487" y="449"/>
                </a:cubicBezTo>
                <a:cubicBezTo>
                  <a:pt x="483" y="480"/>
                  <a:pt x="490" y="485"/>
                  <a:pt x="488" y="488"/>
                </a:cubicBezTo>
                <a:cubicBezTo>
                  <a:pt x="483" y="503"/>
                  <a:pt x="485" y="499"/>
                  <a:pt x="485" y="495"/>
                </a:cubicBezTo>
                <a:cubicBezTo>
                  <a:pt x="486" y="464"/>
                  <a:pt x="482" y="459"/>
                  <a:pt x="483" y="454"/>
                </a:cubicBezTo>
                <a:cubicBezTo>
                  <a:pt x="474" y="394"/>
                  <a:pt x="466" y="388"/>
                  <a:pt x="469" y="384"/>
                </a:cubicBezTo>
                <a:cubicBezTo>
                  <a:pt x="462" y="348"/>
                  <a:pt x="459" y="346"/>
                  <a:pt x="457" y="346"/>
                </a:cubicBezTo>
                <a:cubicBezTo>
                  <a:pt x="449" y="328"/>
                  <a:pt x="460" y="322"/>
                  <a:pt x="453" y="324"/>
                </a:cubicBezTo>
                <a:cubicBezTo>
                  <a:pt x="446" y="286"/>
                  <a:pt x="449" y="281"/>
                  <a:pt x="445" y="276"/>
                </a:cubicBezTo>
                <a:cubicBezTo>
                  <a:pt x="449" y="241"/>
                  <a:pt x="443" y="235"/>
                  <a:pt x="444" y="230"/>
                </a:cubicBezTo>
                <a:cubicBezTo>
                  <a:pt x="450" y="210"/>
                  <a:pt x="442" y="203"/>
                  <a:pt x="449" y="199"/>
                </a:cubicBezTo>
                <a:cubicBezTo>
                  <a:pt x="454" y="163"/>
                  <a:pt x="461" y="159"/>
                  <a:pt x="458" y="153"/>
                </a:cubicBezTo>
                <a:cubicBezTo>
                  <a:pt x="444" y="191"/>
                  <a:pt x="439" y="200"/>
                  <a:pt x="440" y="211"/>
                </a:cubicBezTo>
                <a:cubicBezTo>
                  <a:pt x="435" y="250"/>
                  <a:pt x="436" y="261"/>
                  <a:pt x="437" y="271"/>
                </a:cubicBezTo>
                <a:cubicBezTo>
                  <a:pt x="442" y="313"/>
                  <a:pt x="444" y="323"/>
                  <a:pt x="448" y="335"/>
                </a:cubicBezTo>
                <a:cubicBezTo>
                  <a:pt x="458" y="387"/>
                  <a:pt x="461" y="393"/>
                  <a:pt x="460" y="398"/>
                </a:cubicBezTo>
                <a:cubicBezTo>
                  <a:pt x="473" y="464"/>
                  <a:pt x="476" y="471"/>
                  <a:pt x="475" y="477"/>
                </a:cubicBezTo>
                <a:cubicBezTo>
                  <a:pt x="472" y="519"/>
                  <a:pt x="470" y="522"/>
                  <a:pt x="473" y="526"/>
                </a:cubicBezTo>
                <a:cubicBezTo>
                  <a:pt x="466" y="546"/>
                  <a:pt x="465" y="547"/>
                  <a:pt x="465" y="548"/>
                </a:cubicBezTo>
                <a:cubicBezTo>
                  <a:pt x="459" y="507"/>
                  <a:pt x="462" y="504"/>
                  <a:pt x="463" y="501"/>
                </a:cubicBezTo>
                <a:cubicBezTo>
                  <a:pt x="458" y="462"/>
                  <a:pt x="451" y="454"/>
                  <a:pt x="451" y="448"/>
                </a:cubicBezTo>
                <a:cubicBezTo>
                  <a:pt x="436" y="412"/>
                  <a:pt x="440" y="409"/>
                  <a:pt x="436" y="405"/>
                </a:cubicBezTo>
                <a:cubicBezTo>
                  <a:pt x="427" y="372"/>
                  <a:pt x="429" y="369"/>
                  <a:pt x="426" y="365"/>
                </a:cubicBezTo>
                <a:cubicBezTo>
                  <a:pt x="421" y="351"/>
                  <a:pt x="423" y="350"/>
                  <a:pt x="421" y="347"/>
                </a:cubicBezTo>
                <a:cubicBezTo>
                  <a:pt x="417" y="313"/>
                  <a:pt x="414" y="309"/>
                  <a:pt x="415" y="305"/>
                </a:cubicBezTo>
                <a:cubicBezTo>
                  <a:pt x="416" y="260"/>
                  <a:pt x="418" y="257"/>
                  <a:pt x="414" y="253"/>
                </a:cubicBezTo>
                <a:cubicBezTo>
                  <a:pt x="416" y="237"/>
                  <a:pt x="416" y="229"/>
                  <a:pt x="414" y="222"/>
                </a:cubicBezTo>
                <a:cubicBezTo>
                  <a:pt x="416" y="200"/>
                  <a:pt x="418" y="197"/>
                  <a:pt x="418" y="194"/>
                </a:cubicBezTo>
                <a:cubicBezTo>
                  <a:pt x="414" y="206"/>
                  <a:pt x="410" y="211"/>
                  <a:pt x="412" y="216"/>
                </a:cubicBezTo>
                <a:cubicBezTo>
                  <a:pt x="409" y="236"/>
                  <a:pt x="410" y="242"/>
                  <a:pt x="410" y="247"/>
                </a:cubicBezTo>
                <a:cubicBezTo>
                  <a:pt x="407" y="327"/>
                  <a:pt x="412" y="332"/>
                  <a:pt x="410" y="335"/>
                </a:cubicBezTo>
                <a:cubicBezTo>
                  <a:pt x="414" y="368"/>
                  <a:pt x="422" y="373"/>
                  <a:pt x="420" y="377"/>
                </a:cubicBezTo>
                <a:cubicBezTo>
                  <a:pt x="438" y="439"/>
                  <a:pt x="445" y="459"/>
                  <a:pt x="448" y="477"/>
                </a:cubicBezTo>
                <a:cubicBezTo>
                  <a:pt x="451" y="509"/>
                  <a:pt x="452" y="514"/>
                  <a:pt x="453" y="518"/>
                </a:cubicBezTo>
                <a:cubicBezTo>
                  <a:pt x="449" y="518"/>
                  <a:pt x="452" y="515"/>
                  <a:pt x="448" y="512"/>
                </a:cubicBezTo>
                <a:cubicBezTo>
                  <a:pt x="443" y="484"/>
                  <a:pt x="442" y="477"/>
                  <a:pt x="441" y="470"/>
                </a:cubicBezTo>
                <a:cubicBezTo>
                  <a:pt x="432" y="436"/>
                  <a:pt x="429" y="432"/>
                  <a:pt x="428" y="428"/>
                </a:cubicBezTo>
                <a:cubicBezTo>
                  <a:pt x="416" y="393"/>
                  <a:pt x="413" y="389"/>
                  <a:pt x="414" y="386"/>
                </a:cubicBezTo>
                <a:cubicBezTo>
                  <a:pt x="407" y="359"/>
                  <a:pt x="405" y="356"/>
                  <a:pt x="403" y="350"/>
                </a:cubicBezTo>
                <a:cubicBezTo>
                  <a:pt x="401" y="334"/>
                  <a:pt x="403" y="333"/>
                  <a:pt x="403" y="333"/>
                </a:cubicBezTo>
                <a:cubicBezTo>
                  <a:pt x="401" y="321"/>
                  <a:pt x="400" y="317"/>
                  <a:pt x="399" y="314"/>
                </a:cubicBezTo>
                <a:cubicBezTo>
                  <a:pt x="395" y="298"/>
                  <a:pt x="397" y="295"/>
                  <a:pt x="396" y="293"/>
                </a:cubicBezTo>
                <a:cubicBezTo>
                  <a:pt x="390" y="256"/>
                  <a:pt x="396" y="250"/>
                  <a:pt x="392" y="243"/>
                </a:cubicBezTo>
                <a:cubicBezTo>
                  <a:pt x="394" y="217"/>
                  <a:pt x="395" y="215"/>
                  <a:pt x="395" y="213"/>
                </a:cubicBezTo>
                <a:cubicBezTo>
                  <a:pt x="388" y="211"/>
                  <a:pt x="391" y="212"/>
                  <a:pt x="391" y="214"/>
                </a:cubicBezTo>
                <a:cubicBezTo>
                  <a:pt x="386" y="231"/>
                  <a:pt x="389" y="235"/>
                  <a:pt x="386" y="237"/>
                </a:cubicBezTo>
                <a:cubicBezTo>
                  <a:pt x="387" y="268"/>
                  <a:pt x="385" y="271"/>
                  <a:pt x="388" y="275"/>
                </a:cubicBezTo>
                <a:cubicBezTo>
                  <a:pt x="391" y="325"/>
                  <a:pt x="397" y="338"/>
                  <a:pt x="393" y="350"/>
                </a:cubicBezTo>
                <a:cubicBezTo>
                  <a:pt x="405" y="382"/>
                  <a:pt x="403" y="390"/>
                  <a:pt x="408" y="398"/>
                </a:cubicBezTo>
                <a:cubicBezTo>
                  <a:pt x="419" y="430"/>
                  <a:pt x="421" y="438"/>
                  <a:pt x="423" y="446"/>
                </a:cubicBezTo>
                <a:cubicBezTo>
                  <a:pt x="436" y="483"/>
                  <a:pt x="432" y="487"/>
                  <a:pt x="436" y="491"/>
                </a:cubicBezTo>
                <a:cubicBezTo>
                  <a:pt x="440" y="554"/>
                  <a:pt x="443" y="558"/>
                  <a:pt x="443" y="562"/>
                </a:cubicBezTo>
                <a:cubicBezTo>
                  <a:pt x="428" y="572"/>
                  <a:pt x="429" y="568"/>
                  <a:pt x="430" y="564"/>
                </a:cubicBezTo>
                <a:cubicBezTo>
                  <a:pt x="417" y="498"/>
                  <a:pt x="416" y="485"/>
                  <a:pt x="415" y="472"/>
                </a:cubicBezTo>
                <a:cubicBezTo>
                  <a:pt x="409" y="449"/>
                  <a:pt x="405" y="442"/>
                  <a:pt x="406" y="436"/>
                </a:cubicBezTo>
                <a:cubicBezTo>
                  <a:pt x="401" y="421"/>
                  <a:pt x="398" y="415"/>
                  <a:pt x="398" y="411"/>
                </a:cubicBezTo>
                <a:cubicBezTo>
                  <a:pt x="393" y="374"/>
                  <a:pt x="387" y="375"/>
                  <a:pt x="389" y="372"/>
                </a:cubicBezTo>
                <a:cubicBezTo>
                  <a:pt x="382" y="312"/>
                  <a:pt x="377" y="293"/>
                  <a:pt x="381" y="275"/>
                </a:cubicBezTo>
                <a:cubicBezTo>
                  <a:pt x="385" y="244"/>
                  <a:pt x="380" y="238"/>
                  <a:pt x="383" y="234"/>
                </a:cubicBezTo>
                <a:cubicBezTo>
                  <a:pt x="377" y="239"/>
                  <a:pt x="376" y="242"/>
                  <a:pt x="376" y="244"/>
                </a:cubicBezTo>
                <a:cubicBezTo>
                  <a:pt x="375" y="300"/>
                  <a:pt x="373" y="312"/>
                  <a:pt x="372" y="324"/>
                </a:cubicBezTo>
                <a:cubicBezTo>
                  <a:pt x="386" y="402"/>
                  <a:pt x="389" y="407"/>
                  <a:pt x="389" y="412"/>
                </a:cubicBezTo>
                <a:cubicBezTo>
                  <a:pt x="411" y="512"/>
                  <a:pt x="416" y="522"/>
                  <a:pt x="416" y="532"/>
                </a:cubicBezTo>
                <a:cubicBezTo>
                  <a:pt x="418" y="573"/>
                  <a:pt x="419" y="584"/>
                  <a:pt x="420" y="595"/>
                </a:cubicBezTo>
                <a:cubicBezTo>
                  <a:pt x="411" y="622"/>
                  <a:pt x="419" y="616"/>
                  <a:pt x="413" y="608"/>
                </a:cubicBezTo>
                <a:cubicBezTo>
                  <a:pt x="406" y="541"/>
                  <a:pt x="407" y="534"/>
                  <a:pt x="403" y="527"/>
                </a:cubicBezTo>
                <a:cubicBezTo>
                  <a:pt x="394" y="499"/>
                  <a:pt x="398" y="493"/>
                  <a:pt x="395" y="486"/>
                </a:cubicBezTo>
                <a:cubicBezTo>
                  <a:pt x="376" y="417"/>
                  <a:pt x="378" y="413"/>
                  <a:pt x="374" y="408"/>
                </a:cubicBezTo>
                <a:cubicBezTo>
                  <a:pt x="370" y="378"/>
                  <a:pt x="365" y="372"/>
                  <a:pt x="367" y="369"/>
                </a:cubicBezTo>
                <a:cubicBezTo>
                  <a:pt x="363" y="308"/>
                  <a:pt x="356" y="298"/>
                  <a:pt x="360" y="290"/>
                </a:cubicBezTo>
                <a:cubicBezTo>
                  <a:pt x="362" y="248"/>
                  <a:pt x="362" y="244"/>
                  <a:pt x="362" y="239"/>
                </a:cubicBezTo>
                <a:cubicBezTo>
                  <a:pt x="363" y="220"/>
                  <a:pt x="361" y="223"/>
                  <a:pt x="360" y="226"/>
                </a:cubicBezTo>
                <a:cubicBezTo>
                  <a:pt x="358" y="241"/>
                  <a:pt x="353" y="244"/>
                  <a:pt x="357" y="248"/>
                </a:cubicBezTo>
                <a:cubicBezTo>
                  <a:pt x="352" y="267"/>
                  <a:pt x="356" y="270"/>
                  <a:pt x="351" y="272"/>
                </a:cubicBezTo>
                <a:cubicBezTo>
                  <a:pt x="350" y="303"/>
                  <a:pt x="355" y="306"/>
                  <a:pt x="353" y="308"/>
                </a:cubicBezTo>
                <a:cubicBezTo>
                  <a:pt x="351" y="332"/>
                  <a:pt x="356" y="338"/>
                  <a:pt x="353" y="342"/>
                </a:cubicBezTo>
                <a:cubicBezTo>
                  <a:pt x="363" y="389"/>
                  <a:pt x="362" y="393"/>
                  <a:pt x="367" y="398"/>
                </a:cubicBezTo>
                <a:cubicBezTo>
                  <a:pt x="367" y="433"/>
                  <a:pt x="379" y="443"/>
                  <a:pt x="375" y="451"/>
                </a:cubicBezTo>
                <a:cubicBezTo>
                  <a:pt x="395" y="536"/>
                  <a:pt x="399" y="541"/>
                  <a:pt x="399" y="545"/>
                </a:cubicBezTo>
                <a:cubicBezTo>
                  <a:pt x="400" y="576"/>
                  <a:pt x="402" y="581"/>
                  <a:pt x="406" y="586"/>
                </a:cubicBezTo>
                <a:cubicBezTo>
                  <a:pt x="406" y="605"/>
                  <a:pt x="405" y="608"/>
                  <a:pt x="404" y="610"/>
                </a:cubicBezTo>
                <a:cubicBezTo>
                  <a:pt x="402" y="627"/>
                  <a:pt x="408" y="632"/>
                  <a:pt x="403" y="635"/>
                </a:cubicBezTo>
                <a:cubicBezTo>
                  <a:pt x="396" y="601"/>
                  <a:pt x="401" y="597"/>
                  <a:pt x="398" y="592"/>
                </a:cubicBezTo>
                <a:cubicBezTo>
                  <a:pt x="383" y="512"/>
                  <a:pt x="375" y="506"/>
                  <a:pt x="377" y="501"/>
                </a:cubicBezTo>
                <a:cubicBezTo>
                  <a:pt x="354" y="435"/>
                  <a:pt x="354" y="416"/>
                  <a:pt x="344" y="395"/>
                </a:cubicBezTo>
                <a:cubicBezTo>
                  <a:pt x="338" y="338"/>
                  <a:pt x="338" y="335"/>
                  <a:pt x="339" y="333"/>
                </a:cubicBezTo>
                <a:cubicBezTo>
                  <a:pt x="340" y="299"/>
                  <a:pt x="336" y="293"/>
                  <a:pt x="338" y="287"/>
                </a:cubicBezTo>
                <a:cubicBezTo>
                  <a:pt x="331" y="289"/>
                  <a:pt x="332" y="300"/>
                  <a:pt x="330" y="310"/>
                </a:cubicBezTo>
                <a:cubicBezTo>
                  <a:pt x="334" y="336"/>
                  <a:pt x="329" y="338"/>
                  <a:pt x="333" y="342"/>
                </a:cubicBezTo>
                <a:cubicBezTo>
                  <a:pt x="337" y="378"/>
                  <a:pt x="335" y="383"/>
                  <a:pt x="337" y="388"/>
                </a:cubicBezTo>
                <a:cubicBezTo>
                  <a:pt x="337" y="409"/>
                  <a:pt x="345" y="415"/>
                  <a:pt x="343" y="420"/>
                </a:cubicBezTo>
                <a:cubicBezTo>
                  <a:pt x="357" y="454"/>
                  <a:pt x="351" y="461"/>
                  <a:pt x="357" y="467"/>
                </a:cubicBezTo>
                <a:cubicBezTo>
                  <a:pt x="369" y="497"/>
                  <a:pt x="364" y="504"/>
                  <a:pt x="368" y="506"/>
                </a:cubicBezTo>
                <a:cubicBezTo>
                  <a:pt x="379" y="543"/>
                  <a:pt x="382" y="551"/>
                  <a:pt x="384" y="558"/>
                </a:cubicBezTo>
                <a:cubicBezTo>
                  <a:pt x="390" y="600"/>
                  <a:pt x="393" y="605"/>
                  <a:pt x="388" y="609"/>
                </a:cubicBezTo>
                <a:cubicBezTo>
                  <a:pt x="376" y="559"/>
                  <a:pt x="371" y="556"/>
                  <a:pt x="373" y="554"/>
                </a:cubicBezTo>
                <a:cubicBezTo>
                  <a:pt x="357" y="504"/>
                  <a:pt x="350" y="497"/>
                  <a:pt x="350" y="491"/>
                </a:cubicBezTo>
                <a:cubicBezTo>
                  <a:pt x="323" y="433"/>
                  <a:pt x="327" y="431"/>
                  <a:pt x="324" y="427"/>
                </a:cubicBezTo>
                <a:cubicBezTo>
                  <a:pt x="313" y="386"/>
                  <a:pt x="309" y="374"/>
                  <a:pt x="308" y="362"/>
                </a:cubicBezTo>
                <a:cubicBezTo>
                  <a:pt x="306" y="320"/>
                  <a:pt x="303" y="314"/>
                  <a:pt x="304" y="308"/>
                </a:cubicBezTo>
                <a:cubicBezTo>
                  <a:pt x="303" y="284"/>
                  <a:pt x="306" y="279"/>
                  <a:pt x="306" y="273"/>
                </a:cubicBezTo>
                <a:cubicBezTo>
                  <a:pt x="300" y="263"/>
                  <a:pt x="301" y="273"/>
                  <a:pt x="300" y="282"/>
                </a:cubicBezTo>
                <a:cubicBezTo>
                  <a:pt x="298" y="301"/>
                  <a:pt x="297" y="305"/>
                  <a:pt x="295" y="310"/>
                </a:cubicBezTo>
                <a:cubicBezTo>
                  <a:pt x="307" y="382"/>
                  <a:pt x="302" y="391"/>
                  <a:pt x="310" y="402"/>
                </a:cubicBezTo>
                <a:cubicBezTo>
                  <a:pt x="317" y="439"/>
                  <a:pt x="325" y="446"/>
                  <a:pt x="323" y="450"/>
                </a:cubicBezTo>
                <a:cubicBezTo>
                  <a:pt x="337" y="478"/>
                  <a:pt x="337" y="489"/>
                  <a:pt x="345" y="500"/>
                </a:cubicBezTo>
                <a:cubicBezTo>
                  <a:pt x="352" y="526"/>
                  <a:pt x="359" y="530"/>
                  <a:pt x="355" y="532"/>
                </a:cubicBezTo>
                <a:cubicBezTo>
                  <a:pt x="378" y="589"/>
                  <a:pt x="373" y="597"/>
                  <a:pt x="377" y="600"/>
                </a:cubicBezTo>
                <a:cubicBezTo>
                  <a:pt x="374" y="595"/>
                  <a:pt x="367" y="591"/>
                  <a:pt x="366" y="588"/>
                </a:cubicBezTo>
                <a:cubicBezTo>
                  <a:pt x="355" y="552"/>
                  <a:pt x="348" y="544"/>
                  <a:pt x="350" y="538"/>
                </a:cubicBezTo>
                <a:cubicBezTo>
                  <a:pt x="324" y="484"/>
                  <a:pt x="321" y="468"/>
                  <a:pt x="311" y="451"/>
                </a:cubicBezTo>
                <a:cubicBezTo>
                  <a:pt x="301" y="423"/>
                  <a:pt x="301" y="419"/>
                  <a:pt x="300" y="415"/>
                </a:cubicBezTo>
                <a:cubicBezTo>
                  <a:pt x="290" y="374"/>
                  <a:pt x="287" y="369"/>
                  <a:pt x="289" y="366"/>
                </a:cubicBezTo>
                <a:cubicBezTo>
                  <a:pt x="286" y="345"/>
                  <a:pt x="285" y="337"/>
                  <a:pt x="285" y="330"/>
                </a:cubicBezTo>
                <a:cubicBezTo>
                  <a:pt x="278" y="309"/>
                  <a:pt x="280" y="316"/>
                  <a:pt x="280" y="319"/>
                </a:cubicBezTo>
                <a:cubicBezTo>
                  <a:pt x="279" y="330"/>
                  <a:pt x="279" y="333"/>
                  <a:pt x="279" y="334"/>
                </a:cubicBezTo>
                <a:cubicBezTo>
                  <a:pt x="276" y="357"/>
                  <a:pt x="284" y="362"/>
                  <a:pt x="281" y="365"/>
                </a:cubicBezTo>
                <a:cubicBezTo>
                  <a:pt x="287" y="400"/>
                  <a:pt x="290" y="404"/>
                  <a:pt x="290" y="407"/>
                </a:cubicBezTo>
                <a:cubicBezTo>
                  <a:pt x="314" y="477"/>
                  <a:pt x="313" y="479"/>
                  <a:pt x="313" y="481"/>
                </a:cubicBezTo>
                <a:cubicBezTo>
                  <a:pt x="324" y="507"/>
                  <a:pt x="331" y="514"/>
                  <a:pt x="329" y="519"/>
                </a:cubicBezTo>
                <a:cubicBezTo>
                  <a:pt x="359" y="601"/>
                  <a:pt x="365" y="601"/>
                  <a:pt x="364" y="609"/>
                </a:cubicBezTo>
                <a:cubicBezTo>
                  <a:pt x="371" y="640"/>
                  <a:pt x="372" y="643"/>
                  <a:pt x="374" y="646"/>
                </a:cubicBezTo>
                <a:cubicBezTo>
                  <a:pt x="376" y="667"/>
                  <a:pt x="377" y="669"/>
                  <a:pt x="374" y="671"/>
                </a:cubicBezTo>
                <a:cubicBezTo>
                  <a:pt x="375" y="687"/>
                  <a:pt x="374" y="690"/>
                  <a:pt x="375" y="692"/>
                </a:cubicBezTo>
                <a:cubicBezTo>
                  <a:pt x="370" y="713"/>
                  <a:pt x="369" y="717"/>
                  <a:pt x="367" y="715"/>
                </a:cubicBezTo>
                <a:cubicBezTo>
                  <a:pt x="363" y="675"/>
                  <a:pt x="362" y="670"/>
                  <a:pt x="363" y="666"/>
                </a:cubicBezTo>
                <a:cubicBezTo>
                  <a:pt x="352" y="608"/>
                  <a:pt x="345" y="610"/>
                  <a:pt x="346" y="605"/>
                </a:cubicBezTo>
                <a:cubicBezTo>
                  <a:pt x="334" y="572"/>
                  <a:pt x="329" y="574"/>
                  <a:pt x="329" y="568"/>
                </a:cubicBezTo>
                <a:cubicBezTo>
                  <a:pt x="310" y="526"/>
                  <a:pt x="303" y="521"/>
                  <a:pt x="305" y="517"/>
                </a:cubicBezTo>
                <a:cubicBezTo>
                  <a:pt x="290" y="492"/>
                  <a:pt x="293" y="489"/>
                  <a:pt x="289" y="484"/>
                </a:cubicBezTo>
                <a:cubicBezTo>
                  <a:pt x="272" y="442"/>
                  <a:pt x="272" y="433"/>
                  <a:pt x="267" y="424"/>
                </a:cubicBezTo>
                <a:cubicBezTo>
                  <a:pt x="263" y="382"/>
                  <a:pt x="261" y="377"/>
                  <a:pt x="262" y="373"/>
                </a:cubicBezTo>
                <a:cubicBezTo>
                  <a:pt x="263" y="332"/>
                  <a:pt x="259" y="327"/>
                  <a:pt x="260" y="323"/>
                </a:cubicBezTo>
                <a:cubicBezTo>
                  <a:pt x="255" y="324"/>
                  <a:pt x="255" y="328"/>
                  <a:pt x="258" y="332"/>
                </a:cubicBezTo>
                <a:cubicBezTo>
                  <a:pt x="253" y="357"/>
                  <a:pt x="255" y="358"/>
                  <a:pt x="255" y="359"/>
                </a:cubicBezTo>
                <a:cubicBezTo>
                  <a:pt x="256" y="372"/>
                  <a:pt x="254" y="373"/>
                  <a:pt x="255" y="376"/>
                </a:cubicBezTo>
                <a:cubicBezTo>
                  <a:pt x="262" y="413"/>
                  <a:pt x="257" y="421"/>
                  <a:pt x="262" y="430"/>
                </a:cubicBezTo>
                <a:cubicBezTo>
                  <a:pt x="271" y="463"/>
                  <a:pt x="270" y="468"/>
                  <a:pt x="276" y="474"/>
                </a:cubicBezTo>
                <a:cubicBezTo>
                  <a:pt x="293" y="525"/>
                  <a:pt x="305" y="537"/>
                  <a:pt x="308" y="549"/>
                </a:cubicBezTo>
                <a:cubicBezTo>
                  <a:pt x="326" y="593"/>
                  <a:pt x="338" y="598"/>
                  <a:pt x="333" y="600"/>
                </a:cubicBezTo>
                <a:cubicBezTo>
                  <a:pt x="344" y="639"/>
                  <a:pt x="350" y="643"/>
                  <a:pt x="348" y="645"/>
                </a:cubicBezTo>
                <a:cubicBezTo>
                  <a:pt x="360" y="675"/>
                  <a:pt x="349" y="681"/>
                  <a:pt x="356" y="679"/>
                </a:cubicBezTo>
                <a:cubicBezTo>
                  <a:pt x="356" y="718"/>
                  <a:pt x="357" y="722"/>
                  <a:pt x="358" y="727"/>
                </a:cubicBezTo>
                <a:cubicBezTo>
                  <a:pt x="355" y="728"/>
                  <a:pt x="353" y="720"/>
                  <a:pt x="355" y="712"/>
                </a:cubicBezTo>
                <a:cubicBezTo>
                  <a:pt x="344" y="656"/>
                  <a:pt x="337" y="650"/>
                  <a:pt x="339" y="647"/>
                </a:cubicBezTo>
                <a:cubicBezTo>
                  <a:pt x="327" y="614"/>
                  <a:pt x="329" y="612"/>
                  <a:pt x="327" y="609"/>
                </a:cubicBezTo>
                <a:cubicBezTo>
                  <a:pt x="296" y="547"/>
                  <a:pt x="292" y="535"/>
                  <a:pt x="286" y="521"/>
                </a:cubicBezTo>
                <a:cubicBezTo>
                  <a:pt x="264" y="475"/>
                  <a:pt x="265" y="471"/>
                  <a:pt x="260" y="465"/>
                </a:cubicBezTo>
                <a:cubicBezTo>
                  <a:pt x="247" y="411"/>
                  <a:pt x="246" y="405"/>
                  <a:pt x="244" y="399"/>
                </a:cubicBezTo>
                <a:cubicBezTo>
                  <a:pt x="237" y="392"/>
                  <a:pt x="243" y="396"/>
                  <a:pt x="240" y="399"/>
                </a:cubicBezTo>
                <a:cubicBezTo>
                  <a:pt x="245" y="450"/>
                  <a:pt x="252" y="456"/>
                  <a:pt x="251" y="460"/>
                </a:cubicBezTo>
                <a:cubicBezTo>
                  <a:pt x="278" y="524"/>
                  <a:pt x="284" y="536"/>
                  <a:pt x="288" y="548"/>
                </a:cubicBezTo>
                <a:cubicBezTo>
                  <a:pt x="302" y="574"/>
                  <a:pt x="305" y="577"/>
                  <a:pt x="303" y="579"/>
                </a:cubicBezTo>
                <a:cubicBezTo>
                  <a:pt x="316" y="612"/>
                  <a:pt x="323" y="618"/>
                  <a:pt x="323" y="624"/>
                </a:cubicBezTo>
                <a:cubicBezTo>
                  <a:pt x="325" y="635"/>
                  <a:pt x="328" y="634"/>
                  <a:pt x="329" y="635"/>
                </a:cubicBezTo>
                <a:cubicBezTo>
                  <a:pt x="329" y="647"/>
                  <a:pt x="332" y="649"/>
                  <a:pt x="330" y="651"/>
                </a:cubicBezTo>
                <a:cubicBezTo>
                  <a:pt x="342" y="695"/>
                  <a:pt x="341" y="702"/>
                  <a:pt x="346" y="710"/>
                </a:cubicBezTo>
                <a:cubicBezTo>
                  <a:pt x="344" y="729"/>
                  <a:pt x="346" y="732"/>
                  <a:pt x="343" y="730"/>
                </a:cubicBezTo>
                <a:cubicBezTo>
                  <a:pt x="342" y="696"/>
                  <a:pt x="336" y="691"/>
                  <a:pt x="340" y="688"/>
                </a:cubicBezTo>
                <a:cubicBezTo>
                  <a:pt x="322" y="644"/>
                  <a:pt x="323" y="635"/>
                  <a:pt x="319" y="625"/>
                </a:cubicBezTo>
                <a:cubicBezTo>
                  <a:pt x="304" y="603"/>
                  <a:pt x="309" y="596"/>
                  <a:pt x="304" y="598"/>
                </a:cubicBezTo>
                <a:cubicBezTo>
                  <a:pt x="283" y="562"/>
                  <a:pt x="281" y="562"/>
                  <a:pt x="280" y="557"/>
                </a:cubicBezTo>
                <a:cubicBezTo>
                  <a:pt x="239" y="483"/>
                  <a:pt x="234" y="468"/>
                  <a:pt x="227" y="453"/>
                </a:cubicBezTo>
                <a:cubicBezTo>
                  <a:pt x="222" y="406"/>
                  <a:pt x="214" y="401"/>
                  <a:pt x="217" y="399"/>
                </a:cubicBezTo>
                <a:cubicBezTo>
                  <a:pt x="210" y="368"/>
                  <a:pt x="206" y="371"/>
                  <a:pt x="209" y="374"/>
                </a:cubicBezTo>
                <a:cubicBezTo>
                  <a:pt x="211" y="412"/>
                  <a:pt x="214" y="416"/>
                  <a:pt x="212" y="419"/>
                </a:cubicBezTo>
                <a:cubicBezTo>
                  <a:pt x="217" y="447"/>
                  <a:pt x="220" y="451"/>
                  <a:pt x="218" y="454"/>
                </a:cubicBezTo>
                <a:cubicBezTo>
                  <a:pt x="237" y="486"/>
                  <a:pt x="228" y="488"/>
                  <a:pt x="233" y="492"/>
                </a:cubicBezTo>
                <a:cubicBezTo>
                  <a:pt x="243" y="506"/>
                  <a:pt x="241" y="507"/>
                  <a:pt x="243" y="510"/>
                </a:cubicBezTo>
                <a:cubicBezTo>
                  <a:pt x="273" y="563"/>
                  <a:pt x="281" y="573"/>
                  <a:pt x="290" y="592"/>
                </a:cubicBezTo>
                <a:cubicBezTo>
                  <a:pt x="313" y="641"/>
                  <a:pt x="320" y="646"/>
                  <a:pt x="317" y="650"/>
                </a:cubicBezTo>
                <a:cubicBezTo>
                  <a:pt x="324" y="674"/>
                  <a:pt x="328" y="677"/>
                  <a:pt x="326" y="679"/>
                </a:cubicBezTo>
                <a:cubicBezTo>
                  <a:pt x="331" y="728"/>
                  <a:pt x="335" y="734"/>
                  <a:pt x="335" y="739"/>
                </a:cubicBezTo>
                <a:cubicBezTo>
                  <a:pt x="329" y="772"/>
                  <a:pt x="335" y="778"/>
                  <a:pt x="329" y="782"/>
                </a:cubicBezTo>
                <a:cubicBezTo>
                  <a:pt x="329" y="760"/>
                  <a:pt x="324" y="756"/>
                  <a:pt x="326" y="754"/>
                </a:cubicBezTo>
                <a:cubicBezTo>
                  <a:pt x="316" y="694"/>
                  <a:pt x="311" y="688"/>
                  <a:pt x="312" y="684"/>
                </a:cubicBezTo>
                <a:cubicBezTo>
                  <a:pt x="303" y="664"/>
                  <a:pt x="300" y="660"/>
                  <a:pt x="297" y="655"/>
                </a:cubicBezTo>
                <a:cubicBezTo>
                  <a:pt x="277" y="614"/>
                  <a:pt x="276" y="603"/>
                  <a:pt x="266" y="592"/>
                </a:cubicBezTo>
                <a:cubicBezTo>
                  <a:pt x="229" y="512"/>
                  <a:pt x="224" y="509"/>
                  <a:pt x="226" y="507"/>
                </a:cubicBezTo>
                <a:cubicBezTo>
                  <a:pt x="219" y="487"/>
                  <a:pt x="218" y="484"/>
                  <a:pt x="215" y="481"/>
                </a:cubicBezTo>
                <a:cubicBezTo>
                  <a:pt x="207" y="434"/>
                  <a:pt x="204" y="427"/>
                  <a:pt x="203" y="421"/>
                </a:cubicBezTo>
                <a:cubicBezTo>
                  <a:pt x="200" y="407"/>
                  <a:pt x="202" y="403"/>
                  <a:pt x="198" y="400"/>
                </a:cubicBezTo>
                <a:cubicBezTo>
                  <a:pt x="196" y="424"/>
                  <a:pt x="202" y="423"/>
                  <a:pt x="200" y="426"/>
                </a:cubicBezTo>
                <a:cubicBezTo>
                  <a:pt x="204" y="466"/>
                  <a:pt x="207" y="469"/>
                  <a:pt x="205" y="471"/>
                </a:cubicBezTo>
                <a:cubicBezTo>
                  <a:pt x="232" y="535"/>
                  <a:pt x="234" y="550"/>
                  <a:pt x="247" y="566"/>
                </a:cubicBezTo>
                <a:cubicBezTo>
                  <a:pt x="301" y="688"/>
                  <a:pt x="306" y="693"/>
                  <a:pt x="305" y="698"/>
                </a:cubicBezTo>
                <a:cubicBezTo>
                  <a:pt x="318" y="764"/>
                  <a:pt x="321" y="768"/>
                  <a:pt x="316" y="771"/>
                </a:cubicBezTo>
                <a:cubicBezTo>
                  <a:pt x="320" y="797"/>
                  <a:pt x="318" y="798"/>
                  <a:pt x="320" y="800"/>
                </a:cubicBezTo>
                <a:cubicBezTo>
                  <a:pt x="311" y="765"/>
                  <a:pt x="308" y="755"/>
                  <a:pt x="311" y="746"/>
                </a:cubicBezTo>
                <a:cubicBezTo>
                  <a:pt x="292" y="699"/>
                  <a:pt x="295" y="695"/>
                  <a:pt x="291" y="689"/>
                </a:cubicBezTo>
                <a:cubicBezTo>
                  <a:pt x="279" y="664"/>
                  <a:pt x="281" y="659"/>
                  <a:pt x="274" y="652"/>
                </a:cubicBezTo>
                <a:cubicBezTo>
                  <a:pt x="272" y="634"/>
                  <a:pt x="265" y="630"/>
                  <a:pt x="264" y="627"/>
                </a:cubicBezTo>
                <a:cubicBezTo>
                  <a:pt x="258" y="606"/>
                  <a:pt x="250" y="601"/>
                  <a:pt x="253" y="598"/>
                </a:cubicBezTo>
                <a:cubicBezTo>
                  <a:pt x="219" y="535"/>
                  <a:pt x="210" y="531"/>
                  <a:pt x="213" y="526"/>
                </a:cubicBezTo>
                <a:cubicBezTo>
                  <a:pt x="196" y="496"/>
                  <a:pt x="200" y="495"/>
                  <a:pt x="199" y="493"/>
                </a:cubicBezTo>
                <a:cubicBezTo>
                  <a:pt x="188" y="444"/>
                  <a:pt x="183" y="435"/>
                  <a:pt x="184" y="427"/>
                </a:cubicBezTo>
                <a:cubicBezTo>
                  <a:pt x="176" y="409"/>
                  <a:pt x="175" y="415"/>
                  <a:pt x="176" y="421"/>
                </a:cubicBezTo>
                <a:cubicBezTo>
                  <a:pt x="180" y="443"/>
                  <a:pt x="180" y="448"/>
                  <a:pt x="180" y="452"/>
                </a:cubicBezTo>
                <a:cubicBezTo>
                  <a:pt x="181" y="498"/>
                  <a:pt x="184" y="526"/>
                  <a:pt x="195" y="545"/>
                </a:cubicBezTo>
                <a:cubicBezTo>
                  <a:pt x="206" y="572"/>
                  <a:pt x="208" y="569"/>
                  <a:pt x="211" y="577"/>
                </a:cubicBezTo>
                <a:cubicBezTo>
                  <a:pt x="236" y="627"/>
                  <a:pt x="240" y="630"/>
                  <a:pt x="238" y="632"/>
                </a:cubicBezTo>
                <a:cubicBezTo>
                  <a:pt x="260" y="671"/>
                  <a:pt x="263" y="679"/>
                  <a:pt x="270" y="687"/>
                </a:cubicBezTo>
                <a:cubicBezTo>
                  <a:pt x="277" y="703"/>
                  <a:pt x="278" y="705"/>
                  <a:pt x="280" y="707"/>
                </a:cubicBezTo>
                <a:cubicBezTo>
                  <a:pt x="284" y="736"/>
                  <a:pt x="293" y="745"/>
                  <a:pt x="290" y="751"/>
                </a:cubicBezTo>
                <a:cubicBezTo>
                  <a:pt x="300" y="786"/>
                  <a:pt x="298" y="788"/>
                  <a:pt x="301" y="790"/>
                </a:cubicBezTo>
                <a:cubicBezTo>
                  <a:pt x="285" y="760"/>
                  <a:pt x="280" y="751"/>
                  <a:pt x="281" y="743"/>
                </a:cubicBezTo>
                <a:cubicBezTo>
                  <a:pt x="267" y="717"/>
                  <a:pt x="263" y="712"/>
                  <a:pt x="264" y="709"/>
                </a:cubicBezTo>
                <a:cubicBezTo>
                  <a:pt x="248" y="682"/>
                  <a:pt x="246" y="670"/>
                  <a:pt x="242" y="658"/>
                </a:cubicBezTo>
                <a:cubicBezTo>
                  <a:pt x="179" y="534"/>
                  <a:pt x="172" y="518"/>
                  <a:pt x="162" y="502"/>
                </a:cubicBezTo>
                <a:cubicBezTo>
                  <a:pt x="145" y="444"/>
                  <a:pt x="148" y="430"/>
                  <a:pt x="143" y="415"/>
                </a:cubicBezTo>
                <a:cubicBezTo>
                  <a:pt x="140" y="444"/>
                  <a:pt x="143" y="452"/>
                  <a:pt x="143" y="459"/>
                </a:cubicBezTo>
                <a:cubicBezTo>
                  <a:pt x="153" y="499"/>
                  <a:pt x="156" y="503"/>
                  <a:pt x="155" y="507"/>
                </a:cubicBezTo>
                <a:cubicBezTo>
                  <a:pt x="184" y="563"/>
                  <a:pt x="185" y="565"/>
                  <a:pt x="185" y="569"/>
                </a:cubicBezTo>
                <a:cubicBezTo>
                  <a:pt x="202" y="603"/>
                  <a:pt x="208" y="605"/>
                  <a:pt x="207" y="612"/>
                </a:cubicBezTo>
                <a:cubicBezTo>
                  <a:pt x="217" y="641"/>
                  <a:pt x="230" y="639"/>
                  <a:pt x="224" y="644"/>
                </a:cubicBezTo>
                <a:cubicBezTo>
                  <a:pt x="287" y="796"/>
                  <a:pt x="292" y="802"/>
                  <a:pt x="291" y="807"/>
                </a:cubicBezTo>
                <a:cubicBezTo>
                  <a:pt x="298" y="844"/>
                  <a:pt x="299" y="847"/>
                  <a:pt x="297" y="849"/>
                </a:cubicBezTo>
                <a:cubicBezTo>
                  <a:pt x="295" y="844"/>
                  <a:pt x="294" y="840"/>
                  <a:pt x="292" y="836"/>
                </a:cubicBezTo>
                <a:cubicBezTo>
                  <a:pt x="285" y="809"/>
                  <a:pt x="281" y="804"/>
                  <a:pt x="278" y="799"/>
                </a:cubicBezTo>
                <a:cubicBezTo>
                  <a:pt x="255" y="746"/>
                  <a:pt x="249" y="747"/>
                  <a:pt x="250" y="741"/>
                </a:cubicBezTo>
                <a:cubicBezTo>
                  <a:pt x="223" y="694"/>
                  <a:pt x="225" y="692"/>
                  <a:pt x="223" y="689"/>
                </a:cubicBezTo>
                <a:cubicBezTo>
                  <a:pt x="216" y="674"/>
                  <a:pt x="215" y="671"/>
                  <a:pt x="212" y="667"/>
                </a:cubicBezTo>
                <a:cubicBezTo>
                  <a:pt x="201" y="644"/>
                  <a:pt x="195" y="640"/>
                  <a:pt x="198" y="638"/>
                </a:cubicBezTo>
                <a:cubicBezTo>
                  <a:pt x="149" y="549"/>
                  <a:pt x="156" y="559"/>
                  <a:pt x="157" y="567"/>
                </a:cubicBezTo>
                <a:cubicBezTo>
                  <a:pt x="160" y="580"/>
                  <a:pt x="164" y="583"/>
                  <a:pt x="165" y="586"/>
                </a:cubicBezTo>
                <a:cubicBezTo>
                  <a:pt x="177" y="613"/>
                  <a:pt x="172" y="614"/>
                  <a:pt x="179" y="618"/>
                </a:cubicBezTo>
                <a:cubicBezTo>
                  <a:pt x="187" y="642"/>
                  <a:pt x="191" y="644"/>
                  <a:pt x="192" y="647"/>
                </a:cubicBezTo>
                <a:cubicBezTo>
                  <a:pt x="208" y="677"/>
                  <a:pt x="206" y="681"/>
                  <a:pt x="209" y="680"/>
                </a:cubicBezTo>
                <a:cubicBezTo>
                  <a:pt x="229" y="715"/>
                  <a:pt x="236" y="735"/>
                  <a:pt x="245" y="754"/>
                </a:cubicBezTo>
                <a:cubicBezTo>
                  <a:pt x="265" y="789"/>
                  <a:pt x="268" y="793"/>
                  <a:pt x="268" y="796"/>
                </a:cubicBezTo>
                <a:cubicBezTo>
                  <a:pt x="284" y="831"/>
                  <a:pt x="281" y="834"/>
                  <a:pt x="283" y="837"/>
                </a:cubicBezTo>
                <a:cubicBezTo>
                  <a:pt x="287" y="855"/>
                  <a:pt x="283" y="857"/>
                  <a:pt x="287" y="859"/>
                </a:cubicBezTo>
                <a:cubicBezTo>
                  <a:pt x="285" y="886"/>
                  <a:pt x="282" y="878"/>
                  <a:pt x="285" y="870"/>
                </a:cubicBezTo>
                <a:cubicBezTo>
                  <a:pt x="268" y="821"/>
                  <a:pt x="270" y="819"/>
                  <a:pt x="268" y="816"/>
                </a:cubicBezTo>
                <a:cubicBezTo>
                  <a:pt x="259" y="786"/>
                  <a:pt x="252" y="782"/>
                  <a:pt x="251" y="779"/>
                </a:cubicBezTo>
                <a:cubicBezTo>
                  <a:pt x="234" y="751"/>
                  <a:pt x="238" y="749"/>
                  <a:pt x="234" y="745"/>
                </a:cubicBezTo>
                <a:cubicBezTo>
                  <a:pt x="205" y="692"/>
                  <a:pt x="202" y="688"/>
                  <a:pt x="199" y="684"/>
                </a:cubicBezTo>
                <a:cubicBezTo>
                  <a:pt x="177" y="630"/>
                  <a:pt x="166" y="611"/>
                  <a:pt x="158" y="593"/>
                </a:cubicBezTo>
                <a:cubicBezTo>
                  <a:pt x="147" y="546"/>
                  <a:pt x="142" y="548"/>
                  <a:pt x="140" y="540"/>
                </a:cubicBezTo>
                <a:cubicBezTo>
                  <a:pt x="140" y="522"/>
                  <a:pt x="138" y="522"/>
                  <a:pt x="136" y="521"/>
                </a:cubicBezTo>
                <a:cubicBezTo>
                  <a:pt x="130" y="496"/>
                  <a:pt x="129" y="493"/>
                  <a:pt x="131" y="490"/>
                </a:cubicBezTo>
                <a:cubicBezTo>
                  <a:pt x="122" y="493"/>
                  <a:pt x="128" y="497"/>
                  <a:pt x="125" y="499"/>
                </a:cubicBezTo>
                <a:cubicBezTo>
                  <a:pt x="131" y="527"/>
                  <a:pt x="132" y="536"/>
                  <a:pt x="136" y="545"/>
                </a:cubicBezTo>
                <a:cubicBezTo>
                  <a:pt x="139" y="569"/>
                  <a:pt x="140" y="574"/>
                  <a:pt x="139" y="580"/>
                </a:cubicBezTo>
                <a:cubicBezTo>
                  <a:pt x="160" y="639"/>
                  <a:pt x="161" y="642"/>
                  <a:pt x="159" y="645"/>
                </a:cubicBezTo>
                <a:cubicBezTo>
                  <a:pt x="169" y="668"/>
                  <a:pt x="176" y="672"/>
                  <a:pt x="172" y="674"/>
                </a:cubicBezTo>
                <a:cubicBezTo>
                  <a:pt x="200" y="724"/>
                  <a:pt x="201" y="738"/>
                  <a:pt x="214" y="755"/>
                </a:cubicBezTo>
                <a:cubicBezTo>
                  <a:pt x="236" y="805"/>
                  <a:pt x="246" y="814"/>
                  <a:pt x="247" y="821"/>
                </a:cubicBezTo>
                <a:cubicBezTo>
                  <a:pt x="268" y="868"/>
                  <a:pt x="261" y="870"/>
                  <a:pt x="266" y="874"/>
                </a:cubicBezTo>
                <a:cubicBezTo>
                  <a:pt x="224" y="800"/>
                  <a:pt x="220" y="795"/>
                  <a:pt x="217" y="789"/>
                </a:cubicBezTo>
                <a:cubicBezTo>
                  <a:pt x="185" y="740"/>
                  <a:pt x="190" y="733"/>
                  <a:pt x="185" y="736"/>
                </a:cubicBezTo>
                <a:cubicBezTo>
                  <a:pt x="171" y="702"/>
                  <a:pt x="168" y="697"/>
                  <a:pt x="166" y="693"/>
                </a:cubicBezTo>
                <a:cubicBezTo>
                  <a:pt x="134" y="606"/>
                  <a:pt x="125" y="601"/>
                  <a:pt x="129" y="597"/>
                </a:cubicBezTo>
                <a:cubicBezTo>
                  <a:pt x="119" y="542"/>
                  <a:pt x="118" y="540"/>
                  <a:pt x="116" y="538"/>
                </a:cubicBezTo>
                <a:cubicBezTo>
                  <a:pt x="111" y="539"/>
                  <a:pt x="113" y="558"/>
                  <a:pt x="117" y="576"/>
                </a:cubicBezTo>
                <a:cubicBezTo>
                  <a:pt x="141" y="650"/>
                  <a:pt x="140" y="667"/>
                  <a:pt x="151" y="685"/>
                </a:cubicBezTo>
                <a:cubicBezTo>
                  <a:pt x="194" y="767"/>
                  <a:pt x="201" y="774"/>
                  <a:pt x="207" y="789"/>
                </a:cubicBezTo>
                <a:cubicBezTo>
                  <a:pt x="228" y="836"/>
                  <a:pt x="240" y="840"/>
                  <a:pt x="235" y="842"/>
                </a:cubicBezTo>
                <a:cubicBezTo>
                  <a:pt x="251" y="882"/>
                  <a:pt x="258" y="889"/>
                  <a:pt x="255" y="894"/>
                </a:cubicBezTo>
                <a:cubicBezTo>
                  <a:pt x="228" y="846"/>
                  <a:pt x="227" y="844"/>
                  <a:pt x="225" y="842"/>
                </a:cubicBezTo>
                <a:cubicBezTo>
                  <a:pt x="212" y="821"/>
                  <a:pt x="210" y="822"/>
                  <a:pt x="209" y="820"/>
                </a:cubicBezTo>
                <a:cubicBezTo>
                  <a:pt x="166" y="769"/>
                  <a:pt x="157" y="757"/>
                  <a:pt x="144" y="743"/>
                </a:cubicBezTo>
                <a:cubicBezTo>
                  <a:pt x="123" y="700"/>
                  <a:pt x="116" y="696"/>
                  <a:pt x="115" y="693"/>
                </a:cubicBezTo>
                <a:cubicBezTo>
                  <a:pt x="107" y="669"/>
                  <a:pt x="105" y="663"/>
                  <a:pt x="101" y="657"/>
                </a:cubicBezTo>
                <a:cubicBezTo>
                  <a:pt x="96" y="630"/>
                  <a:pt x="93" y="623"/>
                  <a:pt x="91" y="615"/>
                </a:cubicBezTo>
                <a:cubicBezTo>
                  <a:pt x="87" y="604"/>
                  <a:pt x="82" y="608"/>
                  <a:pt x="85" y="614"/>
                </a:cubicBezTo>
                <a:cubicBezTo>
                  <a:pt x="95" y="654"/>
                  <a:pt x="92" y="660"/>
                  <a:pt x="95" y="666"/>
                </a:cubicBezTo>
                <a:cubicBezTo>
                  <a:pt x="154" y="770"/>
                  <a:pt x="155" y="771"/>
                  <a:pt x="161" y="778"/>
                </a:cubicBezTo>
                <a:cubicBezTo>
                  <a:pt x="204" y="829"/>
                  <a:pt x="208" y="830"/>
                  <a:pt x="211" y="836"/>
                </a:cubicBezTo>
                <a:cubicBezTo>
                  <a:pt x="249" y="919"/>
                  <a:pt x="255" y="928"/>
                  <a:pt x="253" y="935"/>
                </a:cubicBezTo>
                <a:cubicBezTo>
                  <a:pt x="253" y="956"/>
                  <a:pt x="256" y="954"/>
                  <a:pt x="252" y="951"/>
                </a:cubicBezTo>
                <a:cubicBezTo>
                  <a:pt x="255" y="941"/>
                  <a:pt x="249" y="937"/>
                  <a:pt x="247" y="934"/>
                </a:cubicBezTo>
                <a:cubicBezTo>
                  <a:pt x="223" y="877"/>
                  <a:pt x="219" y="872"/>
                  <a:pt x="216" y="866"/>
                </a:cubicBezTo>
                <a:cubicBezTo>
                  <a:pt x="166" y="796"/>
                  <a:pt x="160" y="792"/>
                  <a:pt x="155" y="782"/>
                </a:cubicBezTo>
                <a:cubicBezTo>
                  <a:pt x="107" y="716"/>
                  <a:pt x="103" y="719"/>
                  <a:pt x="103" y="714"/>
                </a:cubicBezTo>
                <a:cubicBezTo>
                  <a:pt x="85" y="675"/>
                  <a:pt x="83" y="673"/>
                  <a:pt x="82" y="671"/>
                </a:cubicBezTo>
                <a:cubicBezTo>
                  <a:pt x="79" y="658"/>
                  <a:pt x="74" y="655"/>
                  <a:pt x="76" y="653"/>
                </a:cubicBezTo>
                <a:cubicBezTo>
                  <a:pt x="72" y="651"/>
                  <a:pt x="73" y="653"/>
                  <a:pt x="70" y="654"/>
                </a:cubicBezTo>
                <a:cubicBezTo>
                  <a:pt x="78" y="674"/>
                  <a:pt x="75" y="677"/>
                  <a:pt x="80" y="682"/>
                </a:cubicBezTo>
                <a:cubicBezTo>
                  <a:pt x="93" y="713"/>
                  <a:pt x="99" y="721"/>
                  <a:pt x="102" y="730"/>
                </a:cubicBezTo>
                <a:cubicBezTo>
                  <a:pt x="168" y="818"/>
                  <a:pt x="173" y="816"/>
                  <a:pt x="176" y="821"/>
                </a:cubicBezTo>
                <a:cubicBezTo>
                  <a:pt x="206" y="868"/>
                  <a:pt x="208" y="871"/>
                  <a:pt x="210" y="875"/>
                </a:cubicBezTo>
                <a:cubicBezTo>
                  <a:pt x="237" y="926"/>
                  <a:pt x="238" y="934"/>
                  <a:pt x="240" y="942"/>
                </a:cubicBezTo>
                <a:cubicBezTo>
                  <a:pt x="254" y="974"/>
                  <a:pt x="251" y="976"/>
                  <a:pt x="252" y="978"/>
                </a:cubicBezTo>
                <a:cubicBezTo>
                  <a:pt x="244" y="978"/>
                  <a:pt x="245" y="972"/>
                  <a:pt x="245" y="965"/>
                </a:cubicBezTo>
                <a:cubicBezTo>
                  <a:pt x="220" y="909"/>
                  <a:pt x="215" y="897"/>
                  <a:pt x="207" y="885"/>
                </a:cubicBezTo>
                <a:cubicBezTo>
                  <a:pt x="195" y="866"/>
                  <a:pt x="195" y="864"/>
                  <a:pt x="193" y="865"/>
                </a:cubicBezTo>
                <a:cubicBezTo>
                  <a:pt x="179" y="855"/>
                  <a:pt x="185" y="844"/>
                  <a:pt x="180" y="848"/>
                </a:cubicBezTo>
                <a:cubicBezTo>
                  <a:pt x="148" y="807"/>
                  <a:pt x="140" y="795"/>
                  <a:pt x="131" y="783"/>
                </a:cubicBezTo>
                <a:cubicBezTo>
                  <a:pt x="118" y="762"/>
                  <a:pt x="110" y="755"/>
                  <a:pt x="106" y="749"/>
                </a:cubicBezTo>
                <a:cubicBezTo>
                  <a:pt x="80" y="696"/>
                  <a:pt x="80" y="694"/>
                  <a:pt x="80" y="692"/>
                </a:cubicBezTo>
                <a:cubicBezTo>
                  <a:pt x="71" y="664"/>
                  <a:pt x="69" y="658"/>
                  <a:pt x="65" y="661"/>
                </a:cubicBezTo>
                <a:cubicBezTo>
                  <a:pt x="71" y="688"/>
                  <a:pt x="73" y="693"/>
                  <a:pt x="76" y="697"/>
                </a:cubicBezTo>
                <a:cubicBezTo>
                  <a:pt x="113" y="772"/>
                  <a:pt x="120" y="781"/>
                  <a:pt x="125" y="789"/>
                </a:cubicBezTo>
                <a:cubicBezTo>
                  <a:pt x="135" y="803"/>
                  <a:pt x="136" y="809"/>
                  <a:pt x="140" y="813"/>
                </a:cubicBezTo>
                <a:cubicBezTo>
                  <a:pt x="178" y="859"/>
                  <a:pt x="181" y="858"/>
                  <a:pt x="179" y="860"/>
                </a:cubicBezTo>
                <a:cubicBezTo>
                  <a:pt x="193" y="881"/>
                  <a:pt x="195" y="882"/>
                  <a:pt x="198" y="889"/>
                </a:cubicBezTo>
                <a:cubicBezTo>
                  <a:pt x="227" y="944"/>
                  <a:pt x="231" y="952"/>
                  <a:pt x="235" y="961"/>
                </a:cubicBezTo>
                <a:cubicBezTo>
                  <a:pt x="244" y="999"/>
                  <a:pt x="243" y="1002"/>
                  <a:pt x="242" y="1005"/>
                </a:cubicBezTo>
                <a:cubicBezTo>
                  <a:pt x="238" y="996"/>
                  <a:pt x="233" y="991"/>
                  <a:pt x="234" y="988"/>
                </a:cubicBezTo>
                <a:cubicBezTo>
                  <a:pt x="225" y="962"/>
                  <a:pt x="224" y="959"/>
                  <a:pt x="222" y="957"/>
                </a:cubicBezTo>
                <a:cubicBezTo>
                  <a:pt x="210" y="930"/>
                  <a:pt x="207" y="921"/>
                  <a:pt x="204" y="912"/>
                </a:cubicBezTo>
                <a:cubicBezTo>
                  <a:pt x="190" y="898"/>
                  <a:pt x="190" y="892"/>
                  <a:pt x="189" y="891"/>
                </a:cubicBezTo>
                <a:cubicBezTo>
                  <a:pt x="171" y="869"/>
                  <a:pt x="172" y="868"/>
                  <a:pt x="171" y="866"/>
                </a:cubicBezTo>
                <a:cubicBezTo>
                  <a:pt x="166" y="860"/>
                  <a:pt x="165" y="861"/>
                  <a:pt x="164" y="859"/>
                </a:cubicBezTo>
                <a:cubicBezTo>
                  <a:pt x="156" y="850"/>
                  <a:pt x="152" y="845"/>
                  <a:pt x="148" y="841"/>
                </a:cubicBezTo>
                <a:cubicBezTo>
                  <a:pt x="65" y="711"/>
                  <a:pt x="53" y="694"/>
                  <a:pt x="50" y="678"/>
                </a:cubicBezTo>
                <a:cubicBezTo>
                  <a:pt x="50" y="701"/>
                  <a:pt x="55" y="704"/>
                  <a:pt x="53" y="706"/>
                </a:cubicBezTo>
                <a:cubicBezTo>
                  <a:pt x="169" y="875"/>
                  <a:pt x="172" y="884"/>
                  <a:pt x="197" y="919"/>
                </a:cubicBezTo>
                <a:cubicBezTo>
                  <a:pt x="218" y="976"/>
                  <a:pt x="221" y="979"/>
                  <a:pt x="224" y="983"/>
                </a:cubicBezTo>
                <a:cubicBezTo>
                  <a:pt x="228" y="1009"/>
                  <a:pt x="232" y="1014"/>
                  <a:pt x="228" y="1017"/>
                </a:cubicBezTo>
                <a:cubicBezTo>
                  <a:pt x="224" y="1004"/>
                  <a:pt x="219" y="996"/>
                  <a:pt x="221" y="990"/>
                </a:cubicBezTo>
                <a:cubicBezTo>
                  <a:pt x="201" y="949"/>
                  <a:pt x="198" y="938"/>
                  <a:pt x="196" y="934"/>
                </a:cubicBezTo>
                <a:cubicBezTo>
                  <a:pt x="166" y="892"/>
                  <a:pt x="165" y="887"/>
                  <a:pt x="163" y="885"/>
                </a:cubicBezTo>
                <a:cubicBezTo>
                  <a:pt x="129" y="843"/>
                  <a:pt x="120" y="840"/>
                  <a:pt x="115" y="826"/>
                </a:cubicBezTo>
                <a:cubicBezTo>
                  <a:pt x="95" y="810"/>
                  <a:pt x="100" y="803"/>
                  <a:pt x="95" y="801"/>
                </a:cubicBezTo>
                <a:cubicBezTo>
                  <a:pt x="58" y="746"/>
                  <a:pt x="61" y="750"/>
                  <a:pt x="63" y="753"/>
                </a:cubicBezTo>
                <a:cubicBezTo>
                  <a:pt x="73" y="778"/>
                  <a:pt x="76" y="782"/>
                  <a:pt x="79" y="786"/>
                </a:cubicBezTo>
                <a:cubicBezTo>
                  <a:pt x="96" y="817"/>
                  <a:pt x="95" y="817"/>
                  <a:pt x="101" y="826"/>
                </a:cubicBezTo>
                <a:cubicBezTo>
                  <a:pt x="112" y="844"/>
                  <a:pt x="119" y="843"/>
                  <a:pt x="118" y="851"/>
                </a:cubicBezTo>
                <a:cubicBezTo>
                  <a:pt x="187" y="941"/>
                  <a:pt x="193" y="948"/>
                  <a:pt x="198" y="955"/>
                </a:cubicBezTo>
                <a:cubicBezTo>
                  <a:pt x="206" y="972"/>
                  <a:pt x="204" y="974"/>
                  <a:pt x="206" y="976"/>
                </a:cubicBezTo>
                <a:cubicBezTo>
                  <a:pt x="210" y="996"/>
                  <a:pt x="210" y="999"/>
                  <a:pt x="212" y="1001"/>
                </a:cubicBezTo>
                <a:cubicBezTo>
                  <a:pt x="219" y="1030"/>
                  <a:pt x="221" y="1035"/>
                  <a:pt x="219" y="1038"/>
                </a:cubicBezTo>
                <a:cubicBezTo>
                  <a:pt x="213" y="1023"/>
                  <a:pt x="208" y="1019"/>
                  <a:pt x="207" y="1015"/>
                </a:cubicBezTo>
                <a:cubicBezTo>
                  <a:pt x="176" y="958"/>
                  <a:pt x="173" y="948"/>
                  <a:pt x="164" y="941"/>
                </a:cubicBezTo>
                <a:cubicBezTo>
                  <a:pt x="138" y="898"/>
                  <a:pt x="141" y="893"/>
                  <a:pt x="136" y="892"/>
                </a:cubicBezTo>
                <a:cubicBezTo>
                  <a:pt x="80" y="806"/>
                  <a:pt x="75" y="794"/>
                  <a:pt x="68" y="781"/>
                </a:cubicBezTo>
                <a:cubicBezTo>
                  <a:pt x="55" y="735"/>
                  <a:pt x="49" y="731"/>
                  <a:pt x="52" y="729"/>
                </a:cubicBezTo>
                <a:cubicBezTo>
                  <a:pt x="46" y="719"/>
                  <a:pt x="43" y="724"/>
                  <a:pt x="46" y="731"/>
                </a:cubicBezTo>
                <a:cubicBezTo>
                  <a:pt x="61" y="773"/>
                  <a:pt x="58" y="778"/>
                  <a:pt x="63" y="785"/>
                </a:cubicBezTo>
                <a:cubicBezTo>
                  <a:pt x="108" y="861"/>
                  <a:pt x="106" y="867"/>
                  <a:pt x="113" y="874"/>
                </a:cubicBezTo>
                <a:cubicBezTo>
                  <a:pt x="153" y="937"/>
                  <a:pt x="160" y="950"/>
                  <a:pt x="170" y="963"/>
                </a:cubicBezTo>
                <a:cubicBezTo>
                  <a:pt x="201" y="1018"/>
                  <a:pt x="197" y="1023"/>
                  <a:pt x="203" y="1030"/>
                </a:cubicBezTo>
                <a:cubicBezTo>
                  <a:pt x="212" y="1054"/>
                  <a:pt x="211" y="1060"/>
                  <a:pt x="215" y="1066"/>
                </a:cubicBezTo>
                <a:cubicBezTo>
                  <a:pt x="213" y="1076"/>
                  <a:pt x="211" y="1072"/>
                  <a:pt x="209" y="1068"/>
                </a:cubicBezTo>
                <a:cubicBezTo>
                  <a:pt x="192" y="1018"/>
                  <a:pt x="185" y="1004"/>
                  <a:pt x="179" y="986"/>
                </a:cubicBezTo>
                <a:cubicBezTo>
                  <a:pt x="167" y="965"/>
                  <a:pt x="163" y="959"/>
                  <a:pt x="162" y="959"/>
                </a:cubicBezTo>
                <a:cubicBezTo>
                  <a:pt x="150" y="943"/>
                  <a:pt x="146" y="939"/>
                  <a:pt x="143" y="936"/>
                </a:cubicBezTo>
                <a:cubicBezTo>
                  <a:pt x="94" y="874"/>
                  <a:pt x="79" y="852"/>
                  <a:pt x="64" y="833"/>
                </a:cubicBezTo>
                <a:cubicBezTo>
                  <a:pt x="39" y="757"/>
                  <a:pt x="29" y="752"/>
                  <a:pt x="35" y="749"/>
                </a:cubicBezTo>
                <a:cubicBezTo>
                  <a:pt x="29" y="755"/>
                  <a:pt x="31" y="759"/>
                  <a:pt x="33" y="763"/>
                </a:cubicBezTo>
                <a:cubicBezTo>
                  <a:pt x="44" y="793"/>
                  <a:pt x="39" y="799"/>
                  <a:pt x="45" y="807"/>
                </a:cubicBezTo>
                <a:cubicBezTo>
                  <a:pt x="89" y="874"/>
                  <a:pt x="113" y="915"/>
                  <a:pt x="129" y="931"/>
                </a:cubicBezTo>
                <a:cubicBezTo>
                  <a:pt x="153" y="967"/>
                  <a:pt x="164" y="977"/>
                  <a:pt x="170" y="987"/>
                </a:cubicBezTo>
                <a:cubicBezTo>
                  <a:pt x="186" y="1036"/>
                  <a:pt x="176" y="1025"/>
                  <a:pt x="171" y="1012"/>
                </a:cubicBezTo>
                <a:cubicBezTo>
                  <a:pt x="150" y="985"/>
                  <a:pt x="142" y="980"/>
                  <a:pt x="145" y="976"/>
                </a:cubicBezTo>
                <a:cubicBezTo>
                  <a:pt x="89" y="910"/>
                  <a:pt x="75" y="887"/>
                  <a:pt x="51" y="850"/>
                </a:cubicBezTo>
                <a:cubicBezTo>
                  <a:pt x="32" y="802"/>
                  <a:pt x="32" y="799"/>
                  <a:pt x="33" y="797"/>
                </a:cubicBezTo>
                <a:cubicBezTo>
                  <a:pt x="29" y="798"/>
                  <a:pt x="29" y="800"/>
                  <a:pt x="29" y="802"/>
                </a:cubicBezTo>
                <a:cubicBezTo>
                  <a:pt x="34" y="829"/>
                  <a:pt x="41" y="834"/>
                  <a:pt x="38" y="838"/>
                </a:cubicBezTo>
                <a:cubicBezTo>
                  <a:pt x="56" y="874"/>
                  <a:pt x="56" y="876"/>
                  <a:pt x="56" y="876"/>
                </a:cubicBezTo>
                <a:cubicBezTo>
                  <a:pt x="77" y="905"/>
                  <a:pt x="93" y="930"/>
                  <a:pt x="103" y="938"/>
                </a:cubicBezTo>
                <a:cubicBezTo>
                  <a:pt x="143" y="990"/>
                  <a:pt x="145" y="993"/>
                  <a:pt x="147" y="997"/>
                </a:cubicBezTo>
                <a:cubicBezTo>
                  <a:pt x="170" y="1023"/>
                  <a:pt x="170" y="1030"/>
                  <a:pt x="170" y="1032"/>
                </a:cubicBezTo>
                <a:cubicBezTo>
                  <a:pt x="192" y="1072"/>
                  <a:pt x="200" y="1081"/>
                  <a:pt x="202" y="1090"/>
                </a:cubicBezTo>
                <a:cubicBezTo>
                  <a:pt x="202" y="1098"/>
                  <a:pt x="196" y="1094"/>
                  <a:pt x="199" y="1092"/>
                </a:cubicBezTo>
                <a:cubicBezTo>
                  <a:pt x="171" y="1039"/>
                  <a:pt x="164" y="1029"/>
                  <a:pt x="160" y="1024"/>
                </a:cubicBezTo>
                <a:cubicBezTo>
                  <a:pt x="153" y="1014"/>
                  <a:pt x="150" y="1010"/>
                  <a:pt x="146" y="1005"/>
                </a:cubicBezTo>
                <a:cubicBezTo>
                  <a:pt x="40" y="864"/>
                  <a:pt x="36" y="858"/>
                  <a:pt x="31" y="852"/>
                </a:cubicBezTo>
                <a:cubicBezTo>
                  <a:pt x="22" y="845"/>
                  <a:pt x="25" y="854"/>
                  <a:pt x="29" y="863"/>
                </a:cubicBezTo>
                <a:cubicBezTo>
                  <a:pt x="50" y="911"/>
                  <a:pt x="48" y="916"/>
                  <a:pt x="54" y="922"/>
                </a:cubicBezTo>
                <a:cubicBezTo>
                  <a:pt x="84" y="967"/>
                  <a:pt x="81" y="972"/>
                  <a:pt x="86" y="972"/>
                </a:cubicBezTo>
                <a:cubicBezTo>
                  <a:pt x="97" y="985"/>
                  <a:pt x="95" y="988"/>
                  <a:pt x="95" y="988"/>
                </a:cubicBezTo>
                <a:cubicBezTo>
                  <a:pt x="134" y="1039"/>
                  <a:pt x="133" y="1041"/>
                  <a:pt x="134" y="1043"/>
                </a:cubicBezTo>
                <a:cubicBezTo>
                  <a:pt x="154" y="1066"/>
                  <a:pt x="152" y="1068"/>
                  <a:pt x="153" y="1069"/>
                </a:cubicBezTo>
                <a:cubicBezTo>
                  <a:pt x="163" y="1084"/>
                  <a:pt x="168" y="1094"/>
                  <a:pt x="176" y="1104"/>
                </a:cubicBezTo>
                <a:cubicBezTo>
                  <a:pt x="193" y="1150"/>
                  <a:pt x="191" y="1152"/>
                  <a:pt x="193" y="1155"/>
                </a:cubicBezTo>
                <a:cubicBezTo>
                  <a:pt x="174" y="1126"/>
                  <a:pt x="178" y="1120"/>
                  <a:pt x="173" y="1121"/>
                </a:cubicBezTo>
                <a:cubicBezTo>
                  <a:pt x="150" y="1085"/>
                  <a:pt x="146" y="1076"/>
                  <a:pt x="137" y="1068"/>
                </a:cubicBezTo>
                <a:cubicBezTo>
                  <a:pt x="122" y="1043"/>
                  <a:pt x="118" y="1038"/>
                  <a:pt x="116" y="1034"/>
                </a:cubicBezTo>
                <a:cubicBezTo>
                  <a:pt x="107" y="1023"/>
                  <a:pt x="105" y="1016"/>
                  <a:pt x="100" y="1009"/>
                </a:cubicBezTo>
                <a:cubicBezTo>
                  <a:pt x="90" y="998"/>
                  <a:pt x="92" y="997"/>
                  <a:pt x="89" y="997"/>
                </a:cubicBezTo>
                <a:cubicBezTo>
                  <a:pt x="85" y="986"/>
                  <a:pt x="82" y="987"/>
                  <a:pt x="82" y="987"/>
                </a:cubicBezTo>
                <a:cubicBezTo>
                  <a:pt x="53" y="952"/>
                  <a:pt x="52" y="942"/>
                  <a:pt x="49" y="942"/>
                </a:cubicBezTo>
                <a:cubicBezTo>
                  <a:pt x="31" y="899"/>
                  <a:pt x="22" y="894"/>
                  <a:pt x="26" y="890"/>
                </a:cubicBezTo>
                <a:cubicBezTo>
                  <a:pt x="40" y="944"/>
                  <a:pt x="46" y="951"/>
                  <a:pt x="50" y="957"/>
                </a:cubicBezTo>
                <a:cubicBezTo>
                  <a:pt x="55" y="964"/>
                  <a:pt x="54" y="966"/>
                  <a:pt x="55" y="967"/>
                </a:cubicBezTo>
                <a:cubicBezTo>
                  <a:pt x="62" y="976"/>
                  <a:pt x="63" y="974"/>
                  <a:pt x="64" y="976"/>
                </a:cubicBezTo>
                <a:cubicBezTo>
                  <a:pt x="71" y="991"/>
                  <a:pt x="75" y="992"/>
                  <a:pt x="75" y="992"/>
                </a:cubicBezTo>
                <a:cubicBezTo>
                  <a:pt x="87" y="1006"/>
                  <a:pt x="91" y="1013"/>
                  <a:pt x="94" y="1018"/>
                </a:cubicBezTo>
                <a:cubicBezTo>
                  <a:pt x="102" y="1029"/>
                  <a:pt x="101" y="1031"/>
                  <a:pt x="102" y="1032"/>
                </a:cubicBezTo>
                <a:cubicBezTo>
                  <a:pt x="136" y="1079"/>
                  <a:pt x="145" y="1091"/>
                  <a:pt x="153" y="1103"/>
                </a:cubicBezTo>
                <a:cubicBezTo>
                  <a:pt x="187" y="1163"/>
                  <a:pt x="182" y="1168"/>
                  <a:pt x="186" y="1173"/>
                </a:cubicBezTo>
                <a:cubicBezTo>
                  <a:pt x="178" y="1170"/>
                  <a:pt x="174" y="1167"/>
                  <a:pt x="173" y="1165"/>
                </a:cubicBezTo>
                <a:cubicBezTo>
                  <a:pt x="155" y="1142"/>
                  <a:pt x="146" y="1120"/>
                  <a:pt x="135" y="1111"/>
                </a:cubicBezTo>
                <a:cubicBezTo>
                  <a:pt x="110" y="1078"/>
                  <a:pt x="102" y="1080"/>
                  <a:pt x="106" y="1076"/>
                </a:cubicBezTo>
                <a:cubicBezTo>
                  <a:pt x="83" y="1057"/>
                  <a:pt x="75" y="1040"/>
                  <a:pt x="65" y="1032"/>
                </a:cubicBezTo>
                <a:cubicBezTo>
                  <a:pt x="32" y="978"/>
                  <a:pt x="31" y="976"/>
                  <a:pt x="24" y="965"/>
                </a:cubicBezTo>
                <a:cubicBezTo>
                  <a:pt x="9" y="949"/>
                  <a:pt x="15" y="952"/>
                  <a:pt x="15" y="957"/>
                </a:cubicBezTo>
                <a:cubicBezTo>
                  <a:pt x="47" y="1023"/>
                  <a:pt x="52" y="1028"/>
                  <a:pt x="57" y="1035"/>
                </a:cubicBezTo>
                <a:cubicBezTo>
                  <a:pt x="102" y="1083"/>
                  <a:pt x="107" y="1092"/>
                  <a:pt x="113" y="1095"/>
                </a:cubicBezTo>
                <a:cubicBezTo>
                  <a:pt x="149" y="1143"/>
                  <a:pt x="150" y="1151"/>
                  <a:pt x="154" y="1149"/>
                </a:cubicBezTo>
                <a:cubicBezTo>
                  <a:pt x="174" y="1202"/>
                  <a:pt x="185" y="1210"/>
                  <a:pt x="182" y="1215"/>
                </a:cubicBezTo>
                <a:cubicBezTo>
                  <a:pt x="168" y="1179"/>
                  <a:pt x="159" y="1180"/>
                  <a:pt x="162" y="1177"/>
                </a:cubicBezTo>
                <a:cubicBezTo>
                  <a:pt x="140" y="1153"/>
                  <a:pt x="142" y="1142"/>
                  <a:pt x="135" y="1136"/>
                </a:cubicBezTo>
                <a:cubicBezTo>
                  <a:pt x="98" y="1090"/>
                  <a:pt x="95" y="1086"/>
                  <a:pt x="92" y="1086"/>
                </a:cubicBezTo>
                <a:cubicBezTo>
                  <a:pt x="82" y="1073"/>
                  <a:pt x="82" y="1071"/>
                  <a:pt x="82" y="1069"/>
                </a:cubicBezTo>
                <a:cubicBezTo>
                  <a:pt x="44" y="1034"/>
                  <a:pt x="41" y="1030"/>
                  <a:pt x="39" y="1026"/>
                </a:cubicBezTo>
                <a:cubicBezTo>
                  <a:pt x="13" y="992"/>
                  <a:pt x="16" y="996"/>
                  <a:pt x="17" y="1000"/>
                </a:cubicBezTo>
                <a:cubicBezTo>
                  <a:pt x="48" y="1041"/>
                  <a:pt x="46" y="1053"/>
                  <a:pt x="55" y="1056"/>
                </a:cubicBezTo>
                <a:cubicBezTo>
                  <a:pt x="80" y="1083"/>
                  <a:pt x="81" y="1085"/>
                  <a:pt x="83" y="1087"/>
                </a:cubicBezTo>
                <a:cubicBezTo>
                  <a:pt x="89" y="1101"/>
                  <a:pt x="103" y="1099"/>
                  <a:pt x="97" y="1104"/>
                </a:cubicBezTo>
                <a:cubicBezTo>
                  <a:pt x="125" y="1140"/>
                  <a:pt x="131" y="1145"/>
                  <a:pt x="130" y="1149"/>
                </a:cubicBezTo>
                <a:cubicBezTo>
                  <a:pt x="93" y="1107"/>
                  <a:pt x="89" y="1106"/>
                  <a:pt x="86" y="1102"/>
                </a:cubicBezTo>
                <a:cubicBezTo>
                  <a:pt x="63" y="1079"/>
                  <a:pt x="59" y="1075"/>
                  <a:pt x="55" y="1073"/>
                </a:cubicBezTo>
                <a:cubicBezTo>
                  <a:pt x="0" y="1009"/>
                  <a:pt x="9" y="1016"/>
                  <a:pt x="8" y="1021"/>
                </a:cubicBezTo>
                <a:cubicBezTo>
                  <a:pt x="27" y="1050"/>
                  <a:pt x="29" y="1050"/>
                  <a:pt x="30" y="1052"/>
                </a:cubicBezTo>
                <a:cubicBezTo>
                  <a:pt x="33" y="1062"/>
                  <a:pt x="38" y="1060"/>
                  <a:pt x="41" y="1066"/>
                </a:cubicBezTo>
                <a:cubicBezTo>
                  <a:pt x="86" y="1110"/>
                  <a:pt x="90" y="1120"/>
                  <a:pt x="96" y="1122"/>
                </a:cubicBezTo>
                <a:cubicBezTo>
                  <a:pt x="118" y="1149"/>
                  <a:pt x="127" y="1163"/>
                  <a:pt x="137" y="1176"/>
                </a:cubicBezTo>
                <a:cubicBezTo>
                  <a:pt x="148" y="1204"/>
                  <a:pt x="162" y="1211"/>
                  <a:pt x="158" y="1215"/>
                </a:cubicBezTo>
                <a:cubicBezTo>
                  <a:pt x="165" y="1240"/>
                  <a:pt x="164" y="1234"/>
                  <a:pt x="163" y="1229"/>
                </a:cubicBezTo>
                <a:cubicBezTo>
                  <a:pt x="151" y="1205"/>
                  <a:pt x="144" y="1201"/>
                  <a:pt x="143" y="1199"/>
                </a:cubicBezTo>
                <a:cubicBezTo>
                  <a:pt x="118" y="1171"/>
                  <a:pt x="122" y="1166"/>
                  <a:pt x="116" y="1164"/>
                </a:cubicBezTo>
                <a:cubicBezTo>
                  <a:pt x="82" y="1123"/>
                  <a:pt x="68" y="1114"/>
                  <a:pt x="60" y="1107"/>
                </a:cubicBezTo>
                <a:cubicBezTo>
                  <a:pt x="19" y="1050"/>
                  <a:pt x="22" y="1042"/>
                  <a:pt x="13" y="1042"/>
                </a:cubicBezTo>
                <a:cubicBezTo>
                  <a:pt x="62" y="1117"/>
                  <a:pt x="74" y="1136"/>
                  <a:pt x="95" y="1152"/>
                </a:cubicBezTo>
                <a:cubicBezTo>
                  <a:pt x="135" y="1204"/>
                  <a:pt x="140" y="1211"/>
                  <a:pt x="145" y="1217"/>
                </a:cubicBezTo>
                <a:cubicBezTo>
                  <a:pt x="170" y="1269"/>
                  <a:pt x="166" y="1271"/>
                  <a:pt x="171" y="1274"/>
                </a:cubicBezTo>
                <a:cubicBezTo>
                  <a:pt x="178" y="1302"/>
                  <a:pt x="178" y="1304"/>
                  <a:pt x="177" y="1307"/>
                </a:cubicBezTo>
                <a:cubicBezTo>
                  <a:pt x="169" y="1297"/>
                  <a:pt x="173" y="1295"/>
                  <a:pt x="168" y="1291"/>
                </a:cubicBezTo>
                <a:cubicBezTo>
                  <a:pt x="133" y="1236"/>
                  <a:pt x="128" y="1228"/>
                  <a:pt x="116" y="1208"/>
                </a:cubicBezTo>
                <a:cubicBezTo>
                  <a:pt x="41" y="1115"/>
                  <a:pt x="40" y="1112"/>
                  <a:pt x="37" y="1109"/>
                </a:cubicBezTo>
                <a:cubicBezTo>
                  <a:pt x="25" y="1086"/>
                  <a:pt x="30" y="1079"/>
                  <a:pt x="24" y="1081"/>
                </a:cubicBezTo>
                <a:cubicBezTo>
                  <a:pt x="59" y="1159"/>
                  <a:pt x="64" y="1161"/>
                  <a:pt x="69" y="1166"/>
                </a:cubicBezTo>
                <a:cubicBezTo>
                  <a:pt x="116" y="1220"/>
                  <a:pt x="123" y="1241"/>
                  <a:pt x="133" y="1245"/>
                </a:cubicBezTo>
                <a:cubicBezTo>
                  <a:pt x="146" y="1275"/>
                  <a:pt x="149" y="1274"/>
                  <a:pt x="153" y="1283"/>
                </a:cubicBezTo>
                <a:cubicBezTo>
                  <a:pt x="167" y="1322"/>
                  <a:pt x="173" y="1328"/>
                  <a:pt x="172" y="1333"/>
                </a:cubicBezTo>
                <a:cubicBezTo>
                  <a:pt x="172" y="1344"/>
                  <a:pt x="171" y="1342"/>
                  <a:pt x="167" y="1341"/>
                </a:cubicBezTo>
                <a:cubicBezTo>
                  <a:pt x="163" y="1322"/>
                  <a:pt x="155" y="1318"/>
                  <a:pt x="159" y="1315"/>
                </a:cubicBezTo>
                <a:cubicBezTo>
                  <a:pt x="128" y="1261"/>
                  <a:pt x="129" y="1259"/>
                  <a:pt x="117" y="1247"/>
                </a:cubicBezTo>
                <a:cubicBezTo>
                  <a:pt x="67" y="1189"/>
                  <a:pt x="67" y="1186"/>
                  <a:pt x="62" y="1181"/>
                </a:cubicBezTo>
                <a:cubicBezTo>
                  <a:pt x="50" y="1165"/>
                  <a:pt x="47" y="1166"/>
                  <a:pt x="49" y="1163"/>
                </a:cubicBezTo>
                <a:cubicBezTo>
                  <a:pt x="12" y="1111"/>
                  <a:pt x="15" y="1107"/>
                  <a:pt x="9" y="1101"/>
                </a:cubicBezTo>
                <a:cubicBezTo>
                  <a:pt x="13" y="1122"/>
                  <a:pt x="19" y="1126"/>
                  <a:pt x="16" y="1128"/>
                </a:cubicBezTo>
                <a:cubicBezTo>
                  <a:pt x="47" y="1180"/>
                  <a:pt x="52" y="1178"/>
                  <a:pt x="54" y="1184"/>
                </a:cubicBezTo>
                <a:cubicBezTo>
                  <a:pt x="108" y="1249"/>
                  <a:pt x="110" y="1258"/>
                  <a:pt x="114" y="1257"/>
                </a:cubicBezTo>
                <a:cubicBezTo>
                  <a:pt x="108" y="1251"/>
                  <a:pt x="101" y="1249"/>
                  <a:pt x="97" y="1247"/>
                </a:cubicBezTo>
                <a:cubicBezTo>
                  <a:pt x="70" y="1217"/>
                  <a:pt x="67" y="1206"/>
                  <a:pt x="63" y="1203"/>
                </a:cubicBezTo>
                <a:cubicBezTo>
                  <a:pt x="43" y="1184"/>
                  <a:pt x="42" y="1180"/>
                  <a:pt x="40" y="1177"/>
                </a:cubicBezTo>
                <a:cubicBezTo>
                  <a:pt x="2" y="1139"/>
                  <a:pt x="9" y="1144"/>
                  <a:pt x="8" y="1147"/>
                </a:cubicBezTo>
                <a:cubicBezTo>
                  <a:pt x="31" y="1180"/>
                  <a:pt x="28" y="1183"/>
                  <a:pt x="34" y="1187"/>
                </a:cubicBezTo>
                <a:cubicBezTo>
                  <a:pt x="104" y="1266"/>
                  <a:pt x="106" y="1270"/>
                  <a:pt x="109" y="1273"/>
                </a:cubicBezTo>
                <a:cubicBezTo>
                  <a:pt x="130" y="1308"/>
                  <a:pt x="136" y="1314"/>
                  <a:pt x="138" y="1320"/>
                </a:cubicBezTo>
                <a:cubicBezTo>
                  <a:pt x="148" y="1353"/>
                  <a:pt x="160" y="1358"/>
                  <a:pt x="154" y="1360"/>
                </a:cubicBezTo>
                <a:cubicBezTo>
                  <a:pt x="143" y="1349"/>
                  <a:pt x="143" y="1342"/>
                  <a:pt x="136" y="1334"/>
                </a:cubicBezTo>
                <a:cubicBezTo>
                  <a:pt x="102" y="1286"/>
                  <a:pt x="93" y="1279"/>
                  <a:pt x="95" y="1275"/>
                </a:cubicBezTo>
                <a:cubicBezTo>
                  <a:pt x="30" y="1202"/>
                  <a:pt x="24" y="1194"/>
                  <a:pt x="18" y="1185"/>
                </a:cubicBezTo>
                <a:cubicBezTo>
                  <a:pt x="17" y="1202"/>
                  <a:pt x="20" y="1204"/>
                  <a:pt x="22" y="1205"/>
                </a:cubicBezTo>
                <a:cubicBezTo>
                  <a:pt x="28" y="1233"/>
                  <a:pt x="31" y="1245"/>
                  <a:pt x="36" y="1247"/>
                </a:cubicBezTo>
                <a:cubicBezTo>
                  <a:pt x="44" y="1265"/>
                  <a:pt x="42" y="1268"/>
                  <a:pt x="45" y="1267"/>
                </a:cubicBezTo>
                <a:cubicBezTo>
                  <a:pt x="78" y="1315"/>
                  <a:pt x="77" y="1317"/>
                  <a:pt x="84" y="1325"/>
                </a:cubicBezTo>
                <a:cubicBezTo>
                  <a:pt x="106" y="1353"/>
                  <a:pt x="114" y="1357"/>
                  <a:pt x="107" y="1360"/>
                </a:cubicBezTo>
                <a:cubicBezTo>
                  <a:pt x="74" y="1315"/>
                  <a:pt x="69" y="1314"/>
                  <a:pt x="66" y="1306"/>
                </a:cubicBezTo>
                <a:cubicBezTo>
                  <a:pt x="42" y="1273"/>
                  <a:pt x="39" y="1262"/>
                  <a:pt x="33" y="1256"/>
                </a:cubicBezTo>
                <a:cubicBezTo>
                  <a:pt x="26" y="1249"/>
                  <a:pt x="31" y="1241"/>
                  <a:pt x="27" y="1238"/>
                </a:cubicBezTo>
                <a:cubicBezTo>
                  <a:pt x="23" y="1255"/>
                  <a:pt x="30" y="1264"/>
                  <a:pt x="33" y="1273"/>
                </a:cubicBezTo>
                <a:cubicBezTo>
                  <a:pt x="72" y="1327"/>
                  <a:pt x="77" y="1337"/>
                  <a:pt x="86" y="1343"/>
                </a:cubicBezTo>
                <a:cubicBezTo>
                  <a:pt x="91" y="1356"/>
                  <a:pt x="95" y="1356"/>
                  <a:pt x="95" y="1356"/>
                </a:cubicBezTo>
                <a:cubicBezTo>
                  <a:pt x="113" y="1378"/>
                  <a:pt x="122" y="1391"/>
                  <a:pt x="131" y="1399"/>
                </a:cubicBezTo>
                <a:cubicBezTo>
                  <a:pt x="141" y="1414"/>
                  <a:pt x="144" y="1416"/>
                  <a:pt x="146" y="1420"/>
                </a:cubicBezTo>
                <a:cubicBezTo>
                  <a:pt x="142" y="1419"/>
                  <a:pt x="139" y="1422"/>
                  <a:pt x="137" y="1417"/>
                </a:cubicBezTo>
                <a:cubicBezTo>
                  <a:pt x="104" y="1393"/>
                  <a:pt x="99" y="1389"/>
                  <a:pt x="94" y="1389"/>
                </a:cubicBezTo>
                <a:cubicBezTo>
                  <a:pt x="39" y="1357"/>
                  <a:pt x="44" y="1357"/>
                  <a:pt x="47" y="1361"/>
                </a:cubicBezTo>
                <a:cubicBezTo>
                  <a:pt x="73" y="1381"/>
                  <a:pt x="77" y="1386"/>
                  <a:pt x="82" y="1385"/>
                </a:cubicBezTo>
                <a:cubicBezTo>
                  <a:pt x="123" y="1414"/>
                  <a:pt x="127" y="1423"/>
                  <a:pt x="131" y="1423"/>
                </a:cubicBezTo>
                <a:cubicBezTo>
                  <a:pt x="163" y="1460"/>
                  <a:pt x="167" y="1459"/>
                  <a:pt x="169" y="1462"/>
                </a:cubicBezTo>
                <a:cubicBezTo>
                  <a:pt x="183" y="1480"/>
                  <a:pt x="180" y="1489"/>
                  <a:pt x="185" y="1495"/>
                </a:cubicBezTo>
                <a:cubicBezTo>
                  <a:pt x="198" y="1470"/>
                  <a:pt x="199" y="1467"/>
                  <a:pt x="200" y="1465"/>
                </a:cubicBezTo>
                <a:cubicBezTo>
                  <a:pt x="239" y="1447"/>
                  <a:pt x="243" y="1445"/>
                  <a:pt x="246" y="1443"/>
                </a:cubicBezTo>
                <a:cubicBezTo>
                  <a:pt x="237" y="1440"/>
                  <a:pt x="233" y="1441"/>
                  <a:pt x="230" y="1441"/>
                </a:cubicBezTo>
                <a:cubicBezTo>
                  <a:pt x="214" y="1443"/>
                  <a:pt x="212" y="1436"/>
                  <a:pt x="217" y="1430"/>
                </a:cubicBezTo>
                <a:cubicBezTo>
                  <a:pt x="295" y="1389"/>
                  <a:pt x="303" y="1382"/>
                  <a:pt x="310" y="1385"/>
                </a:cubicBezTo>
                <a:cubicBezTo>
                  <a:pt x="381" y="1375"/>
                  <a:pt x="383" y="1379"/>
                  <a:pt x="388" y="1373"/>
                </a:cubicBezTo>
                <a:cubicBezTo>
                  <a:pt x="426" y="1368"/>
                  <a:pt x="430" y="1366"/>
                  <a:pt x="433" y="1365"/>
                </a:cubicBezTo>
                <a:cubicBezTo>
                  <a:pt x="449" y="1360"/>
                  <a:pt x="453" y="1363"/>
                  <a:pt x="457" y="1358"/>
                </a:cubicBezTo>
                <a:cubicBezTo>
                  <a:pt x="441" y="1356"/>
                  <a:pt x="440" y="1359"/>
                  <a:pt x="438" y="1359"/>
                </a:cubicBezTo>
                <a:cubicBezTo>
                  <a:pt x="426" y="1362"/>
                  <a:pt x="425" y="1358"/>
                  <a:pt x="421" y="1362"/>
                </a:cubicBezTo>
                <a:cubicBezTo>
                  <a:pt x="371" y="1366"/>
                  <a:pt x="364" y="1369"/>
                  <a:pt x="357" y="1369"/>
                </a:cubicBezTo>
                <a:cubicBezTo>
                  <a:pt x="338" y="1375"/>
                  <a:pt x="337" y="1371"/>
                  <a:pt x="335" y="1372"/>
                </a:cubicBezTo>
                <a:cubicBezTo>
                  <a:pt x="307" y="1376"/>
                  <a:pt x="306" y="1372"/>
                  <a:pt x="303" y="1376"/>
                </a:cubicBezTo>
                <a:cubicBezTo>
                  <a:pt x="270" y="1383"/>
                  <a:pt x="263" y="1389"/>
                  <a:pt x="258" y="1388"/>
                </a:cubicBezTo>
                <a:cubicBezTo>
                  <a:pt x="202" y="1433"/>
                  <a:pt x="200" y="1437"/>
                  <a:pt x="196" y="1441"/>
                </a:cubicBezTo>
                <a:cubicBezTo>
                  <a:pt x="185" y="1441"/>
                  <a:pt x="190" y="1433"/>
                  <a:pt x="197" y="1425"/>
                </a:cubicBezTo>
                <a:cubicBezTo>
                  <a:pt x="279" y="1366"/>
                  <a:pt x="282" y="1364"/>
                  <a:pt x="284" y="1362"/>
                </a:cubicBezTo>
                <a:cubicBezTo>
                  <a:pt x="315" y="1356"/>
                  <a:pt x="324" y="1356"/>
                  <a:pt x="334" y="1353"/>
                </a:cubicBezTo>
                <a:cubicBezTo>
                  <a:pt x="381" y="1350"/>
                  <a:pt x="385" y="1350"/>
                  <a:pt x="390" y="1350"/>
                </a:cubicBezTo>
                <a:cubicBezTo>
                  <a:pt x="436" y="1341"/>
                  <a:pt x="441" y="1339"/>
                  <a:pt x="446" y="1339"/>
                </a:cubicBezTo>
                <a:cubicBezTo>
                  <a:pt x="489" y="1324"/>
                  <a:pt x="486" y="1320"/>
                  <a:pt x="481" y="1326"/>
                </a:cubicBezTo>
                <a:cubicBezTo>
                  <a:pt x="445" y="1330"/>
                  <a:pt x="442" y="1333"/>
                  <a:pt x="438" y="1335"/>
                </a:cubicBezTo>
                <a:cubicBezTo>
                  <a:pt x="414" y="1334"/>
                  <a:pt x="409" y="1345"/>
                  <a:pt x="406" y="1338"/>
                </a:cubicBezTo>
                <a:cubicBezTo>
                  <a:pt x="436" y="1330"/>
                  <a:pt x="444" y="1327"/>
                  <a:pt x="451" y="1328"/>
                </a:cubicBezTo>
                <a:cubicBezTo>
                  <a:pt x="502" y="1292"/>
                  <a:pt x="500" y="1297"/>
                  <a:pt x="495" y="1301"/>
                </a:cubicBezTo>
                <a:cubicBezTo>
                  <a:pt x="463" y="1311"/>
                  <a:pt x="458" y="1319"/>
                  <a:pt x="455" y="1320"/>
                </a:cubicBezTo>
                <a:cubicBezTo>
                  <a:pt x="410" y="1329"/>
                  <a:pt x="405" y="1329"/>
                  <a:pt x="400" y="1333"/>
                </a:cubicBezTo>
                <a:cubicBezTo>
                  <a:pt x="380" y="1333"/>
                  <a:pt x="378" y="1331"/>
                  <a:pt x="376" y="1333"/>
                </a:cubicBezTo>
                <a:cubicBezTo>
                  <a:pt x="356" y="1334"/>
                  <a:pt x="353" y="1333"/>
                  <a:pt x="355" y="1331"/>
                </a:cubicBezTo>
                <a:cubicBezTo>
                  <a:pt x="400" y="1320"/>
                  <a:pt x="402" y="1322"/>
                  <a:pt x="405" y="1319"/>
                </a:cubicBezTo>
                <a:cubicBezTo>
                  <a:pt x="429" y="1309"/>
                  <a:pt x="438" y="1305"/>
                  <a:pt x="450" y="1297"/>
                </a:cubicBezTo>
                <a:cubicBezTo>
                  <a:pt x="498" y="1254"/>
                  <a:pt x="508" y="1256"/>
                  <a:pt x="503" y="1248"/>
                </a:cubicBezTo>
                <a:cubicBezTo>
                  <a:pt x="391" y="1316"/>
                  <a:pt x="387" y="1317"/>
                  <a:pt x="384" y="1317"/>
                </a:cubicBezTo>
                <a:cubicBezTo>
                  <a:pt x="365" y="1320"/>
                  <a:pt x="363" y="1321"/>
                  <a:pt x="360" y="1322"/>
                </a:cubicBezTo>
                <a:cubicBezTo>
                  <a:pt x="345" y="1324"/>
                  <a:pt x="344" y="1319"/>
                  <a:pt x="342" y="1323"/>
                </a:cubicBezTo>
                <a:cubicBezTo>
                  <a:pt x="303" y="1328"/>
                  <a:pt x="296" y="1326"/>
                  <a:pt x="290" y="1326"/>
                </a:cubicBezTo>
                <a:cubicBezTo>
                  <a:pt x="244" y="1332"/>
                  <a:pt x="240" y="1335"/>
                  <a:pt x="237" y="1335"/>
                </a:cubicBezTo>
                <a:cubicBezTo>
                  <a:pt x="200" y="1351"/>
                  <a:pt x="199" y="1362"/>
                  <a:pt x="193" y="1356"/>
                </a:cubicBezTo>
                <a:cubicBezTo>
                  <a:pt x="222" y="1332"/>
                  <a:pt x="227" y="1334"/>
                  <a:pt x="232" y="1328"/>
                </a:cubicBezTo>
                <a:cubicBezTo>
                  <a:pt x="257" y="1323"/>
                  <a:pt x="260" y="1322"/>
                  <a:pt x="262" y="1322"/>
                </a:cubicBezTo>
                <a:cubicBezTo>
                  <a:pt x="340" y="1309"/>
                  <a:pt x="350" y="1304"/>
                  <a:pt x="360" y="1305"/>
                </a:cubicBezTo>
                <a:cubicBezTo>
                  <a:pt x="414" y="1282"/>
                  <a:pt x="428" y="1278"/>
                  <a:pt x="443" y="1270"/>
                </a:cubicBezTo>
                <a:cubicBezTo>
                  <a:pt x="485" y="1238"/>
                  <a:pt x="488" y="1241"/>
                  <a:pt x="493" y="1236"/>
                </a:cubicBezTo>
                <a:cubicBezTo>
                  <a:pt x="503" y="1226"/>
                  <a:pt x="507" y="1224"/>
                  <a:pt x="512" y="1220"/>
                </a:cubicBezTo>
                <a:cubicBezTo>
                  <a:pt x="513" y="1206"/>
                  <a:pt x="509" y="1214"/>
                  <a:pt x="502" y="1222"/>
                </a:cubicBezTo>
                <a:cubicBezTo>
                  <a:pt x="460" y="1250"/>
                  <a:pt x="445" y="1261"/>
                  <a:pt x="435" y="1266"/>
                </a:cubicBezTo>
                <a:cubicBezTo>
                  <a:pt x="399" y="1282"/>
                  <a:pt x="395" y="1285"/>
                  <a:pt x="392" y="1284"/>
                </a:cubicBezTo>
                <a:cubicBezTo>
                  <a:pt x="323" y="1300"/>
                  <a:pt x="316" y="1303"/>
                  <a:pt x="308" y="1308"/>
                </a:cubicBezTo>
                <a:cubicBezTo>
                  <a:pt x="286" y="1307"/>
                  <a:pt x="284" y="1307"/>
                  <a:pt x="281" y="1308"/>
                </a:cubicBezTo>
                <a:cubicBezTo>
                  <a:pt x="265" y="1315"/>
                  <a:pt x="263" y="1313"/>
                  <a:pt x="260" y="1316"/>
                </a:cubicBezTo>
                <a:cubicBezTo>
                  <a:pt x="276" y="1302"/>
                  <a:pt x="278" y="1307"/>
                  <a:pt x="282" y="1305"/>
                </a:cubicBezTo>
                <a:cubicBezTo>
                  <a:pt x="318" y="1297"/>
                  <a:pt x="324" y="1295"/>
                  <a:pt x="330" y="1297"/>
                </a:cubicBezTo>
                <a:cubicBezTo>
                  <a:pt x="385" y="1284"/>
                  <a:pt x="390" y="1272"/>
                  <a:pt x="392" y="1277"/>
                </a:cubicBezTo>
                <a:cubicBezTo>
                  <a:pt x="458" y="1239"/>
                  <a:pt x="469" y="1229"/>
                  <a:pt x="477" y="1218"/>
                </a:cubicBezTo>
                <a:cubicBezTo>
                  <a:pt x="489" y="1197"/>
                  <a:pt x="479" y="1209"/>
                  <a:pt x="469" y="1221"/>
                </a:cubicBezTo>
                <a:cubicBezTo>
                  <a:pt x="433" y="1250"/>
                  <a:pt x="428" y="1253"/>
                  <a:pt x="424" y="1257"/>
                </a:cubicBezTo>
                <a:cubicBezTo>
                  <a:pt x="379" y="1272"/>
                  <a:pt x="373" y="1275"/>
                  <a:pt x="368" y="1275"/>
                </a:cubicBezTo>
                <a:cubicBezTo>
                  <a:pt x="317" y="1286"/>
                  <a:pt x="313" y="1290"/>
                  <a:pt x="308" y="1294"/>
                </a:cubicBezTo>
                <a:cubicBezTo>
                  <a:pt x="276" y="1296"/>
                  <a:pt x="268" y="1298"/>
                  <a:pt x="259" y="1301"/>
                </a:cubicBezTo>
                <a:cubicBezTo>
                  <a:pt x="226" y="1315"/>
                  <a:pt x="218" y="1314"/>
                  <a:pt x="210" y="1318"/>
                </a:cubicBezTo>
                <a:cubicBezTo>
                  <a:pt x="188" y="1324"/>
                  <a:pt x="198" y="1326"/>
                  <a:pt x="196" y="1323"/>
                </a:cubicBezTo>
                <a:cubicBezTo>
                  <a:pt x="245" y="1292"/>
                  <a:pt x="250" y="1296"/>
                  <a:pt x="257" y="1291"/>
                </a:cubicBezTo>
                <a:cubicBezTo>
                  <a:pt x="286" y="1281"/>
                  <a:pt x="297" y="1283"/>
                  <a:pt x="309" y="1278"/>
                </a:cubicBezTo>
                <a:cubicBezTo>
                  <a:pt x="360" y="1270"/>
                  <a:pt x="377" y="1254"/>
                  <a:pt x="392" y="1257"/>
                </a:cubicBezTo>
                <a:cubicBezTo>
                  <a:pt x="464" y="1216"/>
                  <a:pt x="478" y="1201"/>
                  <a:pt x="492" y="1188"/>
                </a:cubicBezTo>
                <a:cubicBezTo>
                  <a:pt x="510" y="1153"/>
                  <a:pt x="511" y="1156"/>
                  <a:pt x="505" y="1158"/>
                </a:cubicBezTo>
                <a:cubicBezTo>
                  <a:pt x="490" y="1176"/>
                  <a:pt x="487" y="1180"/>
                  <a:pt x="487" y="1184"/>
                </a:cubicBezTo>
                <a:cubicBezTo>
                  <a:pt x="443" y="1223"/>
                  <a:pt x="444" y="1226"/>
                  <a:pt x="442" y="1224"/>
                </a:cubicBezTo>
                <a:cubicBezTo>
                  <a:pt x="413" y="1237"/>
                  <a:pt x="407" y="1243"/>
                  <a:pt x="403" y="1242"/>
                </a:cubicBezTo>
                <a:cubicBezTo>
                  <a:pt x="325" y="1267"/>
                  <a:pt x="322" y="1265"/>
                  <a:pt x="318" y="1267"/>
                </a:cubicBezTo>
                <a:cubicBezTo>
                  <a:pt x="273" y="1273"/>
                  <a:pt x="263" y="1283"/>
                  <a:pt x="256" y="1279"/>
                </a:cubicBezTo>
                <a:cubicBezTo>
                  <a:pt x="295" y="1265"/>
                  <a:pt x="305" y="1261"/>
                  <a:pt x="314" y="1262"/>
                </a:cubicBezTo>
                <a:cubicBezTo>
                  <a:pt x="363" y="1241"/>
                  <a:pt x="375" y="1239"/>
                  <a:pt x="387" y="1234"/>
                </a:cubicBezTo>
                <a:cubicBezTo>
                  <a:pt x="479" y="1164"/>
                  <a:pt x="483" y="1161"/>
                  <a:pt x="485" y="1158"/>
                </a:cubicBezTo>
                <a:cubicBezTo>
                  <a:pt x="512" y="1124"/>
                  <a:pt x="513" y="1117"/>
                  <a:pt x="520" y="1111"/>
                </a:cubicBezTo>
                <a:cubicBezTo>
                  <a:pt x="509" y="1116"/>
                  <a:pt x="505" y="1120"/>
                  <a:pt x="502" y="1124"/>
                </a:cubicBezTo>
                <a:cubicBezTo>
                  <a:pt x="478" y="1160"/>
                  <a:pt x="470" y="1160"/>
                  <a:pt x="471" y="1166"/>
                </a:cubicBezTo>
                <a:cubicBezTo>
                  <a:pt x="431" y="1191"/>
                  <a:pt x="426" y="1200"/>
                  <a:pt x="421" y="1202"/>
                </a:cubicBezTo>
                <a:cubicBezTo>
                  <a:pt x="378" y="1227"/>
                  <a:pt x="371" y="1230"/>
                  <a:pt x="363" y="1234"/>
                </a:cubicBezTo>
                <a:cubicBezTo>
                  <a:pt x="322" y="1251"/>
                  <a:pt x="307" y="1250"/>
                  <a:pt x="290" y="1259"/>
                </a:cubicBezTo>
                <a:cubicBezTo>
                  <a:pt x="246" y="1271"/>
                  <a:pt x="237" y="1279"/>
                  <a:pt x="231" y="1275"/>
                </a:cubicBezTo>
                <a:cubicBezTo>
                  <a:pt x="290" y="1254"/>
                  <a:pt x="296" y="1241"/>
                  <a:pt x="298" y="1246"/>
                </a:cubicBezTo>
                <a:cubicBezTo>
                  <a:pt x="362" y="1221"/>
                  <a:pt x="377" y="1211"/>
                  <a:pt x="391" y="1204"/>
                </a:cubicBezTo>
                <a:cubicBezTo>
                  <a:pt x="515" y="1103"/>
                  <a:pt x="512" y="1098"/>
                  <a:pt x="518" y="1095"/>
                </a:cubicBezTo>
                <a:cubicBezTo>
                  <a:pt x="532" y="1075"/>
                  <a:pt x="536" y="1073"/>
                  <a:pt x="535" y="1071"/>
                </a:cubicBezTo>
                <a:cubicBezTo>
                  <a:pt x="539" y="1064"/>
                  <a:pt x="536" y="1067"/>
                  <a:pt x="532" y="1070"/>
                </a:cubicBezTo>
                <a:cubicBezTo>
                  <a:pt x="497" y="1109"/>
                  <a:pt x="495" y="1119"/>
                  <a:pt x="485" y="1121"/>
                </a:cubicBezTo>
                <a:cubicBezTo>
                  <a:pt x="453" y="1152"/>
                  <a:pt x="442" y="1160"/>
                  <a:pt x="431" y="1168"/>
                </a:cubicBezTo>
                <a:cubicBezTo>
                  <a:pt x="397" y="1193"/>
                  <a:pt x="389" y="1191"/>
                  <a:pt x="388" y="1197"/>
                </a:cubicBezTo>
                <a:cubicBezTo>
                  <a:pt x="367" y="1206"/>
                  <a:pt x="360" y="1215"/>
                  <a:pt x="356" y="1210"/>
                </a:cubicBezTo>
                <a:cubicBezTo>
                  <a:pt x="315" y="1230"/>
                  <a:pt x="305" y="1233"/>
                  <a:pt x="294" y="1240"/>
                </a:cubicBezTo>
                <a:cubicBezTo>
                  <a:pt x="262" y="1252"/>
                  <a:pt x="260" y="1251"/>
                  <a:pt x="257" y="1254"/>
                </a:cubicBezTo>
                <a:cubicBezTo>
                  <a:pt x="237" y="1263"/>
                  <a:pt x="233" y="1265"/>
                  <a:pt x="229" y="1267"/>
                </a:cubicBezTo>
                <a:cubicBezTo>
                  <a:pt x="218" y="1271"/>
                  <a:pt x="214" y="1278"/>
                  <a:pt x="211" y="1275"/>
                </a:cubicBezTo>
                <a:cubicBezTo>
                  <a:pt x="241" y="1245"/>
                  <a:pt x="262" y="1234"/>
                  <a:pt x="291" y="1222"/>
                </a:cubicBezTo>
                <a:cubicBezTo>
                  <a:pt x="352" y="1187"/>
                  <a:pt x="356" y="1194"/>
                  <a:pt x="360" y="1189"/>
                </a:cubicBezTo>
                <a:cubicBezTo>
                  <a:pt x="397" y="1173"/>
                  <a:pt x="401" y="1169"/>
                  <a:pt x="405" y="1169"/>
                </a:cubicBezTo>
                <a:cubicBezTo>
                  <a:pt x="461" y="1128"/>
                  <a:pt x="482" y="1115"/>
                  <a:pt x="495" y="1100"/>
                </a:cubicBezTo>
                <a:cubicBezTo>
                  <a:pt x="532" y="1063"/>
                  <a:pt x="536" y="1059"/>
                  <a:pt x="536" y="1055"/>
                </a:cubicBezTo>
                <a:cubicBezTo>
                  <a:pt x="492" y="1093"/>
                  <a:pt x="491" y="1097"/>
                  <a:pt x="486" y="1101"/>
                </a:cubicBezTo>
                <a:cubicBezTo>
                  <a:pt x="470" y="1111"/>
                  <a:pt x="468" y="1118"/>
                  <a:pt x="461" y="1121"/>
                </a:cubicBezTo>
                <a:cubicBezTo>
                  <a:pt x="441" y="1135"/>
                  <a:pt x="439" y="1138"/>
                  <a:pt x="438" y="1141"/>
                </a:cubicBezTo>
                <a:cubicBezTo>
                  <a:pt x="395" y="1165"/>
                  <a:pt x="389" y="1166"/>
                  <a:pt x="384" y="1167"/>
                </a:cubicBezTo>
                <a:cubicBezTo>
                  <a:pt x="366" y="1175"/>
                  <a:pt x="360" y="1181"/>
                  <a:pt x="354" y="1181"/>
                </a:cubicBezTo>
                <a:cubicBezTo>
                  <a:pt x="336" y="1190"/>
                  <a:pt x="330" y="1193"/>
                  <a:pt x="324" y="1196"/>
                </a:cubicBezTo>
                <a:cubicBezTo>
                  <a:pt x="289" y="1212"/>
                  <a:pt x="274" y="1219"/>
                  <a:pt x="259" y="1226"/>
                </a:cubicBezTo>
                <a:cubicBezTo>
                  <a:pt x="235" y="1240"/>
                  <a:pt x="227" y="1244"/>
                  <a:pt x="224" y="1249"/>
                </a:cubicBezTo>
                <a:cubicBezTo>
                  <a:pt x="202" y="1270"/>
                  <a:pt x="193" y="1272"/>
                  <a:pt x="192" y="1269"/>
                </a:cubicBezTo>
                <a:cubicBezTo>
                  <a:pt x="215" y="1249"/>
                  <a:pt x="212" y="1245"/>
                  <a:pt x="217" y="1243"/>
                </a:cubicBezTo>
                <a:cubicBezTo>
                  <a:pt x="243" y="1226"/>
                  <a:pt x="244" y="1223"/>
                  <a:pt x="250" y="1220"/>
                </a:cubicBezTo>
                <a:cubicBezTo>
                  <a:pt x="326" y="1181"/>
                  <a:pt x="340" y="1175"/>
                  <a:pt x="358" y="1169"/>
                </a:cubicBezTo>
                <a:cubicBezTo>
                  <a:pt x="494" y="1080"/>
                  <a:pt x="512" y="1077"/>
                  <a:pt x="512" y="1063"/>
                </a:cubicBezTo>
                <a:cubicBezTo>
                  <a:pt x="460" y="1106"/>
                  <a:pt x="454" y="1105"/>
                  <a:pt x="447" y="1112"/>
                </a:cubicBezTo>
                <a:cubicBezTo>
                  <a:pt x="401" y="1139"/>
                  <a:pt x="397" y="1141"/>
                  <a:pt x="392" y="1144"/>
                </a:cubicBezTo>
                <a:cubicBezTo>
                  <a:pt x="299" y="1182"/>
                  <a:pt x="278" y="1194"/>
                  <a:pt x="258" y="1204"/>
                </a:cubicBezTo>
                <a:cubicBezTo>
                  <a:pt x="222" y="1232"/>
                  <a:pt x="219" y="1228"/>
                  <a:pt x="215" y="1233"/>
                </a:cubicBezTo>
                <a:cubicBezTo>
                  <a:pt x="191" y="1248"/>
                  <a:pt x="198" y="1246"/>
                  <a:pt x="198" y="1243"/>
                </a:cubicBezTo>
                <a:cubicBezTo>
                  <a:pt x="210" y="1232"/>
                  <a:pt x="218" y="1227"/>
                  <a:pt x="221" y="1221"/>
                </a:cubicBezTo>
                <a:cubicBezTo>
                  <a:pt x="275" y="1187"/>
                  <a:pt x="293" y="1174"/>
                  <a:pt x="310" y="1167"/>
                </a:cubicBezTo>
                <a:cubicBezTo>
                  <a:pt x="378" y="1137"/>
                  <a:pt x="377" y="1130"/>
                  <a:pt x="382" y="1132"/>
                </a:cubicBezTo>
                <a:cubicBezTo>
                  <a:pt x="433" y="1103"/>
                  <a:pt x="436" y="1100"/>
                  <a:pt x="437" y="1102"/>
                </a:cubicBezTo>
                <a:cubicBezTo>
                  <a:pt x="461" y="1086"/>
                  <a:pt x="465" y="1087"/>
                  <a:pt x="471" y="1080"/>
                </a:cubicBezTo>
                <a:cubicBezTo>
                  <a:pt x="502" y="1058"/>
                  <a:pt x="506" y="1058"/>
                  <a:pt x="511" y="1054"/>
                </a:cubicBezTo>
                <a:cubicBezTo>
                  <a:pt x="567" y="1001"/>
                  <a:pt x="569" y="996"/>
                  <a:pt x="573" y="991"/>
                </a:cubicBezTo>
                <a:cubicBezTo>
                  <a:pt x="512" y="1042"/>
                  <a:pt x="492" y="1060"/>
                  <a:pt x="472" y="1069"/>
                </a:cubicBezTo>
                <a:cubicBezTo>
                  <a:pt x="445" y="1085"/>
                  <a:pt x="440" y="1093"/>
                  <a:pt x="436" y="1090"/>
                </a:cubicBezTo>
                <a:cubicBezTo>
                  <a:pt x="383" y="1123"/>
                  <a:pt x="380" y="1120"/>
                  <a:pt x="375" y="1125"/>
                </a:cubicBezTo>
                <a:cubicBezTo>
                  <a:pt x="301" y="1163"/>
                  <a:pt x="285" y="1166"/>
                  <a:pt x="266" y="1181"/>
                </a:cubicBezTo>
                <a:cubicBezTo>
                  <a:pt x="238" y="1199"/>
                  <a:pt x="226" y="1210"/>
                  <a:pt x="218" y="1211"/>
                </a:cubicBezTo>
                <a:cubicBezTo>
                  <a:pt x="195" y="1226"/>
                  <a:pt x="199" y="1221"/>
                  <a:pt x="198" y="1216"/>
                </a:cubicBezTo>
                <a:cubicBezTo>
                  <a:pt x="230" y="1183"/>
                  <a:pt x="233" y="1182"/>
                  <a:pt x="238" y="1177"/>
                </a:cubicBezTo>
                <a:cubicBezTo>
                  <a:pt x="319" y="1129"/>
                  <a:pt x="328" y="1123"/>
                  <a:pt x="336" y="1121"/>
                </a:cubicBezTo>
                <a:cubicBezTo>
                  <a:pt x="493" y="1012"/>
                  <a:pt x="511" y="1000"/>
                  <a:pt x="526" y="986"/>
                </a:cubicBezTo>
                <a:cubicBezTo>
                  <a:pt x="552" y="958"/>
                  <a:pt x="551" y="956"/>
                  <a:pt x="554" y="954"/>
                </a:cubicBezTo>
                <a:cubicBezTo>
                  <a:pt x="522" y="977"/>
                  <a:pt x="521" y="987"/>
                  <a:pt x="507" y="995"/>
                </a:cubicBezTo>
                <a:cubicBezTo>
                  <a:pt x="490" y="1009"/>
                  <a:pt x="487" y="1013"/>
                  <a:pt x="482" y="1018"/>
                </a:cubicBezTo>
                <a:cubicBezTo>
                  <a:pt x="358" y="1100"/>
                  <a:pt x="341" y="1103"/>
                  <a:pt x="333" y="1113"/>
                </a:cubicBezTo>
                <a:cubicBezTo>
                  <a:pt x="251" y="1161"/>
                  <a:pt x="227" y="1171"/>
                  <a:pt x="214" y="1187"/>
                </a:cubicBezTo>
                <a:cubicBezTo>
                  <a:pt x="211" y="1186"/>
                  <a:pt x="210" y="1183"/>
                  <a:pt x="213" y="1180"/>
                </a:cubicBezTo>
                <a:cubicBezTo>
                  <a:pt x="242" y="1151"/>
                  <a:pt x="248" y="1147"/>
                  <a:pt x="259" y="1137"/>
                </a:cubicBezTo>
                <a:cubicBezTo>
                  <a:pt x="360" y="1078"/>
                  <a:pt x="373" y="1070"/>
                  <a:pt x="393" y="1055"/>
                </a:cubicBezTo>
                <a:cubicBezTo>
                  <a:pt x="452" y="1010"/>
                  <a:pt x="460" y="1010"/>
                  <a:pt x="463" y="1005"/>
                </a:cubicBezTo>
                <a:cubicBezTo>
                  <a:pt x="524" y="947"/>
                  <a:pt x="530" y="944"/>
                  <a:pt x="532" y="940"/>
                </a:cubicBezTo>
                <a:cubicBezTo>
                  <a:pt x="561" y="903"/>
                  <a:pt x="566" y="896"/>
                  <a:pt x="574" y="890"/>
                </a:cubicBezTo>
                <a:cubicBezTo>
                  <a:pt x="547" y="899"/>
                  <a:pt x="543" y="903"/>
                  <a:pt x="537" y="907"/>
                </a:cubicBezTo>
                <a:cubicBezTo>
                  <a:pt x="522" y="918"/>
                  <a:pt x="523" y="921"/>
                  <a:pt x="519" y="922"/>
                </a:cubicBezTo>
                <a:cubicBezTo>
                  <a:pt x="491" y="945"/>
                  <a:pt x="485" y="954"/>
                  <a:pt x="474" y="962"/>
                </a:cubicBezTo>
                <a:cubicBezTo>
                  <a:pt x="396" y="1023"/>
                  <a:pt x="387" y="1030"/>
                  <a:pt x="378" y="1037"/>
                </a:cubicBezTo>
                <a:cubicBezTo>
                  <a:pt x="323" y="1067"/>
                  <a:pt x="317" y="1067"/>
                  <a:pt x="311" y="1070"/>
                </a:cubicBezTo>
                <a:cubicBezTo>
                  <a:pt x="262" y="1102"/>
                  <a:pt x="259" y="1103"/>
                  <a:pt x="256" y="1103"/>
                </a:cubicBezTo>
                <a:cubicBezTo>
                  <a:pt x="244" y="1115"/>
                  <a:pt x="236" y="1116"/>
                  <a:pt x="239" y="1120"/>
                </a:cubicBezTo>
                <a:cubicBezTo>
                  <a:pt x="222" y="1136"/>
                  <a:pt x="217" y="1144"/>
                  <a:pt x="214" y="1140"/>
                </a:cubicBezTo>
                <a:cubicBezTo>
                  <a:pt x="260" y="1090"/>
                  <a:pt x="271" y="1086"/>
                  <a:pt x="296" y="1066"/>
                </a:cubicBezTo>
                <a:cubicBezTo>
                  <a:pt x="418" y="989"/>
                  <a:pt x="425" y="977"/>
                  <a:pt x="430" y="979"/>
                </a:cubicBezTo>
                <a:cubicBezTo>
                  <a:pt x="451" y="961"/>
                  <a:pt x="456" y="956"/>
                  <a:pt x="465" y="947"/>
                </a:cubicBezTo>
                <a:cubicBezTo>
                  <a:pt x="540" y="892"/>
                  <a:pt x="549" y="886"/>
                  <a:pt x="560" y="878"/>
                </a:cubicBezTo>
                <a:cubicBezTo>
                  <a:pt x="587" y="870"/>
                  <a:pt x="592" y="858"/>
                  <a:pt x="594" y="863"/>
                </a:cubicBezTo>
                <a:cubicBezTo>
                  <a:pt x="625" y="848"/>
                  <a:pt x="636" y="854"/>
                  <a:pt x="633" y="845"/>
                </a:cubicBezTo>
                <a:cubicBezTo>
                  <a:pt x="574" y="858"/>
                  <a:pt x="566" y="857"/>
                  <a:pt x="557" y="863"/>
                </a:cubicBezTo>
                <a:cubicBezTo>
                  <a:pt x="523" y="876"/>
                  <a:pt x="515" y="880"/>
                  <a:pt x="508" y="884"/>
                </a:cubicBezTo>
                <a:cubicBezTo>
                  <a:pt x="420" y="945"/>
                  <a:pt x="411" y="951"/>
                  <a:pt x="402" y="958"/>
                </a:cubicBezTo>
                <a:cubicBezTo>
                  <a:pt x="299" y="1027"/>
                  <a:pt x="297" y="1029"/>
                  <a:pt x="295" y="1030"/>
                </a:cubicBezTo>
                <a:cubicBezTo>
                  <a:pt x="255" y="1062"/>
                  <a:pt x="252" y="1067"/>
                  <a:pt x="244" y="1072"/>
                </a:cubicBezTo>
                <a:cubicBezTo>
                  <a:pt x="230" y="1081"/>
                  <a:pt x="230" y="1077"/>
                  <a:pt x="232" y="1073"/>
                </a:cubicBezTo>
                <a:cubicBezTo>
                  <a:pt x="251" y="1057"/>
                  <a:pt x="253" y="1055"/>
                  <a:pt x="257" y="1053"/>
                </a:cubicBezTo>
                <a:cubicBezTo>
                  <a:pt x="293" y="1015"/>
                  <a:pt x="296" y="1017"/>
                  <a:pt x="300" y="1014"/>
                </a:cubicBezTo>
                <a:cubicBezTo>
                  <a:pt x="333" y="985"/>
                  <a:pt x="335" y="986"/>
                  <a:pt x="336" y="986"/>
                </a:cubicBezTo>
                <a:cubicBezTo>
                  <a:pt x="380" y="950"/>
                  <a:pt x="404" y="938"/>
                  <a:pt x="433" y="916"/>
                </a:cubicBezTo>
                <a:cubicBezTo>
                  <a:pt x="492" y="885"/>
                  <a:pt x="501" y="881"/>
                  <a:pt x="511" y="874"/>
                </a:cubicBezTo>
                <a:cubicBezTo>
                  <a:pt x="540" y="857"/>
                  <a:pt x="552" y="855"/>
                  <a:pt x="561" y="848"/>
                </a:cubicBezTo>
                <a:cubicBezTo>
                  <a:pt x="574" y="833"/>
                  <a:pt x="569" y="837"/>
                  <a:pt x="565" y="840"/>
                </a:cubicBezTo>
                <a:cubicBezTo>
                  <a:pt x="512" y="866"/>
                  <a:pt x="509" y="864"/>
                  <a:pt x="505" y="869"/>
                </a:cubicBezTo>
                <a:cubicBezTo>
                  <a:pt x="416" y="917"/>
                  <a:pt x="406" y="926"/>
                  <a:pt x="373" y="944"/>
                </a:cubicBezTo>
                <a:cubicBezTo>
                  <a:pt x="332" y="978"/>
                  <a:pt x="317" y="986"/>
                  <a:pt x="306" y="995"/>
                </a:cubicBezTo>
                <a:cubicBezTo>
                  <a:pt x="253" y="1040"/>
                  <a:pt x="256" y="1048"/>
                  <a:pt x="251" y="1045"/>
                </a:cubicBezTo>
                <a:cubicBezTo>
                  <a:pt x="235" y="1052"/>
                  <a:pt x="237" y="1048"/>
                  <a:pt x="241" y="1044"/>
                </a:cubicBezTo>
                <a:cubicBezTo>
                  <a:pt x="310" y="977"/>
                  <a:pt x="362" y="934"/>
                  <a:pt x="419" y="899"/>
                </a:cubicBezTo>
                <a:cubicBezTo>
                  <a:pt x="482" y="869"/>
                  <a:pt x="481" y="865"/>
                  <a:pt x="487" y="864"/>
                </a:cubicBezTo>
                <a:cubicBezTo>
                  <a:pt x="513" y="858"/>
                  <a:pt x="519" y="848"/>
                  <a:pt x="522" y="852"/>
                </a:cubicBezTo>
                <a:cubicBezTo>
                  <a:pt x="583" y="826"/>
                  <a:pt x="598" y="821"/>
                  <a:pt x="613" y="815"/>
                </a:cubicBezTo>
                <a:cubicBezTo>
                  <a:pt x="578" y="820"/>
                  <a:pt x="572" y="828"/>
                  <a:pt x="567" y="826"/>
                </a:cubicBezTo>
                <a:cubicBezTo>
                  <a:pt x="541" y="835"/>
                  <a:pt x="538" y="835"/>
                  <a:pt x="536" y="837"/>
                </a:cubicBezTo>
                <a:cubicBezTo>
                  <a:pt x="509" y="843"/>
                  <a:pt x="505" y="850"/>
                  <a:pt x="502" y="851"/>
                </a:cubicBezTo>
                <a:cubicBezTo>
                  <a:pt x="480" y="859"/>
                  <a:pt x="474" y="860"/>
                  <a:pt x="468" y="866"/>
                </a:cubicBezTo>
                <a:cubicBezTo>
                  <a:pt x="423" y="890"/>
                  <a:pt x="421" y="886"/>
                  <a:pt x="417" y="890"/>
                </a:cubicBezTo>
                <a:cubicBezTo>
                  <a:pt x="390" y="907"/>
                  <a:pt x="385" y="911"/>
                  <a:pt x="380" y="914"/>
                </a:cubicBezTo>
                <a:cubicBezTo>
                  <a:pt x="361" y="927"/>
                  <a:pt x="350" y="937"/>
                  <a:pt x="335" y="947"/>
                </a:cubicBezTo>
                <a:cubicBezTo>
                  <a:pt x="277" y="996"/>
                  <a:pt x="275" y="1001"/>
                  <a:pt x="266" y="1004"/>
                </a:cubicBezTo>
                <a:cubicBezTo>
                  <a:pt x="252" y="1019"/>
                  <a:pt x="249" y="1014"/>
                  <a:pt x="250" y="1013"/>
                </a:cubicBezTo>
                <a:cubicBezTo>
                  <a:pt x="261" y="1003"/>
                  <a:pt x="262" y="1003"/>
                  <a:pt x="262" y="1002"/>
                </a:cubicBezTo>
                <a:cubicBezTo>
                  <a:pt x="283" y="983"/>
                  <a:pt x="288" y="972"/>
                  <a:pt x="297" y="962"/>
                </a:cubicBezTo>
                <a:cubicBezTo>
                  <a:pt x="358" y="911"/>
                  <a:pt x="362" y="915"/>
                  <a:pt x="367" y="909"/>
                </a:cubicBezTo>
                <a:cubicBezTo>
                  <a:pt x="396" y="889"/>
                  <a:pt x="399" y="896"/>
                  <a:pt x="403" y="891"/>
                </a:cubicBezTo>
                <a:cubicBezTo>
                  <a:pt x="418" y="884"/>
                  <a:pt x="423" y="872"/>
                  <a:pt x="425" y="877"/>
                </a:cubicBezTo>
                <a:cubicBezTo>
                  <a:pt x="466" y="855"/>
                  <a:pt x="478" y="855"/>
                  <a:pt x="492" y="844"/>
                </a:cubicBezTo>
                <a:cubicBezTo>
                  <a:pt x="573" y="801"/>
                  <a:pt x="571" y="802"/>
                  <a:pt x="578" y="796"/>
                </a:cubicBezTo>
                <a:cubicBezTo>
                  <a:pt x="604" y="774"/>
                  <a:pt x="612" y="772"/>
                  <a:pt x="609" y="769"/>
                </a:cubicBezTo>
                <a:cubicBezTo>
                  <a:pt x="526" y="821"/>
                  <a:pt x="519" y="826"/>
                  <a:pt x="513" y="829"/>
                </a:cubicBezTo>
                <a:cubicBezTo>
                  <a:pt x="463" y="847"/>
                  <a:pt x="455" y="856"/>
                  <a:pt x="450" y="854"/>
                </a:cubicBezTo>
                <a:cubicBezTo>
                  <a:pt x="390" y="884"/>
                  <a:pt x="378" y="893"/>
                  <a:pt x="368" y="897"/>
                </a:cubicBezTo>
                <a:cubicBezTo>
                  <a:pt x="338" y="920"/>
                  <a:pt x="335" y="923"/>
                  <a:pt x="332" y="925"/>
                </a:cubicBezTo>
                <a:cubicBezTo>
                  <a:pt x="316" y="936"/>
                  <a:pt x="308" y="942"/>
                  <a:pt x="301" y="947"/>
                </a:cubicBezTo>
                <a:cubicBezTo>
                  <a:pt x="265" y="982"/>
                  <a:pt x="261" y="986"/>
                  <a:pt x="258" y="990"/>
                </a:cubicBezTo>
                <a:cubicBezTo>
                  <a:pt x="267" y="967"/>
                  <a:pt x="265" y="971"/>
                  <a:pt x="270" y="972"/>
                </a:cubicBezTo>
                <a:cubicBezTo>
                  <a:pt x="317" y="926"/>
                  <a:pt x="316" y="922"/>
                  <a:pt x="337" y="912"/>
                </a:cubicBezTo>
                <a:cubicBezTo>
                  <a:pt x="446" y="842"/>
                  <a:pt x="455" y="842"/>
                  <a:pt x="463" y="838"/>
                </a:cubicBezTo>
                <a:cubicBezTo>
                  <a:pt x="475" y="832"/>
                  <a:pt x="476" y="831"/>
                  <a:pt x="477" y="830"/>
                </a:cubicBezTo>
                <a:cubicBezTo>
                  <a:pt x="595" y="755"/>
                  <a:pt x="608" y="750"/>
                  <a:pt x="608" y="743"/>
                </a:cubicBezTo>
                <a:cubicBezTo>
                  <a:pt x="591" y="754"/>
                  <a:pt x="593" y="752"/>
                  <a:pt x="587" y="758"/>
                </a:cubicBezTo>
                <a:cubicBezTo>
                  <a:pt x="552" y="781"/>
                  <a:pt x="553" y="785"/>
                  <a:pt x="549" y="783"/>
                </a:cubicBezTo>
                <a:cubicBezTo>
                  <a:pt x="516" y="799"/>
                  <a:pt x="510" y="807"/>
                  <a:pt x="506" y="809"/>
                </a:cubicBezTo>
                <a:cubicBezTo>
                  <a:pt x="432" y="848"/>
                  <a:pt x="425" y="843"/>
                  <a:pt x="423" y="847"/>
                </a:cubicBezTo>
                <a:cubicBezTo>
                  <a:pt x="403" y="861"/>
                  <a:pt x="400" y="858"/>
                  <a:pt x="396" y="861"/>
                </a:cubicBezTo>
                <a:cubicBezTo>
                  <a:pt x="290" y="934"/>
                  <a:pt x="289" y="937"/>
                  <a:pt x="284" y="940"/>
                </a:cubicBezTo>
                <a:cubicBezTo>
                  <a:pt x="283" y="932"/>
                  <a:pt x="287" y="928"/>
                  <a:pt x="289" y="924"/>
                </a:cubicBezTo>
                <a:cubicBezTo>
                  <a:pt x="318" y="903"/>
                  <a:pt x="325" y="895"/>
                  <a:pt x="335" y="888"/>
                </a:cubicBezTo>
                <a:cubicBezTo>
                  <a:pt x="381" y="857"/>
                  <a:pt x="388" y="853"/>
                  <a:pt x="394" y="848"/>
                </a:cubicBezTo>
                <a:cubicBezTo>
                  <a:pt x="445" y="830"/>
                  <a:pt x="450" y="818"/>
                  <a:pt x="452" y="823"/>
                </a:cubicBezTo>
                <a:cubicBezTo>
                  <a:pt x="472" y="813"/>
                  <a:pt x="472" y="811"/>
                  <a:pt x="474" y="812"/>
                </a:cubicBezTo>
                <a:cubicBezTo>
                  <a:pt x="492" y="804"/>
                  <a:pt x="496" y="802"/>
                  <a:pt x="499" y="799"/>
                </a:cubicBezTo>
                <a:cubicBezTo>
                  <a:pt x="522" y="787"/>
                  <a:pt x="529" y="784"/>
                  <a:pt x="536" y="782"/>
                </a:cubicBezTo>
                <a:cubicBezTo>
                  <a:pt x="594" y="740"/>
                  <a:pt x="604" y="733"/>
                  <a:pt x="613" y="727"/>
                </a:cubicBezTo>
                <a:cubicBezTo>
                  <a:pt x="629" y="708"/>
                  <a:pt x="626" y="710"/>
                  <a:pt x="623" y="712"/>
                </a:cubicBezTo>
                <a:cubicBezTo>
                  <a:pt x="614" y="719"/>
                  <a:pt x="612" y="720"/>
                  <a:pt x="611" y="720"/>
                </a:cubicBezTo>
                <a:cubicBezTo>
                  <a:pt x="602" y="727"/>
                  <a:pt x="602" y="731"/>
                  <a:pt x="598" y="733"/>
                </a:cubicBezTo>
                <a:cubicBezTo>
                  <a:pt x="578" y="747"/>
                  <a:pt x="571" y="752"/>
                  <a:pt x="564" y="757"/>
                </a:cubicBezTo>
                <a:cubicBezTo>
                  <a:pt x="528" y="774"/>
                  <a:pt x="524" y="782"/>
                  <a:pt x="521" y="779"/>
                </a:cubicBezTo>
                <a:cubicBezTo>
                  <a:pt x="466" y="806"/>
                  <a:pt x="462" y="809"/>
                  <a:pt x="459" y="809"/>
                </a:cubicBezTo>
                <a:cubicBezTo>
                  <a:pt x="423" y="827"/>
                  <a:pt x="420" y="825"/>
                  <a:pt x="416" y="827"/>
                </a:cubicBezTo>
                <a:cubicBezTo>
                  <a:pt x="347" y="870"/>
                  <a:pt x="336" y="878"/>
                  <a:pt x="325" y="885"/>
                </a:cubicBezTo>
                <a:cubicBezTo>
                  <a:pt x="302" y="902"/>
                  <a:pt x="299" y="905"/>
                  <a:pt x="297" y="904"/>
                </a:cubicBezTo>
                <a:cubicBezTo>
                  <a:pt x="342" y="859"/>
                  <a:pt x="352" y="856"/>
                  <a:pt x="352" y="851"/>
                </a:cubicBezTo>
                <a:cubicBezTo>
                  <a:pt x="384" y="833"/>
                  <a:pt x="390" y="829"/>
                  <a:pt x="403" y="820"/>
                </a:cubicBezTo>
                <a:cubicBezTo>
                  <a:pt x="434" y="799"/>
                  <a:pt x="448" y="797"/>
                  <a:pt x="456" y="791"/>
                </a:cubicBezTo>
                <a:cubicBezTo>
                  <a:pt x="491" y="772"/>
                  <a:pt x="498" y="776"/>
                  <a:pt x="509" y="765"/>
                </a:cubicBezTo>
                <a:cubicBezTo>
                  <a:pt x="550" y="750"/>
                  <a:pt x="561" y="743"/>
                  <a:pt x="571" y="740"/>
                </a:cubicBezTo>
                <a:cubicBezTo>
                  <a:pt x="650" y="685"/>
                  <a:pt x="651" y="680"/>
                  <a:pt x="658" y="677"/>
                </a:cubicBezTo>
                <a:cubicBezTo>
                  <a:pt x="663" y="670"/>
                  <a:pt x="651" y="676"/>
                  <a:pt x="643" y="686"/>
                </a:cubicBezTo>
                <a:cubicBezTo>
                  <a:pt x="557" y="738"/>
                  <a:pt x="549" y="738"/>
                  <a:pt x="541" y="745"/>
                </a:cubicBezTo>
                <a:cubicBezTo>
                  <a:pt x="457" y="783"/>
                  <a:pt x="447" y="787"/>
                  <a:pt x="438" y="789"/>
                </a:cubicBezTo>
                <a:cubicBezTo>
                  <a:pt x="417" y="807"/>
                  <a:pt x="409" y="804"/>
                  <a:pt x="401" y="811"/>
                </a:cubicBezTo>
                <a:cubicBezTo>
                  <a:pt x="339" y="851"/>
                  <a:pt x="338" y="856"/>
                  <a:pt x="329" y="860"/>
                </a:cubicBezTo>
                <a:cubicBezTo>
                  <a:pt x="311" y="871"/>
                  <a:pt x="311" y="863"/>
                  <a:pt x="308" y="866"/>
                </a:cubicBezTo>
                <a:cubicBezTo>
                  <a:pt x="324" y="849"/>
                  <a:pt x="327" y="851"/>
                  <a:pt x="327" y="847"/>
                </a:cubicBezTo>
                <a:cubicBezTo>
                  <a:pt x="429" y="785"/>
                  <a:pt x="430" y="783"/>
                  <a:pt x="438" y="779"/>
                </a:cubicBezTo>
                <a:cubicBezTo>
                  <a:pt x="489" y="753"/>
                  <a:pt x="491" y="753"/>
                  <a:pt x="494" y="751"/>
                </a:cubicBezTo>
                <a:cubicBezTo>
                  <a:pt x="546" y="730"/>
                  <a:pt x="551" y="722"/>
                  <a:pt x="554" y="725"/>
                </a:cubicBezTo>
                <a:cubicBezTo>
                  <a:pt x="553" y="723"/>
                  <a:pt x="551" y="717"/>
                  <a:pt x="547" y="723"/>
                </a:cubicBezTo>
                <a:cubicBezTo>
                  <a:pt x="515" y="736"/>
                  <a:pt x="513" y="732"/>
                  <a:pt x="509" y="735"/>
                </a:cubicBezTo>
                <a:cubicBezTo>
                  <a:pt x="487" y="740"/>
                  <a:pt x="482" y="748"/>
                  <a:pt x="479" y="745"/>
                </a:cubicBezTo>
                <a:cubicBezTo>
                  <a:pt x="397" y="793"/>
                  <a:pt x="390" y="796"/>
                  <a:pt x="382" y="800"/>
                </a:cubicBezTo>
                <a:cubicBezTo>
                  <a:pt x="344" y="825"/>
                  <a:pt x="339" y="829"/>
                  <a:pt x="334" y="833"/>
                </a:cubicBezTo>
                <a:cubicBezTo>
                  <a:pt x="346" y="804"/>
                  <a:pt x="361" y="789"/>
                  <a:pt x="375" y="781"/>
                </a:cubicBezTo>
                <a:cubicBezTo>
                  <a:pt x="397" y="767"/>
                  <a:pt x="400" y="765"/>
                  <a:pt x="404" y="763"/>
                </a:cubicBezTo>
                <a:cubicBezTo>
                  <a:pt x="478" y="727"/>
                  <a:pt x="484" y="727"/>
                  <a:pt x="492" y="721"/>
                </a:cubicBezTo>
                <a:cubicBezTo>
                  <a:pt x="514" y="719"/>
                  <a:pt x="521" y="711"/>
                  <a:pt x="527" y="713"/>
                </a:cubicBezTo>
                <a:cubicBezTo>
                  <a:pt x="573" y="696"/>
                  <a:pt x="580" y="692"/>
                  <a:pt x="587" y="689"/>
                </a:cubicBezTo>
                <a:cubicBezTo>
                  <a:pt x="627" y="664"/>
                  <a:pt x="637" y="667"/>
                  <a:pt x="634" y="660"/>
                </a:cubicBezTo>
                <a:cubicBezTo>
                  <a:pt x="534" y="701"/>
                  <a:pt x="528" y="701"/>
                  <a:pt x="521" y="705"/>
                </a:cubicBezTo>
                <a:cubicBezTo>
                  <a:pt x="490" y="707"/>
                  <a:pt x="495" y="713"/>
                  <a:pt x="501" y="707"/>
                </a:cubicBezTo>
                <a:cubicBezTo>
                  <a:pt x="543" y="697"/>
                  <a:pt x="550" y="686"/>
                  <a:pt x="556" y="687"/>
                </a:cubicBezTo>
                <a:cubicBezTo>
                  <a:pt x="578" y="682"/>
                  <a:pt x="584" y="677"/>
                  <a:pt x="590" y="677"/>
                </a:cubicBezTo>
                <a:cubicBezTo>
                  <a:pt x="643" y="648"/>
                  <a:pt x="657" y="643"/>
                  <a:pt x="673" y="629"/>
                </a:cubicBezTo>
                <a:cubicBezTo>
                  <a:pt x="647" y="645"/>
                  <a:pt x="643" y="645"/>
                  <a:pt x="641" y="645"/>
                </a:cubicBezTo>
                <a:cubicBezTo>
                  <a:pt x="611" y="659"/>
                  <a:pt x="604" y="666"/>
                  <a:pt x="597" y="667"/>
                </a:cubicBezTo>
                <a:cubicBezTo>
                  <a:pt x="556" y="675"/>
                  <a:pt x="551" y="687"/>
                  <a:pt x="549" y="682"/>
                </a:cubicBezTo>
                <a:cubicBezTo>
                  <a:pt x="516" y="695"/>
                  <a:pt x="514" y="691"/>
                  <a:pt x="510" y="696"/>
                </a:cubicBezTo>
                <a:cubicBezTo>
                  <a:pt x="487" y="704"/>
                  <a:pt x="483" y="706"/>
                  <a:pt x="480" y="705"/>
                </a:cubicBezTo>
                <a:cubicBezTo>
                  <a:pt x="454" y="716"/>
                  <a:pt x="446" y="720"/>
                  <a:pt x="441" y="723"/>
                </a:cubicBezTo>
                <a:cubicBezTo>
                  <a:pt x="430" y="731"/>
                  <a:pt x="427" y="727"/>
                  <a:pt x="423" y="731"/>
                </a:cubicBezTo>
                <a:cubicBezTo>
                  <a:pt x="386" y="755"/>
                  <a:pt x="382" y="753"/>
                  <a:pt x="377" y="757"/>
                </a:cubicBezTo>
                <a:cubicBezTo>
                  <a:pt x="347" y="769"/>
                  <a:pt x="358" y="764"/>
                  <a:pt x="366" y="758"/>
                </a:cubicBezTo>
                <a:cubicBezTo>
                  <a:pt x="409" y="728"/>
                  <a:pt x="417" y="725"/>
                  <a:pt x="425" y="718"/>
                </a:cubicBezTo>
                <a:cubicBezTo>
                  <a:pt x="571" y="656"/>
                  <a:pt x="601" y="640"/>
                  <a:pt x="630" y="626"/>
                </a:cubicBezTo>
                <a:cubicBezTo>
                  <a:pt x="661" y="605"/>
                  <a:pt x="663" y="601"/>
                  <a:pt x="664" y="599"/>
                </a:cubicBezTo>
                <a:cubicBezTo>
                  <a:pt x="642" y="607"/>
                  <a:pt x="637" y="615"/>
                  <a:pt x="632" y="617"/>
                </a:cubicBezTo>
                <a:cubicBezTo>
                  <a:pt x="575" y="644"/>
                  <a:pt x="557" y="653"/>
                  <a:pt x="540" y="659"/>
                </a:cubicBezTo>
                <a:cubicBezTo>
                  <a:pt x="479" y="687"/>
                  <a:pt x="471" y="684"/>
                  <a:pt x="462" y="691"/>
                </a:cubicBezTo>
                <a:cubicBezTo>
                  <a:pt x="418" y="713"/>
                  <a:pt x="415" y="715"/>
                  <a:pt x="412" y="717"/>
                </a:cubicBezTo>
                <a:cubicBezTo>
                  <a:pt x="381" y="734"/>
                  <a:pt x="377" y="737"/>
                  <a:pt x="373" y="740"/>
                </a:cubicBezTo>
                <a:cubicBezTo>
                  <a:pt x="385" y="720"/>
                  <a:pt x="404" y="707"/>
                  <a:pt x="421" y="696"/>
                </a:cubicBezTo>
                <a:cubicBezTo>
                  <a:pt x="473" y="672"/>
                  <a:pt x="478" y="677"/>
                  <a:pt x="484" y="670"/>
                </a:cubicBezTo>
                <a:cubicBezTo>
                  <a:pt x="519" y="657"/>
                  <a:pt x="524" y="659"/>
                  <a:pt x="529" y="654"/>
                </a:cubicBezTo>
                <a:cubicBezTo>
                  <a:pt x="603" y="622"/>
                  <a:pt x="611" y="619"/>
                  <a:pt x="619" y="615"/>
                </a:cubicBezTo>
                <a:cubicBezTo>
                  <a:pt x="667" y="570"/>
                  <a:pt x="677" y="568"/>
                  <a:pt x="675" y="564"/>
                </a:cubicBezTo>
                <a:cubicBezTo>
                  <a:pt x="719" y="542"/>
                  <a:pt x="725" y="539"/>
                  <a:pt x="730" y="537"/>
                </a:cubicBezTo>
                <a:cubicBezTo>
                  <a:pt x="742" y="527"/>
                  <a:pt x="737" y="530"/>
                  <a:pt x="732" y="533"/>
                </a:cubicBezTo>
                <a:cubicBezTo>
                  <a:pt x="706" y="538"/>
                  <a:pt x="703" y="542"/>
                  <a:pt x="700" y="544"/>
                </a:cubicBezTo>
                <a:cubicBezTo>
                  <a:pt x="637" y="575"/>
                  <a:pt x="629" y="578"/>
                  <a:pt x="622" y="585"/>
                </a:cubicBezTo>
                <a:cubicBezTo>
                  <a:pt x="557" y="616"/>
                  <a:pt x="550" y="611"/>
                  <a:pt x="543" y="615"/>
                </a:cubicBezTo>
                <a:cubicBezTo>
                  <a:pt x="514" y="623"/>
                  <a:pt x="507" y="625"/>
                  <a:pt x="499" y="630"/>
                </a:cubicBezTo>
                <a:cubicBezTo>
                  <a:pt x="469" y="641"/>
                  <a:pt x="463" y="637"/>
                  <a:pt x="455" y="644"/>
                </a:cubicBezTo>
                <a:cubicBezTo>
                  <a:pt x="432" y="653"/>
                  <a:pt x="426" y="659"/>
                  <a:pt x="422" y="658"/>
                </a:cubicBezTo>
                <a:cubicBezTo>
                  <a:pt x="410" y="660"/>
                  <a:pt x="410" y="653"/>
                  <a:pt x="416" y="648"/>
                </a:cubicBezTo>
                <a:cubicBezTo>
                  <a:pt x="439" y="640"/>
                  <a:pt x="445" y="628"/>
                  <a:pt x="447" y="633"/>
                </a:cubicBezTo>
                <a:cubicBezTo>
                  <a:pt x="502" y="611"/>
                  <a:pt x="513" y="606"/>
                  <a:pt x="523" y="605"/>
                </a:cubicBezTo>
                <a:cubicBezTo>
                  <a:pt x="597" y="583"/>
                  <a:pt x="606" y="581"/>
                  <a:pt x="615" y="576"/>
                </a:cubicBezTo>
                <a:cubicBezTo>
                  <a:pt x="655" y="561"/>
                  <a:pt x="660" y="548"/>
                  <a:pt x="663" y="553"/>
                </a:cubicBezTo>
                <a:cubicBezTo>
                  <a:pt x="715" y="530"/>
                  <a:pt x="721" y="528"/>
                  <a:pt x="727" y="527"/>
                </a:cubicBezTo>
                <a:cubicBezTo>
                  <a:pt x="736" y="512"/>
                  <a:pt x="727" y="524"/>
                  <a:pt x="720" y="520"/>
                </a:cubicBezTo>
                <a:cubicBezTo>
                  <a:pt x="677" y="533"/>
                  <a:pt x="673" y="536"/>
                  <a:pt x="668" y="537"/>
                </a:cubicBezTo>
                <a:cubicBezTo>
                  <a:pt x="603" y="571"/>
                  <a:pt x="600" y="575"/>
                  <a:pt x="598" y="573"/>
                </a:cubicBezTo>
                <a:cubicBezTo>
                  <a:pt x="555" y="592"/>
                  <a:pt x="552" y="588"/>
                  <a:pt x="549" y="589"/>
                </a:cubicBezTo>
                <a:cubicBezTo>
                  <a:pt x="507" y="600"/>
                  <a:pt x="504" y="601"/>
                  <a:pt x="501" y="601"/>
                </a:cubicBezTo>
                <a:cubicBezTo>
                  <a:pt x="462" y="618"/>
                  <a:pt x="456" y="620"/>
                  <a:pt x="449" y="622"/>
                </a:cubicBezTo>
                <a:cubicBezTo>
                  <a:pt x="427" y="627"/>
                  <a:pt x="429" y="624"/>
                  <a:pt x="432" y="622"/>
                </a:cubicBezTo>
                <a:cubicBezTo>
                  <a:pt x="464" y="601"/>
                  <a:pt x="476" y="596"/>
                  <a:pt x="488" y="594"/>
                </a:cubicBezTo>
                <a:cubicBezTo>
                  <a:pt x="519" y="583"/>
                  <a:pt x="522" y="582"/>
                  <a:pt x="525" y="584"/>
                </a:cubicBezTo>
                <a:cubicBezTo>
                  <a:pt x="550" y="574"/>
                  <a:pt x="557" y="572"/>
                  <a:pt x="563" y="571"/>
                </a:cubicBezTo>
                <a:cubicBezTo>
                  <a:pt x="588" y="560"/>
                  <a:pt x="594" y="562"/>
                  <a:pt x="600" y="559"/>
                </a:cubicBezTo>
                <a:cubicBezTo>
                  <a:pt x="645" y="537"/>
                  <a:pt x="651" y="541"/>
                  <a:pt x="657" y="535"/>
                </a:cubicBezTo>
                <a:cubicBezTo>
                  <a:pt x="670" y="528"/>
                  <a:pt x="672" y="530"/>
                  <a:pt x="671" y="528"/>
                </a:cubicBezTo>
                <a:cubicBezTo>
                  <a:pt x="707" y="510"/>
                  <a:pt x="711" y="502"/>
                  <a:pt x="714" y="502"/>
                </a:cubicBezTo>
                <a:cubicBezTo>
                  <a:pt x="729" y="486"/>
                  <a:pt x="743" y="485"/>
                  <a:pt x="736" y="481"/>
                </a:cubicBezTo>
                <a:cubicBezTo>
                  <a:pt x="686" y="515"/>
                  <a:pt x="684" y="515"/>
                  <a:pt x="682" y="515"/>
                </a:cubicBezTo>
                <a:cubicBezTo>
                  <a:pt x="660" y="525"/>
                  <a:pt x="654" y="529"/>
                  <a:pt x="648" y="532"/>
                </a:cubicBezTo>
                <a:cubicBezTo>
                  <a:pt x="622" y="542"/>
                  <a:pt x="616" y="542"/>
                  <a:pt x="609" y="548"/>
                </a:cubicBezTo>
                <a:cubicBezTo>
                  <a:pt x="569" y="562"/>
                  <a:pt x="566" y="558"/>
                  <a:pt x="563" y="561"/>
                </a:cubicBezTo>
                <a:cubicBezTo>
                  <a:pt x="541" y="567"/>
                  <a:pt x="537" y="572"/>
                  <a:pt x="535" y="570"/>
                </a:cubicBezTo>
                <a:cubicBezTo>
                  <a:pt x="474" y="591"/>
                  <a:pt x="469" y="587"/>
                  <a:pt x="462" y="592"/>
                </a:cubicBezTo>
                <a:cubicBezTo>
                  <a:pt x="459" y="582"/>
                  <a:pt x="465" y="573"/>
                  <a:pt x="468" y="576"/>
                </a:cubicBezTo>
                <a:cubicBezTo>
                  <a:pt x="497" y="562"/>
                  <a:pt x="501" y="567"/>
                  <a:pt x="506" y="564"/>
                </a:cubicBezTo>
                <a:cubicBezTo>
                  <a:pt x="546" y="554"/>
                  <a:pt x="550" y="555"/>
                  <a:pt x="555" y="550"/>
                </a:cubicBezTo>
                <a:cubicBezTo>
                  <a:pt x="621" y="530"/>
                  <a:pt x="639" y="521"/>
                  <a:pt x="656" y="514"/>
                </a:cubicBezTo>
                <a:cubicBezTo>
                  <a:pt x="724" y="468"/>
                  <a:pt x="727" y="472"/>
                  <a:pt x="731" y="467"/>
                </a:cubicBezTo>
                <a:cubicBezTo>
                  <a:pt x="698" y="479"/>
                  <a:pt x="675" y="497"/>
                  <a:pt x="653" y="506"/>
                </a:cubicBezTo>
                <a:cubicBezTo>
                  <a:pt x="569" y="540"/>
                  <a:pt x="564" y="539"/>
                  <a:pt x="557" y="543"/>
                </a:cubicBezTo>
                <a:cubicBezTo>
                  <a:pt x="520" y="547"/>
                  <a:pt x="515" y="554"/>
                  <a:pt x="512" y="552"/>
                </a:cubicBezTo>
                <a:cubicBezTo>
                  <a:pt x="473" y="562"/>
                  <a:pt x="469" y="568"/>
                  <a:pt x="466" y="563"/>
                </a:cubicBezTo>
                <a:cubicBezTo>
                  <a:pt x="498" y="545"/>
                  <a:pt x="497" y="541"/>
                  <a:pt x="502" y="539"/>
                </a:cubicBezTo>
                <a:cubicBezTo>
                  <a:pt x="563" y="520"/>
                  <a:pt x="573" y="516"/>
                  <a:pt x="581" y="519"/>
                </a:cubicBezTo>
                <a:cubicBezTo>
                  <a:pt x="612" y="506"/>
                  <a:pt x="616" y="505"/>
                  <a:pt x="619" y="506"/>
                </a:cubicBezTo>
                <a:cubicBezTo>
                  <a:pt x="736" y="443"/>
                  <a:pt x="752" y="427"/>
                  <a:pt x="767" y="422"/>
                </a:cubicBezTo>
                <a:cubicBezTo>
                  <a:pt x="792" y="398"/>
                  <a:pt x="801" y="398"/>
                  <a:pt x="799" y="388"/>
                </a:cubicBezTo>
                <a:cubicBezTo>
                  <a:pt x="779" y="406"/>
                  <a:pt x="773" y="410"/>
                  <a:pt x="771" y="411"/>
                </a:cubicBezTo>
                <a:cubicBezTo>
                  <a:pt x="764" y="417"/>
                  <a:pt x="760" y="419"/>
                  <a:pt x="757" y="421"/>
                </a:cubicBezTo>
                <a:cubicBezTo>
                  <a:pt x="698" y="461"/>
                  <a:pt x="694" y="459"/>
                  <a:pt x="692" y="461"/>
                </a:cubicBezTo>
                <a:cubicBezTo>
                  <a:pt x="645" y="481"/>
                  <a:pt x="642" y="485"/>
                  <a:pt x="639" y="487"/>
                </a:cubicBezTo>
                <a:cubicBezTo>
                  <a:pt x="607" y="499"/>
                  <a:pt x="602" y="499"/>
                  <a:pt x="597" y="503"/>
                </a:cubicBezTo>
                <a:cubicBezTo>
                  <a:pt x="580" y="505"/>
                  <a:pt x="572" y="510"/>
                  <a:pt x="564" y="509"/>
                </a:cubicBezTo>
                <a:cubicBezTo>
                  <a:pt x="507" y="529"/>
                  <a:pt x="504" y="529"/>
                  <a:pt x="501" y="530"/>
                </a:cubicBezTo>
                <a:cubicBezTo>
                  <a:pt x="511" y="516"/>
                  <a:pt x="516" y="516"/>
                  <a:pt x="521" y="510"/>
                </a:cubicBezTo>
                <a:cubicBezTo>
                  <a:pt x="560" y="498"/>
                  <a:pt x="569" y="498"/>
                  <a:pt x="580" y="493"/>
                </a:cubicBezTo>
                <a:cubicBezTo>
                  <a:pt x="646" y="472"/>
                  <a:pt x="652" y="467"/>
                  <a:pt x="658" y="468"/>
                </a:cubicBezTo>
                <a:cubicBezTo>
                  <a:pt x="762" y="408"/>
                  <a:pt x="771" y="401"/>
                  <a:pt x="780" y="395"/>
                </a:cubicBezTo>
                <a:cubicBezTo>
                  <a:pt x="794" y="385"/>
                  <a:pt x="799" y="381"/>
                  <a:pt x="804" y="378"/>
                </a:cubicBezTo>
                <a:cubicBezTo>
                  <a:pt x="816" y="362"/>
                  <a:pt x="807" y="368"/>
                  <a:pt x="799" y="374"/>
                </a:cubicBezTo>
                <a:cubicBezTo>
                  <a:pt x="785" y="381"/>
                  <a:pt x="780" y="387"/>
                  <a:pt x="777" y="392"/>
                </a:cubicBezTo>
                <a:cubicBezTo>
                  <a:pt x="741" y="412"/>
                  <a:pt x="732" y="416"/>
                  <a:pt x="722" y="424"/>
                </a:cubicBezTo>
                <a:cubicBezTo>
                  <a:pt x="700" y="442"/>
                  <a:pt x="692" y="439"/>
                  <a:pt x="689" y="441"/>
                </a:cubicBezTo>
                <a:cubicBezTo>
                  <a:pt x="614" y="471"/>
                  <a:pt x="613" y="473"/>
                  <a:pt x="607" y="476"/>
                </a:cubicBezTo>
                <a:cubicBezTo>
                  <a:pt x="566" y="485"/>
                  <a:pt x="556" y="494"/>
                  <a:pt x="549" y="491"/>
                </a:cubicBezTo>
                <a:cubicBezTo>
                  <a:pt x="513" y="502"/>
                  <a:pt x="508" y="511"/>
                  <a:pt x="505" y="508"/>
                </a:cubicBezTo>
                <a:cubicBezTo>
                  <a:pt x="524" y="490"/>
                  <a:pt x="526" y="487"/>
                  <a:pt x="528" y="486"/>
                </a:cubicBezTo>
                <a:cubicBezTo>
                  <a:pt x="546" y="478"/>
                  <a:pt x="555" y="473"/>
                  <a:pt x="564" y="467"/>
                </a:cubicBezTo>
                <a:cubicBezTo>
                  <a:pt x="585" y="466"/>
                  <a:pt x="592" y="460"/>
                  <a:pt x="598" y="460"/>
                </a:cubicBezTo>
                <a:cubicBezTo>
                  <a:pt x="650" y="440"/>
                  <a:pt x="653" y="444"/>
                  <a:pt x="657" y="440"/>
                </a:cubicBezTo>
                <a:cubicBezTo>
                  <a:pt x="729" y="408"/>
                  <a:pt x="743" y="399"/>
                  <a:pt x="758" y="389"/>
                </a:cubicBezTo>
                <a:cubicBezTo>
                  <a:pt x="794" y="357"/>
                  <a:pt x="790" y="359"/>
                  <a:pt x="778" y="369"/>
                </a:cubicBezTo>
                <a:cubicBezTo>
                  <a:pt x="742" y="393"/>
                  <a:pt x="737" y="396"/>
                  <a:pt x="732" y="400"/>
                </a:cubicBezTo>
                <a:cubicBezTo>
                  <a:pt x="693" y="417"/>
                  <a:pt x="690" y="418"/>
                  <a:pt x="687" y="420"/>
                </a:cubicBezTo>
                <a:cubicBezTo>
                  <a:pt x="629" y="438"/>
                  <a:pt x="622" y="447"/>
                  <a:pt x="618" y="443"/>
                </a:cubicBezTo>
                <a:cubicBezTo>
                  <a:pt x="587" y="455"/>
                  <a:pt x="575" y="459"/>
                  <a:pt x="564" y="457"/>
                </a:cubicBezTo>
                <a:cubicBezTo>
                  <a:pt x="544" y="467"/>
                  <a:pt x="539" y="470"/>
                  <a:pt x="534" y="470"/>
                </a:cubicBezTo>
                <a:cubicBezTo>
                  <a:pt x="590" y="434"/>
                  <a:pt x="594" y="439"/>
                  <a:pt x="599" y="435"/>
                </a:cubicBezTo>
                <a:cubicBezTo>
                  <a:pt x="658" y="416"/>
                  <a:pt x="669" y="411"/>
                  <a:pt x="679" y="409"/>
                </a:cubicBezTo>
                <a:cubicBezTo>
                  <a:pt x="766" y="359"/>
                  <a:pt x="770" y="356"/>
                  <a:pt x="786" y="346"/>
                </a:cubicBezTo>
                <a:cubicBezTo>
                  <a:pt x="788" y="337"/>
                  <a:pt x="773" y="348"/>
                  <a:pt x="758" y="359"/>
                </a:cubicBezTo>
                <a:cubicBezTo>
                  <a:pt x="666" y="405"/>
                  <a:pt x="659" y="405"/>
                  <a:pt x="650" y="410"/>
                </a:cubicBezTo>
                <a:cubicBezTo>
                  <a:pt x="579" y="427"/>
                  <a:pt x="571" y="435"/>
                  <a:pt x="566" y="429"/>
                </a:cubicBezTo>
                <a:cubicBezTo>
                  <a:pt x="586" y="418"/>
                  <a:pt x="591" y="422"/>
                  <a:pt x="597" y="419"/>
                </a:cubicBezTo>
                <a:cubicBezTo>
                  <a:pt x="623" y="411"/>
                  <a:pt x="627" y="405"/>
                  <a:pt x="629" y="408"/>
                </a:cubicBezTo>
                <a:cubicBezTo>
                  <a:pt x="674" y="391"/>
                  <a:pt x="674" y="383"/>
                  <a:pt x="679" y="385"/>
                </a:cubicBezTo>
                <a:cubicBezTo>
                  <a:pt x="709" y="372"/>
                  <a:pt x="714" y="369"/>
                  <a:pt x="719" y="365"/>
                </a:cubicBezTo>
                <a:cubicBezTo>
                  <a:pt x="790" y="326"/>
                  <a:pt x="800" y="319"/>
                  <a:pt x="808" y="316"/>
                </a:cubicBezTo>
                <a:cubicBezTo>
                  <a:pt x="851" y="294"/>
                  <a:pt x="848" y="291"/>
                  <a:pt x="852" y="289"/>
                </a:cubicBezTo>
                <a:cubicBezTo>
                  <a:pt x="847" y="287"/>
                  <a:pt x="848" y="290"/>
                  <a:pt x="845" y="292"/>
                </a:cubicBezTo>
                <a:cubicBezTo>
                  <a:pt x="796" y="312"/>
                  <a:pt x="785" y="320"/>
                  <a:pt x="775" y="325"/>
                </a:cubicBezTo>
                <a:cubicBezTo>
                  <a:pt x="686" y="371"/>
                  <a:pt x="681" y="378"/>
                  <a:pt x="677" y="376"/>
                </a:cubicBezTo>
                <a:cubicBezTo>
                  <a:pt x="647" y="386"/>
                  <a:pt x="644" y="390"/>
                  <a:pt x="642" y="391"/>
                </a:cubicBezTo>
                <a:cubicBezTo>
                  <a:pt x="602" y="407"/>
                  <a:pt x="598" y="406"/>
                  <a:pt x="593" y="409"/>
                </a:cubicBezTo>
                <a:cubicBezTo>
                  <a:pt x="585" y="406"/>
                  <a:pt x="586" y="411"/>
                  <a:pt x="589" y="407"/>
                </a:cubicBezTo>
                <a:cubicBezTo>
                  <a:pt x="637" y="379"/>
                  <a:pt x="661" y="368"/>
                  <a:pt x="684" y="361"/>
                </a:cubicBezTo>
                <a:cubicBezTo>
                  <a:pt x="714" y="348"/>
                  <a:pt x="717" y="344"/>
                  <a:pt x="720" y="343"/>
                </a:cubicBezTo>
                <a:cubicBezTo>
                  <a:pt x="761" y="318"/>
                  <a:pt x="780" y="313"/>
                  <a:pt x="794" y="303"/>
                </a:cubicBezTo>
                <a:cubicBezTo>
                  <a:pt x="837" y="288"/>
                  <a:pt x="847" y="283"/>
                  <a:pt x="845" y="279"/>
                </a:cubicBezTo>
                <a:cubicBezTo>
                  <a:pt x="748" y="324"/>
                  <a:pt x="743" y="322"/>
                  <a:pt x="738" y="327"/>
                </a:cubicBezTo>
                <a:cubicBezTo>
                  <a:pt x="712" y="340"/>
                  <a:pt x="702" y="341"/>
                  <a:pt x="692" y="348"/>
                </a:cubicBezTo>
                <a:cubicBezTo>
                  <a:pt x="671" y="360"/>
                  <a:pt x="667" y="355"/>
                  <a:pt x="661" y="360"/>
                </a:cubicBezTo>
                <a:cubicBezTo>
                  <a:pt x="628" y="371"/>
                  <a:pt x="625" y="375"/>
                  <a:pt x="623" y="373"/>
                </a:cubicBezTo>
                <a:cubicBezTo>
                  <a:pt x="602" y="380"/>
                  <a:pt x="603" y="375"/>
                  <a:pt x="608" y="379"/>
                </a:cubicBezTo>
                <a:cubicBezTo>
                  <a:pt x="635" y="363"/>
                  <a:pt x="640" y="358"/>
                  <a:pt x="645" y="355"/>
                </a:cubicBezTo>
                <a:cubicBezTo>
                  <a:pt x="690" y="337"/>
                  <a:pt x="695" y="339"/>
                  <a:pt x="702" y="336"/>
                </a:cubicBezTo>
                <a:cubicBezTo>
                  <a:pt x="778" y="299"/>
                  <a:pt x="789" y="291"/>
                  <a:pt x="800" y="284"/>
                </a:cubicBezTo>
                <a:cubicBezTo>
                  <a:pt x="823" y="265"/>
                  <a:pt x="817" y="270"/>
                  <a:pt x="810" y="275"/>
                </a:cubicBezTo>
                <a:cubicBezTo>
                  <a:pt x="745" y="308"/>
                  <a:pt x="744" y="312"/>
                  <a:pt x="735" y="317"/>
                </a:cubicBezTo>
                <a:cubicBezTo>
                  <a:pt x="706" y="325"/>
                  <a:pt x="698" y="329"/>
                  <a:pt x="692" y="328"/>
                </a:cubicBezTo>
                <a:cubicBezTo>
                  <a:pt x="631" y="353"/>
                  <a:pt x="625" y="359"/>
                  <a:pt x="621" y="355"/>
                </a:cubicBezTo>
                <a:cubicBezTo>
                  <a:pt x="645" y="341"/>
                  <a:pt x="649" y="339"/>
                  <a:pt x="654" y="336"/>
                </a:cubicBezTo>
                <a:cubicBezTo>
                  <a:pt x="697" y="321"/>
                  <a:pt x="705" y="316"/>
                  <a:pt x="713" y="313"/>
                </a:cubicBezTo>
                <a:cubicBezTo>
                  <a:pt x="745" y="297"/>
                  <a:pt x="753" y="295"/>
                  <a:pt x="761" y="291"/>
                </a:cubicBezTo>
                <a:cubicBezTo>
                  <a:pt x="803" y="262"/>
                  <a:pt x="807" y="264"/>
                  <a:pt x="806" y="261"/>
                </a:cubicBezTo>
                <a:cubicBezTo>
                  <a:pt x="839" y="233"/>
                  <a:pt x="843" y="230"/>
                  <a:pt x="847" y="226"/>
                </a:cubicBezTo>
                <a:cubicBezTo>
                  <a:pt x="796" y="261"/>
                  <a:pt x="788" y="266"/>
                  <a:pt x="779" y="272"/>
                </a:cubicBezTo>
                <a:cubicBezTo>
                  <a:pt x="668" y="319"/>
                  <a:pt x="661" y="325"/>
                  <a:pt x="655" y="325"/>
                </a:cubicBezTo>
                <a:cubicBezTo>
                  <a:pt x="643" y="332"/>
                  <a:pt x="643" y="326"/>
                  <a:pt x="646" y="322"/>
                </a:cubicBezTo>
                <a:cubicBezTo>
                  <a:pt x="668" y="316"/>
                  <a:pt x="674" y="313"/>
                  <a:pt x="679" y="313"/>
                </a:cubicBezTo>
                <a:cubicBezTo>
                  <a:pt x="789" y="253"/>
                  <a:pt x="800" y="245"/>
                  <a:pt x="811" y="238"/>
                </a:cubicBezTo>
                <a:cubicBezTo>
                  <a:pt x="830" y="217"/>
                  <a:pt x="839" y="215"/>
                  <a:pt x="836" y="212"/>
                </a:cubicBezTo>
                <a:cubicBezTo>
                  <a:pt x="826" y="221"/>
                  <a:pt x="818" y="219"/>
                  <a:pt x="815" y="227"/>
                </a:cubicBezTo>
                <a:cubicBezTo>
                  <a:pt x="759" y="262"/>
                  <a:pt x="739" y="275"/>
                  <a:pt x="719" y="284"/>
                </a:cubicBezTo>
                <a:cubicBezTo>
                  <a:pt x="673" y="305"/>
                  <a:pt x="671" y="306"/>
                  <a:pt x="668" y="306"/>
                </a:cubicBezTo>
                <a:cubicBezTo>
                  <a:pt x="711" y="282"/>
                  <a:pt x="719" y="273"/>
                  <a:pt x="727" y="271"/>
                </a:cubicBezTo>
                <a:cubicBezTo>
                  <a:pt x="797" y="226"/>
                  <a:pt x="805" y="220"/>
                  <a:pt x="813" y="214"/>
                </a:cubicBezTo>
                <a:cubicBezTo>
                  <a:pt x="850" y="175"/>
                  <a:pt x="861" y="172"/>
                  <a:pt x="859" y="168"/>
                </a:cubicBezTo>
                <a:close/>
                <a:moveTo>
                  <a:pt x="743" y="232"/>
                </a:moveTo>
                <a:cubicBezTo>
                  <a:pt x="748" y="239"/>
                  <a:pt x="733" y="238"/>
                  <a:pt x="728" y="246"/>
                </a:cubicBezTo>
                <a:cubicBezTo>
                  <a:pt x="725" y="238"/>
                  <a:pt x="737" y="240"/>
                  <a:pt x="743" y="232"/>
                </a:cubicBezTo>
                <a:close/>
                <a:moveTo>
                  <a:pt x="723" y="245"/>
                </a:moveTo>
                <a:cubicBezTo>
                  <a:pt x="723" y="251"/>
                  <a:pt x="713" y="252"/>
                  <a:pt x="710" y="254"/>
                </a:cubicBezTo>
                <a:cubicBezTo>
                  <a:pt x="709" y="248"/>
                  <a:pt x="719" y="247"/>
                  <a:pt x="723" y="245"/>
                </a:cubicBezTo>
                <a:close/>
                <a:moveTo>
                  <a:pt x="265" y="659"/>
                </a:moveTo>
                <a:cubicBezTo>
                  <a:pt x="262" y="656"/>
                  <a:pt x="263" y="654"/>
                  <a:pt x="262" y="651"/>
                </a:cubicBezTo>
                <a:cubicBezTo>
                  <a:pt x="260" y="649"/>
                  <a:pt x="256" y="646"/>
                  <a:pt x="259" y="644"/>
                </a:cubicBezTo>
                <a:cubicBezTo>
                  <a:pt x="256" y="643"/>
                  <a:pt x="254" y="641"/>
                  <a:pt x="252" y="638"/>
                </a:cubicBezTo>
                <a:cubicBezTo>
                  <a:pt x="252" y="636"/>
                  <a:pt x="252" y="634"/>
                  <a:pt x="250" y="635"/>
                </a:cubicBezTo>
                <a:cubicBezTo>
                  <a:pt x="248" y="631"/>
                  <a:pt x="248" y="627"/>
                  <a:pt x="243" y="623"/>
                </a:cubicBezTo>
                <a:cubicBezTo>
                  <a:pt x="245" y="617"/>
                  <a:pt x="243" y="617"/>
                  <a:pt x="239" y="613"/>
                </a:cubicBezTo>
                <a:cubicBezTo>
                  <a:pt x="241" y="610"/>
                  <a:pt x="236" y="605"/>
                  <a:pt x="236" y="601"/>
                </a:cubicBezTo>
                <a:cubicBezTo>
                  <a:pt x="231" y="592"/>
                  <a:pt x="230" y="592"/>
                  <a:pt x="223" y="581"/>
                </a:cubicBezTo>
                <a:cubicBezTo>
                  <a:pt x="215" y="572"/>
                  <a:pt x="216" y="564"/>
                  <a:pt x="207" y="555"/>
                </a:cubicBezTo>
                <a:cubicBezTo>
                  <a:pt x="203" y="545"/>
                  <a:pt x="204" y="543"/>
                  <a:pt x="195" y="532"/>
                </a:cubicBezTo>
                <a:cubicBezTo>
                  <a:pt x="199" y="528"/>
                  <a:pt x="191" y="523"/>
                  <a:pt x="193" y="519"/>
                </a:cubicBezTo>
                <a:cubicBezTo>
                  <a:pt x="188" y="514"/>
                  <a:pt x="192" y="510"/>
                  <a:pt x="188" y="505"/>
                </a:cubicBezTo>
                <a:cubicBezTo>
                  <a:pt x="187" y="496"/>
                  <a:pt x="184" y="487"/>
                  <a:pt x="181" y="478"/>
                </a:cubicBezTo>
                <a:cubicBezTo>
                  <a:pt x="189" y="478"/>
                  <a:pt x="185" y="488"/>
                  <a:pt x="189" y="492"/>
                </a:cubicBezTo>
                <a:cubicBezTo>
                  <a:pt x="191" y="498"/>
                  <a:pt x="194" y="504"/>
                  <a:pt x="193" y="509"/>
                </a:cubicBezTo>
                <a:cubicBezTo>
                  <a:pt x="200" y="517"/>
                  <a:pt x="199" y="523"/>
                  <a:pt x="207" y="531"/>
                </a:cubicBezTo>
                <a:cubicBezTo>
                  <a:pt x="210" y="535"/>
                  <a:pt x="208" y="538"/>
                  <a:pt x="209" y="541"/>
                </a:cubicBezTo>
                <a:cubicBezTo>
                  <a:pt x="213" y="542"/>
                  <a:pt x="214" y="546"/>
                  <a:pt x="213" y="549"/>
                </a:cubicBezTo>
                <a:cubicBezTo>
                  <a:pt x="220" y="554"/>
                  <a:pt x="218" y="557"/>
                  <a:pt x="224" y="565"/>
                </a:cubicBezTo>
                <a:cubicBezTo>
                  <a:pt x="227" y="574"/>
                  <a:pt x="233" y="584"/>
                  <a:pt x="237" y="593"/>
                </a:cubicBezTo>
                <a:cubicBezTo>
                  <a:pt x="239" y="596"/>
                  <a:pt x="241" y="598"/>
                  <a:pt x="243" y="601"/>
                </a:cubicBezTo>
                <a:cubicBezTo>
                  <a:pt x="243" y="603"/>
                  <a:pt x="243" y="605"/>
                  <a:pt x="245" y="604"/>
                </a:cubicBezTo>
                <a:cubicBezTo>
                  <a:pt x="246" y="609"/>
                  <a:pt x="245" y="613"/>
                  <a:pt x="250" y="618"/>
                </a:cubicBezTo>
                <a:cubicBezTo>
                  <a:pt x="253" y="627"/>
                  <a:pt x="261" y="637"/>
                  <a:pt x="263" y="646"/>
                </a:cubicBezTo>
                <a:cubicBezTo>
                  <a:pt x="271" y="655"/>
                  <a:pt x="270" y="664"/>
                  <a:pt x="275" y="673"/>
                </a:cubicBezTo>
                <a:cubicBezTo>
                  <a:pt x="268" y="673"/>
                  <a:pt x="271" y="663"/>
                  <a:pt x="265" y="659"/>
                </a:cubicBezTo>
                <a:close/>
                <a:moveTo>
                  <a:pt x="279" y="685"/>
                </a:moveTo>
                <a:cubicBezTo>
                  <a:pt x="279" y="692"/>
                  <a:pt x="278" y="682"/>
                  <a:pt x="274" y="679"/>
                </a:cubicBezTo>
                <a:cubicBezTo>
                  <a:pt x="273" y="676"/>
                  <a:pt x="276" y="678"/>
                  <a:pt x="277" y="679"/>
                </a:cubicBezTo>
                <a:cubicBezTo>
                  <a:pt x="278" y="681"/>
                  <a:pt x="279" y="683"/>
                  <a:pt x="281" y="684"/>
                </a:cubicBezTo>
                <a:cubicBezTo>
                  <a:pt x="280" y="685"/>
                  <a:pt x="280" y="685"/>
                  <a:pt x="279" y="685"/>
                </a:cubicBezTo>
                <a:close/>
                <a:moveTo>
                  <a:pt x="166" y="634"/>
                </a:moveTo>
                <a:cubicBezTo>
                  <a:pt x="162" y="637"/>
                  <a:pt x="166" y="630"/>
                  <a:pt x="161" y="628"/>
                </a:cubicBezTo>
                <a:cubicBezTo>
                  <a:pt x="168" y="628"/>
                  <a:pt x="168" y="638"/>
                  <a:pt x="172" y="642"/>
                </a:cubicBezTo>
                <a:cubicBezTo>
                  <a:pt x="168" y="645"/>
                  <a:pt x="166" y="636"/>
                  <a:pt x="166" y="634"/>
                </a:cubicBezTo>
                <a:close/>
                <a:moveTo>
                  <a:pt x="192" y="691"/>
                </a:moveTo>
                <a:cubicBezTo>
                  <a:pt x="192" y="690"/>
                  <a:pt x="191" y="690"/>
                  <a:pt x="190" y="691"/>
                </a:cubicBezTo>
                <a:cubicBezTo>
                  <a:pt x="187" y="685"/>
                  <a:pt x="184" y="679"/>
                  <a:pt x="184" y="673"/>
                </a:cubicBezTo>
                <a:cubicBezTo>
                  <a:pt x="190" y="669"/>
                  <a:pt x="184" y="681"/>
                  <a:pt x="189" y="677"/>
                </a:cubicBezTo>
                <a:cubicBezTo>
                  <a:pt x="189" y="682"/>
                  <a:pt x="193" y="688"/>
                  <a:pt x="194" y="693"/>
                </a:cubicBezTo>
                <a:cubicBezTo>
                  <a:pt x="195" y="695"/>
                  <a:pt x="196" y="696"/>
                  <a:pt x="197" y="698"/>
                </a:cubicBezTo>
                <a:cubicBezTo>
                  <a:pt x="200" y="705"/>
                  <a:pt x="188" y="693"/>
                  <a:pt x="192" y="691"/>
                </a:cubicBezTo>
                <a:close/>
                <a:moveTo>
                  <a:pt x="259" y="828"/>
                </a:moveTo>
                <a:cubicBezTo>
                  <a:pt x="258" y="824"/>
                  <a:pt x="255" y="820"/>
                  <a:pt x="256" y="817"/>
                </a:cubicBezTo>
                <a:cubicBezTo>
                  <a:pt x="247" y="810"/>
                  <a:pt x="247" y="797"/>
                  <a:pt x="241" y="789"/>
                </a:cubicBezTo>
                <a:cubicBezTo>
                  <a:pt x="233" y="777"/>
                  <a:pt x="228" y="766"/>
                  <a:pt x="224" y="755"/>
                </a:cubicBezTo>
                <a:cubicBezTo>
                  <a:pt x="220" y="751"/>
                  <a:pt x="217" y="746"/>
                  <a:pt x="214" y="742"/>
                </a:cubicBezTo>
                <a:cubicBezTo>
                  <a:pt x="212" y="737"/>
                  <a:pt x="211" y="732"/>
                  <a:pt x="208" y="727"/>
                </a:cubicBezTo>
                <a:cubicBezTo>
                  <a:pt x="206" y="724"/>
                  <a:pt x="208" y="722"/>
                  <a:pt x="205" y="719"/>
                </a:cubicBezTo>
                <a:cubicBezTo>
                  <a:pt x="202" y="720"/>
                  <a:pt x="204" y="715"/>
                  <a:pt x="201" y="717"/>
                </a:cubicBezTo>
                <a:cubicBezTo>
                  <a:pt x="203" y="712"/>
                  <a:pt x="194" y="705"/>
                  <a:pt x="199" y="701"/>
                </a:cubicBezTo>
                <a:cubicBezTo>
                  <a:pt x="207" y="710"/>
                  <a:pt x="207" y="720"/>
                  <a:pt x="217" y="725"/>
                </a:cubicBezTo>
                <a:cubicBezTo>
                  <a:pt x="214" y="728"/>
                  <a:pt x="222" y="733"/>
                  <a:pt x="220" y="736"/>
                </a:cubicBezTo>
                <a:cubicBezTo>
                  <a:pt x="220" y="739"/>
                  <a:pt x="227" y="743"/>
                  <a:pt x="224" y="745"/>
                </a:cubicBezTo>
                <a:cubicBezTo>
                  <a:pt x="228" y="751"/>
                  <a:pt x="231" y="757"/>
                  <a:pt x="232" y="763"/>
                </a:cubicBezTo>
                <a:cubicBezTo>
                  <a:pt x="242" y="777"/>
                  <a:pt x="242" y="783"/>
                  <a:pt x="252" y="798"/>
                </a:cubicBezTo>
                <a:cubicBezTo>
                  <a:pt x="255" y="807"/>
                  <a:pt x="256" y="808"/>
                  <a:pt x="261" y="817"/>
                </a:cubicBezTo>
                <a:cubicBezTo>
                  <a:pt x="258" y="822"/>
                  <a:pt x="264" y="829"/>
                  <a:pt x="265" y="836"/>
                </a:cubicBezTo>
                <a:cubicBezTo>
                  <a:pt x="259" y="838"/>
                  <a:pt x="262" y="830"/>
                  <a:pt x="259" y="828"/>
                </a:cubicBezTo>
                <a:close/>
                <a:moveTo>
                  <a:pt x="195" y="1053"/>
                </a:moveTo>
                <a:cubicBezTo>
                  <a:pt x="187" y="1053"/>
                  <a:pt x="194" y="1042"/>
                  <a:pt x="195" y="1053"/>
                </a:cubicBezTo>
                <a:close/>
                <a:moveTo>
                  <a:pt x="139" y="1162"/>
                </a:moveTo>
                <a:cubicBezTo>
                  <a:pt x="139" y="1162"/>
                  <a:pt x="135" y="1161"/>
                  <a:pt x="135" y="1160"/>
                </a:cubicBezTo>
                <a:cubicBezTo>
                  <a:pt x="135" y="1160"/>
                  <a:pt x="137" y="1159"/>
                  <a:pt x="137" y="1159"/>
                </a:cubicBezTo>
                <a:cubicBezTo>
                  <a:pt x="135" y="1156"/>
                  <a:pt x="134" y="1152"/>
                  <a:pt x="136" y="1155"/>
                </a:cubicBezTo>
                <a:cubicBezTo>
                  <a:pt x="138" y="1157"/>
                  <a:pt x="136" y="1158"/>
                  <a:pt x="137" y="1159"/>
                </a:cubicBezTo>
                <a:cubicBezTo>
                  <a:pt x="137" y="1159"/>
                  <a:pt x="146" y="1164"/>
                  <a:pt x="139" y="1162"/>
                </a:cubicBezTo>
                <a:close/>
                <a:moveTo>
                  <a:pt x="157" y="1194"/>
                </a:moveTo>
                <a:cubicBezTo>
                  <a:pt x="156" y="1188"/>
                  <a:pt x="151" y="1181"/>
                  <a:pt x="146" y="1175"/>
                </a:cubicBezTo>
                <a:cubicBezTo>
                  <a:pt x="148" y="1173"/>
                  <a:pt x="150" y="1179"/>
                  <a:pt x="153" y="1177"/>
                </a:cubicBezTo>
                <a:cubicBezTo>
                  <a:pt x="149" y="1182"/>
                  <a:pt x="165" y="1190"/>
                  <a:pt x="157" y="1194"/>
                </a:cubicBezTo>
                <a:close/>
                <a:moveTo>
                  <a:pt x="160" y="1194"/>
                </a:moveTo>
                <a:cubicBezTo>
                  <a:pt x="165" y="1194"/>
                  <a:pt x="164" y="1204"/>
                  <a:pt x="167" y="1208"/>
                </a:cubicBezTo>
                <a:cubicBezTo>
                  <a:pt x="161" y="1208"/>
                  <a:pt x="161" y="1198"/>
                  <a:pt x="160" y="1194"/>
                </a:cubicBezTo>
                <a:close/>
                <a:moveTo>
                  <a:pt x="120" y="1272"/>
                </a:moveTo>
                <a:cubicBezTo>
                  <a:pt x="122" y="1271"/>
                  <a:pt x="129" y="1274"/>
                  <a:pt x="125" y="1275"/>
                </a:cubicBezTo>
                <a:cubicBezTo>
                  <a:pt x="136" y="1289"/>
                  <a:pt x="127" y="1283"/>
                  <a:pt x="120" y="1272"/>
                </a:cubicBezTo>
                <a:close/>
                <a:moveTo>
                  <a:pt x="25" y="1215"/>
                </a:moveTo>
                <a:cubicBezTo>
                  <a:pt x="26" y="1214"/>
                  <a:pt x="27" y="1214"/>
                  <a:pt x="28" y="1213"/>
                </a:cubicBezTo>
                <a:cubicBezTo>
                  <a:pt x="29" y="1214"/>
                  <a:pt x="31" y="1216"/>
                  <a:pt x="32" y="1218"/>
                </a:cubicBezTo>
                <a:cubicBezTo>
                  <a:pt x="31" y="1218"/>
                  <a:pt x="30" y="1219"/>
                  <a:pt x="29" y="1220"/>
                </a:cubicBezTo>
                <a:cubicBezTo>
                  <a:pt x="27" y="1218"/>
                  <a:pt x="26" y="1217"/>
                  <a:pt x="25" y="1215"/>
                </a:cubicBezTo>
                <a:close/>
                <a:moveTo>
                  <a:pt x="121" y="1375"/>
                </a:moveTo>
                <a:cubicBezTo>
                  <a:pt x="117" y="1370"/>
                  <a:pt x="114" y="1365"/>
                  <a:pt x="110" y="1360"/>
                </a:cubicBezTo>
                <a:cubicBezTo>
                  <a:pt x="113" y="1358"/>
                  <a:pt x="116" y="1360"/>
                  <a:pt x="118" y="1364"/>
                </a:cubicBezTo>
                <a:cubicBezTo>
                  <a:pt x="122" y="1365"/>
                  <a:pt x="127" y="1372"/>
                  <a:pt x="121" y="1375"/>
                </a:cubicBezTo>
                <a:close/>
                <a:moveTo>
                  <a:pt x="156" y="1400"/>
                </a:moveTo>
                <a:cubicBezTo>
                  <a:pt x="154" y="1401"/>
                  <a:pt x="156" y="1399"/>
                  <a:pt x="154" y="1397"/>
                </a:cubicBezTo>
                <a:cubicBezTo>
                  <a:pt x="129" y="1364"/>
                  <a:pt x="125" y="1355"/>
                  <a:pt x="120" y="1353"/>
                </a:cubicBezTo>
                <a:cubicBezTo>
                  <a:pt x="103" y="1335"/>
                  <a:pt x="105" y="1329"/>
                  <a:pt x="98" y="1330"/>
                </a:cubicBezTo>
                <a:cubicBezTo>
                  <a:pt x="80" y="1305"/>
                  <a:pt x="82" y="1304"/>
                  <a:pt x="82" y="1304"/>
                </a:cubicBezTo>
                <a:cubicBezTo>
                  <a:pt x="72" y="1293"/>
                  <a:pt x="73" y="1290"/>
                  <a:pt x="72" y="1290"/>
                </a:cubicBezTo>
                <a:cubicBezTo>
                  <a:pt x="60" y="1278"/>
                  <a:pt x="63" y="1277"/>
                  <a:pt x="61" y="1275"/>
                </a:cubicBezTo>
                <a:cubicBezTo>
                  <a:pt x="44" y="1247"/>
                  <a:pt x="37" y="1241"/>
                  <a:pt x="37" y="1236"/>
                </a:cubicBezTo>
                <a:cubicBezTo>
                  <a:pt x="33" y="1223"/>
                  <a:pt x="41" y="1230"/>
                  <a:pt x="45" y="1233"/>
                </a:cubicBezTo>
                <a:cubicBezTo>
                  <a:pt x="83" y="1280"/>
                  <a:pt x="94" y="1291"/>
                  <a:pt x="101" y="1303"/>
                </a:cubicBezTo>
                <a:cubicBezTo>
                  <a:pt x="106" y="1310"/>
                  <a:pt x="104" y="1311"/>
                  <a:pt x="105" y="1312"/>
                </a:cubicBezTo>
                <a:cubicBezTo>
                  <a:pt x="117" y="1329"/>
                  <a:pt x="118" y="1327"/>
                  <a:pt x="119" y="1329"/>
                </a:cubicBezTo>
                <a:cubicBezTo>
                  <a:pt x="159" y="1413"/>
                  <a:pt x="159" y="1403"/>
                  <a:pt x="156" y="1400"/>
                </a:cubicBezTo>
                <a:close/>
                <a:moveTo>
                  <a:pt x="217" y="1325"/>
                </a:moveTo>
                <a:cubicBezTo>
                  <a:pt x="220" y="1327"/>
                  <a:pt x="210" y="1334"/>
                  <a:pt x="210" y="1328"/>
                </a:cubicBezTo>
                <a:cubicBezTo>
                  <a:pt x="212" y="1325"/>
                  <a:pt x="214" y="1327"/>
                  <a:pt x="217" y="1325"/>
                </a:cubicBezTo>
                <a:close/>
                <a:moveTo>
                  <a:pt x="182" y="1218"/>
                </a:moveTo>
                <a:cubicBezTo>
                  <a:pt x="188" y="1216"/>
                  <a:pt x="184" y="1224"/>
                  <a:pt x="189" y="1227"/>
                </a:cubicBezTo>
                <a:cubicBezTo>
                  <a:pt x="183" y="1229"/>
                  <a:pt x="184" y="1220"/>
                  <a:pt x="182" y="1218"/>
                </a:cubicBezTo>
                <a:close/>
                <a:moveTo>
                  <a:pt x="339" y="1330"/>
                </a:moveTo>
                <a:cubicBezTo>
                  <a:pt x="343" y="1334"/>
                  <a:pt x="348" y="1326"/>
                  <a:pt x="351" y="1333"/>
                </a:cubicBezTo>
                <a:cubicBezTo>
                  <a:pt x="345" y="1334"/>
                  <a:pt x="340" y="1333"/>
                  <a:pt x="334" y="1333"/>
                </a:cubicBezTo>
                <a:cubicBezTo>
                  <a:pt x="333" y="1331"/>
                  <a:pt x="337" y="1333"/>
                  <a:pt x="339" y="1330"/>
                </a:cubicBezTo>
                <a:close/>
                <a:moveTo>
                  <a:pt x="334" y="1341"/>
                </a:moveTo>
                <a:cubicBezTo>
                  <a:pt x="336" y="1340"/>
                  <a:pt x="338" y="1342"/>
                  <a:pt x="340" y="1342"/>
                </a:cubicBezTo>
                <a:cubicBezTo>
                  <a:pt x="342" y="1341"/>
                  <a:pt x="344" y="1342"/>
                  <a:pt x="346" y="1340"/>
                </a:cubicBezTo>
                <a:cubicBezTo>
                  <a:pt x="357" y="1342"/>
                  <a:pt x="367" y="1347"/>
                  <a:pt x="379" y="1338"/>
                </a:cubicBezTo>
                <a:cubicBezTo>
                  <a:pt x="387" y="1341"/>
                  <a:pt x="395" y="1339"/>
                  <a:pt x="403" y="1338"/>
                </a:cubicBezTo>
                <a:cubicBezTo>
                  <a:pt x="406" y="1343"/>
                  <a:pt x="399" y="1338"/>
                  <a:pt x="397" y="1342"/>
                </a:cubicBezTo>
                <a:cubicBezTo>
                  <a:pt x="395" y="1339"/>
                  <a:pt x="391" y="1345"/>
                  <a:pt x="389" y="1341"/>
                </a:cubicBezTo>
                <a:cubicBezTo>
                  <a:pt x="383" y="1345"/>
                  <a:pt x="378" y="1341"/>
                  <a:pt x="372" y="1345"/>
                </a:cubicBezTo>
                <a:cubicBezTo>
                  <a:pt x="367" y="1342"/>
                  <a:pt x="362" y="1346"/>
                  <a:pt x="357" y="1344"/>
                </a:cubicBezTo>
                <a:cubicBezTo>
                  <a:pt x="352" y="1342"/>
                  <a:pt x="346" y="1348"/>
                  <a:pt x="341" y="1343"/>
                </a:cubicBezTo>
                <a:cubicBezTo>
                  <a:pt x="335" y="1345"/>
                  <a:pt x="329" y="1350"/>
                  <a:pt x="324" y="1343"/>
                </a:cubicBezTo>
                <a:cubicBezTo>
                  <a:pt x="328" y="1342"/>
                  <a:pt x="330" y="1346"/>
                  <a:pt x="334" y="1341"/>
                </a:cubicBezTo>
                <a:close/>
                <a:moveTo>
                  <a:pt x="321" y="1343"/>
                </a:moveTo>
                <a:cubicBezTo>
                  <a:pt x="321" y="1351"/>
                  <a:pt x="310" y="1347"/>
                  <a:pt x="306" y="1349"/>
                </a:cubicBezTo>
                <a:cubicBezTo>
                  <a:pt x="300" y="1351"/>
                  <a:pt x="295" y="1352"/>
                  <a:pt x="290" y="1353"/>
                </a:cubicBezTo>
                <a:cubicBezTo>
                  <a:pt x="284" y="1355"/>
                  <a:pt x="278" y="1355"/>
                  <a:pt x="272" y="1359"/>
                </a:cubicBezTo>
                <a:cubicBezTo>
                  <a:pt x="267" y="1360"/>
                  <a:pt x="265" y="1364"/>
                  <a:pt x="258" y="1364"/>
                </a:cubicBezTo>
                <a:cubicBezTo>
                  <a:pt x="249" y="1371"/>
                  <a:pt x="241" y="1374"/>
                  <a:pt x="233" y="1377"/>
                </a:cubicBezTo>
                <a:cubicBezTo>
                  <a:pt x="216" y="1388"/>
                  <a:pt x="203" y="1400"/>
                  <a:pt x="192" y="1412"/>
                </a:cubicBezTo>
                <a:cubicBezTo>
                  <a:pt x="191" y="1414"/>
                  <a:pt x="190" y="1415"/>
                  <a:pt x="191" y="1417"/>
                </a:cubicBezTo>
                <a:cubicBezTo>
                  <a:pt x="188" y="1420"/>
                  <a:pt x="186" y="1418"/>
                  <a:pt x="188" y="1417"/>
                </a:cubicBezTo>
                <a:cubicBezTo>
                  <a:pt x="190" y="1412"/>
                  <a:pt x="191" y="1406"/>
                  <a:pt x="196" y="1401"/>
                </a:cubicBezTo>
                <a:cubicBezTo>
                  <a:pt x="197" y="1396"/>
                  <a:pt x="204" y="1391"/>
                  <a:pt x="205" y="1385"/>
                </a:cubicBezTo>
                <a:cubicBezTo>
                  <a:pt x="211" y="1384"/>
                  <a:pt x="216" y="1375"/>
                  <a:pt x="225" y="1370"/>
                </a:cubicBezTo>
                <a:cubicBezTo>
                  <a:pt x="235" y="1364"/>
                  <a:pt x="236" y="1365"/>
                  <a:pt x="246" y="1358"/>
                </a:cubicBezTo>
                <a:cubicBezTo>
                  <a:pt x="248" y="1361"/>
                  <a:pt x="252" y="1355"/>
                  <a:pt x="255" y="1356"/>
                </a:cubicBezTo>
                <a:cubicBezTo>
                  <a:pt x="258" y="1356"/>
                  <a:pt x="261" y="1355"/>
                  <a:pt x="264" y="1352"/>
                </a:cubicBezTo>
                <a:cubicBezTo>
                  <a:pt x="267" y="1356"/>
                  <a:pt x="272" y="1352"/>
                  <a:pt x="275" y="1354"/>
                </a:cubicBezTo>
                <a:cubicBezTo>
                  <a:pt x="291" y="1345"/>
                  <a:pt x="306" y="1348"/>
                  <a:pt x="321" y="1343"/>
                </a:cubicBezTo>
                <a:close/>
                <a:moveTo>
                  <a:pt x="193" y="1379"/>
                </a:moveTo>
                <a:cubicBezTo>
                  <a:pt x="192" y="1377"/>
                  <a:pt x="196" y="1374"/>
                  <a:pt x="198" y="1376"/>
                </a:cubicBezTo>
                <a:cubicBezTo>
                  <a:pt x="198" y="1371"/>
                  <a:pt x="203" y="1367"/>
                  <a:pt x="205" y="1363"/>
                </a:cubicBezTo>
                <a:cubicBezTo>
                  <a:pt x="211" y="1359"/>
                  <a:pt x="216" y="1355"/>
                  <a:pt x="221" y="1351"/>
                </a:cubicBezTo>
                <a:cubicBezTo>
                  <a:pt x="230" y="1347"/>
                  <a:pt x="237" y="1348"/>
                  <a:pt x="246" y="1341"/>
                </a:cubicBezTo>
                <a:cubicBezTo>
                  <a:pt x="251" y="1345"/>
                  <a:pt x="256" y="1336"/>
                  <a:pt x="262" y="1339"/>
                </a:cubicBezTo>
                <a:cubicBezTo>
                  <a:pt x="267" y="1334"/>
                  <a:pt x="271" y="1340"/>
                  <a:pt x="277" y="1336"/>
                </a:cubicBezTo>
                <a:cubicBezTo>
                  <a:pt x="286" y="1336"/>
                  <a:pt x="296" y="1336"/>
                  <a:pt x="305" y="1335"/>
                </a:cubicBezTo>
                <a:cubicBezTo>
                  <a:pt x="306" y="1338"/>
                  <a:pt x="303" y="1337"/>
                  <a:pt x="301" y="1338"/>
                </a:cubicBezTo>
                <a:cubicBezTo>
                  <a:pt x="298" y="1342"/>
                  <a:pt x="296" y="1337"/>
                  <a:pt x="293" y="1338"/>
                </a:cubicBezTo>
                <a:cubicBezTo>
                  <a:pt x="291" y="1341"/>
                  <a:pt x="290" y="1339"/>
                  <a:pt x="287" y="1340"/>
                </a:cubicBezTo>
                <a:cubicBezTo>
                  <a:pt x="284" y="1339"/>
                  <a:pt x="280" y="1341"/>
                  <a:pt x="275" y="1344"/>
                </a:cubicBezTo>
                <a:cubicBezTo>
                  <a:pt x="268" y="1341"/>
                  <a:pt x="260" y="1348"/>
                  <a:pt x="252" y="1346"/>
                </a:cubicBezTo>
                <a:cubicBezTo>
                  <a:pt x="250" y="1348"/>
                  <a:pt x="248" y="1349"/>
                  <a:pt x="246" y="1348"/>
                </a:cubicBezTo>
                <a:cubicBezTo>
                  <a:pt x="236" y="1354"/>
                  <a:pt x="235" y="1357"/>
                  <a:pt x="226" y="1357"/>
                </a:cubicBezTo>
                <a:cubicBezTo>
                  <a:pt x="224" y="1364"/>
                  <a:pt x="216" y="1364"/>
                  <a:pt x="214" y="1368"/>
                </a:cubicBezTo>
                <a:cubicBezTo>
                  <a:pt x="207" y="1371"/>
                  <a:pt x="208" y="1375"/>
                  <a:pt x="200" y="1376"/>
                </a:cubicBezTo>
                <a:cubicBezTo>
                  <a:pt x="199" y="1380"/>
                  <a:pt x="194" y="1384"/>
                  <a:pt x="191" y="1387"/>
                </a:cubicBezTo>
                <a:cubicBezTo>
                  <a:pt x="188" y="1384"/>
                  <a:pt x="189" y="1381"/>
                  <a:pt x="193" y="1379"/>
                </a:cubicBezTo>
                <a:close/>
                <a:moveTo>
                  <a:pt x="199" y="1139"/>
                </a:moveTo>
                <a:cubicBezTo>
                  <a:pt x="195" y="1136"/>
                  <a:pt x="199" y="1133"/>
                  <a:pt x="194" y="1130"/>
                </a:cubicBezTo>
                <a:cubicBezTo>
                  <a:pt x="196" y="1124"/>
                  <a:pt x="191" y="1118"/>
                  <a:pt x="192" y="1112"/>
                </a:cubicBezTo>
                <a:cubicBezTo>
                  <a:pt x="172" y="1082"/>
                  <a:pt x="156" y="1052"/>
                  <a:pt x="135" y="1027"/>
                </a:cubicBezTo>
                <a:cubicBezTo>
                  <a:pt x="131" y="1022"/>
                  <a:pt x="125" y="1019"/>
                  <a:pt x="121" y="1011"/>
                </a:cubicBezTo>
                <a:cubicBezTo>
                  <a:pt x="118" y="1006"/>
                  <a:pt x="120" y="1008"/>
                  <a:pt x="116" y="1004"/>
                </a:cubicBezTo>
                <a:cubicBezTo>
                  <a:pt x="114" y="1002"/>
                  <a:pt x="115" y="999"/>
                  <a:pt x="113" y="997"/>
                </a:cubicBezTo>
                <a:cubicBezTo>
                  <a:pt x="111" y="993"/>
                  <a:pt x="107" y="991"/>
                  <a:pt x="105" y="988"/>
                </a:cubicBezTo>
                <a:cubicBezTo>
                  <a:pt x="105" y="989"/>
                  <a:pt x="106" y="986"/>
                  <a:pt x="105" y="985"/>
                </a:cubicBezTo>
                <a:cubicBezTo>
                  <a:pt x="105" y="985"/>
                  <a:pt x="99" y="984"/>
                  <a:pt x="100" y="982"/>
                </a:cubicBezTo>
                <a:cubicBezTo>
                  <a:pt x="102" y="976"/>
                  <a:pt x="85" y="961"/>
                  <a:pt x="80" y="952"/>
                </a:cubicBezTo>
                <a:cubicBezTo>
                  <a:pt x="80" y="951"/>
                  <a:pt x="78" y="949"/>
                  <a:pt x="78" y="948"/>
                </a:cubicBezTo>
                <a:cubicBezTo>
                  <a:pt x="79" y="945"/>
                  <a:pt x="77" y="947"/>
                  <a:pt x="75" y="943"/>
                </a:cubicBezTo>
                <a:cubicBezTo>
                  <a:pt x="75" y="943"/>
                  <a:pt x="76" y="942"/>
                  <a:pt x="75" y="941"/>
                </a:cubicBezTo>
                <a:cubicBezTo>
                  <a:pt x="70" y="932"/>
                  <a:pt x="58" y="920"/>
                  <a:pt x="53" y="907"/>
                </a:cubicBezTo>
                <a:cubicBezTo>
                  <a:pt x="58" y="904"/>
                  <a:pt x="61" y="910"/>
                  <a:pt x="64" y="915"/>
                </a:cubicBezTo>
                <a:cubicBezTo>
                  <a:pt x="65" y="919"/>
                  <a:pt x="73" y="924"/>
                  <a:pt x="70" y="927"/>
                </a:cubicBezTo>
                <a:cubicBezTo>
                  <a:pt x="77" y="930"/>
                  <a:pt x="83" y="943"/>
                  <a:pt x="90" y="947"/>
                </a:cubicBezTo>
                <a:cubicBezTo>
                  <a:pt x="93" y="952"/>
                  <a:pt x="96" y="956"/>
                  <a:pt x="99" y="960"/>
                </a:cubicBezTo>
                <a:cubicBezTo>
                  <a:pt x="97" y="963"/>
                  <a:pt x="100" y="962"/>
                  <a:pt x="101" y="963"/>
                </a:cubicBezTo>
                <a:cubicBezTo>
                  <a:pt x="101" y="966"/>
                  <a:pt x="102" y="968"/>
                  <a:pt x="104" y="967"/>
                </a:cubicBezTo>
                <a:cubicBezTo>
                  <a:pt x="107" y="969"/>
                  <a:pt x="109" y="979"/>
                  <a:pt x="114" y="977"/>
                </a:cubicBezTo>
                <a:cubicBezTo>
                  <a:pt x="113" y="980"/>
                  <a:pt x="116" y="984"/>
                  <a:pt x="119" y="985"/>
                </a:cubicBezTo>
                <a:cubicBezTo>
                  <a:pt x="124" y="994"/>
                  <a:pt x="128" y="995"/>
                  <a:pt x="134" y="1006"/>
                </a:cubicBezTo>
                <a:cubicBezTo>
                  <a:pt x="140" y="1014"/>
                  <a:pt x="146" y="1022"/>
                  <a:pt x="152" y="1030"/>
                </a:cubicBezTo>
                <a:cubicBezTo>
                  <a:pt x="154" y="1034"/>
                  <a:pt x="156" y="1034"/>
                  <a:pt x="158" y="1035"/>
                </a:cubicBezTo>
                <a:cubicBezTo>
                  <a:pt x="159" y="1040"/>
                  <a:pt x="167" y="1051"/>
                  <a:pt x="174" y="1061"/>
                </a:cubicBezTo>
                <a:cubicBezTo>
                  <a:pt x="180" y="1075"/>
                  <a:pt x="188" y="1090"/>
                  <a:pt x="193" y="1104"/>
                </a:cubicBezTo>
                <a:cubicBezTo>
                  <a:pt x="196" y="1111"/>
                  <a:pt x="198" y="1118"/>
                  <a:pt x="198" y="1125"/>
                </a:cubicBezTo>
                <a:cubicBezTo>
                  <a:pt x="203" y="1132"/>
                  <a:pt x="203" y="1139"/>
                  <a:pt x="203" y="1145"/>
                </a:cubicBezTo>
                <a:cubicBezTo>
                  <a:pt x="199" y="1148"/>
                  <a:pt x="199" y="1140"/>
                  <a:pt x="199" y="1139"/>
                </a:cubicBezTo>
                <a:close/>
                <a:moveTo>
                  <a:pt x="228" y="1142"/>
                </a:moveTo>
                <a:cubicBezTo>
                  <a:pt x="236" y="1134"/>
                  <a:pt x="246" y="1126"/>
                  <a:pt x="252" y="1118"/>
                </a:cubicBezTo>
                <a:cubicBezTo>
                  <a:pt x="300" y="1093"/>
                  <a:pt x="301" y="1085"/>
                  <a:pt x="309" y="1081"/>
                </a:cubicBezTo>
                <a:cubicBezTo>
                  <a:pt x="462" y="985"/>
                  <a:pt x="471" y="976"/>
                  <a:pt x="485" y="967"/>
                </a:cubicBezTo>
                <a:cubicBezTo>
                  <a:pt x="503" y="945"/>
                  <a:pt x="507" y="947"/>
                  <a:pt x="510" y="941"/>
                </a:cubicBezTo>
                <a:cubicBezTo>
                  <a:pt x="557" y="905"/>
                  <a:pt x="553" y="907"/>
                  <a:pt x="551" y="909"/>
                </a:cubicBezTo>
                <a:cubicBezTo>
                  <a:pt x="517" y="950"/>
                  <a:pt x="499" y="964"/>
                  <a:pt x="486" y="978"/>
                </a:cubicBezTo>
                <a:cubicBezTo>
                  <a:pt x="437" y="1016"/>
                  <a:pt x="427" y="1019"/>
                  <a:pt x="415" y="1030"/>
                </a:cubicBezTo>
                <a:cubicBezTo>
                  <a:pt x="412" y="1032"/>
                  <a:pt x="412" y="1035"/>
                  <a:pt x="411" y="1035"/>
                </a:cubicBezTo>
                <a:cubicBezTo>
                  <a:pt x="371" y="1063"/>
                  <a:pt x="358" y="1069"/>
                  <a:pt x="346" y="1077"/>
                </a:cubicBezTo>
                <a:cubicBezTo>
                  <a:pt x="251" y="1133"/>
                  <a:pt x="244" y="1138"/>
                  <a:pt x="238" y="1142"/>
                </a:cubicBezTo>
                <a:cubicBezTo>
                  <a:pt x="217" y="1159"/>
                  <a:pt x="213" y="1164"/>
                  <a:pt x="208" y="1169"/>
                </a:cubicBezTo>
                <a:close/>
                <a:moveTo>
                  <a:pt x="223" y="1067"/>
                </a:moveTo>
                <a:cubicBezTo>
                  <a:pt x="223" y="1065"/>
                  <a:pt x="223" y="1063"/>
                  <a:pt x="221" y="1061"/>
                </a:cubicBezTo>
                <a:cubicBezTo>
                  <a:pt x="226" y="1059"/>
                  <a:pt x="229" y="1064"/>
                  <a:pt x="223" y="1067"/>
                </a:cubicBezTo>
                <a:close/>
                <a:moveTo>
                  <a:pt x="232" y="1100"/>
                </a:moveTo>
                <a:cubicBezTo>
                  <a:pt x="230" y="1094"/>
                  <a:pt x="242" y="1090"/>
                  <a:pt x="243" y="1085"/>
                </a:cubicBezTo>
                <a:cubicBezTo>
                  <a:pt x="362" y="999"/>
                  <a:pt x="360" y="990"/>
                  <a:pt x="366" y="989"/>
                </a:cubicBezTo>
                <a:cubicBezTo>
                  <a:pt x="390" y="969"/>
                  <a:pt x="398" y="972"/>
                  <a:pt x="400" y="969"/>
                </a:cubicBezTo>
                <a:cubicBezTo>
                  <a:pt x="434" y="942"/>
                  <a:pt x="438" y="946"/>
                  <a:pt x="443" y="940"/>
                </a:cubicBezTo>
                <a:cubicBezTo>
                  <a:pt x="503" y="895"/>
                  <a:pt x="520" y="886"/>
                  <a:pt x="537" y="875"/>
                </a:cubicBezTo>
                <a:cubicBezTo>
                  <a:pt x="594" y="856"/>
                  <a:pt x="595" y="858"/>
                  <a:pt x="592" y="860"/>
                </a:cubicBezTo>
                <a:cubicBezTo>
                  <a:pt x="575" y="865"/>
                  <a:pt x="573" y="867"/>
                  <a:pt x="571" y="865"/>
                </a:cubicBezTo>
                <a:cubicBezTo>
                  <a:pt x="463" y="940"/>
                  <a:pt x="448" y="949"/>
                  <a:pt x="432" y="965"/>
                </a:cubicBezTo>
                <a:cubicBezTo>
                  <a:pt x="322" y="1042"/>
                  <a:pt x="316" y="1041"/>
                  <a:pt x="309" y="1047"/>
                </a:cubicBezTo>
                <a:cubicBezTo>
                  <a:pt x="287" y="1062"/>
                  <a:pt x="287" y="1060"/>
                  <a:pt x="285" y="1062"/>
                </a:cubicBezTo>
                <a:cubicBezTo>
                  <a:pt x="261" y="1080"/>
                  <a:pt x="257" y="1087"/>
                  <a:pt x="255" y="1084"/>
                </a:cubicBezTo>
                <a:close/>
                <a:moveTo>
                  <a:pt x="231" y="1037"/>
                </a:moveTo>
                <a:cubicBezTo>
                  <a:pt x="230" y="1036"/>
                  <a:pt x="229" y="1035"/>
                  <a:pt x="228" y="1034"/>
                </a:cubicBezTo>
                <a:cubicBezTo>
                  <a:pt x="230" y="1033"/>
                  <a:pt x="231" y="1032"/>
                  <a:pt x="232" y="1032"/>
                </a:cubicBezTo>
                <a:cubicBezTo>
                  <a:pt x="232" y="1033"/>
                  <a:pt x="233" y="1034"/>
                  <a:pt x="234" y="1035"/>
                </a:cubicBezTo>
                <a:cubicBezTo>
                  <a:pt x="233" y="1036"/>
                  <a:pt x="232" y="1036"/>
                  <a:pt x="231" y="1037"/>
                </a:cubicBezTo>
                <a:close/>
                <a:moveTo>
                  <a:pt x="269" y="855"/>
                </a:moveTo>
                <a:cubicBezTo>
                  <a:pt x="270" y="855"/>
                  <a:pt x="267" y="849"/>
                  <a:pt x="267" y="849"/>
                </a:cubicBezTo>
                <a:cubicBezTo>
                  <a:pt x="269" y="847"/>
                  <a:pt x="275" y="856"/>
                  <a:pt x="269" y="855"/>
                </a:cubicBezTo>
                <a:close/>
                <a:moveTo>
                  <a:pt x="301" y="886"/>
                </a:moveTo>
                <a:cubicBezTo>
                  <a:pt x="298" y="882"/>
                  <a:pt x="298" y="880"/>
                  <a:pt x="302" y="877"/>
                </a:cubicBezTo>
                <a:cubicBezTo>
                  <a:pt x="305" y="881"/>
                  <a:pt x="305" y="884"/>
                  <a:pt x="301" y="886"/>
                </a:cubicBezTo>
                <a:close/>
                <a:moveTo>
                  <a:pt x="301" y="817"/>
                </a:moveTo>
                <a:cubicBezTo>
                  <a:pt x="301" y="815"/>
                  <a:pt x="302" y="814"/>
                  <a:pt x="301" y="812"/>
                </a:cubicBezTo>
                <a:cubicBezTo>
                  <a:pt x="300" y="808"/>
                  <a:pt x="305" y="812"/>
                  <a:pt x="303" y="813"/>
                </a:cubicBezTo>
                <a:cubicBezTo>
                  <a:pt x="305" y="816"/>
                  <a:pt x="303" y="818"/>
                  <a:pt x="306" y="821"/>
                </a:cubicBezTo>
                <a:cubicBezTo>
                  <a:pt x="305" y="825"/>
                  <a:pt x="306" y="829"/>
                  <a:pt x="308" y="834"/>
                </a:cubicBezTo>
                <a:cubicBezTo>
                  <a:pt x="300" y="833"/>
                  <a:pt x="306" y="822"/>
                  <a:pt x="301" y="817"/>
                </a:cubicBezTo>
                <a:close/>
                <a:moveTo>
                  <a:pt x="481" y="717"/>
                </a:moveTo>
                <a:cubicBezTo>
                  <a:pt x="482" y="721"/>
                  <a:pt x="472" y="722"/>
                  <a:pt x="468" y="723"/>
                </a:cubicBezTo>
                <a:cubicBezTo>
                  <a:pt x="467" y="719"/>
                  <a:pt x="478" y="718"/>
                  <a:pt x="481" y="717"/>
                </a:cubicBezTo>
                <a:close/>
                <a:moveTo>
                  <a:pt x="463" y="722"/>
                </a:moveTo>
                <a:cubicBezTo>
                  <a:pt x="465" y="726"/>
                  <a:pt x="456" y="728"/>
                  <a:pt x="455" y="728"/>
                </a:cubicBezTo>
                <a:cubicBezTo>
                  <a:pt x="452" y="724"/>
                  <a:pt x="461" y="722"/>
                  <a:pt x="463" y="722"/>
                </a:cubicBezTo>
                <a:close/>
                <a:moveTo>
                  <a:pt x="356" y="782"/>
                </a:moveTo>
                <a:cubicBezTo>
                  <a:pt x="358" y="781"/>
                  <a:pt x="359" y="780"/>
                  <a:pt x="361" y="778"/>
                </a:cubicBezTo>
                <a:cubicBezTo>
                  <a:pt x="368" y="777"/>
                  <a:pt x="358" y="783"/>
                  <a:pt x="356" y="785"/>
                </a:cubicBezTo>
                <a:cubicBezTo>
                  <a:pt x="353" y="786"/>
                  <a:pt x="354" y="783"/>
                  <a:pt x="356" y="782"/>
                </a:cubicBezTo>
                <a:close/>
                <a:moveTo>
                  <a:pt x="393" y="618"/>
                </a:moveTo>
                <a:cubicBezTo>
                  <a:pt x="387" y="621"/>
                  <a:pt x="392" y="614"/>
                  <a:pt x="388" y="612"/>
                </a:cubicBezTo>
                <a:cubicBezTo>
                  <a:pt x="392" y="609"/>
                  <a:pt x="392" y="617"/>
                  <a:pt x="393" y="618"/>
                </a:cubicBezTo>
                <a:close/>
                <a:moveTo>
                  <a:pt x="407" y="682"/>
                </a:moveTo>
                <a:cubicBezTo>
                  <a:pt x="410" y="678"/>
                  <a:pt x="412" y="674"/>
                  <a:pt x="418" y="671"/>
                </a:cubicBezTo>
                <a:cubicBezTo>
                  <a:pt x="450" y="660"/>
                  <a:pt x="454" y="654"/>
                  <a:pt x="457" y="653"/>
                </a:cubicBezTo>
                <a:cubicBezTo>
                  <a:pt x="483" y="644"/>
                  <a:pt x="490" y="641"/>
                  <a:pt x="496" y="639"/>
                </a:cubicBezTo>
                <a:cubicBezTo>
                  <a:pt x="536" y="628"/>
                  <a:pt x="539" y="625"/>
                  <a:pt x="543" y="625"/>
                </a:cubicBezTo>
                <a:cubicBezTo>
                  <a:pt x="574" y="618"/>
                  <a:pt x="580" y="613"/>
                  <a:pt x="586" y="614"/>
                </a:cubicBezTo>
                <a:cubicBezTo>
                  <a:pt x="673" y="563"/>
                  <a:pt x="672" y="564"/>
                  <a:pt x="671" y="565"/>
                </a:cubicBezTo>
                <a:cubicBezTo>
                  <a:pt x="622" y="601"/>
                  <a:pt x="616" y="610"/>
                  <a:pt x="597" y="618"/>
                </a:cubicBezTo>
                <a:cubicBezTo>
                  <a:pt x="544" y="639"/>
                  <a:pt x="541" y="643"/>
                  <a:pt x="537" y="644"/>
                </a:cubicBezTo>
                <a:cubicBezTo>
                  <a:pt x="519" y="649"/>
                  <a:pt x="512" y="654"/>
                  <a:pt x="505" y="655"/>
                </a:cubicBezTo>
                <a:cubicBezTo>
                  <a:pt x="445" y="679"/>
                  <a:pt x="427" y="685"/>
                  <a:pt x="408" y="693"/>
                </a:cubicBezTo>
                <a:cubicBezTo>
                  <a:pt x="383" y="709"/>
                  <a:pt x="384" y="706"/>
                  <a:pt x="383" y="704"/>
                </a:cubicBezTo>
                <a:cubicBezTo>
                  <a:pt x="397" y="688"/>
                  <a:pt x="401" y="686"/>
                  <a:pt x="403" y="684"/>
                </a:cubicBezTo>
                <a:close/>
                <a:moveTo>
                  <a:pt x="532" y="454"/>
                </a:moveTo>
                <a:cubicBezTo>
                  <a:pt x="532" y="450"/>
                  <a:pt x="531" y="447"/>
                  <a:pt x="535" y="444"/>
                </a:cubicBezTo>
                <a:cubicBezTo>
                  <a:pt x="538" y="448"/>
                  <a:pt x="536" y="451"/>
                  <a:pt x="532" y="454"/>
                </a:cubicBezTo>
                <a:close/>
                <a:moveTo>
                  <a:pt x="627" y="333"/>
                </a:moveTo>
                <a:cubicBezTo>
                  <a:pt x="626" y="331"/>
                  <a:pt x="628" y="329"/>
                  <a:pt x="627" y="326"/>
                </a:cubicBezTo>
                <a:cubicBezTo>
                  <a:pt x="631" y="324"/>
                  <a:pt x="631" y="332"/>
                  <a:pt x="627" y="333"/>
                </a:cubicBezTo>
                <a:close/>
                <a:moveTo>
                  <a:pt x="722" y="53"/>
                </a:moveTo>
                <a:cubicBezTo>
                  <a:pt x="723" y="56"/>
                  <a:pt x="721" y="59"/>
                  <a:pt x="718" y="61"/>
                </a:cubicBezTo>
                <a:cubicBezTo>
                  <a:pt x="713" y="58"/>
                  <a:pt x="719" y="56"/>
                  <a:pt x="722" y="53"/>
                </a:cubicBezTo>
                <a:close/>
                <a:moveTo>
                  <a:pt x="670" y="251"/>
                </a:moveTo>
                <a:cubicBezTo>
                  <a:pt x="668" y="255"/>
                  <a:pt x="668" y="260"/>
                  <a:pt x="668" y="264"/>
                </a:cubicBezTo>
                <a:cubicBezTo>
                  <a:pt x="664" y="281"/>
                  <a:pt x="657" y="284"/>
                  <a:pt x="658" y="289"/>
                </a:cubicBezTo>
                <a:cubicBezTo>
                  <a:pt x="652" y="296"/>
                  <a:pt x="652" y="292"/>
                  <a:pt x="653" y="288"/>
                </a:cubicBezTo>
                <a:cubicBezTo>
                  <a:pt x="661" y="245"/>
                  <a:pt x="661" y="237"/>
                  <a:pt x="665" y="230"/>
                </a:cubicBezTo>
                <a:cubicBezTo>
                  <a:pt x="666" y="215"/>
                  <a:pt x="662" y="210"/>
                  <a:pt x="666" y="207"/>
                </a:cubicBezTo>
                <a:cubicBezTo>
                  <a:pt x="670" y="171"/>
                  <a:pt x="675" y="168"/>
                  <a:pt x="674" y="164"/>
                </a:cubicBezTo>
                <a:cubicBezTo>
                  <a:pt x="679" y="136"/>
                  <a:pt x="684" y="129"/>
                  <a:pt x="685" y="122"/>
                </a:cubicBezTo>
                <a:cubicBezTo>
                  <a:pt x="704" y="89"/>
                  <a:pt x="704" y="75"/>
                  <a:pt x="716" y="63"/>
                </a:cubicBezTo>
                <a:cubicBezTo>
                  <a:pt x="709" y="86"/>
                  <a:pt x="708" y="91"/>
                  <a:pt x="704" y="96"/>
                </a:cubicBezTo>
                <a:cubicBezTo>
                  <a:pt x="684" y="166"/>
                  <a:pt x="687" y="171"/>
                  <a:pt x="684" y="174"/>
                </a:cubicBezTo>
                <a:cubicBezTo>
                  <a:pt x="678" y="204"/>
                  <a:pt x="677" y="208"/>
                  <a:pt x="678" y="213"/>
                </a:cubicBezTo>
                <a:cubicBezTo>
                  <a:pt x="672" y="242"/>
                  <a:pt x="669" y="246"/>
                  <a:pt x="670" y="251"/>
                </a:cubicBezTo>
                <a:close/>
              </a:path>
            </a:pathLst>
          </a:custGeom>
          <a:solidFill>
            <a:schemeClr val="accent3">
              <a:lumMod val="60000"/>
              <a:lumOff val="40000"/>
              <a:alpha val="50000"/>
            </a:schemeClr>
          </a:solidFill>
          <a:ln>
            <a:noFill/>
          </a:ln>
        </p:spPr>
      </p:sp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8476489" y="1503910"/>
            <a:ext cx="3230625" cy="1687924"/>
          </a:xfrm>
        </p:spPr>
        <p:txBody>
          <a:bodyPr anchor="b">
            <a:noAutofit/>
          </a:bodyPr>
          <a:lstStyle>
            <a:lvl1pPr>
              <a:lnSpc>
                <a:spcPct val="104000"/>
              </a:lnSpc>
              <a:defRPr sz="3400"/>
            </a:lvl1pPr>
          </a:lstStyle>
          <a:p>
            <a:r>
              <a:rPr lang="en-US"/>
              <a:t>Click to edit Master title style</a:t>
            </a:r>
            <a:endParaRPr lang="en-US" dirty="0"/>
          </a:p>
        </p:txBody>
      </p:sp>
      <p:sp>
        <p:nvSpPr>
          <p:cNvPr id="3" name="Picture Placeholder 2"/>
          <p:cNvSpPr>
            <a:spLocks noGrp="1" noChangeAspect="1"/>
          </p:cNvSpPr>
          <p:nvPr>
            <p:ph type="pic" idx="1"/>
          </p:nvPr>
        </p:nvSpPr>
        <p:spPr>
          <a:xfrm>
            <a:off x="1" y="2"/>
            <a:ext cx="8102651" cy="6857999"/>
          </a:xfrm>
        </p:spPr>
        <p:txBody>
          <a:bodyPr anchor="t"/>
          <a:lstStyle>
            <a:lvl1pPr marL="0" indent="0">
              <a:buNone/>
              <a:defRPr sz="3200"/>
            </a:lvl1pPr>
            <a:lvl2pPr marL="457200" indent="0">
              <a:buNone/>
              <a:defRPr sz="2800"/>
            </a:lvl2pPr>
            <a:lvl3pPr marL="914400" indent="0">
              <a:buNone/>
              <a:defRPr sz="2400"/>
            </a:lvl3pPr>
            <a:lvl4pPr marL="1371600" indent="0">
              <a:buNone/>
              <a:defRPr sz="2000"/>
            </a:lvl4pPr>
            <a:lvl5pPr marL="1828800" indent="0">
              <a:buNone/>
              <a:defRPr sz="2000"/>
            </a:lvl5pPr>
            <a:lvl6pPr marL="2286000" indent="0">
              <a:buNone/>
              <a:defRPr sz="2000"/>
            </a:lvl6pPr>
            <a:lvl7pPr marL="2743200" indent="0">
              <a:buNone/>
              <a:defRPr sz="2000"/>
            </a:lvl7pPr>
            <a:lvl8pPr marL="3200400" indent="0">
              <a:buNone/>
              <a:defRPr sz="2000"/>
            </a:lvl8pPr>
            <a:lvl9pPr marL="3657600" indent="0">
              <a:buNone/>
              <a:defRPr sz="2000"/>
            </a:lvl9pPr>
          </a:lstStyle>
          <a:p>
            <a:r>
              <a:rPr lang="en-US"/>
              <a:t>Click icon to add picture</a:t>
            </a:r>
            <a:endParaRPr lang="en-US" dirty="0"/>
          </a:p>
        </p:txBody>
      </p:sp>
      <p:sp>
        <p:nvSpPr>
          <p:cNvPr id="4" name="Text Placeholder 3"/>
          <p:cNvSpPr>
            <a:spLocks noGrp="1"/>
          </p:cNvSpPr>
          <p:nvPr>
            <p:ph type="body" sz="half" idx="2"/>
          </p:nvPr>
        </p:nvSpPr>
        <p:spPr>
          <a:xfrm>
            <a:off x="8476488" y="3223806"/>
            <a:ext cx="3227832" cy="2872194"/>
          </a:xfrm>
        </p:spPr>
        <p:txBody>
          <a:bodyPr/>
          <a:lstStyle>
            <a:lvl1pPr marL="0" indent="0">
              <a:spcBef>
                <a:spcPts val="1400"/>
              </a:spcBef>
              <a:buNone/>
              <a:defRPr sz="1600"/>
            </a:lvl1pPr>
            <a:lvl2pPr marL="457200" indent="0">
              <a:buNone/>
              <a:defRPr sz="1400"/>
            </a:lvl2pPr>
            <a:lvl3pPr marL="914400" indent="0">
              <a:buNone/>
              <a:defRPr sz="1200"/>
            </a:lvl3pPr>
            <a:lvl4pPr marL="1371600" indent="0">
              <a:buNone/>
              <a:defRPr sz="1000"/>
            </a:lvl4pPr>
            <a:lvl5pPr marL="1828800" indent="0">
              <a:buNone/>
              <a:defRPr sz="1000"/>
            </a:lvl5pPr>
            <a:lvl6pPr marL="2286000" indent="0">
              <a:buNone/>
              <a:defRPr sz="1000"/>
            </a:lvl6pPr>
            <a:lvl7pPr marL="2743200" indent="0">
              <a:buNone/>
              <a:defRPr sz="1000"/>
            </a:lvl7pPr>
            <a:lvl8pPr marL="3200400" indent="0">
              <a:buNone/>
              <a:defRPr sz="1000"/>
            </a:lvl8pPr>
            <a:lvl9pPr marL="3657600" indent="0">
              <a:buNone/>
              <a:defRPr sz="1000"/>
            </a:lvl9pPr>
          </a:lstStyle>
          <a:p>
            <a:pPr lvl="0"/>
            <a:r>
              <a:rPr lang="en-US"/>
              <a:t>Edit Master text styles</a:t>
            </a:r>
          </a:p>
        </p:txBody>
      </p:sp>
      <p:sp>
        <p:nvSpPr>
          <p:cNvPr id="5" name="Date Placeholder 4"/>
          <p:cNvSpPr>
            <a:spLocks noGrp="1"/>
          </p:cNvSpPr>
          <p:nvPr>
            <p:ph type="dt" sz="half" idx="10"/>
          </p:nvPr>
        </p:nvSpPr>
        <p:spPr>
          <a:xfrm>
            <a:off x="8476488" y="6291074"/>
            <a:ext cx="3227832" cy="365125"/>
          </a:xfrm>
        </p:spPr>
        <p:txBody>
          <a:bodyPr/>
          <a:lstStyle>
            <a:lvl1pPr algn="l">
              <a:defRPr/>
            </a:lvl1pPr>
          </a:lstStyle>
          <a:p>
            <a:fld id="{48A87A34-81AB-432B-8DAE-1953F412C126}" type="datetimeFigureOut">
              <a:rPr lang="en-US" smtClean="0"/>
              <a:t>12/9/2022</a:t>
            </a:fld>
            <a:endParaRPr lang="en-US" dirty="0"/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11"/>
          </p:nvPr>
        </p:nvSpPr>
        <p:spPr>
          <a:xfrm>
            <a:off x="487731" y="6291074"/>
            <a:ext cx="7598664" cy="365125"/>
          </a:xfrm>
        </p:spPr>
        <p:txBody>
          <a:bodyPr/>
          <a:lstStyle>
            <a:lvl1pPr algn="l">
              <a:defRPr/>
            </a:lvl1pPr>
          </a:lstStyle>
          <a:p>
            <a:endParaRPr lang="en-US" dirty="0"/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12"/>
          </p:nvPr>
        </p:nvSpPr>
        <p:spPr>
          <a:xfrm>
            <a:off x="8476488" y="373607"/>
            <a:ext cx="3227832" cy="816482"/>
          </a:xfrm>
        </p:spPr>
        <p:txBody>
          <a:bodyPr anchor="t"/>
          <a:lstStyle>
            <a:lvl1pPr algn="l">
              <a:defRPr sz="4400"/>
            </a:lvl1pPr>
          </a:lstStyle>
          <a:p>
            <a:fld id="{6D22F896-40B5-4ADD-8801-0D06FADFA095}" type="slidenum">
              <a:rPr lang="en-US" smtClean="0"/>
              <a:t>‹#›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3708050407"/>
      </p:ext>
    </p:extLst>
  </p:cSld>
  <p:clrMapOvr>
    <a:masterClrMapping/>
  </p:clrMapOvr>
</p:sldLayout>
</file>

<file path=ppt/slideLayouts/slideLayout10.xml><?xml version="1.0" encoding="utf-8"?>
<p:sldLayout xmlns:a="http://schemas.openxmlformats.org/drawingml/2006/main" xmlns:r="http://schemas.openxmlformats.org/officeDocument/2006/relationships" xmlns:p="http://schemas.openxmlformats.org/presentationml/2006/main" type="vertTx" preserve="1">
  <p:cSld name="Title and Vertical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  <a:endParaRPr lang="en-US" dirty="0"/>
          </a:p>
        </p:txBody>
      </p:sp>
      <p:sp>
        <p:nvSpPr>
          <p:cNvPr id="3" name="Vertical Text Placeholder 2"/>
          <p:cNvSpPr>
            <a:spLocks noGrp="1"/>
          </p:cNvSpPr>
          <p:nvPr>
            <p:ph type="body" orient="vert" idx="1"/>
          </p:nvPr>
        </p:nvSpPr>
        <p:spPr/>
        <p:txBody>
          <a:bodyPr vert="eaVert"/>
          <a:lstStyle/>
          <a:p>
            <a:pPr lvl="0"/>
            <a:r>
              <a:rPr lang="en-US"/>
              <a:t>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US" dirty="0"/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48A87A34-81AB-432B-8DAE-1953F412C126}" type="datetimeFigureOut">
              <a:rPr lang="en-US" smtClean="0"/>
              <a:t>12/9/2022</a:t>
            </a:fld>
            <a:endParaRPr lang="en-US" dirty="0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D22F896-40B5-4ADD-8801-0D06FADFA095}" type="slidenum">
              <a:rPr lang="en-US" smtClean="0"/>
              <a:t>‹#›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2056938987"/>
      </p:ext>
    </p:extLst>
  </p:cSld>
  <p:clrMapOvr>
    <a:masterClrMapping/>
  </p:clrMapOvr>
</p:sldLayout>
</file>

<file path=ppt/slideLayouts/slideLayout11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type="vertTitleAndTx" preserve="1">
  <p:cSld name="Vertical Title and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8" name="Group 7" title="Feather"/>
          <p:cNvGrpSpPr/>
          <p:nvPr/>
        </p:nvGrpSpPr>
        <p:grpSpPr>
          <a:xfrm>
            <a:off x="400715" y="362425"/>
            <a:ext cx="3495979" cy="6204388"/>
            <a:chOff x="400714" y="362425"/>
            <a:chExt cx="3495979" cy="6204388"/>
          </a:xfrm>
        </p:grpSpPr>
        <p:sp>
          <p:nvSpPr>
            <p:cNvPr id="25" name="Freeform 5"/>
            <p:cNvSpPr>
              <a:spLocks noEditPoints="1"/>
            </p:cNvSpPr>
            <p:nvPr/>
          </p:nvSpPr>
          <p:spPr bwMode="auto">
            <a:xfrm>
              <a:off x="400714" y="362425"/>
              <a:ext cx="2218442" cy="6204388"/>
            </a:xfrm>
            <a:custGeom>
              <a:avLst/>
              <a:gdLst/>
              <a:ahLst/>
              <a:cxnLst/>
              <a:rect l="0" t="0" r="r" b="b"/>
              <a:pathLst>
                <a:path w="697" h="1954">
                  <a:moveTo>
                    <a:pt x="251" y="1472"/>
                  </a:moveTo>
                  <a:cubicBezTo>
                    <a:pt x="258" y="1472"/>
                    <a:pt x="252" y="1463"/>
                    <a:pt x="251" y="1462"/>
                  </a:cubicBezTo>
                  <a:cubicBezTo>
                    <a:pt x="248" y="1422"/>
                    <a:pt x="241" y="1424"/>
                    <a:pt x="241" y="1419"/>
                  </a:cubicBezTo>
                  <a:cubicBezTo>
                    <a:pt x="227" y="1388"/>
                    <a:pt x="226" y="1380"/>
                    <a:pt x="221" y="1376"/>
                  </a:cubicBezTo>
                  <a:cubicBezTo>
                    <a:pt x="209" y="1355"/>
                    <a:pt x="209" y="1347"/>
                    <a:pt x="203" y="1344"/>
                  </a:cubicBezTo>
                  <a:cubicBezTo>
                    <a:pt x="169" y="1285"/>
                    <a:pt x="162" y="1275"/>
                    <a:pt x="156" y="1263"/>
                  </a:cubicBezTo>
                  <a:cubicBezTo>
                    <a:pt x="144" y="1242"/>
                    <a:pt x="141" y="1236"/>
                    <a:pt x="138" y="1231"/>
                  </a:cubicBezTo>
                  <a:cubicBezTo>
                    <a:pt x="107" y="1177"/>
                    <a:pt x="108" y="1168"/>
                    <a:pt x="103" y="1165"/>
                  </a:cubicBezTo>
                  <a:cubicBezTo>
                    <a:pt x="90" y="1142"/>
                    <a:pt x="83" y="1131"/>
                    <a:pt x="82" y="1127"/>
                  </a:cubicBezTo>
                  <a:cubicBezTo>
                    <a:pt x="66" y="1090"/>
                    <a:pt x="67" y="1081"/>
                    <a:pt x="62" y="1077"/>
                  </a:cubicBezTo>
                  <a:cubicBezTo>
                    <a:pt x="57" y="1049"/>
                    <a:pt x="51" y="1046"/>
                    <a:pt x="52" y="1037"/>
                  </a:cubicBezTo>
                  <a:cubicBezTo>
                    <a:pt x="48" y="1016"/>
                    <a:pt x="44" y="1007"/>
                    <a:pt x="42" y="1002"/>
                  </a:cubicBezTo>
                  <a:cubicBezTo>
                    <a:pt x="32" y="970"/>
                    <a:pt x="24" y="961"/>
                    <a:pt x="22" y="946"/>
                  </a:cubicBezTo>
                  <a:cubicBezTo>
                    <a:pt x="13" y="922"/>
                    <a:pt x="11" y="916"/>
                    <a:pt x="9" y="909"/>
                  </a:cubicBezTo>
                  <a:cubicBezTo>
                    <a:pt x="5" y="889"/>
                    <a:pt x="11" y="888"/>
                    <a:pt x="9" y="896"/>
                  </a:cubicBezTo>
                  <a:cubicBezTo>
                    <a:pt x="25" y="935"/>
                    <a:pt x="22" y="943"/>
                    <a:pt x="27" y="944"/>
                  </a:cubicBezTo>
                  <a:cubicBezTo>
                    <a:pt x="47" y="979"/>
                    <a:pt x="44" y="987"/>
                    <a:pt x="45" y="992"/>
                  </a:cubicBezTo>
                  <a:cubicBezTo>
                    <a:pt x="78" y="1045"/>
                    <a:pt x="85" y="1060"/>
                    <a:pt x="95" y="1072"/>
                  </a:cubicBezTo>
                  <a:cubicBezTo>
                    <a:pt x="141" y="1130"/>
                    <a:pt x="141" y="1136"/>
                    <a:pt x="140" y="1142"/>
                  </a:cubicBezTo>
                  <a:cubicBezTo>
                    <a:pt x="159" y="1162"/>
                    <a:pt x="156" y="1170"/>
                    <a:pt x="160" y="1170"/>
                  </a:cubicBezTo>
                  <a:cubicBezTo>
                    <a:pt x="198" y="1238"/>
                    <a:pt x="204" y="1243"/>
                    <a:pt x="206" y="1251"/>
                  </a:cubicBezTo>
                  <a:cubicBezTo>
                    <a:pt x="218" y="1278"/>
                    <a:pt x="219" y="1288"/>
                    <a:pt x="226" y="1291"/>
                  </a:cubicBezTo>
                  <a:cubicBezTo>
                    <a:pt x="231" y="1298"/>
                    <a:pt x="231" y="1292"/>
                    <a:pt x="228" y="1288"/>
                  </a:cubicBezTo>
                  <a:cubicBezTo>
                    <a:pt x="196" y="1218"/>
                    <a:pt x="198" y="1206"/>
                    <a:pt x="191" y="1203"/>
                  </a:cubicBezTo>
                  <a:cubicBezTo>
                    <a:pt x="168" y="1159"/>
                    <a:pt x="164" y="1153"/>
                    <a:pt x="160" y="1147"/>
                  </a:cubicBezTo>
                  <a:cubicBezTo>
                    <a:pt x="114" y="1068"/>
                    <a:pt x="104" y="1068"/>
                    <a:pt x="105" y="1057"/>
                  </a:cubicBezTo>
                  <a:cubicBezTo>
                    <a:pt x="67" y="1000"/>
                    <a:pt x="58" y="1000"/>
                    <a:pt x="57" y="992"/>
                  </a:cubicBezTo>
                  <a:cubicBezTo>
                    <a:pt x="80" y="1011"/>
                    <a:pt x="81" y="1021"/>
                    <a:pt x="87" y="1024"/>
                  </a:cubicBezTo>
                  <a:cubicBezTo>
                    <a:pt x="103" y="1041"/>
                    <a:pt x="100" y="1049"/>
                    <a:pt x="105" y="1049"/>
                  </a:cubicBezTo>
                  <a:cubicBezTo>
                    <a:pt x="129" y="1079"/>
                    <a:pt x="130" y="1087"/>
                    <a:pt x="135" y="1092"/>
                  </a:cubicBezTo>
                  <a:cubicBezTo>
                    <a:pt x="163" y="1128"/>
                    <a:pt x="159" y="1136"/>
                    <a:pt x="163" y="1137"/>
                  </a:cubicBezTo>
                  <a:cubicBezTo>
                    <a:pt x="199" y="1191"/>
                    <a:pt x="204" y="1205"/>
                    <a:pt x="211" y="1218"/>
                  </a:cubicBezTo>
                  <a:cubicBezTo>
                    <a:pt x="232" y="1237"/>
                    <a:pt x="226" y="1238"/>
                    <a:pt x="228" y="1230"/>
                  </a:cubicBezTo>
                  <a:cubicBezTo>
                    <a:pt x="202" y="1163"/>
                    <a:pt x="196" y="1163"/>
                    <a:pt x="198" y="1155"/>
                  </a:cubicBezTo>
                  <a:cubicBezTo>
                    <a:pt x="171" y="1106"/>
                    <a:pt x="167" y="1104"/>
                    <a:pt x="165" y="1100"/>
                  </a:cubicBezTo>
                  <a:cubicBezTo>
                    <a:pt x="140" y="1062"/>
                    <a:pt x="138" y="1052"/>
                    <a:pt x="133" y="1047"/>
                  </a:cubicBezTo>
                  <a:cubicBezTo>
                    <a:pt x="76" y="924"/>
                    <a:pt x="76" y="918"/>
                    <a:pt x="75" y="913"/>
                  </a:cubicBezTo>
                  <a:cubicBezTo>
                    <a:pt x="53" y="840"/>
                    <a:pt x="56" y="836"/>
                    <a:pt x="57" y="830"/>
                  </a:cubicBezTo>
                  <a:cubicBezTo>
                    <a:pt x="36" y="706"/>
                    <a:pt x="30" y="721"/>
                    <a:pt x="34" y="725"/>
                  </a:cubicBezTo>
                  <a:cubicBezTo>
                    <a:pt x="45" y="767"/>
                    <a:pt x="46" y="774"/>
                    <a:pt x="49" y="778"/>
                  </a:cubicBezTo>
                  <a:cubicBezTo>
                    <a:pt x="70" y="833"/>
                    <a:pt x="67" y="843"/>
                    <a:pt x="72" y="846"/>
                  </a:cubicBezTo>
                  <a:cubicBezTo>
                    <a:pt x="94" y="887"/>
                    <a:pt x="97" y="899"/>
                    <a:pt x="102" y="908"/>
                  </a:cubicBezTo>
                  <a:cubicBezTo>
                    <a:pt x="143" y="980"/>
                    <a:pt x="154" y="992"/>
                    <a:pt x="160" y="1007"/>
                  </a:cubicBezTo>
                  <a:cubicBezTo>
                    <a:pt x="212" y="1106"/>
                    <a:pt x="218" y="1122"/>
                    <a:pt x="223" y="1137"/>
                  </a:cubicBezTo>
                  <a:cubicBezTo>
                    <a:pt x="218" y="1115"/>
                    <a:pt x="222" y="1106"/>
                    <a:pt x="221" y="1102"/>
                  </a:cubicBezTo>
                  <a:cubicBezTo>
                    <a:pt x="210" y="1080"/>
                    <a:pt x="213" y="1072"/>
                    <a:pt x="208" y="1072"/>
                  </a:cubicBezTo>
                  <a:cubicBezTo>
                    <a:pt x="195" y="1023"/>
                    <a:pt x="188" y="1020"/>
                    <a:pt x="188" y="1012"/>
                  </a:cubicBezTo>
                  <a:cubicBezTo>
                    <a:pt x="149" y="930"/>
                    <a:pt x="144" y="927"/>
                    <a:pt x="145" y="918"/>
                  </a:cubicBezTo>
                  <a:cubicBezTo>
                    <a:pt x="125" y="876"/>
                    <a:pt x="120" y="873"/>
                    <a:pt x="117" y="868"/>
                  </a:cubicBezTo>
                  <a:cubicBezTo>
                    <a:pt x="102" y="832"/>
                    <a:pt x="100" y="833"/>
                    <a:pt x="100" y="830"/>
                  </a:cubicBezTo>
                  <a:cubicBezTo>
                    <a:pt x="80" y="793"/>
                    <a:pt x="77" y="788"/>
                    <a:pt x="75" y="783"/>
                  </a:cubicBezTo>
                  <a:cubicBezTo>
                    <a:pt x="45" y="730"/>
                    <a:pt x="43" y="716"/>
                    <a:pt x="34" y="710"/>
                  </a:cubicBezTo>
                  <a:cubicBezTo>
                    <a:pt x="25" y="678"/>
                    <a:pt x="34" y="684"/>
                    <a:pt x="32" y="690"/>
                  </a:cubicBezTo>
                  <a:cubicBezTo>
                    <a:pt x="50" y="733"/>
                    <a:pt x="60" y="733"/>
                    <a:pt x="59" y="745"/>
                  </a:cubicBezTo>
                  <a:cubicBezTo>
                    <a:pt x="80" y="780"/>
                    <a:pt x="81" y="783"/>
                    <a:pt x="85" y="785"/>
                  </a:cubicBezTo>
                  <a:cubicBezTo>
                    <a:pt x="113" y="833"/>
                    <a:pt x="115" y="842"/>
                    <a:pt x="117" y="851"/>
                  </a:cubicBezTo>
                  <a:cubicBezTo>
                    <a:pt x="147" y="899"/>
                    <a:pt x="151" y="907"/>
                    <a:pt x="153" y="916"/>
                  </a:cubicBezTo>
                  <a:cubicBezTo>
                    <a:pt x="168" y="945"/>
                    <a:pt x="171" y="952"/>
                    <a:pt x="173" y="961"/>
                  </a:cubicBezTo>
                  <a:cubicBezTo>
                    <a:pt x="190" y="999"/>
                    <a:pt x="200" y="1010"/>
                    <a:pt x="203" y="1029"/>
                  </a:cubicBezTo>
                  <a:cubicBezTo>
                    <a:pt x="198" y="998"/>
                    <a:pt x="198" y="994"/>
                    <a:pt x="196" y="994"/>
                  </a:cubicBezTo>
                  <a:cubicBezTo>
                    <a:pt x="175" y="911"/>
                    <a:pt x="168" y="909"/>
                    <a:pt x="170" y="898"/>
                  </a:cubicBezTo>
                  <a:cubicBezTo>
                    <a:pt x="131" y="811"/>
                    <a:pt x="131" y="802"/>
                    <a:pt x="125" y="800"/>
                  </a:cubicBezTo>
                  <a:cubicBezTo>
                    <a:pt x="105" y="747"/>
                    <a:pt x="103" y="742"/>
                    <a:pt x="100" y="740"/>
                  </a:cubicBezTo>
                  <a:cubicBezTo>
                    <a:pt x="82" y="701"/>
                    <a:pt x="78" y="699"/>
                    <a:pt x="77" y="695"/>
                  </a:cubicBezTo>
                  <a:cubicBezTo>
                    <a:pt x="67" y="672"/>
                    <a:pt x="60" y="674"/>
                    <a:pt x="62" y="667"/>
                  </a:cubicBezTo>
                  <a:cubicBezTo>
                    <a:pt x="44" y="641"/>
                    <a:pt x="39" y="635"/>
                    <a:pt x="34" y="629"/>
                  </a:cubicBezTo>
                  <a:cubicBezTo>
                    <a:pt x="21" y="597"/>
                    <a:pt x="29" y="609"/>
                    <a:pt x="37" y="622"/>
                  </a:cubicBezTo>
                  <a:cubicBezTo>
                    <a:pt x="75" y="681"/>
                    <a:pt x="85" y="681"/>
                    <a:pt x="85" y="692"/>
                  </a:cubicBezTo>
                  <a:cubicBezTo>
                    <a:pt x="108" y="731"/>
                    <a:pt x="109" y="735"/>
                    <a:pt x="110" y="740"/>
                  </a:cubicBezTo>
                  <a:cubicBezTo>
                    <a:pt x="123" y="777"/>
                    <a:pt x="130" y="775"/>
                    <a:pt x="130" y="780"/>
                  </a:cubicBezTo>
                  <a:cubicBezTo>
                    <a:pt x="151" y="822"/>
                    <a:pt x="153" y="840"/>
                    <a:pt x="163" y="851"/>
                  </a:cubicBezTo>
                  <a:cubicBezTo>
                    <a:pt x="179" y="903"/>
                    <a:pt x="184" y="907"/>
                    <a:pt x="185" y="916"/>
                  </a:cubicBezTo>
                  <a:cubicBezTo>
                    <a:pt x="203" y="963"/>
                    <a:pt x="199" y="973"/>
                    <a:pt x="201" y="976"/>
                  </a:cubicBezTo>
                  <a:cubicBezTo>
                    <a:pt x="236" y="1076"/>
                    <a:pt x="226" y="1071"/>
                    <a:pt x="228" y="1064"/>
                  </a:cubicBezTo>
                  <a:cubicBezTo>
                    <a:pt x="218" y="972"/>
                    <a:pt x="212" y="965"/>
                    <a:pt x="213" y="951"/>
                  </a:cubicBezTo>
                  <a:cubicBezTo>
                    <a:pt x="185" y="862"/>
                    <a:pt x="181" y="854"/>
                    <a:pt x="178" y="845"/>
                  </a:cubicBezTo>
                  <a:cubicBezTo>
                    <a:pt x="145" y="767"/>
                    <a:pt x="139" y="762"/>
                    <a:pt x="135" y="755"/>
                  </a:cubicBezTo>
                  <a:cubicBezTo>
                    <a:pt x="119" y="717"/>
                    <a:pt x="114" y="719"/>
                    <a:pt x="112" y="717"/>
                  </a:cubicBezTo>
                  <a:cubicBezTo>
                    <a:pt x="92" y="686"/>
                    <a:pt x="92" y="676"/>
                    <a:pt x="87" y="669"/>
                  </a:cubicBezTo>
                  <a:cubicBezTo>
                    <a:pt x="56" y="621"/>
                    <a:pt x="53" y="614"/>
                    <a:pt x="49" y="607"/>
                  </a:cubicBezTo>
                  <a:cubicBezTo>
                    <a:pt x="41" y="564"/>
                    <a:pt x="41" y="578"/>
                    <a:pt x="47" y="586"/>
                  </a:cubicBezTo>
                  <a:cubicBezTo>
                    <a:pt x="72" y="633"/>
                    <a:pt x="77" y="635"/>
                    <a:pt x="77" y="642"/>
                  </a:cubicBezTo>
                  <a:cubicBezTo>
                    <a:pt x="117" y="700"/>
                    <a:pt x="120" y="711"/>
                    <a:pt x="125" y="720"/>
                  </a:cubicBezTo>
                  <a:cubicBezTo>
                    <a:pt x="136" y="738"/>
                    <a:pt x="138" y="743"/>
                    <a:pt x="143" y="745"/>
                  </a:cubicBezTo>
                  <a:cubicBezTo>
                    <a:pt x="165" y="796"/>
                    <a:pt x="169" y="801"/>
                    <a:pt x="173" y="805"/>
                  </a:cubicBezTo>
                  <a:cubicBezTo>
                    <a:pt x="198" y="877"/>
                    <a:pt x="205" y="880"/>
                    <a:pt x="206" y="888"/>
                  </a:cubicBezTo>
                  <a:cubicBezTo>
                    <a:pt x="210" y="912"/>
                    <a:pt x="215" y="915"/>
                    <a:pt x="216" y="923"/>
                  </a:cubicBezTo>
                  <a:cubicBezTo>
                    <a:pt x="239" y="982"/>
                    <a:pt x="234" y="967"/>
                    <a:pt x="238" y="961"/>
                  </a:cubicBezTo>
                  <a:cubicBezTo>
                    <a:pt x="220" y="890"/>
                    <a:pt x="217" y="886"/>
                    <a:pt x="218" y="876"/>
                  </a:cubicBezTo>
                  <a:cubicBezTo>
                    <a:pt x="175" y="774"/>
                    <a:pt x="176" y="763"/>
                    <a:pt x="173" y="755"/>
                  </a:cubicBezTo>
                  <a:cubicBezTo>
                    <a:pt x="155" y="729"/>
                    <a:pt x="156" y="717"/>
                    <a:pt x="150" y="712"/>
                  </a:cubicBezTo>
                  <a:cubicBezTo>
                    <a:pt x="123" y="663"/>
                    <a:pt x="122" y="653"/>
                    <a:pt x="115" y="649"/>
                  </a:cubicBezTo>
                  <a:cubicBezTo>
                    <a:pt x="86" y="590"/>
                    <a:pt x="85" y="586"/>
                    <a:pt x="85" y="581"/>
                  </a:cubicBezTo>
                  <a:cubicBezTo>
                    <a:pt x="60" y="516"/>
                    <a:pt x="65" y="519"/>
                    <a:pt x="64" y="528"/>
                  </a:cubicBezTo>
                  <a:cubicBezTo>
                    <a:pt x="82" y="567"/>
                    <a:pt x="89" y="567"/>
                    <a:pt x="87" y="576"/>
                  </a:cubicBezTo>
                  <a:cubicBezTo>
                    <a:pt x="102" y="603"/>
                    <a:pt x="102" y="606"/>
                    <a:pt x="105" y="606"/>
                  </a:cubicBezTo>
                  <a:cubicBezTo>
                    <a:pt x="133" y="652"/>
                    <a:pt x="128" y="663"/>
                    <a:pt x="135" y="662"/>
                  </a:cubicBezTo>
                  <a:cubicBezTo>
                    <a:pt x="162" y="716"/>
                    <a:pt x="168" y="721"/>
                    <a:pt x="170" y="730"/>
                  </a:cubicBezTo>
                  <a:cubicBezTo>
                    <a:pt x="201" y="805"/>
                    <a:pt x="206" y="810"/>
                    <a:pt x="208" y="818"/>
                  </a:cubicBezTo>
                  <a:cubicBezTo>
                    <a:pt x="243" y="905"/>
                    <a:pt x="235" y="893"/>
                    <a:pt x="233" y="888"/>
                  </a:cubicBezTo>
                  <a:cubicBezTo>
                    <a:pt x="221" y="836"/>
                    <a:pt x="220" y="828"/>
                    <a:pt x="216" y="823"/>
                  </a:cubicBezTo>
                  <a:cubicBezTo>
                    <a:pt x="173" y="707"/>
                    <a:pt x="173" y="697"/>
                    <a:pt x="170" y="689"/>
                  </a:cubicBezTo>
                  <a:cubicBezTo>
                    <a:pt x="157" y="663"/>
                    <a:pt x="154" y="657"/>
                    <a:pt x="150" y="652"/>
                  </a:cubicBezTo>
                  <a:cubicBezTo>
                    <a:pt x="119" y="602"/>
                    <a:pt x="122" y="594"/>
                    <a:pt x="117" y="594"/>
                  </a:cubicBezTo>
                  <a:cubicBezTo>
                    <a:pt x="119" y="590"/>
                    <a:pt x="124" y="592"/>
                    <a:pt x="125" y="596"/>
                  </a:cubicBezTo>
                  <a:cubicBezTo>
                    <a:pt x="159" y="641"/>
                    <a:pt x="154" y="651"/>
                    <a:pt x="163" y="649"/>
                  </a:cubicBezTo>
                  <a:cubicBezTo>
                    <a:pt x="185" y="694"/>
                    <a:pt x="183" y="708"/>
                    <a:pt x="190" y="712"/>
                  </a:cubicBezTo>
                  <a:cubicBezTo>
                    <a:pt x="211" y="753"/>
                    <a:pt x="208" y="762"/>
                    <a:pt x="213" y="762"/>
                  </a:cubicBezTo>
                  <a:cubicBezTo>
                    <a:pt x="237" y="847"/>
                    <a:pt x="238" y="850"/>
                    <a:pt x="238" y="853"/>
                  </a:cubicBezTo>
                  <a:cubicBezTo>
                    <a:pt x="246" y="870"/>
                    <a:pt x="242" y="860"/>
                    <a:pt x="243" y="855"/>
                  </a:cubicBezTo>
                  <a:cubicBezTo>
                    <a:pt x="231" y="791"/>
                    <a:pt x="232" y="779"/>
                    <a:pt x="228" y="757"/>
                  </a:cubicBezTo>
                  <a:cubicBezTo>
                    <a:pt x="212" y="721"/>
                    <a:pt x="215" y="712"/>
                    <a:pt x="210" y="712"/>
                  </a:cubicBezTo>
                  <a:cubicBezTo>
                    <a:pt x="190" y="661"/>
                    <a:pt x="188" y="652"/>
                    <a:pt x="183" y="647"/>
                  </a:cubicBezTo>
                  <a:cubicBezTo>
                    <a:pt x="162" y="617"/>
                    <a:pt x="161" y="598"/>
                    <a:pt x="150" y="589"/>
                  </a:cubicBezTo>
                  <a:cubicBezTo>
                    <a:pt x="126" y="540"/>
                    <a:pt x="121" y="535"/>
                    <a:pt x="117" y="528"/>
                  </a:cubicBezTo>
                  <a:cubicBezTo>
                    <a:pt x="101" y="492"/>
                    <a:pt x="98" y="489"/>
                    <a:pt x="97" y="486"/>
                  </a:cubicBezTo>
                  <a:cubicBezTo>
                    <a:pt x="80" y="432"/>
                    <a:pt x="73" y="429"/>
                    <a:pt x="74" y="418"/>
                  </a:cubicBezTo>
                  <a:cubicBezTo>
                    <a:pt x="93" y="455"/>
                    <a:pt x="94" y="458"/>
                    <a:pt x="94" y="463"/>
                  </a:cubicBezTo>
                  <a:cubicBezTo>
                    <a:pt x="143" y="547"/>
                    <a:pt x="140" y="555"/>
                    <a:pt x="145" y="556"/>
                  </a:cubicBezTo>
                  <a:cubicBezTo>
                    <a:pt x="164" y="593"/>
                    <a:pt x="170" y="599"/>
                    <a:pt x="173" y="606"/>
                  </a:cubicBezTo>
                  <a:cubicBezTo>
                    <a:pt x="191" y="642"/>
                    <a:pt x="200" y="654"/>
                    <a:pt x="205" y="669"/>
                  </a:cubicBezTo>
                  <a:cubicBezTo>
                    <a:pt x="228" y="720"/>
                    <a:pt x="226" y="733"/>
                    <a:pt x="233" y="737"/>
                  </a:cubicBezTo>
                  <a:cubicBezTo>
                    <a:pt x="244" y="794"/>
                    <a:pt x="247" y="802"/>
                    <a:pt x="246" y="815"/>
                  </a:cubicBezTo>
                  <a:cubicBezTo>
                    <a:pt x="257" y="840"/>
                    <a:pt x="255" y="834"/>
                    <a:pt x="256" y="830"/>
                  </a:cubicBezTo>
                  <a:cubicBezTo>
                    <a:pt x="249" y="738"/>
                    <a:pt x="244" y="737"/>
                    <a:pt x="243" y="732"/>
                  </a:cubicBezTo>
                  <a:cubicBezTo>
                    <a:pt x="217" y="655"/>
                    <a:pt x="208" y="642"/>
                    <a:pt x="203" y="624"/>
                  </a:cubicBezTo>
                  <a:cubicBezTo>
                    <a:pt x="179" y="566"/>
                    <a:pt x="170" y="562"/>
                    <a:pt x="170" y="551"/>
                  </a:cubicBezTo>
                  <a:cubicBezTo>
                    <a:pt x="156" y="511"/>
                    <a:pt x="145" y="501"/>
                    <a:pt x="142" y="483"/>
                  </a:cubicBezTo>
                  <a:cubicBezTo>
                    <a:pt x="140" y="458"/>
                    <a:pt x="142" y="465"/>
                    <a:pt x="145" y="471"/>
                  </a:cubicBezTo>
                  <a:cubicBezTo>
                    <a:pt x="163" y="523"/>
                    <a:pt x="171" y="533"/>
                    <a:pt x="175" y="546"/>
                  </a:cubicBezTo>
                  <a:cubicBezTo>
                    <a:pt x="196" y="591"/>
                    <a:pt x="206" y="598"/>
                    <a:pt x="208" y="614"/>
                  </a:cubicBezTo>
                  <a:cubicBezTo>
                    <a:pt x="231" y="662"/>
                    <a:pt x="236" y="674"/>
                    <a:pt x="241" y="687"/>
                  </a:cubicBezTo>
                  <a:cubicBezTo>
                    <a:pt x="252" y="718"/>
                    <a:pt x="249" y="725"/>
                    <a:pt x="253" y="725"/>
                  </a:cubicBezTo>
                  <a:cubicBezTo>
                    <a:pt x="268" y="760"/>
                    <a:pt x="259" y="754"/>
                    <a:pt x="261" y="750"/>
                  </a:cubicBezTo>
                  <a:cubicBezTo>
                    <a:pt x="260" y="703"/>
                    <a:pt x="254" y="700"/>
                    <a:pt x="258" y="692"/>
                  </a:cubicBezTo>
                  <a:cubicBezTo>
                    <a:pt x="248" y="658"/>
                    <a:pt x="249" y="652"/>
                    <a:pt x="246" y="652"/>
                  </a:cubicBezTo>
                  <a:cubicBezTo>
                    <a:pt x="229" y="597"/>
                    <a:pt x="228" y="593"/>
                    <a:pt x="228" y="589"/>
                  </a:cubicBezTo>
                  <a:cubicBezTo>
                    <a:pt x="211" y="547"/>
                    <a:pt x="207" y="538"/>
                    <a:pt x="203" y="528"/>
                  </a:cubicBezTo>
                  <a:cubicBezTo>
                    <a:pt x="186" y="481"/>
                    <a:pt x="179" y="480"/>
                    <a:pt x="180" y="473"/>
                  </a:cubicBezTo>
                  <a:cubicBezTo>
                    <a:pt x="156" y="407"/>
                    <a:pt x="153" y="397"/>
                    <a:pt x="150" y="387"/>
                  </a:cubicBezTo>
                  <a:cubicBezTo>
                    <a:pt x="147" y="345"/>
                    <a:pt x="152" y="348"/>
                    <a:pt x="150" y="357"/>
                  </a:cubicBezTo>
                  <a:cubicBezTo>
                    <a:pt x="176" y="446"/>
                    <a:pt x="183" y="456"/>
                    <a:pt x="188" y="468"/>
                  </a:cubicBezTo>
                  <a:cubicBezTo>
                    <a:pt x="206" y="507"/>
                    <a:pt x="205" y="512"/>
                    <a:pt x="205" y="516"/>
                  </a:cubicBezTo>
                  <a:cubicBezTo>
                    <a:pt x="224" y="553"/>
                    <a:pt x="228" y="566"/>
                    <a:pt x="233" y="579"/>
                  </a:cubicBezTo>
                  <a:cubicBezTo>
                    <a:pt x="232" y="555"/>
                    <a:pt x="229" y="552"/>
                    <a:pt x="228" y="546"/>
                  </a:cubicBezTo>
                  <a:cubicBezTo>
                    <a:pt x="212" y="499"/>
                    <a:pt x="215" y="491"/>
                    <a:pt x="210" y="491"/>
                  </a:cubicBezTo>
                  <a:cubicBezTo>
                    <a:pt x="198" y="374"/>
                    <a:pt x="193" y="371"/>
                    <a:pt x="198" y="360"/>
                  </a:cubicBezTo>
                  <a:cubicBezTo>
                    <a:pt x="209" y="429"/>
                    <a:pt x="211" y="465"/>
                    <a:pt x="223" y="491"/>
                  </a:cubicBezTo>
                  <a:cubicBezTo>
                    <a:pt x="280" y="680"/>
                    <a:pt x="276" y="677"/>
                    <a:pt x="276" y="674"/>
                  </a:cubicBezTo>
                  <a:cubicBezTo>
                    <a:pt x="265" y="621"/>
                    <a:pt x="263" y="596"/>
                    <a:pt x="256" y="576"/>
                  </a:cubicBezTo>
                  <a:cubicBezTo>
                    <a:pt x="238" y="489"/>
                    <a:pt x="237" y="484"/>
                    <a:pt x="233" y="481"/>
                  </a:cubicBezTo>
                  <a:cubicBezTo>
                    <a:pt x="229" y="441"/>
                    <a:pt x="223" y="426"/>
                    <a:pt x="223" y="415"/>
                  </a:cubicBezTo>
                  <a:cubicBezTo>
                    <a:pt x="215" y="326"/>
                    <a:pt x="215" y="313"/>
                    <a:pt x="215" y="299"/>
                  </a:cubicBezTo>
                  <a:cubicBezTo>
                    <a:pt x="216" y="264"/>
                    <a:pt x="215" y="246"/>
                    <a:pt x="215" y="229"/>
                  </a:cubicBezTo>
                  <a:cubicBezTo>
                    <a:pt x="220" y="243"/>
                    <a:pt x="217" y="244"/>
                    <a:pt x="220" y="252"/>
                  </a:cubicBezTo>
                  <a:cubicBezTo>
                    <a:pt x="227" y="394"/>
                    <a:pt x="231" y="403"/>
                    <a:pt x="230" y="418"/>
                  </a:cubicBezTo>
                  <a:cubicBezTo>
                    <a:pt x="241" y="471"/>
                    <a:pt x="249" y="489"/>
                    <a:pt x="253" y="511"/>
                  </a:cubicBezTo>
                  <a:cubicBezTo>
                    <a:pt x="269" y="599"/>
                    <a:pt x="275" y="599"/>
                    <a:pt x="273" y="606"/>
                  </a:cubicBezTo>
                  <a:cubicBezTo>
                    <a:pt x="283" y="651"/>
                    <a:pt x="286" y="652"/>
                    <a:pt x="286" y="672"/>
                  </a:cubicBezTo>
                  <a:cubicBezTo>
                    <a:pt x="296" y="620"/>
                    <a:pt x="298" y="608"/>
                    <a:pt x="293" y="589"/>
                  </a:cubicBezTo>
                  <a:cubicBezTo>
                    <a:pt x="280" y="509"/>
                    <a:pt x="286" y="493"/>
                    <a:pt x="281" y="488"/>
                  </a:cubicBezTo>
                  <a:cubicBezTo>
                    <a:pt x="267" y="299"/>
                    <a:pt x="263" y="266"/>
                    <a:pt x="268" y="241"/>
                  </a:cubicBezTo>
                  <a:cubicBezTo>
                    <a:pt x="274" y="196"/>
                    <a:pt x="264" y="191"/>
                    <a:pt x="270" y="186"/>
                  </a:cubicBezTo>
                  <a:cubicBezTo>
                    <a:pt x="277" y="197"/>
                    <a:pt x="273" y="206"/>
                    <a:pt x="273" y="216"/>
                  </a:cubicBezTo>
                  <a:cubicBezTo>
                    <a:pt x="276" y="229"/>
                    <a:pt x="273" y="230"/>
                    <a:pt x="273" y="239"/>
                  </a:cubicBezTo>
                  <a:cubicBezTo>
                    <a:pt x="284" y="423"/>
                    <a:pt x="283" y="439"/>
                    <a:pt x="286" y="453"/>
                  </a:cubicBezTo>
                  <a:cubicBezTo>
                    <a:pt x="292" y="522"/>
                    <a:pt x="304" y="540"/>
                    <a:pt x="303" y="574"/>
                  </a:cubicBezTo>
                  <a:cubicBezTo>
                    <a:pt x="306" y="533"/>
                    <a:pt x="306" y="521"/>
                    <a:pt x="306" y="508"/>
                  </a:cubicBezTo>
                  <a:cubicBezTo>
                    <a:pt x="292" y="325"/>
                    <a:pt x="289" y="308"/>
                    <a:pt x="291" y="292"/>
                  </a:cubicBezTo>
                  <a:cubicBezTo>
                    <a:pt x="285" y="226"/>
                    <a:pt x="289" y="223"/>
                    <a:pt x="288" y="209"/>
                  </a:cubicBezTo>
                  <a:cubicBezTo>
                    <a:pt x="293" y="131"/>
                    <a:pt x="295" y="122"/>
                    <a:pt x="296" y="111"/>
                  </a:cubicBezTo>
                  <a:cubicBezTo>
                    <a:pt x="296" y="107"/>
                    <a:pt x="305" y="125"/>
                    <a:pt x="298" y="126"/>
                  </a:cubicBezTo>
                  <a:cubicBezTo>
                    <a:pt x="292" y="226"/>
                    <a:pt x="298" y="243"/>
                    <a:pt x="296" y="259"/>
                  </a:cubicBezTo>
                  <a:cubicBezTo>
                    <a:pt x="303" y="366"/>
                    <a:pt x="309" y="397"/>
                    <a:pt x="308" y="435"/>
                  </a:cubicBezTo>
                  <a:cubicBezTo>
                    <a:pt x="323" y="474"/>
                    <a:pt x="314" y="470"/>
                    <a:pt x="316" y="465"/>
                  </a:cubicBezTo>
                  <a:cubicBezTo>
                    <a:pt x="318" y="444"/>
                    <a:pt x="318" y="439"/>
                    <a:pt x="318" y="435"/>
                  </a:cubicBezTo>
                  <a:cubicBezTo>
                    <a:pt x="316" y="396"/>
                    <a:pt x="316" y="392"/>
                    <a:pt x="316" y="387"/>
                  </a:cubicBezTo>
                  <a:cubicBezTo>
                    <a:pt x="315" y="330"/>
                    <a:pt x="313" y="324"/>
                    <a:pt x="313" y="319"/>
                  </a:cubicBezTo>
                  <a:cubicBezTo>
                    <a:pt x="318" y="200"/>
                    <a:pt x="323" y="199"/>
                    <a:pt x="321" y="191"/>
                  </a:cubicBezTo>
                  <a:cubicBezTo>
                    <a:pt x="325" y="160"/>
                    <a:pt x="320" y="150"/>
                    <a:pt x="326" y="151"/>
                  </a:cubicBezTo>
                  <a:cubicBezTo>
                    <a:pt x="333" y="137"/>
                    <a:pt x="331" y="147"/>
                    <a:pt x="328" y="156"/>
                  </a:cubicBezTo>
                  <a:cubicBezTo>
                    <a:pt x="322" y="246"/>
                    <a:pt x="326" y="266"/>
                    <a:pt x="321" y="277"/>
                  </a:cubicBezTo>
                  <a:cubicBezTo>
                    <a:pt x="324" y="351"/>
                    <a:pt x="322" y="357"/>
                    <a:pt x="326" y="357"/>
                  </a:cubicBezTo>
                  <a:cubicBezTo>
                    <a:pt x="328" y="453"/>
                    <a:pt x="326" y="458"/>
                    <a:pt x="326" y="463"/>
                  </a:cubicBezTo>
                  <a:cubicBezTo>
                    <a:pt x="338" y="484"/>
                    <a:pt x="338" y="481"/>
                    <a:pt x="339" y="478"/>
                  </a:cubicBezTo>
                  <a:cubicBezTo>
                    <a:pt x="339" y="467"/>
                    <a:pt x="338" y="461"/>
                    <a:pt x="339" y="453"/>
                  </a:cubicBezTo>
                  <a:cubicBezTo>
                    <a:pt x="339" y="390"/>
                    <a:pt x="345" y="391"/>
                    <a:pt x="344" y="385"/>
                  </a:cubicBezTo>
                  <a:cubicBezTo>
                    <a:pt x="344" y="252"/>
                    <a:pt x="346" y="241"/>
                    <a:pt x="346" y="229"/>
                  </a:cubicBezTo>
                  <a:cubicBezTo>
                    <a:pt x="373" y="110"/>
                    <a:pt x="371" y="102"/>
                    <a:pt x="374" y="98"/>
                  </a:cubicBezTo>
                  <a:cubicBezTo>
                    <a:pt x="379" y="60"/>
                    <a:pt x="385" y="60"/>
                    <a:pt x="384" y="53"/>
                  </a:cubicBezTo>
                  <a:cubicBezTo>
                    <a:pt x="397" y="11"/>
                    <a:pt x="405" y="24"/>
                    <a:pt x="399" y="22"/>
                  </a:cubicBezTo>
                  <a:cubicBezTo>
                    <a:pt x="374" y="102"/>
                    <a:pt x="383" y="117"/>
                    <a:pt x="376" y="116"/>
                  </a:cubicBezTo>
                  <a:cubicBezTo>
                    <a:pt x="367" y="192"/>
                    <a:pt x="355" y="232"/>
                    <a:pt x="351" y="272"/>
                  </a:cubicBezTo>
                  <a:cubicBezTo>
                    <a:pt x="351" y="359"/>
                    <a:pt x="355" y="369"/>
                    <a:pt x="354" y="372"/>
                  </a:cubicBezTo>
                  <a:cubicBezTo>
                    <a:pt x="351" y="399"/>
                    <a:pt x="351" y="403"/>
                    <a:pt x="351" y="407"/>
                  </a:cubicBezTo>
                  <a:cubicBezTo>
                    <a:pt x="362" y="364"/>
                    <a:pt x="358" y="351"/>
                    <a:pt x="364" y="347"/>
                  </a:cubicBezTo>
                  <a:cubicBezTo>
                    <a:pt x="368" y="321"/>
                    <a:pt x="368" y="314"/>
                    <a:pt x="371" y="314"/>
                  </a:cubicBezTo>
                  <a:cubicBezTo>
                    <a:pt x="390" y="172"/>
                    <a:pt x="402" y="149"/>
                    <a:pt x="404" y="116"/>
                  </a:cubicBezTo>
                  <a:cubicBezTo>
                    <a:pt x="432" y="41"/>
                    <a:pt x="427" y="40"/>
                    <a:pt x="429" y="48"/>
                  </a:cubicBezTo>
                  <a:cubicBezTo>
                    <a:pt x="403" y="151"/>
                    <a:pt x="400" y="182"/>
                    <a:pt x="396" y="221"/>
                  </a:cubicBezTo>
                  <a:cubicBezTo>
                    <a:pt x="369" y="402"/>
                    <a:pt x="368" y="392"/>
                    <a:pt x="374" y="387"/>
                  </a:cubicBezTo>
                  <a:cubicBezTo>
                    <a:pt x="381" y="362"/>
                    <a:pt x="384" y="355"/>
                    <a:pt x="386" y="347"/>
                  </a:cubicBezTo>
                  <a:cubicBezTo>
                    <a:pt x="421" y="286"/>
                    <a:pt x="421" y="276"/>
                    <a:pt x="426" y="272"/>
                  </a:cubicBezTo>
                  <a:cubicBezTo>
                    <a:pt x="463" y="190"/>
                    <a:pt x="470" y="184"/>
                    <a:pt x="472" y="173"/>
                  </a:cubicBezTo>
                  <a:cubicBezTo>
                    <a:pt x="478" y="175"/>
                    <a:pt x="469" y="199"/>
                    <a:pt x="462" y="224"/>
                  </a:cubicBezTo>
                  <a:cubicBezTo>
                    <a:pt x="446" y="260"/>
                    <a:pt x="442" y="261"/>
                    <a:pt x="442" y="261"/>
                  </a:cubicBezTo>
                  <a:cubicBezTo>
                    <a:pt x="417" y="299"/>
                    <a:pt x="417" y="319"/>
                    <a:pt x="406" y="329"/>
                  </a:cubicBezTo>
                  <a:cubicBezTo>
                    <a:pt x="393" y="372"/>
                    <a:pt x="394" y="370"/>
                    <a:pt x="396" y="370"/>
                  </a:cubicBezTo>
                  <a:cubicBezTo>
                    <a:pt x="423" y="330"/>
                    <a:pt x="433" y="319"/>
                    <a:pt x="437" y="302"/>
                  </a:cubicBezTo>
                  <a:cubicBezTo>
                    <a:pt x="464" y="262"/>
                    <a:pt x="464" y="255"/>
                    <a:pt x="467" y="251"/>
                  </a:cubicBezTo>
                  <a:cubicBezTo>
                    <a:pt x="504" y="170"/>
                    <a:pt x="509" y="151"/>
                    <a:pt x="512" y="128"/>
                  </a:cubicBezTo>
                  <a:cubicBezTo>
                    <a:pt x="522" y="92"/>
                    <a:pt x="522" y="99"/>
                    <a:pt x="522" y="105"/>
                  </a:cubicBezTo>
                  <a:cubicBezTo>
                    <a:pt x="496" y="217"/>
                    <a:pt x="493" y="220"/>
                    <a:pt x="492" y="224"/>
                  </a:cubicBezTo>
                  <a:cubicBezTo>
                    <a:pt x="470" y="268"/>
                    <a:pt x="468" y="270"/>
                    <a:pt x="467" y="274"/>
                  </a:cubicBezTo>
                  <a:cubicBezTo>
                    <a:pt x="460" y="300"/>
                    <a:pt x="449" y="294"/>
                    <a:pt x="452" y="302"/>
                  </a:cubicBezTo>
                  <a:cubicBezTo>
                    <a:pt x="426" y="346"/>
                    <a:pt x="419" y="348"/>
                    <a:pt x="419" y="357"/>
                  </a:cubicBezTo>
                  <a:cubicBezTo>
                    <a:pt x="377" y="415"/>
                    <a:pt x="378" y="425"/>
                    <a:pt x="369" y="425"/>
                  </a:cubicBezTo>
                  <a:cubicBezTo>
                    <a:pt x="358" y="467"/>
                    <a:pt x="351" y="467"/>
                    <a:pt x="354" y="475"/>
                  </a:cubicBezTo>
                  <a:cubicBezTo>
                    <a:pt x="367" y="453"/>
                    <a:pt x="377" y="450"/>
                    <a:pt x="379" y="438"/>
                  </a:cubicBezTo>
                  <a:cubicBezTo>
                    <a:pt x="409" y="380"/>
                    <a:pt x="416" y="379"/>
                    <a:pt x="417" y="372"/>
                  </a:cubicBezTo>
                  <a:cubicBezTo>
                    <a:pt x="432" y="354"/>
                    <a:pt x="437" y="346"/>
                    <a:pt x="442" y="337"/>
                  </a:cubicBezTo>
                  <a:cubicBezTo>
                    <a:pt x="466" y="307"/>
                    <a:pt x="467" y="295"/>
                    <a:pt x="477" y="292"/>
                  </a:cubicBezTo>
                  <a:cubicBezTo>
                    <a:pt x="499" y="244"/>
                    <a:pt x="508" y="247"/>
                    <a:pt x="507" y="239"/>
                  </a:cubicBezTo>
                  <a:cubicBezTo>
                    <a:pt x="524" y="202"/>
                    <a:pt x="526" y="190"/>
                    <a:pt x="532" y="183"/>
                  </a:cubicBezTo>
                  <a:cubicBezTo>
                    <a:pt x="548" y="92"/>
                    <a:pt x="554" y="90"/>
                    <a:pt x="550" y="85"/>
                  </a:cubicBezTo>
                  <a:cubicBezTo>
                    <a:pt x="558" y="74"/>
                    <a:pt x="553" y="90"/>
                    <a:pt x="555" y="113"/>
                  </a:cubicBezTo>
                  <a:cubicBezTo>
                    <a:pt x="542" y="172"/>
                    <a:pt x="541" y="178"/>
                    <a:pt x="537" y="181"/>
                  </a:cubicBezTo>
                  <a:cubicBezTo>
                    <a:pt x="505" y="263"/>
                    <a:pt x="501" y="266"/>
                    <a:pt x="499" y="271"/>
                  </a:cubicBezTo>
                  <a:cubicBezTo>
                    <a:pt x="484" y="295"/>
                    <a:pt x="484" y="297"/>
                    <a:pt x="482" y="297"/>
                  </a:cubicBezTo>
                  <a:cubicBezTo>
                    <a:pt x="457" y="329"/>
                    <a:pt x="455" y="341"/>
                    <a:pt x="447" y="347"/>
                  </a:cubicBezTo>
                  <a:cubicBezTo>
                    <a:pt x="407" y="407"/>
                    <a:pt x="403" y="417"/>
                    <a:pt x="399" y="428"/>
                  </a:cubicBezTo>
                  <a:cubicBezTo>
                    <a:pt x="366" y="495"/>
                    <a:pt x="355" y="497"/>
                    <a:pt x="354" y="511"/>
                  </a:cubicBezTo>
                  <a:cubicBezTo>
                    <a:pt x="335" y="549"/>
                    <a:pt x="325" y="553"/>
                    <a:pt x="326" y="569"/>
                  </a:cubicBezTo>
                  <a:cubicBezTo>
                    <a:pt x="362" y="513"/>
                    <a:pt x="363" y="500"/>
                    <a:pt x="369" y="493"/>
                  </a:cubicBezTo>
                  <a:cubicBezTo>
                    <a:pt x="404" y="438"/>
                    <a:pt x="412" y="433"/>
                    <a:pt x="414" y="423"/>
                  </a:cubicBezTo>
                  <a:cubicBezTo>
                    <a:pt x="432" y="393"/>
                    <a:pt x="442" y="397"/>
                    <a:pt x="439" y="387"/>
                  </a:cubicBezTo>
                  <a:cubicBezTo>
                    <a:pt x="476" y="345"/>
                    <a:pt x="475" y="336"/>
                    <a:pt x="482" y="334"/>
                  </a:cubicBezTo>
                  <a:cubicBezTo>
                    <a:pt x="503" y="295"/>
                    <a:pt x="509" y="292"/>
                    <a:pt x="512" y="287"/>
                  </a:cubicBezTo>
                  <a:cubicBezTo>
                    <a:pt x="539" y="245"/>
                    <a:pt x="539" y="228"/>
                    <a:pt x="547" y="219"/>
                  </a:cubicBezTo>
                  <a:cubicBezTo>
                    <a:pt x="562" y="165"/>
                    <a:pt x="567" y="153"/>
                    <a:pt x="570" y="138"/>
                  </a:cubicBezTo>
                  <a:cubicBezTo>
                    <a:pt x="577" y="72"/>
                    <a:pt x="586" y="67"/>
                    <a:pt x="585" y="57"/>
                  </a:cubicBezTo>
                  <a:cubicBezTo>
                    <a:pt x="585" y="94"/>
                    <a:pt x="579" y="99"/>
                    <a:pt x="580" y="110"/>
                  </a:cubicBezTo>
                  <a:cubicBezTo>
                    <a:pt x="567" y="189"/>
                    <a:pt x="560" y="188"/>
                    <a:pt x="562" y="196"/>
                  </a:cubicBezTo>
                  <a:cubicBezTo>
                    <a:pt x="550" y="239"/>
                    <a:pt x="538" y="250"/>
                    <a:pt x="535" y="269"/>
                  </a:cubicBezTo>
                  <a:cubicBezTo>
                    <a:pt x="506" y="321"/>
                    <a:pt x="500" y="322"/>
                    <a:pt x="500" y="329"/>
                  </a:cubicBezTo>
                  <a:cubicBezTo>
                    <a:pt x="467" y="374"/>
                    <a:pt x="461" y="376"/>
                    <a:pt x="457" y="380"/>
                  </a:cubicBezTo>
                  <a:cubicBezTo>
                    <a:pt x="427" y="424"/>
                    <a:pt x="425" y="427"/>
                    <a:pt x="424" y="430"/>
                  </a:cubicBezTo>
                  <a:cubicBezTo>
                    <a:pt x="401" y="471"/>
                    <a:pt x="394" y="474"/>
                    <a:pt x="391" y="480"/>
                  </a:cubicBezTo>
                  <a:cubicBezTo>
                    <a:pt x="381" y="509"/>
                    <a:pt x="381" y="506"/>
                    <a:pt x="381" y="503"/>
                  </a:cubicBezTo>
                  <a:cubicBezTo>
                    <a:pt x="415" y="463"/>
                    <a:pt x="421" y="454"/>
                    <a:pt x="429" y="448"/>
                  </a:cubicBezTo>
                  <a:cubicBezTo>
                    <a:pt x="442" y="427"/>
                    <a:pt x="447" y="428"/>
                    <a:pt x="447" y="425"/>
                  </a:cubicBezTo>
                  <a:cubicBezTo>
                    <a:pt x="472" y="394"/>
                    <a:pt x="479" y="387"/>
                    <a:pt x="484" y="380"/>
                  </a:cubicBezTo>
                  <a:cubicBezTo>
                    <a:pt x="504" y="353"/>
                    <a:pt x="508" y="349"/>
                    <a:pt x="512" y="347"/>
                  </a:cubicBezTo>
                  <a:cubicBezTo>
                    <a:pt x="538" y="309"/>
                    <a:pt x="541" y="301"/>
                    <a:pt x="545" y="294"/>
                  </a:cubicBezTo>
                  <a:cubicBezTo>
                    <a:pt x="559" y="253"/>
                    <a:pt x="562" y="251"/>
                    <a:pt x="567" y="251"/>
                  </a:cubicBezTo>
                  <a:cubicBezTo>
                    <a:pt x="523" y="343"/>
                    <a:pt x="520" y="354"/>
                    <a:pt x="512" y="360"/>
                  </a:cubicBezTo>
                  <a:cubicBezTo>
                    <a:pt x="483" y="397"/>
                    <a:pt x="482" y="399"/>
                    <a:pt x="482" y="402"/>
                  </a:cubicBezTo>
                  <a:cubicBezTo>
                    <a:pt x="463" y="420"/>
                    <a:pt x="460" y="424"/>
                    <a:pt x="459" y="430"/>
                  </a:cubicBezTo>
                  <a:cubicBezTo>
                    <a:pt x="433" y="460"/>
                    <a:pt x="432" y="462"/>
                    <a:pt x="429" y="463"/>
                  </a:cubicBezTo>
                  <a:cubicBezTo>
                    <a:pt x="403" y="503"/>
                    <a:pt x="395" y="502"/>
                    <a:pt x="394" y="508"/>
                  </a:cubicBezTo>
                  <a:cubicBezTo>
                    <a:pt x="360" y="548"/>
                    <a:pt x="356" y="558"/>
                    <a:pt x="351" y="566"/>
                  </a:cubicBezTo>
                  <a:cubicBezTo>
                    <a:pt x="315" y="653"/>
                    <a:pt x="316" y="649"/>
                    <a:pt x="319" y="649"/>
                  </a:cubicBezTo>
                  <a:cubicBezTo>
                    <a:pt x="332" y="628"/>
                    <a:pt x="333" y="622"/>
                    <a:pt x="336" y="619"/>
                  </a:cubicBezTo>
                  <a:cubicBezTo>
                    <a:pt x="367" y="582"/>
                    <a:pt x="371" y="575"/>
                    <a:pt x="376" y="568"/>
                  </a:cubicBezTo>
                  <a:cubicBezTo>
                    <a:pt x="394" y="542"/>
                    <a:pt x="402" y="543"/>
                    <a:pt x="402" y="536"/>
                  </a:cubicBezTo>
                  <a:cubicBezTo>
                    <a:pt x="438" y="505"/>
                    <a:pt x="438" y="494"/>
                    <a:pt x="447" y="490"/>
                  </a:cubicBezTo>
                  <a:cubicBezTo>
                    <a:pt x="471" y="464"/>
                    <a:pt x="471" y="452"/>
                    <a:pt x="479" y="448"/>
                  </a:cubicBezTo>
                  <a:cubicBezTo>
                    <a:pt x="500" y="419"/>
                    <a:pt x="504" y="411"/>
                    <a:pt x="510" y="405"/>
                  </a:cubicBezTo>
                  <a:cubicBezTo>
                    <a:pt x="544" y="340"/>
                    <a:pt x="544" y="334"/>
                    <a:pt x="547" y="332"/>
                  </a:cubicBezTo>
                  <a:cubicBezTo>
                    <a:pt x="576" y="260"/>
                    <a:pt x="573" y="249"/>
                    <a:pt x="577" y="244"/>
                  </a:cubicBezTo>
                  <a:cubicBezTo>
                    <a:pt x="586" y="197"/>
                    <a:pt x="588" y="164"/>
                    <a:pt x="595" y="135"/>
                  </a:cubicBezTo>
                  <a:cubicBezTo>
                    <a:pt x="594" y="196"/>
                    <a:pt x="589" y="206"/>
                    <a:pt x="590" y="224"/>
                  </a:cubicBezTo>
                  <a:cubicBezTo>
                    <a:pt x="572" y="286"/>
                    <a:pt x="575" y="297"/>
                    <a:pt x="570" y="299"/>
                  </a:cubicBezTo>
                  <a:cubicBezTo>
                    <a:pt x="537" y="378"/>
                    <a:pt x="533" y="389"/>
                    <a:pt x="525" y="397"/>
                  </a:cubicBezTo>
                  <a:cubicBezTo>
                    <a:pt x="506" y="431"/>
                    <a:pt x="503" y="431"/>
                    <a:pt x="502" y="435"/>
                  </a:cubicBezTo>
                  <a:cubicBezTo>
                    <a:pt x="485" y="464"/>
                    <a:pt x="476" y="464"/>
                    <a:pt x="477" y="473"/>
                  </a:cubicBezTo>
                  <a:cubicBezTo>
                    <a:pt x="452" y="503"/>
                    <a:pt x="446" y="505"/>
                    <a:pt x="442" y="508"/>
                  </a:cubicBezTo>
                  <a:cubicBezTo>
                    <a:pt x="424" y="523"/>
                    <a:pt x="427" y="534"/>
                    <a:pt x="419" y="533"/>
                  </a:cubicBezTo>
                  <a:cubicBezTo>
                    <a:pt x="337" y="645"/>
                    <a:pt x="338" y="641"/>
                    <a:pt x="341" y="641"/>
                  </a:cubicBezTo>
                  <a:cubicBezTo>
                    <a:pt x="357" y="630"/>
                    <a:pt x="354" y="622"/>
                    <a:pt x="359" y="621"/>
                  </a:cubicBezTo>
                  <a:cubicBezTo>
                    <a:pt x="419" y="562"/>
                    <a:pt x="442" y="543"/>
                    <a:pt x="459" y="518"/>
                  </a:cubicBezTo>
                  <a:cubicBezTo>
                    <a:pt x="475" y="496"/>
                    <a:pt x="482" y="498"/>
                    <a:pt x="482" y="493"/>
                  </a:cubicBezTo>
                  <a:cubicBezTo>
                    <a:pt x="501" y="474"/>
                    <a:pt x="503" y="471"/>
                    <a:pt x="505" y="468"/>
                  </a:cubicBezTo>
                  <a:cubicBezTo>
                    <a:pt x="547" y="407"/>
                    <a:pt x="552" y="402"/>
                    <a:pt x="557" y="397"/>
                  </a:cubicBezTo>
                  <a:cubicBezTo>
                    <a:pt x="585" y="334"/>
                    <a:pt x="592" y="336"/>
                    <a:pt x="590" y="329"/>
                  </a:cubicBezTo>
                  <a:cubicBezTo>
                    <a:pt x="604" y="294"/>
                    <a:pt x="606" y="286"/>
                    <a:pt x="610" y="281"/>
                  </a:cubicBezTo>
                  <a:cubicBezTo>
                    <a:pt x="629" y="217"/>
                    <a:pt x="627" y="222"/>
                    <a:pt x="628" y="226"/>
                  </a:cubicBezTo>
                  <a:cubicBezTo>
                    <a:pt x="614" y="259"/>
                    <a:pt x="624" y="266"/>
                    <a:pt x="618" y="269"/>
                  </a:cubicBezTo>
                  <a:cubicBezTo>
                    <a:pt x="600" y="334"/>
                    <a:pt x="592" y="341"/>
                    <a:pt x="590" y="354"/>
                  </a:cubicBezTo>
                  <a:cubicBezTo>
                    <a:pt x="569" y="389"/>
                    <a:pt x="569" y="396"/>
                    <a:pt x="565" y="400"/>
                  </a:cubicBezTo>
                  <a:cubicBezTo>
                    <a:pt x="539" y="449"/>
                    <a:pt x="528" y="446"/>
                    <a:pt x="530" y="455"/>
                  </a:cubicBezTo>
                  <a:cubicBezTo>
                    <a:pt x="494" y="498"/>
                    <a:pt x="491" y="501"/>
                    <a:pt x="487" y="505"/>
                  </a:cubicBezTo>
                  <a:cubicBezTo>
                    <a:pt x="467" y="523"/>
                    <a:pt x="465" y="536"/>
                    <a:pt x="454" y="541"/>
                  </a:cubicBezTo>
                  <a:cubicBezTo>
                    <a:pt x="435" y="560"/>
                    <a:pt x="434" y="562"/>
                    <a:pt x="434" y="566"/>
                  </a:cubicBezTo>
                  <a:cubicBezTo>
                    <a:pt x="409" y="593"/>
                    <a:pt x="397" y="589"/>
                    <a:pt x="399" y="599"/>
                  </a:cubicBezTo>
                  <a:cubicBezTo>
                    <a:pt x="371" y="623"/>
                    <a:pt x="367" y="627"/>
                    <a:pt x="364" y="631"/>
                  </a:cubicBezTo>
                  <a:cubicBezTo>
                    <a:pt x="347" y="653"/>
                    <a:pt x="344" y="654"/>
                    <a:pt x="341" y="654"/>
                  </a:cubicBezTo>
                  <a:cubicBezTo>
                    <a:pt x="306" y="715"/>
                    <a:pt x="304" y="720"/>
                    <a:pt x="301" y="722"/>
                  </a:cubicBezTo>
                  <a:cubicBezTo>
                    <a:pt x="296" y="747"/>
                    <a:pt x="297" y="745"/>
                    <a:pt x="299" y="745"/>
                  </a:cubicBezTo>
                  <a:cubicBezTo>
                    <a:pt x="318" y="708"/>
                    <a:pt x="325" y="704"/>
                    <a:pt x="329" y="697"/>
                  </a:cubicBezTo>
                  <a:cubicBezTo>
                    <a:pt x="354" y="669"/>
                    <a:pt x="351" y="661"/>
                    <a:pt x="356" y="662"/>
                  </a:cubicBezTo>
                  <a:cubicBezTo>
                    <a:pt x="380" y="634"/>
                    <a:pt x="389" y="622"/>
                    <a:pt x="399" y="611"/>
                  </a:cubicBezTo>
                  <a:cubicBezTo>
                    <a:pt x="461" y="555"/>
                    <a:pt x="469" y="552"/>
                    <a:pt x="472" y="543"/>
                  </a:cubicBezTo>
                  <a:cubicBezTo>
                    <a:pt x="512" y="507"/>
                    <a:pt x="513" y="503"/>
                    <a:pt x="520" y="503"/>
                  </a:cubicBezTo>
                  <a:cubicBezTo>
                    <a:pt x="550" y="469"/>
                    <a:pt x="557" y="461"/>
                    <a:pt x="565" y="455"/>
                  </a:cubicBezTo>
                  <a:cubicBezTo>
                    <a:pt x="598" y="394"/>
                    <a:pt x="603" y="386"/>
                    <a:pt x="610" y="380"/>
                  </a:cubicBezTo>
                  <a:cubicBezTo>
                    <a:pt x="617" y="354"/>
                    <a:pt x="618" y="350"/>
                    <a:pt x="623" y="349"/>
                  </a:cubicBezTo>
                  <a:cubicBezTo>
                    <a:pt x="643" y="301"/>
                    <a:pt x="640" y="315"/>
                    <a:pt x="638" y="317"/>
                  </a:cubicBezTo>
                  <a:cubicBezTo>
                    <a:pt x="614" y="376"/>
                    <a:pt x="614" y="391"/>
                    <a:pt x="605" y="397"/>
                  </a:cubicBezTo>
                  <a:cubicBezTo>
                    <a:pt x="571" y="455"/>
                    <a:pt x="568" y="462"/>
                    <a:pt x="565" y="470"/>
                  </a:cubicBezTo>
                  <a:cubicBezTo>
                    <a:pt x="543" y="489"/>
                    <a:pt x="545" y="498"/>
                    <a:pt x="537" y="495"/>
                  </a:cubicBezTo>
                  <a:cubicBezTo>
                    <a:pt x="520" y="516"/>
                    <a:pt x="516" y="518"/>
                    <a:pt x="512" y="521"/>
                  </a:cubicBezTo>
                  <a:cubicBezTo>
                    <a:pt x="488" y="541"/>
                    <a:pt x="485" y="549"/>
                    <a:pt x="477" y="553"/>
                  </a:cubicBezTo>
                  <a:cubicBezTo>
                    <a:pt x="451" y="584"/>
                    <a:pt x="445" y="583"/>
                    <a:pt x="444" y="589"/>
                  </a:cubicBezTo>
                  <a:cubicBezTo>
                    <a:pt x="416" y="615"/>
                    <a:pt x="402" y="624"/>
                    <a:pt x="392" y="636"/>
                  </a:cubicBezTo>
                  <a:cubicBezTo>
                    <a:pt x="369" y="660"/>
                    <a:pt x="366" y="668"/>
                    <a:pt x="359" y="672"/>
                  </a:cubicBezTo>
                  <a:cubicBezTo>
                    <a:pt x="326" y="726"/>
                    <a:pt x="315" y="734"/>
                    <a:pt x="309" y="747"/>
                  </a:cubicBezTo>
                  <a:cubicBezTo>
                    <a:pt x="299" y="770"/>
                    <a:pt x="301" y="766"/>
                    <a:pt x="304" y="762"/>
                  </a:cubicBezTo>
                  <a:cubicBezTo>
                    <a:pt x="323" y="737"/>
                    <a:pt x="326" y="734"/>
                    <a:pt x="329" y="730"/>
                  </a:cubicBezTo>
                  <a:cubicBezTo>
                    <a:pt x="353" y="695"/>
                    <a:pt x="356" y="695"/>
                    <a:pt x="359" y="694"/>
                  </a:cubicBezTo>
                  <a:cubicBezTo>
                    <a:pt x="373" y="674"/>
                    <a:pt x="377" y="671"/>
                    <a:pt x="379" y="667"/>
                  </a:cubicBezTo>
                  <a:cubicBezTo>
                    <a:pt x="427" y="618"/>
                    <a:pt x="427" y="612"/>
                    <a:pt x="432" y="611"/>
                  </a:cubicBezTo>
                  <a:cubicBezTo>
                    <a:pt x="465" y="583"/>
                    <a:pt x="468" y="575"/>
                    <a:pt x="477" y="573"/>
                  </a:cubicBezTo>
                  <a:cubicBezTo>
                    <a:pt x="532" y="525"/>
                    <a:pt x="537" y="523"/>
                    <a:pt x="540" y="521"/>
                  </a:cubicBezTo>
                  <a:cubicBezTo>
                    <a:pt x="572" y="493"/>
                    <a:pt x="577" y="488"/>
                    <a:pt x="583" y="483"/>
                  </a:cubicBezTo>
                  <a:cubicBezTo>
                    <a:pt x="603" y="467"/>
                    <a:pt x="601" y="462"/>
                    <a:pt x="603" y="460"/>
                  </a:cubicBezTo>
                  <a:cubicBezTo>
                    <a:pt x="640" y="421"/>
                    <a:pt x="644" y="403"/>
                    <a:pt x="656" y="392"/>
                  </a:cubicBezTo>
                  <a:cubicBezTo>
                    <a:pt x="677" y="336"/>
                    <a:pt x="684" y="332"/>
                    <a:pt x="686" y="322"/>
                  </a:cubicBezTo>
                  <a:cubicBezTo>
                    <a:pt x="694" y="312"/>
                    <a:pt x="693" y="316"/>
                    <a:pt x="691" y="319"/>
                  </a:cubicBezTo>
                  <a:cubicBezTo>
                    <a:pt x="672" y="371"/>
                    <a:pt x="672" y="380"/>
                    <a:pt x="666" y="385"/>
                  </a:cubicBezTo>
                  <a:cubicBezTo>
                    <a:pt x="638" y="427"/>
                    <a:pt x="637" y="437"/>
                    <a:pt x="630" y="440"/>
                  </a:cubicBezTo>
                  <a:cubicBezTo>
                    <a:pt x="614" y="466"/>
                    <a:pt x="617" y="473"/>
                    <a:pt x="613" y="473"/>
                  </a:cubicBezTo>
                  <a:cubicBezTo>
                    <a:pt x="599" y="501"/>
                    <a:pt x="588" y="506"/>
                    <a:pt x="585" y="521"/>
                  </a:cubicBezTo>
                  <a:cubicBezTo>
                    <a:pt x="536" y="580"/>
                    <a:pt x="527" y="580"/>
                    <a:pt x="527" y="589"/>
                  </a:cubicBezTo>
                  <a:cubicBezTo>
                    <a:pt x="498" y="618"/>
                    <a:pt x="489" y="617"/>
                    <a:pt x="490" y="626"/>
                  </a:cubicBezTo>
                  <a:cubicBezTo>
                    <a:pt x="455" y="659"/>
                    <a:pt x="447" y="668"/>
                    <a:pt x="437" y="674"/>
                  </a:cubicBezTo>
                  <a:cubicBezTo>
                    <a:pt x="408" y="701"/>
                    <a:pt x="406" y="706"/>
                    <a:pt x="404" y="709"/>
                  </a:cubicBezTo>
                  <a:cubicBezTo>
                    <a:pt x="384" y="728"/>
                    <a:pt x="380" y="730"/>
                    <a:pt x="377" y="732"/>
                  </a:cubicBezTo>
                  <a:cubicBezTo>
                    <a:pt x="365" y="749"/>
                    <a:pt x="359" y="754"/>
                    <a:pt x="354" y="760"/>
                  </a:cubicBezTo>
                  <a:cubicBezTo>
                    <a:pt x="309" y="824"/>
                    <a:pt x="309" y="830"/>
                    <a:pt x="304" y="830"/>
                  </a:cubicBezTo>
                  <a:cubicBezTo>
                    <a:pt x="289" y="858"/>
                    <a:pt x="285" y="858"/>
                    <a:pt x="286" y="863"/>
                  </a:cubicBezTo>
                  <a:cubicBezTo>
                    <a:pt x="270" y="881"/>
                    <a:pt x="270" y="888"/>
                    <a:pt x="266" y="891"/>
                  </a:cubicBezTo>
                  <a:cubicBezTo>
                    <a:pt x="252" y="942"/>
                    <a:pt x="260" y="953"/>
                    <a:pt x="253" y="961"/>
                  </a:cubicBezTo>
                  <a:cubicBezTo>
                    <a:pt x="275" y="924"/>
                    <a:pt x="276" y="916"/>
                    <a:pt x="281" y="913"/>
                  </a:cubicBezTo>
                  <a:cubicBezTo>
                    <a:pt x="296" y="889"/>
                    <a:pt x="296" y="885"/>
                    <a:pt x="296" y="881"/>
                  </a:cubicBezTo>
                  <a:cubicBezTo>
                    <a:pt x="328" y="826"/>
                    <a:pt x="337" y="820"/>
                    <a:pt x="341" y="808"/>
                  </a:cubicBezTo>
                  <a:cubicBezTo>
                    <a:pt x="391" y="746"/>
                    <a:pt x="402" y="741"/>
                    <a:pt x="407" y="730"/>
                  </a:cubicBezTo>
                  <a:cubicBezTo>
                    <a:pt x="466" y="676"/>
                    <a:pt x="464" y="669"/>
                    <a:pt x="472" y="672"/>
                  </a:cubicBezTo>
                  <a:cubicBezTo>
                    <a:pt x="497" y="651"/>
                    <a:pt x="495" y="644"/>
                    <a:pt x="500" y="644"/>
                  </a:cubicBezTo>
                  <a:cubicBezTo>
                    <a:pt x="524" y="614"/>
                    <a:pt x="532" y="607"/>
                    <a:pt x="540" y="599"/>
                  </a:cubicBezTo>
                  <a:cubicBezTo>
                    <a:pt x="560" y="577"/>
                    <a:pt x="562" y="575"/>
                    <a:pt x="563" y="578"/>
                  </a:cubicBezTo>
                  <a:cubicBezTo>
                    <a:pt x="532" y="621"/>
                    <a:pt x="526" y="621"/>
                    <a:pt x="525" y="626"/>
                  </a:cubicBezTo>
                  <a:cubicBezTo>
                    <a:pt x="515" y="645"/>
                    <a:pt x="502" y="643"/>
                    <a:pt x="502" y="654"/>
                  </a:cubicBezTo>
                  <a:cubicBezTo>
                    <a:pt x="477" y="678"/>
                    <a:pt x="473" y="681"/>
                    <a:pt x="467" y="682"/>
                  </a:cubicBezTo>
                  <a:cubicBezTo>
                    <a:pt x="440" y="699"/>
                    <a:pt x="454" y="709"/>
                    <a:pt x="442" y="707"/>
                  </a:cubicBezTo>
                  <a:cubicBezTo>
                    <a:pt x="411" y="729"/>
                    <a:pt x="426" y="737"/>
                    <a:pt x="417" y="737"/>
                  </a:cubicBezTo>
                  <a:cubicBezTo>
                    <a:pt x="405" y="760"/>
                    <a:pt x="394" y="754"/>
                    <a:pt x="397" y="762"/>
                  </a:cubicBezTo>
                  <a:cubicBezTo>
                    <a:pt x="340" y="837"/>
                    <a:pt x="330" y="837"/>
                    <a:pt x="331" y="848"/>
                  </a:cubicBezTo>
                  <a:cubicBezTo>
                    <a:pt x="298" y="899"/>
                    <a:pt x="301" y="909"/>
                    <a:pt x="294" y="911"/>
                  </a:cubicBezTo>
                  <a:cubicBezTo>
                    <a:pt x="276" y="946"/>
                    <a:pt x="271" y="948"/>
                    <a:pt x="271" y="956"/>
                  </a:cubicBezTo>
                  <a:cubicBezTo>
                    <a:pt x="289" y="939"/>
                    <a:pt x="287" y="927"/>
                    <a:pt x="294" y="923"/>
                  </a:cubicBezTo>
                  <a:cubicBezTo>
                    <a:pt x="324" y="876"/>
                    <a:pt x="325" y="872"/>
                    <a:pt x="329" y="871"/>
                  </a:cubicBezTo>
                  <a:cubicBezTo>
                    <a:pt x="345" y="847"/>
                    <a:pt x="350" y="842"/>
                    <a:pt x="351" y="833"/>
                  </a:cubicBezTo>
                  <a:cubicBezTo>
                    <a:pt x="391" y="775"/>
                    <a:pt x="403" y="777"/>
                    <a:pt x="404" y="767"/>
                  </a:cubicBezTo>
                  <a:cubicBezTo>
                    <a:pt x="425" y="740"/>
                    <a:pt x="432" y="742"/>
                    <a:pt x="434" y="740"/>
                  </a:cubicBezTo>
                  <a:cubicBezTo>
                    <a:pt x="450" y="719"/>
                    <a:pt x="452" y="717"/>
                    <a:pt x="455" y="714"/>
                  </a:cubicBezTo>
                  <a:cubicBezTo>
                    <a:pt x="479" y="688"/>
                    <a:pt x="486" y="686"/>
                    <a:pt x="490" y="682"/>
                  </a:cubicBezTo>
                  <a:cubicBezTo>
                    <a:pt x="517" y="654"/>
                    <a:pt x="523" y="652"/>
                    <a:pt x="525" y="646"/>
                  </a:cubicBezTo>
                  <a:cubicBezTo>
                    <a:pt x="547" y="627"/>
                    <a:pt x="547" y="624"/>
                    <a:pt x="548" y="621"/>
                  </a:cubicBezTo>
                  <a:cubicBezTo>
                    <a:pt x="574" y="586"/>
                    <a:pt x="584" y="581"/>
                    <a:pt x="588" y="571"/>
                  </a:cubicBezTo>
                  <a:cubicBezTo>
                    <a:pt x="602" y="554"/>
                    <a:pt x="603" y="558"/>
                    <a:pt x="603" y="561"/>
                  </a:cubicBezTo>
                  <a:cubicBezTo>
                    <a:pt x="564" y="608"/>
                    <a:pt x="562" y="624"/>
                    <a:pt x="553" y="631"/>
                  </a:cubicBezTo>
                  <a:cubicBezTo>
                    <a:pt x="533" y="653"/>
                    <a:pt x="531" y="655"/>
                    <a:pt x="527" y="656"/>
                  </a:cubicBezTo>
                  <a:cubicBezTo>
                    <a:pt x="489" y="688"/>
                    <a:pt x="491" y="694"/>
                    <a:pt x="487" y="694"/>
                  </a:cubicBezTo>
                  <a:cubicBezTo>
                    <a:pt x="459" y="725"/>
                    <a:pt x="455" y="729"/>
                    <a:pt x="450" y="732"/>
                  </a:cubicBezTo>
                  <a:cubicBezTo>
                    <a:pt x="414" y="777"/>
                    <a:pt x="409" y="779"/>
                    <a:pt x="404" y="782"/>
                  </a:cubicBezTo>
                  <a:cubicBezTo>
                    <a:pt x="368" y="827"/>
                    <a:pt x="367" y="833"/>
                    <a:pt x="364" y="838"/>
                  </a:cubicBezTo>
                  <a:cubicBezTo>
                    <a:pt x="347" y="861"/>
                    <a:pt x="347" y="865"/>
                    <a:pt x="344" y="865"/>
                  </a:cubicBezTo>
                  <a:cubicBezTo>
                    <a:pt x="316" y="902"/>
                    <a:pt x="318" y="908"/>
                    <a:pt x="314" y="908"/>
                  </a:cubicBezTo>
                  <a:cubicBezTo>
                    <a:pt x="297" y="944"/>
                    <a:pt x="292" y="947"/>
                    <a:pt x="289" y="951"/>
                  </a:cubicBezTo>
                  <a:cubicBezTo>
                    <a:pt x="272" y="991"/>
                    <a:pt x="265" y="999"/>
                    <a:pt x="264" y="1012"/>
                  </a:cubicBezTo>
                  <a:cubicBezTo>
                    <a:pt x="246" y="1070"/>
                    <a:pt x="247" y="1080"/>
                    <a:pt x="243" y="1084"/>
                  </a:cubicBezTo>
                  <a:cubicBezTo>
                    <a:pt x="275" y="1031"/>
                    <a:pt x="275" y="1019"/>
                    <a:pt x="281" y="1014"/>
                  </a:cubicBezTo>
                  <a:cubicBezTo>
                    <a:pt x="300" y="980"/>
                    <a:pt x="306" y="968"/>
                    <a:pt x="311" y="956"/>
                  </a:cubicBezTo>
                  <a:cubicBezTo>
                    <a:pt x="329" y="925"/>
                    <a:pt x="336" y="929"/>
                    <a:pt x="334" y="921"/>
                  </a:cubicBezTo>
                  <a:cubicBezTo>
                    <a:pt x="370" y="883"/>
                    <a:pt x="367" y="872"/>
                    <a:pt x="377" y="873"/>
                  </a:cubicBezTo>
                  <a:cubicBezTo>
                    <a:pt x="395" y="849"/>
                    <a:pt x="404" y="842"/>
                    <a:pt x="412" y="833"/>
                  </a:cubicBezTo>
                  <a:cubicBezTo>
                    <a:pt x="432" y="811"/>
                    <a:pt x="434" y="810"/>
                    <a:pt x="434" y="808"/>
                  </a:cubicBezTo>
                  <a:cubicBezTo>
                    <a:pt x="468" y="774"/>
                    <a:pt x="473" y="764"/>
                    <a:pt x="482" y="757"/>
                  </a:cubicBezTo>
                  <a:cubicBezTo>
                    <a:pt x="518" y="710"/>
                    <a:pt x="527" y="711"/>
                    <a:pt x="525" y="702"/>
                  </a:cubicBezTo>
                  <a:cubicBezTo>
                    <a:pt x="512" y="725"/>
                    <a:pt x="513" y="729"/>
                    <a:pt x="512" y="732"/>
                  </a:cubicBezTo>
                  <a:cubicBezTo>
                    <a:pt x="497" y="756"/>
                    <a:pt x="486" y="759"/>
                    <a:pt x="482" y="767"/>
                  </a:cubicBezTo>
                  <a:cubicBezTo>
                    <a:pt x="463" y="791"/>
                    <a:pt x="457" y="793"/>
                    <a:pt x="452" y="795"/>
                  </a:cubicBezTo>
                  <a:cubicBezTo>
                    <a:pt x="362" y="908"/>
                    <a:pt x="358" y="911"/>
                    <a:pt x="354" y="913"/>
                  </a:cubicBezTo>
                  <a:cubicBezTo>
                    <a:pt x="338" y="944"/>
                    <a:pt x="330" y="941"/>
                    <a:pt x="331" y="948"/>
                  </a:cubicBezTo>
                  <a:cubicBezTo>
                    <a:pt x="305" y="988"/>
                    <a:pt x="305" y="994"/>
                    <a:pt x="301" y="996"/>
                  </a:cubicBezTo>
                  <a:cubicBezTo>
                    <a:pt x="313" y="984"/>
                    <a:pt x="317" y="981"/>
                    <a:pt x="319" y="976"/>
                  </a:cubicBezTo>
                  <a:cubicBezTo>
                    <a:pt x="362" y="938"/>
                    <a:pt x="357" y="928"/>
                    <a:pt x="364" y="928"/>
                  </a:cubicBezTo>
                  <a:cubicBezTo>
                    <a:pt x="379" y="903"/>
                    <a:pt x="390" y="907"/>
                    <a:pt x="389" y="901"/>
                  </a:cubicBezTo>
                  <a:cubicBezTo>
                    <a:pt x="416" y="869"/>
                    <a:pt x="427" y="873"/>
                    <a:pt x="424" y="865"/>
                  </a:cubicBezTo>
                  <a:cubicBezTo>
                    <a:pt x="450" y="844"/>
                    <a:pt x="454" y="836"/>
                    <a:pt x="462" y="833"/>
                  </a:cubicBezTo>
                  <a:cubicBezTo>
                    <a:pt x="510" y="785"/>
                    <a:pt x="513" y="782"/>
                    <a:pt x="515" y="780"/>
                  </a:cubicBezTo>
                  <a:cubicBezTo>
                    <a:pt x="536" y="752"/>
                    <a:pt x="545" y="755"/>
                    <a:pt x="543" y="747"/>
                  </a:cubicBezTo>
                  <a:cubicBezTo>
                    <a:pt x="566" y="714"/>
                    <a:pt x="568" y="710"/>
                    <a:pt x="570" y="707"/>
                  </a:cubicBezTo>
                  <a:cubicBezTo>
                    <a:pt x="591" y="657"/>
                    <a:pt x="601" y="647"/>
                    <a:pt x="605" y="631"/>
                  </a:cubicBezTo>
                  <a:cubicBezTo>
                    <a:pt x="597" y="662"/>
                    <a:pt x="596" y="668"/>
                    <a:pt x="595" y="674"/>
                  </a:cubicBezTo>
                  <a:cubicBezTo>
                    <a:pt x="577" y="704"/>
                    <a:pt x="573" y="716"/>
                    <a:pt x="568" y="727"/>
                  </a:cubicBezTo>
                  <a:cubicBezTo>
                    <a:pt x="537" y="772"/>
                    <a:pt x="532" y="774"/>
                    <a:pt x="528" y="777"/>
                  </a:cubicBezTo>
                  <a:cubicBezTo>
                    <a:pt x="516" y="796"/>
                    <a:pt x="509" y="797"/>
                    <a:pt x="507" y="802"/>
                  </a:cubicBezTo>
                  <a:cubicBezTo>
                    <a:pt x="475" y="834"/>
                    <a:pt x="473" y="835"/>
                    <a:pt x="472" y="838"/>
                  </a:cubicBezTo>
                  <a:cubicBezTo>
                    <a:pt x="458" y="853"/>
                    <a:pt x="452" y="855"/>
                    <a:pt x="447" y="858"/>
                  </a:cubicBezTo>
                  <a:cubicBezTo>
                    <a:pt x="430" y="871"/>
                    <a:pt x="434" y="882"/>
                    <a:pt x="424" y="881"/>
                  </a:cubicBezTo>
                  <a:cubicBezTo>
                    <a:pt x="388" y="922"/>
                    <a:pt x="381" y="923"/>
                    <a:pt x="379" y="928"/>
                  </a:cubicBezTo>
                  <a:cubicBezTo>
                    <a:pt x="356" y="958"/>
                    <a:pt x="346" y="955"/>
                    <a:pt x="347" y="964"/>
                  </a:cubicBezTo>
                  <a:cubicBezTo>
                    <a:pt x="311" y="1003"/>
                    <a:pt x="313" y="1013"/>
                    <a:pt x="306" y="1014"/>
                  </a:cubicBezTo>
                  <a:cubicBezTo>
                    <a:pt x="282" y="1051"/>
                    <a:pt x="281" y="1054"/>
                    <a:pt x="281" y="1057"/>
                  </a:cubicBezTo>
                  <a:cubicBezTo>
                    <a:pt x="263" y="1076"/>
                    <a:pt x="266" y="1095"/>
                    <a:pt x="256" y="1100"/>
                  </a:cubicBezTo>
                  <a:cubicBezTo>
                    <a:pt x="251" y="1150"/>
                    <a:pt x="250" y="1138"/>
                    <a:pt x="256" y="1135"/>
                  </a:cubicBezTo>
                  <a:cubicBezTo>
                    <a:pt x="289" y="1070"/>
                    <a:pt x="297" y="1067"/>
                    <a:pt x="299" y="1059"/>
                  </a:cubicBezTo>
                  <a:cubicBezTo>
                    <a:pt x="316" y="1029"/>
                    <a:pt x="323" y="1031"/>
                    <a:pt x="321" y="1024"/>
                  </a:cubicBezTo>
                  <a:cubicBezTo>
                    <a:pt x="338" y="1004"/>
                    <a:pt x="340" y="996"/>
                    <a:pt x="344" y="991"/>
                  </a:cubicBezTo>
                  <a:cubicBezTo>
                    <a:pt x="361" y="971"/>
                    <a:pt x="363" y="965"/>
                    <a:pt x="369" y="961"/>
                  </a:cubicBezTo>
                  <a:cubicBezTo>
                    <a:pt x="436" y="888"/>
                    <a:pt x="448" y="891"/>
                    <a:pt x="447" y="880"/>
                  </a:cubicBezTo>
                  <a:cubicBezTo>
                    <a:pt x="469" y="858"/>
                    <a:pt x="474" y="859"/>
                    <a:pt x="475" y="855"/>
                  </a:cubicBezTo>
                  <a:cubicBezTo>
                    <a:pt x="505" y="824"/>
                    <a:pt x="511" y="822"/>
                    <a:pt x="512" y="815"/>
                  </a:cubicBezTo>
                  <a:cubicBezTo>
                    <a:pt x="568" y="753"/>
                    <a:pt x="565" y="741"/>
                    <a:pt x="573" y="739"/>
                  </a:cubicBezTo>
                  <a:cubicBezTo>
                    <a:pt x="584" y="730"/>
                    <a:pt x="582" y="734"/>
                    <a:pt x="580" y="737"/>
                  </a:cubicBezTo>
                  <a:cubicBezTo>
                    <a:pt x="561" y="775"/>
                    <a:pt x="553" y="785"/>
                    <a:pt x="545" y="795"/>
                  </a:cubicBezTo>
                  <a:cubicBezTo>
                    <a:pt x="516" y="828"/>
                    <a:pt x="510" y="830"/>
                    <a:pt x="507" y="838"/>
                  </a:cubicBezTo>
                  <a:cubicBezTo>
                    <a:pt x="443" y="909"/>
                    <a:pt x="435" y="906"/>
                    <a:pt x="435" y="911"/>
                  </a:cubicBezTo>
                  <a:cubicBezTo>
                    <a:pt x="419" y="924"/>
                    <a:pt x="417" y="927"/>
                    <a:pt x="417" y="931"/>
                  </a:cubicBezTo>
                  <a:cubicBezTo>
                    <a:pt x="381" y="966"/>
                    <a:pt x="371" y="974"/>
                    <a:pt x="364" y="986"/>
                  </a:cubicBezTo>
                  <a:cubicBezTo>
                    <a:pt x="347" y="1005"/>
                    <a:pt x="346" y="1013"/>
                    <a:pt x="339" y="1014"/>
                  </a:cubicBezTo>
                  <a:cubicBezTo>
                    <a:pt x="294" y="1085"/>
                    <a:pt x="293" y="1095"/>
                    <a:pt x="286" y="1100"/>
                  </a:cubicBezTo>
                  <a:cubicBezTo>
                    <a:pt x="259" y="1148"/>
                    <a:pt x="259" y="1154"/>
                    <a:pt x="256" y="1157"/>
                  </a:cubicBezTo>
                  <a:cubicBezTo>
                    <a:pt x="241" y="1199"/>
                    <a:pt x="246" y="1208"/>
                    <a:pt x="241" y="1218"/>
                  </a:cubicBezTo>
                  <a:cubicBezTo>
                    <a:pt x="260" y="1178"/>
                    <a:pt x="260" y="1172"/>
                    <a:pt x="264" y="1170"/>
                  </a:cubicBezTo>
                  <a:cubicBezTo>
                    <a:pt x="290" y="1114"/>
                    <a:pt x="297" y="1109"/>
                    <a:pt x="301" y="1102"/>
                  </a:cubicBezTo>
                  <a:cubicBezTo>
                    <a:pt x="336" y="1056"/>
                    <a:pt x="339" y="1048"/>
                    <a:pt x="344" y="1042"/>
                  </a:cubicBezTo>
                  <a:cubicBezTo>
                    <a:pt x="367" y="1006"/>
                    <a:pt x="373" y="1006"/>
                    <a:pt x="374" y="1001"/>
                  </a:cubicBezTo>
                  <a:cubicBezTo>
                    <a:pt x="410" y="964"/>
                    <a:pt x="416" y="964"/>
                    <a:pt x="417" y="959"/>
                  </a:cubicBezTo>
                  <a:cubicBezTo>
                    <a:pt x="453" y="919"/>
                    <a:pt x="467" y="910"/>
                    <a:pt x="475" y="896"/>
                  </a:cubicBezTo>
                  <a:cubicBezTo>
                    <a:pt x="505" y="865"/>
                    <a:pt x="517" y="863"/>
                    <a:pt x="520" y="850"/>
                  </a:cubicBezTo>
                  <a:cubicBezTo>
                    <a:pt x="554" y="810"/>
                    <a:pt x="558" y="807"/>
                    <a:pt x="560" y="802"/>
                  </a:cubicBezTo>
                  <a:cubicBezTo>
                    <a:pt x="584" y="766"/>
                    <a:pt x="596" y="762"/>
                    <a:pt x="598" y="750"/>
                  </a:cubicBezTo>
                  <a:cubicBezTo>
                    <a:pt x="627" y="704"/>
                    <a:pt x="632" y="702"/>
                    <a:pt x="633" y="697"/>
                  </a:cubicBezTo>
                  <a:cubicBezTo>
                    <a:pt x="623" y="720"/>
                    <a:pt x="626" y="728"/>
                    <a:pt x="621" y="727"/>
                  </a:cubicBezTo>
                  <a:cubicBezTo>
                    <a:pt x="597" y="761"/>
                    <a:pt x="596" y="771"/>
                    <a:pt x="588" y="772"/>
                  </a:cubicBezTo>
                  <a:cubicBezTo>
                    <a:pt x="575" y="802"/>
                    <a:pt x="566" y="803"/>
                    <a:pt x="565" y="812"/>
                  </a:cubicBezTo>
                  <a:cubicBezTo>
                    <a:pt x="538" y="856"/>
                    <a:pt x="525" y="854"/>
                    <a:pt x="525" y="865"/>
                  </a:cubicBezTo>
                  <a:cubicBezTo>
                    <a:pt x="510" y="886"/>
                    <a:pt x="501" y="883"/>
                    <a:pt x="500" y="888"/>
                  </a:cubicBezTo>
                  <a:cubicBezTo>
                    <a:pt x="481" y="905"/>
                    <a:pt x="479" y="907"/>
                    <a:pt x="477" y="911"/>
                  </a:cubicBezTo>
                  <a:cubicBezTo>
                    <a:pt x="449" y="935"/>
                    <a:pt x="452" y="943"/>
                    <a:pt x="447" y="943"/>
                  </a:cubicBezTo>
                  <a:cubicBezTo>
                    <a:pt x="429" y="962"/>
                    <a:pt x="427" y="963"/>
                    <a:pt x="425" y="966"/>
                  </a:cubicBezTo>
                  <a:cubicBezTo>
                    <a:pt x="401" y="992"/>
                    <a:pt x="398" y="995"/>
                    <a:pt x="394" y="996"/>
                  </a:cubicBezTo>
                  <a:cubicBezTo>
                    <a:pt x="379" y="1017"/>
                    <a:pt x="373" y="1015"/>
                    <a:pt x="374" y="1021"/>
                  </a:cubicBezTo>
                  <a:cubicBezTo>
                    <a:pt x="331" y="1077"/>
                    <a:pt x="326" y="1081"/>
                    <a:pt x="324" y="1089"/>
                  </a:cubicBezTo>
                  <a:cubicBezTo>
                    <a:pt x="309" y="1105"/>
                    <a:pt x="309" y="1109"/>
                    <a:pt x="309" y="1112"/>
                  </a:cubicBezTo>
                  <a:cubicBezTo>
                    <a:pt x="293" y="1133"/>
                    <a:pt x="293" y="1139"/>
                    <a:pt x="289" y="1142"/>
                  </a:cubicBezTo>
                  <a:cubicBezTo>
                    <a:pt x="272" y="1170"/>
                    <a:pt x="273" y="1176"/>
                    <a:pt x="271" y="1180"/>
                  </a:cubicBezTo>
                  <a:cubicBezTo>
                    <a:pt x="246" y="1241"/>
                    <a:pt x="246" y="1250"/>
                    <a:pt x="246" y="1258"/>
                  </a:cubicBezTo>
                  <a:cubicBezTo>
                    <a:pt x="257" y="1254"/>
                    <a:pt x="254" y="1246"/>
                    <a:pt x="259" y="1246"/>
                  </a:cubicBezTo>
                  <a:cubicBezTo>
                    <a:pt x="274" y="1211"/>
                    <a:pt x="275" y="1207"/>
                    <a:pt x="279" y="1205"/>
                  </a:cubicBezTo>
                  <a:cubicBezTo>
                    <a:pt x="320" y="1146"/>
                    <a:pt x="319" y="1135"/>
                    <a:pt x="327" y="1132"/>
                  </a:cubicBezTo>
                  <a:cubicBezTo>
                    <a:pt x="353" y="1085"/>
                    <a:pt x="363" y="1084"/>
                    <a:pt x="364" y="1074"/>
                  </a:cubicBezTo>
                  <a:cubicBezTo>
                    <a:pt x="392" y="1044"/>
                    <a:pt x="389" y="1036"/>
                    <a:pt x="394" y="1037"/>
                  </a:cubicBezTo>
                  <a:cubicBezTo>
                    <a:pt x="409" y="1021"/>
                    <a:pt x="409" y="1018"/>
                    <a:pt x="409" y="1016"/>
                  </a:cubicBezTo>
                  <a:cubicBezTo>
                    <a:pt x="421" y="1005"/>
                    <a:pt x="423" y="1003"/>
                    <a:pt x="427" y="1001"/>
                  </a:cubicBezTo>
                  <a:cubicBezTo>
                    <a:pt x="466" y="955"/>
                    <a:pt x="477" y="948"/>
                    <a:pt x="485" y="938"/>
                  </a:cubicBezTo>
                  <a:cubicBezTo>
                    <a:pt x="518" y="914"/>
                    <a:pt x="515" y="906"/>
                    <a:pt x="520" y="906"/>
                  </a:cubicBezTo>
                  <a:cubicBezTo>
                    <a:pt x="551" y="882"/>
                    <a:pt x="558" y="873"/>
                    <a:pt x="568" y="865"/>
                  </a:cubicBezTo>
                  <a:cubicBezTo>
                    <a:pt x="556" y="886"/>
                    <a:pt x="553" y="888"/>
                    <a:pt x="548" y="888"/>
                  </a:cubicBezTo>
                  <a:cubicBezTo>
                    <a:pt x="519" y="917"/>
                    <a:pt x="514" y="922"/>
                    <a:pt x="508" y="926"/>
                  </a:cubicBezTo>
                  <a:cubicBezTo>
                    <a:pt x="486" y="947"/>
                    <a:pt x="481" y="952"/>
                    <a:pt x="477" y="958"/>
                  </a:cubicBezTo>
                  <a:cubicBezTo>
                    <a:pt x="437" y="1004"/>
                    <a:pt x="435" y="1006"/>
                    <a:pt x="432" y="1009"/>
                  </a:cubicBezTo>
                  <a:cubicBezTo>
                    <a:pt x="378" y="1069"/>
                    <a:pt x="375" y="1086"/>
                    <a:pt x="362" y="1094"/>
                  </a:cubicBezTo>
                  <a:cubicBezTo>
                    <a:pt x="324" y="1152"/>
                    <a:pt x="326" y="1159"/>
                    <a:pt x="319" y="1157"/>
                  </a:cubicBezTo>
                  <a:cubicBezTo>
                    <a:pt x="305" y="1192"/>
                    <a:pt x="293" y="1190"/>
                    <a:pt x="294" y="1200"/>
                  </a:cubicBezTo>
                  <a:cubicBezTo>
                    <a:pt x="266" y="1260"/>
                    <a:pt x="259" y="1258"/>
                    <a:pt x="259" y="1263"/>
                  </a:cubicBezTo>
                  <a:cubicBezTo>
                    <a:pt x="251" y="1298"/>
                    <a:pt x="251" y="1292"/>
                    <a:pt x="246" y="1291"/>
                  </a:cubicBezTo>
                  <a:cubicBezTo>
                    <a:pt x="271" y="1295"/>
                    <a:pt x="258" y="1283"/>
                    <a:pt x="271" y="1283"/>
                  </a:cubicBezTo>
                  <a:cubicBezTo>
                    <a:pt x="326" y="1167"/>
                    <a:pt x="332" y="1165"/>
                    <a:pt x="334" y="1160"/>
                  </a:cubicBezTo>
                  <a:cubicBezTo>
                    <a:pt x="350" y="1123"/>
                    <a:pt x="361" y="1126"/>
                    <a:pt x="359" y="1117"/>
                  </a:cubicBezTo>
                  <a:cubicBezTo>
                    <a:pt x="387" y="1084"/>
                    <a:pt x="394" y="1076"/>
                    <a:pt x="399" y="1067"/>
                  </a:cubicBezTo>
                  <a:cubicBezTo>
                    <a:pt x="475" y="1001"/>
                    <a:pt x="472" y="992"/>
                    <a:pt x="480" y="994"/>
                  </a:cubicBezTo>
                  <a:cubicBezTo>
                    <a:pt x="497" y="981"/>
                    <a:pt x="502" y="975"/>
                    <a:pt x="510" y="971"/>
                  </a:cubicBezTo>
                  <a:cubicBezTo>
                    <a:pt x="532" y="952"/>
                    <a:pt x="534" y="948"/>
                    <a:pt x="540" y="948"/>
                  </a:cubicBezTo>
                  <a:cubicBezTo>
                    <a:pt x="553" y="931"/>
                    <a:pt x="556" y="931"/>
                    <a:pt x="558" y="931"/>
                  </a:cubicBezTo>
                  <a:cubicBezTo>
                    <a:pt x="594" y="891"/>
                    <a:pt x="607" y="882"/>
                    <a:pt x="613" y="865"/>
                  </a:cubicBezTo>
                  <a:cubicBezTo>
                    <a:pt x="599" y="896"/>
                    <a:pt x="595" y="896"/>
                    <a:pt x="596" y="901"/>
                  </a:cubicBezTo>
                  <a:cubicBezTo>
                    <a:pt x="577" y="920"/>
                    <a:pt x="574" y="924"/>
                    <a:pt x="568" y="926"/>
                  </a:cubicBezTo>
                  <a:cubicBezTo>
                    <a:pt x="544" y="951"/>
                    <a:pt x="537" y="951"/>
                    <a:pt x="538" y="958"/>
                  </a:cubicBezTo>
                  <a:cubicBezTo>
                    <a:pt x="508" y="985"/>
                    <a:pt x="498" y="990"/>
                    <a:pt x="490" y="996"/>
                  </a:cubicBezTo>
                  <a:cubicBezTo>
                    <a:pt x="458" y="1014"/>
                    <a:pt x="462" y="1026"/>
                    <a:pt x="455" y="1026"/>
                  </a:cubicBezTo>
                  <a:cubicBezTo>
                    <a:pt x="438" y="1046"/>
                    <a:pt x="433" y="1046"/>
                    <a:pt x="432" y="1049"/>
                  </a:cubicBezTo>
                  <a:cubicBezTo>
                    <a:pt x="398" y="1090"/>
                    <a:pt x="392" y="1088"/>
                    <a:pt x="392" y="1092"/>
                  </a:cubicBezTo>
                  <a:cubicBezTo>
                    <a:pt x="371" y="1115"/>
                    <a:pt x="368" y="1120"/>
                    <a:pt x="367" y="1127"/>
                  </a:cubicBezTo>
                  <a:cubicBezTo>
                    <a:pt x="343" y="1159"/>
                    <a:pt x="343" y="1167"/>
                    <a:pt x="339" y="1170"/>
                  </a:cubicBezTo>
                  <a:cubicBezTo>
                    <a:pt x="304" y="1239"/>
                    <a:pt x="296" y="1239"/>
                    <a:pt x="296" y="1248"/>
                  </a:cubicBezTo>
                  <a:cubicBezTo>
                    <a:pt x="278" y="1277"/>
                    <a:pt x="287" y="1279"/>
                    <a:pt x="281" y="1281"/>
                  </a:cubicBezTo>
                  <a:cubicBezTo>
                    <a:pt x="246" y="1371"/>
                    <a:pt x="256" y="1372"/>
                    <a:pt x="254" y="1386"/>
                  </a:cubicBezTo>
                  <a:cubicBezTo>
                    <a:pt x="266" y="1357"/>
                    <a:pt x="266" y="1353"/>
                    <a:pt x="266" y="1349"/>
                  </a:cubicBezTo>
                  <a:cubicBezTo>
                    <a:pt x="293" y="1281"/>
                    <a:pt x="296" y="1281"/>
                    <a:pt x="299" y="1281"/>
                  </a:cubicBezTo>
                  <a:cubicBezTo>
                    <a:pt x="308" y="1258"/>
                    <a:pt x="314" y="1259"/>
                    <a:pt x="312" y="1251"/>
                  </a:cubicBezTo>
                  <a:cubicBezTo>
                    <a:pt x="332" y="1226"/>
                    <a:pt x="333" y="1221"/>
                    <a:pt x="334" y="1215"/>
                  </a:cubicBezTo>
                  <a:cubicBezTo>
                    <a:pt x="360" y="1186"/>
                    <a:pt x="360" y="1174"/>
                    <a:pt x="367" y="1170"/>
                  </a:cubicBezTo>
                  <a:cubicBezTo>
                    <a:pt x="400" y="1124"/>
                    <a:pt x="404" y="1118"/>
                    <a:pt x="410" y="1112"/>
                  </a:cubicBezTo>
                  <a:cubicBezTo>
                    <a:pt x="423" y="1096"/>
                    <a:pt x="424" y="1094"/>
                    <a:pt x="427" y="1094"/>
                  </a:cubicBezTo>
                  <a:cubicBezTo>
                    <a:pt x="449" y="1060"/>
                    <a:pt x="460" y="1065"/>
                    <a:pt x="457" y="1057"/>
                  </a:cubicBezTo>
                  <a:cubicBezTo>
                    <a:pt x="497" y="1018"/>
                    <a:pt x="528" y="1004"/>
                    <a:pt x="548" y="979"/>
                  </a:cubicBezTo>
                  <a:cubicBezTo>
                    <a:pt x="588" y="940"/>
                    <a:pt x="590" y="931"/>
                    <a:pt x="596" y="926"/>
                  </a:cubicBezTo>
                  <a:cubicBezTo>
                    <a:pt x="623" y="900"/>
                    <a:pt x="616" y="899"/>
                    <a:pt x="618" y="906"/>
                  </a:cubicBezTo>
                  <a:cubicBezTo>
                    <a:pt x="606" y="925"/>
                    <a:pt x="604" y="927"/>
                    <a:pt x="601" y="928"/>
                  </a:cubicBezTo>
                  <a:cubicBezTo>
                    <a:pt x="563" y="980"/>
                    <a:pt x="555" y="982"/>
                    <a:pt x="553" y="989"/>
                  </a:cubicBezTo>
                  <a:cubicBezTo>
                    <a:pt x="513" y="1021"/>
                    <a:pt x="511" y="1023"/>
                    <a:pt x="508" y="1024"/>
                  </a:cubicBezTo>
                  <a:cubicBezTo>
                    <a:pt x="476" y="1056"/>
                    <a:pt x="471" y="1060"/>
                    <a:pt x="465" y="1062"/>
                  </a:cubicBezTo>
                  <a:cubicBezTo>
                    <a:pt x="439" y="1098"/>
                    <a:pt x="432" y="1100"/>
                    <a:pt x="427" y="1104"/>
                  </a:cubicBezTo>
                  <a:cubicBezTo>
                    <a:pt x="413" y="1124"/>
                    <a:pt x="407" y="1124"/>
                    <a:pt x="407" y="1132"/>
                  </a:cubicBezTo>
                  <a:cubicBezTo>
                    <a:pt x="374" y="1182"/>
                    <a:pt x="363" y="1186"/>
                    <a:pt x="359" y="1198"/>
                  </a:cubicBezTo>
                  <a:cubicBezTo>
                    <a:pt x="344" y="1221"/>
                    <a:pt x="342" y="1223"/>
                    <a:pt x="342" y="1225"/>
                  </a:cubicBezTo>
                  <a:cubicBezTo>
                    <a:pt x="314" y="1273"/>
                    <a:pt x="309" y="1276"/>
                    <a:pt x="309" y="1283"/>
                  </a:cubicBezTo>
                  <a:cubicBezTo>
                    <a:pt x="299" y="1304"/>
                    <a:pt x="294" y="1306"/>
                    <a:pt x="294" y="1313"/>
                  </a:cubicBezTo>
                  <a:cubicBezTo>
                    <a:pt x="281" y="1340"/>
                    <a:pt x="281" y="1342"/>
                    <a:pt x="279" y="1341"/>
                  </a:cubicBezTo>
                  <a:cubicBezTo>
                    <a:pt x="272" y="1377"/>
                    <a:pt x="264" y="1384"/>
                    <a:pt x="266" y="1402"/>
                  </a:cubicBezTo>
                  <a:cubicBezTo>
                    <a:pt x="266" y="1422"/>
                    <a:pt x="267" y="1407"/>
                    <a:pt x="274" y="1399"/>
                  </a:cubicBezTo>
                  <a:cubicBezTo>
                    <a:pt x="295" y="1345"/>
                    <a:pt x="300" y="1321"/>
                    <a:pt x="314" y="1306"/>
                  </a:cubicBezTo>
                  <a:cubicBezTo>
                    <a:pt x="332" y="1263"/>
                    <a:pt x="339" y="1255"/>
                    <a:pt x="347" y="1248"/>
                  </a:cubicBezTo>
                  <a:cubicBezTo>
                    <a:pt x="384" y="1190"/>
                    <a:pt x="386" y="1184"/>
                    <a:pt x="392" y="1182"/>
                  </a:cubicBezTo>
                  <a:cubicBezTo>
                    <a:pt x="430" y="1138"/>
                    <a:pt x="434" y="1127"/>
                    <a:pt x="445" y="1122"/>
                  </a:cubicBezTo>
                  <a:cubicBezTo>
                    <a:pt x="500" y="1074"/>
                    <a:pt x="508" y="1067"/>
                    <a:pt x="515" y="1059"/>
                  </a:cubicBezTo>
                  <a:cubicBezTo>
                    <a:pt x="543" y="1027"/>
                    <a:pt x="554" y="1024"/>
                    <a:pt x="558" y="1014"/>
                  </a:cubicBezTo>
                  <a:cubicBezTo>
                    <a:pt x="546" y="1032"/>
                    <a:pt x="548" y="1039"/>
                    <a:pt x="545" y="1041"/>
                  </a:cubicBezTo>
                  <a:cubicBezTo>
                    <a:pt x="519" y="1066"/>
                    <a:pt x="517" y="1068"/>
                    <a:pt x="515" y="1072"/>
                  </a:cubicBezTo>
                  <a:cubicBezTo>
                    <a:pt x="498" y="1090"/>
                    <a:pt x="490" y="1087"/>
                    <a:pt x="490" y="1092"/>
                  </a:cubicBezTo>
                  <a:cubicBezTo>
                    <a:pt x="467" y="1109"/>
                    <a:pt x="464" y="1117"/>
                    <a:pt x="457" y="1120"/>
                  </a:cubicBezTo>
                  <a:cubicBezTo>
                    <a:pt x="439" y="1141"/>
                    <a:pt x="434" y="1146"/>
                    <a:pt x="430" y="1152"/>
                  </a:cubicBezTo>
                  <a:cubicBezTo>
                    <a:pt x="407" y="1180"/>
                    <a:pt x="396" y="1189"/>
                    <a:pt x="389" y="1203"/>
                  </a:cubicBezTo>
                  <a:cubicBezTo>
                    <a:pt x="340" y="1277"/>
                    <a:pt x="340" y="1283"/>
                    <a:pt x="334" y="1283"/>
                  </a:cubicBezTo>
                  <a:cubicBezTo>
                    <a:pt x="311" y="1324"/>
                    <a:pt x="312" y="1337"/>
                    <a:pt x="304" y="1341"/>
                  </a:cubicBezTo>
                  <a:cubicBezTo>
                    <a:pt x="283" y="1403"/>
                    <a:pt x="280" y="1411"/>
                    <a:pt x="276" y="1419"/>
                  </a:cubicBezTo>
                  <a:cubicBezTo>
                    <a:pt x="267" y="1456"/>
                    <a:pt x="262" y="1466"/>
                    <a:pt x="264" y="1469"/>
                  </a:cubicBezTo>
                  <a:cubicBezTo>
                    <a:pt x="279" y="1429"/>
                    <a:pt x="286" y="1428"/>
                    <a:pt x="284" y="1419"/>
                  </a:cubicBezTo>
                  <a:cubicBezTo>
                    <a:pt x="311" y="1363"/>
                    <a:pt x="316" y="1353"/>
                    <a:pt x="322" y="1344"/>
                  </a:cubicBezTo>
                  <a:cubicBezTo>
                    <a:pt x="341" y="1299"/>
                    <a:pt x="344" y="1299"/>
                    <a:pt x="347" y="1298"/>
                  </a:cubicBezTo>
                  <a:cubicBezTo>
                    <a:pt x="377" y="1253"/>
                    <a:pt x="377" y="1246"/>
                    <a:pt x="382" y="1243"/>
                  </a:cubicBezTo>
                  <a:cubicBezTo>
                    <a:pt x="470" y="1149"/>
                    <a:pt x="469" y="1136"/>
                    <a:pt x="480" y="1135"/>
                  </a:cubicBezTo>
                  <a:cubicBezTo>
                    <a:pt x="514" y="1093"/>
                    <a:pt x="525" y="1097"/>
                    <a:pt x="523" y="1089"/>
                  </a:cubicBezTo>
                  <a:cubicBezTo>
                    <a:pt x="569" y="1039"/>
                    <a:pt x="577" y="1036"/>
                    <a:pt x="581" y="1029"/>
                  </a:cubicBezTo>
                  <a:cubicBezTo>
                    <a:pt x="617" y="976"/>
                    <a:pt x="617" y="985"/>
                    <a:pt x="613" y="989"/>
                  </a:cubicBezTo>
                  <a:cubicBezTo>
                    <a:pt x="598" y="1018"/>
                    <a:pt x="597" y="1023"/>
                    <a:pt x="596" y="1029"/>
                  </a:cubicBezTo>
                  <a:cubicBezTo>
                    <a:pt x="570" y="1050"/>
                    <a:pt x="572" y="1056"/>
                    <a:pt x="568" y="1057"/>
                  </a:cubicBezTo>
                  <a:cubicBezTo>
                    <a:pt x="549" y="1084"/>
                    <a:pt x="545" y="1084"/>
                    <a:pt x="545" y="1089"/>
                  </a:cubicBezTo>
                  <a:cubicBezTo>
                    <a:pt x="517" y="1111"/>
                    <a:pt x="509" y="1114"/>
                    <a:pt x="505" y="1122"/>
                  </a:cubicBezTo>
                  <a:cubicBezTo>
                    <a:pt x="448" y="1187"/>
                    <a:pt x="435" y="1186"/>
                    <a:pt x="435" y="1198"/>
                  </a:cubicBezTo>
                  <a:cubicBezTo>
                    <a:pt x="358" y="1294"/>
                    <a:pt x="359" y="1303"/>
                    <a:pt x="352" y="1303"/>
                  </a:cubicBezTo>
                  <a:cubicBezTo>
                    <a:pt x="338" y="1342"/>
                    <a:pt x="332" y="1344"/>
                    <a:pt x="329" y="1349"/>
                  </a:cubicBezTo>
                  <a:cubicBezTo>
                    <a:pt x="294" y="1419"/>
                    <a:pt x="294" y="1435"/>
                    <a:pt x="287" y="1442"/>
                  </a:cubicBezTo>
                  <a:cubicBezTo>
                    <a:pt x="275" y="1485"/>
                    <a:pt x="278" y="1489"/>
                    <a:pt x="279" y="1495"/>
                  </a:cubicBezTo>
                  <a:cubicBezTo>
                    <a:pt x="284" y="1538"/>
                    <a:pt x="280" y="1529"/>
                    <a:pt x="282" y="1525"/>
                  </a:cubicBezTo>
                  <a:cubicBezTo>
                    <a:pt x="295" y="1474"/>
                    <a:pt x="302" y="1461"/>
                    <a:pt x="307" y="1447"/>
                  </a:cubicBezTo>
                  <a:cubicBezTo>
                    <a:pt x="319" y="1424"/>
                    <a:pt x="316" y="1416"/>
                    <a:pt x="319" y="1414"/>
                  </a:cubicBezTo>
                  <a:cubicBezTo>
                    <a:pt x="344" y="1364"/>
                    <a:pt x="347" y="1363"/>
                    <a:pt x="347" y="1359"/>
                  </a:cubicBezTo>
                  <a:cubicBezTo>
                    <a:pt x="359" y="1339"/>
                    <a:pt x="361" y="1336"/>
                    <a:pt x="362" y="1334"/>
                  </a:cubicBezTo>
                  <a:cubicBezTo>
                    <a:pt x="386" y="1299"/>
                    <a:pt x="387" y="1292"/>
                    <a:pt x="392" y="1288"/>
                  </a:cubicBezTo>
                  <a:cubicBezTo>
                    <a:pt x="420" y="1249"/>
                    <a:pt x="427" y="1239"/>
                    <a:pt x="435" y="1230"/>
                  </a:cubicBezTo>
                  <a:cubicBezTo>
                    <a:pt x="468" y="1194"/>
                    <a:pt x="469" y="1191"/>
                    <a:pt x="473" y="1190"/>
                  </a:cubicBezTo>
                  <a:cubicBezTo>
                    <a:pt x="499" y="1158"/>
                    <a:pt x="504" y="1154"/>
                    <a:pt x="508" y="1150"/>
                  </a:cubicBezTo>
                  <a:cubicBezTo>
                    <a:pt x="538" y="1112"/>
                    <a:pt x="545" y="1102"/>
                    <a:pt x="553" y="1092"/>
                  </a:cubicBezTo>
                  <a:cubicBezTo>
                    <a:pt x="577" y="1069"/>
                    <a:pt x="569" y="1068"/>
                    <a:pt x="568" y="1074"/>
                  </a:cubicBezTo>
                  <a:cubicBezTo>
                    <a:pt x="540" y="1125"/>
                    <a:pt x="527" y="1138"/>
                    <a:pt x="518" y="1152"/>
                  </a:cubicBezTo>
                  <a:cubicBezTo>
                    <a:pt x="491" y="1186"/>
                    <a:pt x="486" y="1188"/>
                    <a:pt x="483" y="1190"/>
                  </a:cubicBezTo>
                  <a:cubicBezTo>
                    <a:pt x="445" y="1238"/>
                    <a:pt x="436" y="1241"/>
                    <a:pt x="432" y="1250"/>
                  </a:cubicBezTo>
                  <a:cubicBezTo>
                    <a:pt x="381" y="1320"/>
                    <a:pt x="378" y="1330"/>
                    <a:pt x="372" y="1336"/>
                  </a:cubicBezTo>
                  <a:cubicBezTo>
                    <a:pt x="342" y="1391"/>
                    <a:pt x="337" y="1398"/>
                    <a:pt x="332" y="1404"/>
                  </a:cubicBezTo>
                  <a:cubicBezTo>
                    <a:pt x="297" y="1512"/>
                    <a:pt x="299" y="1511"/>
                    <a:pt x="297" y="1517"/>
                  </a:cubicBezTo>
                  <a:cubicBezTo>
                    <a:pt x="285" y="1562"/>
                    <a:pt x="292" y="1562"/>
                    <a:pt x="292" y="1570"/>
                  </a:cubicBezTo>
                  <a:cubicBezTo>
                    <a:pt x="308" y="1526"/>
                    <a:pt x="315" y="1528"/>
                    <a:pt x="312" y="1520"/>
                  </a:cubicBezTo>
                  <a:cubicBezTo>
                    <a:pt x="334" y="1475"/>
                    <a:pt x="332" y="1464"/>
                    <a:pt x="339" y="1462"/>
                  </a:cubicBezTo>
                  <a:cubicBezTo>
                    <a:pt x="371" y="1397"/>
                    <a:pt x="376" y="1392"/>
                    <a:pt x="380" y="1386"/>
                  </a:cubicBezTo>
                  <a:cubicBezTo>
                    <a:pt x="418" y="1328"/>
                    <a:pt x="420" y="1321"/>
                    <a:pt x="425" y="1316"/>
                  </a:cubicBezTo>
                  <a:cubicBezTo>
                    <a:pt x="441" y="1283"/>
                    <a:pt x="447" y="1285"/>
                    <a:pt x="447" y="1281"/>
                  </a:cubicBezTo>
                  <a:cubicBezTo>
                    <a:pt x="479" y="1240"/>
                    <a:pt x="484" y="1230"/>
                    <a:pt x="493" y="1225"/>
                  </a:cubicBezTo>
                  <a:cubicBezTo>
                    <a:pt x="510" y="1208"/>
                    <a:pt x="509" y="1213"/>
                    <a:pt x="513" y="1213"/>
                  </a:cubicBezTo>
                  <a:cubicBezTo>
                    <a:pt x="523" y="1194"/>
                    <a:pt x="525" y="1193"/>
                    <a:pt x="525" y="1190"/>
                  </a:cubicBezTo>
                  <a:cubicBezTo>
                    <a:pt x="562" y="1144"/>
                    <a:pt x="564" y="1140"/>
                    <a:pt x="563" y="1135"/>
                  </a:cubicBezTo>
                  <a:cubicBezTo>
                    <a:pt x="582" y="1095"/>
                    <a:pt x="589" y="1084"/>
                    <a:pt x="596" y="1072"/>
                  </a:cubicBezTo>
                  <a:cubicBezTo>
                    <a:pt x="579" y="1116"/>
                    <a:pt x="576" y="1130"/>
                    <a:pt x="571" y="1142"/>
                  </a:cubicBezTo>
                  <a:cubicBezTo>
                    <a:pt x="549" y="1177"/>
                    <a:pt x="552" y="1188"/>
                    <a:pt x="545" y="1190"/>
                  </a:cubicBezTo>
                  <a:cubicBezTo>
                    <a:pt x="519" y="1245"/>
                    <a:pt x="511" y="1246"/>
                    <a:pt x="513" y="1255"/>
                  </a:cubicBezTo>
                  <a:cubicBezTo>
                    <a:pt x="489" y="1289"/>
                    <a:pt x="487" y="1295"/>
                    <a:pt x="485" y="1301"/>
                  </a:cubicBezTo>
                  <a:cubicBezTo>
                    <a:pt x="460" y="1334"/>
                    <a:pt x="463" y="1345"/>
                    <a:pt x="458" y="1349"/>
                  </a:cubicBezTo>
                  <a:cubicBezTo>
                    <a:pt x="437" y="1384"/>
                    <a:pt x="437" y="1392"/>
                    <a:pt x="432" y="1396"/>
                  </a:cubicBezTo>
                  <a:cubicBezTo>
                    <a:pt x="427" y="1433"/>
                    <a:pt x="425" y="1426"/>
                    <a:pt x="427" y="1424"/>
                  </a:cubicBezTo>
                  <a:cubicBezTo>
                    <a:pt x="443" y="1405"/>
                    <a:pt x="440" y="1397"/>
                    <a:pt x="445" y="1396"/>
                  </a:cubicBezTo>
                  <a:cubicBezTo>
                    <a:pt x="475" y="1348"/>
                    <a:pt x="476" y="1344"/>
                    <a:pt x="475" y="1338"/>
                  </a:cubicBezTo>
                  <a:cubicBezTo>
                    <a:pt x="497" y="1313"/>
                    <a:pt x="494" y="1305"/>
                    <a:pt x="498" y="1303"/>
                  </a:cubicBezTo>
                  <a:cubicBezTo>
                    <a:pt x="497" y="1315"/>
                    <a:pt x="494" y="1322"/>
                    <a:pt x="490" y="1328"/>
                  </a:cubicBezTo>
                  <a:cubicBezTo>
                    <a:pt x="462" y="1378"/>
                    <a:pt x="460" y="1382"/>
                    <a:pt x="460" y="1386"/>
                  </a:cubicBezTo>
                  <a:cubicBezTo>
                    <a:pt x="425" y="1445"/>
                    <a:pt x="428" y="1453"/>
                    <a:pt x="425" y="1454"/>
                  </a:cubicBezTo>
                  <a:cubicBezTo>
                    <a:pt x="405" y="1499"/>
                    <a:pt x="398" y="1512"/>
                    <a:pt x="392" y="1525"/>
                  </a:cubicBezTo>
                  <a:cubicBezTo>
                    <a:pt x="371" y="1599"/>
                    <a:pt x="365" y="1598"/>
                    <a:pt x="367" y="1605"/>
                  </a:cubicBezTo>
                  <a:cubicBezTo>
                    <a:pt x="354" y="1641"/>
                    <a:pt x="358" y="1653"/>
                    <a:pt x="352" y="1656"/>
                  </a:cubicBezTo>
                  <a:cubicBezTo>
                    <a:pt x="346" y="1759"/>
                    <a:pt x="343" y="1757"/>
                    <a:pt x="342" y="1754"/>
                  </a:cubicBezTo>
                  <a:cubicBezTo>
                    <a:pt x="349" y="1713"/>
                    <a:pt x="354" y="1702"/>
                    <a:pt x="357" y="1691"/>
                  </a:cubicBezTo>
                  <a:cubicBezTo>
                    <a:pt x="378" y="1637"/>
                    <a:pt x="375" y="1627"/>
                    <a:pt x="380" y="1625"/>
                  </a:cubicBezTo>
                  <a:cubicBezTo>
                    <a:pt x="393" y="1579"/>
                    <a:pt x="398" y="1569"/>
                    <a:pt x="402" y="1560"/>
                  </a:cubicBezTo>
                  <a:cubicBezTo>
                    <a:pt x="415" y="1520"/>
                    <a:pt x="417" y="1514"/>
                    <a:pt x="422" y="1512"/>
                  </a:cubicBezTo>
                  <a:cubicBezTo>
                    <a:pt x="438" y="1477"/>
                    <a:pt x="435" y="1466"/>
                    <a:pt x="440" y="1464"/>
                  </a:cubicBezTo>
                  <a:cubicBezTo>
                    <a:pt x="491" y="1374"/>
                    <a:pt x="493" y="1369"/>
                    <a:pt x="493" y="1361"/>
                  </a:cubicBezTo>
                  <a:cubicBezTo>
                    <a:pt x="533" y="1307"/>
                    <a:pt x="537" y="1281"/>
                    <a:pt x="551" y="1265"/>
                  </a:cubicBezTo>
                  <a:cubicBezTo>
                    <a:pt x="567" y="1213"/>
                    <a:pt x="572" y="1200"/>
                    <a:pt x="576" y="1187"/>
                  </a:cubicBezTo>
                  <a:cubicBezTo>
                    <a:pt x="570" y="1224"/>
                    <a:pt x="567" y="1232"/>
                    <a:pt x="566" y="1243"/>
                  </a:cubicBezTo>
                  <a:cubicBezTo>
                    <a:pt x="527" y="1322"/>
                    <a:pt x="522" y="1329"/>
                    <a:pt x="520" y="1338"/>
                  </a:cubicBezTo>
                  <a:cubicBezTo>
                    <a:pt x="499" y="1364"/>
                    <a:pt x="499" y="1376"/>
                    <a:pt x="493" y="1381"/>
                  </a:cubicBezTo>
                  <a:cubicBezTo>
                    <a:pt x="498" y="1392"/>
                    <a:pt x="498" y="1398"/>
                    <a:pt x="498" y="1404"/>
                  </a:cubicBezTo>
                  <a:cubicBezTo>
                    <a:pt x="532" y="1330"/>
                    <a:pt x="532" y="1345"/>
                    <a:pt x="528" y="1343"/>
                  </a:cubicBezTo>
                  <a:cubicBezTo>
                    <a:pt x="511" y="1391"/>
                    <a:pt x="508" y="1400"/>
                    <a:pt x="505" y="1409"/>
                  </a:cubicBezTo>
                  <a:cubicBezTo>
                    <a:pt x="497" y="1445"/>
                    <a:pt x="494" y="1455"/>
                    <a:pt x="493" y="1467"/>
                  </a:cubicBezTo>
                  <a:cubicBezTo>
                    <a:pt x="496" y="1535"/>
                    <a:pt x="492" y="1549"/>
                    <a:pt x="490" y="1567"/>
                  </a:cubicBezTo>
                  <a:cubicBezTo>
                    <a:pt x="476" y="1593"/>
                    <a:pt x="479" y="1606"/>
                    <a:pt x="473" y="1610"/>
                  </a:cubicBezTo>
                  <a:cubicBezTo>
                    <a:pt x="427" y="1706"/>
                    <a:pt x="422" y="1720"/>
                    <a:pt x="413" y="1731"/>
                  </a:cubicBezTo>
                  <a:cubicBezTo>
                    <a:pt x="408" y="1755"/>
                    <a:pt x="414" y="1746"/>
                    <a:pt x="415" y="1744"/>
                  </a:cubicBezTo>
                  <a:cubicBezTo>
                    <a:pt x="452" y="1724"/>
                    <a:pt x="461" y="1714"/>
                    <a:pt x="468" y="1718"/>
                  </a:cubicBezTo>
                  <a:cubicBezTo>
                    <a:pt x="439" y="1738"/>
                    <a:pt x="429" y="1744"/>
                    <a:pt x="423" y="1754"/>
                  </a:cubicBezTo>
                  <a:cubicBezTo>
                    <a:pt x="390" y="1807"/>
                    <a:pt x="394" y="1818"/>
                    <a:pt x="390" y="1819"/>
                  </a:cubicBezTo>
                  <a:cubicBezTo>
                    <a:pt x="387" y="1852"/>
                    <a:pt x="390" y="1857"/>
                    <a:pt x="393" y="1864"/>
                  </a:cubicBezTo>
                  <a:cubicBezTo>
                    <a:pt x="395" y="1893"/>
                    <a:pt x="401" y="1904"/>
                    <a:pt x="405" y="1917"/>
                  </a:cubicBezTo>
                  <a:cubicBezTo>
                    <a:pt x="418" y="1937"/>
                    <a:pt x="423" y="1944"/>
                    <a:pt x="418" y="1950"/>
                  </a:cubicBezTo>
                  <a:cubicBezTo>
                    <a:pt x="398" y="1927"/>
                    <a:pt x="390" y="1922"/>
                    <a:pt x="388" y="1912"/>
                  </a:cubicBezTo>
                  <a:cubicBezTo>
                    <a:pt x="371" y="1883"/>
                    <a:pt x="363" y="1883"/>
                    <a:pt x="357" y="1880"/>
                  </a:cubicBezTo>
                  <a:cubicBezTo>
                    <a:pt x="325" y="1849"/>
                    <a:pt x="317" y="1848"/>
                    <a:pt x="315" y="1842"/>
                  </a:cubicBezTo>
                  <a:cubicBezTo>
                    <a:pt x="284" y="1820"/>
                    <a:pt x="288" y="1832"/>
                    <a:pt x="299" y="1829"/>
                  </a:cubicBezTo>
                  <a:cubicBezTo>
                    <a:pt x="296" y="1823"/>
                    <a:pt x="286" y="1823"/>
                    <a:pt x="282" y="1817"/>
                  </a:cubicBezTo>
                  <a:cubicBezTo>
                    <a:pt x="235" y="1800"/>
                    <a:pt x="246" y="1796"/>
                    <a:pt x="252" y="1802"/>
                  </a:cubicBezTo>
                  <a:cubicBezTo>
                    <a:pt x="301" y="1810"/>
                    <a:pt x="324" y="1818"/>
                    <a:pt x="342" y="1829"/>
                  </a:cubicBezTo>
                  <a:cubicBezTo>
                    <a:pt x="332" y="1811"/>
                    <a:pt x="328" y="1807"/>
                    <a:pt x="325" y="1802"/>
                  </a:cubicBezTo>
                  <a:cubicBezTo>
                    <a:pt x="300" y="1767"/>
                    <a:pt x="291" y="1768"/>
                    <a:pt x="292" y="1759"/>
                  </a:cubicBezTo>
                  <a:cubicBezTo>
                    <a:pt x="254" y="1707"/>
                    <a:pt x="246" y="1698"/>
                    <a:pt x="239" y="1688"/>
                  </a:cubicBezTo>
                  <a:cubicBezTo>
                    <a:pt x="214" y="1649"/>
                    <a:pt x="204" y="1642"/>
                    <a:pt x="201" y="1628"/>
                  </a:cubicBezTo>
                  <a:cubicBezTo>
                    <a:pt x="178" y="1567"/>
                    <a:pt x="173" y="1562"/>
                    <a:pt x="168" y="1558"/>
                  </a:cubicBezTo>
                  <a:cubicBezTo>
                    <a:pt x="153" y="1520"/>
                    <a:pt x="151" y="1514"/>
                    <a:pt x="146" y="1512"/>
                  </a:cubicBezTo>
                  <a:cubicBezTo>
                    <a:pt x="133" y="1472"/>
                    <a:pt x="123" y="1469"/>
                    <a:pt x="123" y="1457"/>
                  </a:cubicBezTo>
                  <a:cubicBezTo>
                    <a:pt x="108" y="1419"/>
                    <a:pt x="98" y="1416"/>
                    <a:pt x="100" y="1402"/>
                  </a:cubicBezTo>
                  <a:cubicBezTo>
                    <a:pt x="109" y="1417"/>
                    <a:pt x="115" y="1416"/>
                    <a:pt x="113" y="1424"/>
                  </a:cubicBezTo>
                  <a:cubicBezTo>
                    <a:pt x="141" y="1468"/>
                    <a:pt x="143" y="1471"/>
                    <a:pt x="146" y="1475"/>
                  </a:cubicBezTo>
                  <a:cubicBezTo>
                    <a:pt x="184" y="1527"/>
                    <a:pt x="192" y="1530"/>
                    <a:pt x="196" y="1537"/>
                  </a:cubicBezTo>
                  <a:cubicBezTo>
                    <a:pt x="219" y="1559"/>
                    <a:pt x="223" y="1568"/>
                    <a:pt x="231" y="1573"/>
                  </a:cubicBezTo>
                  <a:cubicBezTo>
                    <a:pt x="246" y="1588"/>
                    <a:pt x="247" y="1590"/>
                    <a:pt x="249" y="1590"/>
                  </a:cubicBezTo>
                  <a:cubicBezTo>
                    <a:pt x="274" y="1624"/>
                    <a:pt x="278" y="1626"/>
                    <a:pt x="282" y="1628"/>
                  </a:cubicBezTo>
                  <a:cubicBezTo>
                    <a:pt x="265" y="1589"/>
                    <a:pt x="257" y="1590"/>
                    <a:pt x="259" y="1580"/>
                  </a:cubicBezTo>
                  <a:cubicBezTo>
                    <a:pt x="203" y="1511"/>
                    <a:pt x="196" y="1509"/>
                    <a:pt x="193" y="1502"/>
                  </a:cubicBezTo>
                  <a:cubicBezTo>
                    <a:pt x="172" y="1477"/>
                    <a:pt x="168" y="1477"/>
                    <a:pt x="168" y="1472"/>
                  </a:cubicBezTo>
                  <a:cubicBezTo>
                    <a:pt x="147" y="1441"/>
                    <a:pt x="145" y="1442"/>
                    <a:pt x="146" y="1439"/>
                  </a:cubicBezTo>
                  <a:cubicBezTo>
                    <a:pt x="127" y="1411"/>
                    <a:pt x="130" y="1404"/>
                    <a:pt x="125" y="1404"/>
                  </a:cubicBezTo>
                  <a:cubicBezTo>
                    <a:pt x="102" y="1363"/>
                    <a:pt x="100" y="1355"/>
                    <a:pt x="95" y="1351"/>
                  </a:cubicBezTo>
                  <a:cubicBezTo>
                    <a:pt x="61" y="1229"/>
                    <a:pt x="62" y="1234"/>
                    <a:pt x="62" y="1241"/>
                  </a:cubicBezTo>
                  <a:cubicBezTo>
                    <a:pt x="80" y="1283"/>
                    <a:pt x="77" y="1293"/>
                    <a:pt x="83" y="1293"/>
                  </a:cubicBezTo>
                  <a:cubicBezTo>
                    <a:pt x="100" y="1336"/>
                    <a:pt x="98" y="1345"/>
                    <a:pt x="105" y="1344"/>
                  </a:cubicBezTo>
                  <a:cubicBezTo>
                    <a:pt x="128" y="1387"/>
                    <a:pt x="129" y="1398"/>
                    <a:pt x="135" y="1404"/>
                  </a:cubicBezTo>
                  <a:cubicBezTo>
                    <a:pt x="148" y="1422"/>
                    <a:pt x="148" y="1425"/>
                    <a:pt x="148" y="1427"/>
                  </a:cubicBezTo>
                  <a:cubicBezTo>
                    <a:pt x="176" y="1460"/>
                    <a:pt x="173" y="1469"/>
                    <a:pt x="178" y="1470"/>
                  </a:cubicBezTo>
                  <a:cubicBezTo>
                    <a:pt x="203" y="1506"/>
                    <a:pt x="213" y="1502"/>
                    <a:pt x="211" y="1510"/>
                  </a:cubicBezTo>
                  <a:cubicBezTo>
                    <a:pt x="240" y="1542"/>
                    <a:pt x="244" y="1544"/>
                    <a:pt x="244" y="1550"/>
                  </a:cubicBezTo>
                  <a:cubicBezTo>
                    <a:pt x="270" y="1548"/>
                    <a:pt x="267" y="1546"/>
                    <a:pt x="264" y="1545"/>
                  </a:cubicBezTo>
                  <a:cubicBezTo>
                    <a:pt x="251" y="1520"/>
                    <a:pt x="247" y="1516"/>
                    <a:pt x="249" y="1507"/>
                  </a:cubicBezTo>
                  <a:cubicBezTo>
                    <a:pt x="229" y="1481"/>
                    <a:pt x="225" y="1479"/>
                    <a:pt x="221" y="1477"/>
                  </a:cubicBezTo>
                  <a:cubicBezTo>
                    <a:pt x="196" y="1426"/>
                    <a:pt x="189" y="1427"/>
                    <a:pt x="188" y="1422"/>
                  </a:cubicBezTo>
                  <a:cubicBezTo>
                    <a:pt x="166" y="1386"/>
                    <a:pt x="161" y="1384"/>
                    <a:pt x="161" y="1379"/>
                  </a:cubicBezTo>
                  <a:cubicBezTo>
                    <a:pt x="153" y="1363"/>
                    <a:pt x="149" y="1362"/>
                    <a:pt x="151" y="1354"/>
                  </a:cubicBezTo>
                  <a:cubicBezTo>
                    <a:pt x="119" y="1295"/>
                    <a:pt x="118" y="1290"/>
                    <a:pt x="113" y="1288"/>
                  </a:cubicBezTo>
                  <a:cubicBezTo>
                    <a:pt x="97" y="1255"/>
                    <a:pt x="100" y="1245"/>
                    <a:pt x="95" y="1243"/>
                  </a:cubicBezTo>
                  <a:cubicBezTo>
                    <a:pt x="70" y="1172"/>
                    <a:pt x="70" y="1159"/>
                    <a:pt x="62" y="1153"/>
                  </a:cubicBezTo>
                  <a:cubicBezTo>
                    <a:pt x="55" y="1121"/>
                    <a:pt x="45" y="1115"/>
                    <a:pt x="52" y="1112"/>
                  </a:cubicBezTo>
                  <a:cubicBezTo>
                    <a:pt x="42" y="1090"/>
                    <a:pt x="43" y="1087"/>
                    <a:pt x="42" y="1085"/>
                  </a:cubicBezTo>
                  <a:cubicBezTo>
                    <a:pt x="59" y="1118"/>
                    <a:pt x="61" y="1122"/>
                    <a:pt x="60" y="1127"/>
                  </a:cubicBezTo>
                  <a:cubicBezTo>
                    <a:pt x="83" y="1168"/>
                    <a:pt x="78" y="1179"/>
                    <a:pt x="85" y="1178"/>
                  </a:cubicBezTo>
                  <a:cubicBezTo>
                    <a:pt x="124" y="1262"/>
                    <a:pt x="134" y="1265"/>
                    <a:pt x="135" y="1276"/>
                  </a:cubicBezTo>
                  <a:cubicBezTo>
                    <a:pt x="156" y="1299"/>
                    <a:pt x="155" y="1305"/>
                    <a:pt x="161" y="1306"/>
                  </a:cubicBezTo>
                  <a:cubicBezTo>
                    <a:pt x="182" y="1344"/>
                    <a:pt x="191" y="1353"/>
                    <a:pt x="196" y="1366"/>
                  </a:cubicBezTo>
                  <a:cubicBezTo>
                    <a:pt x="224" y="1410"/>
                    <a:pt x="227" y="1424"/>
                    <a:pt x="236" y="1434"/>
                  </a:cubicBezTo>
                  <a:close/>
                  <a:moveTo>
                    <a:pt x="176" y="1565"/>
                  </a:moveTo>
                  <a:cubicBezTo>
                    <a:pt x="182" y="1568"/>
                    <a:pt x="180" y="1578"/>
                    <a:pt x="186" y="1580"/>
                  </a:cubicBezTo>
                  <a:cubicBezTo>
                    <a:pt x="184" y="1591"/>
                    <a:pt x="194" y="1591"/>
                    <a:pt x="194" y="1600"/>
                  </a:cubicBezTo>
                  <a:cubicBezTo>
                    <a:pt x="200" y="1612"/>
                    <a:pt x="206" y="1624"/>
                    <a:pt x="214" y="1633"/>
                  </a:cubicBezTo>
                  <a:cubicBezTo>
                    <a:pt x="215" y="1640"/>
                    <a:pt x="219" y="1645"/>
                    <a:pt x="224" y="1648"/>
                  </a:cubicBezTo>
                  <a:cubicBezTo>
                    <a:pt x="223" y="1658"/>
                    <a:pt x="232" y="1658"/>
                    <a:pt x="234" y="1666"/>
                  </a:cubicBezTo>
                  <a:cubicBezTo>
                    <a:pt x="240" y="1679"/>
                    <a:pt x="253" y="1684"/>
                    <a:pt x="257" y="1699"/>
                  </a:cubicBezTo>
                  <a:cubicBezTo>
                    <a:pt x="263" y="1700"/>
                    <a:pt x="262" y="1710"/>
                    <a:pt x="269" y="1711"/>
                  </a:cubicBezTo>
                  <a:cubicBezTo>
                    <a:pt x="268" y="1721"/>
                    <a:pt x="280" y="1719"/>
                    <a:pt x="279" y="1729"/>
                  </a:cubicBezTo>
                  <a:cubicBezTo>
                    <a:pt x="290" y="1736"/>
                    <a:pt x="296" y="1747"/>
                    <a:pt x="304" y="1756"/>
                  </a:cubicBezTo>
                  <a:cubicBezTo>
                    <a:pt x="310" y="1768"/>
                    <a:pt x="321" y="1775"/>
                    <a:pt x="327" y="1787"/>
                  </a:cubicBezTo>
                  <a:cubicBezTo>
                    <a:pt x="332" y="1791"/>
                    <a:pt x="334" y="1798"/>
                    <a:pt x="340" y="1802"/>
                  </a:cubicBezTo>
                  <a:cubicBezTo>
                    <a:pt x="340" y="1806"/>
                    <a:pt x="342" y="1808"/>
                    <a:pt x="345" y="1809"/>
                  </a:cubicBezTo>
                  <a:cubicBezTo>
                    <a:pt x="344" y="1812"/>
                    <a:pt x="352" y="1818"/>
                    <a:pt x="352" y="1812"/>
                  </a:cubicBezTo>
                  <a:cubicBezTo>
                    <a:pt x="345" y="1803"/>
                    <a:pt x="341" y="1791"/>
                    <a:pt x="337" y="1779"/>
                  </a:cubicBezTo>
                  <a:cubicBezTo>
                    <a:pt x="333" y="1767"/>
                    <a:pt x="322" y="1762"/>
                    <a:pt x="319" y="1749"/>
                  </a:cubicBezTo>
                  <a:cubicBezTo>
                    <a:pt x="311" y="1741"/>
                    <a:pt x="309" y="1727"/>
                    <a:pt x="299" y="1721"/>
                  </a:cubicBezTo>
                  <a:cubicBezTo>
                    <a:pt x="294" y="1710"/>
                    <a:pt x="284" y="1703"/>
                    <a:pt x="282" y="1688"/>
                  </a:cubicBezTo>
                  <a:cubicBezTo>
                    <a:pt x="273" y="1689"/>
                    <a:pt x="274" y="1681"/>
                    <a:pt x="269" y="1678"/>
                  </a:cubicBezTo>
                  <a:cubicBezTo>
                    <a:pt x="267" y="1672"/>
                    <a:pt x="260" y="1670"/>
                    <a:pt x="256" y="1666"/>
                  </a:cubicBezTo>
                  <a:cubicBezTo>
                    <a:pt x="257" y="1662"/>
                    <a:pt x="255" y="1660"/>
                    <a:pt x="254" y="1658"/>
                  </a:cubicBezTo>
                  <a:cubicBezTo>
                    <a:pt x="254" y="1654"/>
                    <a:pt x="248" y="1656"/>
                    <a:pt x="249" y="1651"/>
                  </a:cubicBezTo>
                  <a:cubicBezTo>
                    <a:pt x="242" y="1650"/>
                    <a:pt x="245" y="1640"/>
                    <a:pt x="236" y="1641"/>
                  </a:cubicBezTo>
                  <a:cubicBezTo>
                    <a:pt x="236" y="1638"/>
                    <a:pt x="236" y="1635"/>
                    <a:pt x="231" y="1636"/>
                  </a:cubicBezTo>
                  <a:cubicBezTo>
                    <a:pt x="231" y="1631"/>
                    <a:pt x="229" y="1629"/>
                    <a:pt x="226" y="1628"/>
                  </a:cubicBezTo>
                  <a:cubicBezTo>
                    <a:pt x="223" y="1623"/>
                    <a:pt x="218" y="1620"/>
                    <a:pt x="216" y="1613"/>
                  </a:cubicBezTo>
                  <a:cubicBezTo>
                    <a:pt x="209" y="1604"/>
                    <a:pt x="202" y="1595"/>
                    <a:pt x="196" y="1585"/>
                  </a:cubicBezTo>
                  <a:cubicBezTo>
                    <a:pt x="189" y="1576"/>
                    <a:pt x="185" y="1565"/>
                    <a:pt x="176" y="1558"/>
                  </a:cubicBezTo>
                  <a:cubicBezTo>
                    <a:pt x="176" y="1560"/>
                    <a:pt x="176" y="1563"/>
                    <a:pt x="176" y="1565"/>
                  </a:cubicBezTo>
                  <a:close/>
                  <a:moveTo>
                    <a:pt x="301" y="820"/>
                  </a:moveTo>
                  <a:cubicBezTo>
                    <a:pt x="302" y="810"/>
                    <a:pt x="310" y="806"/>
                    <a:pt x="311" y="795"/>
                  </a:cubicBezTo>
                  <a:cubicBezTo>
                    <a:pt x="358" y="743"/>
                    <a:pt x="361" y="735"/>
                    <a:pt x="366" y="730"/>
                  </a:cubicBezTo>
                  <a:cubicBezTo>
                    <a:pt x="397" y="702"/>
                    <a:pt x="399" y="697"/>
                    <a:pt x="402" y="694"/>
                  </a:cubicBezTo>
                  <a:cubicBezTo>
                    <a:pt x="437" y="662"/>
                    <a:pt x="439" y="659"/>
                    <a:pt x="442" y="657"/>
                  </a:cubicBezTo>
                  <a:cubicBezTo>
                    <a:pt x="480" y="626"/>
                    <a:pt x="475" y="615"/>
                    <a:pt x="485" y="619"/>
                  </a:cubicBezTo>
                  <a:cubicBezTo>
                    <a:pt x="521" y="575"/>
                    <a:pt x="530" y="573"/>
                    <a:pt x="535" y="566"/>
                  </a:cubicBezTo>
                  <a:cubicBezTo>
                    <a:pt x="554" y="538"/>
                    <a:pt x="566" y="538"/>
                    <a:pt x="568" y="528"/>
                  </a:cubicBezTo>
                  <a:cubicBezTo>
                    <a:pt x="581" y="513"/>
                    <a:pt x="584" y="512"/>
                    <a:pt x="583" y="508"/>
                  </a:cubicBezTo>
                  <a:cubicBezTo>
                    <a:pt x="609" y="476"/>
                    <a:pt x="605" y="465"/>
                    <a:pt x="613" y="468"/>
                  </a:cubicBezTo>
                  <a:cubicBezTo>
                    <a:pt x="604" y="479"/>
                    <a:pt x="593" y="475"/>
                    <a:pt x="595" y="483"/>
                  </a:cubicBezTo>
                  <a:cubicBezTo>
                    <a:pt x="573" y="503"/>
                    <a:pt x="570" y="506"/>
                    <a:pt x="568" y="510"/>
                  </a:cubicBezTo>
                  <a:cubicBezTo>
                    <a:pt x="482" y="577"/>
                    <a:pt x="482" y="583"/>
                    <a:pt x="477" y="584"/>
                  </a:cubicBezTo>
                  <a:cubicBezTo>
                    <a:pt x="464" y="596"/>
                    <a:pt x="458" y="596"/>
                    <a:pt x="457" y="601"/>
                  </a:cubicBezTo>
                  <a:cubicBezTo>
                    <a:pt x="421" y="633"/>
                    <a:pt x="418" y="642"/>
                    <a:pt x="412" y="649"/>
                  </a:cubicBezTo>
                  <a:cubicBezTo>
                    <a:pt x="371" y="689"/>
                    <a:pt x="369" y="694"/>
                    <a:pt x="366" y="697"/>
                  </a:cubicBezTo>
                  <a:cubicBezTo>
                    <a:pt x="338" y="737"/>
                    <a:pt x="331" y="742"/>
                    <a:pt x="326" y="750"/>
                  </a:cubicBezTo>
                  <a:cubicBezTo>
                    <a:pt x="309" y="785"/>
                    <a:pt x="297" y="788"/>
                    <a:pt x="296" y="803"/>
                  </a:cubicBezTo>
                  <a:cubicBezTo>
                    <a:pt x="266" y="851"/>
                    <a:pt x="266" y="857"/>
                    <a:pt x="266" y="863"/>
                  </a:cubicBezTo>
                  <a:close/>
                  <a:moveTo>
                    <a:pt x="318" y="526"/>
                  </a:moveTo>
                  <a:cubicBezTo>
                    <a:pt x="319" y="522"/>
                    <a:pt x="318" y="516"/>
                    <a:pt x="316" y="521"/>
                  </a:cubicBezTo>
                  <a:cubicBezTo>
                    <a:pt x="316" y="524"/>
                    <a:pt x="317" y="530"/>
                    <a:pt x="318" y="526"/>
                  </a:cubicBezTo>
                  <a:close/>
                  <a:moveTo>
                    <a:pt x="321" y="662"/>
                  </a:moveTo>
                  <a:cubicBezTo>
                    <a:pt x="322" y="667"/>
                    <a:pt x="309" y="673"/>
                    <a:pt x="316" y="677"/>
                  </a:cubicBezTo>
                  <a:cubicBezTo>
                    <a:pt x="320" y="673"/>
                    <a:pt x="322" y="665"/>
                    <a:pt x="326" y="662"/>
                  </a:cubicBezTo>
                  <a:cubicBezTo>
                    <a:pt x="326" y="656"/>
                    <a:pt x="338" y="651"/>
                    <a:pt x="331" y="647"/>
                  </a:cubicBezTo>
                  <a:cubicBezTo>
                    <a:pt x="328" y="652"/>
                    <a:pt x="325" y="658"/>
                    <a:pt x="321" y="662"/>
                  </a:cubicBezTo>
                  <a:close/>
                  <a:moveTo>
                    <a:pt x="276" y="745"/>
                  </a:moveTo>
                  <a:cubicBezTo>
                    <a:pt x="274" y="736"/>
                    <a:pt x="283" y="730"/>
                    <a:pt x="273" y="727"/>
                  </a:cubicBezTo>
                  <a:cubicBezTo>
                    <a:pt x="275" y="732"/>
                    <a:pt x="270" y="744"/>
                    <a:pt x="276" y="745"/>
                  </a:cubicBezTo>
                  <a:close/>
                  <a:moveTo>
                    <a:pt x="276" y="793"/>
                  </a:moveTo>
                  <a:cubicBezTo>
                    <a:pt x="277" y="785"/>
                    <a:pt x="285" y="771"/>
                    <a:pt x="278" y="765"/>
                  </a:cubicBezTo>
                  <a:cubicBezTo>
                    <a:pt x="281" y="776"/>
                    <a:pt x="270" y="787"/>
                    <a:pt x="276" y="793"/>
                  </a:cubicBezTo>
                  <a:close/>
                  <a:moveTo>
                    <a:pt x="271" y="830"/>
                  </a:moveTo>
                  <a:cubicBezTo>
                    <a:pt x="268" y="819"/>
                    <a:pt x="285" y="812"/>
                    <a:pt x="273" y="808"/>
                  </a:cubicBezTo>
                  <a:cubicBezTo>
                    <a:pt x="277" y="818"/>
                    <a:pt x="262" y="823"/>
                    <a:pt x="271" y="830"/>
                  </a:cubicBezTo>
                  <a:close/>
                  <a:moveTo>
                    <a:pt x="70" y="883"/>
                  </a:moveTo>
                  <a:cubicBezTo>
                    <a:pt x="75" y="887"/>
                    <a:pt x="73" y="896"/>
                    <a:pt x="77" y="901"/>
                  </a:cubicBezTo>
                  <a:cubicBezTo>
                    <a:pt x="117" y="1000"/>
                    <a:pt x="122" y="1004"/>
                    <a:pt x="123" y="1012"/>
                  </a:cubicBezTo>
                  <a:cubicBezTo>
                    <a:pt x="141" y="1040"/>
                    <a:pt x="140" y="1043"/>
                    <a:pt x="140" y="1044"/>
                  </a:cubicBezTo>
                  <a:cubicBezTo>
                    <a:pt x="173" y="1100"/>
                    <a:pt x="181" y="1101"/>
                    <a:pt x="181" y="1110"/>
                  </a:cubicBezTo>
                  <a:cubicBezTo>
                    <a:pt x="212" y="1160"/>
                    <a:pt x="210" y="1167"/>
                    <a:pt x="213" y="1168"/>
                  </a:cubicBezTo>
                  <a:cubicBezTo>
                    <a:pt x="227" y="1183"/>
                    <a:pt x="222" y="1175"/>
                    <a:pt x="218" y="1168"/>
                  </a:cubicBezTo>
                  <a:cubicBezTo>
                    <a:pt x="214" y="1136"/>
                    <a:pt x="209" y="1137"/>
                    <a:pt x="211" y="1130"/>
                  </a:cubicBezTo>
                  <a:cubicBezTo>
                    <a:pt x="190" y="1087"/>
                    <a:pt x="191" y="1077"/>
                    <a:pt x="186" y="1072"/>
                  </a:cubicBezTo>
                  <a:cubicBezTo>
                    <a:pt x="164" y="1046"/>
                    <a:pt x="172" y="1032"/>
                    <a:pt x="165" y="1034"/>
                  </a:cubicBezTo>
                  <a:cubicBezTo>
                    <a:pt x="130" y="971"/>
                    <a:pt x="123" y="968"/>
                    <a:pt x="123" y="959"/>
                  </a:cubicBezTo>
                  <a:cubicBezTo>
                    <a:pt x="98" y="914"/>
                    <a:pt x="92" y="910"/>
                    <a:pt x="90" y="903"/>
                  </a:cubicBezTo>
                  <a:cubicBezTo>
                    <a:pt x="61" y="859"/>
                    <a:pt x="68" y="868"/>
                    <a:pt x="70" y="883"/>
                  </a:cubicBezTo>
                  <a:close/>
                  <a:moveTo>
                    <a:pt x="266" y="976"/>
                  </a:moveTo>
                  <a:cubicBezTo>
                    <a:pt x="265" y="972"/>
                    <a:pt x="269" y="971"/>
                    <a:pt x="269" y="966"/>
                  </a:cubicBezTo>
                  <a:cubicBezTo>
                    <a:pt x="272" y="966"/>
                    <a:pt x="270" y="959"/>
                    <a:pt x="269" y="964"/>
                  </a:cubicBezTo>
                  <a:cubicBezTo>
                    <a:pt x="266" y="966"/>
                    <a:pt x="260" y="982"/>
                    <a:pt x="266" y="976"/>
                  </a:cubicBezTo>
                  <a:close/>
                  <a:moveTo>
                    <a:pt x="246" y="996"/>
                  </a:moveTo>
                  <a:cubicBezTo>
                    <a:pt x="243" y="988"/>
                    <a:pt x="256" y="983"/>
                    <a:pt x="248" y="979"/>
                  </a:cubicBezTo>
                  <a:cubicBezTo>
                    <a:pt x="246" y="981"/>
                    <a:pt x="239" y="993"/>
                    <a:pt x="246" y="996"/>
                  </a:cubicBezTo>
                  <a:close/>
                  <a:moveTo>
                    <a:pt x="62" y="1039"/>
                  </a:moveTo>
                  <a:cubicBezTo>
                    <a:pt x="61" y="1036"/>
                    <a:pt x="60" y="1034"/>
                    <a:pt x="57" y="1032"/>
                  </a:cubicBezTo>
                  <a:cubicBezTo>
                    <a:pt x="57" y="1035"/>
                    <a:pt x="61" y="1046"/>
                    <a:pt x="62" y="1039"/>
                  </a:cubicBezTo>
                  <a:close/>
                  <a:moveTo>
                    <a:pt x="77" y="1095"/>
                  </a:moveTo>
                  <a:cubicBezTo>
                    <a:pt x="82" y="1101"/>
                    <a:pt x="83" y="1111"/>
                    <a:pt x="87" y="1117"/>
                  </a:cubicBezTo>
                  <a:cubicBezTo>
                    <a:pt x="124" y="1184"/>
                    <a:pt x="126" y="1187"/>
                    <a:pt x="128" y="1190"/>
                  </a:cubicBezTo>
                  <a:cubicBezTo>
                    <a:pt x="146" y="1213"/>
                    <a:pt x="141" y="1224"/>
                    <a:pt x="145" y="1225"/>
                  </a:cubicBezTo>
                  <a:cubicBezTo>
                    <a:pt x="170" y="1271"/>
                    <a:pt x="171" y="1275"/>
                    <a:pt x="176" y="1276"/>
                  </a:cubicBezTo>
                  <a:cubicBezTo>
                    <a:pt x="198" y="1315"/>
                    <a:pt x="204" y="1320"/>
                    <a:pt x="206" y="1329"/>
                  </a:cubicBezTo>
                  <a:cubicBezTo>
                    <a:pt x="220" y="1358"/>
                    <a:pt x="231" y="1358"/>
                    <a:pt x="229" y="1371"/>
                  </a:cubicBezTo>
                  <a:cubicBezTo>
                    <a:pt x="241" y="1386"/>
                    <a:pt x="240" y="1376"/>
                    <a:pt x="239" y="1366"/>
                  </a:cubicBezTo>
                  <a:cubicBezTo>
                    <a:pt x="220" y="1308"/>
                    <a:pt x="214" y="1302"/>
                    <a:pt x="213" y="1291"/>
                  </a:cubicBezTo>
                  <a:cubicBezTo>
                    <a:pt x="199" y="1268"/>
                    <a:pt x="202" y="1260"/>
                    <a:pt x="198" y="1258"/>
                  </a:cubicBezTo>
                  <a:cubicBezTo>
                    <a:pt x="180" y="1215"/>
                    <a:pt x="168" y="1215"/>
                    <a:pt x="168" y="1203"/>
                  </a:cubicBezTo>
                  <a:cubicBezTo>
                    <a:pt x="145" y="1172"/>
                    <a:pt x="150" y="1162"/>
                    <a:pt x="143" y="1163"/>
                  </a:cubicBezTo>
                  <a:cubicBezTo>
                    <a:pt x="113" y="1114"/>
                    <a:pt x="107" y="1108"/>
                    <a:pt x="105" y="1100"/>
                  </a:cubicBezTo>
                  <a:cubicBezTo>
                    <a:pt x="89" y="1081"/>
                    <a:pt x="86" y="1078"/>
                    <a:pt x="85" y="1075"/>
                  </a:cubicBezTo>
                  <a:cubicBezTo>
                    <a:pt x="71" y="1059"/>
                    <a:pt x="73" y="1055"/>
                    <a:pt x="70" y="1054"/>
                  </a:cubicBezTo>
                  <a:close/>
                  <a:moveTo>
                    <a:pt x="332" y="1623"/>
                  </a:moveTo>
                  <a:cubicBezTo>
                    <a:pt x="339" y="1624"/>
                    <a:pt x="330" y="1609"/>
                    <a:pt x="337" y="1610"/>
                  </a:cubicBezTo>
                  <a:cubicBezTo>
                    <a:pt x="359" y="1560"/>
                    <a:pt x="356" y="1544"/>
                    <a:pt x="365" y="1540"/>
                  </a:cubicBezTo>
                  <a:cubicBezTo>
                    <a:pt x="401" y="1455"/>
                    <a:pt x="401" y="1449"/>
                    <a:pt x="402" y="1444"/>
                  </a:cubicBezTo>
                  <a:cubicBezTo>
                    <a:pt x="418" y="1396"/>
                    <a:pt x="424" y="1396"/>
                    <a:pt x="425" y="1391"/>
                  </a:cubicBezTo>
                  <a:cubicBezTo>
                    <a:pt x="450" y="1344"/>
                    <a:pt x="454" y="1335"/>
                    <a:pt x="458" y="1326"/>
                  </a:cubicBezTo>
                  <a:cubicBezTo>
                    <a:pt x="490" y="1276"/>
                    <a:pt x="490" y="1269"/>
                    <a:pt x="493" y="1265"/>
                  </a:cubicBezTo>
                  <a:cubicBezTo>
                    <a:pt x="508" y="1240"/>
                    <a:pt x="511" y="1239"/>
                    <a:pt x="513" y="1238"/>
                  </a:cubicBezTo>
                  <a:cubicBezTo>
                    <a:pt x="521" y="1225"/>
                    <a:pt x="520" y="1221"/>
                    <a:pt x="523" y="1220"/>
                  </a:cubicBezTo>
                  <a:cubicBezTo>
                    <a:pt x="527" y="1215"/>
                    <a:pt x="518" y="1212"/>
                    <a:pt x="520" y="1220"/>
                  </a:cubicBezTo>
                  <a:cubicBezTo>
                    <a:pt x="481" y="1266"/>
                    <a:pt x="469" y="1280"/>
                    <a:pt x="460" y="1296"/>
                  </a:cubicBezTo>
                  <a:cubicBezTo>
                    <a:pt x="412" y="1376"/>
                    <a:pt x="407" y="1384"/>
                    <a:pt x="405" y="1394"/>
                  </a:cubicBezTo>
                  <a:cubicBezTo>
                    <a:pt x="376" y="1447"/>
                    <a:pt x="378" y="1450"/>
                    <a:pt x="377" y="1452"/>
                  </a:cubicBezTo>
                  <a:cubicBezTo>
                    <a:pt x="371" y="1467"/>
                    <a:pt x="366" y="1465"/>
                    <a:pt x="367" y="1472"/>
                  </a:cubicBezTo>
                  <a:cubicBezTo>
                    <a:pt x="344" y="1511"/>
                    <a:pt x="348" y="1521"/>
                    <a:pt x="342" y="1522"/>
                  </a:cubicBezTo>
                  <a:cubicBezTo>
                    <a:pt x="323" y="1591"/>
                    <a:pt x="318" y="1593"/>
                    <a:pt x="317" y="1598"/>
                  </a:cubicBezTo>
                  <a:cubicBezTo>
                    <a:pt x="309" y="1646"/>
                    <a:pt x="309" y="1656"/>
                    <a:pt x="309" y="1666"/>
                  </a:cubicBezTo>
                  <a:close/>
                  <a:moveTo>
                    <a:pt x="115" y="1273"/>
                  </a:moveTo>
                  <a:cubicBezTo>
                    <a:pt x="122" y="1281"/>
                    <a:pt x="126" y="1292"/>
                    <a:pt x="130" y="1301"/>
                  </a:cubicBezTo>
                  <a:cubicBezTo>
                    <a:pt x="136" y="1302"/>
                    <a:pt x="130" y="1315"/>
                    <a:pt x="138" y="1314"/>
                  </a:cubicBezTo>
                  <a:cubicBezTo>
                    <a:pt x="137" y="1322"/>
                    <a:pt x="142" y="1324"/>
                    <a:pt x="145" y="1329"/>
                  </a:cubicBezTo>
                  <a:cubicBezTo>
                    <a:pt x="152" y="1351"/>
                    <a:pt x="166" y="1365"/>
                    <a:pt x="176" y="1384"/>
                  </a:cubicBezTo>
                  <a:cubicBezTo>
                    <a:pt x="182" y="1392"/>
                    <a:pt x="186" y="1402"/>
                    <a:pt x="193" y="1409"/>
                  </a:cubicBezTo>
                  <a:cubicBezTo>
                    <a:pt x="198" y="1412"/>
                    <a:pt x="198" y="1418"/>
                    <a:pt x="201" y="1422"/>
                  </a:cubicBezTo>
                  <a:cubicBezTo>
                    <a:pt x="204" y="1426"/>
                    <a:pt x="207" y="1431"/>
                    <a:pt x="211" y="1434"/>
                  </a:cubicBezTo>
                  <a:cubicBezTo>
                    <a:pt x="214" y="1446"/>
                    <a:pt x="223" y="1451"/>
                    <a:pt x="226" y="1462"/>
                  </a:cubicBezTo>
                  <a:cubicBezTo>
                    <a:pt x="229" y="1467"/>
                    <a:pt x="233" y="1470"/>
                    <a:pt x="236" y="1475"/>
                  </a:cubicBezTo>
                  <a:cubicBezTo>
                    <a:pt x="241" y="1475"/>
                    <a:pt x="241" y="1491"/>
                    <a:pt x="246" y="1482"/>
                  </a:cubicBezTo>
                  <a:cubicBezTo>
                    <a:pt x="241" y="1479"/>
                    <a:pt x="241" y="1471"/>
                    <a:pt x="239" y="1464"/>
                  </a:cubicBezTo>
                  <a:cubicBezTo>
                    <a:pt x="234" y="1460"/>
                    <a:pt x="231" y="1455"/>
                    <a:pt x="229" y="1449"/>
                  </a:cubicBezTo>
                  <a:cubicBezTo>
                    <a:pt x="229" y="1447"/>
                    <a:pt x="229" y="1444"/>
                    <a:pt x="229" y="1442"/>
                  </a:cubicBezTo>
                  <a:cubicBezTo>
                    <a:pt x="221" y="1436"/>
                    <a:pt x="220" y="1425"/>
                    <a:pt x="214" y="1419"/>
                  </a:cubicBezTo>
                  <a:cubicBezTo>
                    <a:pt x="216" y="1411"/>
                    <a:pt x="210" y="1411"/>
                    <a:pt x="208" y="1407"/>
                  </a:cubicBezTo>
                  <a:cubicBezTo>
                    <a:pt x="205" y="1404"/>
                    <a:pt x="205" y="1397"/>
                    <a:pt x="201" y="1394"/>
                  </a:cubicBezTo>
                  <a:cubicBezTo>
                    <a:pt x="197" y="1385"/>
                    <a:pt x="194" y="1376"/>
                    <a:pt x="186" y="1371"/>
                  </a:cubicBezTo>
                  <a:cubicBezTo>
                    <a:pt x="182" y="1362"/>
                    <a:pt x="179" y="1352"/>
                    <a:pt x="171" y="1346"/>
                  </a:cubicBezTo>
                  <a:cubicBezTo>
                    <a:pt x="166" y="1338"/>
                    <a:pt x="163" y="1329"/>
                    <a:pt x="156" y="1324"/>
                  </a:cubicBezTo>
                  <a:cubicBezTo>
                    <a:pt x="157" y="1316"/>
                    <a:pt x="149" y="1319"/>
                    <a:pt x="151" y="1311"/>
                  </a:cubicBezTo>
                  <a:cubicBezTo>
                    <a:pt x="147" y="1311"/>
                    <a:pt x="145" y="1310"/>
                    <a:pt x="145" y="1306"/>
                  </a:cubicBezTo>
                  <a:cubicBezTo>
                    <a:pt x="145" y="1303"/>
                    <a:pt x="141" y="1304"/>
                    <a:pt x="140" y="1301"/>
                  </a:cubicBezTo>
                  <a:cubicBezTo>
                    <a:pt x="139" y="1290"/>
                    <a:pt x="129" y="1287"/>
                    <a:pt x="128" y="1276"/>
                  </a:cubicBezTo>
                  <a:cubicBezTo>
                    <a:pt x="119" y="1278"/>
                    <a:pt x="126" y="1265"/>
                    <a:pt x="118" y="1266"/>
                  </a:cubicBezTo>
                  <a:cubicBezTo>
                    <a:pt x="118" y="1262"/>
                    <a:pt x="117" y="1260"/>
                    <a:pt x="115" y="1258"/>
                  </a:cubicBezTo>
                  <a:cubicBezTo>
                    <a:pt x="112" y="1258"/>
                    <a:pt x="111" y="1255"/>
                    <a:pt x="110" y="1258"/>
                  </a:cubicBezTo>
                  <a:cubicBezTo>
                    <a:pt x="114" y="1261"/>
                    <a:pt x="115" y="1267"/>
                    <a:pt x="115" y="1273"/>
                  </a:cubicBezTo>
                  <a:close/>
                  <a:moveTo>
                    <a:pt x="427" y="1331"/>
                  </a:moveTo>
                  <a:cubicBezTo>
                    <a:pt x="427" y="1327"/>
                    <a:pt x="436" y="1326"/>
                    <a:pt x="430" y="1323"/>
                  </a:cubicBezTo>
                  <a:cubicBezTo>
                    <a:pt x="422" y="1329"/>
                    <a:pt x="427" y="1338"/>
                    <a:pt x="427" y="1331"/>
                  </a:cubicBezTo>
                  <a:close/>
                  <a:moveTo>
                    <a:pt x="402" y="1371"/>
                  </a:moveTo>
                  <a:cubicBezTo>
                    <a:pt x="394" y="1377"/>
                    <a:pt x="392" y="1390"/>
                    <a:pt x="385" y="1396"/>
                  </a:cubicBezTo>
                  <a:cubicBezTo>
                    <a:pt x="374" y="1414"/>
                    <a:pt x="363" y="1432"/>
                    <a:pt x="357" y="1454"/>
                  </a:cubicBezTo>
                  <a:cubicBezTo>
                    <a:pt x="353" y="1459"/>
                    <a:pt x="347" y="1461"/>
                    <a:pt x="347" y="1469"/>
                  </a:cubicBezTo>
                  <a:cubicBezTo>
                    <a:pt x="342" y="1473"/>
                    <a:pt x="341" y="1480"/>
                    <a:pt x="337" y="1485"/>
                  </a:cubicBezTo>
                  <a:cubicBezTo>
                    <a:pt x="333" y="1498"/>
                    <a:pt x="325" y="1508"/>
                    <a:pt x="322" y="1522"/>
                  </a:cubicBezTo>
                  <a:cubicBezTo>
                    <a:pt x="321" y="1526"/>
                    <a:pt x="319" y="1527"/>
                    <a:pt x="322" y="1530"/>
                  </a:cubicBezTo>
                  <a:cubicBezTo>
                    <a:pt x="319" y="1531"/>
                    <a:pt x="317" y="1533"/>
                    <a:pt x="317" y="1537"/>
                  </a:cubicBezTo>
                  <a:cubicBezTo>
                    <a:pt x="313" y="1542"/>
                    <a:pt x="314" y="1551"/>
                    <a:pt x="309" y="1555"/>
                  </a:cubicBezTo>
                  <a:cubicBezTo>
                    <a:pt x="307" y="1561"/>
                    <a:pt x="308" y="1570"/>
                    <a:pt x="304" y="1575"/>
                  </a:cubicBezTo>
                  <a:cubicBezTo>
                    <a:pt x="303" y="1580"/>
                    <a:pt x="298" y="1594"/>
                    <a:pt x="304" y="1598"/>
                  </a:cubicBezTo>
                  <a:cubicBezTo>
                    <a:pt x="320" y="1574"/>
                    <a:pt x="321" y="1536"/>
                    <a:pt x="337" y="1512"/>
                  </a:cubicBezTo>
                  <a:cubicBezTo>
                    <a:pt x="341" y="1497"/>
                    <a:pt x="349" y="1486"/>
                    <a:pt x="354" y="1472"/>
                  </a:cubicBezTo>
                  <a:cubicBezTo>
                    <a:pt x="359" y="1472"/>
                    <a:pt x="356" y="1463"/>
                    <a:pt x="359" y="1462"/>
                  </a:cubicBezTo>
                  <a:cubicBezTo>
                    <a:pt x="361" y="1458"/>
                    <a:pt x="363" y="1456"/>
                    <a:pt x="365" y="1452"/>
                  </a:cubicBezTo>
                  <a:cubicBezTo>
                    <a:pt x="369" y="1446"/>
                    <a:pt x="371" y="1438"/>
                    <a:pt x="372" y="1429"/>
                  </a:cubicBezTo>
                  <a:cubicBezTo>
                    <a:pt x="377" y="1429"/>
                    <a:pt x="374" y="1421"/>
                    <a:pt x="380" y="1422"/>
                  </a:cubicBezTo>
                  <a:cubicBezTo>
                    <a:pt x="381" y="1417"/>
                    <a:pt x="381" y="1411"/>
                    <a:pt x="385" y="1409"/>
                  </a:cubicBezTo>
                  <a:cubicBezTo>
                    <a:pt x="388" y="1401"/>
                    <a:pt x="392" y="1393"/>
                    <a:pt x="395" y="1384"/>
                  </a:cubicBezTo>
                  <a:cubicBezTo>
                    <a:pt x="401" y="1379"/>
                    <a:pt x="404" y="1371"/>
                    <a:pt x="407" y="1364"/>
                  </a:cubicBezTo>
                  <a:cubicBezTo>
                    <a:pt x="411" y="1361"/>
                    <a:pt x="412" y="1357"/>
                    <a:pt x="415" y="1354"/>
                  </a:cubicBezTo>
                  <a:cubicBezTo>
                    <a:pt x="414" y="1350"/>
                    <a:pt x="423" y="1344"/>
                    <a:pt x="417" y="1344"/>
                  </a:cubicBezTo>
                  <a:cubicBezTo>
                    <a:pt x="414" y="1355"/>
                    <a:pt x="403" y="1358"/>
                    <a:pt x="402" y="1371"/>
                  </a:cubicBezTo>
                  <a:close/>
                  <a:moveTo>
                    <a:pt x="483" y="1406"/>
                  </a:moveTo>
                  <a:cubicBezTo>
                    <a:pt x="475" y="1408"/>
                    <a:pt x="479" y="1423"/>
                    <a:pt x="470" y="1424"/>
                  </a:cubicBezTo>
                  <a:cubicBezTo>
                    <a:pt x="466" y="1429"/>
                    <a:pt x="467" y="1440"/>
                    <a:pt x="460" y="1442"/>
                  </a:cubicBezTo>
                  <a:cubicBezTo>
                    <a:pt x="460" y="1452"/>
                    <a:pt x="454" y="1456"/>
                    <a:pt x="450" y="1462"/>
                  </a:cubicBezTo>
                  <a:cubicBezTo>
                    <a:pt x="449" y="1483"/>
                    <a:pt x="435" y="1492"/>
                    <a:pt x="433" y="1512"/>
                  </a:cubicBezTo>
                  <a:cubicBezTo>
                    <a:pt x="425" y="1516"/>
                    <a:pt x="426" y="1527"/>
                    <a:pt x="422" y="1535"/>
                  </a:cubicBezTo>
                  <a:cubicBezTo>
                    <a:pt x="425" y="1543"/>
                    <a:pt x="419" y="1543"/>
                    <a:pt x="417" y="1547"/>
                  </a:cubicBezTo>
                  <a:cubicBezTo>
                    <a:pt x="425" y="1550"/>
                    <a:pt x="412" y="1551"/>
                    <a:pt x="415" y="1557"/>
                  </a:cubicBezTo>
                  <a:cubicBezTo>
                    <a:pt x="410" y="1558"/>
                    <a:pt x="413" y="1566"/>
                    <a:pt x="410" y="1568"/>
                  </a:cubicBezTo>
                  <a:cubicBezTo>
                    <a:pt x="412" y="1575"/>
                    <a:pt x="403" y="1572"/>
                    <a:pt x="405" y="1580"/>
                  </a:cubicBezTo>
                  <a:cubicBezTo>
                    <a:pt x="402" y="1583"/>
                    <a:pt x="402" y="1589"/>
                    <a:pt x="400" y="1593"/>
                  </a:cubicBezTo>
                  <a:cubicBezTo>
                    <a:pt x="398" y="1597"/>
                    <a:pt x="399" y="1603"/>
                    <a:pt x="395" y="1605"/>
                  </a:cubicBezTo>
                  <a:cubicBezTo>
                    <a:pt x="395" y="1616"/>
                    <a:pt x="389" y="1621"/>
                    <a:pt x="387" y="1630"/>
                  </a:cubicBezTo>
                  <a:cubicBezTo>
                    <a:pt x="386" y="1635"/>
                    <a:pt x="386" y="1641"/>
                    <a:pt x="382" y="1643"/>
                  </a:cubicBezTo>
                  <a:cubicBezTo>
                    <a:pt x="384" y="1648"/>
                    <a:pt x="375" y="1654"/>
                    <a:pt x="382" y="1656"/>
                  </a:cubicBezTo>
                  <a:cubicBezTo>
                    <a:pt x="386" y="1646"/>
                    <a:pt x="390" y="1637"/>
                    <a:pt x="395" y="1628"/>
                  </a:cubicBezTo>
                  <a:cubicBezTo>
                    <a:pt x="397" y="1623"/>
                    <a:pt x="401" y="1621"/>
                    <a:pt x="402" y="1615"/>
                  </a:cubicBezTo>
                  <a:cubicBezTo>
                    <a:pt x="402" y="1608"/>
                    <a:pt x="410" y="1608"/>
                    <a:pt x="407" y="1598"/>
                  </a:cubicBezTo>
                  <a:cubicBezTo>
                    <a:pt x="417" y="1594"/>
                    <a:pt x="412" y="1576"/>
                    <a:pt x="422" y="1573"/>
                  </a:cubicBezTo>
                  <a:cubicBezTo>
                    <a:pt x="425" y="1568"/>
                    <a:pt x="422" y="1559"/>
                    <a:pt x="430" y="1560"/>
                  </a:cubicBezTo>
                  <a:cubicBezTo>
                    <a:pt x="430" y="1552"/>
                    <a:pt x="430" y="1545"/>
                    <a:pt x="438" y="1545"/>
                  </a:cubicBezTo>
                  <a:cubicBezTo>
                    <a:pt x="436" y="1537"/>
                    <a:pt x="439" y="1533"/>
                    <a:pt x="440" y="1527"/>
                  </a:cubicBezTo>
                  <a:cubicBezTo>
                    <a:pt x="446" y="1526"/>
                    <a:pt x="443" y="1516"/>
                    <a:pt x="448" y="1515"/>
                  </a:cubicBezTo>
                  <a:cubicBezTo>
                    <a:pt x="450" y="1503"/>
                    <a:pt x="457" y="1495"/>
                    <a:pt x="460" y="1484"/>
                  </a:cubicBezTo>
                  <a:cubicBezTo>
                    <a:pt x="465" y="1483"/>
                    <a:pt x="462" y="1473"/>
                    <a:pt x="468" y="1472"/>
                  </a:cubicBezTo>
                  <a:cubicBezTo>
                    <a:pt x="469" y="1465"/>
                    <a:pt x="471" y="1460"/>
                    <a:pt x="475" y="1457"/>
                  </a:cubicBezTo>
                  <a:cubicBezTo>
                    <a:pt x="478" y="1446"/>
                    <a:pt x="485" y="1438"/>
                    <a:pt x="488" y="1427"/>
                  </a:cubicBezTo>
                  <a:cubicBezTo>
                    <a:pt x="492" y="1421"/>
                    <a:pt x="490" y="1410"/>
                    <a:pt x="493" y="1404"/>
                  </a:cubicBezTo>
                  <a:cubicBezTo>
                    <a:pt x="491" y="1399"/>
                    <a:pt x="496" y="1387"/>
                    <a:pt x="490" y="1386"/>
                  </a:cubicBezTo>
                  <a:cubicBezTo>
                    <a:pt x="490" y="1395"/>
                    <a:pt x="483" y="1398"/>
                    <a:pt x="483" y="1406"/>
                  </a:cubicBezTo>
                  <a:close/>
                  <a:moveTo>
                    <a:pt x="415" y="1444"/>
                  </a:moveTo>
                  <a:cubicBezTo>
                    <a:pt x="417" y="1454"/>
                    <a:pt x="421" y="1430"/>
                    <a:pt x="417" y="1439"/>
                  </a:cubicBezTo>
                  <a:cubicBezTo>
                    <a:pt x="417" y="1441"/>
                    <a:pt x="414" y="1440"/>
                    <a:pt x="415" y="1444"/>
                  </a:cubicBezTo>
                  <a:close/>
                  <a:moveTo>
                    <a:pt x="402" y="1477"/>
                  </a:moveTo>
                  <a:cubicBezTo>
                    <a:pt x="397" y="1479"/>
                    <a:pt x="396" y="1484"/>
                    <a:pt x="395" y="1490"/>
                  </a:cubicBezTo>
                  <a:cubicBezTo>
                    <a:pt x="400" y="1488"/>
                    <a:pt x="398" y="1478"/>
                    <a:pt x="405" y="1477"/>
                  </a:cubicBezTo>
                  <a:cubicBezTo>
                    <a:pt x="403" y="1470"/>
                    <a:pt x="408" y="1470"/>
                    <a:pt x="407" y="1464"/>
                  </a:cubicBezTo>
                  <a:cubicBezTo>
                    <a:pt x="409" y="1464"/>
                    <a:pt x="410" y="1462"/>
                    <a:pt x="410" y="1459"/>
                  </a:cubicBezTo>
                  <a:cubicBezTo>
                    <a:pt x="410" y="1456"/>
                    <a:pt x="413" y="1455"/>
                    <a:pt x="410" y="1454"/>
                  </a:cubicBezTo>
                  <a:cubicBezTo>
                    <a:pt x="407" y="1461"/>
                    <a:pt x="402" y="1467"/>
                    <a:pt x="402" y="1477"/>
                  </a:cubicBezTo>
                  <a:close/>
                  <a:moveTo>
                    <a:pt x="470" y="1484"/>
                  </a:moveTo>
                  <a:cubicBezTo>
                    <a:pt x="470" y="1498"/>
                    <a:pt x="461" y="1502"/>
                    <a:pt x="460" y="1515"/>
                  </a:cubicBezTo>
                  <a:cubicBezTo>
                    <a:pt x="437" y="1576"/>
                    <a:pt x="431" y="1575"/>
                    <a:pt x="430" y="1580"/>
                  </a:cubicBezTo>
                  <a:cubicBezTo>
                    <a:pt x="411" y="1635"/>
                    <a:pt x="400" y="1637"/>
                    <a:pt x="397" y="1648"/>
                  </a:cubicBezTo>
                  <a:cubicBezTo>
                    <a:pt x="386" y="1684"/>
                    <a:pt x="383" y="1687"/>
                    <a:pt x="382" y="1693"/>
                  </a:cubicBezTo>
                  <a:cubicBezTo>
                    <a:pt x="371" y="1730"/>
                    <a:pt x="371" y="1738"/>
                    <a:pt x="367" y="1741"/>
                  </a:cubicBezTo>
                  <a:cubicBezTo>
                    <a:pt x="361" y="1788"/>
                    <a:pt x="357" y="1799"/>
                    <a:pt x="362" y="1799"/>
                  </a:cubicBezTo>
                  <a:cubicBezTo>
                    <a:pt x="379" y="1754"/>
                    <a:pt x="376" y="1747"/>
                    <a:pt x="380" y="1746"/>
                  </a:cubicBezTo>
                  <a:cubicBezTo>
                    <a:pt x="391" y="1697"/>
                    <a:pt x="403" y="1699"/>
                    <a:pt x="400" y="1688"/>
                  </a:cubicBezTo>
                  <a:cubicBezTo>
                    <a:pt x="430" y="1632"/>
                    <a:pt x="427" y="1621"/>
                    <a:pt x="433" y="1618"/>
                  </a:cubicBezTo>
                  <a:cubicBezTo>
                    <a:pt x="459" y="1557"/>
                    <a:pt x="462" y="1552"/>
                    <a:pt x="465" y="1547"/>
                  </a:cubicBezTo>
                  <a:cubicBezTo>
                    <a:pt x="482" y="1493"/>
                    <a:pt x="477" y="1484"/>
                    <a:pt x="483" y="1484"/>
                  </a:cubicBezTo>
                  <a:close/>
                  <a:moveTo>
                    <a:pt x="166" y="1522"/>
                  </a:moveTo>
                  <a:cubicBezTo>
                    <a:pt x="169" y="1533"/>
                    <a:pt x="177" y="1538"/>
                    <a:pt x="181" y="1548"/>
                  </a:cubicBezTo>
                  <a:cubicBezTo>
                    <a:pt x="187" y="1555"/>
                    <a:pt x="191" y="1564"/>
                    <a:pt x="199" y="1570"/>
                  </a:cubicBezTo>
                  <a:cubicBezTo>
                    <a:pt x="197" y="1578"/>
                    <a:pt x="205" y="1577"/>
                    <a:pt x="206" y="1583"/>
                  </a:cubicBezTo>
                  <a:cubicBezTo>
                    <a:pt x="209" y="1583"/>
                    <a:pt x="208" y="1587"/>
                    <a:pt x="211" y="1588"/>
                  </a:cubicBezTo>
                  <a:cubicBezTo>
                    <a:pt x="210" y="1593"/>
                    <a:pt x="215" y="1593"/>
                    <a:pt x="216" y="1595"/>
                  </a:cubicBezTo>
                  <a:cubicBezTo>
                    <a:pt x="220" y="1604"/>
                    <a:pt x="227" y="1611"/>
                    <a:pt x="234" y="1618"/>
                  </a:cubicBezTo>
                  <a:cubicBezTo>
                    <a:pt x="240" y="1626"/>
                    <a:pt x="247" y="1633"/>
                    <a:pt x="254" y="1641"/>
                  </a:cubicBezTo>
                  <a:cubicBezTo>
                    <a:pt x="260" y="1648"/>
                    <a:pt x="265" y="1657"/>
                    <a:pt x="272" y="1663"/>
                  </a:cubicBezTo>
                  <a:cubicBezTo>
                    <a:pt x="275" y="1667"/>
                    <a:pt x="278" y="1670"/>
                    <a:pt x="282" y="1673"/>
                  </a:cubicBezTo>
                  <a:cubicBezTo>
                    <a:pt x="283" y="1680"/>
                    <a:pt x="288" y="1682"/>
                    <a:pt x="292" y="1686"/>
                  </a:cubicBezTo>
                  <a:cubicBezTo>
                    <a:pt x="293" y="1695"/>
                    <a:pt x="300" y="1698"/>
                    <a:pt x="302" y="1706"/>
                  </a:cubicBezTo>
                  <a:cubicBezTo>
                    <a:pt x="309" y="1709"/>
                    <a:pt x="309" y="1719"/>
                    <a:pt x="317" y="1721"/>
                  </a:cubicBezTo>
                  <a:cubicBezTo>
                    <a:pt x="317" y="1715"/>
                    <a:pt x="317" y="1709"/>
                    <a:pt x="314" y="1706"/>
                  </a:cubicBezTo>
                  <a:cubicBezTo>
                    <a:pt x="311" y="1705"/>
                    <a:pt x="313" y="1703"/>
                    <a:pt x="314" y="1701"/>
                  </a:cubicBezTo>
                  <a:cubicBezTo>
                    <a:pt x="311" y="1701"/>
                    <a:pt x="312" y="1697"/>
                    <a:pt x="312" y="1693"/>
                  </a:cubicBezTo>
                  <a:cubicBezTo>
                    <a:pt x="303" y="1693"/>
                    <a:pt x="307" y="1680"/>
                    <a:pt x="299" y="1678"/>
                  </a:cubicBezTo>
                  <a:cubicBezTo>
                    <a:pt x="302" y="1670"/>
                    <a:pt x="291" y="1676"/>
                    <a:pt x="294" y="1668"/>
                  </a:cubicBezTo>
                  <a:cubicBezTo>
                    <a:pt x="293" y="1665"/>
                    <a:pt x="290" y="1662"/>
                    <a:pt x="287" y="1661"/>
                  </a:cubicBezTo>
                  <a:cubicBezTo>
                    <a:pt x="281" y="1646"/>
                    <a:pt x="269" y="1638"/>
                    <a:pt x="264" y="1623"/>
                  </a:cubicBezTo>
                  <a:cubicBezTo>
                    <a:pt x="254" y="1618"/>
                    <a:pt x="249" y="1607"/>
                    <a:pt x="241" y="1600"/>
                  </a:cubicBezTo>
                  <a:cubicBezTo>
                    <a:pt x="239" y="1595"/>
                    <a:pt x="235" y="1592"/>
                    <a:pt x="231" y="1588"/>
                  </a:cubicBezTo>
                  <a:cubicBezTo>
                    <a:pt x="227" y="1584"/>
                    <a:pt x="225" y="1577"/>
                    <a:pt x="219" y="1575"/>
                  </a:cubicBezTo>
                  <a:cubicBezTo>
                    <a:pt x="215" y="1571"/>
                    <a:pt x="210" y="1568"/>
                    <a:pt x="209" y="1563"/>
                  </a:cubicBezTo>
                  <a:cubicBezTo>
                    <a:pt x="203" y="1560"/>
                    <a:pt x="199" y="1555"/>
                    <a:pt x="196" y="1550"/>
                  </a:cubicBezTo>
                  <a:cubicBezTo>
                    <a:pt x="188" y="1542"/>
                    <a:pt x="180" y="1534"/>
                    <a:pt x="171" y="1527"/>
                  </a:cubicBezTo>
                  <a:cubicBezTo>
                    <a:pt x="171" y="1518"/>
                    <a:pt x="164" y="1516"/>
                    <a:pt x="161" y="1510"/>
                  </a:cubicBezTo>
                  <a:cubicBezTo>
                    <a:pt x="160" y="1506"/>
                    <a:pt x="157" y="1506"/>
                    <a:pt x="156" y="1502"/>
                  </a:cubicBezTo>
                  <a:cubicBezTo>
                    <a:pt x="152" y="1504"/>
                    <a:pt x="150" y="1492"/>
                    <a:pt x="148" y="1500"/>
                  </a:cubicBezTo>
                  <a:cubicBezTo>
                    <a:pt x="157" y="1504"/>
                    <a:pt x="157" y="1518"/>
                    <a:pt x="166" y="1522"/>
                  </a:cubicBezTo>
                  <a:close/>
                  <a:moveTo>
                    <a:pt x="465" y="1575"/>
                  </a:moveTo>
                  <a:cubicBezTo>
                    <a:pt x="457" y="1583"/>
                    <a:pt x="454" y="1598"/>
                    <a:pt x="448" y="1608"/>
                  </a:cubicBezTo>
                  <a:cubicBezTo>
                    <a:pt x="445" y="1613"/>
                    <a:pt x="444" y="1620"/>
                    <a:pt x="440" y="1625"/>
                  </a:cubicBezTo>
                  <a:cubicBezTo>
                    <a:pt x="437" y="1631"/>
                    <a:pt x="440" y="1642"/>
                    <a:pt x="433" y="1643"/>
                  </a:cubicBezTo>
                  <a:cubicBezTo>
                    <a:pt x="434" y="1653"/>
                    <a:pt x="426" y="1653"/>
                    <a:pt x="425" y="1661"/>
                  </a:cubicBezTo>
                  <a:cubicBezTo>
                    <a:pt x="424" y="1668"/>
                    <a:pt x="419" y="1671"/>
                    <a:pt x="418" y="1678"/>
                  </a:cubicBezTo>
                  <a:cubicBezTo>
                    <a:pt x="414" y="1683"/>
                    <a:pt x="413" y="1690"/>
                    <a:pt x="410" y="1696"/>
                  </a:cubicBezTo>
                  <a:cubicBezTo>
                    <a:pt x="405" y="1696"/>
                    <a:pt x="411" y="1700"/>
                    <a:pt x="407" y="1701"/>
                  </a:cubicBezTo>
                  <a:cubicBezTo>
                    <a:pt x="407" y="1704"/>
                    <a:pt x="404" y="1705"/>
                    <a:pt x="407" y="1708"/>
                  </a:cubicBezTo>
                  <a:cubicBezTo>
                    <a:pt x="401" y="1710"/>
                    <a:pt x="401" y="1719"/>
                    <a:pt x="397" y="1724"/>
                  </a:cubicBezTo>
                  <a:cubicBezTo>
                    <a:pt x="399" y="1734"/>
                    <a:pt x="389" y="1732"/>
                    <a:pt x="392" y="1744"/>
                  </a:cubicBezTo>
                  <a:cubicBezTo>
                    <a:pt x="390" y="1749"/>
                    <a:pt x="388" y="1756"/>
                    <a:pt x="385" y="1761"/>
                  </a:cubicBezTo>
                  <a:cubicBezTo>
                    <a:pt x="384" y="1766"/>
                    <a:pt x="376" y="1775"/>
                    <a:pt x="382" y="1779"/>
                  </a:cubicBezTo>
                  <a:cubicBezTo>
                    <a:pt x="389" y="1772"/>
                    <a:pt x="391" y="1760"/>
                    <a:pt x="395" y="1751"/>
                  </a:cubicBezTo>
                  <a:cubicBezTo>
                    <a:pt x="398" y="1741"/>
                    <a:pt x="404" y="1733"/>
                    <a:pt x="405" y="1721"/>
                  </a:cubicBezTo>
                  <a:cubicBezTo>
                    <a:pt x="421" y="1704"/>
                    <a:pt x="428" y="1679"/>
                    <a:pt x="443" y="1661"/>
                  </a:cubicBezTo>
                  <a:cubicBezTo>
                    <a:pt x="445" y="1648"/>
                    <a:pt x="451" y="1638"/>
                    <a:pt x="455" y="1628"/>
                  </a:cubicBezTo>
                  <a:cubicBezTo>
                    <a:pt x="459" y="1624"/>
                    <a:pt x="459" y="1616"/>
                    <a:pt x="463" y="1613"/>
                  </a:cubicBezTo>
                  <a:cubicBezTo>
                    <a:pt x="463" y="1609"/>
                    <a:pt x="464" y="1607"/>
                    <a:pt x="465" y="1605"/>
                  </a:cubicBezTo>
                  <a:cubicBezTo>
                    <a:pt x="469" y="1605"/>
                    <a:pt x="467" y="1598"/>
                    <a:pt x="470" y="1598"/>
                  </a:cubicBezTo>
                  <a:cubicBezTo>
                    <a:pt x="468" y="1588"/>
                    <a:pt x="478" y="1590"/>
                    <a:pt x="475" y="1580"/>
                  </a:cubicBezTo>
                  <a:cubicBezTo>
                    <a:pt x="476" y="1573"/>
                    <a:pt x="480" y="1570"/>
                    <a:pt x="480" y="1562"/>
                  </a:cubicBezTo>
                  <a:cubicBezTo>
                    <a:pt x="485" y="1559"/>
                    <a:pt x="482" y="1549"/>
                    <a:pt x="485" y="1545"/>
                  </a:cubicBezTo>
                  <a:cubicBezTo>
                    <a:pt x="489" y="1540"/>
                    <a:pt x="488" y="1530"/>
                    <a:pt x="490" y="1525"/>
                  </a:cubicBezTo>
                  <a:cubicBezTo>
                    <a:pt x="490" y="1522"/>
                    <a:pt x="490" y="1520"/>
                    <a:pt x="490" y="1517"/>
                  </a:cubicBezTo>
                  <a:cubicBezTo>
                    <a:pt x="490" y="1514"/>
                    <a:pt x="494" y="1513"/>
                    <a:pt x="490" y="1512"/>
                  </a:cubicBezTo>
                  <a:cubicBezTo>
                    <a:pt x="489" y="1508"/>
                    <a:pt x="493" y="1497"/>
                    <a:pt x="488" y="1497"/>
                  </a:cubicBezTo>
                  <a:cubicBezTo>
                    <a:pt x="484" y="1527"/>
                    <a:pt x="474" y="1550"/>
                    <a:pt x="465" y="1575"/>
                  </a:cubicBezTo>
                  <a:close/>
                  <a:moveTo>
                    <a:pt x="337" y="1693"/>
                  </a:moveTo>
                  <a:cubicBezTo>
                    <a:pt x="336" y="1689"/>
                    <a:pt x="340" y="1688"/>
                    <a:pt x="340" y="1683"/>
                  </a:cubicBezTo>
                  <a:cubicBezTo>
                    <a:pt x="340" y="1680"/>
                    <a:pt x="339" y="1674"/>
                    <a:pt x="342" y="1673"/>
                  </a:cubicBezTo>
                  <a:cubicBezTo>
                    <a:pt x="337" y="1663"/>
                    <a:pt x="347" y="1649"/>
                    <a:pt x="347" y="1636"/>
                  </a:cubicBezTo>
                  <a:cubicBezTo>
                    <a:pt x="350" y="1635"/>
                    <a:pt x="350" y="1632"/>
                    <a:pt x="350" y="1628"/>
                  </a:cubicBezTo>
                  <a:cubicBezTo>
                    <a:pt x="350" y="1625"/>
                    <a:pt x="353" y="1623"/>
                    <a:pt x="352" y="1618"/>
                  </a:cubicBezTo>
                  <a:cubicBezTo>
                    <a:pt x="356" y="1613"/>
                    <a:pt x="354" y="1604"/>
                    <a:pt x="357" y="1598"/>
                  </a:cubicBezTo>
                  <a:cubicBezTo>
                    <a:pt x="359" y="1591"/>
                    <a:pt x="360" y="1584"/>
                    <a:pt x="365" y="1580"/>
                  </a:cubicBezTo>
                  <a:cubicBezTo>
                    <a:pt x="369" y="1576"/>
                    <a:pt x="366" y="1565"/>
                    <a:pt x="372" y="1563"/>
                  </a:cubicBezTo>
                  <a:cubicBezTo>
                    <a:pt x="372" y="1557"/>
                    <a:pt x="372" y="1552"/>
                    <a:pt x="372" y="1547"/>
                  </a:cubicBezTo>
                  <a:cubicBezTo>
                    <a:pt x="380" y="1547"/>
                    <a:pt x="370" y="1537"/>
                    <a:pt x="372" y="1547"/>
                  </a:cubicBezTo>
                  <a:cubicBezTo>
                    <a:pt x="368" y="1551"/>
                    <a:pt x="369" y="1560"/>
                    <a:pt x="365" y="1563"/>
                  </a:cubicBezTo>
                  <a:cubicBezTo>
                    <a:pt x="363" y="1568"/>
                    <a:pt x="362" y="1575"/>
                    <a:pt x="360" y="1580"/>
                  </a:cubicBezTo>
                  <a:cubicBezTo>
                    <a:pt x="356" y="1584"/>
                    <a:pt x="357" y="1593"/>
                    <a:pt x="352" y="1595"/>
                  </a:cubicBezTo>
                  <a:cubicBezTo>
                    <a:pt x="352" y="1604"/>
                    <a:pt x="349" y="1609"/>
                    <a:pt x="345" y="1613"/>
                  </a:cubicBezTo>
                  <a:cubicBezTo>
                    <a:pt x="342" y="1647"/>
                    <a:pt x="327" y="1669"/>
                    <a:pt x="330" y="1708"/>
                  </a:cubicBezTo>
                  <a:cubicBezTo>
                    <a:pt x="338" y="1709"/>
                    <a:pt x="334" y="1698"/>
                    <a:pt x="337" y="1693"/>
                  </a:cubicBezTo>
                  <a:close/>
                  <a:moveTo>
                    <a:pt x="299" y="1623"/>
                  </a:moveTo>
                  <a:cubicBezTo>
                    <a:pt x="299" y="1618"/>
                    <a:pt x="306" y="1608"/>
                    <a:pt x="299" y="1605"/>
                  </a:cubicBezTo>
                  <a:cubicBezTo>
                    <a:pt x="299" y="1610"/>
                    <a:pt x="292" y="1620"/>
                    <a:pt x="299" y="1623"/>
                  </a:cubicBezTo>
                  <a:close/>
                  <a:moveTo>
                    <a:pt x="372" y="1678"/>
                  </a:moveTo>
                  <a:cubicBezTo>
                    <a:pt x="367" y="1681"/>
                    <a:pt x="371" y="1692"/>
                    <a:pt x="365" y="1693"/>
                  </a:cubicBezTo>
                  <a:cubicBezTo>
                    <a:pt x="366" y="1702"/>
                    <a:pt x="363" y="1705"/>
                    <a:pt x="362" y="1711"/>
                  </a:cubicBezTo>
                  <a:cubicBezTo>
                    <a:pt x="363" y="1715"/>
                    <a:pt x="355" y="1724"/>
                    <a:pt x="362" y="1726"/>
                  </a:cubicBezTo>
                  <a:cubicBezTo>
                    <a:pt x="367" y="1717"/>
                    <a:pt x="364" y="1701"/>
                    <a:pt x="372" y="1696"/>
                  </a:cubicBezTo>
                  <a:cubicBezTo>
                    <a:pt x="370" y="1686"/>
                    <a:pt x="375" y="1684"/>
                    <a:pt x="375" y="1676"/>
                  </a:cubicBezTo>
                  <a:cubicBezTo>
                    <a:pt x="375" y="1672"/>
                    <a:pt x="386" y="1660"/>
                    <a:pt x="375" y="1661"/>
                  </a:cubicBezTo>
                  <a:cubicBezTo>
                    <a:pt x="376" y="1669"/>
                    <a:pt x="370" y="1670"/>
                    <a:pt x="372" y="1678"/>
                  </a:cubicBezTo>
                  <a:close/>
                  <a:moveTo>
                    <a:pt x="352" y="1776"/>
                  </a:moveTo>
                  <a:cubicBezTo>
                    <a:pt x="352" y="1773"/>
                    <a:pt x="352" y="1770"/>
                    <a:pt x="352" y="1766"/>
                  </a:cubicBezTo>
                  <a:cubicBezTo>
                    <a:pt x="350" y="1766"/>
                    <a:pt x="347" y="1766"/>
                    <a:pt x="345" y="1766"/>
                  </a:cubicBezTo>
                  <a:cubicBezTo>
                    <a:pt x="346" y="1771"/>
                    <a:pt x="346" y="1777"/>
                    <a:pt x="352" y="1776"/>
                  </a:cubicBezTo>
                  <a:close/>
                  <a:moveTo>
                    <a:pt x="375" y="1804"/>
                  </a:moveTo>
                  <a:cubicBezTo>
                    <a:pt x="376" y="1799"/>
                    <a:pt x="383" y="1788"/>
                    <a:pt x="377" y="1784"/>
                  </a:cubicBezTo>
                  <a:cubicBezTo>
                    <a:pt x="378" y="1791"/>
                    <a:pt x="368" y="1799"/>
                    <a:pt x="375" y="1804"/>
                  </a:cubicBezTo>
                  <a:close/>
                </a:path>
              </a:pathLst>
            </a:custGeom>
            <a:solidFill>
              <a:schemeClr val="accent3">
                <a:lumMod val="60000"/>
                <a:lumOff val="40000"/>
                <a:alpha val="75000"/>
              </a:schemeClr>
            </a:solidFill>
            <a:ln>
              <a:noFill/>
            </a:ln>
          </p:spPr>
        </p:sp>
        <p:sp>
          <p:nvSpPr>
            <p:cNvPr id="26" name="Freeform 15"/>
            <p:cNvSpPr>
              <a:spLocks noEditPoints="1"/>
            </p:cNvSpPr>
            <p:nvPr/>
          </p:nvSpPr>
          <p:spPr bwMode="auto">
            <a:xfrm>
              <a:off x="1133752" y="1810138"/>
              <a:ext cx="2762941" cy="4746626"/>
            </a:xfrm>
            <a:custGeom>
              <a:avLst/>
              <a:gdLst/>
              <a:ahLst/>
              <a:cxnLst/>
              <a:rect l="0" t="0" r="r" b="b"/>
              <a:pathLst>
                <a:path w="869" h="1495">
                  <a:moveTo>
                    <a:pt x="865" y="156"/>
                  </a:moveTo>
                  <a:cubicBezTo>
                    <a:pt x="856" y="165"/>
                    <a:pt x="851" y="173"/>
                    <a:pt x="844" y="182"/>
                  </a:cubicBezTo>
                  <a:cubicBezTo>
                    <a:pt x="804" y="216"/>
                    <a:pt x="802" y="216"/>
                    <a:pt x="800" y="216"/>
                  </a:cubicBezTo>
                  <a:cubicBezTo>
                    <a:pt x="775" y="232"/>
                    <a:pt x="768" y="237"/>
                    <a:pt x="760" y="239"/>
                  </a:cubicBezTo>
                  <a:cubicBezTo>
                    <a:pt x="699" y="279"/>
                    <a:pt x="696" y="275"/>
                    <a:pt x="693" y="278"/>
                  </a:cubicBezTo>
                  <a:cubicBezTo>
                    <a:pt x="706" y="270"/>
                    <a:pt x="707" y="266"/>
                    <a:pt x="714" y="263"/>
                  </a:cubicBezTo>
                  <a:cubicBezTo>
                    <a:pt x="766" y="230"/>
                    <a:pt x="774" y="225"/>
                    <a:pt x="782" y="219"/>
                  </a:cubicBezTo>
                  <a:cubicBezTo>
                    <a:pt x="830" y="181"/>
                    <a:pt x="830" y="177"/>
                    <a:pt x="834" y="174"/>
                  </a:cubicBezTo>
                  <a:cubicBezTo>
                    <a:pt x="831" y="170"/>
                    <a:pt x="831" y="178"/>
                    <a:pt x="827" y="175"/>
                  </a:cubicBezTo>
                  <a:cubicBezTo>
                    <a:pt x="792" y="205"/>
                    <a:pt x="784" y="209"/>
                    <a:pt x="783" y="213"/>
                  </a:cubicBezTo>
                  <a:cubicBezTo>
                    <a:pt x="763" y="227"/>
                    <a:pt x="760" y="223"/>
                    <a:pt x="757" y="227"/>
                  </a:cubicBezTo>
                  <a:cubicBezTo>
                    <a:pt x="776" y="212"/>
                    <a:pt x="774" y="208"/>
                    <a:pt x="780" y="206"/>
                  </a:cubicBezTo>
                  <a:cubicBezTo>
                    <a:pt x="824" y="164"/>
                    <a:pt x="830" y="160"/>
                    <a:pt x="833" y="155"/>
                  </a:cubicBezTo>
                  <a:cubicBezTo>
                    <a:pt x="806" y="176"/>
                    <a:pt x="797" y="184"/>
                    <a:pt x="788" y="193"/>
                  </a:cubicBezTo>
                  <a:cubicBezTo>
                    <a:pt x="731" y="226"/>
                    <a:pt x="724" y="237"/>
                    <a:pt x="720" y="234"/>
                  </a:cubicBezTo>
                  <a:cubicBezTo>
                    <a:pt x="766" y="194"/>
                    <a:pt x="786" y="180"/>
                    <a:pt x="803" y="159"/>
                  </a:cubicBezTo>
                  <a:cubicBezTo>
                    <a:pt x="785" y="170"/>
                    <a:pt x="775" y="180"/>
                    <a:pt x="763" y="188"/>
                  </a:cubicBezTo>
                  <a:cubicBezTo>
                    <a:pt x="736" y="208"/>
                    <a:pt x="735" y="202"/>
                    <a:pt x="737" y="200"/>
                  </a:cubicBezTo>
                  <a:cubicBezTo>
                    <a:pt x="749" y="181"/>
                    <a:pt x="754" y="177"/>
                    <a:pt x="756" y="172"/>
                  </a:cubicBezTo>
                  <a:cubicBezTo>
                    <a:pt x="787" y="134"/>
                    <a:pt x="791" y="136"/>
                    <a:pt x="790" y="130"/>
                  </a:cubicBezTo>
                  <a:cubicBezTo>
                    <a:pt x="769" y="150"/>
                    <a:pt x="765" y="152"/>
                    <a:pt x="766" y="155"/>
                  </a:cubicBezTo>
                  <a:cubicBezTo>
                    <a:pt x="746" y="174"/>
                    <a:pt x="746" y="170"/>
                    <a:pt x="746" y="169"/>
                  </a:cubicBezTo>
                  <a:cubicBezTo>
                    <a:pt x="748" y="164"/>
                    <a:pt x="752" y="160"/>
                    <a:pt x="752" y="160"/>
                  </a:cubicBezTo>
                  <a:cubicBezTo>
                    <a:pt x="764" y="139"/>
                    <a:pt x="770" y="129"/>
                    <a:pt x="777" y="119"/>
                  </a:cubicBezTo>
                  <a:cubicBezTo>
                    <a:pt x="800" y="82"/>
                    <a:pt x="812" y="81"/>
                    <a:pt x="808" y="77"/>
                  </a:cubicBezTo>
                  <a:cubicBezTo>
                    <a:pt x="770" y="123"/>
                    <a:pt x="765" y="125"/>
                    <a:pt x="763" y="127"/>
                  </a:cubicBezTo>
                  <a:cubicBezTo>
                    <a:pt x="747" y="156"/>
                    <a:pt x="743" y="161"/>
                    <a:pt x="740" y="166"/>
                  </a:cubicBezTo>
                  <a:cubicBezTo>
                    <a:pt x="744" y="144"/>
                    <a:pt x="749" y="134"/>
                    <a:pt x="753" y="124"/>
                  </a:cubicBezTo>
                  <a:cubicBezTo>
                    <a:pt x="782" y="79"/>
                    <a:pt x="781" y="77"/>
                    <a:pt x="784" y="75"/>
                  </a:cubicBezTo>
                  <a:cubicBezTo>
                    <a:pt x="769" y="89"/>
                    <a:pt x="765" y="92"/>
                    <a:pt x="765" y="96"/>
                  </a:cubicBezTo>
                  <a:cubicBezTo>
                    <a:pt x="728" y="162"/>
                    <a:pt x="722" y="177"/>
                    <a:pt x="718" y="191"/>
                  </a:cubicBezTo>
                  <a:cubicBezTo>
                    <a:pt x="710" y="205"/>
                    <a:pt x="719" y="210"/>
                    <a:pt x="712" y="213"/>
                  </a:cubicBezTo>
                  <a:cubicBezTo>
                    <a:pt x="703" y="240"/>
                    <a:pt x="708" y="247"/>
                    <a:pt x="697" y="251"/>
                  </a:cubicBezTo>
                  <a:cubicBezTo>
                    <a:pt x="699" y="232"/>
                    <a:pt x="702" y="230"/>
                    <a:pt x="701" y="228"/>
                  </a:cubicBezTo>
                  <a:cubicBezTo>
                    <a:pt x="714" y="177"/>
                    <a:pt x="714" y="170"/>
                    <a:pt x="714" y="162"/>
                  </a:cubicBezTo>
                  <a:cubicBezTo>
                    <a:pt x="735" y="103"/>
                    <a:pt x="740" y="88"/>
                    <a:pt x="749" y="73"/>
                  </a:cubicBezTo>
                  <a:cubicBezTo>
                    <a:pt x="757" y="53"/>
                    <a:pt x="753" y="62"/>
                    <a:pt x="744" y="70"/>
                  </a:cubicBezTo>
                  <a:cubicBezTo>
                    <a:pt x="727" y="107"/>
                    <a:pt x="722" y="112"/>
                    <a:pt x="722" y="118"/>
                  </a:cubicBezTo>
                  <a:cubicBezTo>
                    <a:pt x="706" y="172"/>
                    <a:pt x="705" y="175"/>
                    <a:pt x="703" y="177"/>
                  </a:cubicBezTo>
                  <a:cubicBezTo>
                    <a:pt x="696" y="206"/>
                    <a:pt x="696" y="209"/>
                    <a:pt x="696" y="212"/>
                  </a:cubicBezTo>
                  <a:cubicBezTo>
                    <a:pt x="687" y="247"/>
                    <a:pt x="685" y="253"/>
                    <a:pt x="684" y="260"/>
                  </a:cubicBezTo>
                  <a:cubicBezTo>
                    <a:pt x="671" y="275"/>
                    <a:pt x="673" y="272"/>
                    <a:pt x="677" y="270"/>
                  </a:cubicBezTo>
                  <a:cubicBezTo>
                    <a:pt x="682" y="240"/>
                    <a:pt x="681" y="234"/>
                    <a:pt x="684" y="229"/>
                  </a:cubicBezTo>
                  <a:cubicBezTo>
                    <a:pt x="694" y="189"/>
                    <a:pt x="690" y="182"/>
                    <a:pt x="693" y="177"/>
                  </a:cubicBezTo>
                  <a:cubicBezTo>
                    <a:pt x="706" y="119"/>
                    <a:pt x="707" y="113"/>
                    <a:pt x="709" y="107"/>
                  </a:cubicBezTo>
                  <a:cubicBezTo>
                    <a:pt x="721" y="64"/>
                    <a:pt x="727" y="59"/>
                    <a:pt x="729" y="53"/>
                  </a:cubicBezTo>
                  <a:cubicBezTo>
                    <a:pt x="751" y="15"/>
                    <a:pt x="760" y="13"/>
                    <a:pt x="759" y="10"/>
                  </a:cubicBezTo>
                  <a:cubicBezTo>
                    <a:pt x="752" y="12"/>
                    <a:pt x="750" y="14"/>
                    <a:pt x="749" y="17"/>
                  </a:cubicBezTo>
                  <a:cubicBezTo>
                    <a:pt x="722" y="50"/>
                    <a:pt x="719" y="46"/>
                    <a:pt x="715" y="51"/>
                  </a:cubicBezTo>
                  <a:cubicBezTo>
                    <a:pt x="696" y="86"/>
                    <a:pt x="689" y="94"/>
                    <a:pt x="687" y="103"/>
                  </a:cubicBezTo>
                  <a:cubicBezTo>
                    <a:pt x="667" y="145"/>
                    <a:pt x="670" y="146"/>
                    <a:pt x="670" y="148"/>
                  </a:cubicBezTo>
                  <a:cubicBezTo>
                    <a:pt x="662" y="166"/>
                    <a:pt x="660" y="175"/>
                    <a:pt x="659" y="185"/>
                  </a:cubicBezTo>
                  <a:cubicBezTo>
                    <a:pt x="655" y="217"/>
                    <a:pt x="655" y="222"/>
                    <a:pt x="653" y="226"/>
                  </a:cubicBezTo>
                  <a:cubicBezTo>
                    <a:pt x="646" y="259"/>
                    <a:pt x="650" y="265"/>
                    <a:pt x="650" y="270"/>
                  </a:cubicBezTo>
                  <a:cubicBezTo>
                    <a:pt x="632" y="316"/>
                    <a:pt x="637" y="319"/>
                    <a:pt x="630" y="321"/>
                  </a:cubicBezTo>
                  <a:cubicBezTo>
                    <a:pt x="630" y="285"/>
                    <a:pt x="633" y="283"/>
                    <a:pt x="633" y="280"/>
                  </a:cubicBezTo>
                  <a:cubicBezTo>
                    <a:pt x="637" y="248"/>
                    <a:pt x="637" y="243"/>
                    <a:pt x="639" y="238"/>
                  </a:cubicBezTo>
                  <a:cubicBezTo>
                    <a:pt x="639" y="222"/>
                    <a:pt x="641" y="220"/>
                    <a:pt x="641" y="217"/>
                  </a:cubicBezTo>
                  <a:cubicBezTo>
                    <a:pt x="649" y="175"/>
                    <a:pt x="652" y="166"/>
                    <a:pt x="654" y="157"/>
                  </a:cubicBezTo>
                  <a:cubicBezTo>
                    <a:pt x="673" y="112"/>
                    <a:pt x="670" y="107"/>
                    <a:pt x="677" y="103"/>
                  </a:cubicBezTo>
                  <a:cubicBezTo>
                    <a:pt x="690" y="65"/>
                    <a:pt x="699" y="63"/>
                    <a:pt x="694" y="59"/>
                  </a:cubicBezTo>
                  <a:cubicBezTo>
                    <a:pt x="663" y="118"/>
                    <a:pt x="658" y="124"/>
                    <a:pt x="654" y="130"/>
                  </a:cubicBezTo>
                  <a:cubicBezTo>
                    <a:pt x="644" y="160"/>
                    <a:pt x="640" y="163"/>
                    <a:pt x="644" y="166"/>
                  </a:cubicBezTo>
                  <a:cubicBezTo>
                    <a:pt x="632" y="198"/>
                    <a:pt x="638" y="202"/>
                    <a:pt x="632" y="204"/>
                  </a:cubicBezTo>
                  <a:cubicBezTo>
                    <a:pt x="630" y="226"/>
                    <a:pt x="628" y="229"/>
                    <a:pt x="630" y="233"/>
                  </a:cubicBezTo>
                  <a:cubicBezTo>
                    <a:pt x="624" y="286"/>
                    <a:pt x="621" y="292"/>
                    <a:pt x="621" y="298"/>
                  </a:cubicBezTo>
                  <a:cubicBezTo>
                    <a:pt x="622" y="314"/>
                    <a:pt x="617" y="316"/>
                    <a:pt x="621" y="318"/>
                  </a:cubicBezTo>
                  <a:cubicBezTo>
                    <a:pt x="615" y="341"/>
                    <a:pt x="613" y="344"/>
                    <a:pt x="612" y="347"/>
                  </a:cubicBezTo>
                  <a:cubicBezTo>
                    <a:pt x="610" y="337"/>
                    <a:pt x="612" y="332"/>
                    <a:pt x="615" y="327"/>
                  </a:cubicBezTo>
                  <a:cubicBezTo>
                    <a:pt x="612" y="290"/>
                    <a:pt x="621" y="286"/>
                    <a:pt x="616" y="280"/>
                  </a:cubicBezTo>
                  <a:cubicBezTo>
                    <a:pt x="615" y="259"/>
                    <a:pt x="621" y="255"/>
                    <a:pt x="620" y="250"/>
                  </a:cubicBezTo>
                  <a:cubicBezTo>
                    <a:pt x="624" y="201"/>
                    <a:pt x="625" y="198"/>
                    <a:pt x="626" y="196"/>
                  </a:cubicBezTo>
                  <a:cubicBezTo>
                    <a:pt x="635" y="171"/>
                    <a:pt x="633" y="168"/>
                    <a:pt x="634" y="166"/>
                  </a:cubicBezTo>
                  <a:cubicBezTo>
                    <a:pt x="642" y="141"/>
                    <a:pt x="642" y="139"/>
                    <a:pt x="642" y="136"/>
                  </a:cubicBezTo>
                  <a:cubicBezTo>
                    <a:pt x="655" y="109"/>
                    <a:pt x="657" y="104"/>
                    <a:pt x="662" y="99"/>
                  </a:cubicBezTo>
                  <a:cubicBezTo>
                    <a:pt x="645" y="113"/>
                    <a:pt x="645" y="122"/>
                    <a:pt x="637" y="130"/>
                  </a:cubicBezTo>
                  <a:cubicBezTo>
                    <a:pt x="617" y="197"/>
                    <a:pt x="614" y="202"/>
                    <a:pt x="614" y="207"/>
                  </a:cubicBezTo>
                  <a:cubicBezTo>
                    <a:pt x="613" y="227"/>
                    <a:pt x="609" y="228"/>
                    <a:pt x="612" y="231"/>
                  </a:cubicBezTo>
                  <a:cubicBezTo>
                    <a:pt x="612" y="251"/>
                    <a:pt x="612" y="254"/>
                    <a:pt x="608" y="256"/>
                  </a:cubicBezTo>
                  <a:cubicBezTo>
                    <a:pt x="608" y="278"/>
                    <a:pt x="607" y="283"/>
                    <a:pt x="607" y="289"/>
                  </a:cubicBezTo>
                  <a:cubicBezTo>
                    <a:pt x="595" y="363"/>
                    <a:pt x="592" y="374"/>
                    <a:pt x="587" y="384"/>
                  </a:cubicBezTo>
                  <a:cubicBezTo>
                    <a:pt x="589" y="326"/>
                    <a:pt x="592" y="323"/>
                    <a:pt x="592" y="319"/>
                  </a:cubicBezTo>
                  <a:cubicBezTo>
                    <a:pt x="594" y="243"/>
                    <a:pt x="593" y="240"/>
                    <a:pt x="594" y="237"/>
                  </a:cubicBezTo>
                  <a:cubicBezTo>
                    <a:pt x="597" y="223"/>
                    <a:pt x="596" y="219"/>
                    <a:pt x="596" y="216"/>
                  </a:cubicBezTo>
                  <a:cubicBezTo>
                    <a:pt x="608" y="177"/>
                    <a:pt x="610" y="170"/>
                    <a:pt x="614" y="163"/>
                  </a:cubicBezTo>
                  <a:cubicBezTo>
                    <a:pt x="624" y="125"/>
                    <a:pt x="623" y="130"/>
                    <a:pt x="621" y="134"/>
                  </a:cubicBezTo>
                  <a:cubicBezTo>
                    <a:pt x="598" y="185"/>
                    <a:pt x="595" y="190"/>
                    <a:pt x="594" y="195"/>
                  </a:cubicBezTo>
                  <a:cubicBezTo>
                    <a:pt x="583" y="227"/>
                    <a:pt x="590" y="232"/>
                    <a:pt x="586" y="235"/>
                  </a:cubicBezTo>
                  <a:cubicBezTo>
                    <a:pt x="585" y="269"/>
                    <a:pt x="583" y="276"/>
                    <a:pt x="584" y="284"/>
                  </a:cubicBezTo>
                  <a:cubicBezTo>
                    <a:pt x="583" y="334"/>
                    <a:pt x="581" y="338"/>
                    <a:pt x="584" y="342"/>
                  </a:cubicBezTo>
                  <a:cubicBezTo>
                    <a:pt x="578" y="377"/>
                    <a:pt x="579" y="381"/>
                    <a:pt x="575" y="384"/>
                  </a:cubicBezTo>
                  <a:cubicBezTo>
                    <a:pt x="572" y="368"/>
                    <a:pt x="578" y="365"/>
                    <a:pt x="575" y="361"/>
                  </a:cubicBezTo>
                  <a:cubicBezTo>
                    <a:pt x="580" y="316"/>
                    <a:pt x="571" y="307"/>
                    <a:pt x="578" y="300"/>
                  </a:cubicBezTo>
                  <a:cubicBezTo>
                    <a:pt x="572" y="220"/>
                    <a:pt x="574" y="213"/>
                    <a:pt x="573" y="205"/>
                  </a:cubicBezTo>
                  <a:cubicBezTo>
                    <a:pt x="581" y="177"/>
                    <a:pt x="576" y="169"/>
                    <a:pt x="580" y="163"/>
                  </a:cubicBezTo>
                  <a:cubicBezTo>
                    <a:pt x="594" y="117"/>
                    <a:pt x="601" y="111"/>
                    <a:pt x="598" y="103"/>
                  </a:cubicBezTo>
                  <a:cubicBezTo>
                    <a:pt x="577" y="151"/>
                    <a:pt x="576" y="154"/>
                    <a:pt x="573" y="156"/>
                  </a:cubicBezTo>
                  <a:cubicBezTo>
                    <a:pt x="562" y="241"/>
                    <a:pt x="563" y="252"/>
                    <a:pt x="564" y="263"/>
                  </a:cubicBezTo>
                  <a:cubicBezTo>
                    <a:pt x="569" y="302"/>
                    <a:pt x="564" y="307"/>
                    <a:pt x="568" y="312"/>
                  </a:cubicBezTo>
                  <a:cubicBezTo>
                    <a:pt x="566" y="341"/>
                    <a:pt x="565" y="352"/>
                    <a:pt x="568" y="364"/>
                  </a:cubicBezTo>
                  <a:cubicBezTo>
                    <a:pt x="553" y="423"/>
                    <a:pt x="553" y="420"/>
                    <a:pt x="555" y="417"/>
                  </a:cubicBezTo>
                  <a:cubicBezTo>
                    <a:pt x="556" y="394"/>
                    <a:pt x="560" y="392"/>
                    <a:pt x="558" y="388"/>
                  </a:cubicBezTo>
                  <a:cubicBezTo>
                    <a:pt x="561" y="333"/>
                    <a:pt x="563" y="331"/>
                    <a:pt x="562" y="329"/>
                  </a:cubicBezTo>
                  <a:cubicBezTo>
                    <a:pt x="559" y="274"/>
                    <a:pt x="553" y="255"/>
                    <a:pt x="554" y="236"/>
                  </a:cubicBezTo>
                  <a:cubicBezTo>
                    <a:pt x="554" y="218"/>
                    <a:pt x="555" y="214"/>
                    <a:pt x="554" y="209"/>
                  </a:cubicBezTo>
                  <a:cubicBezTo>
                    <a:pt x="559" y="193"/>
                    <a:pt x="557" y="190"/>
                    <a:pt x="559" y="188"/>
                  </a:cubicBezTo>
                  <a:cubicBezTo>
                    <a:pt x="569" y="145"/>
                    <a:pt x="573" y="136"/>
                    <a:pt x="573" y="126"/>
                  </a:cubicBezTo>
                  <a:cubicBezTo>
                    <a:pt x="557" y="167"/>
                    <a:pt x="554" y="173"/>
                    <a:pt x="555" y="179"/>
                  </a:cubicBezTo>
                  <a:cubicBezTo>
                    <a:pt x="548" y="204"/>
                    <a:pt x="545" y="211"/>
                    <a:pt x="547" y="219"/>
                  </a:cubicBezTo>
                  <a:cubicBezTo>
                    <a:pt x="545" y="249"/>
                    <a:pt x="547" y="257"/>
                    <a:pt x="548" y="265"/>
                  </a:cubicBezTo>
                  <a:cubicBezTo>
                    <a:pt x="553" y="302"/>
                    <a:pt x="551" y="305"/>
                    <a:pt x="550" y="308"/>
                  </a:cubicBezTo>
                  <a:cubicBezTo>
                    <a:pt x="556" y="350"/>
                    <a:pt x="553" y="352"/>
                    <a:pt x="554" y="354"/>
                  </a:cubicBezTo>
                  <a:cubicBezTo>
                    <a:pt x="551" y="391"/>
                    <a:pt x="544" y="394"/>
                    <a:pt x="549" y="399"/>
                  </a:cubicBezTo>
                  <a:cubicBezTo>
                    <a:pt x="548" y="423"/>
                    <a:pt x="541" y="425"/>
                    <a:pt x="543" y="428"/>
                  </a:cubicBezTo>
                  <a:cubicBezTo>
                    <a:pt x="534" y="435"/>
                    <a:pt x="534" y="428"/>
                    <a:pt x="538" y="422"/>
                  </a:cubicBezTo>
                  <a:cubicBezTo>
                    <a:pt x="537" y="386"/>
                    <a:pt x="541" y="383"/>
                    <a:pt x="540" y="379"/>
                  </a:cubicBezTo>
                  <a:cubicBezTo>
                    <a:pt x="538" y="342"/>
                    <a:pt x="537" y="338"/>
                    <a:pt x="538" y="333"/>
                  </a:cubicBezTo>
                  <a:cubicBezTo>
                    <a:pt x="535" y="297"/>
                    <a:pt x="532" y="288"/>
                    <a:pt x="531" y="280"/>
                  </a:cubicBezTo>
                  <a:cubicBezTo>
                    <a:pt x="528" y="237"/>
                    <a:pt x="531" y="236"/>
                    <a:pt x="530" y="234"/>
                  </a:cubicBezTo>
                  <a:cubicBezTo>
                    <a:pt x="531" y="195"/>
                    <a:pt x="535" y="192"/>
                    <a:pt x="534" y="187"/>
                  </a:cubicBezTo>
                  <a:cubicBezTo>
                    <a:pt x="537" y="169"/>
                    <a:pt x="538" y="165"/>
                    <a:pt x="539" y="161"/>
                  </a:cubicBezTo>
                  <a:cubicBezTo>
                    <a:pt x="534" y="156"/>
                    <a:pt x="534" y="160"/>
                    <a:pt x="532" y="164"/>
                  </a:cubicBezTo>
                  <a:cubicBezTo>
                    <a:pt x="527" y="184"/>
                    <a:pt x="527" y="187"/>
                    <a:pt x="528" y="189"/>
                  </a:cubicBezTo>
                  <a:cubicBezTo>
                    <a:pt x="521" y="228"/>
                    <a:pt x="522" y="230"/>
                    <a:pt x="522" y="232"/>
                  </a:cubicBezTo>
                  <a:cubicBezTo>
                    <a:pt x="521" y="256"/>
                    <a:pt x="520" y="257"/>
                    <a:pt x="522" y="259"/>
                  </a:cubicBezTo>
                  <a:cubicBezTo>
                    <a:pt x="527" y="285"/>
                    <a:pt x="520" y="288"/>
                    <a:pt x="524" y="293"/>
                  </a:cubicBezTo>
                  <a:cubicBezTo>
                    <a:pt x="532" y="343"/>
                    <a:pt x="530" y="351"/>
                    <a:pt x="534" y="361"/>
                  </a:cubicBezTo>
                  <a:cubicBezTo>
                    <a:pt x="531" y="378"/>
                    <a:pt x="529" y="380"/>
                    <a:pt x="532" y="382"/>
                  </a:cubicBezTo>
                  <a:cubicBezTo>
                    <a:pt x="530" y="417"/>
                    <a:pt x="530" y="421"/>
                    <a:pt x="528" y="424"/>
                  </a:cubicBezTo>
                  <a:cubicBezTo>
                    <a:pt x="523" y="442"/>
                    <a:pt x="525" y="445"/>
                    <a:pt x="522" y="444"/>
                  </a:cubicBezTo>
                  <a:cubicBezTo>
                    <a:pt x="523" y="396"/>
                    <a:pt x="516" y="383"/>
                    <a:pt x="519" y="372"/>
                  </a:cubicBezTo>
                  <a:cubicBezTo>
                    <a:pt x="517" y="348"/>
                    <a:pt x="514" y="341"/>
                    <a:pt x="515" y="335"/>
                  </a:cubicBezTo>
                  <a:cubicBezTo>
                    <a:pt x="506" y="291"/>
                    <a:pt x="509" y="286"/>
                    <a:pt x="507" y="280"/>
                  </a:cubicBezTo>
                  <a:cubicBezTo>
                    <a:pt x="508" y="220"/>
                    <a:pt x="509" y="215"/>
                    <a:pt x="510" y="209"/>
                  </a:cubicBezTo>
                  <a:cubicBezTo>
                    <a:pt x="513" y="185"/>
                    <a:pt x="512" y="178"/>
                    <a:pt x="516" y="173"/>
                  </a:cubicBezTo>
                  <a:cubicBezTo>
                    <a:pt x="515" y="159"/>
                    <a:pt x="514" y="162"/>
                    <a:pt x="512" y="164"/>
                  </a:cubicBezTo>
                  <a:cubicBezTo>
                    <a:pt x="505" y="191"/>
                    <a:pt x="507" y="196"/>
                    <a:pt x="504" y="201"/>
                  </a:cubicBezTo>
                  <a:cubicBezTo>
                    <a:pt x="500" y="221"/>
                    <a:pt x="502" y="226"/>
                    <a:pt x="501" y="230"/>
                  </a:cubicBezTo>
                  <a:cubicBezTo>
                    <a:pt x="498" y="248"/>
                    <a:pt x="500" y="251"/>
                    <a:pt x="500" y="253"/>
                  </a:cubicBezTo>
                  <a:cubicBezTo>
                    <a:pt x="496" y="271"/>
                    <a:pt x="502" y="275"/>
                    <a:pt x="498" y="277"/>
                  </a:cubicBezTo>
                  <a:cubicBezTo>
                    <a:pt x="497" y="300"/>
                    <a:pt x="497" y="294"/>
                    <a:pt x="497" y="290"/>
                  </a:cubicBezTo>
                  <a:cubicBezTo>
                    <a:pt x="494" y="271"/>
                    <a:pt x="495" y="268"/>
                    <a:pt x="495" y="266"/>
                  </a:cubicBezTo>
                  <a:cubicBezTo>
                    <a:pt x="494" y="202"/>
                    <a:pt x="495" y="187"/>
                    <a:pt x="499" y="173"/>
                  </a:cubicBezTo>
                  <a:cubicBezTo>
                    <a:pt x="501" y="135"/>
                    <a:pt x="510" y="133"/>
                    <a:pt x="503" y="128"/>
                  </a:cubicBezTo>
                  <a:cubicBezTo>
                    <a:pt x="490" y="173"/>
                    <a:pt x="490" y="178"/>
                    <a:pt x="489" y="183"/>
                  </a:cubicBezTo>
                  <a:cubicBezTo>
                    <a:pt x="485" y="220"/>
                    <a:pt x="485" y="223"/>
                    <a:pt x="485" y="225"/>
                  </a:cubicBezTo>
                  <a:cubicBezTo>
                    <a:pt x="484" y="256"/>
                    <a:pt x="483" y="258"/>
                    <a:pt x="486" y="261"/>
                  </a:cubicBezTo>
                  <a:cubicBezTo>
                    <a:pt x="484" y="277"/>
                    <a:pt x="489" y="280"/>
                    <a:pt x="487" y="282"/>
                  </a:cubicBezTo>
                  <a:cubicBezTo>
                    <a:pt x="498" y="337"/>
                    <a:pt x="496" y="347"/>
                    <a:pt x="502" y="357"/>
                  </a:cubicBezTo>
                  <a:cubicBezTo>
                    <a:pt x="506" y="408"/>
                    <a:pt x="505" y="413"/>
                    <a:pt x="503" y="418"/>
                  </a:cubicBezTo>
                  <a:cubicBezTo>
                    <a:pt x="505" y="450"/>
                    <a:pt x="505" y="453"/>
                    <a:pt x="503" y="455"/>
                  </a:cubicBezTo>
                  <a:cubicBezTo>
                    <a:pt x="499" y="471"/>
                    <a:pt x="503" y="479"/>
                    <a:pt x="498" y="475"/>
                  </a:cubicBezTo>
                  <a:cubicBezTo>
                    <a:pt x="493" y="426"/>
                    <a:pt x="495" y="423"/>
                    <a:pt x="495" y="419"/>
                  </a:cubicBezTo>
                  <a:cubicBezTo>
                    <a:pt x="485" y="375"/>
                    <a:pt x="480" y="366"/>
                    <a:pt x="483" y="359"/>
                  </a:cubicBezTo>
                  <a:cubicBezTo>
                    <a:pt x="470" y="321"/>
                    <a:pt x="476" y="319"/>
                    <a:pt x="470" y="314"/>
                  </a:cubicBezTo>
                  <a:cubicBezTo>
                    <a:pt x="459" y="218"/>
                    <a:pt x="466" y="212"/>
                    <a:pt x="462" y="204"/>
                  </a:cubicBezTo>
                  <a:cubicBezTo>
                    <a:pt x="457" y="195"/>
                    <a:pt x="457" y="204"/>
                    <a:pt x="457" y="213"/>
                  </a:cubicBezTo>
                  <a:cubicBezTo>
                    <a:pt x="457" y="232"/>
                    <a:pt x="452" y="236"/>
                    <a:pt x="455" y="241"/>
                  </a:cubicBezTo>
                  <a:cubicBezTo>
                    <a:pt x="454" y="275"/>
                    <a:pt x="459" y="280"/>
                    <a:pt x="456" y="285"/>
                  </a:cubicBezTo>
                  <a:cubicBezTo>
                    <a:pt x="462" y="317"/>
                    <a:pt x="462" y="322"/>
                    <a:pt x="465" y="327"/>
                  </a:cubicBezTo>
                  <a:cubicBezTo>
                    <a:pt x="475" y="362"/>
                    <a:pt x="473" y="368"/>
                    <a:pt x="475" y="375"/>
                  </a:cubicBezTo>
                  <a:cubicBezTo>
                    <a:pt x="478" y="394"/>
                    <a:pt x="483" y="397"/>
                    <a:pt x="481" y="400"/>
                  </a:cubicBezTo>
                  <a:cubicBezTo>
                    <a:pt x="484" y="436"/>
                    <a:pt x="490" y="444"/>
                    <a:pt x="487" y="449"/>
                  </a:cubicBezTo>
                  <a:cubicBezTo>
                    <a:pt x="483" y="480"/>
                    <a:pt x="490" y="485"/>
                    <a:pt x="488" y="488"/>
                  </a:cubicBezTo>
                  <a:cubicBezTo>
                    <a:pt x="483" y="503"/>
                    <a:pt x="485" y="499"/>
                    <a:pt x="485" y="495"/>
                  </a:cubicBezTo>
                  <a:cubicBezTo>
                    <a:pt x="486" y="464"/>
                    <a:pt x="482" y="459"/>
                    <a:pt x="483" y="454"/>
                  </a:cubicBezTo>
                  <a:cubicBezTo>
                    <a:pt x="474" y="394"/>
                    <a:pt x="466" y="388"/>
                    <a:pt x="469" y="384"/>
                  </a:cubicBezTo>
                  <a:cubicBezTo>
                    <a:pt x="462" y="348"/>
                    <a:pt x="459" y="346"/>
                    <a:pt x="457" y="346"/>
                  </a:cubicBezTo>
                  <a:cubicBezTo>
                    <a:pt x="449" y="328"/>
                    <a:pt x="460" y="322"/>
                    <a:pt x="453" y="324"/>
                  </a:cubicBezTo>
                  <a:cubicBezTo>
                    <a:pt x="446" y="286"/>
                    <a:pt x="449" y="281"/>
                    <a:pt x="445" y="276"/>
                  </a:cubicBezTo>
                  <a:cubicBezTo>
                    <a:pt x="449" y="241"/>
                    <a:pt x="443" y="235"/>
                    <a:pt x="444" y="230"/>
                  </a:cubicBezTo>
                  <a:cubicBezTo>
                    <a:pt x="450" y="210"/>
                    <a:pt x="442" y="203"/>
                    <a:pt x="449" y="199"/>
                  </a:cubicBezTo>
                  <a:cubicBezTo>
                    <a:pt x="454" y="163"/>
                    <a:pt x="461" y="159"/>
                    <a:pt x="458" y="153"/>
                  </a:cubicBezTo>
                  <a:cubicBezTo>
                    <a:pt x="444" y="191"/>
                    <a:pt x="439" y="200"/>
                    <a:pt x="440" y="211"/>
                  </a:cubicBezTo>
                  <a:cubicBezTo>
                    <a:pt x="435" y="250"/>
                    <a:pt x="436" y="261"/>
                    <a:pt x="437" y="271"/>
                  </a:cubicBezTo>
                  <a:cubicBezTo>
                    <a:pt x="442" y="313"/>
                    <a:pt x="444" y="323"/>
                    <a:pt x="448" y="335"/>
                  </a:cubicBezTo>
                  <a:cubicBezTo>
                    <a:pt x="458" y="387"/>
                    <a:pt x="461" y="393"/>
                    <a:pt x="460" y="398"/>
                  </a:cubicBezTo>
                  <a:cubicBezTo>
                    <a:pt x="473" y="464"/>
                    <a:pt x="476" y="471"/>
                    <a:pt x="475" y="477"/>
                  </a:cubicBezTo>
                  <a:cubicBezTo>
                    <a:pt x="472" y="519"/>
                    <a:pt x="470" y="522"/>
                    <a:pt x="473" y="526"/>
                  </a:cubicBezTo>
                  <a:cubicBezTo>
                    <a:pt x="466" y="546"/>
                    <a:pt x="465" y="547"/>
                    <a:pt x="465" y="548"/>
                  </a:cubicBezTo>
                  <a:cubicBezTo>
                    <a:pt x="459" y="507"/>
                    <a:pt x="462" y="504"/>
                    <a:pt x="463" y="501"/>
                  </a:cubicBezTo>
                  <a:cubicBezTo>
                    <a:pt x="458" y="462"/>
                    <a:pt x="451" y="454"/>
                    <a:pt x="451" y="448"/>
                  </a:cubicBezTo>
                  <a:cubicBezTo>
                    <a:pt x="436" y="412"/>
                    <a:pt x="440" y="409"/>
                    <a:pt x="436" y="405"/>
                  </a:cubicBezTo>
                  <a:cubicBezTo>
                    <a:pt x="427" y="372"/>
                    <a:pt x="429" y="369"/>
                    <a:pt x="426" y="365"/>
                  </a:cubicBezTo>
                  <a:cubicBezTo>
                    <a:pt x="421" y="351"/>
                    <a:pt x="423" y="350"/>
                    <a:pt x="421" y="347"/>
                  </a:cubicBezTo>
                  <a:cubicBezTo>
                    <a:pt x="417" y="313"/>
                    <a:pt x="414" y="309"/>
                    <a:pt x="415" y="305"/>
                  </a:cubicBezTo>
                  <a:cubicBezTo>
                    <a:pt x="416" y="260"/>
                    <a:pt x="418" y="257"/>
                    <a:pt x="414" y="253"/>
                  </a:cubicBezTo>
                  <a:cubicBezTo>
                    <a:pt x="416" y="237"/>
                    <a:pt x="416" y="229"/>
                    <a:pt x="414" y="222"/>
                  </a:cubicBezTo>
                  <a:cubicBezTo>
                    <a:pt x="416" y="200"/>
                    <a:pt x="418" y="197"/>
                    <a:pt x="418" y="194"/>
                  </a:cubicBezTo>
                  <a:cubicBezTo>
                    <a:pt x="414" y="206"/>
                    <a:pt x="410" y="211"/>
                    <a:pt x="412" y="216"/>
                  </a:cubicBezTo>
                  <a:cubicBezTo>
                    <a:pt x="409" y="236"/>
                    <a:pt x="410" y="242"/>
                    <a:pt x="410" y="247"/>
                  </a:cubicBezTo>
                  <a:cubicBezTo>
                    <a:pt x="407" y="327"/>
                    <a:pt x="412" y="332"/>
                    <a:pt x="410" y="335"/>
                  </a:cubicBezTo>
                  <a:cubicBezTo>
                    <a:pt x="414" y="368"/>
                    <a:pt x="422" y="373"/>
                    <a:pt x="420" y="377"/>
                  </a:cubicBezTo>
                  <a:cubicBezTo>
                    <a:pt x="438" y="439"/>
                    <a:pt x="445" y="459"/>
                    <a:pt x="448" y="477"/>
                  </a:cubicBezTo>
                  <a:cubicBezTo>
                    <a:pt x="451" y="509"/>
                    <a:pt x="452" y="514"/>
                    <a:pt x="453" y="518"/>
                  </a:cubicBezTo>
                  <a:cubicBezTo>
                    <a:pt x="449" y="518"/>
                    <a:pt x="452" y="515"/>
                    <a:pt x="448" y="512"/>
                  </a:cubicBezTo>
                  <a:cubicBezTo>
                    <a:pt x="443" y="484"/>
                    <a:pt x="442" y="477"/>
                    <a:pt x="441" y="470"/>
                  </a:cubicBezTo>
                  <a:cubicBezTo>
                    <a:pt x="432" y="436"/>
                    <a:pt x="429" y="432"/>
                    <a:pt x="428" y="428"/>
                  </a:cubicBezTo>
                  <a:cubicBezTo>
                    <a:pt x="416" y="393"/>
                    <a:pt x="413" y="389"/>
                    <a:pt x="414" y="386"/>
                  </a:cubicBezTo>
                  <a:cubicBezTo>
                    <a:pt x="407" y="359"/>
                    <a:pt x="405" y="356"/>
                    <a:pt x="403" y="350"/>
                  </a:cubicBezTo>
                  <a:cubicBezTo>
                    <a:pt x="401" y="334"/>
                    <a:pt x="403" y="333"/>
                    <a:pt x="403" y="333"/>
                  </a:cubicBezTo>
                  <a:cubicBezTo>
                    <a:pt x="401" y="321"/>
                    <a:pt x="400" y="317"/>
                    <a:pt x="399" y="314"/>
                  </a:cubicBezTo>
                  <a:cubicBezTo>
                    <a:pt x="395" y="298"/>
                    <a:pt x="397" y="295"/>
                    <a:pt x="396" y="293"/>
                  </a:cubicBezTo>
                  <a:cubicBezTo>
                    <a:pt x="390" y="256"/>
                    <a:pt x="396" y="250"/>
                    <a:pt x="392" y="243"/>
                  </a:cubicBezTo>
                  <a:cubicBezTo>
                    <a:pt x="394" y="217"/>
                    <a:pt x="395" y="215"/>
                    <a:pt x="395" y="213"/>
                  </a:cubicBezTo>
                  <a:cubicBezTo>
                    <a:pt x="388" y="211"/>
                    <a:pt x="391" y="212"/>
                    <a:pt x="391" y="214"/>
                  </a:cubicBezTo>
                  <a:cubicBezTo>
                    <a:pt x="386" y="231"/>
                    <a:pt x="389" y="235"/>
                    <a:pt x="386" y="237"/>
                  </a:cubicBezTo>
                  <a:cubicBezTo>
                    <a:pt x="387" y="268"/>
                    <a:pt x="385" y="271"/>
                    <a:pt x="388" y="275"/>
                  </a:cubicBezTo>
                  <a:cubicBezTo>
                    <a:pt x="391" y="325"/>
                    <a:pt x="397" y="338"/>
                    <a:pt x="393" y="350"/>
                  </a:cubicBezTo>
                  <a:cubicBezTo>
                    <a:pt x="405" y="382"/>
                    <a:pt x="403" y="390"/>
                    <a:pt x="408" y="398"/>
                  </a:cubicBezTo>
                  <a:cubicBezTo>
                    <a:pt x="419" y="430"/>
                    <a:pt x="421" y="438"/>
                    <a:pt x="423" y="446"/>
                  </a:cubicBezTo>
                  <a:cubicBezTo>
                    <a:pt x="436" y="483"/>
                    <a:pt x="432" y="487"/>
                    <a:pt x="436" y="491"/>
                  </a:cubicBezTo>
                  <a:cubicBezTo>
                    <a:pt x="440" y="554"/>
                    <a:pt x="443" y="558"/>
                    <a:pt x="443" y="562"/>
                  </a:cubicBezTo>
                  <a:cubicBezTo>
                    <a:pt x="428" y="572"/>
                    <a:pt x="429" y="568"/>
                    <a:pt x="430" y="564"/>
                  </a:cubicBezTo>
                  <a:cubicBezTo>
                    <a:pt x="417" y="498"/>
                    <a:pt x="416" y="485"/>
                    <a:pt x="415" y="472"/>
                  </a:cubicBezTo>
                  <a:cubicBezTo>
                    <a:pt x="409" y="449"/>
                    <a:pt x="405" y="442"/>
                    <a:pt x="406" y="436"/>
                  </a:cubicBezTo>
                  <a:cubicBezTo>
                    <a:pt x="401" y="421"/>
                    <a:pt x="398" y="415"/>
                    <a:pt x="398" y="411"/>
                  </a:cubicBezTo>
                  <a:cubicBezTo>
                    <a:pt x="393" y="374"/>
                    <a:pt x="387" y="375"/>
                    <a:pt x="389" y="372"/>
                  </a:cubicBezTo>
                  <a:cubicBezTo>
                    <a:pt x="382" y="312"/>
                    <a:pt x="377" y="293"/>
                    <a:pt x="381" y="275"/>
                  </a:cubicBezTo>
                  <a:cubicBezTo>
                    <a:pt x="385" y="244"/>
                    <a:pt x="380" y="238"/>
                    <a:pt x="383" y="234"/>
                  </a:cubicBezTo>
                  <a:cubicBezTo>
                    <a:pt x="377" y="239"/>
                    <a:pt x="376" y="242"/>
                    <a:pt x="376" y="244"/>
                  </a:cubicBezTo>
                  <a:cubicBezTo>
                    <a:pt x="375" y="300"/>
                    <a:pt x="373" y="312"/>
                    <a:pt x="372" y="324"/>
                  </a:cubicBezTo>
                  <a:cubicBezTo>
                    <a:pt x="386" y="402"/>
                    <a:pt x="389" y="407"/>
                    <a:pt x="389" y="412"/>
                  </a:cubicBezTo>
                  <a:cubicBezTo>
                    <a:pt x="411" y="512"/>
                    <a:pt x="416" y="522"/>
                    <a:pt x="416" y="532"/>
                  </a:cubicBezTo>
                  <a:cubicBezTo>
                    <a:pt x="418" y="573"/>
                    <a:pt x="419" y="584"/>
                    <a:pt x="420" y="595"/>
                  </a:cubicBezTo>
                  <a:cubicBezTo>
                    <a:pt x="411" y="622"/>
                    <a:pt x="419" y="616"/>
                    <a:pt x="413" y="608"/>
                  </a:cubicBezTo>
                  <a:cubicBezTo>
                    <a:pt x="406" y="541"/>
                    <a:pt x="407" y="534"/>
                    <a:pt x="403" y="527"/>
                  </a:cubicBezTo>
                  <a:cubicBezTo>
                    <a:pt x="394" y="499"/>
                    <a:pt x="398" y="493"/>
                    <a:pt x="395" y="486"/>
                  </a:cubicBezTo>
                  <a:cubicBezTo>
                    <a:pt x="376" y="417"/>
                    <a:pt x="378" y="413"/>
                    <a:pt x="374" y="408"/>
                  </a:cubicBezTo>
                  <a:cubicBezTo>
                    <a:pt x="370" y="378"/>
                    <a:pt x="365" y="372"/>
                    <a:pt x="367" y="369"/>
                  </a:cubicBezTo>
                  <a:cubicBezTo>
                    <a:pt x="363" y="308"/>
                    <a:pt x="356" y="298"/>
                    <a:pt x="360" y="290"/>
                  </a:cubicBezTo>
                  <a:cubicBezTo>
                    <a:pt x="362" y="248"/>
                    <a:pt x="362" y="244"/>
                    <a:pt x="362" y="239"/>
                  </a:cubicBezTo>
                  <a:cubicBezTo>
                    <a:pt x="363" y="220"/>
                    <a:pt x="361" y="223"/>
                    <a:pt x="360" y="226"/>
                  </a:cubicBezTo>
                  <a:cubicBezTo>
                    <a:pt x="358" y="241"/>
                    <a:pt x="353" y="244"/>
                    <a:pt x="357" y="248"/>
                  </a:cubicBezTo>
                  <a:cubicBezTo>
                    <a:pt x="352" y="267"/>
                    <a:pt x="356" y="270"/>
                    <a:pt x="351" y="272"/>
                  </a:cubicBezTo>
                  <a:cubicBezTo>
                    <a:pt x="350" y="303"/>
                    <a:pt x="355" y="306"/>
                    <a:pt x="353" y="308"/>
                  </a:cubicBezTo>
                  <a:cubicBezTo>
                    <a:pt x="351" y="332"/>
                    <a:pt x="356" y="338"/>
                    <a:pt x="353" y="342"/>
                  </a:cubicBezTo>
                  <a:cubicBezTo>
                    <a:pt x="363" y="389"/>
                    <a:pt x="362" y="393"/>
                    <a:pt x="367" y="398"/>
                  </a:cubicBezTo>
                  <a:cubicBezTo>
                    <a:pt x="367" y="433"/>
                    <a:pt x="379" y="443"/>
                    <a:pt x="375" y="451"/>
                  </a:cubicBezTo>
                  <a:cubicBezTo>
                    <a:pt x="395" y="536"/>
                    <a:pt x="399" y="541"/>
                    <a:pt x="399" y="545"/>
                  </a:cubicBezTo>
                  <a:cubicBezTo>
                    <a:pt x="400" y="576"/>
                    <a:pt x="402" y="581"/>
                    <a:pt x="406" y="586"/>
                  </a:cubicBezTo>
                  <a:cubicBezTo>
                    <a:pt x="406" y="605"/>
                    <a:pt x="405" y="608"/>
                    <a:pt x="404" y="610"/>
                  </a:cubicBezTo>
                  <a:cubicBezTo>
                    <a:pt x="402" y="627"/>
                    <a:pt x="408" y="632"/>
                    <a:pt x="403" y="635"/>
                  </a:cubicBezTo>
                  <a:cubicBezTo>
                    <a:pt x="396" y="601"/>
                    <a:pt x="401" y="597"/>
                    <a:pt x="398" y="592"/>
                  </a:cubicBezTo>
                  <a:cubicBezTo>
                    <a:pt x="383" y="512"/>
                    <a:pt x="375" y="506"/>
                    <a:pt x="377" y="501"/>
                  </a:cubicBezTo>
                  <a:cubicBezTo>
                    <a:pt x="354" y="435"/>
                    <a:pt x="354" y="416"/>
                    <a:pt x="344" y="395"/>
                  </a:cubicBezTo>
                  <a:cubicBezTo>
                    <a:pt x="338" y="338"/>
                    <a:pt x="338" y="335"/>
                    <a:pt x="339" y="333"/>
                  </a:cubicBezTo>
                  <a:cubicBezTo>
                    <a:pt x="340" y="299"/>
                    <a:pt x="336" y="293"/>
                    <a:pt x="338" y="287"/>
                  </a:cubicBezTo>
                  <a:cubicBezTo>
                    <a:pt x="331" y="289"/>
                    <a:pt x="332" y="300"/>
                    <a:pt x="330" y="310"/>
                  </a:cubicBezTo>
                  <a:cubicBezTo>
                    <a:pt x="334" y="336"/>
                    <a:pt x="329" y="338"/>
                    <a:pt x="333" y="342"/>
                  </a:cubicBezTo>
                  <a:cubicBezTo>
                    <a:pt x="337" y="378"/>
                    <a:pt x="335" y="383"/>
                    <a:pt x="337" y="388"/>
                  </a:cubicBezTo>
                  <a:cubicBezTo>
                    <a:pt x="337" y="409"/>
                    <a:pt x="345" y="415"/>
                    <a:pt x="343" y="420"/>
                  </a:cubicBezTo>
                  <a:cubicBezTo>
                    <a:pt x="357" y="454"/>
                    <a:pt x="351" y="461"/>
                    <a:pt x="357" y="467"/>
                  </a:cubicBezTo>
                  <a:cubicBezTo>
                    <a:pt x="369" y="497"/>
                    <a:pt x="364" y="504"/>
                    <a:pt x="368" y="506"/>
                  </a:cubicBezTo>
                  <a:cubicBezTo>
                    <a:pt x="379" y="543"/>
                    <a:pt x="382" y="551"/>
                    <a:pt x="384" y="558"/>
                  </a:cubicBezTo>
                  <a:cubicBezTo>
                    <a:pt x="390" y="600"/>
                    <a:pt x="393" y="605"/>
                    <a:pt x="388" y="609"/>
                  </a:cubicBezTo>
                  <a:cubicBezTo>
                    <a:pt x="376" y="559"/>
                    <a:pt x="371" y="556"/>
                    <a:pt x="373" y="554"/>
                  </a:cubicBezTo>
                  <a:cubicBezTo>
                    <a:pt x="357" y="504"/>
                    <a:pt x="350" y="497"/>
                    <a:pt x="350" y="491"/>
                  </a:cubicBezTo>
                  <a:cubicBezTo>
                    <a:pt x="323" y="433"/>
                    <a:pt x="327" y="431"/>
                    <a:pt x="324" y="427"/>
                  </a:cubicBezTo>
                  <a:cubicBezTo>
                    <a:pt x="313" y="386"/>
                    <a:pt x="309" y="374"/>
                    <a:pt x="308" y="362"/>
                  </a:cubicBezTo>
                  <a:cubicBezTo>
                    <a:pt x="306" y="320"/>
                    <a:pt x="303" y="314"/>
                    <a:pt x="304" y="308"/>
                  </a:cubicBezTo>
                  <a:cubicBezTo>
                    <a:pt x="303" y="284"/>
                    <a:pt x="306" y="279"/>
                    <a:pt x="306" y="273"/>
                  </a:cubicBezTo>
                  <a:cubicBezTo>
                    <a:pt x="300" y="263"/>
                    <a:pt x="301" y="273"/>
                    <a:pt x="300" y="282"/>
                  </a:cubicBezTo>
                  <a:cubicBezTo>
                    <a:pt x="298" y="301"/>
                    <a:pt x="297" y="305"/>
                    <a:pt x="295" y="310"/>
                  </a:cubicBezTo>
                  <a:cubicBezTo>
                    <a:pt x="307" y="382"/>
                    <a:pt x="302" y="391"/>
                    <a:pt x="310" y="402"/>
                  </a:cubicBezTo>
                  <a:cubicBezTo>
                    <a:pt x="317" y="439"/>
                    <a:pt x="325" y="446"/>
                    <a:pt x="323" y="450"/>
                  </a:cubicBezTo>
                  <a:cubicBezTo>
                    <a:pt x="337" y="478"/>
                    <a:pt x="337" y="489"/>
                    <a:pt x="345" y="500"/>
                  </a:cubicBezTo>
                  <a:cubicBezTo>
                    <a:pt x="352" y="526"/>
                    <a:pt x="359" y="530"/>
                    <a:pt x="355" y="532"/>
                  </a:cubicBezTo>
                  <a:cubicBezTo>
                    <a:pt x="378" y="589"/>
                    <a:pt x="373" y="597"/>
                    <a:pt x="377" y="600"/>
                  </a:cubicBezTo>
                  <a:cubicBezTo>
                    <a:pt x="374" y="595"/>
                    <a:pt x="367" y="591"/>
                    <a:pt x="366" y="588"/>
                  </a:cubicBezTo>
                  <a:cubicBezTo>
                    <a:pt x="355" y="552"/>
                    <a:pt x="348" y="544"/>
                    <a:pt x="350" y="538"/>
                  </a:cubicBezTo>
                  <a:cubicBezTo>
                    <a:pt x="324" y="484"/>
                    <a:pt x="321" y="468"/>
                    <a:pt x="311" y="451"/>
                  </a:cubicBezTo>
                  <a:cubicBezTo>
                    <a:pt x="301" y="423"/>
                    <a:pt x="301" y="419"/>
                    <a:pt x="300" y="415"/>
                  </a:cubicBezTo>
                  <a:cubicBezTo>
                    <a:pt x="290" y="374"/>
                    <a:pt x="287" y="369"/>
                    <a:pt x="289" y="366"/>
                  </a:cubicBezTo>
                  <a:cubicBezTo>
                    <a:pt x="286" y="345"/>
                    <a:pt x="285" y="337"/>
                    <a:pt x="285" y="330"/>
                  </a:cubicBezTo>
                  <a:cubicBezTo>
                    <a:pt x="278" y="309"/>
                    <a:pt x="280" y="316"/>
                    <a:pt x="280" y="319"/>
                  </a:cubicBezTo>
                  <a:cubicBezTo>
                    <a:pt x="279" y="330"/>
                    <a:pt x="279" y="333"/>
                    <a:pt x="279" y="334"/>
                  </a:cubicBezTo>
                  <a:cubicBezTo>
                    <a:pt x="276" y="357"/>
                    <a:pt x="284" y="362"/>
                    <a:pt x="281" y="365"/>
                  </a:cubicBezTo>
                  <a:cubicBezTo>
                    <a:pt x="287" y="400"/>
                    <a:pt x="290" y="404"/>
                    <a:pt x="290" y="407"/>
                  </a:cubicBezTo>
                  <a:cubicBezTo>
                    <a:pt x="314" y="477"/>
                    <a:pt x="313" y="479"/>
                    <a:pt x="313" y="481"/>
                  </a:cubicBezTo>
                  <a:cubicBezTo>
                    <a:pt x="324" y="507"/>
                    <a:pt x="331" y="514"/>
                    <a:pt x="329" y="519"/>
                  </a:cubicBezTo>
                  <a:cubicBezTo>
                    <a:pt x="359" y="601"/>
                    <a:pt x="365" y="601"/>
                    <a:pt x="364" y="609"/>
                  </a:cubicBezTo>
                  <a:cubicBezTo>
                    <a:pt x="371" y="640"/>
                    <a:pt x="372" y="643"/>
                    <a:pt x="374" y="646"/>
                  </a:cubicBezTo>
                  <a:cubicBezTo>
                    <a:pt x="376" y="667"/>
                    <a:pt x="377" y="669"/>
                    <a:pt x="374" y="671"/>
                  </a:cubicBezTo>
                  <a:cubicBezTo>
                    <a:pt x="375" y="687"/>
                    <a:pt x="374" y="690"/>
                    <a:pt x="375" y="692"/>
                  </a:cubicBezTo>
                  <a:cubicBezTo>
                    <a:pt x="370" y="713"/>
                    <a:pt x="369" y="717"/>
                    <a:pt x="367" y="715"/>
                  </a:cubicBezTo>
                  <a:cubicBezTo>
                    <a:pt x="363" y="675"/>
                    <a:pt x="362" y="670"/>
                    <a:pt x="363" y="666"/>
                  </a:cubicBezTo>
                  <a:cubicBezTo>
                    <a:pt x="352" y="608"/>
                    <a:pt x="345" y="610"/>
                    <a:pt x="346" y="605"/>
                  </a:cubicBezTo>
                  <a:cubicBezTo>
                    <a:pt x="334" y="572"/>
                    <a:pt x="329" y="574"/>
                    <a:pt x="329" y="568"/>
                  </a:cubicBezTo>
                  <a:cubicBezTo>
                    <a:pt x="310" y="526"/>
                    <a:pt x="303" y="521"/>
                    <a:pt x="305" y="517"/>
                  </a:cubicBezTo>
                  <a:cubicBezTo>
                    <a:pt x="290" y="492"/>
                    <a:pt x="293" y="489"/>
                    <a:pt x="289" y="484"/>
                  </a:cubicBezTo>
                  <a:cubicBezTo>
                    <a:pt x="272" y="442"/>
                    <a:pt x="272" y="433"/>
                    <a:pt x="267" y="424"/>
                  </a:cubicBezTo>
                  <a:cubicBezTo>
                    <a:pt x="263" y="382"/>
                    <a:pt x="261" y="377"/>
                    <a:pt x="262" y="373"/>
                  </a:cubicBezTo>
                  <a:cubicBezTo>
                    <a:pt x="263" y="332"/>
                    <a:pt x="259" y="327"/>
                    <a:pt x="260" y="323"/>
                  </a:cubicBezTo>
                  <a:cubicBezTo>
                    <a:pt x="255" y="324"/>
                    <a:pt x="255" y="328"/>
                    <a:pt x="258" y="332"/>
                  </a:cubicBezTo>
                  <a:cubicBezTo>
                    <a:pt x="253" y="357"/>
                    <a:pt x="255" y="358"/>
                    <a:pt x="255" y="359"/>
                  </a:cubicBezTo>
                  <a:cubicBezTo>
                    <a:pt x="256" y="372"/>
                    <a:pt x="254" y="373"/>
                    <a:pt x="255" y="376"/>
                  </a:cubicBezTo>
                  <a:cubicBezTo>
                    <a:pt x="262" y="413"/>
                    <a:pt x="257" y="421"/>
                    <a:pt x="262" y="430"/>
                  </a:cubicBezTo>
                  <a:cubicBezTo>
                    <a:pt x="271" y="463"/>
                    <a:pt x="270" y="468"/>
                    <a:pt x="276" y="474"/>
                  </a:cubicBezTo>
                  <a:cubicBezTo>
                    <a:pt x="293" y="525"/>
                    <a:pt x="305" y="537"/>
                    <a:pt x="308" y="549"/>
                  </a:cubicBezTo>
                  <a:cubicBezTo>
                    <a:pt x="326" y="593"/>
                    <a:pt x="338" y="598"/>
                    <a:pt x="333" y="600"/>
                  </a:cubicBezTo>
                  <a:cubicBezTo>
                    <a:pt x="344" y="639"/>
                    <a:pt x="350" y="643"/>
                    <a:pt x="348" y="645"/>
                  </a:cubicBezTo>
                  <a:cubicBezTo>
                    <a:pt x="360" y="675"/>
                    <a:pt x="349" y="681"/>
                    <a:pt x="356" y="679"/>
                  </a:cubicBezTo>
                  <a:cubicBezTo>
                    <a:pt x="356" y="718"/>
                    <a:pt x="357" y="722"/>
                    <a:pt x="358" y="727"/>
                  </a:cubicBezTo>
                  <a:cubicBezTo>
                    <a:pt x="355" y="728"/>
                    <a:pt x="353" y="720"/>
                    <a:pt x="355" y="712"/>
                  </a:cubicBezTo>
                  <a:cubicBezTo>
                    <a:pt x="344" y="656"/>
                    <a:pt x="337" y="650"/>
                    <a:pt x="339" y="647"/>
                  </a:cubicBezTo>
                  <a:cubicBezTo>
                    <a:pt x="327" y="614"/>
                    <a:pt x="329" y="612"/>
                    <a:pt x="327" y="609"/>
                  </a:cubicBezTo>
                  <a:cubicBezTo>
                    <a:pt x="296" y="547"/>
                    <a:pt x="292" y="535"/>
                    <a:pt x="286" y="521"/>
                  </a:cubicBezTo>
                  <a:cubicBezTo>
                    <a:pt x="264" y="475"/>
                    <a:pt x="265" y="471"/>
                    <a:pt x="260" y="465"/>
                  </a:cubicBezTo>
                  <a:cubicBezTo>
                    <a:pt x="247" y="411"/>
                    <a:pt x="246" y="405"/>
                    <a:pt x="244" y="399"/>
                  </a:cubicBezTo>
                  <a:cubicBezTo>
                    <a:pt x="237" y="392"/>
                    <a:pt x="243" y="396"/>
                    <a:pt x="240" y="399"/>
                  </a:cubicBezTo>
                  <a:cubicBezTo>
                    <a:pt x="245" y="450"/>
                    <a:pt x="252" y="456"/>
                    <a:pt x="251" y="460"/>
                  </a:cubicBezTo>
                  <a:cubicBezTo>
                    <a:pt x="278" y="524"/>
                    <a:pt x="284" y="536"/>
                    <a:pt x="288" y="548"/>
                  </a:cubicBezTo>
                  <a:cubicBezTo>
                    <a:pt x="302" y="574"/>
                    <a:pt x="305" y="577"/>
                    <a:pt x="303" y="579"/>
                  </a:cubicBezTo>
                  <a:cubicBezTo>
                    <a:pt x="316" y="612"/>
                    <a:pt x="323" y="618"/>
                    <a:pt x="323" y="624"/>
                  </a:cubicBezTo>
                  <a:cubicBezTo>
                    <a:pt x="325" y="635"/>
                    <a:pt x="328" y="634"/>
                    <a:pt x="329" y="635"/>
                  </a:cubicBezTo>
                  <a:cubicBezTo>
                    <a:pt x="329" y="647"/>
                    <a:pt x="332" y="649"/>
                    <a:pt x="330" y="651"/>
                  </a:cubicBezTo>
                  <a:cubicBezTo>
                    <a:pt x="342" y="695"/>
                    <a:pt x="341" y="702"/>
                    <a:pt x="346" y="710"/>
                  </a:cubicBezTo>
                  <a:cubicBezTo>
                    <a:pt x="344" y="729"/>
                    <a:pt x="346" y="732"/>
                    <a:pt x="343" y="730"/>
                  </a:cubicBezTo>
                  <a:cubicBezTo>
                    <a:pt x="342" y="696"/>
                    <a:pt x="336" y="691"/>
                    <a:pt x="340" y="688"/>
                  </a:cubicBezTo>
                  <a:cubicBezTo>
                    <a:pt x="322" y="644"/>
                    <a:pt x="323" y="635"/>
                    <a:pt x="319" y="625"/>
                  </a:cubicBezTo>
                  <a:cubicBezTo>
                    <a:pt x="304" y="603"/>
                    <a:pt x="309" y="596"/>
                    <a:pt x="304" y="598"/>
                  </a:cubicBezTo>
                  <a:cubicBezTo>
                    <a:pt x="283" y="562"/>
                    <a:pt x="281" y="562"/>
                    <a:pt x="280" y="557"/>
                  </a:cubicBezTo>
                  <a:cubicBezTo>
                    <a:pt x="239" y="483"/>
                    <a:pt x="234" y="468"/>
                    <a:pt x="227" y="453"/>
                  </a:cubicBezTo>
                  <a:cubicBezTo>
                    <a:pt x="222" y="406"/>
                    <a:pt x="214" y="401"/>
                    <a:pt x="217" y="399"/>
                  </a:cubicBezTo>
                  <a:cubicBezTo>
                    <a:pt x="210" y="368"/>
                    <a:pt x="206" y="371"/>
                    <a:pt x="209" y="374"/>
                  </a:cubicBezTo>
                  <a:cubicBezTo>
                    <a:pt x="211" y="412"/>
                    <a:pt x="214" y="416"/>
                    <a:pt x="212" y="419"/>
                  </a:cubicBezTo>
                  <a:cubicBezTo>
                    <a:pt x="217" y="447"/>
                    <a:pt x="220" y="451"/>
                    <a:pt x="218" y="454"/>
                  </a:cubicBezTo>
                  <a:cubicBezTo>
                    <a:pt x="237" y="486"/>
                    <a:pt x="228" y="488"/>
                    <a:pt x="233" y="492"/>
                  </a:cubicBezTo>
                  <a:cubicBezTo>
                    <a:pt x="243" y="506"/>
                    <a:pt x="241" y="507"/>
                    <a:pt x="243" y="510"/>
                  </a:cubicBezTo>
                  <a:cubicBezTo>
                    <a:pt x="273" y="563"/>
                    <a:pt x="281" y="573"/>
                    <a:pt x="290" y="592"/>
                  </a:cubicBezTo>
                  <a:cubicBezTo>
                    <a:pt x="313" y="641"/>
                    <a:pt x="320" y="646"/>
                    <a:pt x="317" y="650"/>
                  </a:cubicBezTo>
                  <a:cubicBezTo>
                    <a:pt x="324" y="674"/>
                    <a:pt x="328" y="677"/>
                    <a:pt x="326" y="679"/>
                  </a:cubicBezTo>
                  <a:cubicBezTo>
                    <a:pt x="331" y="728"/>
                    <a:pt x="335" y="734"/>
                    <a:pt x="335" y="739"/>
                  </a:cubicBezTo>
                  <a:cubicBezTo>
                    <a:pt x="329" y="772"/>
                    <a:pt x="335" y="778"/>
                    <a:pt x="329" y="782"/>
                  </a:cubicBezTo>
                  <a:cubicBezTo>
                    <a:pt x="329" y="760"/>
                    <a:pt x="324" y="756"/>
                    <a:pt x="326" y="754"/>
                  </a:cubicBezTo>
                  <a:cubicBezTo>
                    <a:pt x="316" y="694"/>
                    <a:pt x="311" y="688"/>
                    <a:pt x="312" y="684"/>
                  </a:cubicBezTo>
                  <a:cubicBezTo>
                    <a:pt x="303" y="664"/>
                    <a:pt x="300" y="660"/>
                    <a:pt x="297" y="655"/>
                  </a:cubicBezTo>
                  <a:cubicBezTo>
                    <a:pt x="277" y="614"/>
                    <a:pt x="276" y="603"/>
                    <a:pt x="266" y="592"/>
                  </a:cubicBezTo>
                  <a:cubicBezTo>
                    <a:pt x="229" y="512"/>
                    <a:pt x="224" y="509"/>
                    <a:pt x="226" y="507"/>
                  </a:cubicBezTo>
                  <a:cubicBezTo>
                    <a:pt x="219" y="487"/>
                    <a:pt x="218" y="484"/>
                    <a:pt x="215" y="481"/>
                  </a:cubicBezTo>
                  <a:cubicBezTo>
                    <a:pt x="207" y="434"/>
                    <a:pt x="204" y="427"/>
                    <a:pt x="203" y="421"/>
                  </a:cubicBezTo>
                  <a:cubicBezTo>
                    <a:pt x="200" y="407"/>
                    <a:pt x="202" y="403"/>
                    <a:pt x="198" y="400"/>
                  </a:cubicBezTo>
                  <a:cubicBezTo>
                    <a:pt x="196" y="424"/>
                    <a:pt x="202" y="423"/>
                    <a:pt x="200" y="426"/>
                  </a:cubicBezTo>
                  <a:cubicBezTo>
                    <a:pt x="204" y="466"/>
                    <a:pt x="207" y="469"/>
                    <a:pt x="205" y="471"/>
                  </a:cubicBezTo>
                  <a:cubicBezTo>
                    <a:pt x="232" y="535"/>
                    <a:pt x="234" y="550"/>
                    <a:pt x="247" y="566"/>
                  </a:cubicBezTo>
                  <a:cubicBezTo>
                    <a:pt x="301" y="688"/>
                    <a:pt x="306" y="693"/>
                    <a:pt x="305" y="698"/>
                  </a:cubicBezTo>
                  <a:cubicBezTo>
                    <a:pt x="318" y="764"/>
                    <a:pt x="321" y="768"/>
                    <a:pt x="316" y="771"/>
                  </a:cubicBezTo>
                  <a:cubicBezTo>
                    <a:pt x="320" y="797"/>
                    <a:pt x="318" y="798"/>
                    <a:pt x="320" y="800"/>
                  </a:cubicBezTo>
                  <a:cubicBezTo>
                    <a:pt x="311" y="765"/>
                    <a:pt x="308" y="755"/>
                    <a:pt x="311" y="746"/>
                  </a:cubicBezTo>
                  <a:cubicBezTo>
                    <a:pt x="292" y="699"/>
                    <a:pt x="295" y="695"/>
                    <a:pt x="291" y="689"/>
                  </a:cubicBezTo>
                  <a:cubicBezTo>
                    <a:pt x="279" y="664"/>
                    <a:pt x="281" y="659"/>
                    <a:pt x="274" y="652"/>
                  </a:cubicBezTo>
                  <a:cubicBezTo>
                    <a:pt x="272" y="634"/>
                    <a:pt x="265" y="630"/>
                    <a:pt x="264" y="627"/>
                  </a:cubicBezTo>
                  <a:cubicBezTo>
                    <a:pt x="258" y="606"/>
                    <a:pt x="250" y="601"/>
                    <a:pt x="253" y="598"/>
                  </a:cubicBezTo>
                  <a:cubicBezTo>
                    <a:pt x="219" y="535"/>
                    <a:pt x="210" y="531"/>
                    <a:pt x="213" y="526"/>
                  </a:cubicBezTo>
                  <a:cubicBezTo>
                    <a:pt x="196" y="496"/>
                    <a:pt x="200" y="495"/>
                    <a:pt x="199" y="493"/>
                  </a:cubicBezTo>
                  <a:cubicBezTo>
                    <a:pt x="188" y="444"/>
                    <a:pt x="183" y="435"/>
                    <a:pt x="184" y="427"/>
                  </a:cubicBezTo>
                  <a:cubicBezTo>
                    <a:pt x="176" y="409"/>
                    <a:pt x="175" y="415"/>
                    <a:pt x="176" y="421"/>
                  </a:cubicBezTo>
                  <a:cubicBezTo>
                    <a:pt x="180" y="443"/>
                    <a:pt x="180" y="448"/>
                    <a:pt x="180" y="452"/>
                  </a:cubicBezTo>
                  <a:cubicBezTo>
                    <a:pt x="181" y="498"/>
                    <a:pt x="184" y="526"/>
                    <a:pt x="195" y="545"/>
                  </a:cubicBezTo>
                  <a:cubicBezTo>
                    <a:pt x="206" y="572"/>
                    <a:pt x="208" y="569"/>
                    <a:pt x="211" y="577"/>
                  </a:cubicBezTo>
                  <a:cubicBezTo>
                    <a:pt x="236" y="627"/>
                    <a:pt x="240" y="630"/>
                    <a:pt x="238" y="632"/>
                  </a:cubicBezTo>
                  <a:cubicBezTo>
                    <a:pt x="260" y="671"/>
                    <a:pt x="263" y="679"/>
                    <a:pt x="270" y="687"/>
                  </a:cubicBezTo>
                  <a:cubicBezTo>
                    <a:pt x="277" y="703"/>
                    <a:pt x="278" y="705"/>
                    <a:pt x="280" y="707"/>
                  </a:cubicBezTo>
                  <a:cubicBezTo>
                    <a:pt x="284" y="736"/>
                    <a:pt x="293" y="745"/>
                    <a:pt x="290" y="751"/>
                  </a:cubicBezTo>
                  <a:cubicBezTo>
                    <a:pt x="300" y="786"/>
                    <a:pt x="298" y="788"/>
                    <a:pt x="301" y="790"/>
                  </a:cubicBezTo>
                  <a:cubicBezTo>
                    <a:pt x="285" y="760"/>
                    <a:pt x="280" y="751"/>
                    <a:pt x="281" y="743"/>
                  </a:cubicBezTo>
                  <a:cubicBezTo>
                    <a:pt x="267" y="717"/>
                    <a:pt x="263" y="712"/>
                    <a:pt x="264" y="709"/>
                  </a:cubicBezTo>
                  <a:cubicBezTo>
                    <a:pt x="248" y="682"/>
                    <a:pt x="246" y="670"/>
                    <a:pt x="242" y="658"/>
                  </a:cubicBezTo>
                  <a:cubicBezTo>
                    <a:pt x="179" y="534"/>
                    <a:pt x="172" y="518"/>
                    <a:pt x="162" y="502"/>
                  </a:cubicBezTo>
                  <a:cubicBezTo>
                    <a:pt x="145" y="444"/>
                    <a:pt x="148" y="430"/>
                    <a:pt x="143" y="415"/>
                  </a:cubicBezTo>
                  <a:cubicBezTo>
                    <a:pt x="140" y="444"/>
                    <a:pt x="143" y="452"/>
                    <a:pt x="143" y="459"/>
                  </a:cubicBezTo>
                  <a:cubicBezTo>
                    <a:pt x="153" y="499"/>
                    <a:pt x="156" y="503"/>
                    <a:pt x="155" y="507"/>
                  </a:cubicBezTo>
                  <a:cubicBezTo>
                    <a:pt x="184" y="563"/>
                    <a:pt x="185" y="565"/>
                    <a:pt x="185" y="569"/>
                  </a:cubicBezTo>
                  <a:cubicBezTo>
                    <a:pt x="202" y="603"/>
                    <a:pt x="208" y="605"/>
                    <a:pt x="207" y="612"/>
                  </a:cubicBezTo>
                  <a:cubicBezTo>
                    <a:pt x="217" y="641"/>
                    <a:pt x="230" y="639"/>
                    <a:pt x="224" y="644"/>
                  </a:cubicBezTo>
                  <a:cubicBezTo>
                    <a:pt x="287" y="796"/>
                    <a:pt x="292" y="802"/>
                    <a:pt x="291" y="807"/>
                  </a:cubicBezTo>
                  <a:cubicBezTo>
                    <a:pt x="298" y="844"/>
                    <a:pt x="299" y="847"/>
                    <a:pt x="297" y="849"/>
                  </a:cubicBezTo>
                  <a:cubicBezTo>
                    <a:pt x="295" y="844"/>
                    <a:pt x="294" y="840"/>
                    <a:pt x="292" y="836"/>
                  </a:cubicBezTo>
                  <a:cubicBezTo>
                    <a:pt x="285" y="809"/>
                    <a:pt x="281" y="804"/>
                    <a:pt x="278" y="799"/>
                  </a:cubicBezTo>
                  <a:cubicBezTo>
                    <a:pt x="255" y="746"/>
                    <a:pt x="249" y="747"/>
                    <a:pt x="250" y="741"/>
                  </a:cubicBezTo>
                  <a:cubicBezTo>
                    <a:pt x="223" y="694"/>
                    <a:pt x="225" y="692"/>
                    <a:pt x="223" y="689"/>
                  </a:cubicBezTo>
                  <a:cubicBezTo>
                    <a:pt x="216" y="674"/>
                    <a:pt x="215" y="671"/>
                    <a:pt x="212" y="667"/>
                  </a:cubicBezTo>
                  <a:cubicBezTo>
                    <a:pt x="201" y="644"/>
                    <a:pt x="195" y="640"/>
                    <a:pt x="198" y="638"/>
                  </a:cubicBezTo>
                  <a:cubicBezTo>
                    <a:pt x="149" y="549"/>
                    <a:pt x="156" y="559"/>
                    <a:pt x="157" y="567"/>
                  </a:cubicBezTo>
                  <a:cubicBezTo>
                    <a:pt x="160" y="580"/>
                    <a:pt x="164" y="583"/>
                    <a:pt x="165" y="586"/>
                  </a:cubicBezTo>
                  <a:cubicBezTo>
                    <a:pt x="177" y="613"/>
                    <a:pt x="172" y="614"/>
                    <a:pt x="179" y="618"/>
                  </a:cubicBezTo>
                  <a:cubicBezTo>
                    <a:pt x="187" y="642"/>
                    <a:pt x="191" y="644"/>
                    <a:pt x="192" y="647"/>
                  </a:cubicBezTo>
                  <a:cubicBezTo>
                    <a:pt x="208" y="677"/>
                    <a:pt x="206" y="681"/>
                    <a:pt x="209" y="680"/>
                  </a:cubicBezTo>
                  <a:cubicBezTo>
                    <a:pt x="229" y="715"/>
                    <a:pt x="236" y="735"/>
                    <a:pt x="245" y="754"/>
                  </a:cubicBezTo>
                  <a:cubicBezTo>
                    <a:pt x="265" y="789"/>
                    <a:pt x="268" y="793"/>
                    <a:pt x="268" y="796"/>
                  </a:cubicBezTo>
                  <a:cubicBezTo>
                    <a:pt x="284" y="831"/>
                    <a:pt x="281" y="834"/>
                    <a:pt x="283" y="837"/>
                  </a:cubicBezTo>
                  <a:cubicBezTo>
                    <a:pt x="287" y="855"/>
                    <a:pt x="283" y="857"/>
                    <a:pt x="287" y="859"/>
                  </a:cubicBezTo>
                  <a:cubicBezTo>
                    <a:pt x="285" y="886"/>
                    <a:pt x="282" y="878"/>
                    <a:pt x="285" y="870"/>
                  </a:cubicBezTo>
                  <a:cubicBezTo>
                    <a:pt x="268" y="821"/>
                    <a:pt x="270" y="819"/>
                    <a:pt x="268" y="816"/>
                  </a:cubicBezTo>
                  <a:cubicBezTo>
                    <a:pt x="259" y="786"/>
                    <a:pt x="252" y="782"/>
                    <a:pt x="251" y="779"/>
                  </a:cubicBezTo>
                  <a:cubicBezTo>
                    <a:pt x="234" y="751"/>
                    <a:pt x="238" y="749"/>
                    <a:pt x="234" y="745"/>
                  </a:cubicBezTo>
                  <a:cubicBezTo>
                    <a:pt x="205" y="692"/>
                    <a:pt x="202" y="688"/>
                    <a:pt x="199" y="684"/>
                  </a:cubicBezTo>
                  <a:cubicBezTo>
                    <a:pt x="177" y="630"/>
                    <a:pt x="166" y="611"/>
                    <a:pt x="158" y="593"/>
                  </a:cubicBezTo>
                  <a:cubicBezTo>
                    <a:pt x="147" y="546"/>
                    <a:pt x="142" y="548"/>
                    <a:pt x="140" y="540"/>
                  </a:cubicBezTo>
                  <a:cubicBezTo>
                    <a:pt x="140" y="522"/>
                    <a:pt x="138" y="522"/>
                    <a:pt x="136" y="521"/>
                  </a:cubicBezTo>
                  <a:cubicBezTo>
                    <a:pt x="130" y="496"/>
                    <a:pt x="129" y="493"/>
                    <a:pt x="131" y="490"/>
                  </a:cubicBezTo>
                  <a:cubicBezTo>
                    <a:pt x="122" y="493"/>
                    <a:pt x="128" y="497"/>
                    <a:pt x="125" y="499"/>
                  </a:cubicBezTo>
                  <a:cubicBezTo>
                    <a:pt x="131" y="527"/>
                    <a:pt x="132" y="536"/>
                    <a:pt x="136" y="545"/>
                  </a:cubicBezTo>
                  <a:cubicBezTo>
                    <a:pt x="139" y="569"/>
                    <a:pt x="140" y="574"/>
                    <a:pt x="139" y="580"/>
                  </a:cubicBezTo>
                  <a:cubicBezTo>
                    <a:pt x="160" y="639"/>
                    <a:pt x="161" y="642"/>
                    <a:pt x="159" y="645"/>
                  </a:cubicBezTo>
                  <a:cubicBezTo>
                    <a:pt x="169" y="668"/>
                    <a:pt x="176" y="672"/>
                    <a:pt x="172" y="674"/>
                  </a:cubicBezTo>
                  <a:cubicBezTo>
                    <a:pt x="200" y="724"/>
                    <a:pt x="201" y="738"/>
                    <a:pt x="214" y="755"/>
                  </a:cubicBezTo>
                  <a:cubicBezTo>
                    <a:pt x="236" y="805"/>
                    <a:pt x="246" y="814"/>
                    <a:pt x="247" y="821"/>
                  </a:cubicBezTo>
                  <a:cubicBezTo>
                    <a:pt x="268" y="868"/>
                    <a:pt x="261" y="870"/>
                    <a:pt x="266" y="874"/>
                  </a:cubicBezTo>
                  <a:cubicBezTo>
                    <a:pt x="224" y="800"/>
                    <a:pt x="220" y="795"/>
                    <a:pt x="217" y="789"/>
                  </a:cubicBezTo>
                  <a:cubicBezTo>
                    <a:pt x="185" y="740"/>
                    <a:pt x="190" y="733"/>
                    <a:pt x="185" y="736"/>
                  </a:cubicBezTo>
                  <a:cubicBezTo>
                    <a:pt x="171" y="702"/>
                    <a:pt x="168" y="697"/>
                    <a:pt x="166" y="693"/>
                  </a:cubicBezTo>
                  <a:cubicBezTo>
                    <a:pt x="134" y="606"/>
                    <a:pt x="125" y="601"/>
                    <a:pt x="129" y="597"/>
                  </a:cubicBezTo>
                  <a:cubicBezTo>
                    <a:pt x="119" y="542"/>
                    <a:pt x="118" y="540"/>
                    <a:pt x="116" y="538"/>
                  </a:cubicBezTo>
                  <a:cubicBezTo>
                    <a:pt x="111" y="539"/>
                    <a:pt x="113" y="558"/>
                    <a:pt x="117" y="576"/>
                  </a:cubicBezTo>
                  <a:cubicBezTo>
                    <a:pt x="141" y="650"/>
                    <a:pt x="140" y="667"/>
                    <a:pt x="151" y="685"/>
                  </a:cubicBezTo>
                  <a:cubicBezTo>
                    <a:pt x="194" y="767"/>
                    <a:pt x="201" y="774"/>
                    <a:pt x="207" y="789"/>
                  </a:cubicBezTo>
                  <a:cubicBezTo>
                    <a:pt x="228" y="836"/>
                    <a:pt x="240" y="840"/>
                    <a:pt x="235" y="842"/>
                  </a:cubicBezTo>
                  <a:cubicBezTo>
                    <a:pt x="251" y="882"/>
                    <a:pt x="258" y="889"/>
                    <a:pt x="255" y="894"/>
                  </a:cubicBezTo>
                  <a:cubicBezTo>
                    <a:pt x="228" y="846"/>
                    <a:pt x="227" y="844"/>
                    <a:pt x="225" y="842"/>
                  </a:cubicBezTo>
                  <a:cubicBezTo>
                    <a:pt x="212" y="821"/>
                    <a:pt x="210" y="822"/>
                    <a:pt x="209" y="820"/>
                  </a:cubicBezTo>
                  <a:cubicBezTo>
                    <a:pt x="166" y="769"/>
                    <a:pt x="157" y="757"/>
                    <a:pt x="144" y="743"/>
                  </a:cubicBezTo>
                  <a:cubicBezTo>
                    <a:pt x="123" y="700"/>
                    <a:pt x="116" y="696"/>
                    <a:pt x="115" y="693"/>
                  </a:cubicBezTo>
                  <a:cubicBezTo>
                    <a:pt x="107" y="669"/>
                    <a:pt x="105" y="663"/>
                    <a:pt x="101" y="657"/>
                  </a:cubicBezTo>
                  <a:cubicBezTo>
                    <a:pt x="96" y="630"/>
                    <a:pt x="93" y="623"/>
                    <a:pt x="91" y="615"/>
                  </a:cubicBezTo>
                  <a:cubicBezTo>
                    <a:pt x="87" y="604"/>
                    <a:pt x="82" y="608"/>
                    <a:pt x="85" y="614"/>
                  </a:cubicBezTo>
                  <a:cubicBezTo>
                    <a:pt x="95" y="654"/>
                    <a:pt x="92" y="660"/>
                    <a:pt x="95" y="666"/>
                  </a:cubicBezTo>
                  <a:cubicBezTo>
                    <a:pt x="154" y="770"/>
                    <a:pt x="155" y="771"/>
                    <a:pt x="161" y="778"/>
                  </a:cubicBezTo>
                  <a:cubicBezTo>
                    <a:pt x="204" y="829"/>
                    <a:pt x="208" y="830"/>
                    <a:pt x="211" y="836"/>
                  </a:cubicBezTo>
                  <a:cubicBezTo>
                    <a:pt x="249" y="919"/>
                    <a:pt x="255" y="928"/>
                    <a:pt x="253" y="935"/>
                  </a:cubicBezTo>
                  <a:cubicBezTo>
                    <a:pt x="253" y="956"/>
                    <a:pt x="256" y="954"/>
                    <a:pt x="252" y="951"/>
                  </a:cubicBezTo>
                  <a:cubicBezTo>
                    <a:pt x="255" y="941"/>
                    <a:pt x="249" y="937"/>
                    <a:pt x="247" y="934"/>
                  </a:cubicBezTo>
                  <a:cubicBezTo>
                    <a:pt x="223" y="877"/>
                    <a:pt x="219" y="872"/>
                    <a:pt x="216" y="866"/>
                  </a:cubicBezTo>
                  <a:cubicBezTo>
                    <a:pt x="166" y="796"/>
                    <a:pt x="160" y="792"/>
                    <a:pt x="155" y="782"/>
                  </a:cubicBezTo>
                  <a:cubicBezTo>
                    <a:pt x="107" y="716"/>
                    <a:pt x="103" y="719"/>
                    <a:pt x="103" y="714"/>
                  </a:cubicBezTo>
                  <a:cubicBezTo>
                    <a:pt x="85" y="675"/>
                    <a:pt x="83" y="673"/>
                    <a:pt x="82" y="671"/>
                  </a:cubicBezTo>
                  <a:cubicBezTo>
                    <a:pt x="79" y="658"/>
                    <a:pt x="74" y="655"/>
                    <a:pt x="76" y="653"/>
                  </a:cubicBezTo>
                  <a:cubicBezTo>
                    <a:pt x="72" y="651"/>
                    <a:pt x="73" y="653"/>
                    <a:pt x="70" y="654"/>
                  </a:cubicBezTo>
                  <a:cubicBezTo>
                    <a:pt x="78" y="674"/>
                    <a:pt x="75" y="677"/>
                    <a:pt x="80" y="682"/>
                  </a:cubicBezTo>
                  <a:cubicBezTo>
                    <a:pt x="93" y="713"/>
                    <a:pt x="99" y="721"/>
                    <a:pt x="102" y="730"/>
                  </a:cubicBezTo>
                  <a:cubicBezTo>
                    <a:pt x="168" y="818"/>
                    <a:pt x="173" y="816"/>
                    <a:pt x="176" y="821"/>
                  </a:cubicBezTo>
                  <a:cubicBezTo>
                    <a:pt x="206" y="868"/>
                    <a:pt x="208" y="871"/>
                    <a:pt x="210" y="875"/>
                  </a:cubicBezTo>
                  <a:cubicBezTo>
                    <a:pt x="237" y="926"/>
                    <a:pt x="238" y="934"/>
                    <a:pt x="240" y="942"/>
                  </a:cubicBezTo>
                  <a:cubicBezTo>
                    <a:pt x="254" y="974"/>
                    <a:pt x="251" y="976"/>
                    <a:pt x="252" y="978"/>
                  </a:cubicBezTo>
                  <a:cubicBezTo>
                    <a:pt x="244" y="978"/>
                    <a:pt x="245" y="972"/>
                    <a:pt x="245" y="965"/>
                  </a:cubicBezTo>
                  <a:cubicBezTo>
                    <a:pt x="220" y="909"/>
                    <a:pt x="215" y="897"/>
                    <a:pt x="207" y="885"/>
                  </a:cubicBezTo>
                  <a:cubicBezTo>
                    <a:pt x="195" y="866"/>
                    <a:pt x="195" y="864"/>
                    <a:pt x="193" y="865"/>
                  </a:cubicBezTo>
                  <a:cubicBezTo>
                    <a:pt x="179" y="855"/>
                    <a:pt x="185" y="844"/>
                    <a:pt x="180" y="848"/>
                  </a:cubicBezTo>
                  <a:cubicBezTo>
                    <a:pt x="148" y="807"/>
                    <a:pt x="140" y="795"/>
                    <a:pt x="131" y="783"/>
                  </a:cubicBezTo>
                  <a:cubicBezTo>
                    <a:pt x="118" y="762"/>
                    <a:pt x="110" y="755"/>
                    <a:pt x="106" y="749"/>
                  </a:cubicBezTo>
                  <a:cubicBezTo>
                    <a:pt x="80" y="696"/>
                    <a:pt x="80" y="694"/>
                    <a:pt x="80" y="692"/>
                  </a:cubicBezTo>
                  <a:cubicBezTo>
                    <a:pt x="71" y="664"/>
                    <a:pt x="69" y="658"/>
                    <a:pt x="65" y="661"/>
                  </a:cubicBezTo>
                  <a:cubicBezTo>
                    <a:pt x="71" y="688"/>
                    <a:pt x="73" y="693"/>
                    <a:pt x="76" y="697"/>
                  </a:cubicBezTo>
                  <a:cubicBezTo>
                    <a:pt x="113" y="772"/>
                    <a:pt x="120" y="781"/>
                    <a:pt x="125" y="789"/>
                  </a:cubicBezTo>
                  <a:cubicBezTo>
                    <a:pt x="135" y="803"/>
                    <a:pt x="136" y="809"/>
                    <a:pt x="140" y="813"/>
                  </a:cubicBezTo>
                  <a:cubicBezTo>
                    <a:pt x="178" y="859"/>
                    <a:pt x="181" y="858"/>
                    <a:pt x="179" y="860"/>
                  </a:cubicBezTo>
                  <a:cubicBezTo>
                    <a:pt x="193" y="881"/>
                    <a:pt x="195" y="882"/>
                    <a:pt x="198" y="889"/>
                  </a:cubicBezTo>
                  <a:cubicBezTo>
                    <a:pt x="227" y="944"/>
                    <a:pt x="231" y="952"/>
                    <a:pt x="235" y="961"/>
                  </a:cubicBezTo>
                  <a:cubicBezTo>
                    <a:pt x="244" y="999"/>
                    <a:pt x="243" y="1002"/>
                    <a:pt x="242" y="1005"/>
                  </a:cubicBezTo>
                  <a:cubicBezTo>
                    <a:pt x="238" y="996"/>
                    <a:pt x="233" y="991"/>
                    <a:pt x="234" y="988"/>
                  </a:cubicBezTo>
                  <a:cubicBezTo>
                    <a:pt x="225" y="962"/>
                    <a:pt x="224" y="959"/>
                    <a:pt x="222" y="957"/>
                  </a:cubicBezTo>
                  <a:cubicBezTo>
                    <a:pt x="210" y="930"/>
                    <a:pt x="207" y="921"/>
                    <a:pt x="204" y="912"/>
                  </a:cubicBezTo>
                  <a:cubicBezTo>
                    <a:pt x="190" y="898"/>
                    <a:pt x="190" y="892"/>
                    <a:pt x="189" y="891"/>
                  </a:cubicBezTo>
                  <a:cubicBezTo>
                    <a:pt x="171" y="869"/>
                    <a:pt x="172" y="868"/>
                    <a:pt x="171" y="866"/>
                  </a:cubicBezTo>
                  <a:cubicBezTo>
                    <a:pt x="166" y="860"/>
                    <a:pt x="165" y="861"/>
                    <a:pt x="164" y="859"/>
                  </a:cubicBezTo>
                  <a:cubicBezTo>
                    <a:pt x="156" y="850"/>
                    <a:pt x="152" y="845"/>
                    <a:pt x="148" y="841"/>
                  </a:cubicBezTo>
                  <a:cubicBezTo>
                    <a:pt x="65" y="711"/>
                    <a:pt x="53" y="694"/>
                    <a:pt x="50" y="678"/>
                  </a:cubicBezTo>
                  <a:cubicBezTo>
                    <a:pt x="50" y="701"/>
                    <a:pt x="55" y="704"/>
                    <a:pt x="53" y="706"/>
                  </a:cubicBezTo>
                  <a:cubicBezTo>
                    <a:pt x="169" y="875"/>
                    <a:pt x="172" y="884"/>
                    <a:pt x="197" y="919"/>
                  </a:cubicBezTo>
                  <a:cubicBezTo>
                    <a:pt x="218" y="976"/>
                    <a:pt x="221" y="979"/>
                    <a:pt x="224" y="983"/>
                  </a:cubicBezTo>
                  <a:cubicBezTo>
                    <a:pt x="228" y="1009"/>
                    <a:pt x="232" y="1014"/>
                    <a:pt x="228" y="1017"/>
                  </a:cubicBezTo>
                  <a:cubicBezTo>
                    <a:pt x="224" y="1004"/>
                    <a:pt x="219" y="996"/>
                    <a:pt x="221" y="990"/>
                  </a:cubicBezTo>
                  <a:cubicBezTo>
                    <a:pt x="201" y="949"/>
                    <a:pt x="198" y="938"/>
                    <a:pt x="196" y="934"/>
                  </a:cubicBezTo>
                  <a:cubicBezTo>
                    <a:pt x="166" y="892"/>
                    <a:pt x="165" y="887"/>
                    <a:pt x="163" y="885"/>
                  </a:cubicBezTo>
                  <a:cubicBezTo>
                    <a:pt x="129" y="843"/>
                    <a:pt x="120" y="840"/>
                    <a:pt x="115" y="826"/>
                  </a:cubicBezTo>
                  <a:cubicBezTo>
                    <a:pt x="95" y="810"/>
                    <a:pt x="100" y="803"/>
                    <a:pt x="95" y="801"/>
                  </a:cubicBezTo>
                  <a:cubicBezTo>
                    <a:pt x="58" y="746"/>
                    <a:pt x="61" y="750"/>
                    <a:pt x="63" y="753"/>
                  </a:cubicBezTo>
                  <a:cubicBezTo>
                    <a:pt x="73" y="778"/>
                    <a:pt x="76" y="782"/>
                    <a:pt x="79" y="786"/>
                  </a:cubicBezTo>
                  <a:cubicBezTo>
                    <a:pt x="96" y="817"/>
                    <a:pt x="95" y="817"/>
                    <a:pt x="101" y="826"/>
                  </a:cubicBezTo>
                  <a:cubicBezTo>
                    <a:pt x="112" y="844"/>
                    <a:pt x="119" y="843"/>
                    <a:pt x="118" y="851"/>
                  </a:cubicBezTo>
                  <a:cubicBezTo>
                    <a:pt x="187" y="941"/>
                    <a:pt x="193" y="948"/>
                    <a:pt x="198" y="955"/>
                  </a:cubicBezTo>
                  <a:cubicBezTo>
                    <a:pt x="206" y="972"/>
                    <a:pt x="204" y="974"/>
                    <a:pt x="206" y="976"/>
                  </a:cubicBezTo>
                  <a:cubicBezTo>
                    <a:pt x="210" y="996"/>
                    <a:pt x="210" y="999"/>
                    <a:pt x="212" y="1001"/>
                  </a:cubicBezTo>
                  <a:cubicBezTo>
                    <a:pt x="219" y="1030"/>
                    <a:pt x="221" y="1035"/>
                    <a:pt x="219" y="1038"/>
                  </a:cubicBezTo>
                  <a:cubicBezTo>
                    <a:pt x="213" y="1023"/>
                    <a:pt x="208" y="1019"/>
                    <a:pt x="207" y="1015"/>
                  </a:cubicBezTo>
                  <a:cubicBezTo>
                    <a:pt x="176" y="958"/>
                    <a:pt x="173" y="948"/>
                    <a:pt x="164" y="941"/>
                  </a:cubicBezTo>
                  <a:cubicBezTo>
                    <a:pt x="138" y="898"/>
                    <a:pt x="141" y="893"/>
                    <a:pt x="136" y="892"/>
                  </a:cubicBezTo>
                  <a:cubicBezTo>
                    <a:pt x="80" y="806"/>
                    <a:pt x="75" y="794"/>
                    <a:pt x="68" y="781"/>
                  </a:cubicBezTo>
                  <a:cubicBezTo>
                    <a:pt x="55" y="735"/>
                    <a:pt x="49" y="731"/>
                    <a:pt x="52" y="729"/>
                  </a:cubicBezTo>
                  <a:cubicBezTo>
                    <a:pt x="46" y="719"/>
                    <a:pt x="43" y="724"/>
                    <a:pt x="46" y="731"/>
                  </a:cubicBezTo>
                  <a:cubicBezTo>
                    <a:pt x="61" y="773"/>
                    <a:pt x="58" y="778"/>
                    <a:pt x="63" y="785"/>
                  </a:cubicBezTo>
                  <a:cubicBezTo>
                    <a:pt x="108" y="861"/>
                    <a:pt x="106" y="867"/>
                    <a:pt x="113" y="874"/>
                  </a:cubicBezTo>
                  <a:cubicBezTo>
                    <a:pt x="153" y="937"/>
                    <a:pt x="160" y="950"/>
                    <a:pt x="170" y="963"/>
                  </a:cubicBezTo>
                  <a:cubicBezTo>
                    <a:pt x="201" y="1018"/>
                    <a:pt x="197" y="1023"/>
                    <a:pt x="203" y="1030"/>
                  </a:cubicBezTo>
                  <a:cubicBezTo>
                    <a:pt x="212" y="1054"/>
                    <a:pt x="211" y="1060"/>
                    <a:pt x="215" y="1066"/>
                  </a:cubicBezTo>
                  <a:cubicBezTo>
                    <a:pt x="213" y="1076"/>
                    <a:pt x="211" y="1072"/>
                    <a:pt x="209" y="1068"/>
                  </a:cubicBezTo>
                  <a:cubicBezTo>
                    <a:pt x="192" y="1018"/>
                    <a:pt x="185" y="1004"/>
                    <a:pt x="179" y="986"/>
                  </a:cubicBezTo>
                  <a:cubicBezTo>
                    <a:pt x="167" y="965"/>
                    <a:pt x="163" y="959"/>
                    <a:pt x="162" y="959"/>
                  </a:cubicBezTo>
                  <a:cubicBezTo>
                    <a:pt x="150" y="943"/>
                    <a:pt x="146" y="939"/>
                    <a:pt x="143" y="936"/>
                  </a:cubicBezTo>
                  <a:cubicBezTo>
                    <a:pt x="94" y="874"/>
                    <a:pt x="79" y="852"/>
                    <a:pt x="64" y="833"/>
                  </a:cubicBezTo>
                  <a:cubicBezTo>
                    <a:pt x="39" y="757"/>
                    <a:pt x="29" y="752"/>
                    <a:pt x="35" y="749"/>
                  </a:cubicBezTo>
                  <a:cubicBezTo>
                    <a:pt x="29" y="755"/>
                    <a:pt x="31" y="759"/>
                    <a:pt x="33" y="763"/>
                  </a:cubicBezTo>
                  <a:cubicBezTo>
                    <a:pt x="44" y="793"/>
                    <a:pt x="39" y="799"/>
                    <a:pt x="45" y="807"/>
                  </a:cubicBezTo>
                  <a:cubicBezTo>
                    <a:pt x="89" y="874"/>
                    <a:pt x="113" y="915"/>
                    <a:pt x="129" y="931"/>
                  </a:cubicBezTo>
                  <a:cubicBezTo>
                    <a:pt x="153" y="967"/>
                    <a:pt x="164" y="977"/>
                    <a:pt x="170" y="987"/>
                  </a:cubicBezTo>
                  <a:cubicBezTo>
                    <a:pt x="186" y="1036"/>
                    <a:pt x="176" y="1025"/>
                    <a:pt x="171" y="1012"/>
                  </a:cubicBezTo>
                  <a:cubicBezTo>
                    <a:pt x="150" y="985"/>
                    <a:pt x="142" y="980"/>
                    <a:pt x="145" y="976"/>
                  </a:cubicBezTo>
                  <a:cubicBezTo>
                    <a:pt x="89" y="910"/>
                    <a:pt x="75" y="887"/>
                    <a:pt x="51" y="850"/>
                  </a:cubicBezTo>
                  <a:cubicBezTo>
                    <a:pt x="32" y="802"/>
                    <a:pt x="32" y="799"/>
                    <a:pt x="33" y="797"/>
                  </a:cubicBezTo>
                  <a:cubicBezTo>
                    <a:pt x="29" y="798"/>
                    <a:pt x="29" y="800"/>
                    <a:pt x="29" y="802"/>
                  </a:cubicBezTo>
                  <a:cubicBezTo>
                    <a:pt x="34" y="829"/>
                    <a:pt x="41" y="834"/>
                    <a:pt x="38" y="838"/>
                  </a:cubicBezTo>
                  <a:cubicBezTo>
                    <a:pt x="56" y="874"/>
                    <a:pt x="56" y="876"/>
                    <a:pt x="56" y="876"/>
                  </a:cubicBezTo>
                  <a:cubicBezTo>
                    <a:pt x="77" y="905"/>
                    <a:pt x="93" y="930"/>
                    <a:pt x="103" y="938"/>
                  </a:cubicBezTo>
                  <a:cubicBezTo>
                    <a:pt x="143" y="990"/>
                    <a:pt x="145" y="993"/>
                    <a:pt x="147" y="997"/>
                  </a:cubicBezTo>
                  <a:cubicBezTo>
                    <a:pt x="170" y="1023"/>
                    <a:pt x="170" y="1030"/>
                    <a:pt x="170" y="1032"/>
                  </a:cubicBezTo>
                  <a:cubicBezTo>
                    <a:pt x="192" y="1072"/>
                    <a:pt x="200" y="1081"/>
                    <a:pt x="202" y="1090"/>
                  </a:cubicBezTo>
                  <a:cubicBezTo>
                    <a:pt x="202" y="1098"/>
                    <a:pt x="196" y="1094"/>
                    <a:pt x="199" y="1092"/>
                  </a:cubicBezTo>
                  <a:cubicBezTo>
                    <a:pt x="171" y="1039"/>
                    <a:pt x="164" y="1029"/>
                    <a:pt x="160" y="1024"/>
                  </a:cubicBezTo>
                  <a:cubicBezTo>
                    <a:pt x="153" y="1014"/>
                    <a:pt x="150" y="1010"/>
                    <a:pt x="146" y="1005"/>
                  </a:cubicBezTo>
                  <a:cubicBezTo>
                    <a:pt x="40" y="864"/>
                    <a:pt x="36" y="858"/>
                    <a:pt x="31" y="852"/>
                  </a:cubicBezTo>
                  <a:cubicBezTo>
                    <a:pt x="22" y="845"/>
                    <a:pt x="25" y="854"/>
                    <a:pt x="29" y="863"/>
                  </a:cubicBezTo>
                  <a:cubicBezTo>
                    <a:pt x="50" y="911"/>
                    <a:pt x="48" y="916"/>
                    <a:pt x="54" y="922"/>
                  </a:cubicBezTo>
                  <a:cubicBezTo>
                    <a:pt x="84" y="967"/>
                    <a:pt x="81" y="972"/>
                    <a:pt x="86" y="972"/>
                  </a:cubicBezTo>
                  <a:cubicBezTo>
                    <a:pt x="97" y="985"/>
                    <a:pt x="95" y="988"/>
                    <a:pt x="95" y="988"/>
                  </a:cubicBezTo>
                  <a:cubicBezTo>
                    <a:pt x="134" y="1039"/>
                    <a:pt x="133" y="1041"/>
                    <a:pt x="134" y="1043"/>
                  </a:cubicBezTo>
                  <a:cubicBezTo>
                    <a:pt x="154" y="1066"/>
                    <a:pt x="152" y="1068"/>
                    <a:pt x="153" y="1069"/>
                  </a:cubicBezTo>
                  <a:cubicBezTo>
                    <a:pt x="163" y="1084"/>
                    <a:pt x="168" y="1094"/>
                    <a:pt x="176" y="1104"/>
                  </a:cubicBezTo>
                  <a:cubicBezTo>
                    <a:pt x="193" y="1150"/>
                    <a:pt x="191" y="1152"/>
                    <a:pt x="193" y="1155"/>
                  </a:cubicBezTo>
                  <a:cubicBezTo>
                    <a:pt x="174" y="1126"/>
                    <a:pt x="178" y="1120"/>
                    <a:pt x="173" y="1121"/>
                  </a:cubicBezTo>
                  <a:cubicBezTo>
                    <a:pt x="150" y="1085"/>
                    <a:pt x="146" y="1076"/>
                    <a:pt x="137" y="1068"/>
                  </a:cubicBezTo>
                  <a:cubicBezTo>
                    <a:pt x="122" y="1043"/>
                    <a:pt x="118" y="1038"/>
                    <a:pt x="116" y="1034"/>
                  </a:cubicBezTo>
                  <a:cubicBezTo>
                    <a:pt x="107" y="1023"/>
                    <a:pt x="105" y="1016"/>
                    <a:pt x="100" y="1009"/>
                  </a:cubicBezTo>
                  <a:cubicBezTo>
                    <a:pt x="90" y="998"/>
                    <a:pt x="92" y="997"/>
                    <a:pt x="89" y="997"/>
                  </a:cubicBezTo>
                  <a:cubicBezTo>
                    <a:pt x="85" y="986"/>
                    <a:pt x="82" y="987"/>
                    <a:pt x="82" y="987"/>
                  </a:cubicBezTo>
                  <a:cubicBezTo>
                    <a:pt x="53" y="952"/>
                    <a:pt x="52" y="942"/>
                    <a:pt x="49" y="942"/>
                  </a:cubicBezTo>
                  <a:cubicBezTo>
                    <a:pt x="31" y="899"/>
                    <a:pt x="22" y="894"/>
                    <a:pt x="26" y="890"/>
                  </a:cubicBezTo>
                  <a:cubicBezTo>
                    <a:pt x="40" y="944"/>
                    <a:pt x="46" y="951"/>
                    <a:pt x="50" y="957"/>
                  </a:cubicBezTo>
                  <a:cubicBezTo>
                    <a:pt x="55" y="964"/>
                    <a:pt x="54" y="966"/>
                    <a:pt x="55" y="967"/>
                  </a:cubicBezTo>
                  <a:cubicBezTo>
                    <a:pt x="62" y="976"/>
                    <a:pt x="63" y="974"/>
                    <a:pt x="64" y="976"/>
                  </a:cubicBezTo>
                  <a:cubicBezTo>
                    <a:pt x="71" y="991"/>
                    <a:pt x="75" y="992"/>
                    <a:pt x="75" y="992"/>
                  </a:cubicBezTo>
                  <a:cubicBezTo>
                    <a:pt x="87" y="1006"/>
                    <a:pt x="91" y="1013"/>
                    <a:pt x="94" y="1018"/>
                  </a:cubicBezTo>
                  <a:cubicBezTo>
                    <a:pt x="102" y="1029"/>
                    <a:pt x="101" y="1031"/>
                    <a:pt x="102" y="1032"/>
                  </a:cubicBezTo>
                  <a:cubicBezTo>
                    <a:pt x="136" y="1079"/>
                    <a:pt x="145" y="1091"/>
                    <a:pt x="153" y="1103"/>
                  </a:cubicBezTo>
                  <a:cubicBezTo>
                    <a:pt x="187" y="1163"/>
                    <a:pt x="182" y="1168"/>
                    <a:pt x="186" y="1173"/>
                  </a:cubicBezTo>
                  <a:cubicBezTo>
                    <a:pt x="178" y="1170"/>
                    <a:pt x="174" y="1167"/>
                    <a:pt x="173" y="1165"/>
                  </a:cubicBezTo>
                  <a:cubicBezTo>
                    <a:pt x="155" y="1142"/>
                    <a:pt x="146" y="1120"/>
                    <a:pt x="135" y="1111"/>
                  </a:cubicBezTo>
                  <a:cubicBezTo>
                    <a:pt x="110" y="1078"/>
                    <a:pt x="102" y="1080"/>
                    <a:pt x="106" y="1076"/>
                  </a:cubicBezTo>
                  <a:cubicBezTo>
                    <a:pt x="83" y="1057"/>
                    <a:pt x="75" y="1040"/>
                    <a:pt x="65" y="1032"/>
                  </a:cubicBezTo>
                  <a:cubicBezTo>
                    <a:pt x="32" y="978"/>
                    <a:pt x="31" y="976"/>
                    <a:pt x="24" y="965"/>
                  </a:cubicBezTo>
                  <a:cubicBezTo>
                    <a:pt x="9" y="949"/>
                    <a:pt x="15" y="952"/>
                    <a:pt x="15" y="957"/>
                  </a:cubicBezTo>
                  <a:cubicBezTo>
                    <a:pt x="47" y="1023"/>
                    <a:pt x="52" y="1028"/>
                    <a:pt x="57" y="1035"/>
                  </a:cubicBezTo>
                  <a:cubicBezTo>
                    <a:pt x="102" y="1083"/>
                    <a:pt x="107" y="1092"/>
                    <a:pt x="113" y="1095"/>
                  </a:cubicBezTo>
                  <a:cubicBezTo>
                    <a:pt x="149" y="1143"/>
                    <a:pt x="150" y="1151"/>
                    <a:pt x="154" y="1149"/>
                  </a:cubicBezTo>
                  <a:cubicBezTo>
                    <a:pt x="174" y="1202"/>
                    <a:pt x="185" y="1210"/>
                    <a:pt x="182" y="1215"/>
                  </a:cubicBezTo>
                  <a:cubicBezTo>
                    <a:pt x="168" y="1179"/>
                    <a:pt x="159" y="1180"/>
                    <a:pt x="162" y="1177"/>
                  </a:cubicBezTo>
                  <a:cubicBezTo>
                    <a:pt x="140" y="1153"/>
                    <a:pt x="142" y="1142"/>
                    <a:pt x="135" y="1136"/>
                  </a:cubicBezTo>
                  <a:cubicBezTo>
                    <a:pt x="98" y="1090"/>
                    <a:pt x="95" y="1086"/>
                    <a:pt x="92" y="1086"/>
                  </a:cubicBezTo>
                  <a:cubicBezTo>
                    <a:pt x="82" y="1073"/>
                    <a:pt x="82" y="1071"/>
                    <a:pt x="82" y="1069"/>
                  </a:cubicBezTo>
                  <a:cubicBezTo>
                    <a:pt x="44" y="1034"/>
                    <a:pt x="41" y="1030"/>
                    <a:pt x="39" y="1026"/>
                  </a:cubicBezTo>
                  <a:cubicBezTo>
                    <a:pt x="13" y="992"/>
                    <a:pt x="16" y="996"/>
                    <a:pt x="17" y="1000"/>
                  </a:cubicBezTo>
                  <a:cubicBezTo>
                    <a:pt x="48" y="1041"/>
                    <a:pt x="46" y="1053"/>
                    <a:pt x="55" y="1056"/>
                  </a:cubicBezTo>
                  <a:cubicBezTo>
                    <a:pt x="80" y="1083"/>
                    <a:pt x="81" y="1085"/>
                    <a:pt x="83" y="1087"/>
                  </a:cubicBezTo>
                  <a:cubicBezTo>
                    <a:pt x="89" y="1101"/>
                    <a:pt x="103" y="1099"/>
                    <a:pt x="97" y="1104"/>
                  </a:cubicBezTo>
                  <a:cubicBezTo>
                    <a:pt x="125" y="1140"/>
                    <a:pt x="131" y="1145"/>
                    <a:pt x="130" y="1149"/>
                  </a:cubicBezTo>
                  <a:cubicBezTo>
                    <a:pt x="93" y="1107"/>
                    <a:pt x="89" y="1106"/>
                    <a:pt x="86" y="1102"/>
                  </a:cubicBezTo>
                  <a:cubicBezTo>
                    <a:pt x="63" y="1079"/>
                    <a:pt x="59" y="1075"/>
                    <a:pt x="55" y="1073"/>
                  </a:cubicBezTo>
                  <a:cubicBezTo>
                    <a:pt x="0" y="1009"/>
                    <a:pt x="9" y="1016"/>
                    <a:pt x="8" y="1021"/>
                  </a:cubicBezTo>
                  <a:cubicBezTo>
                    <a:pt x="27" y="1050"/>
                    <a:pt x="29" y="1050"/>
                    <a:pt x="30" y="1052"/>
                  </a:cubicBezTo>
                  <a:cubicBezTo>
                    <a:pt x="33" y="1062"/>
                    <a:pt x="38" y="1060"/>
                    <a:pt x="41" y="1066"/>
                  </a:cubicBezTo>
                  <a:cubicBezTo>
                    <a:pt x="86" y="1110"/>
                    <a:pt x="90" y="1120"/>
                    <a:pt x="96" y="1122"/>
                  </a:cubicBezTo>
                  <a:cubicBezTo>
                    <a:pt x="118" y="1149"/>
                    <a:pt x="127" y="1163"/>
                    <a:pt x="137" y="1176"/>
                  </a:cubicBezTo>
                  <a:cubicBezTo>
                    <a:pt x="148" y="1204"/>
                    <a:pt x="162" y="1211"/>
                    <a:pt x="158" y="1215"/>
                  </a:cubicBezTo>
                  <a:cubicBezTo>
                    <a:pt x="165" y="1240"/>
                    <a:pt x="164" y="1234"/>
                    <a:pt x="163" y="1229"/>
                  </a:cubicBezTo>
                  <a:cubicBezTo>
                    <a:pt x="151" y="1205"/>
                    <a:pt x="144" y="1201"/>
                    <a:pt x="143" y="1199"/>
                  </a:cubicBezTo>
                  <a:cubicBezTo>
                    <a:pt x="118" y="1171"/>
                    <a:pt x="122" y="1166"/>
                    <a:pt x="116" y="1164"/>
                  </a:cubicBezTo>
                  <a:cubicBezTo>
                    <a:pt x="82" y="1123"/>
                    <a:pt x="68" y="1114"/>
                    <a:pt x="60" y="1107"/>
                  </a:cubicBezTo>
                  <a:cubicBezTo>
                    <a:pt x="19" y="1050"/>
                    <a:pt x="22" y="1042"/>
                    <a:pt x="13" y="1042"/>
                  </a:cubicBezTo>
                  <a:cubicBezTo>
                    <a:pt x="62" y="1117"/>
                    <a:pt x="74" y="1136"/>
                    <a:pt x="95" y="1152"/>
                  </a:cubicBezTo>
                  <a:cubicBezTo>
                    <a:pt x="135" y="1204"/>
                    <a:pt x="140" y="1211"/>
                    <a:pt x="145" y="1217"/>
                  </a:cubicBezTo>
                  <a:cubicBezTo>
                    <a:pt x="170" y="1269"/>
                    <a:pt x="166" y="1271"/>
                    <a:pt x="171" y="1274"/>
                  </a:cubicBezTo>
                  <a:cubicBezTo>
                    <a:pt x="178" y="1302"/>
                    <a:pt x="178" y="1304"/>
                    <a:pt x="177" y="1307"/>
                  </a:cubicBezTo>
                  <a:cubicBezTo>
                    <a:pt x="169" y="1297"/>
                    <a:pt x="173" y="1295"/>
                    <a:pt x="168" y="1291"/>
                  </a:cubicBezTo>
                  <a:cubicBezTo>
                    <a:pt x="133" y="1236"/>
                    <a:pt x="128" y="1228"/>
                    <a:pt x="116" y="1208"/>
                  </a:cubicBezTo>
                  <a:cubicBezTo>
                    <a:pt x="41" y="1115"/>
                    <a:pt x="40" y="1112"/>
                    <a:pt x="37" y="1109"/>
                  </a:cubicBezTo>
                  <a:cubicBezTo>
                    <a:pt x="25" y="1086"/>
                    <a:pt x="30" y="1079"/>
                    <a:pt x="24" y="1081"/>
                  </a:cubicBezTo>
                  <a:cubicBezTo>
                    <a:pt x="59" y="1159"/>
                    <a:pt x="64" y="1161"/>
                    <a:pt x="69" y="1166"/>
                  </a:cubicBezTo>
                  <a:cubicBezTo>
                    <a:pt x="116" y="1220"/>
                    <a:pt x="123" y="1241"/>
                    <a:pt x="133" y="1245"/>
                  </a:cubicBezTo>
                  <a:cubicBezTo>
                    <a:pt x="146" y="1275"/>
                    <a:pt x="149" y="1274"/>
                    <a:pt x="153" y="1283"/>
                  </a:cubicBezTo>
                  <a:cubicBezTo>
                    <a:pt x="167" y="1322"/>
                    <a:pt x="173" y="1328"/>
                    <a:pt x="172" y="1333"/>
                  </a:cubicBezTo>
                  <a:cubicBezTo>
                    <a:pt x="172" y="1344"/>
                    <a:pt x="171" y="1342"/>
                    <a:pt x="167" y="1341"/>
                  </a:cubicBezTo>
                  <a:cubicBezTo>
                    <a:pt x="163" y="1322"/>
                    <a:pt x="155" y="1318"/>
                    <a:pt x="159" y="1315"/>
                  </a:cubicBezTo>
                  <a:cubicBezTo>
                    <a:pt x="128" y="1261"/>
                    <a:pt x="129" y="1259"/>
                    <a:pt x="117" y="1247"/>
                  </a:cubicBezTo>
                  <a:cubicBezTo>
                    <a:pt x="67" y="1189"/>
                    <a:pt x="67" y="1186"/>
                    <a:pt x="62" y="1181"/>
                  </a:cubicBezTo>
                  <a:cubicBezTo>
                    <a:pt x="50" y="1165"/>
                    <a:pt x="47" y="1166"/>
                    <a:pt x="49" y="1163"/>
                  </a:cubicBezTo>
                  <a:cubicBezTo>
                    <a:pt x="12" y="1111"/>
                    <a:pt x="15" y="1107"/>
                    <a:pt x="9" y="1101"/>
                  </a:cubicBezTo>
                  <a:cubicBezTo>
                    <a:pt x="13" y="1122"/>
                    <a:pt x="19" y="1126"/>
                    <a:pt x="16" y="1128"/>
                  </a:cubicBezTo>
                  <a:cubicBezTo>
                    <a:pt x="47" y="1180"/>
                    <a:pt x="52" y="1178"/>
                    <a:pt x="54" y="1184"/>
                  </a:cubicBezTo>
                  <a:cubicBezTo>
                    <a:pt x="108" y="1249"/>
                    <a:pt x="110" y="1258"/>
                    <a:pt x="114" y="1257"/>
                  </a:cubicBezTo>
                  <a:cubicBezTo>
                    <a:pt x="108" y="1251"/>
                    <a:pt x="101" y="1249"/>
                    <a:pt x="97" y="1247"/>
                  </a:cubicBezTo>
                  <a:cubicBezTo>
                    <a:pt x="70" y="1217"/>
                    <a:pt x="67" y="1206"/>
                    <a:pt x="63" y="1203"/>
                  </a:cubicBezTo>
                  <a:cubicBezTo>
                    <a:pt x="43" y="1184"/>
                    <a:pt x="42" y="1180"/>
                    <a:pt x="40" y="1177"/>
                  </a:cubicBezTo>
                  <a:cubicBezTo>
                    <a:pt x="2" y="1139"/>
                    <a:pt x="9" y="1144"/>
                    <a:pt x="8" y="1147"/>
                  </a:cubicBezTo>
                  <a:cubicBezTo>
                    <a:pt x="31" y="1180"/>
                    <a:pt x="28" y="1183"/>
                    <a:pt x="34" y="1187"/>
                  </a:cubicBezTo>
                  <a:cubicBezTo>
                    <a:pt x="104" y="1266"/>
                    <a:pt x="106" y="1270"/>
                    <a:pt x="109" y="1273"/>
                  </a:cubicBezTo>
                  <a:cubicBezTo>
                    <a:pt x="130" y="1308"/>
                    <a:pt x="136" y="1314"/>
                    <a:pt x="138" y="1320"/>
                  </a:cubicBezTo>
                  <a:cubicBezTo>
                    <a:pt x="148" y="1353"/>
                    <a:pt x="160" y="1358"/>
                    <a:pt x="154" y="1360"/>
                  </a:cubicBezTo>
                  <a:cubicBezTo>
                    <a:pt x="143" y="1349"/>
                    <a:pt x="143" y="1342"/>
                    <a:pt x="136" y="1334"/>
                  </a:cubicBezTo>
                  <a:cubicBezTo>
                    <a:pt x="102" y="1286"/>
                    <a:pt x="93" y="1279"/>
                    <a:pt x="95" y="1275"/>
                  </a:cubicBezTo>
                  <a:cubicBezTo>
                    <a:pt x="30" y="1202"/>
                    <a:pt x="24" y="1194"/>
                    <a:pt x="18" y="1185"/>
                  </a:cubicBezTo>
                  <a:cubicBezTo>
                    <a:pt x="17" y="1202"/>
                    <a:pt x="20" y="1204"/>
                    <a:pt x="22" y="1205"/>
                  </a:cubicBezTo>
                  <a:cubicBezTo>
                    <a:pt x="28" y="1233"/>
                    <a:pt x="31" y="1245"/>
                    <a:pt x="36" y="1247"/>
                  </a:cubicBezTo>
                  <a:cubicBezTo>
                    <a:pt x="44" y="1265"/>
                    <a:pt x="42" y="1268"/>
                    <a:pt x="45" y="1267"/>
                  </a:cubicBezTo>
                  <a:cubicBezTo>
                    <a:pt x="78" y="1315"/>
                    <a:pt x="77" y="1317"/>
                    <a:pt x="84" y="1325"/>
                  </a:cubicBezTo>
                  <a:cubicBezTo>
                    <a:pt x="106" y="1353"/>
                    <a:pt x="114" y="1357"/>
                    <a:pt x="107" y="1360"/>
                  </a:cubicBezTo>
                  <a:cubicBezTo>
                    <a:pt x="74" y="1315"/>
                    <a:pt x="69" y="1314"/>
                    <a:pt x="66" y="1306"/>
                  </a:cubicBezTo>
                  <a:cubicBezTo>
                    <a:pt x="42" y="1273"/>
                    <a:pt x="39" y="1262"/>
                    <a:pt x="33" y="1256"/>
                  </a:cubicBezTo>
                  <a:cubicBezTo>
                    <a:pt x="26" y="1249"/>
                    <a:pt x="31" y="1241"/>
                    <a:pt x="27" y="1238"/>
                  </a:cubicBezTo>
                  <a:cubicBezTo>
                    <a:pt x="23" y="1255"/>
                    <a:pt x="30" y="1264"/>
                    <a:pt x="33" y="1273"/>
                  </a:cubicBezTo>
                  <a:cubicBezTo>
                    <a:pt x="72" y="1327"/>
                    <a:pt x="77" y="1337"/>
                    <a:pt x="86" y="1343"/>
                  </a:cubicBezTo>
                  <a:cubicBezTo>
                    <a:pt x="91" y="1356"/>
                    <a:pt x="95" y="1356"/>
                    <a:pt x="95" y="1356"/>
                  </a:cubicBezTo>
                  <a:cubicBezTo>
                    <a:pt x="113" y="1378"/>
                    <a:pt x="122" y="1391"/>
                    <a:pt x="131" y="1399"/>
                  </a:cubicBezTo>
                  <a:cubicBezTo>
                    <a:pt x="141" y="1414"/>
                    <a:pt x="144" y="1416"/>
                    <a:pt x="146" y="1420"/>
                  </a:cubicBezTo>
                  <a:cubicBezTo>
                    <a:pt x="142" y="1419"/>
                    <a:pt x="139" y="1422"/>
                    <a:pt x="137" y="1417"/>
                  </a:cubicBezTo>
                  <a:cubicBezTo>
                    <a:pt x="104" y="1393"/>
                    <a:pt x="99" y="1389"/>
                    <a:pt x="94" y="1389"/>
                  </a:cubicBezTo>
                  <a:cubicBezTo>
                    <a:pt x="39" y="1357"/>
                    <a:pt x="44" y="1357"/>
                    <a:pt x="47" y="1361"/>
                  </a:cubicBezTo>
                  <a:cubicBezTo>
                    <a:pt x="73" y="1381"/>
                    <a:pt x="77" y="1386"/>
                    <a:pt x="82" y="1385"/>
                  </a:cubicBezTo>
                  <a:cubicBezTo>
                    <a:pt x="123" y="1414"/>
                    <a:pt x="127" y="1423"/>
                    <a:pt x="131" y="1423"/>
                  </a:cubicBezTo>
                  <a:cubicBezTo>
                    <a:pt x="163" y="1460"/>
                    <a:pt x="167" y="1459"/>
                    <a:pt x="169" y="1462"/>
                  </a:cubicBezTo>
                  <a:cubicBezTo>
                    <a:pt x="183" y="1480"/>
                    <a:pt x="180" y="1489"/>
                    <a:pt x="185" y="1495"/>
                  </a:cubicBezTo>
                  <a:cubicBezTo>
                    <a:pt x="198" y="1470"/>
                    <a:pt x="199" y="1467"/>
                    <a:pt x="200" y="1465"/>
                  </a:cubicBezTo>
                  <a:cubicBezTo>
                    <a:pt x="239" y="1447"/>
                    <a:pt x="243" y="1445"/>
                    <a:pt x="246" y="1443"/>
                  </a:cubicBezTo>
                  <a:cubicBezTo>
                    <a:pt x="237" y="1440"/>
                    <a:pt x="233" y="1441"/>
                    <a:pt x="230" y="1441"/>
                  </a:cubicBezTo>
                  <a:cubicBezTo>
                    <a:pt x="214" y="1443"/>
                    <a:pt x="212" y="1436"/>
                    <a:pt x="217" y="1430"/>
                  </a:cubicBezTo>
                  <a:cubicBezTo>
                    <a:pt x="295" y="1389"/>
                    <a:pt x="303" y="1382"/>
                    <a:pt x="310" y="1385"/>
                  </a:cubicBezTo>
                  <a:cubicBezTo>
                    <a:pt x="381" y="1375"/>
                    <a:pt x="383" y="1379"/>
                    <a:pt x="388" y="1373"/>
                  </a:cubicBezTo>
                  <a:cubicBezTo>
                    <a:pt x="426" y="1368"/>
                    <a:pt x="430" y="1366"/>
                    <a:pt x="433" y="1365"/>
                  </a:cubicBezTo>
                  <a:cubicBezTo>
                    <a:pt x="449" y="1360"/>
                    <a:pt x="453" y="1363"/>
                    <a:pt x="457" y="1358"/>
                  </a:cubicBezTo>
                  <a:cubicBezTo>
                    <a:pt x="441" y="1356"/>
                    <a:pt x="440" y="1359"/>
                    <a:pt x="438" y="1359"/>
                  </a:cubicBezTo>
                  <a:cubicBezTo>
                    <a:pt x="426" y="1362"/>
                    <a:pt x="425" y="1358"/>
                    <a:pt x="421" y="1362"/>
                  </a:cubicBezTo>
                  <a:cubicBezTo>
                    <a:pt x="371" y="1366"/>
                    <a:pt x="364" y="1369"/>
                    <a:pt x="357" y="1369"/>
                  </a:cubicBezTo>
                  <a:cubicBezTo>
                    <a:pt x="338" y="1375"/>
                    <a:pt x="337" y="1371"/>
                    <a:pt x="335" y="1372"/>
                  </a:cubicBezTo>
                  <a:cubicBezTo>
                    <a:pt x="307" y="1376"/>
                    <a:pt x="306" y="1372"/>
                    <a:pt x="303" y="1376"/>
                  </a:cubicBezTo>
                  <a:cubicBezTo>
                    <a:pt x="270" y="1383"/>
                    <a:pt x="263" y="1389"/>
                    <a:pt x="258" y="1388"/>
                  </a:cubicBezTo>
                  <a:cubicBezTo>
                    <a:pt x="202" y="1433"/>
                    <a:pt x="200" y="1437"/>
                    <a:pt x="196" y="1441"/>
                  </a:cubicBezTo>
                  <a:cubicBezTo>
                    <a:pt x="185" y="1441"/>
                    <a:pt x="190" y="1433"/>
                    <a:pt x="197" y="1425"/>
                  </a:cubicBezTo>
                  <a:cubicBezTo>
                    <a:pt x="279" y="1366"/>
                    <a:pt x="282" y="1364"/>
                    <a:pt x="284" y="1362"/>
                  </a:cubicBezTo>
                  <a:cubicBezTo>
                    <a:pt x="315" y="1356"/>
                    <a:pt x="324" y="1356"/>
                    <a:pt x="334" y="1353"/>
                  </a:cubicBezTo>
                  <a:cubicBezTo>
                    <a:pt x="381" y="1350"/>
                    <a:pt x="385" y="1350"/>
                    <a:pt x="390" y="1350"/>
                  </a:cubicBezTo>
                  <a:cubicBezTo>
                    <a:pt x="436" y="1341"/>
                    <a:pt x="441" y="1339"/>
                    <a:pt x="446" y="1339"/>
                  </a:cubicBezTo>
                  <a:cubicBezTo>
                    <a:pt x="489" y="1324"/>
                    <a:pt x="486" y="1320"/>
                    <a:pt x="481" y="1326"/>
                  </a:cubicBezTo>
                  <a:cubicBezTo>
                    <a:pt x="445" y="1330"/>
                    <a:pt x="442" y="1333"/>
                    <a:pt x="438" y="1335"/>
                  </a:cubicBezTo>
                  <a:cubicBezTo>
                    <a:pt x="414" y="1334"/>
                    <a:pt x="409" y="1345"/>
                    <a:pt x="406" y="1338"/>
                  </a:cubicBezTo>
                  <a:cubicBezTo>
                    <a:pt x="436" y="1330"/>
                    <a:pt x="444" y="1327"/>
                    <a:pt x="451" y="1328"/>
                  </a:cubicBezTo>
                  <a:cubicBezTo>
                    <a:pt x="502" y="1292"/>
                    <a:pt x="500" y="1297"/>
                    <a:pt x="495" y="1301"/>
                  </a:cubicBezTo>
                  <a:cubicBezTo>
                    <a:pt x="463" y="1311"/>
                    <a:pt x="458" y="1319"/>
                    <a:pt x="455" y="1320"/>
                  </a:cubicBezTo>
                  <a:cubicBezTo>
                    <a:pt x="410" y="1329"/>
                    <a:pt x="405" y="1329"/>
                    <a:pt x="400" y="1333"/>
                  </a:cubicBezTo>
                  <a:cubicBezTo>
                    <a:pt x="380" y="1333"/>
                    <a:pt x="378" y="1331"/>
                    <a:pt x="376" y="1333"/>
                  </a:cubicBezTo>
                  <a:cubicBezTo>
                    <a:pt x="356" y="1334"/>
                    <a:pt x="353" y="1333"/>
                    <a:pt x="355" y="1331"/>
                  </a:cubicBezTo>
                  <a:cubicBezTo>
                    <a:pt x="400" y="1320"/>
                    <a:pt x="402" y="1322"/>
                    <a:pt x="405" y="1319"/>
                  </a:cubicBezTo>
                  <a:cubicBezTo>
                    <a:pt x="429" y="1309"/>
                    <a:pt x="438" y="1305"/>
                    <a:pt x="450" y="1297"/>
                  </a:cubicBezTo>
                  <a:cubicBezTo>
                    <a:pt x="498" y="1254"/>
                    <a:pt x="508" y="1256"/>
                    <a:pt x="503" y="1248"/>
                  </a:cubicBezTo>
                  <a:cubicBezTo>
                    <a:pt x="391" y="1316"/>
                    <a:pt x="387" y="1317"/>
                    <a:pt x="384" y="1317"/>
                  </a:cubicBezTo>
                  <a:cubicBezTo>
                    <a:pt x="365" y="1320"/>
                    <a:pt x="363" y="1321"/>
                    <a:pt x="360" y="1322"/>
                  </a:cubicBezTo>
                  <a:cubicBezTo>
                    <a:pt x="345" y="1324"/>
                    <a:pt x="344" y="1319"/>
                    <a:pt x="342" y="1323"/>
                  </a:cubicBezTo>
                  <a:cubicBezTo>
                    <a:pt x="303" y="1328"/>
                    <a:pt x="296" y="1326"/>
                    <a:pt x="290" y="1326"/>
                  </a:cubicBezTo>
                  <a:cubicBezTo>
                    <a:pt x="244" y="1332"/>
                    <a:pt x="240" y="1335"/>
                    <a:pt x="237" y="1335"/>
                  </a:cubicBezTo>
                  <a:cubicBezTo>
                    <a:pt x="200" y="1351"/>
                    <a:pt x="199" y="1362"/>
                    <a:pt x="193" y="1356"/>
                  </a:cubicBezTo>
                  <a:cubicBezTo>
                    <a:pt x="222" y="1332"/>
                    <a:pt x="227" y="1334"/>
                    <a:pt x="232" y="1328"/>
                  </a:cubicBezTo>
                  <a:cubicBezTo>
                    <a:pt x="257" y="1323"/>
                    <a:pt x="260" y="1322"/>
                    <a:pt x="262" y="1322"/>
                  </a:cubicBezTo>
                  <a:cubicBezTo>
                    <a:pt x="340" y="1309"/>
                    <a:pt x="350" y="1304"/>
                    <a:pt x="360" y="1305"/>
                  </a:cubicBezTo>
                  <a:cubicBezTo>
                    <a:pt x="414" y="1282"/>
                    <a:pt x="428" y="1278"/>
                    <a:pt x="443" y="1270"/>
                  </a:cubicBezTo>
                  <a:cubicBezTo>
                    <a:pt x="485" y="1238"/>
                    <a:pt x="488" y="1241"/>
                    <a:pt x="493" y="1236"/>
                  </a:cubicBezTo>
                  <a:cubicBezTo>
                    <a:pt x="503" y="1226"/>
                    <a:pt x="507" y="1224"/>
                    <a:pt x="512" y="1220"/>
                  </a:cubicBezTo>
                  <a:cubicBezTo>
                    <a:pt x="513" y="1206"/>
                    <a:pt x="509" y="1214"/>
                    <a:pt x="502" y="1222"/>
                  </a:cubicBezTo>
                  <a:cubicBezTo>
                    <a:pt x="460" y="1250"/>
                    <a:pt x="445" y="1261"/>
                    <a:pt x="435" y="1266"/>
                  </a:cubicBezTo>
                  <a:cubicBezTo>
                    <a:pt x="399" y="1282"/>
                    <a:pt x="395" y="1285"/>
                    <a:pt x="392" y="1284"/>
                  </a:cubicBezTo>
                  <a:cubicBezTo>
                    <a:pt x="323" y="1300"/>
                    <a:pt x="316" y="1303"/>
                    <a:pt x="308" y="1308"/>
                  </a:cubicBezTo>
                  <a:cubicBezTo>
                    <a:pt x="286" y="1307"/>
                    <a:pt x="284" y="1307"/>
                    <a:pt x="281" y="1308"/>
                  </a:cubicBezTo>
                  <a:cubicBezTo>
                    <a:pt x="265" y="1315"/>
                    <a:pt x="263" y="1313"/>
                    <a:pt x="260" y="1316"/>
                  </a:cubicBezTo>
                  <a:cubicBezTo>
                    <a:pt x="276" y="1302"/>
                    <a:pt x="278" y="1307"/>
                    <a:pt x="282" y="1305"/>
                  </a:cubicBezTo>
                  <a:cubicBezTo>
                    <a:pt x="318" y="1297"/>
                    <a:pt x="324" y="1295"/>
                    <a:pt x="330" y="1297"/>
                  </a:cubicBezTo>
                  <a:cubicBezTo>
                    <a:pt x="385" y="1284"/>
                    <a:pt x="390" y="1272"/>
                    <a:pt x="392" y="1277"/>
                  </a:cubicBezTo>
                  <a:cubicBezTo>
                    <a:pt x="458" y="1239"/>
                    <a:pt x="469" y="1229"/>
                    <a:pt x="477" y="1218"/>
                  </a:cubicBezTo>
                  <a:cubicBezTo>
                    <a:pt x="489" y="1197"/>
                    <a:pt x="479" y="1209"/>
                    <a:pt x="469" y="1221"/>
                  </a:cubicBezTo>
                  <a:cubicBezTo>
                    <a:pt x="433" y="1250"/>
                    <a:pt x="428" y="1253"/>
                    <a:pt x="424" y="1257"/>
                  </a:cubicBezTo>
                  <a:cubicBezTo>
                    <a:pt x="379" y="1272"/>
                    <a:pt x="373" y="1275"/>
                    <a:pt x="368" y="1275"/>
                  </a:cubicBezTo>
                  <a:cubicBezTo>
                    <a:pt x="317" y="1286"/>
                    <a:pt x="313" y="1290"/>
                    <a:pt x="308" y="1294"/>
                  </a:cubicBezTo>
                  <a:cubicBezTo>
                    <a:pt x="276" y="1296"/>
                    <a:pt x="268" y="1298"/>
                    <a:pt x="259" y="1301"/>
                  </a:cubicBezTo>
                  <a:cubicBezTo>
                    <a:pt x="226" y="1315"/>
                    <a:pt x="218" y="1314"/>
                    <a:pt x="210" y="1318"/>
                  </a:cubicBezTo>
                  <a:cubicBezTo>
                    <a:pt x="188" y="1324"/>
                    <a:pt x="198" y="1326"/>
                    <a:pt x="196" y="1323"/>
                  </a:cubicBezTo>
                  <a:cubicBezTo>
                    <a:pt x="245" y="1292"/>
                    <a:pt x="250" y="1296"/>
                    <a:pt x="257" y="1291"/>
                  </a:cubicBezTo>
                  <a:cubicBezTo>
                    <a:pt x="286" y="1281"/>
                    <a:pt x="297" y="1283"/>
                    <a:pt x="309" y="1278"/>
                  </a:cubicBezTo>
                  <a:cubicBezTo>
                    <a:pt x="360" y="1270"/>
                    <a:pt x="377" y="1254"/>
                    <a:pt x="392" y="1257"/>
                  </a:cubicBezTo>
                  <a:cubicBezTo>
                    <a:pt x="464" y="1216"/>
                    <a:pt x="478" y="1201"/>
                    <a:pt x="492" y="1188"/>
                  </a:cubicBezTo>
                  <a:cubicBezTo>
                    <a:pt x="510" y="1153"/>
                    <a:pt x="511" y="1156"/>
                    <a:pt x="505" y="1158"/>
                  </a:cubicBezTo>
                  <a:cubicBezTo>
                    <a:pt x="490" y="1176"/>
                    <a:pt x="487" y="1180"/>
                    <a:pt x="487" y="1184"/>
                  </a:cubicBezTo>
                  <a:cubicBezTo>
                    <a:pt x="443" y="1223"/>
                    <a:pt x="444" y="1226"/>
                    <a:pt x="442" y="1224"/>
                  </a:cubicBezTo>
                  <a:cubicBezTo>
                    <a:pt x="413" y="1237"/>
                    <a:pt x="407" y="1243"/>
                    <a:pt x="403" y="1242"/>
                  </a:cubicBezTo>
                  <a:cubicBezTo>
                    <a:pt x="325" y="1267"/>
                    <a:pt x="322" y="1265"/>
                    <a:pt x="318" y="1267"/>
                  </a:cubicBezTo>
                  <a:cubicBezTo>
                    <a:pt x="273" y="1273"/>
                    <a:pt x="263" y="1283"/>
                    <a:pt x="256" y="1279"/>
                  </a:cubicBezTo>
                  <a:cubicBezTo>
                    <a:pt x="295" y="1265"/>
                    <a:pt x="305" y="1261"/>
                    <a:pt x="314" y="1262"/>
                  </a:cubicBezTo>
                  <a:cubicBezTo>
                    <a:pt x="363" y="1241"/>
                    <a:pt x="375" y="1239"/>
                    <a:pt x="387" y="1234"/>
                  </a:cubicBezTo>
                  <a:cubicBezTo>
                    <a:pt x="479" y="1164"/>
                    <a:pt x="483" y="1161"/>
                    <a:pt x="485" y="1158"/>
                  </a:cubicBezTo>
                  <a:cubicBezTo>
                    <a:pt x="512" y="1124"/>
                    <a:pt x="513" y="1117"/>
                    <a:pt x="520" y="1111"/>
                  </a:cubicBezTo>
                  <a:cubicBezTo>
                    <a:pt x="509" y="1116"/>
                    <a:pt x="505" y="1120"/>
                    <a:pt x="502" y="1124"/>
                  </a:cubicBezTo>
                  <a:cubicBezTo>
                    <a:pt x="478" y="1160"/>
                    <a:pt x="470" y="1160"/>
                    <a:pt x="471" y="1166"/>
                  </a:cubicBezTo>
                  <a:cubicBezTo>
                    <a:pt x="431" y="1191"/>
                    <a:pt x="426" y="1200"/>
                    <a:pt x="421" y="1202"/>
                  </a:cubicBezTo>
                  <a:cubicBezTo>
                    <a:pt x="378" y="1227"/>
                    <a:pt x="371" y="1230"/>
                    <a:pt x="363" y="1234"/>
                  </a:cubicBezTo>
                  <a:cubicBezTo>
                    <a:pt x="322" y="1251"/>
                    <a:pt x="307" y="1250"/>
                    <a:pt x="290" y="1259"/>
                  </a:cubicBezTo>
                  <a:cubicBezTo>
                    <a:pt x="246" y="1271"/>
                    <a:pt x="237" y="1279"/>
                    <a:pt x="231" y="1275"/>
                  </a:cubicBezTo>
                  <a:cubicBezTo>
                    <a:pt x="290" y="1254"/>
                    <a:pt x="296" y="1241"/>
                    <a:pt x="298" y="1246"/>
                  </a:cubicBezTo>
                  <a:cubicBezTo>
                    <a:pt x="362" y="1221"/>
                    <a:pt x="377" y="1211"/>
                    <a:pt x="391" y="1204"/>
                  </a:cubicBezTo>
                  <a:cubicBezTo>
                    <a:pt x="515" y="1103"/>
                    <a:pt x="512" y="1098"/>
                    <a:pt x="518" y="1095"/>
                  </a:cubicBezTo>
                  <a:cubicBezTo>
                    <a:pt x="532" y="1075"/>
                    <a:pt x="536" y="1073"/>
                    <a:pt x="535" y="1071"/>
                  </a:cubicBezTo>
                  <a:cubicBezTo>
                    <a:pt x="539" y="1064"/>
                    <a:pt x="536" y="1067"/>
                    <a:pt x="532" y="1070"/>
                  </a:cubicBezTo>
                  <a:cubicBezTo>
                    <a:pt x="497" y="1109"/>
                    <a:pt x="495" y="1119"/>
                    <a:pt x="485" y="1121"/>
                  </a:cubicBezTo>
                  <a:cubicBezTo>
                    <a:pt x="453" y="1152"/>
                    <a:pt x="442" y="1160"/>
                    <a:pt x="431" y="1168"/>
                  </a:cubicBezTo>
                  <a:cubicBezTo>
                    <a:pt x="397" y="1193"/>
                    <a:pt x="389" y="1191"/>
                    <a:pt x="388" y="1197"/>
                  </a:cubicBezTo>
                  <a:cubicBezTo>
                    <a:pt x="367" y="1206"/>
                    <a:pt x="360" y="1215"/>
                    <a:pt x="356" y="1210"/>
                  </a:cubicBezTo>
                  <a:cubicBezTo>
                    <a:pt x="315" y="1230"/>
                    <a:pt x="305" y="1233"/>
                    <a:pt x="294" y="1240"/>
                  </a:cubicBezTo>
                  <a:cubicBezTo>
                    <a:pt x="262" y="1252"/>
                    <a:pt x="260" y="1251"/>
                    <a:pt x="257" y="1254"/>
                  </a:cubicBezTo>
                  <a:cubicBezTo>
                    <a:pt x="237" y="1263"/>
                    <a:pt x="233" y="1265"/>
                    <a:pt x="229" y="1267"/>
                  </a:cubicBezTo>
                  <a:cubicBezTo>
                    <a:pt x="218" y="1271"/>
                    <a:pt x="214" y="1278"/>
                    <a:pt x="211" y="1275"/>
                  </a:cubicBezTo>
                  <a:cubicBezTo>
                    <a:pt x="241" y="1245"/>
                    <a:pt x="262" y="1234"/>
                    <a:pt x="291" y="1222"/>
                  </a:cubicBezTo>
                  <a:cubicBezTo>
                    <a:pt x="352" y="1187"/>
                    <a:pt x="356" y="1194"/>
                    <a:pt x="360" y="1189"/>
                  </a:cubicBezTo>
                  <a:cubicBezTo>
                    <a:pt x="397" y="1173"/>
                    <a:pt x="401" y="1169"/>
                    <a:pt x="405" y="1169"/>
                  </a:cubicBezTo>
                  <a:cubicBezTo>
                    <a:pt x="461" y="1128"/>
                    <a:pt x="482" y="1115"/>
                    <a:pt x="495" y="1100"/>
                  </a:cubicBezTo>
                  <a:cubicBezTo>
                    <a:pt x="532" y="1063"/>
                    <a:pt x="536" y="1059"/>
                    <a:pt x="536" y="1055"/>
                  </a:cubicBezTo>
                  <a:cubicBezTo>
                    <a:pt x="492" y="1093"/>
                    <a:pt x="491" y="1097"/>
                    <a:pt x="486" y="1101"/>
                  </a:cubicBezTo>
                  <a:cubicBezTo>
                    <a:pt x="470" y="1111"/>
                    <a:pt x="468" y="1118"/>
                    <a:pt x="461" y="1121"/>
                  </a:cubicBezTo>
                  <a:cubicBezTo>
                    <a:pt x="441" y="1135"/>
                    <a:pt x="439" y="1138"/>
                    <a:pt x="438" y="1141"/>
                  </a:cubicBezTo>
                  <a:cubicBezTo>
                    <a:pt x="395" y="1165"/>
                    <a:pt x="389" y="1166"/>
                    <a:pt x="384" y="1167"/>
                  </a:cubicBezTo>
                  <a:cubicBezTo>
                    <a:pt x="366" y="1175"/>
                    <a:pt x="360" y="1181"/>
                    <a:pt x="354" y="1181"/>
                  </a:cubicBezTo>
                  <a:cubicBezTo>
                    <a:pt x="336" y="1190"/>
                    <a:pt x="330" y="1193"/>
                    <a:pt x="324" y="1196"/>
                  </a:cubicBezTo>
                  <a:cubicBezTo>
                    <a:pt x="289" y="1212"/>
                    <a:pt x="274" y="1219"/>
                    <a:pt x="259" y="1226"/>
                  </a:cubicBezTo>
                  <a:cubicBezTo>
                    <a:pt x="235" y="1240"/>
                    <a:pt x="227" y="1244"/>
                    <a:pt x="224" y="1249"/>
                  </a:cubicBezTo>
                  <a:cubicBezTo>
                    <a:pt x="202" y="1270"/>
                    <a:pt x="193" y="1272"/>
                    <a:pt x="192" y="1269"/>
                  </a:cubicBezTo>
                  <a:cubicBezTo>
                    <a:pt x="215" y="1249"/>
                    <a:pt x="212" y="1245"/>
                    <a:pt x="217" y="1243"/>
                  </a:cubicBezTo>
                  <a:cubicBezTo>
                    <a:pt x="243" y="1226"/>
                    <a:pt x="244" y="1223"/>
                    <a:pt x="250" y="1220"/>
                  </a:cubicBezTo>
                  <a:cubicBezTo>
                    <a:pt x="326" y="1181"/>
                    <a:pt x="340" y="1175"/>
                    <a:pt x="358" y="1169"/>
                  </a:cubicBezTo>
                  <a:cubicBezTo>
                    <a:pt x="494" y="1080"/>
                    <a:pt x="512" y="1077"/>
                    <a:pt x="512" y="1063"/>
                  </a:cubicBezTo>
                  <a:cubicBezTo>
                    <a:pt x="460" y="1106"/>
                    <a:pt x="454" y="1105"/>
                    <a:pt x="447" y="1112"/>
                  </a:cubicBezTo>
                  <a:cubicBezTo>
                    <a:pt x="401" y="1139"/>
                    <a:pt x="397" y="1141"/>
                    <a:pt x="392" y="1144"/>
                  </a:cubicBezTo>
                  <a:cubicBezTo>
                    <a:pt x="299" y="1182"/>
                    <a:pt x="278" y="1194"/>
                    <a:pt x="258" y="1204"/>
                  </a:cubicBezTo>
                  <a:cubicBezTo>
                    <a:pt x="222" y="1232"/>
                    <a:pt x="219" y="1228"/>
                    <a:pt x="215" y="1233"/>
                  </a:cubicBezTo>
                  <a:cubicBezTo>
                    <a:pt x="191" y="1248"/>
                    <a:pt x="198" y="1246"/>
                    <a:pt x="198" y="1243"/>
                  </a:cubicBezTo>
                  <a:cubicBezTo>
                    <a:pt x="210" y="1232"/>
                    <a:pt x="218" y="1227"/>
                    <a:pt x="221" y="1221"/>
                  </a:cubicBezTo>
                  <a:cubicBezTo>
                    <a:pt x="275" y="1187"/>
                    <a:pt x="293" y="1174"/>
                    <a:pt x="310" y="1167"/>
                  </a:cubicBezTo>
                  <a:cubicBezTo>
                    <a:pt x="378" y="1137"/>
                    <a:pt x="377" y="1130"/>
                    <a:pt x="382" y="1132"/>
                  </a:cubicBezTo>
                  <a:cubicBezTo>
                    <a:pt x="433" y="1103"/>
                    <a:pt x="436" y="1100"/>
                    <a:pt x="437" y="1102"/>
                  </a:cubicBezTo>
                  <a:cubicBezTo>
                    <a:pt x="461" y="1086"/>
                    <a:pt x="465" y="1087"/>
                    <a:pt x="471" y="1080"/>
                  </a:cubicBezTo>
                  <a:cubicBezTo>
                    <a:pt x="502" y="1058"/>
                    <a:pt x="506" y="1058"/>
                    <a:pt x="511" y="1054"/>
                  </a:cubicBezTo>
                  <a:cubicBezTo>
                    <a:pt x="567" y="1001"/>
                    <a:pt x="569" y="996"/>
                    <a:pt x="573" y="991"/>
                  </a:cubicBezTo>
                  <a:cubicBezTo>
                    <a:pt x="512" y="1042"/>
                    <a:pt x="492" y="1060"/>
                    <a:pt x="472" y="1069"/>
                  </a:cubicBezTo>
                  <a:cubicBezTo>
                    <a:pt x="445" y="1085"/>
                    <a:pt x="440" y="1093"/>
                    <a:pt x="436" y="1090"/>
                  </a:cubicBezTo>
                  <a:cubicBezTo>
                    <a:pt x="383" y="1123"/>
                    <a:pt x="380" y="1120"/>
                    <a:pt x="375" y="1125"/>
                  </a:cubicBezTo>
                  <a:cubicBezTo>
                    <a:pt x="301" y="1163"/>
                    <a:pt x="285" y="1166"/>
                    <a:pt x="266" y="1181"/>
                  </a:cubicBezTo>
                  <a:cubicBezTo>
                    <a:pt x="238" y="1199"/>
                    <a:pt x="226" y="1210"/>
                    <a:pt x="218" y="1211"/>
                  </a:cubicBezTo>
                  <a:cubicBezTo>
                    <a:pt x="195" y="1226"/>
                    <a:pt x="199" y="1221"/>
                    <a:pt x="198" y="1216"/>
                  </a:cubicBezTo>
                  <a:cubicBezTo>
                    <a:pt x="230" y="1183"/>
                    <a:pt x="233" y="1182"/>
                    <a:pt x="238" y="1177"/>
                  </a:cubicBezTo>
                  <a:cubicBezTo>
                    <a:pt x="319" y="1129"/>
                    <a:pt x="328" y="1123"/>
                    <a:pt x="336" y="1121"/>
                  </a:cubicBezTo>
                  <a:cubicBezTo>
                    <a:pt x="493" y="1012"/>
                    <a:pt x="511" y="1000"/>
                    <a:pt x="526" y="986"/>
                  </a:cubicBezTo>
                  <a:cubicBezTo>
                    <a:pt x="552" y="958"/>
                    <a:pt x="551" y="956"/>
                    <a:pt x="554" y="954"/>
                  </a:cubicBezTo>
                  <a:cubicBezTo>
                    <a:pt x="522" y="977"/>
                    <a:pt x="521" y="987"/>
                    <a:pt x="507" y="995"/>
                  </a:cubicBezTo>
                  <a:cubicBezTo>
                    <a:pt x="490" y="1009"/>
                    <a:pt x="487" y="1013"/>
                    <a:pt x="482" y="1018"/>
                  </a:cubicBezTo>
                  <a:cubicBezTo>
                    <a:pt x="358" y="1100"/>
                    <a:pt x="341" y="1103"/>
                    <a:pt x="333" y="1113"/>
                  </a:cubicBezTo>
                  <a:cubicBezTo>
                    <a:pt x="251" y="1161"/>
                    <a:pt x="227" y="1171"/>
                    <a:pt x="214" y="1187"/>
                  </a:cubicBezTo>
                  <a:cubicBezTo>
                    <a:pt x="211" y="1186"/>
                    <a:pt x="210" y="1183"/>
                    <a:pt x="213" y="1180"/>
                  </a:cubicBezTo>
                  <a:cubicBezTo>
                    <a:pt x="242" y="1151"/>
                    <a:pt x="248" y="1147"/>
                    <a:pt x="259" y="1137"/>
                  </a:cubicBezTo>
                  <a:cubicBezTo>
                    <a:pt x="360" y="1078"/>
                    <a:pt x="373" y="1070"/>
                    <a:pt x="393" y="1055"/>
                  </a:cubicBezTo>
                  <a:cubicBezTo>
                    <a:pt x="452" y="1010"/>
                    <a:pt x="460" y="1010"/>
                    <a:pt x="463" y="1005"/>
                  </a:cubicBezTo>
                  <a:cubicBezTo>
                    <a:pt x="524" y="947"/>
                    <a:pt x="530" y="944"/>
                    <a:pt x="532" y="940"/>
                  </a:cubicBezTo>
                  <a:cubicBezTo>
                    <a:pt x="561" y="903"/>
                    <a:pt x="566" y="896"/>
                    <a:pt x="574" y="890"/>
                  </a:cubicBezTo>
                  <a:cubicBezTo>
                    <a:pt x="547" y="899"/>
                    <a:pt x="543" y="903"/>
                    <a:pt x="537" y="907"/>
                  </a:cubicBezTo>
                  <a:cubicBezTo>
                    <a:pt x="522" y="918"/>
                    <a:pt x="523" y="921"/>
                    <a:pt x="519" y="922"/>
                  </a:cubicBezTo>
                  <a:cubicBezTo>
                    <a:pt x="491" y="945"/>
                    <a:pt x="485" y="954"/>
                    <a:pt x="474" y="962"/>
                  </a:cubicBezTo>
                  <a:cubicBezTo>
                    <a:pt x="396" y="1023"/>
                    <a:pt x="387" y="1030"/>
                    <a:pt x="378" y="1037"/>
                  </a:cubicBezTo>
                  <a:cubicBezTo>
                    <a:pt x="323" y="1067"/>
                    <a:pt x="317" y="1067"/>
                    <a:pt x="311" y="1070"/>
                  </a:cubicBezTo>
                  <a:cubicBezTo>
                    <a:pt x="262" y="1102"/>
                    <a:pt x="259" y="1103"/>
                    <a:pt x="256" y="1103"/>
                  </a:cubicBezTo>
                  <a:cubicBezTo>
                    <a:pt x="244" y="1115"/>
                    <a:pt x="236" y="1116"/>
                    <a:pt x="239" y="1120"/>
                  </a:cubicBezTo>
                  <a:cubicBezTo>
                    <a:pt x="222" y="1136"/>
                    <a:pt x="217" y="1144"/>
                    <a:pt x="214" y="1140"/>
                  </a:cubicBezTo>
                  <a:cubicBezTo>
                    <a:pt x="260" y="1090"/>
                    <a:pt x="271" y="1086"/>
                    <a:pt x="296" y="1066"/>
                  </a:cubicBezTo>
                  <a:cubicBezTo>
                    <a:pt x="418" y="989"/>
                    <a:pt x="425" y="977"/>
                    <a:pt x="430" y="979"/>
                  </a:cubicBezTo>
                  <a:cubicBezTo>
                    <a:pt x="451" y="961"/>
                    <a:pt x="456" y="956"/>
                    <a:pt x="465" y="947"/>
                  </a:cubicBezTo>
                  <a:cubicBezTo>
                    <a:pt x="540" y="892"/>
                    <a:pt x="549" y="886"/>
                    <a:pt x="560" y="878"/>
                  </a:cubicBezTo>
                  <a:cubicBezTo>
                    <a:pt x="587" y="870"/>
                    <a:pt x="592" y="858"/>
                    <a:pt x="594" y="863"/>
                  </a:cubicBezTo>
                  <a:cubicBezTo>
                    <a:pt x="625" y="848"/>
                    <a:pt x="636" y="854"/>
                    <a:pt x="633" y="845"/>
                  </a:cubicBezTo>
                  <a:cubicBezTo>
                    <a:pt x="574" y="858"/>
                    <a:pt x="566" y="857"/>
                    <a:pt x="557" y="863"/>
                  </a:cubicBezTo>
                  <a:cubicBezTo>
                    <a:pt x="523" y="876"/>
                    <a:pt x="515" y="880"/>
                    <a:pt x="508" y="884"/>
                  </a:cubicBezTo>
                  <a:cubicBezTo>
                    <a:pt x="420" y="945"/>
                    <a:pt x="411" y="951"/>
                    <a:pt x="402" y="958"/>
                  </a:cubicBezTo>
                  <a:cubicBezTo>
                    <a:pt x="299" y="1027"/>
                    <a:pt x="297" y="1029"/>
                    <a:pt x="295" y="1030"/>
                  </a:cubicBezTo>
                  <a:cubicBezTo>
                    <a:pt x="255" y="1062"/>
                    <a:pt x="252" y="1067"/>
                    <a:pt x="244" y="1072"/>
                  </a:cubicBezTo>
                  <a:cubicBezTo>
                    <a:pt x="230" y="1081"/>
                    <a:pt x="230" y="1077"/>
                    <a:pt x="232" y="1073"/>
                  </a:cubicBezTo>
                  <a:cubicBezTo>
                    <a:pt x="251" y="1057"/>
                    <a:pt x="253" y="1055"/>
                    <a:pt x="257" y="1053"/>
                  </a:cubicBezTo>
                  <a:cubicBezTo>
                    <a:pt x="293" y="1015"/>
                    <a:pt x="296" y="1017"/>
                    <a:pt x="300" y="1014"/>
                  </a:cubicBezTo>
                  <a:cubicBezTo>
                    <a:pt x="333" y="985"/>
                    <a:pt x="335" y="986"/>
                    <a:pt x="336" y="986"/>
                  </a:cubicBezTo>
                  <a:cubicBezTo>
                    <a:pt x="380" y="950"/>
                    <a:pt x="404" y="938"/>
                    <a:pt x="433" y="916"/>
                  </a:cubicBezTo>
                  <a:cubicBezTo>
                    <a:pt x="492" y="885"/>
                    <a:pt x="501" y="881"/>
                    <a:pt x="511" y="874"/>
                  </a:cubicBezTo>
                  <a:cubicBezTo>
                    <a:pt x="540" y="857"/>
                    <a:pt x="552" y="855"/>
                    <a:pt x="561" y="848"/>
                  </a:cubicBezTo>
                  <a:cubicBezTo>
                    <a:pt x="574" y="833"/>
                    <a:pt x="569" y="837"/>
                    <a:pt x="565" y="840"/>
                  </a:cubicBezTo>
                  <a:cubicBezTo>
                    <a:pt x="512" y="866"/>
                    <a:pt x="509" y="864"/>
                    <a:pt x="505" y="869"/>
                  </a:cubicBezTo>
                  <a:cubicBezTo>
                    <a:pt x="416" y="917"/>
                    <a:pt x="406" y="926"/>
                    <a:pt x="373" y="944"/>
                  </a:cubicBezTo>
                  <a:cubicBezTo>
                    <a:pt x="332" y="978"/>
                    <a:pt x="317" y="986"/>
                    <a:pt x="306" y="995"/>
                  </a:cubicBezTo>
                  <a:cubicBezTo>
                    <a:pt x="253" y="1040"/>
                    <a:pt x="256" y="1048"/>
                    <a:pt x="251" y="1045"/>
                  </a:cubicBezTo>
                  <a:cubicBezTo>
                    <a:pt x="235" y="1052"/>
                    <a:pt x="237" y="1048"/>
                    <a:pt x="241" y="1044"/>
                  </a:cubicBezTo>
                  <a:cubicBezTo>
                    <a:pt x="310" y="977"/>
                    <a:pt x="362" y="934"/>
                    <a:pt x="419" y="899"/>
                  </a:cubicBezTo>
                  <a:cubicBezTo>
                    <a:pt x="482" y="869"/>
                    <a:pt x="481" y="865"/>
                    <a:pt x="487" y="864"/>
                  </a:cubicBezTo>
                  <a:cubicBezTo>
                    <a:pt x="513" y="858"/>
                    <a:pt x="519" y="848"/>
                    <a:pt x="522" y="852"/>
                  </a:cubicBezTo>
                  <a:cubicBezTo>
                    <a:pt x="583" y="826"/>
                    <a:pt x="598" y="821"/>
                    <a:pt x="613" y="815"/>
                  </a:cubicBezTo>
                  <a:cubicBezTo>
                    <a:pt x="578" y="820"/>
                    <a:pt x="572" y="828"/>
                    <a:pt x="567" y="826"/>
                  </a:cubicBezTo>
                  <a:cubicBezTo>
                    <a:pt x="541" y="835"/>
                    <a:pt x="538" y="835"/>
                    <a:pt x="536" y="837"/>
                  </a:cubicBezTo>
                  <a:cubicBezTo>
                    <a:pt x="509" y="843"/>
                    <a:pt x="505" y="850"/>
                    <a:pt x="502" y="851"/>
                  </a:cubicBezTo>
                  <a:cubicBezTo>
                    <a:pt x="480" y="859"/>
                    <a:pt x="474" y="860"/>
                    <a:pt x="468" y="866"/>
                  </a:cubicBezTo>
                  <a:cubicBezTo>
                    <a:pt x="423" y="890"/>
                    <a:pt x="421" y="886"/>
                    <a:pt x="417" y="890"/>
                  </a:cubicBezTo>
                  <a:cubicBezTo>
                    <a:pt x="390" y="907"/>
                    <a:pt x="385" y="911"/>
                    <a:pt x="380" y="914"/>
                  </a:cubicBezTo>
                  <a:cubicBezTo>
                    <a:pt x="361" y="927"/>
                    <a:pt x="350" y="937"/>
                    <a:pt x="335" y="947"/>
                  </a:cubicBezTo>
                  <a:cubicBezTo>
                    <a:pt x="277" y="996"/>
                    <a:pt x="275" y="1001"/>
                    <a:pt x="266" y="1004"/>
                  </a:cubicBezTo>
                  <a:cubicBezTo>
                    <a:pt x="252" y="1019"/>
                    <a:pt x="249" y="1014"/>
                    <a:pt x="250" y="1013"/>
                  </a:cubicBezTo>
                  <a:cubicBezTo>
                    <a:pt x="261" y="1003"/>
                    <a:pt x="262" y="1003"/>
                    <a:pt x="262" y="1002"/>
                  </a:cubicBezTo>
                  <a:cubicBezTo>
                    <a:pt x="283" y="983"/>
                    <a:pt x="288" y="972"/>
                    <a:pt x="297" y="962"/>
                  </a:cubicBezTo>
                  <a:cubicBezTo>
                    <a:pt x="358" y="911"/>
                    <a:pt x="362" y="915"/>
                    <a:pt x="367" y="909"/>
                  </a:cubicBezTo>
                  <a:cubicBezTo>
                    <a:pt x="396" y="889"/>
                    <a:pt x="399" y="896"/>
                    <a:pt x="403" y="891"/>
                  </a:cubicBezTo>
                  <a:cubicBezTo>
                    <a:pt x="418" y="884"/>
                    <a:pt x="423" y="872"/>
                    <a:pt x="425" y="877"/>
                  </a:cubicBezTo>
                  <a:cubicBezTo>
                    <a:pt x="466" y="855"/>
                    <a:pt x="478" y="855"/>
                    <a:pt x="492" y="844"/>
                  </a:cubicBezTo>
                  <a:cubicBezTo>
                    <a:pt x="573" y="801"/>
                    <a:pt x="571" y="802"/>
                    <a:pt x="578" y="796"/>
                  </a:cubicBezTo>
                  <a:cubicBezTo>
                    <a:pt x="604" y="774"/>
                    <a:pt x="612" y="772"/>
                    <a:pt x="609" y="769"/>
                  </a:cubicBezTo>
                  <a:cubicBezTo>
                    <a:pt x="526" y="821"/>
                    <a:pt x="519" y="826"/>
                    <a:pt x="513" y="829"/>
                  </a:cubicBezTo>
                  <a:cubicBezTo>
                    <a:pt x="463" y="847"/>
                    <a:pt x="455" y="856"/>
                    <a:pt x="450" y="854"/>
                  </a:cubicBezTo>
                  <a:cubicBezTo>
                    <a:pt x="390" y="884"/>
                    <a:pt x="378" y="893"/>
                    <a:pt x="368" y="897"/>
                  </a:cubicBezTo>
                  <a:cubicBezTo>
                    <a:pt x="338" y="920"/>
                    <a:pt x="335" y="923"/>
                    <a:pt x="332" y="925"/>
                  </a:cubicBezTo>
                  <a:cubicBezTo>
                    <a:pt x="316" y="936"/>
                    <a:pt x="308" y="942"/>
                    <a:pt x="301" y="947"/>
                  </a:cubicBezTo>
                  <a:cubicBezTo>
                    <a:pt x="265" y="982"/>
                    <a:pt x="261" y="986"/>
                    <a:pt x="258" y="990"/>
                  </a:cubicBezTo>
                  <a:cubicBezTo>
                    <a:pt x="267" y="967"/>
                    <a:pt x="265" y="971"/>
                    <a:pt x="270" y="972"/>
                  </a:cubicBezTo>
                  <a:cubicBezTo>
                    <a:pt x="317" y="926"/>
                    <a:pt x="316" y="922"/>
                    <a:pt x="337" y="912"/>
                  </a:cubicBezTo>
                  <a:cubicBezTo>
                    <a:pt x="446" y="842"/>
                    <a:pt x="455" y="842"/>
                    <a:pt x="463" y="838"/>
                  </a:cubicBezTo>
                  <a:cubicBezTo>
                    <a:pt x="475" y="832"/>
                    <a:pt x="476" y="831"/>
                    <a:pt x="477" y="830"/>
                  </a:cubicBezTo>
                  <a:cubicBezTo>
                    <a:pt x="595" y="755"/>
                    <a:pt x="608" y="750"/>
                    <a:pt x="608" y="743"/>
                  </a:cubicBezTo>
                  <a:cubicBezTo>
                    <a:pt x="591" y="754"/>
                    <a:pt x="593" y="752"/>
                    <a:pt x="587" y="758"/>
                  </a:cubicBezTo>
                  <a:cubicBezTo>
                    <a:pt x="552" y="781"/>
                    <a:pt x="553" y="785"/>
                    <a:pt x="549" y="783"/>
                  </a:cubicBezTo>
                  <a:cubicBezTo>
                    <a:pt x="516" y="799"/>
                    <a:pt x="510" y="807"/>
                    <a:pt x="506" y="809"/>
                  </a:cubicBezTo>
                  <a:cubicBezTo>
                    <a:pt x="432" y="848"/>
                    <a:pt x="425" y="843"/>
                    <a:pt x="423" y="847"/>
                  </a:cubicBezTo>
                  <a:cubicBezTo>
                    <a:pt x="403" y="861"/>
                    <a:pt x="400" y="858"/>
                    <a:pt x="396" y="861"/>
                  </a:cubicBezTo>
                  <a:cubicBezTo>
                    <a:pt x="290" y="934"/>
                    <a:pt x="289" y="937"/>
                    <a:pt x="284" y="940"/>
                  </a:cubicBezTo>
                  <a:cubicBezTo>
                    <a:pt x="283" y="932"/>
                    <a:pt x="287" y="928"/>
                    <a:pt x="289" y="924"/>
                  </a:cubicBezTo>
                  <a:cubicBezTo>
                    <a:pt x="318" y="903"/>
                    <a:pt x="325" y="895"/>
                    <a:pt x="335" y="888"/>
                  </a:cubicBezTo>
                  <a:cubicBezTo>
                    <a:pt x="381" y="857"/>
                    <a:pt x="388" y="853"/>
                    <a:pt x="394" y="848"/>
                  </a:cubicBezTo>
                  <a:cubicBezTo>
                    <a:pt x="445" y="830"/>
                    <a:pt x="450" y="818"/>
                    <a:pt x="452" y="823"/>
                  </a:cubicBezTo>
                  <a:cubicBezTo>
                    <a:pt x="472" y="813"/>
                    <a:pt x="472" y="811"/>
                    <a:pt x="474" y="812"/>
                  </a:cubicBezTo>
                  <a:cubicBezTo>
                    <a:pt x="492" y="804"/>
                    <a:pt x="496" y="802"/>
                    <a:pt x="499" y="799"/>
                  </a:cubicBezTo>
                  <a:cubicBezTo>
                    <a:pt x="522" y="787"/>
                    <a:pt x="529" y="784"/>
                    <a:pt x="536" y="782"/>
                  </a:cubicBezTo>
                  <a:cubicBezTo>
                    <a:pt x="594" y="740"/>
                    <a:pt x="604" y="733"/>
                    <a:pt x="613" y="727"/>
                  </a:cubicBezTo>
                  <a:cubicBezTo>
                    <a:pt x="629" y="708"/>
                    <a:pt x="626" y="710"/>
                    <a:pt x="623" y="712"/>
                  </a:cubicBezTo>
                  <a:cubicBezTo>
                    <a:pt x="614" y="719"/>
                    <a:pt x="612" y="720"/>
                    <a:pt x="611" y="720"/>
                  </a:cubicBezTo>
                  <a:cubicBezTo>
                    <a:pt x="602" y="727"/>
                    <a:pt x="602" y="731"/>
                    <a:pt x="598" y="733"/>
                  </a:cubicBezTo>
                  <a:cubicBezTo>
                    <a:pt x="578" y="747"/>
                    <a:pt x="571" y="752"/>
                    <a:pt x="564" y="757"/>
                  </a:cubicBezTo>
                  <a:cubicBezTo>
                    <a:pt x="528" y="774"/>
                    <a:pt x="524" y="782"/>
                    <a:pt x="521" y="779"/>
                  </a:cubicBezTo>
                  <a:cubicBezTo>
                    <a:pt x="466" y="806"/>
                    <a:pt x="462" y="809"/>
                    <a:pt x="459" y="809"/>
                  </a:cubicBezTo>
                  <a:cubicBezTo>
                    <a:pt x="423" y="827"/>
                    <a:pt x="420" y="825"/>
                    <a:pt x="416" y="827"/>
                  </a:cubicBezTo>
                  <a:cubicBezTo>
                    <a:pt x="347" y="870"/>
                    <a:pt x="336" y="878"/>
                    <a:pt x="325" y="885"/>
                  </a:cubicBezTo>
                  <a:cubicBezTo>
                    <a:pt x="302" y="902"/>
                    <a:pt x="299" y="905"/>
                    <a:pt x="297" y="904"/>
                  </a:cubicBezTo>
                  <a:cubicBezTo>
                    <a:pt x="342" y="859"/>
                    <a:pt x="352" y="856"/>
                    <a:pt x="352" y="851"/>
                  </a:cubicBezTo>
                  <a:cubicBezTo>
                    <a:pt x="384" y="833"/>
                    <a:pt x="390" y="829"/>
                    <a:pt x="403" y="820"/>
                  </a:cubicBezTo>
                  <a:cubicBezTo>
                    <a:pt x="434" y="799"/>
                    <a:pt x="448" y="797"/>
                    <a:pt x="456" y="791"/>
                  </a:cubicBezTo>
                  <a:cubicBezTo>
                    <a:pt x="491" y="772"/>
                    <a:pt x="498" y="776"/>
                    <a:pt x="509" y="765"/>
                  </a:cubicBezTo>
                  <a:cubicBezTo>
                    <a:pt x="550" y="750"/>
                    <a:pt x="561" y="743"/>
                    <a:pt x="571" y="740"/>
                  </a:cubicBezTo>
                  <a:cubicBezTo>
                    <a:pt x="650" y="685"/>
                    <a:pt x="651" y="680"/>
                    <a:pt x="658" y="677"/>
                  </a:cubicBezTo>
                  <a:cubicBezTo>
                    <a:pt x="663" y="670"/>
                    <a:pt x="651" y="676"/>
                    <a:pt x="643" y="686"/>
                  </a:cubicBezTo>
                  <a:cubicBezTo>
                    <a:pt x="557" y="738"/>
                    <a:pt x="549" y="738"/>
                    <a:pt x="541" y="745"/>
                  </a:cubicBezTo>
                  <a:cubicBezTo>
                    <a:pt x="457" y="783"/>
                    <a:pt x="447" y="787"/>
                    <a:pt x="438" y="789"/>
                  </a:cubicBezTo>
                  <a:cubicBezTo>
                    <a:pt x="417" y="807"/>
                    <a:pt x="409" y="804"/>
                    <a:pt x="401" y="811"/>
                  </a:cubicBezTo>
                  <a:cubicBezTo>
                    <a:pt x="339" y="851"/>
                    <a:pt x="338" y="856"/>
                    <a:pt x="329" y="860"/>
                  </a:cubicBezTo>
                  <a:cubicBezTo>
                    <a:pt x="311" y="871"/>
                    <a:pt x="311" y="863"/>
                    <a:pt x="308" y="866"/>
                  </a:cubicBezTo>
                  <a:cubicBezTo>
                    <a:pt x="324" y="849"/>
                    <a:pt x="327" y="851"/>
                    <a:pt x="327" y="847"/>
                  </a:cubicBezTo>
                  <a:cubicBezTo>
                    <a:pt x="429" y="785"/>
                    <a:pt x="430" y="783"/>
                    <a:pt x="438" y="779"/>
                  </a:cubicBezTo>
                  <a:cubicBezTo>
                    <a:pt x="489" y="753"/>
                    <a:pt x="491" y="753"/>
                    <a:pt x="494" y="751"/>
                  </a:cubicBezTo>
                  <a:cubicBezTo>
                    <a:pt x="546" y="730"/>
                    <a:pt x="551" y="722"/>
                    <a:pt x="554" y="725"/>
                  </a:cubicBezTo>
                  <a:cubicBezTo>
                    <a:pt x="553" y="723"/>
                    <a:pt x="551" y="717"/>
                    <a:pt x="547" y="723"/>
                  </a:cubicBezTo>
                  <a:cubicBezTo>
                    <a:pt x="515" y="736"/>
                    <a:pt x="513" y="732"/>
                    <a:pt x="509" y="735"/>
                  </a:cubicBezTo>
                  <a:cubicBezTo>
                    <a:pt x="487" y="740"/>
                    <a:pt x="482" y="748"/>
                    <a:pt x="479" y="745"/>
                  </a:cubicBezTo>
                  <a:cubicBezTo>
                    <a:pt x="397" y="793"/>
                    <a:pt x="390" y="796"/>
                    <a:pt x="382" y="800"/>
                  </a:cubicBezTo>
                  <a:cubicBezTo>
                    <a:pt x="344" y="825"/>
                    <a:pt x="339" y="829"/>
                    <a:pt x="334" y="833"/>
                  </a:cubicBezTo>
                  <a:cubicBezTo>
                    <a:pt x="346" y="804"/>
                    <a:pt x="361" y="789"/>
                    <a:pt x="375" y="781"/>
                  </a:cubicBezTo>
                  <a:cubicBezTo>
                    <a:pt x="397" y="767"/>
                    <a:pt x="400" y="765"/>
                    <a:pt x="404" y="763"/>
                  </a:cubicBezTo>
                  <a:cubicBezTo>
                    <a:pt x="478" y="727"/>
                    <a:pt x="484" y="727"/>
                    <a:pt x="492" y="721"/>
                  </a:cubicBezTo>
                  <a:cubicBezTo>
                    <a:pt x="514" y="719"/>
                    <a:pt x="521" y="711"/>
                    <a:pt x="527" y="713"/>
                  </a:cubicBezTo>
                  <a:cubicBezTo>
                    <a:pt x="573" y="696"/>
                    <a:pt x="580" y="692"/>
                    <a:pt x="587" y="689"/>
                  </a:cubicBezTo>
                  <a:cubicBezTo>
                    <a:pt x="627" y="664"/>
                    <a:pt x="637" y="667"/>
                    <a:pt x="634" y="660"/>
                  </a:cubicBezTo>
                  <a:cubicBezTo>
                    <a:pt x="534" y="701"/>
                    <a:pt x="528" y="701"/>
                    <a:pt x="521" y="705"/>
                  </a:cubicBezTo>
                  <a:cubicBezTo>
                    <a:pt x="490" y="707"/>
                    <a:pt x="495" y="713"/>
                    <a:pt x="501" y="707"/>
                  </a:cubicBezTo>
                  <a:cubicBezTo>
                    <a:pt x="543" y="697"/>
                    <a:pt x="550" y="686"/>
                    <a:pt x="556" y="687"/>
                  </a:cubicBezTo>
                  <a:cubicBezTo>
                    <a:pt x="578" y="682"/>
                    <a:pt x="584" y="677"/>
                    <a:pt x="590" y="677"/>
                  </a:cubicBezTo>
                  <a:cubicBezTo>
                    <a:pt x="643" y="648"/>
                    <a:pt x="657" y="643"/>
                    <a:pt x="673" y="629"/>
                  </a:cubicBezTo>
                  <a:cubicBezTo>
                    <a:pt x="647" y="645"/>
                    <a:pt x="643" y="645"/>
                    <a:pt x="641" y="645"/>
                  </a:cubicBezTo>
                  <a:cubicBezTo>
                    <a:pt x="611" y="659"/>
                    <a:pt x="604" y="666"/>
                    <a:pt x="597" y="667"/>
                  </a:cubicBezTo>
                  <a:cubicBezTo>
                    <a:pt x="556" y="675"/>
                    <a:pt x="551" y="687"/>
                    <a:pt x="549" y="682"/>
                  </a:cubicBezTo>
                  <a:cubicBezTo>
                    <a:pt x="516" y="695"/>
                    <a:pt x="514" y="691"/>
                    <a:pt x="510" y="696"/>
                  </a:cubicBezTo>
                  <a:cubicBezTo>
                    <a:pt x="487" y="704"/>
                    <a:pt x="483" y="706"/>
                    <a:pt x="480" y="705"/>
                  </a:cubicBezTo>
                  <a:cubicBezTo>
                    <a:pt x="454" y="716"/>
                    <a:pt x="446" y="720"/>
                    <a:pt x="441" y="723"/>
                  </a:cubicBezTo>
                  <a:cubicBezTo>
                    <a:pt x="430" y="731"/>
                    <a:pt x="427" y="727"/>
                    <a:pt x="423" y="731"/>
                  </a:cubicBezTo>
                  <a:cubicBezTo>
                    <a:pt x="386" y="755"/>
                    <a:pt x="382" y="753"/>
                    <a:pt x="377" y="757"/>
                  </a:cubicBezTo>
                  <a:cubicBezTo>
                    <a:pt x="347" y="769"/>
                    <a:pt x="358" y="764"/>
                    <a:pt x="366" y="758"/>
                  </a:cubicBezTo>
                  <a:cubicBezTo>
                    <a:pt x="409" y="728"/>
                    <a:pt x="417" y="725"/>
                    <a:pt x="425" y="718"/>
                  </a:cubicBezTo>
                  <a:cubicBezTo>
                    <a:pt x="571" y="656"/>
                    <a:pt x="601" y="640"/>
                    <a:pt x="630" y="626"/>
                  </a:cubicBezTo>
                  <a:cubicBezTo>
                    <a:pt x="661" y="605"/>
                    <a:pt x="663" y="601"/>
                    <a:pt x="664" y="599"/>
                  </a:cubicBezTo>
                  <a:cubicBezTo>
                    <a:pt x="642" y="607"/>
                    <a:pt x="637" y="615"/>
                    <a:pt x="632" y="617"/>
                  </a:cubicBezTo>
                  <a:cubicBezTo>
                    <a:pt x="575" y="644"/>
                    <a:pt x="557" y="653"/>
                    <a:pt x="540" y="659"/>
                  </a:cubicBezTo>
                  <a:cubicBezTo>
                    <a:pt x="479" y="687"/>
                    <a:pt x="471" y="684"/>
                    <a:pt x="462" y="691"/>
                  </a:cubicBezTo>
                  <a:cubicBezTo>
                    <a:pt x="418" y="713"/>
                    <a:pt x="415" y="715"/>
                    <a:pt x="412" y="717"/>
                  </a:cubicBezTo>
                  <a:cubicBezTo>
                    <a:pt x="381" y="734"/>
                    <a:pt x="377" y="737"/>
                    <a:pt x="373" y="740"/>
                  </a:cubicBezTo>
                  <a:cubicBezTo>
                    <a:pt x="385" y="720"/>
                    <a:pt x="404" y="707"/>
                    <a:pt x="421" y="696"/>
                  </a:cubicBezTo>
                  <a:cubicBezTo>
                    <a:pt x="473" y="672"/>
                    <a:pt x="478" y="677"/>
                    <a:pt x="484" y="670"/>
                  </a:cubicBezTo>
                  <a:cubicBezTo>
                    <a:pt x="519" y="657"/>
                    <a:pt x="524" y="659"/>
                    <a:pt x="529" y="654"/>
                  </a:cubicBezTo>
                  <a:cubicBezTo>
                    <a:pt x="603" y="622"/>
                    <a:pt x="611" y="619"/>
                    <a:pt x="619" y="615"/>
                  </a:cubicBezTo>
                  <a:cubicBezTo>
                    <a:pt x="667" y="570"/>
                    <a:pt x="677" y="568"/>
                    <a:pt x="675" y="564"/>
                  </a:cubicBezTo>
                  <a:cubicBezTo>
                    <a:pt x="719" y="542"/>
                    <a:pt x="725" y="539"/>
                    <a:pt x="730" y="537"/>
                  </a:cubicBezTo>
                  <a:cubicBezTo>
                    <a:pt x="742" y="527"/>
                    <a:pt x="737" y="530"/>
                    <a:pt x="732" y="533"/>
                  </a:cubicBezTo>
                  <a:cubicBezTo>
                    <a:pt x="706" y="538"/>
                    <a:pt x="703" y="542"/>
                    <a:pt x="700" y="544"/>
                  </a:cubicBezTo>
                  <a:cubicBezTo>
                    <a:pt x="637" y="575"/>
                    <a:pt x="629" y="578"/>
                    <a:pt x="622" y="585"/>
                  </a:cubicBezTo>
                  <a:cubicBezTo>
                    <a:pt x="557" y="616"/>
                    <a:pt x="550" y="611"/>
                    <a:pt x="543" y="615"/>
                  </a:cubicBezTo>
                  <a:cubicBezTo>
                    <a:pt x="514" y="623"/>
                    <a:pt x="507" y="625"/>
                    <a:pt x="499" y="630"/>
                  </a:cubicBezTo>
                  <a:cubicBezTo>
                    <a:pt x="469" y="641"/>
                    <a:pt x="463" y="637"/>
                    <a:pt x="455" y="644"/>
                  </a:cubicBezTo>
                  <a:cubicBezTo>
                    <a:pt x="432" y="653"/>
                    <a:pt x="426" y="659"/>
                    <a:pt x="422" y="658"/>
                  </a:cubicBezTo>
                  <a:cubicBezTo>
                    <a:pt x="410" y="660"/>
                    <a:pt x="410" y="653"/>
                    <a:pt x="416" y="648"/>
                  </a:cubicBezTo>
                  <a:cubicBezTo>
                    <a:pt x="439" y="640"/>
                    <a:pt x="445" y="628"/>
                    <a:pt x="447" y="633"/>
                  </a:cubicBezTo>
                  <a:cubicBezTo>
                    <a:pt x="502" y="611"/>
                    <a:pt x="513" y="606"/>
                    <a:pt x="523" y="605"/>
                  </a:cubicBezTo>
                  <a:cubicBezTo>
                    <a:pt x="597" y="583"/>
                    <a:pt x="606" y="581"/>
                    <a:pt x="615" y="576"/>
                  </a:cubicBezTo>
                  <a:cubicBezTo>
                    <a:pt x="655" y="561"/>
                    <a:pt x="660" y="548"/>
                    <a:pt x="663" y="553"/>
                  </a:cubicBezTo>
                  <a:cubicBezTo>
                    <a:pt x="715" y="530"/>
                    <a:pt x="721" y="528"/>
                    <a:pt x="727" y="527"/>
                  </a:cubicBezTo>
                  <a:cubicBezTo>
                    <a:pt x="736" y="512"/>
                    <a:pt x="727" y="524"/>
                    <a:pt x="720" y="520"/>
                  </a:cubicBezTo>
                  <a:cubicBezTo>
                    <a:pt x="677" y="533"/>
                    <a:pt x="673" y="536"/>
                    <a:pt x="668" y="537"/>
                  </a:cubicBezTo>
                  <a:cubicBezTo>
                    <a:pt x="603" y="571"/>
                    <a:pt x="600" y="575"/>
                    <a:pt x="598" y="573"/>
                  </a:cubicBezTo>
                  <a:cubicBezTo>
                    <a:pt x="555" y="592"/>
                    <a:pt x="552" y="588"/>
                    <a:pt x="549" y="589"/>
                  </a:cubicBezTo>
                  <a:cubicBezTo>
                    <a:pt x="507" y="600"/>
                    <a:pt x="504" y="601"/>
                    <a:pt x="501" y="601"/>
                  </a:cubicBezTo>
                  <a:cubicBezTo>
                    <a:pt x="462" y="618"/>
                    <a:pt x="456" y="620"/>
                    <a:pt x="449" y="622"/>
                  </a:cubicBezTo>
                  <a:cubicBezTo>
                    <a:pt x="427" y="627"/>
                    <a:pt x="429" y="624"/>
                    <a:pt x="432" y="622"/>
                  </a:cubicBezTo>
                  <a:cubicBezTo>
                    <a:pt x="464" y="601"/>
                    <a:pt x="476" y="596"/>
                    <a:pt x="488" y="594"/>
                  </a:cubicBezTo>
                  <a:cubicBezTo>
                    <a:pt x="519" y="583"/>
                    <a:pt x="522" y="582"/>
                    <a:pt x="525" y="584"/>
                  </a:cubicBezTo>
                  <a:cubicBezTo>
                    <a:pt x="550" y="574"/>
                    <a:pt x="557" y="572"/>
                    <a:pt x="563" y="571"/>
                  </a:cubicBezTo>
                  <a:cubicBezTo>
                    <a:pt x="588" y="560"/>
                    <a:pt x="594" y="562"/>
                    <a:pt x="600" y="559"/>
                  </a:cubicBezTo>
                  <a:cubicBezTo>
                    <a:pt x="645" y="537"/>
                    <a:pt x="651" y="541"/>
                    <a:pt x="657" y="535"/>
                  </a:cubicBezTo>
                  <a:cubicBezTo>
                    <a:pt x="670" y="528"/>
                    <a:pt x="672" y="530"/>
                    <a:pt x="671" y="528"/>
                  </a:cubicBezTo>
                  <a:cubicBezTo>
                    <a:pt x="707" y="510"/>
                    <a:pt x="711" y="502"/>
                    <a:pt x="714" y="502"/>
                  </a:cubicBezTo>
                  <a:cubicBezTo>
                    <a:pt x="729" y="486"/>
                    <a:pt x="743" y="485"/>
                    <a:pt x="736" y="481"/>
                  </a:cubicBezTo>
                  <a:cubicBezTo>
                    <a:pt x="686" y="515"/>
                    <a:pt x="684" y="515"/>
                    <a:pt x="682" y="515"/>
                  </a:cubicBezTo>
                  <a:cubicBezTo>
                    <a:pt x="660" y="525"/>
                    <a:pt x="654" y="529"/>
                    <a:pt x="648" y="532"/>
                  </a:cubicBezTo>
                  <a:cubicBezTo>
                    <a:pt x="622" y="542"/>
                    <a:pt x="616" y="542"/>
                    <a:pt x="609" y="548"/>
                  </a:cubicBezTo>
                  <a:cubicBezTo>
                    <a:pt x="569" y="562"/>
                    <a:pt x="566" y="558"/>
                    <a:pt x="563" y="561"/>
                  </a:cubicBezTo>
                  <a:cubicBezTo>
                    <a:pt x="541" y="567"/>
                    <a:pt x="537" y="572"/>
                    <a:pt x="535" y="570"/>
                  </a:cubicBezTo>
                  <a:cubicBezTo>
                    <a:pt x="474" y="591"/>
                    <a:pt x="469" y="587"/>
                    <a:pt x="462" y="592"/>
                  </a:cubicBezTo>
                  <a:cubicBezTo>
                    <a:pt x="459" y="582"/>
                    <a:pt x="465" y="573"/>
                    <a:pt x="468" y="576"/>
                  </a:cubicBezTo>
                  <a:cubicBezTo>
                    <a:pt x="497" y="562"/>
                    <a:pt x="501" y="567"/>
                    <a:pt x="506" y="564"/>
                  </a:cubicBezTo>
                  <a:cubicBezTo>
                    <a:pt x="546" y="554"/>
                    <a:pt x="550" y="555"/>
                    <a:pt x="555" y="550"/>
                  </a:cubicBezTo>
                  <a:cubicBezTo>
                    <a:pt x="621" y="530"/>
                    <a:pt x="639" y="521"/>
                    <a:pt x="656" y="514"/>
                  </a:cubicBezTo>
                  <a:cubicBezTo>
                    <a:pt x="724" y="468"/>
                    <a:pt x="727" y="472"/>
                    <a:pt x="731" y="467"/>
                  </a:cubicBezTo>
                  <a:cubicBezTo>
                    <a:pt x="698" y="479"/>
                    <a:pt x="675" y="497"/>
                    <a:pt x="653" y="506"/>
                  </a:cubicBezTo>
                  <a:cubicBezTo>
                    <a:pt x="569" y="540"/>
                    <a:pt x="564" y="539"/>
                    <a:pt x="557" y="543"/>
                  </a:cubicBezTo>
                  <a:cubicBezTo>
                    <a:pt x="520" y="547"/>
                    <a:pt x="515" y="554"/>
                    <a:pt x="512" y="552"/>
                  </a:cubicBezTo>
                  <a:cubicBezTo>
                    <a:pt x="473" y="562"/>
                    <a:pt x="469" y="568"/>
                    <a:pt x="466" y="563"/>
                  </a:cubicBezTo>
                  <a:cubicBezTo>
                    <a:pt x="498" y="545"/>
                    <a:pt x="497" y="541"/>
                    <a:pt x="502" y="539"/>
                  </a:cubicBezTo>
                  <a:cubicBezTo>
                    <a:pt x="563" y="520"/>
                    <a:pt x="573" y="516"/>
                    <a:pt x="581" y="519"/>
                  </a:cubicBezTo>
                  <a:cubicBezTo>
                    <a:pt x="612" y="506"/>
                    <a:pt x="616" y="505"/>
                    <a:pt x="619" y="506"/>
                  </a:cubicBezTo>
                  <a:cubicBezTo>
                    <a:pt x="736" y="443"/>
                    <a:pt x="752" y="427"/>
                    <a:pt x="767" y="422"/>
                  </a:cubicBezTo>
                  <a:cubicBezTo>
                    <a:pt x="792" y="398"/>
                    <a:pt x="801" y="398"/>
                    <a:pt x="799" y="388"/>
                  </a:cubicBezTo>
                  <a:cubicBezTo>
                    <a:pt x="779" y="406"/>
                    <a:pt x="773" y="410"/>
                    <a:pt x="771" y="411"/>
                  </a:cubicBezTo>
                  <a:cubicBezTo>
                    <a:pt x="764" y="417"/>
                    <a:pt x="760" y="419"/>
                    <a:pt x="757" y="421"/>
                  </a:cubicBezTo>
                  <a:cubicBezTo>
                    <a:pt x="698" y="461"/>
                    <a:pt x="694" y="459"/>
                    <a:pt x="692" y="461"/>
                  </a:cubicBezTo>
                  <a:cubicBezTo>
                    <a:pt x="645" y="481"/>
                    <a:pt x="642" y="485"/>
                    <a:pt x="639" y="487"/>
                  </a:cubicBezTo>
                  <a:cubicBezTo>
                    <a:pt x="607" y="499"/>
                    <a:pt x="602" y="499"/>
                    <a:pt x="597" y="503"/>
                  </a:cubicBezTo>
                  <a:cubicBezTo>
                    <a:pt x="580" y="505"/>
                    <a:pt x="572" y="510"/>
                    <a:pt x="564" y="509"/>
                  </a:cubicBezTo>
                  <a:cubicBezTo>
                    <a:pt x="507" y="529"/>
                    <a:pt x="504" y="529"/>
                    <a:pt x="501" y="530"/>
                  </a:cubicBezTo>
                  <a:cubicBezTo>
                    <a:pt x="511" y="516"/>
                    <a:pt x="516" y="516"/>
                    <a:pt x="521" y="510"/>
                  </a:cubicBezTo>
                  <a:cubicBezTo>
                    <a:pt x="560" y="498"/>
                    <a:pt x="569" y="498"/>
                    <a:pt x="580" y="493"/>
                  </a:cubicBezTo>
                  <a:cubicBezTo>
                    <a:pt x="646" y="472"/>
                    <a:pt x="652" y="467"/>
                    <a:pt x="658" y="468"/>
                  </a:cubicBezTo>
                  <a:cubicBezTo>
                    <a:pt x="762" y="408"/>
                    <a:pt x="771" y="401"/>
                    <a:pt x="780" y="395"/>
                  </a:cubicBezTo>
                  <a:cubicBezTo>
                    <a:pt x="794" y="385"/>
                    <a:pt x="799" y="381"/>
                    <a:pt x="804" y="378"/>
                  </a:cubicBezTo>
                  <a:cubicBezTo>
                    <a:pt x="816" y="362"/>
                    <a:pt x="807" y="368"/>
                    <a:pt x="799" y="374"/>
                  </a:cubicBezTo>
                  <a:cubicBezTo>
                    <a:pt x="785" y="381"/>
                    <a:pt x="780" y="387"/>
                    <a:pt x="777" y="392"/>
                  </a:cubicBezTo>
                  <a:cubicBezTo>
                    <a:pt x="741" y="412"/>
                    <a:pt x="732" y="416"/>
                    <a:pt x="722" y="424"/>
                  </a:cubicBezTo>
                  <a:cubicBezTo>
                    <a:pt x="700" y="442"/>
                    <a:pt x="692" y="439"/>
                    <a:pt x="689" y="441"/>
                  </a:cubicBezTo>
                  <a:cubicBezTo>
                    <a:pt x="614" y="471"/>
                    <a:pt x="613" y="473"/>
                    <a:pt x="607" y="476"/>
                  </a:cubicBezTo>
                  <a:cubicBezTo>
                    <a:pt x="566" y="485"/>
                    <a:pt x="556" y="494"/>
                    <a:pt x="549" y="491"/>
                  </a:cubicBezTo>
                  <a:cubicBezTo>
                    <a:pt x="513" y="502"/>
                    <a:pt x="508" y="511"/>
                    <a:pt x="505" y="508"/>
                  </a:cubicBezTo>
                  <a:cubicBezTo>
                    <a:pt x="524" y="490"/>
                    <a:pt x="526" y="487"/>
                    <a:pt x="528" y="486"/>
                  </a:cubicBezTo>
                  <a:cubicBezTo>
                    <a:pt x="546" y="478"/>
                    <a:pt x="555" y="473"/>
                    <a:pt x="564" y="467"/>
                  </a:cubicBezTo>
                  <a:cubicBezTo>
                    <a:pt x="585" y="466"/>
                    <a:pt x="592" y="460"/>
                    <a:pt x="598" y="460"/>
                  </a:cubicBezTo>
                  <a:cubicBezTo>
                    <a:pt x="650" y="440"/>
                    <a:pt x="653" y="444"/>
                    <a:pt x="657" y="440"/>
                  </a:cubicBezTo>
                  <a:cubicBezTo>
                    <a:pt x="729" y="408"/>
                    <a:pt x="743" y="399"/>
                    <a:pt x="758" y="389"/>
                  </a:cubicBezTo>
                  <a:cubicBezTo>
                    <a:pt x="794" y="357"/>
                    <a:pt x="790" y="359"/>
                    <a:pt x="778" y="369"/>
                  </a:cubicBezTo>
                  <a:cubicBezTo>
                    <a:pt x="742" y="393"/>
                    <a:pt x="737" y="396"/>
                    <a:pt x="732" y="400"/>
                  </a:cubicBezTo>
                  <a:cubicBezTo>
                    <a:pt x="693" y="417"/>
                    <a:pt x="690" y="418"/>
                    <a:pt x="687" y="420"/>
                  </a:cubicBezTo>
                  <a:cubicBezTo>
                    <a:pt x="629" y="438"/>
                    <a:pt x="622" y="447"/>
                    <a:pt x="618" y="443"/>
                  </a:cubicBezTo>
                  <a:cubicBezTo>
                    <a:pt x="587" y="455"/>
                    <a:pt x="575" y="459"/>
                    <a:pt x="564" y="457"/>
                  </a:cubicBezTo>
                  <a:cubicBezTo>
                    <a:pt x="544" y="467"/>
                    <a:pt x="539" y="470"/>
                    <a:pt x="534" y="470"/>
                  </a:cubicBezTo>
                  <a:cubicBezTo>
                    <a:pt x="590" y="434"/>
                    <a:pt x="594" y="439"/>
                    <a:pt x="599" y="435"/>
                  </a:cubicBezTo>
                  <a:cubicBezTo>
                    <a:pt x="658" y="416"/>
                    <a:pt x="669" y="411"/>
                    <a:pt x="679" y="409"/>
                  </a:cubicBezTo>
                  <a:cubicBezTo>
                    <a:pt x="766" y="359"/>
                    <a:pt x="770" y="356"/>
                    <a:pt x="786" y="346"/>
                  </a:cubicBezTo>
                  <a:cubicBezTo>
                    <a:pt x="788" y="337"/>
                    <a:pt x="773" y="348"/>
                    <a:pt x="758" y="359"/>
                  </a:cubicBezTo>
                  <a:cubicBezTo>
                    <a:pt x="666" y="405"/>
                    <a:pt x="659" y="405"/>
                    <a:pt x="650" y="410"/>
                  </a:cubicBezTo>
                  <a:cubicBezTo>
                    <a:pt x="579" y="427"/>
                    <a:pt x="571" y="435"/>
                    <a:pt x="566" y="429"/>
                  </a:cubicBezTo>
                  <a:cubicBezTo>
                    <a:pt x="586" y="418"/>
                    <a:pt x="591" y="422"/>
                    <a:pt x="597" y="419"/>
                  </a:cubicBezTo>
                  <a:cubicBezTo>
                    <a:pt x="623" y="411"/>
                    <a:pt x="627" y="405"/>
                    <a:pt x="629" y="408"/>
                  </a:cubicBezTo>
                  <a:cubicBezTo>
                    <a:pt x="674" y="391"/>
                    <a:pt x="674" y="383"/>
                    <a:pt x="679" y="385"/>
                  </a:cubicBezTo>
                  <a:cubicBezTo>
                    <a:pt x="709" y="372"/>
                    <a:pt x="714" y="369"/>
                    <a:pt x="719" y="365"/>
                  </a:cubicBezTo>
                  <a:cubicBezTo>
                    <a:pt x="790" y="326"/>
                    <a:pt x="800" y="319"/>
                    <a:pt x="808" y="316"/>
                  </a:cubicBezTo>
                  <a:cubicBezTo>
                    <a:pt x="851" y="294"/>
                    <a:pt x="848" y="291"/>
                    <a:pt x="852" y="289"/>
                  </a:cubicBezTo>
                  <a:cubicBezTo>
                    <a:pt x="847" y="287"/>
                    <a:pt x="848" y="290"/>
                    <a:pt x="845" y="292"/>
                  </a:cubicBezTo>
                  <a:cubicBezTo>
                    <a:pt x="796" y="312"/>
                    <a:pt x="785" y="320"/>
                    <a:pt x="775" y="325"/>
                  </a:cubicBezTo>
                  <a:cubicBezTo>
                    <a:pt x="686" y="371"/>
                    <a:pt x="681" y="378"/>
                    <a:pt x="677" y="376"/>
                  </a:cubicBezTo>
                  <a:cubicBezTo>
                    <a:pt x="647" y="386"/>
                    <a:pt x="644" y="390"/>
                    <a:pt x="642" y="391"/>
                  </a:cubicBezTo>
                  <a:cubicBezTo>
                    <a:pt x="602" y="407"/>
                    <a:pt x="598" y="406"/>
                    <a:pt x="593" y="409"/>
                  </a:cubicBezTo>
                  <a:cubicBezTo>
                    <a:pt x="585" y="406"/>
                    <a:pt x="586" y="411"/>
                    <a:pt x="589" y="407"/>
                  </a:cubicBezTo>
                  <a:cubicBezTo>
                    <a:pt x="637" y="379"/>
                    <a:pt x="661" y="368"/>
                    <a:pt x="684" y="361"/>
                  </a:cubicBezTo>
                  <a:cubicBezTo>
                    <a:pt x="714" y="348"/>
                    <a:pt x="717" y="344"/>
                    <a:pt x="720" y="343"/>
                  </a:cubicBezTo>
                  <a:cubicBezTo>
                    <a:pt x="761" y="318"/>
                    <a:pt x="780" y="313"/>
                    <a:pt x="794" y="303"/>
                  </a:cubicBezTo>
                  <a:cubicBezTo>
                    <a:pt x="837" y="288"/>
                    <a:pt x="847" y="283"/>
                    <a:pt x="845" y="279"/>
                  </a:cubicBezTo>
                  <a:cubicBezTo>
                    <a:pt x="748" y="324"/>
                    <a:pt x="743" y="322"/>
                    <a:pt x="738" y="327"/>
                  </a:cubicBezTo>
                  <a:cubicBezTo>
                    <a:pt x="712" y="340"/>
                    <a:pt x="702" y="341"/>
                    <a:pt x="692" y="348"/>
                  </a:cubicBezTo>
                  <a:cubicBezTo>
                    <a:pt x="671" y="360"/>
                    <a:pt x="667" y="355"/>
                    <a:pt x="661" y="360"/>
                  </a:cubicBezTo>
                  <a:cubicBezTo>
                    <a:pt x="628" y="371"/>
                    <a:pt x="625" y="375"/>
                    <a:pt x="623" y="373"/>
                  </a:cubicBezTo>
                  <a:cubicBezTo>
                    <a:pt x="602" y="380"/>
                    <a:pt x="603" y="375"/>
                    <a:pt x="608" y="379"/>
                  </a:cubicBezTo>
                  <a:cubicBezTo>
                    <a:pt x="635" y="363"/>
                    <a:pt x="640" y="358"/>
                    <a:pt x="645" y="355"/>
                  </a:cubicBezTo>
                  <a:cubicBezTo>
                    <a:pt x="690" y="337"/>
                    <a:pt x="695" y="339"/>
                    <a:pt x="702" y="336"/>
                  </a:cubicBezTo>
                  <a:cubicBezTo>
                    <a:pt x="778" y="299"/>
                    <a:pt x="789" y="291"/>
                    <a:pt x="800" y="284"/>
                  </a:cubicBezTo>
                  <a:cubicBezTo>
                    <a:pt x="823" y="265"/>
                    <a:pt x="817" y="270"/>
                    <a:pt x="810" y="275"/>
                  </a:cubicBezTo>
                  <a:cubicBezTo>
                    <a:pt x="745" y="308"/>
                    <a:pt x="744" y="312"/>
                    <a:pt x="735" y="317"/>
                  </a:cubicBezTo>
                  <a:cubicBezTo>
                    <a:pt x="706" y="325"/>
                    <a:pt x="698" y="329"/>
                    <a:pt x="692" y="328"/>
                  </a:cubicBezTo>
                  <a:cubicBezTo>
                    <a:pt x="631" y="353"/>
                    <a:pt x="625" y="359"/>
                    <a:pt x="621" y="355"/>
                  </a:cubicBezTo>
                  <a:cubicBezTo>
                    <a:pt x="645" y="341"/>
                    <a:pt x="649" y="339"/>
                    <a:pt x="654" y="336"/>
                  </a:cubicBezTo>
                  <a:cubicBezTo>
                    <a:pt x="697" y="321"/>
                    <a:pt x="705" y="316"/>
                    <a:pt x="713" y="313"/>
                  </a:cubicBezTo>
                  <a:cubicBezTo>
                    <a:pt x="745" y="297"/>
                    <a:pt x="753" y="295"/>
                    <a:pt x="761" y="291"/>
                  </a:cubicBezTo>
                  <a:cubicBezTo>
                    <a:pt x="803" y="262"/>
                    <a:pt x="807" y="264"/>
                    <a:pt x="806" y="261"/>
                  </a:cubicBezTo>
                  <a:cubicBezTo>
                    <a:pt x="839" y="233"/>
                    <a:pt x="843" y="230"/>
                    <a:pt x="847" y="226"/>
                  </a:cubicBezTo>
                  <a:cubicBezTo>
                    <a:pt x="796" y="261"/>
                    <a:pt x="788" y="266"/>
                    <a:pt x="779" y="272"/>
                  </a:cubicBezTo>
                  <a:cubicBezTo>
                    <a:pt x="668" y="319"/>
                    <a:pt x="661" y="325"/>
                    <a:pt x="655" y="325"/>
                  </a:cubicBezTo>
                  <a:cubicBezTo>
                    <a:pt x="643" y="332"/>
                    <a:pt x="643" y="326"/>
                    <a:pt x="646" y="322"/>
                  </a:cubicBezTo>
                  <a:cubicBezTo>
                    <a:pt x="668" y="316"/>
                    <a:pt x="674" y="313"/>
                    <a:pt x="679" y="313"/>
                  </a:cubicBezTo>
                  <a:cubicBezTo>
                    <a:pt x="789" y="253"/>
                    <a:pt x="800" y="245"/>
                    <a:pt x="811" y="238"/>
                  </a:cubicBezTo>
                  <a:cubicBezTo>
                    <a:pt x="830" y="217"/>
                    <a:pt x="839" y="215"/>
                    <a:pt x="836" y="212"/>
                  </a:cubicBezTo>
                  <a:cubicBezTo>
                    <a:pt x="826" y="221"/>
                    <a:pt x="818" y="219"/>
                    <a:pt x="815" y="227"/>
                  </a:cubicBezTo>
                  <a:cubicBezTo>
                    <a:pt x="759" y="262"/>
                    <a:pt x="739" y="275"/>
                    <a:pt x="719" y="284"/>
                  </a:cubicBezTo>
                  <a:cubicBezTo>
                    <a:pt x="673" y="305"/>
                    <a:pt x="671" y="306"/>
                    <a:pt x="668" y="306"/>
                  </a:cubicBezTo>
                  <a:cubicBezTo>
                    <a:pt x="711" y="282"/>
                    <a:pt x="719" y="273"/>
                    <a:pt x="727" y="271"/>
                  </a:cubicBezTo>
                  <a:cubicBezTo>
                    <a:pt x="797" y="226"/>
                    <a:pt x="805" y="220"/>
                    <a:pt x="813" y="214"/>
                  </a:cubicBezTo>
                  <a:cubicBezTo>
                    <a:pt x="850" y="175"/>
                    <a:pt x="861" y="172"/>
                    <a:pt x="859" y="168"/>
                  </a:cubicBezTo>
                  <a:close/>
                  <a:moveTo>
                    <a:pt x="743" y="232"/>
                  </a:moveTo>
                  <a:cubicBezTo>
                    <a:pt x="748" y="239"/>
                    <a:pt x="733" y="238"/>
                    <a:pt x="728" y="246"/>
                  </a:cubicBezTo>
                  <a:cubicBezTo>
                    <a:pt x="725" y="238"/>
                    <a:pt x="737" y="240"/>
                    <a:pt x="743" y="232"/>
                  </a:cubicBezTo>
                  <a:close/>
                  <a:moveTo>
                    <a:pt x="723" y="245"/>
                  </a:moveTo>
                  <a:cubicBezTo>
                    <a:pt x="723" y="251"/>
                    <a:pt x="713" y="252"/>
                    <a:pt x="710" y="254"/>
                  </a:cubicBezTo>
                  <a:cubicBezTo>
                    <a:pt x="709" y="248"/>
                    <a:pt x="719" y="247"/>
                    <a:pt x="723" y="245"/>
                  </a:cubicBezTo>
                  <a:close/>
                  <a:moveTo>
                    <a:pt x="265" y="659"/>
                  </a:moveTo>
                  <a:cubicBezTo>
                    <a:pt x="262" y="656"/>
                    <a:pt x="263" y="654"/>
                    <a:pt x="262" y="651"/>
                  </a:cubicBezTo>
                  <a:cubicBezTo>
                    <a:pt x="260" y="649"/>
                    <a:pt x="256" y="646"/>
                    <a:pt x="259" y="644"/>
                  </a:cubicBezTo>
                  <a:cubicBezTo>
                    <a:pt x="256" y="643"/>
                    <a:pt x="254" y="641"/>
                    <a:pt x="252" y="638"/>
                  </a:cubicBezTo>
                  <a:cubicBezTo>
                    <a:pt x="252" y="636"/>
                    <a:pt x="252" y="634"/>
                    <a:pt x="250" y="635"/>
                  </a:cubicBezTo>
                  <a:cubicBezTo>
                    <a:pt x="248" y="631"/>
                    <a:pt x="248" y="627"/>
                    <a:pt x="243" y="623"/>
                  </a:cubicBezTo>
                  <a:cubicBezTo>
                    <a:pt x="245" y="617"/>
                    <a:pt x="243" y="617"/>
                    <a:pt x="239" y="613"/>
                  </a:cubicBezTo>
                  <a:cubicBezTo>
                    <a:pt x="241" y="610"/>
                    <a:pt x="236" y="605"/>
                    <a:pt x="236" y="601"/>
                  </a:cubicBezTo>
                  <a:cubicBezTo>
                    <a:pt x="231" y="592"/>
                    <a:pt x="230" y="592"/>
                    <a:pt x="223" y="581"/>
                  </a:cubicBezTo>
                  <a:cubicBezTo>
                    <a:pt x="215" y="572"/>
                    <a:pt x="216" y="564"/>
                    <a:pt x="207" y="555"/>
                  </a:cubicBezTo>
                  <a:cubicBezTo>
                    <a:pt x="203" y="545"/>
                    <a:pt x="204" y="543"/>
                    <a:pt x="195" y="532"/>
                  </a:cubicBezTo>
                  <a:cubicBezTo>
                    <a:pt x="199" y="528"/>
                    <a:pt x="191" y="523"/>
                    <a:pt x="193" y="519"/>
                  </a:cubicBezTo>
                  <a:cubicBezTo>
                    <a:pt x="188" y="514"/>
                    <a:pt x="192" y="510"/>
                    <a:pt x="188" y="505"/>
                  </a:cubicBezTo>
                  <a:cubicBezTo>
                    <a:pt x="187" y="496"/>
                    <a:pt x="184" y="487"/>
                    <a:pt x="181" y="478"/>
                  </a:cubicBezTo>
                  <a:cubicBezTo>
                    <a:pt x="189" y="478"/>
                    <a:pt x="185" y="488"/>
                    <a:pt x="189" y="492"/>
                  </a:cubicBezTo>
                  <a:cubicBezTo>
                    <a:pt x="191" y="498"/>
                    <a:pt x="194" y="504"/>
                    <a:pt x="193" y="509"/>
                  </a:cubicBezTo>
                  <a:cubicBezTo>
                    <a:pt x="200" y="517"/>
                    <a:pt x="199" y="523"/>
                    <a:pt x="207" y="531"/>
                  </a:cubicBezTo>
                  <a:cubicBezTo>
                    <a:pt x="210" y="535"/>
                    <a:pt x="208" y="538"/>
                    <a:pt x="209" y="541"/>
                  </a:cubicBezTo>
                  <a:cubicBezTo>
                    <a:pt x="213" y="542"/>
                    <a:pt x="214" y="546"/>
                    <a:pt x="213" y="549"/>
                  </a:cubicBezTo>
                  <a:cubicBezTo>
                    <a:pt x="220" y="554"/>
                    <a:pt x="218" y="557"/>
                    <a:pt x="224" y="565"/>
                  </a:cubicBezTo>
                  <a:cubicBezTo>
                    <a:pt x="227" y="574"/>
                    <a:pt x="233" y="584"/>
                    <a:pt x="237" y="593"/>
                  </a:cubicBezTo>
                  <a:cubicBezTo>
                    <a:pt x="239" y="596"/>
                    <a:pt x="241" y="598"/>
                    <a:pt x="243" y="601"/>
                  </a:cubicBezTo>
                  <a:cubicBezTo>
                    <a:pt x="243" y="603"/>
                    <a:pt x="243" y="605"/>
                    <a:pt x="245" y="604"/>
                  </a:cubicBezTo>
                  <a:cubicBezTo>
                    <a:pt x="246" y="609"/>
                    <a:pt x="245" y="613"/>
                    <a:pt x="250" y="618"/>
                  </a:cubicBezTo>
                  <a:cubicBezTo>
                    <a:pt x="253" y="627"/>
                    <a:pt x="261" y="637"/>
                    <a:pt x="263" y="646"/>
                  </a:cubicBezTo>
                  <a:cubicBezTo>
                    <a:pt x="271" y="655"/>
                    <a:pt x="270" y="664"/>
                    <a:pt x="275" y="673"/>
                  </a:cubicBezTo>
                  <a:cubicBezTo>
                    <a:pt x="268" y="673"/>
                    <a:pt x="271" y="663"/>
                    <a:pt x="265" y="659"/>
                  </a:cubicBezTo>
                  <a:close/>
                  <a:moveTo>
                    <a:pt x="279" y="685"/>
                  </a:moveTo>
                  <a:cubicBezTo>
                    <a:pt x="279" y="692"/>
                    <a:pt x="278" y="682"/>
                    <a:pt x="274" y="679"/>
                  </a:cubicBezTo>
                  <a:cubicBezTo>
                    <a:pt x="273" y="676"/>
                    <a:pt x="276" y="678"/>
                    <a:pt x="277" y="679"/>
                  </a:cubicBezTo>
                  <a:cubicBezTo>
                    <a:pt x="278" y="681"/>
                    <a:pt x="279" y="683"/>
                    <a:pt x="281" y="684"/>
                  </a:cubicBezTo>
                  <a:cubicBezTo>
                    <a:pt x="280" y="685"/>
                    <a:pt x="280" y="685"/>
                    <a:pt x="279" y="685"/>
                  </a:cubicBezTo>
                  <a:close/>
                  <a:moveTo>
                    <a:pt x="166" y="634"/>
                  </a:moveTo>
                  <a:cubicBezTo>
                    <a:pt x="162" y="637"/>
                    <a:pt x="166" y="630"/>
                    <a:pt x="161" y="628"/>
                  </a:cubicBezTo>
                  <a:cubicBezTo>
                    <a:pt x="168" y="628"/>
                    <a:pt x="168" y="638"/>
                    <a:pt x="172" y="642"/>
                  </a:cubicBezTo>
                  <a:cubicBezTo>
                    <a:pt x="168" y="645"/>
                    <a:pt x="166" y="636"/>
                    <a:pt x="166" y="634"/>
                  </a:cubicBezTo>
                  <a:close/>
                  <a:moveTo>
                    <a:pt x="192" y="691"/>
                  </a:moveTo>
                  <a:cubicBezTo>
                    <a:pt x="192" y="690"/>
                    <a:pt x="191" y="690"/>
                    <a:pt x="190" y="691"/>
                  </a:cubicBezTo>
                  <a:cubicBezTo>
                    <a:pt x="187" y="685"/>
                    <a:pt x="184" y="679"/>
                    <a:pt x="184" y="673"/>
                  </a:cubicBezTo>
                  <a:cubicBezTo>
                    <a:pt x="190" y="669"/>
                    <a:pt x="184" y="681"/>
                    <a:pt x="189" y="677"/>
                  </a:cubicBezTo>
                  <a:cubicBezTo>
                    <a:pt x="189" y="682"/>
                    <a:pt x="193" y="688"/>
                    <a:pt x="194" y="693"/>
                  </a:cubicBezTo>
                  <a:cubicBezTo>
                    <a:pt x="195" y="695"/>
                    <a:pt x="196" y="696"/>
                    <a:pt x="197" y="698"/>
                  </a:cubicBezTo>
                  <a:cubicBezTo>
                    <a:pt x="200" y="705"/>
                    <a:pt x="188" y="693"/>
                    <a:pt x="192" y="691"/>
                  </a:cubicBezTo>
                  <a:close/>
                  <a:moveTo>
                    <a:pt x="259" y="828"/>
                  </a:moveTo>
                  <a:cubicBezTo>
                    <a:pt x="258" y="824"/>
                    <a:pt x="255" y="820"/>
                    <a:pt x="256" y="817"/>
                  </a:cubicBezTo>
                  <a:cubicBezTo>
                    <a:pt x="247" y="810"/>
                    <a:pt x="247" y="797"/>
                    <a:pt x="241" y="789"/>
                  </a:cubicBezTo>
                  <a:cubicBezTo>
                    <a:pt x="233" y="777"/>
                    <a:pt x="228" y="766"/>
                    <a:pt x="224" y="755"/>
                  </a:cubicBezTo>
                  <a:cubicBezTo>
                    <a:pt x="220" y="751"/>
                    <a:pt x="217" y="746"/>
                    <a:pt x="214" y="742"/>
                  </a:cubicBezTo>
                  <a:cubicBezTo>
                    <a:pt x="212" y="737"/>
                    <a:pt x="211" y="732"/>
                    <a:pt x="208" y="727"/>
                  </a:cubicBezTo>
                  <a:cubicBezTo>
                    <a:pt x="206" y="724"/>
                    <a:pt x="208" y="722"/>
                    <a:pt x="205" y="719"/>
                  </a:cubicBezTo>
                  <a:cubicBezTo>
                    <a:pt x="202" y="720"/>
                    <a:pt x="204" y="715"/>
                    <a:pt x="201" y="717"/>
                  </a:cubicBezTo>
                  <a:cubicBezTo>
                    <a:pt x="203" y="712"/>
                    <a:pt x="194" y="705"/>
                    <a:pt x="199" y="701"/>
                  </a:cubicBezTo>
                  <a:cubicBezTo>
                    <a:pt x="207" y="710"/>
                    <a:pt x="207" y="720"/>
                    <a:pt x="217" y="725"/>
                  </a:cubicBezTo>
                  <a:cubicBezTo>
                    <a:pt x="214" y="728"/>
                    <a:pt x="222" y="733"/>
                    <a:pt x="220" y="736"/>
                  </a:cubicBezTo>
                  <a:cubicBezTo>
                    <a:pt x="220" y="739"/>
                    <a:pt x="227" y="743"/>
                    <a:pt x="224" y="745"/>
                  </a:cubicBezTo>
                  <a:cubicBezTo>
                    <a:pt x="228" y="751"/>
                    <a:pt x="231" y="757"/>
                    <a:pt x="232" y="763"/>
                  </a:cubicBezTo>
                  <a:cubicBezTo>
                    <a:pt x="242" y="777"/>
                    <a:pt x="242" y="783"/>
                    <a:pt x="252" y="798"/>
                  </a:cubicBezTo>
                  <a:cubicBezTo>
                    <a:pt x="255" y="807"/>
                    <a:pt x="256" y="808"/>
                    <a:pt x="261" y="817"/>
                  </a:cubicBezTo>
                  <a:cubicBezTo>
                    <a:pt x="258" y="822"/>
                    <a:pt x="264" y="829"/>
                    <a:pt x="265" y="836"/>
                  </a:cubicBezTo>
                  <a:cubicBezTo>
                    <a:pt x="259" y="838"/>
                    <a:pt x="262" y="830"/>
                    <a:pt x="259" y="828"/>
                  </a:cubicBezTo>
                  <a:close/>
                  <a:moveTo>
                    <a:pt x="195" y="1053"/>
                  </a:moveTo>
                  <a:cubicBezTo>
                    <a:pt x="187" y="1053"/>
                    <a:pt x="194" y="1042"/>
                    <a:pt x="195" y="1053"/>
                  </a:cubicBezTo>
                  <a:close/>
                  <a:moveTo>
                    <a:pt x="139" y="1162"/>
                  </a:moveTo>
                  <a:cubicBezTo>
                    <a:pt x="139" y="1162"/>
                    <a:pt x="135" y="1161"/>
                    <a:pt x="135" y="1160"/>
                  </a:cubicBezTo>
                  <a:cubicBezTo>
                    <a:pt x="135" y="1160"/>
                    <a:pt x="137" y="1159"/>
                    <a:pt x="137" y="1159"/>
                  </a:cubicBezTo>
                  <a:cubicBezTo>
                    <a:pt x="135" y="1156"/>
                    <a:pt x="134" y="1152"/>
                    <a:pt x="136" y="1155"/>
                  </a:cubicBezTo>
                  <a:cubicBezTo>
                    <a:pt x="138" y="1157"/>
                    <a:pt x="136" y="1158"/>
                    <a:pt x="137" y="1159"/>
                  </a:cubicBezTo>
                  <a:cubicBezTo>
                    <a:pt x="137" y="1159"/>
                    <a:pt x="146" y="1164"/>
                    <a:pt x="139" y="1162"/>
                  </a:cubicBezTo>
                  <a:close/>
                  <a:moveTo>
                    <a:pt x="157" y="1194"/>
                  </a:moveTo>
                  <a:cubicBezTo>
                    <a:pt x="156" y="1188"/>
                    <a:pt x="151" y="1181"/>
                    <a:pt x="146" y="1175"/>
                  </a:cubicBezTo>
                  <a:cubicBezTo>
                    <a:pt x="148" y="1173"/>
                    <a:pt x="150" y="1179"/>
                    <a:pt x="153" y="1177"/>
                  </a:cubicBezTo>
                  <a:cubicBezTo>
                    <a:pt x="149" y="1182"/>
                    <a:pt x="165" y="1190"/>
                    <a:pt x="157" y="1194"/>
                  </a:cubicBezTo>
                  <a:close/>
                  <a:moveTo>
                    <a:pt x="160" y="1194"/>
                  </a:moveTo>
                  <a:cubicBezTo>
                    <a:pt x="165" y="1194"/>
                    <a:pt x="164" y="1204"/>
                    <a:pt x="167" y="1208"/>
                  </a:cubicBezTo>
                  <a:cubicBezTo>
                    <a:pt x="161" y="1208"/>
                    <a:pt x="161" y="1198"/>
                    <a:pt x="160" y="1194"/>
                  </a:cubicBezTo>
                  <a:close/>
                  <a:moveTo>
                    <a:pt x="120" y="1272"/>
                  </a:moveTo>
                  <a:cubicBezTo>
                    <a:pt x="122" y="1271"/>
                    <a:pt x="129" y="1274"/>
                    <a:pt x="125" y="1275"/>
                  </a:cubicBezTo>
                  <a:cubicBezTo>
                    <a:pt x="136" y="1289"/>
                    <a:pt x="127" y="1283"/>
                    <a:pt x="120" y="1272"/>
                  </a:cubicBezTo>
                  <a:close/>
                  <a:moveTo>
                    <a:pt x="25" y="1215"/>
                  </a:moveTo>
                  <a:cubicBezTo>
                    <a:pt x="26" y="1214"/>
                    <a:pt x="27" y="1214"/>
                    <a:pt x="28" y="1213"/>
                  </a:cubicBezTo>
                  <a:cubicBezTo>
                    <a:pt x="29" y="1214"/>
                    <a:pt x="31" y="1216"/>
                    <a:pt x="32" y="1218"/>
                  </a:cubicBezTo>
                  <a:cubicBezTo>
                    <a:pt x="31" y="1218"/>
                    <a:pt x="30" y="1219"/>
                    <a:pt x="29" y="1220"/>
                  </a:cubicBezTo>
                  <a:cubicBezTo>
                    <a:pt x="27" y="1218"/>
                    <a:pt x="26" y="1217"/>
                    <a:pt x="25" y="1215"/>
                  </a:cubicBezTo>
                  <a:close/>
                  <a:moveTo>
                    <a:pt x="121" y="1375"/>
                  </a:moveTo>
                  <a:cubicBezTo>
                    <a:pt x="117" y="1370"/>
                    <a:pt x="114" y="1365"/>
                    <a:pt x="110" y="1360"/>
                  </a:cubicBezTo>
                  <a:cubicBezTo>
                    <a:pt x="113" y="1358"/>
                    <a:pt x="116" y="1360"/>
                    <a:pt x="118" y="1364"/>
                  </a:cubicBezTo>
                  <a:cubicBezTo>
                    <a:pt x="122" y="1365"/>
                    <a:pt x="127" y="1372"/>
                    <a:pt x="121" y="1375"/>
                  </a:cubicBezTo>
                  <a:close/>
                  <a:moveTo>
                    <a:pt x="156" y="1400"/>
                  </a:moveTo>
                  <a:cubicBezTo>
                    <a:pt x="154" y="1401"/>
                    <a:pt x="156" y="1399"/>
                    <a:pt x="154" y="1397"/>
                  </a:cubicBezTo>
                  <a:cubicBezTo>
                    <a:pt x="129" y="1364"/>
                    <a:pt x="125" y="1355"/>
                    <a:pt x="120" y="1353"/>
                  </a:cubicBezTo>
                  <a:cubicBezTo>
                    <a:pt x="103" y="1335"/>
                    <a:pt x="105" y="1329"/>
                    <a:pt x="98" y="1330"/>
                  </a:cubicBezTo>
                  <a:cubicBezTo>
                    <a:pt x="80" y="1305"/>
                    <a:pt x="82" y="1304"/>
                    <a:pt x="82" y="1304"/>
                  </a:cubicBezTo>
                  <a:cubicBezTo>
                    <a:pt x="72" y="1293"/>
                    <a:pt x="73" y="1290"/>
                    <a:pt x="72" y="1290"/>
                  </a:cubicBezTo>
                  <a:cubicBezTo>
                    <a:pt x="60" y="1278"/>
                    <a:pt x="63" y="1277"/>
                    <a:pt x="61" y="1275"/>
                  </a:cubicBezTo>
                  <a:cubicBezTo>
                    <a:pt x="44" y="1247"/>
                    <a:pt x="37" y="1241"/>
                    <a:pt x="37" y="1236"/>
                  </a:cubicBezTo>
                  <a:cubicBezTo>
                    <a:pt x="33" y="1223"/>
                    <a:pt x="41" y="1230"/>
                    <a:pt x="45" y="1233"/>
                  </a:cubicBezTo>
                  <a:cubicBezTo>
                    <a:pt x="83" y="1280"/>
                    <a:pt x="94" y="1291"/>
                    <a:pt x="101" y="1303"/>
                  </a:cubicBezTo>
                  <a:cubicBezTo>
                    <a:pt x="106" y="1310"/>
                    <a:pt x="104" y="1311"/>
                    <a:pt x="105" y="1312"/>
                  </a:cubicBezTo>
                  <a:cubicBezTo>
                    <a:pt x="117" y="1329"/>
                    <a:pt x="118" y="1327"/>
                    <a:pt x="119" y="1329"/>
                  </a:cubicBezTo>
                  <a:cubicBezTo>
                    <a:pt x="159" y="1413"/>
                    <a:pt x="159" y="1403"/>
                    <a:pt x="156" y="1400"/>
                  </a:cubicBezTo>
                  <a:close/>
                  <a:moveTo>
                    <a:pt x="217" y="1325"/>
                  </a:moveTo>
                  <a:cubicBezTo>
                    <a:pt x="220" y="1327"/>
                    <a:pt x="210" y="1334"/>
                    <a:pt x="210" y="1328"/>
                  </a:cubicBezTo>
                  <a:cubicBezTo>
                    <a:pt x="212" y="1325"/>
                    <a:pt x="214" y="1327"/>
                    <a:pt x="217" y="1325"/>
                  </a:cubicBezTo>
                  <a:close/>
                  <a:moveTo>
                    <a:pt x="182" y="1218"/>
                  </a:moveTo>
                  <a:cubicBezTo>
                    <a:pt x="188" y="1216"/>
                    <a:pt x="184" y="1224"/>
                    <a:pt x="189" y="1227"/>
                  </a:cubicBezTo>
                  <a:cubicBezTo>
                    <a:pt x="183" y="1229"/>
                    <a:pt x="184" y="1220"/>
                    <a:pt x="182" y="1218"/>
                  </a:cubicBezTo>
                  <a:close/>
                  <a:moveTo>
                    <a:pt x="339" y="1330"/>
                  </a:moveTo>
                  <a:cubicBezTo>
                    <a:pt x="343" y="1334"/>
                    <a:pt x="348" y="1326"/>
                    <a:pt x="351" y="1333"/>
                  </a:cubicBezTo>
                  <a:cubicBezTo>
                    <a:pt x="345" y="1334"/>
                    <a:pt x="340" y="1333"/>
                    <a:pt x="334" y="1333"/>
                  </a:cubicBezTo>
                  <a:cubicBezTo>
                    <a:pt x="333" y="1331"/>
                    <a:pt x="337" y="1333"/>
                    <a:pt x="339" y="1330"/>
                  </a:cubicBezTo>
                  <a:close/>
                  <a:moveTo>
                    <a:pt x="334" y="1341"/>
                  </a:moveTo>
                  <a:cubicBezTo>
                    <a:pt x="336" y="1340"/>
                    <a:pt x="338" y="1342"/>
                    <a:pt x="340" y="1342"/>
                  </a:cubicBezTo>
                  <a:cubicBezTo>
                    <a:pt x="342" y="1341"/>
                    <a:pt x="344" y="1342"/>
                    <a:pt x="346" y="1340"/>
                  </a:cubicBezTo>
                  <a:cubicBezTo>
                    <a:pt x="357" y="1342"/>
                    <a:pt x="367" y="1347"/>
                    <a:pt x="379" y="1338"/>
                  </a:cubicBezTo>
                  <a:cubicBezTo>
                    <a:pt x="387" y="1341"/>
                    <a:pt x="395" y="1339"/>
                    <a:pt x="403" y="1338"/>
                  </a:cubicBezTo>
                  <a:cubicBezTo>
                    <a:pt x="406" y="1343"/>
                    <a:pt x="399" y="1338"/>
                    <a:pt x="397" y="1342"/>
                  </a:cubicBezTo>
                  <a:cubicBezTo>
                    <a:pt x="395" y="1339"/>
                    <a:pt x="391" y="1345"/>
                    <a:pt x="389" y="1341"/>
                  </a:cubicBezTo>
                  <a:cubicBezTo>
                    <a:pt x="383" y="1345"/>
                    <a:pt x="378" y="1341"/>
                    <a:pt x="372" y="1345"/>
                  </a:cubicBezTo>
                  <a:cubicBezTo>
                    <a:pt x="367" y="1342"/>
                    <a:pt x="362" y="1346"/>
                    <a:pt x="357" y="1344"/>
                  </a:cubicBezTo>
                  <a:cubicBezTo>
                    <a:pt x="352" y="1342"/>
                    <a:pt x="346" y="1348"/>
                    <a:pt x="341" y="1343"/>
                  </a:cubicBezTo>
                  <a:cubicBezTo>
                    <a:pt x="335" y="1345"/>
                    <a:pt x="329" y="1350"/>
                    <a:pt x="324" y="1343"/>
                  </a:cubicBezTo>
                  <a:cubicBezTo>
                    <a:pt x="328" y="1342"/>
                    <a:pt x="330" y="1346"/>
                    <a:pt x="334" y="1341"/>
                  </a:cubicBezTo>
                  <a:close/>
                  <a:moveTo>
                    <a:pt x="321" y="1343"/>
                  </a:moveTo>
                  <a:cubicBezTo>
                    <a:pt x="321" y="1351"/>
                    <a:pt x="310" y="1347"/>
                    <a:pt x="306" y="1349"/>
                  </a:cubicBezTo>
                  <a:cubicBezTo>
                    <a:pt x="300" y="1351"/>
                    <a:pt x="295" y="1352"/>
                    <a:pt x="290" y="1353"/>
                  </a:cubicBezTo>
                  <a:cubicBezTo>
                    <a:pt x="284" y="1355"/>
                    <a:pt x="278" y="1355"/>
                    <a:pt x="272" y="1359"/>
                  </a:cubicBezTo>
                  <a:cubicBezTo>
                    <a:pt x="267" y="1360"/>
                    <a:pt x="265" y="1364"/>
                    <a:pt x="258" y="1364"/>
                  </a:cubicBezTo>
                  <a:cubicBezTo>
                    <a:pt x="249" y="1371"/>
                    <a:pt x="241" y="1374"/>
                    <a:pt x="233" y="1377"/>
                  </a:cubicBezTo>
                  <a:cubicBezTo>
                    <a:pt x="216" y="1388"/>
                    <a:pt x="203" y="1400"/>
                    <a:pt x="192" y="1412"/>
                  </a:cubicBezTo>
                  <a:cubicBezTo>
                    <a:pt x="191" y="1414"/>
                    <a:pt x="190" y="1415"/>
                    <a:pt x="191" y="1417"/>
                  </a:cubicBezTo>
                  <a:cubicBezTo>
                    <a:pt x="188" y="1420"/>
                    <a:pt x="186" y="1418"/>
                    <a:pt x="188" y="1417"/>
                  </a:cubicBezTo>
                  <a:cubicBezTo>
                    <a:pt x="190" y="1412"/>
                    <a:pt x="191" y="1406"/>
                    <a:pt x="196" y="1401"/>
                  </a:cubicBezTo>
                  <a:cubicBezTo>
                    <a:pt x="197" y="1396"/>
                    <a:pt x="204" y="1391"/>
                    <a:pt x="205" y="1385"/>
                  </a:cubicBezTo>
                  <a:cubicBezTo>
                    <a:pt x="211" y="1384"/>
                    <a:pt x="216" y="1375"/>
                    <a:pt x="225" y="1370"/>
                  </a:cubicBezTo>
                  <a:cubicBezTo>
                    <a:pt x="235" y="1364"/>
                    <a:pt x="236" y="1365"/>
                    <a:pt x="246" y="1358"/>
                  </a:cubicBezTo>
                  <a:cubicBezTo>
                    <a:pt x="248" y="1361"/>
                    <a:pt x="252" y="1355"/>
                    <a:pt x="255" y="1356"/>
                  </a:cubicBezTo>
                  <a:cubicBezTo>
                    <a:pt x="258" y="1356"/>
                    <a:pt x="261" y="1355"/>
                    <a:pt x="264" y="1352"/>
                  </a:cubicBezTo>
                  <a:cubicBezTo>
                    <a:pt x="267" y="1356"/>
                    <a:pt x="272" y="1352"/>
                    <a:pt x="275" y="1354"/>
                  </a:cubicBezTo>
                  <a:cubicBezTo>
                    <a:pt x="291" y="1345"/>
                    <a:pt x="306" y="1348"/>
                    <a:pt x="321" y="1343"/>
                  </a:cubicBezTo>
                  <a:close/>
                  <a:moveTo>
                    <a:pt x="193" y="1379"/>
                  </a:moveTo>
                  <a:cubicBezTo>
                    <a:pt x="192" y="1377"/>
                    <a:pt x="196" y="1374"/>
                    <a:pt x="198" y="1376"/>
                  </a:cubicBezTo>
                  <a:cubicBezTo>
                    <a:pt x="198" y="1371"/>
                    <a:pt x="203" y="1367"/>
                    <a:pt x="205" y="1363"/>
                  </a:cubicBezTo>
                  <a:cubicBezTo>
                    <a:pt x="211" y="1359"/>
                    <a:pt x="216" y="1355"/>
                    <a:pt x="221" y="1351"/>
                  </a:cubicBezTo>
                  <a:cubicBezTo>
                    <a:pt x="230" y="1347"/>
                    <a:pt x="237" y="1348"/>
                    <a:pt x="246" y="1341"/>
                  </a:cubicBezTo>
                  <a:cubicBezTo>
                    <a:pt x="251" y="1345"/>
                    <a:pt x="256" y="1336"/>
                    <a:pt x="262" y="1339"/>
                  </a:cubicBezTo>
                  <a:cubicBezTo>
                    <a:pt x="267" y="1334"/>
                    <a:pt x="271" y="1340"/>
                    <a:pt x="277" y="1336"/>
                  </a:cubicBezTo>
                  <a:cubicBezTo>
                    <a:pt x="286" y="1336"/>
                    <a:pt x="296" y="1336"/>
                    <a:pt x="305" y="1335"/>
                  </a:cubicBezTo>
                  <a:cubicBezTo>
                    <a:pt x="306" y="1338"/>
                    <a:pt x="303" y="1337"/>
                    <a:pt x="301" y="1338"/>
                  </a:cubicBezTo>
                  <a:cubicBezTo>
                    <a:pt x="298" y="1342"/>
                    <a:pt x="296" y="1337"/>
                    <a:pt x="293" y="1338"/>
                  </a:cubicBezTo>
                  <a:cubicBezTo>
                    <a:pt x="291" y="1341"/>
                    <a:pt x="290" y="1339"/>
                    <a:pt x="287" y="1340"/>
                  </a:cubicBezTo>
                  <a:cubicBezTo>
                    <a:pt x="284" y="1339"/>
                    <a:pt x="280" y="1341"/>
                    <a:pt x="275" y="1344"/>
                  </a:cubicBezTo>
                  <a:cubicBezTo>
                    <a:pt x="268" y="1341"/>
                    <a:pt x="260" y="1348"/>
                    <a:pt x="252" y="1346"/>
                  </a:cubicBezTo>
                  <a:cubicBezTo>
                    <a:pt x="250" y="1348"/>
                    <a:pt x="248" y="1349"/>
                    <a:pt x="246" y="1348"/>
                  </a:cubicBezTo>
                  <a:cubicBezTo>
                    <a:pt x="236" y="1354"/>
                    <a:pt x="235" y="1357"/>
                    <a:pt x="226" y="1357"/>
                  </a:cubicBezTo>
                  <a:cubicBezTo>
                    <a:pt x="224" y="1364"/>
                    <a:pt x="216" y="1364"/>
                    <a:pt x="214" y="1368"/>
                  </a:cubicBezTo>
                  <a:cubicBezTo>
                    <a:pt x="207" y="1371"/>
                    <a:pt x="208" y="1375"/>
                    <a:pt x="200" y="1376"/>
                  </a:cubicBezTo>
                  <a:cubicBezTo>
                    <a:pt x="199" y="1380"/>
                    <a:pt x="194" y="1384"/>
                    <a:pt x="191" y="1387"/>
                  </a:cubicBezTo>
                  <a:cubicBezTo>
                    <a:pt x="188" y="1384"/>
                    <a:pt x="189" y="1381"/>
                    <a:pt x="193" y="1379"/>
                  </a:cubicBezTo>
                  <a:close/>
                  <a:moveTo>
                    <a:pt x="199" y="1139"/>
                  </a:moveTo>
                  <a:cubicBezTo>
                    <a:pt x="195" y="1136"/>
                    <a:pt x="199" y="1133"/>
                    <a:pt x="194" y="1130"/>
                  </a:cubicBezTo>
                  <a:cubicBezTo>
                    <a:pt x="196" y="1124"/>
                    <a:pt x="191" y="1118"/>
                    <a:pt x="192" y="1112"/>
                  </a:cubicBezTo>
                  <a:cubicBezTo>
                    <a:pt x="172" y="1082"/>
                    <a:pt x="156" y="1052"/>
                    <a:pt x="135" y="1027"/>
                  </a:cubicBezTo>
                  <a:cubicBezTo>
                    <a:pt x="131" y="1022"/>
                    <a:pt x="125" y="1019"/>
                    <a:pt x="121" y="1011"/>
                  </a:cubicBezTo>
                  <a:cubicBezTo>
                    <a:pt x="118" y="1006"/>
                    <a:pt x="120" y="1008"/>
                    <a:pt x="116" y="1004"/>
                  </a:cubicBezTo>
                  <a:cubicBezTo>
                    <a:pt x="114" y="1002"/>
                    <a:pt x="115" y="999"/>
                    <a:pt x="113" y="997"/>
                  </a:cubicBezTo>
                  <a:cubicBezTo>
                    <a:pt x="111" y="993"/>
                    <a:pt x="107" y="991"/>
                    <a:pt x="105" y="988"/>
                  </a:cubicBezTo>
                  <a:cubicBezTo>
                    <a:pt x="105" y="989"/>
                    <a:pt x="106" y="986"/>
                    <a:pt x="105" y="985"/>
                  </a:cubicBezTo>
                  <a:cubicBezTo>
                    <a:pt x="105" y="985"/>
                    <a:pt x="99" y="984"/>
                    <a:pt x="100" y="982"/>
                  </a:cubicBezTo>
                  <a:cubicBezTo>
                    <a:pt x="102" y="976"/>
                    <a:pt x="85" y="961"/>
                    <a:pt x="80" y="952"/>
                  </a:cubicBezTo>
                  <a:cubicBezTo>
                    <a:pt x="80" y="951"/>
                    <a:pt x="78" y="949"/>
                    <a:pt x="78" y="948"/>
                  </a:cubicBezTo>
                  <a:cubicBezTo>
                    <a:pt x="79" y="945"/>
                    <a:pt x="77" y="947"/>
                    <a:pt x="75" y="943"/>
                  </a:cubicBezTo>
                  <a:cubicBezTo>
                    <a:pt x="75" y="943"/>
                    <a:pt x="76" y="942"/>
                    <a:pt x="75" y="941"/>
                  </a:cubicBezTo>
                  <a:cubicBezTo>
                    <a:pt x="70" y="932"/>
                    <a:pt x="58" y="920"/>
                    <a:pt x="53" y="907"/>
                  </a:cubicBezTo>
                  <a:cubicBezTo>
                    <a:pt x="58" y="904"/>
                    <a:pt x="61" y="910"/>
                    <a:pt x="64" y="915"/>
                  </a:cubicBezTo>
                  <a:cubicBezTo>
                    <a:pt x="65" y="919"/>
                    <a:pt x="73" y="924"/>
                    <a:pt x="70" y="927"/>
                  </a:cubicBezTo>
                  <a:cubicBezTo>
                    <a:pt x="77" y="930"/>
                    <a:pt x="83" y="943"/>
                    <a:pt x="90" y="947"/>
                  </a:cubicBezTo>
                  <a:cubicBezTo>
                    <a:pt x="93" y="952"/>
                    <a:pt x="96" y="956"/>
                    <a:pt x="99" y="960"/>
                  </a:cubicBezTo>
                  <a:cubicBezTo>
                    <a:pt x="97" y="963"/>
                    <a:pt x="100" y="962"/>
                    <a:pt x="101" y="963"/>
                  </a:cubicBezTo>
                  <a:cubicBezTo>
                    <a:pt x="101" y="966"/>
                    <a:pt x="102" y="968"/>
                    <a:pt x="104" y="967"/>
                  </a:cubicBezTo>
                  <a:cubicBezTo>
                    <a:pt x="107" y="969"/>
                    <a:pt x="109" y="979"/>
                    <a:pt x="114" y="977"/>
                  </a:cubicBezTo>
                  <a:cubicBezTo>
                    <a:pt x="113" y="980"/>
                    <a:pt x="116" y="984"/>
                    <a:pt x="119" y="985"/>
                  </a:cubicBezTo>
                  <a:cubicBezTo>
                    <a:pt x="124" y="994"/>
                    <a:pt x="128" y="995"/>
                    <a:pt x="134" y="1006"/>
                  </a:cubicBezTo>
                  <a:cubicBezTo>
                    <a:pt x="140" y="1014"/>
                    <a:pt x="146" y="1022"/>
                    <a:pt x="152" y="1030"/>
                  </a:cubicBezTo>
                  <a:cubicBezTo>
                    <a:pt x="154" y="1034"/>
                    <a:pt x="156" y="1034"/>
                    <a:pt x="158" y="1035"/>
                  </a:cubicBezTo>
                  <a:cubicBezTo>
                    <a:pt x="159" y="1040"/>
                    <a:pt x="167" y="1051"/>
                    <a:pt x="174" y="1061"/>
                  </a:cubicBezTo>
                  <a:cubicBezTo>
                    <a:pt x="180" y="1075"/>
                    <a:pt x="188" y="1090"/>
                    <a:pt x="193" y="1104"/>
                  </a:cubicBezTo>
                  <a:cubicBezTo>
                    <a:pt x="196" y="1111"/>
                    <a:pt x="198" y="1118"/>
                    <a:pt x="198" y="1125"/>
                  </a:cubicBezTo>
                  <a:cubicBezTo>
                    <a:pt x="203" y="1132"/>
                    <a:pt x="203" y="1139"/>
                    <a:pt x="203" y="1145"/>
                  </a:cubicBezTo>
                  <a:cubicBezTo>
                    <a:pt x="199" y="1148"/>
                    <a:pt x="199" y="1140"/>
                    <a:pt x="199" y="1139"/>
                  </a:cubicBezTo>
                  <a:close/>
                  <a:moveTo>
                    <a:pt x="228" y="1142"/>
                  </a:moveTo>
                  <a:cubicBezTo>
                    <a:pt x="236" y="1134"/>
                    <a:pt x="246" y="1126"/>
                    <a:pt x="252" y="1118"/>
                  </a:cubicBezTo>
                  <a:cubicBezTo>
                    <a:pt x="300" y="1093"/>
                    <a:pt x="301" y="1085"/>
                    <a:pt x="309" y="1081"/>
                  </a:cubicBezTo>
                  <a:cubicBezTo>
                    <a:pt x="462" y="985"/>
                    <a:pt x="471" y="976"/>
                    <a:pt x="485" y="967"/>
                  </a:cubicBezTo>
                  <a:cubicBezTo>
                    <a:pt x="503" y="945"/>
                    <a:pt x="507" y="947"/>
                    <a:pt x="510" y="941"/>
                  </a:cubicBezTo>
                  <a:cubicBezTo>
                    <a:pt x="557" y="905"/>
                    <a:pt x="553" y="907"/>
                    <a:pt x="551" y="909"/>
                  </a:cubicBezTo>
                  <a:cubicBezTo>
                    <a:pt x="517" y="950"/>
                    <a:pt x="499" y="964"/>
                    <a:pt x="486" y="978"/>
                  </a:cubicBezTo>
                  <a:cubicBezTo>
                    <a:pt x="437" y="1016"/>
                    <a:pt x="427" y="1019"/>
                    <a:pt x="415" y="1030"/>
                  </a:cubicBezTo>
                  <a:cubicBezTo>
                    <a:pt x="412" y="1032"/>
                    <a:pt x="412" y="1035"/>
                    <a:pt x="411" y="1035"/>
                  </a:cubicBezTo>
                  <a:cubicBezTo>
                    <a:pt x="371" y="1063"/>
                    <a:pt x="358" y="1069"/>
                    <a:pt x="346" y="1077"/>
                  </a:cubicBezTo>
                  <a:cubicBezTo>
                    <a:pt x="251" y="1133"/>
                    <a:pt x="244" y="1138"/>
                    <a:pt x="238" y="1142"/>
                  </a:cubicBezTo>
                  <a:cubicBezTo>
                    <a:pt x="217" y="1159"/>
                    <a:pt x="213" y="1164"/>
                    <a:pt x="208" y="1169"/>
                  </a:cubicBezTo>
                  <a:close/>
                  <a:moveTo>
                    <a:pt x="223" y="1067"/>
                  </a:moveTo>
                  <a:cubicBezTo>
                    <a:pt x="223" y="1065"/>
                    <a:pt x="223" y="1063"/>
                    <a:pt x="221" y="1061"/>
                  </a:cubicBezTo>
                  <a:cubicBezTo>
                    <a:pt x="226" y="1059"/>
                    <a:pt x="229" y="1064"/>
                    <a:pt x="223" y="1067"/>
                  </a:cubicBezTo>
                  <a:close/>
                  <a:moveTo>
                    <a:pt x="232" y="1100"/>
                  </a:moveTo>
                  <a:cubicBezTo>
                    <a:pt x="230" y="1094"/>
                    <a:pt x="242" y="1090"/>
                    <a:pt x="243" y="1085"/>
                  </a:cubicBezTo>
                  <a:cubicBezTo>
                    <a:pt x="362" y="999"/>
                    <a:pt x="360" y="990"/>
                    <a:pt x="366" y="989"/>
                  </a:cubicBezTo>
                  <a:cubicBezTo>
                    <a:pt x="390" y="969"/>
                    <a:pt x="398" y="972"/>
                    <a:pt x="400" y="969"/>
                  </a:cubicBezTo>
                  <a:cubicBezTo>
                    <a:pt x="434" y="942"/>
                    <a:pt x="438" y="946"/>
                    <a:pt x="443" y="940"/>
                  </a:cubicBezTo>
                  <a:cubicBezTo>
                    <a:pt x="503" y="895"/>
                    <a:pt x="520" y="886"/>
                    <a:pt x="537" y="875"/>
                  </a:cubicBezTo>
                  <a:cubicBezTo>
                    <a:pt x="594" y="856"/>
                    <a:pt x="595" y="858"/>
                    <a:pt x="592" y="860"/>
                  </a:cubicBezTo>
                  <a:cubicBezTo>
                    <a:pt x="575" y="865"/>
                    <a:pt x="573" y="867"/>
                    <a:pt x="571" y="865"/>
                  </a:cubicBezTo>
                  <a:cubicBezTo>
                    <a:pt x="463" y="940"/>
                    <a:pt x="448" y="949"/>
                    <a:pt x="432" y="965"/>
                  </a:cubicBezTo>
                  <a:cubicBezTo>
                    <a:pt x="322" y="1042"/>
                    <a:pt x="316" y="1041"/>
                    <a:pt x="309" y="1047"/>
                  </a:cubicBezTo>
                  <a:cubicBezTo>
                    <a:pt x="287" y="1062"/>
                    <a:pt x="287" y="1060"/>
                    <a:pt x="285" y="1062"/>
                  </a:cubicBezTo>
                  <a:cubicBezTo>
                    <a:pt x="261" y="1080"/>
                    <a:pt x="257" y="1087"/>
                    <a:pt x="255" y="1084"/>
                  </a:cubicBezTo>
                  <a:close/>
                  <a:moveTo>
                    <a:pt x="231" y="1037"/>
                  </a:moveTo>
                  <a:cubicBezTo>
                    <a:pt x="230" y="1036"/>
                    <a:pt x="229" y="1035"/>
                    <a:pt x="228" y="1034"/>
                  </a:cubicBezTo>
                  <a:cubicBezTo>
                    <a:pt x="230" y="1033"/>
                    <a:pt x="231" y="1032"/>
                    <a:pt x="232" y="1032"/>
                  </a:cubicBezTo>
                  <a:cubicBezTo>
                    <a:pt x="232" y="1033"/>
                    <a:pt x="233" y="1034"/>
                    <a:pt x="234" y="1035"/>
                  </a:cubicBezTo>
                  <a:cubicBezTo>
                    <a:pt x="233" y="1036"/>
                    <a:pt x="232" y="1036"/>
                    <a:pt x="231" y="1037"/>
                  </a:cubicBezTo>
                  <a:close/>
                  <a:moveTo>
                    <a:pt x="269" y="855"/>
                  </a:moveTo>
                  <a:cubicBezTo>
                    <a:pt x="270" y="855"/>
                    <a:pt x="267" y="849"/>
                    <a:pt x="267" y="849"/>
                  </a:cubicBezTo>
                  <a:cubicBezTo>
                    <a:pt x="269" y="847"/>
                    <a:pt x="275" y="856"/>
                    <a:pt x="269" y="855"/>
                  </a:cubicBezTo>
                  <a:close/>
                  <a:moveTo>
                    <a:pt x="301" y="886"/>
                  </a:moveTo>
                  <a:cubicBezTo>
                    <a:pt x="298" y="882"/>
                    <a:pt x="298" y="880"/>
                    <a:pt x="302" y="877"/>
                  </a:cubicBezTo>
                  <a:cubicBezTo>
                    <a:pt x="305" y="881"/>
                    <a:pt x="305" y="884"/>
                    <a:pt x="301" y="886"/>
                  </a:cubicBezTo>
                  <a:close/>
                  <a:moveTo>
                    <a:pt x="301" y="817"/>
                  </a:moveTo>
                  <a:cubicBezTo>
                    <a:pt x="301" y="815"/>
                    <a:pt x="302" y="814"/>
                    <a:pt x="301" y="812"/>
                  </a:cubicBezTo>
                  <a:cubicBezTo>
                    <a:pt x="300" y="808"/>
                    <a:pt x="305" y="812"/>
                    <a:pt x="303" y="813"/>
                  </a:cubicBezTo>
                  <a:cubicBezTo>
                    <a:pt x="305" y="816"/>
                    <a:pt x="303" y="818"/>
                    <a:pt x="306" y="821"/>
                  </a:cubicBezTo>
                  <a:cubicBezTo>
                    <a:pt x="305" y="825"/>
                    <a:pt x="306" y="829"/>
                    <a:pt x="308" y="834"/>
                  </a:cubicBezTo>
                  <a:cubicBezTo>
                    <a:pt x="300" y="833"/>
                    <a:pt x="306" y="822"/>
                    <a:pt x="301" y="817"/>
                  </a:cubicBezTo>
                  <a:close/>
                  <a:moveTo>
                    <a:pt x="481" y="717"/>
                  </a:moveTo>
                  <a:cubicBezTo>
                    <a:pt x="482" y="721"/>
                    <a:pt x="472" y="722"/>
                    <a:pt x="468" y="723"/>
                  </a:cubicBezTo>
                  <a:cubicBezTo>
                    <a:pt x="467" y="719"/>
                    <a:pt x="478" y="718"/>
                    <a:pt x="481" y="717"/>
                  </a:cubicBezTo>
                  <a:close/>
                  <a:moveTo>
                    <a:pt x="463" y="722"/>
                  </a:moveTo>
                  <a:cubicBezTo>
                    <a:pt x="465" y="726"/>
                    <a:pt x="456" y="728"/>
                    <a:pt x="455" y="728"/>
                  </a:cubicBezTo>
                  <a:cubicBezTo>
                    <a:pt x="452" y="724"/>
                    <a:pt x="461" y="722"/>
                    <a:pt x="463" y="722"/>
                  </a:cubicBezTo>
                  <a:close/>
                  <a:moveTo>
                    <a:pt x="356" y="782"/>
                  </a:moveTo>
                  <a:cubicBezTo>
                    <a:pt x="358" y="781"/>
                    <a:pt x="359" y="780"/>
                    <a:pt x="361" y="778"/>
                  </a:cubicBezTo>
                  <a:cubicBezTo>
                    <a:pt x="368" y="777"/>
                    <a:pt x="358" y="783"/>
                    <a:pt x="356" y="785"/>
                  </a:cubicBezTo>
                  <a:cubicBezTo>
                    <a:pt x="353" y="786"/>
                    <a:pt x="354" y="783"/>
                    <a:pt x="356" y="782"/>
                  </a:cubicBezTo>
                  <a:close/>
                  <a:moveTo>
                    <a:pt x="393" y="618"/>
                  </a:moveTo>
                  <a:cubicBezTo>
                    <a:pt x="387" y="621"/>
                    <a:pt x="392" y="614"/>
                    <a:pt x="388" y="612"/>
                  </a:cubicBezTo>
                  <a:cubicBezTo>
                    <a:pt x="392" y="609"/>
                    <a:pt x="392" y="617"/>
                    <a:pt x="393" y="618"/>
                  </a:cubicBezTo>
                  <a:close/>
                  <a:moveTo>
                    <a:pt x="407" y="682"/>
                  </a:moveTo>
                  <a:cubicBezTo>
                    <a:pt x="410" y="678"/>
                    <a:pt x="412" y="674"/>
                    <a:pt x="418" y="671"/>
                  </a:cubicBezTo>
                  <a:cubicBezTo>
                    <a:pt x="450" y="660"/>
                    <a:pt x="454" y="654"/>
                    <a:pt x="457" y="653"/>
                  </a:cubicBezTo>
                  <a:cubicBezTo>
                    <a:pt x="483" y="644"/>
                    <a:pt x="490" y="641"/>
                    <a:pt x="496" y="639"/>
                  </a:cubicBezTo>
                  <a:cubicBezTo>
                    <a:pt x="536" y="628"/>
                    <a:pt x="539" y="625"/>
                    <a:pt x="543" y="625"/>
                  </a:cubicBezTo>
                  <a:cubicBezTo>
                    <a:pt x="574" y="618"/>
                    <a:pt x="580" y="613"/>
                    <a:pt x="586" y="614"/>
                  </a:cubicBezTo>
                  <a:cubicBezTo>
                    <a:pt x="673" y="563"/>
                    <a:pt x="672" y="564"/>
                    <a:pt x="671" y="565"/>
                  </a:cubicBezTo>
                  <a:cubicBezTo>
                    <a:pt x="622" y="601"/>
                    <a:pt x="616" y="610"/>
                    <a:pt x="597" y="618"/>
                  </a:cubicBezTo>
                  <a:cubicBezTo>
                    <a:pt x="544" y="639"/>
                    <a:pt x="541" y="643"/>
                    <a:pt x="537" y="644"/>
                  </a:cubicBezTo>
                  <a:cubicBezTo>
                    <a:pt x="519" y="649"/>
                    <a:pt x="512" y="654"/>
                    <a:pt x="505" y="655"/>
                  </a:cubicBezTo>
                  <a:cubicBezTo>
                    <a:pt x="445" y="679"/>
                    <a:pt x="427" y="685"/>
                    <a:pt x="408" y="693"/>
                  </a:cubicBezTo>
                  <a:cubicBezTo>
                    <a:pt x="383" y="709"/>
                    <a:pt x="384" y="706"/>
                    <a:pt x="383" y="704"/>
                  </a:cubicBezTo>
                  <a:cubicBezTo>
                    <a:pt x="397" y="688"/>
                    <a:pt x="401" y="686"/>
                    <a:pt x="403" y="684"/>
                  </a:cubicBezTo>
                  <a:close/>
                  <a:moveTo>
                    <a:pt x="532" y="454"/>
                  </a:moveTo>
                  <a:cubicBezTo>
                    <a:pt x="532" y="450"/>
                    <a:pt x="531" y="447"/>
                    <a:pt x="535" y="444"/>
                  </a:cubicBezTo>
                  <a:cubicBezTo>
                    <a:pt x="538" y="448"/>
                    <a:pt x="536" y="451"/>
                    <a:pt x="532" y="454"/>
                  </a:cubicBezTo>
                  <a:close/>
                  <a:moveTo>
                    <a:pt x="627" y="333"/>
                  </a:moveTo>
                  <a:cubicBezTo>
                    <a:pt x="626" y="331"/>
                    <a:pt x="628" y="329"/>
                    <a:pt x="627" y="326"/>
                  </a:cubicBezTo>
                  <a:cubicBezTo>
                    <a:pt x="631" y="324"/>
                    <a:pt x="631" y="332"/>
                    <a:pt x="627" y="333"/>
                  </a:cubicBezTo>
                  <a:close/>
                  <a:moveTo>
                    <a:pt x="722" y="53"/>
                  </a:moveTo>
                  <a:cubicBezTo>
                    <a:pt x="723" y="56"/>
                    <a:pt x="721" y="59"/>
                    <a:pt x="718" y="61"/>
                  </a:cubicBezTo>
                  <a:cubicBezTo>
                    <a:pt x="713" y="58"/>
                    <a:pt x="719" y="56"/>
                    <a:pt x="722" y="53"/>
                  </a:cubicBezTo>
                  <a:close/>
                  <a:moveTo>
                    <a:pt x="670" y="251"/>
                  </a:moveTo>
                  <a:cubicBezTo>
                    <a:pt x="668" y="255"/>
                    <a:pt x="668" y="260"/>
                    <a:pt x="668" y="264"/>
                  </a:cubicBezTo>
                  <a:cubicBezTo>
                    <a:pt x="664" y="281"/>
                    <a:pt x="657" y="284"/>
                    <a:pt x="658" y="289"/>
                  </a:cubicBezTo>
                  <a:cubicBezTo>
                    <a:pt x="652" y="296"/>
                    <a:pt x="652" y="292"/>
                    <a:pt x="653" y="288"/>
                  </a:cubicBezTo>
                  <a:cubicBezTo>
                    <a:pt x="661" y="245"/>
                    <a:pt x="661" y="237"/>
                    <a:pt x="665" y="230"/>
                  </a:cubicBezTo>
                  <a:cubicBezTo>
                    <a:pt x="666" y="215"/>
                    <a:pt x="662" y="210"/>
                    <a:pt x="666" y="207"/>
                  </a:cubicBezTo>
                  <a:cubicBezTo>
                    <a:pt x="670" y="171"/>
                    <a:pt x="675" y="168"/>
                    <a:pt x="674" y="164"/>
                  </a:cubicBezTo>
                  <a:cubicBezTo>
                    <a:pt x="679" y="136"/>
                    <a:pt x="684" y="129"/>
                    <a:pt x="685" y="122"/>
                  </a:cubicBezTo>
                  <a:cubicBezTo>
                    <a:pt x="704" y="89"/>
                    <a:pt x="704" y="75"/>
                    <a:pt x="716" y="63"/>
                  </a:cubicBezTo>
                  <a:cubicBezTo>
                    <a:pt x="709" y="86"/>
                    <a:pt x="708" y="91"/>
                    <a:pt x="704" y="96"/>
                  </a:cubicBezTo>
                  <a:cubicBezTo>
                    <a:pt x="684" y="166"/>
                    <a:pt x="687" y="171"/>
                    <a:pt x="684" y="174"/>
                  </a:cubicBezTo>
                  <a:cubicBezTo>
                    <a:pt x="678" y="204"/>
                    <a:pt x="677" y="208"/>
                    <a:pt x="678" y="213"/>
                  </a:cubicBezTo>
                  <a:cubicBezTo>
                    <a:pt x="672" y="242"/>
                    <a:pt x="669" y="246"/>
                    <a:pt x="670" y="251"/>
                  </a:cubicBezTo>
                  <a:close/>
                </a:path>
              </a:pathLst>
            </a:custGeom>
            <a:solidFill>
              <a:schemeClr val="accent3">
                <a:lumMod val="60000"/>
                <a:lumOff val="40000"/>
                <a:alpha val="50000"/>
              </a:schemeClr>
            </a:solidFill>
            <a:ln>
              <a:noFill/>
            </a:ln>
          </p:spPr>
        </p:sp>
      </p:grpSp>
      <p:sp>
        <p:nvSpPr>
          <p:cNvPr id="2" name="Vertical Title 1"/>
          <p:cNvSpPr>
            <a:spLocks noGrp="1"/>
          </p:cNvSpPr>
          <p:nvPr>
            <p:ph type="title" orient="vert"/>
          </p:nvPr>
        </p:nvSpPr>
        <p:spPr>
          <a:xfrm>
            <a:off x="9277965" y="507037"/>
            <a:ext cx="1571627" cy="5339932"/>
          </a:xfrm>
        </p:spPr>
        <p:txBody>
          <a:bodyPr vert="eaVert"/>
          <a:lstStyle/>
          <a:p>
            <a:r>
              <a:rPr lang="en-US"/>
              <a:t>Click to edit Master title style</a:t>
            </a:r>
            <a:endParaRPr lang="en-US" dirty="0"/>
          </a:p>
        </p:txBody>
      </p:sp>
      <p:sp>
        <p:nvSpPr>
          <p:cNvPr id="3" name="Vertical Text Placeholder 2"/>
          <p:cNvSpPr>
            <a:spLocks noGrp="1"/>
          </p:cNvSpPr>
          <p:nvPr>
            <p:ph type="body" orient="vert" idx="1"/>
          </p:nvPr>
        </p:nvSpPr>
        <p:spPr>
          <a:xfrm>
            <a:off x="2933701" y="524373"/>
            <a:ext cx="5959577" cy="5322596"/>
          </a:xfrm>
        </p:spPr>
        <p:txBody>
          <a:bodyPr vert="eaVert"/>
          <a:lstStyle/>
          <a:p>
            <a:pPr lvl="0"/>
            <a:r>
              <a:rPr lang="en-US"/>
              <a:t>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US" dirty="0"/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>
          <a:xfrm>
            <a:off x="9277966" y="6296617"/>
            <a:ext cx="2505996" cy="365125"/>
          </a:xfrm>
        </p:spPr>
        <p:txBody>
          <a:bodyPr/>
          <a:lstStyle/>
          <a:p>
            <a:fld id="{48A87A34-81AB-432B-8DAE-1953F412C126}" type="datetimeFigureOut">
              <a:rPr lang="en-US" smtClean="0"/>
              <a:t>12/9/2022</a:t>
            </a:fld>
            <a:endParaRPr lang="en-US" dirty="0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>
          <a:xfrm>
            <a:off x="2933701" y="6296617"/>
            <a:ext cx="5959577" cy="365125"/>
          </a:xfrm>
        </p:spPr>
        <p:txBody>
          <a:bodyPr/>
          <a:lstStyle/>
          <a:p>
            <a:endParaRPr lang="en-US" dirty="0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>
          <a:xfrm rot="5400000">
            <a:off x="8734644" y="2853202"/>
            <a:ext cx="5383267" cy="604269"/>
          </a:xfrm>
        </p:spPr>
        <p:txBody>
          <a:bodyPr/>
          <a:lstStyle>
            <a:lvl1pPr algn="l">
              <a:defRPr/>
            </a:lvl1pPr>
          </a:lstStyle>
          <a:p>
            <a:fld id="{6D22F896-40B5-4ADD-8801-0D06FADFA095}" type="slidenum">
              <a:rPr lang="en-US" smtClean="0"/>
              <a:t>‹#›</a:t>
            </a:fld>
            <a:endParaRPr lang="en-US" dirty="0"/>
          </a:p>
        </p:txBody>
      </p:sp>
      <p:cxnSp>
        <p:nvCxnSpPr>
          <p:cNvPr id="7" name="Straight Connector 6" title="Rule Line"/>
          <p:cNvCxnSpPr/>
          <p:nvPr/>
        </p:nvCxnSpPr>
        <p:spPr>
          <a:xfrm>
            <a:off x="9111583" y="571504"/>
            <a:ext cx="0" cy="5275467"/>
          </a:xfrm>
          <a:prstGeom prst="line">
            <a:avLst/>
          </a:prstGeom>
          <a:ln w="38100">
            <a:solidFill>
              <a:schemeClr val="accent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1314602333"/>
      </p:ext>
    </p:extLst>
  </p:cSld>
  <p:clrMapOvr>
    <a:masterClrMapping/>
  </p:clrMapOvr>
</p:sldLayout>
</file>

<file path=ppt/slideMasters/_rels/slideMaster1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8.xml"/><Relationship Id="rId3" Type="http://schemas.openxmlformats.org/officeDocument/2006/relationships/slideLayout" Target="../slideLayouts/slideLayout3.xml"/><Relationship Id="rId7" Type="http://schemas.openxmlformats.org/officeDocument/2006/relationships/slideLayout" Target="../slideLayouts/slideLayout7.xml"/><Relationship Id="rId12" Type="http://schemas.openxmlformats.org/officeDocument/2006/relationships/theme" Target="../theme/theme1.xml"/><Relationship Id="rId2" Type="http://schemas.openxmlformats.org/officeDocument/2006/relationships/slideLayout" Target="../slideLayouts/slideLayout2.xml"/><Relationship Id="rId1" Type="http://schemas.openxmlformats.org/officeDocument/2006/relationships/slideLayout" Target="../slideLayouts/slideLayout1.xml"/><Relationship Id="rId6" Type="http://schemas.openxmlformats.org/officeDocument/2006/relationships/slideLayout" Target="../slideLayouts/slideLayout6.xml"/><Relationship Id="rId11" Type="http://schemas.openxmlformats.org/officeDocument/2006/relationships/slideLayout" Target="../slideLayouts/slideLayout11.xml"/><Relationship Id="rId5" Type="http://schemas.openxmlformats.org/officeDocument/2006/relationships/slideLayout" Target="../slideLayouts/slideLayout5.xml"/><Relationship Id="rId10" Type="http://schemas.openxmlformats.org/officeDocument/2006/relationships/slideLayout" Target="../slideLayouts/slideLayout10.xml"/><Relationship Id="rId4" Type="http://schemas.openxmlformats.org/officeDocument/2006/relationships/slideLayout" Target="../slideLayouts/slideLayout4.xml"/><Relationship Id="rId9" Type="http://schemas.openxmlformats.org/officeDocument/2006/relationships/slideLayout" Target="../slideLayouts/slideLayout9.xml"/></Relationships>
</file>

<file path=ppt/slideMasters/slideMaster1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2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7" name="Group 6" title="Feathers"/>
          <p:cNvGrpSpPr/>
          <p:nvPr/>
        </p:nvGrpSpPr>
        <p:grpSpPr>
          <a:xfrm>
            <a:off x="400715" y="362425"/>
            <a:ext cx="3495979" cy="6204388"/>
            <a:chOff x="400714" y="362425"/>
            <a:chExt cx="3495979" cy="6204388"/>
          </a:xfrm>
        </p:grpSpPr>
        <p:sp>
          <p:nvSpPr>
            <p:cNvPr id="12" name="Freeform 5"/>
            <p:cNvSpPr>
              <a:spLocks noEditPoints="1"/>
            </p:cNvSpPr>
            <p:nvPr/>
          </p:nvSpPr>
          <p:spPr bwMode="auto">
            <a:xfrm>
              <a:off x="400714" y="362425"/>
              <a:ext cx="2218442" cy="6204388"/>
            </a:xfrm>
            <a:custGeom>
              <a:avLst/>
              <a:gdLst/>
              <a:ahLst/>
              <a:cxnLst/>
              <a:rect l="0" t="0" r="r" b="b"/>
              <a:pathLst>
                <a:path w="697" h="1954">
                  <a:moveTo>
                    <a:pt x="251" y="1472"/>
                  </a:moveTo>
                  <a:cubicBezTo>
                    <a:pt x="258" y="1472"/>
                    <a:pt x="252" y="1463"/>
                    <a:pt x="251" y="1462"/>
                  </a:cubicBezTo>
                  <a:cubicBezTo>
                    <a:pt x="248" y="1422"/>
                    <a:pt x="241" y="1424"/>
                    <a:pt x="241" y="1419"/>
                  </a:cubicBezTo>
                  <a:cubicBezTo>
                    <a:pt x="227" y="1388"/>
                    <a:pt x="226" y="1380"/>
                    <a:pt x="221" y="1376"/>
                  </a:cubicBezTo>
                  <a:cubicBezTo>
                    <a:pt x="209" y="1355"/>
                    <a:pt x="209" y="1347"/>
                    <a:pt x="203" y="1344"/>
                  </a:cubicBezTo>
                  <a:cubicBezTo>
                    <a:pt x="169" y="1285"/>
                    <a:pt x="162" y="1275"/>
                    <a:pt x="156" y="1263"/>
                  </a:cubicBezTo>
                  <a:cubicBezTo>
                    <a:pt x="144" y="1242"/>
                    <a:pt x="141" y="1236"/>
                    <a:pt x="138" y="1231"/>
                  </a:cubicBezTo>
                  <a:cubicBezTo>
                    <a:pt x="107" y="1177"/>
                    <a:pt x="108" y="1168"/>
                    <a:pt x="103" y="1165"/>
                  </a:cubicBezTo>
                  <a:cubicBezTo>
                    <a:pt x="90" y="1142"/>
                    <a:pt x="83" y="1131"/>
                    <a:pt x="82" y="1127"/>
                  </a:cubicBezTo>
                  <a:cubicBezTo>
                    <a:pt x="66" y="1090"/>
                    <a:pt x="67" y="1081"/>
                    <a:pt x="62" y="1077"/>
                  </a:cubicBezTo>
                  <a:cubicBezTo>
                    <a:pt x="57" y="1049"/>
                    <a:pt x="51" y="1046"/>
                    <a:pt x="52" y="1037"/>
                  </a:cubicBezTo>
                  <a:cubicBezTo>
                    <a:pt x="48" y="1016"/>
                    <a:pt x="44" y="1007"/>
                    <a:pt x="42" y="1002"/>
                  </a:cubicBezTo>
                  <a:cubicBezTo>
                    <a:pt x="32" y="970"/>
                    <a:pt x="24" y="961"/>
                    <a:pt x="22" y="946"/>
                  </a:cubicBezTo>
                  <a:cubicBezTo>
                    <a:pt x="13" y="922"/>
                    <a:pt x="11" y="916"/>
                    <a:pt x="9" y="909"/>
                  </a:cubicBezTo>
                  <a:cubicBezTo>
                    <a:pt x="5" y="889"/>
                    <a:pt x="11" y="888"/>
                    <a:pt x="9" y="896"/>
                  </a:cubicBezTo>
                  <a:cubicBezTo>
                    <a:pt x="25" y="935"/>
                    <a:pt x="22" y="943"/>
                    <a:pt x="27" y="944"/>
                  </a:cubicBezTo>
                  <a:cubicBezTo>
                    <a:pt x="47" y="979"/>
                    <a:pt x="44" y="987"/>
                    <a:pt x="45" y="992"/>
                  </a:cubicBezTo>
                  <a:cubicBezTo>
                    <a:pt x="78" y="1045"/>
                    <a:pt x="85" y="1060"/>
                    <a:pt x="95" y="1072"/>
                  </a:cubicBezTo>
                  <a:cubicBezTo>
                    <a:pt x="141" y="1130"/>
                    <a:pt x="141" y="1136"/>
                    <a:pt x="140" y="1142"/>
                  </a:cubicBezTo>
                  <a:cubicBezTo>
                    <a:pt x="159" y="1162"/>
                    <a:pt x="156" y="1170"/>
                    <a:pt x="160" y="1170"/>
                  </a:cubicBezTo>
                  <a:cubicBezTo>
                    <a:pt x="198" y="1238"/>
                    <a:pt x="204" y="1243"/>
                    <a:pt x="206" y="1251"/>
                  </a:cubicBezTo>
                  <a:cubicBezTo>
                    <a:pt x="218" y="1278"/>
                    <a:pt x="219" y="1288"/>
                    <a:pt x="226" y="1291"/>
                  </a:cubicBezTo>
                  <a:cubicBezTo>
                    <a:pt x="231" y="1298"/>
                    <a:pt x="231" y="1292"/>
                    <a:pt x="228" y="1288"/>
                  </a:cubicBezTo>
                  <a:cubicBezTo>
                    <a:pt x="196" y="1218"/>
                    <a:pt x="198" y="1206"/>
                    <a:pt x="191" y="1203"/>
                  </a:cubicBezTo>
                  <a:cubicBezTo>
                    <a:pt x="168" y="1159"/>
                    <a:pt x="164" y="1153"/>
                    <a:pt x="160" y="1147"/>
                  </a:cubicBezTo>
                  <a:cubicBezTo>
                    <a:pt x="114" y="1068"/>
                    <a:pt x="104" y="1068"/>
                    <a:pt x="105" y="1057"/>
                  </a:cubicBezTo>
                  <a:cubicBezTo>
                    <a:pt x="67" y="1000"/>
                    <a:pt x="58" y="1000"/>
                    <a:pt x="57" y="992"/>
                  </a:cubicBezTo>
                  <a:cubicBezTo>
                    <a:pt x="80" y="1011"/>
                    <a:pt x="81" y="1021"/>
                    <a:pt x="87" y="1024"/>
                  </a:cubicBezTo>
                  <a:cubicBezTo>
                    <a:pt x="103" y="1041"/>
                    <a:pt x="100" y="1049"/>
                    <a:pt x="105" y="1049"/>
                  </a:cubicBezTo>
                  <a:cubicBezTo>
                    <a:pt x="129" y="1079"/>
                    <a:pt x="130" y="1087"/>
                    <a:pt x="135" y="1092"/>
                  </a:cubicBezTo>
                  <a:cubicBezTo>
                    <a:pt x="163" y="1128"/>
                    <a:pt x="159" y="1136"/>
                    <a:pt x="163" y="1137"/>
                  </a:cubicBezTo>
                  <a:cubicBezTo>
                    <a:pt x="199" y="1191"/>
                    <a:pt x="204" y="1205"/>
                    <a:pt x="211" y="1218"/>
                  </a:cubicBezTo>
                  <a:cubicBezTo>
                    <a:pt x="232" y="1237"/>
                    <a:pt x="226" y="1238"/>
                    <a:pt x="228" y="1230"/>
                  </a:cubicBezTo>
                  <a:cubicBezTo>
                    <a:pt x="202" y="1163"/>
                    <a:pt x="196" y="1163"/>
                    <a:pt x="198" y="1155"/>
                  </a:cubicBezTo>
                  <a:cubicBezTo>
                    <a:pt x="171" y="1106"/>
                    <a:pt x="167" y="1104"/>
                    <a:pt x="165" y="1100"/>
                  </a:cubicBezTo>
                  <a:cubicBezTo>
                    <a:pt x="140" y="1062"/>
                    <a:pt x="138" y="1052"/>
                    <a:pt x="133" y="1047"/>
                  </a:cubicBezTo>
                  <a:cubicBezTo>
                    <a:pt x="76" y="924"/>
                    <a:pt x="76" y="918"/>
                    <a:pt x="75" y="913"/>
                  </a:cubicBezTo>
                  <a:cubicBezTo>
                    <a:pt x="53" y="840"/>
                    <a:pt x="56" y="836"/>
                    <a:pt x="57" y="830"/>
                  </a:cubicBezTo>
                  <a:cubicBezTo>
                    <a:pt x="36" y="706"/>
                    <a:pt x="30" y="721"/>
                    <a:pt x="34" y="725"/>
                  </a:cubicBezTo>
                  <a:cubicBezTo>
                    <a:pt x="45" y="767"/>
                    <a:pt x="46" y="774"/>
                    <a:pt x="49" y="778"/>
                  </a:cubicBezTo>
                  <a:cubicBezTo>
                    <a:pt x="70" y="833"/>
                    <a:pt x="67" y="843"/>
                    <a:pt x="72" y="846"/>
                  </a:cubicBezTo>
                  <a:cubicBezTo>
                    <a:pt x="94" y="887"/>
                    <a:pt x="97" y="899"/>
                    <a:pt x="102" y="908"/>
                  </a:cubicBezTo>
                  <a:cubicBezTo>
                    <a:pt x="143" y="980"/>
                    <a:pt x="154" y="992"/>
                    <a:pt x="160" y="1007"/>
                  </a:cubicBezTo>
                  <a:cubicBezTo>
                    <a:pt x="212" y="1106"/>
                    <a:pt x="218" y="1122"/>
                    <a:pt x="223" y="1137"/>
                  </a:cubicBezTo>
                  <a:cubicBezTo>
                    <a:pt x="218" y="1115"/>
                    <a:pt x="222" y="1106"/>
                    <a:pt x="221" y="1102"/>
                  </a:cubicBezTo>
                  <a:cubicBezTo>
                    <a:pt x="210" y="1080"/>
                    <a:pt x="213" y="1072"/>
                    <a:pt x="208" y="1072"/>
                  </a:cubicBezTo>
                  <a:cubicBezTo>
                    <a:pt x="195" y="1023"/>
                    <a:pt x="188" y="1020"/>
                    <a:pt x="188" y="1012"/>
                  </a:cubicBezTo>
                  <a:cubicBezTo>
                    <a:pt x="149" y="930"/>
                    <a:pt x="144" y="927"/>
                    <a:pt x="145" y="918"/>
                  </a:cubicBezTo>
                  <a:cubicBezTo>
                    <a:pt x="125" y="876"/>
                    <a:pt x="120" y="873"/>
                    <a:pt x="117" y="868"/>
                  </a:cubicBezTo>
                  <a:cubicBezTo>
                    <a:pt x="102" y="832"/>
                    <a:pt x="100" y="833"/>
                    <a:pt x="100" y="830"/>
                  </a:cubicBezTo>
                  <a:cubicBezTo>
                    <a:pt x="80" y="793"/>
                    <a:pt x="77" y="788"/>
                    <a:pt x="75" y="783"/>
                  </a:cubicBezTo>
                  <a:cubicBezTo>
                    <a:pt x="45" y="730"/>
                    <a:pt x="43" y="716"/>
                    <a:pt x="34" y="710"/>
                  </a:cubicBezTo>
                  <a:cubicBezTo>
                    <a:pt x="25" y="678"/>
                    <a:pt x="34" y="684"/>
                    <a:pt x="32" y="690"/>
                  </a:cubicBezTo>
                  <a:cubicBezTo>
                    <a:pt x="50" y="733"/>
                    <a:pt x="60" y="733"/>
                    <a:pt x="59" y="745"/>
                  </a:cubicBezTo>
                  <a:cubicBezTo>
                    <a:pt x="80" y="780"/>
                    <a:pt x="81" y="783"/>
                    <a:pt x="85" y="785"/>
                  </a:cubicBezTo>
                  <a:cubicBezTo>
                    <a:pt x="113" y="833"/>
                    <a:pt x="115" y="842"/>
                    <a:pt x="117" y="851"/>
                  </a:cubicBezTo>
                  <a:cubicBezTo>
                    <a:pt x="147" y="899"/>
                    <a:pt x="151" y="907"/>
                    <a:pt x="153" y="916"/>
                  </a:cubicBezTo>
                  <a:cubicBezTo>
                    <a:pt x="168" y="945"/>
                    <a:pt x="171" y="952"/>
                    <a:pt x="173" y="961"/>
                  </a:cubicBezTo>
                  <a:cubicBezTo>
                    <a:pt x="190" y="999"/>
                    <a:pt x="200" y="1010"/>
                    <a:pt x="203" y="1029"/>
                  </a:cubicBezTo>
                  <a:cubicBezTo>
                    <a:pt x="198" y="998"/>
                    <a:pt x="198" y="994"/>
                    <a:pt x="196" y="994"/>
                  </a:cubicBezTo>
                  <a:cubicBezTo>
                    <a:pt x="175" y="911"/>
                    <a:pt x="168" y="909"/>
                    <a:pt x="170" y="898"/>
                  </a:cubicBezTo>
                  <a:cubicBezTo>
                    <a:pt x="131" y="811"/>
                    <a:pt x="131" y="802"/>
                    <a:pt x="125" y="800"/>
                  </a:cubicBezTo>
                  <a:cubicBezTo>
                    <a:pt x="105" y="747"/>
                    <a:pt x="103" y="742"/>
                    <a:pt x="100" y="740"/>
                  </a:cubicBezTo>
                  <a:cubicBezTo>
                    <a:pt x="82" y="701"/>
                    <a:pt x="78" y="699"/>
                    <a:pt x="77" y="695"/>
                  </a:cubicBezTo>
                  <a:cubicBezTo>
                    <a:pt x="67" y="672"/>
                    <a:pt x="60" y="674"/>
                    <a:pt x="62" y="667"/>
                  </a:cubicBezTo>
                  <a:cubicBezTo>
                    <a:pt x="44" y="641"/>
                    <a:pt x="39" y="635"/>
                    <a:pt x="34" y="629"/>
                  </a:cubicBezTo>
                  <a:cubicBezTo>
                    <a:pt x="21" y="597"/>
                    <a:pt x="29" y="609"/>
                    <a:pt x="37" y="622"/>
                  </a:cubicBezTo>
                  <a:cubicBezTo>
                    <a:pt x="75" y="681"/>
                    <a:pt x="85" y="681"/>
                    <a:pt x="85" y="692"/>
                  </a:cubicBezTo>
                  <a:cubicBezTo>
                    <a:pt x="108" y="731"/>
                    <a:pt x="109" y="735"/>
                    <a:pt x="110" y="740"/>
                  </a:cubicBezTo>
                  <a:cubicBezTo>
                    <a:pt x="123" y="777"/>
                    <a:pt x="130" y="775"/>
                    <a:pt x="130" y="780"/>
                  </a:cubicBezTo>
                  <a:cubicBezTo>
                    <a:pt x="151" y="822"/>
                    <a:pt x="153" y="840"/>
                    <a:pt x="163" y="851"/>
                  </a:cubicBezTo>
                  <a:cubicBezTo>
                    <a:pt x="179" y="903"/>
                    <a:pt x="184" y="907"/>
                    <a:pt x="185" y="916"/>
                  </a:cubicBezTo>
                  <a:cubicBezTo>
                    <a:pt x="203" y="963"/>
                    <a:pt x="199" y="973"/>
                    <a:pt x="201" y="976"/>
                  </a:cubicBezTo>
                  <a:cubicBezTo>
                    <a:pt x="236" y="1076"/>
                    <a:pt x="226" y="1071"/>
                    <a:pt x="228" y="1064"/>
                  </a:cubicBezTo>
                  <a:cubicBezTo>
                    <a:pt x="218" y="972"/>
                    <a:pt x="212" y="965"/>
                    <a:pt x="213" y="951"/>
                  </a:cubicBezTo>
                  <a:cubicBezTo>
                    <a:pt x="185" y="862"/>
                    <a:pt x="181" y="854"/>
                    <a:pt x="178" y="845"/>
                  </a:cubicBezTo>
                  <a:cubicBezTo>
                    <a:pt x="145" y="767"/>
                    <a:pt x="139" y="762"/>
                    <a:pt x="135" y="755"/>
                  </a:cubicBezTo>
                  <a:cubicBezTo>
                    <a:pt x="119" y="717"/>
                    <a:pt x="114" y="719"/>
                    <a:pt x="112" y="717"/>
                  </a:cubicBezTo>
                  <a:cubicBezTo>
                    <a:pt x="92" y="686"/>
                    <a:pt x="92" y="676"/>
                    <a:pt x="87" y="669"/>
                  </a:cubicBezTo>
                  <a:cubicBezTo>
                    <a:pt x="56" y="621"/>
                    <a:pt x="53" y="614"/>
                    <a:pt x="49" y="607"/>
                  </a:cubicBezTo>
                  <a:cubicBezTo>
                    <a:pt x="41" y="564"/>
                    <a:pt x="41" y="578"/>
                    <a:pt x="47" y="586"/>
                  </a:cubicBezTo>
                  <a:cubicBezTo>
                    <a:pt x="72" y="633"/>
                    <a:pt x="77" y="635"/>
                    <a:pt x="77" y="642"/>
                  </a:cubicBezTo>
                  <a:cubicBezTo>
                    <a:pt x="117" y="700"/>
                    <a:pt x="120" y="711"/>
                    <a:pt x="125" y="720"/>
                  </a:cubicBezTo>
                  <a:cubicBezTo>
                    <a:pt x="136" y="738"/>
                    <a:pt x="138" y="743"/>
                    <a:pt x="143" y="745"/>
                  </a:cubicBezTo>
                  <a:cubicBezTo>
                    <a:pt x="165" y="796"/>
                    <a:pt x="169" y="801"/>
                    <a:pt x="173" y="805"/>
                  </a:cubicBezTo>
                  <a:cubicBezTo>
                    <a:pt x="198" y="877"/>
                    <a:pt x="205" y="880"/>
                    <a:pt x="206" y="888"/>
                  </a:cubicBezTo>
                  <a:cubicBezTo>
                    <a:pt x="210" y="912"/>
                    <a:pt x="215" y="915"/>
                    <a:pt x="216" y="923"/>
                  </a:cubicBezTo>
                  <a:cubicBezTo>
                    <a:pt x="239" y="982"/>
                    <a:pt x="234" y="967"/>
                    <a:pt x="238" y="961"/>
                  </a:cubicBezTo>
                  <a:cubicBezTo>
                    <a:pt x="220" y="890"/>
                    <a:pt x="217" y="886"/>
                    <a:pt x="218" y="876"/>
                  </a:cubicBezTo>
                  <a:cubicBezTo>
                    <a:pt x="175" y="774"/>
                    <a:pt x="176" y="763"/>
                    <a:pt x="173" y="755"/>
                  </a:cubicBezTo>
                  <a:cubicBezTo>
                    <a:pt x="155" y="729"/>
                    <a:pt x="156" y="717"/>
                    <a:pt x="150" y="712"/>
                  </a:cubicBezTo>
                  <a:cubicBezTo>
                    <a:pt x="123" y="663"/>
                    <a:pt x="122" y="653"/>
                    <a:pt x="115" y="649"/>
                  </a:cubicBezTo>
                  <a:cubicBezTo>
                    <a:pt x="86" y="590"/>
                    <a:pt x="85" y="586"/>
                    <a:pt x="85" y="581"/>
                  </a:cubicBezTo>
                  <a:cubicBezTo>
                    <a:pt x="60" y="516"/>
                    <a:pt x="65" y="519"/>
                    <a:pt x="64" y="528"/>
                  </a:cubicBezTo>
                  <a:cubicBezTo>
                    <a:pt x="82" y="567"/>
                    <a:pt x="89" y="567"/>
                    <a:pt x="87" y="576"/>
                  </a:cubicBezTo>
                  <a:cubicBezTo>
                    <a:pt x="102" y="603"/>
                    <a:pt x="102" y="606"/>
                    <a:pt x="105" y="606"/>
                  </a:cubicBezTo>
                  <a:cubicBezTo>
                    <a:pt x="133" y="652"/>
                    <a:pt x="128" y="663"/>
                    <a:pt x="135" y="662"/>
                  </a:cubicBezTo>
                  <a:cubicBezTo>
                    <a:pt x="162" y="716"/>
                    <a:pt x="168" y="721"/>
                    <a:pt x="170" y="730"/>
                  </a:cubicBezTo>
                  <a:cubicBezTo>
                    <a:pt x="201" y="805"/>
                    <a:pt x="206" y="810"/>
                    <a:pt x="208" y="818"/>
                  </a:cubicBezTo>
                  <a:cubicBezTo>
                    <a:pt x="243" y="905"/>
                    <a:pt x="235" y="893"/>
                    <a:pt x="233" y="888"/>
                  </a:cubicBezTo>
                  <a:cubicBezTo>
                    <a:pt x="221" y="836"/>
                    <a:pt x="220" y="828"/>
                    <a:pt x="216" y="823"/>
                  </a:cubicBezTo>
                  <a:cubicBezTo>
                    <a:pt x="173" y="707"/>
                    <a:pt x="173" y="697"/>
                    <a:pt x="170" y="689"/>
                  </a:cubicBezTo>
                  <a:cubicBezTo>
                    <a:pt x="157" y="663"/>
                    <a:pt x="154" y="657"/>
                    <a:pt x="150" y="652"/>
                  </a:cubicBezTo>
                  <a:cubicBezTo>
                    <a:pt x="119" y="602"/>
                    <a:pt x="122" y="594"/>
                    <a:pt x="117" y="594"/>
                  </a:cubicBezTo>
                  <a:cubicBezTo>
                    <a:pt x="119" y="590"/>
                    <a:pt x="124" y="592"/>
                    <a:pt x="125" y="596"/>
                  </a:cubicBezTo>
                  <a:cubicBezTo>
                    <a:pt x="159" y="641"/>
                    <a:pt x="154" y="651"/>
                    <a:pt x="163" y="649"/>
                  </a:cubicBezTo>
                  <a:cubicBezTo>
                    <a:pt x="185" y="694"/>
                    <a:pt x="183" y="708"/>
                    <a:pt x="190" y="712"/>
                  </a:cubicBezTo>
                  <a:cubicBezTo>
                    <a:pt x="211" y="753"/>
                    <a:pt x="208" y="762"/>
                    <a:pt x="213" y="762"/>
                  </a:cubicBezTo>
                  <a:cubicBezTo>
                    <a:pt x="237" y="847"/>
                    <a:pt x="238" y="850"/>
                    <a:pt x="238" y="853"/>
                  </a:cubicBezTo>
                  <a:cubicBezTo>
                    <a:pt x="246" y="870"/>
                    <a:pt x="242" y="860"/>
                    <a:pt x="243" y="855"/>
                  </a:cubicBezTo>
                  <a:cubicBezTo>
                    <a:pt x="231" y="791"/>
                    <a:pt x="232" y="779"/>
                    <a:pt x="228" y="757"/>
                  </a:cubicBezTo>
                  <a:cubicBezTo>
                    <a:pt x="212" y="721"/>
                    <a:pt x="215" y="712"/>
                    <a:pt x="210" y="712"/>
                  </a:cubicBezTo>
                  <a:cubicBezTo>
                    <a:pt x="190" y="661"/>
                    <a:pt x="188" y="652"/>
                    <a:pt x="183" y="647"/>
                  </a:cubicBezTo>
                  <a:cubicBezTo>
                    <a:pt x="162" y="617"/>
                    <a:pt x="161" y="598"/>
                    <a:pt x="150" y="589"/>
                  </a:cubicBezTo>
                  <a:cubicBezTo>
                    <a:pt x="126" y="540"/>
                    <a:pt x="121" y="535"/>
                    <a:pt x="117" y="528"/>
                  </a:cubicBezTo>
                  <a:cubicBezTo>
                    <a:pt x="101" y="492"/>
                    <a:pt x="98" y="489"/>
                    <a:pt x="97" y="486"/>
                  </a:cubicBezTo>
                  <a:cubicBezTo>
                    <a:pt x="80" y="432"/>
                    <a:pt x="73" y="429"/>
                    <a:pt x="74" y="418"/>
                  </a:cubicBezTo>
                  <a:cubicBezTo>
                    <a:pt x="93" y="455"/>
                    <a:pt x="94" y="458"/>
                    <a:pt x="94" y="463"/>
                  </a:cubicBezTo>
                  <a:cubicBezTo>
                    <a:pt x="143" y="547"/>
                    <a:pt x="140" y="555"/>
                    <a:pt x="145" y="556"/>
                  </a:cubicBezTo>
                  <a:cubicBezTo>
                    <a:pt x="164" y="593"/>
                    <a:pt x="170" y="599"/>
                    <a:pt x="173" y="606"/>
                  </a:cubicBezTo>
                  <a:cubicBezTo>
                    <a:pt x="191" y="642"/>
                    <a:pt x="200" y="654"/>
                    <a:pt x="205" y="669"/>
                  </a:cubicBezTo>
                  <a:cubicBezTo>
                    <a:pt x="228" y="720"/>
                    <a:pt x="226" y="733"/>
                    <a:pt x="233" y="737"/>
                  </a:cubicBezTo>
                  <a:cubicBezTo>
                    <a:pt x="244" y="794"/>
                    <a:pt x="247" y="802"/>
                    <a:pt x="246" y="815"/>
                  </a:cubicBezTo>
                  <a:cubicBezTo>
                    <a:pt x="257" y="840"/>
                    <a:pt x="255" y="834"/>
                    <a:pt x="256" y="830"/>
                  </a:cubicBezTo>
                  <a:cubicBezTo>
                    <a:pt x="249" y="738"/>
                    <a:pt x="244" y="737"/>
                    <a:pt x="243" y="732"/>
                  </a:cubicBezTo>
                  <a:cubicBezTo>
                    <a:pt x="217" y="655"/>
                    <a:pt x="208" y="642"/>
                    <a:pt x="203" y="624"/>
                  </a:cubicBezTo>
                  <a:cubicBezTo>
                    <a:pt x="179" y="566"/>
                    <a:pt x="170" y="562"/>
                    <a:pt x="170" y="551"/>
                  </a:cubicBezTo>
                  <a:cubicBezTo>
                    <a:pt x="156" y="511"/>
                    <a:pt x="145" y="501"/>
                    <a:pt x="142" y="483"/>
                  </a:cubicBezTo>
                  <a:cubicBezTo>
                    <a:pt x="140" y="458"/>
                    <a:pt x="142" y="465"/>
                    <a:pt x="145" y="471"/>
                  </a:cubicBezTo>
                  <a:cubicBezTo>
                    <a:pt x="163" y="523"/>
                    <a:pt x="171" y="533"/>
                    <a:pt x="175" y="546"/>
                  </a:cubicBezTo>
                  <a:cubicBezTo>
                    <a:pt x="196" y="591"/>
                    <a:pt x="206" y="598"/>
                    <a:pt x="208" y="614"/>
                  </a:cubicBezTo>
                  <a:cubicBezTo>
                    <a:pt x="231" y="662"/>
                    <a:pt x="236" y="674"/>
                    <a:pt x="241" y="687"/>
                  </a:cubicBezTo>
                  <a:cubicBezTo>
                    <a:pt x="252" y="718"/>
                    <a:pt x="249" y="725"/>
                    <a:pt x="253" y="725"/>
                  </a:cubicBezTo>
                  <a:cubicBezTo>
                    <a:pt x="268" y="760"/>
                    <a:pt x="259" y="754"/>
                    <a:pt x="261" y="750"/>
                  </a:cubicBezTo>
                  <a:cubicBezTo>
                    <a:pt x="260" y="703"/>
                    <a:pt x="254" y="700"/>
                    <a:pt x="258" y="692"/>
                  </a:cubicBezTo>
                  <a:cubicBezTo>
                    <a:pt x="248" y="658"/>
                    <a:pt x="249" y="652"/>
                    <a:pt x="246" y="652"/>
                  </a:cubicBezTo>
                  <a:cubicBezTo>
                    <a:pt x="229" y="597"/>
                    <a:pt x="228" y="593"/>
                    <a:pt x="228" y="589"/>
                  </a:cubicBezTo>
                  <a:cubicBezTo>
                    <a:pt x="211" y="547"/>
                    <a:pt x="207" y="538"/>
                    <a:pt x="203" y="528"/>
                  </a:cubicBezTo>
                  <a:cubicBezTo>
                    <a:pt x="186" y="481"/>
                    <a:pt x="179" y="480"/>
                    <a:pt x="180" y="473"/>
                  </a:cubicBezTo>
                  <a:cubicBezTo>
                    <a:pt x="156" y="407"/>
                    <a:pt x="153" y="397"/>
                    <a:pt x="150" y="387"/>
                  </a:cubicBezTo>
                  <a:cubicBezTo>
                    <a:pt x="147" y="345"/>
                    <a:pt x="152" y="348"/>
                    <a:pt x="150" y="357"/>
                  </a:cubicBezTo>
                  <a:cubicBezTo>
                    <a:pt x="176" y="446"/>
                    <a:pt x="183" y="456"/>
                    <a:pt x="188" y="468"/>
                  </a:cubicBezTo>
                  <a:cubicBezTo>
                    <a:pt x="206" y="507"/>
                    <a:pt x="205" y="512"/>
                    <a:pt x="205" y="516"/>
                  </a:cubicBezTo>
                  <a:cubicBezTo>
                    <a:pt x="224" y="553"/>
                    <a:pt x="228" y="566"/>
                    <a:pt x="233" y="579"/>
                  </a:cubicBezTo>
                  <a:cubicBezTo>
                    <a:pt x="232" y="555"/>
                    <a:pt x="229" y="552"/>
                    <a:pt x="228" y="546"/>
                  </a:cubicBezTo>
                  <a:cubicBezTo>
                    <a:pt x="212" y="499"/>
                    <a:pt x="215" y="491"/>
                    <a:pt x="210" y="491"/>
                  </a:cubicBezTo>
                  <a:cubicBezTo>
                    <a:pt x="198" y="374"/>
                    <a:pt x="193" y="371"/>
                    <a:pt x="198" y="360"/>
                  </a:cubicBezTo>
                  <a:cubicBezTo>
                    <a:pt x="209" y="429"/>
                    <a:pt x="211" y="465"/>
                    <a:pt x="223" y="491"/>
                  </a:cubicBezTo>
                  <a:cubicBezTo>
                    <a:pt x="280" y="680"/>
                    <a:pt x="276" y="677"/>
                    <a:pt x="276" y="674"/>
                  </a:cubicBezTo>
                  <a:cubicBezTo>
                    <a:pt x="265" y="621"/>
                    <a:pt x="263" y="596"/>
                    <a:pt x="256" y="576"/>
                  </a:cubicBezTo>
                  <a:cubicBezTo>
                    <a:pt x="238" y="489"/>
                    <a:pt x="237" y="484"/>
                    <a:pt x="233" y="481"/>
                  </a:cubicBezTo>
                  <a:cubicBezTo>
                    <a:pt x="229" y="441"/>
                    <a:pt x="223" y="426"/>
                    <a:pt x="223" y="415"/>
                  </a:cubicBezTo>
                  <a:cubicBezTo>
                    <a:pt x="215" y="326"/>
                    <a:pt x="215" y="313"/>
                    <a:pt x="215" y="299"/>
                  </a:cubicBezTo>
                  <a:cubicBezTo>
                    <a:pt x="216" y="264"/>
                    <a:pt x="215" y="246"/>
                    <a:pt x="215" y="229"/>
                  </a:cubicBezTo>
                  <a:cubicBezTo>
                    <a:pt x="220" y="243"/>
                    <a:pt x="217" y="244"/>
                    <a:pt x="220" y="252"/>
                  </a:cubicBezTo>
                  <a:cubicBezTo>
                    <a:pt x="227" y="394"/>
                    <a:pt x="231" y="403"/>
                    <a:pt x="230" y="418"/>
                  </a:cubicBezTo>
                  <a:cubicBezTo>
                    <a:pt x="241" y="471"/>
                    <a:pt x="249" y="489"/>
                    <a:pt x="253" y="511"/>
                  </a:cubicBezTo>
                  <a:cubicBezTo>
                    <a:pt x="269" y="599"/>
                    <a:pt x="275" y="599"/>
                    <a:pt x="273" y="606"/>
                  </a:cubicBezTo>
                  <a:cubicBezTo>
                    <a:pt x="283" y="651"/>
                    <a:pt x="286" y="652"/>
                    <a:pt x="286" y="672"/>
                  </a:cubicBezTo>
                  <a:cubicBezTo>
                    <a:pt x="296" y="620"/>
                    <a:pt x="298" y="608"/>
                    <a:pt x="293" y="589"/>
                  </a:cubicBezTo>
                  <a:cubicBezTo>
                    <a:pt x="280" y="509"/>
                    <a:pt x="286" y="493"/>
                    <a:pt x="281" y="488"/>
                  </a:cubicBezTo>
                  <a:cubicBezTo>
                    <a:pt x="267" y="299"/>
                    <a:pt x="263" y="266"/>
                    <a:pt x="268" y="241"/>
                  </a:cubicBezTo>
                  <a:cubicBezTo>
                    <a:pt x="274" y="196"/>
                    <a:pt x="264" y="191"/>
                    <a:pt x="270" y="186"/>
                  </a:cubicBezTo>
                  <a:cubicBezTo>
                    <a:pt x="277" y="197"/>
                    <a:pt x="273" y="206"/>
                    <a:pt x="273" y="216"/>
                  </a:cubicBezTo>
                  <a:cubicBezTo>
                    <a:pt x="276" y="229"/>
                    <a:pt x="273" y="230"/>
                    <a:pt x="273" y="239"/>
                  </a:cubicBezTo>
                  <a:cubicBezTo>
                    <a:pt x="284" y="423"/>
                    <a:pt x="283" y="439"/>
                    <a:pt x="286" y="453"/>
                  </a:cubicBezTo>
                  <a:cubicBezTo>
                    <a:pt x="292" y="522"/>
                    <a:pt x="304" y="540"/>
                    <a:pt x="303" y="574"/>
                  </a:cubicBezTo>
                  <a:cubicBezTo>
                    <a:pt x="306" y="533"/>
                    <a:pt x="306" y="521"/>
                    <a:pt x="306" y="508"/>
                  </a:cubicBezTo>
                  <a:cubicBezTo>
                    <a:pt x="292" y="325"/>
                    <a:pt x="289" y="308"/>
                    <a:pt x="291" y="292"/>
                  </a:cubicBezTo>
                  <a:cubicBezTo>
                    <a:pt x="285" y="226"/>
                    <a:pt x="289" y="223"/>
                    <a:pt x="288" y="209"/>
                  </a:cubicBezTo>
                  <a:cubicBezTo>
                    <a:pt x="293" y="131"/>
                    <a:pt x="295" y="122"/>
                    <a:pt x="296" y="111"/>
                  </a:cubicBezTo>
                  <a:cubicBezTo>
                    <a:pt x="296" y="107"/>
                    <a:pt x="305" y="125"/>
                    <a:pt x="298" y="126"/>
                  </a:cubicBezTo>
                  <a:cubicBezTo>
                    <a:pt x="292" y="226"/>
                    <a:pt x="298" y="243"/>
                    <a:pt x="296" y="259"/>
                  </a:cubicBezTo>
                  <a:cubicBezTo>
                    <a:pt x="303" y="366"/>
                    <a:pt x="309" y="397"/>
                    <a:pt x="308" y="435"/>
                  </a:cubicBezTo>
                  <a:cubicBezTo>
                    <a:pt x="323" y="474"/>
                    <a:pt x="314" y="470"/>
                    <a:pt x="316" y="465"/>
                  </a:cubicBezTo>
                  <a:cubicBezTo>
                    <a:pt x="318" y="444"/>
                    <a:pt x="318" y="439"/>
                    <a:pt x="318" y="435"/>
                  </a:cubicBezTo>
                  <a:cubicBezTo>
                    <a:pt x="316" y="396"/>
                    <a:pt x="316" y="392"/>
                    <a:pt x="316" y="387"/>
                  </a:cubicBezTo>
                  <a:cubicBezTo>
                    <a:pt x="315" y="330"/>
                    <a:pt x="313" y="324"/>
                    <a:pt x="313" y="319"/>
                  </a:cubicBezTo>
                  <a:cubicBezTo>
                    <a:pt x="318" y="200"/>
                    <a:pt x="323" y="199"/>
                    <a:pt x="321" y="191"/>
                  </a:cubicBezTo>
                  <a:cubicBezTo>
                    <a:pt x="325" y="160"/>
                    <a:pt x="320" y="150"/>
                    <a:pt x="326" y="151"/>
                  </a:cubicBezTo>
                  <a:cubicBezTo>
                    <a:pt x="333" y="137"/>
                    <a:pt x="331" y="147"/>
                    <a:pt x="328" y="156"/>
                  </a:cubicBezTo>
                  <a:cubicBezTo>
                    <a:pt x="322" y="246"/>
                    <a:pt x="326" y="266"/>
                    <a:pt x="321" y="277"/>
                  </a:cubicBezTo>
                  <a:cubicBezTo>
                    <a:pt x="324" y="351"/>
                    <a:pt x="322" y="357"/>
                    <a:pt x="326" y="357"/>
                  </a:cubicBezTo>
                  <a:cubicBezTo>
                    <a:pt x="328" y="453"/>
                    <a:pt x="326" y="458"/>
                    <a:pt x="326" y="463"/>
                  </a:cubicBezTo>
                  <a:cubicBezTo>
                    <a:pt x="338" y="484"/>
                    <a:pt x="338" y="481"/>
                    <a:pt x="339" y="478"/>
                  </a:cubicBezTo>
                  <a:cubicBezTo>
                    <a:pt x="339" y="467"/>
                    <a:pt x="338" y="461"/>
                    <a:pt x="339" y="453"/>
                  </a:cubicBezTo>
                  <a:cubicBezTo>
                    <a:pt x="339" y="390"/>
                    <a:pt x="345" y="391"/>
                    <a:pt x="344" y="385"/>
                  </a:cubicBezTo>
                  <a:cubicBezTo>
                    <a:pt x="344" y="252"/>
                    <a:pt x="346" y="241"/>
                    <a:pt x="346" y="229"/>
                  </a:cubicBezTo>
                  <a:cubicBezTo>
                    <a:pt x="373" y="110"/>
                    <a:pt x="371" y="102"/>
                    <a:pt x="374" y="98"/>
                  </a:cubicBezTo>
                  <a:cubicBezTo>
                    <a:pt x="379" y="60"/>
                    <a:pt x="385" y="60"/>
                    <a:pt x="384" y="53"/>
                  </a:cubicBezTo>
                  <a:cubicBezTo>
                    <a:pt x="397" y="11"/>
                    <a:pt x="405" y="24"/>
                    <a:pt x="399" y="22"/>
                  </a:cubicBezTo>
                  <a:cubicBezTo>
                    <a:pt x="374" y="102"/>
                    <a:pt x="383" y="117"/>
                    <a:pt x="376" y="116"/>
                  </a:cubicBezTo>
                  <a:cubicBezTo>
                    <a:pt x="367" y="192"/>
                    <a:pt x="355" y="232"/>
                    <a:pt x="351" y="272"/>
                  </a:cubicBezTo>
                  <a:cubicBezTo>
                    <a:pt x="351" y="359"/>
                    <a:pt x="355" y="369"/>
                    <a:pt x="354" y="372"/>
                  </a:cubicBezTo>
                  <a:cubicBezTo>
                    <a:pt x="351" y="399"/>
                    <a:pt x="351" y="403"/>
                    <a:pt x="351" y="407"/>
                  </a:cubicBezTo>
                  <a:cubicBezTo>
                    <a:pt x="362" y="364"/>
                    <a:pt x="358" y="351"/>
                    <a:pt x="364" y="347"/>
                  </a:cubicBezTo>
                  <a:cubicBezTo>
                    <a:pt x="368" y="321"/>
                    <a:pt x="368" y="314"/>
                    <a:pt x="371" y="314"/>
                  </a:cubicBezTo>
                  <a:cubicBezTo>
                    <a:pt x="390" y="172"/>
                    <a:pt x="402" y="149"/>
                    <a:pt x="404" y="116"/>
                  </a:cubicBezTo>
                  <a:cubicBezTo>
                    <a:pt x="432" y="41"/>
                    <a:pt x="427" y="40"/>
                    <a:pt x="429" y="48"/>
                  </a:cubicBezTo>
                  <a:cubicBezTo>
                    <a:pt x="403" y="151"/>
                    <a:pt x="400" y="182"/>
                    <a:pt x="396" y="221"/>
                  </a:cubicBezTo>
                  <a:cubicBezTo>
                    <a:pt x="369" y="402"/>
                    <a:pt x="368" y="392"/>
                    <a:pt x="374" y="387"/>
                  </a:cubicBezTo>
                  <a:cubicBezTo>
                    <a:pt x="381" y="362"/>
                    <a:pt x="384" y="355"/>
                    <a:pt x="386" y="347"/>
                  </a:cubicBezTo>
                  <a:cubicBezTo>
                    <a:pt x="421" y="286"/>
                    <a:pt x="421" y="276"/>
                    <a:pt x="426" y="272"/>
                  </a:cubicBezTo>
                  <a:cubicBezTo>
                    <a:pt x="463" y="190"/>
                    <a:pt x="470" y="184"/>
                    <a:pt x="472" y="173"/>
                  </a:cubicBezTo>
                  <a:cubicBezTo>
                    <a:pt x="478" y="175"/>
                    <a:pt x="469" y="199"/>
                    <a:pt x="462" y="224"/>
                  </a:cubicBezTo>
                  <a:cubicBezTo>
                    <a:pt x="446" y="260"/>
                    <a:pt x="442" y="261"/>
                    <a:pt x="442" y="261"/>
                  </a:cubicBezTo>
                  <a:cubicBezTo>
                    <a:pt x="417" y="299"/>
                    <a:pt x="417" y="319"/>
                    <a:pt x="406" y="329"/>
                  </a:cubicBezTo>
                  <a:cubicBezTo>
                    <a:pt x="393" y="372"/>
                    <a:pt x="394" y="370"/>
                    <a:pt x="396" y="370"/>
                  </a:cubicBezTo>
                  <a:cubicBezTo>
                    <a:pt x="423" y="330"/>
                    <a:pt x="433" y="319"/>
                    <a:pt x="437" y="302"/>
                  </a:cubicBezTo>
                  <a:cubicBezTo>
                    <a:pt x="464" y="262"/>
                    <a:pt x="464" y="255"/>
                    <a:pt x="467" y="251"/>
                  </a:cubicBezTo>
                  <a:cubicBezTo>
                    <a:pt x="504" y="170"/>
                    <a:pt x="509" y="151"/>
                    <a:pt x="512" y="128"/>
                  </a:cubicBezTo>
                  <a:cubicBezTo>
                    <a:pt x="522" y="92"/>
                    <a:pt x="522" y="99"/>
                    <a:pt x="522" y="105"/>
                  </a:cubicBezTo>
                  <a:cubicBezTo>
                    <a:pt x="496" y="217"/>
                    <a:pt x="493" y="220"/>
                    <a:pt x="492" y="224"/>
                  </a:cubicBezTo>
                  <a:cubicBezTo>
                    <a:pt x="470" y="268"/>
                    <a:pt x="468" y="270"/>
                    <a:pt x="467" y="274"/>
                  </a:cubicBezTo>
                  <a:cubicBezTo>
                    <a:pt x="460" y="300"/>
                    <a:pt x="449" y="294"/>
                    <a:pt x="452" y="302"/>
                  </a:cubicBezTo>
                  <a:cubicBezTo>
                    <a:pt x="426" y="346"/>
                    <a:pt x="419" y="348"/>
                    <a:pt x="419" y="357"/>
                  </a:cubicBezTo>
                  <a:cubicBezTo>
                    <a:pt x="377" y="415"/>
                    <a:pt x="378" y="425"/>
                    <a:pt x="369" y="425"/>
                  </a:cubicBezTo>
                  <a:cubicBezTo>
                    <a:pt x="358" y="467"/>
                    <a:pt x="351" y="467"/>
                    <a:pt x="354" y="475"/>
                  </a:cubicBezTo>
                  <a:cubicBezTo>
                    <a:pt x="367" y="453"/>
                    <a:pt x="377" y="450"/>
                    <a:pt x="379" y="438"/>
                  </a:cubicBezTo>
                  <a:cubicBezTo>
                    <a:pt x="409" y="380"/>
                    <a:pt x="416" y="379"/>
                    <a:pt x="417" y="372"/>
                  </a:cubicBezTo>
                  <a:cubicBezTo>
                    <a:pt x="432" y="354"/>
                    <a:pt x="437" y="346"/>
                    <a:pt x="442" y="337"/>
                  </a:cubicBezTo>
                  <a:cubicBezTo>
                    <a:pt x="466" y="307"/>
                    <a:pt x="467" y="295"/>
                    <a:pt x="477" y="292"/>
                  </a:cubicBezTo>
                  <a:cubicBezTo>
                    <a:pt x="499" y="244"/>
                    <a:pt x="508" y="247"/>
                    <a:pt x="507" y="239"/>
                  </a:cubicBezTo>
                  <a:cubicBezTo>
                    <a:pt x="524" y="202"/>
                    <a:pt x="526" y="190"/>
                    <a:pt x="532" y="183"/>
                  </a:cubicBezTo>
                  <a:cubicBezTo>
                    <a:pt x="548" y="92"/>
                    <a:pt x="554" y="90"/>
                    <a:pt x="550" y="85"/>
                  </a:cubicBezTo>
                  <a:cubicBezTo>
                    <a:pt x="558" y="74"/>
                    <a:pt x="553" y="90"/>
                    <a:pt x="555" y="113"/>
                  </a:cubicBezTo>
                  <a:cubicBezTo>
                    <a:pt x="542" y="172"/>
                    <a:pt x="541" y="178"/>
                    <a:pt x="537" y="181"/>
                  </a:cubicBezTo>
                  <a:cubicBezTo>
                    <a:pt x="505" y="263"/>
                    <a:pt x="501" y="266"/>
                    <a:pt x="499" y="271"/>
                  </a:cubicBezTo>
                  <a:cubicBezTo>
                    <a:pt x="484" y="295"/>
                    <a:pt x="484" y="297"/>
                    <a:pt x="482" y="297"/>
                  </a:cubicBezTo>
                  <a:cubicBezTo>
                    <a:pt x="457" y="329"/>
                    <a:pt x="455" y="341"/>
                    <a:pt x="447" y="347"/>
                  </a:cubicBezTo>
                  <a:cubicBezTo>
                    <a:pt x="407" y="407"/>
                    <a:pt x="403" y="417"/>
                    <a:pt x="399" y="428"/>
                  </a:cubicBezTo>
                  <a:cubicBezTo>
                    <a:pt x="366" y="495"/>
                    <a:pt x="355" y="497"/>
                    <a:pt x="354" y="511"/>
                  </a:cubicBezTo>
                  <a:cubicBezTo>
                    <a:pt x="335" y="549"/>
                    <a:pt x="325" y="553"/>
                    <a:pt x="326" y="569"/>
                  </a:cubicBezTo>
                  <a:cubicBezTo>
                    <a:pt x="362" y="513"/>
                    <a:pt x="363" y="500"/>
                    <a:pt x="369" y="493"/>
                  </a:cubicBezTo>
                  <a:cubicBezTo>
                    <a:pt x="404" y="438"/>
                    <a:pt x="412" y="433"/>
                    <a:pt x="414" y="423"/>
                  </a:cubicBezTo>
                  <a:cubicBezTo>
                    <a:pt x="432" y="393"/>
                    <a:pt x="442" y="397"/>
                    <a:pt x="439" y="387"/>
                  </a:cubicBezTo>
                  <a:cubicBezTo>
                    <a:pt x="476" y="345"/>
                    <a:pt x="475" y="336"/>
                    <a:pt x="482" y="334"/>
                  </a:cubicBezTo>
                  <a:cubicBezTo>
                    <a:pt x="503" y="295"/>
                    <a:pt x="509" y="292"/>
                    <a:pt x="512" y="287"/>
                  </a:cubicBezTo>
                  <a:cubicBezTo>
                    <a:pt x="539" y="245"/>
                    <a:pt x="539" y="228"/>
                    <a:pt x="547" y="219"/>
                  </a:cubicBezTo>
                  <a:cubicBezTo>
                    <a:pt x="562" y="165"/>
                    <a:pt x="567" y="153"/>
                    <a:pt x="570" y="138"/>
                  </a:cubicBezTo>
                  <a:cubicBezTo>
                    <a:pt x="577" y="72"/>
                    <a:pt x="586" y="67"/>
                    <a:pt x="585" y="57"/>
                  </a:cubicBezTo>
                  <a:cubicBezTo>
                    <a:pt x="585" y="94"/>
                    <a:pt x="579" y="99"/>
                    <a:pt x="580" y="110"/>
                  </a:cubicBezTo>
                  <a:cubicBezTo>
                    <a:pt x="567" y="189"/>
                    <a:pt x="560" y="188"/>
                    <a:pt x="562" y="196"/>
                  </a:cubicBezTo>
                  <a:cubicBezTo>
                    <a:pt x="550" y="239"/>
                    <a:pt x="538" y="250"/>
                    <a:pt x="535" y="269"/>
                  </a:cubicBezTo>
                  <a:cubicBezTo>
                    <a:pt x="506" y="321"/>
                    <a:pt x="500" y="322"/>
                    <a:pt x="500" y="329"/>
                  </a:cubicBezTo>
                  <a:cubicBezTo>
                    <a:pt x="467" y="374"/>
                    <a:pt x="461" y="376"/>
                    <a:pt x="457" y="380"/>
                  </a:cubicBezTo>
                  <a:cubicBezTo>
                    <a:pt x="427" y="424"/>
                    <a:pt x="425" y="427"/>
                    <a:pt x="424" y="430"/>
                  </a:cubicBezTo>
                  <a:cubicBezTo>
                    <a:pt x="401" y="471"/>
                    <a:pt x="394" y="474"/>
                    <a:pt x="391" y="480"/>
                  </a:cubicBezTo>
                  <a:cubicBezTo>
                    <a:pt x="381" y="509"/>
                    <a:pt x="381" y="506"/>
                    <a:pt x="381" y="503"/>
                  </a:cubicBezTo>
                  <a:cubicBezTo>
                    <a:pt x="415" y="463"/>
                    <a:pt x="421" y="454"/>
                    <a:pt x="429" y="448"/>
                  </a:cubicBezTo>
                  <a:cubicBezTo>
                    <a:pt x="442" y="427"/>
                    <a:pt x="447" y="428"/>
                    <a:pt x="447" y="425"/>
                  </a:cubicBezTo>
                  <a:cubicBezTo>
                    <a:pt x="472" y="394"/>
                    <a:pt x="479" y="387"/>
                    <a:pt x="484" y="380"/>
                  </a:cubicBezTo>
                  <a:cubicBezTo>
                    <a:pt x="504" y="353"/>
                    <a:pt x="508" y="349"/>
                    <a:pt x="512" y="347"/>
                  </a:cubicBezTo>
                  <a:cubicBezTo>
                    <a:pt x="538" y="309"/>
                    <a:pt x="541" y="301"/>
                    <a:pt x="545" y="294"/>
                  </a:cubicBezTo>
                  <a:cubicBezTo>
                    <a:pt x="559" y="253"/>
                    <a:pt x="562" y="251"/>
                    <a:pt x="567" y="251"/>
                  </a:cubicBezTo>
                  <a:cubicBezTo>
                    <a:pt x="523" y="343"/>
                    <a:pt x="520" y="354"/>
                    <a:pt x="512" y="360"/>
                  </a:cubicBezTo>
                  <a:cubicBezTo>
                    <a:pt x="483" y="397"/>
                    <a:pt x="482" y="399"/>
                    <a:pt x="482" y="402"/>
                  </a:cubicBezTo>
                  <a:cubicBezTo>
                    <a:pt x="463" y="420"/>
                    <a:pt x="460" y="424"/>
                    <a:pt x="459" y="430"/>
                  </a:cubicBezTo>
                  <a:cubicBezTo>
                    <a:pt x="433" y="460"/>
                    <a:pt x="432" y="462"/>
                    <a:pt x="429" y="463"/>
                  </a:cubicBezTo>
                  <a:cubicBezTo>
                    <a:pt x="403" y="503"/>
                    <a:pt x="395" y="502"/>
                    <a:pt x="394" y="508"/>
                  </a:cubicBezTo>
                  <a:cubicBezTo>
                    <a:pt x="360" y="548"/>
                    <a:pt x="356" y="558"/>
                    <a:pt x="351" y="566"/>
                  </a:cubicBezTo>
                  <a:cubicBezTo>
                    <a:pt x="315" y="653"/>
                    <a:pt x="316" y="649"/>
                    <a:pt x="319" y="649"/>
                  </a:cubicBezTo>
                  <a:cubicBezTo>
                    <a:pt x="332" y="628"/>
                    <a:pt x="333" y="622"/>
                    <a:pt x="336" y="619"/>
                  </a:cubicBezTo>
                  <a:cubicBezTo>
                    <a:pt x="367" y="582"/>
                    <a:pt x="371" y="575"/>
                    <a:pt x="376" y="568"/>
                  </a:cubicBezTo>
                  <a:cubicBezTo>
                    <a:pt x="394" y="542"/>
                    <a:pt x="402" y="543"/>
                    <a:pt x="402" y="536"/>
                  </a:cubicBezTo>
                  <a:cubicBezTo>
                    <a:pt x="438" y="505"/>
                    <a:pt x="438" y="494"/>
                    <a:pt x="447" y="490"/>
                  </a:cubicBezTo>
                  <a:cubicBezTo>
                    <a:pt x="471" y="464"/>
                    <a:pt x="471" y="452"/>
                    <a:pt x="479" y="448"/>
                  </a:cubicBezTo>
                  <a:cubicBezTo>
                    <a:pt x="500" y="419"/>
                    <a:pt x="504" y="411"/>
                    <a:pt x="510" y="405"/>
                  </a:cubicBezTo>
                  <a:cubicBezTo>
                    <a:pt x="544" y="340"/>
                    <a:pt x="544" y="334"/>
                    <a:pt x="547" y="332"/>
                  </a:cubicBezTo>
                  <a:cubicBezTo>
                    <a:pt x="576" y="260"/>
                    <a:pt x="573" y="249"/>
                    <a:pt x="577" y="244"/>
                  </a:cubicBezTo>
                  <a:cubicBezTo>
                    <a:pt x="586" y="197"/>
                    <a:pt x="588" y="164"/>
                    <a:pt x="595" y="135"/>
                  </a:cubicBezTo>
                  <a:cubicBezTo>
                    <a:pt x="594" y="196"/>
                    <a:pt x="589" y="206"/>
                    <a:pt x="590" y="224"/>
                  </a:cubicBezTo>
                  <a:cubicBezTo>
                    <a:pt x="572" y="286"/>
                    <a:pt x="575" y="297"/>
                    <a:pt x="570" y="299"/>
                  </a:cubicBezTo>
                  <a:cubicBezTo>
                    <a:pt x="537" y="378"/>
                    <a:pt x="533" y="389"/>
                    <a:pt x="525" y="397"/>
                  </a:cubicBezTo>
                  <a:cubicBezTo>
                    <a:pt x="506" y="431"/>
                    <a:pt x="503" y="431"/>
                    <a:pt x="502" y="435"/>
                  </a:cubicBezTo>
                  <a:cubicBezTo>
                    <a:pt x="485" y="464"/>
                    <a:pt x="476" y="464"/>
                    <a:pt x="477" y="473"/>
                  </a:cubicBezTo>
                  <a:cubicBezTo>
                    <a:pt x="452" y="503"/>
                    <a:pt x="446" y="505"/>
                    <a:pt x="442" y="508"/>
                  </a:cubicBezTo>
                  <a:cubicBezTo>
                    <a:pt x="424" y="523"/>
                    <a:pt x="427" y="534"/>
                    <a:pt x="419" y="533"/>
                  </a:cubicBezTo>
                  <a:cubicBezTo>
                    <a:pt x="337" y="645"/>
                    <a:pt x="338" y="641"/>
                    <a:pt x="341" y="641"/>
                  </a:cubicBezTo>
                  <a:cubicBezTo>
                    <a:pt x="357" y="630"/>
                    <a:pt x="354" y="622"/>
                    <a:pt x="359" y="621"/>
                  </a:cubicBezTo>
                  <a:cubicBezTo>
                    <a:pt x="419" y="562"/>
                    <a:pt x="442" y="543"/>
                    <a:pt x="459" y="518"/>
                  </a:cubicBezTo>
                  <a:cubicBezTo>
                    <a:pt x="475" y="496"/>
                    <a:pt x="482" y="498"/>
                    <a:pt x="482" y="493"/>
                  </a:cubicBezTo>
                  <a:cubicBezTo>
                    <a:pt x="501" y="474"/>
                    <a:pt x="503" y="471"/>
                    <a:pt x="505" y="468"/>
                  </a:cubicBezTo>
                  <a:cubicBezTo>
                    <a:pt x="547" y="407"/>
                    <a:pt x="552" y="402"/>
                    <a:pt x="557" y="397"/>
                  </a:cubicBezTo>
                  <a:cubicBezTo>
                    <a:pt x="585" y="334"/>
                    <a:pt x="592" y="336"/>
                    <a:pt x="590" y="329"/>
                  </a:cubicBezTo>
                  <a:cubicBezTo>
                    <a:pt x="604" y="294"/>
                    <a:pt x="606" y="286"/>
                    <a:pt x="610" y="281"/>
                  </a:cubicBezTo>
                  <a:cubicBezTo>
                    <a:pt x="629" y="217"/>
                    <a:pt x="627" y="222"/>
                    <a:pt x="628" y="226"/>
                  </a:cubicBezTo>
                  <a:cubicBezTo>
                    <a:pt x="614" y="259"/>
                    <a:pt x="624" y="266"/>
                    <a:pt x="618" y="269"/>
                  </a:cubicBezTo>
                  <a:cubicBezTo>
                    <a:pt x="600" y="334"/>
                    <a:pt x="592" y="341"/>
                    <a:pt x="590" y="354"/>
                  </a:cubicBezTo>
                  <a:cubicBezTo>
                    <a:pt x="569" y="389"/>
                    <a:pt x="569" y="396"/>
                    <a:pt x="565" y="400"/>
                  </a:cubicBezTo>
                  <a:cubicBezTo>
                    <a:pt x="539" y="449"/>
                    <a:pt x="528" y="446"/>
                    <a:pt x="530" y="455"/>
                  </a:cubicBezTo>
                  <a:cubicBezTo>
                    <a:pt x="494" y="498"/>
                    <a:pt x="491" y="501"/>
                    <a:pt x="487" y="505"/>
                  </a:cubicBezTo>
                  <a:cubicBezTo>
                    <a:pt x="467" y="523"/>
                    <a:pt x="465" y="536"/>
                    <a:pt x="454" y="541"/>
                  </a:cubicBezTo>
                  <a:cubicBezTo>
                    <a:pt x="435" y="560"/>
                    <a:pt x="434" y="562"/>
                    <a:pt x="434" y="566"/>
                  </a:cubicBezTo>
                  <a:cubicBezTo>
                    <a:pt x="409" y="593"/>
                    <a:pt x="397" y="589"/>
                    <a:pt x="399" y="599"/>
                  </a:cubicBezTo>
                  <a:cubicBezTo>
                    <a:pt x="371" y="623"/>
                    <a:pt x="367" y="627"/>
                    <a:pt x="364" y="631"/>
                  </a:cubicBezTo>
                  <a:cubicBezTo>
                    <a:pt x="347" y="653"/>
                    <a:pt x="344" y="654"/>
                    <a:pt x="341" y="654"/>
                  </a:cubicBezTo>
                  <a:cubicBezTo>
                    <a:pt x="306" y="715"/>
                    <a:pt x="304" y="720"/>
                    <a:pt x="301" y="722"/>
                  </a:cubicBezTo>
                  <a:cubicBezTo>
                    <a:pt x="296" y="747"/>
                    <a:pt x="297" y="745"/>
                    <a:pt x="299" y="745"/>
                  </a:cubicBezTo>
                  <a:cubicBezTo>
                    <a:pt x="318" y="708"/>
                    <a:pt x="325" y="704"/>
                    <a:pt x="329" y="697"/>
                  </a:cubicBezTo>
                  <a:cubicBezTo>
                    <a:pt x="354" y="669"/>
                    <a:pt x="351" y="661"/>
                    <a:pt x="356" y="662"/>
                  </a:cubicBezTo>
                  <a:cubicBezTo>
                    <a:pt x="380" y="634"/>
                    <a:pt x="389" y="622"/>
                    <a:pt x="399" y="611"/>
                  </a:cubicBezTo>
                  <a:cubicBezTo>
                    <a:pt x="461" y="555"/>
                    <a:pt x="469" y="552"/>
                    <a:pt x="472" y="543"/>
                  </a:cubicBezTo>
                  <a:cubicBezTo>
                    <a:pt x="512" y="507"/>
                    <a:pt x="513" y="503"/>
                    <a:pt x="520" y="503"/>
                  </a:cubicBezTo>
                  <a:cubicBezTo>
                    <a:pt x="550" y="469"/>
                    <a:pt x="557" y="461"/>
                    <a:pt x="565" y="455"/>
                  </a:cubicBezTo>
                  <a:cubicBezTo>
                    <a:pt x="598" y="394"/>
                    <a:pt x="603" y="386"/>
                    <a:pt x="610" y="380"/>
                  </a:cubicBezTo>
                  <a:cubicBezTo>
                    <a:pt x="617" y="354"/>
                    <a:pt x="618" y="350"/>
                    <a:pt x="623" y="349"/>
                  </a:cubicBezTo>
                  <a:cubicBezTo>
                    <a:pt x="643" y="301"/>
                    <a:pt x="640" y="315"/>
                    <a:pt x="638" y="317"/>
                  </a:cubicBezTo>
                  <a:cubicBezTo>
                    <a:pt x="614" y="376"/>
                    <a:pt x="614" y="391"/>
                    <a:pt x="605" y="397"/>
                  </a:cubicBezTo>
                  <a:cubicBezTo>
                    <a:pt x="571" y="455"/>
                    <a:pt x="568" y="462"/>
                    <a:pt x="565" y="470"/>
                  </a:cubicBezTo>
                  <a:cubicBezTo>
                    <a:pt x="543" y="489"/>
                    <a:pt x="545" y="498"/>
                    <a:pt x="537" y="495"/>
                  </a:cubicBezTo>
                  <a:cubicBezTo>
                    <a:pt x="520" y="516"/>
                    <a:pt x="516" y="518"/>
                    <a:pt x="512" y="521"/>
                  </a:cubicBezTo>
                  <a:cubicBezTo>
                    <a:pt x="488" y="541"/>
                    <a:pt x="485" y="549"/>
                    <a:pt x="477" y="553"/>
                  </a:cubicBezTo>
                  <a:cubicBezTo>
                    <a:pt x="451" y="584"/>
                    <a:pt x="445" y="583"/>
                    <a:pt x="444" y="589"/>
                  </a:cubicBezTo>
                  <a:cubicBezTo>
                    <a:pt x="416" y="615"/>
                    <a:pt x="402" y="624"/>
                    <a:pt x="392" y="636"/>
                  </a:cubicBezTo>
                  <a:cubicBezTo>
                    <a:pt x="369" y="660"/>
                    <a:pt x="366" y="668"/>
                    <a:pt x="359" y="672"/>
                  </a:cubicBezTo>
                  <a:cubicBezTo>
                    <a:pt x="326" y="726"/>
                    <a:pt x="315" y="734"/>
                    <a:pt x="309" y="747"/>
                  </a:cubicBezTo>
                  <a:cubicBezTo>
                    <a:pt x="299" y="770"/>
                    <a:pt x="301" y="766"/>
                    <a:pt x="304" y="762"/>
                  </a:cubicBezTo>
                  <a:cubicBezTo>
                    <a:pt x="323" y="737"/>
                    <a:pt x="326" y="734"/>
                    <a:pt x="329" y="730"/>
                  </a:cubicBezTo>
                  <a:cubicBezTo>
                    <a:pt x="353" y="695"/>
                    <a:pt x="356" y="695"/>
                    <a:pt x="359" y="694"/>
                  </a:cubicBezTo>
                  <a:cubicBezTo>
                    <a:pt x="373" y="674"/>
                    <a:pt x="377" y="671"/>
                    <a:pt x="379" y="667"/>
                  </a:cubicBezTo>
                  <a:cubicBezTo>
                    <a:pt x="427" y="618"/>
                    <a:pt x="427" y="612"/>
                    <a:pt x="432" y="611"/>
                  </a:cubicBezTo>
                  <a:cubicBezTo>
                    <a:pt x="465" y="583"/>
                    <a:pt x="468" y="575"/>
                    <a:pt x="477" y="573"/>
                  </a:cubicBezTo>
                  <a:cubicBezTo>
                    <a:pt x="532" y="525"/>
                    <a:pt x="537" y="523"/>
                    <a:pt x="540" y="521"/>
                  </a:cubicBezTo>
                  <a:cubicBezTo>
                    <a:pt x="572" y="493"/>
                    <a:pt x="577" y="488"/>
                    <a:pt x="583" y="483"/>
                  </a:cubicBezTo>
                  <a:cubicBezTo>
                    <a:pt x="603" y="467"/>
                    <a:pt x="601" y="462"/>
                    <a:pt x="603" y="460"/>
                  </a:cubicBezTo>
                  <a:cubicBezTo>
                    <a:pt x="640" y="421"/>
                    <a:pt x="644" y="403"/>
                    <a:pt x="656" y="392"/>
                  </a:cubicBezTo>
                  <a:cubicBezTo>
                    <a:pt x="677" y="336"/>
                    <a:pt x="684" y="332"/>
                    <a:pt x="686" y="322"/>
                  </a:cubicBezTo>
                  <a:cubicBezTo>
                    <a:pt x="694" y="312"/>
                    <a:pt x="693" y="316"/>
                    <a:pt x="691" y="319"/>
                  </a:cubicBezTo>
                  <a:cubicBezTo>
                    <a:pt x="672" y="371"/>
                    <a:pt x="672" y="380"/>
                    <a:pt x="666" y="385"/>
                  </a:cubicBezTo>
                  <a:cubicBezTo>
                    <a:pt x="638" y="427"/>
                    <a:pt x="637" y="437"/>
                    <a:pt x="630" y="440"/>
                  </a:cubicBezTo>
                  <a:cubicBezTo>
                    <a:pt x="614" y="466"/>
                    <a:pt x="617" y="473"/>
                    <a:pt x="613" y="473"/>
                  </a:cubicBezTo>
                  <a:cubicBezTo>
                    <a:pt x="599" y="501"/>
                    <a:pt x="588" y="506"/>
                    <a:pt x="585" y="521"/>
                  </a:cubicBezTo>
                  <a:cubicBezTo>
                    <a:pt x="536" y="580"/>
                    <a:pt x="527" y="580"/>
                    <a:pt x="527" y="589"/>
                  </a:cubicBezTo>
                  <a:cubicBezTo>
                    <a:pt x="498" y="618"/>
                    <a:pt x="489" y="617"/>
                    <a:pt x="490" y="626"/>
                  </a:cubicBezTo>
                  <a:cubicBezTo>
                    <a:pt x="455" y="659"/>
                    <a:pt x="447" y="668"/>
                    <a:pt x="437" y="674"/>
                  </a:cubicBezTo>
                  <a:cubicBezTo>
                    <a:pt x="408" y="701"/>
                    <a:pt x="406" y="706"/>
                    <a:pt x="404" y="709"/>
                  </a:cubicBezTo>
                  <a:cubicBezTo>
                    <a:pt x="384" y="728"/>
                    <a:pt x="380" y="730"/>
                    <a:pt x="377" y="732"/>
                  </a:cubicBezTo>
                  <a:cubicBezTo>
                    <a:pt x="365" y="749"/>
                    <a:pt x="359" y="754"/>
                    <a:pt x="354" y="760"/>
                  </a:cubicBezTo>
                  <a:cubicBezTo>
                    <a:pt x="309" y="824"/>
                    <a:pt x="309" y="830"/>
                    <a:pt x="304" y="830"/>
                  </a:cubicBezTo>
                  <a:cubicBezTo>
                    <a:pt x="289" y="858"/>
                    <a:pt x="285" y="858"/>
                    <a:pt x="286" y="863"/>
                  </a:cubicBezTo>
                  <a:cubicBezTo>
                    <a:pt x="270" y="881"/>
                    <a:pt x="270" y="888"/>
                    <a:pt x="266" y="891"/>
                  </a:cubicBezTo>
                  <a:cubicBezTo>
                    <a:pt x="252" y="942"/>
                    <a:pt x="260" y="953"/>
                    <a:pt x="253" y="961"/>
                  </a:cubicBezTo>
                  <a:cubicBezTo>
                    <a:pt x="275" y="924"/>
                    <a:pt x="276" y="916"/>
                    <a:pt x="281" y="913"/>
                  </a:cubicBezTo>
                  <a:cubicBezTo>
                    <a:pt x="296" y="889"/>
                    <a:pt x="296" y="885"/>
                    <a:pt x="296" y="881"/>
                  </a:cubicBezTo>
                  <a:cubicBezTo>
                    <a:pt x="328" y="826"/>
                    <a:pt x="337" y="820"/>
                    <a:pt x="341" y="808"/>
                  </a:cubicBezTo>
                  <a:cubicBezTo>
                    <a:pt x="391" y="746"/>
                    <a:pt x="402" y="741"/>
                    <a:pt x="407" y="730"/>
                  </a:cubicBezTo>
                  <a:cubicBezTo>
                    <a:pt x="466" y="676"/>
                    <a:pt x="464" y="669"/>
                    <a:pt x="472" y="672"/>
                  </a:cubicBezTo>
                  <a:cubicBezTo>
                    <a:pt x="497" y="651"/>
                    <a:pt x="495" y="644"/>
                    <a:pt x="500" y="644"/>
                  </a:cubicBezTo>
                  <a:cubicBezTo>
                    <a:pt x="524" y="614"/>
                    <a:pt x="532" y="607"/>
                    <a:pt x="540" y="599"/>
                  </a:cubicBezTo>
                  <a:cubicBezTo>
                    <a:pt x="560" y="577"/>
                    <a:pt x="562" y="575"/>
                    <a:pt x="563" y="578"/>
                  </a:cubicBezTo>
                  <a:cubicBezTo>
                    <a:pt x="532" y="621"/>
                    <a:pt x="526" y="621"/>
                    <a:pt x="525" y="626"/>
                  </a:cubicBezTo>
                  <a:cubicBezTo>
                    <a:pt x="515" y="645"/>
                    <a:pt x="502" y="643"/>
                    <a:pt x="502" y="654"/>
                  </a:cubicBezTo>
                  <a:cubicBezTo>
                    <a:pt x="477" y="678"/>
                    <a:pt x="473" y="681"/>
                    <a:pt x="467" y="682"/>
                  </a:cubicBezTo>
                  <a:cubicBezTo>
                    <a:pt x="440" y="699"/>
                    <a:pt x="454" y="709"/>
                    <a:pt x="442" y="707"/>
                  </a:cubicBezTo>
                  <a:cubicBezTo>
                    <a:pt x="411" y="729"/>
                    <a:pt x="426" y="737"/>
                    <a:pt x="417" y="737"/>
                  </a:cubicBezTo>
                  <a:cubicBezTo>
                    <a:pt x="405" y="760"/>
                    <a:pt x="394" y="754"/>
                    <a:pt x="397" y="762"/>
                  </a:cubicBezTo>
                  <a:cubicBezTo>
                    <a:pt x="340" y="837"/>
                    <a:pt x="330" y="837"/>
                    <a:pt x="331" y="848"/>
                  </a:cubicBezTo>
                  <a:cubicBezTo>
                    <a:pt x="298" y="899"/>
                    <a:pt x="301" y="909"/>
                    <a:pt x="294" y="911"/>
                  </a:cubicBezTo>
                  <a:cubicBezTo>
                    <a:pt x="276" y="946"/>
                    <a:pt x="271" y="948"/>
                    <a:pt x="271" y="956"/>
                  </a:cubicBezTo>
                  <a:cubicBezTo>
                    <a:pt x="289" y="939"/>
                    <a:pt x="287" y="927"/>
                    <a:pt x="294" y="923"/>
                  </a:cubicBezTo>
                  <a:cubicBezTo>
                    <a:pt x="324" y="876"/>
                    <a:pt x="325" y="872"/>
                    <a:pt x="329" y="871"/>
                  </a:cubicBezTo>
                  <a:cubicBezTo>
                    <a:pt x="345" y="847"/>
                    <a:pt x="350" y="842"/>
                    <a:pt x="351" y="833"/>
                  </a:cubicBezTo>
                  <a:cubicBezTo>
                    <a:pt x="391" y="775"/>
                    <a:pt x="403" y="777"/>
                    <a:pt x="404" y="767"/>
                  </a:cubicBezTo>
                  <a:cubicBezTo>
                    <a:pt x="425" y="740"/>
                    <a:pt x="432" y="742"/>
                    <a:pt x="434" y="740"/>
                  </a:cubicBezTo>
                  <a:cubicBezTo>
                    <a:pt x="450" y="719"/>
                    <a:pt x="452" y="717"/>
                    <a:pt x="455" y="714"/>
                  </a:cubicBezTo>
                  <a:cubicBezTo>
                    <a:pt x="479" y="688"/>
                    <a:pt x="486" y="686"/>
                    <a:pt x="490" y="682"/>
                  </a:cubicBezTo>
                  <a:cubicBezTo>
                    <a:pt x="517" y="654"/>
                    <a:pt x="523" y="652"/>
                    <a:pt x="525" y="646"/>
                  </a:cubicBezTo>
                  <a:cubicBezTo>
                    <a:pt x="547" y="627"/>
                    <a:pt x="547" y="624"/>
                    <a:pt x="548" y="621"/>
                  </a:cubicBezTo>
                  <a:cubicBezTo>
                    <a:pt x="574" y="586"/>
                    <a:pt x="584" y="581"/>
                    <a:pt x="588" y="571"/>
                  </a:cubicBezTo>
                  <a:cubicBezTo>
                    <a:pt x="602" y="554"/>
                    <a:pt x="603" y="558"/>
                    <a:pt x="603" y="561"/>
                  </a:cubicBezTo>
                  <a:cubicBezTo>
                    <a:pt x="564" y="608"/>
                    <a:pt x="562" y="624"/>
                    <a:pt x="553" y="631"/>
                  </a:cubicBezTo>
                  <a:cubicBezTo>
                    <a:pt x="533" y="653"/>
                    <a:pt x="531" y="655"/>
                    <a:pt x="527" y="656"/>
                  </a:cubicBezTo>
                  <a:cubicBezTo>
                    <a:pt x="489" y="688"/>
                    <a:pt x="491" y="694"/>
                    <a:pt x="487" y="694"/>
                  </a:cubicBezTo>
                  <a:cubicBezTo>
                    <a:pt x="459" y="725"/>
                    <a:pt x="455" y="729"/>
                    <a:pt x="450" y="732"/>
                  </a:cubicBezTo>
                  <a:cubicBezTo>
                    <a:pt x="414" y="777"/>
                    <a:pt x="409" y="779"/>
                    <a:pt x="404" y="782"/>
                  </a:cubicBezTo>
                  <a:cubicBezTo>
                    <a:pt x="368" y="827"/>
                    <a:pt x="367" y="833"/>
                    <a:pt x="364" y="838"/>
                  </a:cubicBezTo>
                  <a:cubicBezTo>
                    <a:pt x="347" y="861"/>
                    <a:pt x="347" y="865"/>
                    <a:pt x="344" y="865"/>
                  </a:cubicBezTo>
                  <a:cubicBezTo>
                    <a:pt x="316" y="902"/>
                    <a:pt x="318" y="908"/>
                    <a:pt x="314" y="908"/>
                  </a:cubicBezTo>
                  <a:cubicBezTo>
                    <a:pt x="297" y="944"/>
                    <a:pt x="292" y="947"/>
                    <a:pt x="289" y="951"/>
                  </a:cubicBezTo>
                  <a:cubicBezTo>
                    <a:pt x="272" y="991"/>
                    <a:pt x="265" y="999"/>
                    <a:pt x="264" y="1012"/>
                  </a:cubicBezTo>
                  <a:cubicBezTo>
                    <a:pt x="246" y="1070"/>
                    <a:pt x="247" y="1080"/>
                    <a:pt x="243" y="1084"/>
                  </a:cubicBezTo>
                  <a:cubicBezTo>
                    <a:pt x="275" y="1031"/>
                    <a:pt x="275" y="1019"/>
                    <a:pt x="281" y="1014"/>
                  </a:cubicBezTo>
                  <a:cubicBezTo>
                    <a:pt x="300" y="980"/>
                    <a:pt x="306" y="968"/>
                    <a:pt x="311" y="956"/>
                  </a:cubicBezTo>
                  <a:cubicBezTo>
                    <a:pt x="329" y="925"/>
                    <a:pt x="336" y="929"/>
                    <a:pt x="334" y="921"/>
                  </a:cubicBezTo>
                  <a:cubicBezTo>
                    <a:pt x="370" y="883"/>
                    <a:pt x="367" y="872"/>
                    <a:pt x="377" y="873"/>
                  </a:cubicBezTo>
                  <a:cubicBezTo>
                    <a:pt x="395" y="849"/>
                    <a:pt x="404" y="842"/>
                    <a:pt x="412" y="833"/>
                  </a:cubicBezTo>
                  <a:cubicBezTo>
                    <a:pt x="432" y="811"/>
                    <a:pt x="434" y="810"/>
                    <a:pt x="434" y="808"/>
                  </a:cubicBezTo>
                  <a:cubicBezTo>
                    <a:pt x="468" y="774"/>
                    <a:pt x="473" y="764"/>
                    <a:pt x="482" y="757"/>
                  </a:cubicBezTo>
                  <a:cubicBezTo>
                    <a:pt x="518" y="710"/>
                    <a:pt x="527" y="711"/>
                    <a:pt x="525" y="702"/>
                  </a:cubicBezTo>
                  <a:cubicBezTo>
                    <a:pt x="512" y="725"/>
                    <a:pt x="513" y="729"/>
                    <a:pt x="512" y="732"/>
                  </a:cubicBezTo>
                  <a:cubicBezTo>
                    <a:pt x="497" y="756"/>
                    <a:pt x="486" y="759"/>
                    <a:pt x="482" y="767"/>
                  </a:cubicBezTo>
                  <a:cubicBezTo>
                    <a:pt x="463" y="791"/>
                    <a:pt x="457" y="793"/>
                    <a:pt x="452" y="795"/>
                  </a:cubicBezTo>
                  <a:cubicBezTo>
                    <a:pt x="362" y="908"/>
                    <a:pt x="358" y="911"/>
                    <a:pt x="354" y="913"/>
                  </a:cubicBezTo>
                  <a:cubicBezTo>
                    <a:pt x="338" y="944"/>
                    <a:pt x="330" y="941"/>
                    <a:pt x="331" y="948"/>
                  </a:cubicBezTo>
                  <a:cubicBezTo>
                    <a:pt x="305" y="988"/>
                    <a:pt x="305" y="994"/>
                    <a:pt x="301" y="996"/>
                  </a:cubicBezTo>
                  <a:cubicBezTo>
                    <a:pt x="313" y="984"/>
                    <a:pt x="317" y="981"/>
                    <a:pt x="319" y="976"/>
                  </a:cubicBezTo>
                  <a:cubicBezTo>
                    <a:pt x="362" y="938"/>
                    <a:pt x="357" y="928"/>
                    <a:pt x="364" y="928"/>
                  </a:cubicBezTo>
                  <a:cubicBezTo>
                    <a:pt x="379" y="903"/>
                    <a:pt x="390" y="907"/>
                    <a:pt x="389" y="901"/>
                  </a:cubicBezTo>
                  <a:cubicBezTo>
                    <a:pt x="416" y="869"/>
                    <a:pt x="427" y="873"/>
                    <a:pt x="424" y="865"/>
                  </a:cubicBezTo>
                  <a:cubicBezTo>
                    <a:pt x="450" y="844"/>
                    <a:pt x="454" y="836"/>
                    <a:pt x="462" y="833"/>
                  </a:cubicBezTo>
                  <a:cubicBezTo>
                    <a:pt x="510" y="785"/>
                    <a:pt x="513" y="782"/>
                    <a:pt x="515" y="780"/>
                  </a:cubicBezTo>
                  <a:cubicBezTo>
                    <a:pt x="536" y="752"/>
                    <a:pt x="545" y="755"/>
                    <a:pt x="543" y="747"/>
                  </a:cubicBezTo>
                  <a:cubicBezTo>
                    <a:pt x="566" y="714"/>
                    <a:pt x="568" y="710"/>
                    <a:pt x="570" y="707"/>
                  </a:cubicBezTo>
                  <a:cubicBezTo>
                    <a:pt x="591" y="657"/>
                    <a:pt x="601" y="647"/>
                    <a:pt x="605" y="631"/>
                  </a:cubicBezTo>
                  <a:cubicBezTo>
                    <a:pt x="597" y="662"/>
                    <a:pt x="596" y="668"/>
                    <a:pt x="595" y="674"/>
                  </a:cubicBezTo>
                  <a:cubicBezTo>
                    <a:pt x="577" y="704"/>
                    <a:pt x="573" y="716"/>
                    <a:pt x="568" y="727"/>
                  </a:cubicBezTo>
                  <a:cubicBezTo>
                    <a:pt x="537" y="772"/>
                    <a:pt x="532" y="774"/>
                    <a:pt x="528" y="777"/>
                  </a:cubicBezTo>
                  <a:cubicBezTo>
                    <a:pt x="516" y="796"/>
                    <a:pt x="509" y="797"/>
                    <a:pt x="507" y="802"/>
                  </a:cubicBezTo>
                  <a:cubicBezTo>
                    <a:pt x="475" y="834"/>
                    <a:pt x="473" y="835"/>
                    <a:pt x="472" y="838"/>
                  </a:cubicBezTo>
                  <a:cubicBezTo>
                    <a:pt x="458" y="853"/>
                    <a:pt x="452" y="855"/>
                    <a:pt x="447" y="858"/>
                  </a:cubicBezTo>
                  <a:cubicBezTo>
                    <a:pt x="430" y="871"/>
                    <a:pt x="434" y="882"/>
                    <a:pt x="424" y="881"/>
                  </a:cubicBezTo>
                  <a:cubicBezTo>
                    <a:pt x="388" y="922"/>
                    <a:pt x="381" y="923"/>
                    <a:pt x="379" y="928"/>
                  </a:cubicBezTo>
                  <a:cubicBezTo>
                    <a:pt x="356" y="958"/>
                    <a:pt x="346" y="955"/>
                    <a:pt x="347" y="964"/>
                  </a:cubicBezTo>
                  <a:cubicBezTo>
                    <a:pt x="311" y="1003"/>
                    <a:pt x="313" y="1013"/>
                    <a:pt x="306" y="1014"/>
                  </a:cubicBezTo>
                  <a:cubicBezTo>
                    <a:pt x="282" y="1051"/>
                    <a:pt x="281" y="1054"/>
                    <a:pt x="281" y="1057"/>
                  </a:cubicBezTo>
                  <a:cubicBezTo>
                    <a:pt x="263" y="1076"/>
                    <a:pt x="266" y="1095"/>
                    <a:pt x="256" y="1100"/>
                  </a:cubicBezTo>
                  <a:cubicBezTo>
                    <a:pt x="251" y="1150"/>
                    <a:pt x="250" y="1138"/>
                    <a:pt x="256" y="1135"/>
                  </a:cubicBezTo>
                  <a:cubicBezTo>
                    <a:pt x="289" y="1070"/>
                    <a:pt x="297" y="1067"/>
                    <a:pt x="299" y="1059"/>
                  </a:cubicBezTo>
                  <a:cubicBezTo>
                    <a:pt x="316" y="1029"/>
                    <a:pt x="323" y="1031"/>
                    <a:pt x="321" y="1024"/>
                  </a:cubicBezTo>
                  <a:cubicBezTo>
                    <a:pt x="338" y="1004"/>
                    <a:pt x="340" y="996"/>
                    <a:pt x="344" y="991"/>
                  </a:cubicBezTo>
                  <a:cubicBezTo>
                    <a:pt x="361" y="971"/>
                    <a:pt x="363" y="965"/>
                    <a:pt x="369" y="961"/>
                  </a:cubicBezTo>
                  <a:cubicBezTo>
                    <a:pt x="436" y="888"/>
                    <a:pt x="448" y="891"/>
                    <a:pt x="447" y="880"/>
                  </a:cubicBezTo>
                  <a:cubicBezTo>
                    <a:pt x="469" y="858"/>
                    <a:pt x="474" y="859"/>
                    <a:pt x="475" y="855"/>
                  </a:cubicBezTo>
                  <a:cubicBezTo>
                    <a:pt x="505" y="824"/>
                    <a:pt x="511" y="822"/>
                    <a:pt x="512" y="815"/>
                  </a:cubicBezTo>
                  <a:cubicBezTo>
                    <a:pt x="568" y="753"/>
                    <a:pt x="565" y="741"/>
                    <a:pt x="573" y="739"/>
                  </a:cubicBezTo>
                  <a:cubicBezTo>
                    <a:pt x="584" y="730"/>
                    <a:pt x="582" y="734"/>
                    <a:pt x="580" y="737"/>
                  </a:cubicBezTo>
                  <a:cubicBezTo>
                    <a:pt x="561" y="775"/>
                    <a:pt x="553" y="785"/>
                    <a:pt x="545" y="795"/>
                  </a:cubicBezTo>
                  <a:cubicBezTo>
                    <a:pt x="516" y="828"/>
                    <a:pt x="510" y="830"/>
                    <a:pt x="507" y="838"/>
                  </a:cubicBezTo>
                  <a:cubicBezTo>
                    <a:pt x="443" y="909"/>
                    <a:pt x="435" y="906"/>
                    <a:pt x="435" y="911"/>
                  </a:cubicBezTo>
                  <a:cubicBezTo>
                    <a:pt x="419" y="924"/>
                    <a:pt x="417" y="927"/>
                    <a:pt x="417" y="931"/>
                  </a:cubicBezTo>
                  <a:cubicBezTo>
                    <a:pt x="381" y="966"/>
                    <a:pt x="371" y="974"/>
                    <a:pt x="364" y="986"/>
                  </a:cubicBezTo>
                  <a:cubicBezTo>
                    <a:pt x="347" y="1005"/>
                    <a:pt x="346" y="1013"/>
                    <a:pt x="339" y="1014"/>
                  </a:cubicBezTo>
                  <a:cubicBezTo>
                    <a:pt x="294" y="1085"/>
                    <a:pt x="293" y="1095"/>
                    <a:pt x="286" y="1100"/>
                  </a:cubicBezTo>
                  <a:cubicBezTo>
                    <a:pt x="259" y="1148"/>
                    <a:pt x="259" y="1154"/>
                    <a:pt x="256" y="1157"/>
                  </a:cubicBezTo>
                  <a:cubicBezTo>
                    <a:pt x="241" y="1199"/>
                    <a:pt x="246" y="1208"/>
                    <a:pt x="241" y="1218"/>
                  </a:cubicBezTo>
                  <a:cubicBezTo>
                    <a:pt x="260" y="1178"/>
                    <a:pt x="260" y="1172"/>
                    <a:pt x="264" y="1170"/>
                  </a:cubicBezTo>
                  <a:cubicBezTo>
                    <a:pt x="290" y="1114"/>
                    <a:pt x="297" y="1109"/>
                    <a:pt x="301" y="1102"/>
                  </a:cubicBezTo>
                  <a:cubicBezTo>
                    <a:pt x="336" y="1056"/>
                    <a:pt x="339" y="1048"/>
                    <a:pt x="344" y="1042"/>
                  </a:cubicBezTo>
                  <a:cubicBezTo>
                    <a:pt x="367" y="1006"/>
                    <a:pt x="373" y="1006"/>
                    <a:pt x="374" y="1001"/>
                  </a:cubicBezTo>
                  <a:cubicBezTo>
                    <a:pt x="410" y="964"/>
                    <a:pt x="416" y="964"/>
                    <a:pt x="417" y="959"/>
                  </a:cubicBezTo>
                  <a:cubicBezTo>
                    <a:pt x="453" y="919"/>
                    <a:pt x="467" y="910"/>
                    <a:pt x="475" y="896"/>
                  </a:cubicBezTo>
                  <a:cubicBezTo>
                    <a:pt x="505" y="865"/>
                    <a:pt x="517" y="863"/>
                    <a:pt x="520" y="850"/>
                  </a:cubicBezTo>
                  <a:cubicBezTo>
                    <a:pt x="554" y="810"/>
                    <a:pt x="558" y="807"/>
                    <a:pt x="560" y="802"/>
                  </a:cubicBezTo>
                  <a:cubicBezTo>
                    <a:pt x="584" y="766"/>
                    <a:pt x="596" y="762"/>
                    <a:pt x="598" y="750"/>
                  </a:cubicBezTo>
                  <a:cubicBezTo>
                    <a:pt x="627" y="704"/>
                    <a:pt x="632" y="702"/>
                    <a:pt x="633" y="697"/>
                  </a:cubicBezTo>
                  <a:cubicBezTo>
                    <a:pt x="623" y="720"/>
                    <a:pt x="626" y="728"/>
                    <a:pt x="621" y="727"/>
                  </a:cubicBezTo>
                  <a:cubicBezTo>
                    <a:pt x="597" y="761"/>
                    <a:pt x="596" y="771"/>
                    <a:pt x="588" y="772"/>
                  </a:cubicBezTo>
                  <a:cubicBezTo>
                    <a:pt x="575" y="802"/>
                    <a:pt x="566" y="803"/>
                    <a:pt x="565" y="812"/>
                  </a:cubicBezTo>
                  <a:cubicBezTo>
                    <a:pt x="538" y="856"/>
                    <a:pt x="525" y="854"/>
                    <a:pt x="525" y="865"/>
                  </a:cubicBezTo>
                  <a:cubicBezTo>
                    <a:pt x="510" y="886"/>
                    <a:pt x="501" y="883"/>
                    <a:pt x="500" y="888"/>
                  </a:cubicBezTo>
                  <a:cubicBezTo>
                    <a:pt x="481" y="905"/>
                    <a:pt x="479" y="907"/>
                    <a:pt x="477" y="911"/>
                  </a:cubicBezTo>
                  <a:cubicBezTo>
                    <a:pt x="449" y="935"/>
                    <a:pt x="452" y="943"/>
                    <a:pt x="447" y="943"/>
                  </a:cubicBezTo>
                  <a:cubicBezTo>
                    <a:pt x="429" y="962"/>
                    <a:pt x="427" y="963"/>
                    <a:pt x="425" y="966"/>
                  </a:cubicBezTo>
                  <a:cubicBezTo>
                    <a:pt x="401" y="992"/>
                    <a:pt x="398" y="995"/>
                    <a:pt x="394" y="996"/>
                  </a:cubicBezTo>
                  <a:cubicBezTo>
                    <a:pt x="379" y="1017"/>
                    <a:pt x="373" y="1015"/>
                    <a:pt x="374" y="1021"/>
                  </a:cubicBezTo>
                  <a:cubicBezTo>
                    <a:pt x="331" y="1077"/>
                    <a:pt x="326" y="1081"/>
                    <a:pt x="324" y="1089"/>
                  </a:cubicBezTo>
                  <a:cubicBezTo>
                    <a:pt x="309" y="1105"/>
                    <a:pt x="309" y="1109"/>
                    <a:pt x="309" y="1112"/>
                  </a:cubicBezTo>
                  <a:cubicBezTo>
                    <a:pt x="293" y="1133"/>
                    <a:pt x="293" y="1139"/>
                    <a:pt x="289" y="1142"/>
                  </a:cubicBezTo>
                  <a:cubicBezTo>
                    <a:pt x="272" y="1170"/>
                    <a:pt x="273" y="1176"/>
                    <a:pt x="271" y="1180"/>
                  </a:cubicBezTo>
                  <a:cubicBezTo>
                    <a:pt x="246" y="1241"/>
                    <a:pt x="246" y="1250"/>
                    <a:pt x="246" y="1258"/>
                  </a:cubicBezTo>
                  <a:cubicBezTo>
                    <a:pt x="257" y="1254"/>
                    <a:pt x="254" y="1246"/>
                    <a:pt x="259" y="1246"/>
                  </a:cubicBezTo>
                  <a:cubicBezTo>
                    <a:pt x="274" y="1211"/>
                    <a:pt x="275" y="1207"/>
                    <a:pt x="279" y="1205"/>
                  </a:cubicBezTo>
                  <a:cubicBezTo>
                    <a:pt x="320" y="1146"/>
                    <a:pt x="319" y="1135"/>
                    <a:pt x="327" y="1132"/>
                  </a:cubicBezTo>
                  <a:cubicBezTo>
                    <a:pt x="353" y="1085"/>
                    <a:pt x="363" y="1084"/>
                    <a:pt x="364" y="1074"/>
                  </a:cubicBezTo>
                  <a:cubicBezTo>
                    <a:pt x="392" y="1044"/>
                    <a:pt x="389" y="1036"/>
                    <a:pt x="394" y="1037"/>
                  </a:cubicBezTo>
                  <a:cubicBezTo>
                    <a:pt x="409" y="1021"/>
                    <a:pt x="409" y="1018"/>
                    <a:pt x="409" y="1016"/>
                  </a:cubicBezTo>
                  <a:cubicBezTo>
                    <a:pt x="421" y="1005"/>
                    <a:pt x="423" y="1003"/>
                    <a:pt x="427" y="1001"/>
                  </a:cubicBezTo>
                  <a:cubicBezTo>
                    <a:pt x="466" y="955"/>
                    <a:pt x="477" y="948"/>
                    <a:pt x="485" y="938"/>
                  </a:cubicBezTo>
                  <a:cubicBezTo>
                    <a:pt x="518" y="914"/>
                    <a:pt x="515" y="906"/>
                    <a:pt x="520" y="906"/>
                  </a:cubicBezTo>
                  <a:cubicBezTo>
                    <a:pt x="551" y="882"/>
                    <a:pt x="558" y="873"/>
                    <a:pt x="568" y="865"/>
                  </a:cubicBezTo>
                  <a:cubicBezTo>
                    <a:pt x="556" y="886"/>
                    <a:pt x="553" y="888"/>
                    <a:pt x="548" y="888"/>
                  </a:cubicBezTo>
                  <a:cubicBezTo>
                    <a:pt x="519" y="917"/>
                    <a:pt x="514" y="922"/>
                    <a:pt x="508" y="926"/>
                  </a:cubicBezTo>
                  <a:cubicBezTo>
                    <a:pt x="486" y="947"/>
                    <a:pt x="481" y="952"/>
                    <a:pt x="477" y="958"/>
                  </a:cubicBezTo>
                  <a:cubicBezTo>
                    <a:pt x="437" y="1004"/>
                    <a:pt x="435" y="1006"/>
                    <a:pt x="432" y="1009"/>
                  </a:cubicBezTo>
                  <a:cubicBezTo>
                    <a:pt x="378" y="1069"/>
                    <a:pt x="375" y="1086"/>
                    <a:pt x="362" y="1094"/>
                  </a:cubicBezTo>
                  <a:cubicBezTo>
                    <a:pt x="324" y="1152"/>
                    <a:pt x="326" y="1159"/>
                    <a:pt x="319" y="1157"/>
                  </a:cubicBezTo>
                  <a:cubicBezTo>
                    <a:pt x="305" y="1192"/>
                    <a:pt x="293" y="1190"/>
                    <a:pt x="294" y="1200"/>
                  </a:cubicBezTo>
                  <a:cubicBezTo>
                    <a:pt x="266" y="1260"/>
                    <a:pt x="259" y="1258"/>
                    <a:pt x="259" y="1263"/>
                  </a:cubicBezTo>
                  <a:cubicBezTo>
                    <a:pt x="251" y="1298"/>
                    <a:pt x="251" y="1292"/>
                    <a:pt x="246" y="1291"/>
                  </a:cubicBezTo>
                  <a:cubicBezTo>
                    <a:pt x="271" y="1295"/>
                    <a:pt x="258" y="1283"/>
                    <a:pt x="271" y="1283"/>
                  </a:cubicBezTo>
                  <a:cubicBezTo>
                    <a:pt x="326" y="1167"/>
                    <a:pt x="332" y="1165"/>
                    <a:pt x="334" y="1160"/>
                  </a:cubicBezTo>
                  <a:cubicBezTo>
                    <a:pt x="350" y="1123"/>
                    <a:pt x="361" y="1126"/>
                    <a:pt x="359" y="1117"/>
                  </a:cubicBezTo>
                  <a:cubicBezTo>
                    <a:pt x="387" y="1084"/>
                    <a:pt x="394" y="1076"/>
                    <a:pt x="399" y="1067"/>
                  </a:cubicBezTo>
                  <a:cubicBezTo>
                    <a:pt x="475" y="1001"/>
                    <a:pt x="472" y="992"/>
                    <a:pt x="480" y="994"/>
                  </a:cubicBezTo>
                  <a:cubicBezTo>
                    <a:pt x="497" y="981"/>
                    <a:pt x="502" y="975"/>
                    <a:pt x="510" y="971"/>
                  </a:cubicBezTo>
                  <a:cubicBezTo>
                    <a:pt x="532" y="952"/>
                    <a:pt x="534" y="948"/>
                    <a:pt x="540" y="948"/>
                  </a:cubicBezTo>
                  <a:cubicBezTo>
                    <a:pt x="553" y="931"/>
                    <a:pt x="556" y="931"/>
                    <a:pt x="558" y="931"/>
                  </a:cubicBezTo>
                  <a:cubicBezTo>
                    <a:pt x="594" y="891"/>
                    <a:pt x="607" y="882"/>
                    <a:pt x="613" y="865"/>
                  </a:cubicBezTo>
                  <a:cubicBezTo>
                    <a:pt x="599" y="896"/>
                    <a:pt x="595" y="896"/>
                    <a:pt x="596" y="901"/>
                  </a:cubicBezTo>
                  <a:cubicBezTo>
                    <a:pt x="577" y="920"/>
                    <a:pt x="574" y="924"/>
                    <a:pt x="568" y="926"/>
                  </a:cubicBezTo>
                  <a:cubicBezTo>
                    <a:pt x="544" y="951"/>
                    <a:pt x="537" y="951"/>
                    <a:pt x="538" y="958"/>
                  </a:cubicBezTo>
                  <a:cubicBezTo>
                    <a:pt x="508" y="985"/>
                    <a:pt x="498" y="990"/>
                    <a:pt x="490" y="996"/>
                  </a:cubicBezTo>
                  <a:cubicBezTo>
                    <a:pt x="458" y="1014"/>
                    <a:pt x="462" y="1026"/>
                    <a:pt x="455" y="1026"/>
                  </a:cubicBezTo>
                  <a:cubicBezTo>
                    <a:pt x="438" y="1046"/>
                    <a:pt x="433" y="1046"/>
                    <a:pt x="432" y="1049"/>
                  </a:cubicBezTo>
                  <a:cubicBezTo>
                    <a:pt x="398" y="1090"/>
                    <a:pt x="392" y="1088"/>
                    <a:pt x="392" y="1092"/>
                  </a:cubicBezTo>
                  <a:cubicBezTo>
                    <a:pt x="371" y="1115"/>
                    <a:pt x="368" y="1120"/>
                    <a:pt x="367" y="1127"/>
                  </a:cubicBezTo>
                  <a:cubicBezTo>
                    <a:pt x="343" y="1159"/>
                    <a:pt x="343" y="1167"/>
                    <a:pt x="339" y="1170"/>
                  </a:cubicBezTo>
                  <a:cubicBezTo>
                    <a:pt x="304" y="1239"/>
                    <a:pt x="296" y="1239"/>
                    <a:pt x="296" y="1248"/>
                  </a:cubicBezTo>
                  <a:cubicBezTo>
                    <a:pt x="278" y="1277"/>
                    <a:pt x="287" y="1279"/>
                    <a:pt x="281" y="1281"/>
                  </a:cubicBezTo>
                  <a:cubicBezTo>
                    <a:pt x="246" y="1371"/>
                    <a:pt x="256" y="1372"/>
                    <a:pt x="254" y="1386"/>
                  </a:cubicBezTo>
                  <a:cubicBezTo>
                    <a:pt x="266" y="1357"/>
                    <a:pt x="266" y="1353"/>
                    <a:pt x="266" y="1349"/>
                  </a:cubicBezTo>
                  <a:cubicBezTo>
                    <a:pt x="293" y="1281"/>
                    <a:pt x="296" y="1281"/>
                    <a:pt x="299" y="1281"/>
                  </a:cubicBezTo>
                  <a:cubicBezTo>
                    <a:pt x="308" y="1258"/>
                    <a:pt x="314" y="1259"/>
                    <a:pt x="312" y="1251"/>
                  </a:cubicBezTo>
                  <a:cubicBezTo>
                    <a:pt x="332" y="1226"/>
                    <a:pt x="333" y="1221"/>
                    <a:pt x="334" y="1215"/>
                  </a:cubicBezTo>
                  <a:cubicBezTo>
                    <a:pt x="360" y="1186"/>
                    <a:pt x="360" y="1174"/>
                    <a:pt x="367" y="1170"/>
                  </a:cubicBezTo>
                  <a:cubicBezTo>
                    <a:pt x="400" y="1124"/>
                    <a:pt x="404" y="1118"/>
                    <a:pt x="410" y="1112"/>
                  </a:cubicBezTo>
                  <a:cubicBezTo>
                    <a:pt x="423" y="1096"/>
                    <a:pt x="424" y="1094"/>
                    <a:pt x="427" y="1094"/>
                  </a:cubicBezTo>
                  <a:cubicBezTo>
                    <a:pt x="449" y="1060"/>
                    <a:pt x="460" y="1065"/>
                    <a:pt x="457" y="1057"/>
                  </a:cubicBezTo>
                  <a:cubicBezTo>
                    <a:pt x="497" y="1018"/>
                    <a:pt x="528" y="1004"/>
                    <a:pt x="548" y="979"/>
                  </a:cubicBezTo>
                  <a:cubicBezTo>
                    <a:pt x="588" y="940"/>
                    <a:pt x="590" y="931"/>
                    <a:pt x="596" y="926"/>
                  </a:cubicBezTo>
                  <a:cubicBezTo>
                    <a:pt x="623" y="900"/>
                    <a:pt x="616" y="899"/>
                    <a:pt x="618" y="906"/>
                  </a:cubicBezTo>
                  <a:cubicBezTo>
                    <a:pt x="606" y="925"/>
                    <a:pt x="604" y="927"/>
                    <a:pt x="601" y="928"/>
                  </a:cubicBezTo>
                  <a:cubicBezTo>
                    <a:pt x="563" y="980"/>
                    <a:pt x="555" y="982"/>
                    <a:pt x="553" y="989"/>
                  </a:cubicBezTo>
                  <a:cubicBezTo>
                    <a:pt x="513" y="1021"/>
                    <a:pt x="511" y="1023"/>
                    <a:pt x="508" y="1024"/>
                  </a:cubicBezTo>
                  <a:cubicBezTo>
                    <a:pt x="476" y="1056"/>
                    <a:pt x="471" y="1060"/>
                    <a:pt x="465" y="1062"/>
                  </a:cubicBezTo>
                  <a:cubicBezTo>
                    <a:pt x="439" y="1098"/>
                    <a:pt x="432" y="1100"/>
                    <a:pt x="427" y="1104"/>
                  </a:cubicBezTo>
                  <a:cubicBezTo>
                    <a:pt x="413" y="1124"/>
                    <a:pt x="407" y="1124"/>
                    <a:pt x="407" y="1132"/>
                  </a:cubicBezTo>
                  <a:cubicBezTo>
                    <a:pt x="374" y="1182"/>
                    <a:pt x="363" y="1186"/>
                    <a:pt x="359" y="1198"/>
                  </a:cubicBezTo>
                  <a:cubicBezTo>
                    <a:pt x="344" y="1221"/>
                    <a:pt x="342" y="1223"/>
                    <a:pt x="342" y="1225"/>
                  </a:cubicBezTo>
                  <a:cubicBezTo>
                    <a:pt x="314" y="1273"/>
                    <a:pt x="309" y="1276"/>
                    <a:pt x="309" y="1283"/>
                  </a:cubicBezTo>
                  <a:cubicBezTo>
                    <a:pt x="299" y="1304"/>
                    <a:pt x="294" y="1306"/>
                    <a:pt x="294" y="1313"/>
                  </a:cubicBezTo>
                  <a:cubicBezTo>
                    <a:pt x="281" y="1340"/>
                    <a:pt x="281" y="1342"/>
                    <a:pt x="279" y="1341"/>
                  </a:cubicBezTo>
                  <a:cubicBezTo>
                    <a:pt x="272" y="1377"/>
                    <a:pt x="264" y="1384"/>
                    <a:pt x="266" y="1402"/>
                  </a:cubicBezTo>
                  <a:cubicBezTo>
                    <a:pt x="266" y="1422"/>
                    <a:pt x="267" y="1407"/>
                    <a:pt x="274" y="1399"/>
                  </a:cubicBezTo>
                  <a:cubicBezTo>
                    <a:pt x="295" y="1345"/>
                    <a:pt x="300" y="1321"/>
                    <a:pt x="314" y="1306"/>
                  </a:cubicBezTo>
                  <a:cubicBezTo>
                    <a:pt x="332" y="1263"/>
                    <a:pt x="339" y="1255"/>
                    <a:pt x="347" y="1248"/>
                  </a:cubicBezTo>
                  <a:cubicBezTo>
                    <a:pt x="384" y="1190"/>
                    <a:pt x="386" y="1184"/>
                    <a:pt x="392" y="1182"/>
                  </a:cubicBezTo>
                  <a:cubicBezTo>
                    <a:pt x="430" y="1138"/>
                    <a:pt x="434" y="1127"/>
                    <a:pt x="445" y="1122"/>
                  </a:cubicBezTo>
                  <a:cubicBezTo>
                    <a:pt x="500" y="1074"/>
                    <a:pt x="508" y="1067"/>
                    <a:pt x="515" y="1059"/>
                  </a:cubicBezTo>
                  <a:cubicBezTo>
                    <a:pt x="543" y="1027"/>
                    <a:pt x="554" y="1024"/>
                    <a:pt x="558" y="1014"/>
                  </a:cubicBezTo>
                  <a:cubicBezTo>
                    <a:pt x="546" y="1032"/>
                    <a:pt x="548" y="1039"/>
                    <a:pt x="545" y="1041"/>
                  </a:cubicBezTo>
                  <a:cubicBezTo>
                    <a:pt x="519" y="1066"/>
                    <a:pt x="517" y="1068"/>
                    <a:pt x="515" y="1072"/>
                  </a:cubicBezTo>
                  <a:cubicBezTo>
                    <a:pt x="498" y="1090"/>
                    <a:pt x="490" y="1087"/>
                    <a:pt x="490" y="1092"/>
                  </a:cubicBezTo>
                  <a:cubicBezTo>
                    <a:pt x="467" y="1109"/>
                    <a:pt x="464" y="1117"/>
                    <a:pt x="457" y="1120"/>
                  </a:cubicBezTo>
                  <a:cubicBezTo>
                    <a:pt x="439" y="1141"/>
                    <a:pt x="434" y="1146"/>
                    <a:pt x="430" y="1152"/>
                  </a:cubicBezTo>
                  <a:cubicBezTo>
                    <a:pt x="407" y="1180"/>
                    <a:pt x="396" y="1189"/>
                    <a:pt x="389" y="1203"/>
                  </a:cubicBezTo>
                  <a:cubicBezTo>
                    <a:pt x="340" y="1277"/>
                    <a:pt x="340" y="1283"/>
                    <a:pt x="334" y="1283"/>
                  </a:cubicBezTo>
                  <a:cubicBezTo>
                    <a:pt x="311" y="1324"/>
                    <a:pt x="312" y="1337"/>
                    <a:pt x="304" y="1341"/>
                  </a:cubicBezTo>
                  <a:cubicBezTo>
                    <a:pt x="283" y="1403"/>
                    <a:pt x="280" y="1411"/>
                    <a:pt x="276" y="1419"/>
                  </a:cubicBezTo>
                  <a:cubicBezTo>
                    <a:pt x="267" y="1456"/>
                    <a:pt x="262" y="1466"/>
                    <a:pt x="264" y="1469"/>
                  </a:cubicBezTo>
                  <a:cubicBezTo>
                    <a:pt x="279" y="1429"/>
                    <a:pt x="286" y="1428"/>
                    <a:pt x="284" y="1419"/>
                  </a:cubicBezTo>
                  <a:cubicBezTo>
                    <a:pt x="311" y="1363"/>
                    <a:pt x="316" y="1353"/>
                    <a:pt x="322" y="1344"/>
                  </a:cubicBezTo>
                  <a:cubicBezTo>
                    <a:pt x="341" y="1299"/>
                    <a:pt x="344" y="1299"/>
                    <a:pt x="347" y="1298"/>
                  </a:cubicBezTo>
                  <a:cubicBezTo>
                    <a:pt x="377" y="1253"/>
                    <a:pt x="377" y="1246"/>
                    <a:pt x="382" y="1243"/>
                  </a:cubicBezTo>
                  <a:cubicBezTo>
                    <a:pt x="470" y="1149"/>
                    <a:pt x="469" y="1136"/>
                    <a:pt x="480" y="1135"/>
                  </a:cubicBezTo>
                  <a:cubicBezTo>
                    <a:pt x="514" y="1093"/>
                    <a:pt x="525" y="1097"/>
                    <a:pt x="523" y="1089"/>
                  </a:cubicBezTo>
                  <a:cubicBezTo>
                    <a:pt x="569" y="1039"/>
                    <a:pt x="577" y="1036"/>
                    <a:pt x="581" y="1029"/>
                  </a:cubicBezTo>
                  <a:cubicBezTo>
                    <a:pt x="617" y="976"/>
                    <a:pt x="617" y="985"/>
                    <a:pt x="613" y="989"/>
                  </a:cubicBezTo>
                  <a:cubicBezTo>
                    <a:pt x="598" y="1018"/>
                    <a:pt x="597" y="1023"/>
                    <a:pt x="596" y="1029"/>
                  </a:cubicBezTo>
                  <a:cubicBezTo>
                    <a:pt x="570" y="1050"/>
                    <a:pt x="572" y="1056"/>
                    <a:pt x="568" y="1057"/>
                  </a:cubicBezTo>
                  <a:cubicBezTo>
                    <a:pt x="549" y="1084"/>
                    <a:pt x="545" y="1084"/>
                    <a:pt x="545" y="1089"/>
                  </a:cubicBezTo>
                  <a:cubicBezTo>
                    <a:pt x="517" y="1111"/>
                    <a:pt x="509" y="1114"/>
                    <a:pt x="505" y="1122"/>
                  </a:cubicBezTo>
                  <a:cubicBezTo>
                    <a:pt x="448" y="1187"/>
                    <a:pt x="435" y="1186"/>
                    <a:pt x="435" y="1198"/>
                  </a:cubicBezTo>
                  <a:cubicBezTo>
                    <a:pt x="358" y="1294"/>
                    <a:pt x="359" y="1303"/>
                    <a:pt x="352" y="1303"/>
                  </a:cubicBezTo>
                  <a:cubicBezTo>
                    <a:pt x="338" y="1342"/>
                    <a:pt x="332" y="1344"/>
                    <a:pt x="329" y="1349"/>
                  </a:cubicBezTo>
                  <a:cubicBezTo>
                    <a:pt x="294" y="1419"/>
                    <a:pt x="294" y="1435"/>
                    <a:pt x="287" y="1442"/>
                  </a:cubicBezTo>
                  <a:cubicBezTo>
                    <a:pt x="275" y="1485"/>
                    <a:pt x="278" y="1489"/>
                    <a:pt x="279" y="1495"/>
                  </a:cubicBezTo>
                  <a:cubicBezTo>
                    <a:pt x="284" y="1538"/>
                    <a:pt x="280" y="1529"/>
                    <a:pt x="282" y="1525"/>
                  </a:cubicBezTo>
                  <a:cubicBezTo>
                    <a:pt x="295" y="1474"/>
                    <a:pt x="302" y="1461"/>
                    <a:pt x="307" y="1447"/>
                  </a:cubicBezTo>
                  <a:cubicBezTo>
                    <a:pt x="319" y="1424"/>
                    <a:pt x="316" y="1416"/>
                    <a:pt x="319" y="1414"/>
                  </a:cubicBezTo>
                  <a:cubicBezTo>
                    <a:pt x="344" y="1364"/>
                    <a:pt x="347" y="1363"/>
                    <a:pt x="347" y="1359"/>
                  </a:cubicBezTo>
                  <a:cubicBezTo>
                    <a:pt x="359" y="1339"/>
                    <a:pt x="361" y="1336"/>
                    <a:pt x="362" y="1334"/>
                  </a:cubicBezTo>
                  <a:cubicBezTo>
                    <a:pt x="386" y="1299"/>
                    <a:pt x="387" y="1292"/>
                    <a:pt x="392" y="1288"/>
                  </a:cubicBezTo>
                  <a:cubicBezTo>
                    <a:pt x="420" y="1249"/>
                    <a:pt x="427" y="1239"/>
                    <a:pt x="435" y="1230"/>
                  </a:cubicBezTo>
                  <a:cubicBezTo>
                    <a:pt x="468" y="1194"/>
                    <a:pt x="469" y="1191"/>
                    <a:pt x="473" y="1190"/>
                  </a:cubicBezTo>
                  <a:cubicBezTo>
                    <a:pt x="499" y="1158"/>
                    <a:pt x="504" y="1154"/>
                    <a:pt x="508" y="1150"/>
                  </a:cubicBezTo>
                  <a:cubicBezTo>
                    <a:pt x="538" y="1112"/>
                    <a:pt x="545" y="1102"/>
                    <a:pt x="553" y="1092"/>
                  </a:cubicBezTo>
                  <a:cubicBezTo>
                    <a:pt x="577" y="1069"/>
                    <a:pt x="569" y="1068"/>
                    <a:pt x="568" y="1074"/>
                  </a:cubicBezTo>
                  <a:cubicBezTo>
                    <a:pt x="540" y="1125"/>
                    <a:pt x="527" y="1138"/>
                    <a:pt x="518" y="1152"/>
                  </a:cubicBezTo>
                  <a:cubicBezTo>
                    <a:pt x="491" y="1186"/>
                    <a:pt x="486" y="1188"/>
                    <a:pt x="483" y="1190"/>
                  </a:cubicBezTo>
                  <a:cubicBezTo>
                    <a:pt x="445" y="1238"/>
                    <a:pt x="436" y="1241"/>
                    <a:pt x="432" y="1250"/>
                  </a:cubicBezTo>
                  <a:cubicBezTo>
                    <a:pt x="381" y="1320"/>
                    <a:pt x="378" y="1330"/>
                    <a:pt x="372" y="1336"/>
                  </a:cubicBezTo>
                  <a:cubicBezTo>
                    <a:pt x="342" y="1391"/>
                    <a:pt x="337" y="1398"/>
                    <a:pt x="332" y="1404"/>
                  </a:cubicBezTo>
                  <a:cubicBezTo>
                    <a:pt x="297" y="1512"/>
                    <a:pt x="299" y="1511"/>
                    <a:pt x="297" y="1517"/>
                  </a:cubicBezTo>
                  <a:cubicBezTo>
                    <a:pt x="285" y="1562"/>
                    <a:pt x="292" y="1562"/>
                    <a:pt x="292" y="1570"/>
                  </a:cubicBezTo>
                  <a:cubicBezTo>
                    <a:pt x="308" y="1526"/>
                    <a:pt x="315" y="1528"/>
                    <a:pt x="312" y="1520"/>
                  </a:cubicBezTo>
                  <a:cubicBezTo>
                    <a:pt x="334" y="1475"/>
                    <a:pt x="332" y="1464"/>
                    <a:pt x="339" y="1462"/>
                  </a:cubicBezTo>
                  <a:cubicBezTo>
                    <a:pt x="371" y="1397"/>
                    <a:pt x="376" y="1392"/>
                    <a:pt x="380" y="1386"/>
                  </a:cubicBezTo>
                  <a:cubicBezTo>
                    <a:pt x="418" y="1328"/>
                    <a:pt x="420" y="1321"/>
                    <a:pt x="425" y="1316"/>
                  </a:cubicBezTo>
                  <a:cubicBezTo>
                    <a:pt x="441" y="1283"/>
                    <a:pt x="447" y="1285"/>
                    <a:pt x="447" y="1281"/>
                  </a:cubicBezTo>
                  <a:cubicBezTo>
                    <a:pt x="479" y="1240"/>
                    <a:pt x="484" y="1230"/>
                    <a:pt x="493" y="1225"/>
                  </a:cubicBezTo>
                  <a:cubicBezTo>
                    <a:pt x="510" y="1208"/>
                    <a:pt x="509" y="1213"/>
                    <a:pt x="513" y="1213"/>
                  </a:cubicBezTo>
                  <a:cubicBezTo>
                    <a:pt x="523" y="1194"/>
                    <a:pt x="525" y="1193"/>
                    <a:pt x="525" y="1190"/>
                  </a:cubicBezTo>
                  <a:cubicBezTo>
                    <a:pt x="562" y="1144"/>
                    <a:pt x="564" y="1140"/>
                    <a:pt x="563" y="1135"/>
                  </a:cubicBezTo>
                  <a:cubicBezTo>
                    <a:pt x="582" y="1095"/>
                    <a:pt x="589" y="1084"/>
                    <a:pt x="596" y="1072"/>
                  </a:cubicBezTo>
                  <a:cubicBezTo>
                    <a:pt x="579" y="1116"/>
                    <a:pt x="576" y="1130"/>
                    <a:pt x="571" y="1142"/>
                  </a:cubicBezTo>
                  <a:cubicBezTo>
                    <a:pt x="549" y="1177"/>
                    <a:pt x="552" y="1188"/>
                    <a:pt x="545" y="1190"/>
                  </a:cubicBezTo>
                  <a:cubicBezTo>
                    <a:pt x="519" y="1245"/>
                    <a:pt x="511" y="1246"/>
                    <a:pt x="513" y="1255"/>
                  </a:cubicBezTo>
                  <a:cubicBezTo>
                    <a:pt x="489" y="1289"/>
                    <a:pt x="487" y="1295"/>
                    <a:pt x="485" y="1301"/>
                  </a:cubicBezTo>
                  <a:cubicBezTo>
                    <a:pt x="460" y="1334"/>
                    <a:pt x="463" y="1345"/>
                    <a:pt x="458" y="1349"/>
                  </a:cubicBezTo>
                  <a:cubicBezTo>
                    <a:pt x="437" y="1384"/>
                    <a:pt x="437" y="1392"/>
                    <a:pt x="432" y="1396"/>
                  </a:cubicBezTo>
                  <a:cubicBezTo>
                    <a:pt x="427" y="1433"/>
                    <a:pt x="425" y="1426"/>
                    <a:pt x="427" y="1424"/>
                  </a:cubicBezTo>
                  <a:cubicBezTo>
                    <a:pt x="443" y="1405"/>
                    <a:pt x="440" y="1397"/>
                    <a:pt x="445" y="1396"/>
                  </a:cubicBezTo>
                  <a:cubicBezTo>
                    <a:pt x="475" y="1348"/>
                    <a:pt x="476" y="1344"/>
                    <a:pt x="475" y="1338"/>
                  </a:cubicBezTo>
                  <a:cubicBezTo>
                    <a:pt x="497" y="1313"/>
                    <a:pt x="494" y="1305"/>
                    <a:pt x="498" y="1303"/>
                  </a:cubicBezTo>
                  <a:cubicBezTo>
                    <a:pt x="497" y="1315"/>
                    <a:pt x="494" y="1322"/>
                    <a:pt x="490" y="1328"/>
                  </a:cubicBezTo>
                  <a:cubicBezTo>
                    <a:pt x="462" y="1378"/>
                    <a:pt x="460" y="1382"/>
                    <a:pt x="460" y="1386"/>
                  </a:cubicBezTo>
                  <a:cubicBezTo>
                    <a:pt x="425" y="1445"/>
                    <a:pt x="428" y="1453"/>
                    <a:pt x="425" y="1454"/>
                  </a:cubicBezTo>
                  <a:cubicBezTo>
                    <a:pt x="405" y="1499"/>
                    <a:pt x="398" y="1512"/>
                    <a:pt x="392" y="1525"/>
                  </a:cubicBezTo>
                  <a:cubicBezTo>
                    <a:pt x="371" y="1599"/>
                    <a:pt x="365" y="1598"/>
                    <a:pt x="367" y="1605"/>
                  </a:cubicBezTo>
                  <a:cubicBezTo>
                    <a:pt x="354" y="1641"/>
                    <a:pt x="358" y="1653"/>
                    <a:pt x="352" y="1656"/>
                  </a:cubicBezTo>
                  <a:cubicBezTo>
                    <a:pt x="346" y="1759"/>
                    <a:pt x="343" y="1757"/>
                    <a:pt x="342" y="1754"/>
                  </a:cubicBezTo>
                  <a:cubicBezTo>
                    <a:pt x="349" y="1713"/>
                    <a:pt x="354" y="1702"/>
                    <a:pt x="357" y="1691"/>
                  </a:cubicBezTo>
                  <a:cubicBezTo>
                    <a:pt x="378" y="1637"/>
                    <a:pt x="375" y="1627"/>
                    <a:pt x="380" y="1625"/>
                  </a:cubicBezTo>
                  <a:cubicBezTo>
                    <a:pt x="393" y="1579"/>
                    <a:pt x="398" y="1569"/>
                    <a:pt x="402" y="1560"/>
                  </a:cubicBezTo>
                  <a:cubicBezTo>
                    <a:pt x="415" y="1520"/>
                    <a:pt x="417" y="1514"/>
                    <a:pt x="422" y="1512"/>
                  </a:cubicBezTo>
                  <a:cubicBezTo>
                    <a:pt x="438" y="1477"/>
                    <a:pt x="435" y="1466"/>
                    <a:pt x="440" y="1464"/>
                  </a:cubicBezTo>
                  <a:cubicBezTo>
                    <a:pt x="491" y="1374"/>
                    <a:pt x="493" y="1369"/>
                    <a:pt x="493" y="1361"/>
                  </a:cubicBezTo>
                  <a:cubicBezTo>
                    <a:pt x="533" y="1307"/>
                    <a:pt x="537" y="1281"/>
                    <a:pt x="551" y="1265"/>
                  </a:cubicBezTo>
                  <a:cubicBezTo>
                    <a:pt x="567" y="1213"/>
                    <a:pt x="572" y="1200"/>
                    <a:pt x="576" y="1187"/>
                  </a:cubicBezTo>
                  <a:cubicBezTo>
                    <a:pt x="570" y="1224"/>
                    <a:pt x="567" y="1232"/>
                    <a:pt x="566" y="1243"/>
                  </a:cubicBezTo>
                  <a:cubicBezTo>
                    <a:pt x="527" y="1322"/>
                    <a:pt x="522" y="1329"/>
                    <a:pt x="520" y="1338"/>
                  </a:cubicBezTo>
                  <a:cubicBezTo>
                    <a:pt x="499" y="1364"/>
                    <a:pt x="499" y="1376"/>
                    <a:pt x="493" y="1381"/>
                  </a:cubicBezTo>
                  <a:cubicBezTo>
                    <a:pt x="498" y="1392"/>
                    <a:pt x="498" y="1398"/>
                    <a:pt x="498" y="1404"/>
                  </a:cubicBezTo>
                  <a:cubicBezTo>
                    <a:pt x="532" y="1330"/>
                    <a:pt x="532" y="1345"/>
                    <a:pt x="528" y="1343"/>
                  </a:cubicBezTo>
                  <a:cubicBezTo>
                    <a:pt x="511" y="1391"/>
                    <a:pt x="508" y="1400"/>
                    <a:pt x="505" y="1409"/>
                  </a:cubicBezTo>
                  <a:cubicBezTo>
                    <a:pt x="497" y="1445"/>
                    <a:pt x="494" y="1455"/>
                    <a:pt x="493" y="1467"/>
                  </a:cubicBezTo>
                  <a:cubicBezTo>
                    <a:pt x="496" y="1535"/>
                    <a:pt x="492" y="1549"/>
                    <a:pt x="490" y="1567"/>
                  </a:cubicBezTo>
                  <a:cubicBezTo>
                    <a:pt x="476" y="1593"/>
                    <a:pt x="479" y="1606"/>
                    <a:pt x="473" y="1610"/>
                  </a:cubicBezTo>
                  <a:cubicBezTo>
                    <a:pt x="427" y="1706"/>
                    <a:pt x="422" y="1720"/>
                    <a:pt x="413" y="1731"/>
                  </a:cubicBezTo>
                  <a:cubicBezTo>
                    <a:pt x="408" y="1755"/>
                    <a:pt x="414" y="1746"/>
                    <a:pt x="415" y="1744"/>
                  </a:cubicBezTo>
                  <a:cubicBezTo>
                    <a:pt x="452" y="1724"/>
                    <a:pt x="461" y="1714"/>
                    <a:pt x="468" y="1718"/>
                  </a:cubicBezTo>
                  <a:cubicBezTo>
                    <a:pt x="439" y="1738"/>
                    <a:pt x="429" y="1744"/>
                    <a:pt x="423" y="1754"/>
                  </a:cubicBezTo>
                  <a:cubicBezTo>
                    <a:pt x="390" y="1807"/>
                    <a:pt x="394" y="1818"/>
                    <a:pt x="390" y="1819"/>
                  </a:cubicBezTo>
                  <a:cubicBezTo>
                    <a:pt x="387" y="1852"/>
                    <a:pt x="390" y="1857"/>
                    <a:pt x="393" y="1864"/>
                  </a:cubicBezTo>
                  <a:cubicBezTo>
                    <a:pt x="395" y="1893"/>
                    <a:pt x="401" y="1904"/>
                    <a:pt x="405" y="1917"/>
                  </a:cubicBezTo>
                  <a:cubicBezTo>
                    <a:pt x="418" y="1937"/>
                    <a:pt x="423" y="1944"/>
                    <a:pt x="418" y="1950"/>
                  </a:cubicBezTo>
                  <a:cubicBezTo>
                    <a:pt x="398" y="1927"/>
                    <a:pt x="390" y="1922"/>
                    <a:pt x="388" y="1912"/>
                  </a:cubicBezTo>
                  <a:cubicBezTo>
                    <a:pt x="371" y="1883"/>
                    <a:pt x="363" y="1883"/>
                    <a:pt x="357" y="1880"/>
                  </a:cubicBezTo>
                  <a:cubicBezTo>
                    <a:pt x="325" y="1849"/>
                    <a:pt x="317" y="1848"/>
                    <a:pt x="315" y="1842"/>
                  </a:cubicBezTo>
                  <a:cubicBezTo>
                    <a:pt x="284" y="1820"/>
                    <a:pt x="288" y="1832"/>
                    <a:pt x="299" y="1829"/>
                  </a:cubicBezTo>
                  <a:cubicBezTo>
                    <a:pt x="296" y="1823"/>
                    <a:pt x="286" y="1823"/>
                    <a:pt x="282" y="1817"/>
                  </a:cubicBezTo>
                  <a:cubicBezTo>
                    <a:pt x="235" y="1800"/>
                    <a:pt x="246" y="1796"/>
                    <a:pt x="252" y="1802"/>
                  </a:cubicBezTo>
                  <a:cubicBezTo>
                    <a:pt x="301" y="1810"/>
                    <a:pt x="324" y="1818"/>
                    <a:pt x="342" y="1829"/>
                  </a:cubicBezTo>
                  <a:cubicBezTo>
                    <a:pt x="332" y="1811"/>
                    <a:pt x="328" y="1807"/>
                    <a:pt x="325" y="1802"/>
                  </a:cubicBezTo>
                  <a:cubicBezTo>
                    <a:pt x="300" y="1767"/>
                    <a:pt x="291" y="1768"/>
                    <a:pt x="292" y="1759"/>
                  </a:cubicBezTo>
                  <a:cubicBezTo>
                    <a:pt x="254" y="1707"/>
                    <a:pt x="246" y="1698"/>
                    <a:pt x="239" y="1688"/>
                  </a:cubicBezTo>
                  <a:cubicBezTo>
                    <a:pt x="214" y="1649"/>
                    <a:pt x="204" y="1642"/>
                    <a:pt x="201" y="1628"/>
                  </a:cubicBezTo>
                  <a:cubicBezTo>
                    <a:pt x="178" y="1567"/>
                    <a:pt x="173" y="1562"/>
                    <a:pt x="168" y="1558"/>
                  </a:cubicBezTo>
                  <a:cubicBezTo>
                    <a:pt x="153" y="1520"/>
                    <a:pt x="151" y="1514"/>
                    <a:pt x="146" y="1512"/>
                  </a:cubicBezTo>
                  <a:cubicBezTo>
                    <a:pt x="133" y="1472"/>
                    <a:pt x="123" y="1469"/>
                    <a:pt x="123" y="1457"/>
                  </a:cubicBezTo>
                  <a:cubicBezTo>
                    <a:pt x="108" y="1419"/>
                    <a:pt x="98" y="1416"/>
                    <a:pt x="100" y="1402"/>
                  </a:cubicBezTo>
                  <a:cubicBezTo>
                    <a:pt x="109" y="1417"/>
                    <a:pt x="115" y="1416"/>
                    <a:pt x="113" y="1424"/>
                  </a:cubicBezTo>
                  <a:cubicBezTo>
                    <a:pt x="141" y="1468"/>
                    <a:pt x="143" y="1471"/>
                    <a:pt x="146" y="1475"/>
                  </a:cubicBezTo>
                  <a:cubicBezTo>
                    <a:pt x="184" y="1527"/>
                    <a:pt x="192" y="1530"/>
                    <a:pt x="196" y="1537"/>
                  </a:cubicBezTo>
                  <a:cubicBezTo>
                    <a:pt x="219" y="1559"/>
                    <a:pt x="223" y="1568"/>
                    <a:pt x="231" y="1573"/>
                  </a:cubicBezTo>
                  <a:cubicBezTo>
                    <a:pt x="246" y="1588"/>
                    <a:pt x="247" y="1590"/>
                    <a:pt x="249" y="1590"/>
                  </a:cubicBezTo>
                  <a:cubicBezTo>
                    <a:pt x="274" y="1624"/>
                    <a:pt x="278" y="1626"/>
                    <a:pt x="282" y="1628"/>
                  </a:cubicBezTo>
                  <a:cubicBezTo>
                    <a:pt x="265" y="1589"/>
                    <a:pt x="257" y="1590"/>
                    <a:pt x="259" y="1580"/>
                  </a:cubicBezTo>
                  <a:cubicBezTo>
                    <a:pt x="203" y="1511"/>
                    <a:pt x="196" y="1509"/>
                    <a:pt x="193" y="1502"/>
                  </a:cubicBezTo>
                  <a:cubicBezTo>
                    <a:pt x="172" y="1477"/>
                    <a:pt x="168" y="1477"/>
                    <a:pt x="168" y="1472"/>
                  </a:cubicBezTo>
                  <a:cubicBezTo>
                    <a:pt x="147" y="1441"/>
                    <a:pt x="145" y="1442"/>
                    <a:pt x="146" y="1439"/>
                  </a:cubicBezTo>
                  <a:cubicBezTo>
                    <a:pt x="127" y="1411"/>
                    <a:pt x="130" y="1404"/>
                    <a:pt x="125" y="1404"/>
                  </a:cubicBezTo>
                  <a:cubicBezTo>
                    <a:pt x="102" y="1363"/>
                    <a:pt x="100" y="1355"/>
                    <a:pt x="95" y="1351"/>
                  </a:cubicBezTo>
                  <a:cubicBezTo>
                    <a:pt x="61" y="1229"/>
                    <a:pt x="62" y="1234"/>
                    <a:pt x="62" y="1241"/>
                  </a:cubicBezTo>
                  <a:cubicBezTo>
                    <a:pt x="80" y="1283"/>
                    <a:pt x="77" y="1293"/>
                    <a:pt x="83" y="1293"/>
                  </a:cubicBezTo>
                  <a:cubicBezTo>
                    <a:pt x="100" y="1336"/>
                    <a:pt x="98" y="1345"/>
                    <a:pt x="105" y="1344"/>
                  </a:cubicBezTo>
                  <a:cubicBezTo>
                    <a:pt x="128" y="1387"/>
                    <a:pt x="129" y="1398"/>
                    <a:pt x="135" y="1404"/>
                  </a:cubicBezTo>
                  <a:cubicBezTo>
                    <a:pt x="148" y="1422"/>
                    <a:pt x="148" y="1425"/>
                    <a:pt x="148" y="1427"/>
                  </a:cubicBezTo>
                  <a:cubicBezTo>
                    <a:pt x="176" y="1460"/>
                    <a:pt x="173" y="1469"/>
                    <a:pt x="178" y="1470"/>
                  </a:cubicBezTo>
                  <a:cubicBezTo>
                    <a:pt x="203" y="1506"/>
                    <a:pt x="213" y="1502"/>
                    <a:pt x="211" y="1510"/>
                  </a:cubicBezTo>
                  <a:cubicBezTo>
                    <a:pt x="240" y="1542"/>
                    <a:pt x="244" y="1544"/>
                    <a:pt x="244" y="1550"/>
                  </a:cubicBezTo>
                  <a:cubicBezTo>
                    <a:pt x="270" y="1548"/>
                    <a:pt x="267" y="1546"/>
                    <a:pt x="264" y="1545"/>
                  </a:cubicBezTo>
                  <a:cubicBezTo>
                    <a:pt x="251" y="1520"/>
                    <a:pt x="247" y="1516"/>
                    <a:pt x="249" y="1507"/>
                  </a:cubicBezTo>
                  <a:cubicBezTo>
                    <a:pt x="229" y="1481"/>
                    <a:pt x="225" y="1479"/>
                    <a:pt x="221" y="1477"/>
                  </a:cubicBezTo>
                  <a:cubicBezTo>
                    <a:pt x="196" y="1426"/>
                    <a:pt x="189" y="1427"/>
                    <a:pt x="188" y="1422"/>
                  </a:cubicBezTo>
                  <a:cubicBezTo>
                    <a:pt x="166" y="1386"/>
                    <a:pt x="161" y="1384"/>
                    <a:pt x="161" y="1379"/>
                  </a:cubicBezTo>
                  <a:cubicBezTo>
                    <a:pt x="153" y="1363"/>
                    <a:pt x="149" y="1362"/>
                    <a:pt x="151" y="1354"/>
                  </a:cubicBezTo>
                  <a:cubicBezTo>
                    <a:pt x="119" y="1295"/>
                    <a:pt x="118" y="1290"/>
                    <a:pt x="113" y="1288"/>
                  </a:cubicBezTo>
                  <a:cubicBezTo>
                    <a:pt x="97" y="1255"/>
                    <a:pt x="100" y="1245"/>
                    <a:pt x="95" y="1243"/>
                  </a:cubicBezTo>
                  <a:cubicBezTo>
                    <a:pt x="70" y="1172"/>
                    <a:pt x="70" y="1159"/>
                    <a:pt x="62" y="1153"/>
                  </a:cubicBezTo>
                  <a:cubicBezTo>
                    <a:pt x="55" y="1121"/>
                    <a:pt x="45" y="1115"/>
                    <a:pt x="52" y="1112"/>
                  </a:cubicBezTo>
                  <a:cubicBezTo>
                    <a:pt x="42" y="1090"/>
                    <a:pt x="43" y="1087"/>
                    <a:pt x="42" y="1085"/>
                  </a:cubicBezTo>
                  <a:cubicBezTo>
                    <a:pt x="59" y="1118"/>
                    <a:pt x="61" y="1122"/>
                    <a:pt x="60" y="1127"/>
                  </a:cubicBezTo>
                  <a:cubicBezTo>
                    <a:pt x="83" y="1168"/>
                    <a:pt x="78" y="1179"/>
                    <a:pt x="85" y="1178"/>
                  </a:cubicBezTo>
                  <a:cubicBezTo>
                    <a:pt x="124" y="1262"/>
                    <a:pt x="134" y="1265"/>
                    <a:pt x="135" y="1276"/>
                  </a:cubicBezTo>
                  <a:cubicBezTo>
                    <a:pt x="156" y="1299"/>
                    <a:pt x="155" y="1305"/>
                    <a:pt x="161" y="1306"/>
                  </a:cubicBezTo>
                  <a:cubicBezTo>
                    <a:pt x="182" y="1344"/>
                    <a:pt x="191" y="1353"/>
                    <a:pt x="196" y="1366"/>
                  </a:cubicBezTo>
                  <a:cubicBezTo>
                    <a:pt x="224" y="1410"/>
                    <a:pt x="227" y="1424"/>
                    <a:pt x="236" y="1434"/>
                  </a:cubicBezTo>
                  <a:close/>
                  <a:moveTo>
                    <a:pt x="176" y="1565"/>
                  </a:moveTo>
                  <a:cubicBezTo>
                    <a:pt x="182" y="1568"/>
                    <a:pt x="180" y="1578"/>
                    <a:pt x="186" y="1580"/>
                  </a:cubicBezTo>
                  <a:cubicBezTo>
                    <a:pt x="184" y="1591"/>
                    <a:pt x="194" y="1591"/>
                    <a:pt x="194" y="1600"/>
                  </a:cubicBezTo>
                  <a:cubicBezTo>
                    <a:pt x="200" y="1612"/>
                    <a:pt x="206" y="1624"/>
                    <a:pt x="214" y="1633"/>
                  </a:cubicBezTo>
                  <a:cubicBezTo>
                    <a:pt x="215" y="1640"/>
                    <a:pt x="219" y="1645"/>
                    <a:pt x="224" y="1648"/>
                  </a:cubicBezTo>
                  <a:cubicBezTo>
                    <a:pt x="223" y="1658"/>
                    <a:pt x="232" y="1658"/>
                    <a:pt x="234" y="1666"/>
                  </a:cubicBezTo>
                  <a:cubicBezTo>
                    <a:pt x="240" y="1679"/>
                    <a:pt x="253" y="1684"/>
                    <a:pt x="257" y="1699"/>
                  </a:cubicBezTo>
                  <a:cubicBezTo>
                    <a:pt x="263" y="1700"/>
                    <a:pt x="262" y="1710"/>
                    <a:pt x="269" y="1711"/>
                  </a:cubicBezTo>
                  <a:cubicBezTo>
                    <a:pt x="268" y="1721"/>
                    <a:pt x="280" y="1719"/>
                    <a:pt x="279" y="1729"/>
                  </a:cubicBezTo>
                  <a:cubicBezTo>
                    <a:pt x="290" y="1736"/>
                    <a:pt x="296" y="1747"/>
                    <a:pt x="304" y="1756"/>
                  </a:cubicBezTo>
                  <a:cubicBezTo>
                    <a:pt x="310" y="1768"/>
                    <a:pt x="321" y="1775"/>
                    <a:pt x="327" y="1787"/>
                  </a:cubicBezTo>
                  <a:cubicBezTo>
                    <a:pt x="332" y="1791"/>
                    <a:pt x="334" y="1798"/>
                    <a:pt x="340" y="1802"/>
                  </a:cubicBezTo>
                  <a:cubicBezTo>
                    <a:pt x="340" y="1806"/>
                    <a:pt x="342" y="1808"/>
                    <a:pt x="345" y="1809"/>
                  </a:cubicBezTo>
                  <a:cubicBezTo>
                    <a:pt x="344" y="1812"/>
                    <a:pt x="352" y="1818"/>
                    <a:pt x="352" y="1812"/>
                  </a:cubicBezTo>
                  <a:cubicBezTo>
                    <a:pt x="345" y="1803"/>
                    <a:pt x="341" y="1791"/>
                    <a:pt x="337" y="1779"/>
                  </a:cubicBezTo>
                  <a:cubicBezTo>
                    <a:pt x="333" y="1767"/>
                    <a:pt x="322" y="1762"/>
                    <a:pt x="319" y="1749"/>
                  </a:cubicBezTo>
                  <a:cubicBezTo>
                    <a:pt x="311" y="1741"/>
                    <a:pt x="309" y="1727"/>
                    <a:pt x="299" y="1721"/>
                  </a:cubicBezTo>
                  <a:cubicBezTo>
                    <a:pt x="294" y="1710"/>
                    <a:pt x="284" y="1703"/>
                    <a:pt x="282" y="1688"/>
                  </a:cubicBezTo>
                  <a:cubicBezTo>
                    <a:pt x="273" y="1689"/>
                    <a:pt x="274" y="1681"/>
                    <a:pt x="269" y="1678"/>
                  </a:cubicBezTo>
                  <a:cubicBezTo>
                    <a:pt x="267" y="1672"/>
                    <a:pt x="260" y="1670"/>
                    <a:pt x="256" y="1666"/>
                  </a:cubicBezTo>
                  <a:cubicBezTo>
                    <a:pt x="257" y="1662"/>
                    <a:pt x="255" y="1660"/>
                    <a:pt x="254" y="1658"/>
                  </a:cubicBezTo>
                  <a:cubicBezTo>
                    <a:pt x="254" y="1654"/>
                    <a:pt x="248" y="1656"/>
                    <a:pt x="249" y="1651"/>
                  </a:cubicBezTo>
                  <a:cubicBezTo>
                    <a:pt x="242" y="1650"/>
                    <a:pt x="245" y="1640"/>
                    <a:pt x="236" y="1641"/>
                  </a:cubicBezTo>
                  <a:cubicBezTo>
                    <a:pt x="236" y="1638"/>
                    <a:pt x="236" y="1635"/>
                    <a:pt x="231" y="1636"/>
                  </a:cubicBezTo>
                  <a:cubicBezTo>
                    <a:pt x="231" y="1631"/>
                    <a:pt x="229" y="1629"/>
                    <a:pt x="226" y="1628"/>
                  </a:cubicBezTo>
                  <a:cubicBezTo>
                    <a:pt x="223" y="1623"/>
                    <a:pt x="218" y="1620"/>
                    <a:pt x="216" y="1613"/>
                  </a:cubicBezTo>
                  <a:cubicBezTo>
                    <a:pt x="209" y="1604"/>
                    <a:pt x="202" y="1595"/>
                    <a:pt x="196" y="1585"/>
                  </a:cubicBezTo>
                  <a:cubicBezTo>
                    <a:pt x="189" y="1576"/>
                    <a:pt x="185" y="1565"/>
                    <a:pt x="176" y="1558"/>
                  </a:cubicBezTo>
                  <a:cubicBezTo>
                    <a:pt x="176" y="1560"/>
                    <a:pt x="176" y="1563"/>
                    <a:pt x="176" y="1565"/>
                  </a:cubicBezTo>
                  <a:close/>
                  <a:moveTo>
                    <a:pt x="301" y="820"/>
                  </a:moveTo>
                  <a:cubicBezTo>
                    <a:pt x="302" y="810"/>
                    <a:pt x="310" y="806"/>
                    <a:pt x="311" y="795"/>
                  </a:cubicBezTo>
                  <a:cubicBezTo>
                    <a:pt x="358" y="743"/>
                    <a:pt x="361" y="735"/>
                    <a:pt x="366" y="730"/>
                  </a:cubicBezTo>
                  <a:cubicBezTo>
                    <a:pt x="397" y="702"/>
                    <a:pt x="399" y="697"/>
                    <a:pt x="402" y="694"/>
                  </a:cubicBezTo>
                  <a:cubicBezTo>
                    <a:pt x="437" y="662"/>
                    <a:pt x="439" y="659"/>
                    <a:pt x="442" y="657"/>
                  </a:cubicBezTo>
                  <a:cubicBezTo>
                    <a:pt x="480" y="626"/>
                    <a:pt x="475" y="615"/>
                    <a:pt x="485" y="619"/>
                  </a:cubicBezTo>
                  <a:cubicBezTo>
                    <a:pt x="521" y="575"/>
                    <a:pt x="530" y="573"/>
                    <a:pt x="535" y="566"/>
                  </a:cubicBezTo>
                  <a:cubicBezTo>
                    <a:pt x="554" y="538"/>
                    <a:pt x="566" y="538"/>
                    <a:pt x="568" y="528"/>
                  </a:cubicBezTo>
                  <a:cubicBezTo>
                    <a:pt x="581" y="513"/>
                    <a:pt x="584" y="512"/>
                    <a:pt x="583" y="508"/>
                  </a:cubicBezTo>
                  <a:cubicBezTo>
                    <a:pt x="609" y="476"/>
                    <a:pt x="605" y="465"/>
                    <a:pt x="613" y="468"/>
                  </a:cubicBezTo>
                  <a:cubicBezTo>
                    <a:pt x="604" y="479"/>
                    <a:pt x="593" y="475"/>
                    <a:pt x="595" y="483"/>
                  </a:cubicBezTo>
                  <a:cubicBezTo>
                    <a:pt x="573" y="503"/>
                    <a:pt x="570" y="506"/>
                    <a:pt x="568" y="510"/>
                  </a:cubicBezTo>
                  <a:cubicBezTo>
                    <a:pt x="482" y="577"/>
                    <a:pt x="482" y="583"/>
                    <a:pt x="477" y="584"/>
                  </a:cubicBezTo>
                  <a:cubicBezTo>
                    <a:pt x="464" y="596"/>
                    <a:pt x="458" y="596"/>
                    <a:pt x="457" y="601"/>
                  </a:cubicBezTo>
                  <a:cubicBezTo>
                    <a:pt x="421" y="633"/>
                    <a:pt x="418" y="642"/>
                    <a:pt x="412" y="649"/>
                  </a:cubicBezTo>
                  <a:cubicBezTo>
                    <a:pt x="371" y="689"/>
                    <a:pt x="369" y="694"/>
                    <a:pt x="366" y="697"/>
                  </a:cubicBezTo>
                  <a:cubicBezTo>
                    <a:pt x="338" y="737"/>
                    <a:pt x="331" y="742"/>
                    <a:pt x="326" y="750"/>
                  </a:cubicBezTo>
                  <a:cubicBezTo>
                    <a:pt x="309" y="785"/>
                    <a:pt x="297" y="788"/>
                    <a:pt x="296" y="803"/>
                  </a:cubicBezTo>
                  <a:cubicBezTo>
                    <a:pt x="266" y="851"/>
                    <a:pt x="266" y="857"/>
                    <a:pt x="266" y="863"/>
                  </a:cubicBezTo>
                  <a:close/>
                  <a:moveTo>
                    <a:pt x="318" y="526"/>
                  </a:moveTo>
                  <a:cubicBezTo>
                    <a:pt x="319" y="522"/>
                    <a:pt x="318" y="516"/>
                    <a:pt x="316" y="521"/>
                  </a:cubicBezTo>
                  <a:cubicBezTo>
                    <a:pt x="316" y="524"/>
                    <a:pt x="317" y="530"/>
                    <a:pt x="318" y="526"/>
                  </a:cubicBezTo>
                  <a:close/>
                  <a:moveTo>
                    <a:pt x="321" y="662"/>
                  </a:moveTo>
                  <a:cubicBezTo>
                    <a:pt x="322" y="667"/>
                    <a:pt x="309" y="673"/>
                    <a:pt x="316" y="677"/>
                  </a:cubicBezTo>
                  <a:cubicBezTo>
                    <a:pt x="320" y="673"/>
                    <a:pt x="322" y="665"/>
                    <a:pt x="326" y="662"/>
                  </a:cubicBezTo>
                  <a:cubicBezTo>
                    <a:pt x="326" y="656"/>
                    <a:pt x="338" y="651"/>
                    <a:pt x="331" y="647"/>
                  </a:cubicBezTo>
                  <a:cubicBezTo>
                    <a:pt x="328" y="652"/>
                    <a:pt x="325" y="658"/>
                    <a:pt x="321" y="662"/>
                  </a:cubicBezTo>
                  <a:close/>
                  <a:moveTo>
                    <a:pt x="276" y="745"/>
                  </a:moveTo>
                  <a:cubicBezTo>
                    <a:pt x="274" y="736"/>
                    <a:pt x="283" y="730"/>
                    <a:pt x="273" y="727"/>
                  </a:cubicBezTo>
                  <a:cubicBezTo>
                    <a:pt x="275" y="732"/>
                    <a:pt x="270" y="744"/>
                    <a:pt x="276" y="745"/>
                  </a:cubicBezTo>
                  <a:close/>
                  <a:moveTo>
                    <a:pt x="276" y="793"/>
                  </a:moveTo>
                  <a:cubicBezTo>
                    <a:pt x="277" y="785"/>
                    <a:pt x="285" y="771"/>
                    <a:pt x="278" y="765"/>
                  </a:cubicBezTo>
                  <a:cubicBezTo>
                    <a:pt x="281" y="776"/>
                    <a:pt x="270" y="787"/>
                    <a:pt x="276" y="793"/>
                  </a:cubicBezTo>
                  <a:close/>
                  <a:moveTo>
                    <a:pt x="271" y="830"/>
                  </a:moveTo>
                  <a:cubicBezTo>
                    <a:pt x="268" y="819"/>
                    <a:pt x="285" y="812"/>
                    <a:pt x="273" y="808"/>
                  </a:cubicBezTo>
                  <a:cubicBezTo>
                    <a:pt x="277" y="818"/>
                    <a:pt x="262" y="823"/>
                    <a:pt x="271" y="830"/>
                  </a:cubicBezTo>
                  <a:close/>
                  <a:moveTo>
                    <a:pt x="70" y="883"/>
                  </a:moveTo>
                  <a:cubicBezTo>
                    <a:pt x="75" y="887"/>
                    <a:pt x="73" y="896"/>
                    <a:pt x="77" y="901"/>
                  </a:cubicBezTo>
                  <a:cubicBezTo>
                    <a:pt x="117" y="1000"/>
                    <a:pt x="122" y="1004"/>
                    <a:pt x="123" y="1012"/>
                  </a:cubicBezTo>
                  <a:cubicBezTo>
                    <a:pt x="141" y="1040"/>
                    <a:pt x="140" y="1043"/>
                    <a:pt x="140" y="1044"/>
                  </a:cubicBezTo>
                  <a:cubicBezTo>
                    <a:pt x="173" y="1100"/>
                    <a:pt x="181" y="1101"/>
                    <a:pt x="181" y="1110"/>
                  </a:cubicBezTo>
                  <a:cubicBezTo>
                    <a:pt x="212" y="1160"/>
                    <a:pt x="210" y="1167"/>
                    <a:pt x="213" y="1168"/>
                  </a:cubicBezTo>
                  <a:cubicBezTo>
                    <a:pt x="227" y="1183"/>
                    <a:pt x="222" y="1175"/>
                    <a:pt x="218" y="1168"/>
                  </a:cubicBezTo>
                  <a:cubicBezTo>
                    <a:pt x="214" y="1136"/>
                    <a:pt x="209" y="1137"/>
                    <a:pt x="211" y="1130"/>
                  </a:cubicBezTo>
                  <a:cubicBezTo>
                    <a:pt x="190" y="1087"/>
                    <a:pt x="191" y="1077"/>
                    <a:pt x="186" y="1072"/>
                  </a:cubicBezTo>
                  <a:cubicBezTo>
                    <a:pt x="164" y="1046"/>
                    <a:pt x="172" y="1032"/>
                    <a:pt x="165" y="1034"/>
                  </a:cubicBezTo>
                  <a:cubicBezTo>
                    <a:pt x="130" y="971"/>
                    <a:pt x="123" y="968"/>
                    <a:pt x="123" y="959"/>
                  </a:cubicBezTo>
                  <a:cubicBezTo>
                    <a:pt x="98" y="914"/>
                    <a:pt x="92" y="910"/>
                    <a:pt x="90" y="903"/>
                  </a:cubicBezTo>
                  <a:cubicBezTo>
                    <a:pt x="61" y="859"/>
                    <a:pt x="68" y="868"/>
                    <a:pt x="70" y="883"/>
                  </a:cubicBezTo>
                  <a:close/>
                  <a:moveTo>
                    <a:pt x="266" y="976"/>
                  </a:moveTo>
                  <a:cubicBezTo>
                    <a:pt x="265" y="972"/>
                    <a:pt x="269" y="971"/>
                    <a:pt x="269" y="966"/>
                  </a:cubicBezTo>
                  <a:cubicBezTo>
                    <a:pt x="272" y="966"/>
                    <a:pt x="270" y="959"/>
                    <a:pt x="269" y="964"/>
                  </a:cubicBezTo>
                  <a:cubicBezTo>
                    <a:pt x="266" y="966"/>
                    <a:pt x="260" y="982"/>
                    <a:pt x="266" y="976"/>
                  </a:cubicBezTo>
                  <a:close/>
                  <a:moveTo>
                    <a:pt x="246" y="996"/>
                  </a:moveTo>
                  <a:cubicBezTo>
                    <a:pt x="243" y="988"/>
                    <a:pt x="256" y="983"/>
                    <a:pt x="248" y="979"/>
                  </a:cubicBezTo>
                  <a:cubicBezTo>
                    <a:pt x="246" y="981"/>
                    <a:pt x="239" y="993"/>
                    <a:pt x="246" y="996"/>
                  </a:cubicBezTo>
                  <a:close/>
                  <a:moveTo>
                    <a:pt x="62" y="1039"/>
                  </a:moveTo>
                  <a:cubicBezTo>
                    <a:pt x="61" y="1036"/>
                    <a:pt x="60" y="1034"/>
                    <a:pt x="57" y="1032"/>
                  </a:cubicBezTo>
                  <a:cubicBezTo>
                    <a:pt x="57" y="1035"/>
                    <a:pt x="61" y="1046"/>
                    <a:pt x="62" y="1039"/>
                  </a:cubicBezTo>
                  <a:close/>
                  <a:moveTo>
                    <a:pt x="77" y="1095"/>
                  </a:moveTo>
                  <a:cubicBezTo>
                    <a:pt x="82" y="1101"/>
                    <a:pt x="83" y="1111"/>
                    <a:pt x="87" y="1117"/>
                  </a:cubicBezTo>
                  <a:cubicBezTo>
                    <a:pt x="124" y="1184"/>
                    <a:pt x="126" y="1187"/>
                    <a:pt x="128" y="1190"/>
                  </a:cubicBezTo>
                  <a:cubicBezTo>
                    <a:pt x="146" y="1213"/>
                    <a:pt x="141" y="1224"/>
                    <a:pt x="145" y="1225"/>
                  </a:cubicBezTo>
                  <a:cubicBezTo>
                    <a:pt x="170" y="1271"/>
                    <a:pt x="171" y="1275"/>
                    <a:pt x="176" y="1276"/>
                  </a:cubicBezTo>
                  <a:cubicBezTo>
                    <a:pt x="198" y="1315"/>
                    <a:pt x="204" y="1320"/>
                    <a:pt x="206" y="1329"/>
                  </a:cubicBezTo>
                  <a:cubicBezTo>
                    <a:pt x="220" y="1358"/>
                    <a:pt x="231" y="1358"/>
                    <a:pt x="229" y="1371"/>
                  </a:cubicBezTo>
                  <a:cubicBezTo>
                    <a:pt x="241" y="1386"/>
                    <a:pt x="240" y="1376"/>
                    <a:pt x="239" y="1366"/>
                  </a:cubicBezTo>
                  <a:cubicBezTo>
                    <a:pt x="220" y="1308"/>
                    <a:pt x="214" y="1302"/>
                    <a:pt x="213" y="1291"/>
                  </a:cubicBezTo>
                  <a:cubicBezTo>
                    <a:pt x="199" y="1268"/>
                    <a:pt x="202" y="1260"/>
                    <a:pt x="198" y="1258"/>
                  </a:cubicBezTo>
                  <a:cubicBezTo>
                    <a:pt x="180" y="1215"/>
                    <a:pt x="168" y="1215"/>
                    <a:pt x="168" y="1203"/>
                  </a:cubicBezTo>
                  <a:cubicBezTo>
                    <a:pt x="145" y="1172"/>
                    <a:pt x="150" y="1162"/>
                    <a:pt x="143" y="1163"/>
                  </a:cubicBezTo>
                  <a:cubicBezTo>
                    <a:pt x="113" y="1114"/>
                    <a:pt x="107" y="1108"/>
                    <a:pt x="105" y="1100"/>
                  </a:cubicBezTo>
                  <a:cubicBezTo>
                    <a:pt x="89" y="1081"/>
                    <a:pt x="86" y="1078"/>
                    <a:pt x="85" y="1075"/>
                  </a:cubicBezTo>
                  <a:cubicBezTo>
                    <a:pt x="71" y="1059"/>
                    <a:pt x="73" y="1055"/>
                    <a:pt x="70" y="1054"/>
                  </a:cubicBezTo>
                  <a:close/>
                  <a:moveTo>
                    <a:pt x="332" y="1623"/>
                  </a:moveTo>
                  <a:cubicBezTo>
                    <a:pt x="339" y="1624"/>
                    <a:pt x="330" y="1609"/>
                    <a:pt x="337" y="1610"/>
                  </a:cubicBezTo>
                  <a:cubicBezTo>
                    <a:pt x="359" y="1560"/>
                    <a:pt x="356" y="1544"/>
                    <a:pt x="365" y="1540"/>
                  </a:cubicBezTo>
                  <a:cubicBezTo>
                    <a:pt x="401" y="1455"/>
                    <a:pt x="401" y="1449"/>
                    <a:pt x="402" y="1444"/>
                  </a:cubicBezTo>
                  <a:cubicBezTo>
                    <a:pt x="418" y="1396"/>
                    <a:pt x="424" y="1396"/>
                    <a:pt x="425" y="1391"/>
                  </a:cubicBezTo>
                  <a:cubicBezTo>
                    <a:pt x="450" y="1344"/>
                    <a:pt x="454" y="1335"/>
                    <a:pt x="458" y="1326"/>
                  </a:cubicBezTo>
                  <a:cubicBezTo>
                    <a:pt x="490" y="1276"/>
                    <a:pt x="490" y="1269"/>
                    <a:pt x="493" y="1265"/>
                  </a:cubicBezTo>
                  <a:cubicBezTo>
                    <a:pt x="508" y="1240"/>
                    <a:pt x="511" y="1239"/>
                    <a:pt x="513" y="1238"/>
                  </a:cubicBezTo>
                  <a:cubicBezTo>
                    <a:pt x="521" y="1225"/>
                    <a:pt x="520" y="1221"/>
                    <a:pt x="523" y="1220"/>
                  </a:cubicBezTo>
                  <a:cubicBezTo>
                    <a:pt x="527" y="1215"/>
                    <a:pt x="518" y="1212"/>
                    <a:pt x="520" y="1220"/>
                  </a:cubicBezTo>
                  <a:cubicBezTo>
                    <a:pt x="481" y="1266"/>
                    <a:pt x="469" y="1280"/>
                    <a:pt x="460" y="1296"/>
                  </a:cubicBezTo>
                  <a:cubicBezTo>
                    <a:pt x="412" y="1376"/>
                    <a:pt x="407" y="1384"/>
                    <a:pt x="405" y="1394"/>
                  </a:cubicBezTo>
                  <a:cubicBezTo>
                    <a:pt x="376" y="1447"/>
                    <a:pt x="378" y="1450"/>
                    <a:pt x="377" y="1452"/>
                  </a:cubicBezTo>
                  <a:cubicBezTo>
                    <a:pt x="371" y="1467"/>
                    <a:pt x="366" y="1465"/>
                    <a:pt x="367" y="1472"/>
                  </a:cubicBezTo>
                  <a:cubicBezTo>
                    <a:pt x="344" y="1511"/>
                    <a:pt x="348" y="1521"/>
                    <a:pt x="342" y="1522"/>
                  </a:cubicBezTo>
                  <a:cubicBezTo>
                    <a:pt x="323" y="1591"/>
                    <a:pt x="318" y="1593"/>
                    <a:pt x="317" y="1598"/>
                  </a:cubicBezTo>
                  <a:cubicBezTo>
                    <a:pt x="309" y="1646"/>
                    <a:pt x="309" y="1656"/>
                    <a:pt x="309" y="1666"/>
                  </a:cubicBezTo>
                  <a:close/>
                  <a:moveTo>
                    <a:pt x="115" y="1273"/>
                  </a:moveTo>
                  <a:cubicBezTo>
                    <a:pt x="122" y="1281"/>
                    <a:pt x="126" y="1292"/>
                    <a:pt x="130" y="1301"/>
                  </a:cubicBezTo>
                  <a:cubicBezTo>
                    <a:pt x="136" y="1302"/>
                    <a:pt x="130" y="1315"/>
                    <a:pt x="138" y="1314"/>
                  </a:cubicBezTo>
                  <a:cubicBezTo>
                    <a:pt x="137" y="1322"/>
                    <a:pt x="142" y="1324"/>
                    <a:pt x="145" y="1329"/>
                  </a:cubicBezTo>
                  <a:cubicBezTo>
                    <a:pt x="152" y="1351"/>
                    <a:pt x="166" y="1365"/>
                    <a:pt x="176" y="1384"/>
                  </a:cubicBezTo>
                  <a:cubicBezTo>
                    <a:pt x="182" y="1392"/>
                    <a:pt x="186" y="1402"/>
                    <a:pt x="193" y="1409"/>
                  </a:cubicBezTo>
                  <a:cubicBezTo>
                    <a:pt x="198" y="1412"/>
                    <a:pt x="198" y="1418"/>
                    <a:pt x="201" y="1422"/>
                  </a:cubicBezTo>
                  <a:cubicBezTo>
                    <a:pt x="204" y="1426"/>
                    <a:pt x="207" y="1431"/>
                    <a:pt x="211" y="1434"/>
                  </a:cubicBezTo>
                  <a:cubicBezTo>
                    <a:pt x="214" y="1446"/>
                    <a:pt x="223" y="1451"/>
                    <a:pt x="226" y="1462"/>
                  </a:cubicBezTo>
                  <a:cubicBezTo>
                    <a:pt x="229" y="1467"/>
                    <a:pt x="233" y="1470"/>
                    <a:pt x="236" y="1475"/>
                  </a:cubicBezTo>
                  <a:cubicBezTo>
                    <a:pt x="241" y="1475"/>
                    <a:pt x="241" y="1491"/>
                    <a:pt x="246" y="1482"/>
                  </a:cubicBezTo>
                  <a:cubicBezTo>
                    <a:pt x="241" y="1479"/>
                    <a:pt x="241" y="1471"/>
                    <a:pt x="239" y="1464"/>
                  </a:cubicBezTo>
                  <a:cubicBezTo>
                    <a:pt x="234" y="1460"/>
                    <a:pt x="231" y="1455"/>
                    <a:pt x="229" y="1449"/>
                  </a:cubicBezTo>
                  <a:cubicBezTo>
                    <a:pt x="229" y="1447"/>
                    <a:pt x="229" y="1444"/>
                    <a:pt x="229" y="1442"/>
                  </a:cubicBezTo>
                  <a:cubicBezTo>
                    <a:pt x="221" y="1436"/>
                    <a:pt x="220" y="1425"/>
                    <a:pt x="214" y="1419"/>
                  </a:cubicBezTo>
                  <a:cubicBezTo>
                    <a:pt x="216" y="1411"/>
                    <a:pt x="210" y="1411"/>
                    <a:pt x="208" y="1407"/>
                  </a:cubicBezTo>
                  <a:cubicBezTo>
                    <a:pt x="205" y="1404"/>
                    <a:pt x="205" y="1397"/>
                    <a:pt x="201" y="1394"/>
                  </a:cubicBezTo>
                  <a:cubicBezTo>
                    <a:pt x="197" y="1385"/>
                    <a:pt x="194" y="1376"/>
                    <a:pt x="186" y="1371"/>
                  </a:cubicBezTo>
                  <a:cubicBezTo>
                    <a:pt x="182" y="1362"/>
                    <a:pt x="179" y="1352"/>
                    <a:pt x="171" y="1346"/>
                  </a:cubicBezTo>
                  <a:cubicBezTo>
                    <a:pt x="166" y="1338"/>
                    <a:pt x="163" y="1329"/>
                    <a:pt x="156" y="1324"/>
                  </a:cubicBezTo>
                  <a:cubicBezTo>
                    <a:pt x="157" y="1316"/>
                    <a:pt x="149" y="1319"/>
                    <a:pt x="151" y="1311"/>
                  </a:cubicBezTo>
                  <a:cubicBezTo>
                    <a:pt x="147" y="1311"/>
                    <a:pt x="145" y="1310"/>
                    <a:pt x="145" y="1306"/>
                  </a:cubicBezTo>
                  <a:cubicBezTo>
                    <a:pt x="145" y="1303"/>
                    <a:pt x="141" y="1304"/>
                    <a:pt x="140" y="1301"/>
                  </a:cubicBezTo>
                  <a:cubicBezTo>
                    <a:pt x="139" y="1290"/>
                    <a:pt x="129" y="1287"/>
                    <a:pt x="128" y="1276"/>
                  </a:cubicBezTo>
                  <a:cubicBezTo>
                    <a:pt x="119" y="1278"/>
                    <a:pt x="126" y="1265"/>
                    <a:pt x="118" y="1266"/>
                  </a:cubicBezTo>
                  <a:cubicBezTo>
                    <a:pt x="118" y="1262"/>
                    <a:pt x="117" y="1260"/>
                    <a:pt x="115" y="1258"/>
                  </a:cubicBezTo>
                  <a:cubicBezTo>
                    <a:pt x="112" y="1258"/>
                    <a:pt x="111" y="1255"/>
                    <a:pt x="110" y="1258"/>
                  </a:cubicBezTo>
                  <a:cubicBezTo>
                    <a:pt x="114" y="1261"/>
                    <a:pt x="115" y="1267"/>
                    <a:pt x="115" y="1273"/>
                  </a:cubicBezTo>
                  <a:close/>
                  <a:moveTo>
                    <a:pt x="427" y="1331"/>
                  </a:moveTo>
                  <a:cubicBezTo>
                    <a:pt x="427" y="1327"/>
                    <a:pt x="436" y="1326"/>
                    <a:pt x="430" y="1323"/>
                  </a:cubicBezTo>
                  <a:cubicBezTo>
                    <a:pt x="422" y="1329"/>
                    <a:pt x="427" y="1338"/>
                    <a:pt x="427" y="1331"/>
                  </a:cubicBezTo>
                  <a:close/>
                  <a:moveTo>
                    <a:pt x="402" y="1371"/>
                  </a:moveTo>
                  <a:cubicBezTo>
                    <a:pt x="394" y="1377"/>
                    <a:pt x="392" y="1390"/>
                    <a:pt x="385" y="1396"/>
                  </a:cubicBezTo>
                  <a:cubicBezTo>
                    <a:pt x="374" y="1414"/>
                    <a:pt x="363" y="1432"/>
                    <a:pt x="357" y="1454"/>
                  </a:cubicBezTo>
                  <a:cubicBezTo>
                    <a:pt x="353" y="1459"/>
                    <a:pt x="347" y="1461"/>
                    <a:pt x="347" y="1469"/>
                  </a:cubicBezTo>
                  <a:cubicBezTo>
                    <a:pt x="342" y="1473"/>
                    <a:pt x="341" y="1480"/>
                    <a:pt x="337" y="1485"/>
                  </a:cubicBezTo>
                  <a:cubicBezTo>
                    <a:pt x="333" y="1498"/>
                    <a:pt x="325" y="1508"/>
                    <a:pt x="322" y="1522"/>
                  </a:cubicBezTo>
                  <a:cubicBezTo>
                    <a:pt x="321" y="1526"/>
                    <a:pt x="319" y="1527"/>
                    <a:pt x="322" y="1530"/>
                  </a:cubicBezTo>
                  <a:cubicBezTo>
                    <a:pt x="319" y="1531"/>
                    <a:pt x="317" y="1533"/>
                    <a:pt x="317" y="1537"/>
                  </a:cubicBezTo>
                  <a:cubicBezTo>
                    <a:pt x="313" y="1542"/>
                    <a:pt x="314" y="1551"/>
                    <a:pt x="309" y="1555"/>
                  </a:cubicBezTo>
                  <a:cubicBezTo>
                    <a:pt x="307" y="1561"/>
                    <a:pt x="308" y="1570"/>
                    <a:pt x="304" y="1575"/>
                  </a:cubicBezTo>
                  <a:cubicBezTo>
                    <a:pt x="303" y="1580"/>
                    <a:pt x="298" y="1594"/>
                    <a:pt x="304" y="1598"/>
                  </a:cubicBezTo>
                  <a:cubicBezTo>
                    <a:pt x="320" y="1574"/>
                    <a:pt x="321" y="1536"/>
                    <a:pt x="337" y="1512"/>
                  </a:cubicBezTo>
                  <a:cubicBezTo>
                    <a:pt x="341" y="1497"/>
                    <a:pt x="349" y="1486"/>
                    <a:pt x="354" y="1472"/>
                  </a:cubicBezTo>
                  <a:cubicBezTo>
                    <a:pt x="359" y="1472"/>
                    <a:pt x="356" y="1463"/>
                    <a:pt x="359" y="1462"/>
                  </a:cubicBezTo>
                  <a:cubicBezTo>
                    <a:pt x="361" y="1458"/>
                    <a:pt x="363" y="1456"/>
                    <a:pt x="365" y="1452"/>
                  </a:cubicBezTo>
                  <a:cubicBezTo>
                    <a:pt x="369" y="1446"/>
                    <a:pt x="371" y="1438"/>
                    <a:pt x="372" y="1429"/>
                  </a:cubicBezTo>
                  <a:cubicBezTo>
                    <a:pt x="377" y="1429"/>
                    <a:pt x="374" y="1421"/>
                    <a:pt x="380" y="1422"/>
                  </a:cubicBezTo>
                  <a:cubicBezTo>
                    <a:pt x="381" y="1417"/>
                    <a:pt x="381" y="1411"/>
                    <a:pt x="385" y="1409"/>
                  </a:cubicBezTo>
                  <a:cubicBezTo>
                    <a:pt x="388" y="1401"/>
                    <a:pt x="392" y="1393"/>
                    <a:pt x="395" y="1384"/>
                  </a:cubicBezTo>
                  <a:cubicBezTo>
                    <a:pt x="401" y="1379"/>
                    <a:pt x="404" y="1371"/>
                    <a:pt x="407" y="1364"/>
                  </a:cubicBezTo>
                  <a:cubicBezTo>
                    <a:pt x="411" y="1361"/>
                    <a:pt x="412" y="1357"/>
                    <a:pt x="415" y="1354"/>
                  </a:cubicBezTo>
                  <a:cubicBezTo>
                    <a:pt x="414" y="1350"/>
                    <a:pt x="423" y="1344"/>
                    <a:pt x="417" y="1344"/>
                  </a:cubicBezTo>
                  <a:cubicBezTo>
                    <a:pt x="414" y="1355"/>
                    <a:pt x="403" y="1358"/>
                    <a:pt x="402" y="1371"/>
                  </a:cubicBezTo>
                  <a:close/>
                  <a:moveTo>
                    <a:pt x="483" y="1406"/>
                  </a:moveTo>
                  <a:cubicBezTo>
                    <a:pt x="475" y="1408"/>
                    <a:pt x="479" y="1423"/>
                    <a:pt x="470" y="1424"/>
                  </a:cubicBezTo>
                  <a:cubicBezTo>
                    <a:pt x="466" y="1429"/>
                    <a:pt x="467" y="1440"/>
                    <a:pt x="460" y="1442"/>
                  </a:cubicBezTo>
                  <a:cubicBezTo>
                    <a:pt x="460" y="1452"/>
                    <a:pt x="454" y="1456"/>
                    <a:pt x="450" y="1462"/>
                  </a:cubicBezTo>
                  <a:cubicBezTo>
                    <a:pt x="449" y="1483"/>
                    <a:pt x="435" y="1492"/>
                    <a:pt x="433" y="1512"/>
                  </a:cubicBezTo>
                  <a:cubicBezTo>
                    <a:pt x="425" y="1516"/>
                    <a:pt x="426" y="1527"/>
                    <a:pt x="422" y="1535"/>
                  </a:cubicBezTo>
                  <a:cubicBezTo>
                    <a:pt x="425" y="1543"/>
                    <a:pt x="419" y="1543"/>
                    <a:pt x="417" y="1547"/>
                  </a:cubicBezTo>
                  <a:cubicBezTo>
                    <a:pt x="425" y="1550"/>
                    <a:pt x="412" y="1551"/>
                    <a:pt x="415" y="1557"/>
                  </a:cubicBezTo>
                  <a:cubicBezTo>
                    <a:pt x="410" y="1558"/>
                    <a:pt x="413" y="1566"/>
                    <a:pt x="410" y="1568"/>
                  </a:cubicBezTo>
                  <a:cubicBezTo>
                    <a:pt x="412" y="1575"/>
                    <a:pt x="403" y="1572"/>
                    <a:pt x="405" y="1580"/>
                  </a:cubicBezTo>
                  <a:cubicBezTo>
                    <a:pt x="402" y="1583"/>
                    <a:pt x="402" y="1589"/>
                    <a:pt x="400" y="1593"/>
                  </a:cubicBezTo>
                  <a:cubicBezTo>
                    <a:pt x="398" y="1597"/>
                    <a:pt x="399" y="1603"/>
                    <a:pt x="395" y="1605"/>
                  </a:cubicBezTo>
                  <a:cubicBezTo>
                    <a:pt x="395" y="1616"/>
                    <a:pt x="389" y="1621"/>
                    <a:pt x="387" y="1630"/>
                  </a:cubicBezTo>
                  <a:cubicBezTo>
                    <a:pt x="386" y="1635"/>
                    <a:pt x="386" y="1641"/>
                    <a:pt x="382" y="1643"/>
                  </a:cubicBezTo>
                  <a:cubicBezTo>
                    <a:pt x="384" y="1648"/>
                    <a:pt x="375" y="1654"/>
                    <a:pt x="382" y="1656"/>
                  </a:cubicBezTo>
                  <a:cubicBezTo>
                    <a:pt x="386" y="1646"/>
                    <a:pt x="390" y="1637"/>
                    <a:pt x="395" y="1628"/>
                  </a:cubicBezTo>
                  <a:cubicBezTo>
                    <a:pt x="397" y="1623"/>
                    <a:pt x="401" y="1621"/>
                    <a:pt x="402" y="1615"/>
                  </a:cubicBezTo>
                  <a:cubicBezTo>
                    <a:pt x="402" y="1608"/>
                    <a:pt x="410" y="1608"/>
                    <a:pt x="407" y="1598"/>
                  </a:cubicBezTo>
                  <a:cubicBezTo>
                    <a:pt x="417" y="1594"/>
                    <a:pt x="412" y="1576"/>
                    <a:pt x="422" y="1573"/>
                  </a:cubicBezTo>
                  <a:cubicBezTo>
                    <a:pt x="425" y="1568"/>
                    <a:pt x="422" y="1559"/>
                    <a:pt x="430" y="1560"/>
                  </a:cubicBezTo>
                  <a:cubicBezTo>
                    <a:pt x="430" y="1552"/>
                    <a:pt x="430" y="1545"/>
                    <a:pt x="438" y="1545"/>
                  </a:cubicBezTo>
                  <a:cubicBezTo>
                    <a:pt x="436" y="1537"/>
                    <a:pt x="439" y="1533"/>
                    <a:pt x="440" y="1527"/>
                  </a:cubicBezTo>
                  <a:cubicBezTo>
                    <a:pt x="446" y="1526"/>
                    <a:pt x="443" y="1516"/>
                    <a:pt x="448" y="1515"/>
                  </a:cubicBezTo>
                  <a:cubicBezTo>
                    <a:pt x="450" y="1503"/>
                    <a:pt x="457" y="1495"/>
                    <a:pt x="460" y="1484"/>
                  </a:cubicBezTo>
                  <a:cubicBezTo>
                    <a:pt x="465" y="1483"/>
                    <a:pt x="462" y="1473"/>
                    <a:pt x="468" y="1472"/>
                  </a:cubicBezTo>
                  <a:cubicBezTo>
                    <a:pt x="469" y="1465"/>
                    <a:pt x="471" y="1460"/>
                    <a:pt x="475" y="1457"/>
                  </a:cubicBezTo>
                  <a:cubicBezTo>
                    <a:pt x="478" y="1446"/>
                    <a:pt x="485" y="1438"/>
                    <a:pt x="488" y="1427"/>
                  </a:cubicBezTo>
                  <a:cubicBezTo>
                    <a:pt x="492" y="1421"/>
                    <a:pt x="490" y="1410"/>
                    <a:pt x="493" y="1404"/>
                  </a:cubicBezTo>
                  <a:cubicBezTo>
                    <a:pt x="491" y="1399"/>
                    <a:pt x="496" y="1387"/>
                    <a:pt x="490" y="1386"/>
                  </a:cubicBezTo>
                  <a:cubicBezTo>
                    <a:pt x="490" y="1395"/>
                    <a:pt x="483" y="1398"/>
                    <a:pt x="483" y="1406"/>
                  </a:cubicBezTo>
                  <a:close/>
                  <a:moveTo>
                    <a:pt x="415" y="1444"/>
                  </a:moveTo>
                  <a:cubicBezTo>
                    <a:pt x="417" y="1454"/>
                    <a:pt x="421" y="1430"/>
                    <a:pt x="417" y="1439"/>
                  </a:cubicBezTo>
                  <a:cubicBezTo>
                    <a:pt x="417" y="1441"/>
                    <a:pt x="414" y="1440"/>
                    <a:pt x="415" y="1444"/>
                  </a:cubicBezTo>
                  <a:close/>
                  <a:moveTo>
                    <a:pt x="402" y="1477"/>
                  </a:moveTo>
                  <a:cubicBezTo>
                    <a:pt x="397" y="1479"/>
                    <a:pt x="396" y="1484"/>
                    <a:pt x="395" y="1490"/>
                  </a:cubicBezTo>
                  <a:cubicBezTo>
                    <a:pt x="400" y="1488"/>
                    <a:pt x="398" y="1478"/>
                    <a:pt x="405" y="1477"/>
                  </a:cubicBezTo>
                  <a:cubicBezTo>
                    <a:pt x="403" y="1470"/>
                    <a:pt x="408" y="1470"/>
                    <a:pt x="407" y="1464"/>
                  </a:cubicBezTo>
                  <a:cubicBezTo>
                    <a:pt x="409" y="1464"/>
                    <a:pt x="410" y="1462"/>
                    <a:pt x="410" y="1459"/>
                  </a:cubicBezTo>
                  <a:cubicBezTo>
                    <a:pt x="410" y="1456"/>
                    <a:pt x="413" y="1455"/>
                    <a:pt x="410" y="1454"/>
                  </a:cubicBezTo>
                  <a:cubicBezTo>
                    <a:pt x="407" y="1461"/>
                    <a:pt x="402" y="1467"/>
                    <a:pt x="402" y="1477"/>
                  </a:cubicBezTo>
                  <a:close/>
                  <a:moveTo>
                    <a:pt x="470" y="1484"/>
                  </a:moveTo>
                  <a:cubicBezTo>
                    <a:pt x="470" y="1498"/>
                    <a:pt x="461" y="1502"/>
                    <a:pt x="460" y="1515"/>
                  </a:cubicBezTo>
                  <a:cubicBezTo>
                    <a:pt x="437" y="1576"/>
                    <a:pt x="431" y="1575"/>
                    <a:pt x="430" y="1580"/>
                  </a:cubicBezTo>
                  <a:cubicBezTo>
                    <a:pt x="411" y="1635"/>
                    <a:pt x="400" y="1637"/>
                    <a:pt x="397" y="1648"/>
                  </a:cubicBezTo>
                  <a:cubicBezTo>
                    <a:pt x="386" y="1684"/>
                    <a:pt x="383" y="1687"/>
                    <a:pt x="382" y="1693"/>
                  </a:cubicBezTo>
                  <a:cubicBezTo>
                    <a:pt x="371" y="1730"/>
                    <a:pt x="371" y="1738"/>
                    <a:pt x="367" y="1741"/>
                  </a:cubicBezTo>
                  <a:cubicBezTo>
                    <a:pt x="361" y="1788"/>
                    <a:pt x="357" y="1799"/>
                    <a:pt x="362" y="1799"/>
                  </a:cubicBezTo>
                  <a:cubicBezTo>
                    <a:pt x="379" y="1754"/>
                    <a:pt x="376" y="1747"/>
                    <a:pt x="380" y="1746"/>
                  </a:cubicBezTo>
                  <a:cubicBezTo>
                    <a:pt x="391" y="1697"/>
                    <a:pt x="403" y="1699"/>
                    <a:pt x="400" y="1688"/>
                  </a:cubicBezTo>
                  <a:cubicBezTo>
                    <a:pt x="430" y="1632"/>
                    <a:pt x="427" y="1621"/>
                    <a:pt x="433" y="1618"/>
                  </a:cubicBezTo>
                  <a:cubicBezTo>
                    <a:pt x="459" y="1557"/>
                    <a:pt x="462" y="1552"/>
                    <a:pt x="465" y="1547"/>
                  </a:cubicBezTo>
                  <a:cubicBezTo>
                    <a:pt x="482" y="1493"/>
                    <a:pt x="477" y="1484"/>
                    <a:pt x="483" y="1484"/>
                  </a:cubicBezTo>
                  <a:close/>
                  <a:moveTo>
                    <a:pt x="166" y="1522"/>
                  </a:moveTo>
                  <a:cubicBezTo>
                    <a:pt x="169" y="1533"/>
                    <a:pt x="177" y="1538"/>
                    <a:pt x="181" y="1548"/>
                  </a:cubicBezTo>
                  <a:cubicBezTo>
                    <a:pt x="187" y="1555"/>
                    <a:pt x="191" y="1564"/>
                    <a:pt x="199" y="1570"/>
                  </a:cubicBezTo>
                  <a:cubicBezTo>
                    <a:pt x="197" y="1578"/>
                    <a:pt x="205" y="1577"/>
                    <a:pt x="206" y="1583"/>
                  </a:cubicBezTo>
                  <a:cubicBezTo>
                    <a:pt x="209" y="1583"/>
                    <a:pt x="208" y="1587"/>
                    <a:pt x="211" y="1588"/>
                  </a:cubicBezTo>
                  <a:cubicBezTo>
                    <a:pt x="210" y="1593"/>
                    <a:pt x="215" y="1593"/>
                    <a:pt x="216" y="1595"/>
                  </a:cubicBezTo>
                  <a:cubicBezTo>
                    <a:pt x="220" y="1604"/>
                    <a:pt x="227" y="1611"/>
                    <a:pt x="234" y="1618"/>
                  </a:cubicBezTo>
                  <a:cubicBezTo>
                    <a:pt x="240" y="1626"/>
                    <a:pt x="247" y="1633"/>
                    <a:pt x="254" y="1641"/>
                  </a:cubicBezTo>
                  <a:cubicBezTo>
                    <a:pt x="260" y="1648"/>
                    <a:pt x="265" y="1657"/>
                    <a:pt x="272" y="1663"/>
                  </a:cubicBezTo>
                  <a:cubicBezTo>
                    <a:pt x="275" y="1667"/>
                    <a:pt x="278" y="1670"/>
                    <a:pt x="282" y="1673"/>
                  </a:cubicBezTo>
                  <a:cubicBezTo>
                    <a:pt x="283" y="1680"/>
                    <a:pt x="288" y="1682"/>
                    <a:pt x="292" y="1686"/>
                  </a:cubicBezTo>
                  <a:cubicBezTo>
                    <a:pt x="293" y="1695"/>
                    <a:pt x="300" y="1698"/>
                    <a:pt x="302" y="1706"/>
                  </a:cubicBezTo>
                  <a:cubicBezTo>
                    <a:pt x="309" y="1709"/>
                    <a:pt x="309" y="1719"/>
                    <a:pt x="317" y="1721"/>
                  </a:cubicBezTo>
                  <a:cubicBezTo>
                    <a:pt x="317" y="1715"/>
                    <a:pt x="317" y="1709"/>
                    <a:pt x="314" y="1706"/>
                  </a:cubicBezTo>
                  <a:cubicBezTo>
                    <a:pt x="311" y="1705"/>
                    <a:pt x="313" y="1703"/>
                    <a:pt x="314" y="1701"/>
                  </a:cubicBezTo>
                  <a:cubicBezTo>
                    <a:pt x="311" y="1701"/>
                    <a:pt x="312" y="1697"/>
                    <a:pt x="312" y="1693"/>
                  </a:cubicBezTo>
                  <a:cubicBezTo>
                    <a:pt x="303" y="1693"/>
                    <a:pt x="307" y="1680"/>
                    <a:pt x="299" y="1678"/>
                  </a:cubicBezTo>
                  <a:cubicBezTo>
                    <a:pt x="302" y="1670"/>
                    <a:pt x="291" y="1676"/>
                    <a:pt x="294" y="1668"/>
                  </a:cubicBezTo>
                  <a:cubicBezTo>
                    <a:pt x="293" y="1665"/>
                    <a:pt x="290" y="1662"/>
                    <a:pt x="287" y="1661"/>
                  </a:cubicBezTo>
                  <a:cubicBezTo>
                    <a:pt x="281" y="1646"/>
                    <a:pt x="269" y="1638"/>
                    <a:pt x="264" y="1623"/>
                  </a:cubicBezTo>
                  <a:cubicBezTo>
                    <a:pt x="254" y="1618"/>
                    <a:pt x="249" y="1607"/>
                    <a:pt x="241" y="1600"/>
                  </a:cubicBezTo>
                  <a:cubicBezTo>
                    <a:pt x="239" y="1595"/>
                    <a:pt x="235" y="1592"/>
                    <a:pt x="231" y="1588"/>
                  </a:cubicBezTo>
                  <a:cubicBezTo>
                    <a:pt x="227" y="1584"/>
                    <a:pt x="225" y="1577"/>
                    <a:pt x="219" y="1575"/>
                  </a:cubicBezTo>
                  <a:cubicBezTo>
                    <a:pt x="215" y="1571"/>
                    <a:pt x="210" y="1568"/>
                    <a:pt x="209" y="1563"/>
                  </a:cubicBezTo>
                  <a:cubicBezTo>
                    <a:pt x="203" y="1560"/>
                    <a:pt x="199" y="1555"/>
                    <a:pt x="196" y="1550"/>
                  </a:cubicBezTo>
                  <a:cubicBezTo>
                    <a:pt x="188" y="1542"/>
                    <a:pt x="180" y="1534"/>
                    <a:pt x="171" y="1527"/>
                  </a:cubicBezTo>
                  <a:cubicBezTo>
                    <a:pt x="171" y="1518"/>
                    <a:pt x="164" y="1516"/>
                    <a:pt x="161" y="1510"/>
                  </a:cubicBezTo>
                  <a:cubicBezTo>
                    <a:pt x="160" y="1506"/>
                    <a:pt x="157" y="1506"/>
                    <a:pt x="156" y="1502"/>
                  </a:cubicBezTo>
                  <a:cubicBezTo>
                    <a:pt x="152" y="1504"/>
                    <a:pt x="150" y="1492"/>
                    <a:pt x="148" y="1500"/>
                  </a:cubicBezTo>
                  <a:cubicBezTo>
                    <a:pt x="157" y="1504"/>
                    <a:pt x="157" y="1518"/>
                    <a:pt x="166" y="1522"/>
                  </a:cubicBezTo>
                  <a:close/>
                  <a:moveTo>
                    <a:pt x="465" y="1575"/>
                  </a:moveTo>
                  <a:cubicBezTo>
                    <a:pt x="457" y="1583"/>
                    <a:pt x="454" y="1598"/>
                    <a:pt x="448" y="1608"/>
                  </a:cubicBezTo>
                  <a:cubicBezTo>
                    <a:pt x="445" y="1613"/>
                    <a:pt x="444" y="1620"/>
                    <a:pt x="440" y="1625"/>
                  </a:cubicBezTo>
                  <a:cubicBezTo>
                    <a:pt x="437" y="1631"/>
                    <a:pt x="440" y="1642"/>
                    <a:pt x="433" y="1643"/>
                  </a:cubicBezTo>
                  <a:cubicBezTo>
                    <a:pt x="434" y="1653"/>
                    <a:pt x="426" y="1653"/>
                    <a:pt x="425" y="1661"/>
                  </a:cubicBezTo>
                  <a:cubicBezTo>
                    <a:pt x="424" y="1668"/>
                    <a:pt x="419" y="1671"/>
                    <a:pt x="418" y="1678"/>
                  </a:cubicBezTo>
                  <a:cubicBezTo>
                    <a:pt x="414" y="1683"/>
                    <a:pt x="413" y="1690"/>
                    <a:pt x="410" y="1696"/>
                  </a:cubicBezTo>
                  <a:cubicBezTo>
                    <a:pt x="405" y="1696"/>
                    <a:pt x="411" y="1700"/>
                    <a:pt x="407" y="1701"/>
                  </a:cubicBezTo>
                  <a:cubicBezTo>
                    <a:pt x="407" y="1704"/>
                    <a:pt x="404" y="1705"/>
                    <a:pt x="407" y="1708"/>
                  </a:cubicBezTo>
                  <a:cubicBezTo>
                    <a:pt x="401" y="1710"/>
                    <a:pt x="401" y="1719"/>
                    <a:pt x="397" y="1724"/>
                  </a:cubicBezTo>
                  <a:cubicBezTo>
                    <a:pt x="399" y="1734"/>
                    <a:pt x="389" y="1732"/>
                    <a:pt x="392" y="1744"/>
                  </a:cubicBezTo>
                  <a:cubicBezTo>
                    <a:pt x="390" y="1749"/>
                    <a:pt x="388" y="1756"/>
                    <a:pt x="385" y="1761"/>
                  </a:cubicBezTo>
                  <a:cubicBezTo>
                    <a:pt x="384" y="1766"/>
                    <a:pt x="376" y="1775"/>
                    <a:pt x="382" y="1779"/>
                  </a:cubicBezTo>
                  <a:cubicBezTo>
                    <a:pt x="389" y="1772"/>
                    <a:pt x="391" y="1760"/>
                    <a:pt x="395" y="1751"/>
                  </a:cubicBezTo>
                  <a:cubicBezTo>
                    <a:pt x="398" y="1741"/>
                    <a:pt x="404" y="1733"/>
                    <a:pt x="405" y="1721"/>
                  </a:cubicBezTo>
                  <a:cubicBezTo>
                    <a:pt x="421" y="1704"/>
                    <a:pt x="428" y="1679"/>
                    <a:pt x="443" y="1661"/>
                  </a:cubicBezTo>
                  <a:cubicBezTo>
                    <a:pt x="445" y="1648"/>
                    <a:pt x="451" y="1638"/>
                    <a:pt x="455" y="1628"/>
                  </a:cubicBezTo>
                  <a:cubicBezTo>
                    <a:pt x="459" y="1624"/>
                    <a:pt x="459" y="1616"/>
                    <a:pt x="463" y="1613"/>
                  </a:cubicBezTo>
                  <a:cubicBezTo>
                    <a:pt x="463" y="1609"/>
                    <a:pt x="464" y="1607"/>
                    <a:pt x="465" y="1605"/>
                  </a:cubicBezTo>
                  <a:cubicBezTo>
                    <a:pt x="469" y="1605"/>
                    <a:pt x="467" y="1598"/>
                    <a:pt x="470" y="1598"/>
                  </a:cubicBezTo>
                  <a:cubicBezTo>
                    <a:pt x="468" y="1588"/>
                    <a:pt x="478" y="1590"/>
                    <a:pt x="475" y="1580"/>
                  </a:cubicBezTo>
                  <a:cubicBezTo>
                    <a:pt x="476" y="1573"/>
                    <a:pt x="480" y="1570"/>
                    <a:pt x="480" y="1562"/>
                  </a:cubicBezTo>
                  <a:cubicBezTo>
                    <a:pt x="485" y="1559"/>
                    <a:pt x="482" y="1549"/>
                    <a:pt x="485" y="1545"/>
                  </a:cubicBezTo>
                  <a:cubicBezTo>
                    <a:pt x="489" y="1540"/>
                    <a:pt x="488" y="1530"/>
                    <a:pt x="490" y="1525"/>
                  </a:cubicBezTo>
                  <a:cubicBezTo>
                    <a:pt x="490" y="1522"/>
                    <a:pt x="490" y="1520"/>
                    <a:pt x="490" y="1517"/>
                  </a:cubicBezTo>
                  <a:cubicBezTo>
                    <a:pt x="490" y="1514"/>
                    <a:pt x="494" y="1513"/>
                    <a:pt x="490" y="1512"/>
                  </a:cubicBezTo>
                  <a:cubicBezTo>
                    <a:pt x="489" y="1508"/>
                    <a:pt x="493" y="1497"/>
                    <a:pt x="488" y="1497"/>
                  </a:cubicBezTo>
                  <a:cubicBezTo>
                    <a:pt x="484" y="1527"/>
                    <a:pt x="474" y="1550"/>
                    <a:pt x="465" y="1575"/>
                  </a:cubicBezTo>
                  <a:close/>
                  <a:moveTo>
                    <a:pt x="337" y="1693"/>
                  </a:moveTo>
                  <a:cubicBezTo>
                    <a:pt x="336" y="1689"/>
                    <a:pt x="340" y="1688"/>
                    <a:pt x="340" y="1683"/>
                  </a:cubicBezTo>
                  <a:cubicBezTo>
                    <a:pt x="340" y="1680"/>
                    <a:pt x="339" y="1674"/>
                    <a:pt x="342" y="1673"/>
                  </a:cubicBezTo>
                  <a:cubicBezTo>
                    <a:pt x="337" y="1663"/>
                    <a:pt x="347" y="1649"/>
                    <a:pt x="347" y="1636"/>
                  </a:cubicBezTo>
                  <a:cubicBezTo>
                    <a:pt x="350" y="1635"/>
                    <a:pt x="350" y="1632"/>
                    <a:pt x="350" y="1628"/>
                  </a:cubicBezTo>
                  <a:cubicBezTo>
                    <a:pt x="350" y="1625"/>
                    <a:pt x="353" y="1623"/>
                    <a:pt x="352" y="1618"/>
                  </a:cubicBezTo>
                  <a:cubicBezTo>
                    <a:pt x="356" y="1613"/>
                    <a:pt x="354" y="1604"/>
                    <a:pt x="357" y="1598"/>
                  </a:cubicBezTo>
                  <a:cubicBezTo>
                    <a:pt x="359" y="1591"/>
                    <a:pt x="360" y="1584"/>
                    <a:pt x="365" y="1580"/>
                  </a:cubicBezTo>
                  <a:cubicBezTo>
                    <a:pt x="369" y="1576"/>
                    <a:pt x="366" y="1565"/>
                    <a:pt x="372" y="1563"/>
                  </a:cubicBezTo>
                  <a:cubicBezTo>
                    <a:pt x="372" y="1557"/>
                    <a:pt x="372" y="1552"/>
                    <a:pt x="372" y="1547"/>
                  </a:cubicBezTo>
                  <a:cubicBezTo>
                    <a:pt x="380" y="1547"/>
                    <a:pt x="370" y="1537"/>
                    <a:pt x="372" y="1547"/>
                  </a:cubicBezTo>
                  <a:cubicBezTo>
                    <a:pt x="368" y="1551"/>
                    <a:pt x="369" y="1560"/>
                    <a:pt x="365" y="1563"/>
                  </a:cubicBezTo>
                  <a:cubicBezTo>
                    <a:pt x="363" y="1568"/>
                    <a:pt x="362" y="1575"/>
                    <a:pt x="360" y="1580"/>
                  </a:cubicBezTo>
                  <a:cubicBezTo>
                    <a:pt x="356" y="1584"/>
                    <a:pt x="357" y="1593"/>
                    <a:pt x="352" y="1595"/>
                  </a:cubicBezTo>
                  <a:cubicBezTo>
                    <a:pt x="352" y="1604"/>
                    <a:pt x="349" y="1609"/>
                    <a:pt x="345" y="1613"/>
                  </a:cubicBezTo>
                  <a:cubicBezTo>
                    <a:pt x="342" y="1647"/>
                    <a:pt x="327" y="1669"/>
                    <a:pt x="330" y="1708"/>
                  </a:cubicBezTo>
                  <a:cubicBezTo>
                    <a:pt x="338" y="1709"/>
                    <a:pt x="334" y="1698"/>
                    <a:pt x="337" y="1693"/>
                  </a:cubicBezTo>
                  <a:close/>
                  <a:moveTo>
                    <a:pt x="299" y="1623"/>
                  </a:moveTo>
                  <a:cubicBezTo>
                    <a:pt x="299" y="1618"/>
                    <a:pt x="306" y="1608"/>
                    <a:pt x="299" y="1605"/>
                  </a:cubicBezTo>
                  <a:cubicBezTo>
                    <a:pt x="299" y="1610"/>
                    <a:pt x="292" y="1620"/>
                    <a:pt x="299" y="1623"/>
                  </a:cubicBezTo>
                  <a:close/>
                  <a:moveTo>
                    <a:pt x="372" y="1678"/>
                  </a:moveTo>
                  <a:cubicBezTo>
                    <a:pt x="367" y="1681"/>
                    <a:pt x="371" y="1692"/>
                    <a:pt x="365" y="1693"/>
                  </a:cubicBezTo>
                  <a:cubicBezTo>
                    <a:pt x="366" y="1702"/>
                    <a:pt x="363" y="1705"/>
                    <a:pt x="362" y="1711"/>
                  </a:cubicBezTo>
                  <a:cubicBezTo>
                    <a:pt x="363" y="1715"/>
                    <a:pt x="355" y="1724"/>
                    <a:pt x="362" y="1726"/>
                  </a:cubicBezTo>
                  <a:cubicBezTo>
                    <a:pt x="367" y="1717"/>
                    <a:pt x="364" y="1701"/>
                    <a:pt x="372" y="1696"/>
                  </a:cubicBezTo>
                  <a:cubicBezTo>
                    <a:pt x="370" y="1686"/>
                    <a:pt x="375" y="1684"/>
                    <a:pt x="375" y="1676"/>
                  </a:cubicBezTo>
                  <a:cubicBezTo>
                    <a:pt x="375" y="1672"/>
                    <a:pt x="386" y="1660"/>
                    <a:pt x="375" y="1661"/>
                  </a:cubicBezTo>
                  <a:cubicBezTo>
                    <a:pt x="376" y="1669"/>
                    <a:pt x="370" y="1670"/>
                    <a:pt x="372" y="1678"/>
                  </a:cubicBezTo>
                  <a:close/>
                  <a:moveTo>
                    <a:pt x="352" y="1776"/>
                  </a:moveTo>
                  <a:cubicBezTo>
                    <a:pt x="352" y="1773"/>
                    <a:pt x="352" y="1770"/>
                    <a:pt x="352" y="1766"/>
                  </a:cubicBezTo>
                  <a:cubicBezTo>
                    <a:pt x="350" y="1766"/>
                    <a:pt x="347" y="1766"/>
                    <a:pt x="345" y="1766"/>
                  </a:cubicBezTo>
                  <a:cubicBezTo>
                    <a:pt x="346" y="1771"/>
                    <a:pt x="346" y="1777"/>
                    <a:pt x="352" y="1776"/>
                  </a:cubicBezTo>
                  <a:close/>
                  <a:moveTo>
                    <a:pt x="375" y="1804"/>
                  </a:moveTo>
                  <a:cubicBezTo>
                    <a:pt x="376" y="1799"/>
                    <a:pt x="383" y="1788"/>
                    <a:pt x="377" y="1784"/>
                  </a:cubicBezTo>
                  <a:cubicBezTo>
                    <a:pt x="378" y="1791"/>
                    <a:pt x="368" y="1799"/>
                    <a:pt x="375" y="1804"/>
                  </a:cubicBezTo>
                  <a:close/>
                </a:path>
              </a:pathLst>
            </a:custGeom>
            <a:solidFill>
              <a:schemeClr val="accent3">
                <a:lumMod val="60000"/>
                <a:lumOff val="40000"/>
                <a:alpha val="75000"/>
              </a:schemeClr>
            </a:solidFill>
            <a:ln>
              <a:noFill/>
            </a:ln>
          </p:spPr>
        </p:sp>
        <p:sp>
          <p:nvSpPr>
            <p:cNvPr id="23" name="Freeform 15"/>
            <p:cNvSpPr>
              <a:spLocks noEditPoints="1"/>
            </p:cNvSpPr>
            <p:nvPr/>
          </p:nvSpPr>
          <p:spPr bwMode="auto">
            <a:xfrm>
              <a:off x="1133752" y="1810138"/>
              <a:ext cx="2762941" cy="4746626"/>
            </a:xfrm>
            <a:custGeom>
              <a:avLst/>
              <a:gdLst/>
              <a:ahLst/>
              <a:cxnLst/>
              <a:rect l="0" t="0" r="r" b="b"/>
              <a:pathLst>
                <a:path w="869" h="1495">
                  <a:moveTo>
                    <a:pt x="865" y="156"/>
                  </a:moveTo>
                  <a:cubicBezTo>
                    <a:pt x="856" y="165"/>
                    <a:pt x="851" y="173"/>
                    <a:pt x="844" y="182"/>
                  </a:cubicBezTo>
                  <a:cubicBezTo>
                    <a:pt x="804" y="216"/>
                    <a:pt x="802" y="216"/>
                    <a:pt x="800" y="216"/>
                  </a:cubicBezTo>
                  <a:cubicBezTo>
                    <a:pt x="775" y="232"/>
                    <a:pt x="768" y="237"/>
                    <a:pt x="760" y="239"/>
                  </a:cubicBezTo>
                  <a:cubicBezTo>
                    <a:pt x="699" y="279"/>
                    <a:pt x="696" y="275"/>
                    <a:pt x="693" y="278"/>
                  </a:cubicBezTo>
                  <a:cubicBezTo>
                    <a:pt x="706" y="270"/>
                    <a:pt x="707" y="266"/>
                    <a:pt x="714" y="263"/>
                  </a:cubicBezTo>
                  <a:cubicBezTo>
                    <a:pt x="766" y="230"/>
                    <a:pt x="774" y="225"/>
                    <a:pt x="782" y="219"/>
                  </a:cubicBezTo>
                  <a:cubicBezTo>
                    <a:pt x="830" y="181"/>
                    <a:pt x="830" y="177"/>
                    <a:pt x="834" y="174"/>
                  </a:cubicBezTo>
                  <a:cubicBezTo>
                    <a:pt x="831" y="170"/>
                    <a:pt x="831" y="178"/>
                    <a:pt x="827" y="175"/>
                  </a:cubicBezTo>
                  <a:cubicBezTo>
                    <a:pt x="792" y="205"/>
                    <a:pt x="784" y="209"/>
                    <a:pt x="783" y="213"/>
                  </a:cubicBezTo>
                  <a:cubicBezTo>
                    <a:pt x="763" y="227"/>
                    <a:pt x="760" y="223"/>
                    <a:pt x="757" y="227"/>
                  </a:cubicBezTo>
                  <a:cubicBezTo>
                    <a:pt x="776" y="212"/>
                    <a:pt x="774" y="208"/>
                    <a:pt x="780" y="206"/>
                  </a:cubicBezTo>
                  <a:cubicBezTo>
                    <a:pt x="824" y="164"/>
                    <a:pt x="830" y="160"/>
                    <a:pt x="833" y="155"/>
                  </a:cubicBezTo>
                  <a:cubicBezTo>
                    <a:pt x="806" y="176"/>
                    <a:pt x="797" y="184"/>
                    <a:pt x="788" y="193"/>
                  </a:cubicBezTo>
                  <a:cubicBezTo>
                    <a:pt x="731" y="226"/>
                    <a:pt x="724" y="237"/>
                    <a:pt x="720" y="234"/>
                  </a:cubicBezTo>
                  <a:cubicBezTo>
                    <a:pt x="766" y="194"/>
                    <a:pt x="786" y="180"/>
                    <a:pt x="803" y="159"/>
                  </a:cubicBezTo>
                  <a:cubicBezTo>
                    <a:pt x="785" y="170"/>
                    <a:pt x="775" y="180"/>
                    <a:pt x="763" y="188"/>
                  </a:cubicBezTo>
                  <a:cubicBezTo>
                    <a:pt x="736" y="208"/>
                    <a:pt x="735" y="202"/>
                    <a:pt x="737" y="200"/>
                  </a:cubicBezTo>
                  <a:cubicBezTo>
                    <a:pt x="749" y="181"/>
                    <a:pt x="754" y="177"/>
                    <a:pt x="756" y="172"/>
                  </a:cubicBezTo>
                  <a:cubicBezTo>
                    <a:pt x="787" y="134"/>
                    <a:pt x="791" y="136"/>
                    <a:pt x="790" y="130"/>
                  </a:cubicBezTo>
                  <a:cubicBezTo>
                    <a:pt x="769" y="150"/>
                    <a:pt x="765" y="152"/>
                    <a:pt x="766" y="155"/>
                  </a:cubicBezTo>
                  <a:cubicBezTo>
                    <a:pt x="746" y="174"/>
                    <a:pt x="746" y="170"/>
                    <a:pt x="746" y="169"/>
                  </a:cubicBezTo>
                  <a:cubicBezTo>
                    <a:pt x="748" y="164"/>
                    <a:pt x="752" y="160"/>
                    <a:pt x="752" y="160"/>
                  </a:cubicBezTo>
                  <a:cubicBezTo>
                    <a:pt x="764" y="139"/>
                    <a:pt x="770" y="129"/>
                    <a:pt x="777" y="119"/>
                  </a:cubicBezTo>
                  <a:cubicBezTo>
                    <a:pt x="800" y="82"/>
                    <a:pt x="812" y="81"/>
                    <a:pt x="808" y="77"/>
                  </a:cubicBezTo>
                  <a:cubicBezTo>
                    <a:pt x="770" y="123"/>
                    <a:pt x="765" y="125"/>
                    <a:pt x="763" y="127"/>
                  </a:cubicBezTo>
                  <a:cubicBezTo>
                    <a:pt x="747" y="156"/>
                    <a:pt x="743" y="161"/>
                    <a:pt x="740" y="166"/>
                  </a:cubicBezTo>
                  <a:cubicBezTo>
                    <a:pt x="744" y="144"/>
                    <a:pt x="749" y="134"/>
                    <a:pt x="753" y="124"/>
                  </a:cubicBezTo>
                  <a:cubicBezTo>
                    <a:pt x="782" y="79"/>
                    <a:pt x="781" y="77"/>
                    <a:pt x="784" y="75"/>
                  </a:cubicBezTo>
                  <a:cubicBezTo>
                    <a:pt x="769" y="89"/>
                    <a:pt x="765" y="92"/>
                    <a:pt x="765" y="96"/>
                  </a:cubicBezTo>
                  <a:cubicBezTo>
                    <a:pt x="728" y="162"/>
                    <a:pt x="722" y="177"/>
                    <a:pt x="718" y="191"/>
                  </a:cubicBezTo>
                  <a:cubicBezTo>
                    <a:pt x="710" y="205"/>
                    <a:pt x="719" y="210"/>
                    <a:pt x="712" y="213"/>
                  </a:cubicBezTo>
                  <a:cubicBezTo>
                    <a:pt x="703" y="240"/>
                    <a:pt x="708" y="247"/>
                    <a:pt x="697" y="251"/>
                  </a:cubicBezTo>
                  <a:cubicBezTo>
                    <a:pt x="699" y="232"/>
                    <a:pt x="702" y="230"/>
                    <a:pt x="701" y="228"/>
                  </a:cubicBezTo>
                  <a:cubicBezTo>
                    <a:pt x="714" y="177"/>
                    <a:pt x="714" y="170"/>
                    <a:pt x="714" y="162"/>
                  </a:cubicBezTo>
                  <a:cubicBezTo>
                    <a:pt x="735" y="103"/>
                    <a:pt x="740" y="88"/>
                    <a:pt x="749" y="73"/>
                  </a:cubicBezTo>
                  <a:cubicBezTo>
                    <a:pt x="757" y="53"/>
                    <a:pt x="753" y="62"/>
                    <a:pt x="744" y="70"/>
                  </a:cubicBezTo>
                  <a:cubicBezTo>
                    <a:pt x="727" y="107"/>
                    <a:pt x="722" y="112"/>
                    <a:pt x="722" y="118"/>
                  </a:cubicBezTo>
                  <a:cubicBezTo>
                    <a:pt x="706" y="172"/>
                    <a:pt x="705" y="175"/>
                    <a:pt x="703" y="177"/>
                  </a:cubicBezTo>
                  <a:cubicBezTo>
                    <a:pt x="696" y="206"/>
                    <a:pt x="696" y="209"/>
                    <a:pt x="696" y="212"/>
                  </a:cubicBezTo>
                  <a:cubicBezTo>
                    <a:pt x="687" y="247"/>
                    <a:pt x="685" y="253"/>
                    <a:pt x="684" y="260"/>
                  </a:cubicBezTo>
                  <a:cubicBezTo>
                    <a:pt x="671" y="275"/>
                    <a:pt x="673" y="272"/>
                    <a:pt x="677" y="270"/>
                  </a:cubicBezTo>
                  <a:cubicBezTo>
                    <a:pt x="682" y="240"/>
                    <a:pt x="681" y="234"/>
                    <a:pt x="684" y="229"/>
                  </a:cubicBezTo>
                  <a:cubicBezTo>
                    <a:pt x="694" y="189"/>
                    <a:pt x="690" y="182"/>
                    <a:pt x="693" y="177"/>
                  </a:cubicBezTo>
                  <a:cubicBezTo>
                    <a:pt x="706" y="119"/>
                    <a:pt x="707" y="113"/>
                    <a:pt x="709" y="107"/>
                  </a:cubicBezTo>
                  <a:cubicBezTo>
                    <a:pt x="721" y="64"/>
                    <a:pt x="727" y="59"/>
                    <a:pt x="729" y="53"/>
                  </a:cubicBezTo>
                  <a:cubicBezTo>
                    <a:pt x="751" y="15"/>
                    <a:pt x="760" y="13"/>
                    <a:pt x="759" y="10"/>
                  </a:cubicBezTo>
                  <a:cubicBezTo>
                    <a:pt x="752" y="12"/>
                    <a:pt x="750" y="14"/>
                    <a:pt x="749" y="17"/>
                  </a:cubicBezTo>
                  <a:cubicBezTo>
                    <a:pt x="722" y="50"/>
                    <a:pt x="719" y="46"/>
                    <a:pt x="715" y="51"/>
                  </a:cubicBezTo>
                  <a:cubicBezTo>
                    <a:pt x="696" y="86"/>
                    <a:pt x="689" y="94"/>
                    <a:pt x="687" y="103"/>
                  </a:cubicBezTo>
                  <a:cubicBezTo>
                    <a:pt x="667" y="145"/>
                    <a:pt x="670" y="146"/>
                    <a:pt x="670" y="148"/>
                  </a:cubicBezTo>
                  <a:cubicBezTo>
                    <a:pt x="662" y="166"/>
                    <a:pt x="660" y="175"/>
                    <a:pt x="659" y="185"/>
                  </a:cubicBezTo>
                  <a:cubicBezTo>
                    <a:pt x="655" y="217"/>
                    <a:pt x="655" y="222"/>
                    <a:pt x="653" y="226"/>
                  </a:cubicBezTo>
                  <a:cubicBezTo>
                    <a:pt x="646" y="259"/>
                    <a:pt x="650" y="265"/>
                    <a:pt x="650" y="270"/>
                  </a:cubicBezTo>
                  <a:cubicBezTo>
                    <a:pt x="632" y="316"/>
                    <a:pt x="637" y="319"/>
                    <a:pt x="630" y="321"/>
                  </a:cubicBezTo>
                  <a:cubicBezTo>
                    <a:pt x="630" y="285"/>
                    <a:pt x="633" y="283"/>
                    <a:pt x="633" y="280"/>
                  </a:cubicBezTo>
                  <a:cubicBezTo>
                    <a:pt x="637" y="248"/>
                    <a:pt x="637" y="243"/>
                    <a:pt x="639" y="238"/>
                  </a:cubicBezTo>
                  <a:cubicBezTo>
                    <a:pt x="639" y="222"/>
                    <a:pt x="641" y="220"/>
                    <a:pt x="641" y="217"/>
                  </a:cubicBezTo>
                  <a:cubicBezTo>
                    <a:pt x="649" y="175"/>
                    <a:pt x="652" y="166"/>
                    <a:pt x="654" y="157"/>
                  </a:cubicBezTo>
                  <a:cubicBezTo>
                    <a:pt x="673" y="112"/>
                    <a:pt x="670" y="107"/>
                    <a:pt x="677" y="103"/>
                  </a:cubicBezTo>
                  <a:cubicBezTo>
                    <a:pt x="690" y="65"/>
                    <a:pt x="699" y="63"/>
                    <a:pt x="694" y="59"/>
                  </a:cubicBezTo>
                  <a:cubicBezTo>
                    <a:pt x="663" y="118"/>
                    <a:pt x="658" y="124"/>
                    <a:pt x="654" y="130"/>
                  </a:cubicBezTo>
                  <a:cubicBezTo>
                    <a:pt x="644" y="160"/>
                    <a:pt x="640" y="163"/>
                    <a:pt x="644" y="166"/>
                  </a:cubicBezTo>
                  <a:cubicBezTo>
                    <a:pt x="632" y="198"/>
                    <a:pt x="638" y="202"/>
                    <a:pt x="632" y="204"/>
                  </a:cubicBezTo>
                  <a:cubicBezTo>
                    <a:pt x="630" y="226"/>
                    <a:pt x="628" y="229"/>
                    <a:pt x="630" y="233"/>
                  </a:cubicBezTo>
                  <a:cubicBezTo>
                    <a:pt x="624" y="286"/>
                    <a:pt x="621" y="292"/>
                    <a:pt x="621" y="298"/>
                  </a:cubicBezTo>
                  <a:cubicBezTo>
                    <a:pt x="622" y="314"/>
                    <a:pt x="617" y="316"/>
                    <a:pt x="621" y="318"/>
                  </a:cubicBezTo>
                  <a:cubicBezTo>
                    <a:pt x="615" y="341"/>
                    <a:pt x="613" y="344"/>
                    <a:pt x="612" y="347"/>
                  </a:cubicBezTo>
                  <a:cubicBezTo>
                    <a:pt x="610" y="337"/>
                    <a:pt x="612" y="332"/>
                    <a:pt x="615" y="327"/>
                  </a:cubicBezTo>
                  <a:cubicBezTo>
                    <a:pt x="612" y="290"/>
                    <a:pt x="621" y="286"/>
                    <a:pt x="616" y="280"/>
                  </a:cubicBezTo>
                  <a:cubicBezTo>
                    <a:pt x="615" y="259"/>
                    <a:pt x="621" y="255"/>
                    <a:pt x="620" y="250"/>
                  </a:cubicBezTo>
                  <a:cubicBezTo>
                    <a:pt x="624" y="201"/>
                    <a:pt x="625" y="198"/>
                    <a:pt x="626" y="196"/>
                  </a:cubicBezTo>
                  <a:cubicBezTo>
                    <a:pt x="635" y="171"/>
                    <a:pt x="633" y="168"/>
                    <a:pt x="634" y="166"/>
                  </a:cubicBezTo>
                  <a:cubicBezTo>
                    <a:pt x="642" y="141"/>
                    <a:pt x="642" y="139"/>
                    <a:pt x="642" y="136"/>
                  </a:cubicBezTo>
                  <a:cubicBezTo>
                    <a:pt x="655" y="109"/>
                    <a:pt x="657" y="104"/>
                    <a:pt x="662" y="99"/>
                  </a:cubicBezTo>
                  <a:cubicBezTo>
                    <a:pt x="645" y="113"/>
                    <a:pt x="645" y="122"/>
                    <a:pt x="637" y="130"/>
                  </a:cubicBezTo>
                  <a:cubicBezTo>
                    <a:pt x="617" y="197"/>
                    <a:pt x="614" y="202"/>
                    <a:pt x="614" y="207"/>
                  </a:cubicBezTo>
                  <a:cubicBezTo>
                    <a:pt x="613" y="227"/>
                    <a:pt x="609" y="228"/>
                    <a:pt x="612" y="231"/>
                  </a:cubicBezTo>
                  <a:cubicBezTo>
                    <a:pt x="612" y="251"/>
                    <a:pt x="612" y="254"/>
                    <a:pt x="608" y="256"/>
                  </a:cubicBezTo>
                  <a:cubicBezTo>
                    <a:pt x="608" y="278"/>
                    <a:pt x="607" y="283"/>
                    <a:pt x="607" y="289"/>
                  </a:cubicBezTo>
                  <a:cubicBezTo>
                    <a:pt x="595" y="363"/>
                    <a:pt x="592" y="374"/>
                    <a:pt x="587" y="384"/>
                  </a:cubicBezTo>
                  <a:cubicBezTo>
                    <a:pt x="589" y="326"/>
                    <a:pt x="592" y="323"/>
                    <a:pt x="592" y="319"/>
                  </a:cubicBezTo>
                  <a:cubicBezTo>
                    <a:pt x="594" y="243"/>
                    <a:pt x="593" y="240"/>
                    <a:pt x="594" y="237"/>
                  </a:cubicBezTo>
                  <a:cubicBezTo>
                    <a:pt x="597" y="223"/>
                    <a:pt x="596" y="219"/>
                    <a:pt x="596" y="216"/>
                  </a:cubicBezTo>
                  <a:cubicBezTo>
                    <a:pt x="608" y="177"/>
                    <a:pt x="610" y="170"/>
                    <a:pt x="614" y="163"/>
                  </a:cubicBezTo>
                  <a:cubicBezTo>
                    <a:pt x="624" y="125"/>
                    <a:pt x="623" y="130"/>
                    <a:pt x="621" y="134"/>
                  </a:cubicBezTo>
                  <a:cubicBezTo>
                    <a:pt x="598" y="185"/>
                    <a:pt x="595" y="190"/>
                    <a:pt x="594" y="195"/>
                  </a:cubicBezTo>
                  <a:cubicBezTo>
                    <a:pt x="583" y="227"/>
                    <a:pt x="590" y="232"/>
                    <a:pt x="586" y="235"/>
                  </a:cubicBezTo>
                  <a:cubicBezTo>
                    <a:pt x="585" y="269"/>
                    <a:pt x="583" y="276"/>
                    <a:pt x="584" y="284"/>
                  </a:cubicBezTo>
                  <a:cubicBezTo>
                    <a:pt x="583" y="334"/>
                    <a:pt x="581" y="338"/>
                    <a:pt x="584" y="342"/>
                  </a:cubicBezTo>
                  <a:cubicBezTo>
                    <a:pt x="578" y="377"/>
                    <a:pt x="579" y="381"/>
                    <a:pt x="575" y="384"/>
                  </a:cubicBezTo>
                  <a:cubicBezTo>
                    <a:pt x="572" y="368"/>
                    <a:pt x="578" y="365"/>
                    <a:pt x="575" y="361"/>
                  </a:cubicBezTo>
                  <a:cubicBezTo>
                    <a:pt x="580" y="316"/>
                    <a:pt x="571" y="307"/>
                    <a:pt x="578" y="300"/>
                  </a:cubicBezTo>
                  <a:cubicBezTo>
                    <a:pt x="572" y="220"/>
                    <a:pt x="574" y="213"/>
                    <a:pt x="573" y="205"/>
                  </a:cubicBezTo>
                  <a:cubicBezTo>
                    <a:pt x="581" y="177"/>
                    <a:pt x="576" y="169"/>
                    <a:pt x="580" y="163"/>
                  </a:cubicBezTo>
                  <a:cubicBezTo>
                    <a:pt x="594" y="117"/>
                    <a:pt x="601" y="111"/>
                    <a:pt x="598" y="103"/>
                  </a:cubicBezTo>
                  <a:cubicBezTo>
                    <a:pt x="577" y="151"/>
                    <a:pt x="576" y="154"/>
                    <a:pt x="573" y="156"/>
                  </a:cubicBezTo>
                  <a:cubicBezTo>
                    <a:pt x="562" y="241"/>
                    <a:pt x="563" y="252"/>
                    <a:pt x="564" y="263"/>
                  </a:cubicBezTo>
                  <a:cubicBezTo>
                    <a:pt x="569" y="302"/>
                    <a:pt x="564" y="307"/>
                    <a:pt x="568" y="312"/>
                  </a:cubicBezTo>
                  <a:cubicBezTo>
                    <a:pt x="566" y="341"/>
                    <a:pt x="565" y="352"/>
                    <a:pt x="568" y="364"/>
                  </a:cubicBezTo>
                  <a:cubicBezTo>
                    <a:pt x="553" y="423"/>
                    <a:pt x="553" y="420"/>
                    <a:pt x="555" y="417"/>
                  </a:cubicBezTo>
                  <a:cubicBezTo>
                    <a:pt x="556" y="394"/>
                    <a:pt x="560" y="392"/>
                    <a:pt x="558" y="388"/>
                  </a:cubicBezTo>
                  <a:cubicBezTo>
                    <a:pt x="561" y="333"/>
                    <a:pt x="563" y="331"/>
                    <a:pt x="562" y="329"/>
                  </a:cubicBezTo>
                  <a:cubicBezTo>
                    <a:pt x="559" y="274"/>
                    <a:pt x="553" y="255"/>
                    <a:pt x="554" y="236"/>
                  </a:cubicBezTo>
                  <a:cubicBezTo>
                    <a:pt x="554" y="218"/>
                    <a:pt x="555" y="214"/>
                    <a:pt x="554" y="209"/>
                  </a:cubicBezTo>
                  <a:cubicBezTo>
                    <a:pt x="559" y="193"/>
                    <a:pt x="557" y="190"/>
                    <a:pt x="559" y="188"/>
                  </a:cubicBezTo>
                  <a:cubicBezTo>
                    <a:pt x="569" y="145"/>
                    <a:pt x="573" y="136"/>
                    <a:pt x="573" y="126"/>
                  </a:cubicBezTo>
                  <a:cubicBezTo>
                    <a:pt x="557" y="167"/>
                    <a:pt x="554" y="173"/>
                    <a:pt x="555" y="179"/>
                  </a:cubicBezTo>
                  <a:cubicBezTo>
                    <a:pt x="548" y="204"/>
                    <a:pt x="545" y="211"/>
                    <a:pt x="547" y="219"/>
                  </a:cubicBezTo>
                  <a:cubicBezTo>
                    <a:pt x="545" y="249"/>
                    <a:pt x="547" y="257"/>
                    <a:pt x="548" y="265"/>
                  </a:cubicBezTo>
                  <a:cubicBezTo>
                    <a:pt x="553" y="302"/>
                    <a:pt x="551" y="305"/>
                    <a:pt x="550" y="308"/>
                  </a:cubicBezTo>
                  <a:cubicBezTo>
                    <a:pt x="556" y="350"/>
                    <a:pt x="553" y="352"/>
                    <a:pt x="554" y="354"/>
                  </a:cubicBezTo>
                  <a:cubicBezTo>
                    <a:pt x="551" y="391"/>
                    <a:pt x="544" y="394"/>
                    <a:pt x="549" y="399"/>
                  </a:cubicBezTo>
                  <a:cubicBezTo>
                    <a:pt x="548" y="423"/>
                    <a:pt x="541" y="425"/>
                    <a:pt x="543" y="428"/>
                  </a:cubicBezTo>
                  <a:cubicBezTo>
                    <a:pt x="534" y="435"/>
                    <a:pt x="534" y="428"/>
                    <a:pt x="538" y="422"/>
                  </a:cubicBezTo>
                  <a:cubicBezTo>
                    <a:pt x="537" y="386"/>
                    <a:pt x="541" y="383"/>
                    <a:pt x="540" y="379"/>
                  </a:cubicBezTo>
                  <a:cubicBezTo>
                    <a:pt x="538" y="342"/>
                    <a:pt x="537" y="338"/>
                    <a:pt x="538" y="333"/>
                  </a:cubicBezTo>
                  <a:cubicBezTo>
                    <a:pt x="535" y="297"/>
                    <a:pt x="532" y="288"/>
                    <a:pt x="531" y="280"/>
                  </a:cubicBezTo>
                  <a:cubicBezTo>
                    <a:pt x="528" y="237"/>
                    <a:pt x="531" y="236"/>
                    <a:pt x="530" y="234"/>
                  </a:cubicBezTo>
                  <a:cubicBezTo>
                    <a:pt x="531" y="195"/>
                    <a:pt x="535" y="192"/>
                    <a:pt x="534" y="187"/>
                  </a:cubicBezTo>
                  <a:cubicBezTo>
                    <a:pt x="537" y="169"/>
                    <a:pt x="538" y="165"/>
                    <a:pt x="539" y="161"/>
                  </a:cubicBezTo>
                  <a:cubicBezTo>
                    <a:pt x="534" y="156"/>
                    <a:pt x="534" y="160"/>
                    <a:pt x="532" y="164"/>
                  </a:cubicBezTo>
                  <a:cubicBezTo>
                    <a:pt x="527" y="184"/>
                    <a:pt x="527" y="187"/>
                    <a:pt x="528" y="189"/>
                  </a:cubicBezTo>
                  <a:cubicBezTo>
                    <a:pt x="521" y="228"/>
                    <a:pt x="522" y="230"/>
                    <a:pt x="522" y="232"/>
                  </a:cubicBezTo>
                  <a:cubicBezTo>
                    <a:pt x="521" y="256"/>
                    <a:pt x="520" y="257"/>
                    <a:pt x="522" y="259"/>
                  </a:cubicBezTo>
                  <a:cubicBezTo>
                    <a:pt x="527" y="285"/>
                    <a:pt x="520" y="288"/>
                    <a:pt x="524" y="293"/>
                  </a:cubicBezTo>
                  <a:cubicBezTo>
                    <a:pt x="532" y="343"/>
                    <a:pt x="530" y="351"/>
                    <a:pt x="534" y="361"/>
                  </a:cubicBezTo>
                  <a:cubicBezTo>
                    <a:pt x="531" y="378"/>
                    <a:pt x="529" y="380"/>
                    <a:pt x="532" y="382"/>
                  </a:cubicBezTo>
                  <a:cubicBezTo>
                    <a:pt x="530" y="417"/>
                    <a:pt x="530" y="421"/>
                    <a:pt x="528" y="424"/>
                  </a:cubicBezTo>
                  <a:cubicBezTo>
                    <a:pt x="523" y="442"/>
                    <a:pt x="525" y="445"/>
                    <a:pt x="522" y="444"/>
                  </a:cubicBezTo>
                  <a:cubicBezTo>
                    <a:pt x="523" y="396"/>
                    <a:pt x="516" y="383"/>
                    <a:pt x="519" y="372"/>
                  </a:cubicBezTo>
                  <a:cubicBezTo>
                    <a:pt x="517" y="348"/>
                    <a:pt x="514" y="341"/>
                    <a:pt x="515" y="335"/>
                  </a:cubicBezTo>
                  <a:cubicBezTo>
                    <a:pt x="506" y="291"/>
                    <a:pt x="509" y="286"/>
                    <a:pt x="507" y="280"/>
                  </a:cubicBezTo>
                  <a:cubicBezTo>
                    <a:pt x="508" y="220"/>
                    <a:pt x="509" y="215"/>
                    <a:pt x="510" y="209"/>
                  </a:cubicBezTo>
                  <a:cubicBezTo>
                    <a:pt x="513" y="185"/>
                    <a:pt x="512" y="178"/>
                    <a:pt x="516" y="173"/>
                  </a:cubicBezTo>
                  <a:cubicBezTo>
                    <a:pt x="515" y="159"/>
                    <a:pt x="514" y="162"/>
                    <a:pt x="512" y="164"/>
                  </a:cubicBezTo>
                  <a:cubicBezTo>
                    <a:pt x="505" y="191"/>
                    <a:pt x="507" y="196"/>
                    <a:pt x="504" y="201"/>
                  </a:cubicBezTo>
                  <a:cubicBezTo>
                    <a:pt x="500" y="221"/>
                    <a:pt x="502" y="226"/>
                    <a:pt x="501" y="230"/>
                  </a:cubicBezTo>
                  <a:cubicBezTo>
                    <a:pt x="498" y="248"/>
                    <a:pt x="500" y="251"/>
                    <a:pt x="500" y="253"/>
                  </a:cubicBezTo>
                  <a:cubicBezTo>
                    <a:pt x="496" y="271"/>
                    <a:pt x="502" y="275"/>
                    <a:pt x="498" y="277"/>
                  </a:cubicBezTo>
                  <a:cubicBezTo>
                    <a:pt x="497" y="300"/>
                    <a:pt x="497" y="294"/>
                    <a:pt x="497" y="290"/>
                  </a:cubicBezTo>
                  <a:cubicBezTo>
                    <a:pt x="494" y="271"/>
                    <a:pt x="495" y="268"/>
                    <a:pt x="495" y="266"/>
                  </a:cubicBezTo>
                  <a:cubicBezTo>
                    <a:pt x="494" y="202"/>
                    <a:pt x="495" y="187"/>
                    <a:pt x="499" y="173"/>
                  </a:cubicBezTo>
                  <a:cubicBezTo>
                    <a:pt x="501" y="135"/>
                    <a:pt x="510" y="133"/>
                    <a:pt x="503" y="128"/>
                  </a:cubicBezTo>
                  <a:cubicBezTo>
                    <a:pt x="490" y="173"/>
                    <a:pt x="490" y="178"/>
                    <a:pt x="489" y="183"/>
                  </a:cubicBezTo>
                  <a:cubicBezTo>
                    <a:pt x="485" y="220"/>
                    <a:pt x="485" y="223"/>
                    <a:pt x="485" y="225"/>
                  </a:cubicBezTo>
                  <a:cubicBezTo>
                    <a:pt x="484" y="256"/>
                    <a:pt x="483" y="258"/>
                    <a:pt x="486" y="261"/>
                  </a:cubicBezTo>
                  <a:cubicBezTo>
                    <a:pt x="484" y="277"/>
                    <a:pt x="489" y="280"/>
                    <a:pt x="487" y="282"/>
                  </a:cubicBezTo>
                  <a:cubicBezTo>
                    <a:pt x="498" y="337"/>
                    <a:pt x="496" y="347"/>
                    <a:pt x="502" y="357"/>
                  </a:cubicBezTo>
                  <a:cubicBezTo>
                    <a:pt x="506" y="408"/>
                    <a:pt x="505" y="413"/>
                    <a:pt x="503" y="418"/>
                  </a:cubicBezTo>
                  <a:cubicBezTo>
                    <a:pt x="505" y="450"/>
                    <a:pt x="505" y="453"/>
                    <a:pt x="503" y="455"/>
                  </a:cubicBezTo>
                  <a:cubicBezTo>
                    <a:pt x="499" y="471"/>
                    <a:pt x="503" y="479"/>
                    <a:pt x="498" y="475"/>
                  </a:cubicBezTo>
                  <a:cubicBezTo>
                    <a:pt x="493" y="426"/>
                    <a:pt x="495" y="423"/>
                    <a:pt x="495" y="419"/>
                  </a:cubicBezTo>
                  <a:cubicBezTo>
                    <a:pt x="485" y="375"/>
                    <a:pt x="480" y="366"/>
                    <a:pt x="483" y="359"/>
                  </a:cubicBezTo>
                  <a:cubicBezTo>
                    <a:pt x="470" y="321"/>
                    <a:pt x="476" y="319"/>
                    <a:pt x="470" y="314"/>
                  </a:cubicBezTo>
                  <a:cubicBezTo>
                    <a:pt x="459" y="218"/>
                    <a:pt x="466" y="212"/>
                    <a:pt x="462" y="204"/>
                  </a:cubicBezTo>
                  <a:cubicBezTo>
                    <a:pt x="457" y="195"/>
                    <a:pt x="457" y="204"/>
                    <a:pt x="457" y="213"/>
                  </a:cubicBezTo>
                  <a:cubicBezTo>
                    <a:pt x="457" y="232"/>
                    <a:pt x="452" y="236"/>
                    <a:pt x="455" y="241"/>
                  </a:cubicBezTo>
                  <a:cubicBezTo>
                    <a:pt x="454" y="275"/>
                    <a:pt x="459" y="280"/>
                    <a:pt x="456" y="285"/>
                  </a:cubicBezTo>
                  <a:cubicBezTo>
                    <a:pt x="462" y="317"/>
                    <a:pt x="462" y="322"/>
                    <a:pt x="465" y="327"/>
                  </a:cubicBezTo>
                  <a:cubicBezTo>
                    <a:pt x="475" y="362"/>
                    <a:pt x="473" y="368"/>
                    <a:pt x="475" y="375"/>
                  </a:cubicBezTo>
                  <a:cubicBezTo>
                    <a:pt x="478" y="394"/>
                    <a:pt x="483" y="397"/>
                    <a:pt x="481" y="400"/>
                  </a:cubicBezTo>
                  <a:cubicBezTo>
                    <a:pt x="484" y="436"/>
                    <a:pt x="490" y="444"/>
                    <a:pt x="487" y="449"/>
                  </a:cubicBezTo>
                  <a:cubicBezTo>
                    <a:pt x="483" y="480"/>
                    <a:pt x="490" y="485"/>
                    <a:pt x="488" y="488"/>
                  </a:cubicBezTo>
                  <a:cubicBezTo>
                    <a:pt x="483" y="503"/>
                    <a:pt x="485" y="499"/>
                    <a:pt x="485" y="495"/>
                  </a:cubicBezTo>
                  <a:cubicBezTo>
                    <a:pt x="486" y="464"/>
                    <a:pt x="482" y="459"/>
                    <a:pt x="483" y="454"/>
                  </a:cubicBezTo>
                  <a:cubicBezTo>
                    <a:pt x="474" y="394"/>
                    <a:pt x="466" y="388"/>
                    <a:pt x="469" y="384"/>
                  </a:cubicBezTo>
                  <a:cubicBezTo>
                    <a:pt x="462" y="348"/>
                    <a:pt x="459" y="346"/>
                    <a:pt x="457" y="346"/>
                  </a:cubicBezTo>
                  <a:cubicBezTo>
                    <a:pt x="449" y="328"/>
                    <a:pt x="460" y="322"/>
                    <a:pt x="453" y="324"/>
                  </a:cubicBezTo>
                  <a:cubicBezTo>
                    <a:pt x="446" y="286"/>
                    <a:pt x="449" y="281"/>
                    <a:pt x="445" y="276"/>
                  </a:cubicBezTo>
                  <a:cubicBezTo>
                    <a:pt x="449" y="241"/>
                    <a:pt x="443" y="235"/>
                    <a:pt x="444" y="230"/>
                  </a:cubicBezTo>
                  <a:cubicBezTo>
                    <a:pt x="450" y="210"/>
                    <a:pt x="442" y="203"/>
                    <a:pt x="449" y="199"/>
                  </a:cubicBezTo>
                  <a:cubicBezTo>
                    <a:pt x="454" y="163"/>
                    <a:pt x="461" y="159"/>
                    <a:pt x="458" y="153"/>
                  </a:cubicBezTo>
                  <a:cubicBezTo>
                    <a:pt x="444" y="191"/>
                    <a:pt x="439" y="200"/>
                    <a:pt x="440" y="211"/>
                  </a:cubicBezTo>
                  <a:cubicBezTo>
                    <a:pt x="435" y="250"/>
                    <a:pt x="436" y="261"/>
                    <a:pt x="437" y="271"/>
                  </a:cubicBezTo>
                  <a:cubicBezTo>
                    <a:pt x="442" y="313"/>
                    <a:pt x="444" y="323"/>
                    <a:pt x="448" y="335"/>
                  </a:cubicBezTo>
                  <a:cubicBezTo>
                    <a:pt x="458" y="387"/>
                    <a:pt x="461" y="393"/>
                    <a:pt x="460" y="398"/>
                  </a:cubicBezTo>
                  <a:cubicBezTo>
                    <a:pt x="473" y="464"/>
                    <a:pt x="476" y="471"/>
                    <a:pt x="475" y="477"/>
                  </a:cubicBezTo>
                  <a:cubicBezTo>
                    <a:pt x="472" y="519"/>
                    <a:pt x="470" y="522"/>
                    <a:pt x="473" y="526"/>
                  </a:cubicBezTo>
                  <a:cubicBezTo>
                    <a:pt x="466" y="546"/>
                    <a:pt x="465" y="547"/>
                    <a:pt x="465" y="548"/>
                  </a:cubicBezTo>
                  <a:cubicBezTo>
                    <a:pt x="459" y="507"/>
                    <a:pt x="462" y="504"/>
                    <a:pt x="463" y="501"/>
                  </a:cubicBezTo>
                  <a:cubicBezTo>
                    <a:pt x="458" y="462"/>
                    <a:pt x="451" y="454"/>
                    <a:pt x="451" y="448"/>
                  </a:cubicBezTo>
                  <a:cubicBezTo>
                    <a:pt x="436" y="412"/>
                    <a:pt x="440" y="409"/>
                    <a:pt x="436" y="405"/>
                  </a:cubicBezTo>
                  <a:cubicBezTo>
                    <a:pt x="427" y="372"/>
                    <a:pt x="429" y="369"/>
                    <a:pt x="426" y="365"/>
                  </a:cubicBezTo>
                  <a:cubicBezTo>
                    <a:pt x="421" y="351"/>
                    <a:pt x="423" y="350"/>
                    <a:pt x="421" y="347"/>
                  </a:cubicBezTo>
                  <a:cubicBezTo>
                    <a:pt x="417" y="313"/>
                    <a:pt x="414" y="309"/>
                    <a:pt x="415" y="305"/>
                  </a:cubicBezTo>
                  <a:cubicBezTo>
                    <a:pt x="416" y="260"/>
                    <a:pt x="418" y="257"/>
                    <a:pt x="414" y="253"/>
                  </a:cubicBezTo>
                  <a:cubicBezTo>
                    <a:pt x="416" y="237"/>
                    <a:pt x="416" y="229"/>
                    <a:pt x="414" y="222"/>
                  </a:cubicBezTo>
                  <a:cubicBezTo>
                    <a:pt x="416" y="200"/>
                    <a:pt x="418" y="197"/>
                    <a:pt x="418" y="194"/>
                  </a:cubicBezTo>
                  <a:cubicBezTo>
                    <a:pt x="414" y="206"/>
                    <a:pt x="410" y="211"/>
                    <a:pt x="412" y="216"/>
                  </a:cubicBezTo>
                  <a:cubicBezTo>
                    <a:pt x="409" y="236"/>
                    <a:pt x="410" y="242"/>
                    <a:pt x="410" y="247"/>
                  </a:cubicBezTo>
                  <a:cubicBezTo>
                    <a:pt x="407" y="327"/>
                    <a:pt x="412" y="332"/>
                    <a:pt x="410" y="335"/>
                  </a:cubicBezTo>
                  <a:cubicBezTo>
                    <a:pt x="414" y="368"/>
                    <a:pt x="422" y="373"/>
                    <a:pt x="420" y="377"/>
                  </a:cubicBezTo>
                  <a:cubicBezTo>
                    <a:pt x="438" y="439"/>
                    <a:pt x="445" y="459"/>
                    <a:pt x="448" y="477"/>
                  </a:cubicBezTo>
                  <a:cubicBezTo>
                    <a:pt x="451" y="509"/>
                    <a:pt x="452" y="514"/>
                    <a:pt x="453" y="518"/>
                  </a:cubicBezTo>
                  <a:cubicBezTo>
                    <a:pt x="449" y="518"/>
                    <a:pt x="452" y="515"/>
                    <a:pt x="448" y="512"/>
                  </a:cubicBezTo>
                  <a:cubicBezTo>
                    <a:pt x="443" y="484"/>
                    <a:pt x="442" y="477"/>
                    <a:pt x="441" y="470"/>
                  </a:cubicBezTo>
                  <a:cubicBezTo>
                    <a:pt x="432" y="436"/>
                    <a:pt x="429" y="432"/>
                    <a:pt x="428" y="428"/>
                  </a:cubicBezTo>
                  <a:cubicBezTo>
                    <a:pt x="416" y="393"/>
                    <a:pt x="413" y="389"/>
                    <a:pt x="414" y="386"/>
                  </a:cubicBezTo>
                  <a:cubicBezTo>
                    <a:pt x="407" y="359"/>
                    <a:pt x="405" y="356"/>
                    <a:pt x="403" y="350"/>
                  </a:cubicBezTo>
                  <a:cubicBezTo>
                    <a:pt x="401" y="334"/>
                    <a:pt x="403" y="333"/>
                    <a:pt x="403" y="333"/>
                  </a:cubicBezTo>
                  <a:cubicBezTo>
                    <a:pt x="401" y="321"/>
                    <a:pt x="400" y="317"/>
                    <a:pt x="399" y="314"/>
                  </a:cubicBezTo>
                  <a:cubicBezTo>
                    <a:pt x="395" y="298"/>
                    <a:pt x="397" y="295"/>
                    <a:pt x="396" y="293"/>
                  </a:cubicBezTo>
                  <a:cubicBezTo>
                    <a:pt x="390" y="256"/>
                    <a:pt x="396" y="250"/>
                    <a:pt x="392" y="243"/>
                  </a:cubicBezTo>
                  <a:cubicBezTo>
                    <a:pt x="394" y="217"/>
                    <a:pt x="395" y="215"/>
                    <a:pt x="395" y="213"/>
                  </a:cubicBezTo>
                  <a:cubicBezTo>
                    <a:pt x="388" y="211"/>
                    <a:pt x="391" y="212"/>
                    <a:pt x="391" y="214"/>
                  </a:cubicBezTo>
                  <a:cubicBezTo>
                    <a:pt x="386" y="231"/>
                    <a:pt x="389" y="235"/>
                    <a:pt x="386" y="237"/>
                  </a:cubicBezTo>
                  <a:cubicBezTo>
                    <a:pt x="387" y="268"/>
                    <a:pt x="385" y="271"/>
                    <a:pt x="388" y="275"/>
                  </a:cubicBezTo>
                  <a:cubicBezTo>
                    <a:pt x="391" y="325"/>
                    <a:pt x="397" y="338"/>
                    <a:pt x="393" y="350"/>
                  </a:cubicBezTo>
                  <a:cubicBezTo>
                    <a:pt x="405" y="382"/>
                    <a:pt x="403" y="390"/>
                    <a:pt x="408" y="398"/>
                  </a:cubicBezTo>
                  <a:cubicBezTo>
                    <a:pt x="419" y="430"/>
                    <a:pt x="421" y="438"/>
                    <a:pt x="423" y="446"/>
                  </a:cubicBezTo>
                  <a:cubicBezTo>
                    <a:pt x="436" y="483"/>
                    <a:pt x="432" y="487"/>
                    <a:pt x="436" y="491"/>
                  </a:cubicBezTo>
                  <a:cubicBezTo>
                    <a:pt x="440" y="554"/>
                    <a:pt x="443" y="558"/>
                    <a:pt x="443" y="562"/>
                  </a:cubicBezTo>
                  <a:cubicBezTo>
                    <a:pt x="428" y="572"/>
                    <a:pt x="429" y="568"/>
                    <a:pt x="430" y="564"/>
                  </a:cubicBezTo>
                  <a:cubicBezTo>
                    <a:pt x="417" y="498"/>
                    <a:pt x="416" y="485"/>
                    <a:pt x="415" y="472"/>
                  </a:cubicBezTo>
                  <a:cubicBezTo>
                    <a:pt x="409" y="449"/>
                    <a:pt x="405" y="442"/>
                    <a:pt x="406" y="436"/>
                  </a:cubicBezTo>
                  <a:cubicBezTo>
                    <a:pt x="401" y="421"/>
                    <a:pt x="398" y="415"/>
                    <a:pt x="398" y="411"/>
                  </a:cubicBezTo>
                  <a:cubicBezTo>
                    <a:pt x="393" y="374"/>
                    <a:pt x="387" y="375"/>
                    <a:pt x="389" y="372"/>
                  </a:cubicBezTo>
                  <a:cubicBezTo>
                    <a:pt x="382" y="312"/>
                    <a:pt x="377" y="293"/>
                    <a:pt x="381" y="275"/>
                  </a:cubicBezTo>
                  <a:cubicBezTo>
                    <a:pt x="385" y="244"/>
                    <a:pt x="380" y="238"/>
                    <a:pt x="383" y="234"/>
                  </a:cubicBezTo>
                  <a:cubicBezTo>
                    <a:pt x="377" y="239"/>
                    <a:pt x="376" y="242"/>
                    <a:pt x="376" y="244"/>
                  </a:cubicBezTo>
                  <a:cubicBezTo>
                    <a:pt x="375" y="300"/>
                    <a:pt x="373" y="312"/>
                    <a:pt x="372" y="324"/>
                  </a:cubicBezTo>
                  <a:cubicBezTo>
                    <a:pt x="386" y="402"/>
                    <a:pt x="389" y="407"/>
                    <a:pt x="389" y="412"/>
                  </a:cubicBezTo>
                  <a:cubicBezTo>
                    <a:pt x="411" y="512"/>
                    <a:pt x="416" y="522"/>
                    <a:pt x="416" y="532"/>
                  </a:cubicBezTo>
                  <a:cubicBezTo>
                    <a:pt x="418" y="573"/>
                    <a:pt x="419" y="584"/>
                    <a:pt x="420" y="595"/>
                  </a:cubicBezTo>
                  <a:cubicBezTo>
                    <a:pt x="411" y="622"/>
                    <a:pt x="419" y="616"/>
                    <a:pt x="413" y="608"/>
                  </a:cubicBezTo>
                  <a:cubicBezTo>
                    <a:pt x="406" y="541"/>
                    <a:pt x="407" y="534"/>
                    <a:pt x="403" y="527"/>
                  </a:cubicBezTo>
                  <a:cubicBezTo>
                    <a:pt x="394" y="499"/>
                    <a:pt x="398" y="493"/>
                    <a:pt x="395" y="486"/>
                  </a:cubicBezTo>
                  <a:cubicBezTo>
                    <a:pt x="376" y="417"/>
                    <a:pt x="378" y="413"/>
                    <a:pt x="374" y="408"/>
                  </a:cubicBezTo>
                  <a:cubicBezTo>
                    <a:pt x="370" y="378"/>
                    <a:pt x="365" y="372"/>
                    <a:pt x="367" y="369"/>
                  </a:cubicBezTo>
                  <a:cubicBezTo>
                    <a:pt x="363" y="308"/>
                    <a:pt x="356" y="298"/>
                    <a:pt x="360" y="290"/>
                  </a:cubicBezTo>
                  <a:cubicBezTo>
                    <a:pt x="362" y="248"/>
                    <a:pt x="362" y="244"/>
                    <a:pt x="362" y="239"/>
                  </a:cubicBezTo>
                  <a:cubicBezTo>
                    <a:pt x="363" y="220"/>
                    <a:pt x="361" y="223"/>
                    <a:pt x="360" y="226"/>
                  </a:cubicBezTo>
                  <a:cubicBezTo>
                    <a:pt x="358" y="241"/>
                    <a:pt x="353" y="244"/>
                    <a:pt x="357" y="248"/>
                  </a:cubicBezTo>
                  <a:cubicBezTo>
                    <a:pt x="352" y="267"/>
                    <a:pt x="356" y="270"/>
                    <a:pt x="351" y="272"/>
                  </a:cubicBezTo>
                  <a:cubicBezTo>
                    <a:pt x="350" y="303"/>
                    <a:pt x="355" y="306"/>
                    <a:pt x="353" y="308"/>
                  </a:cubicBezTo>
                  <a:cubicBezTo>
                    <a:pt x="351" y="332"/>
                    <a:pt x="356" y="338"/>
                    <a:pt x="353" y="342"/>
                  </a:cubicBezTo>
                  <a:cubicBezTo>
                    <a:pt x="363" y="389"/>
                    <a:pt x="362" y="393"/>
                    <a:pt x="367" y="398"/>
                  </a:cubicBezTo>
                  <a:cubicBezTo>
                    <a:pt x="367" y="433"/>
                    <a:pt x="379" y="443"/>
                    <a:pt x="375" y="451"/>
                  </a:cubicBezTo>
                  <a:cubicBezTo>
                    <a:pt x="395" y="536"/>
                    <a:pt x="399" y="541"/>
                    <a:pt x="399" y="545"/>
                  </a:cubicBezTo>
                  <a:cubicBezTo>
                    <a:pt x="400" y="576"/>
                    <a:pt x="402" y="581"/>
                    <a:pt x="406" y="586"/>
                  </a:cubicBezTo>
                  <a:cubicBezTo>
                    <a:pt x="406" y="605"/>
                    <a:pt x="405" y="608"/>
                    <a:pt x="404" y="610"/>
                  </a:cubicBezTo>
                  <a:cubicBezTo>
                    <a:pt x="402" y="627"/>
                    <a:pt x="408" y="632"/>
                    <a:pt x="403" y="635"/>
                  </a:cubicBezTo>
                  <a:cubicBezTo>
                    <a:pt x="396" y="601"/>
                    <a:pt x="401" y="597"/>
                    <a:pt x="398" y="592"/>
                  </a:cubicBezTo>
                  <a:cubicBezTo>
                    <a:pt x="383" y="512"/>
                    <a:pt x="375" y="506"/>
                    <a:pt x="377" y="501"/>
                  </a:cubicBezTo>
                  <a:cubicBezTo>
                    <a:pt x="354" y="435"/>
                    <a:pt x="354" y="416"/>
                    <a:pt x="344" y="395"/>
                  </a:cubicBezTo>
                  <a:cubicBezTo>
                    <a:pt x="338" y="338"/>
                    <a:pt x="338" y="335"/>
                    <a:pt x="339" y="333"/>
                  </a:cubicBezTo>
                  <a:cubicBezTo>
                    <a:pt x="340" y="299"/>
                    <a:pt x="336" y="293"/>
                    <a:pt x="338" y="287"/>
                  </a:cubicBezTo>
                  <a:cubicBezTo>
                    <a:pt x="331" y="289"/>
                    <a:pt x="332" y="300"/>
                    <a:pt x="330" y="310"/>
                  </a:cubicBezTo>
                  <a:cubicBezTo>
                    <a:pt x="334" y="336"/>
                    <a:pt x="329" y="338"/>
                    <a:pt x="333" y="342"/>
                  </a:cubicBezTo>
                  <a:cubicBezTo>
                    <a:pt x="337" y="378"/>
                    <a:pt x="335" y="383"/>
                    <a:pt x="337" y="388"/>
                  </a:cubicBezTo>
                  <a:cubicBezTo>
                    <a:pt x="337" y="409"/>
                    <a:pt x="345" y="415"/>
                    <a:pt x="343" y="420"/>
                  </a:cubicBezTo>
                  <a:cubicBezTo>
                    <a:pt x="357" y="454"/>
                    <a:pt x="351" y="461"/>
                    <a:pt x="357" y="467"/>
                  </a:cubicBezTo>
                  <a:cubicBezTo>
                    <a:pt x="369" y="497"/>
                    <a:pt x="364" y="504"/>
                    <a:pt x="368" y="506"/>
                  </a:cubicBezTo>
                  <a:cubicBezTo>
                    <a:pt x="379" y="543"/>
                    <a:pt x="382" y="551"/>
                    <a:pt x="384" y="558"/>
                  </a:cubicBezTo>
                  <a:cubicBezTo>
                    <a:pt x="390" y="600"/>
                    <a:pt x="393" y="605"/>
                    <a:pt x="388" y="609"/>
                  </a:cubicBezTo>
                  <a:cubicBezTo>
                    <a:pt x="376" y="559"/>
                    <a:pt x="371" y="556"/>
                    <a:pt x="373" y="554"/>
                  </a:cubicBezTo>
                  <a:cubicBezTo>
                    <a:pt x="357" y="504"/>
                    <a:pt x="350" y="497"/>
                    <a:pt x="350" y="491"/>
                  </a:cubicBezTo>
                  <a:cubicBezTo>
                    <a:pt x="323" y="433"/>
                    <a:pt x="327" y="431"/>
                    <a:pt x="324" y="427"/>
                  </a:cubicBezTo>
                  <a:cubicBezTo>
                    <a:pt x="313" y="386"/>
                    <a:pt x="309" y="374"/>
                    <a:pt x="308" y="362"/>
                  </a:cubicBezTo>
                  <a:cubicBezTo>
                    <a:pt x="306" y="320"/>
                    <a:pt x="303" y="314"/>
                    <a:pt x="304" y="308"/>
                  </a:cubicBezTo>
                  <a:cubicBezTo>
                    <a:pt x="303" y="284"/>
                    <a:pt x="306" y="279"/>
                    <a:pt x="306" y="273"/>
                  </a:cubicBezTo>
                  <a:cubicBezTo>
                    <a:pt x="300" y="263"/>
                    <a:pt x="301" y="273"/>
                    <a:pt x="300" y="282"/>
                  </a:cubicBezTo>
                  <a:cubicBezTo>
                    <a:pt x="298" y="301"/>
                    <a:pt x="297" y="305"/>
                    <a:pt x="295" y="310"/>
                  </a:cubicBezTo>
                  <a:cubicBezTo>
                    <a:pt x="307" y="382"/>
                    <a:pt x="302" y="391"/>
                    <a:pt x="310" y="402"/>
                  </a:cubicBezTo>
                  <a:cubicBezTo>
                    <a:pt x="317" y="439"/>
                    <a:pt x="325" y="446"/>
                    <a:pt x="323" y="450"/>
                  </a:cubicBezTo>
                  <a:cubicBezTo>
                    <a:pt x="337" y="478"/>
                    <a:pt x="337" y="489"/>
                    <a:pt x="345" y="500"/>
                  </a:cubicBezTo>
                  <a:cubicBezTo>
                    <a:pt x="352" y="526"/>
                    <a:pt x="359" y="530"/>
                    <a:pt x="355" y="532"/>
                  </a:cubicBezTo>
                  <a:cubicBezTo>
                    <a:pt x="378" y="589"/>
                    <a:pt x="373" y="597"/>
                    <a:pt x="377" y="600"/>
                  </a:cubicBezTo>
                  <a:cubicBezTo>
                    <a:pt x="374" y="595"/>
                    <a:pt x="367" y="591"/>
                    <a:pt x="366" y="588"/>
                  </a:cubicBezTo>
                  <a:cubicBezTo>
                    <a:pt x="355" y="552"/>
                    <a:pt x="348" y="544"/>
                    <a:pt x="350" y="538"/>
                  </a:cubicBezTo>
                  <a:cubicBezTo>
                    <a:pt x="324" y="484"/>
                    <a:pt x="321" y="468"/>
                    <a:pt x="311" y="451"/>
                  </a:cubicBezTo>
                  <a:cubicBezTo>
                    <a:pt x="301" y="423"/>
                    <a:pt x="301" y="419"/>
                    <a:pt x="300" y="415"/>
                  </a:cubicBezTo>
                  <a:cubicBezTo>
                    <a:pt x="290" y="374"/>
                    <a:pt x="287" y="369"/>
                    <a:pt x="289" y="366"/>
                  </a:cubicBezTo>
                  <a:cubicBezTo>
                    <a:pt x="286" y="345"/>
                    <a:pt x="285" y="337"/>
                    <a:pt x="285" y="330"/>
                  </a:cubicBezTo>
                  <a:cubicBezTo>
                    <a:pt x="278" y="309"/>
                    <a:pt x="280" y="316"/>
                    <a:pt x="280" y="319"/>
                  </a:cubicBezTo>
                  <a:cubicBezTo>
                    <a:pt x="279" y="330"/>
                    <a:pt x="279" y="333"/>
                    <a:pt x="279" y="334"/>
                  </a:cubicBezTo>
                  <a:cubicBezTo>
                    <a:pt x="276" y="357"/>
                    <a:pt x="284" y="362"/>
                    <a:pt x="281" y="365"/>
                  </a:cubicBezTo>
                  <a:cubicBezTo>
                    <a:pt x="287" y="400"/>
                    <a:pt x="290" y="404"/>
                    <a:pt x="290" y="407"/>
                  </a:cubicBezTo>
                  <a:cubicBezTo>
                    <a:pt x="314" y="477"/>
                    <a:pt x="313" y="479"/>
                    <a:pt x="313" y="481"/>
                  </a:cubicBezTo>
                  <a:cubicBezTo>
                    <a:pt x="324" y="507"/>
                    <a:pt x="331" y="514"/>
                    <a:pt x="329" y="519"/>
                  </a:cubicBezTo>
                  <a:cubicBezTo>
                    <a:pt x="359" y="601"/>
                    <a:pt x="365" y="601"/>
                    <a:pt x="364" y="609"/>
                  </a:cubicBezTo>
                  <a:cubicBezTo>
                    <a:pt x="371" y="640"/>
                    <a:pt x="372" y="643"/>
                    <a:pt x="374" y="646"/>
                  </a:cubicBezTo>
                  <a:cubicBezTo>
                    <a:pt x="376" y="667"/>
                    <a:pt x="377" y="669"/>
                    <a:pt x="374" y="671"/>
                  </a:cubicBezTo>
                  <a:cubicBezTo>
                    <a:pt x="375" y="687"/>
                    <a:pt x="374" y="690"/>
                    <a:pt x="375" y="692"/>
                  </a:cubicBezTo>
                  <a:cubicBezTo>
                    <a:pt x="370" y="713"/>
                    <a:pt x="369" y="717"/>
                    <a:pt x="367" y="715"/>
                  </a:cubicBezTo>
                  <a:cubicBezTo>
                    <a:pt x="363" y="675"/>
                    <a:pt x="362" y="670"/>
                    <a:pt x="363" y="666"/>
                  </a:cubicBezTo>
                  <a:cubicBezTo>
                    <a:pt x="352" y="608"/>
                    <a:pt x="345" y="610"/>
                    <a:pt x="346" y="605"/>
                  </a:cubicBezTo>
                  <a:cubicBezTo>
                    <a:pt x="334" y="572"/>
                    <a:pt x="329" y="574"/>
                    <a:pt x="329" y="568"/>
                  </a:cubicBezTo>
                  <a:cubicBezTo>
                    <a:pt x="310" y="526"/>
                    <a:pt x="303" y="521"/>
                    <a:pt x="305" y="517"/>
                  </a:cubicBezTo>
                  <a:cubicBezTo>
                    <a:pt x="290" y="492"/>
                    <a:pt x="293" y="489"/>
                    <a:pt x="289" y="484"/>
                  </a:cubicBezTo>
                  <a:cubicBezTo>
                    <a:pt x="272" y="442"/>
                    <a:pt x="272" y="433"/>
                    <a:pt x="267" y="424"/>
                  </a:cubicBezTo>
                  <a:cubicBezTo>
                    <a:pt x="263" y="382"/>
                    <a:pt x="261" y="377"/>
                    <a:pt x="262" y="373"/>
                  </a:cubicBezTo>
                  <a:cubicBezTo>
                    <a:pt x="263" y="332"/>
                    <a:pt x="259" y="327"/>
                    <a:pt x="260" y="323"/>
                  </a:cubicBezTo>
                  <a:cubicBezTo>
                    <a:pt x="255" y="324"/>
                    <a:pt x="255" y="328"/>
                    <a:pt x="258" y="332"/>
                  </a:cubicBezTo>
                  <a:cubicBezTo>
                    <a:pt x="253" y="357"/>
                    <a:pt x="255" y="358"/>
                    <a:pt x="255" y="359"/>
                  </a:cubicBezTo>
                  <a:cubicBezTo>
                    <a:pt x="256" y="372"/>
                    <a:pt x="254" y="373"/>
                    <a:pt x="255" y="376"/>
                  </a:cubicBezTo>
                  <a:cubicBezTo>
                    <a:pt x="262" y="413"/>
                    <a:pt x="257" y="421"/>
                    <a:pt x="262" y="430"/>
                  </a:cubicBezTo>
                  <a:cubicBezTo>
                    <a:pt x="271" y="463"/>
                    <a:pt x="270" y="468"/>
                    <a:pt x="276" y="474"/>
                  </a:cubicBezTo>
                  <a:cubicBezTo>
                    <a:pt x="293" y="525"/>
                    <a:pt x="305" y="537"/>
                    <a:pt x="308" y="549"/>
                  </a:cubicBezTo>
                  <a:cubicBezTo>
                    <a:pt x="326" y="593"/>
                    <a:pt x="338" y="598"/>
                    <a:pt x="333" y="600"/>
                  </a:cubicBezTo>
                  <a:cubicBezTo>
                    <a:pt x="344" y="639"/>
                    <a:pt x="350" y="643"/>
                    <a:pt x="348" y="645"/>
                  </a:cubicBezTo>
                  <a:cubicBezTo>
                    <a:pt x="360" y="675"/>
                    <a:pt x="349" y="681"/>
                    <a:pt x="356" y="679"/>
                  </a:cubicBezTo>
                  <a:cubicBezTo>
                    <a:pt x="356" y="718"/>
                    <a:pt x="357" y="722"/>
                    <a:pt x="358" y="727"/>
                  </a:cubicBezTo>
                  <a:cubicBezTo>
                    <a:pt x="355" y="728"/>
                    <a:pt x="353" y="720"/>
                    <a:pt x="355" y="712"/>
                  </a:cubicBezTo>
                  <a:cubicBezTo>
                    <a:pt x="344" y="656"/>
                    <a:pt x="337" y="650"/>
                    <a:pt x="339" y="647"/>
                  </a:cubicBezTo>
                  <a:cubicBezTo>
                    <a:pt x="327" y="614"/>
                    <a:pt x="329" y="612"/>
                    <a:pt x="327" y="609"/>
                  </a:cubicBezTo>
                  <a:cubicBezTo>
                    <a:pt x="296" y="547"/>
                    <a:pt x="292" y="535"/>
                    <a:pt x="286" y="521"/>
                  </a:cubicBezTo>
                  <a:cubicBezTo>
                    <a:pt x="264" y="475"/>
                    <a:pt x="265" y="471"/>
                    <a:pt x="260" y="465"/>
                  </a:cubicBezTo>
                  <a:cubicBezTo>
                    <a:pt x="247" y="411"/>
                    <a:pt x="246" y="405"/>
                    <a:pt x="244" y="399"/>
                  </a:cubicBezTo>
                  <a:cubicBezTo>
                    <a:pt x="237" y="392"/>
                    <a:pt x="243" y="396"/>
                    <a:pt x="240" y="399"/>
                  </a:cubicBezTo>
                  <a:cubicBezTo>
                    <a:pt x="245" y="450"/>
                    <a:pt x="252" y="456"/>
                    <a:pt x="251" y="460"/>
                  </a:cubicBezTo>
                  <a:cubicBezTo>
                    <a:pt x="278" y="524"/>
                    <a:pt x="284" y="536"/>
                    <a:pt x="288" y="548"/>
                  </a:cubicBezTo>
                  <a:cubicBezTo>
                    <a:pt x="302" y="574"/>
                    <a:pt x="305" y="577"/>
                    <a:pt x="303" y="579"/>
                  </a:cubicBezTo>
                  <a:cubicBezTo>
                    <a:pt x="316" y="612"/>
                    <a:pt x="323" y="618"/>
                    <a:pt x="323" y="624"/>
                  </a:cubicBezTo>
                  <a:cubicBezTo>
                    <a:pt x="325" y="635"/>
                    <a:pt x="328" y="634"/>
                    <a:pt x="329" y="635"/>
                  </a:cubicBezTo>
                  <a:cubicBezTo>
                    <a:pt x="329" y="647"/>
                    <a:pt x="332" y="649"/>
                    <a:pt x="330" y="651"/>
                  </a:cubicBezTo>
                  <a:cubicBezTo>
                    <a:pt x="342" y="695"/>
                    <a:pt x="341" y="702"/>
                    <a:pt x="346" y="710"/>
                  </a:cubicBezTo>
                  <a:cubicBezTo>
                    <a:pt x="344" y="729"/>
                    <a:pt x="346" y="732"/>
                    <a:pt x="343" y="730"/>
                  </a:cubicBezTo>
                  <a:cubicBezTo>
                    <a:pt x="342" y="696"/>
                    <a:pt x="336" y="691"/>
                    <a:pt x="340" y="688"/>
                  </a:cubicBezTo>
                  <a:cubicBezTo>
                    <a:pt x="322" y="644"/>
                    <a:pt x="323" y="635"/>
                    <a:pt x="319" y="625"/>
                  </a:cubicBezTo>
                  <a:cubicBezTo>
                    <a:pt x="304" y="603"/>
                    <a:pt x="309" y="596"/>
                    <a:pt x="304" y="598"/>
                  </a:cubicBezTo>
                  <a:cubicBezTo>
                    <a:pt x="283" y="562"/>
                    <a:pt x="281" y="562"/>
                    <a:pt x="280" y="557"/>
                  </a:cubicBezTo>
                  <a:cubicBezTo>
                    <a:pt x="239" y="483"/>
                    <a:pt x="234" y="468"/>
                    <a:pt x="227" y="453"/>
                  </a:cubicBezTo>
                  <a:cubicBezTo>
                    <a:pt x="222" y="406"/>
                    <a:pt x="214" y="401"/>
                    <a:pt x="217" y="399"/>
                  </a:cubicBezTo>
                  <a:cubicBezTo>
                    <a:pt x="210" y="368"/>
                    <a:pt x="206" y="371"/>
                    <a:pt x="209" y="374"/>
                  </a:cubicBezTo>
                  <a:cubicBezTo>
                    <a:pt x="211" y="412"/>
                    <a:pt x="214" y="416"/>
                    <a:pt x="212" y="419"/>
                  </a:cubicBezTo>
                  <a:cubicBezTo>
                    <a:pt x="217" y="447"/>
                    <a:pt x="220" y="451"/>
                    <a:pt x="218" y="454"/>
                  </a:cubicBezTo>
                  <a:cubicBezTo>
                    <a:pt x="237" y="486"/>
                    <a:pt x="228" y="488"/>
                    <a:pt x="233" y="492"/>
                  </a:cubicBezTo>
                  <a:cubicBezTo>
                    <a:pt x="243" y="506"/>
                    <a:pt x="241" y="507"/>
                    <a:pt x="243" y="510"/>
                  </a:cubicBezTo>
                  <a:cubicBezTo>
                    <a:pt x="273" y="563"/>
                    <a:pt x="281" y="573"/>
                    <a:pt x="290" y="592"/>
                  </a:cubicBezTo>
                  <a:cubicBezTo>
                    <a:pt x="313" y="641"/>
                    <a:pt x="320" y="646"/>
                    <a:pt x="317" y="650"/>
                  </a:cubicBezTo>
                  <a:cubicBezTo>
                    <a:pt x="324" y="674"/>
                    <a:pt x="328" y="677"/>
                    <a:pt x="326" y="679"/>
                  </a:cubicBezTo>
                  <a:cubicBezTo>
                    <a:pt x="331" y="728"/>
                    <a:pt x="335" y="734"/>
                    <a:pt x="335" y="739"/>
                  </a:cubicBezTo>
                  <a:cubicBezTo>
                    <a:pt x="329" y="772"/>
                    <a:pt x="335" y="778"/>
                    <a:pt x="329" y="782"/>
                  </a:cubicBezTo>
                  <a:cubicBezTo>
                    <a:pt x="329" y="760"/>
                    <a:pt x="324" y="756"/>
                    <a:pt x="326" y="754"/>
                  </a:cubicBezTo>
                  <a:cubicBezTo>
                    <a:pt x="316" y="694"/>
                    <a:pt x="311" y="688"/>
                    <a:pt x="312" y="684"/>
                  </a:cubicBezTo>
                  <a:cubicBezTo>
                    <a:pt x="303" y="664"/>
                    <a:pt x="300" y="660"/>
                    <a:pt x="297" y="655"/>
                  </a:cubicBezTo>
                  <a:cubicBezTo>
                    <a:pt x="277" y="614"/>
                    <a:pt x="276" y="603"/>
                    <a:pt x="266" y="592"/>
                  </a:cubicBezTo>
                  <a:cubicBezTo>
                    <a:pt x="229" y="512"/>
                    <a:pt x="224" y="509"/>
                    <a:pt x="226" y="507"/>
                  </a:cubicBezTo>
                  <a:cubicBezTo>
                    <a:pt x="219" y="487"/>
                    <a:pt x="218" y="484"/>
                    <a:pt x="215" y="481"/>
                  </a:cubicBezTo>
                  <a:cubicBezTo>
                    <a:pt x="207" y="434"/>
                    <a:pt x="204" y="427"/>
                    <a:pt x="203" y="421"/>
                  </a:cubicBezTo>
                  <a:cubicBezTo>
                    <a:pt x="200" y="407"/>
                    <a:pt x="202" y="403"/>
                    <a:pt x="198" y="400"/>
                  </a:cubicBezTo>
                  <a:cubicBezTo>
                    <a:pt x="196" y="424"/>
                    <a:pt x="202" y="423"/>
                    <a:pt x="200" y="426"/>
                  </a:cubicBezTo>
                  <a:cubicBezTo>
                    <a:pt x="204" y="466"/>
                    <a:pt x="207" y="469"/>
                    <a:pt x="205" y="471"/>
                  </a:cubicBezTo>
                  <a:cubicBezTo>
                    <a:pt x="232" y="535"/>
                    <a:pt x="234" y="550"/>
                    <a:pt x="247" y="566"/>
                  </a:cubicBezTo>
                  <a:cubicBezTo>
                    <a:pt x="301" y="688"/>
                    <a:pt x="306" y="693"/>
                    <a:pt x="305" y="698"/>
                  </a:cubicBezTo>
                  <a:cubicBezTo>
                    <a:pt x="318" y="764"/>
                    <a:pt x="321" y="768"/>
                    <a:pt x="316" y="771"/>
                  </a:cubicBezTo>
                  <a:cubicBezTo>
                    <a:pt x="320" y="797"/>
                    <a:pt x="318" y="798"/>
                    <a:pt x="320" y="800"/>
                  </a:cubicBezTo>
                  <a:cubicBezTo>
                    <a:pt x="311" y="765"/>
                    <a:pt x="308" y="755"/>
                    <a:pt x="311" y="746"/>
                  </a:cubicBezTo>
                  <a:cubicBezTo>
                    <a:pt x="292" y="699"/>
                    <a:pt x="295" y="695"/>
                    <a:pt x="291" y="689"/>
                  </a:cubicBezTo>
                  <a:cubicBezTo>
                    <a:pt x="279" y="664"/>
                    <a:pt x="281" y="659"/>
                    <a:pt x="274" y="652"/>
                  </a:cubicBezTo>
                  <a:cubicBezTo>
                    <a:pt x="272" y="634"/>
                    <a:pt x="265" y="630"/>
                    <a:pt x="264" y="627"/>
                  </a:cubicBezTo>
                  <a:cubicBezTo>
                    <a:pt x="258" y="606"/>
                    <a:pt x="250" y="601"/>
                    <a:pt x="253" y="598"/>
                  </a:cubicBezTo>
                  <a:cubicBezTo>
                    <a:pt x="219" y="535"/>
                    <a:pt x="210" y="531"/>
                    <a:pt x="213" y="526"/>
                  </a:cubicBezTo>
                  <a:cubicBezTo>
                    <a:pt x="196" y="496"/>
                    <a:pt x="200" y="495"/>
                    <a:pt x="199" y="493"/>
                  </a:cubicBezTo>
                  <a:cubicBezTo>
                    <a:pt x="188" y="444"/>
                    <a:pt x="183" y="435"/>
                    <a:pt x="184" y="427"/>
                  </a:cubicBezTo>
                  <a:cubicBezTo>
                    <a:pt x="176" y="409"/>
                    <a:pt x="175" y="415"/>
                    <a:pt x="176" y="421"/>
                  </a:cubicBezTo>
                  <a:cubicBezTo>
                    <a:pt x="180" y="443"/>
                    <a:pt x="180" y="448"/>
                    <a:pt x="180" y="452"/>
                  </a:cubicBezTo>
                  <a:cubicBezTo>
                    <a:pt x="181" y="498"/>
                    <a:pt x="184" y="526"/>
                    <a:pt x="195" y="545"/>
                  </a:cubicBezTo>
                  <a:cubicBezTo>
                    <a:pt x="206" y="572"/>
                    <a:pt x="208" y="569"/>
                    <a:pt x="211" y="577"/>
                  </a:cubicBezTo>
                  <a:cubicBezTo>
                    <a:pt x="236" y="627"/>
                    <a:pt x="240" y="630"/>
                    <a:pt x="238" y="632"/>
                  </a:cubicBezTo>
                  <a:cubicBezTo>
                    <a:pt x="260" y="671"/>
                    <a:pt x="263" y="679"/>
                    <a:pt x="270" y="687"/>
                  </a:cubicBezTo>
                  <a:cubicBezTo>
                    <a:pt x="277" y="703"/>
                    <a:pt x="278" y="705"/>
                    <a:pt x="280" y="707"/>
                  </a:cubicBezTo>
                  <a:cubicBezTo>
                    <a:pt x="284" y="736"/>
                    <a:pt x="293" y="745"/>
                    <a:pt x="290" y="751"/>
                  </a:cubicBezTo>
                  <a:cubicBezTo>
                    <a:pt x="300" y="786"/>
                    <a:pt x="298" y="788"/>
                    <a:pt x="301" y="790"/>
                  </a:cubicBezTo>
                  <a:cubicBezTo>
                    <a:pt x="285" y="760"/>
                    <a:pt x="280" y="751"/>
                    <a:pt x="281" y="743"/>
                  </a:cubicBezTo>
                  <a:cubicBezTo>
                    <a:pt x="267" y="717"/>
                    <a:pt x="263" y="712"/>
                    <a:pt x="264" y="709"/>
                  </a:cubicBezTo>
                  <a:cubicBezTo>
                    <a:pt x="248" y="682"/>
                    <a:pt x="246" y="670"/>
                    <a:pt x="242" y="658"/>
                  </a:cubicBezTo>
                  <a:cubicBezTo>
                    <a:pt x="179" y="534"/>
                    <a:pt x="172" y="518"/>
                    <a:pt x="162" y="502"/>
                  </a:cubicBezTo>
                  <a:cubicBezTo>
                    <a:pt x="145" y="444"/>
                    <a:pt x="148" y="430"/>
                    <a:pt x="143" y="415"/>
                  </a:cubicBezTo>
                  <a:cubicBezTo>
                    <a:pt x="140" y="444"/>
                    <a:pt x="143" y="452"/>
                    <a:pt x="143" y="459"/>
                  </a:cubicBezTo>
                  <a:cubicBezTo>
                    <a:pt x="153" y="499"/>
                    <a:pt x="156" y="503"/>
                    <a:pt x="155" y="507"/>
                  </a:cubicBezTo>
                  <a:cubicBezTo>
                    <a:pt x="184" y="563"/>
                    <a:pt x="185" y="565"/>
                    <a:pt x="185" y="569"/>
                  </a:cubicBezTo>
                  <a:cubicBezTo>
                    <a:pt x="202" y="603"/>
                    <a:pt x="208" y="605"/>
                    <a:pt x="207" y="612"/>
                  </a:cubicBezTo>
                  <a:cubicBezTo>
                    <a:pt x="217" y="641"/>
                    <a:pt x="230" y="639"/>
                    <a:pt x="224" y="644"/>
                  </a:cubicBezTo>
                  <a:cubicBezTo>
                    <a:pt x="287" y="796"/>
                    <a:pt x="292" y="802"/>
                    <a:pt x="291" y="807"/>
                  </a:cubicBezTo>
                  <a:cubicBezTo>
                    <a:pt x="298" y="844"/>
                    <a:pt x="299" y="847"/>
                    <a:pt x="297" y="849"/>
                  </a:cubicBezTo>
                  <a:cubicBezTo>
                    <a:pt x="295" y="844"/>
                    <a:pt x="294" y="840"/>
                    <a:pt x="292" y="836"/>
                  </a:cubicBezTo>
                  <a:cubicBezTo>
                    <a:pt x="285" y="809"/>
                    <a:pt x="281" y="804"/>
                    <a:pt x="278" y="799"/>
                  </a:cubicBezTo>
                  <a:cubicBezTo>
                    <a:pt x="255" y="746"/>
                    <a:pt x="249" y="747"/>
                    <a:pt x="250" y="741"/>
                  </a:cubicBezTo>
                  <a:cubicBezTo>
                    <a:pt x="223" y="694"/>
                    <a:pt x="225" y="692"/>
                    <a:pt x="223" y="689"/>
                  </a:cubicBezTo>
                  <a:cubicBezTo>
                    <a:pt x="216" y="674"/>
                    <a:pt x="215" y="671"/>
                    <a:pt x="212" y="667"/>
                  </a:cubicBezTo>
                  <a:cubicBezTo>
                    <a:pt x="201" y="644"/>
                    <a:pt x="195" y="640"/>
                    <a:pt x="198" y="638"/>
                  </a:cubicBezTo>
                  <a:cubicBezTo>
                    <a:pt x="149" y="549"/>
                    <a:pt x="156" y="559"/>
                    <a:pt x="157" y="567"/>
                  </a:cubicBezTo>
                  <a:cubicBezTo>
                    <a:pt x="160" y="580"/>
                    <a:pt x="164" y="583"/>
                    <a:pt x="165" y="586"/>
                  </a:cubicBezTo>
                  <a:cubicBezTo>
                    <a:pt x="177" y="613"/>
                    <a:pt x="172" y="614"/>
                    <a:pt x="179" y="618"/>
                  </a:cubicBezTo>
                  <a:cubicBezTo>
                    <a:pt x="187" y="642"/>
                    <a:pt x="191" y="644"/>
                    <a:pt x="192" y="647"/>
                  </a:cubicBezTo>
                  <a:cubicBezTo>
                    <a:pt x="208" y="677"/>
                    <a:pt x="206" y="681"/>
                    <a:pt x="209" y="680"/>
                  </a:cubicBezTo>
                  <a:cubicBezTo>
                    <a:pt x="229" y="715"/>
                    <a:pt x="236" y="735"/>
                    <a:pt x="245" y="754"/>
                  </a:cubicBezTo>
                  <a:cubicBezTo>
                    <a:pt x="265" y="789"/>
                    <a:pt x="268" y="793"/>
                    <a:pt x="268" y="796"/>
                  </a:cubicBezTo>
                  <a:cubicBezTo>
                    <a:pt x="284" y="831"/>
                    <a:pt x="281" y="834"/>
                    <a:pt x="283" y="837"/>
                  </a:cubicBezTo>
                  <a:cubicBezTo>
                    <a:pt x="287" y="855"/>
                    <a:pt x="283" y="857"/>
                    <a:pt x="287" y="859"/>
                  </a:cubicBezTo>
                  <a:cubicBezTo>
                    <a:pt x="285" y="886"/>
                    <a:pt x="282" y="878"/>
                    <a:pt x="285" y="870"/>
                  </a:cubicBezTo>
                  <a:cubicBezTo>
                    <a:pt x="268" y="821"/>
                    <a:pt x="270" y="819"/>
                    <a:pt x="268" y="816"/>
                  </a:cubicBezTo>
                  <a:cubicBezTo>
                    <a:pt x="259" y="786"/>
                    <a:pt x="252" y="782"/>
                    <a:pt x="251" y="779"/>
                  </a:cubicBezTo>
                  <a:cubicBezTo>
                    <a:pt x="234" y="751"/>
                    <a:pt x="238" y="749"/>
                    <a:pt x="234" y="745"/>
                  </a:cubicBezTo>
                  <a:cubicBezTo>
                    <a:pt x="205" y="692"/>
                    <a:pt x="202" y="688"/>
                    <a:pt x="199" y="684"/>
                  </a:cubicBezTo>
                  <a:cubicBezTo>
                    <a:pt x="177" y="630"/>
                    <a:pt x="166" y="611"/>
                    <a:pt x="158" y="593"/>
                  </a:cubicBezTo>
                  <a:cubicBezTo>
                    <a:pt x="147" y="546"/>
                    <a:pt x="142" y="548"/>
                    <a:pt x="140" y="540"/>
                  </a:cubicBezTo>
                  <a:cubicBezTo>
                    <a:pt x="140" y="522"/>
                    <a:pt x="138" y="522"/>
                    <a:pt x="136" y="521"/>
                  </a:cubicBezTo>
                  <a:cubicBezTo>
                    <a:pt x="130" y="496"/>
                    <a:pt x="129" y="493"/>
                    <a:pt x="131" y="490"/>
                  </a:cubicBezTo>
                  <a:cubicBezTo>
                    <a:pt x="122" y="493"/>
                    <a:pt x="128" y="497"/>
                    <a:pt x="125" y="499"/>
                  </a:cubicBezTo>
                  <a:cubicBezTo>
                    <a:pt x="131" y="527"/>
                    <a:pt x="132" y="536"/>
                    <a:pt x="136" y="545"/>
                  </a:cubicBezTo>
                  <a:cubicBezTo>
                    <a:pt x="139" y="569"/>
                    <a:pt x="140" y="574"/>
                    <a:pt x="139" y="580"/>
                  </a:cubicBezTo>
                  <a:cubicBezTo>
                    <a:pt x="160" y="639"/>
                    <a:pt x="161" y="642"/>
                    <a:pt x="159" y="645"/>
                  </a:cubicBezTo>
                  <a:cubicBezTo>
                    <a:pt x="169" y="668"/>
                    <a:pt x="176" y="672"/>
                    <a:pt x="172" y="674"/>
                  </a:cubicBezTo>
                  <a:cubicBezTo>
                    <a:pt x="200" y="724"/>
                    <a:pt x="201" y="738"/>
                    <a:pt x="214" y="755"/>
                  </a:cubicBezTo>
                  <a:cubicBezTo>
                    <a:pt x="236" y="805"/>
                    <a:pt x="246" y="814"/>
                    <a:pt x="247" y="821"/>
                  </a:cubicBezTo>
                  <a:cubicBezTo>
                    <a:pt x="268" y="868"/>
                    <a:pt x="261" y="870"/>
                    <a:pt x="266" y="874"/>
                  </a:cubicBezTo>
                  <a:cubicBezTo>
                    <a:pt x="224" y="800"/>
                    <a:pt x="220" y="795"/>
                    <a:pt x="217" y="789"/>
                  </a:cubicBezTo>
                  <a:cubicBezTo>
                    <a:pt x="185" y="740"/>
                    <a:pt x="190" y="733"/>
                    <a:pt x="185" y="736"/>
                  </a:cubicBezTo>
                  <a:cubicBezTo>
                    <a:pt x="171" y="702"/>
                    <a:pt x="168" y="697"/>
                    <a:pt x="166" y="693"/>
                  </a:cubicBezTo>
                  <a:cubicBezTo>
                    <a:pt x="134" y="606"/>
                    <a:pt x="125" y="601"/>
                    <a:pt x="129" y="597"/>
                  </a:cubicBezTo>
                  <a:cubicBezTo>
                    <a:pt x="119" y="542"/>
                    <a:pt x="118" y="540"/>
                    <a:pt x="116" y="538"/>
                  </a:cubicBezTo>
                  <a:cubicBezTo>
                    <a:pt x="111" y="539"/>
                    <a:pt x="113" y="558"/>
                    <a:pt x="117" y="576"/>
                  </a:cubicBezTo>
                  <a:cubicBezTo>
                    <a:pt x="141" y="650"/>
                    <a:pt x="140" y="667"/>
                    <a:pt x="151" y="685"/>
                  </a:cubicBezTo>
                  <a:cubicBezTo>
                    <a:pt x="194" y="767"/>
                    <a:pt x="201" y="774"/>
                    <a:pt x="207" y="789"/>
                  </a:cubicBezTo>
                  <a:cubicBezTo>
                    <a:pt x="228" y="836"/>
                    <a:pt x="240" y="840"/>
                    <a:pt x="235" y="842"/>
                  </a:cubicBezTo>
                  <a:cubicBezTo>
                    <a:pt x="251" y="882"/>
                    <a:pt x="258" y="889"/>
                    <a:pt x="255" y="894"/>
                  </a:cubicBezTo>
                  <a:cubicBezTo>
                    <a:pt x="228" y="846"/>
                    <a:pt x="227" y="844"/>
                    <a:pt x="225" y="842"/>
                  </a:cubicBezTo>
                  <a:cubicBezTo>
                    <a:pt x="212" y="821"/>
                    <a:pt x="210" y="822"/>
                    <a:pt x="209" y="820"/>
                  </a:cubicBezTo>
                  <a:cubicBezTo>
                    <a:pt x="166" y="769"/>
                    <a:pt x="157" y="757"/>
                    <a:pt x="144" y="743"/>
                  </a:cubicBezTo>
                  <a:cubicBezTo>
                    <a:pt x="123" y="700"/>
                    <a:pt x="116" y="696"/>
                    <a:pt x="115" y="693"/>
                  </a:cubicBezTo>
                  <a:cubicBezTo>
                    <a:pt x="107" y="669"/>
                    <a:pt x="105" y="663"/>
                    <a:pt x="101" y="657"/>
                  </a:cubicBezTo>
                  <a:cubicBezTo>
                    <a:pt x="96" y="630"/>
                    <a:pt x="93" y="623"/>
                    <a:pt x="91" y="615"/>
                  </a:cubicBezTo>
                  <a:cubicBezTo>
                    <a:pt x="87" y="604"/>
                    <a:pt x="82" y="608"/>
                    <a:pt x="85" y="614"/>
                  </a:cubicBezTo>
                  <a:cubicBezTo>
                    <a:pt x="95" y="654"/>
                    <a:pt x="92" y="660"/>
                    <a:pt x="95" y="666"/>
                  </a:cubicBezTo>
                  <a:cubicBezTo>
                    <a:pt x="154" y="770"/>
                    <a:pt x="155" y="771"/>
                    <a:pt x="161" y="778"/>
                  </a:cubicBezTo>
                  <a:cubicBezTo>
                    <a:pt x="204" y="829"/>
                    <a:pt x="208" y="830"/>
                    <a:pt x="211" y="836"/>
                  </a:cubicBezTo>
                  <a:cubicBezTo>
                    <a:pt x="249" y="919"/>
                    <a:pt x="255" y="928"/>
                    <a:pt x="253" y="935"/>
                  </a:cubicBezTo>
                  <a:cubicBezTo>
                    <a:pt x="253" y="956"/>
                    <a:pt x="256" y="954"/>
                    <a:pt x="252" y="951"/>
                  </a:cubicBezTo>
                  <a:cubicBezTo>
                    <a:pt x="255" y="941"/>
                    <a:pt x="249" y="937"/>
                    <a:pt x="247" y="934"/>
                  </a:cubicBezTo>
                  <a:cubicBezTo>
                    <a:pt x="223" y="877"/>
                    <a:pt x="219" y="872"/>
                    <a:pt x="216" y="866"/>
                  </a:cubicBezTo>
                  <a:cubicBezTo>
                    <a:pt x="166" y="796"/>
                    <a:pt x="160" y="792"/>
                    <a:pt x="155" y="782"/>
                  </a:cubicBezTo>
                  <a:cubicBezTo>
                    <a:pt x="107" y="716"/>
                    <a:pt x="103" y="719"/>
                    <a:pt x="103" y="714"/>
                  </a:cubicBezTo>
                  <a:cubicBezTo>
                    <a:pt x="85" y="675"/>
                    <a:pt x="83" y="673"/>
                    <a:pt x="82" y="671"/>
                  </a:cubicBezTo>
                  <a:cubicBezTo>
                    <a:pt x="79" y="658"/>
                    <a:pt x="74" y="655"/>
                    <a:pt x="76" y="653"/>
                  </a:cubicBezTo>
                  <a:cubicBezTo>
                    <a:pt x="72" y="651"/>
                    <a:pt x="73" y="653"/>
                    <a:pt x="70" y="654"/>
                  </a:cubicBezTo>
                  <a:cubicBezTo>
                    <a:pt x="78" y="674"/>
                    <a:pt x="75" y="677"/>
                    <a:pt x="80" y="682"/>
                  </a:cubicBezTo>
                  <a:cubicBezTo>
                    <a:pt x="93" y="713"/>
                    <a:pt x="99" y="721"/>
                    <a:pt x="102" y="730"/>
                  </a:cubicBezTo>
                  <a:cubicBezTo>
                    <a:pt x="168" y="818"/>
                    <a:pt x="173" y="816"/>
                    <a:pt x="176" y="821"/>
                  </a:cubicBezTo>
                  <a:cubicBezTo>
                    <a:pt x="206" y="868"/>
                    <a:pt x="208" y="871"/>
                    <a:pt x="210" y="875"/>
                  </a:cubicBezTo>
                  <a:cubicBezTo>
                    <a:pt x="237" y="926"/>
                    <a:pt x="238" y="934"/>
                    <a:pt x="240" y="942"/>
                  </a:cubicBezTo>
                  <a:cubicBezTo>
                    <a:pt x="254" y="974"/>
                    <a:pt x="251" y="976"/>
                    <a:pt x="252" y="978"/>
                  </a:cubicBezTo>
                  <a:cubicBezTo>
                    <a:pt x="244" y="978"/>
                    <a:pt x="245" y="972"/>
                    <a:pt x="245" y="965"/>
                  </a:cubicBezTo>
                  <a:cubicBezTo>
                    <a:pt x="220" y="909"/>
                    <a:pt x="215" y="897"/>
                    <a:pt x="207" y="885"/>
                  </a:cubicBezTo>
                  <a:cubicBezTo>
                    <a:pt x="195" y="866"/>
                    <a:pt x="195" y="864"/>
                    <a:pt x="193" y="865"/>
                  </a:cubicBezTo>
                  <a:cubicBezTo>
                    <a:pt x="179" y="855"/>
                    <a:pt x="185" y="844"/>
                    <a:pt x="180" y="848"/>
                  </a:cubicBezTo>
                  <a:cubicBezTo>
                    <a:pt x="148" y="807"/>
                    <a:pt x="140" y="795"/>
                    <a:pt x="131" y="783"/>
                  </a:cubicBezTo>
                  <a:cubicBezTo>
                    <a:pt x="118" y="762"/>
                    <a:pt x="110" y="755"/>
                    <a:pt x="106" y="749"/>
                  </a:cubicBezTo>
                  <a:cubicBezTo>
                    <a:pt x="80" y="696"/>
                    <a:pt x="80" y="694"/>
                    <a:pt x="80" y="692"/>
                  </a:cubicBezTo>
                  <a:cubicBezTo>
                    <a:pt x="71" y="664"/>
                    <a:pt x="69" y="658"/>
                    <a:pt x="65" y="661"/>
                  </a:cubicBezTo>
                  <a:cubicBezTo>
                    <a:pt x="71" y="688"/>
                    <a:pt x="73" y="693"/>
                    <a:pt x="76" y="697"/>
                  </a:cubicBezTo>
                  <a:cubicBezTo>
                    <a:pt x="113" y="772"/>
                    <a:pt x="120" y="781"/>
                    <a:pt x="125" y="789"/>
                  </a:cubicBezTo>
                  <a:cubicBezTo>
                    <a:pt x="135" y="803"/>
                    <a:pt x="136" y="809"/>
                    <a:pt x="140" y="813"/>
                  </a:cubicBezTo>
                  <a:cubicBezTo>
                    <a:pt x="178" y="859"/>
                    <a:pt x="181" y="858"/>
                    <a:pt x="179" y="860"/>
                  </a:cubicBezTo>
                  <a:cubicBezTo>
                    <a:pt x="193" y="881"/>
                    <a:pt x="195" y="882"/>
                    <a:pt x="198" y="889"/>
                  </a:cubicBezTo>
                  <a:cubicBezTo>
                    <a:pt x="227" y="944"/>
                    <a:pt x="231" y="952"/>
                    <a:pt x="235" y="961"/>
                  </a:cubicBezTo>
                  <a:cubicBezTo>
                    <a:pt x="244" y="999"/>
                    <a:pt x="243" y="1002"/>
                    <a:pt x="242" y="1005"/>
                  </a:cubicBezTo>
                  <a:cubicBezTo>
                    <a:pt x="238" y="996"/>
                    <a:pt x="233" y="991"/>
                    <a:pt x="234" y="988"/>
                  </a:cubicBezTo>
                  <a:cubicBezTo>
                    <a:pt x="225" y="962"/>
                    <a:pt x="224" y="959"/>
                    <a:pt x="222" y="957"/>
                  </a:cubicBezTo>
                  <a:cubicBezTo>
                    <a:pt x="210" y="930"/>
                    <a:pt x="207" y="921"/>
                    <a:pt x="204" y="912"/>
                  </a:cubicBezTo>
                  <a:cubicBezTo>
                    <a:pt x="190" y="898"/>
                    <a:pt x="190" y="892"/>
                    <a:pt x="189" y="891"/>
                  </a:cubicBezTo>
                  <a:cubicBezTo>
                    <a:pt x="171" y="869"/>
                    <a:pt x="172" y="868"/>
                    <a:pt x="171" y="866"/>
                  </a:cubicBezTo>
                  <a:cubicBezTo>
                    <a:pt x="166" y="860"/>
                    <a:pt x="165" y="861"/>
                    <a:pt x="164" y="859"/>
                  </a:cubicBezTo>
                  <a:cubicBezTo>
                    <a:pt x="156" y="850"/>
                    <a:pt x="152" y="845"/>
                    <a:pt x="148" y="841"/>
                  </a:cubicBezTo>
                  <a:cubicBezTo>
                    <a:pt x="65" y="711"/>
                    <a:pt x="53" y="694"/>
                    <a:pt x="50" y="678"/>
                  </a:cubicBezTo>
                  <a:cubicBezTo>
                    <a:pt x="50" y="701"/>
                    <a:pt x="55" y="704"/>
                    <a:pt x="53" y="706"/>
                  </a:cubicBezTo>
                  <a:cubicBezTo>
                    <a:pt x="169" y="875"/>
                    <a:pt x="172" y="884"/>
                    <a:pt x="197" y="919"/>
                  </a:cubicBezTo>
                  <a:cubicBezTo>
                    <a:pt x="218" y="976"/>
                    <a:pt x="221" y="979"/>
                    <a:pt x="224" y="983"/>
                  </a:cubicBezTo>
                  <a:cubicBezTo>
                    <a:pt x="228" y="1009"/>
                    <a:pt x="232" y="1014"/>
                    <a:pt x="228" y="1017"/>
                  </a:cubicBezTo>
                  <a:cubicBezTo>
                    <a:pt x="224" y="1004"/>
                    <a:pt x="219" y="996"/>
                    <a:pt x="221" y="990"/>
                  </a:cubicBezTo>
                  <a:cubicBezTo>
                    <a:pt x="201" y="949"/>
                    <a:pt x="198" y="938"/>
                    <a:pt x="196" y="934"/>
                  </a:cubicBezTo>
                  <a:cubicBezTo>
                    <a:pt x="166" y="892"/>
                    <a:pt x="165" y="887"/>
                    <a:pt x="163" y="885"/>
                  </a:cubicBezTo>
                  <a:cubicBezTo>
                    <a:pt x="129" y="843"/>
                    <a:pt x="120" y="840"/>
                    <a:pt x="115" y="826"/>
                  </a:cubicBezTo>
                  <a:cubicBezTo>
                    <a:pt x="95" y="810"/>
                    <a:pt x="100" y="803"/>
                    <a:pt x="95" y="801"/>
                  </a:cubicBezTo>
                  <a:cubicBezTo>
                    <a:pt x="58" y="746"/>
                    <a:pt x="61" y="750"/>
                    <a:pt x="63" y="753"/>
                  </a:cubicBezTo>
                  <a:cubicBezTo>
                    <a:pt x="73" y="778"/>
                    <a:pt x="76" y="782"/>
                    <a:pt x="79" y="786"/>
                  </a:cubicBezTo>
                  <a:cubicBezTo>
                    <a:pt x="96" y="817"/>
                    <a:pt x="95" y="817"/>
                    <a:pt x="101" y="826"/>
                  </a:cubicBezTo>
                  <a:cubicBezTo>
                    <a:pt x="112" y="844"/>
                    <a:pt x="119" y="843"/>
                    <a:pt x="118" y="851"/>
                  </a:cubicBezTo>
                  <a:cubicBezTo>
                    <a:pt x="187" y="941"/>
                    <a:pt x="193" y="948"/>
                    <a:pt x="198" y="955"/>
                  </a:cubicBezTo>
                  <a:cubicBezTo>
                    <a:pt x="206" y="972"/>
                    <a:pt x="204" y="974"/>
                    <a:pt x="206" y="976"/>
                  </a:cubicBezTo>
                  <a:cubicBezTo>
                    <a:pt x="210" y="996"/>
                    <a:pt x="210" y="999"/>
                    <a:pt x="212" y="1001"/>
                  </a:cubicBezTo>
                  <a:cubicBezTo>
                    <a:pt x="219" y="1030"/>
                    <a:pt x="221" y="1035"/>
                    <a:pt x="219" y="1038"/>
                  </a:cubicBezTo>
                  <a:cubicBezTo>
                    <a:pt x="213" y="1023"/>
                    <a:pt x="208" y="1019"/>
                    <a:pt x="207" y="1015"/>
                  </a:cubicBezTo>
                  <a:cubicBezTo>
                    <a:pt x="176" y="958"/>
                    <a:pt x="173" y="948"/>
                    <a:pt x="164" y="941"/>
                  </a:cubicBezTo>
                  <a:cubicBezTo>
                    <a:pt x="138" y="898"/>
                    <a:pt x="141" y="893"/>
                    <a:pt x="136" y="892"/>
                  </a:cubicBezTo>
                  <a:cubicBezTo>
                    <a:pt x="80" y="806"/>
                    <a:pt x="75" y="794"/>
                    <a:pt x="68" y="781"/>
                  </a:cubicBezTo>
                  <a:cubicBezTo>
                    <a:pt x="55" y="735"/>
                    <a:pt x="49" y="731"/>
                    <a:pt x="52" y="729"/>
                  </a:cubicBezTo>
                  <a:cubicBezTo>
                    <a:pt x="46" y="719"/>
                    <a:pt x="43" y="724"/>
                    <a:pt x="46" y="731"/>
                  </a:cubicBezTo>
                  <a:cubicBezTo>
                    <a:pt x="61" y="773"/>
                    <a:pt x="58" y="778"/>
                    <a:pt x="63" y="785"/>
                  </a:cubicBezTo>
                  <a:cubicBezTo>
                    <a:pt x="108" y="861"/>
                    <a:pt x="106" y="867"/>
                    <a:pt x="113" y="874"/>
                  </a:cubicBezTo>
                  <a:cubicBezTo>
                    <a:pt x="153" y="937"/>
                    <a:pt x="160" y="950"/>
                    <a:pt x="170" y="963"/>
                  </a:cubicBezTo>
                  <a:cubicBezTo>
                    <a:pt x="201" y="1018"/>
                    <a:pt x="197" y="1023"/>
                    <a:pt x="203" y="1030"/>
                  </a:cubicBezTo>
                  <a:cubicBezTo>
                    <a:pt x="212" y="1054"/>
                    <a:pt x="211" y="1060"/>
                    <a:pt x="215" y="1066"/>
                  </a:cubicBezTo>
                  <a:cubicBezTo>
                    <a:pt x="213" y="1076"/>
                    <a:pt x="211" y="1072"/>
                    <a:pt x="209" y="1068"/>
                  </a:cubicBezTo>
                  <a:cubicBezTo>
                    <a:pt x="192" y="1018"/>
                    <a:pt x="185" y="1004"/>
                    <a:pt x="179" y="986"/>
                  </a:cubicBezTo>
                  <a:cubicBezTo>
                    <a:pt x="167" y="965"/>
                    <a:pt x="163" y="959"/>
                    <a:pt x="162" y="959"/>
                  </a:cubicBezTo>
                  <a:cubicBezTo>
                    <a:pt x="150" y="943"/>
                    <a:pt x="146" y="939"/>
                    <a:pt x="143" y="936"/>
                  </a:cubicBezTo>
                  <a:cubicBezTo>
                    <a:pt x="94" y="874"/>
                    <a:pt x="79" y="852"/>
                    <a:pt x="64" y="833"/>
                  </a:cubicBezTo>
                  <a:cubicBezTo>
                    <a:pt x="39" y="757"/>
                    <a:pt x="29" y="752"/>
                    <a:pt x="35" y="749"/>
                  </a:cubicBezTo>
                  <a:cubicBezTo>
                    <a:pt x="29" y="755"/>
                    <a:pt x="31" y="759"/>
                    <a:pt x="33" y="763"/>
                  </a:cubicBezTo>
                  <a:cubicBezTo>
                    <a:pt x="44" y="793"/>
                    <a:pt x="39" y="799"/>
                    <a:pt x="45" y="807"/>
                  </a:cubicBezTo>
                  <a:cubicBezTo>
                    <a:pt x="89" y="874"/>
                    <a:pt x="113" y="915"/>
                    <a:pt x="129" y="931"/>
                  </a:cubicBezTo>
                  <a:cubicBezTo>
                    <a:pt x="153" y="967"/>
                    <a:pt x="164" y="977"/>
                    <a:pt x="170" y="987"/>
                  </a:cubicBezTo>
                  <a:cubicBezTo>
                    <a:pt x="186" y="1036"/>
                    <a:pt x="176" y="1025"/>
                    <a:pt x="171" y="1012"/>
                  </a:cubicBezTo>
                  <a:cubicBezTo>
                    <a:pt x="150" y="985"/>
                    <a:pt x="142" y="980"/>
                    <a:pt x="145" y="976"/>
                  </a:cubicBezTo>
                  <a:cubicBezTo>
                    <a:pt x="89" y="910"/>
                    <a:pt x="75" y="887"/>
                    <a:pt x="51" y="850"/>
                  </a:cubicBezTo>
                  <a:cubicBezTo>
                    <a:pt x="32" y="802"/>
                    <a:pt x="32" y="799"/>
                    <a:pt x="33" y="797"/>
                  </a:cubicBezTo>
                  <a:cubicBezTo>
                    <a:pt x="29" y="798"/>
                    <a:pt x="29" y="800"/>
                    <a:pt x="29" y="802"/>
                  </a:cubicBezTo>
                  <a:cubicBezTo>
                    <a:pt x="34" y="829"/>
                    <a:pt x="41" y="834"/>
                    <a:pt x="38" y="838"/>
                  </a:cubicBezTo>
                  <a:cubicBezTo>
                    <a:pt x="56" y="874"/>
                    <a:pt x="56" y="876"/>
                    <a:pt x="56" y="876"/>
                  </a:cubicBezTo>
                  <a:cubicBezTo>
                    <a:pt x="77" y="905"/>
                    <a:pt x="93" y="930"/>
                    <a:pt x="103" y="938"/>
                  </a:cubicBezTo>
                  <a:cubicBezTo>
                    <a:pt x="143" y="990"/>
                    <a:pt x="145" y="993"/>
                    <a:pt x="147" y="997"/>
                  </a:cubicBezTo>
                  <a:cubicBezTo>
                    <a:pt x="170" y="1023"/>
                    <a:pt x="170" y="1030"/>
                    <a:pt x="170" y="1032"/>
                  </a:cubicBezTo>
                  <a:cubicBezTo>
                    <a:pt x="192" y="1072"/>
                    <a:pt x="200" y="1081"/>
                    <a:pt x="202" y="1090"/>
                  </a:cubicBezTo>
                  <a:cubicBezTo>
                    <a:pt x="202" y="1098"/>
                    <a:pt x="196" y="1094"/>
                    <a:pt x="199" y="1092"/>
                  </a:cubicBezTo>
                  <a:cubicBezTo>
                    <a:pt x="171" y="1039"/>
                    <a:pt x="164" y="1029"/>
                    <a:pt x="160" y="1024"/>
                  </a:cubicBezTo>
                  <a:cubicBezTo>
                    <a:pt x="153" y="1014"/>
                    <a:pt x="150" y="1010"/>
                    <a:pt x="146" y="1005"/>
                  </a:cubicBezTo>
                  <a:cubicBezTo>
                    <a:pt x="40" y="864"/>
                    <a:pt x="36" y="858"/>
                    <a:pt x="31" y="852"/>
                  </a:cubicBezTo>
                  <a:cubicBezTo>
                    <a:pt x="22" y="845"/>
                    <a:pt x="25" y="854"/>
                    <a:pt x="29" y="863"/>
                  </a:cubicBezTo>
                  <a:cubicBezTo>
                    <a:pt x="50" y="911"/>
                    <a:pt x="48" y="916"/>
                    <a:pt x="54" y="922"/>
                  </a:cubicBezTo>
                  <a:cubicBezTo>
                    <a:pt x="84" y="967"/>
                    <a:pt x="81" y="972"/>
                    <a:pt x="86" y="972"/>
                  </a:cubicBezTo>
                  <a:cubicBezTo>
                    <a:pt x="97" y="985"/>
                    <a:pt x="95" y="988"/>
                    <a:pt x="95" y="988"/>
                  </a:cubicBezTo>
                  <a:cubicBezTo>
                    <a:pt x="134" y="1039"/>
                    <a:pt x="133" y="1041"/>
                    <a:pt x="134" y="1043"/>
                  </a:cubicBezTo>
                  <a:cubicBezTo>
                    <a:pt x="154" y="1066"/>
                    <a:pt x="152" y="1068"/>
                    <a:pt x="153" y="1069"/>
                  </a:cubicBezTo>
                  <a:cubicBezTo>
                    <a:pt x="163" y="1084"/>
                    <a:pt x="168" y="1094"/>
                    <a:pt x="176" y="1104"/>
                  </a:cubicBezTo>
                  <a:cubicBezTo>
                    <a:pt x="193" y="1150"/>
                    <a:pt x="191" y="1152"/>
                    <a:pt x="193" y="1155"/>
                  </a:cubicBezTo>
                  <a:cubicBezTo>
                    <a:pt x="174" y="1126"/>
                    <a:pt x="178" y="1120"/>
                    <a:pt x="173" y="1121"/>
                  </a:cubicBezTo>
                  <a:cubicBezTo>
                    <a:pt x="150" y="1085"/>
                    <a:pt x="146" y="1076"/>
                    <a:pt x="137" y="1068"/>
                  </a:cubicBezTo>
                  <a:cubicBezTo>
                    <a:pt x="122" y="1043"/>
                    <a:pt x="118" y="1038"/>
                    <a:pt x="116" y="1034"/>
                  </a:cubicBezTo>
                  <a:cubicBezTo>
                    <a:pt x="107" y="1023"/>
                    <a:pt x="105" y="1016"/>
                    <a:pt x="100" y="1009"/>
                  </a:cubicBezTo>
                  <a:cubicBezTo>
                    <a:pt x="90" y="998"/>
                    <a:pt x="92" y="997"/>
                    <a:pt x="89" y="997"/>
                  </a:cubicBezTo>
                  <a:cubicBezTo>
                    <a:pt x="85" y="986"/>
                    <a:pt x="82" y="987"/>
                    <a:pt x="82" y="987"/>
                  </a:cubicBezTo>
                  <a:cubicBezTo>
                    <a:pt x="53" y="952"/>
                    <a:pt x="52" y="942"/>
                    <a:pt x="49" y="942"/>
                  </a:cubicBezTo>
                  <a:cubicBezTo>
                    <a:pt x="31" y="899"/>
                    <a:pt x="22" y="894"/>
                    <a:pt x="26" y="890"/>
                  </a:cubicBezTo>
                  <a:cubicBezTo>
                    <a:pt x="40" y="944"/>
                    <a:pt x="46" y="951"/>
                    <a:pt x="50" y="957"/>
                  </a:cubicBezTo>
                  <a:cubicBezTo>
                    <a:pt x="55" y="964"/>
                    <a:pt x="54" y="966"/>
                    <a:pt x="55" y="967"/>
                  </a:cubicBezTo>
                  <a:cubicBezTo>
                    <a:pt x="62" y="976"/>
                    <a:pt x="63" y="974"/>
                    <a:pt x="64" y="976"/>
                  </a:cubicBezTo>
                  <a:cubicBezTo>
                    <a:pt x="71" y="991"/>
                    <a:pt x="75" y="992"/>
                    <a:pt x="75" y="992"/>
                  </a:cubicBezTo>
                  <a:cubicBezTo>
                    <a:pt x="87" y="1006"/>
                    <a:pt x="91" y="1013"/>
                    <a:pt x="94" y="1018"/>
                  </a:cubicBezTo>
                  <a:cubicBezTo>
                    <a:pt x="102" y="1029"/>
                    <a:pt x="101" y="1031"/>
                    <a:pt x="102" y="1032"/>
                  </a:cubicBezTo>
                  <a:cubicBezTo>
                    <a:pt x="136" y="1079"/>
                    <a:pt x="145" y="1091"/>
                    <a:pt x="153" y="1103"/>
                  </a:cubicBezTo>
                  <a:cubicBezTo>
                    <a:pt x="187" y="1163"/>
                    <a:pt x="182" y="1168"/>
                    <a:pt x="186" y="1173"/>
                  </a:cubicBezTo>
                  <a:cubicBezTo>
                    <a:pt x="178" y="1170"/>
                    <a:pt x="174" y="1167"/>
                    <a:pt x="173" y="1165"/>
                  </a:cubicBezTo>
                  <a:cubicBezTo>
                    <a:pt x="155" y="1142"/>
                    <a:pt x="146" y="1120"/>
                    <a:pt x="135" y="1111"/>
                  </a:cubicBezTo>
                  <a:cubicBezTo>
                    <a:pt x="110" y="1078"/>
                    <a:pt x="102" y="1080"/>
                    <a:pt x="106" y="1076"/>
                  </a:cubicBezTo>
                  <a:cubicBezTo>
                    <a:pt x="83" y="1057"/>
                    <a:pt x="75" y="1040"/>
                    <a:pt x="65" y="1032"/>
                  </a:cubicBezTo>
                  <a:cubicBezTo>
                    <a:pt x="32" y="978"/>
                    <a:pt x="31" y="976"/>
                    <a:pt x="24" y="965"/>
                  </a:cubicBezTo>
                  <a:cubicBezTo>
                    <a:pt x="9" y="949"/>
                    <a:pt x="15" y="952"/>
                    <a:pt x="15" y="957"/>
                  </a:cubicBezTo>
                  <a:cubicBezTo>
                    <a:pt x="47" y="1023"/>
                    <a:pt x="52" y="1028"/>
                    <a:pt x="57" y="1035"/>
                  </a:cubicBezTo>
                  <a:cubicBezTo>
                    <a:pt x="102" y="1083"/>
                    <a:pt x="107" y="1092"/>
                    <a:pt x="113" y="1095"/>
                  </a:cubicBezTo>
                  <a:cubicBezTo>
                    <a:pt x="149" y="1143"/>
                    <a:pt x="150" y="1151"/>
                    <a:pt x="154" y="1149"/>
                  </a:cubicBezTo>
                  <a:cubicBezTo>
                    <a:pt x="174" y="1202"/>
                    <a:pt x="185" y="1210"/>
                    <a:pt x="182" y="1215"/>
                  </a:cubicBezTo>
                  <a:cubicBezTo>
                    <a:pt x="168" y="1179"/>
                    <a:pt x="159" y="1180"/>
                    <a:pt x="162" y="1177"/>
                  </a:cubicBezTo>
                  <a:cubicBezTo>
                    <a:pt x="140" y="1153"/>
                    <a:pt x="142" y="1142"/>
                    <a:pt x="135" y="1136"/>
                  </a:cubicBezTo>
                  <a:cubicBezTo>
                    <a:pt x="98" y="1090"/>
                    <a:pt x="95" y="1086"/>
                    <a:pt x="92" y="1086"/>
                  </a:cubicBezTo>
                  <a:cubicBezTo>
                    <a:pt x="82" y="1073"/>
                    <a:pt x="82" y="1071"/>
                    <a:pt x="82" y="1069"/>
                  </a:cubicBezTo>
                  <a:cubicBezTo>
                    <a:pt x="44" y="1034"/>
                    <a:pt x="41" y="1030"/>
                    <a:pt x="39" y="1026"/>
                  </a:cubicBezTo>
                  <a:cubicBezTo>
                    <a:pt x="13" y="992"/>
                    <a:pt x="16" y="996"/>
                    <a:pt x="17" y="1000"/>
                  </a:cubicBezTo>
                  <a:cubicBezTo>
                    <a:pt x="48" y="1041"/>
                    <a:pt x="46" y="1053"/>
                    <a:pt x="55" y="1056"/>
                  </a:cubicBezTo>
                  <a:cubicBezTo>
                    <a:pt x="80" y="1083"/>
                    <a:pt x="81" y="1085"/>
                    <a:pt x="83" y="1087"/>
                  </a:cubicBezTo>
                  <a:cubicBezTo>
                    <a:pt x="89" y="1101"/>
                    <a:pt x="103" y="1099"/>
                    <a:pt x="97" y="1104"/>
                  </a:cubicBezTo>
                  <a:cubicBezTo>
                    <a:pt x="125" y="1140"/>
                    <a:pt x="131" y="1145"/>
                    <a:pt x="130" y="1149"/>
                  </a:cubicBezTo>
                  <a:cubicBezTo>
                    <a:pt x="93" y="1107"/>
                    <a:pt x="89" y="1106"/>
                    <a:pt x="86" y="1102"/>
                  </a:cubicBezTo>
                  <a:cubicBezTo>
                    <a:pt x="63" y="1079"/>
                    <a:pt x="59" y="1075"/>
                    <a:pt x="55" y="1073"/>
                  </a:cubicBezTo>
                  <a:cubicBezTo>
                    <a:pt x="0" y="1009"/>
                    <a:pt x="9" y="1016"/>
                    <a:pt x="8" y="1021"/>
                  </a:cubicBezTo>
                  <a:cubicBezTo>
                    <a:pt x="27" y="1050"/>
                    <a:pt x="29" y="1050"/>
                    <a:pt x="30" y="1052"/>
                  </a:cubicBezTo>
                  <a:cubicBezTo>
                    <a:pt x="33" y="1062"/>
                    <a:pt x="38" y="1060"/>
                    <a:pt x="41" y="1066"/>
                  </a:cubicBezTo>
                  <a:cubicBezTo>
                    <a:pt x="86" y="1110"/>
                    <a:pt x="90" y="1120"/>
                    <a:pt x="96" y="1122"/>
                  </a:cubicBezTo>
                  <a:cubicBezTo>
                    <a:pt x="118" y="1149"/>
                    <a:pt x="127" y="1163"/>
                    <a:pt x="137" y="1176"/>
                  </a:cubicBezTo>
                  <a:cubicBezTo>
                    <a:pt x="148" y="1204"/>
                    <a:pt x="162" y="1211"/>
                    <a:pt x="158" y="1215"/>
                  </a:cubicBezTo>
                  <a:cubicBezTo>
                    <a:pt x="165" y="1240"/>
                    <a:pt x="164" y="1234"/>
                    <a:pt x="163" y="1229"/>
                  </a:cubicBezTo>
                  <a:cubicBezTo>
                    <a:pt x="151" y="1205"/>
                    <a:pt x="144" y="1201"/>
                    <a:pt x="143" y="1199"/>
                  </a:cubicBezTo>
                  <a:cubicBezTo>
                    <a:pt x="118" y="1171"/>
                    <a:pt x="122" y="1166"/>
                    <a:pt x="116" y="1164"/>
                  </a:cubicBezTo>
                  <a:cubicBezTo>
                    <a:pt x="82" y="1123"/>
                    <a:pt x="68" y="1114"/>
                    <a:pt x="60" y="1107"/>
                  </a:cubicBezTo>
                  <a:cubicBezTo>
                    <a:pt x="19" y="1050"/>
                    <a:pt x="22" y="1042"/>
                    <a:pt x="13" y="1042"/>
                  </a:cubicBezTo>
                  <a:cubicBezTo>
                    <a:pt x="62" y="1117"/>
                    <a:pt x="74" y="1136"/>
                    <a:pt x="95" y="1152"/>
                  </a:cubicBezTo>
                  <a:cubicBezTo>
                    <a:pt x="135" y="1204"/>
                    <a:pt x="140" y="1211"/>
                    <a:pt x="145" y="1217"/>
                  </a:cubicBezTo>
                  <a:cubicBezTo>
                    <a:pt x="170" y="1269"/>
                    <a:pt x="166" y="1271"/>
                    <a:pt x="171" y="1274"/>
                  </a:cubicBezTo>
                  <a:cubicBezTo>
                    <a:pt x="178" y="1302"/>
                    <a:pt x="178" y="1304"/>
                    <a:pt x="177" y="1307"/>
                  </a:cubicBezTo>
                  <a:cubicBezTo>
                    <a:pt x="169" y="1297"/>
                    <a:pt x="173" y="1295"/>
                    <a:pt x="168" y="1291"/>
                  </a:cubicBezTo>
                  <a:cubicBezTo>
                    <a:pt x="133" y="1236"/>
                    <a:pt x="128" y="1228"/>
                    <a:pt x="116" y="1208"/>
                  </a:cubicBezTo>
                  <a:cubicBezTo>
                    <a:pt x="41" y="1115"/>
                    <a:pt x="40" y="1112"/>
                    <a:pt x="37" y="1109"/>
                  </a:cubicBezTo>
                  <a:cubicBezTo>
                    <a:pt x="25" y="1086"/>
                    <a:pt x="30" y="1079"/>
                    <a:pt x="24" y="1081"/>
                  </a:cubicBezTo>
                  <a:cubicBezTo>
                    <a:pt x="59" y="1159"/>
                    <a:pt x="64" y="1161"/>
                    <a:pt x="69" y="1166"/>
                  </a:cubicBezTo>
                  <a:cubicBezTo>
                    <a:pt x="116" y="1220"/>
                    <a:pt x="123" y="1241"/>
                    <a:pt x="133" y="1245"/>
                  </a:cubicBezTo>
                  <a:cubicBezTo>
                    <a:pt x="146" y="1275"/>
                    <a:pt x="149" y="1274"/>
                    <a:pt x="153" y="1283"/>
                  </a:cubicBezTo>
                  <a:cubicBezTo>
                    <a:pt x="167" y="1322"/>
                    <a:pt x="173" y="1328"/>
                    <a:pt x="172" y="1333"/>
                  </a:cubicBezTo>
                  <a:cubicBezTo>
                    <a:pt x="172" y="1344"/>
                    <a:pt x="171" y="1342"/>
                    <a:pt x="167" y="1341"/>
                  </a:cubicBezTo>
                  <a:cubicBezTo>
                    <a:pt x="163" y="1322"/>
                    <a:pt x="155" y="1318"/>
                    <a:pt x="159" y="1315"/>
                  </a:cubicBezTo>
                  <a:cubicBezTo>
                    <a:pt x="128" y="1261"/>
                    <a:pt x="129" y="1259"/>
                    <a:pt x="117" y="1247"/>
                  </a:cubicBezTo>
                  <a:cubicBezTo>
                    <a:pt x="67" y="1189"/>
                    <a:pt x="67" y="1186"/>
                    <a:pt x="62" y="1181"/>
                  </a:cubicBezTo>
                  <a:cubicBezTo>
                    <a:pt x="50" y="1165"/>
                    <a:pt x="47" y="1166"/>
                    <a:pt x="49" y="1163"/>
                  </a:cubicBezTo>
                  <a:cubicBezTo>
                    <a:pt x="12" y="1111"/>
                    <a:pt x="15" y="1107"/>
                    <a:pt x="9" y="1101"/>
                  </a:cubicBezTo>
                  <a:cubicBezTo>
                    <a:pt x="13" y="1122"/>
                    <a:pt x="19" y="1126"/>
                    <a:pt x="16" y="1128"/>
                  </a:cubicBezTo>
                  <a:cubicBezTo>
                    <a:pt x="47" y="1180"/>
                    <a:pt x="52" y="1178"/>
                    <a:pt x="54" y="1184"/>
                  </a:cubicBezTo>
                  <a:cubicBezTo>
                    <a:pt x="108" y="1249"/>
                    <a:pt x="110" y="1258"/>
                    <a:pt x="114" y="1257"/>
                  </a:cubicBezTo>
                  <a:cubicBezTo>
                    <a:pt x="108" y="1251"/>
                    <a:pt x="101" y="1249"/>
                    <a:pt x="97" y="1247"/>
                  </a:cubicBezTo>
                  <a:cubicBezTo>
                    <a:pt x="70" y="1217"/>
                    <a:pt x="67" y="1206"/>
                    <a:pt x="63" y="1203"/>
                  </a:cubicBezTo>
                  <a:cubicBezTo>
                    <a:pt x="43" y="1184"/>
                    <a:pt x="42" y="1180"/>
                    <a:pt x="40" y="1177"/>
                  </a:cubicBezTo>
                  <a:cubicBezTo>
                    <a:pt x="2" y="1139"/>
                    <a:pt x="9" y="1144"/>
                    <a:pt x="8" y="1147"/>
                  </a:cubicBezTo>
                  <a:cubicBezTo>
                    <a:pt x="31" y="1180"/>
                    <a:pt x="28" y="1183"/>
                    <a:pt x="34" y="1187"/>
                  </a:cubicBezTo>
                  <a:cubicBezTo>
                    <a:pt x="104" y="1266"/>
                    <a:pt x="106" y="1270"/>
                    <a:pt x="109" y="1273"/>
                  </a:cubicBezTo>
                  <a:cubicBezTo>
                    <a:pt x="130" y="1308"/>
                    <a:pt x="136" y="1314"/>
                    <a:pt x="138" y="1320"/>
                  </a:cubicBezTo>
                  <a:cubicBezTo>
                    <a:pt x="148" y="1353"/>
                    <a:pt x="160" y="1358"/>
                    <a:pt x="154" y="1360"/>
                  </a:cubicBezTo>
                  <a:cubicBezTo>
                    <a:pt x="143" y="1349"/>
                    <a:pt x="143" y="1342"/>
                    <a:pt x="136" y="1334"/>
                  </a:cubicBezTo>
                  <a:cubicBezTo>
                    <a:pt x="102" y="1286"/>
                    <a:pt x="93" y="1279"/>
                    <a:pt x="95" y="1275"/>
                  </a:cubicBezTo>
                  <a:cubicBezTo>
                    <a:pt x="30" y="1202"/>
                    <a:pt x="24" y="1194"/>
                    <a:pt x="18" y="1185"/>
                  </a:cubicBezTo>
                  <a:cubicBezTo>
                    <a:pt x="17" y="1202"/>
                    <a:pt x="20" y="1204"/>
                    <a:pt x="22" y="1205"/>
                  </a:cubicBezTo>
                  <a:cubicBezTo>
                    <a:pt x="28" y="1233"/>
                    <a:pt x="31" y="1245"/>
                    <a:pt x="36" y="1247"/>
                  </a:cubicBezTo>
                  <a:cubicBezTo>
                    <a:pt x="44" y="1265"/>
                    <a:pt x="42" y="1268"/>
                    <a:pt x="45" y="1267"/>
                  </a:cubicBezTo>
                  <a:cubicBezTo>
                    <a:pt x="78" y="1315"/>
                    <a:pt x="77" y="1317"/>
                    <a:pt x="84" y="1325"/>
                  </a:cubicBezTo>
                  <a:cubicBezTo>
                    <a:pt x="106" y="1353"/>
                    <a:pt x="114" y="1357"/>
                    <a:pt x="107" y="1360"/>
                  </a:cubicBezTo>
                  <a:cubicBezTo>
                    <a:pt x="74" y="1315"/>
                    <a:pt x="69" y="1314"/>
                    <a:pt x="66" y="1306"/>
                  </a:cubicBezTo>
                  <a:cubicBezTo>
                    <a:pt x="42" y="1273"/>
                    <a:pt x="39" y="1262"/>
                    <a:pt x="33" y="1256"/>
                  </a:cubicBezTo>
                  <a:cubicBezTo>
                    <a:pt x="26" y="1249"/>
                    <a:pt x="31" y="1241"/>
                    <a:pt x="27" y="1238"/>
                  </a:cubicBezTo>
                  <a:cubicBezTo>
                    <a:pt x="23" y="1255"/>
                    <a:pt x="30" y="1264"/>
                    <a:pt x="33" y="1273"/>
                  </a:cubicBezTo>
                  <a:cubicBezTo>
                    <a:pt x="72" y="1327"/>
                    <a:pt x="77" y="1337"/>
                    <a:pt x="86" y="1343"/>
                  </a:cubicBezTo>
                  <a:cubicBezTo>
                    <a:pt x="91" y="1356"/>
                    <a:pt x="95" y="1356"/>
                    <a:pt x="95" y="1356"/>
                  </a:cubicBezTo>
                  <a:cubicBezTo>
                    <a:pt x="113" y="1378"/>
                    <a:pt x="122" y="1391"/>
                    <a:pt x="131" y="1399"/>
                  </a:cubicBezTo>
                  <a:cubicBezTo>
                    <a:pt x="141" y="1414"/>
                    <a:pt x="144" y="1416"/>
                    <a:pt x="146" y="1420"/>
                  </a:cubicBezTo>
                  <a:cubicBezTo>
                    <a:pt x="142" y="1419"/>
                    <a:pt x="139" y="1422"/>
                    <a:pt x="137" y="1417"/>
                  </a:cubicBezTo>
                  <a:cubicBezTo>
                    <a:pt x="104" y="1393"/>
                    <a:pt x="99" y="1389"/>
                    <a:pt x="94" y="1389"/>
                  </a:cubicBezTo>
                  <a:cubicBezTo>
                    <a:pt x="39" y="1357"/>
                    <a:pt x="44" y="1357"/>
                    <a:pt x="47" y="1361"/>
                  </a:cubicBezTo>
                  <a:cubicBezTo>
                    <a:pt x="73" y="1381"/>
                    <a:pt x="77" y="1386"/>
                    <a:pt x="82" y="1385"/>
                  </a:cubicBezTo>
                  <a:cubicBezTo>
                    <a:pt x="123" y="1414"/>
                    <a:pt x="127" y="1423"/>
                    <a:pt x="131" y="1423"/>
                  </a:cubicBezTo>
                  <a:cubicBezTo>
                    <a:pt x="163" y="1460"/>
                    <a:pt x="167" y="1459"/>
                    <a:pt x="169" y="1462"/>
                  </a:cubicBezTo>
                  <a:cubicBezTo>
                    <a:pt x="183" y="1480"/>
                    <a:pt x="180" y="1489"/>
                    <a:pt x="185" y="1495"/>
                  </a:cubicBezTo>
                  <a:cubicBezTo>
                    <a:pt x="198" y="1470"/>
                    <a:pt x="199" y="1467"/>
                    <a:pt x="200" y="1465"/>
                  </a:cubicBezTo>
                  <a:cubicBezTo>
                    <a:pt x="239" y="1447"/>
                    <a:pt x="243" y="1445"/>
                    <a:pt x="246" y="1443"/>
                  </a:cubicBezTo>
                  <a:cubicBezTo>
                    <a:pt x="237" y="1440"/>
                    <a:pt x="233" y="1441"/>
                    <a:pt x="230" y="1441"/>
                  </a:cubicBezTo>
                  <a:cubicBezTo>
                    <a:pt x="214" y="1443"/>
                    <a:pt x="212" y="1436"/>
                    <a:pt x="217" y="1430"/>
                  </a:cubicBezTo>
                  <a:cubicBezTo>
                    <a:pt x="295" y="1389"/>
                    <a:pt x="303" y="1382"/>
                    <a:pt x="310" y="1385"/>
                  </a:cubicBezTo>
                  <a:cubicBezTo>
                    <a:pt x="381" y="1375"/>
                    <a:pt x="383" y="1379"/>
                    <a:pt x="388" y="1373"/>
                  </a:cubicBezTo>
                  <a:cubicBezTo>
                    <a:pt x="426" y="1368"/>
                    <a:pt x="430" y="1366"/>
                    <a:pt x="433" y="1365"/>
                  </a:cubicBezTo>
                  <a:cubicBezTo>
                    <a:pt x="449" y="1360"/>
                    <a:pt x="453" y="1363"/>
                    <a:pt x="457" y="1358"/>
                  </a:cubicBezTo>
                  <a:cubicBezTo>
                    <a:pt x="441" y="1356"/>
                    <a:pt x="440" y="1359"/>
                    <a:pt x="438" y="1359"/>
                  </a:cubicBezTo>
                  <a:cubicBezTo>
                    <a:pt x="426" y="1362"/>
                    <a:pt x="425" y="1358"/>
                    <a:pt x="421" y="1362"/>
                  </a:cubicBezTo>
                  <a:cubicBezTo>
                    <a:pt x="371" y="1366"/>
                    <a:pt x="364" y="1369"/>
                    <a:pt x="357" y="1369"/>
                  </a:cubicBezTo>
                  <a:cubicBezTo>
                    <a:pt x="338" y="1375"/>
                    <a:pt x="337" y="1371"/>
                    <a:pt x="335" y="1372"/>
                  </a:cubicBezTo>
                  <a:cubicBezTo>
                    <a:pt x="307" y="1376"/>
                    <a:pt x="306" y="1372"/>
                    <a:pt x="303" y="1376"/>
                  </a:cubicBezTo>
                  <a:cubicBezTo>
                    <a:pt x="270" y="1383"/>
                    <a:pt x="263" y="1389"/>
                    <a:pt x="258" y="1388"/>
                  </a:cubicBezTo>
                  <a:cubicBezTo>
                    <a:pt x="202" y="1433"/>
                    <a:pt x="200" y="1437"/>
                    <a:pt x="196" y="1441"/>
                  </a:cubicBezTo>
                  <a:cubicBezTo>
                    <a:pt x="185" y="1441"/>
                    <a:pt x="190" y="1433"/>
                    <a:pt x="197" y="1425"/>
                  </a:cubicBezTo>
                  <a:cubicBezTo>
                    <a:pt x="279" y="1366"/>
                    <a:pt x="282" y="1364"/>
                    <a:pt x="284" y="1362"/>
                  </a:cubicBezTo>
                  <a:cubicBezTo>
                    <a:pt x="315" y="1356"/>
                    <a:pt x="324" y="1356"/>
                    <a:pt x="334" y="1353"/>
                  </a:cubicBezTo>
                  <a:cubicBezTo>
                    <a:pt x="381" y="1350"/>
                    <a:pt x="385" y="1350"/>
                    <a:pt x="390" y="1350"/>
                  </a:cubicBezTo>
                  <a:cubicBezTo>
                    <a:pt x="436" y="1341"/>
                    <a:pt x="441" y="1339"/>
                    <a:pt x="446" y="1339"/>
                  </a:cubicBezTo>
                  <a:cubicBezTo>
                    <a:pt x="489" y="1324"/>
                    <a:pt x="486" y="1320"/>
                    <a:pt x="481" y="1326"/>
                  </a:cubicBezTo>
                  <a:cubicBezTo>
                    <a:pt x="445" y="1330"/>
                    <a:pt x="442" y="1333"/>
                    <a:pt x="438" y="1335"/>
                  </a:cubicBezTo>
                  <a:cubicBezTo>
                    <a:pt x="414" y="1334"/>
                    <a:pt x="409" y="1345"/>
                    <a:pt x="406" y="1338"/>
                  </a:cubicBezTo>
                  <a:cubicBezTo>
                    <a:pt x="436" y="1330"/>
                    <a:pt x="444" y="1327"/>
                    <a:pt x="451" y="1328"/>
                  </a:cubicBezTo>
                  <a:cubicBezTo>
                    <a:pt x="502" y="1292"/>
                    <a:pt x="500" y="1297"/>
                    <a:pt x="495" y="1301"/>
                  </a:cubicBezTo>
                  <a:cubicBezTo>
                    <a:pt x="463" y="1311"/>
                    <a:pt x="458" y="1319"/>
                    <a:pt x="455" y="1320"/>
                  </a:cubicBezTo>
                  <a:cubicBezTo>
                    <a:pt x="410" y="1329"/>
                    <a:pt x="405" y="1329"/>
                    <a:pt x="400" y="1333"/>
                  </a:cubicBezTo>
                  <a:cubicBezTo>
                    <a:pt x="380" y="1333"/>
                    <a:pt x="378" y="1331"/>
                    <a:pt x="376" y="1333"/>
                  </a:cubicBezTo>
                  <a:cubicBezTo>
                    <a:pt x="356" y="1334"/>
                    <a:pt x="353" y="1333"/>
                    <a:pt x="355" y="1331"/>
                  </a:cubicBezTo>
                  <a:cubicBezTo>
                    <a:pt x="400" y="1320"/>
                    <a:pt x="402" y="1322"/>
                    <a:pt x="405" y="1319"/>
                  </a:cubicBezTo>
                  <a:cubicBezTo>
                    <a:pt x="429" y="1309"/>
                    <a:pt x="438" y="1305"/>
                    <a:pt x="450" y="1297"/>
                  </a:cubicBezTo>
                  <a:cubicBezTo>
                    <a:pt x="498" y="1254"/>
                    <a:pt x="508" y="1256"/>
                    <a:pt x="503" y="1248"/>
                  </a:cubicBezTo>
                  <a:cubicBezTo>
                    <a:pt x="391" y="1316"/>
                    <a:pt x="387" y="1317"/>
                    <a:pt x="384" y="1317"/>
                  </a:cubicBezTo>
                  <a:cubicBezTo>
                    <a:pt x="365" y="1320"/>
                    <a:pt x="363" y="1321"/>
                    <a:pt x="360" y="1322"/>
                  </a:cubicBezTo>
                  <a:cubicBezTo>
                    <a:pt x="345" y="1324"/>
                    <a:pt x="344" y="1319"/>
                    <a:pt x="342" y="1323"/>
                  </a:cubicBezTo>
                  <a:cubicBezTo>
                    <a:pt x="303" y="1328"/>
                    <a:pt x="296" y="1326"/>
                    <a:pt x="290" y="1326"/>
                  </a:cubicBezTo>
                  <a:cubicBezTo>
                    <a:pt x="244" y="1332"/>
                    <a:pt x="240" y="1335"/>
                    <a:pt x="237" y="1335"/>
                  </a:cubicBezTo>
                  <a:cubicBezTo>
                    <a:pt x="200" y="1351"/>
                    <a:pt x="199" y="1362"/>
                    <a:pt x="193" y="1356"/>
                  </a:cubicBezTo>
                  <a:cubicBezTo>
                    <a:pt x="222" y="1332"/>
                    <a:pt x="227" y="1334"/>
                    <a:pt x="232" y="1328"/>
                  </a:cubicBezTo>
                  <a:cubicBezTo>
                    <a:pt x="257" y="1323"/>
                    <a:pt x="260" y="1322"/>
                    <a:pt x="262" y="1322"/>
                  </a:cubicBezTo>
                  <a:cubicBezTo>
                    <a:pt x="340" y="1309"/>
                    <a:pt x="350" y="1304"/>
                    <a:pt x="360" y="1305"/>
                  </a:cubicBezTo>
                  <a:cubicBezTo>
                    <a:pt x="414" y="1282"/>
                    <a:pt x="428" y="1278"/>
                    <a:pt x="443" y="1270"/>
                  </a:cubicBezTo>
                  <a:cubicBezTo>
                    <a:pt x="485" y="1238"/>
                    <a:pt x="488" y="1241"/>
                    <a:pt x="493" y="1236"/>
                  </a:cubicBezTo>
                  <a:cubicBezTo>
                    <a:pt x="503" y="1226"/>
                    <a:pt x="507" y="1224"/>
                    <a:pt x="512" y="1220"/>
                  </a:cubicBezTo>
                  <a:cubicBezTo>
                    <a:pt x="513" y="1206"/>
                    <a:pt x="509" y="1214"/>
                    <a:pt x="502" y="1222"/>
                  </a:cubicBezTo>
                  <a:cubicBezTo>
                    <a:pt x="460" y="1250"/>
                    <a:pt x="445" y="1261"/>
                    <a:pt x="435" y="1266"/>
                  </a:cubicBezTo>
                  <a:cubicBezTo>
                    <a:pt x="399" y="1282"/>
                    <a:pt x="395" y="1285"/>
                    <a:pt x="392" y="1284"/>
                  </a:cubicBezTo>
                  <a:cubicBezTo>
                    <a:pt x="323" y="1300"/>
                    <a:pt x="316" y="1303"/>
                    <a:pt x="308" y="1308"/>
                  </a:cubicBezTo>
                  <a:cubicBezTo>
                    <a:pt x="286" y="1307"/>
                    <a:pt x="284" y="1307"/>
                    <a:pt x="281" y="1308"/>
                  </a:cubicBezTo>
                  <a:cubicBezTo>
                    <a:pt x="265" y="1315"/>
                    <a:pt x="263" y="1313"/>
                    <a:pt x="260" y="1316"/>
                  </a:cubicBezTo>
                  <a:cubicBezTo>
                    <a:pt x="276" y="1302"/>
                    <a:pt x="278" y="1307"/>
                    <a:pt x="282" y="1305"/>
                  </a:cubicBezTo>
                  <a:cubicBezTo>
                    <a:pt x="318" y="1297"/>
                    <a:pt x="324" y="1295"/>
                    <a:pt x="330" y="1297"/>
                  </a:cubicBezTo>
                  <a:cubicBezTo>
                    <a:pt x="385" y="1284"/>
                    <a:pt x="390" y="1272"/>
                    <a:pt x="392" y="1277"/>
                  </a:cubicBezTo>
                  <a:cubicBezTo>
                    <a:pt x="458" y="1239"/>
                    <a:pt x="469" y="1229"/>
                    <a:pt x="477" y="1218"/>
                  </a:cubicBezTo>
                  <a:cubicBezTo>
                    <a:pt x="489" y="1197"/>
                    <a:pt x="479" y="1209"/>
                    <a:pt x="469" y="1221"/>
                  </a:cubicBezTo>
                  <a:cubicBezTo>
                    <a:pt x="433" y="1250"/>
                    <a:pt x="428" y="1253"/>
                    <a:pt x="424" y="1257"/>
                  </a:cubicBezTo>
                  <a:cubicBezTo>
                    <a:pt x="379" y="1272"/>
                    <a:pt x="373" y="1275"/>
                    <a:pt x="368" y="1275"/>
                  </a:cubicBezTo>
                  <a:cubicBezTo>
                    <a:pt x="317" y="1286"/>
                    <a:pt x="313" y="1290"/>
                    <a:pt x="308" y="1294"/>
                  </a:cubicBezTo>
                  <a:cubicBezTo>
                    <a:pt x="276" y="1296"/>
                    <a:pt x="268" y="1298"/>
                    <a:pt x="259" y="1301"/>
                  </a:cubicBezTo>
                  <a:cubicBezTo>
                    <a:pt x="226" y="1315"/>
                    <a:pt x="218" y="1314"/>
                    <a:pt x="210" y="1318"/>
                  </a:cubicBezTo>
                  <a:cubicBezTo>
                    <a:pt x="188" y="1324"/>
                    <a:pt x="198" y="1326"/>
                    <a:pt x="196" y="1323"/>
                  </a:cubicBezTo>
                  <a:cubicBezTo>
                    <a:pt x="245" y="1292"/>
                    <a:pt x="250" y="1296"/>
                    <a:pt x="257" y="1291"/>
                  </a:cubicBezTo>
                  <a:cubicBezTo>
                    <a:pt x="286" y="1281"/>
                    <a:pt x="297" y="1283"/>
                    <a:pt x="309" y="1278"/>
                  </a:cubicBezTo>
                  <a:cubicBezTo>
                    <a:pt x="360" y="1270"/>
                    <a:pt x="377" y="1254"/>
                    <a:pt x="392" y="1257"/>
                  </a:cubicBezTo>
                  <a:cubicBezTo>
                    <a:pt x="464" y="1216"/>
                    <a:pt x="478" y="1201"/>
                    <a:pt x="492" y="1188"/>
                  </a:cubicBezTo>
                  <a:cubicBezTo>
                    <a:pt x="510" y="1153"/>
                    <a:pt x="511" y="1156"/>
                    <a:pt x="505" y="1158"/>
                  </a:cubicBezTo>
                  <a:cubicBezTo>
                    <a:pt x="490" y="1176"/>
                    <a:pt x="487" y="1180"/>
                    <a:pt x="487" y="1184"/>
                  </a:cubicBezTo>
                  <a:cubicBezTo>
                    <a:pt x="443" y="1223"/>
                    <a:pt x="444" y="1226"/>
                    <a:pt x="442" y="1224"/>
                  </a:cubicBezTo>
                  <a:cubicBezTo>
                    <a:pt x="413" y="1237"/>
                    <a:pt x="407" y="1243"/>
                    <a:pt x="403" y="1242"/>
                  </a:cubicBezTo>
                  <a:cubicBezTo>
                    <a:pt x="325" y="1267"/>
                    <a:pt x="322" y="1265"/>
                    <a:pt x="318" y="1267"/>
                  </a:cubicBezTo>
                  <a:cubicBezTo>
                    <a:pt x="273" y="1273"/>
                    <a:pt x="263" y="1283"/>
                    <a:pt x="256" y="1279"/>
                  </a:cubicBezTo>
                  <a:cubicBezTo>
                    <a:pt x="295" y="1265"/>
                    <a:pt x="305" y="1261"/>
                    <a:pt x="314" y="1262"/>
                  </a:cubicBezTo>
                  <a:cubicBezTo>
                    <a:pt x="363" y="1241"/>
                    <a:pt x="375" y="1239"/>
                    <a:pt x="387" y="1234"/>
                  </a:cubicBezTo>
                  <a:cubicBezTo>
                    <a:pt x="479" y="1164"/>
                    <a:pt x="483" y="1161"/>
                    <a:pt x="485" y="1158"/>
                  </a:cubicBezTo>
                  <a:cubicBezTo>
                    <a:pt x="512" y="1124"/>
                    <a:pt x="513" y="1117"/>
                    <a:pt x="520" y="1111"/>
                  </a:cubicBezTo>
                  <a:cubicBezTo>
                    <a:pt x="509" y="1116"/>
                    <a:pt x="505" y="1120"/>
                    <a:pt x="502" y="1124"/>
                  </a:cubicBezTo>
                  <a:cubicBezTo>
                    <a:pt x="478" y="1160"/>
                    <a:pt x="470" y="1160"/>
                    <a:pt x="471" y="1166"/>
                  </a:cubicBezTo>
                  <a:cubicBezTo>
                    <a:pt x="431" y="1191"/>
                    <a:pt x="426" y="1200"/>
                    <a:pt x="421" y="1202"/>
                  </a:cubicBezTo>
                  <a:cubicBezTo>
                    <a:pt x="378" y="1227"/>
                    <a:pt x="371" y="1230"/>
                    <a:pt x="363" y="1234"/>
                  </a:cubicBezTo>
                  <a:cubicBezTo>
                    <a:pt x="322" y="1251"/>
                    <a:pt x="307" y="1250"/>
                    <a:pt x="290" y="1259"/>
                  </a:cubicBezTo>
                  <a:cubicBezTo>
                    <a:pt x="246" y="1271"/>
                    <a:pt x="237" y="1279"/>
                    <a:pt x="231" y="1275"/>
                  </a:cubicBezTo>
                  <a:cubicBezTo>
                    <a:pt x="290" y="1254"/>
                    <a:pt x="296" y="1241"/>
                    <a:pt x="298" y="1246"/>
                  </a:cubicBezTo>
                  <a:cubicBezTo>
                    <a:pt x="362" y="1221"/>
                    <a:pt x="377" y="1211"/>
                    <a:pt x="391" y="1204"/>
                  </a:cubicBezTo>
                  <a:cubicBezTo>
                    <a:pt x="515" y="1103"/>
                    <a:pt x="512" y="1098"/>
                    <a:pt x="518" y="1095"/>
                  </a:cubicBezTo>
                  <a:cubicBezTo>
                    <a:pt x="532" y="1075"/>
                    <a:pt x="536" y="1073"/>
                    <a:pt x="535" y="1071"/>
                  </a:cubicBezTo>
                  <a:cubicBezTo>
                    <a:pt x="539" y="1064"/>
                    <a:pt x="536" y="1067"/>
                    <a:pt x="532" y="1070"/>
                  </a:cubicBezTo>
                  <a:cubicBezTo>
                    <a:pt x="497" y="1109"/>
                    <a:pt x="495" y="1119"/>
                    <a:pt x="485" y="1121"/>
                  </a:cubicBezTo>
                  <a:cubicBezTo>
                    <a:pt x="453" y="1152"/>
                    <a:pt x="442" y="1160"/>
                    <a:pt x="431" y="1168"/>
                  </a:cubicBezTo>
                  <a:cubicBezTo>
                    <a:pt x="397" y="1193"/>
                    <a:pt x="389" y="1191"/>
                    <a:pt x="388" y="1197"/>
                  </a:cubicBezTo>
                  <a:cubicBezTo>
                    <a:pt x="367" y="1206"/>
                    <a:pt x="360" y="1215"/>
                    <a:pt x="356" y="1210"/>
                  </a:cubicBezTo>
                  <a:cubicBezTo>
                    <a:pt x="315" y="1230"/>
                    <a:pt x="305" y="1233"/>
                    <a:pt x="294" y="1240"/>
                  </a:cubicBezTo>
                  <a:cubicBezTo>
                    <a:pt x="262" y="1252"/>
                    <a:pt x="260" y="1251"/>
                    <a:pt x="257" y="1254"/>
                  </a:cubicBezTo>
                  <a:cubicBezTo>
                    <a:pt x="237" y="1263"/>
                    <a:pt x="233" y="1265"/>
                    <a:pt x="229" y="1267"/>
                  </a:cubicBezTo>
                  <a:cubicBezTo>
                    <a:pt x="218" y="1271"/>
                    <a:pt x="214" y="1278"/>
                    <a:pt x="211" y="1275"/>
                  </a:cubicBezTo>
                  <a:cubicBezTo>
                    <a:pt x="241" y="1245"/>
                    <a:pt x="262" y="1234"/>
                    <a:pt x="291" y="1222"/>
                  </a:cubicBezTo>
                  <a:cubicBezTo>
                    <a:pt x="352" y="1187"/>
                    <a:pt x="356" y="1194"/>
                    <a:pt x="360" y="1189"/>
                  </a:cubicBezTo>
                  <a:cubicBezTo>
                    <a:pt x="397" y="1173"/>
                    <a:pt x="401" y="1169"/>
                    <a:pt x="405" y="1169"/>
                  </a:cubicBezTo>
                  <a:cubicBezTo>
                    <a:pt x="461" y="1128"/>
                    <a:pt x="482" y="1115"/>
                    <a:pt x="495" y="1100"/>
                  </a:cubicBezTo>
                  <a:cubicBezTo>
                    <a:pt x="532" y="1063"/>
                    <a:pt x="536" y="1059"/>
                    <a:pt x="536" y="1055"/>
                  </a:cubicBezTo>
                  <a:cubicBezTo>
                    <a:pt x="492" y="1093"/>
                    <a:pt x="491" y="1097"/>
                    <a:pt x="486" y="1101"/>
                  </a:cubicBezTo>
                  <a:cubicBezTo>
                    <a:pt x="470" y="1111"/>
                    <a:pt x="468" y="1118"/>
                    <a:pt x="461" y="1121"/>
                  </a:cubicBezTo>
                  <a:cubicBezTo>
                    <a:pt x="441" y="1135"/>
                    <a:pt x="439" y="1138"/>
                    <a:pt x="438" y="1141"/>
                  </a:cubicBezTo>
                  <a:cubicBezTo>
                    <a:pt x="395" y="1165"/>
                    <a:pt x="389" y="1166"/>
                    <a:pt x="384" y="1167"/>
                  </a:cubicBezTo>
                  <a:cubicBezTo>
                    <a:pt x="366" y="1175"/>
                    <a:pt x="360" y="1181"/>
                    <a:pt x="354" y="1181"/>
                  </a:cubicBezTo>
                  <a:cubicBezTo>
                    <a:pt x="336" y="1190"/>
                    <a:pt x="330" y="1193"/>
                    <a:pt x="324" y="1196"/>
                  </a:cubicBezTo>
                  <a:cubicBezTo>
                    <a:pt x="289" y="1212"/>
                    <a:pt x="274" y="1219"/>
                    <a:pt x="259" y="1226"/>
                  </a:cubicBezTo>
                  <a:cubicBezTo>
                    <a:pt x="235" y="1240"/>
                    <a:pt x="227" y="1244"/>
                    <a:pt x="224" y="1249"/>
                  </a:cubicBezTo>
                  <a:cubicBezTo>
                    <a:pt x="202" y="1270"/>
                    <a:pt x="193" y="1272"/>
                    <a:pt x="192" y="1269"/>
                  </a:cubicBezTo>
                  <a:cubicBezTo>
                    <a:pt x="215" y="1249"/>
                    <a:pt x="212" y="1245"/>
                    <a:pt x="217" y="1243"/>
                  </a:cubicBezTo>
                  <a:cubicBezTo>
                    <a:pt x="243" y="1226"/>
                    <a:pt x="244" y="1223"/>
                    <a:pt x="250" y="1220"/>
                  </a:cubicBezTo>
                  <a:cubicBezTo>
                    <a:pt x="326" y="1181"/>
                    <a:pt x="340" y="1175"/>
                    <a:pt x="358" y="1169"/>
                  </a:cubicBezTo>
                  <a:cubicBezTo>
                    <a:pt x="494" y="1080"/>
                    <a:pt x="512" y="1077"/>
                    <a:pt x="512" y="1063"/>
                  </a:cubicBezTo>
                  <a:cubicBezTo>
                    <a:pt x="460" y="1106"/>
                    <a:pt x="454" y="1105"/>
                    <a:pt x="447" y="1112"/>
                  </a:cubicBezTo>
                  <a:cubicBezTo>
                    <a:pt x="401" y="1139"/>
                    <a:pt x="397" y="1141"/>
                    <a:pt x="392" y="1144"/>
                  </a:cubicBezTo>
                  <a:cubicBezTo>
                    <a:pt x="299" y="1182"/>
                    <a:pt x="278" y="1194"/>
                    <a:pt x="258" y="1204"/>
                  </a:cubicBezTo>
                  <a:cubicBezTo>
                    <a:pt x="222" y="1232"/>
                    <a:pt x="219" y="1228"/>
                    <a:pt x="215" y="1233"/>
                  </a:cubicBezTo>
                  <a:cubicBezTo>
                    <a:pt x="191" y="1248"/>
                    <a:pt x="198" y="1246"/>
                    <a:pt x="198" y="1243"/>
                  </a:cubicBezTo>
                  <a:cubicBezTo>
                    <a:pt x="210" y="1232"/>
                    <a:pt x="218" y="1227"/>
                    <a:pt x="221" y="1221"/>
                  </a:cubicBezTo>
                  <a:cubicBezTo>
                    <a:pt x="275" y="1187"/>
                    <a:pt x="293" y="1174"/>
                    <a:pt x="310" y="1167"/>
                  </a:cubicBezTo>
                  <a:cubicBezTo>
                    <a:pt x="378" y="1137"/>
                    <a:pt x="377" y="1130"/>
                    <a:pt x="382" y="1132"/>
                  </a:cubicBezTo>
                  <a:cubicBezTo>
                    <a:pt x="433" y="1103"/>
                    <a:pt x="436" y="1100"/>
                    <a:pt x="437" y="1102"/>
                  </a:cubicBezTo>
                  <a:cubicBezTo>
                    <a:pt x="461" y="1086"/>
                    <a:pt x="465" y="1087"/>
                    <a:pt x="471" y="1080"/>
                  </a:cubicBezTo>
                  <a:cubicBezTo>
                    <a:pt x="502" y="1058"/>
                    <a:pt x="506" y="1058"/>
                    <a:pt x="511" y="1054"/>
                  </a:cubicBezTo>
                  <a:cubicBezTo>
                    <a:pt x="567" y="1001"/>
                    <a:pt x="569" y="996"/>
                    <a:pt x="573" y="991"/>
                  </a:cubicBezTo>
                  <a:cubicBezTo>
                    <a:pt x="512" y="1042"/>
                    <a:pt x="492" y="1060"/>
                    <a:pt x="472" y="1069"/>
                  </a:cubicBezTo>
                  <a:cubicBezTo>
                    <a:pt x="445" y="1085"/>
                    <a:pt x="440" y="1093"/>
                    <a:pt x="436" y="1090"/>
                  </a:cubicBezTo>
                  <a:cubicBezTo>
                    <a:pt x="383" y="1123"/>
                    <a:pt x="380" y="1120"/>
                    <a:pt x="375" y="1125"/>
                  </a:cubicBezTo>
                  <a:cubicBezTo>
                    <a:pt x="301" y="1163"/>
                    <a:pt x="285" y="1166"/>
                    <a:pt x="266" y="1181"/>
                  </a:cubicBezTo>
                  <a:cubicBezTo>
                    <a:pt x="238" y="1199"/>
                    <a:pt x="226" y="1210"/>
                    <a:pt x="218" y="1211"/>
                  </a:cubicBezTo>
                  <a:cubicBezTo>
                    <a:pt x="195" y="1226"/>
                    <a:pt x="199" y="1221"/>
                    <a:pt x="198" y="1216"/>
                  </a:cubicBezTo>
                  <a:cubicBezTo>
                    <a:pt x="230" y="1183"/>
                    <a:pt x="233" y="1182"/>
                    <a:pt x="238" y="1177"/>
                  </a:cubicBezTo>
                  <a:cubicBezTo>
                    <a:pt x="319" y="1129"/>
                    <a:pt x="328" y="1123"/>
                    <a:pt x="336" y="1121"/>
                  </a:cubicBezTo>
                  <a:cubicBezTo>
                    <a:pt x="493" y="1012"/>
                    <a:pt x="511" y="1000"/>
                    <a:pt x="526" y="986"/>
                  </a:cubicBezTo>
                  <a:cubicBezTo>
                    <a:pt x="552" y="958"/>
                    <a:pt x="551" y="956"/>
                    <a:pt x="554" y="954"/>
                  </a:cubicBezTo>
                  <a:cubicBezTo>
                    <a:pt x="522" y="977"/>
                    <a:pt x="521" y="987"/>
                    <a:pt x="507" y="995"/>
                  </a:cubicBezTo>
                  <a:cubicBezTo>
                    <a:pt x="490" y="1009"/>
                    <a:pt x="487" y="1013"/>
                    <a:pt x="482" y="1018"/>
                  </a:cubicBezTo>
                  <a:cubicBezTo>
                    <a:pt x="358" y="1100"/>
                    <a:pt x="341" y="1103"/>
                    <a:pt x="333" y="1113"/>
                  </a:cubicBezTo>
                  <a:cubicBezTo>
                    <a:pt x="251" y="1161"/>
                    <a:pt x="227" y="1171"/>
                    <a:pt x="214" y="1187"/>
                  </a:cubicBezTo>
                  <a:cubicBezTo>
                    <a:pt x="211" y="1186"/>
                    <a:pt x="210" y="1183"/>
                    <a:pt x="213" y="1180"/>
                  </a:cubicBezTo>
                  <a:cubicBezTo>
                    <a:pt x="242" y="1151"/>
                    <a:pt x="248" y="1147"/>
                    <a:pt x="259" y="1137"/>
                  </a:cubicBezTo>
                  <a:cubicBezTo>
                    <a:pt x="360" y="1078"/>
                    <a:pt x="373" y="1070"/>
                    <a:pt x="393" y="1055"/>
                  </a:cubicBezTo>
                  <a:cubicBezTo>
                    <a:pt x="452" y="1010"/>
                    <a:pt x="460" y="1010"/>
                    <a:pt x="463" y="1005"/>
                  </a:cubicBezTo>
                  <a:cubicBezTo>
                    <a:pt x="524" y="947"/>
                    <a:pt x="530" y="944"/>
                    <a:pt x="532" y="940"/>
                  </a:cubicBezTo>
                  <a:cubicBezTo>
                    <a:pt x="561" y="903"/>
                    <a:pt x="566" y="896"/>
                    <a:pt x="574" y="890"/>
                  </a:cubicBezTo>
                  <a:cubicBezTo>
                    <a:pt x="547" y="899"/>
                    <a:pt x="543" y="903"/>
                    <a:pt x="537" y="907"/>
                  </a:cubicBezTo>
                  <a:cubicBezTo>
                    <a:pt x="522" y="918"/>
                    <a:pt x="523" y="921"/>
                    <a:pt x="519" y="922"/>
                  </a:cubicBezTo>
                  <a:cubicBezTo>
                    <a:pt x="491" y="945"/>
                    <a:pt x="485" y="954"/>
                    <a:pt x="474" y="962"/>
                  </a:cubicBezTo>
                  <a:cubicBezTo>
                    <a:pt x="396" y="1023"/>
                    <a:pt x="387" y="1030"/>
                    <a:pt x="378" y="1037"/>
                  </a:cubicBezTo>
                  <a:cubicBezTo>
                    <a:pt x="323" y="1067"/>
                    <a:pt x="317" y="1067"/>
                    <a:pt x="311" y="1070"/>
                  </a:cubicBezTo>
                  <a:cubicBezTo>
                    <a:pt x="262" y="1102"/>
                    <a:pt x="259" y="1103"/>
                    <a:pt x="256" y="1103"/>
                  </a:cubicBezTo>
                  <a:cubicBezTo>
                    <a:pt x="244" y="1115"/>
                    <a:pt x="236" y="1116"/>
                    <a:pt x="239" y="1120"/>
                  </a:cubicBezTo>
                  <a:cubicBezTo>
                    <a:pt x="222" y="1136"/>
                    <a:pt x="217" y="1144"/>
                    <a:pt x="214" y="1140"/>
                  </a:cubicBezTo>
                  <a:cubicBezTo>
                    <a:pt x="260" y="1090"/>
                    <a:pt x="271" y="1086"/>
                    <a:pt x="296" y="1066"/>
                  </a:cubicBezTo>
                  <a:cubicBezTo>
                    <a:pt x="418" y="989"/>
                    <a:pt x="425" y="977"/>
                    <a:pt x="430" y="979"/>
                  </a:cubicBezTo>
                  <a:cubicBezTo>
                    <a:pt x="451" y="961"/>
                    <a:pt x="456" y="956"/>
                    <a:pt x="465" y="947"/>
                  </a:cubicBezTo>
                  <a:cubicBezTo>
                    <a:pt x="540" y="892"/>
                    <a:pt x="549" y="886"/>
                    <a:pt x="560" y="878"/>
                  </a:cubicBezTo>
                  <a:cubicBezTo>
                    <a:pt x="587" y="870"/>
                    <a:pt x="592" y="858"/>
                    <a:pt x="594" y="863"/>
                  </a:cubicBezTo>
                  <a:cubicBezTo>
                    <a:pt x="625" y="848"/>
                    <a:pt x="636" y="854"/>
                    <a:pt x="633" y="845"/>
                  </a:cubicBezTo>
                  <a:cubicBezTo>
                    <a:pt x="574" y="858"/>
                    <a:pt x="566" y="857"/>
                    <a:pt x="557" y="863"/>
                  </a:cubicBezTo>
                  <a:cubicBezTo>
                    <a:pt x="523" y="876"/>
                    <a:pt x="515" y="880"/>
                    <a:pt x="508" y="884"/>
                  </a:cubicBezTo>
                  <a:cubicBezTo>
                    <a:pt x="420" y="945"/>
                    <a:pt x="411" y="951"/>
                    <a:pt x="402" y="958"/>
                  </a:cubicBezTo>
                  <a:cubicBezTo>
                    <a:pt x="299" y="1027"/>
                    <a:pt x="297" y="1029"/>
                    <a:pt x="295" y="1030"/>
                  </a:cubicBezTo>
                  <a:cubicBezTo>
                    <a:pt x="255" y="1062"/>
                    <a:pt x="252" y="1067"/>
                    <a:pt x="244" y="1072"/>
                  </a:cubicBezTo>
                  <a:cubicBezTo>
                    <a:pt x="230" y="1081"/>
                    <a:pt x="230" y="1077"/>
                    <a:pt x="232" y="1073"/>
                  </a:cubicBezTo>
                  <a:cubicBezTo>
                    <a:pt x="251" y="1057"/>
                    <a:pt x="253" y="1055"/>
                    <a:pt x="257" y="1053"/>
                  </a:cubicBezTo>
                  <a:cubicBezTo>
                    <a:pt x="293" y="1015"/>
                    <a:pt x="296" y="1017"/>
                    <a:pt x="300" y="1014"/>
                  </a:cubicBezTo>
                  <a:cubicBezTo>
                    <a:pt x="333" y="985"/>
                    <a:pt x="335" y="986"/>
                    <a:pt x="336" y="986"/>
                  </a:cubicBezTo>
                  <a:cubicBezTo>
                    <a:pt x="380" y="950"/>
                    <a:pt x="404" y="938"/>
                    <a:pt x="433" y="916"/>
                  </a:cubicBezTo>
                  <a:cubicBezTo>
                    <a:pt x="492" y="885"/>
                    <a:pt x="501" y="881"/>
                    <a:pt x="511" y="874"/>
                  </a:cubicBezTo>
                  <a:cubicBezTo>
                    <a:pt x="540" y="857"/>
                    <a:pt x="552" y="855"/>
                    <a:pt x="561" y="848"/>
                  </a:cubicBezTo>
                  <a:cubicBezTo>
                    <a:pt x="574" y="833"/>
                    <a:pt x="569" y="837"/>
                    <a:pt x="565" y="840"/>
                  </a:cubicBezTo>
                  <a:cubicBezTo>
                    <a:pt x="512" y="866"/>
                    <a:pt x="509" y="864"/>
                    <a:pt x="505" y="869"/>
                  </a:cubicBezTo>
                  <a:cubicBezTo>
                    <a:pt x="416" y="917"/>
                    <a:pt x="406" y="926"/>
                    <a:pt x="373" y="944"/>
                  </a:cubicBezTo>
                  <a:cubicBezTo>
                    <a:pt x="332" y="978"/>
                    <a:pt x="317" y="986"/>
                    <a:pt x="306" y="995"/>
                  </a:cubicBezTo>
                  <a:cubicBezTo>
                    <a:pt x="253" y="1040"/>
                    <a:pt x="256" y="1048"/>
                    <a:pt x="251" y="1045"/>
                  </a:cubicBezTo>
                  <a:cubicBezTo>
                    <a:pt x="235" y="1052"/>
                    <a:pt x="237" y="1048"/>
                    <a:pt x="241" y="1044"/>
                  </a:cubicBezTo>
                  <a:cubicBezTo>
                    <a:pt x="310" y="977"/>
                    <a:pt x="362" y="934"/>
                    <a:pt x="419" y="899"/>
                  </a:cubicBezTo>
                  <a:cubicBezTo>
                    <a:pt x="482" y="869"/>
                    <a:pt x="481" y="865"/>
                    <a:pt x="487" y="864"/>
                  </a:cubicBezTo>
                  <a:cubicBezTo>
                    <a:pt x="513" y="858"/>
                    <a:pt x="519" y="848"/>
                    <a:pt x="522" y="852"/>
                  </a:cubicBezTo>
                  <a:cubicBezTo>
                    <a:pt x="583" y="826"/>
                    <a:pt x="598" y="821"/>
                    <a:pt x="613" y="815"/>
                  </a:cubicBezTo>
                  <a:cubicBezTo>
                    <a:pt x="578" y="820"/>
                    <a:pt x="572" y="828"/>
                    <a:pt x="567" y="826"/>
                  </a:cubicBezTo>
                  <a:cubicBezTo>
                    <a:pt x="541" y="835"/>
                    <a:pt x="538" y="835"/>
                    <a:pt x="536" y="837"/>
                  </a:cubicBezTo>
                  <a:cubicBezTo>
                    <a:pt x="509" y="843"/>
                    <a:pt x="505" y="850"/>
                    <a:pt x="502" y="851"/>
                  </a:cubicBezTo>
                  <a:cubicBezTo>
                    <a:pt x="480" y="859"/>
                    <a:pt x="474" y="860"/>
                    <a:pt x="468" y="866"/>
                  </a:cubicBezTo>
                  <a:cubicBezTo>
                    <a:pt x="423" y="890"/>
                    <a:pt x="421" y="886"/>
                    <a:pt x="417" y="890"/>
                  </a:cubicBezTo>
                  <a:cubicBezTo>
                    <a:pt x="390" y="907"/>
                    <a:pt x="385" y="911"/>
                    <a:pt x="380" y="914"/>
                  </a:cubicBezTo>
                  <a:cubicBezTo>
                    <a:pt x="361" y="927"/>
                    <a:pt x="350" y="937"/>
                    <a:pt x="335" y="947"/>
                  </a:cubicBezTo>
                  <a:cubicBezTo>
                    <a:pt x="277" y="996"/>
                    <a:pt x="275" y="1001"/>
                    <a:pt x="266" y="1004"/>
                  </a:cubicBezTo>
                  <a:cubicBezTo>
                    <a:pt x="252" y="1019"/>
                    <a:pt x="249" y="1014"/>
                    <a:pt x="250" y="1013"/>
                  </a:cubicBezTo>
                  <a:cubicBezTo>
                    <a:pt x="261" y="1003"/>
                    <a:pt x="262" y="1003"/>
                    <a:pt x="262" y="1002"/>
                  </a:cubicBezTo>
                  <a:cubicBezTo>
                    <a:pt x="283" y="983"/>
                    <a:pt x="288" y="972"/>
                    <a:pt x="297" y="962"/>
                  </a:cubicBezTo>
                  <a:cubicBezTo>
                    <a:pt x="358" y="911"/>
                    <a:pt x="362" y="915"/>
                    <a:pt x="367" y="909"/>
                  </a:cubicBezTo>
                  <a:cubicBezTo>
                    <a:pt x="396" y="889"/>
                    <a:pt x="399" y="896"/>
                    <a:pt x="403" y="891"/>
                  </a:cubicBezTo>
                  <a:cubicBezTo>
                    <a:pt x="418" y="884"/>
                    <a:pt x="423" y="872"/>
                    <a:pt x="425" y="877"/>
                  </a:cubicBezTo>
                  <a:cubicBezTo>
                    <a:pt x="466" y="855"/>
                    <a:pt x="478" y="855"/>
                    <a:pt x="492" y="844"/>
                  </a:cubicBezTo>
                  <a:cubicBezTo>
                    <a:pt x="573" y="801"/>
                    <a:pt x="571" y="802"/>
                    <a:pt x="578" y="796"/>
                  </a:cubicBezTo>
                  <a:cubicBezTo>
                    <a:pt x="604" y="774"/>
                    <a:pt x="612" y="772"/>
                    <a:pt x="609" y="769"/>
                  </a:cubicBezTo>
                  <a:cubicBezTo>
                    <a:pt x="526" y="821"/>
                    <a:pt x="519" y="826"/>
                    <a:pt x="513" y="829"/>
                  </a:cubicBezTo>
                  <a:cubicBezTo>
                    <a:pt x="463" y="847"/>
                    <a:pt x="455" y="856"/>
                    <a:pt x="450" y="854"/>
                  </a:cubicBezTo>
                  <a:cubicBezTo>
                    <a:pt x="390" y="884"/>
                    <a:pt x="378" y="893"/>
                    <a:pt x="368" y="897"/>
                  </a:cubicBezTo>
                  <a:cubicBezTo>
                    <a:pt x="338" y="920"/>
                    <a:pt x="335" y="923"/>
                    <a:pt x="332" y="925"/>
                  </a:cubicBezTo>
                  <a:cubicBezTo>
                    <a:pt x="316" y="936"/>
                    <a:pt x="308" y="942"/>
                    <a:pt x="301" y="947"/>
                  </a:cubicBezTo>
                  <a:cubicBezTo>
                    <a:pt x="265" y="982"/>
                    <a:pt x="261" y="986"/>
                    <a:pt x="258" y="990"/>
                  </a:cubicBezTo>
                  <a:cubicBezTo>
                    <a:pt x="267" y="967"/>
                    <a:pt x="265" y="971"/>
                    <a:pt x="270" y="972"/>
                  </a:cubicBezTo>
                  <a:cubicBezTo>
                    <a:pt x="317" y="926"/>
                    <a:pt x="316" y="922"/>
                    <a:pt x="337" y="912"/>
                  </a:cubicBezTo>
                  <a:cubicBezTo>
                    <a:pt x="446" y="842"/>
                    <a:pt x="455" y="842"/>
                    <a:pt x="463" y="838"/>
                  </a:cubicBezTo>
                  <a:cubicBezTo>
                    <a:pt x="475" y="832"/>
                    <a:pt x="476" y="831"/>
                    <a:pt x="477" y="830"/>
                  </a:cubicBezTo>
                  <a:cubicBezTo>
                    <a:pt x="595" y="755"/>
                    <a:pt x="608" y="750"/>
                    <a:pt x="608" y="743"/>
                  </a:cubicBezTo>
                  <a:cubicBezTo>
                    <a:pt x="591" y="754"/>
                    <a:pt x="593" y="752"/>
                    <a:pt x="587" y="758"/>
                  </a:cubicBezTo>
                  <a:cubicBezTo>
                    <a:pt x="552" y="781"/>
                    <a:pt x="553" y="785"/>
                    <a:pt x="549" y="783"/>
                  </a:cubicBezTo>
                  <a:cubicBezTo>
                    <a:pt x="516" y="799"/>
                    <a:pt x="510" y="807"/>
                    <a:pt x="506" y="809"/>
                  </a:cubicBezTo>
                  <a:cubicBezTo>
                    <a:pt x="432" y="848"/>
                    <a:pt x="425" y="843"/>
                    <a:pt x="423" y="847"/>
                  </a:cubicBezTo>
                  <a:cubicBezTo>
                    <a:pt x="403" y="861"/>
                    <a:pt x="400" y="858"/>
                    <a:pt x="396" y="861"/>
                  </a:cubicBezTo>
                  <a:cubicBezTo>
                    <a:pt x="290" y="934"/>
                    <a:pt x="289" y="937"/>
                    <a:pt x="284" y="940"/>
                  </a:cubicBezTo>
                  <a:cubicBezTo>
                    <a:pt x="283" y="932"/>
                    <a:pt x="287" y="928"/>
                    <a:pt x="289" y="924"/>
                  </a:cubicBezTo>
                  <a:cubicBezTo>
                    <a:pt x="318" y="903"/>
                    <a:pt x="325" y="895"/>
                    <a:pt x="335" y="888"/>
                  </a:cubicBezTo>
                  <a:cubicBezTo>
                    <a:pt x="381" y="857"/>
                    <a:pt x="388" y="853"/>
                    <a:pt x="394" y="848"/>
                  </a:cubicBezTo>
                  <a:cubicBezTo>
                    <a:pt x="445" y="830"/>
                    <a:pt x="450" y="818"/>
                    <a:pt x="452" y="823"/>
                  </a:cubicBezTo>
                  <a:cubicBezTo>
                    <a:pt x="472" y="813"/>
                    <a:pt x="472" y="811"/>
                    <a:pt x="474" y="812"/>
                  </a:cubicBezTo>
                  <a:cubicBezTo>
                    <a:pt x="492" y="804"/>
                    <a:pt x="496" y="802"/>
                    <a:pt x="499" y="799"/>
                  </a:cubicBezTo>
                  <a:cubicBezTo>
                    <a:pt x="522" y="787"/>
                    <a:pt x="529" y="784"/>
                    <a:pt x="536" y="782"/>
                  </a:cubicBezTo>
                  <a:cubicBezTo>
                    <a:pt x="594" y="740"/>
                    <a:pt x="604" y="733"/>
                    <a:pt x="613" y="727"/>
                  </a:cubicBezTo>
                  <a:cubicBezTo>
                    <a:pt x="629" y="708"/>
                    <a:pt x="626" y="710"/>
                    <a:pt x="623" y="712"/>
                  </a:cubicBezTo>
                  <a:cubicBezTo>
                    <a:pt x="614" y="719"/>
                    <a:pt x="612" y="720"/>
                    <a:pt x="611" y="720"/>
                  </a:cubicBezTo>
                  <a:cubicBezTo>
                    <a:pt x="602" y="727"/>
                    <a:pt x="602" y="731"/>
                    <a:pt x="598" y="733"/>
                  </a:cubicBezTo>
                  <a:cubicBezTo>
                    <a:pt x="578" y="747"/>
                    <a:pt x="571" y="752"/>
                    <a:pt x="564" y="757"/>
                  </a:cubicBezTo>
                  <a:cubicBezTo>
                    <a:pt x="528" y="774"/>
                    <a:pt x="524" y="782"/>
                    <a:pt x="521" y="779"/>
                  </a:cubicBezTo>
                  <a:cubicBezTo>
                    <a:pt x="466" y="806"/>
                    <a:pt x="462" y="809"/>
                    <a:pt x="459" y="809"/>
                  </a:cubicBezTo>
                  <a:cubicBezTo>
                    <a:pt x="423" y="827"/>
                    <a:pt x="420" y="825"/>
                    <a:pt x="416" y="827"/>
                  </a:cubicBezTo>
                  <a:cubicBezTo>
                    <a:pt x="347" y="870"/>
                    <a:pt x="336" y="878"/>
                    <a:pt x="325" y="885"/>
                  </a:cubicBezTo>
                  <a:cubicBezTo>
                    <a:pt x="302" y="902"/>
                    <a:pt x="299" y="905"/>
                    <a:pt x="297" y="904"/>
                  </a:cubicBezTo>
                  <a:cubicBezTo>
                    <a:pt x="342" y="859"/>
                    <a:pt x="352" y="856"/>
                    <a:pt x="352" y="851"/>
                  </a:cubicBezTo>
                  <a:cubicBezTo>
                    <a:pt x="384" y="833"/>
                    <a:pt x="390" y="829"/>
                    <a:pt x="403" y="820"/>
                  </a:cubicBezTo>
                  <a:cubicBezTo>
                    <a:pt x="434" y="799"/>
                    <a:pt x="448" y="797"/>
                    <a:pt x="456" y="791"/>
                  </a:cubicBezTo>
                  <a:cubicBezTo>
                    <a:pt x="491" y="772"/>
                    <a:pt x="498" y="776"/>
                    <a:pt x="509" y="765"/>
                  </a:cubicBezTo>
                  <a:cubicBezTo>
                    <a:pt x="550" y="750"/>
                    <a:pt x="561" y="743"/>
                    <a:pt x="571" y="740"/>
                  </a:cubicBezTo>
                  <a:cubicBezTo>
                    <a:pt x="650" y="685"/>
                    <a:pt x="651" y="680"/>
                    <a:pt x="658" y="677"/>
                  </a:cubicBezTo>
                  <a:cubicBezTo>
                    <a:pt x="663" y="670"/>
                    <a:pt x="651" y="676"/>
                    <a:pt x="643" y="686"/>
                  </a:cubicBezTo>
                  <a:cubicBezTo>
                    <a:pt x="557" y="738"/>
                    <a:pt x="549" y="738"/>
                    <a:pt x="541" y="745"/>
                  </a:cubicBezTo>
                  <a:cubicBezTo>
                    <a:pt x="457" y="783"/>
                    <a:pt x="447" y="787"/>
                    <a:pt x="438" y="789"/>
                  </a:cubicBezTo>
                  <a:cubicBezTo>
                    <a:pt x="417" y="807"/>
                    <a:pt x="409" y="804"/>
                    <a:pt x="401" y="811"/>
                  </a:cubicBezTo>
                  <a:cubicBezTo>
                    <a:pt x="339" y="851"/>
                    <a:pt x="338" y="856"/>
                    <a:pt x="329" y="860"/>
                  </a:cubicBezTo>
                  <a:cubicBezTo>
                    <a:pt x="311" y="871"/>
                    <a:pt x="311" y="863"/>
                    <a:pt x="308" y="866"/>
                  </a:cubicBezTo>
                  <a:cubicBezTo>
                    <a:pt x="324" y="849"/>
                    <a:pt x="327" y="851"/>
                    <a:pt x="327" y="847"/>
                  </a:cubicBezTo>
                  <a:cubicBezTo>
                    <a:pt x="429" y="785"/>
                    <a:pt x="430" y="783"/>
                    <a:pt x="438" y="779"/>
                  </a:cubicBezTo>
                  <a:cubicBezTo>
                    <a:pt x="489" y="753"/>
                    <a:pt x="491" y="753"/>
                    <a:pt x="494" y="751"/>
                  </a:cubicBezTo>
                  <a:cubicBezTo>
                    <a:pt x="546" y="730"/>
                    <a:pt x="551" y="722"/>
                    <a:pt x="554" y="725"/>
                  </a:cubicBezTo>
                  <a:cubicBezTo>
                    <a:pt x="553" y="723"/>
                    <a:pt x="551" y="717"/>
                    <a:pt x="547" y="723"/>
                  </a:cubicBezTo>
                  <a:cubicBezTo>
                    <a:pt x="515" y="736"/>
                    <a:pt x="513" y="732"/>
                    <a:pt x="509" y="735"/>
                  </a:cubicBezTo>
                  <a:cubicBezTo>
                    <a:pt x="487" y="740"/>
                    <a:pt x="482" y="748"/>
                    <a:pt x="479" y="745"/>
                  </a:cubicBezTo>
                  <a:cubicBezTo>
                    <a:pt x="397" y="793"/>
                    <a:pt x="390" y="796"/>
                    <a:pt x="382" y="800"/>
                  </a:cubicBezTo>
                  <a:cubicBezTo>
                    <a:pt x="344" y="825"/>
                    <a:pt x="339" y="829"/>
                    <a:pt x="334" y="833"/>
                  </a:cubicBezTo>
                  <a:cubicBezTo>
                    <a:pt x="346" y="804"/>
                    <a:pt x="361" y="789"/>
                    <a:pt x="375" y="781"/>
                  </a:cubicBezTo>
                  <a:cubicBezTo>
                    <a:pt x="397" y="767"/>
                    <a:pt x="400" y="765"/>
                    <a:pt x="404" y="763"/>
                  </a:cubicBezTo>
                  <a:cubicBezTo>
                    <a:pt x="478" y="727"/>
                    <a:pt x="484" y="727"/>
                    <a:pt x="492" y="721"/>
                  </a:cubicBezTo>
                  <a:cubicBezTo>
                    <a:pt x="514" y="719"/>
                    <a:pt x="521" y="711"/>
                    <a:pt x="527" y="713"/>
                  </a:cubicBezTo>
                  <a:cubicBezTo>
                    <a:pt x="573" y="696"/>
                    <a:pt x="580" y="692"/>
                    <a:pt x="587" y="689"/>
                  </a:cubicBezTo>
                  <a:cubicBezTo>
                    <a:pt x="627" y="664"/>
                    <a:pt x="637" y="667"/>
                    <a:pt x="634" y="660"/>
                  </a:cubicBezTo>
                  <a:cubicBezTo>
                    <a:pt x="534" y="701"/>
                    <a:pt x="528" y="701"/>
                    <a:pt x="521" y="705"/>
                  </a:cubicBezTo>
                  <a:cubicBezTo>
                    <a:pt x="490" y="707"/>
                    <a:pt x="495" y="713"/>
                    <a:pt x="501" y="707"/>
                  </a:cubicBezTo>
                  <a:cubicBezTo>
                    <a:pt x="543" y="697"/>
                    <a:pt x="550" y="686"/>
                    <a:pt x="556" y="687"/>
                  </a:cubicBezTo>
                  <a:cubicBezTo>
                    <a:pt x="578" y="682"/>
                    <a:pt x="584" y="677"/>
                    <a:pt x="590" y="677"/>
                  </a:cubicBezTo>
                  <a:cubicBezTo>
                    <a:pt x="643" y="648"/>
                    <a:pt x="657" y="643"/>
                    <a:pt x="673" y="629"/>
                  </a:cubicBezTo>
                  <a:cubicBezTo>
                    <a:pt x="647" y="645"/>
                    <a:pt x="643" y="645"/>
                    <a:pt x="641" y="645"/>
                  </a:cubicBezTo>
                  <a:cubicBezTo>
                    <a:pt x="611" y="659"/>
                    <a:pt x="604" y="666"/>
                    <a:pt x="597" y="667"/>
                  </a:cubicBezTo>
                  <a:cubicBezTo>
                    <a:pt x="556" y="675"/>
                    <a:pt x="551" y="687"/>
                    <a:pt x="549" y="682"/>
                  </a:cubicBezTo>
                  <a:cubicBezTo>
                    <a:pt x="516" y="695"/>
                    <a:pt x="514" y="691"/>
                    <a:pt x="510" y="696"/>
                  </a:cubicBezTo>
                  <a:cubicBezTo>
                    <a:pt x="487" y="704"/>
                    <a:pt x="483" y="706"/>
                    <a:pt x="480" y="705"/>
                  </a:cubicBezTo>
                  <a:cubicBezTo>
                    <a:pt x="454" y="716"/>
                    <a:pt x="446" y="720"/>
                    <a:pt x="441" y="723"/>
                  </a:cubicBezTo>
                  <a:cubicBezTo>
                    <a:pt x="430" y="731"/>
                    <a:pt x="427" y="727"/>
                    <a:pt x="423" y="731"/>
                  </a:cubicBezTo>
                  <a:cubicBezTo>
                    <a:pt x="386" y="755"/>
                    <a:pt x="382" y="753"/>
                    <a:pt x="377" y="757"/>
                  </a:cubicBezTo>
                  <a:cubicBezTo>
                    <a:pt x="347" y="769"/>
                    <a:pt x="358" y="764"/>
                    <a:pt x="366" y="758"/>
                  </a:cubicBezTo>
                  <a:cubicBezTo>
                    <a:pt x="409" y="728"/>
                    <a:pt x="417" y="725"/>
                    <a:pt x="425" y="718"/>
                  </a:cubicBezTo>
                  <a:cubicBezTo>
                    <a:pt x="571" y="656"/>
                    <a:pt x="601" y="640"/>
                    <a:pt x="630" y="626"/>
                  </a:cubicBezTo>
                  <a:cubicBezTo>
                    <a:pt x="661" y="605"/>
                    <a:pt x="663" y="601"/>
                    <a:pt x="664" y="599"/>
                  </a:cubicBezTo>
                  <a:cubicBezTo>
                    <a:pt x="642" y="607"/>
                    <a:pt x="637" y="615"/>
                    <a:pt x="632" y="617"/>
                  </a:cubicBezTo>
                  <a:cubicBezTo>
                    <a:pt x="575" y="644"/>
                    <a:pt x="557" y="653"/>
                    <a:pt x="540" y="659"/>
                  </a:cubicBezTo>
                  <a:cubicBezTo>
                    <a:pt x="479" y="687"/>
                    <a:pt x="471" y="684"/>
                    <a:pt x="462" y="691"/>
                  </a:cubicBezTo>
                  <a:cubicBezTo>
                    <a:pt x="418" y="713"/>
                    <a:pt x="415" y="715"/>
                    <a:pt x="412" y="717"/>
                  </a:cubicBezTo>
                  <a:cubicBezTo>
                    <a:pt x="381" y="734"/>
                    <a:pt x="377" y="737"/>
                    <a:pt x="373" y="740"/>
                  </a:cubicBezTo>
                  <a:cubicBezTo>
                    <a:pt x="385" y="720"/>
                    <a:pt x="404" y="707"/>
                    <a:pt x="421" y="696"/>
                  </a:cubicBezTo>
                  <a:cubicBezTo>
                    <a:pt x="473" y="672"/>
                    <a:pt x="478" y="677"/>
                    <a:pt x="484" y="670"/>
                  </a:cubicBezTo>
                  <a:cubicBezTo>
                    <a:pt x="519" y="657"/>
                    <a:pt x="524" y="659"/>
                    <a:pt x="529" y="654"/>
                  </a:cubicBezTo>
                  <a:cubicBezTo>
                    <a:pt x="603" y="622"/>
                    <a:pt x="611" y="619"/>
                    <a:pt x="619" y="615"/>
                  </a:cubicBezTo>
                  <a:cubicBezTo>
                    <a:pt x="667" y="570"/>
                    <a:pt x="677" y="568"/>
                    <a:pt x="675" y="564"/>
                  </a:cubicBezTo>
                  <a:cubicBezTo>
                    <a:pt x="719" y="542"/>
                    <a:pt x="725" y="539"/>
                    <a:pt x="730" y="537"/>
                  </a:cubicBezTo>
                  <a:cubicBezTo>
                    <a:pt x="742" y="527"/>
                    <a:pt x="737" y="530"/>
                    <a:pt x="732" y="533"/>
                  </a:cubicBezTo>
                  <a:cubicBezTo>
                    <a:pt x="706" y="538"/>
                    <a:pt x="703" y="542"/>
                    <a:pt x="700" y="544"/>
                  </a:cubicBezTo>
                  <a:cubicBezTo>
                    <a:pt x="637" y="575"/>
                    <a:pt x="629" y="578"/>
                    <a:pt x="622" y="585"/>
                  </a:cubicBezTo>
                  <a:cubicBezTo>
                    <a:pt x="557" y="616"/>
                    <a:pt x="550" y="611"/>
                    <a:pt x="543" y="615"/>
                  </a:cubicBezTo>
                  <a:cubicBezTo>
                    <a:pt x="514" y="623"/>
                    <a:pt x="507" y="625"/>
                    <a:pt x="499" y="630"/>
                  </a:cubicBezTo>
                  <a:cubicBezTo>
                    <a:pt x="469" y="641"/>
                    <a:pt x="463" y="637"/>
                    <a:pt x="455" y="644"/>
                  </a:cubicBezTo>
                  <a:cubicBezTo>
                    <a:pt x="432" y="653"/>
                    <a:pt x="426" y="659"/>
                    <a:pt x="422" y="658"/>
                  </a:cubicBezTo>
                  <a:cubicBezTo>
                    <a:pt x="410" y="660"/>
                    <a:pt x="410" y="653"/>
                    <a:pt x="416" y="648"/>
                  </a:cubicBezTo>
                  <a:cubicBezTo>
                    <a:pt x="439" y="640"/>
                    <a:pt x="445" y="628"/>
                    <a:pt x="447" y="633"/>
                  </a:cubicBezTo>
                  <a:cubicBezTo>
                    <a:pt x="502" y="611"/>
                    <a:pt x="513" y="606"/>
                    <a:pt x="523" y="605"/>
                  </a:cubicBezTo>
                  <a:cubicBezTo>
                    <a:pt x="597" y="583"/>
                    <a:pt x="606" y="581"/>
                    <a:pt x="615" y="576"/>
                  </a:cubicBezTo>
                  <a:cubicBezTo>
                    <a:pt x="655" y="561"/>
                    <a:pt x="660" y="548"/>
                    <a:pt x="663" y="553"/>
                  </a:cubicBezTo>
                  <a:cubicBezTo>
                    <a:pt x="715" y="530"/>
                    <a:pt x="721" y="528"/>
                    <a:pt x="727" y="527"/>
                  </a:cubicBezTo>
                  <a:cubicBezTo>
                    <a:pt x="736" y="512"/>
                    <a:pt x="727" y="524"/>
                    <a:pt x="720" y="520"/>
                  </a:cubicBezTo>
                  <a:cubicBezTo>
                    <a:pt x="677" y="533"/>
                    <a:pt x="673" y="536"/>
                    <a:pt x="668" y="537"/>
                  </a:cubicBezTo>
                  <a:cubicBezTo>
                    <a:pt x="603" y="571"/>
                    <a:pt x="600" y="575"/>
                    <a:pt x="598" y="573"/>
                  </a:cubicBezTo>
                  <a:cubicBezTo>
                    <a:pt x="555" y="592"/>
                    <a:pt x="552" y="588"/>
                    <a:pt x="549" y="589"/>
                  </a:cubicBezTo>
                  <a:cubicBezTo>
                    <a:pt x="507" y="600"/>
                    <a:pt x="504" y="601"/>
                    <a:pt x="501" y="601"/>
                  </a:cubicBezTo>
                  <a:cubicBezTo>
                    <a:pt x="462" y="618"/>
                    <a:pt x="456" y="620"/>
                    <a:pt x="449" y="622"/>
                  </a:cubicBezTo>
                  <a:cubicBezTo>
                    <a:pt x="427" y="627"/>
                    <a:pt x="429" y="624"/>
                    <a:pt x="432" y="622"/>
                  </a:cubicBezTo>
                  <a:cubicBezTo>
                    <a:pt x="464" y="601"/>
                    <a:pt x="476" y="596"/>
                    <a:pt x="488" y="594"/>
                  </a:cubicBezTo>
                  <a:cubicBezTo>
                    <a:pt x="519" y="583"/>
                    <a:pt x="522" y="582"/>
                    <a:pt x="525" y="584"/>
                  </a:cubicBezTo>
                  <a:cubicBezTo>
                    <a:pt x="550" y="574"/>
                    <a:pt x="557" y="572"/>
                    <a:pt x="563" y="571"/>
                  </a:cubicBezTo>
                  <a:cubicBezTo>
                    <a:pt x="588" y="560"/>
                    <a:pt x="594" y="562"/>
                    <a:pt x="600" y="559"/>
                  </a:cubicBezTo>
                  <a:cubicBezTo>
                    <a:pt x="645" y="537"/>
                    <a:pt x="651" y="541"/>
                    <a:pt x="657" y="535"/>
                  </a:cubicBezTo>
                  <a:cubicBezTo>
                    <a:pt x="670" y="528"/>
                    <a:pt x="672" y="530"/>
                    <a:pt x="671" y="528"/>
                  </a:cubicBezTo>
                  <a:cubicBezTo>
                    <a:pt x="707" y="510"/>
                    <a:pt x="711" y="502"/>
                    <a:pt x="714" y="502"/>
                  </a:cubicBezTo>
                  <a:cubicBezTo>
                    <a:pt x="729" y="486"/>
                    <a:pt x="743" y="485"/>
                    <a:pt x="736" y="481"/>
                  </a:cubicBezTo>
                  <a:cubicBezTo>
                    <a:pt x="686" y="515"/>
                    <a:pt x="684" y="515"/>
                    <a:pt x="682" y="515"/>
                  </a:cubicBezTo>
                  <a:cubicBezTo>
                    <a:pt x="660" y="525"/>
                    <a:pt x="654" y="529"/>
                    <a:pt x="648" y="532"/>
                  </a:cubicBezTo>
                  <a:cubicBezTo>
                    <a:pt x="622" y="542"/>
                    <a:pt x="616" y="542"/>
                    <a:pt x="609" y="548"/>
                  </a:cubicBezTo>
                  <a:cubicBezTo>
                    <a:pt x="569" y="562"/>
                    <a:pt x="566" y="558"/>
                    <a:pt x="563" y="561"/>
                  </a:cubicBezTo>
                  <a:cubicBezTo>
                    <a:pt x="541" y="567"/>
                    <a:pt x="537" y="572"/>
                    <a:pt x="535" y="570"/>
                  </a:cubicBezTo>
                  <a:cubicBezTo>
                    <a:pt x="474" y="591"/>
                    <a:pt x="469" y="587"/>
                    <a:pt x="462" y="592"/>
                  </a:cubicBezTo>
                  <a:cubicBezTo>
                    <a:pt x="459" y="582"/>
                    <a:pt x="465" y="573"/>
                    <a:pt x="468" y="576"/>
                  </a:cubicBezTo>
                  <a:cubicBezTo>
                    <a:pt x="497" y="562"/>
                    <a:pt x="501" y="567"/>
                    <a:pt x="506" y="564"/>
                  </a:cubicBezTo>
                  <a:cubicBezTo>
                    <a:pt x="546" y="554"/>
                    <a:pt x="550" y="555"/>
                    <a:pt x="555" y="550"/>
                  </a:cubicBezTo>
                  <a:cubicBezTo>
                    <a:pt x="621" y="530"/>
                    <a:pt x="639" y="521"/>
                    <a:pt x="656" y="514"/>
                  </a:cubicBezTo>
                  <a:cubicBezTo>
                    <a:pt x="724" y="468"/>
                    <a:pt x="727" y="472"/>
                    <a:pt x="731" y="467"/>
                  </a:cubicBezTo>
                  <a:cubicBezTo>
                    <a:pt x="698" y="479"/>
                    <a:pt x="675" y="497"/>
                    <a:pt x="653" y="506"/>
                  </a:cubicBezTo>
                  <a:cubicBezTo>
                    <a:pt x="569" y="540"/>
                    <a:pt x="564" y="539"/>
                    <a:pt x="557" y="543"/>
                  </a:cubicBezTo>
                  <a:cubicBezTo>
                    <a:pt x="520" y="547"/>
                    <a:pt x="515" y="554"/>
                    <a:pt x="512" y="552"/>
                  </a:cubicBezTo>
                  <a:cubicBezTo>
                    <a:pt x="473" y="562"/>
                    <a:pt x="469" y="568"/>
                    <a:pt x="466" y="563"/>
                  </a:cubicBezTo>
                  <a:cubicBezTo>
                    <a:pt x="498" y="545"/>
                    <a:pt x="497" y="541"/>
                    <a:pt x="502" y="539"/>
                  </a:cubicBezTo>
                  <a:cubicBezTo>
                    <a:pt x="563" y="520"/>
                    <a:pt x="573" y="516"/>
                    <a:pt x="581" y="519"/>
                  </a:cubicBezTo>
                  <a:cubicBezTo>
                    <a:pt x="612" y="506"/>
                    <a:pt x="616" y="505"/>
                    <a:pt x="619" y="506"/>
                  </a:cubicBezTo>
                  <a:cubicBezTo>
                    <a:pt x="736" y="443"/>
                    <a:pt x="752" y="427"/>
                    <a:pt x="767" y="422"/>
                  </a:cubicBezTo>
                  <a:cubicBezTo>
                    <a:pt x="792" y="398"/>
                    <a:pt x="801" y="398"/>
                    <a:pt x="799" y="388"/>
                  </a:cubicBezTo>
                  <a:cubicBezTo>
                    <a:pt x="779" y="406"/>
                    <a:pt x="773" y="410"/>
                    <a:pt x="771" y="411"/>
                  </a:cubicBezTo>
                  <a:cubicBezTo>
                    <a:pt x="764" y="417"/>
                    <a:pt x="760" y="419"/>
                    <a:pt x="757" y="421"/>
                  </a:cubicBezTo>
                  <a:cubicBezTo>
                    <a:pt x="698" y="461"/>
                    <a:pt x="694" y="459"/>
                    <a:pt x="692" y="461"/>
                  </a:cubicBezTo>
                  <a:cubicBezTo>
                    <a:pt x="645" y="481"/>
                    <a:pt x="642" y="485"/>
                    <a:pt x="639" y="487"/>
                  </a:cubicBezTo>
                  <a:cubicBezTo>
                    <a:pt x="607" y="499"/>
                    <a:pt x="602" y="499"/>
                    <a:pt x="597" y="503"/>
                  </a:cubicBezTo>
                  <a:cubicBezTo>
                    <a:pt x="580" y="505"/>
                    <a:pt x="572" y="510"/>
                    <a:pt x="564" y="509"/>
                  </a:cubicBezTo>
                  <a:cubicBezTo>
                    <a:pt x="507" y="529"/>
                    <a:pt x="504" y="529"/>
                    <a:pt x="501" y="530"/>
                  </a:cubicBezTo>
                  <a:cubicBezTo>
                    <a:pt x="511" y="516"/>
                    <a:pt x="516" y="516"/>
                    <a:pt x="521" y="510"/>
                  </a:cubicBezTo>
                  <a:cubicBezTo>
                    <a:pt x="560" y="498"/>
                    <a:pt x="569" y="498"/>
                    <a:pt x="580" y="493"/>
                  </a:cubicBezTo>
                  <a:cubicBezTo>
                    <a:pt x="646" y="472"/>
                    <a:pt x="652" y="467"/>
                    <a:pt x="658" y="468"/>
                  </a:cubicBezTo>
                  <a:cubicBezTo>
                    <a:pt x="762" y="408"/>
                    <a:pt x="771" y="401"/>
                    <a:pt x="780" y="395"/>
                  </a:cubicBezTo>
                  <a:cubicBezTo>
                    <a:pt x="794" y="385"/>
                    <a:pt x="799" y="381"/>
                    <a:pt x="804" y="378"/>
                  </a:cubicBezTo>
                  <a:cubicBezTo>
                    <a:pt x="816" y="362"/>
                    <a:pt x="807" y="368"/>
                    <a:pt x="799" y="374"/>
                  </a:cubicBezTo>
                  <a:cubicBezTo>
                    <a:pt x="785" y="381"/>
                    <a:pt x="780" y="387"/>
                    <a:pt x="777" y="392"/>
                  </a:cubicBezTo>
                  <a:cubicBezTo>
                    <a:pt x="741" y="412"/>
                    <a:pt x="732" y="416"/>
                    <a:pt x="722" y="424"/>
                  </a:cubicBezTo>
                  <a:cubicBezTo>
                    <a:pt x="700" y="442"/>
                    <a:pt x="692" y="439"/>
                    <a:pt x="689" y="441"/>
                  </a:cubicBezTo>
                  <a:cubicBezTo>
                    <a:pt x="614" y="471"/>
                    <a:pt x="613" y="473"/>
                    <a:pt x="607" y="476"/>
                  </a:cubicBezTo>
                  <a:cubicBezTo>
                    <a:pt x="566" y="485"/>
                    <a:pt x="556" y="494"/>
                    <a:pt x="549" y="491"/>
                  </a:cubicBezTo>
                  <a:cubicBezTo>
                    <a:pt x="513" y="502"/>
                    <a:pt x="508" y="511"/>
                    <a:pt x="505" y="508"/>
                  </a:cubicBezTo>
                  <a:cubicBezTo>
                    <a:pt x="524" y="490"/>
                    <a:pt x="526" y="487"/>
                    <a:pt x="528" y="486"/>
                  </a:cubicBezTo>
                  <a:cubicBezTo>
                    <a:pt x="546" y="478"/>
                    <a:pt x="555" y="473"/>
                    <a:pt x="564" y="467"/>
                  </a:cubicBezTo>
                  <a:cubicBezTo>
                    <a:pt x="585" y="466"/>
                    <a:pt x="592" y="460"/>
                    <a:pt x="598" y="460"/>
                  </a:cubicBezTo>
                  <a:cubicBezTo>
                    <a:pt x="650" y="440"/>
                    <a:pt x="653" y="444"/>
                    <a:pt x="657" y="440"/>
                  </a:cubicBezTo>
                  <a:cubicBezTo>
                    <a:pt x="729" y="408"/>
                    <a:pt x="743" y="399"/>
                    <a:pt x="758" y="389"/>
                  </a:cubicBezTo>
                  <a:cubicBezTo>
                    <a:pt x="794" y="357"/>
                    <a:pt x="790" y="359"/>
                    <a:pt x="778" y="369"/>
                  </a:cubicBezTo>
                  <a:cubicBezTo>
                    <a:pt x="742" y="393"/>
                    <a:pt x="737" y="396"/>
                    <a:pt x="732" y="400"/>
                  </a:cubicBezTo>
                  <a:cubicBezTo>
                    <a:pt x="693" y="417"/>
                    <a:pt x="690" y="418"/>
                    <a:pt x="687" y="420"/>
                  </a:cubicBezTo>
                  <a:cubicBezTo>
                    <a:pt x="629" y="438"/>
                    <a:pt x="622" y="447"/>
                    <a:pt x="618" y="443"/>
                  </a:cubicBezTo>
                  <a:cubicBezTo>
                    <a:pt x="587" y="455"/>
                    <a:pt x="575" y="459"/>
                    <a:pt x="564" y="457"/>
                  </a:cubicBezTo>
                  <a:cubicBezTo>
                    <a:pt x="544" y="467"/>
                    <a:pt x="539" y="470"/>
                    <a:pt x="534" y="470"/>
                  </a:cubicBezTo>
                  <a:cubicBezTo>
                    <a:pt x="590" y="434"/>
                    <a:pt x="594" y="439"/>
                    <a:pt x="599" y="435"/>
                  </a:cubicBezTo>
                  <a:cubicBezTo>
                    <a:pt x="658" y="416"/>
                    <a:pt x="669" y="411"/>
                    <a:pt x="679" y="409"/>
                  </a:cubicBezTo>
                  <a:cubicBezTo>
                    <a:pt x="766" y="359"/>
                    <a:pt x="770" y="356"/>
                    <a:pt x="786" y="346"/>
                  </a:cubicBezTo>
                  <a:cubicBezTo>
                    <a:pt x="788" y="337"/>
                    <a:pt x="773" y="348"/>
                    <a:pt x="758" y="359"/>
                  </a:cubicBezTo>
                  <a:cubicBezTo>
                    <a:pt x="666" y="405"/>
                    <a:pt x="659" y="405"/>
                    <a:pt x="650" y="410"/>
                  </a:cubicBezTo>
                  <a:cubicBezTo>
                    <a:pt x="579" y="427"/>
                    <a:pt x="571" y="435"/>
                    <a:pt x="566" y="429"/>
                  </a:cubicBezTo>
                  <a:cubicBezTo>
                    <a:pt x="586" y="418"/>
                    <a:pt x="591" y="422"/>
                    <a:pt x="597" y="419"/>
                  </a:cubicBezTo>
                  <a:cubicBezTo>
                    <a:pt x="623" y="411"/>
                    <a:pt x="627" y="405"/>
                    <a:pt x="629" y="408"/>
                  </a:cubicBezTo>
                  <a:cubicBezTo>
                    <a:pt x="674" y="391"/>
                    <a:pt x="674" y="383"/>
                    <a:pt x="679" y="385"/>
                  </a:cubicBezTo>
                  <a:cubicBezTo>
                    <a:pt x="709" y="372"/>
                    <a:pt x="714" y="369"/>
                    <a:pt x="719" y="365"/>
                  </a:cubicBezTo>
                  <a:cubicBezTo>
                    <a:pt x="790" y="326"/>
                    <a:pt x="800" y="319"/>
                    <a:pt x="808" y="316"/>
                  </a:cubicBezTo>
                  <a:cubicBezTo>
                    <a:pt x="851" y="294"/>
                    <a:pt x="848" y="291"/>
                    <a:pt x="852" y="289"/>
                  </a:cubicBezTo>
                  <a:cubicBezTo>
                    <a:pt x="847" y="287"/>
                    <a:pt x="848" y="290"/>
                    <a:pt x="845" y="292"/>
                  </a:cubicBezTo>
                  <a:cubicBezTo>
                    <a:pt x="796" y="312"/>
                    <a:pt x="785" y="320"/>
                    <a:pt x="775" y="325"/>
                  </a:cubicBezTo>
                  <a:cubicBezTo>
                    <a:pt x="686" y="371"/>
                    <a:pt x="681" y="378"/>
                    <a:pt x="677" y="376"/>
                  </a:cubicBezTo>
                  <a:cubicBezTo>
                    <a:pt x="647" y="386"/>
                    <a:pt x="644" y="390"/>
                    <a:pt x="642" y="391"/>
                  </a:cubicBezTo>
                  <a:cubicBezTo>
                    <a:pt x="602" y="407"/>
                    <a:pt x="598" y="406"/>
                    <a:pt x="593" y="409"/>
                  </a:cubicBezTo>
                  <a:cubicBezTo>
                    <a:pt x="585" y="406"/>
                    <a:pt x="586" y="411"/>
                    <a:pt x="589" y="407"/>
                  </a:cubicBezTo>
                  <a:cubicBezTo>
                    <a:pt x="637" y="379"/>
                    <a:pt x="661" y="368"/>
                    <a:pt x="684" y="361"/>
                  </a:cubicBezTo>
                  <a:cubicBezTo>
                    <a:pt x="714" y="348"/>
                    <a:pt x="717" y="344"/>
                    <a:pt x="720" y="343"/>
                  </a:cubicBezTo>
                  <a:cubicBezTo>
                    <a:pt x="761" y="318"/>
                    <a:pt x="780" y="313"/>
                    <a:pt x="794" y="303"/>
                  </a:cubicBezTo>
                  <a:cubicBezTo>
                    <a:pt x="837" y="288"/>
                    <a:pt x="847" y="283"/>
                    <a:pt x="845" y="279"/>
                  </a:cubicBezTo>
                  <a:cubicBezTo>
                    <a:pt x="748" y="324"/>
                    <a:pt x="743" y="322"/>
                    <a:pt x="738" y="327"/>
                  </a:cubicBezTo>
                  <a:cubicBezTo>
                    <a:pt x="712" y="340"/>
                    <a:pt x="702" y="341"/>
                    <a:pt x="692" y="348"/>
                  </a:cubicBezTo>
                  <a:cubicBezTo>
                    <a:pt x="671" y="360"/>
                    <a:pt x="667" y="355"/>
                    <a:pt x="661" y="360"/>
                  </a:cubicBezTo>
                  <a:cubicBezTo>
                    <a:pt x="628" y="371"/>
                    <a:pt x="625" y="375"/>
                    <a:pt x="623" y="373"/>
                  </a:cubicBezTo>
                  <a:cubicBezTo>
                    <a:pt x="602" y="380"/>
                    <a:pt x="603" y="375"/>
                    <a:pt x="608" y="379"/>
                  </a:cubicBezTo>
                  <a:cubicBezTo>
                    <a:pt x="635" y="363"/>
                    <a:pt x="640" y="358"/>
                    <a:pt x="645" y="355"/>
                  </a:cubicBezTo>
                  <a:cubicBezTo>
                    <a:pt x="690" y="337"/>
                    <a:pt x="695" y="339"/>
                    <a:pt x="702" y="336"/>
                  </a:cubicBezTo>
                  <a:cubicBezTo>
                    <a:pt x="778" y="299"/>
                    <a:pt x="789" y="291"/>
                    <a:pt x="800" y="284"/>
                  </a:cubicBezTo>
                  <a:cubicBezTo>
                    <a:pt x="823" y="265"/>
                    <a:pt x="817" y="270"/>
                    <a:pt x="810" y="275"/>
                  </a:cubicBezTo>
                  <a:cubicBezTo>
                    <a:pt x="745" y="308"/>
                    <a:pt x="744" y="312"/>
                    <a:pt x="735" y="317"/>
                  </a:cubicBezTo>
                  <a:cubicBezTo>
                    <a:pt x="706" y="325"/>
                    <a:pt x="698" y="329"/>
                    <a:pt x="692" y="328"/>
                  </a:cubicBezTo>
                  <a:cubicBezTo>
                    <a:pt x="631" y="353"/>
                    <a:pt x="625" y="359"/>
                    <a:pt x="621" y="355"/>
                  </a:cubicBezTo>
                  <a:cubicBezTo>
                    <a:pt x="645" y="341"/>
                    <a:pt x="649" y="339"/>
                    <a:pt x="654" y="336"/>
                  </a:cubicBezTo>
                  <a:cubicBezTo>
                    <a:pt x="697" y="321"/>
                    <a:pt x="705" y="316"/>
                    <a:pt x="713" y="313"/>
                  </a:cubicBezTo>
                  <a:cubicBezTo>
                    <a:pt x="745" y="297"/>
                    <a:pt x="753" y="295"/>
                    <a:pt x="761" y="291"/>
                  </a:cubicBezTo>
                  <a:cubicBezTo>
                    <a:pt x="803" y="262"/>
                    <a:pt x="807" y="264"/>
                    <a:pt x="806" y="261"/>
                  </a:cubicBezTo>
                  <a:cubicBezTo>
                    <a:pt x="839" y="233"/>
                    <a:pt x="843" y="230"/>
                    <a:pt x="847" y="226"/>
                  </a:cubicBezTo>
                  <a:cubicBezTo>
                    <a:pt x="796" y="261"/>
                    <a:pt x="788" y="266"/>
                    <a:pt x="779" y="272"/>
                  </a:cubicBezTo>
                  <a:cubicBezTo>
                    <a:pt x="668" y="319"/>
                    <a:pt x="661" y="325"/>
                    <a:pt x="655" y="325"/>
                  </a:cubicBezTo>
                  <a:cubicBezTo>
                    <a:pt x="643" y="332"/>
                    <a:pt x="643" y="326"/>
                    <a:pt x="646" y="322"/>
                  </a:cubicBezTo>
                  <a:cubicBezTo>
                    <a:pt x="668" y="316"/>
                    <a:pt x="674" y="313"/>
                    <a:pt x="679" y="313"/>
                  </a:cubicBezTo>
                  <a:cubicBezTo>
                    <a:pt x="789" y="253"/>
                    <a:pt x="800" y="245"/>
                    <a:pt x="811" y="238"/>
                  </a:cubicBezTo>
                  <a:cubicBezTo>
                    <a:pt x="830" y="217"/>
                    <a:pt x="839" y="215"/>
                    <a:pt x="836" y="212"/>
                  </a:cubicBezTo>
                  <a:cubicBezTo>
                    <a:pt x="826" y="221"/>
                    <a:pt x="818" y="219"/>
                    <a:pt x="815" y="227"/>
                  </a:cubicBezTo>
                  <a:cubicBezTo>
                    <a:pt x="759" y="262"/>
                    <a:pt x="739" y="275"/>
                    <a:pt x="719" y="284"/>
                  </a:cubicBezTo>
                  <a:cubicBezTo>
                    <a:pt x="673" y="305"/>
                    <a:pt x="671" y="306"/>
                    <a:pt x="668" y="306"/>
                  </a:cubicBezTo>
                  <a:cubicBezTo>
                    <a:pt x="711" y="282"/>
                    <a:pt x="719" y="273"/>
                    <a:pt x="727" y="271"/>
                  </a:cubicBezTo>
                  <a:cubicBezTo>
                    <a:pt x="797" y="226"/>
                    <a:pt x="805" y="220"/>
                    <a:pt x="813" y="214"/>
                  </a:cubicBezTo>
                  <a:cubicBezTo>
                    <a:pt x="850" y="175"/>
                    <a:pt x="861" y="172"/>
                    <a:pt x="859" y="168"/>
                  </a:cubicBezTo>
                  <a:close/>
                  <a:moveTo>
                    <a:pt x="743" y="232"/>
                  </a:moveTo>
                  <a:cubicBezTo>
                    <a:pt x="748" y="239"/>
                    <a:pt x="733" y="238"/>
                    <a:pt x="728" y="246"/>
                  </a:cubicBezTo>
                  <a:cubicBezTo>
                    <a:pt x="725" y="238"/>
                    <a:pt x="737" y="240"/>
                    <a:pt x="743" y="232"/>
                  </a:cubicBezTo>
                  <a:close/>
                  <a:moveTo>
                    <a:pt x="723" y="245"/>
                  </a:moveTo>
                  <a:cubicBezTo>
                    <a:pt x="723" y="251"/>
                    <a:pt x="713" y="252"/>
                    <a:pt x="710" y="254"/>
                  </a:cubicBezTo>
                  <a:cubicBezTo>
                    <a:pt x="709" y="248"/>
                    <a:pt x="719" y="247"/>
                    <a:pt x="723" y="245"/>
                  </a:cubicBezTo>
                  <a:close/>
                  <a:moveTo>
                    <a:pt x="265" y="659"/>
                  </a:moveTo>
                  <a:cubicBezTo>
                    <a:pt x="262" y="656"/>
                    <a:pt x="263" y="654"/>
                    <a:pt x="262" y="651"/>
                  </a:cubicBezTo>
                  <a:cubicBezTo>
                    <a:pt x="260" y="649"/>
                    <a:pt x="256" y="646"/>
                    <a:pt x="259" y="644"/>
                  </a:cubicBezTo>
                  <a:cubicBezTo>
                    <a:pt x="256" y="643"/>
                    <a:pt x="254" y="641"/>
                    <a:pt x="252" y="638"/>
                  </a:cubicBezTo>
                  <a:cubicBezTo>
                    <a:pt x="252" y="636"/>
                    <a:pt x="252" y="634"/>
                    <a:pt x="250" y="635"/>
                  </a:cubicBezTo>
                  <a:cubicBezTo>
                    <a:pt x="248" y="631"/>
                    <a:pt x="248" y="627"/>
                    <a:pt x="243" y="623"/>
                  </a:cubicBezTo>
                  <a:cubicBezTo>
                    <a:pt x="245" y="617"/>
                    <a:pt x="243" y="617"/>
                    <a:pt x="239" y="613"/>
                  </a:cubicBezTo>
                  <a:cubicBezTo>
                    <a:pt x="241" y="610"/>
                    <a:pt x="236" y="605"/>
                    <a:pt x="236" y="601"/>
                  </a:cubicBezTo>
                  <a:cubicBezTo>
                    <a:pt x="231" y="592"/>
                    <a:pt x="230" y="592"/>
                    <a:pt x="223" y="581"/>
                  </a:cubicBezTo>
                  <a:cubicBezTo>
                    <a:pt x="215" y="572"/>
                    <a:pt x="216" y="564"/>
                    <a:pt x="207" y="555"/>
                  </a:cubicBezTo>
                  <a:cubicBezTo>
                    <a:pt x="203" y="545"/>
                    <a:pt x="204" y="543"/>
                    <a:pt x="195" y="532"/>
                  </a:cubicBezTo>
                  <a:cubicBezTo>
                    <a:pt x="199" y="528"/>
                    <a:pt x="191" y="523"/>
                    <a:pt x="193" y="519"/>
                  </a:cubicBezTo>
                  <a:cubicBezTo>
                    <a:pt x="188" y="514"/>
                    <a:pt x="192" y="510"/>
                    <a:pt x="188" y="505"/>
                  </a:cubicBezTo>
                  <a:cubicBezTo>
                    <a:pt x="187" y="496"/>
                    <a:pt x="184" y="487"/>
                    <a:pt x="181" y="478"/>
                  </a:cubicBezTo>
                  <a:cubicBezTo>
                    <a:pt x="189" y="478"/>
                    <a:pt x="185" y="488"/>
                    <a:pt x="189" y="492"/>
                  </a:cubicBezTo>
                  <a:cubicBezTo>
                    <a:pt x="191" y="498"/>
                    <a:pt x="194" y="504"/>
                    <a:pt x="193" y="509"/>
                  </a:cubicBezTo>
                  <a:cubicBezTo>
                    <a:pt x="200" y="517"/>
                    <a:pt x="199" y="523"/>
                    <a:pt x="207" y="531"/>
                  </a:cubicBezTo>
                  <a:cubicBezTo>
                    <a:pt x="210" y="535"/>
                    <a:pt x="208" y="538"/>
                    <a:pt x="209" y="541"/>
                  </a:cubicBezTo>
                  <a:cubicBezTo>
                    <a:pt x="213" y="542"/>
                    <a:pt x="214" y="546"/>
                    <a:pt x="213" y="549"/>
                  </a:cubicBezTo>
                  <a:cubicBezTo>
                    <a:pt x="220" y="554"/>
                    <a:pt x="218" y="557"/>
                    <a:pt x="224" y="565"/>
                  </a:cubicBezTo>
                  <a:cubicBezTo>
                    <a:pt x="227" y="574"/>
                    <a:pt x="233" y="584"/>
                    <a:pt x="237" y="593"/>
                  </a:cubicBezTo>
                  <a:cubicBezTo>
                    <a:pt x="239" y="596"/>
                    <a:pt x="241" y="598"/>
                    <a:pt x="243" y="601"/>
                  </a:cubicBezTo>
                  <a:cubicBezTo>
                    <a:pt x="243" y="603"/>
                    <a:pt x="243" y="605"/>
                    <a:pt x="245" y="604"/>
                  </a:cubicBezTo>
                  <a:cubicBezTo>
                    <a:pt x="246" y="609"/>
                    <a:pt x="245" y="613"/>
                    <a:pt x="250" y="618"/>
                  </a:cubicBezTo>
                  <a:cubicBezTo>
                    <a:pt x="253" y="627"/>
                    <a:pt x="261" y="637"/>
                    <a:pt x="263" y="646"/>
                  </a:cubicBezTo>
                  <a:cubicBezTo>
                    <a:pt x="271" y="655"/>
                    <a:pt x="270" y="664"/>
                    <a:pt x="275" y="673"/>
                  </a:cubicBezTo>
                  <a:cubicBezTo>
                    <a:pt x="268" y="673"/>
                    <a:pt x="271" y="663"/>
                    <a:pt x="265" y="659"/>
                  </a:cubicBezTo>
                  <a:close/>
                  <a:moveTo>
                    <a:pt x="279" y="685"/>
                  </a:moveTo>
                  <a:cubicBezTo>
                    <a:pt x="279" y="692"/>
                    <a:pt x="278" y="682"/>
                    <a:pt x="274" y="679"/>
                  </a:cubicBezTo>
                  <a:cubicBezTo>
                    <a:pt x="273" y="676"/>
                    <a:pt x="276" y="678"/>
                    <a:pt x="277" y="679"/>
                  </a:cubicBezTo>
                  <a:cubicBezTo>
                    <a:pt x="278" y="681"/>
                    <a:pt x="279" y="683"/>
                    <a:pt x="281" y="684"/>
                  </a:cubicBezTo>
                  <a:cubicBezTo>
                    <a:pt x="280" y="685"/>
                    <a:pt x="280" y="685"/>
                    <a:pt x="279" y="685"/>
                  </a:cubicBezTo>
                  <a:close/>
                  <a:moveTo>
                    <a:pt x="166" y="634"/>
                  </a:moveTo>
                  <a:cubicBezTo>
                    <a:pt x="162" y="637"/>
                    <a:pt x="166" y="630"/>
                    <a:pt x="161" y="628"/>
                  </a:cubicBezTo>
                  <a:cubicBezTo>
                    <a:pt x="168" y="628"/>
                    <a:pt x="168" y="638"/>
                    <a:pt x="172" y="642"/>
                  </a:cubicBezTo>
                  <a:cubicBezTo>
                    <a:pt x="168" y="645"/>
                    <a:pt x="166" y="636"/>
                    <a:pt x="166" y="634"/>
                  </a:cubicBezTo>
                  <a:close/>
                  <a:moveTo>
                    <a:pt x="192" y="691"/>
                  </a:moveTo>
                  <a:cubicBezTo>
                    <a:pt x="192" y="690"/>
                    <a:pt x="191" y="690"/>
                    <a:pt x="190" y="691"/>
                  </a:cubicBezTo>
                  <a:cubicBezTo>
                    <a:pt x="187" y="685"/>
                    <a:pt x="184" y="679"/>
                    <a:pt x="184" y="673"/>
                  </a:cubicBezTo>
                  <a:cubicBezTo>
                    <a:pt x="190" y="669"/>
                    <a:pt x="184" y="681"/>
                    <a:pt x="189" y="677"/>
                  </a:cubicBezTo>
                  <a:cubicBezTo>
                    <a:pt x="189" y="682"/>
                    <a:pt x="193" y="688"/>
                    <a:pt x="194" y="693"/>
                  </a:cubicBezTo>
                  <a:cubicBezTo>
                    <a:pt x="195" y="695"/>
                    <a:pt x="196" y="696"/>
                    <a:pt x="197" y="698"/>
                  </a:cubicBezTo>
                  <a:cubicBezTo>
                    <a:pt x="200" y="705"/>
                    <a:pt x="188" y="693"/>
                    <a:pt x="192" y="691"/>
                  </a:cubicBezTo>
                  <a:close/>
                  <a:moveTo>
                    <a:pt x="259" y="828"/>
                  </a:moveTo>
                  <a:cubicBezTo>
                    <a:pt x="258" y="824"/>
                    <a:pt x="255" y="820"/>
                    <a:pt x="256" y="817"/>
                  </a:cubicBezTo>
                  <a:cubicBezTo>
                    <a:pt x="247" y="810"/>
                    <a:pt x="247" y="797"/>
                    <a:pt x="241" y="789"/>
                  </a:cubicBezTo>
                  <a:cubicBezTo>
                    <a:pt x="233" y="777"/>
                    <a:pt x="228" y="766"/>
                    <a:pt x="224" y="755"/>
                  </a:cubicBezTo>
                  <a:cubicBezTo>
                    <a:pt x="220" y="751"/>
                    <a:pt x="217" y="746"/>
                    <a:pt x="214" y="742"/>
                  </a:cubicBezTo>
                  <a:cubicBezTo>
                    <a:pt x="212" y="737"/>
                    <a:pt x="211" y="732"/>
                    <a:pt x="208" y="727"/>
                  </a:cubicBezTo>
                  <a:cubicBezTo>
                    <a:pt x="206" y="724"/>
                    <a:pt x="208" y="722"/>
                    <a:pt x="205" y="719"/>
                  </a:cubicBezTo>
                  <a:cubicBezTo>
                    <a:pt x="202" y="720"/>
                    <a:pt x="204" y="715"/>
                    <a:pt x="201" y="717"/>
                  </a:cubicBezTo>
                  <a:cubicBezTo>
                    <a:pt x="203" y="712"/>
                    <a:pt x="194" y="705"/>
                    <a:pt x="199" y="701"/>
                  </a:cubicBezTo>
                  <a:cubicBezTo>
                    <a:pt x="207" y="710"/>
                    <a:pt x="207" y="720"/>
                    <a:pt x="217" y="725"/>
                  </a:cubicBezTo>
                  <a:cubicBezTo>
                    <a:pt x="214" y="728"/>
                    <a:pt x="222" y="733"/>
                    <a:pt x="220" y="736"/>
                  </a:cubicBezTo>
                  <a:cubicBezTo>
                    <a:pt x="220" y="739"/>
                    <a:pt x="227" y="743"/>
                    <a:pt x="224" y="745"/>
                  </a:cubicBezTo>
                  <a:cubicBezTo>
                    <a:pt x="228" y="751"/>
                    <a:pt x="231" y="757"/>
                    <a:pt x="232" y="763"/>
                  </a:cubicBezTo>
                  <a:cubicBezTo>
                    <a:pt x="242" y="777"/>
                    <a:pt x="242" y="783"/>
                    <a:pt x="252" y="798"/>
                  </a:cubicBezTo>
                  <a:cubicBezTo>
                    <a:pt x="255" y="807"/>
                    <a:pt x="256" y="808"/>
                    <a:pt x="261" y="817"/>
                  </a:cubicBezTo>
                  <a:cubicBezTo>
                    <a:pt x="258" y="822"/>
                    <a:pt x="264" y="829"/>
                    <a:pt x="265" y="836"/>
                  </a:cubicBezTo>
                  <a:cubicBezTo>
                    <a:pt x="259" y="838"/>
                    <a:pt x="262" y="830"/>
                    <a:pt x="259" y="828"/>
                  </a:cubicBezTo>
                  <a:close/>
                  <a:moveTo>
                    <a:pt x="195" y="1053"/>
                  </a:moveTo>
                  <a:cubicBezTo>
                    <a:pt x="187" y="1053"/>
                    <a:pt x="194" y="1042"/>
                    <a:pt x="195" y="1053"/>
                  </a:cubicBezTo>
                  <a:close/>
                  <a:moveTo>
                    <a:pt x="139" y="1162"/>
                  </a:moveTo>
                  <a:cubicBezTo>
                    <a:pt x="139" y="1162"/>
                    <a:pt x="135" y="1161"/>
                    <a:pt x="135" y="1160"/>
                  </a:cubicBezTo>
                  <a:cubicBezTo>
                    <a:pt x="135" y="1160"/>
                    <a:pt x="137" y="1159"/>
                    <a:pt x="137" y="1159"/>
                  </a:cubicBezTo>
                  <a:cubicBezTo>
                    <a:pt x="135" y="1156"/>
                    <a:pt x="134" y="1152"/>
                    <a:pt x="136" y="1155"/>
                  </a:cubicBezTo>
                  <a:cubicBezTo>
                    <a:pt x="138" y="1157"/>
                    <a:pt x="136" y="1158"/>
                    <a:pt x="137" y="1159"/>
                  </a:cubicBezTo>
                  <a:cubicBezTo>
                    <a:pt x="137" y="1159"/>
                    <a:pt x="146" y="1164"/>
                    <a:pt x="139" y="1162"/>
                  </a:cubicBezTo>
                  <a:close/>
                  <a:moveTo>
                    <a:pt x="157" y="1194"/>
                  </a:moveTo>
                  <a:cubicBezTo>
                    <a:pt x="156" y="1188"/>
                    <a:pt x="151" y="1181"/>
                    <a:pt x="146" y="1175"/>
                  </a:cubicBezTo>
                  <a:cubicBezTo>
                    <a:pt x="148" y="1173"/>
                    <a:pt x="150" y="1179"/>
                    <a:pt x="153" y="1177"/>
                  </a:cubicBezTo>
                  <a:cubicBezTo>
                    <a:pt x="149" y="1182"/>
                    <a:pt x="165" y="1190"/>
                    <a:pt x="157" y="1194"/>
                  </a:cubicBezTo>
                  <a:close/>
                  <a:moveTo>
                    <a:pt x="160" y="1194"/>
                  </a:moveTo>
                  <a:cubicBezTo>
                    <a:pt x="165" y="1194"/>
                    <a:pt x="164" y="1204"/>
                    <a:pt x="167" y="1208"/>
                  </a:cubicBezTo>
                  <a:cubicBezTo>
                    <a:pt x="161" y="1208"/>
                    <a:pt x="161" y="1198"/>
                    <a:pt x="160" y="1194"/>
                  </a:cubicBezTo>
                  <a:close/>
                  <a:moveTo>
                    <a:pt x="120" y="1272"/>
                  </a:moveTo>
                  <a:cubicBezTo>
                    <a:pt x="122" y="1271"/>
                    <a:pt x="129" y="1274"/>
                    <a:pt x="125" y="1275"/>
                  </a:cubicBezTo>
                  <a:cubicBezTo>
                    <a:pt x="136" y="1289"/>
                    <a:pt x="127" y="1283"/>
                    <a:pt x="120" y="1272"/>
                  </a:cubicBezTo>
                  <a:close/>
                  <a:moveTo>
                    <a:pt x="25" y="1215"/>
                  </a:moveTo>
                  <a:cubicBezTo>
                    <a:pt x="26" y="1214"/>
                    <a:pt x="27" y="1214"/>
                    <a:pt x="28" y="1213"/>
                  </a:cubicBezTo>
                  <a:cubicBezTo>
                    <a:pt x="29" y="1214"/>
                    <a:pt x="31" y="1216"/>
                    <a:pt x="32" y="1218"/>
                  </a:cubicBezTo>
                  <a:cubicBezTo>
                    <a:pt x="31" y="1218"/>
                    <a:pt x="30" y="1219"/>
                    <a:pt x="29" y="1220"/>
                  </a:cubicBezTo>
                  <a:cubicBezTo>
                    <a:pt x="27" y="1218"/>
                    <a:pt x="26" y="1217"/>
                    <a:pt x="25" y="1215"/>
                  </a:cubicBezTo>
                  <a:close/>
                  <a:moveTo>
                    <a:pt x="121" y="1375"/>
                  </a:moveTo>
                  <a:cubicBezTo>
                    <a:pt x="117" y="1370"/>
                    <a:pt x="114" y="1365"/>
                    <a:pt x="110" y="1360"/>
                  </a:cubicBezTo>
                  <a:cubicBezTo>
                    <a:pt x="113" y="1358"/>
                    <a:pt x="116" y="1360"/>
                    <a:pt x="118" y="1364"/>
                  </a:cubicBezTo>
                  <a:cubicBezTo>
                    <a:pt x="122" y="1365"/>
                    <a:pt x="127" y="1372"/>
                    <a:pt x="121" y="1375"/>
                  </a:cubicBezTo>
                  <a:close/>
                  <a:moveTo>
                    <a:pt x="156" y="1400"/>
                  </a:moveTo>
                  <a:cubicBezTo>
                    <a:pt x="154" y="1401"/>
                    <a:pt x="156" y="1399"/>
                    <a:pt x="154" y="1397"/>
                  </a:cubicBezTo>
                  <a:cubicBezTo>
                    <a:pt x="129" y="1364"/>
                    <a:pt x="125" y="1355"/>
                    <a:pt x="120" y="1353"/>
                  </a:cubicBezTo>
                  <a:cubicBezTo>
                    <a:pt x="103" y="1335"/>
                    <a:pt x="105" y="1329"/>
                    <a:pt x="98" y="1330"/>
                  </a:cubicBezTo>
                  <a:cubicBezTo>
                    <a:pt x="80" y="1305"/>
                    <a:pt x="82" y="1304"/>
                    <a:pt x="82" y="1304"/>
                  </a:cubicBezTo>
                  <a:cubicBezTo>
                    <a:pt x="72" y="1293"/>
                    <a:pt x="73" y="1290"/>
                    <a:pt x="72" y="1290"/>
                  </a:cubicBezTo>
                  <a:cubicBezTo>
                    <a:pt x="60" y="1278"/>
                    <a:pt x="63" y="1277"/>
                    <a:pt x="61" y="1275"/>
                  </a:cubicBezTo>
                  <a:cubicBezTo>
                    <a:pt x="44" y="1247"/>
                    <a:pt x="37" y="1241"/>
                    <a:pt x="37" y="1236"/>
                  </a:cubicBezTo>
                  <a:cubicBezTo>
                    <a:pt x="33" y="1223"/>
                    <a:pt x="41" y="1230"/>
                    <a:pt x="45" y="1233"/>
                  </a:cubicBezTo>
                  <a:cubicBezTo>
                    <a:pt x="83" y="1280"/>
                    <a:pt x="94" y="1291"/>
                    <a:pt x="101" y="1303"/>
                  </a:cubicBezTo>
                  <a:cubicBezTo>
                    <a:pt x="106" y="1310"/>
                    <a:pt x="104" y="1311"/>
                    <a:pt x="105" y="1312"/>
                  </a:cubicBezTo>
                  <a:cubicBezTo>
                    <a:pt x="117" y="1329"/>
                    <a:pt x="118" y="1327"/>
                    <a:pt x="119" y="1329"/>
                  </a:cubicBezTo>
                  <a:cubicBezTo>
                    <a:pt x="159" y="1413"/>
                    <a:pt x="159" y="1403"/>
                    <a:pt x="156" y="1400"/>
                  </a:cubicBezTo>
                  <a:close/>
                  <a:moveTo>
                    <a:pt x="217" y="1325"/>
                  </a:moveTo>
                  <a:cubicBezTo>
                    <a:pt x="220" y="1327"/>
                    <a:pt x="210" y="1334"/>
                    <a:pt x="210" y="1328"/>
                  </a:cubicBezTo>
                  <a:cubicBezTo>
                    <a:pt x="212" y="1325"/>
                    <a:pt x="214" y="1327"/>
                    <a:pt x="217" y="1325"/>
                  </a:cubicBezTo>
                  <a:close/>
                  <a:moveTo>
                    <a:pt x="182" y="1218"/>
                  </a:moveTo>
                  <a:cubicBezTo>
                    <a:pt x="188" y="1216"/>
                    <a:pt x="184" y="1224"/>
                    <a:pt x="189" y="1227"/>
                  </a:cubicBezTo>
                  <a:cubicBezTo>
                    <a:pt x="183" y="1229"/>
                    <a:pt x="184" y="1220"/>
                    <a:pt x="182" y="1218"/>
                  </a:cubicBezTo>
                  <a:close/>
                  <a:moveTo>
                    <a:pt x="339" y="1330"/>
                  </a:moveTo>
                  <a:cubicBezTo>
                    <a:pt x="343" y="1334"/>
                    <a:pt x="348" y="1326"/>
                    <a:pt x="351" y="1333"/>
                  </a:cubicBezTo>
                  <a:cubicBezTo>
                    <a:pt x="345" y="1334"/>
                    <a:pt x="340" y="1333"/>
                    <a:pt x="334" y="1333"/>
                  </a:cubicBezTo>
                  <a:cubicBezTo>
                    <a:pt x="333" y="1331"/>
                    <a:pt x="337" y="1333"/>
                    <a:pt x="339" y="1330"/>
                  </a:cubicBezTo>
                  <a:close/>
                  <a:moveTo>
                    <a:pt x="334" y="1341"/>
                  </a:moveTo>
                  <a:cubicBezTo>
                    <a:pt x="336" y="1340"/>
                    <a:pt x="338" y="1342"/>
                    <a:pt x="340" y="1342"/>
                  </a:cubicBezTo>
                  <a:cubicBezTo>
                    <a:pt x="342" y="1341"/>
                    <a:pt x="344" y="1342"/>
                    <a:pt x="346" y="1340"/>
                  </a:cubicBezTo>
                  <a:cubicBezTo>
                    <a:pt x="357" y="1342"/>
                    <a:pt x="367" y="1347"/>
                    <a:pt x="379" y="1338"/>
                  </a:cubicBezTo>
                  <a:cubicBezTo>
                    <a:pt x="387" y="1341"/>
                    <a:pt x="395" y="1339"/>
                    <a:pt x="403" y="1338"/>
                  </a:cubicBezTo>
                  <a:cubicBezTo>
                    <a:pt x="406" y="1343"/>
                    <a:pt x="399" y="1338"/>
                    <a:pt x="397" y="1342"/>
                  </a:cubicBezTo>
                  <a:cubicBezTo>
                    <a:pt x="395" y="1339"/>
                    <a:pt x="391" y="1345"/>
                    <a:pt x="389" y="1341"/>
                  </a:cubicBezTo>
                  <a:cubicBezTo>
                    <a:pt x="383" y="1345"/>
                    <a:pt x="378" y="1341"/>
                    <a:pt x="372" y="1345"/>
                  </a:cubicBezTo>
                  <a:cubicBezTo>
                    <a:pt x="367" y="1342"/>
                    <a:pt x="362" y="1346"/>
                    <a:pt x="357" y="1344"/>
                  </a:cubicBezTo>
                  <a:cubicBezTo>
                    <a:pt x="352" y="1342"/>
                    <a:pt x="346" y="1348"/>
                    <a:pt x="341" y="1343"/>
                  </a:cubicBezTo>
                  <a:cubicBezTo>
                    <a:pt x="335" y="1345"/>
                    <a:pt x="329" y="1350"/>
                    <a:pt x="324" y="1343"/>
                  </a:cubicBezTo>
                  <a:cubicBezTo>
                    <a:pt x="328" y="1342"/>
                    <a:pt x="330" y="1346"/>
                    <a:pt x="334" y="1341"/>
                  </a:cubicBezTo>
                  <a:close/>
                  <a:moveTo>
                    <a:pt x="321" y="1343"/>
                  </a:moveTo>
                  <a:cubicBezTo>
                    <a:pt x="321" y="1351"/>
                    <a:pt x="310" y="1347"/>
                    <a:pt x="306" y="1349"/>
                  </a:cubicBezTo>
                  <a:cubicBezTo>
                    <a:pt x="300" y="1351"/>
                    <a:pt x="295" y="1352"/>
                    <a:pt x="290" y="1353"/>
                  </a:cubicBezTo>
                  <a:cubicBezTo>
                    <a:pt x="284" y="1355"/>
                    <a:pt x="278" y="1355"/>
                    <a:pt x="272" y="1359"/>
                  </a:cubicBezTo>
                  <a:cubicBezTo>
                    <a:pt x="267" y="1360"/>
                    <a:pt x="265" y="1364"/>
                    <a:pt x="258" y="1364"/>
                  </a:cubicBezTo>
                  <a:cubicBezTo>
                    <a:pt x="249" y="1371"/>
                    <a:pt x="241" y="1374"/>
                    <a:pt x="233" y="1377"/>
                  </a:cubicBezTo>
                  <a:cubicBezTo>
                    <a:pt x="216" y="1388"/>
                    <a:pt x="203" y="1400"/>
                    <a:pt x="192" y="1412"/>
                  </a:cubicBezTo>
                  <a:cubicBezTo>
                    <a:pt x="191" y="1414"/>
                    <a:pt x="190" y="1415"/>
                    <a:pt x="191" y="1417"/>
                  </a:cubicBezTo>
                  <a:cubicBezTo>
                    <a:pt x="188" y="1420"/>
                    <a:pt x="186" y="1418"/>
                    <a:pt x="188" y="1417"/>
                  </a:cubicBezTo>
                  <a:cubicBezTo>
                    <a:pt x="190" y="1412"/>
                    <a:pt x="191" y="1406"/>
                    <a:pt x="196" y="1401"/>
                  </a:cubicBezTo>
                  <a:cubicBezTo>
                    <a:pt x="197" y="1396"/>
                    <a:pt x="204" y="1391"/>
                    <a:pt x="205" y="1385"/>
                  </a:cubicBezTo>
                  <a:cubicBezTo>
                    <a:pt x="211" y="1384"/>
                    <a:pt x="216" y="1375"/>
                    <a:pt x="225" y="1370"/>
                  </a:cubicBezTo>
                  <a:cubicBezTo>
                    <a:pt x="235" y="1364"/>
                    <a:pt x="236" y="1365"/>
                    <a:pt x="246" y="1358"/>
                  </a:cubicBezTo>
                  <a:cubicBezTo>
                    <a:pt x="248" y="1361"/>
                    <a:pt x="252" y="1355"/>
                    <a:pt x="255" y="1356"/>
                  </a:cubicBezTo>
                  <a:cubicBezTo>
                    <a:pt x="258" y="1356"/>
                    <a:pt x="261" y="1355"/>
                    <a:pt x="264" y="1352"/>
                  </a:cubicBezTo>
                  <a:cubicBezTo>
                    <a:pt x="267" y="1356"/>
                    <a:pt x="272" y="1352"/>
                    <a:pt x="275" y="1354"/>
                  </a:cubicBezTo>
                  <a:cubicBezTo>
                    <a:pt x="291" y="1345"/>
                    <a:pt x="306" y="1348"/>
                    <a:pt x="321" y="1343"/>
                  </a:cubicBezTo>
                  <a:close/>
                  <a:moveTo>
                    <a:pt x="193" y="1379"/>
                  </a:moveTo>
                  <a:cubicBezTo>
                    <a:pt x="192" y="1377"/>
                    <a:pt x="196" y="1374"/>
                    <a:pt x="198" y="1376"/>
                  </a:cubicBezTo>
                  <a:cubicBezTo>
                    <a:pt x="198" y="1371"/>
                    <a:pt x="203" y="1367"/>
                    <a:pt x="205" y="1363"/>
                  </a:cubicBezTo>
                  <a:cubicBezTo>
                    <a:pt x="211" y="1359"/>
                    <a:pt x="216" y="1355"/>
                    <a:pt x="221" y="1351"/>
                  </a:cubicBezTo>
                  <a:cubicBezTo>
                    <a:pt x="230" y="1347"/>
                    <a:pt x="237" y="1348"/>
                    <a:pt x="246" y="1341"/>
                  </a:cubicBezTo>
                  <a:cubicBezTo>
                    <a:pt x="251" y="1345"/>
                    <a:pt x="256" y="1336"/>
                    <a:pt x="262" y="1339"/>
                  </a:cubicBezTo>
                  <a:cubicBezTo>
                    <a:pt x="267" y="1334"/>
                    <a:pt x="271" y="1340"/>
                    <a:pt x="277" y="1336"/>
                  </a:cubicBezTo>
                  <a:cubicBezTo>
                    <a:pt x="286" y="1336"/>
                    <a:pt x="296" y="1336"/>
                    <a:pt x="305" y="1335"/>
                  </a:cubicBezTo>
                  <a:cubicBezTo>
                    <a:pt x="306" y="1338"/>
                    <a:pt x="303" y="1337"/>
                    <a:pt x="301" y="1338"/>
                  </a:cubicBezTo>
                  <a:cubicBezTo>
                    <a:pt x="298" y="1342"/>
                    <a:pt x="296" y="1337"/>
                    <a:pt x="293" y="1338"/>
                  </a:cubicBezTo>
                  <a:cubicBezTo>
                    <a:pt x="291" y="1341"/>
                    <a:pt x="290" y="1339"/>
                    <a:pt x="287" y="1340"/>
                  </a:cubicBezTo>
                  <a:cubicBezTo>
                    <a:pt x="284" y="1339"/>
                    <a:pt x="280" y="1341"/>
                    <a:pt x="275" y="1344"/>
                  </a:cubicBezTo>
                  <a:cubicBezTo>
                    <a:pt x="268" y="1341"/>
                    <a:pt x="260" y="1348"/>
                    <a:pt x="252" y="1346"/>
                  </a:cubicBezTo>
                  <a:cubicBezTo>
                    <a:pt x="250" y="1348"/>
                    <a:pt x="248" y="1349"/>
                    <a:pt x="246" y="1348"/>
                  </a:cubicBezTo>
                  <a:cubicBezTo>
                    <a:pt x="236" y="1354"/>
                    <a:pt x="235" y="1357"/>
                    <a:pt x="226" y="1357"/>
                  </a:cubicBezTo>
                  <a:cubicBezTo>
                    <a:pt x="224" y="1364"/>
                    <a:pt x="216" y="1364"/>
                    <a:pt x="214" y="1368"/>
                  </a:cubicBezTo>
                  <a:cubicBezTo>
                    <a:pt x="207" y="1371"/>
                    <a:pt x="208" y="1375"/>
                    <a:pt x="200" y="1376"/>
                  </a:cubicBezTo>
                  <a:cubicBezTo>
                    <a:pt x="199" y="1380"/>
                    <a:pt x="194" y="1384"/>
                    <a:pt x="191" y="1387"/>
                  </a:cubicBezTo>
                  <a:cubicBezTo>
                    <a:pt x="188" y="1384"/>
                    <a:pt x="189" y="1381"/>
                    <a:pt x="193" y="1379"/>
                  </a:cubicBezTo>
                  <a:close/>
                  <a:moveTo>
                    <a:pt x="199" y="1139"/>
                  </a:moveTo>
                  <a:cubicBezTo>
                    <a:pt x="195" y="1136"/>
                    <a:pt x="199" y="1133"/>
                    <a:pt x="194" y="1130"/>
                  </a:cubicBezTo>
                  <a:cubicBezTo>
                    <a:pt x="196" y="1124"/>
                    <a:pt x="191" y="1118"/>
                    <a:pt x="192" y="1112"/>
                  </a:cubicBezTo>
                  <a:cubicBezTo>
                    <a:pt x="172" y="1082"/>
                    <a:pt x="156" y="1052"/>
                    <a:pt x="135" y="1027"/>
                  </a:cubicBezTo>
                  <a:cubicBezTo>
                    <a:pt x="131" y="1022"/>
                    <a:pt x="125" y="1019"/>
                    <a:pt x="121" y="1011"/>
                  </a:cubicBezTo>
                  <a:cubicBezTo>
                    <a:pt x="118" y="1006"/>
                    <a:pt x="120" y="1008"/>
                    <a:pt x="116" y="1004"/>
                  </a:cubicBezTo>
                  <a:cubicBezTo>
                    <a:pt x="114" y="1002"/>
                    <a:pt x="115" y="999"/>
                    <a:pt x="113" y="997"/>
                  </a:cubicBezTo>
                  <a:cubicBezTo>
                    <a:pt x="111" y="993"/>
                    <a:pt x="107" y="991"/>
                    <a:pt x="105" y="988"/>
                  </a:cubicBezTo>
                  <a:cubicBezTo>
                    <a:pt x="105" y="989"/>
                    <a:pt x="106" y="986"/>
                    <a:pt x="105" y="985"/>
                  </a:cubicBezTo>
                  <a:cubicBezTo>
                    <a:pt x="105" y="985"/>
                    <a:pt x="99" y="984"/>
                    <a:pt x="100" y="982"/>
                  </a:cubicBezTo>
                  <a:cubicBezTo>
                    <a:pt x="102" y="976"/>
                    <a:pt x="85" y="961"/>
                    <a:pt x="80" y="952"/>
                  </a:cubicBezTo>
                  <a:cubicBezTo>
                    <a:pt x="80" y="951"/>
                    <a:pt x="78" y="949"/>
                    <a:pt x="78" y="948"/>
                  </a:cubicBezTo>
                  <a:cubicBezTo>
                    <a:pt x="79" y="945"/>
                    <a:pt x="77" y="947"/>
                    <a:pt x="75" y="943"/>
                  </a:cubicBezTo>
                  <a:cubicBezTo>
                    <a:pt x="75" y="943"/>
                    <a:pt x="76" y="942"/>
                    <a:pt x="75" y="941"/>
                  </a:cubicBezTo>
                  <a:cubicBezTo>
                    <a:pt x="70" y="932"/>
                    <a:pt x="58" y="920"/>
                    <a:pt x="53" y="907"/>
                  </a:cubicBezTo>
                  <a:cubicBezTo>
                    <a:pt x="58" y="904"/>
                    <a:pt x="61" y="910"/>
                    <a:pt x="64" y="915"/>
                  </a:cubicBezTo>
                  <a:cubicBezTo>
                    <a:pt x="65" y="919"/>
                    <a:pt x="73" y="924"/>
                    <a:pt x="70" y="927"/>
                  </a:cubicBezTo>
                  <a:cubicBezTo>
                    <a:pt x="77" y="930"/>
                    <a:pt x="83" y="943"/>
                    <a:pt x="90" y="947"/>
                  </a:cubicBezTo>
                  <a:cubicBezTo>
                    <a:pt x="93" y="952"/>
                    <a:pt x="96" y="956"/>
                    <a:pt x="99" y="960"/>
                  </a:cubicBezTo>
                  <a:cubicBezTo>
                    <a:pt x="97" y="963"/>
                    <a:pt x="100" y="962"/>
                    <a:pt x="101" y="963"/>
                  </a:cubicBezTo>
                  <a:cubicBezTo>
                    <a:pt x="101" y="966"/>
                    <a:pt x="102" y="968"/>
                    <a:pt x="104" y="967"/>
                  </a:cubicBezTo>
                  <a:cubicBezTo>
                    <a:pt x="107" y="969"/>
                    <a:pt x="109" y="979"/>
                    <a:pt x="114" y="977"/>
                  </a:cubicBezTo>
                  <a:cubicBezTo>
                    <a:pt x="113" y="980"/>
                    <a:pt x="116" y="984"/>
                    <a:pt x="119" y="985"/>
                  </a:cubicBezTo>
                  <a:cubicBezTo>
                    <a:pt x="124" y="994"/>
                    <a:pt x="128" y="995"/>
                    <a:pt x="134" y="1006"/>
                  </a:cubicBezTo>
                  <a:cubicBezTo>
                    <a:pt x="140" y="1014"/>
                    <a:pt x="146" y="1022"/>
                    <a:pt x="152" y="1030"/>
                  </a:cubicBezTo>
                  <a:cubicBezTo>
                    <a:pt x="154" y="1034"/>
                    <a:pt x="156" y="1034"/>
                    <a:pt x="158" y="1035"/>
                  </a:cubicBezTo>
                  <a:cubicBezTo>
                    <a:pt x="159" y="1040"/>
                    <a:pt x="167" y="1051"/>
                    <a:pt x="174" y="1061"/>
                  </a:cubicBezTo>
                  <a:cubicBezTo>
                    <a:pt x="180" y="1075"/>
                    <a:pt x="188" y="1090"/>
                    <a:pt x="193" y="1104"/>
                  </a:cubicBezTo>
                  <a:cubicBezTo>
                    <a:pt x="196" y="1111"/>
                    <a:pt x="198" y="1118"/>
                    <a:pt x="198" y="1125"/>
                  </a:cubicBezTo>
                  <a:cubicBezTo>
                    <a:pt x="203" y="1132"/>
                    <a:pt x="203" y="1139"/>
                    <a:pt x="203" y="1145"/>
                  </a:cubicBezTo>
                  <a:cubicBezTo>
                    <a:pt x="199" y="1148"/>
                    <a:pt x="199" y="1140"/>
                    <a:pt x="199" y="1139"/>
                  </a:cubicBezTo>
                  <a:close/>
                  <a:moveTo>
                    <a:pt x="228" y="1142"/>
                  </a:moveTo>
                  <a:cubicBezTo>
                    <a:pt x="236" y="1134"/>
                    <a:pt x="246" y="1126"/>
                    <a:pt x="252" y="1118"/>
                  </a:cubicBezTo>
                  <a:cubicBezTo>
                    <a:pt x="300" y="1093"/>
                    <a:pt x="301" y="1085"/>
                    <a:pt x="309" y="1081"/>
                  </a:cubicBezTo>
                  <a:cubicBezTo>
                    <a:pt x="462" y="985"/>
                    <a:pt x="471" y="976"/>
                    <a:pt x="485" y="967"/>
                  </a:cubicBezTo>
                  <a:cubicBezTo>
                    <a:pt x="503" y="945"/>
                    <a:pt x="507" y="947"/>
                    <a:pt x="510" y="941"/>
                  </a:cubicBezTo>
                  <a:cubicBezTo>
                    <a:pt x="557" y="905"/>
                    <a:pt x="553" y="907"/>
                    <a:pt x="551" y="909"/>
                  </a:cubicBezTo>
                  <a:cubicBezTo>
                    <a:pt x="517" y="950"/>
                    <a:pt x="499" y="964"/>
                    <a:pt x="486" y="978"/>
                  </a:cubicBezTo>
                  <a:cubicBezTo>
                    <a:pt x="437" y="1016"/>
                    <a:pt x="427" y="1019"/>
                    <a:pt x="415" y="1030"/>
                  </a:cubicBezTo>
                  <a:cubicBezTo>
                    <a:pt x="412" y="1032"/>
                    <a:pt x="412" y="1035"/>
                    <a:pt x="411" y="1035"/>
                  </a:cubicBezTo>
                  <a:cubicBezTo>
                    <a:pt x="371" y="1063"/>
                    <a:pt x="358" y="1069"/>
                    <a:pt x="346" y="1077"/>
                  </a:cubicBezTo>
                  <a:cubicBezTo>
                    <a:pt x="251" y="1133"/>
                    <a:pt x="244" y="1138"/>
                    <a:pt x="238" y="1142"/>
                  </a:cubicBezTo>
                  <a:cubicBezTo>
                    <a:pt x="217" y="1159"/>
                    <a:pt x="213" y="1164"/>
                    <a:pt x="208" y="1169"/>
                  </a:cubicBezTo>
                  <a:close/>
                  <a:moveTo>
                    <a:pt x="223" y="1067"/>
                  </a:moveTo>
                  <a:cubicBezTo>
                    <a:pt x="223" y="1065"/>
                    <a:pt x="223" y="1063"/>
                    <a:pt x="221" y="1061"/>
                  </a:cubicBezTo>
                  <a:cubicBezTo>
                    <a:pt x="226" y="1059"/>
                    <a:pt x="229" y="1064"/>
                    <a:pt x="223" y="1067"/>
                  </a:cubicBezTo>
                  <a:close/>
                  <a:moveTo>
                    <a:pt x="232" y="1100"/>
                  </a:moveTo>
                  <a:cubicBezTo>
                    <a:pt x="230" y="1094"/>
                    <a:pt x="242" y="1090"/>
                    <a:pt x="243" y="1085"/>
                  </a:cubicBezTo>
                  <a:cubicBezTo>
                    <a:pt x="362" y="999"/>
                    <a:pt x="360" y="990"/>
                    <a:pt x="366" y="989"/>
                  </a:cubicBezTo>
                  <a:cubicBezTo>
                    <a:pt x="390" y="969"/>
                    <a:pt x="398" y="972"/>
                    <a:pt x="400" y="969"/>
                  </a:cubicBezTo>
                  <a:cubicBezTo>
                    <a:pt x="434" y="942"/>
                    <a:pt x="438" y="946"/>
                    <a:pt x="443" y="940"/>
                  </a:cubicBezTo>
                  <a:cubicBezTo>
                    <a:pt x="503" y="895"/>
                    <a:pt x="520" y="886"/>
                    <a:pt x="537" y="875"/>
                  </a:cubicBezTo>
                  <a:cubicBezTo>
                    <a:pt x="594" y="856"/>
                    <a:pt x="595" y="858"/>
                    <a:pt x="592" y="860"/>
                  </a:cubicBezTo>
                  <a:cubicBezTo>
                    <a:pt x="575" y="865"/>
                    <a:pt x="573" y="867"/>
                    <a:pt x="571" y="865"/>
                  </a:cubicBezTo>
                  <a:cubicBezTo>
                    <a:pt x="463" y="940"/>
                    <a:pt x="448" y="949"/>
                    <a:pt x="432" y="965"/>
                  </a:cubicBezTo>
                  <a:cubicBezTo>
                    <a:pt x="322" y="1042"/>
                    <a:pt x="316" y="1041"/>
                    <a:pt x="309" y="1047"/>
                  </a:cubicBezTo>
                  <a:cubicBezTo>
                    <a:pt x="287" y="1062"/>
                    <a:pt x="287" y="1060"/>
                    <a:pt x="285" y="1062"/>
                  </a:cubicBezTo>
                  <a:cubicBezTo>
                    <a:pt x="261" y="1080"/>
                    <a:pt x="257" y="1087"/>
                    <a:pt x="255" y="1084"/>
                  </a:cubicBezTo>
                  <a:close/>
                  <a:moveTo>
                    <a:pt x="231" y="1037"/>
                  </a:moveTo>
                  <a:cubicBezTo>
                    <a:pt x="230" y="1036"/>
                    <a:pt x="229" y="1035"/>
                    <a:pt x="228" y="1034"/>
                  </a:cubicBezTo>
                  <a:cubicBezTo>
                    <a:pt x="230" y="1033"/>
                    <a:pt x="231" y="1032"/>
                    <a:pt x="232" y="1032"/>
                  </a:cubicBezTo>
                  <a:cubicBezTo>
                    <a:pt x="232" y="1033"/>
                    <a:pt x="233" y="1034"/>
                    <a:pt x="234" y="1035"/>
                  </a:cubicBezTo>
                  <a:cubicBezTo>
                    <a:pt x="233" y="1036"/>
                    <a:pt x="232" y="1036"/>
                    <a:pt x="231" y="1037"/>
                  </a:cubicBezTo>
                  <a:close/>
                  <a:moveTo>
                    <a:pt x="269" y="855"/>
                  </a:moveTo>
                  <a:cubicBezTo>
                    <a:pt x="270" y="855"/>
                    <a:pt x="267" y="849"/>
                    <a:pt x="267" y="849"/>
                  </a:cubicBezTo>
                  <a:cubicBezTo>
                    <a:pt x="269" y="847"/>
                    <a:pt x="275" y="856"/>
                    <a:pt x="269" y="855"/>
                  </a:cubicBezTo>
                  <a:close/>
                  <a:moveTo>
                    <a:pt x="301" y="886"/>
                  </a:moveTo>
                  <a:cubicBezTo>
                    <a:pt x="298" y="882"/>
                    <a:pt x="298" y="880"/>
                    <a:pt x="302" y="877"/>
                  </a:cubicBezTo>
                  <a:cubicBezTo>
                    <a:pt x="305" y="881"/>
                    <a:pt x="305" y="884"/>
                    <a:pt x="301" y="886"/>
                  </a:cubicBezTo>
                  <a:close/>
                  <a:moveTo>
                    <a:pt x="301" y="817"/>
                  </a:moveTo>
                  <a:cubicBezTo>
                    <a:pt x="301" y="815"/>
                    <a:pt x="302" y="814"/>
                    <a:pt x="301" y="812"/>
                  </a:cubicBezTo>
                  <a:cubicBezTo>
                    <a:pt x="300" y="808"/>
                    <a:pt x="305" y="812"/>
                    <a:pt x="303" y="813"/>
                  </a:cubicBezTo>
                  <a:cubicBezTo>
                    <a:pt x="305" y="816"/>
                    <a:pt x="303" y="818"/>
                    <a:pt x="306" y="821"/>
                  </a:cubicBezTo>
                  <a:cubicBezTo>
                    <a:pt x="305" y="825"/>
                    <a:pt x="306" y="829"/>
                    <a:pt x="308" y="834"/>
                  </a:cubicBezTo>
                  <a:cubicBezTo>
                    <a:pt x="300" y="833"/>
                    <a:pt x="306" y="822"/>
                    <a:pt x="301" y="817"/>
                  </a:cubicBezTo>
                  <a:close/>
                  <a:moveTo>
                    <a:pt x="481" y="717"/>
                  </a:moveTo>
                  <a:cubicBezTo>
                    <a:pt x="482" y="721"/>
                    <a:pt x="472" y="722"/>
                    <a:pt x="468" y="723"/>
                  </a:cubicBezTo>
                  <a:cubicBezTo>
                    <a:pt x="467" y="719"/>
                    <a:pt x="478" y="718"/>
                    <a:pt x="481" y="717"/>
                  </a:cubicBezTo>
                  <a:close/>
                  <a:moveTo>
                    <a:pt x="463" y="722"/>
                  </a:moveTo>
                  <a:cubicBezTo>
                    <a:pt x="465" y="726"/>
                    <a:pt x="456" y="728"/>
                    <a:pt x="455" y="728"/>
                  </a:cubicBezTo>
                  <a:cubicBezTo>
                    <a:pt x="452" y="724"/>
                    <a:pt x="461" y="722"/>
                    <a:pt x="463" y="722"/>
                  </a:cubicBezTo>
                  <a:close/>
                  <a:moveTo>
                    <a:pt x="356" y="782"/>
                  </a:moveTo>
                  <a:cubicBezTo>
                    <a:pt x="358" y="781"/>
                    <a:pt x="359" y="780"/>
                    <a:pt x="361" y="778"/>
                  </a:cubicBezTo>
                  <a:cubicBezTo>
                    <a:pt x="368" y="777"/>
                    <a:pt x="358" y="783"/>
                    <a:pt x="356" y="785"/>
                  </a:cubicBezTo>
                  <a:cubicBezTo>
                    <a:pt x="353" y="786"/>
                    <a:pt x="354" y="783"/>
                    <a:pt x="356" y="782"/>
                  </a:cubicBezTo>
                  <a:close/>
                  <a:moveTo>
                    <a:pt x="393" y="618"/>
                  </a:moveTo>
                  <a:cubicBezTo>
                    <a:pt x="387" y="621"/>
                    <a:pt x="392" y="614"/>
                    <a:pt x="388" y="612"/>
                  </a:cubicBezTo>
                  <a:cubicBezTo>
                    <a:pt x="392" y="609"/>
                    <a:pt x="392" y="617"/>
                    <a:pt x="393" y="618"/>
                  </a:cubicBezTo>
                  <a:close/>
                  <a:moveTo>
                    <a:pt x="407" y="682"/>
                  </a:moveTo>
                  <a:cubicBezTo>
                    <a:pt x="410" y="678"/>
                    <a:pt x="412" y="674"/>
                    <a:pt x="418" y="671"/>
                  </a:cubicBezTo>
                  <a:cubicBezTo>
                    <a:pt x="450" y="660"/>
                    <a:pt x="454" y="654"/>
                    <a:pt x="457" y="653"/>
                  </a:cubicBezTo>
                  <a:cubicBezTo>
                    <a:pt x="483" y="644"/>
                    <a:pt x="490" y="641"/>
                    <a:pt x="496" y="639"/>
                  </a:cubicBezTo>
                  <a:cubicBezTo>
                    <a:pt x="536" y="628"/>
                    <a:pt x="539" y="625"/>
                    <a:pt x="543" y="625"/>
                  </a:cubicBezTo>
                  <a:cubicBezTo>
                    <a:pt x="574" y="618"/>
                    <a:pt x="580" y="613"/>
                    <a:pt x="586" y="614"/>
                  </a:cubicBezTo>
                  <a:cubicBezTo>
                    <a:pt x="673" y="563"/>
                    <a:pt x="672" y="564"/>
                    <a:pt x="671" y="565"/>
                  </a:cubicBezTo>
                  <a:cubicBezTo>
                    <a:pt x="622" y="601"/>
                    <a:pt x="616" y="610"/>
                    <a:pt x="597" y="618"/>
                  </a:cubicBezTo>
                  <a:cubicBezTo>
                    <a:pt x="544" y="639"/>
                    <a:pt x="541" y="643"/>
                    <a:pt x="537" y="644"/>
                  </a:cubicBezTo>
                  <a:cubicBezTo>
                    <a:pt x="519" y="649"/>
                    <a:pt x="512" y="654"/>
                    <a:pt x="505" y="655"/>
                  </a:cubicBezTo>
                  <a:cubicBezTo>
                    <a:pt x="445" y="679"/>
                    <a:pt x="427" y="685"/>
                    <a:pt x="408" y="693"/>
                  </a:cubicBezTo>
                  <a:cubicBezTo>
                    <a:pt x="383" y="709"/>
                    <a:pt x="384" y="706"/>
                    <a:pt x="383" y="704"/>
                  </a:cubicBezTo>
                  <a:cubicBezTo>
                    <a:pt x="397" y="688"/>
                    <a:pt x="401" y="686"/>
                    <a:pt x="403" y="684"/>
                  </a:cubicBezTo>
                  <a:close/>
                  <a:moveTo>
                    <a:pt x="532" y="454"/>
                  </a:moveTo>
                  <a:cubicBezTo>
                    <a:pt x="532" y="450"/>
                    <a:pt x="531" y="447"/>
                    <a:pt x="535" y="444"/>
                  </a:cubicBezTo>
                  <a:cubicBezTo>
                    <a:pt x="538" y="448"/>
                    <a:pt x="536" y="451"/>
                    <a:pt x="532" y="454"/>
                  </a:cubicBezTo>
                  <a:close/>
                  <a:moveTo>
                    <a:pt x="627" y="333"/>
                  </a:moveTo>
                  <a:cubicBezTo>
                    <a:pt x="626" y="331"/>
                    <a:pt x="628" y="329"/>
                    <a:pt x="627" y="326"/>
                  </a:cubicBezTo>
                  <a:cubicBezTo>
                    <a:pt x="631" y="324"/>
                    <a:pt x="631" y="332"/>
                    <a:pt x="627" y="333"/>
                  </a:cubicBezTo>
                  <a:close/>
                  <a:moveTo>
                    <a:pt x="722" y="53"/>
                  </a:moveTo>
                  <a:cubicBezTo>
                    <a:pt x="723" y="56"/>
                    <a:pt x="721" y="59"/>
                    <a:pt x="718" y="61"/>
                  </a:cubicBezTo>
                  <a:cubicBezTo>
                    <a:pt x="713" y="58"/>
                    <a:pt x="719" y="56"/>
                    <a:pt x="722" y="53"/>
                  </a:cubicBezTo>
                  <a:close/>
                  <a:moveTo>
                    <a:pt x="670" y="251"/>
                  </a:moveTo>
                  <a:cubicBezTo>
                    <a:pt x="668" y="255"/>
                    <a:pt x="668" y="260"/>
                    <a:pt x="668" y="264"/>
                  </a:cubicBezTo>
                  <a:cubicBezTo>
                    <a:pt x="664" y="281"/>
                    <a:pt x="657" y="284"/>
                    <a:pt x="658" y="289"/>
                  </a:cubicBezTo>
                  <a:cubicBezTo>
                    <a:pt x="652" y="296"/>
                    <a:pt x="652" y="292"/>
                    <a:pt x="653" y="288"/>
                  </a:cubicBezTo>
                  <a:cubicBezTo>
                    <a:pt x="661" y="245"/>
                    <a:pt x="661" y="237"/>
                    <a:pt x="665" y="230"/>
                  </a:cubicBezTo>
                  <a:cubicBezTo>
                    <a:pt x="666" y="215"/>
                    <a:pt x="662" y="210"/>
                    <a:pt x="666" y="207"/>
                  </a:cubicBezTo>
                  <a:cubicBezTo>
                    <a:pt x="670" y="171"/>
                    <a:pt x="675" y="168"/>
                    <a:pt x="674" y="164"/>
                  </a:cubicBezTo>
                  <a:cubicBezTo>
                    <a:pt x="679" y="136"/>
                    <a:pt x="684" y="129"/>
                    <a:pt x="685" y="122"/>
                  </a:cubicBezTo>
                  <a:cubicBezTo>
                    <a:pt x="704" y="89"/>
                    <a:pt x="704" y="75"/>
                    <a:pt x="716" y="63"/>
                  </a:cubicBezTo>
                  <a:cubicBezTo>
                    <a:pt x="709" y="86"/>
                    <a:pt x="708" y="91"/>
                    <a:pt x="704" y="96"/>
                  </a:cubicBezTo>
                  <a:cubicBezTo>
                    <a:pt x="684" y="166"/>
                    <a:pt x="687" y="171"/>
                    <a:pt x="684" y="174"/>
                  </a:cubicBezTo>
                  <a:cubicBezTo>
                    <a:pt x="678" y="204"/>
                    <a:pt x="677" y="208"/>
                    <a:pt x="678" y="213"/>
                  </a:cubicBezTo>
                  <a:cubicBezTo>
                    <a:pt x="672" y="242"/>
                    <a:pt x="669" y="246"/>
                    <a:pt x="670" y="251"/>
                  </a:cubicBezTo>
                  <a:close/>
                </a:path>
              </a:pathLst>
            </a:custGeom>
            <a:solidFill>
              <a:schemeClr val="accent3">
                <a:lumMod val="60000"/>
                <a:lumOff val="40000"/>
                <a:alpha val="50000"/>
              </a:schemeClr>
            </a:solidFill>
            <a:ln>
              <a:noFill/>
            </a:ln>
          </p:spPr>
        </p:sp>
      </p:grpSp>
      <p:sp>
        <p:nvSpPr>
          <p:cNvPr id="2" name="Title Placeholder 1"/>
          <p:cNvSpPr>
            <a:spLocks noGrp="1"/>
          </p:cNvSpPr>
          <p:nvPr>
            <p:ph type="title"/>
          </p:nvPr>
        </p:nvSpPr>
        <p:spPr>
          <a:xfrm>
            <a:off x="2933701" y="568345"/>
            <a:ext cx="8770571" cy="1560716"/>
          </a:xfrm>
          <a:prstGeom prst="rect">
            <a:avLst/>
          </a:prstGeom>
        </p:spPr>
        <p:txBody>
          <a:bodyPr vert="horz" lIns="91440" tIns="45720" rIns="91440" bIns="45720" rtlCol="0" anchor="t">
            <a:normAutofit/>
          </a:bodyPr>
          <a:lstStyle/>
          <a:p>
            <a:r>
              <a:rPr lang="en-US"/>
              <a:t>Click to edit Master title style</a:t>
            </a:r>
            <a:endParaRPr lang="en-US" dirty="0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2933701" y="2438400"/>
            <a:ext cx="8770571" cy="3651504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/>
          <a:p>
            <a:pPr lvl="0"/>
            <a:r>
              <a:rPr lang="en-US"/>
              <a:t>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US" dirty="0"/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2"/>
          </p:nvPr>
        </p:nvSpPr>
        <p:spPr>
          <a:xfrm>
            <a:off x="8961071" y="6296617"/>
            <a:ext cx="27432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r">
              <a:defRPr sz="1200" baseline="0">
                <a:solidFill>
                  <a:schemeClr val="tx2">
                    <a:lumMod val="75000"/>
                    <a:lumOff val="25000"/>
                  </a:schemeClr>
                </a:solidFill>
                <a:latin typeface="+mj-lt"/>
              </a:defRPr>
            </a:lvl1pPr>
          </a:lstStyle>
          <a:p>
            <a:fld id="{48A87A34-81AB-432B-8DAE-1953F412C126}" type="datetimeFigureOut">
              <a:rPr lang="en-US" smtClean="0"/>
              <a:pPr/>
              <a:t>12/9/2022</a:t>
            </a:fld>
            <a:endParaRPr lang="en-US" dirty="0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3"/>
          </p:nvPr>
        </p:nvSpPr>
        <p:spPr>
          <a:xfrm>
            <a:off x="2933701" y="6296617"/>
            <a:ext cx="5667375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l">
              <a:defRPr sz="1200" baseline="0">
                <a:solidFill>
                  <a:schemeClr val="tx2">
                    <a:lumMod val="75000"/>
                    <a:lumOff val="25000"/>
                  </a:schemeClr>
                </a:solidFill>
                <a:latin typeface="+mj-lt"/>
              </a:defRPr>
            </a:lvl1pPr>
          </a:lstStyle>
          <a:p>
            <a:endParaRPr lang="en-US" dirty="0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4"/>
          </p:nvPr>
        </p:nvSpPr>
        <p:spPr>
          <a:xfrm>
            <a:off x="512999" y="723330"/>
            <a:ext cx="1884348" cy="604269"/>
          </a:xfrm>
          <a:prstGeom prst="rect">
            <a:avLst/>
          </a:prstGeom>
        </p:spPr>
        <p:txBody>
          <a:bodyPr vert="horz" lIns="91440" tIns="45720" rIns="91440" bIns="45720" rtlCol="0" anchor="b"/>
          <a:lstStyle>
            <a:lvl1pPr algn="r">
              <a:defRPr sz="4400" baseline="0">
                <a:solidFill>
                  <a:schemeClr val="tx2">
                    <a:lumMod val="75000"/>
                    <a:lumOff val="25000"/>
                  </a:schemeClr>
                </a:solidFill>
                <a:latin typeface="+mj-lt"/>
              </a:defRPr>
            </a:lvl1pPr>
          </a:lstStyle>
          <a:p>
            <a:fld id="{6D22F896-40B5-4ADD-8801-0D06FADFA095}" type="slidenum">
              <a:rPr lang="en-US" smtClean="0"/>
              <a:pPr/>
              <a:t>‹#›</a:t>
            </a:fld>
            <a:endParaRPr lang="en-US" dirty="0"/>
          </a:p>
        </p:txBody>
      </p:sp>
      <p:cxnSp>
        <p:nvCxnSpPr>
          <p:cNvPr id="9" name="Straight Connector 8" title="Rule Line"/>
          <p:cNvCxnSpPr/>
          <p:nvPr/>
        </p:nvCxnSpPr>
        <p:spPr>
          <a:xfrm>
            <a:off x="2933701" y="2176009"/>
            <a:ext cx="8770571" cy="0"/>
          </a:xfrm>
          <a:prstGeom prst="line">
            <a:avLst/>
          </a:prstGeom>
          <a:ln w="38100">
            <a:solidFill>
              <a:schemeClr val="accent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179879183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3742" r:id="rId1"/>
    <p:sldLayoutId id="2147483743" r:id="rId2"/>
    <p:sldLayoutId id="2147483744" r:id="rId3"/>
    <p:sldLayoutId id="2147483745" r:id="rId4"/>
    <p:sldLayoutId id="2147483746" r:id="rId5"/>
    <p:sldLayoutId id="2147483747" r:id="rId6"/>
    <p:sldLayoutId id="2147483748" r:id="rId7"/>
    <p:sldLayoutId id="2147483749" r:id="rId8"/>
    <p:sldLayoutId id="2147483750" r:id="rId9"/>
    <p:sldLayoutId id="2147483751" r:id="rId10"/>
    <p:sldLayoutId id="2147483752" r:id="rId11"/>
  </p:sldLayoutIdLst>
  <p:txStyles>
    <p:titleStyle>
      <a:lvl1pPr algn="l" defTabSz="914400" rtl="0" eaLnBrk="1" latinLnBrk="0" hangingPunct="1">
        <a:lnSpc>
          <a:spcPct val="99000"/>
        </a:lnSpc>
        <a:spcBef>
          <a:spcPct val="0"/>
        </a:spcBef>
        <a:buNone/>
        <a:defRPr sz="4400" kern="1200">
          <a:solidFill>
            <a:schemeClr val="tx2">
              <a:lumMod val="75000"/>
              <a:lumOff val="25000"/>
            </a:schemeClr>
          </a:solidFill>
          <a:latin typeface="+mj-lt"/>
          <a:ea typeface="+mj-ea"/>
          <a:cs typeface="+mj-cs"/>
        </a:defRPr>
      </a:lvl1pPr>
    </p:titleStyle>
    <p:bodyStyle>
      <a:lvl1pPr marL="320040" indent="-320040" algn="l" defTabSz="914400" rtl="0" eaLnBrk="1" latinLnBrk="0" hangingPunct="1">
        <a:lnSpc>
          <a:spcPct val="111000"/>
        </a:lnSpc>
        <a:spcBef>
          <a:spcPts val="930"/>
        </a:spcBef>
        <a:buFont typeface="Corbel" panose="020B0503020204020204" pitchFamily="34" charset="0"/>
        <a:buChar char="–"/>
        <a:defRPr sz="2000" kern="1200">
          <a:solidFill>
            <a:schemeClr val="tx2">
              <a:lumMod val="75000"/>
              <a:lumOff val="25000"/>
            </a:schemeClr>
          </a:solidFill>
          <a:latin typeface="+mn-lt"/>
          <a:ea typeface="+mn-ea"/>
          <a:cs typeface="+mn-cs"/>
        </a:defRPr>
      </a:lvl1pPr>
      <a:lvl2pPr marL="640080" indent="-320040" algn="l" defTabSz="914400" rtl="0" eaLnBrk="1" latinLnBrk="0" hangingPunct="1">
        <a:lnSpc>
          <a:spcPct val="111000"/>
        </a:lnSpc>
        <a:spcBef>
          <a:spcPts val="930"/>
        </a:spcBef>
        <a:buFont typeface="Corbel" panose="020B0503020204020204" pitchFamily="34" charset="0"/>
        <a:buChar char="–"/>
        <a:defRPr sz="1800" kern="1200">
          <a:solidFill>
            <a:schemeClr val="tx2">
              <a:lumMod val="75000"/>
              <a:lumOff val="25000"/>
            </a:schemeClr>
          </a:solidFill>
          <a:latin typeface="+mn-lt"/>
          <a:ea typeface="+mn-ea"/>
          <a:cs typeface="+mn-cs"/>
        </a:defRPr>
      </a:lvl2pPr>
      <a:lvl3pPr marL="960120" indent="-320040" algn="l" defTabSz="914400" rtl="0" eaLnBrk="1" latinLnBrk="0" hangingPunct="1">
        <a:lnSpc>
          <a:spcPct val="111000"/>
        </a:lnSpc>
        <a:spcBef>
          <a:spcPts val="930"/>
        </a:spcBef>
        <a:buFont typeface="Corbel" panose="020B0503020204020204" pitchFamily="34" charset="0"/>
        <a:buChar char="–"/>
        <a:defRPr sz="1600" i="1" kern="1200">
          <a:solidFill>
            <a:schemeClr val="tx2">
              <a:lumMod val="75000"/>
              <a:lumOff val="25000"/>
            </a:schemeClr>
          </a:solidFill>
          <a:latin typeface="+mn-lt"/>
          <a:ea typeface="+mn-ea"/>
          <a:cs typeface="+mn-cs"/>
        </a:defRPr>
      </a:lvl3pPr>
      <a:lvl4pPr marL="1280160" indent="-320040" algn="l" defTabSz="914400" rtl="0" eaLnBrk="1" latinLnBrk="0" hangingPunct="1">
        <a:lnSpc>
          <a:spcPct val="111000"/>
        </a:lnSpc>
        <a:spcBef>
          <a:spcPts val="930"/>
        </a:spcBef>
        <a:buFont typeface="Corbel" panose="020B0503020204020204" pitchFamily="34" charset="0"/>
        <a:buChar char="–"/>
        <a:defRPr sz="1400" kern="1200">
          <a:solidFill>
            <a:schemeClr val="tx2">
              <a:lumMod val="75000"/>
              <a:lumOff val="25000"/>
            </a:schemeClr>
          </a:solidFill>
          <a:latin typeface="+mn-lt"/>
          <a:ea typeface="+mn-ea"/>
          <a:cs typeface="+mn-cs"/>
        </a:defRPr>
      </a:lvl4pPr>
      <a:lvl5pPr marL="1600200" indent="-320040" algn="l" defTabSz="914400" rtl="0" eaLnBrk="1" latinLnBrk="0" hangingPunct="1">
        <a:lnSpc>
          <a:spcPct val="111000"/>
        </a:lnSpc>
        <a:spcBef>
          <a:spcPts val="930"/>
        </a:spcBef>
        <a:buFont typeface="Corbel" panose="020B0503020204020204" pitchFamily="34" charset="0"/>
        <a:buChar char="–"/>
        <a:defRPr sz="1400" i="1" kern="1200">
          <a:solidFill>
            <a:schemeClr val="tx2">
              <a:lumMod val="75000"/>
              <a:lumOff val="25000"/>
            </a:schemeClr>
          </a:solidFill>
          <a:latin typeface="+mn-lt"/>
          <a:ea typeface="+mn-ea"/>
          <a:cs typeface="+mn-cs"/>
        </a:defRPr>
      </a:lvl5pPr>
      <a:lvl6pPr marL="1920240" indent="-320040" algn="l" defTabSz="914400" rtl="0" eaLnBrk="1" latinLnBrk="0" hangingPunct="1">
        <a:lnSpc>
          <a:spcPct val="111000"/>
        </a:lnSpc>
        <a:spcBef>
          <a:spcPts val="930"/>
        </a:spcBef>
        <a:buFont typeface="Corbel" panose="020B0503020204020204" pitchFamily="34" charset="0"/>
        <a:buChar char="–"/>
        <a:defRPr sz="1400" kern="1200">
          <a:solidFill>
            <a:schemeClr val="accent1">
              <a:lumMod val="75000"/>
            </a:schemeClr>
          </a:solidFill>
          <a:latin typeface="+mn-lt"/>
          <a:ea typeface="+mn-ea"/>
          <a:cs typeface="+mn-cs"/>
        </a:defRPr>
      </a:lvl6pPr>
      <a:lvl7pPr marL="2240280" indent="-320040" algn="l" defTabSz="914400" rtl="0" eaLnBrk="1" latinLnBrk="0" hangingPunct="1">
        <a:lnSpc>
          <a:spcPct val="111000"/>
        </a:lnSpc>
        <a:spcBef>
          <a:spcPts val="930"/>
        </a:spcBef>
        <a:buFont typeface="Corbel" panose="020B0503020204020204" pitchFamily="34" charset="0"/>
        <a:buChar char="–"/>
        <a:defRPr sz="1400" i="1" kern="1200">
          <a:solidFill>
            <a:schemeClr val="accent1">
              <a:lumMod val="75000"/>
            </a:schemeClr>
          </a:solidFill>
          <a:latin typeface="+mn-lt"/>
          <a:ea typeface="+mn-ea"/>
          <a:cs typeface="+mn-cs"/>
        </a:defRPr>
      </a:lvl7pPr>
      <a:lvl8pPr marL="2560320" indent="-320040" algn="l" defTabSz="914400" rtl="0" eaLnBrk="1" latinLnBrk="0" hangingPunct="1">
        <a:lnSpc>
          <a:spcPct val="111000"/>
        </a:lnSpc>
        <a:spcBef>
          <a:spcPts val="930"/>
        </a:spcBef>
        <a:buFont typeface="Corbel" panose="020B0503020204020204" pitchFamily="34" charset="0"/>
        <a:buChar char="–"/>
        <a:defRPr sz="1400" kern="1200">
          <a:solidFill>
            <a:schemeClr val="accent1">
              <a:lumMod val="75000"/>
            </a:schemeClr>
          </a:solidFill>
          <a:latin typeface="+mn-lt"/>
          <a:ea typeface="+mn-ea"/>
          <a:cs typeface="+mn-cs"/>
        </a:defRPr>
      </a:lvl8pPr>
      <a:lvl9pPr marL="2880360" indent="-320040" algn="l" defTabSz="914400" rtl="0" eaLnBrk="1" latinLnBrk="0" hangingPunct="1">
        <a:lnSpc>
          <a:spcPct val="111000"/>
        </a:lnSpc>
        <a:spcBef>
          <a:spcPts val="930"/>
        </a:spcBef>
        <a:buFont typeface="Corbel" panose="020B0503020204020204" pitchFamily="34" charset="0"/>
        <a:buChar char="–"/>
        <a:defRPr sz="1400" i="1" kern="1200">
          <a:solidFill>
            <a:schemeClr val="accent1">
              <a:lumMod val="75000"/>
            </a:schemeClr>
          </a:solidFill>
          <a:latin typeface="+mn-lt"/>
          <a:ea typeface="+mn-ea"/>
          <a:cs typeface="+mn-cs"/>
        </a:defRPr>
      </a:lvl9pPr>
    </p:bodyStyle>
    <p:otherStyle>
      <a:defPPr>
        <a:defRPr lang="en-US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  <p:extLst>
    <p:ext uri="{27BBF7A9-308A-43DC-89C8-2F10F3537804}">
      <p15:sldGuideLst xmlns:p15="http://schemas.microsoft.com/office/powerpoint/2012/main">
        <p15:guide id="1" pos="1848" userDrawn="1">
          <p15:clr>
            <a:srgbClr val="F26B43"/>
          </p15:clr>
        </p15:guide>
        <p15:guide id="2" orient="horz" pos="3960" userDrawn="1">
          <p15:clr>
            <a:srgbClr val="F26B43"/>
          </p15:clr>
        </p15:guide>
        <p15:guide id="3" orient="horz" pos="1536" userDrawn="1">
          <p15:clr>
            <a:srgbClr val="F26B43"/>
          </p15:clr>
        </p15:guide>
        <p15:guide id="4" orient="horz" pos="3840" userDrawn="1">
          <p15:clr>
            <a:srgbClr val="F26B43"/>
          </p15:clr>
        </p15:guide>
        <p15:guide id="5" pos="4416" userDrawn="1">
          <p15:clr>
            <a:srgbClr val="F26B43"/>
          </p15:clr>
        </p15:guide>
        <p15:guide id="6" pos="4800" userDrawn="1">
          <p15:clr>
            <a:srgbClr val="F26B43"/>
          </p15:clr>
        </p15:guide>
        <p15:guide id="7" orient="horz" pos="360" userDrawn="1">
          <p15:clr>
            <a:srgbClr val="F26B43"/>
          </p15:clr>
        </p15:guide>
        <p15:guide id="8" pos="7368" userDrawn="1">
          <p15:clr>
            <a:srgbClr val="F26B43"/>
          </p15:clr>
        </p15:guide>
        <p15:guide id="9" pos="240" userDrawn="1">
          <p15:clr>
            <a:srgbClr val="F26B43"/>
          </p15:clr>
        </p15:guide>
      </p15:sldGuideLst>
    </p:ext>
  </p:extLst>
</p:sldMaster>
</file>

<file path=ppt/slides/_rels/slide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2.xml.rels><?xml version="1.0" encoding="UTF-8" standalone="yes"?>
<Relationships xmlns="http://schemas.openxmlformats.org/package/2006/relationships"><Relationship Id="rId3" Type="http://schemas.openxmlformats.org/officeDocument/2006/relationships/diagramLayout" Target="../diagrams/layout1.xml"/><Relationship Id="rId2" Type="http://schemas.openxmlformats.org/officeDocument/2006/relationships/diagramData" Target="../diagrams/data1.xml"/><Relationship Id="rId1" Type="http://schemas.openxmlformats.org/officeDocument/2006/relationships/slideLayout" Target="../slideLayouts/slideLayout2.xml"/><Relationship Id="rId6" Type="http://schemas.microsoft.com/office/2007/relationships/diagramDrawing" Target="../diagrams/drawing1.xml"/><Relationship Id="rId5" Type="http://schemas.openxmlformats.org/officeDocument/2006/relationships/diagramColors" Target="../diagrams/colors1.xml"/><Relationship Id="rId4" Type="http://schemas.openxmlformats.org/officeDocument/2006/relationships/diagramQuickStyle" Target="../diagrams/quickStyle1.xml"/></Relationships>
</file>

<file path=ppt/slides/_rels/slide3.xml.rels><?xml version="1.0" encoding="UTF-8" standalone="yes"?>
<Relationships xmlns="http://schemas.openxmlformats.org/package/2006/relationships"><Relationship Id="rId3" Type="http://schemas.openxmlformats.org/officeDocument/2006/relationships/diagramLayout" Target="../diagrams/layout2.xml"/><Relationship Id="rId2" Type="http://schemas.openxmlformats.org/officeDocument/2006/relationships/diagramData" Target="../diagrams/data2.xml"/><Relationship Id="rId1" Type="http://schemas.openxmlformats.org/officeDocument/2006/relationships/slideLayout" Target="../slideLayouts/slideLayout2.xml"/><Relationship Id="rId6" Type="http://schemas.microsoft.com/office/2007/relationships/diagramDrawing" Target="../diagrams/drawing2.xml"/><Relationship Id="rId5" Type="http://schemas.openxmlformats.org/officeDocument/2006/relationships/diagramColors" Target="../diagrams/colors2.xml"/><Relationship Id="rId4" Type="http://schemas.openxmlformats.org/officeDocument/2006/relationships/diagramQuickStyle" Target="../diagrams/quickStyle2.xml"/></Relationships>
</file>

<file path=ppt/slides/_rels/slide4.xml.rels><?xml version="1.0" encoding="UTF-8" standalone="yes"?>
<Relationships xmlns="http://schemas.openxmlformats.org/package/2006/relationships"><Relationship Id="rId3" Type="http://schemas.openxmlformats.org/officeDocument/2006/relationships/diagramLayout" Target="../diagrams/layout3.xml"/><Relationship Id="rId2" Type="http://schemas.openxmlformats.org/officeDocument/2006/relationships/diagramData" Target="../diagrams/data3.xml"/><Relationship Id="rId1" Type="http://schemas.openxmlformats.org/officeDocument/2006/relationships/slideLayout" Target="../slideLayouts/slideLayout2.xml"/><Relationship Id="rId6" Type="http://schemas.microsoft.com/office/2007/relationships/diagramDrawing" Target="../diagrams/drawing3.xml"/><Relationship Id="rId5" Type="http://schemas.openxmlformats.org/officeDocument/2006/relationships/diagramColors" Target="../diagrams/colors3.xml"/><Relationship Id="rId4" Type="http://schemas.openxmlformats.org/officeDocument/2006/relationships/diagramQuickStyle" Target="../diagrams/quickStyle3.xml"/></Relationships>
</file>

<file path=ppt/slides/_rels/slide5.xml.rels><?xml version="1.0" encoding="UTF-8" standalone="yes"?>
<Relationships xmlns="http://schemas.openxmlformats.org/package/2006/relationships"><Relationship Id="rId3" Type="http://schemas.openxmlformats.org/officeDocument/2006/relationships/diagramLayout" Target="../diagrams/layout4.xml"/><Relationship Id="rId7" Type="http://schemas.openxmlformats.org/officeDocument/2006/relationships/image" Target="../media/image25.png"/><Relationship Id="rId2" Type="http://schemas.openxmlformats.org/officeDocument/2006/relationships/diagramData" Target="../diagrams/data4.xml"/><Relationship Id="rId1" Type="http://schemas.openxmlformats.org/officeDocument/2006/relationships/slideLayout" Target="../slideLayouts/slideLayout2.xml"/><Relationship Id="rId6" Type="http://schemas.microsoft.com/office/2007/relationships/diagramDrawing" Target="../diagrams/drawing4.xml"/><Relationship Id="rId5" Type="http://schemas.openxmlformats.org/officeDocument/2006/relationships/diagramColors" Target="../diagrams/colors4.xml"/><Relationship Id="rId4" Type="http://schemas.openxmlformats.org/officeDocument/2006/relationships/diagramQuickStyle" Target="../diagrams/quickStyle4.xml"/></Relationships>
</file>

<file path=ppt/slides/_rels/slide6.xml.rels><?xml version="1.0" encoding="UTF-8" standalone="yes"?>
<Relationships xmlns="http://schemas.openxmlformats.org/package/2006/relationships"><Relationship Id="rId3" Type="http://schemas.openxmlformats.org/officeDocument/2006/relationships/diagramLayout" Target="../diagrams/layout5.xml"/><Relationship Id="rId2" Type="http://schemas.openxmlformats.org/officeDocument/2006/relationships/diagramData" Target="../diagrams/data5.xml"/><Relationship Id="rId1" Type="http://schemas.openxmlformats.org/officeDocument/2006/relationships/slideLayout" Target="../slideLayouts/slideLayout2.xml"/><Relationship Id="rId6" Type="http://schemas.microsoft.com/office/2007/relationships/diagramDrawing" Target="../diagrams/drawing5.xml"/><Relationship Id="rId5" Type="http://schemas.openxmlformats.org/officeDocument/2006/relationships/diagramColors" Target="../diagrams/colors5.xml"/><Relationship Id="rId4" Type="http://schemas.openxmlformats.org/officeDocument/2006/relationships/diagramQuickStyle" Target="../diagrams/quickStyle5.xml"/></Relationships>
</file>

<file path=ppt/slides/_rels/slide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8.xml.rels><?xml version="1.0" encoding="UTF-8" standalone="yes"?>
<Relationships xmlns="http://schemas.openxmlformats.org/package/2006/relationships"><Relationship Id="rId3" Type="http://schemas.openxmlformats.org/officeDocument/2006/relationships/diagramLayout" Target="../diagrams/layout6.xml"/><Relationship Id="rId2" Type="http://schemas.openxmlformats.org/officeDocument/2006/relationships/diagramData" Target="../diagrams/data6.xml"/><Relationship Id="rId1" Type="http://schemas.openxmlformats.org/officeDocument/2006/relationships/slideLayout" Target="../slideLayouts/slideLayout2.xml"/><Relationship Id="rId6" Type="http://schemas.microsoft.com/office/2007/relationships/diagramDrawing" Target="../diagrams/drawing6.xml"/><Relationship Id="rId5" Type="http://schemas.openxmlformats.org/officeDocument/2006/relationships/diagramColors" Target="../diagrams/colors6.xml"/><Relationship Id="rId4" Type="http://schemas.openxmlformats.org/officeDocument/2006/relationships/diagramQuickStyle" Target="../diagrams/quickStyle6.xml"/></Relationships>
</file>

<file path=ppt/slides/_rels/slide9.xml.rels><?xml version="1.0" encoding="UTF-8" standalone="yes"?>
<Relationships xmlns="http://schemas.openxmlformats.org/package/2006/relationships"><Relationship Id="rId3" Type="http://schemas.openxmlformats.org/officeDocument/2006/relationships/image" Target="../media/image43.png"/><Relationship Id="rId2" Type="http://schemas.openxmlformats.org/officeDocument/2006/relationships/notesSlide" Target="../notesSlides/notesSlide1.xml"/><Relationship Id="rId1" Type="http://schemas.openxmlformats.org/officeDocument/2006/relationships/slideLayout" Target="../slideLayouts/slideLayout7.xml"/><Relationship Id="rId5" Type="http://schemas.openxmlformats.org/officeDocument/2006/relationships/image" Target="../media/image45.png"/><Relationship Id="rId4" Type="http://schemas.openxmlformats.org/officeDocument/2006/relationships/image" Target="../media/image44.emf"/></Relationships>
</file>

<file path=ppt/slides/_rels/slide10.xml.rels><?xml version="1.0" encoding="UTF-8" standalone="yes"?>
<Relationships xmlns="http://schemas.openxmlformats.org/package/2006/relationships"><Relationship Id="rId3" Type="http://schemas.openxmlformats.org/officeDocument/2006/relationships/diagramLayout" Target="../diagrams/layout7.xml"/><Relationship Id="rId2" Type="http://schemas.openxmlformats.org/officeDocument/2006/relationships/diagramData" Target="../diagrams/data7.xml"/><Relationship Id="rId1" Type="http://schemas.openxmlformats.org/officeDocument/2006/relationships/slideLayout" Target="../slideLayouts/slideLayout2.xml"/><Relationship Id="rId6" Type="http://schemas.microsoft.com/office/2007/relationships/diagramDrawing" Target="../diagrams/drawing7.xml"/><Relationship Id="rId5" Type="http://schemas.openxmlformats.org/officeDocument/2006/relationships/diagramColors" Target="../diagrams/colors7.xml"/><Relationship Id="rId4" Type="http://schemas.openxmlformats.org/officeDocument/2006/relationships/diagramQuickStyle" Target="../diagrams/quickStyle7.xml"/></Relationships>
</file>

<file path=ppt/slides/_rels/slide1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2.xml.rels><?xml version="1.0" encoding="UTF-8" standalone="yes"?>
<Relationships xmlns="http://schemas.openxmlformats.org/package/2006/relationships"><Relationship Id="rId3" Type="http://schemas.openxmlformats.org/officeDocument/2006/relationships/diagramLayout" Target="../diagrams/layout8.xml"/><Relationship Id="rId2" Type="http://schemas.openxmlformats.org/officeDocument/2006/relationships/diagramData" Target="../diagrams/data8.xml"/><Relationship Id="rId1" Type="http://schemas.openxmlformats.org/officeDocument/2006/relationships/slideLayout" Target="../slideLayouts/slideLayout2.xml"/><Relationship Id="rId6" Type="http://schemas.microsoft.com/office/2007/relationships/diagramDrawing" Target="../diagrams/drawing8.xml"/><Relationship Id="rId5" Type="http://schemas.openxmlformats.org/officeDocument/2006/relationships/diagramColors" Target="../diagrams/colors8.xml"/><Relationship Id="rId4" Type="http://schemas.openxmlformats.org/officeDocument/2006/relationships/diagramQuickStyle" Target="../diagrams/quickStyle8.xml"/></Relationships>
</file>

<file path=ppt/slides/_rels/slide13.xml.rels><?xml version="1.0" encoding="UTF-8" standalone="yes"?>
<Relationships xmlns="http://schemas.openxmlformats.org/package/2006/relationships"><Relationship Id="rId3" Type="http://schemas.openxmlformats.org/officeDocument/2006/relationships/diagramLayout" Target="../diagrams/layout9.xml"/><Relationship Id="rId2" Type="http://schemas.openxmlformats.org/officeDocument/2006/relationships/diagramData" Target="../diagrams/data9.xml"/><Relationship Id="rId1" Type="http://schemas.openxmlformats.org/officeDocument/2006/relationships/slideLayout" Target="../slideLayouts/slideLayout2.xml"/><Relationship Id="rId6" Type="http://schemas.microsoft.com/office/2007/relationships/diagramDrawing" Target="../diagrams/drawing9.xml"/><Relationship Id="rId5" Type="http://schemas.openxmlformats.org/officeDocument/2006/relationships/diagramColors" Target="../diagrams/colors9.xml"/><Relationship Id="rId4" Type="http://schemas.openxmlformats.org/officeDocument/2006/relationships/diagramQuickStyle" Target="../diagrams/quickStyle9.xml"/></Relationships>
</file>

<file path=ppt/slides/_rels/slide14.xml.rels><?xml version="1.0" encoding="UTF-8" standalone="yes"?>
<Relationships xmlns="http://schemas.openxmlformats.org/package/2006/relationships"><Relationship Id="rId3" Type="http://schemas.openxmlformats.org/officeDocument/2006/relationships/diagramLayout" Target="../diagrams/layout10.xml"/><Relationship Id="rId2" Type="http://schemas.openxmlformats.org/officeDocument/2006/relationships/diagramData" Target="../diagrams/data10.xml"/><Relationship Id="rId1" Type="http://schemas.openxmlformats.org/officeDocument/2006/relationships/slideLayout" Target="../slideLayouts/slideLayout2.xml"/><Relationship Id="rId6" Type="http://schemas.microsoft.com/office/2007/relationships/diagramDrawing" Target="../diagrams/drawing10.xml"/><Relationship Id="rId5" Type="http://schemas.openxmlformats.org/officeDocument/2006/relationships/diagramColors" Target="../diagrams/colors10.xml"/><Relationship Id="rId4" Type="http://schemas.openxmlformats.org/officeDocument/2006/relationships/diagramQuickStyle" Target="../diagrams/quickStyle10.xml"/></Relationships>
</file>

<file path=ppt/slides/_rels/slide15.xml.rels><?xml version="1.0" encoding="UTF-8" standalone="yes"?>
<Relationships xmlns="http://schemas.openxmlformats.org/package/2006/relationships"><Relationship Id="rId3" Type="http://schemas.openxmlformats.org/officeDocument/2006/relationships/diagramLayout" Target="../diagrams/layout11.xml"/><Relationship Id="rId7" Type="http://schemas.openxmlformats.org/officeDocument/2006/relationships/image" Target="../media/image69.png"/><Relationship Id="rId2" Type="http://schemas.openxmlformats.org/officeDocument/2006/relationships/diagramData" Target="../diagrams/data11.xml"/><Relationship Id="rId1" Type="http://schemas.openxmlformats.org/officeDocument/2006/relationships/slideLayout" Target="../slideLayouts/slideLayout2.xml"/><Relationship Id="rId6" Type="http://schemas.microsoft.com/office/2007/relationships/diagramDrawing" Target="../diagrams/drawing11.xml"/><Relationship Id="rId5" Type="http://schemas.openxmlformats.org/officeDocument/2006/relationships/diagramColors" Target="../diagrams/colors11.xml"/><Relationship Id="rId4" Type="http://schemas.openxmlformats.org/officeDocument/2006/relationships/diagramQuickStyle" Target="../diagrams/quickStyle11.xml"/></Relationships>
</file>

<file path=ppt/slides/_rels/slide16.xml.rels><?xml version="1.0" encoding="UTF-8" standalone="yes"?>
<Relationships xmlns="http://schemas.openxmlformats.org/package/2006/relationships"><Relationship Id="rId3" Type="http://schemas.openxmlformats.org/officeDocument/2006/relationships/diagramLayout" Target="../diagrams/layout12.xml"/><Relationship Id="rId2" Type="http://schemas.openxmlformats.org/officeDocument/2006/relationships/diagramData" Target="../diagrams/data12.xml"/><Relationship Id="rId1" Type="http://schemas.openxmlformats.org/officeDocument/2006/relationships/slideLayout" Target="../slideLayouts/slideLayout2.xml"/><Relationship Id="rId6" Type="http://schemas.microsoft.com/office/2007/relationships/diagramDrawing" Target="../diagrams/drawing12.xml"/><Relationship Id="rId5" Type="http://schemas.openxmlformats.org/officeDocument/2006/relationships/diagramColors" Target="../diagrams/colors12.xml"/><Relationship Id="rId4" Type="http://schemas.openxmlformats.org/officeDocument/2006/relationships/diagramQuickStyle" Target="../diagrams/quickStyle12.xml"/></Relationships>
</file>

<file path=ppt/slides/_rels/slide17.xml.rels><?xml version="1.0" encoding="UTF-8" standalone="yes"?>
<Relationships xmlns="http://schemas.openxmlformats.org/package/2006/relationships"><Relationship Id="rId3" Type="http://schemas.openxmlformats.org/officeDocument/2006/relationships/diagramLayout" Target="../diagrams/layout13.xml"/><Relationship Id="rId2" Type="http://schemas.openxmlformats.org/officeDocument/2006/relationships/diagramData" Target="../diagrams/data13.xml"/><Relationship Id="rId1" Type="http://schemas.openxmlformats.org/officeDocument/2006/relationships/slideLayout" Target="../slideLayouts/slideLayout2.xml"/><Relationship Id="rId6" Type="http://schemas.microsoft.com/office/2007/relationships/diagramDrawing" Target="../diagrams/drawing13.xml"/><Relationship Id="rId5" Type="http://schemas.openxmlformats.org/officeDocument/2006/relationships/diagramColors" Target="../diagrams/colors13.xml"/><Relationship Id="rId4" Type="http://schemas.openxmlformats.org/officeDocument/2006/relationships/diagramQuickStyle" Target="../diagrams/quickStyle13.xml"/></Relationships>
</file>

<file path=ppt/slides/_rels/slide18.xml.rels><?xml version="1.0" encoding="UTF-8" standalone="yes"?>
<Relationships xmlns="http://schemas.openxmlformats.org/package/2006/relationships"><Relationship Id="rId3" Type="http://schemas.openxmlformats.org/officeDocument/2006/relationships/diagramLayout" Target="../diagrams/layout14.xml"/><Relationship Id="rId7" Type="http://schemas.openxmlformats.org/officeDocument/2006/relationships/image" Target="../media/image92.png"/><Relationship Id="rId2" Type="http://schemas.openxmlformats.org/officeDocument/2006/relationships/diagramData" Target="../diagrams/data14.xml"/><Relationship Id="rId1" Type="http://schemas.openxmlformats.org/officeDocument/2006/relationships/slideLayout" Target="../slideLayouts/slideLayout2.xml"/><Relationship Id="rId6" Type="http://schemas.microsoft.com/office/2007/relationships/diagramDrawing" Target="../diagrams/drawing14.xml"/><Relationship Id="rId5" Type="http://schemas.openxmlformats.org/officeDocument/2006/relationships/diagramColors" Target="../diagrams/colors14.xml"/><Relationship Id="rId4" Type="http://schemas.openxmlformats.org/officeDocument/2006/relationships/diagramQuickStyle" Target="../diagrams/quickStyle14.xml"/></Relationships>
</file>

<file path=ppt/slides/_rels/slide19.xml.rels><?xml version="1.0" encoding="UTF-8" standalone="yes"?>
<Relationships xmlns="http://schemas.openxmlformats.org/package/2006/relationships"><Relationship Id="rId8" Type="http://schemas.openxmlformats.org/officeDocument/2006/relationships/image" Target="../media/image98.png"/><Relationship Id="rId3" Type="http://schemas.openxmlformats.org/officeDocument/2006/relationships/diagramLayout" Target="../diagrams/layout15.xml"/><Relationship Id="rId7" Type="http://schemas.openxmlformats.org/officeDocument/2006/relationships/image" Target="../media/image97.png"/><Relationship Id="rId2" Type="http://schemas.openxmlformats.org/officeDocument/2006/relationships/diagramData" Target="../diagrams/data15.xml"/><Relationship Id="rId1" Type="http://schemas.openxmlformats.org/officeDocument/2006/relationships/slideLayout" Target="../slideLayouts/slideLayout2.xml"/><Relationship Id="rId6" Type="http://schemas.microsoft.com/office/2007/relationships/diagramDrawing" Target="../diagrams/drawing15.xml"/><Relationship Id="rId5" Type="http://schemas.openxmlformats.org/officeDocument/2006/relationships/diagramColors" Target="../diagrams/colors15.xml"/><Relationship Id="rId4" Type="http://schemas.openxmlformats.org/officeDocument/2006/relationships/diagramQuickStyle" Target="../diagrams/quickStyle15.xml"/></Relationships>
</file>

<file path=ppt/slides/_rels/slide20.xml.rels><?xml version="1.0" encoding="UTF-8" standalone="yes"?>
<Relationships xmlns="http://schemas.openxmlformats.org/package/2006/relationships"><Relationship Id="rId3" Type="http://schemas.openxmlformats.org/officeDocument/2006/relationships/diagramLayout" Target="../diagrams/layout16.xml"/><Relationship Id="rId7" Type="http://schemas.openxmlformats.org/officeDocument/2006/relationships/image" Target="../media/image101.png"/><Relationship Id="rId2" Type="http://schemas.openxmlformats.org/officeDocument/2006/relationships/diagramData" Target="../diagrams/data16.xml"/><Relationship Id="rId1" Type="http://schemas.openxmlformats.org/officeDocument/2006/relationships/slideLayout" Target="../slideLayouts/slideLayout2.xml"/><Relationship Id="rId6" Type="http://schemas.microsoft.com/office/2007/relationships/diagramDrawing" Target="../diagrams/drawing16.xml"/><Relationship Id="rId5" Type="http://schemas.openxmlformats.org/officeDocument/2006/relationships/diagramColors" Target="../diagrams/colors16.xml"/><Relationship Id="rId4" Type="http://schemas.openxmlformats.org/officeDocument/2006/relationships/diagramQuickStyle" Target="../diagrams/quickStyle16.xml"/></Relationships>
</file>

<file path=ppt/slides/_rels/slide21.xml.rels><?xml version="1.0" encoding="UTF-8" standalone="yes"?>
<Relationships xmlns="http://schemas.openxmlformats.org/package/2006/relationships"><Relationship Id="rId8" Type="http://schemas.openxmlformats.org/officeDocument/2006/relationships/image" Target="../media/image98.png"/><Relationship Id="rId3" Type="http://schemas.openxmlformats.org/officeDocument/2006/relationships/diagramLayout" Target="../diagrams/layout17.xml"/><Relationship Id="rId7" Type="http://schemas.openxmlformats.org/officeDocument/2006/relationships/image" Target="../media/image97.png"/><Relationship Id="rId2" Type="http://schemas.openxmlformats.org/officeDocument/2006/relationships/diagramData" Target="../diagrams/data17.xml"/><Relationship Id="rId1" Type="http://schemas.openxmlformats.org/officeDocument/2006/relationships/slideLayout" Target="../slideLayouts/slideLayout2.xml"/><Relationship Id="rId6" Type="http://schemas.microsoft.com/office/2007/relationships/diagramDrawing" Target="../diagrams/drawing17.xml"/><Relationship Id="rId5" Type="http://schemas.openxmlformats.org/officeDocument/2006/relationships/diagramColors" Target="../diagrams/colors17.xml"/><Relationship Id="rId4" Type="http://schemas.openxmlformats.org/officeDocument/2006/relationships/diagramQuickStyle" Target="../diagrams/quickStyle17.xml"/></Relationships>
</file>

<file path=ppt/slides/_rels/slide22.xml.rels><?xml version="1.0" encoding="UTF-8" standalone="yes"?>
<Relationships xmlns="http://schemas.openxmlformats.org/package/2006/relationships"><Relationship Id="rId3" Type="http://schemas.openxmlformats.org/officeDocument/2006/relationships/diagramLayout" Target="../diagrams/layout18.xml"/><Relationship Id="rId2" Type="http://schemas.openxmlformats.org/officeDocument/2006/relationships/diagramData" Target="../diagrams/data18.xml"/><Relationship Id="rId1" Type="http://schemas.openxmlformats.org/officeDocument/2006/relationships/slideLayout" Target="../slideLayouts/slideLayout2.xml"/><Relationship Id="rId6" Type="http://schemas.microsoft.com/office/2007/relationships/diagramDrawing" Target="../diagrams/drawing18.xml"/><Relationship Id="rId5" Type="http://schemas.openxmlformats.org/officeDocument/2006/relationships/diagramColors" Target="../diagrams/colors18.xml"/><Relationship Id="rId4" Type="http://schemas.openxmlformats.org/officeDocument/2006/relationships/diagramQuickStyle" Target="../diagrams/quickStyle18.xml"/></Relationships>
</file>

<file path=ppt/slides/_rels/slide23.xml.rels><?xml version="1.0" encoding="UTF-8" standalone="yes"?>
<Relationships xmlns="http://schemas.openxmlformats.org/package/2006/relationships"><Relationship Id="rId3" Type="http://schemas.openxmlformats.org/officeDocument/2006/relationships/diagramLayout" Target="../diagrams/layout19.xml"/><Relationship Id="rId2" Type="http://schemas.openxmlformats.org/officeDocument/2006/relationships/diagramData" Target="../diagrams/data19.xml"/><Relationship Id="rId1" Type="http://schemas.openxmlformats.org/officeDocument/2006/relationships/slideLayout" Target="../slideLayouts/slideLayout2.xml"/><Relationship Id="rId6" Type="http://schemas.microsoft.com/office/2007/relationships/diagramDrawing" Target="../diagrams/drawing19.xml"/><Relationship Id="rId5" Type="http://schemas.openxmlformats.org/officeDocument/2006/relationships/diagramColors" Target="../diagrams/colors19.xml"/><Relationship Id="rId4" Type="http://schemas.openxmlformats.org/officeDocument/2006/relationships/diagramQuickStyle" Target="../diagrams/quickStyle19.xml"/></Relationships>
</file>

<file path=ppt/slides/_rels/slide24.xml.rels><?xml version="1.0" encoding="UTF-8" standalone="yes"?>
<Relationships xmlns="http://schemas.openxmlformats.org/package/2006/relationships"><Relationship Id="rId3" Type="http://schemas.openxmlformats.org/officeDocument/2006/relationships/diagramLayout" Target="../diagrams/layout20.xml"/><Relationship Id="rId2" Type="http://schemas.openxmlformats.org/officeDocument/2006/relationships/diagramData" Target="../diagrams/data20.xml"/><Relationship Id="rId1" Type="http://schemas.openxmlformats.org/officeDocument/2006/relationships/slideLayout" Target="../slideLayouts/slideLayout2.xml"/><Relationship Id="rId6" Type="http://schemas.microsoft.com/office/2007/relationships/diagramDrawing" Target="../diagrams/drawing20.xml"/><Relationship Id="rId5" Type="http://schemas.openxmlformats.org/officeDocument/2006/relationships/diagramColors" Target="../diagrams/colors20.xml"/><Relationship Id="rId4" Type="http://schemas.openxmlformats.org/officeDocument/2006/relationships/diagramQuickStyle" Target="../diagrams/quickStyle20.xml"/></Relationships>
</file>

<file path=ppt/slides/_rels/slide25.xml.rels><?xml version="1.0" encoding="UTF-8" standalone="yes"?>
<Relationships xmlns="http://schemas.openxmlformats.org/package/2006/relationships"><Relationship Id="rId3" Type="http://schemas.openxmlformats.org/officeDocument/2006/relationships/diagramLayout" Target="../diagrams/layout21.xml"/><Relationship Id="rId7" Type="http://schemas.openxmlformats.org/officeDocument/2006/relationships/image" Target="../media/image128.png"/><Relationship Id="rId2" Type="http://schemas.openxmlformats.org/officeDocument/2006/relationships/diagramData" Target="../diagrams/data21.xml"/><Relationship Id="rId1" Type="http://schemas.openxmlformats.org/officeDocument/2006/relationships/slideLayout" Target="../slideLayouts/slideLayout2.xml"/><Relationship Id="rId6" Type="http://schemas.microsoft.com/office/2007/relationships/diagramDrawing" Target="../diagrams/drawing21.xml"/><Relationship Id="rId5" Type="http://schemas.openxmlformats.org/officeDocument/2006/relationships/diagramColors" Target="../diagrams/colors21.xml"/><Relationship Id="rId4" Type="http://schemas.openxmlformats.org/officeDocument/2006/relationships/diagramQuickStyle" Target="../diagrams/quickStyle21.xml"/></Relationships>
</file>

<file path=ppt/slides/_rels/slide26.xml.rels><?xml version="1.0" encoding="UTF-8" standalone="yes"?>
<Relationships xmlns="http://schemas.openxmlformats.org/package/2006/relationships"><Relationship Id="rId3" Type="http://schemas.openxmlformats.org/officeDocument/2006/relationships/diagramLayout" Target="../diagrams/layout22.xml"/><Relationship Id="rId7" Type="http://schemas.openxmlformats.org/officeDocument/2006/relationships/image" Target="../media/image135.png"/><Relationship Id="rId2" Type="http://schemas.openxmlformats.org/officeDocument/2006/relationships/diagramData" Target="../diagrams/data22.xml"/><Relationship Id="rId1" Type="http://schemas.openxmlformats.org/officeDocument/2006/relationships/slideLayout" Target="../slideLayouts/slideLayout2.xml"/><Relationship Id="rId6" Type="http://schemas.microsoft.com/office/2007/relationships/diagramDrawing" Target="../diagrams/drawing22.xml"/><Relationship Id="rId5" Type="http://schemas.openxmlformats.org/officeDocument/2006/relationships/diagramColors" Target="../diagrams/colors22.xml"/><Relationship Id="rId4" Type="http://schemas.openxmlformats.org/officeDocument/2006/relationships/diagramQuickStyle" Target="../diagrams/quickStyle22.xml"/></Relationships>
</file>

<file path=ppt/slides/_rels/slide27.xml.rels><?xml version="1.0" encoding="UTF-8" standalone="yes"?>
<Relationships xmlns="http://schemas.openxmlformats.org/package/2006/relationships"><Relationship Id="rId2" Type="http://schemas.openxmlformats.org/officeDocument/2006/relationships/image" Target="../media/image136.png"/><Relationship Id="rId1" Type="http://schemas.openxmlformats.org/officeDocument/2006/relationships/slideLayout" Target="../slideLayouts/slideLayout7.xml"/></Relationships>
</file>

<file path=ppt/slides/_rels/slide28.xml.rels><?xml version="1.0" encoding="UTF-8" standalone="yes"?>
<Relationships xmlns="http://schemas.openxmlformats.org/package/2006/relationships"><Relationship Id="rId2" Type="http://schemas.openxmlformats.org/officeDocument/2006/relationships/image" Target="../media/image137.png"/><Relationship Id="rId1" Type="http://schemas.openxmlformats.org/officeDocument/2006/relationships/slideLayout" Target="../slideLayouts/slideLayout7.xml"/></Relationships>
</file>

<file path=ppt/slides/_rels/slide29.xml.rels><?xml version="1.0" encoding="UTF-8" standalone="yes"?>
<Relationships xmlns="http://schemas.openxmlformats.org/package/2006/relationships"><Relationship Id="rId3" Type="http://schemas.openxmlformats.org/officeDocument/2006/relationships/diagramLayout" Target="../diagrams/layout23.xml"/><Relationship Id="rId2" Type="http://schemas.openxmlformats.org/officeDocument/2006/relationships/diagramData" Target="../diagrams/data23.xml"/><Relationship Id="rId1" Type="http://schemas.openxmlformats.org/officeDocument/2006/relationships/slideLayout" Target="../slideLayouts/slideLayout2.xml"/><Relationship Id="rId6" Type="http://schemas.microsoft.com/office/2007/relationships/diagramDrawing" Target="../diagrams/drawing23.xml"/><Relationship Id="rId5" Type="http://schemas.openxmlformats.org/officeDocument/2006/relationships/diagramColors" Target="../diagrams/colors23.xml"/><Relationship Id="rId4" Type="http://schemas.openxmlformats.org/officeDocument/2006/relationships/diagramQuickStyle" Target="../diagrams/quickStyle23.xml"/></Relationships>
</file>

<file path=ppt/slides/_rels/slide30.xml.rels><?xml version="1.0" encoding="UTF-8" standalone="yes"?>
<Relationships xmlns="http://schemas.openxmlformats.org/package/2006/relationships"><Relationship Id="rId3" Type="http://schemas.openxmlformats.org/officeDocument/2006/relationships/diagramLayout" Target="../diagrams/layout24.xml"/><Relationship Id="rId2" Type="http://schemas.openxmlformats.org/officeDocument/2006/relationships/diagramData" Target="../diagrams/data24.xml"/><Relationship Id="rId1" Type="http://schemas.openxmlformats.org/officeDocument/2006/relationships/slideLayout" Target="../slideLayouts/slideLayout2.xml"/><Relationship Id="rId6" Type="http://schemas.microsoft.com/office/2007/relationships/diagramDrawing" Target="../diagrams/drawing24.xml"/><Relationship Id="rId5" Type="http://schemas.openxmlformats.org/officeDocument/2006/relationships/diagramColors" Target="../diagrams/colors24.xml"/><Relationship Id="rId4" Type="http://schemas.openxmlformats.org/officeDocument/2006/relationships/diagramQuickStyle" Target="../diagrams/quickStyle24.xml"/></Relationships>
</file>

<file path=ppt/slides/_rels/slide31.xml.rels><?xml version="1.0" encoding="UTF-8" standalone="yes"?>
<Relationships xmlns="http://schemas.openxmlformats.org/package/2006/relationships"><Relationship Id="rId3" Type="http://schemas.openxmlformats.org/officeDocument/2006/relationships/diagramLayout" Target="../diagrams/layout25.xml"/><Relationship Id="rId2" Type="http://schemas.openxmlformats.org/officeDocument/2006/relationships/diagramData" Target="../diagrams/data25.xml"/><Relationship Id="rId1" Type="http://schemas.openxmlformats.org/officeDocument/2006/relationships/slideLayout" Target="../slideLayouts/slideLayout2.xml"/><Relationship Id="rId6" Type="http://schemas.microsoft.com/office/2007/relationships/diagramDrawing" Target="../diagrams/drawing25.xml"/><Relationship Id="rId5" Type="http://schemas.openxmlformats.org/officeDocument/2006/relationships/diagramColors" Target="../diagrams/colors25.xml"/><Relationship Id="rId4" Type="http://schemas.openxmlformats.org/officeDocument/2006/relationships/diagramQuickStyle" Target="../diagrams/quickStyle25.xml"/></Relationships>
</file>

<file path=ppt/slides/_rels/slide32.xml.rels><?xml version="1.0" encoding="UTF-8" standalone="yes"?>
<Relationships xmlns="http://schemas.openxmlformats.org/package/2006/relationships"><Relationship Id="rId3" Type="http://schemas.openxmlformats.org/officeDocument/2006/relationships/diagramLayout" Target="../diagrams/layout26.xml"/><Relationship Id="rId2" Type="http://schemas.openxmlformats.org/officeDocument/2006/relationships/diagramData" Target="../diagrams/data26.xml"/><Relationship Id="rId1" Type="http://schemas.openxmlformats.org/officeDocument/2006/relationships/slideLayout" Target="../slideLayouts/slideLayout2.xml"/><Relationship Id="rId6" Type="http://schemas.microsoft.com/office/2007/relationships/diagramDrawing" Target="../diagrams/drawing26.xml"/><Relationship Id="rId5" Type="http://schemas.openxmlformats.org/officeDocument/2006/relationships/diagramColors" Target="../diagrams/colors26.xml"/><Relationship Id="rId4" Type="http://schemas.openxmlformats.org/officeDocument/2006/relationships/diagramQuickStyle" Target="../diagrams/quickStyle26.xml"/></Relationships>
</file>

<file path=ppt/slides/_rels/slide33.xml.rels><?xml version="1.0" encoding="UTF-8" standalone="yes"?>
<Relationships xmlns="http://schemas.openxmlformats.org/package/2006/relationships"><Relationship Id="rId3" Type="http://schemas.openxmlformats.org/officeDocument/2006/relationships/diagramLayout" Target="../diagrams/layout27.xml"/><Relationship Id="rId2" Type="http://schemas.openxmlformats.org/officeDocument/2006/relationships/diagramData" Target="../diagrams/data27.xml"/><Relationship Id="rId1" Type="http://schemas.openxmlformats.org/officeDocument/2006/relationships/slideLayout" Target="../slideLayouts/slideLayout7.xml"/><Relationship Id="rId6" Type="http://schemas.microsoft.com/office/2007/relationships/diagramDrawing" Target="../diagrams/drawing27.xml"/><Relationship Id="rId5" Type="http://schemas.openxmlformats.org/officeDocument/2006/relationships/diagramColors" Target="../diagrams/colors27.xml"/><Relationship Id="rId4" Type="http://schemas.openxmlformats.org/officeDocument/2006/relationships/diagramQuickStyle" Target="../diagrams/quickStyle27.xml"/></Relationships>
</file>

<file path=ppt/slides/_rels/slide34.xml.rels><?xml version="1.0" encoding="UTF-8" standalone="yes"?>
<Relationships xmlns="http://schemas.openxmlformats.org/package/2006/relationships"><Relationship Id="rId3" Type="http://schemas.openxmlformats.org/officeDocument/2006/relationships/diagramLayout" Target="../diagrams/layout28.xml"/><Relationship Id="rId2" Type="http://schemas.openxmlformats.org/officeDocument/2006/relationships/diagramData" Target="../diagrams/data28.xml"/><Relationship Id="rId1" Type="http://schemas.openxmlformats.org/officeDocument/2006/relationships/slideLayout" Target="../slideLayouts/slideLayout2.xml"/><Relationship Id="rId6" Type="http://schemas.microsoft.com/office/2007/relationships/diagramDrawing" Target="../diagrams/drawing28.xml"/><Relationship Id="rId5" Type="http://schemas.openxmlformats.org/officeDocument/2006/relationships/diagramColors" Target="../diagrams/colors28.xml"/><Relationship Id="rId4" Type="http://schemas.openxmlformats.org/officeDocument/2006/relationships/diagramQuickStyle" Target="../diagrams/quickStyle28.xml"/></Relationships>
</file>

<file path=ppt/slides/_rels/slide35.xml.rels><?xml version="1.0" encoding="UTF-8" standalone="yes"?>
<Relationships xmlns="http://schemas.openxmlformats.org/package/2006/relationships"><Relationship Id="rId2" Type="http://schemas.openxmlformats.org/officeDocument/2006/relationships/image" Target="../media/image152.emf"/><Relationship Id="rId1" Type="http://schemas.openxmlformats.org/officeDocument/2006/relationships/slideLayout" Target="../slideLayouts/slideLayout7.xml"/></Relationships>
</file>

<file path=ppt/slides/_rels/slide36.xml.rels><?xml version="1.0" encoding="UTF-8" standalone="yes"?>
<Relationships xmlns="http://schemas.openxmlformats.org/package/2006/relationships"><Relationship Id="rId3" Type="http://schemas.openxmlformats.org/officeDocument/2006/relationships/diagramLayout" Target="../diagrams/layout29.xml"/><Relationship Id="rId2" Type="http://schemas.openxmlformats.org/officeDocument/2006/relationships/diagramData" Target="../diagrams/data29.xml"/><Relationship Id="rId1" Type="http://schemas.openxmlformats.org/officeDocument/2006/relationships/slideLayout" Target="../slideLayouts/slideLayout2.xml"/><Relationship Id="rId6" Type="http://schemas.microsoft.com/office/2007/relationships/diagramDrawing" Target="../diagrams/drawing29.xml"/><Relationship Id="rId5" Type="http://schemas.openxmlformats.org/officeDocument/2006/relationships/diagramColors" Target="../diagrams/colors29.xml"/><Relationship Id="rId4" Type="http://schemas.openxmlformats.org/officeDocument/2006/relationships/diagramQuickStyle" Target="../diagrams/quickStyle29.xml"/></Relationships>
</file>

<file path=ppt/slides/_rels/slide37.xml.rels><?xml version="1.0" encoding="UTF-8" standalone="yes"?>
<Relationships xmlns="http://schemas.openxmlformats.org/package/2006/relationships"><Relationship Id="rId3" Type="http://schemas.openxmlformats.org/officeDocument/2006/relationships/diagramLayout" Target="../diagrams/layout30.xml"/><Relationship Id="rId2" Type="http://schemas.openxmlformats.org/officeDocument/2006/relationships/diagramData" Target="../diagrams/data30.xml"/><Relationship Id="rId1" Type="http://schemas.openxmlformats.org/officeDocument/2006/relationships/slideLayout" Target="../slideLayouts/slideLayout2.xml"/><Relationship Id="rId6" Type="http://schemas.microsoft.com/office/2007/relationships/diagramDrawing" Target="../diagrams/drawing30.xml"/><Relationship Id="rId5" Type="http://schemas.openxmlformats.org/officeDocument/2006/relationships/diagramColors" Target="../diagrams/colors30.xml"/><Relationship Id="rId4" Type="http://schemas.openxmlformats.org/officeDocument/2006/relationships/diagramQuickStyle" Target="../diagrams/quickStyle30.xml"/></Relationships>
</file>

<file path=ppt/slides/_rels/slide38.xml.rels><?xml version="1.0" encoding="UTF-8" standalone="yes"?>
<Relationships xmlns="http://schemas.openxmlformats.org/package/2006/relationships"><Relationship Id="rId3" Type="http://schemas.openxmlformats.org/officeDocument/2006/relationships/diagramLayout" Target="../diagrams/layout31.xml"/><Relationship Id="rId2" Type="http://schemas.openxmlformats.org/officeDocument/2006/relationships/diagramData" Target="../diagrams/data31.xml"/><Relationship Id="rId1" Type="http://schemas.openxmlformats.org/officeDocument/2006/relationships/slideLayout" Target="../slideLayouts/slideLayout2.xml"/><Relationship Id="rId6" Type="http://schemas.microsoft.com/office/2007/relationships/diagramDrawing" Target="../diagrams/drawing31.xml"/><Relationship Id="rId5" Type="http://schemas.openxmlformats.org/officeDocument/2006/relationships/diagramColors" Target="../diagrams/colors31.xml"/><Relationship Id="rId4" Type="http://schemas.openxmlformats.org/officeDocument/2006/relationships/diagramQuickStyle" Target="../diagrams/quickStyle31.xml"/></Relationships>
</file>

<file path=ppt/slides/_rels/slide39.xml.rels><?xml version="1.0" encoding="UTF-8" standalone="yes"?>
<Relationships xmlns="http://schemas.openxmlformats.org/package/2006/relationships"><Relationship Id="rId3" Type="http://schemas.openxmlformats.org/officeDocument/2006/relationships/diagramLayout" Target="../diagrams/layout32.xml"/><Relationship Id="rId2" Type="http://schemas.openxmlformats.org/officeDocument/2006/relationships/diagramData" Target="../diagrams/data32.xml"/><Relationship Id="rId1" Type="http://schemas.openxmlformats.org/officeDocument/2006/relationships/slideLayout" Target="../slideLayouts/slideLayout7.xml"/><Relationship Id="rId6" Type="http://schemas.microsoft.com/office/2007/relationships/diagramDrawing" Target="../diagrams/drawing32.xml"/><Relationship Id="rId5" Type="http://schemas.openxmlformats.org/officeDocument/2006/relationships/diagramColors" Target="../diagrams/colors32.xml"/><Relationship Id="rId4" Type="http://schemas.openxmlformats.org/officeDocument/2006/relationships/diagramQuickStyle" Target="../diagrams/quickStyle32.xml"/></Relationships>
</file>

<file path=ppt/slides/_rels/slide40.xml.rels><?xml version="1.0" encoding="UTF-8" standalone="yes"?>
<Relationships xmlns="http://schemas.openxmlformats.org/package/2006/relationships"><Relationship Id="rId3" Type="http://schemas.openxmlformats.org/officeDocument/2006/relationships/diagramData" Target="../diagrams/data33.xml"/><Relationship Id="rId7" Type="http://schemas.microsoft.com/office/2007/relationships/diagramDrawing" Target="../diagrams/drawing33.xml"/><Relationship Id="rId2" Type="http://schemas.openxmlformats.org/officeDocument/2006/relationships/notesSlide" Target="../notesSlides/notesSlide2.xml"/><Relationship Id="rId1" Type="http://schemas.openxmlformats.org/officeDocument/2006/relationships/slideLayout" Target="../slideLayouts/slideLayout2.xml"/><Relationship Id="rId6" Type="http://schemas.openxmlformats.org/officeDocument/2006/relationships/diagramColors" Target="../diagrams/colors33.xml"/><Relationship Id="rId5" Type="http://schemas.openxmlformats.org/officeDocument/2006/relationships/diagramQuickStyle" Target="../diagrams/quickStyle33.xml"/><Relationship Id="rId4" Type="http://schemas.openxmlformats.org/officeDocument/2006/relationships/diagramLayout" Target="../diagrams/layout33.xml"/></Relationships>
</file>

<file path=ppt/slides/_rels/slide41.xml.rels><?xml version="1.0" encoding="UTF-8" standalone="yes"?>
<Relationships xmlns="http://schemas.openxmlformats.org/package/2006/relationships"><Relationship Id="rId3" Type="http://schemas.openxmlformats.org/officeDocument/2006/relationships/diagramLayout" Target="../diagrams/layout34.xml"/><Relationship Id="rId2" Type="http://schemas.openxmlformats.org/officeDocument/2006/relationships/diagramData" Target="../diagrams/data34.xml"/><Relationship Id="rId1" Type="http://schemas.openxmlformats.org/officeDocument/2006/relationships/slideLayout" Target="../slideLayouts/slideLayout2.xml"/><Relationship Id="rId6" Type="http://schemas.microsoft.com/office/2007/relationships/diagramDrawing" Target="../diagrams/drawing34.xml"/><Relationship Id="rId5" Type="http://schemas.openxmlformats.org/officeDocument/2006/relationships/diagramColors" Target="../diagrams/colors34.xml"/><Relationship Id="rId4" Type="http://schemas.openxmlformats.org/officeDocument/2006/relationships/diagramQuickStyle" Target="../diagrams/quickStyle34.xml"/></Relationships>
</file>

<file path=ppt/slides/_rels/slide42.xml.rels><?xml version="1.0" encoding="UTF-8" standalone="yes"?>
<Relationships xmlns="http://schemas.openxmlformats.org/package/2006/relationships"><Relationship Id="rId3" Type="http://schemas.openxmlformats.org/officeDocument/2006/relationships/diagramLayout" Target="../diagrams/layout35.xml"/><Relationship Id="rId2" Type="http://schemas.openxmlformats.org/officeDocument/2006/relationships/diagramData" Target="../diagrams/data35.xml"/><Relationship Id="rId1" Type="http://schemas.openxmlformats.org/officeDocument/2006/relationships/slideLayout" Target="../slideLayouts/slideLayout2.xml"/><Relationship Id="rId6" Type="http://schemas.microsoft.com/office/2007/relationships/diagramDrawing" Target="../diagrams/drawing35.xml"/><Relationship Id="rId5" Type="http://schemas.openxmlformats.org/officeDocument/2006/relationships/diagramColors" Target="../diagrams/colors35.xml"/><Relationship Id="rId4" Type="http://schemas.openxmlformats.org/officeDocument/2006/relationships/diagramQuickStyle" Target="../diagrams/quickStyle35.xml"/></Relationships>
</file>

<file path=ppt/slides/_rels/slide43.xml.rels><?xml version="1.0" encoding="UTF-8" standalone="yes"?>
<Relationships xmlns="http://schemas.openxmlformats.org/package/2006/relationships"><Relationship Id="rId3" Type="http://schemas.openxmlformats.org/officeDocument/2006/relationships/diagramLayout" Target="../diagrams/layout36.xml"/><Relationship Id="rId2" Type="http://schemas.openxmlformats.org/officeDocument/2006/relationships/diagramData" Target="../diagrams/data36.xml"/><Relationship Id="rId1" Type="http://schemas.openxmlformats.org/officeDocument/2006/relationships/slideLayout" Target="../slideLayouts/slideLayout2.xml"/><Relationship Id="rId6" Type="http://schemas.microsoft.com/office/2007/relationships/diagramDrawing" Target="../diagrams/drawing36.xml"/><Relationship Id="rId5" Type="http://schemas.openxmlformats.org/officeDocument/2006/relationships/diagramColors" Target="../diagrams/colors36.xml"/><Relationship Id="rId4" Type="http://schemas.openxmlformats.org/officeDocument/2006/relationships/diagramQuickStyle" Target="../diagrams/quickStyle36.xml"/></Relationships>
</file>

<file path=ppt/slides/_rels/slide4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45.xml.rels><?xml version="1.0" encoding="UTF-8" standalone="yes"?>
<Relationships xmlns="http://schemas.openxmlformats.org/package/2006/relationships"><Relationship Id="rId3" Type="http://schemas.openxmlformats.org/officeDocument/2006/relationships/diagramLayout" Target="../diagrams/layout37.xml"/><Relationship Id="rId7" Type="http://schemas.openxmlformats.org/officeDocument/2006/relationships/image" Target="../media/image168.png"/><Relationship Id="rId2" Type="http://schemas.openxmlformats.org/officeDocument/2006/relationships/diagramData" Target="../diagrams/data37.xml"/><Relationship Id="rId1" Type="http://schemas.openxmlformats.org/officeDocument/2006/relationships/slideLayout" Target="../slideLayouts/slideLayout2.xml"/><Relationship Id="rId6" Type="http://schemas.microsoft.com/office/2007/relationships/diagramDrawing" Target="../diagrams/drawing37.xml"/><Relationship Id="rId5" Type="http://schemas.openxmlformats.org/officeDocument/2006/relationships/diagramColors" Target="../diagrams/colors37.xml"/><Relationship Id="rId4" Type="http://schemas.openxmlformats.org/officeDocument/2006/relationships/diagramQuickStyle" Target="../diagrams/quickStyle37.xml"/></Relationships>
</file>

<file path=ppt/slides/_rels/slide46.xml.rels><?xml version="1.0" encoding="UTF-8" standalone="yes"?>
<Relationships xmlns="http://schemas.openxmlformats.org/package/2006/relationships"><Relationship Id="rId3" Type="http://schemas.openxmlformats.org/officeDocument/2006/relationships/diagramLayout" Target="../diagrams/layout38.xml"/><Relationship Id="rId2" Type="http://schemas.openxmlformats.org/officeDocument/2006/relationships/diagramData" Target="../diagrams/data38.xml"/><Relationship Id="rId1" Type="http://schemas.openxmlformats.org/officeDocument/2006/relationships/slideLayout" Target="../slideLayouts/slideLayout2.xml"/><Relationship Id="rId6" Type="http://schemas.microsoft.com/office/2007/relationships/diagramDrawing" Target="../diagrams/drawing38.xml"/><Relationship Id="rId5" Type="http://schemas.openxmlformats.org/officeDocument/2006/relationships/diagramColors" Target="../diagrams/colors38.xml"/><Relationship Id="rId4" Type="http://schemas.openxmlformats.org/officeDocument/2006/relationships/diagramQuickStyle" Target="../diagrams/quickStyle38.xml"/></Relationships>
</file>

<file path=ppt/slides/_rels/slide47.xml.rels><?xml version="1.0" encoding="UTF-8" standalone="yes"?>
<Relationships xmlns="http://schemas.openxmlformats.org/package/2006/relationships"><Relationship Id="rId3" Type="http://schemas.openxmlformats.org/officeDocument/2006/relationships/diagramLayout" Target="../diagrams/layout39.xml"/><Relationship Id="rId2" Type="http://schemas.openxmlformats.org/officeDocument/2006/relationships/diagramData" Target="../diagrams/data39.xml"/><Relationship Id="rId1" Type="http://schemas.openxmlformats.org/officeDocument/2006/relationships/slideLayout" Target="../slideLayouts/slideLayout2.xml"/><Relationship Id="rId6" Type="http://schemas.microsoft.com/office/2007/relationships/diagramDrawing" Target="../diagrams/drawing39.xml"/><Relationship Id="rId5" Type="http://schemas.openxmlformats.org/officeDocument/2006/relationships/diagramColors" Target="../diagrams/colors39.xml"/><Relationship Id="rId4" Type="http://schemas.openxmlformats.org/officeDocument/2006/relationships/diagramQuickStyle" Target="../diagrams/quickStyle39.xml"/></Relationships>
</file>

<file path=ppt/slides/_rels/slide48.xml.rels><?xml version="1.0" encoding="UTF-8" standalone="yes"?>
<Relationships xmlns="http://schemas.openxmlformats.org/package/2006/relationships"><Relationship Id="rId3" Type="http://schemas.openxmlformats.org/officeDocument/2006/relationships/diagramLayout" Target="../diagrams/layout40.xml"/><Relationship Id="rId2" Type="http://schemas.openxmlformats.org/officeDocument/2006/relationships/diagramData" Target="../diagrams/data40.xml"/><Relationship Id="rId1" Type="http://schemas.openxmlformats.org/officeDocument/2006/relationships/slideLayout" Target="../slideLayouts/slideLayout2.xml"/><Relationship Id="rId6" Type="http://schemas.microsoft.com/office/2007/relationships/diagramDrawing" Target="../diagrams/drawing40.xml"/><Relationship Id="rId5" Type="http://schemas.openxmlformats.org/officeDocument/2006/relationships/diagramColors" Target="../diagrams/colors40.xml"/><Relationship Id="rId4" Type="http://schemas.openxmlformats.org/officeDocument/2006/relationships/diagramQuickStyle" Target="../diagrams/quickStyle40.xml"/></Relationships>
</file>

<file path=ppt/slides/_rels/slide49.xml.rels><?xml version="1.0" encoding="UTF-8" standalone="yes"?>
<Relationships xmlns="http://schemas.openxmlformats.org/package/2006/relationships"><Relationship Id="rId3" Type="http://schemas.openxmlformats.org/officeDocument/2006/relationships/diagramLayout" Target="../diagrams/layout41.xml"/><Relationship Id="rId2" Type="http://schemas.openxmlformats.org/officeDocument/2006/relationships/diagramData" Target="../diagrams/data41.xml"/><Relationship Id="rId1" Type="http://schemas.openxmlformats.org/officeDocument/2006/relationships/slideLayout" Target="../slideLayouts/slideLayout2.xml"/><Relationship Id="rId6" Type="http://schemas.microsoft.com/office/2007/relationships/diagramDrawing" Target="../diagrams/drawing41.xml"/><Relationship Id="rId5" Type="http://schemas.openxmlformats.org/officeDocument/2006/relationships/diagramColors" Target="../diagrams/colors41.xml"/><Relationship Id="rId4" Type="http://schemas.openxmlformats.org/officeDocument/2006/relationships/diagramQuickStyle" Target="../diagrams/quickStyle41.xml"/></Relationships>
</file>

<file path=ppt/slides/_rels/slide50.xml.rels><?xml version="1.0" encoding="UTF-8" standalone="yes"?>
<Relationships xmlns="http://schemas.openxmlformats.org/package/2006/relationships"><Relationship Id="rId3" Type="http://schemas.openxmlformats.org/officeDocument/2006/relationships/diagramLayout" Target="../diagrams/layout42.xml"/><Relationship Id="rId2" Type="http://schemas.openxmlformats.org/officeDocument/2006/relationships/diagramData" Target="../diagrams/data42.xml"/><Relationship Id="rId1" Type="http://schemas.openxmlformats.org/officeDocument/2006/relationships/slideLayout" Target="../slideLayouts/slideLayout2.xml"/><Relationship Id="rId6" Type="http://schemas.microsoft.com/office/2007/relationships/diagramDrawing" Target="../diagrams/drawing42.xml"/><Relationship Id="rId5" Type="http://schemas.openxmlformats.org/officeDocument/2006/relationships/diagramColors" Target="../diagrams/colors42.xml"/><Relationship Id="rId4" Type="http://schemas.openxmlformats.org/officeDocument/2006/relationships/diagramQuickStyle" Target="../diagrams/quickStyle42.xml"/></Relationships>
</file>

<file path=ppt/slides/_rels/slide51.xml.rels><?xml version="1.0" encoding="UTF-8" standalone="yes"?>
<Relationships xmlns="http://schemas.openxmlformats.org/package/2006/relationships"><Relationship Id="rId8" Type="http://schemas.openxmlformats.org/officeDocument/2006/relationships/diagramLayout" Target="../diagrams/layout44.xml"/><Relationship Id="rId3" Type="http://schemas.openxmlformats.org/officeDocument/2006/relationships/diagramLayout" Target="../diagrams/layout43.xml"/><Relationship Id="rId7" Type="http://schemas.openxmlformats.org/officeDocument/2006/relationships/diagramData" Target="../diagrams/data44.xml"/><Relationship Id="rId12" Type="http://schemas.openxmlformats.org/officeDocument/2006/relationships/image" Target="../media/image189.emf"/><Relationship Id="rId2" Type="http://schemas.openxmlformats.org/officeDocument/2006/relationships/diagramData" Target="../diagrams/data43.xml"/><Relationship Id="rId1" Type="http://schemas.openxmlformats.org/officeDocument/2006/relationships/slideLayout" Target="../slideLayouts/slideLayout7.xml"/><Relationship Id="rId6" Type="http://schemas.microsoft.com/office/2007/relationships/diagramDrawing" Target="../diagrams/drawing43.xml"/><Relationship Id="rId11" Type="http://schemas.microsoft.com/office/2007/relationships/diagramDrawing" Target="../diagrams/drawing44.xml"/><Relationship Id="rId5" Type="http://schemas.openxmlformats.org/officeDocument/2006/relationships/diagramColors" Target="../diagrams/colors43.xml"/><Relationship Id="rId10" Type="http://schemas.openxmlformats.org/officeDocument/2006/relationships/diagramColors" Target="../diagrams/colors44.xml"/><Relationship Id="rId4" Type="http://schemas.openxmlformats.org/officeDocument/2006/relationships/diagramQuickStyle" Target="../diagrams/quickStyle43.xml"/><Relationship Id="rId9" Type="http://schemas.openxmlformats.org/officeDocument/2006/relationships/diagramQuickStyle" Target="../diagrams/quickStyle44.xml"/></Relationships>
</file>

<file path=ppt/slides/_rels/slide52.xml.rels><?xml version="1.0" encoding="UTF-8" standalone="yes"?>
<Relationships xmlns="http://schemas.openxmlformats.org/package/2006/relationships"><Relationship Id="rId3" Type="http://schemas.openxmlformats.org/officeDocument/2006/relationships/diagramLayout" Target="../diagrams/layout45.xml"/><Relationship Id="rId7" Type="http://schemas.openxmlformats.org/officeDocument/2006/relationships/image" Target="../media/image190.emf"/><Relationship Id="rId2" Type="http://schemas.openxmlformats.org/officeDocument/2006/relationships/diagramData" Target="../diagrams/data45.xml"/><Relationship Id="rId1" Type="http://schemas.openxmlformats.org/officeDocument/2006/relationships/slideLayout" Target="../slideLayouts/slideLayout2.xml"/><Relationship Id="rId6" Type="http://schemas.microsoft.com/office/2007/relationships/diagramDrawing" Target="../diagrams/drawing45.xml"/><Relationship Id="rId5" Type="http://schemas.openxmlformats.org/officeDocument/2006/relationships/diagramColors" Target="../diagrams/colors45.xml"/><Relationship Id="rId4" Type="http://schemas.openxmlformats.org/officeDocument/2006/relationships/diagramQuickStyle" Target="../diagrams/quickStyle45.xml"/></Relationships>
</file>

<file path=ppt/slides/_rels/slide53.xml.rels><?xml version="1.0" encoding="UTF-8" standalone="yes"?>
<Relationships xmlns="http://schemas.openxmlformats.org/package/2006/relationships"><Relationship Id="rId3" Type="http://schemas.openxmlformats.org/officeDocument/2006/relationships/diagramData" Target="../diagrams/data46.xml"/><Relationship Id="rId7" Type="http://schemas.microsoft.com/office/2007/relationships/diagramDrawing" Target="../diagrams/drawing46.xml"/><Relationship Id="rId2" Type="http://schemas.openxmlformats.org/officeDocument/2006/relationships/notesSlide" Target="../notesSlides/notesSlide3.xml"/><Relationship Id="rId1" Type="http://schemas.openxmlformats.org/officeDocument/2006/relationships/slideLayout" Target="../slideLayouts/slideLayout2.xml"/><Relationship Id="rId6" Type="http://schemas.openxmlformats.org/officeDocument/2006/relationships/diagramColors" Target="../diagrams/colors46.xml"/><Relationship Id="rId5" Type="http://schemas.openxmlformats.org/officeDocument/2006/relationships/diagramQuickStyle" Target="../diagrams/quickStyle46.xml"/><Relationship Id="rId4" Type="http://schemas.openxmlformats.org/officeDocument/2006/relationships/diagramLayout" Target="../diagrams/layout46.xml"/></Relationships>
</file>

<file path=ppt/slides/_rels/slide54.xml.rels><?xml version="1.0" encoding="UTF-8" standalone="yes"?>
<Relationships xmlns="http://schemas.openxmlformats.org/package/2006/relationships"><Relationship Id="rId3" Type="http://schemas.openxmlformats.org/officeDocument/2006/relationships/diagramLayout" Target="../diagrams/layout47.xml"/><Relationship Id="rId2" Type="http://schemas.openxmlformats.org/officeDocument/2006/relationships/diagramData" Target="../diagrams/data47.xml"/><Relationship Id="rId1" Type="http://schemas.openxmlformats.org/officeDocument/2006/relationships/slideLayout" Target="../slideLayouts/slideLayout2.xml"/><Relationship Id="rId6" Type="http://schemas.microsoft.com/office/2007/relationships/diagramDrawing" Target="../diagrams/drawing47.xml"/><Relationship Id="rId5" Type="http://schemas.openxmlformats.org/officeDocument/2006/relationships/diagramColors" Target="../diagrams/colors47.xml"/><Relationship Id="rId4" Type="http://schemas.openxmlformats.org/officeDocument/2006/relationships/diagramQuickStyle" Target="../diagrams/quickStyle47.xml"/></Relationships>
</file>

<file path=ppt/slides/_rels/slide55.xml.rels><?xml version="1.0" encoding="UTF-8" standalone="yes"?>
<Relationships xmlns="http://schemas.openxmlformats.org/package/2006/relationships"><Relationship Id="rId3" Type="http://schemas.openxmlformats.org/officeDocument/2006/relationships/diagramLayout" Target="../diagrams/layout48.xml"/><Relationship Id="rId2" Type="http://schemas.openxmlformats.org/officeDocument/2006/relationships/diagramData" Target="../diagrams/data48.xml"/><Relationship Id="rId1" Type="http://schemas.openxmlformats.org/officeDocument/2006/relationships/slideLayout" Target="../slideLayouts/slideLayout2.xml"/><Relationship Id="rId6" Type="http://schemas.microsoft.com/office/2007/relationships/diagramDrawing" Target="../diagrams/drawing48.xml"/><Relationship Id="rId5" Type="http://schemas.openxmlformats.org/officeDocument/2006/relationships/diagramColors" Target="../diagrams/colors48.xml"/><Relationship Id="rId4" Type="http://schemas.openxmlformats.org/officeDocument/2006/relationships/diagramQuickStyle" Target="../diagrams/quickStyle48.xml"/></Relationships>
</file>

<file path=ppt/slides/_rels/slide56.xml.rels><?xml version="1.0" encoding="UTF-8" standalone="yes"?>
<Relationships xmlns="http://schemas.openxmlformats.org/package/2006/relationships"><Relationship Id="rId3" Type="http://schemas.openxmlformats.org/officeDocument/2006/relationships/diagramLayout" Target="../diagrams/layout49.xml"/><Relationship Id="rId2" Type="http://schemas.openxmlformats.org/officeDocument/2006/relationships/diagramData" Target="../diagrams/data49.xml"/><Relationship Id="rId1" Type="http://schemas.openxmlformats.org/officeDocument/2006/relationships/slideLayout" Target="../slideLayouts/slideLayout2.xml"/><Relationship Id="rId6" Type="http://schemas.microsoft.com/office/2007/relationships/diagramDrawing" Target="../diagrams/drawing49.xml"/><Relationship Id="rId5" Type="http://schemas.openxmlformats.org/officeDocument/2006/relationships/diagramColors" Target="../diagrams/colors49.xml"/><Relationship Id="rId4" Type="http://schemas.openxmlformats.org/officeDocument/2006/relationships/diagramQuickStyle" Target="../diagrams/quickStyle49.xml"/></Relationships>
</file>

<file path=ppt/slides/_rels/slide57.xml.rels><?xml version="1.0" encoding="UTF-8" standalone="yes"?>
<Relationships xmlns="http://schemas.openxmlformats.org/package/2006/relationships"><Relationship Id="rId3" Type="http://schemas.openxmlformats.org/officeDocument/2006/relationships/diagramLayout" Target="../diagrams/layout50.xml"/><Relationship Id="rId2" Type="http://schemas.openxmlformats.org/officeDocument/2006/relationships/diagramData" Target="../diagrams/data50.xml"/><Relationship Id="rId1" Type="http://schemas.openxmlformats.org/officeDocument/2006/relationships/slideLayout" Target="../slideLayouts/slideLayout2.xml"/><Relationship Id="rId6" Type="http://schemas.microsoft.com/office/2007/relationships/diagramDrawing" Target="../diagrams/drawing50.xml"/><Relationship Id="rId5" Type="http://schemas.openxmlformats.org/officeDocument/2006/relationships/diagramColors" Target="../diagrams/colors50.xml"/><Relationship Id="rId4" Type="http://schemas.openxmlformats.org/officeDocument/2006/relationships/diagramQuickStyle" Target="../diagrams/quickStyle50.xml"/></Relationships>
</file>

<file path=ppt/slides/_rels/slide58.xml.rels><?xml version="1.0" encoding="UTF-8" standalone="yes"?>
<Relationships xmlns="http://schemas.openxmlformats.org/package/2006/relationships"><Relationship Id="rId3" Type="http://schemas.openxmlformats.org/officeDocument/2006/relationships/diagramLayout" Target="../diagrams/layout51.xml"/><Relationship Id="rId2" Type="http://schemas.openxmlformats.org/officeDocument/2006/relationships/diagramData" Target="../diagrams/data51.xml"/><Relationship Id="rId1" Type="http://schemas.openxmlformats.org/officeDocument/2006/relationships/slideLayout" Target="../slideLayouts/slideLayout2.xml"/><Relationship Id="rId6" Type="http://schemas.microsoft.com/office/2007/relationships/diagramDrawing" Target="../diagrams/drawing51.xml"/><Relationship Id="rId5" Type="http://schemas.openxmlformats.org/officeDocument/2006/relationships/diagramColors" Target="../diagrams/colors51.xml"/><Relationship Id="rId4" Type="http://schemas.openxmlformats.org/officeDocument/2006/relationships/diagramQuickStyle" Target="../diagrams/quickStyle51.xml"/></Relationships>
</file>

<file path=ppt/slides/_rels/slide59.xml.rels><?xml version="1.0" encoding="UTF-8" standalone="yes"?>
<Relationships xmlns="http://schemas.openxmlformats.org/package/2006/relationships"><Relationship Id="rId3" Type="http://schemas.openxmlformats.org/officeDocument/2006/relationships/diagramLayout" Target="../diagrams/layout52.xml"/><Relationship Id="rId2" Type="http://schemas.openxmlformats.org/officeDocument/2006/relationships/diagramData" Target="../diagrams/data52.xml"/><Relationship Id="rId1" Type="http://schemas.openxmlformats.org/officeDocument/2006/relationships/slideLayout" Target="../slideLayouts/slideLayout2.xml"/><Relationship Id="rId6" Type="http://schemas.microsoft.com/office/2007/relationships/diagramDrawing" Target="../diagrams/drawing52.xml"/><Relationship Id="rId5" Type="http://schemas.openxmlformats.org/officeDocument/2006/relationships/diagramColors" Target="../diagrams/colors52.xml"/><Relationship Id="rId4" Type="http://schemas.openxmlformats.org/officeDocument/2006/relationships/diagramQuickStyle" Target="../diagrams/quickStyle52.xml"/></Relationships>
</file>

<file path=ppt/slides/_rels/slide60.xml.rels><?xml version="1.0" encoding="UTF-8" standalone="yes"?>
<Relationships xmlns="http://schemas.openxmlformats.org/package/2006/relationships"><Relationship Id="rId3" Type="http://schemas.openxmlformats.org/officeDocument/2006/relationships/diagramLayout" Target="../diagrams/layout53.xml"/><Relationship Id="rId7" Type="http://schemas.openxmlformats.org/officeDocument/2006/relationships/hyperlink" Target="https://bitcoinfees.earn.com/" TargetMode="External"/><Relationship Id="rId2" Type="http://schemas.openxmlformats.org/officeDocument/2006/relationships/diagramData" Target="../diagrams/data53.xml"/><Relationship Id="rId1" Type="http://schemas.openxmlformats.org/officeDocument/2006/relationships/slideLayout" Target="../slideLayouts/slideLayout2.xml"/><Relationship Id="rId6" Type="http://schemas.microsoft.com/office/2007/relationships/diagramDrawing" Target="../diagrams/drawing53.xml"/><Relationship Id="rId5" Type="http://schemas.openxmlformats.org/officeDocument/2006/relationships/diagramColors" Target="../diagrams/colors53.xml"/><Relationship Id="rId4" Type="http://schemas.openxmlformats.org/officeDocument/2006/relationships/diagramQuickStyle" Target="../diagrams/quickStyle53.xml"/></Relationships>
</file>

<file path=ppt/slides/_rels/slide61.xml.rels><?xml version="1.0" encoding="UTF-8" standalone="yes"?>
<Relationships xmlns="http://schemas.openxmlformats.org/package/2006/relationships"><Relationship Id="rId3" Type="http://schemas.openxmlformats.org/officeDocument/2006/relationships/diagramLayout" Target="../diagrams/layout54.xml"/><Relationship Id="rId2" Type="http://schemas.openxmlformats.org/officeDocument/2006/relationships/diagramData" Target="../diagrams/data54.xml"/><Relationship Id="rId1" Type="http://schemas.openxmlformats.org/officeDocument/2006/relationships/slideLayout" Target="../slideLayouts/slideLayout2.xml"/><Relationship Id="rId6" Type="http://schemas.microsoft.com/office/2007/relationships/diagramDrawing" Target="../diagrams/drawing54.xml"/><Relationship Id="rId5" Type="http://schemas.openxmlformats.org/officeDocument/2006/relationships/diagramColors" Target="../diagrams/colors54.xml"/><Relationship Id="rId4" Type="http://schemas.openxmlformats.org/officeDocument/2006/relationships/diagramQuickStyle" Target="../diagrams/quickStyle54.xml"/></Relationships>
</file>

<file path=ppt/slides/_rels/slide62.xml.rels><?xml version="1.0" encoding="UTF-8" standalone="yes"?>
<Relationships xmlns="http://schemas.openxmlformats.org/package/2006/relationships"><Relationship Id="rId3" Type="http://schemas.openxmlformats.org/officeDocument/2006/relationships/diagramLayout" Target="../diagrams/layout55.xml"/><Relationship Id="rId2" Type="http://schemas.openxmlformats.org/officeDocument/2006/relationships/diagramData" Target="../diagrams/data55.xml"/><Relationship Id="rId1" Type="http://schemas.openxmlformats.org/officeDocument/2006/relationships/slideLayout" Target="../slideLayouts/slideLayout2.xml"/><Relationship Id="rId6" Type="http://schemas.microsoft.com/office/2007/relationships/diagramDrawing" Target="../diagrams/drawing55.xml"/><Relationship Id="rId5" Type="http://schemas.openxmlformats.org/officeDocument/2006/relationships/diagramColors" Target="../diagrams/colors55.xml"/><Relationship Id="rId4" Type="http://schemas.openxmlformats.org/officeDocument/2006/relationships/diagramQuickStyle" Target="../diagrams/quickStyle55.xml"/></Relationships>
</file>

<file path=ppt/slides/_rels/slide63.xml.rels><?xml version="1.0" encoding="UTF-8" standalone="yes"?>
<Relationships xmlns="http://schemas.openxmlformats.org/package/2006/relationships"><Relationship Id="rId3" Type="http://schemas.openxmlformats.org/officeDocument/2006/relationships/diagramLayout" Target="../diagrams/layout56.xml"/><Relationship Id="rId2" Type="http://schemas.openxmlformats.org/officeDocument/2006/relationships/diagramData" Target="../diagrams/data56.xml"/><Relationship Id="rId1" Type="http://schemas.openxmlformats.org/officeDocument/2006/relationships/slideLayout" Target="../slideLayouts/slideLayout2.xml"/><Relationship Id="rId6" Type="http://schemas.microsoft.com/office/2007/relationships/diagramDrawing" Target="../diagrams/drawing56.xml"/><Relationship Id="rId5" Type="http://schemas.openxmlformats.org/officeDocument/2006/relationships/diagramColors" Target="../diagrams/colors56.xml"/><Relationship Id="rId4" Type="http://schemas.openxmlformats.org/officeDocument/2006/relationships/diagramQuickStyle" Target="../diagrams/quickStyle56.xml"/></Relationships>
</file>

<file path=ppt/slides/_rels/slide64.xml.rels><?xml version="1.0" encoding="UTF-8" standalone="yes"?>
<Relationships xmlns="http://schemas.openxmlformats.org/package/2006/relationships"><Relationship Id="rId3" Type="http://schemas.openxmlformats.org/officeDocument/2006/relationships/diagramLayout" Target="../diagrams/layout57.xml"/><Relationship Id="rId2" Type="http://schemas.openxmlformats.org/officeDocument/2006/relationships/diagramData" Target="../diagrams/data57.xml"/><Relationship Id="rId1" Type="http://schemas.openxmlformats.org/officeDocument/2006/relationships/slideLayout" Target="../slideLayouts/slideLayout2.xml"/><Relationship Id="rId6" Type="http://schemas.microsoft.com/office/2007/relationships/diagramDrawing" Target="../diagrams/drawing57.xml"/><Relationship Id="rId5" Type="http://schemas.openxmlformats.org/officeDocument/2006/relationships/diagramColors" Target="../diagrams/colors57.xml"/><Relationship Id="rId4" Type="http://schemas.openxmlformats.org/officeDocument/2006/relationships/diagramQuickStyle" Target="../diagrams/quickStyle57.xml"/></Relationships>
</file>

<file path=ppt/slides/_rels/slide65.xml.rels><?xml version="1.0" encoding="UTF-8" standalone="yes"?>
<Relationships xmlns="http://schemas.openxmlformats.org/package/2006/relationships"><Relationship Id="rId3" Type="http://schemas.openxmlformats.org/officeDocument/2006/relationships/diagramLayout" Target="../diagrams/layout58.xml"/><Relationship Id="rId2" Type="http://schemas.openxmlformats.org/officeDocument/2006/relationships/diagramData" Target="../diagrams/data58.xml"/><Relationship Id="rId1" Type="http://schemas.openxmlformats.org/officeDocument/2006/relationships/slideLayout" Target="../slideLayouts/slideLayout2.xml"/><Relationship Id="rId6" Type="http://schemas.microsoft.com/office/2007/relationships/diagramDrawing" Target="../diagrams/drawing58.xml"/><Relationship Id="rId5" Type="http://schemas.openxmlformats.org/officeDocument/2006/relationships/diagramColors" Target="../diagrams/colors58.xml"/><Relationship Id="rId4" Type="http://schemas.openxmlformats.org/officeDocument/2006/relationships/diagramQuickStyle" Target="../diagrams/quickStyle58.xml"/></Relationships>
</file>

<file path=ppt/slides/_rels/slide66.xml.rels><?xml version="1.0" encoding="UTF-8" standalone="yes"?>
<Relationships xmlns="http://schemas.openxmlformats.org/package/2006/relationships"><Relationship Id="rId3" Type="http://schemas.openxmlformats.org/officeDocument/2006/relationships/diagramLayout" Target="../diagrams/layout59.xml"/><Relationship Id="rId2" Type="http://schemas.openxmlformats.org/officeDocument/2006/relationships/diagramData" Target="../diagrams/data59.xml"/><Relationship Id="rId1" Type="http://schemas.openxmlformats.org/officeDocument/2006/relationships/slideLayout" Target="../slideLayouts/slideLayout2.xml"/><Relationship Id="rId6" Type="http://schemas.microsoft.com/office/2007/relationships/diagramDrawing" Target="../diagrams/drawing59.xml"/><Relationship Id="rId5" Type="http://schemas.openxmlformats.org/officeDocument/2006/relationships/diagramColors" Target="../diagrams/colors59.xml"/><Relationship Id="rId4" Type="http://schemas.openxmlformats.org/officeDocument/2006/relationships/diagramQuickStyle" Target="../diagrams/quickStyle59.xml"/></Relationships>
</file>

<file path=ppt/slides/_rels/slide67.xml.rels><?xml version="1.0" encoding="UTF-8" standalone="yes"?>
<Relationships xmlns="http://schemas.openxmlformats.org/package/2006/relationships"><Relationship Id="rId3" Type="http://schemas.openxmlformats.org/officeDocument/2006/relationships/diagramLayout" Target="../diagrams/layout60.xml"/><Relationship Id="rId2" Type="http://schemas.openxmlformats.org/officeDocument/2006/relationships/diagramData" Target="../diagrams/data60.xml"/><Relationship Id="rId1" Type="http://schemas.openxmlformats.org/officeDocument/2006/relationships/slideLayout" Target="../slideLayouts/slideLayout2.xml"/><Relationship Id="rId6" Type="http://schemas.microsoft.com/office/2007/relationships/diagramDrawing" Target="../diagrams/drawing60.xml"/><Relationship Id="rId5" Type="http://schemas.openxmlformats.org/officeDocument/2006/relationships/diagramColors" Target="../diagrams/colors60.xml"/><Relationship Id="rId4" Type="http://schemas.openxmlformats.org/officeDocument/2006/relationships/diagramQuickStyle" Target="../diagrams/quickStyle60.xml"/></Relationships>
</file>

<file path=ppt/slides/_rels/slide68.xml.rels><?xml version="1.0" encoding="UTF-8" standalone="yes"?>
<Relationships xmlns="http://schemas.openxmlformats.org/package/2006/relationships"><Relationship Id="rId3" Type="http://schemas.openxmlformats.org/officeDocument/2006/relationships/diagramLayout" Target="../diagrams/layout61.xml"/><Relationship Id="rId2" Type="http://schemas.openxmlformats.org/officeDocument/2006/relationships/diagramData" Target="../diagrams/data61.xml"/><Relationship Id="rId1" Type="http://schemas.openxmlformats.org/officeDocument/2006/relationships/slideLayout" Target="../slideLayouts/slideLayout2.xml"/><Relationship Id="rId6" Type="http://schemas.microsoft.com/office/2007/relationships/diagramDrawing" Target="../diagrams/drawing61.xml"/><Relationship Id="rId5" Type="http://schemas.openxmlformats.org/officeDocument/2006/relationships/diagramColors" Target="../diagrams/colors61.xml"/><Relationship Id="rId4" Type="http://schemas.openxmlformats.org/officeDocument/2006/relationships/diagramQuickStyle" Target="../diagrams/quickStyle61.xml"/></Relationships>
</file>

<file path=ppt/slides/_rels/slide69.xml.rels><?xml version="1.0" encoding="UTF-8" standalone="yes"?>
<Relationships xmlns="http://schemas.openxmlformats.org/package/2006/relationships"><Relationship Id="rId3" Type="http://schemas.openxmlformats.org/officeDocument/2006/relationships/diagramLayout" Target="../diagrams/layout62.xml"/><Relationship Id="rId2" Type="http://schemas.openxmlformats.org/officeDocument/2006/relationships/diagramData" Target="../diagrams/data62.xml"/><Relationship Id="rId1" Type="http://schemas.openxmlformats.org/officeDocument/2006/relationships/slideLayout" Target="../slideLayouts/slideLayout2.xml"/><Relationship Id="rId6" Type="http://schemas.microsoft.com/office/2007/relationships/diagramDrawing" Target="../diagrams/drawing62.xml"/><Relationship Id="rId5" Type="http://schemas.openxmlformats.org/officeDocument/2006/relationships/diagramColors" Target="../diagrams/colors62.xml"/><Relationship Id="rId4" Type="http://schemas.openxmlformats.org/officeDocument/2006/relationships/diagramQuickStyle" Target="../diagrams/quickStyle62.xml"/></Relationships>
</file>

<file path=ppt/slides/_rels/slide70.xml.rels><?xml version="1.0" encoding="UTF-8" standalone="yes"?>
<Relationships xmlns="http://schemas.openxmlformats.org/package/2006/relationships"><Relationship Id="rId3" Type="http://schemas.openxmlformats.org/officeDocument/2006/relationships/diagramLayout" Target="../diagrams/layout63.xml"/><Relationship Id="rId2" Type="http://schemas.openxmlformats.org/officeDocument/2006/relationships/diagramData" Target="../diagrams/data63.xml"/><Relationship Id="rId1" Type="http://schemas.openxmlformats.org/officeDocument/2006/relationships/slideLayout" Target="../slideLayouts/slideLayout2.xml"/><Relationship Id="rId6" Type="http://schemas.microsoft.com/office/2007/relationships/diagramDrawing" Target="../diagrams/drawing63.xml"/><Relationship Id="rId5" Type="http://schemas.openxmlformats.org/officeDocument/2006/relationships/diagramColors" Target="../diagrams/colors63.xml"/><Relationship Id="rId4" Type="http://schemas.openxmlformats.org/officeDocument/2006/relationships/diagramQuickStyle" Target="../diagrams/quickStyle63.xml"/></Relationships>
</file>

<file path=ppt/slides/_rels/slide71.xml.rels><?xml version="1.0" encoding="UTF-8" standalone="yes"?>
<Relationships xmlns="http://schemas.openxmlformats.org/package/2006/relationships"><Relationship Id="rId3" Type="http://schemas.openxmlformats.org/officeDocument/2006/relationships/diagramLayout" Target="../diagrams/layout64.xml"/><Relationship Id="rId2" Type="http://schemas.openxmlformats.org/officeDocument/2006/relationships/diagramData" Target="../diagrams/data64.xml"/><Relationship Id="rId1" Type="http://schemas.openxmlformats.org/officeDocument/2006/relationships/slideLayout" Target="../slideLayouts/slideLayout2.xml"/><Relationship Id="rId6" Type="http://schemas.microsoft.com/office/2007/relationships/diagramDrawing" Target="../diagrams/drawing64.xml"/><Relationship Id="rId5" Type="http://schemas.openxmlformats.org/officeDocument/2006/relationships/diagramColors" Target="../diagrams/colors64.xml"/><Relationship Id="rId4" Type="http://schemas.openxmlformats.org/officeDocument/2006/relationships/diagramQuickStyle" Target="../diagrams/quickStyle64.xml"/></Relationships>
</file>

<file path=ppt/slides/_rels/slide72.xml.rels><?xml version="1.0" encoding="UTF-8" standalone="yes"?>
<Relationships xmlns="http://schemas.openxmlformats.org/package/2006/relationships"><Relationship Id="rId3" Type="http://schemas.openxmlformats.org/officeDocument/2006/relationships/diagramLayout" Target="../diagrams/layout65.xml"/><Relationship Id="rId2" Type="http://schemas.openxmlformats.org/officeDocument/2006/relationships/diagramData" Target="../diagrams/data65.xml"/><Relationship Id="rId1" Type="http://schemas.openxmlformats.org/officeDocument/2006/relationships/slideLayout" Target="../slideLayouts/slideLayout2.xml"/><Relationship Id="rId6" Type="http://schemas.microsoft.com/office/2007/relationships/diagramDrawing" Target="../diagrams/drawing65.xml"/><Relationship Id="rId5" Type="http://schemas.openxmlformats.org/officeDocument/2006/relationships/diagramColors" Target="../diagrams/colors65.xml"/><Relationship Id="rId4" Type="http://schemas.openxmlformats.org/officeDocument/2006/relationships/diagramQuickStyle" Target="../diagrams/quickStyle65.xml"/></Relationships>
</file>

<file path=ppt/slides/_rels/slide73.xml.rels><?xml version="1.0" encoding="UTF-8" standalone="yes"?>
<Relationships xmlns="http://schemas.openxmlformats.org/package/2006/relationships"><Relationship Id="rId3" Type="http://schemas.openxmlformats.org/officeDocument/2006/relationships/diagramLayout" Target="../diagrams/layout66.xml"/><Relationship Id="rId2" Type="http://schemas.openxmlformats.org/officeDocument/2006/relationships/diagramData" Target="../diagrams/data66.xml"/><Relationship Id="rId1" Type="http://schemas.openxmlformats.org/officeDocument/2006/relationships/slideLayout" Target="../slideLayouts/slideLayout2.xml"/><Relationship Id="rId6" Type="http://schemas.microsoft.com/office/2007/relationships/diagramDrawing" Target="../diagrams/drawing66.xml"/><Relationship Id="rId5" Type="http://schemas.openxmlformats.org/officeDocument/2006/relationships/diagramColors" Target="../diagrams/colors66.xml"/><Relationship Id="rId4" Type="http://schemas.openxmlformats.org/officeDocument/2006/relationships/diagramQuickStyle" Target="../diagrams/quickStyle66.xml"/></Relationships>
</file>

<file path=ppt/slides/_rels/slide74.xml.rels><?xml version="1.0" encoding="UTF-8" standalone="yes"?>
<Relationships xmlns="http://schemas.openxmlformats.org/package/2006/relationships"><Relationship Id="rId3" Type="http://schemas.openxmlformats.org/officeDocument/2006/relationships/diagramData" Target="../diagrams/data67.xml"/><Relationship Id="rId7" Type="http://schemas.microsoft.com/office/2007/relationships/diagramDrawing" Target="../diagrams/drawing67.xml"/><Relationship Id="rId2" Type="http://schemas.openxmlformats.org/officeDocument/2006/relationships/notesSlide" Target="../notesSlides/notesSlide4.xml"/><Relationship Id="rId1" Type="http://schemas.openxmlformats.org/officeDocument/2006/relationships/slideLayout" Target="../slideLayouts/slideLayout2.xml"/><Relationship Id="rId6" Type="http://schemas.openxmlformats.org/officeDocument/2006/relationships/diagramColors" Target="../diagrams/colors67.xml"/><Relationship Id="rId5" Type="http://schemas.openxmlformats.org/officeDocument/2006/relationships/diagramQuickStyle" Target="../diagrams/quickStyle67.xml"/><Relationship Id="rId4" Type="http://schemas.openxmlformats.org/officeDocument/2006/relationships/diagramLayout" Target="../diagrams/layout67.xml"/></Relationships>
</file>

<file path=ppt/slides/_rels/slide75.xml.rels><?xml version="1.0" encoding="UTF-8" standalone="yes"?>
<Relationships xmlns="http://schemas.openxmlformats.org/package/2006/relationships"><Relationship Id="rId3" Type="http://schemas.openxmlformats.org/officeDocument/2006/relationships/diagramLayout" Target="../diagrams/layout68.xml"/><Relationship Id="rId2" Type="http://schemas.openxmlformats.org/officeDocument/2006/relationships/diagramData" Target="../diagrams/data68.xml"/><Relationship Id="rId1" Type="http://schemas.openxmlformats.org/officeDocument/2006/relationships/slideLayout" Target="../slideLayouts/slideLayout2.xml"/><Relationship Id="rId6" Type="http://schemas.microsoft.com/office/2007/relationships/diagramDrawing" Target="../diagrams/drawing68.xml"/><Relationship Id="rId5" Type="http://schemas.openxmlformats.org/officeDocument/2006/relationships/diagramColors" Target="../diagrams/colors68.xml"/><Relationship Id="rId4" Type="http://schemas.openxmlformats.org/officeDocument/2006/relationships/diagramQuickStyle" Target="../diagrams/quickStyle68.xml"/></Relationships>
</file>

<file path=ppt/slides/_rels/slide76.xml.rels><?xml version="1.0" encoding="UTF-8" standalone="yes"?>
<Relationships xmlns="http://schemas.openxmlformats.org/package/2006/relationships"><Relationship Id="rId3" Type="http://schemas.openxmlformats.org/officeDocument/2006/relationships/diagramLayout" Target="../diagrams/layout69.xml"/><Relationship Id="rId2" Type="http://schemas.openxmlformats.org/officeDocument/2006/relationships/diagramData" Target="../diagrams/data69.xml"/><Relationship Id="rId1" Type="http://schemas.openxmlformats.org/officeDocument/2006/relationships/slideLayout" Target="../slideLayouts/slideLayout2.xml"/><Relationship Id="rId6" Type="http://schemas.microsoft.com/office/2007/relationships/diagramDrawing" Target="../diagrams/drawing69.xml"/><Relationship Id="rId5" Type="http://schemas.openxmlformats.org/officeDocument/2006/relationships/diagramColors" Target="../diagrams/colors69.xml"/><Relationship Id="rId4" Type="http://schemas.openxmlformats.org/officeDocument/2006/relationships/diagramQuickStyle" Target="../diagrams/quickStyle69.xml"/></Relationships>
</file>

<file path=ppt/slides/_rels/slide77.xml.rels><?xml version="1.0" encoding="UTF-8" standalone="yes"?>
<Relationships xmlns="http://schemas.openxmlformats.org/package/2006/relationships"><Relationship Id="rId3" Type="http://schemas.openxmlformats.org/officeDocument/2006/relationships/diagramLayout" Target="../diagrams/layout70.xml"/><Relationship Id="rId2" Type="http://schemas.openxmlformats.org/officeDocument/2006/relationships/diagramData" Target="../diagrams/data70.xml"/><Relationship Id="rId1" Type="http://schemas.openxmlformats.org/officeDocument/2006/relationships/slideLayout" Target="../slideLayouts/slideLayout2.xml"/><Relationship Id="rId6" Type="http://schemas.microsoft.com/office/2007/relationships/diagramDrawing" Target="../diagrams/drawing70.xml"/><Relationship Id="rId5" Type="http://schemas.openxmlformats.org/officeDocument/2006/relationships/diagramColors" Target="../diagrams/colors70.xml"/><Relationship Id="rId4" Type="http://schemas.openxmlformats.org/officeDocument/2006/relationships/diagramQuickStyle" Target="../diagrams/quickStyle70.xml"/></Relationships>
</file>

<file path=ppt/slides/_rels/slide78.xml.rels><?xml version="1.0" encoding="UTF-8" standalone="yes"?>
<Relationships xmlns="http://schemas.openxmlformats.org/package/2006/relationships"><Relationship Id="rId3" Type="http://schemas.openxmlformats.org/officeDocument/2006/relationships/diagramLayout" Target="../diagrams/layout71.xml"/><Relationship Id="rId2" Type="http://schemas.openxmlformats.org/officeDocument/2006/relationships/diagramData" Target="../diagrams/data71.xml"/><Relationship Id="rId1" Type="http://schemas.openxmlformats.org/officeDocument/2006/relationships/slideLayout" Target="../slideLayouts/slideLayout2.xml"/><Relationship Id="rId6" Type="http://schemas.microsoft.com/office/2007/relationships/diagramDrawing" Target="../diagrams/drawing71.xml"/><Relationship Id="rId5" Type="http://schemas.openxmlformats.org/officeDocument/2006/relationships/diagramColors" Target="../diagrams/colors71.xml"/><Relationship Id="rId4" Type="http://schemas.openxmlformats.org/officeDocument/2006/relationships/diagramQuickStyle" Target="../diagrams/quickStyle71.xml"/></Relationships>
</file>

<file path=ppt/slides/_rels/slide79.xml.rels><?xml version="1.0" encoding="UTF-8" standalone="yes"?>
<Relationships xmlns="http://schemas.openxmlformats.org/package/2006/relationships"><Relationship Id="rId8" Type="http://schemas.openxmlformats.org/officeDocument/2006/relationships/image" Target="../media/image316.emf"/><Relationship Id="rId3" Type="http://schemas.openxmlformats.org/officeDocument/2006/relationships/diagramData" Target="../diagrams/data72.xml"/><Relationship Id="rId7" Type="http://schemas.microsoft.com/office/2007/relationships/diagramDrawing" Target="../diagrams/drawing72.xml"/><Relationship Id="rId2" Type="http://schemas.openxmlformats.org/officeDocument/2006/relationships/image" Target="../media/image43.png"/><Relationship Id="rId1" Type="http://schemas.openxmlformats.org/officeDocument/2006/relationships/slideLayout" Target="../slideLayouts/slideLayout7.xml"/><Relationship Id="rId6" Type="http://schemas.openxmlformats.org/officeDocument/2006/relationships/diagramColors" Target="../diagrams/colors72.xml"/><Relationship Id="rId5" Type="http://schemas.openxmlformats.org/officeDocument/2006/relationships/diagramQuickStyle" Target="../diagrams/quickStyle72.xml"/><Relationship Id="rId4" Type="http://schemas.openxmlformats.org/officeDocument/2006/relationships/diagramLayout" Target="../diagrams/layout72.xml"/></Relationships>
</file>

<file path=ppt/slides/_rels/slide80.xml.rels><?xml version="1.0" encoding="UTF-8" standalone="yes"?>
<Relationships xmlns="http://schemas.openxmlformats.org/package/2006/relationships"><Relationship Id="rId3" Type="http://schemas.openxmlformats.org/officeDocument/2006/relationships/diagramLayout" Target="../diagrams/layout73.xml"/><Relationship Id="rId2" Type="http://schemas.openxmlformats.org/officeDocument/2006/relationships/diagramData" Target="../diagrams/data73.xml"/><Relationship Id="rId1" Type="http://schemas.openxmlformats.org/officeDocument/2006/relationships/slideLayout" Target="../slideLayouts/slideLayout2.xml"/><Relationship Id="rId6" Type="http://schemas.microsoft.com/office/2007/relationships/diagramDrawing" Target="../diagrams/drawing73.xml"/><Relationship Id="rId5" Type="http://schemas.openxmlformats.org/officeDocument/2006/relationships/diagramColors" Target="../diagrams/colors73.xml"/><Relationship Id="rId4" Type="http://schemas.openxmlformats.org/officeDocument/2006/relationships/diagramQuickStyle" Target="../diagrams/quickStyle73.xml"/></Relationships>
</file>

<file path=ppt/slides/_rels/slide81.xml.rels><?xml version="1.0" encoding="UTF-8" standalone="yes"?>
<Relationships xmlns="http://schemas.openxmlformats.org/package/2006/relationships"><Relationship Id="rId3" Type="http://schemas.openxmlformats.org/officeDocument/2006/relationships/diagramLayout" Target="../diagrams/layout74.xml"/><Relationship Id="rId2" Type="http://schemas.openxmlformats.org/officeDocument/2006/relationships/diagramData" Target="../diagrams/data74.xml"/><Relationship Id="rId1" Type="http://schemas.openxmlformats.org/officeDocument/2006/relationships/slideLayout" Target="../slideLayouts/slideLayout2.xml"/><Relationship Id="rId6" Type="http://schemas.microsoft.com/office/2007/relationships/diagramDrawing" Target="../diagrams/drawing74.xml"/><Relationship Id="rId5" Type="http://schemas.openxmlformats.org/officeDocument/2006/relationships/diagramColors" Target="../diagrams/colors74.xml"/><Relationship Id="rId4" Type="http://schemas.openxmlformats.org/officeDocument/2006/relationships/diagramQuickStyle" Target="../diagrams/quickStyle74.xml"/></Relationships>
</file>

<file path=ppt/slides/_rels/slide82.xml.rels><?xml version="1.0" encoding="UTF-8" standalone="yes"?>
<Relationships xmlns="http://schemas.openxmlformats.org/package/2006/relationships"><Relationship Id="rId3" Type="http://schemas.openxmlformats.org/officeDocument/2006/relationships/diagramLayout" Target="../diagrams/layout75.xml"/><Relationship Id="rId2" Type="http://schemas.openxmlformats.org/officeDocument/2006/relationships/diagramData" Target="../diagrams/data75.xml"/><Relationship Id="rId1" Type="http://schemas.openxmlformats.org/officeDocument/2006/relationships/slideLayout" Target="../slideLayouts/slideLayout2.xml"/><Relationship Id="rId6" Type="http://schemas.microsoft.com/office/2007/relationships/diagramDrawing" Target="../diagrams/drawing75.xml"/><Relationship Id="rId5" Type="http://schemas.openxmlformats.org/officeDocument/2006/relationships/diagramColors" Target="../diagrams/colors75.xml"/><Relationship Id="rId4" Type="http://schemas.openxmlformats.org/officeDocument/2006/relationships/diagramQuickStyle" Target="../diagrams/quickStyle75.xml"/></Relationships>
</file>

<file path=ppt/slides/_rels/slide83.xml.rels><?xml version="1.0" encoding="UTF-8" standalone="yes"?>
<Relationships xmlns="http://schemas.openxmlformats.org/package/2006/relationships"><Relationship Id="rId3" Type="http://schemas.openxmlformats.org/officeDocument/2006/relationships/diagramLayout" Target="../diagrams/layout76.xml"/><Relationship Id="rId2" Type="http://schemas.openxmlformats.org/officeDocument/2006/relationships/diagramData" Target="../diagrams/data76.xml"/><Relationship Id="rId1" Type="http://schemas.openxmlformats.org/officeDocument/2006/relationships/slideLayout" Target="../slideLayouts/slideLayout2.xml"/><Relationship Id="rId6" Type="http://schemas.microsoft.com/office/2007/relationships/diagramDrawing" Target="../diagrams/drawing76.xml"/><Relationship Id="rId5" Type="http://schemas.openxmlformats.org/officeDocument/2006/relationships/diagramColors" Target="../diagrams/colors76.xml"/><Relationship Id="rId4" Type="http://schemas.openxmlformats.org/officeDocument/2006/relationships/diagramQuickStyle" Target="../diagrams/quickStyle76.xml"/></Relationships>
</file>

<file path=ppt/slides/_rels/slide84.xml.rels><?xml version="1.0" encoding="UTF-8" standalone="yes"?>
<Relationships xmlns="http://schemas.openxmlformats.org/package/2006/relationships"><Relationship Id="rId3" Type="http://schemas.openxmlformats.org/officeDocument/2006/relationships/diagramLayout" Target="../diagrams/layout77.xml"/><Relationship Id="rId2" Type="http://schemas.openxmlformats.org/officeDocument/2006/relationships/diagramData" Target="../diagrams/data77.xml"/><Relationship Id="rId1" Type="http://schemas.openxmlformats.org/officeDocument/2006/relationships/slideLayout" Target="../slideLayouts/slideLayout2.xml"/><Relationship Id="rId6" Type="http://schemas.microsoft.com/office/2007/relationships/diagramDrawing" Target="../diagrams/drawing77.xml"/><Relationship Id="rId5" Type="http://schemas.openxmlformats.org/officeDocument/2006/relationships/diagramColors" Target="../diagrams/colors77.xml"/><Relationship Id="rId4" Type="http://schemas.openxmlformats.org/officeDocument/2006/relationships/diagramQuickStyle" Target="../diagrams/quickStyle77.xml"/></Relationships>
</file>

<file path=ppt/slides/_rels/slide85.xml.rels><?xml version="1.0" encoding="UTF-8" standalone="yes"?>
<Relationships xmlns="http://schemas.openxmlformats.org/package/2006/relationships"><Relationship Id="rId3" Type="http://schemas.openxmlformats.org/officeDocument/2006/relationships/diagramLayout" Target="../diagrams/layout78.xml"/><Relationship Id="rId2" Type="http://schemas.openxmlformats.org/officeDocument/2006/relationships/diagramData" Target="../diagrams/data78.xml"/><Relationship Id="rId1" Type="http://schemas.openxmlformats.org/officeDocument/2006/relationships/slideLayout" Target="../slideLayouts/slideLayout2.xml"/><Relationship Id="rId6" Type="http://schemas.microsoft.com/office/2007/relationships/diagramDrawing" Target="../diagrams/drawing78.xml"/><Relationship Id="rId5" Type="http://schemas.openxmlformats.org/officeDocument/2006/relationships/diagramColors" Target="../diagrams/colors78.xml"/><Relationship Id="rId4" Type="http://schemas.openxmlformats.org/officeDocument/2006/relationships/diagramQuickStyle" Target="../diagrams/quickStyle78.xml"/></Relationships>
</file>

<file path=ppt/slides/_rels/slide86.xml.rels><?xml version="1.0" encoding="UTF-8" standalone="yes"?>
<Relationships xmlns="http://schemas.openxmlformats.org/package/2006/relationships"><Relationship Id="rId3" Type="http://schemas.openxmlformats.org/officeDocument/2006/relationships/image" Target="../media/image354.emf"/><Relationship Id="rId2" Type="http://schemas.openxmlformats.org/officeDocument/2006/relationships/image" Target="../media/image353.emf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357.emf"/><Relationship Id="rId5" Type="http://schemas.openxmlformats.org/officeDocument/2006/relationships/image" Target="../media/image356.emf"/><Relationship Id="rId4" Type="http://schemas.openxmlformats.org/officeDocument/2006/relationships/image" Target="../media/image355.emf"/></Relationships>
</file>

<file path=ppt/slides/_rels/slide87.xml.rels><?xml version="1.0" encoding="UTF-8" standalone="yes"?>
<Relationships xmlns="http://schemas.openxmlformats.org/package/2006/relationships"><Relationship Id="rId3" Type="http://schemas.openxmlformats.org/officeDocument/2006/relationships/diagramLayout" Target="../diagrams/layout79.xml"/><Relationship Id="rId2" Type="http://schemas.openxmlformats.org/officeDocument/2006/relationships/diagramData" Target="../diagrams/data79.xml"/><Relationship Id="rId1" Type="http://schemas.openxmlformats.org/officeDocument/2006/relationships/slideLayout" Target="../slideLayouts/slideLayout2.xml"/><Relationship Id="rId6" Type="http://schemas.microsoft.com/office/2007/relationships/diagramDrawing" Target="../diagrams/drawing79.xml"/><Relationship Id="rId5" Type="http://schemas.openxmlformats.org/officeDocument/2006/relationships/diagramColors" Target="../diagrams/colors79.xml"/><Relationship Id="rId4" Type="http://schemas.openxmlformats.org/officeDocument/2006/relationships/diagramQuickStyle" Target="../diagrams/quickStyle79.xml"/></Relationships>
</file>

<file path=ppt/slides/_rels/slide88.xml.rels><?xml version="1.0" encoding="UTF-8" standalone="yes"?>
<Relationships xmlns="http://schemas.openxmlformats.org/package/2006/relationships"><Relationship Id="rId3" Type="http://schemas.openxmlformats.org/officeDocument/2006/relationships/diagramLayout" Target="../diagrams/layout80.xml"/><Relationship Id="rId2" Type="http://schemas.openxmlformats.org/officeDocument/2006/relationships/diagramData" Target="../diagrams/data80.xml"/><Relationship Id="rId1" Type="http://schemas.openxmlformats.org/officeDocument/2006/relationships/slideLayout" Target="../slideLayouts/slideLayout2.xml"/><Relationship Id="rId6" Type="http://schemas.microsoft.com/office/2007/relationships/diagramDrawing" Target="../diagrams/drawing80.xml"/><Relationship Id="rId5" Type="http://schemas.openxmlformats.org/officeDocument/2006/relationships/diagramColors" Target="../diagrams/colors80.xml"/><Relationship Id="rId4" Type="http://schemas.openxmlformats.org/officeDocument/2006/relationships/diagramQuickStyle" Target="../diagrams/quickStyle80.xml"/></Relationships>
</file>

<file path=ppt/slides/_rels/slide89.xml.rels><?xml version="1.0" encoding="UTF-8" standalone="yes"?>
<Relationships xmlns="http://schemas.openxmlformats.org/package/2006/relationships"><Relationship Id="rId3" Type="http://schemas.openxmlformats.org/officeDocument/2006/relationships/diagramLayout" Target="../diagrams/layout81.xml"/><Relationship Id="rId2" Type="http://schemas.openxmlformats.org/officeDocument/2006/relationships/diagramData" Target="../diagrams/data81.xml"/><Relationship Id="rId1" Type="http://schemas.openxmlformats.org/officeDocument/2006/relationships/slideLayout" Target="../slideLayouts/slideLayout2.xml"/><Relationship Id="rId6" Type="http://schemas.microsoft.com/office/2007/relationships/diagramDrawing" Target="../diagrams/drawing81.xml"/><Relationship Id="rId5" Type="http://schemas.openxmlformats.org/officeDocument/2006/relationships/diagramColors" Target="../diagrams/colors81.xml"/><Relationship Id="rId4" Type="http://schemas.openxmlformats.org/officeDocument/2006/relationships/diagramQuickStyle" Target="../diagrams/quickStyle81.xml"/></Relationships>
</file>

<file path=ppt/slides/_rels/slide90.xml.rels><?xml version="1.0" encoding="UTF-8" standalone="yes"?>
<Relationships xmlns="http://schemas.openxmlformats.org/package/2006/relationships"><Relationship Id="rId3" Type="http://schemas.openxmlformats.org/officeDocument/2006/relationships/diagramLayout" Target="../diagrams/layout82.xml"/><Relationship Id="rId2" Type="http://schemas.openxmlformats.org/officeDocument/2006/relationships/diagramData" Target="../diagrams/data82.xml"/><Relationship Id="rId1" Type="http://schemas.openxmlformats.org/officeDocument/2006/relationships/slideLayout" Target="../slideLayouts/slideLayout2.xml"/><Relationship Id="rId6" Type="http://schemas.microsoft.com/office/2007/relationships/diagramDrawing" Target="../diagrams/drawing82.xml"/><Relationship Id="rId5" Type="http://schemas.openxmlformats.org/officeDocument/2006/relationships/diagramColors" Target="../diagrams/colors82.xml"/><Relationship Id="rId4" Type="http://schemas.openxmlformats.org/officeDocument/2006/relationships/diagramQuickStyle" Target="../diagrams/quickStyle82.xml"/></Relationships>
</file>

<file path=ppt/slides/_rels/slide91.xml.rels><?xml version="1.0" encoding="UTF-8" standalone="yes"?>
<Relationships xmlns="http://schemas.openxmlformats.org/package/2006/relationships"><Relationship Id="rId3" Type="http://schemas.openxmlformats.org/officeDocument/2006/relationships/diagramLayout" Target="../diagrams/layout83.xml"/><Relationship Id="rId2" Type="http://schemas.openxmlformats.org/officeDocument/2006/relationships/diagramData" Target="../diagrams/data83.xml"/><Relationship Id="rId1" Type="http://schemas.openxmlformats.org/officeDocument/2006/relationships/slideLayout" Target="../slideLayouts/slideLayout2.xml"/><Relationship Id="rId6" Type="http://schemas.microsoft.com/office/2007/relationships/diagramDrawing" Target="../diagrams/drawing83.xml"/><Relationship Id="rId5" Type="http://schemas.openxmlformats.org/officeDocument/2006/relationships/diagramColors" Target="../diagrams/colors83.xml"/><Relationship Id="rId4" Type="http://schemas.openxmlformats.org/officeDocument/2006/relationships/diagramQuickStyle" Target="../diagrams/quickStyle83.xml"/></Relationships>
</file>

<file path=ppt/slides/_rels/slide92.xml.rels><?xml version="1.0" encoding="UTF-8" standalone="yes"?>
<Relationships xmlns="http://schemas.openxmlformats.org/package/2006/relationships"><Relationship Id="rId3" Type="http://schemas.openxmlformats.org/officeDocument/2006/relationships/diagramLayout" Target="../diagrams/layout84.xml"/><Relationship Id="rId2" Type="http://schemas.openxmlformats.org/officeDocument/2006/relationships/diagramData" Target="../diagrams/data84.xml"/><Relationship Id="rId1" Type="http://schemas.openxmlformats.org/officeDocument/2006/relationships/slideLayout" Target="../slideLayouts/slideLayout2.xml"/><Relationship Id="rId6" Type="http://schemas.microsoft.com/office/2007/relationships/diagramDrawing" Target="../diagrams/drawing84.xml"/><Relationship Id="rId5" Type="http://schemas.openxmlformats.org/officeDocument/2006/relationships/diagramColors" Target="../diagrams/colors84.xml"/><Relationship Id="rId4" Type="http://schemas.openxmlformats.org/officeDocument/2006/relationships/diagramQuickStyle" Target="../diagrams/quickStyle84.xml"/></Relationships>
</file>

<file path=ppt/slides/_rels/slide93.xml.rels><?xml version="1.0" encoding="UTF-8" standalone="yes"?>
<Relationships xmlns="http://schemas.openxmlformats.org/package/2006/relationships"><Relationship Id="rId3" Type="http://schemas.openxmlformats.org/officeDocument/2006/relationships/diagramLayout" Target="../diagrams/layout85.xml"/><Relationship Id="rId2" Type="http://schemas.openxmlformats.org/officeDocument/2006/relationships/diagramData" Target="../diagrams/data85.xml"/><Relationship Id="rId1" Type="http://schemas.openxmlformats.org/officeDocument/2006/relationships/slideLayout" Target="../slideLayouts/slideLayout2.xml"/><Relationship Id="rId6" Type="http://schemas.microsoft.com/office/2007/relationships/diagramDrawing" Target="../diagrams/drawing85.xml"/><Relationship Id="rId5" Type="http://schemas.openxmlformats.org/officeDocument/2006/relationships/diagramColors" Target="../diagrams/colors85.xml"/><Relationship Id="rId4" Type="http://schemas.openxmlformats.org/officeDocument/2006/relationships/diagramQuickStyle" Target="../diagrams/quickStyle85.xml"/></Relationships>
</file>

<file path=ppt/slides/_rels/slide94.xml.rels><?xml version="1.0" encoding="UTF-8" standalone="yes"?>
<Relationships xmlns="http://schemas.openxmlformats.org/package/2006/relationships"><Relationship Id="rId3" Type="http://schemas.openxmlformats.org/officeDocument/2006/relationships/diagramLayout" Target="../diagrams/layout86.xml"/><Relationship Id="rId2" Type="http://schemas.openxmlformats.org/officeDocument/2006/relationships/diagramData" Target="../diagrams/data86.xml"/><Relationship Id="rId1" Type="http://schemas.openxmlformats.org/officeDocument/2006/relationships/slideLayout" Target="../slideLayouts/slideLayout2.xml"/><Relationship Id="rId6" Type="http://schemas.microsoft.com/office/2007/relationships/diagramDrawing" Target="../diagrams/drawing86.xml"/><Relationship Id="rId5" Type="http://schemas.openxmlformats.org/officeDocument/2006/relationships/diagramColors" Target="../diagrams/colors86.xml"/><Relationship Id="rId4" Type="http://schemas.openxmlformats.org/officeDocument/2006/relationships/diagramQuickStyle" Target="../diagrams/quickStyle86.xml"/></Relationships>
</file>

<file path=ppt/slides/_rels/slide95.xml.rels><?xml version="1.0" encoding="UTF-8" standalone="yes"?>
<Relationships xmlns="http://schemas.openxmlformats.org/package/2006/relationships"><Relationship Id="rId3" Type="http://schemas.openxmlformats.org/officeDocument/2006/relationships/diagramLayout" Target="../diagrams/layout87.xml"/><Relationship Id="rId2" Type="http://schemas.openxmlformats.org/officeDocument/2006/relationships/diagramData" Target="../diagrams/data87.xml"/><Relationship Id="rId1" Type="http://schemas.openxmlformats.org/officeDocument/2006/relationships/slideLayout" Target="../slideLayouts/slideLayout2.xml"/><Relationship Id="rId6" Type="http://schemas.microsoft.com/office/2007/relationships/diagramDrawing" Target="../diagrams/drawing87.xml"/><Relationship Id="rId5" Type="http://schemas.openxmlformats.org/officeDocument/2006/relationships/diagramColors" Target="../diagrams/colors87.xml"/><Relationship Id="rId4" Type="http://schemas.openxmlformats.org/officeDocument/2006/relationships/diagramQuickStyle" Target="../diagrams/quickStyle87.xml"/></Relationships>
</file>

<file path=ppt/slides/_rels/slide96.xml.rels><?xml version="1.0" encoding="UTF-8" standalone="yes"?>
<Relationships xmlns="http://schemas.openxmlformats.org/package/2006/relationships"><Relationship Id="rId2" Type="http://schemas.openxmlformats.org/officeDocument/2006/relationships/image" Target="../media/image381.png"/><Relationship Id="rId1" Type="http://schemas.openxmlformats.org/officeDocument/2006/relationships/slideLayout" Target="../slideLayouts/slideLayout2.xml"/></Relationships>
</file>

<file path=ppt/slides/_rels/slide97.xml.rels><?xml version="1.0" encoding="UTF-8" standalone="yes"?>
<Relationships xmlns="http://schemas.openxmlformats.org/package/2006/relationships"><Relationship Id="rId3" Type="http://schemas.openxmlformats.org/officeDocument/2006/relationships/diagramLayout" Target="../diagrams/layout88.xml"/><Relationship Id="rId2" Type="http://schemas.openxmlformats.org/officeDocument/2006/relationships/diagramData" Target="../diagrams/data88.xml"/><Relationship Id="rId1" Type="http://schemas.openxmlformats.org/officeDocument/2006/relationships/slideLayout" Target="../slideLayouts/slideLayout2.xml"/><Relationship Id="rId6" Type="http://schemas.microsoft.com/office/2007/relationships/diagramDrawing" Target="../diagrams/drawing88.xml"/><Relationship Id="rId5" Type="http://schemas.openxmlformats.org/officeDocument/2006/relationships/diagramColors" Target="../diagrams/colors88.xml"/><Relationship Id="rId4" Type="http://schemas.openxmlformats.org/officeDocument/2006/relationships/diagramQuickStyle" Target="../diagrams/quickStyle88.xml"/></Relationships>
</file>

<file path=ppt/slides/_rels/slide98.xml.rels><?xml version="1.0" encoding="UTF-8" standalone="yes"?>
<Relationships xmlns="http://schemas.openxmlformats.org/package/2006/relationships"><Relationship Id="rId2" Type="http://schemas.openxmlformats.org/officeDocument/2006/relationships/image" Target="../media/image384.png"/><Relationship Id="rId1" Type="http://schemas.openxmlformats.org/officeDocument/2006/relationships/slideLayout" Target="../slideLayouts/slideLayout2.xml"/></Relationships>
</file>

<file path=ppt/slides/_rels/slide99.xml.rels><?xml version="1.0" encoding="UTF-8" standalone="yes"?>
<Relationships xmlns="http://schemas.openxmlformats.org/package/2006/relationships"><Relationship Id="rId3" Type="http://schemas.openxmlformats.org/officeDocument/2006/relationships/diagramLayout" Target="../diagrams/layout89.xml"/><Relationship Id="rId2" Type="http://schemas.openxmlformats.org/officeDocument/2006/relationships/diagramData" Target="../diagrams/data89.xml"/><Relationship Id="rId1" Type="http://schemas.openxmlformats.org/officeDocument/2006/relationships/slideLayout" Target="../slideLayouts/slideLayout2.xml"/><Relationship Id="rId6" Type="http://schemas.microsoft.com/office/2007/relationships/diagramDrawing" Target="../diagrams/drawing89.xml"/><Relationship Id="rId5" Type="http://schemas.openxmlformats.org/officeDocument/2006/relationships/diagramColors" Target="../diagrams/colors89.xml"/><Relationship Id="rId4" Type="http://schemas.openxmlformats.org/officeDocument/2006/relationships/diagramQuickStyle" Target="../diagrams/quickStyle89.xml"/></Relationships>
</file>

<file path=ppt/slides/_rels/slide100.xml.rels><?xml version="1.0" encoding="UTF-8" standalone="yes"?>
<Relationships xmlns="http://schemas.openxmlformats.org/package/2006/relationships"><Relationship Id="rId3" Type="http://schemas.openxmlformats.org/officeDocument/2006/relationships/diagramLayout" Target="../diagrams/layout90.xml"/><Relationship Id="rId2" Type="http://schemas.openxmlformats.org/officeDocument/2006/relationships/diagramData" Target="../diagrams/data90.xml"/><Relationship Id="rId1" Type="http://schemas.openxmlformats.org/officeDocument/2006/relationships/slideLayout" Target="../slideLayouts/slideLayout2.xml"/><Relationship Id="rId6" Type="http://schemas.microsoft.com/office/2007/relationships/diagramDrawing" Target="../diagrams/drawing90.xml"/><Relationship Id="rId5" Type="http://schemas.openxmlformats.org/officeDocument/2006/relationships/diagramColors" Target="../diagrams/colors90.xml"/><Relationship Id="rId4" Type="http://schemas.openxmlformats.org/officeDocument/2006/relationships/diagramQuickStyle" Target="../diagrams/quickStyle90.xml"/></Relationships>
</file>

<file path=ppt/slides/_rels/slide101.xml.rels><?xml version="1.0" encoding="UTF-8" standalone="yes"?>
<Relationships xmlns="http://schemas.openxmlformats.org/package/2006/relationships"><Relationship Id="rId3" Type="http://schemas.openxmlformats.org/officeDocument/2006/relationships/image" Target="../media/image384.png"/><Relationship Id="rId2" Type="http://schemas.openxmlformats.org/officeDocument/2006/relationships/image" Target="../media/image381.png"/><Relationship Id="rId1" Type="http://schemas.openxmlformats.org/officeDocument/2006/relationships/slideLayout" Target="../slideLayouts/slideLayout2.xml"/></Relationships>
</file>

<file path=ppt/slides/_rels/slide10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103.xml.rels><?xml version="1.0" encoding="UTF-8" standalone="yes"?>
<Relationships xmlns="http://schemas.openxmlformats.org/package/2006/relationships"><Relationship Id="rId2" Type="http://schemas.openxmlformats.org/officeDocument/2006/relationships/image" Target="../media/image387.emf"/><Relationship Id="rId1" Type="http://schemas.openxmlformats.org/officeDocument/2006/relationships/slideLayout" Target="../slideLayouts/slideLayout2.xml"/></Relationships>
</file>

<file path=ppt/slides/_rels/slide104.xml.rels><?xml version="1.0" encoding="UTF-8" standalone="yes"?>
<Relationships xmlns="http://schemas.openxmlformats.org/package/2006/relationships"><Relationship Id="rId3" Type="http://schemas.openxmlformats.org/officeDocument/2006/relationships/image" Target="../media/image389.emf"/><Relationship Id="rId2" Type="http://schemas.openxmlformats.org/officeDocument/2006/relationships/image" Target="../media/image388.emf"/><Relationship Id="rId1" Type="http://schemas.openxmlformats.org/officeDocument/2006/relationships/slideLayout" Target="../slideLayouts/slideLayout2.xml"/></Relationships>
</file>

<file path=ppt/slides/_rels/slide105.xml.rels><?xml version="1.0" encoding="UTF-8" standalone="yes"?>
<Relationships xmlns="http://schemas.openxmlformats.org/package/2006/relationships"><Relationship Id="rId3" Type="http://schemas.openxmlformats.org/officeDocument/2006/relationships/diagramLayout" Target="../diagrams/layout91.xml"/><Relationship Id="rId2" Type="http://schemas.openxmlformats.org/officeDocument/2006/relationships/diagramData" Target="../diagrams/data91.xml"/><Relationship Id="rId1" Type="http://schemas.openxmlformats.org/officeDocument/2006/relationships/slideLayout" Target="../slideLayouts/slideLayout2.xml"/><Relationship Id="rId6" Type="http://schemas.microsoft.com/office/2007/relationships/diagramDrawing" Target="../diagrams/drawing91.xml"/><Relationship Id="rId5" Type="http://schemas.openxmlformats.org/officeDocument/2006/relationships/diagramColors" Target="../diagrams/colors91.xml"/><Relationship Id="rId4" Type="http://schemas.openxmlformats.org/officeDocument/2006/relationships/diagramQuickStyle" Target="../diagrams/quickStyle91.xml"/></Relationships>
</file>

<file path=ppt/slides/_rels/slide106.xml.rels><?xml version="1.0" encoding="UTF-8" standalone="yes"?>
<Relationships xmlns="http://schemas.openxmlformats.org/package/2006/relationships"><Relationship Id="rId3" Type="http://schemas.openxmlformats.org/officeDocument/2006/relationships/diagramLayout" Target="../diagrams/layout92.xml"/><Relationship Id="rId2" Type="http://schemas.openxmlformats.org/officeDocument/2006/relationships/diagramData" Target="../diagrams/data92.xml"/><Relationship Id="rId1" Type="http://schemas.openxmlformats.org/officeDocument/2006/relationships/slideLayout" Target="../slideLayouts/slideLayout2.xml"/><Relationship Id="rId6" Type="http://schemas.microsoft.com/office/2007/relationships/diagramDrawing" Target="../diagrams/drawing92.xml"/><Relationship Id="rId5" Type="http://schemas.openxmlformats.org/officeDocument/2006/relationships/diagramColors" Target="../diagrams/colors92.xml"/><Relationship Id="rId4" Type="http://schemas.openxmlformats.org/officeDocument/2006/relationships/diagramQuickStyle" Target="../diagrams/quickStyle92.xml"/></Relationships>
</file>

<file path=ppt/slides/_rels/slide107.xml.rels><?xml version="1.0" encoding="UTF-8" standalone="yes"?>
<Relationships xmlns="http://schemas.openxmlformats.org/package/2006/relationships"><Relationship Id="rId3" Type="http://schemas.openxmlformats.org/officeDocument/2006/relationships/diagramLayout" Target="../diagrams/layout93.xml"/><Relationship Id="rId2" Type="http://schemas.openxmlformats.org/officeDocument/2006/relationships/diagramData" Target="../diagrams/data93.xml"/><Relationship Id="rId1" Type="http://schemas.openxmlformats.org/officeDocument/2006/relationships/slideLayout" Target="../slideLayouts/slideLayout2.xml"/><Relationship Id="rId6" Type="http://schemas.microsoft.com/office/2007/relationships/diagramDrawing" Target="../diagrams/drawing93.xml"/><Relationship Id="rId5" Type="http://schemas.openxmlformats.org/officeDocument/2006/relationships/diagramColors" Target="../diagrams/colors93.xml"/><Relationship Id="rId4" Type="http://schemas.openxmlformats.org/officeDocument/2006/relationships/diagramQuickStyle" Target="../diagrams/quickStyle93.xml"/></Relationships>
</file>

<file path=ppt/slides/_rels/slide108.xml.rels><?xml version="1.0" encoding="UTF-8" standalone="yes"?>
<Relationships xmlns="http://schemas.openxmlformats.org/package/2006/relationships"><Relationship Id="rId3" Type="http://schemas.openxmlformats.org/officeDocument/2006/relationships/diagramLayout" Target="../diagrams/layout94.xml"/><Relationship Id="rId2" Type="http://schemas.openxmlformats.org/officeDocument/2006/relationships/diagramData" Target="../diagrams/data94.xml"/><Relationship Id="rId1" Type="http://schemas.openxmlformats.org/officeDocument/2006/relationships/slideLayout" Target="../slideLayouts/slideLayout2.xml"/><Relationship Id="rId6" Type="http://schemas.microsoft.com/office/2007/relationships/diagramDrawing" Target="../diagrams/drawing94.xml"/><Relationship Id="rId5" Type="http://schemas.openxmlformats.org/officeDocument/2006/relationships/diagramColors" Target="../diagrams/colors94.xml"/><Relationship Id="rId4" Type="http://schemas.openxmlformats.org/officeDocument/2006/relationships/diagramQuickStyle" Target="../diagrams/quickStyle94.xml"/></Relationships>
</file>

<file path=ppt/slides/_rels/slide109.xml.rels><?xml version="1.0" encoding="UTF-8" standalone="yes"?>
<Relationships xmlns="http://schemas.openxmlformats.org/package/2006/relationships"><Relationship Id="rId3" Type="http://schemas.openxmlformats.org/officeDocument/2006/relationships/diagramLayout" Target="../diagrams/layout95.xml"/><Relationship Id="rId2" Type="http://schemas.openxmlformats.org/officeDocument/2006/relationships/diagramData" Target="../diagrams/data95.xml"/><Relationship Id="rId1" Type="http://schemas.openxmlformats.org/officeDocument/2006/relationships/slideLayout" Target="../slideLayouts/slideLayout2.xml"/><Relationship Id="rId6" Type="http://schemas.microsoft.com/office/2007/relationships/diagramDrawing" Target="../diagrams/drawing95.xml"/><Relationship Id="rId5" Type="http://schemas.openxmlformats.org/officeDocument/2006/relationships/diagramColors" Target="../diagrams/colors95.xml"/><Relationship Id="rId4" Type="http://schemas.openxmlformats.org/officeDocument/2006/relationships/diagramQuickStyle" Target="../diagrams/quickStyle95.xml"/></Relationships>
</file>

<file path=ppt/slides/_rels/slide110.xml.rels><?xml version="1.0" encoding="UTF-8" standalone="yes"?>
<Relationships xmlns="http://schemas.openxmlformats.org/package/2006/relationships"><Relationship Id="rId3" Type="http://schemas.openxmlformats.org/officeDocument/2006/relationships/diagramLayout" Target="../diagrams/layout96.xml"/><Relationship Id="rId2" Type="http://schemas.openxmlformats.org/officeDocument/2006/relationships/diagramData" Target="../diagrams/data96.xml"/><Relationship Id="rId1" Type="http://schemas.openxmlformats.org/officeDocument/2006/relationships/slideLayout" Target="../slideLayouts/slideLayout2.xml"/><Relationship Id="rId6" Type="http://schemas.microsoft.com/office/2007/relationships/diagramDrawing" Target="../diagrams/drawing96.xml"/><Relationship Id="rId5" Type="http://schemas.openxmlformats.org/officeDocument/2006/relationships/diagramColors" Target="../diagrams/colors96.xml"/><Relationship Id="rId4" Type="http://schemas.openxmlformats.org/officeDocument/2006/relationships/diagramQuickStyle" Target="../diagrams/quickStyle96.xml"/></Relationships>
</file>

<file path=ppt/slides/_rels/slide111.xml.rels><?xml version="1.0" encoding="UTF-8" standalone="yes"?>
<Relationships xmlns="http://schemas.openxmlformats.org/package/2006/relationships"><Relationship Id="rId3" Type="http://schemas.openxmlformats.org/officeDocument/2006/relationships/diagramLayout" Target="../diagrams/layout97.xml"/><Relationship Id="rId2" Type="http://schemas.openxmlformats.org/officeDocument/2006/relationships/diagramData" Target="../diagrams/data97.xml"/><Relationship Id="rId1" Type="http://schemas.openxmlformats.org/officeDocument/2006/relationships/slideLayout" Target="../slideLayouts/slideLayout2.xml"/><Relationship Id="rId6" Type="http://schemas.microsoft.com/office/2007/relationships/diagramDrawing" Target="../diagrams/drawing97.xml"/><Relationship Id="rId5" Type="http://schemas.openxmlformats.org/officeDocument/2006/relationships/diagramColors" Target="../diagrams/colors97.xml"/><Relationship Id="rId4" Type="http://schemas.openxmlformats.org/officeDocument/2006/relationships/diagramQuickStyle" Target="../diagrams/quickStyle97.xml"/></Relationships>
</file>

<file path=ppt/slides/_rels/slide112.xml.rels><?xml version="1.0" encoding="UTF-8" standalone="yes"?>
<Relationships xmlns="http://schemas.openxmlformats.org/package/2006/relationships"><Relationship Id="rId3" Type="http://schemas.openxmlformats.org/officeDocument/2006/relationships/diagramLayout" Target="../diagrams/layout98.xml"/><Relationship Id="rId2" Type="http://schemas.openxmlformats.org/officeDocument/2006/relationships/diagramData" Target="../diagrams/data98.xml"/><Relationship Id="rId1" Type="http://schemas.openxmlformats.org/officeDocument/2006/relationships/slideLayout" Target="../slideLayouts/slideLayout2.xml"/><Relationship Id="rId6" Type="http://schemas.microsoft.com/office/2007/relationships/diagramDrawing" Target="../diagrams/drawing98.xml"/><Relationship Id="rId5" Type="http://schemas.openxmlformats.org/officeDocument/2006/relationships/diagramColors" Target="../diagrams/colors98.xml"/><Relationship Id="rId4" Type="http://schemas.openxmlformats.org/officeDocument/2006/relationships/diagramQuickStyle" Target="../diagrams/quickStyle98.xml"/></Relationships>
</file>

<file path=ppt/slides/_rels/slide113.xml.rels><?xml version="1.0" encoding="UTF-8" standalone="yes"?>
<Relationships xmlns="http://schemas.openxmlformats.org/package/2006/relationships"><Relationship Id="rId3" Type="http://schemas.openxmlformats.org/officeDocument/2006/relationships/diagramLayout" Target="../diagrams/layout99.xml"/><Relationship Id="rId2" Type="http://schemas.openxmlformats.org/officeDocument/2006/relationships/diagramData" Target="../diagrams/data99.xml"/><Relationship Id="rId1" Type="http://schemas.openxmlformats.org/officeDocument/2006/relationships/slideLayout" Target="../slideLayouts/slideLayout2.xml"/><Relationship Id="rId6" Type="http://schemas.microsoft.com/office/2007/relationships/diagramDrawing" Target="../diagrams/drawing99.xml"/><Relationship Id="rId5" Type="http://schemas.openxmlformats.org/officeDocument/2006/relationships/diagramColors" Target="../diagrams/colors99.xml"/><Relationship Id="rId4" Type="http://schemas.openxmlformats.org/officeDocument/2006/relationships/diagramQuickStyle" Target="../diagrams/quickStyle99.xml"/></Relationships>
</file>

<file path=ppt/slides/_rels/slide114.xml.rels><?xml version="1.0" encoding="UTF-8" standalone="yes"?>
<Relationships xmlns="http://schemas.openxmlformats.org/package/2006/relationships"><Relationship Id="rId3" Type="http://schemas.openxmlformats.org/officeDocument/2006/relationships/diagramLayout" Target="../diagrams/layout100.xml"/><Relationship Id="rId2" Type="http://schemas.openxmlformats.org/officeDocument/2006/relationships/diagramData" Target="../diagrams/data100.xml"/><Relationship Id="rId1" Type="http://schemas.openxmlformats.org/officeDocument/2006/relationships/slideLayout" Target="../slideLayouts/slideLayout2.xml"/><Relationship Id="rId6" Type="http://schemas.microsoft.com/office/2007/relationships/diagramDrawing" Target="../diagrams/drawing100.xml"/><Relationship Id="rId5" Type="http://schemas.openxmlformats.org/officeDocument/2006/relationships/diagramColors" Target="../diagrams/colors100.xml"/><Relationship Id="rId4" Type="http://schemas.openxmlformats.org/officeDocument/2006/relationships/diagramQuickStyle" Target="../diagrams/quickStyle100.xml"/></Relationships>
</file>

<file path=ppt/slides/_rels/slide115.xml.rels><?xml version="1.0" encoding="UTF-8" standalone="yes"?>
<Relationships xmlns="http://schemas.openxmlformats.org/package/2006/relationships"><Relationship Id="rId3" Type="http://schemas.openxmlformats.org/officeDocument/2006/relationships/diagramLayout" Target="../diagrams/layout101.xml"/><Relationship Id="rId2" Type="http://schemas.openxmlformats.org/officeDocument/2006/relationships/diagramData" Target="../diagrams/data101.xml"/><Relationship Id="rId1" Type="http://schemas.openxmlformats.org/officeDocument/2006/relationships/slideLayout" Target="../slideLayouts/slideLayout2.xml"/><Relationship Id="rId6" Type="http://schemas.microsoft.com/office/2007/relationships/diagramDrawing" Target="../diagrams/drawing101.xml"/><Relationship Id="rId5" Type="http://schemas.openxmlformats.org/officeDocument/2006/relationships/diagramColors" Target="../diagrams/colors101.xml"/><Relationship Id="rId4" Type="http://schemas.openxmlformats.org/officeDocument/2006/relationships/diagramQuickStyle" Target="../diagrams/quickStyle101.xml"/></Relationships>
</file>

<file path=ppt/slides/_rels/slide116.xml.rels><?xml version="1.0" encoding="UTF-8" standalone="yes"?>
<Relationships xmlns="http://schemas.openxmlformats.org/package/2006/relationships"><Relationship Id="rId3" Type="http://schemas.openxmlformats.org/officeDocument/2006/relationships/diagramLayout" Target="../diagrams/layout102.xml"/><Relationship Id="rId2" Type="http://schemas.openxmlformats.org/officeDocument/2006/relationships/diagramData" Target="../diagrams/data102.xml"/><Relationship Id="rId1" Type="http://schemas.openxmlformats.org/officeDocument/2006/relationships/slideLayout" Target="../slideLayouts/slideLayout2.xml"/><Relationship Id="rId6" Type="http://schemas.microsoft.com/office/2007/relationships/diagramDrawing" Target="../diagrams/drawing102.xml"/><Relationship Id="rId5" Type="http://schemas.openxmlformats.org/officeDocument/2006/relationships/diagramColors" Target="../diagrams/colors102.xml"/><Relationship Id="rId4" Type="http://schemas.openxmlformats.org/officeDocument/2006/relationships/diagramQuickStyle" Target="../diagrams/quickStyle102.xml"/></Relationships>
</file>

<file path=ppt/slides/_rels/slide117.xml.rels><?xml version="1.0" encoding="UTF-8" standalone="yes"?>
<Relationships xmlns="http://schemas.openxmlformats.org/package/2006/relationships"><Relationship Id="rId3" Type="http://schemas.openxmlformats.org/officeDocument/2006/relationships/diagramLayout" Target="../diagrams/layout103.xml"/><Relationship Id="rId2" Type="http://schemas.openxmlformats.org/officeDocument/2006/relationships/diagramData" Target="../diagrams/data103.xml"/><Relationship Id="rId1" Type="http://schemas.openxmlformats.org/officeDocument/2006/relationships/slideLayout" Target="../slideLayouts/slideLayout2.xml"/><Relationship Id="rId6" Type="http://schemas.microsoft.com/office/2007/relationships/diagramDrawing" Target="../diagrams/drawing103.xml"/><Relationship Id="rId5" Type="http://schemas.openxmlformats.org/officeDocument/2006/relationships/diagramColors" Target="../diagrams/colors103.xml"/><Relationship Id="rId4" Type="http://schemas.openxmlformats.org/officeDocument/2006/relationships/diagramQuickStyle" Target="../diagrams/quickStyle103.xml"/></Relationships>
</file>

<file path=ppt/slides/_rels/slide118.xml.rels><?xml version="1.0" encoding="UTF-8" standalone="yes"?>
<Relationships xmlns="http://schemas.openxmlformats.org/package/2006/relationships"><Relationship Id="rId3" Type="http://schemas.openxmlformats.org/officeDocument/2006/relationships/diagramLayout" Target="../diagrams/layout104.xml"/><Relationship Id="rId2" Type="http://schemas.openxmlformats.org/officeDocument/2006/relationships/diagramData" Target="../diagrams/data104.xml"/><Relationship Id="rId1" Type="http://schemas.openxmlformats.org/officeDocument/2006/relationships/slideLayout" Target="../slideLayouts/slideLayout2.xml"/><Relationship Id="rId6" Type="http://schemas.microsoft.com/office/2007/relationships/diagramDrawing" Target="../diagrams/drawing104.xml"/><Relationship Id="rId5" Type="http://schemas.openxmlformats.org/officeDocument/2006/relationships/diagramColors" Target="../diagrams/colors104.xml"/><Relationship Id="rId4" Type="http://schemas.openxmlformats.org/officeDocument/2006/relationships/diagramQuickStyle" Target="../diagrams/quickStyle104.xml"/></Relationships>
</file>

<file path=ppt/slides/_rels/slide119.xml.rels><?xml version="1.0" encoding="UTF-8" standalone="yes"?>
<Relationships xmlns="http://schemas.openxmlformats.org/package/2006/relationships"><Relationship Id="rId3" Type="http://schemas.openxmlformats.org/officeDocument/2006/relationships/diagramLayout" Target="../diagrams/layout105.xml"/><Relationship Id="rId2" Type="http://schemas.openxmlformats.org/officeDocument/2006/relationships/diagramData" Target="../diagrams/data105.xml"/><Relationship Id="rId1" Type="http://schemas.openxmlformats.org/officeDocument/2006/relationships/slideLayout" Target="../slideLayouts/slideLayout2.xml"/><Relationship Id="rId6" Type="http://schemas.microsoft.com/office/2007/relationships/diagramDrawing" Target="../diagrams/drawing105.xml"/><Relationship Id="rId5" Type="http://schemas.openxmlformats.org/officeDocument/2006/relationships/diagramColors" Target="../diagrams/colors105.xml"/><Relationship Id="rId4" Type="http://schemas.openxmlformats.org/officeDocument/2006/relationships/diagramQuickStyle" Target="../diagrams/quickStyle105.xml"/></Relationships>
</file>

<file path=ppt/slides/_rels/slide12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21.xml.rels><?xml version="1.0" encoding="UTF-8" standalone="yes"?>
<Relationships xmlns="http://schemas.openxmlformats.org/package/2006/relationships"><Relationship Id="rId3" Type="http://schemas.openxmlformats.org/officeDocument/2006/relationships/diagramLayout" Target="../diagrams/layout106.xml"/><Relationship Id="rId2" Type="http://schemas.openxmlformats.org/officeDocument/2006/relationships/diagramData" Target="../diagrams/data106.xml"/><Relationship Id="rId1" Type="http://schemas.openxmlformats.org/officeDocument/2006/relationships/slideLayout" Target="../slideLayouts/slideLayout2.xml"/><Relationship Id="rId6" Type="http://schemas.microsoft.com/office/2007/relationships/diagramDrawing" Target="../diagrams/drawing106.xml"/><Relationship Id="rId5" Type="http://schemas.openxmlformats.org/officeDocument/2006/relationships/diagramColors" Target="../diagrams/colors106.xml"/><Relationship Id="rId4" Type="http://schemas.openxmlformats.org/officeDocument/2006/relationships/diagramQuickStyle" Target="../diagrams/quickStyle106.xml"/></Relationships>
</file>

<file path=ppt/slides/_rels/slide122.xml.rels><?xml version="1.0" encoding="UTF-8" standalone="yes"?>
<Relationships xmlns="http://schemas.openxmlformats.org/package/2006/relationships"><Relationship Id="rId3" Type="http://schemas.openxmlformats.org/officeDocument/2006/relationships/diagramLayout" Target="../diagrams/layout107.xml"/><Relationship Id="rId2" Type="http://schemas.openxmlformats.org/officeDocument/2006/relationships/diagramData" Target="../diagrams/data107.xml"/><Relationship Id="rId1" Type="http://schemas.openxmlformats.org/officeDocument/2006/relationships/slideLayout" Target="../slideLayouts/slideLayout2.xml"/><Relationship Id="rId6" Type="http://schemas.microsoft.com/office/2007/relationships/diagramDrawing" Target="../diagrams/drawing107.xml"/><Relationship Id="rId5" Type="http://schemas.openxmlformats.org/officeDocument/2006/relationships/diagramColors" Target="../diagrams/colors107.xml"/><Relationship Id="rId4" Type="http://schemas.openxmlformats.org/officeDocument/2006/relationships/diagramQuickStyle" Target="../diagrams/quickStyle107.xml"/></Relationships>
</file>

<file path=ppt/slides/_rels/slide123.xml.rels><?xml version="1.0" encoding="UTF-8" standalone="yes"?>
<Relationships xmlns="http://schemas.openxmlformats.org/package/2006/relationships"><Relationship Id="rId3" Type="http://schemas.openxmlformats.org/officeDocument/2006/relationships/diagramLayout" Target="../diagrams/layout108.xml"/><Relationship Id="rId2" Type="http://schemas.openxmlformats.org/officeDocument/2006/relationships/diagramData" Target="../diagrams/data108.xml"/><Relationship Id="rId1" Type="http://schemas.openxmlformats.org/officeDocument/2006/relationships/slideLayout" Target="../slideLayouts/slideLayout2.xml"/><Relationship Id="rId6" Type="http://schemas.microsoft.com/office/2007/relationships/diagramDrawing" Target="../diagrams/drawing108.xml"/><Relationship Id="rId5" Type="http://schemas.openxmlformats.org/officeDocument/2006/relationships/diagramColors" Target="../diagrams/colors108.xml"/><Relationship Id="rId4" Type="http://schemas.openxmlformats.org/officeDocument/2006/relationships/diagramQuickStyle" Target="../diagrams/quickStyle108.xml"/></Relationships>
</file>

<file path=ppt/slides/_rels/slide124.xml.rels><?xml version="1.0" encoding="UTF-8" standalone="yes"?>
<Relationships xmlns="http://schemas.openxmlformats.org/package/2006/relationships"><Relationship Id="rId3" Type="http://schemas.openxmlformats.org/officeDocument/2006/relationships/diagramLayout" Target="../diagrams/layout109.xml"/><Relationship Id="rId2" Type="http://schemas.openxmlformats.org/officeDocument/2006/relationships/diagramData" Target="../diagrams/data109.xml"/><Relationship Id="rId1" Type="http://schemas.openxmlformats.org/officeDocument/2006/relationships/slideLayout" Target="../slideLayouts/slideLayout2.xml"/><Relationship Id="rId6" Type="http://schemas.microsoft.com/office/2007/relationships/diagramDrawing" Target="../diagrams/drawing109.xml"/><Relationship Id="rId5" Type="http://schemas.openxmlformats.org/officeDocument/2006/relationships/diagramColors" Target="../diagrams/colors109.xml"/><Relationship Id="rId4" Type="http://schemas.openxmlformats.org/officeDocument/2006/relationships/diagramQuickStyle" Target="../diagrams/quickStyle109.xml"/></Relationships>
</file>

<file path=ppt/slides/_rels/slide125.xml.rels><?xml version="1.0" encoding="UTF-8" standalone="yes"?>
<Relationships xmlns="http://schemas.openxmlformats.org/package/2006/relationships"><Relationship Id="rId3" Type="http://schemas.openxmlformats.org/officeDocument/2006/relationships/diagramLayout" Target="../diagrams/layout110.xml"/><Relationship Id="rId2" Type="http://schemas.openxmlformats.org/officeDocument/2006/relationships/diagramData" Target="../diagrams/data110.xml"/><Relationship Id="rId1" Type="http://schemas.openxmlformats.org/officeDocument/2006/relationships/slideLayout" Target="../slideLayouts/slideLayout2.xml"/><Relationship Id="rId6" Type="http://schemas.microsoft.com/office/2007/relationships/diagramDrawing" Target="../diagrams/drawing110.xml"/><Relationship Id="rId5" Type="http://schemas.openxmlformats.org/officeDocument/2006/relationships/diagramColors" Target="../diagrams/colors110.xml"/><Relationship Id="rId4" Type="http://schemas.openxmlformats.org/officeDocument/2006/relationships/diagramQuickStyle" Target="../diagrams/quickStyle110.xml"/></Relationships>
</file>

<file path=ppt/slides/_rels/slide126.xml.rels><?xml version="1.0" encoding="UTF-8" standalone="yes"?>
<Relationships xmlns="http://schemas.openxmlformats.org/package/2006/relationships"><Relationship Id="rId2" Type="http://schemas.openxmlformats.org/officeDocument/2006/relationships/image" Target="../media/image45.png"/><Relationship Id="rId1" Type="http://schemas.openxmlformats.org/officeDocument/2006/relationships/slideLayout" Target="../slideLayouts/slideLayout7.xml"/></Relationships>
</file>

<file path=ppt/slides/_rels/slide127.xml.rels><?xml version="1.0" encoding="UTF-8" standalone="yes"?>
<Relationships xmlns="http://schemas.openxmlformats.org/package/2006/relationships"><Relationship Id="rId2" Type="http://schemas.openxmlformats.org/officeDocument/2006/relationships/image" Target="../media/image481.png"/><Relationship Id="rId1" Type="http://schemas.openxmlformats.org/officeDocument/2006/relationships/slideLayout" Target="../slideLayouts/slideLayout2.xml"/></Relationships>
</file>

<file path=ppt/slides/_rels/slide128.xml.rels><?xml version="1.0" encoding="UTF-8" standalone="yes"?>
<Relationships xmlns="http://schemas.openxmlformats.org/package/2006/relationships"><Relationship Id="rId3" Type="http://schemas.openxmlformats.org/officeDocument/2006/relationships/diagramData" Target="../diagrams/data111.xml"/><Relationship Id="rId7" Type="http://schemas.microsoft.com/office/2007/relationships/diagramDrawing" Target="../diagrams/drawing111.xml"/><Relationship Id="rId2" Type="http://schemas.openxmlformats.org/officeDocument/2006/relationships/image" Target="../media/image482.png"/><Relationship Id="rId1" Type="http://schemas.openxmlformats.org/officeDocument/2006/relationships/slideLayout" Target="../slideLayouts/slideLayout9.xml"/><Relationship Id="rId6" Type="http://schemas.openxmlformats.org/officeDocument/2006/relationships/diagramColors" Target="../diagrams/colors111.xml"/><Relationship Id="rId5" Type="http://schemas.openxmlformats.org/officeDocument/2006/relationships/diagramQuickStyle" Target="../diagrams/quickStyle111.xml"/><Relationship Id="rId4" Type="http://schemas.openxmlformats.org/officeDocument/2006/relationships/diagramLayout" Target="../diagrams/layout111.xml"/></Relationships>
</file>

<file path=ppt/slides/slide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2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Rectangle 7">
            <a:extLst>
              <a:ext uri="{FF2B5EF4-FFF2-40B4-BE49-F238E27FC236}">
                <a16:creationId xmlns:a16="http://schemas.microsoft.com/office/drawing/2014/main" id="{36E27C40-104A-4C05-A382-21A40999A1D7}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chemeClr val="accent1">
              <a:lumMod val="60000"/>
              <a:lumOff val="4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grpSp>
        <p:nvGrpSpPr>
          <p:cNvPr id="10" name="Group 9">
            <a:extLst>
              <a:ext uri="{FF2B5EF4-FFF2-40B4-BE49-F238E27FC236}">
                <a16:creationId xmlns:a16="http://schemas.microsoft.com/office/drawing/2014/main" id="{C1D78633-7222-4BD8-9B43-C5A3FE3FB16A}"/>
              </a:ext>
            </a:extLst>
          </p:cNvPr>
          <p:cNvGrpSpPr>
            <a:grpSpLocks noGrp="1" noUngrp="1" noRot="1" noChangeAspect="1" noMove="1" noResize="1"/>
          </p:cNvGrp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GrpSpPr>
        <p:grpSpPr>
          <a:xfrm>
            <a:off x="0" y="3177"/>
            <a:ext cx="12198350" cy="6875463"/>
            <a:chOff x="0" y="3175"/>
            <a:chExt cx="12198350" cy="6875463"/>
          </a:xfrm>
        </p:grpSpPr>
        <p:sp>
          <p:nvSpPr>
            <p:cNvPr id="11" name="Freeform 5">
              <a:extLst>
                <a:ext uri="{FF2B5EF4-FFF2-40B4-BE49-F238E27FC236}">
                  <a16:creationId xmlns:a16="http://schemas.microsoft.com/office/drawing/2014/main" id="{64A62ED5-69F8-4A9A-959F-BDFA4CB00620}"/>
                </a:ext>
              </a:extLst>
            </p:cNvPr>
            <p:cNvSpPr>
              <a:spLocks noEditPoints="1"/>
            </p:cNvSpPr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 bwMode="auto">
            <a:xfrm>
              <a:off x="0" y="3175"/>
              <a:ext cx="12192000" cy="6862763"/>
            </a:xfrm>
            <a:custGeom>
              <a:avLst/>
              <a:gdLst/>
              <a:ahLst/>
              <a:cxnLst/>
              <a:rect l="0" t="0" r="r" b="b"/>
              <a:pathLst>
                <a:path w="3840" h="2160">
                  <a:moveTo>
                    <a:pt x="3150" y="26"/>
                  </a:moveTo>
                  <a:cubicBezTo>
                    <a:pt x="3150" y="29"/>
                    <a:pt x="3149" y="31"/>
                    <a:pt x="3148" y="33"/>
                  </a:cubicBezTo>
                  <a:cubicBezTo>
                    <a:pt x="3130" y="54"/>
                    <a:pt x="3133" y="63"/>
                    <a:pt x="3126" y="63"/>
                  </a:cubicBezTo>
                  <a:cubicBezTo>
                    <a:pt x="3111" y="92"/>
                    <a:pt x="3109" y="94"/>
                    <a:pt x="3107" y="95"/>
                  </a:cubicBezTo>
                  <a:cubicBezTo>
                    <a:pt x="3075" y="145"/>
                    <a:pt x="3066" y="164"/>
                    <a:pt x="3058" y="184"/>
                  </a:cubicBezTo>
                  <a:cubicBezTo>
                    <a:pt x="3045" y="217"/>
                    <a:pt x="3044" y="224"/>
                    <a:pt x="3042" y="229"/>
                  </a:cubicBezTo>
                  <a:cubicBezTo>
                    <a:pt x="3041" y="231"/>
                    <a:pt x="3050" y="226"/>
                    <a:pt x="3049" y="213"/>
                  </a:cubicBezTo>
                  <a:cubicBezTo>
                    <a:pt x="3082" y="150"/>
                    <a:pt x="3087" y="141"/>
                    <a:pt x="3092" y="131"/>
                  </a:cubicBezTo>
                  <a:cubicBezTo>
                    <a:pt x="3108" y="113"/>
                    <a:pt x="3108" y="109"/>
                    <a:pt x="3110" y="108"/>
                  </a:cubicBezTo>
                  <a:cubicBezTo>
                    <a:pt x="3133" y="75"/>
                    <a:pt x="3137" y="65"/>
                    <a:pt x="3143" y="57"/>
                  </a:cubicBezTo>
                  <a:cubicBezTo>
                    <a:pt x="3162" y="30"/>
                    <a:pt x="3164" y="29"/>
                    <a:pt x="3163" y="26"/>
                  </a:cubicBezTo>
                  <a:cubicBezTo>
                    <a:pt x="3177" y="5"/>
                    <a:pt x="3181" y="3"/>
                    <a:pt x="3185" y="0"/>
                  </a:cubicBezTo>
                  <a:cubicBezTo>
                    <a:pt x="3164" y="11"/>
                    <a:pt x="3161" y="22"/>
                    <a:pt x="3150" y="26"/>
                  </a:cubicBezTo>
                  <a:close/>
                  <a:moveTo>
                    <a:pt x="3022" y="73"/>
                  </a:moveTo>
                  <a:cubicBezTo>
                    <a:pt x="3020" y="92"/>
                    <a:pt x="3018" y="104"/>
                    <a:pt x="3017" y="128"/>
                  </a:cubicBezTo>
                  <a:cubicBezTo>
                    <a:pt x="3014" y="201"/>
                    <a:pt x="3015" y="208"/>
                    <a:pt x="3012" y="211"/>
                  </a:cubicBezTo>
                  <a:cubicBezTo>
                    <a:pt x="3017" y="255"/>
                    <a:pt x="3014" y="257"/>
                    <a:pt x="3016" y="263"/>
                  </a:cubicBezTo>
                  <a:cubicBezTo>
                    <a:pt x="3026" y="204"/>
                    <a:pt x="3025" y="199"/>
                    <a:pt x="3026" y="195"/>
                  </a:cubicBezTo>
                  <a:cubicBezTo>
                    <a:pt x="3040" y="153"/>
                    <a:pt x="3037" y="139"/>
                    <a:pt x="3044" y="134"/>
                  </a:cubicBezTo>
                  <a:cubicBezTo>
                    <a:pt x="3062" y="96"/>
                    <a:pt x="3065" y="93"/>
                    <a:pt x="3067" y="89"/>
                  </a:cubicBezTo>
                  <a:cubicBezTo>
                    <a:pt x="3083" y="65"/>
                    <a:pt x="3079" y="56"/>
                    <a:pt x="3086" y="57"/>
                  </a:cubicBezTo>
                  <a:cubicBezTo>
                    <a:pt x="3101" y="34"/>
                    <a:pt x="3103" y="33"/>
                    <a:pt x="3102" y="30"/>
                  </a:cubicBezTo>
                  <a:cubicBezTo>
                    <a:pt x="3111" y="0"/>
                    <a:pt x="3111" y="0"/>
                    <a:pt x="3111" y="0"/>
                  </a:cubicBezTo>
                  <a:cubicBezTo>
                    <a:pt x="3095" y="21"/>
                    <a:pt x="3096" y="29"/>
                    <a:pt x="3089" y="31"/>
                  </a:cubicBezTo>
                  <a:cubicBezTo>
                    <a:pt x="3073" y="69"/>
                    <a:pt x="3062" y="72"/>
                    <a:pt x="3060" y="83"/>
                  </a:cubicBezTo>
                  <a:cubicBezTo>
                    <a:pt x="3064" y="58"/>
                    <a:pt x="3069" y="55"/>
                    <a:pt x="3068" y="47"/>
                  </a:cubicBezTo>
                  <a:cubicBezTo>
                    <a:pt x="3085" y="0"/>
                    <a:pt x="3085" y="0"/>
                    <a:pt x="3085" y="0"/>
                  </a:cubicBezTo>
                  <a:cubicBezTo>
                    <a:pt x="3079" y="13"/>
                    <a:pt x="3075" y="16"/>
                    <a:pt x="3075" y="23"/>
                  </a:cubicBezTo>
                  <a:cubicBezTo>
                    <a:pt x="3058" y="55"/>
                    <a:pt x="3058" y="62"/>
                    <a:pt x="3057" y="68"/>
                  </a:cubicBezTo>
                  <a:cubicBezTo>
                    <a:pt x="3042" y="112"/>
                    <a:pt x="3040" y="124"/>
                    <a:pt x="3035" y="133"/>
                  </a:cubicBezTo>
                  <a:cubicBezTo>
                    <a:pt x="3018" y="179"/>
                    <a:pt x="3022" y="177"/>
                    <a:pt x="3020" y="169"/>
                  </a:cubicBezTo>
                  <a:cubicBezTo>
                    <a:pt x="3028" y="127"/>
                    <a:pt x="3035" y="121"/>
                    <a:pt x="3035" y="109"/>
                  </a:cubicBezTo>
                  <a:cubicBezTo>
                    <a:pt x="3047" y="70"/>
                    <a:pt x="3049" y="60"/>
                    <a:pt x="3053" y="51"/>
                  </a:cubicBezTo>
                  <a:cubicBezTo>
                    <a:pt x="3062" y="0"/>
                    <a:pt x="3062" y="0"/>
                    <a:pt x="3062" y="0"/>
                  </a:cubicBezTo>
                  <a:cubicBezTo>
                    <a:pt x="3048" y="47"/>
                    <a:pt x="3041" y="63"/>
                    <a:pt x="3038" y="82"/>
                  </a:cubicBezTo>
                  <a:cubicBezTo>
                    <a:pt x="3027" y="111"/>
                    <a:pt x="3030" y="119"/>
                    <a:pt x="3025" y="120"/>
                  </a:cubicBezTo>
                  <a:cubicBezTo>
                    <a:pt x="3021" y="108"/>
                    <a:pt x="3025" y="106"/>
                    <a:pt x="3024" y="99"/>
                  </a:cubicBezTo>
                  <a:cubicBezTo>
                    <a:pt x="3037" y="45"/>
                    <a:pt x="3042" y="43"/>
                    <a:pt x="3041" y="36"/>
                  </a:cubicBezTo>
                  <a:cubicBezTo>
                    <a:pt x="3045" y="0"/>
                    <a:pt x="3045" y="0"/>
                    <a:pt x="3045" y="0"/>
                  </a:cubicBezTo>
                  <a:cubicBezTo>
                    <a:pt x="3030" y="52"/>
                    <a:pt x="3028" y="56"/>
                    <a:pt x="3028" y="61"/>
                  </a:cubicBezTo>
                  <a:close/>
                  <a:moveTo>
                    <a:pt x="3116" y="46"/>
                  </a:moveTo>
                  <a:cubicBezTo>
                    <a:pt x="3116" y="49"/>
                    <a:pt x="3113" y="49"/>
                    <a:pt x="3112" y="51"/>
                  </a:cubicBezTo>
                  <a:cubicBezTo>
                    <a:pt x="3103" y="60"/>
                    <a:pt x="3105" y="64"/>
                    <a:pt x="3102" y="65"/>
                  </a:cubicBezTo>
                  <a:cubicBezTo>
                    <a:pt x="3077" y="100"/>
                    <a:pt x="3078" y="112"/>
                    <a:pt x="3069" y="115"/>
                  </a:cubicBezTo>
                  <a:cubicBezTo>
                    <a:pt x="3059" y="148"/>
                    <a:pt x="3051" y="151"/>
                    <a:pt x="3050" y="160"/>
                  </a:cubicBezTo>
                  <a:cubicBezTo>
                    <a:pt x="3033" y="198"/>
                    <a:pt x="3037" y="206"/>
                    <a:pt x="3031" y="207"/>
                  </a:cubicBezTo>
                  <a:cubicBezTo>
                    <a:pt x="3028" y="240"/>
                    <a:pt x="3021" y="246"/>
                    <a:pt x="3028" y="247"/>
                  </a:cubicBezTo>
                  <a:cubicBezTo>
                    <a:pt x="3044" y="193"/>
                    <a:pt x="3046" y="187"/>
                    <a:pt x="3047" y="180"/>
                  </a:cubicBezTo>
                  <a:cubicBezTo>
                    <a:pt x="3066" y="142"/>
                    <a:pt x="3070" y="131"/>
                    <a:pt x="3078" y="123"/>
                  </a:cubicBezTo>
                  <a:cubicBezTo>
                    <a:pt x="3099" y="87"/>
                    <a:pt x="3100" y="84"/>
                    <a:pt x="3101" y="82"/>
                  </a:cubicBezTo>
                  <a:cubicBezTo>
                    <a:pt x="3138" y="36"/>
                    <a:pt x="3139" y="23"/>
                    <a:pt x="3149" y="18"/>
                  </a:cubicBezTo>
                  <a:cubicBezTo>
                    <a:pt x="3145" y="6"/>
                    <a:pt x="3139" y="11"/>
                    <a:pt x="3136" y="19"/>
                  </a:cubicBezTo>
                  <a:close/>
                  <a:moveTo>
                    <a:pt x="3177" y="40"/>
                  </a:moveTo>
                  <a:cubicBezTo>
                    <a:pt x="3172" y="44"/>
                    <a:pt x="3174" y="55"/>
                    <a:pt x="3165" y="56"/>
                  </a:cubicBezTo>
                  <a:cubicBezTo>
                    <a:pt x="3146" y="83"/>
                    <a:pt x="3143" y="85"/>
                    <a:pt x="3143" y="90"/>
                  </a:cubicBezTo>
                  <a:cubicBezTo>
                    <a:pt x="3128" y="108"/>
                    <a:pt x="3126" y="110"/>
                    <a:pt x="3123" y="111"/>
                  </a:cubicBezTo>
                  <a:cubicBezTo>
                    <a:pt x="3100" y="150"/>
                    <a:pt x="3089" y="160"/>
                    <a:pt x="3084" y="173"/>
                  </a:cubicBezTo>
                  <a:cubicBezTo>
                    <a:pt x="3061" y="210"/>
                    <a:pt x="3060" y="214"/>
                    <a:pt x="3061" y="218"/>
                  </a:cubicBezTo>
                  <a:cubicBezTo>
                    <a:pt x="3044" y="256"/>
                    <a:pt x="3048" y="268"/>
                    <a:pt x="3040" y="270"/>
                  </a:cubicBezTo>
                  <a:cubicBezTo>
                    <a:pt x="3036" y="343"/>
                    <a:pt x="3029" y="331"/>
                    <a:pt x="3034" y="330"/>
                  </a:cubicBezTo>
                  <a:cubicBezTo>
                    <a:pt x="3039" y="292"/>
                    <a:pt x="3042" y="288"/>
                    <a:pt x="3043" y="283"/>
                  </a:cubicBezTo>
                  <a:cubicBezTo>
                    <a:pt x="3059" y="238"/>
                    <a:pt x="3058" y="231"/>
                    <a:pt x="3064" y="229"/>
                  </a:cubicBezTo>
                  <a:cubicBezTo>
                    <a:pt x="3084" y="187"/>
                    <a:pt x="3087" y="184"/>
                    <a:pt x="3089" y="179"/>
                  </a:cubicBezTo>
                  <a:cubicBezTo>
                    <a:pt x="3124" y="131"/>
                    <a:pt x="3123" y="135"/>
                    <a:pt x="3127" y="131"/>
                  </a:cubicBezTo>
                  <a:cubicBezTo>
                    <a:pt x="3145" y="105"/>
                    <a:pt x="3144" y="100"/>
                    <a:pt x="3148" y="99"/>
                  </a:cubicBezTo>
                  <a:cubicBezTo>
                    <a:pt x="3161" y="79"/>
                    <a:pt x="3163" y="77"/>
                    <a:pt x="3164" y="74"/>
                  </a:cubicBezTo>
                  <a:cubicBezTo>
                    <a:pt x="3188" y="45"/>
                    <a:pt x="3190" y="38"/>
                    <a:pt x="3196" y="34"/>
                  </a:cubicBezTo>
                  <a:cubicBezTo>
                    <a:pt x="3215" y="7"/>
                    <a:pt x="3223" y="9"/>
                    <a:pt x="3220" y="2"/>
                  </a:cubicBezTo>
                  <a:cubicBezTo>
                    <a:pt x="3209" y="3"/>
                    <a:pt x="3209" y="7"/>
                    <a:pt x="3205" y="7"/>
                  </a:cubicBezTo>
                  <a:cubicBezTo>
                    <a:pt x="3184" y="32"/>
                    <a:pt x="3182" y="37"/>
                    <a:pt x="3177" y="40"/>
                  </a:cubicBezTo>
                  <a:close/>
                  <a:moveTo>
                    <a:pt x="3014" y="80"/>
                  </a:moveTo>
                  <a:cubicBezTo>
                    <a:pt x="3011" y="54"/>
                    <a:pt x="3017" y="36"/>
                    <a:pt x="3018" y="14"/>
                  </a:cubicBezTo>
                  <a:cubicBezTo>
                    <a:pt x="3022" y="13"/>
                    <a:pt x="3019" y="6"/>
                    <a:pt x="3022" y="5"/>
                  </a:cubicBezTo>
                  <a:cubicBezTo>
                    <a:pt x="3023" y="4"/>
                    <a:pt x="3024" y="2"/>
                    <a:pt x="3025" y="0"/>
                  </a:cubicBezTo>
                  <a:cubicBezTo>
                    <a:pt x="3015" y="0"/>
                    <a:pt x="3015" y="0"/>
                    <a:pt x="3015" y="0"/>
                  </a:cubicBezTo>
                  <a:cubicBezTo>
                    <a:pt x="3012" y="6"/>
                    <a:pt x="3014" y="15"/>
                    <a:pt x="3009" y="19"/>
                  </a:cubicBezTo>
                  <a:cubicBezTo>
                    <a:pt x="3009" y="31"/>
                    <a:pt x="3009" y="44"/>
                    <a:pt x="3008" y="56"/>
                  </a:cubicBezTo>
                  <a:cubicBezTo>
                    <a:pt x="3008" y="60"/>
                    <a:pt x="3008" y="65"/>
                    <a:pt x="3009" y="69"/>
                  </a:cubicBezTo>
                  <a:cubicBezTo>
                    <a:pt x="3010" y="73"/>
                    <a:pt x="3007" y="82"/>
                    <a:pt x="3014" y="80"/>
                  </a:cubicBezTo>
                  <a:close/>
                  <a:moveTo>
                    <a:pt x="2154" y="176"/>
                  </a:moveTo>
                  <a:cubicBezTo>
                    <a:pt x="2152" y="182"/>
                    <a:pt x="2146" y="191"/>
                    <a:pt x="2153" y="194"/>
                  </a:cubicBezTo>
                  <a:cubicBezTo>
                    <a:pt x="2159" y="188"/>
                    <a:pt x="2164" y="180"/>
                    <a:pt x="2169" y="171"/>
                  </a:cubicBezTo>
                  <a:cubicBezTo>
                    <a:pt x="2175" y="150"/>
                    <a:pt x="2180" y="133"/>
                    <a:pt x="2186" y="119"/>
                  </a:cubicBezTo>
                  <a:cubicBezTo>
                    <a:pt x="2187" y="111"/>
                    <a:pt x="2188" y="103"/>
                    <a:pt x="2192" y="94"/>
                  </a:cubicBezTo>
                  <a:cubicBezTo>
                    <a:pt x="2190" y="89"/>
                    <a:pt x="2193" y="91"/>
                    <a:pt x="2194" y="85"/>
                  </a:cubicBezTo>
                  <a:cubicBezTo>
                    <a:pt x="2196" y="81"/>
                    <a:pt x="2197" y="76"/>
                    <a:pt x="2199" y="71"/>
                  </a:cubicBezTo>
                  <a:cubicBezTo>
                    <a:pt x="2200" y="47"/>
                    <a:pt x="2202" y="27"/>
                    <a:pt x="2205" y="0"/>
                  </a:cubicBezTo>
                  <a:cubicBezTo>
                    <a:pt x="2197" y="0"/>
                    <a:pt x="2197" y="0"/>
                    <a:pt x="2197" y="0"/>
                  </a:cubicBezTo>
                  <a:cubicBezTo>
                    <a:pt x="2196" y="4"/>
                    <a:pt x="2196" y="9"/>
                    <a:pt x="2195" y="13"/>
                  </a:cubicBezTo>
                  <a:cubicBezTo>
                    <a:pt x="2197" y="21"/>
                    <a:pt x="2191" y="35"/>
                    <a:pt x="2194" y="40"/>
                  </a:cubicBezTo>
                  <a:cubicBezTo>
                    <a:pt x="2195" y="41"/>
                    <a:pt x="2191" y="42"/>
                    <a:pt x="2191" y="41"/>
                  </a:cubicBezTo>
                  <a:cubicBezTo>
                    <a:pt x="2191" y="46"/>
                    <a:pt x="2192" y="50"/>
                    <a:pt x="2192" y="55"/>
                  </a:cubicBezTo>
                  <a:cubicBezTo>
                    <a:pt x="2192" y="55"/>
                    <a:pt x="2189" y="55"/>
                    <a:pt x="2189" y="57"/>
                  </a:cubicBezTo>
                  <a:cubicBezTo>
                    <a:pt x="2189" y="57"/>
                    <a:pt x="2191" y="58"/>
                    <a:pt x="2191" y="59"/>
                  </a:cubicBezTo>
                  <a:cubicBezTo>
                    <a:pt x="2191" y="62"/>
                    <a:pt x="2192" y="64"/>
                    <a:pt x="2190" y="68"/>
                  </a:cubicBezTo>
                  <a:cubicBezTo>
                    <a:pt x="2187" y="76"/>
                    <a:pt x="2186" y="89"/>
                    <a:pt x="2181" y="93"/>
                  </a:cubicBezTo>
                  <a:cubicBezTo>
                    <a:pt x="2185" y="94"/>
                    <a:pt x="2179" y="102"/>
                    <a:pt x="2179" y="106"/>
                  </a:cubicBezTo>
                  <a:cubicBezTo>
                    <a:pt x="2181" y="109"/>
                    <a:pt x="2179" y="114"/>
                    <a:pt x="2177" y="119"/>
                  </a:cubicBezTo>
                  <a:cubicBezTo>
                    <a:pt x="2171" y="131"/>
                    <a:pt x="2167" y="145"/>
                    <a:pt x="2163" y="160"/>
                  </a:cubicBezTo>
                  <a:cubicBezTo>
                    <a:pt x="2162" y="164"/>
                    <a:pt x="2159" y="164"/>
                    <a:pt x="2158" y="168"/>
                  </a:cubicBezTo>
                  <a:cubicBezTo>
                    <a:pt x="2157" y="171"/>
                    <a:pt x="2157" y="176"/>
                    <a:pt x="2154" y="176"/>
                  </a:cubicBezTo>
                  <a:close/>
                  <a:moveTo>
                    <a:pt x="2311" y="845"/>
                  </a:moveTo>
                  <a:cubicBezTo>
                    <a:pt x="2314" y="849"/>
                    <a:pt x="2316" y="854"/>
                    <a:pt x="2323" y="858"/>
                  </a:cubicBezTo>
                  <a:cubicBezTo>
                    <a:pt x="2344" y="898"/>
                    <a:pt x="2346" y="909"/>
                    <a:pt x="2357" y="917"/>
                  </a:cubicBezTo>
                  <a:cubicBezTo>
                    <a:pt x="2373" y="962"/>
                    <a:pt x="2374" y="968"/>
                    <a:pt x="2379" y="974"/>
                  </a:cubicBezTo>
                  <a:cubicBezTo>
                    <a:pt x="2402" y="1039"/>
                    <a:pt x="2405" y="1045"/>
                    <a:pt x="2406" y="1052"/>
                  </a:cubicBezTo>
                  <a:cubicBezTo>
                    <a:pt x="2428" y="1117"/>
                    <a:pt x="2430" y="1124"/>
                    <a:pt x="2429" y="1131"/>
                  </a:cubicBezTo>
                  <a:cubicBezTo>
                    <a:pt x="2441" y="1178"/>
                    <a:pt x="2454" y="1182"/>
                    <a:pt x="2448" y="1190"/>
                  </a:cubicBezTo>
                  <a:cubicBezTo>
                    <a:pt x="2462" y="1236"/>
                    <a:pt x="2466" y="1242"/>
                    <a:pt x="2469" y="1249"/>
                  </a:cubicBezTo>
                  <a:cubicBezTo>
                    <a:pt x="2482" y="1291"/>
                    <a:pt x="2482" y="1294"/>
                    <a:pt x="2486" y="1297"/>
                  </a:cubicBezTo>
                  <a:cubicBezTo>
                    <a:pt x="2499" y="1333"/>
                    <a:pt x="2498" y="1340"/>
                    <a:pt x="2504" y="1345"/>
                  </a:cubicBezTo>
                  <a:cubicBezTo>
                    <a:pt x="2523" y="1391"/>
                    <a:pt x="2526" y="1397"/>
                    <a:pt x="2531" y="1403"/>
                  </a:cubicBezTo>
                  <a:cubicBezTo>
                    <a:pt x="2541" y="1435"/>
                    <a:pt x="2545" y="1437"/>
                    <a:pt x="2548" y="1440"/>
                  </a:cubicBezTo>
                  <a:cubicBezTo>
                    <a:pt x="2563" y="1473"/>
                    <a:pt x="2567" y="1475"/>
                    <a:pt x="2567" y="1479"/>
                  </a:cubicBezTo>
                  <a:cubicBezTo>
                    <a:pt x="2616" y="1536"/>
                    <a:pt x="2619" y="1537"/>
                    <a:pt x="2623" y="1537"/>
                  </a:cubicBezTo>
                  <a:cubicBezTo>
                    <a:pt x="2627" y="1538"/>
                    <a:pt x="2626" y="1536"/>
                    <a:pt x="2624" y="1535"/>
                  </a:cubicBezTo>
                  <a:cubicBezTo>
                    <a:pt x="2576" y="1476"/>
                    <a:pt x="2567" y="1471"/>
                    <a:pt x="2569" y="1465"/>
                  </a:cubicBezTo>
                  <a:cubicBezTo>
                    <a:pt x="2557" y="1435"/>
                    <a:pt x="2550" y="1434"/>
                    <a:pt x="2552" y="1430"/>
                  </a:cubicBezTo>
                  <a:cubicBezTo>
                    <a:pt x="2534" y="1388"/>
                    <a:pt x="2528" y="1383"/>
                    <a:pt x="2527" y="1377"/>
                  </a:cubicBezTo>
                  <a:cubicBezTo>
                    <a:pt x="2513" y="1348"/>
                    <a:pt x="2509" y="1345"/>
                    <a:pt x="2506" y="1342"/>
                  </a:cubicBezTo>
                  <a:cubicBezTo>
                    <a:pt x="2504" y="1319"/>
                    <a:pt x="2497" y="1314"/>
                    <a:pt x="2498" y="1307"/>
                  </a:cubicBezTo>
                  <a:cubicBezTo>
                    <a:pt x="2481" y="1279"/>
                    <a:pt x="2493" y="1274"/>
                    <a:pt x="2484" y="1272"/>
                  </a:cubicBezTo>
                  <a:cubicBezTo>
                    <a:pt x="2476" y="1250"/>
                    <a:pt x="2478" y="1244"/>
                    <a:pt x="2473" y="1238"/>
                  </a:cubicBezTo>
                  <a:cubicBezTo>
                    <a:pt x="2460" y="1192"/>
                    <a:pt x="2460" y="1189"/>
                    <a:pt x="2458" y="1186"/>
                  </a:cubicBezTo>
                  <a:cubicBezTo>
                    <a:pt x="2450" y="1144"/>
                    <a:pt x="2438" y="1140"/>
                    <a:pt x="2441" y="1133"/>
                  </a:cubicBezTo>
                  <a:cubicBezTo>
                    <a:pt x="2428" y="1087"/>
                    <a:pt x="2424" y="1075"/>
                    <a:pt x="2416" y="1064"/>
                  </a:cubicBezTo>
                  <a:cubicBezTo>
                    <a:pt x="2410" y="1041"/>
                    <a:pt x="2411" y="1035"/>
                    <a:pt x="2407" y="1030"/>
                  </a:cubicBezTo>
                  <a:cubicBezTo>
                    <a:pt x="2387" y="974"/>
                    <a:pt x="2384" y="968"/>
                    <a:pt x="2380" y="962"/>
                  </a:cubicBezTo>
                  <a:cubicBezTo>
                    <a:pt x="2366" y="915"/>
                    <a:pt x="2355" y="909"/>
                    <a:pt x="2357" y="902"/>
                  </a:cubicBezTo>
                  <a:cubicBezTo>
                    <a:pt x="2339" y="870"/>
                    <a:pt x="2335" y="867"/>
                    <a:pt x="2335" y="864"/>
                  </a:cubicBezTo>
                  <a:cubicBezTo>
                    <a:pt x="2329" y="853"/>
                    <a:pt x="2327" y="850"/>
                    <a:pt x="2322" y="847"/>
                  </a:cubicBezTo>
                  <a:close/>
                  <a:moveTo>
                    <a:pt x="2226" y="830"/>
                  </a:moveTo>
                  <a:cubicBezTo>
                    <a:pt x="2225" y="835"/>
                    <a:pt x="2237" y="841"/>
                    <a:pt x="2240" y="840"/>
                  </a:cubicBezTo>
                  <a:cubicBezTo>
                    <a:pt x="2280" y="885"/>
                    <a:pt x="2282" y="892"/>
                    <a:pt x="2288" y="898"/>
                  </a:cubicBezTo>
                  <a:cubicBezTo>
                    <a:pt x="2309" y="930"/>
                    <a:pt x="2309" y="932"/>
                    <a:pt x="2309" y="933"/>
                  </a:cubicBezTo>
                  <a:cubicBezTo>
                    <a:pt x="2324" y="964"/>
                    <a:pt x="2328" y="967"/>
                    <a:pt x="2329" y="970"/>
                  </a:cubicBezTo>
                  <a:cubicBezTo>
                    <a:pt x="2351" y="1008"/>
                    <a:pt x="2350" y="1015"/>
                    <a:pt x="2355" y="1021"/>
                  </a:cubicBezTo>
                  <a:cubicBezTo>
                    <a:pt x="2373" y="1067"/>
                    <a:pt x="2375" y="1070"/>
                    <a:pt x="2375" y="1074"/>
                  </a:cubicBezTo>
                  <a:cubicBezTo>
                    <a:pt x="2397" y="1132"/>
                    <a:pt x="2396" y="1135"/>
                    <a:pt x="2401" y="1138"/>
                  </a:cubicBezTo>
                  <a:cubicBezTo>
                    <a:pt x="2407" y="1163"/>
                    <a:pt x="2406" y="1167"/>
                    <a:pt x="2414" y="1170"/>
                  </a:cubicBezTo>
                  <a:cubicBezTo>
                    <a:pt x="2421" y="1203"/>
                    <a:pt x="2425" y="1211"/>
                    <a:pt x="2422" y="1220"/>
                  </a:cubicBezTo>
                  <a:cubicBezTo>
                    <a:pt x="2443" y="1271"/>
                    <a:pt x="2443" y="1273"/>
                    <a:pt x="2443" y="1276"/>
                  </a:cubicBezTo>
                  <a:cubicBezTo>
                    <a:pt x="2453" y="1306"/>
                    <a:pt x="2452" y="1312"/>
                    <a:pt x="2457" y="1317"/>
                  </a:cubicBezTo>
                  <a:cubicBezTo>
                    <a:pt x="2463" y="1344"/>
                    <a:pt x="2471" y="1346"/>
                    <a:pt x="2470" y="1349"/>
                  </a:cubicBezTo>
                  <a:cubicBezTo>
                    <a:pt x="2487" y="1386"/>
                    <a:pt x="2484" y="1392"/>
                    <a:pt x="2494" y="1396"/>
                  </a:cubicBezTo>
                  <a:cubicBezTo>
                    <a:pt x="2510" y="1433"/>
                    <a:pt x="2518" y="1438"/>
                    <a:pt x="2517" y="1443"/>
                  </a:cubicBezTo>
                  <a:cubicBezTo>
                    <a:pt x="2533" y="1461"/>
                    <a:pt x="2535" y="1463"/>
                    <a:pt x="2536" y="1466"/>
                  </a:cubicBezTo>
                  <a:cubicBezTo>
                    <a:pt x="2554" y="1485"/>
                    <a:pt x="2560" y="1493"/>
                    <a:pt x="2563" y="1489"/>
                  </a:cubicBezTo>
                  <a:cubicBezTo>
                    <a:pt x="2530" y="1445"/>
                    <a:pt x="2522" y="1441"/>
                    <a:pt x="2522" y="1436"/>
                  </a:cubicBezTo>
                  <a:cubicBezTo>
                    <a:pt x="2466" y="1320"/>
                    <a:pt x="2462" y="1316"/>
                    <a:pt x="2464" y="1311"/>
                  </a:cubicBezTo>
                  <a:cubicBezTo>
                    <a:pt x="2445" y="1263"/>
                    <a:pt x="2447" y="1258"/>
                    <a:pt x="2442" y="1254"/>
                  </a:cubicBezTo>
                  <a:cubicBezTo>
                    <a:pt x="2435" y="1229"/>
                    <a:pt x="2435" y="1227"/>
                    <a:pt x="2435" y="1224"/>
                  </a:cubicBezTo>
                  <a:cubicBezTo>
                    <a:pt x="2407" y="1143"/>
                    <a:pt x="2407" y="1133"/>
                    <a:pt x="2403" y="1124"/>
                  </a:cubicBezTo>
                  <a:cubicBezTo>
                    <a:pt x="2396" y="1104"/>
                    <a:pt x="2396" y="1099"/>
                    <a:pt x="2394" y="1094"/>
                  </a:cubicBezTo>
                  <a:cubicBezTo>
                    <a:pt x="2379" y="1056"/>
                    <a:pt x="2379" y="1054"/>
                    <a:pt x="2377" y="1052"/>
                  </a:cubicBezTo>
                  <a:cubicBezTo>
                    <a:pt x="2362" y="1018"/>
                    <a:pt x="2360" y="1013"/>
                    <a:pt x="2359" y="1008"/>
                  </a:cubicBezTo>
                  <a:cubicBezTo>
                    <a:pt x="2322" y="939"/>
                    <a:pt x="2316" y="929"/>
                    <a:pt x="2311" y="919"/>
                  </a:cubicBezTo>
                  <a:cubicBezTo>
                    <a:pt x="2268" y="860"/>
                    <a:pt x="2269" y="857"/>
                    <a:pt x="2267" y="855"/>
                  </a:cubicBezTo>
                  <a:cubicBezTo>
                    <a:pt x="2242" y="833"/>
                    <a:pt x="2236" y="829"/>
                    <a:pt x="2230" y="825"/>
                  </a:cubicBezTo>
                  <a:cubicBezTo>
                    <a:pt x="2215" y="829"/>
                    <a:pt x="2217" y="829"/>
                    <a:pt x="2219" y="829"/>
                  </a:cubicBezTo>
                  <a:close/>
                  <a:moveTo>
                    <a:pt x="3510" y="16"/>
                  </a:moveTo>
                  <a:cubicBezTo>
                    <a:pt x="3524" y="18"/>
                    <a:pt x="3535" y="22"/>
                    <a:pt x="3546" y="27"/>
                  </a:cubicBezTo>
                  <a:cubicBezTo>
                    <a:pt x="3580" y="42"/>
                    <a:pt x="3582" y="38"/>
                    <a:pt x="3584" y="42"/>
                  </a:cubicBezTo>
                  <a:cubicBezTo>
                    <a:pt x="3618" y="52"/>
                    <a:pt x="3623" y="54"/>
                    <a:pt x="3628" y="56"/>
                  </a:cubicBezTo>
                  <a:cubicBezTo>
                    <a:pt x="3702" y="78"/>
                    <a:pt x="3712" y="88"/>
                    <a:pt x="3727" y="91"/>
                  </a:cubicBezTo>
                  <a:cubicBezTo>
                    <a:pt x="3785" y="120"/>
                    <a:pt x="3787" y="122"/>
                    <a:pt x="3791" y="123"/>
                  </a:cubicBezTo>
                  <a:cubicBezTo>
                    <a:pt x="3770" y="103"/>
                    <a:pt x="3762" y="105"/>
                    <a:pt x="3760" y="99"/>
                  </a:cubicBezTo>
                  <a:cubicBezTo>
                    <a:pt x="3707" y="77"/>
                    <a:pt x="3699" y="70"/>
                    <a:pt x="3688" y="67"/>
                  </a:cubicBezTo>
                  <a:cubicBezTo>
                    <a:pt x="3618" y="44"/>
                    <a:pt x="3610" y="38"/>
                    <a:pt x="3599" y="36"/>
                  </a:cubicBezTo>
                  <a:cubicBezTo>
                    <a:pt x="3547" y="17"/>
                    <a:pt x="3540" y="18"/>
                    <a:pt x="3538" y="12"/>
                  </a:cubicBezTo>
                  <a:cubicBezTo>
                    <a:pt x="3504" y="1"/>
                    <a:pt x="3503" y="1"/>
                    <a:pt x="3503" y="0"/>
                  </a:cubicBezTo>
                  <a:cubicBezTo>
                    <a:pt x="3495" y="8"/>
                    <a:pt x="3505" y="9"/>
                    <a:pt x="3510" y="16"/>
                  </a:cubicBezTo>
                  <a:close/>
                  <a:moveTo>
                    <a:pt x="3427" y="20"/>
                  </a:moveTo>
                  <a:cubicBezTo>
                    <a:pt x="3431" y="23"/>
                    <a:pt x="3439" y="22"/>
                    <a:pt x="3441" y="28"/>
                  </a:cubicBezTo>
                  <a:cubicBezTo>
                    <a:pt x="3472" y="49"/>
                    <a:pt x="3482" y="47"/>
                    <a:pt x="3484" y="53"/>
                  </a:cubicBezTo>
                  <a:cubicBezTo>
                    <a:pt x="3561" y="81"/>
                    <a:pt x="3567" y="88"/>
                    <a:pt x="3580" y="88"/>
                  </a:cubicBezTo>
                  <a:cubicBezTo>
                    <a:pt x="3610" y="99"/>
                    <a:pt x="3608" y="105"/>
                    <a:pt x="3614" y="103"/>
                  </a:cubicBezTo>
                  <a:cubicBezTo>
                    <a:pt x="3673" y="129"/>
                    <a:pt x="3682" y="128"/>
                    <a:pt x="3686" y="133"/>
                  </a:cubicBezTo>
                  <a:cubicBezTo>
                    <a:pt x="3728" y="150"/>
                    <a:pt x="3736" y="150"/>
                    <a:pt x="3738" y="156"/>
                  </a:cubicBezTo>
                  <a:cubicBezTo>
                    <a:pt x="3766" y="171"/>
                    <a:pt x="3768" y="173"/>
                    <a:pt x="3770" y="175"/>
                  </a:cubicBezTo>
                  <a:cubicBezTo>
                    <a:pt x="3815" y="218"/>
                    <a:pt x="3820" y="221"/>
                    <a:pt x="3824" y="226"/>
                  </a:cubicBezTo>
                  <a:cubicBezTo>
                    <a:pt x="3840" y="232"/>
                    <a:pt x="3826" y="226"/>
                    <a:pt x="3823" y="217"/>
                  </a:cubicBezTo>
                  <a:cubicBezTo>
                    <a:pt x="3809" y="197"/>
                    <a:pt x="3803" y="200"/>
                    <a:pt x="3804" y="195"/>
                  </a:cubicBezTo>
                  <a:cubicBezTo>
                    <a:pt x="3780" y="170"/>
                    <a:pt x="3772" y="173"/>
                    <a:pt x="3772" y="166"/>
                  </a:cubicBezTo>
                  <a:cubicBezTo>
                    <a:pt x="3732" y="139"/>
                    <a:pt x="3725" y="141"/>
                    <a:pt x="3724" y="135"/>
                  </a:cubicBezTo>
                  <a:cubicBezTo>
                    <a:pt x="3672" y="119"/>
                    <a:pt x="3670" y="114"/>
                    <a:pt x="3665" y="113"/>
                  </a:cubicBezTo>
                  <a:cubicBezTo>
                    <a:pt x="3622" y="94"/>
                    <a:pt x="3612" y="93"/>
                    <a:pt x="3607" y="88"/>
                  </a:cubicBezTo>
                  <a:cubicBezTo>
                    <a:pt x="3553" y="69"/>
                    <a:pt x="3545" y="69"/>
                    <a:pt x="3539" y="65"/>
                  </a:cubicBezTo>
                  <a:cubicBezTo>
                    <a:pt x="3500" y="46"/>
                    <a:pt x="3489" y="45"/>
                    <a:pt x="3481" y="40"/>
                  </a:cubicBezTo>
                  <a:cubicBezTo>
                    <a:pt x="3448" y="23"/>
                    <a:pt x="3449" y="17"/>
                    <a:pt x="3444" y="19"/>
                  </a:cubicBezTo>
                  <a:cubicBezTo>
                    <a:pt x="3422" y="2"/>
                    <a:pt x="3421" y="1"/>
                    <a:pt x="3421" y="0"/>
                  </a:cubicBezTo>
                  <a:close/>
                  <a:moveTo>
                    <a:pt x="2120" y="152"/>
                  </a:moveTo>
                  <a:cubicBezTo>
                    <a:pt x="2122" y="149"/>
                    <a:pt x="2127" y="152"/>
                    <a:pt x="2126" y="145"/>
                  </a:cubicBezTo>
                  <a:cubicBezTo>
                    <a:pt x="2128" y="141"/>
                    <a:pt x="2129" y="136"/>
                    <a:pt x="2130" y="132"/>
                  </a:cubicBezTo>
                  <a:cubicBezTo>
                    <a:pt x="2133" y="135"/>
                    <a:pt x="2137" y="123"/>
                    <a:pt x="2133" y="124"/>
                  </a:cubicBezTo>
                  <a:cubicBezTo>
                    <a:pt x="2133" y="119"/>
                    <a:pt x="2138" y="121"/>
                    <a:pt x="2138" y="114"/>
                  </a:cubicBezTo>
                  <a:cubicBezTo>
                    <a:pt x="2137" y="106"/>
                    <a:pt x="2141" y="96"/>
                    <a:pt x="2144" y="86"/>
                  </a:cubicBezTo>
                  <a:cubicBezTo>
                    <a:pt x="2144" y="69"/>
                    <a:pt x="2149" y="48"/>
                    <a:pt x="2154" y="28"/>
                  </a:cubicBezTo>
                  <a:cubicBezTo>
                    <a:pt x="2152" y="20"/>
                    <a:pt x="2156" y="9"/>
                    <a:pt x="2156" y="0"/>
                  </a:cubicBezTo>
                  <a:cubicBezTo>
                    <a:pt x="2146" y="0"/>
                    <a:pt x="2146" y="0"/>
                    <a:pt x="2146" y="0"/>
                  </a:cubicBezTo>
                  <a:cubicBezTo>
                    <a:pt x="2146" y="12"/>
                    <a:pt x="2145" y="24"/>
                    <a:pt x="2146" y="35"/>
                  </a:cubicBezTo>
                  <a:cubicBezTo>
                    <a:pt x="2140" y="38"/>
                    <a:pt x="2145" y="45"/>
                    <a:pt x="2140" y="53"/>
                  </a:cubicBezTo>
                  <a:cubicBezTo>
                    <a:pt x="2143" y="59"/>
                    <a:pt x="2137" y="69"/>
                    <a:pt x="2135" y="77"/>
                  </a:cubicBezTo>
                  <a:cubicBezTo>
                    <a:pt x="2143" y="79"/>
                    <a:pt x="2129" y="83"/>
                    <a:pt x="2136" y="84"/>
                  </a:cubicBezTo>
                  <a:cubicBezTo>
                    <a:pt x="2134" y="88"/>
                    <a:pt x="2133" y="92"/>
                    <a:pt x="2132" y="96"/>
                  </a:cubicBezTo>
                  <a:cubicBezTo>
                    <a:pt x="2127" y="106"/>
                    <a:pt x="2131" y="111"/>
                    <a:pt x="2127" y="120"/>
                  </a:cubicBezTo>
                  <a:cubicBezTo>
                    <a:pt x="2126" y="127"/>
                    <a:pt x="2123" y="131"/>
                    <a:pt x="2120" y="136"/>
                  </a:cubicBezTo>
                  <a:cubicBezTo>
                    <a:pt x="2119" y="142"/>
                    <a:pt x="2114" y="150"/>
                    <a:pt x="2120" y="152"/>
                  </a:cubicBezTo>
                  <a:close/>
                  <a:moveTo>
                    <a:pt x="3473" y="21"/>
                  </a:moveTo>
                  <a:cubicBezTo>
                    <a:pt x="3474" y="26"/>
                    <a:pt x="3481" y="23"/>
                    <a:pt x="3482" y="27"/>
                  </a:cubicBezTo>
                  <a:cubicBezTo>
                    <a:pt x="3525" y="42"/>
                    <a:pt x="3529" y="41"/>
                    <a:pt x="3529" y="43"/>
                  </a:cubicBezTo>
                  <a:cubicBezTo>
                    <a:pt x="3556" y="50"/>
                    <a:pt x="3560" y="53"/>
                    <a:pt x="3565" y="54"/>
                  </a:cubicBezTo>
                  <a:cubicBezTo>
                    <a:pt x="3587" y="59"/>
                    <a:pt x="3590" y="63"/>
                    <a:pt x="3596" y="63"/>
                  </a:cubicBezTo>
                  <a:cubicBezTo>
                    <a:pt x="3658" y="81"/>
                    <a:pt x="3665" y="83"/>
                    <a:pt x="3672" y="84"/>
                  </a:cubicBezTo>
                  <a:cubicBezTo>
                    <a:pt x="3705" y="94"/>
                    <a:pt x="3704" y="100"/>
                    <a:pt x="3710" y="98"/>
                  </a:cubicBezTo>
                  <a:cubicBezTo>
                    <a:pt x="3741" y="113"/>
                    <a:pt x="3750" y="122"/>
                    <a:pt x="3762" y="128"/>
                  </a:cubicBezTo>
                  <a:cubicBezTo>
                    <a:pt x="3734" y="106"/>
                    <a:pt x="3735" y="102"/>
                    <a:pt x="3732" y="101"/>
                  </a:cubicBezTo>
                  <a:cubicBezTo>
                    <a:pt x="3703" y="87"/>
                    <a:pt x="3695" y="86"/>
                    <a:pt x="3691" y="80"/>
                  </a:cubicBezTo>
                  <a:cubicBezTo>
                    <a:pt x="3643" y="67"/>
                    <a:pt x="3634" y="68"/>
                    <a:pt x="3631" y="63"/>
                  </a:cubicBezTo>
                  <a:cubicBezTo>
                    <a:pt x="3595" y="53"/>
                    <a:pt x="3580" y="51"/>
                    <a:pt x="3566" y="45"/>
                  </a:cubicBezTo>
                  <a:cubicBezTo>
                    <a:pt x="3521" y="29"/>
                    <a:pt x="3512" y="29"/>
                    <a:pt x="3506" y="25"/>
                  </a:cubicBezTo>
                  <a:cubicBezTo>
                    <a:pt x="3450" y="1"/>
                    <a:pt x="3450" y="1"/>
                    <a:pt x="3449" y="0"/>
                  </a:cubicBezTo>
                  <a:cubicBezTo>
                    <a:pt x="3460" y="14"/>
                    <a:pt x="3465" y="20"/>
                    <a:pt x="3473" y="21"/>
                  </a:cubicBezTo>
                  <a:close/>
                  <a:moveTo>
                    <a:pt x="3620" y="24"/>
                  </a:moveTo>
                  <a:cubicBezTo>
                    <a:pt x="3631" y="33"/>
                    <a:pt x="3648" y="37"/>
                    <a:pt x="3660" y="45"/>
                  </a:cubicBezTo>
                  <a:cubicBezTo>
                    <a:pt x="3693" y="63"/>
                    <a:pt x="3695" y="64"/>
                    <a:pt x="3697" y="64"/>
                  </a:cubicBezTo>
                  <a:cubicBezTo>
                    <a:pt x="3679" y="44"/>
                    <a:pt x="3672" y="47"/>
                    <a:pt x="3673" y="40"/>
                  </a:cubicBezTo>
                  <a:cubicBezTo>
                    <a:pt x="3676" y="28"/>
                    <a:pt x="3672" y="29"/>
                    <a:pt x="3670" y="27"/>
                  </a:cubicBezTo>
                  <a:cubicBezTo>
                    <a:pt x="3650" y="7"/>
                    <a:pt x="3647" y="4"/>
                    <a:pt x="3644" y="0"/>
                  </a:cubicBezTo>
                  <a:cubicBezTo>
                    <a:pt x="3635" y="4"/>
                    <a:pt x="3633" y="2"/>
                    <a:pt x="3633" y="1"/>
                  </a:cubicBezTo>
                  <a:cubicBezTo>
                    <a:pt x="3612" y="3"/>
                    <a:pt x="3615" y="4"/>
                    <a:pt x="3618" y="7"/>
                  </a:cubicBezTo>
                  <a:cubicBezTo>
                    <a:pt x="3628" y="5"/>
                    <a:pt x="3633" y="12"/>
                    <a:pt x="3636" y="12"/>
                  </a:cubicBezTo>
                  <a:cubicBezTo>
                    <a:pt x="3662" y="38"/>
                    <a:pt x="3670" y="35"/>
                    <a:pt x="3669" y="42"/>
                  </a:cubicBezTo>
                  <a:cubicBezTo>
                    <a:pt x="3626" y="22"/>
                    <a:pt x="3626" y="19"/>
                    <a:pt x="3622" y="19"/>
                  </a:cubicBezTo>
                  <a:cubicBezTo>
                    <a:pt x="3555" y="0"/>
                    <a:pt x="3555" y="0"/>
                    <a:pt x="3555" y="0"/>
                  </a:cubicBezTo>
                  <a:close/>
                  <a:moveTo>
                    <a:pt x="3212" y="33"/>
                  </a:moveTo>
                  <a:cubicBezTo>
                    <a:pt x="3206" y="33"/>
                    <a:pt x="3205" y="37"/>
                    <a:pt x="3203" y="40"/>
                  </a:cubicBezTo>
                  <a:cubicBezTo>
                    <a:pt x="3189" y="62"/>
                    <a:pt x="3182" y="63"/>
                    <a:pt x="3181" y="70"/>
                  </a:cubicBezTo>
                  <a:cubicBezTo>
                    <a:pt x="3156" y="101"/>
                    <a:pt x="3153" y="105"/>
                    <a:pt x="3149" y="110"/>
                  </a:cubicBezTo>
                  <a:cubicBezTo>
                    <a:pt x="3127" y="142"/>
                    <a:pt x="3121" y="145"/>
                    <a:pt x="3117" y="149"/>
                  </a:cubicBezTo>
                  <a:cubicBezTo>
                    <a:pt x="3095" y="182"/>
                    <a:pt x="3097" y="191"/>
                    <a:pt x="3089" y="192"/>
                  </a:cubicBezTo>
                  <a:cubicBezTo>
                    <a:pt x="3072" y="230"/>
                    <a:pt x="3070" y="235"/>
                    <a:pt x="3067" y="240"/>
                  </a:cubicBezTo>
                  <a:cubicBezTo>
                    <a:pt x="3055" y="279"/>
                    <a:pt x="3050" y="279"/>
                    <a:pt x="3052" y="285"/>
                  </a:cubicBezTo>
                  <a:cubicBezTo>
                    <a:pt x="3062" y="273"/>
                    <a:pt x="3059" y="266"/>
                    <a:pt x="3062" y="264"/>
                  </a:cubicBezTo>
                  <a:cubicBezTo>
                    <a:pt x="3091" y="212"/>
                    <a:pt x="3094" y="199"/>
                    <a:pt x="3102" y="189"/>
                  </a:cubicBezTo>
                  <a:cubicBezTo>
                    <a:pt x="3129" y="153"/>
                    <a:pt x="3131" y="147"/>
                    <a:pt x="3134" y="141"/>
                  </a:cubicBezTo>
                  <a:cubicBezTo>
                    <a:pt x="3178" y="91"/>
                    <a:pt x="3180" y="84"/>
                    <a:pt x="3184" y="79"/>
                  </a:cubicBezTo>
                  <a:cubicBezTo>
                    <a:pt x="3206" y="54"/>
                    <a:pt x="3203" y="47"/>
                    <a:pt x="3210" y="48"/>
                  </a:cubicBezTo>
                  <a:cubicBezTo>
                    <a:pt x="3230" y="23"/>
                    <a:pt x="3232" y="21"/>
                    <a:pt x="3235" y="18"/>
                  </a:cubicBezTo>
                  <a:cubicBezTo>
                    <a:pt x="3236" y="0"/>
                    <a:pt x="3236" y="0"/>
                    <a:pt x="3236" y="0"/>
                  </a:cubicBezTo>
                  <a:close/>
                  <a:moveTo>
                    <a:pt x="3233" y="56"/>
                  </a:moveTo>
                  <a:cubicBezTo>
                    <a:pt x="3233" y="58"/>
                    <a:pt x="3230" y="57"/>
                    <a:pt x="3229" y="58"/>
                  </a:cubicBezTo>
                  <a:cubicBezTo>
                    <a:pt x="3216" y="75"/>
                    <a:pt x="3212" y="85"/>
                    <a:pt x="3202" y="90"/>
                  </a:cubicBezTo>
                  <a:cubicBezTo>
                    <a:pt x="3171" y="129"/>
                    <a:pt x="3166" y="132"/>
                    <a:pt x="3164" y="137"/>
                  </a:cubicBezTo>
                  <a:cubicBezTo>
                    <a:pt x="3139" y="170"/>
                    <a:pt x="3133" y="178"/>
                    <a:pt x="3126" y="185"/>
                  </a:cubicBezTo>
                  <a:cubicBezTo>
                    <a:pt x="3100" y="228"/>
                    <a:pt x="3098" y="230"/>
                    <a:pt x="3099" y="233"/>
                  </a:cubicBezTo>
                  <a:cubicBezTo>
                    <a:pt x="3089" y="255"/>
                    <a:pt x="3084" y="261"/>
                    <a:pt x="3082" y="269"/>
                  </a:cubicBezTo>
                  <a:cubicBezTo>
                    <a:pt x="3073" y="289"/>
                    <a:pt x="3070" y="294"/>
                    <a:pt x="3071" y="301"/>
                  </a:cubicBezTo>
                  <a:cubicBezTo>
                    <a:pt x="3061" y="337"/>
                    <a:pt x="3052" y="344"/>
                    <a:pt x="3059" y="348"/>
                  </a:cubicBezTo>
                  <a:cubicBezTo>
                    <a:pt x="3069" y="311"/>
                    <a:pt x="3071" y="307"/>
                    <a:pt x="3073" y="305"/>
                  </a:cubicBezTo>
                  <a:cubicBezTo>
                    <a:pt x="3087" y="271"/>
                    <a:pt x="3088" y="268"/>
                    <a:pt x="3090" y="264"/>
                  </a:cubicBezTo>
                  <a:cubicBezTo>
                    <a:pt x="3111" y="237"/>
                    <a:pt x="3106" y="228"/>
                    <a:pt x="3109" y="226"/>
                  </a:cubicBezTo>
                  <a:cubicBezTo>
                    <a:pt x="3127" y="208"/>
                    <a:pt x="3122" y="199"/>
                    <a:pt x="3129" y="201"/>
                  </a:cubicBezTo>
                  <a:cubicBezTo>
                    <a:pt x="3162" y="155"/>
                    <a:pt x="3164" y="153"/>
                    <a:pt x="3165" y="150"/>
                  </a:cubicBezTo>
                  <a:cubicBezTo>
                    <a:pt x="3190" y="125"/>
                    <a:pt x="3187" y="118"/>
                    <a:pt x="3191" y="117"/>
                  </a:cubicBezTo>
                  <a:cubicBezTo>
                    <a:pt x="3208" y="99"/>
                    <a:pt x="3213" y="99"/>
                    <a:pt x="3214" y="94"/>
                  </a:cubicBezTo>
                  <a:cubicBezTo>
                    <a:pt x="3234" y="64"/>
                    <a:pt x="3239" y="64"/>
                    <a:pt x="3242" y="61"/>
                  </a:cubicBezTo>
                  <a:cubicBezTo>
                    <a:pt x="3259" y="28"/>
                    <a:pt x="3265" y="28"/>
                    <a:pt x="3268" y="25"/>
                  </a:cubicBezTo>
                  <a:cubicBezTo>
                    <a:pt x="3279" y="1"/>
                    <a:pt x="3279" y="1"/>
                    <a:pt x="3279" y="0"/>
                  </a:cubicBezTo>
                  <a:cubicBezTo>
                    <a:pt x="3256" y="19"/>
                    <a:pt x="3257" y="22"/>
                    <a:pt x="3257" y="25"/>
                  </a:cubicBezTo>
                  <a:cubicBezTo>
                    <a:pt x="3238" y="46"/>
                    <a:pt x="3237" y="52"/>
                    <a:pt x="3233" y="56"/>
                  </a:cubicBezTo>
                  <a:close/>
                  <a:moveTo>
                    <a:pt x="3266" y="58"/>
                  </a:moveTo>
                  <a:cubicBezTo>
                    <a:pt x="3268" y="64"/>
                    <a:pt x="3258" y="61"/>
                    <a:pt x="3262" y="69"/>
                  </a:cubicBezTo>
                  <a:cubicBezTo>
                    <a:pt x="3249" y="91"/>
                    <a:pt x="3245" y="92"/>
                    <a:pt x="3242" y="94"/>
                  </a:cubicBezTo>
                  <a:cubicBezTo>
                    <a:pt x="3222" y="121"/>
                    <a:pt x="3222" y="124"/>
                    <a:pt x="3220" y="124"/>
                  </a:cubicBezTo>
                  <a:cubicBezTo>
                    <a:pt x="3204" y="138"/>
                    <a:pt x="3209" y="147"/>
                    <a:pt x="3202" y="145"/>
                  </a:cubicBezTo>
                  <a:cubicBezTo>
                    <a:pt x="3184" y="168"/>
                    <a:pt x="3181" y="176"/>
                    <a:pt x="3176" y="182"/>
                  </a:cubicBezTo>
                  <a:cubicBezTo>
                    <a:pt x="3160" y="206"/>
                    <a:pt x="3156" y="212"/>
                    <a:pt x="3152" y="219"/>
                  </a:cubicBezTo>
                  <a:cubicBezTo>
                    <a:pt x="3130" y="247"/>
                    <a:pt x="3133" y="254"/>
                    <a:pt x="3129" y="255"/>
                  </a:cubicBezTo>
                  <a:cubicBezTo>
                    <a:pt x="3116" y="278"/>
                    <a:pt x="3117" y="283"/>
                    <a:pt x="3116" y="287"/>
                  </a:cubicBezTo>
                  <a:cubicBezTo>
                    <a:pt x="3103" y="309"/>
                    <a:pt x="3107" y="317"/>
                    <a:pt x="3103" y="318"/>
                  </a:cubicBezTo>
                  <a:cubicBezTo>
                    <a:pt x="3104" y="323"/>
                    <a:pt x="3113" y="307"/>
                    <a:pt x="3118" y="289"/>
                  </a:cubicBezTo>
                  <a:cubicBezTo>
                    <a:pt x="3132" y="263"/>
                    <a:pt x="3133" y="261"/>
                    <a:pt x="3133" y="259"/>
                  </a:cubicBezTo>
                  <a:cubicBezTo>
                    <a:pt x="3152" y="235"/>
                    <a:pt x="3156" y="227"/>
                    <a:pt x="3159" y="218"/>
                  </a:cubicBezTo>
                  <a:cubicBezTo>
                    <a:pt x="3212" y="152"/>
                    <a:pt x="3211" y="146"/>
                    <a:pt x="3215" y="144"/>
                  </a:cubicBezTo>
                  <a:cubicBezTo>
                    <a:pt x="3233" y="123"/>
                    <a:pt x="3234" y="121"/>
                    <a:pt x="3235" y="119"/>
                  </a:cubicBezTo>
                  <a:cubicBezTo>
                    <a:pt x="3276" y="61"/>
                    <a:pt x="3281" y="54"/>
                    <a:pt x="3285" y="45"/>
                  </a:cubicBezTo>
                  <a:cubicBezTo>
                    <a:pt x="3304" y="7"/>
                    <a:pt x="3306" y="3"/>
                    <a:pt x="3307" y="0"/>
                  </a:cubicBezTo>
                  <a:cubicBezTo>
                    <a:pt x="3289" y="13"/>
                    <a:pt x="3289" y="20"/>
                    <a:pt x="3288" y="25"/>
                  </a:cubicBezTo>
                  <a:close/>
                  <a:moveTo>
                    <a:pt x="3328" y="44"/>
                  </a:moveTo>
                  <a:cubicBezTo>
                    <a:pt x="3331" y="57"/>
                    <a:pt x="3320" y="58"/>
                    <a:pt x="3321" y="69"/>
                  </a:cubicBezTo>
                  <a:cubicBezTo>
                    <a:pt x="3291" y="125"/>
                    <a:pt x="3285" y="140"/>
                    <a:pt x="3274" y="151"/>
                  </a:cubicBezTo>
                  <a:cubicBezTo>
                    <a:pt x="3246" y="195"/>
                    <a:pt x="3240" y="199"/>
                    <a:pt x="3239" y="206"/>
                  </a:cubicBezTo>
                  <a:cubicBezTo>
                    <a:pt x="3207" y="239"/>
                    <a:pt x="3211" y="249"/>
                    <a:pt x="3203" y="248"/>
                  </a:cubicBezTo>
                  <a:cubicBezTo>
                    <a:pt x="3187" y="277"/>
                    <a:pt x="3183" y="280"/>
                    <a:pt x="3181" y="284"/>
                  </a:cubicBezTo>
                  <a:cubicBezTo>
                    <a:pt x="3135" y="346"/>
                    <a:pt x="3135" y="352"/>
                    <a:pt x="3131" y="356"/>
                  </a:cubicBezTo>
                  <a:cubicBezTo>
                    <a:pt x="3116" y="393"/>
                    <a:pt x="3117" y="386"/>
                    <a:pt x="3120" y="383"/>
                  </a:cubicBezTo>
                  <a:cubicBezTo>
                    <a:pt x="3155" y="333"/>
                    <a:pt x="3159" y="323"/>
                    <a:pt x="3168" y="316"/>
                  </a:cubicBezTo>
                  <a:cubicBezTo>
                    <a:pt x="3194" y="280"/>
                    <a:pt x="3194" y="276"/>
                    <a:pt x="3196" y="275"/>
                  </a:cubicBezTo>
                  <a:cubicBezTo>
                    <a:pt x="3222" y="247"/>
                    <a:pt x="3220" y="237"/>
                    <a:pt x="3226" y="235"/>
                  </a:cubicBezTo>
                  <a:cubicBezTo>
                    <a:pt x="3249" y="205"/>
                    <a:pt x="3250" y="199"/>
                    <a:pt x="3256" y="196"/>
                  </a:cubicBezTo>
                  <a:cubicBezTo>
                    <a:pt x="3279" y="168"/>
                    <a:pt x="3281" y="159"/>
                    <a:pt x="3286" y="152"/>
                  </a:cubicBezTo>
                  <a:cubicBezTo>
                    <a:pt x="3303" y="114"/>
                    <a:pt x="3312" y="117"/>
                    <a:pt x="3311" y="111"/>
                  </a:cubicBezTo>
                  <a:cubicBezTo>
                    <a:pt x="3332" y="68"/>
                    <a:pt x="3332" y="66"/>
                    <a:pt x="3332" y="64"/>
                  </a:cubicBezTo>
                  <a:cubicBezTo>
                    <a:pt x="3341" y="43"/>
                    <a:pt x="3345" y="38"/>
                    <a:pt x="3347" y="30"/>
                  </a:cubicBezTo>
                  <a:cubicBezTo>
                    <a:pt x="3353" y="4"/>
                    <a:pt x="3354" y="3"/>
                    <a:pt x="3355" y="0"/>
                  </a:cubicBezTo>
                  <a:cubicBezTo>
                    <a:pt x="3335" y="30"/>
                    <a:pt x="3335" y="40"/>
                    <a:pt x="3328" y="44"/>
                  </a:cubicBezTo>
                  <a:close/>
                  <a:moveTo>
                    <a:pt x="3306" y="46"/>
                  </a:moveTo>
                  <a:cubicBezTo>
                    <a:pt x="3299" y="56"/>
                    <a:pt x="3294" y="69"/>
                    <a:pt x="3289" y="82"/>
                  </a:cubicBezTo>
                  <a:cubicBezTo>
                    <a:pt x="3270" y="121"/>
                    <a:pt x="3264" y="120"/>
                    <a:pt x="3266" y="125"/>
                  </a:cubicBezTo>
                  <a:cubicBezTo>
                    <a:pt x="3247" y="151"/>
                    <a:pt x="3249" y="157"/>
                    <a:pt x="3247" y="159"/>
                  </a:cubicBezTo>
                  <a:cubicBezTo>
                    <a:pt x="3229" y="187"/>
                    <a:pt x="3227" y="190"/>
                    <a:pt x="3223" y="190"/>
                  </a:cubicBezTo>
                  <a:cubicBezTo>
                    <a:pt x="3198" y="226"/>
                    <a:pt x="3193" y="239"/>
                    <a:pt x="3183" y="247"/>
                  </a:cubicBezTo>
                  <a:cubicBezTo>
                    <a:pt x="3145" y="300"/>
                    <a:pt x="3145" y="309"/>
                    <a:pt x="3137" y="311"/>
                  </a:cubicBezTo>
                  <a:cubicBezTo>
                    <a:pt x="3114" y="353"/>
                    <a:pt x="3112" y="359"/>
                    <a:pt x="3108" y="364"/>
                  </a:cubicBezTo>
                  <a:cubicBezTo>
                    <a:pt x="3095" y="396"/>
                    <a:pt x="3095" y="401"/>
                    <a:pt x="3093" y="404"/>
                  </a:cubicBezTo>
                  <a:cubicBezTo>
                    <a:pt x="3091" y="418"/>
                    <a:pt x="3095" y="414"/>
                    <a:pt x="3096" y="408"/>
                  </a:cubicBezTo>
                  <a:cubicBezTo>
                    <a:pt x="3109" y="368"/>
                    <a:pt x="3117" y="366"/>
                    <a:pt x="3116" y="359"/>
                  </a:cubicBezTo>
                  <a:cubicBezTo>
                    <a:pt x="3148" y="313"/>
                    <a:pt x="3149" y="307"/>
                    <a:pt x="3154" y="304"/>
                  </a:cubicBezTo>
                  <a:cubicBezTo>
                    <a:pt x="3186" y="258"/>
                    <a:pt x="3191" y="256"/>
                    <a:pt x="3192" y="249"/>
                  </a:cubicBezTo>
                  <a:cubicBezTo>
                    <a:pt x="3234" y="190"/>
                    <a:pt x="3236" y="186"/>
                    <a:pt x="3239" y="182"/>
                  </a:cubicBezTo>
                  <a:cubicBezTo>
                    <a:pt x="3255" y="158"/>
                    <a:pt x="3264" y="150"/>
                    <a:pt x="3267" y="138"/>
                  </a:cubicBezTo>
                  <a:cubicBezTo>
                    <a:pt x="3306" y="78"/>
                    <a:pt x="3301" y="66"/>
                    <a:pt x="3308" y="66"/>
                  </a:cubicBezTo>
                  <a:cubicBezTo>
                    <a:pt x="3324" y="32"/>
                    <a:pt x="3322" y="26"/>
                    <a:pt x="3325" y="25"/>
                  </a:cubicBezTo>
                  <a:cubicBezTo>
                    <a:pt x="3322" y="0"/>
                    <a:pt x="3322" y="0"/>
                    <a:pt x="3322" y="0"/>
                  </a:cubicBezTo>
                  <a:cubicBezTo>
                    <a:pt x="3310" y="26"/>
                    <a:pt x="3313" y="33"/>
                    <a:pt x="3310" y="35"/>
                  </a:cubicBezTo>
                  <a:close/>
                  <a:moveTo>
                    <a:pt x="1833" y="144"/>
                  </a:moveTo>
                  <a:cubicBezTo>
                    <a:pt x="1834" y="148"/>
                    <a:pt x="1831" y="154"/>
                    <a:pt x="1834" y="158"/>
                  </a:cubicBezTo>
                  <a:cubicBezTo>
                    <a:pt x="1833" y="176"/>
                    <a:pt x="1836" y="192"/>
                    <a:pt x="1833" y="212"/>
                  </a:cubicBezTo>
                  <a:cubicBezTo>
                    <a:pt x="1835" y="220"/>
                    <a:pt x="1835" y="229"/>
                    <a:pt x="1835" y="238"/>
                  </a:cubicBezTo>
                  <a:cubicBezTo>
                    <a:pt x="1833" y="244"/>
                    <a:pt x="1838" y="245"/>
                    <a:pt x="1835" y="251"/>
                  </a:cubicBezTo>
                  <a:cubicBezTo>
                    <a:pt x="1841" y="253"/>
                    <a:pt x="1829" y="264"/>
                    <a:pt x="1838" y="264"/>
                  </a:cubicBezTo>
                  <a:cubicBezTo>
                    <a:pt x="1842" y="241"/>
                    <a:pt x="1841" y="220"/>
                    <a:pt x="1839" y="200"/>
                  </a:cubicBezTo>
                  <a:cubicBezTo>
                    <a:pt x="1843" y="193"/>
                    <a:pt x="1838" y="190"/>
                    <a:pt x="1842" y="183"/>
                  </a:cubicBezTo>
                  <a:cubicBezTo>
                    <a:pt x="1838" y="180"/>
                    <a:pt x="1844" y="172"/>
                    <a:pt x="1840" y="168"/>
                  </a:cubicBezTo>
                  <a:cubicBezTo>
                    <a:pt x="1842" y="156"/>
                    <a:pt x="1839" y="146"/>
                    <a:pt x="1841" y="135"/>
                  </a:cubicBezTo>
                  <a:cubicBezTo>
                    <a:pt x="1838" y="133"/>
                    <a:pt x="1840" y="132"/>
                    <a:pt x="1842" y="130"/>
                  </a:cubicBezTo>
                  <a:cubicBezTo>
                    <a:pt x="1842" y="128"/>
                    <a:pt x="1841" y="125"/>
                    <a:pt x="1839" y="123"/>
                  </a:cubicBezTo>
                  <a:cubicBezTo>
                    <a:pt x="1838" y="118"/>
                    <a:pt x="1843" y="111"/>
                    <a:pt x="1840" y="107"/>
                  </a:cubicBezTo>
                  <a:cubicBezTo>
                    <a:pt x="1841" y="96"/>
                    <a:pt x="1841" y="85"/>
                    <a:pt x="1840" y="75"/>
                  </a:cubicBezTo>
                  <a:cubicBezTo>
                    <a:pt x="1842" y="53"/>
                    <a:pt x="1847" y="28"/>
                    <a:pt x="1852" y="4"/>
                  </a:cubicBezTo>
                  <a:cubicBezTo>
                    <a:pt x="1853" y="3"/>
                    <a:pt x="1853" y="2"/>
                    <a:pt x="1853" y="0"/>
                  </a:cubicBezTo>
                  <a:cubicBezTo>
                    <a:pt x="1845" y="0"/>
                    <a:pt x="1845" y="0"/>
                    <a:pt x="1845" y="0"/>
                  </a:cubicBezTo>
                  <a:cubicBezTo>
                    <a:pt x="1842" y="19"/>
                    <a:pt x="1837" y="36"/>
                    <a:pt x="1834" y="51"/>
                  </a:cubicBezTo>
                  <a:cubicBezTo>
                    <a:pt x="1833" y="68"/>
                    <a:pt x="1832" y="87"/>
                    <a:pt x="1831" y="105"/>
                  </a:cubicBezTo>
                  <a:cubicBezTo>
                    <a:pt x="1833" y="113"/>
                    <a:pt x="1831" y="122"/>
                    <a:pt x="1833" y="130"/>
                  </a:cubicBezTo>
                  <a:cubicBezTo>
                    <a:pt x="1832" y="135"/>
                    <a:pt x="1833" y="139"/>
                    <a:pt x="1833" y="144"/>
                  </a:cubicBezTo>
                  <a:close/>
                  <a:moveTo>
                    <a:pt x="0" y="2063"/>
                  </a:moveTo>
                  <a:cubicBezTo>
                    <a:pt x="0" y="2074"/>
                    <a:pt x="0" y="2074"/>
                    <a:pt x="0" y="2074"/>
                  </a:cubicBezTo>
                  <a:cubicBezTo>
                    <a:pt x="3" y="2076"/>
                    <a:pt x="5" y="2078"/>
                    <a:pt x="8" y="2080"/>
                  </a:cubicBezTo>
                  <a:cubicBezTo>
                    <a:pt x="33" y="2102"/>
                    <a:pt x="57" y="2123"/>
                    <a:pt x="79" y="2145"/>
                  </a:cubicBezTo>
                  <a:cubicBezTo>
                    <a:pt x="83" y="2150"/>
                    <a:pt x="87" y="2155"/>
                    <a:pt x="91" y="2160"/>
                  </a:cubicBezTo>
                  <a:cubicBezTo>
                    <a:pt x="99" y="2160"/>
                    <a:pt x="99" y="2160"/>
                    <a:pt x="99" y="2160"/>
                  </a:cubicBezTo>
                  <a:cubicBezTo>
                    <a:pt x="91" y="2149"/>
                    <a:pt x="84" y="2139"/>
                    <a:pt x="73" y="2128"/>
                  </a:cubicBezTo>
                  <a:cubicBezTo>
                    <a:pt x="49" y="2106"/>
                    <a:pt x="25" y="2082"/>
                    <a:pt x="0" y="2063"/>
                  </a:cubicBezTo>
                  <a:close/>
                  <a:moveTo>
                    <a:pt x="3426" y="101"/>
                  </a:moveTo>
                  <a:cubicBezTo>
                    <a:pt x="3427" y="105"/>
                    <a:pt x="3433" y="102"/>
                    <a:pt x="3433" y="107"/>
                  </a:cubicBezTo>
                  <a:cubicBezTo>
                    <a:pt x="3466" y="129"/>
                    <a:pt x="3473" y="131"/>
                    <a:pt x="3477" y="137"/>
                  </a:cubicBezTo>
                  <a:cubicBezTo>
                    <a:pt x="3507" y="145"/>
                    <a:pt x="3507" y="155"/>
                    <a:pt x="3517" y="154"/>
                  </a:cubicBezTo>
                  <a:cubicBezTo>
                    <a:pt x="3564" y="174"/>
                    <a:pt x="3568" y="181"/>
                    <a:pt x="3578" y="180"/>
                  </a:cubicBezTo>
                  <a:cubicBezTo>
                    <a:pt x="3640" y="204"/>
                    <a:pt x="3649" y="204"/>
                    <a:pt x="3652" y="210"/>
                  </a:cubicBezTo>
                  <a:cubicBezTo>
                    <a:pt x="3735" y="234"/>
                    <a:pt x="3740" y="237"/>
                    <a:pt x="3746" y="238"/>
                  </a:cubicBezTo>
                  <a:cubicBezTo>
                    <a:pt x="3773" y="254"/>
                    <a:pt x="3787" y="255"/>
                    <a:pt x="3796" y="263"/>
                  </a:cubicBezTo>
                  <a:cubicBezTo>
                    <a:pt x="3834" y="280"/>
                    <a:pt x="3836" y="285"/>
                    <a:pt x="3840" y="287"/>
                  </a:cubicBezTo>
                  <a:cubicBezTo>
                    <a:pt x="3828" y="268"/>
                    <a:pt x="3815" y="266"/>
                    <a:pt x="3807" y="258"/>
                  </a:cubicBezTo>
                  <a:cubicBezTo>
                    <a:pt x="3762" y="240"/>
                    <a:pt x="3755" y="231"/>
                    <a:pt x="3741" y="230"/>
                  </a:cubicBezTo>
                  <a:cubicBezTo>
                    <a:pt x="3722" y="217"/>
                    <a:pt x="3714" y="217"/>
                    <a:pt x="3708" y="217"/>
                  </a:cubicBezTo>
                  <a:cubicBezTo>
                    <a:pt x="3661" y="197"/>
                    <a:pt x="3650" y="199"/>
                    <a:pt x="3645" y="195"/>
                  </a:cubicBezTo>
                  <a:cubicBezTo>
                    <a:pt x="3599" y="178"/>
                    <a:pt x="3586" y="177"/>
                    <a:pt x="3580" y="169"/>
                  </a:cubicBezTo>
                  <a:cubicBezTo>
                    <a:pt x="3514" y="144"/>
                    <a:pt x="3501" y="134"/>
                    <a:pt x="3483" y="130"/>
                  </a:cubicBezTo>
                  <a:cubicBezTo>
                    <a:pt x="3463" y="111"/>
                    <a:pt x="3458" y="112"/>
                    <a:pt x="3455" y="110"/>
                  </a:cubicBezTo>
                  <a:cubicBezTo>
                    <a:pt x="3436" y="101"/>
                    <a:pt x="3434" y="92"/>
                    <a:pt x="3425" y="90"/>
                  </a:cubicBezTo>
                  <a:cubicBezTo>
                    <a:pt x="3423" y="83"/>
                    <a:pt x="3430" y="83"/>
                    <a:pt x="3432" y="87"/>
                  </a:cubicBezTo>
                  <a:cubicBezTo>
                    <a:pt x="3449" y="100"/>
                    <a:pt x="3451" y="102"/>
                    <a:pt x="3455" y="101"/>
                  </a:cubicBezTo>
                  <a:cubicBezTo>
                    <a:pt x="3485" y="120"/>
                    <a:pt x="3492" y="126"/>
                    <a:pt x="3502" y="128"/>
                  </a:cubicBezTo>
                  <a:cubicBezTo>
                    <a:pt x="3535" y="145"/>
                    <a:pt x="3541" y="152"/>
                    <a:pt x="3552" y="153"/>
                  </a:cubicBezTo>
                  <a:cubicBezTo>
                    <a:pt x="3582" y="166"/>
                    <a:pt x="3589" y="165"/>
                    <a:pt x="3591" y="170"/>
                  </a:cubicBezTo>
                  <a:cubicBezTo>
                    <a:pt x="3647" y="181"/>
                    <a:pt x="3653" y="188"/>
                    <a:pt x="3664" y="189"/>
                  </a:cubicBezTo>
                  <a:cubicBezTo>
                    <a:pt x="3699" y="198"/>
                    <a:pt x="3710" y="200"/>
                    <a:pt x="3720" y="203"/>
                  </a:cubicBezTo>
                  <a:cubicBezTo>
                    <a:pt x="3763" y="221"/>
                    <a:pt x="3768" y="222"/>
                    <a:pt x="3774" y="223"/>
                  </a:cubicBezTo>
                  <a:cubicBezTo>
                    <a:pt x="3810" y="245"/>
                    <a:pt x="3813" y="246"/>
                    <a:pt x="3814" y="246"/>
                  </a:cubicBezTo>
                  <a:cubicBezTo>
                    <a:pt x="3799" y="228"/>
                    <a:pt x="3790" y="229"/>
                    <a:pt x="3787" y="222"/>
                  </a:cubicBezTo>
                  <a:cubicBezTo>
                    <a:pt x="3747" y="202"/>
                    <a:pt x="3743" y="201"/>
                    <a:pt x="3739" y="201"/>
                  </a:cubicBezTo>
                  <a:cubicBezTo>
                    <a:pt x="3695" y="187"/>
                    <a:pt x="3682" y="182"/>
                    <a:pt x="3664" y="183"/>
                  </a:cubicBezTo>
                  <a:cubicBezTo>
                    <a:pt x="3625" y="169"/>
                    <a:pt x="3620" y="165"/>
                    <a:pt x="3617" y="168"/>
                  </a:cubicBezTo>
                  <a:cubicBezTo>
                    <a:pt x="3539" y="138"/>
                    <a:pt x="3528" y="132"/>
                    <a:pt x="3518" y="127"/>
                  </a:cubicBezTo>
                  <a:cubicBezTo>
                    <a:pt x="3453" y="92"/>
                    <a:pt x="3452" y="89"/>
                    <a:pt x="3449" y="88"/>
                  </a:cubicBezTo>
                  <a:cubicBezTo>
                    <a:pt x="3426" y="67"/>
                    <a:pt x="3420" y="64"/>
                    <a:pt x="3415" y="62"/>
                  </a:cubicBezTo>
                  <a:cubicBezTo>
                    <a:pt x="3388" y="37"/>
                    <a:pt x="3389" y="32"/>
                    <a:pt x="3386" y="32"/>
                  </a:cubicBezTo>
                  <a:cubicBezTo>
                    <a:pt x="3402" y="34"/>
                    <a:pt x="3402" y="38"/>
                    <a:pt x="3404" y="39"/>
                  </a:cubicBezTo>
                  <a:cubicBezTo>
                    <a:pt x="3422" y="49"/>
                    <a:pt x="3421" y="55"/>
                    <a:pt x="3425" y="55"/>
                  </a:cubicBezTo>
                  <a:cubicBezTo>
                    <a:pt x="3447" y="71"/>
                    <a:pt x="3451" y="71"/>
                    <a:pt x="3451" y="75"/>
                  </a:cubicBezTo>
                  <a:cubicBezTo>
                    <a:pt x="3487" y="93"/>
                    <a:pt x="3490" y="98"/>
                    <a:pt x="3496" y="100"/>
                  </a:cubicBezTo>
                  <a:cubicBezTo>
                    <a:pt x="3542" y="119"/>
                    <a:pt x="3548" y="130"/>
                    <a:pt x="3564" y="131"/>
                  </a:cubicBezTo>
                  <a:cubicBezTo>
                    <a:pt x="3608" y="148"/>
                    <a:pt x="3621" y="146"/>
                    <a:pt x="3626" y="152"/>
                  </a:cubicBezTo>
                  <a:cubicBezTo>
                    <a:pt x="3717" y="160"/>
                    <a:pt x="3716" y="154"/>
                    <a:pt x="3710" y="155"/>
                  </a:cubicBezTo>
                  <a:cubicBezTo>
                    <a:pt x="3630" y="121"/>
                    <a:pt x="3616" y="106"/>
                    <a:pt x="3588" y="107"/>
                  </a:cubicBezTo>
                  <a:cubicBezTo>
                    <a:pt x="3522" y="77"/>
                    <a:pt x="3514" y="79"/>
                    <a:pt x="3512" y="73"/>
                  </a:cubicBezTo>
                  <a:cubicBezTo>
                    <a:pt x="3454" y="45"/>
                    <a:pt x="3444" y="40"/>
                    <a:pt x="3437" y="32"/>
                  </a:cubicBezTo>
                  <a:cubicBezTo>
                    <a:pt x="3419" y="23"/>
                    <a:pt x="3415" y="23"/>
                    <a:pt x="3416" y="19"/>
                  </a:cubicBezTo>
                  <a:cubicBezTo>
                    <a:pt x="3395" y="3"/>
                    <a:pt x="3393" y="2"/>
                    <a:pt x="3392" y="0"/>
                  </a:cubicBezTo>
                  <a:cubicBezTo>
                    <a:pt x="3358" y="12"/>
                    <a:pt x="3359" y="22"/>
                    <a:pt x="3360" y="31"/>
                  </a:cubicBezTo>
                  <a:cubicBezTo>
                    <a:pt x="3336" y="112"/>
                    <a:pt x="3336" y="117"/>
                    <a:pt x="3336" y="123"/>
                  </a:cubicBezTo>
                  <a:cubicBezTo>
                    <a:pt x="3321" y="150"/>
                    <a:pt x="3320" y="156"/>
                    <a:pt x="3317" y="159"/>
                  </a:cubicBezTo>
                  <a:cubicBezTo>
                    <a:pt x="3304" y="194"/>
                    <a:pt x="3296" y="199"/>
                    <a:pt x="3294" y="209"/>
                  </a:cubicBezTo>
                  <a:cubicBezTo>
                    <a:pt x="3283" y="219"/>
                    <a:pt x="3283" y="221"/>
                    <a:pt x="3282" y="223"/>
                  </a:cubicBezTo>
                  <a:cubicBezTo>
                    <a:pt x="3266" y="241"/>
                    <a:pt x="3269" y="250"/>
                    <a:pt x="3262" y="250"/>
                  </a:cubicBezTo>
                  <a:cubicBezTo>
                    <a:pt x="3229" y="295"/>
                    <a:pt x="3223" y="295"/>
                    <a:pt x="3221" y="299"/>
                  </a:cubicBezTo>
                  <a:cubicBezTo>
                    <a:pt x="3170" y="353"/>
                    <a:pt x="3162" y="358"/>
                    <a:pt x="3156" y="365"/>
                  </a:cubicBezTo>
                  <a:cubicBezTo>
                    <a:pt x="3137" y="388"/>
                    <a:pt x="3134" y="391"/>
                    <a:pt x="3132" y="395"/>
                  </a:cubicBezTo>
                  <a:cubicBezTo>
                    <a:pt x="3114" y="416"/>
                    <a:pt x="3113" y="418"/>
                    <a:pt x="3112" y="420"/>
                  </a:cubicBezTo>
                  <a:cubicBezTo>
                    <a:pt x="3122" y="411"/>
                    <a:pt x="3125" y="411"/>
                    <a:pt x="3126" y="408"/>
                  </a:cubicBezTo>
                  <a:cubicBezTo>
                    <a:pt x="3143" y="383"/>
                    <a:pt x="3152" y="383"/>
                    <a:pt x="3153" y="376"/>
                  </a:cubicBezTo>
                  <a:cubicBezTo>
                    <a:pt x="3211" y="324"/>
                    <a:pt x="3215" y="314"/>
                    <a:pt x="3224" y="308"/>
                  </a:cubicBezTo>
                  <a:cubicBezTo>
                    <a:pt x="3267" y="256"/>
                    <a:pt x="3271" y="256"/>
                    <a:pt x="3273" y="254"/>
                  </a:cubicBezTo>
                  <a:cubicBezTo>
                    <a:pt x="3290" y="222"/>
                    <a:pt x="3298" y="217"/>
                    <a:pt x="3300" y="208"/>
                  </a:cubicBezTo>
                  <a:cubicBezTo>
                    <a:pt x="3327" y="156"/>
                    <a:pt x="3333" y="155"/>
                    <a:pt x="3333" y="149"/>
                  </a:cubicBezTo>
                  <a:cubicBezTo>
                    <a:pt x="3360" y="77"/>
                    <a:pt x="3358" y="69"/>
                    <a:pt x="3360" y="66"/>
                  </a:cubicBezTo>
                  <a:cubicBezTo>
                    <a:pt x="3370" y="31"/>
                    <a:pt x="3365" y="21"/>
                    <a:pt x="3372" y="22"/>
                  </a:cubicBezTo>
                  <a:cubicBezTo>
                    <a:pt x="3365" y="85"/>
                    <a:pt x="3358" y="92"/>
                    <a:pt x="3362" y="97"/>
                  </a:cubicBezTo>
                  <a:cubicBezTo>
                    <a:pt x="3350" y="134"/>
                    <a:pt x="3348" y="136"/>
                    <a:pt x="3346" y="137"/>
                  </a:cubicBezTo>
                  <a:cubicBezTo>
                    <a:pt x="3335" y="157"/>
                    <a:pt x="3338" y="164"/>
                    <a:pt x="3334" y="164"/>
                  </a:cubicBezTo>
                  <a:cubicBezTo>
                    <a:pt x="3322" y="190"/>
                    <a:pt x="3320" y="192"/>
                    <a:pt x="3317" y="194"/>
                  </a:cubicBezTo>
                  <a:cubicBezTo>
                    <a:pt x="3288" y="230"/>
                    <a:pt x="3295" y="240"/>
                    <a:pt x="3289" y="240"/>
                  </a:cubicBezTo>
                  <a:cubicBezTo>
                    <a:pt x="3257" y="283"/>
                    <a:pt x="3258" y="287"/>
                    <a:pt x="3256" y="288"/>
                  </a:cubicBezTo>
                  <a:cubicBezTo>
                    <a:pt x="3239" y="311"/>
                    <a:pt x="3231" y="316"/>
                    <a:pt x="3225" y="323"/>
                  </a:cubicBezTo>
                  <a:cubicBezTo>
                    <a:pt x="3168" y="381"/>
                    <a:pt x="3169" y="385"/>
                    <a:pt x="3166" y="386"/>
                  </a:cubicBezTo>
                  <a:cubicBezTo>
                    <a:pt x="3148" y="408"/>
                    <a:pt x="3140" y="413"/>
                    <a:pt x="3136" y="421"/>
                  </a:cubicBezTo>
                  <a:cubicBezTo>
                    <a:pt x="3127" y="443"/>
                    <a:pt x="3128" y="438"/>
                    <a:pt x="3130" y="434"/>
                  </a:cubicBezTo>
                  <a:cubicBezTo>
                    <a:pt x="3153" y="408"/>
                    <a:pt x="3156" y="404"/>
                    <a:pt x="3159" y="400"/>
                  </a:cubicBezTo>
                  <a:cubicBezTo>
                    <a:pt x="3173" y="387"/>
                    <a:pt x="3177" y="383"/>
                    <a:pt x="3179" y="378"/>
                  </a:cubicBezTo>
                  <a:cubicBezTo>
                    <a:pt x="3197" y="369"/>
                    <a:pt x="3196" y="361"/>
                    <a:pt x="3202" y="359"/>
                  </a:cubicBezTo>
                  <a:cubicBezTo>
                    <a:pt x="3289" y="252"/>
                    <a:pt x="3303" y="239"/>
                    <a:pt x="3312" y="220"/>
                  </a:cubicBezTo>
                  <a:cubicBezTo>
                    <a:pt x="3339" y="180"/>
                    <a:pt x="3340" y="174"/>
                    <a:pt x="3344" y="170"/>
                  </a:cubicBezTo>
                  <a:cubicBezTo>
                    <a:pt x="3352" y="146"/>
                    <a:pt x="3355" y="145"/>
                    <a:pt x="3355" y="141"/>
                  </a:cubicBezTo>
                  <a:cubicBezTo>
                    <a:pt x="3368" y="101"/>
                    <a:pt x="3374" y="93"/>
                    <a:pt x="3374" y="81"/>
                  </a:cubicBezTo>
                  <a:cubicBezTo>
                    <a:pt x="3386" y="52"/>
                    <a:pt x="3387" y="59"/>
                    <a:pt x="3391" y="64"/>
                  </a:cubicBezTo>
                  <a:cubicBezTo>
                    <a:pt x="3383" y="109"/>
                    <a:pt x="3368" y="123"/>
                    <a:pt x="3368" y="151"/>
                  </a:cubicBezTo>
                  <a:cubicBezTo>
                    <a:pt x="3344" y="200"/>
                    <a:pt x="3339" y="213"/>
                    <a:pt x="3332" y="226"/>
                  </a:cubicBezTo>
                  <a:cubicBezTo>
                    <a:pt x="3301" y="269"/>
                    <a:pt x="3302" y="274"/>
                    <a:pt x="3301" y="278"/>
                  </a:cubicBezTo>
                  <a:cubicBezTo>
                    <a:pt x="3272" y="313"/>
                    <a:pt x="3268" y="314"/>
                    <a:pt x="3269" y="320"/>
                  </a:cubicBezTo>
                  <a:cubicBezTo>
                    <a:pt x="3225" y="362"/>
                    <a:pt x="3218" y="366"/>
                    <a:pt x="3213" y="372"/>
                  </a:cubicBezTo>
                  <a:cubicBezTo>
                    <a:pt x="3179" y="404"/>
                    <a:pt x="3178" y="407"/>
                    <a:pt x="3172" y="407"/>
                  </a:cubicBezTo>
                  <a:cubicBezTo>
                    <a:pt x="3180" y="408"/>
                    <a:pt x="3182" y="406"/>
                    <a:pt x="3185" y="404"/>
                  </a:cubicBezTo>
                  <a:cubicBezTo>
                    <a:pt x="3205" y="378"/>
                    <a:pt x="3215" y="382"/>
                    <a:pt x="3214" y="376"/>
                  </a:cubicBezTo>
                  <a:cubicBezTo>
                    <a:pt x="3265" y="334"/>
                    <a:pt x="3267" y="327"/>
                    <a:pt x="3271" y="322"/>
                  </a:cubicBezTo>
                  <a:cubicBezTo>
                    <a:pt x="3306" y="287"/>
                    <a:pt x="3304" y="280"/>
                    <a:pt x="3307" y="278"/>
                  </a:cubicBezTo>
                  <a:cubicBezTo>
                    <a:pt x="3333" y="243"/>
                    <a:pt x="3332" y="237"/>
                    <a:pt x="3337" y="236"/>
                  </a:cubicBezTo>
                  <a:cubicBezTo>
                    <a:pt x="3353" y="204"/>
                    <a:pt x="3355" y="198"/>
                    <a:pt x="3358" y="193"/>
                  </a:cubicBezTo>
                  <a:cubicBezTo>
                    <a:pt x="3386" y="121"/>
                    <a:pt x="3383" y="114"/>
                    <a:pt x="3385" y="113"/>
                  </a:cubicBezTo>
                  <a:cubicBezTo>
                    <a:pt x="3391" y="93"/>
                    <a:pt x="3387" y="87"/>
                    <a:pt x="3395" y="88"/>
                  </a:cubicBezTo>
                  <a:cubicBezTo>
                    <a:pt x="3390" y="147"/>
                    <a:pt x="3384" y="146"/>
                    <a:pt x="3386" y="152"/>
                  </a:cubicBezTo>
                  <a:cubicBezTo>
                    <a:pt x="3369" y="209"/>
                    <a:pt x="3374" y="218"/>
                    <a:pt x="3367" y="217"/>
                  </a:cubicBezTo>
                  <a:cubicBezTo>
                    <a:pt x="3331" y="288"/>
                    <a:pt x="3323" y="301"/>
                    <a:pt x="3317" y="314"/>
                  </a:cubicBezTo>
                  <a:cubicBezTo>
                    <a:pt x="3296" y="336"/>
                    <a:pt x="3293" y="336"/>
                    <a:pt x="3294" y="340"/>
                  </a:cubicBezTo>
                  <a:cubicBezTo>
                    <a:pt x="3283" y="348"/>
                    <a:pt x="3285" y="351"/>
                    <a:pt x="3284" y="351"/>
                  </a:cubicBezTo>
                  <a:cubicBezTo>
                    <a:pt x="3230" y="404"/>
                    <a:pt x="3232" y="418"/>
                    <a:pt x="3221" y="421"/>
                  </a:cubicBezTo>
                  <a:cubicBezTo>
                    <a:pt x="3201" y="467"/>
                    <a:pt x="3193" y="468"/>
                    <a:pt x="3195" y="476"/>
                  </a:cubicBezTo>
                  <a:cubicBezTo>
                    <a:pt x="3185" y="499"/>
                    <a:pt x="3182" y="502"/>
                    <a:pt x="3186" y="503"/>
                  </a:cubicBezTo>
                  <a:cubicBezTo>
                    <a:pt x="3209" y="452"/>
                    <a:pt x="3220" y="442"/>
                    <a:pt x="3224" y="428"/>
                  </a:cubicBezTo>
                  <a:cubicBezTo>
                    <a:pt x="3273" y="375"/>
                    <a:pt x="3279" y="367"/>
                    <a:pt x="3287" y="360"/>
                  </a:cubicBezTo>
                  <a:cubicBezTo>
                    <a:pt x="3305" y="342"/>
                    <a:pt x="3305" y="338"/>
                    <a:pt x="3307" y="337"/>
                  </a:cubicBezTo>
                  <a:cubicBezTo>
                    <a:pt x="3348" y="283"/>
                    <a:pt x="3350" y="279"/>
                    <a:pt x="3351" y="272"/>
                  </a:cubicBezTo>
                  <a:cubicBezTo>
                    <a:pt x="3379" y="229"/>
                    <a:pt x="3374" y="220"/>
                    <a:pt x="3378" y="218"/>
                  </a:cubicBezTo>
                  <a:cubicBezTo>
                    <a:pt x="3386" y="191"/>
                    <a:pt x="3387" y="187"/>
                    <a:pt x="3390" y="184"/>
                  </a:cubicBezTo>
                  <a:cubicBezTo>
                    <a:pt x="3406" y="145"/>
                    <a:pt x="3399" y="145"/>
                    <a:pt x="3404" y="153"/>
                  </a:cubicBezTo>
                  <a:cubicBezTo>
                    <a:pt x="3399" y="178"/>
                    <a:pt x="3398" y="180"/>
                    <a:pt x="3397" y="182"/>
                  </a:cubicBezTo>
                  <a:cubicBezTo>
                    <a:pt x="3387" y="219"/>
                    <a:pt x="3380" y="234"/>
                    <a:pt x="3376" y="251"/>
                  </a:cubicBezTo>
                  <a:cubicBezTo>
                    <a:pt x="3369" y="261"/>
                    <a:pt x="3370" y="263"/>
                    <a:pt x="3370" y="264"/>
                  </a:cubicBezTo>
                  <a:cubicBezTo>
                    <a:pt x="3349" y="302"/>
                    <a:pt x="3350" y="312"/>
                    <a:pt x="3343" y="317"/>
                  </a:cubicBezTo>
                  <a:cubicBezTo>
                    <a:pt x="3329" y="342"/>
                    <a:pt x="3327" y="345"/>
                    <a:pt x="3326" y="348"/>
                  </a:cubicBezTo>
                  <a:cubicBezTo>
                    <a:pt x="3309" y="373"/>
                    <a:pt x="3306" y="375"/>
                    <a:pt x="3306" y="380"/>
                  </a:cubicBezTo>
                  <a:cubicBezTo>
                    <a:pt x="3279" y="409"/>
                    <a:pt x="3279" y="415"/>
                    <a:pt x="3276" y="418"/>
                  </a:cubicBezTo>
                  <a:cubicBezTo>
                    <a:pt x="3256" y="453"/>
                    <a:pt x="3249" y="452"/>
                    <a:pt x="3250" y="459"/>
                  </a:cubicBezTo>
                  <a:cubicBezTo>
                    <a:pt x="3231" y="494"/>
                    <a:pt x="3234" y="503"/>
                    <a:pt x="3229" y="504"/>
                  </a:cubicBezTo>
                  <a:cubicBezTo>
                    <a:pt x="3228" y="556"/>
                    <a:pt x="3220" y="565"/>
                    <a:pt x="3229" y="567"/>
                  </a:cubicBezTo>
                  <a:cubicBezTo>
                    <a:pt x="3242" y="488"/>
                    <a:pt x="3247" y="481"/>
                    <a:pt x="3249" y="470"/>
                  </a:cubicBezTo>
                  <a:cubicBezTo>
                    <a:pt x="3269" y="440"/>
                    <a:pt x="3269" y="435"/>
                    <a:pt x="3275" y="435"/>
                  </a:cubicBezTo>
                  <a:cubicBezTo>
                    <a:pt x="3307" y="387"/>
                    <a:pt x="3311" y="385"/>
                    <a:pt x="3313" y="382"/>
                  </a:cubicBezTo>
                  <a:cubicBezTo>
                    <a:pt x="3339" y="343"/>
                    <a:pt x="3340" y="339"/>
                    <a:pt x="3342" y="336"/>
                  </a:cubicBezTo>
                  <a:cubicBezTo>
                    <a:pt x="3348" y="337"/>
                    <a:pt x="3342" y="339"/>
                    <a:pt x="3343" y="345"/>
                  </a:cubicBezTo>
                  <a:cubicBezTo>
                    <a:pt x="3330" y="361"/>
                    <a:pt x="3328" y="366"/>
                    <a:pt x="3327" y="372"/>
                  </a:cubicBezTo>
                  <a:cubicBezTo>
                    <a:pt x="3310" y="403"/>
                    <a:pt x="3307" y="407"/>
                    <a:pt x="3306" y="413"/>
                  </a:cubicBezTo>
                  <a:cubicBezTo>
                    <a:pt x="3272" y="477"/>
                    <a:pt x="3268" y="487"/>
                    <a:pt x="3266" y="499"/>
                  </a:cubicBezTo>
                  <a:cubicBezTo>
                    <a:pt x="3257" y="584"/>
                    <a:pt x="3258" y="602"/>
                    <a:pt x="3259" y="613"/>
                  </a:cubicBezTo>
                  <a:cubicBezTo>
                    <a:pt x="3262" y="591"/>
                    <a:pt x="3261" y="580"/>
                    <a:pt x="3260" y="569"/>
                  </a:cubicBezTo>
                  <a:cubicBezTo>
                    <a:pt x="3274" y="501"/>
                    <a:pt x="3273" y="491"/>
                    <a:pt x="3276" y="485"/>
                  </a:cubicBezTo>
                  <a:cubicBezTo>
                    <a:pt x="3286" y="463"/>
                    <a:pt x="3287" y="460"/>
                    <a:pt x="3290" y="458"/>
                  </a:cubicBezTo>
                  <a:cubicBezTo>
                    <a:pt x="3317" y="406"/>
                    <a:pt x="3319" y="398"/>
                    <a:pt x="3324" y="394"/>
                  </a:cubicBezTo>
                  <a:cubicBezTo>
                    <a:pt x="3347" y="355"/>
                    <a:pt x="3347" y="346"/>
                    <a:pt x="3354" y="342"/>
                  </a:cubicBezTo>
                  <a:cubicBezTo>
                    <a:pt x="3379" y="293"/>
                    <a:pt x="3383" y="279"/>
                    <a:pt x="3390" y="267"/>
                  </a:cubicBezTo>
                  <a:cubicBezTo>
                    <a:pt x="3402" y="242"/>
                    <a:pt x="3400" y="232"/>
                    <a:pt x="3407" y="229"/>
                  </a:cubicBezTo>
                  <a:cubicBezTo>
                    <a:pt x="3419" y="181"/>
                    <a:pt x="3415" y="173"/>
                    <a:pt x="3416" y="169"/>
                  </a:cubicBezTo>
                  <a:cubicBezTo>
                    <a:pt x="3428" y="157"/>
                    <a:pt x="3419" y="164"/>
                    <a:pt x="3420" y="174"/>
                  </a:cubicBezTo>
                  <a:cubicBezTo>
                    <a:pt x="3412" y="238"/>
                    <a:pt x="3415" y="245"/>
                    <a:pt x="3412" y="246"/>
                  </a:cubicBezTo>
                  <a:cubicBezTo>
                    <a:pt x="3399" y="288"/>
                    <a:pt x="3396" y="301"/>
                    <a:pt x="3388" y="311"/>
                  </a:cubicBezTo>
                  <a:cubicBezTo>
                    <a:pt x="3370" y="349"/>
                    <a:pt x="3371" y="354"/>
                    <a:pt x="3370" y="358"/>
                  </a:cubicBezTo>
                  <a:cubicBezTo>
                    <a:pt x="3348" y="399"/>
                    <a:pt x="3344" y="406"/>
                    <a:pt x="3341" y="415"/>
                  </a:cubicBezTo>
                  <a:cubicBezTo>
                    <a:pt x="3323" y="443"/>
                    <a:pt x="3322" y="453"/>
                    <a:pt x="3318" y="460"/>
                  </a:cubicBezTo>
                  <a:cubicBezTo>
                    <a:pt x="3302" y="501"/>
                    <a:pt x="3300" y="505"/>
                    <a:pt x="3300" y="510"/>
                  </a:cubicBezTo>
                  <a:cubicBezTo>
                    <a:pt x="3292" y="547"/>
                    <a:pt x="3289" y="556"/>
                    <a:pt x="3288" y="567"/>
                  </a:cubicBezTo>
                  <a:cubicBezTo>
                    <a:pt x="3294" y="608"/>
                    <a:pt x="3292" y="615"/>
                    <a:pt x="3298" y="613"/>
                  </a:cubicBezTo>
                  <a:cubicBezTo>
                    <a:pt x="3303" y="514"/>
                    <a:pt x="3308" y="512"/>
                    <a:pt x="3308" y="505"/>
                  </a:cubicBezTo>
                  <a:cubicBezTo>
                    <a:pt x="3321" y="471"/>
                    <a:pt x="3323" y="471"/>
                    <a:pt x="3323" y="467"/>
                  </a:cubicBezTo>
                  <a:cubicBezTo>
                    <a:pt x="3336" y="433"/>
                    <a:pt x="3345" y="427"/>
                    <a:pt x="3348" y="415"/>
                  </a:cubicBezTo>
                  <a:cubicBezTo>
                    <a:pt x="3384" y="349"/>
                    <a:pt x="3387" y="338"/>
                    <a:pt x="3392" y="329"/>
                  </a:cubicBezTo>
                  <a:cubicBezTo>
                    <a:pt x="3401" y="322"/>
                    <a:pt x="3392" y="343"/>
                    <a:pt x="3383" y="364"/>
                  </a:cubicBezTo>
                  <a:cubicBezTo>
                    <a:pt x="3368" y="400"/>
                    <a:pt x="3367" y="406"/>
                    <a:pt x="3365" y="411"/>
                  </a:cubicBezTo>
                  <a:cubicBezTo>
                    <a:pt x="3348" y="447"/>
                    <a:pt x="3349" y="456"/>
                    <a:pt x="3344" y="459"/>
                  </a:cubicBezTo>
                  <a:cubicBezTo>
                    <a:pt x="3328" y="515"/>
                    <a:pt x="3325" y="520"/>
                    <a:pt x="3325" y="528"/>
                  </a:cubicBezTo>
                  <a:cubicBezTo>
                    <a:pt x="3318" y="606"/>
                    <a:pt x="3323" y="617"/>
                    <a:pt x="3318" y="620"/>
                  </a:cubicBezTo>
                  <a:cubicBezTo>
                    <a:pt x="3332" y="669"/>
                    <a:pt x="3325" y="683"/>
                    <a:pt x="3332" y="682"/>
                  </a:cubicBezTo>
                  <a:cubicBezTo>
                    <a:pt x="3326" y="633"/>
                    <a:pt x="3325" y="621"/>
                    <a:pt x="3324" y="609"/>
                  </a:cubicBezTo>
                  <a:cubicBezTo>
                    <a:pt x="3333" y="543"/>
                    <a:pt x="3329" y="535"/>
                    <a:pt x="3330" y="532"/>
                  </a:cubicBezTo>
                  <a:cubicBezTo>
                    <a:pt x="3338" y="510"/>
                    <a:pt x="3335" y="503"/>
                    <a:pt x="3339" y="503"/>
                  </a:cubicBezTo>
                  <a:cubicBezTo>
                    <a:pt x="3360" y="438"/>
                    <a:pt x="3365" y="434"/>
                    <a:pt x="3366" y="427"/>
                  </a:cubicBezTo>
                  <a:cubicBezTo>
                    <a:pt x="3388" y="388"/>
                    <a:pt x="3385" y="376"/>
                    <a:pt x="3391" y="372"/>
                  </a:cubicBezTo>
                  <a:cubicBezTo>
                    <a:pt x="3405" y="344"/>
                    <a:pt x="3402" y="337"/>
                    <a:pt x="3406" y="336"/>
                  </a:cubicBezTo>
                  <a:cubicBezTo>
                    <a:pt x="3431" y="261"/>
                    <a:pt x="3430" y="249"/>
                    <a:pt x="3436" y="242"/>
                  </a:cubicBezTo>
                  <a:cubicBezTo>
                    <a:pt x="3440" y="222"/>
                    <a:pt x="3448" y="227"/>
                    <a:pt x="3442" y="233"/>
                  </a:cubicBezTo>
                  <a:cubicBezTo>
                    <a:pt x="3435" y="304"/>
                    <a:pt x="3435" y="312"/>
                    <a:pt x="3433" y="317"/>
                  </a:cubicBezTo>
                  <a:cubicBezTo>
                    <a:pt x="3426" y="349"/>
                    <a:pt x="3415" y="355"/>
                    <a:pt x="3417" y="373"/>
                  </a:cubicBezTo>
                  <a:cubicBezTo>
                    <a:pt x="3398" y="409"/>
                    <a:pt x="3395" y="419"/>
                    <a:pt x="3390" y="429"/>
                  </a:cubicBezTo>
                  <a:cubicBezTo>
                    <a:pt x="3374" y="468"/>
                    <a:pt x="3369" y="477"/>
                    <a:pt x="3364" y="486"/>
                  </a:cubicBezTo>
                  <a:cubicBezTo>
                    <a:pt x="3350" y="555"/>
                    <a:pt x="3342" y="561"/>
                    <a:pt x="3343" y="564"/>
                  </a:cubicBezTo>
                  <a:cubicBezTo>
                    <a:pt x="3337" y="589"/>
                    <a:pt x="3341" y="597"/>
                    <a:pt x="3336" y="597"/>
                  </a:cubicBezTo>
                  <a:cubicBezTo>
                    <a:pt x="3336" y="631"/>
                    <a:pt x="3331" y="635"/>
                    <a:pt x="3333" y="645"/>
                  </a:cubicBezTo>
                  <a:cubicBezTo>
                    <a:pt x="3351" y="557"/>
                    <a:pt x="3354" y="542"/>
                    <a:pt x="3360" y="530"/>
                  </a:cubicBezTo>
                  <a:cubicBezTo>
                    <a:pt x="3380" y="472"/>
                    <a:pt x="3380" y="468"/>
                    <a:pt x="3384" y="469"/>
                  </a:cubicBezTo>
                  <a:cubicBezTo>
                    <a:pt x="3401" y="432"/>
                    <a:pt x="3401" y="421"/>
                    <a:pt x="3407" y="415"/>
                  </a:cubicBezTo>
                  <a:cubicBezTo>
                    <a:pt x="3429" y="360"/>
                    <a:pt x="3431" y="352"/>
                    <a:pt x="3435" y="345"/>
                  </a:cubicBezTo>
                  <a:cubicBezTo>
                    <a:pt x="3442" y="313"/>
                    <a:pt x="3444" y="307"/>
                    <a:pt x="3447" y="301"/>
                  </a:cubicBezTo>
                  <a:cubicBezTo>
                    <a:pt x="3455" y="291"/>
                    <a:pt x="3449" y="295"/>
                    <a:pt x="3453" y="298"/>
                  </a:cubicBezTo>
                  <a:cubicBezTo>
                    <a:pt x="3425" y="410"/>
                    <a:pt x="3420" y="410"/>
                    <a:pt x="3422" y="416"/>
                  </a:cubicBezTo>
                  <a:cubicBezTo>
                    <a:pt x="3393" y="478"/>
                    <a:pt x="3393" y="496"/>
                    <a:pt x="3385" y="506"/>
                  </a:cubicBezTo>
                  <a:cubicBezTo>
                    <a:pt x="3370" y="564"/>
                    <a:pt x="3362" y="575"/>
                    <a:pt x="3360" y="591"/>
                  </a:cubicBezTo>
                  <a:cubicBezTo>
                    <a:pt x="3351" y="652"/>
                    <a:pt x="3352" y="666"/>
                    <a:pt x="3353" y="681"/>
                  </a:cubicBezTo>
                  <a:cubicBezTo>
                    <a:pt x="3358" y="622"/>
                    <a:pt x="3364" y="612"/>
                    <a:pt x="3363" y="597"/>
                  </a:cubicBezTo>
                  <a:cubicBezTo>
                    <a:pt x="3380" y="557"/>
                    <a:pt x="3378" y="549"/>
                    <a:pt x="3383" y="546"/>
                  </a:cubicBezTo>
                  <a:cubicBezTo>
                    <a:pt x="3402" y="483"/>
                    <a:pt x="3407" y="480"/>
                    <a:pt x="3406" y="472"/>
                  </a:cubicBezTo>
                  <a:cubicBezTo>
                    <a:pt x="3425" y="437"/>
                    <a:pt x="3422" y="430"/>
                    <a:pt x="3425" y="429"/>
                  </a:cubicBezTo>
                  <a:cubicBezTo>
                    <a:pt x="3438" y="397"/>
                    <a:pt x="3437" y="388"/>
                    <a:pt x="3442" y="384"/>
                  </a:cubicBezTo>
                  <a:cubicBezTo>
                    <a:pt x="3455" y="332"/>
                    <a:pt x="3460" y="332"/>
                    <a:pt x="3457" y="326"/>
                  </a:cubicBezTo>
                  <a:cubicBezTo>
                    <a:pt x="3463" y="349"/>
                    <a:pt x="3458" y="358"/>
                    <a:pt x="3458" y="372"/>
                  </a:cubicBezTo>
                  <a:cubicBezTo>
                    <a:pt x="3450" y="388"/>
                    <a:pt x="3451" y="393"/>
                    <a:pt x="3451" y="396"/>
                  </a:cubicBezTo>
                  <a:cubicBezTo>
                    <a:pt x="3444" y="416"/>
                    <a:pt x="3442" y="417"/>
                    <a:pt x="3442" y="421"/>
                  </a:cubicBezTo>
                  <a:cubicBezTo>
                    <a:pt x="3431" y="446"/>
                    <a:pt x="3430" y="460"/>
                    <a:pt x="3424" y="468"/>
                  </a:cubicBezTo>
                  <a:cubicBezTo>
                    <a:pt x="3407" y="509"/>
                    <a:pt x="3401" y="518"/>
                    <a:pt x="3397" y="529"/>
                  </a:cubicBezTo>
                  <a:cubicBezTo>
                    <a:pt x="3383" y="583"/>
                    <a:pt x="3376" y="592"/>
                    <a:pt x="3382" y="596"/>
                  </a:cubicBezTo>
                  <a:cubicBezTo>
                    <a:pt x="3409" y="524"/>
                    <a:pt x="3412" y="513"/>
                    <a:pt x="3417" y="504"/>
                  </a:cubicBezTo>
                  <a:cubicBezTo>
                    <a:pt x="3441" y="458"/>
                    <a:pt x="3440" y="453"/>
                    <a:pt x="3440" y="450"/>
                  </a:cubicBezTo>
                  <a:cubicBezTo>
                    <a:pt x="3457" y="405"/>
                    <a:pt x="3457" y="398"/>
                    <a:pt x="3462" y="396"/>
                  </a:cubicBezTo>
                  <a:cubicBezTo>
                    <a:pt x="3472" y="356"/>
                    <a:pt x="3467" y="344"/>
                    <a:pt x="3476" y="344"/>
                  </a:cubicBezTo>
                  <a:cubicBezTo>
                    <a:pt x="3464" y="412"/>
                    <a:pt x="3465" y="422"/>
                    <a:pt x="3460" y="426"/>
                  </a:cubicBezTo>
                  <a:cubicBezTo>
                    <a:pt x="3449" y="464"/>
                    <a:pt x="3445" y="466"/>
                    <a:pt x="3446" y="471"/>
                  </a:cubicBezTo>
                  <a:cubicBezTo>
                    <a:pt x="3438" y="502"/>
                    <a:pt x="3433" y="506"/>
                    <a:pt x="3433" y="516"/>
                  </a:cubicBezTo>
                  <a:cubicBezTo>
                    <a:pt x="3417" y="568"/>
                    <a:pt x="3415" y="576"/>
                    <a:pt x="3410" y="581"/>
                  </a:cubicBezTo>
                  <a:cubicBezTo>
                    <a:pt x="3410" y="660"/>
                    <a:pt x="3412" y="665"/>
                    <a:pt x="3412" y="672"/>
                  </a:cubicBezTo>
                  <a:cubicBezTo>
                    <a:pt x="3426" y="706"/>
                    <a:pt x="3422" y="719"/>
                    <a:pt x="3430" y="717"/>
                  </a:cubicBezTo>
                  <a:cubicBezTo>
                    <a:pt x="3420" y="681"/>
                    <a:pt x="3418" y="669"/>
                    <a:pt x="3415" y="659"/>
                  </a:cubicBezTo>
                  <a:cubicBezTo>
                    <a:pt x="3417" y="602"/>
                    <a:pt x="3414" y="595"/>
                    <a:pt x="3417" y="593"/>
                  </a:cubicBezTo>
                  <a:cubicBezTo>
                    <a:pt x="3434" y="546"/>
                    <a:pt x="3431" y="525"/>
                    <a:pt x="3442" y="515"/>
                  </a:cubicBezTo>
                  <a:cubicBezTo>
                    <a:pt x="3458" y="465"/>
                    <a:pt x="3460" y="456"/>
                    <a:pt x="3461" y="448"/>
                  </a:cubicBezTo>
                  <a:cubicBezTo>
                    <a:pt x="3477" y="411"/>
                    <a:pt x="3477" y="404"/>
                    <a:pt x="3480" y="401"/>
                  </a:cubicBezTo>
                  <a:cubicBezTo>
                    <a:pt x="3493" y="395"/>
                    <a:pt x="3485" y="406"/>
                    <a:pt x="3486" y="425"/>
                  </a:cubicBezTo>
                  <a:cubicBezTo>
                    <a:pt x="3466" y="480"/>
                    <a:pt x="3469" y="488"/>
                    <a:pt x="3464" y="490"/>
                  </a:cubicBezTo>
                  <a:cubicBezTo>
                    <a:pt x="3457" y="522"/>
                    <a:pt x="3453" y="524"/>
                    <a:pt x="3454" y="532"/>
                  </a:cubicBezTo>
                  <a:cubicBezTo>
                    <a:pt x="3444" y="561"/>
                    <a:pt x="3446" y="568"/>
                    <a:pt x="3444" y="572"/>
                  </a:cubicBezTo>
                  <a:cubicBezTo>
                    <a:pt x="3437" y="682"/>
                    <a:pt x="3434" y="691"/>
                    <a:pt x="3439" y="719"/>
                  </a:cubicBezTo>
                  <a:cubicBezTo>
                    <a:pt x="3448" y="743"/>
                    <a:pt x="3450" y="749"/>
                    <a:pt x="3457" y="750"/>
                  </a:cubicBezTo>
                  <a:cubicBezTo>
                    <a:pt x="3444" y="682"/>
                    <a:pt x="3442" y="668"/>
                    <a:pt x="3441" y="655"/>
                  </a:cubicBezTo>
                  <a:cubicBezTo>
                    <a:pt x="3449" y="616"/>
                    <a:pt x="3442" y="615"/>
                    <a:pt x="3447" y="611"/>
                  </a:cubicBezTo>
                  <a:cubicBezTo>
                    <a:pt x="3451" y="571"/>
                    <a:pt x="3456" y="564"/>
                    <a:pt x="3456" y="554"/>
                  </a:cubicBezTo>
                  <a:cubicBezTo>
                    <a:pt x="3482" y="464"/>
                    <a:pt x="3487" y="456"/>
                    <a:pt x="3488" y="446"/>
                  </a:cubicBezTo>
                  <a:cubicBezTo>
                    <a:pt x="3494" y="430"/>
                    <a:pt x="3499" y="432"/>
                    <a:pt x="3495" y="433"/>
                  </a:cubicBezTo>
                  <a:cubicBezTo>
                    <a:pt x="3483" y="507"/>
                    <a:pt x="3473" y="525"/>
                    <a:pt x="3476" y="554"/>
                  </a:cubicBezTo>
                  <a:cubicBezTo>
                    <a:pt x="3469" y="597"/>
                    <a:pt x="3466" y="612"/>
                    <a:pt x="3465" y="629"/>
                  </a:cubicBezTo>
                  <a:cubicBezTo>
                    <a:pt x="3479" y="752"/>
                    <a:pt x="3485" y="750"/>
                    <a:pt x="3485" y="755"/>
                  </a:cubicBezTo>
                  <a:cubicBezTo>
                    <a:pt x="3499" y="791"/>
                    <a:pt x="3500" y="794"/>
                    <a:pt x="3503" y="795"/>
                  </a:cubicBezTo>
                  <a:cubicBezTo>
                    <a:pt x="3492" y="758"/>
                    <a:pt x="3488" y="746"/>
                    <a:pt x="3484" y="744"/>
                  </a:cubicBezTo>
                  <a:cubicBezTo>
                    <a:pt x="3481" y="733"/>
                    <a:pt x="3481" y="729"/>
                    <a:pt x="3481" y="729"/>
                  </a:cubicBezTo>
                  <a:cubicBezTo>
                    <a:pt x="3475" y="679"/>
                    <a:pt x="3475" y="662"/>
                    <a:pt x="3473" y="646"/>
                  </a:cubicBezTo>
                  <a:cubicBezTo>
                    <a:pt x="3481" y="573"/>
                    <a:pt x="3482" y="570"/>
                    <a:pt x="3481" y="565"/>
                  </a:cubicBezTo>
                  <a:cubicBezTo>
                    <a:pt x="3488" y="543"/>
                    <a:pt x="3484" y="535"/>
                    <a:pt x="3485" y="532"/>
                  </a:cubicBezTo>
                  <a:cubicBezTo>
                    <a:pt x="3494" y="519"/>
                    <a:pt x="3487" y="532"/>
                    <a:pt x="3488" y="551"/>
                  </a:cubicBezTo>
                  <a:cubicBezTo>
                    <a:pt x="3483" y="582"/>
                    <a:pt x="3481" y="591"/>
                    <a:pt x="3481" y="600"/>
                  </a:cubicBezTo>
                  <a:cubicBezTo>
                    <a:pt x="3506" y="747"/>
                    <a:pt x="3504" y="754"/>
                    <a:pt x="3507" y="755"/>
                  </a:cubicBezTo>
                  <a:cubicBezTo>
                    <a:pt x="3522" y="799"/>
                    <a:pt x="3528" y="803"/>
                    <a:pt x="3531" y="811"/>
                  </a:cubicBezTo>
                  <a:cubicBezTo>
                    <a:pt x="3524" y="788"/>
                    <a:pt x="3521" y="783"/>
                    <a:pt x="3520" y="776"/>
                  </a:cubicBezTo>
                  <a:cubicBezTo>
                    <a:pt x="3511" y="743"/>
                    <a:pt x="3507" y="733"/>
                    <a:pt x="3503" y="723"/>
                  </a:cubicBezTo>
                  <a:cubicBezTo>
                    <a:pt x="3500" y="696"/>
                    <a:pt x="3497" y="689"/>
                    <a:pt x="3495" y="682"/>
                  </a:cubicBezTo>
                  <a:cubicBezTo>
                    <a:pt x="3491" y="631"/>
                    <a:pt x="3491" y="616"/>
                    <a:pt x="3490" y="599"/>
                  </a:cubicBezTo>
                  <a:cubicBezTo>
                    <a:pt x="3495" y="554"/>
                    <a:pt x="3495" y="550"/>
                    <a:pt x="3497" y="548"/>
                  </a:cubicBezTo>
                  <a:cubicBezTo>
                    <a:pt x="3502" y="498"/>
                    <a:pt x="3505" y="494"/>
                    <a:pt x="3506" y="489"/>
                  </a:cubicBezTo>
                  <a:cubicBezTo>
                    <a:pt x="3506" y="547"/>
                    <a:pt x="3503" y="566"/>
                    <a:pt x="3502" y="585"/>
                  </a:cubicBezTo>
                  <a:cubicBezTo>
                    <a:pt x="3515" y="692"/>
                    <a:pt x="3511" y="695"/>
                    <a:pt x="3512" y="698"/>
                  </a:cubicBezTo>
                  <a:cubicBezTo>
                    <a:pt x="3528" y="752"/>
                    <a:pt x="3532" y="765"/>
                    <a:pt x="3537" y="775"/>
                  </a:cubicBezTo>
                  <a:cubicBezTo>
                    <a:pt x="3550" y="790"/>
                    <a:pt x="3543" y="782"/>
                    <a:pt x="3539" y="771"/>
                  </a:cubicBezTo>
                  <a:cubicBezTo>
                    <a:pt x="3522" y="708"/>
                    <a:pt x="3521" y="704"/>
                    <a:pt x="3519" y="702"/>
                  </a:cubicBezTo>
                  <a:cubicBezTo>
                    <a:pt x="3511" y="634"/>
                    <a:pt x="3511" y="615"/>
                    <a:pt x="3509" y="600"/>
                  </a:cubicBezTo>
                  <a:cubicBezTo>
                    <a:pt x="3520" y="547"/>
                    <a:pt x="3511" y="533"/>
                    <a:pt x="3520" y="534"/>
                  </a:cubicBezTo>
                  <a:cubicBezTo>
                    <a:pt x="3524" y="611"/>
                    <a:pt x="3521" y="619"/>
                    <a:pt x="3526" y="619"/>
                  </a:cubicBezTo>
                  <a:cubicBezTo>
                    <a:pt x="3528" y="645"/>
                    <a:pt x="3532" y="649"/>
                    <a:pt x="3531" y="660"/>
                  </a:cubicBezTo>
                  <a:cubicBezTo>
                    <a:pt x="3556" y="737"/>
                    <a:pt x="3561" y="744"/>
                    <a:pt x="3562" y="760"/>
                  </a:cubicBezTo>
                  <a:cubicBezTo>
                    <a:pt x="3585" y="787"/>
                    <a:pt x="3582" y="784"/>
                    <a:pt x="3579" y="783"/>
                  </a:cubicBezTo>
                  <a:cubicBezTo>
                    <a:pt x="3560" y="729"/>
                    <a:pt x="3552" y="701"/>
                    <a:pt x="3543" y="672"/>
                  </a:cubicBezTo>
                  <a:cubicBezTo>
                    <a:pt x="3532" y="618"/>
                    <a:pt x="3532" y="614"/>
                    <a:pt x="3532" y="609"/>
                  </a:cubicBezTo>
                  <a:cubicBezTo>
                    <a:pt x="3535" y="597"/>
                    <a:pt x="3540" y="609"/>
                    <a:pt x="3544" y="622"/>
                  </a:cubicBezTo>
                  <a:cubicBezTo>
                    <a:pt x="3564" y="685"/>
                    <a:pt x="3567" y="689"/>
                    <a:pt x="3569" y="696"/>
                  </a:cubicBezTo>
                  <a:cubicBezTo>
                    <a:pt x="3585" y="716"/>
                    <a:pt x="3578" y="710"/>
                    <a:pt x="3575" y="700"/>
                  </a:cubicBezTo>
                  <a:cubicBezTo>
                    <a:pt x="3544" y="591"/>
                    <a:pt x="3539" y="578"/>
                    <a:pt x="3533" y="566"/>
                  </a:cubicBezTo>
                  <a:cubicBezTo>
                    <a:pt x="3524" y="501"/>
                    <a:pt x="3524" y="496"/>
                    <a:pt x="3524" y="492"/>
                  </a:cubicBezTo>
                  <a:cubicBezTo>
                    <a:pt x="3538" y="519"/>
                    <a:pt x="3540" y="534"/>
                    <a:pt x="3545" y="545"/>
                  </a:cubicBezTo>
                  <a:cubicBezTo>
                    <a:pt x="3565" y="611"/>
                    <a:pt x="3571" y="614"/>
                    <a:pt x="3572" y="622"/>
                  </a:cubicBezTo>
                  <a:cubicBezTo>
                    <a:pt x="3605" y="698"/>
                    <a:pt x="3603" y="709"/>
                    <a:pt x="3609" y="711"/>
                  </a:cubicBezTo>
                  <a:cubicBezTo>
                    <a:pt x="3621" y="744"/>
                    <a:pt x="3629" y="753"/>
                    <a:pt x="3632" y="766"/>
                  </a:cubicBezTo>
                  <a:cubicBezTo>
                    <a:pt x="3648" y="791"/>
                    <a:pt x="3648" y="793"/>
                    <a:pt x="3650" y="793"/>
                  </a:cubicBezTo>
                  <a:cubicBezTo>
                    <a:pt x="3633" y="742"/>
                    <a:pt x="3627" y="742"/>
                    <a:pt x="3626" y="738"/>
                  </a:cubicBezTo>
                  <a:cubicBezTo>
                    <a:pt x="3609" y="692"/>
                    <a:pt x="3602" y="684"/>
                    <a:pt x="3600" y="670"/>
                  </a:cubicBezTo>
                  <a:cubicBezTo>
                    <a:pt x="3573" y="591"/>
                    <a:pt x="3570" y="586"/>
                    <a:pt x="3569" y="578"/>
                  </a:cubicBezTo>
                  <a:cubicBezTo>
                    <a:pt x="3567" y="568"/>
                    <a:pt x="3571" y="572"/>
                    <a:pt x="3573" y="578"/>
                  </a:cubicBezTo>
                  <a:cubicBezTo>
                    <a:pt x="3589" y="595"/>
                    <a:pt x="3591" y="601"/>
                    <a:pt x="3593" y="607"/>
                  </a:cubicBezTo>
                  <a:cubicBezTo>
                    <a:pt x="3615" y="642"/>
                    <a:pt x="3619" y="647"/>
                    <a:pt x="3622" y="651"/>
                  </a:cubicBezTo>
                  <a:cubicBezTo>
                    <a:pt x="3682" y="757"/>
                    <a:pt x="3686" y="769"/>
                    <a:pt x="3692" y="779"/>
                  </a:cubicBezTo>
                  <a:cubicBezTo>
                    <a:pt x="3700" y="801"/>
                    <a:pt x="3701" y="805"/>
                    <a:pt x="3701" y="809"/>
                  </a:cubicBezTo>
                  <a:cubicBezTo>
                    <a:pt x="3698" y="773"/>
                    <a:pt x="3692" y="767"/>
                    <a:pt x="3689" y="758"/>
                  </a:cubicBezTo>
                  <a:cubicBezTo>
                    <a:pt x="3682" y="741"/>
                    <a:pt x="3677" y="738"/>
                    <a:pt x="3678" y="732"/>
                  </a:cubicBezTo>
                  <a:cubicBezTo>
                    <a:pt x="3657" y="683"/>
                    <a:pt x="3641" y="668"/>
                    <a:pt x="3631" y="646"/>
                  </a:cubicBezTo>
                  <a:cubicBezTo>
                    <a:pt x="3609" y="610"/>
                    <a:pt x="3605" y="606"/>
                    <a:pt x="3603" y="600"/>
                  </a:cubicBezTo>
                  <a:cubicBezTo>
                    <a:pt x="3602" y="588"/>
                    <a:pt x="3604" y="593"/>
                    <a:pt x="3605" y="598"/>
                  </a:cubicBezTo>
                  <a:cubicBezTo>
                    <a:pt x="3636" y="646"/>
                    <a:pt x="3645" y="650"/>
                    <a:pt x="3649" y="660"/>
                  </a:cubicBezTo>
                  <a:cubicBezTo>
                    <a:pt x="3683" y="718"/>
                    <a:pt x="3683" y="724"/>
                    <a:pt x="3687" y="727"/>
                  </a:cubicBezTo>
                  <a:cubicBezTo>
                    <a:pt x="3711" y="775"/>
                    <a:pt x="3709" y="785"/>
                    <a:pt x="3715" y="787"/>
                  </a:cubicBezTo>
                  <a:cubicBezTo>
                    <a:pt x="3704" y="756"/>
                    <a:pt x="3706" y="749"/>
                    <a:pt x="3703" y="748"/>
                  </a:cubicBezTo>
                  <a:cubicBezTo>
                    <a:pt x="3683" y="705"/>
                    <a:pt x="3676" y="692"/>
                    <a:pt x="3670" y="678"/>
                  </a:cubicBezTo>
                  <a:cubicBezTo>
                    <a:pt x="3642" y="629"/>
                    <a:pt x="3632" y="620"/>
                    <a:pt x="3626" y="607"/>
                  </a:cubicBezTo>
                  <a:cubicBezTo>
                    <a:pt x="3605" y="580"/>
                    <a:pt x="3601" y="579"/>
                    <a:pt x="3601" y="574"/>
                  </a:cubicBezTo>
                  <a:cubicBezTo>
                    <a:pt x="3573" y="536"/>
                    <a:pt x="3569" y="530"/>
                    <a:pt x="3565" y="524"/>
                  </a:cubicBezTo>
                  <a:cubicBezTo>
                    <a:pt x="3546" y="487"/>
                    <a:pt x="3541" y="488"/>
                    <a:pt x="3543" y="482"/>
                  </a:cubicBezTo>
                  <a:cubicBezTo>
                    <a:pt x="3536" y="457"/>
                    <a:pt x="3537" y="465"/>
                    <a:pt x="3542" y="469"/>
                  </a:cubicBezTo>
                  <a:cubicBezTo>
                    <a:pt x="3566" y="506"/>
                    <a:pt x="3571" y="510"/>
                    <a:pt x="3575" y="514"/>
                  </a:cubicBezTo>
                  <a:cubicBezTo>
                    <a:pt x="3616" y="563"/>
                    <a:pt x="3621" y="567"/>
                    <a:pt x="3623" y="575"/>
                  </a:cubicBezTo>
                  <a:cubicBezTo>
                    <a:pt x="3671" y="639"/>
                    <a:pt x="3669" y="646"/>
                    <a:pt x="3672" y="648"/>
                  </a:cubicBezTo>
                  <a:cubicBezTo>
                    <a:pt x="3691" y="678"/>
                    <a:pt x="3690" y="689"/>
                    <a:pt x="3695" y="692"/>
                  </a:cubicBezTo>
                  <a:cubicBezTo>
                    <a:pt x="3712" y="731"/>
                    <a:pt x="3709" y="741"/>
                    <a:pt x="3716" y="741"/>
                  </a:cubicBezTo>
                  <a:cubicBezTo>
                    <a:pt x="3708" y="703"/>
                    <a:pt x="3703" y="704"/>
                    <a:pt x="3704" y="698"/>
                  </a:cubicBezTo>
                  <a:cubicBezTo>
                    <a:pt x="3691" y="675"/>
                    <a:pt x="3692" y="664"/>
                    <a:pt x="3686" y="662"/>
                  </a:cubicBezTo>
                  <a:cubicBezTo>
                    <a:pt x="3670" y="620"/>
                    <a:pt x="3664" y="622"/>
                    <a:pt x="3664" y="618"/>
                  </a:cubicBezTo>
                  <a:cubicBezTo>
                    <a:pt x="3633" y="576"/>
                    <a:pt x="3635" y="569"/>
                    <a:pt x="3632" y="567"/>
                  </a:cubicBezTo>
                  <a:cubicBezTo>
                    <a:pt x="3612" y="544"/>
                    <a:pt x="3609" y="542"/>
                    <a:pt x="3608" y="538"/>
                  </a:cubicBezTo>
                  <a:cubicBezTo>
                    <a:pt x="3595" y="520"/>
                    <a:pt x="3590" y="520"/>
                    <a:pt x="3589" y="516"/>
                  </a:cubicBezTo>
                  <a:cubicBezTo>
                    <a:pt x="3575" y="485"/>
                    <a:pt x="3576" y="492"/>
                    <a:pt x="3583" y="494"/>
                  </a:cubicBezTo>
                  <a:cubicBezTo>
                    <a:pt x="3605" y="518"/>
                    <a:pt x="3612" y="530"/>
                    <a:pt x="3621" y="540"/>
                  </a:cubicBezTo>
                  <a:cubicBezTo>
                    <a:pt x="3637" y="562"/>
                    <a:pt x="3646" y="562"/>
                    <a:pt x="3647" y="571"/>
                  </a:cubicBezTo>
                  <a:cubicBezTo>
                    <a:pt x="3679" y="613"/>
                    <a:pt x="3687" y="624"/>
                    <a:pt x="3693" y="637"/>
                  </a:cubicBezTo>
                  <a:cubicBezTo>
                    <a:pt x="3722" y="683"/>
                    <a:pt x="3722" y="688"/>
                    <a:pt x="3725" y="690"/>
                  </a:cubicBezTo>
                  <a:cubicBezTo>
                    <a:pt x="3736" y="699"/>
                    <a:pt x="3730" y="697"/>
                    <a:pt x="3730" y="687"/>
                  </a:cubicBezTo>
                  <a:cubicBezTo>
                    <a:pt x="3696" y="629"/>
                    <a:pt x="3695" y="622"/>
                    <a:pt x="3690" y="618"/>
                  </a:cubicBezTo>
                  <a:cubicBezTo>
                    <a:pt x="3664" y="581"/>
                    <a:pt x="3661" y="574"/>
                    <a:pt x="3658" y="568"/>
                  </a:cubicBezTo>
                  <a:cubicBezTo>
                    <a:pt x="3624" y="530"/>
                    <a:pt x="3617" y="519"/>
                    <a:pt x="3608" y="510"/>
                  </a:cubicBezTo>
                  <a:cubicBezTo>
                    <a:pt x="3534" y="424"/>
                    <a:pt x="3528" y="418"/>
                    <a:pt x="3524" y="409"/>
                  </a:cubicBezTo>
                  <a:cubicBezTo>
                    <a:pt x="3505" y="384"/>
                    <a:pt x="3506" y="376"/>
                    <a:pt x="3500" y="376"/>
                  </a:cubicBezTo>
                  <a:cubicBezTo>
                    <a:pt x="3502" y="363"/>
                    <a:pt x="3500" y="371"/>
                    <a:pt x="3504" y="371"/>
                  </a:cubicBezTo>
                  <a:cubicBezTo>
                    <a:pt x="3530" y="404"/>
                    <a:pt x="3532" y="412"/>
                    <a:pt x="3538" y="417"/>
                  </a:cubicBezTo>
                  <a:cubicBezTo>
                    <a:pt x="3562" y="446"/>
                    <a:pt x="3566" y="447"/>
                    <a:pt x="3567" y="452"/>
                  </a:cubicBezTo>
                  <a:cubicBezTo>
                    <a:pt x="3602" y="487"/>
                    <a:pt x="3602" y="492"/>
                    <a:pt x="3607" y="493"/>
                  </a:cubicBezTo>
                  <a:cubicBezTo>
                    <a:pt x="3650" y="542"/>
                    <a:pt x="3656" y="546"/>
                    <a:pt x="3659" y="555"/>
                  </a:cubicBezTo>
                  <a:cubicBezTo>
                    <a:pt x="3706" y="616"/>
                    <a:pt x="3708" y="625"/>
                    <a:pt x="3715" y="629"/>
                  </a:cubicBezTo>
                  <a:cubicBezTo>
                    <a:pt x="3727" y="644"/>
                    <a:pt x="3724" y="639"/>
                    <a:pt x="3720" y="638"/>
                  </a:cubicBezTo>
                  <a:cubicBezTo>
                    <a:pt x="3689" y="575"/>
                    <a:pt x="3675" y="561"/>
                    <a:pt x="3663" y="546"/>
                  </a:cubicBezTo>
                  <a:cubicBezTo>
                    <a:pt x="3641" y="512"/>
                    <a:pt x="3631" y="508"/>
                    <a:pt x="3625" y="500"/>
                  </a:cubicBezTo>
                  <a:cubicBezTo>
                    <a:pt x="3592" y="468"/>
                    <a:pt x="3591" y="465"/>
                    <a:pt x="3591" y="461"/>
                  </a:cubicBezTo>
                  <a:cubicBezTo>
                    <a:pt x="3577" y="443"/>
                    <a:pt x="3570" y="445"/>
                    <a:pt x="3570" y="438"/>
                  </a:cubicBezTo>
                  <a:cubicBezTo>
                    <a:pt x="3535" y="402"/>
                    <a:pt x="3533" y="398"/>
                    <a:pt x="3532" y="393"/>
                  </a:cubicBezTo>
                  <a:cubicBezTo>
                    <a:pt x="3530" y="387"/>
                    <a:pt x="3532" y="390"/>
                    <a:pt x="3534" y="393"/>
                  </a:cubicBezTo>
                  <a:cubicBezTo>
                    <a:pt x="3549" y="412"/>
                    <a:pt x="3552" y="411"/>
                    <a:pt x="3553" y="413"/>
                  </a:cubicBezTo>
                  <a:cubicBezTo>
                    <a:pt x="3592" y="453"/>
                    <a:pt x="3594" y="455"/>
                    <a:pt x="3596" y="458"/>
                  </a:cubicBezTo>
                  <a:cubicBezTo>
                    <a:pt x="3621" y="483"/>
                    <a:pt x="3627" y="485"/>
                    <a:pt x="3631" y="491"/>
                  </a:cubicBezTo>
                  <a:cubicBezTo>
                    <a:pt x="3653" y="516"/>
                    <a:pt x="3661" y="526"/>
                    <a:pt x="3669" y="536"/>
                  </a:cubicBezTo>
                  <a:cubicBezTo>
                    <a:pt x="3710" y="588"/>
                    <a:pt x="3713" y="595"/>
                    <a:pt x="3719" y="598"/>
                  </a:cubicBezTo>
                  <a:cubicBezTo>
                    <a:pt x="3754" y="657"/>
                    <a:pt x="3756" y="665"/>
                    <a:pt x="3759" y="672"/>
                  </a:cubicBezTo>
                  <a:cubicBezTo>
                    <a:pt x="3769" y="696"/>
                    <a:pt x="3765" y="705"/>
                    <a:pt x="3770" y="704"/>
                  </a:cubicBezTo>
                  <a:cubicBezTo>
                    <a:pt x="3763" y="670"/>
                    <a:pt x="3763" y="659"/>
                    <a:pt x="3758" y="655"/>
                  </a:cubicBezTo>
                  <a:cubicBezTo>
                    <a:pt x="3722" y="590"/>
                    <a:pt x="3717" y="586"/>
                    <a:pt x="3713" y="579"/>
                  </a:cubicBezTo>
                  <a:cubicBezTo>
                    <a:pt x="3668" y="527"/>
                    <a:pt x="3671" y="520"/>
                    <a:pt x="3668" y="519"/>
                  </a:cubicBezTo>
                  <a:cubicBezTo>
                    <a:pt x="3638" y="483"/>
                    <a:pt x="3626" y="475"/>
                    <a:pt x="3618" y="463"/>
                  </a:cubicBezTo>
                  <a:cubicBezTo>
                    <a:pt x="3597" y="446"/>
                    <a:pt x="3593" y="439"/>
                    <a:pt x="3587" y="435"/>
                  </a:cubicBezTo>
                  <a:cubicBezTo>
                    <a:pt x="3544" y="388"/>
                    <a:pt x="3531" y="373"/>
                    <a:pt x="3516" y="359"/>
                  </a:cubicBezTo>
                  <a:cubicBezTo>
                    <a:pt x="3482" y="312"/>
                    <a:pt x="3483" y="307"/>
                    <a:pt x="3480" y="307"/>
                  </a:cubicBezTo>
                  <a:cubicBezTo>
                    <a:pt x="3491" y="306"/>
                    <a:pt x="3495" y="310"/>
                    <a:pt x="3498" y="315"/>
                  </a:cubicBezTo>
                  <a:cubicBezTo>
                    <a:pt x="3528" y="347"/>
                    <a:pt x="3536" y="354"/>
                    <a:pt x="3543" y="362"/>
                  </a:cubicBezTo>
                  <a:cubicBezTo>
                    <a:pt x="3574" y="381"/>
                    <a:pt x="3571" y="392"/>
                    <a:pt x="3580" y="390"/>
                  </a:cubicBezTo>
                  <a:cubicBezTo>
                    <a:pt x="3598" y="407"/>
                    <a:pt x="3606" y="414"/>
                    <a:pt x="3615" y="420"/>
                  </a:cubicBezTo>
                  <a:cubicBezTo>
                    <a:pt x="3642" y="449"/>
                    <a:pt x="3647" y="454"/>
                    <a:pt x="3650" y="457"/>
                  </a:cubicBezTo>
                  <a:cubicBezTo>
                    <a:pt x="3680" y="486"/>
                    <a:pt x="3682" y="493"/>
                    <a:pt x="3686" y="498"/>
                  </a:cubicBezTo>
                  <a:cubicBezTo>
                    <a:pt x="3724" y="544"/>
                    <a:pt x="3729" y="547"/>
                    <a:pt x="3731" y="554"/>
                  </a:cubicBezTo>
                  <a:cubicBezTo>
                    <a:pt x="3765" y="605"/>
                    <a:pt x="3771" y="607"/>
                    <a:pt x="3773" y="614"/>
                  </a:cubicBezTo>
                  <a:cubicBezTo>
                    <a:pt x="3793" y="649"/>
                    <a:pt x="3792" y="642"/>
                    <a:pt x="3790" y="637"/>
                  </a:cubicBezTo>
                  <a:cubicBezTo>
                    <a:pt x="3772" y="601"/>
                    <a:pt x="3770" y="595"/>
                    <a:pt x="3765" y="593"/>
                  </a:cubicBezTo>
                  <a:cubicBezTo>
                    <a:pt x="3747" y="556"/>
                    <a:pt x="3740" y="557"/>
                    <a:pt x="3740" y="549"/>
                  </a:cubicBezTo>
                  <a:cubicBezTo>
                    <a:pt x="3716" y="518"/>
                    <a:pt x="3713" y="513"/>
                    <a:pt x="3708" y="510"/>
                  </a:cubicBezTo>
                  <a:cubicBezTo>
                    <a:pt x="3663" y="455"/>
                    <a:pt x="3658" y="453"/>
                    <a:pt x="3656" y="448"/>
                  </a:cubicBezTo>
                  <a:cubicBezTo>
                    <a:pt x="3639" y="433"/>
                    <a:pt x="3635" y="430"/>
                    <a:pt x="3631" y="428"/>
                  </a:cubicBezTo>
                  <a:cubicBezTo>
                    <a:pt x="3606" y="403"/>
                    <a:pt x="3605" y="400"/>
                    <a:pt x="3602" y="399"/>
                  </a:cubicBezTo>
                  <a:cubicBezTo>
                    <a:pt x="3568" y="367"/>
                    <a:pt x="3560" y="369"/>
                    <a:pt x="3558" y="363"/>
                  </a:cubicBezTo>
                  <a:cubicBezTo>
                    <a:pt x="3494" y="295"/>
                    <a:pt x="3486" y="288"/>
                    <a:pt x="3480" y="279"/>
                  </a:cubicBezTo>
                  <a:cubicBezTo>
                    <a:pt x="3472" y="259"/>
                    <a:pt x="3480" y="269"/>
                    <a:pt x="3487" y="280"/>
                  </a:cubicBezTo>
                  <a:cubicBezTo>
                    <a:pt x="3581" y="355"/>
                    <a:pt x="3584" y="357"/>
                    <a:pt x="3588" y="356"/>
                  </a:cubicBezTo>
                  <a:cubicBezTo>
                    <a:pt x="3607" y="371"/>
                    <a:pt x="3608" y="375"/>
                    <a:pt x="3614" y="374"/>
                  </a:cubicBezTo>
                  <a:cubicBezTo>
                    <a:pt x="3644" y="397"/>
                    <a:pt x="3643" y="407"/>
                    <a:pt x="3651" y="406"/>
                  </a:cubicBezTo>
                  <a:cubicBezTo>
                    <a:pt x="3671" y="425"/>
                    <a:pt x="3673" y="426"/>
                    <a:pt x="3674" y="429"/>
                  </a:cubicBezTo>
                  <a:cubicBezTo>
                    <a:pt x="3702" y="457"/>
                    <a:pt x="3707" y="461"/>
                    <a:pt x="3710" y="466"/>
                  </a:cubicBezTo>
                  <a:cubicBezTo>
                    <a:pt x="3755" y="519"/>
                    <a:pt x="3757" y="520"/>
                    <a:pt x="3760" y="521"/>
                  </a:cubicBezTo>
                  <a:cubicBezTo>
                    <a:pt x="3775" y="552"/>
                    <a:pt x="3783" y="552"/>
                    <a:pt x="3784" y="559"/>
                  </a:cubicBezTo>
                  <a:cubicBezTo>
                    <a:pt x="3802" y="592"/>
                    <a:pt x="3803" y="594"/>
                    <a:pt x="3806" y="594"/>
                  </a:cubicBezTo>
                  <a:cubicBezTo>
                    <a:pt x="3803" y="583"/>
                    <a:pt x="3803" y="576"/>
                    <a:pt x="3798" y="573"/>
                  </a:cubicBezTo>
                  <a:cubicBezTo>
                    <a:pt x="3759" y="513"/>
                    <a:pt x="3754" y="504"/>
                    <a:pt x="3747" y="496"/>
                  </a:cubicBezTo>
                  <a:cubicBezTo>
                    <a:pt x="3718" y="457"/>
                    <a:pt x="3712" y="459"/>
                    <a:pt x="3713" y="455"/>
                  </a:cubicBezTo>
                  <a:cubicBezTo>
                    <a:pt x="3682" y="427"/>
                    <a:pt x="3680" y="421"/>
                    <a:pt x="3676" y="418"/>
                  </a:cubicBezTo>
                  <a:cubicBezTo>
                    <a:pt x="3660" y="405"/>
                    <a:pt x="3655" y="404"/>
                    <a:pt x="3655" y="397"/>
                  </a:cubicBezTo>
                  <a:cubicBezTo>
                    <a:pt x="3624" y="378"/>
                    <a:pt x="3624" y="370"/>
                    <a:pt x="3618" y="369"/>
                  </a:cubicBezTo>
                  <a:cubicBezTo>
                    <a:pt x="3604" y="356"/>
                    <a:pt x="3600" y="353"/>
                    <a:pt x="3595" y="351"/>
                  </a:cubicBezTo>
                  <a:cubicBezTo>
                    <a:pt x="3588" y="343"/>
                    <a:pt x="3585" y="343"/>
                    <a:pt x="3583" y="341"/>
                  </a:cubicBezTo>
                  <a:cubicBezTo>
                    <a:pt x="3552" y="324"/>
                    <a:pt x="3552" y="316"/>
                    <a:pt x="3546" y="315"/>
                  </a:cubicBezTo>
                  <a:cubicBezTo>
                    <a:pt x="3518" y="293"/>
                    <a:pt x="3513" y="292"/>
                    <a:pt x="3511" y="287"/>
                  </a:cubicBezTo>
                  <a:cubicBezTo>
                    <a:pt x="3473" y="249"/>
                    <a:pt x="3471" y="239"/>
                    <a:pt x="3464" y="236"/>
                  </a:cubicBezTo>
                  <a:cubicBezTo>
                    <a:pt x="3464" y="229"/>
                    <a:pt x="3471" y="229"/>
                    <a:pt x="3475" y="233"/>
                  </a:cubicBezTo>
                  <a:cubicBezTo>
                    <a:pt x="3498" y="257"/>
                    <a:pt x="3501" y="260"/>
                    <a:pt x="3505" y="262"/>
                  </a:cubicBezTo>
                  <a:cubicBezTo>
                    <a:pt x="3519" y="277"/>
                    <a:pt x="3523" y="275"/>
                    <a:pt x="3524" y="278"/>
                  </a:cubicBezTo>
                  <a:cubicBezTo>
                    <a:pt x="3556" y="301"/>
                    <a:pt x="3562" y="300"/>
                    <a:pt x="3565" y="303"/>
                  </a:cubicBezTo>
                  <a:cubicBezTo>
                    <a:pt x="3580" y="312"/>
                    <a:pt x="3580" y="313"/>
                    <a:pt x="3581" y="313"/>
                  </a:cubicBezTo>
                  <a:cubicBezTo>
                    <a:pt x="3601" y="325"/>
                    <a:pt x="3604" y="326"/>
                    <a:pt x="3608" y="329"/>
                  </a:cubicBezTo>
                  <a:cubicBezTo>
                    <a:pt x="3643" y="351"/>
                    <a:pt x="3649" y="350"/>
                    <a:pt x="3652" y="354"/>
                  </a:cubicBezTo>
                  <a:cubicBezTo>
                    <a:pt x="3678" y="367"/>
                    <a:pt x="3693" y="375"/>
                    <a:pt x="3708" y="383"/>
                  </a:cubicBezTo>
                  <a:cubicBezTo>
                    <a:pt x="3760" y="411"/>
                    <a:pt x="3762" y="421"/>
                    <a:pt x="3770" y="424"/>
                  </a:cubicBezTo>
                  <a:cubicBezTo>
                    <a:pt x="3809" y="461"/>
                    <a:pt x="3812" y="463"/>
                    <a:pt x="3815" y="467"/>
                  </a:cubicBezTo>
                  <a:cubicBezTo>
                    <a:pt x="3834" y="487"/>
                    <a:pt x="3838" y="487"/>
                    <a:pt x="3840" y="490"/>
                  </a:cubicBezTo>
                  <a:cubicBezTo>
                    <a:pt x="3834" y="475"/>
                    <a:pt x="3825" y="469"/>
                    <a:pt x="3819" y="460"/>
                  </a:cubicBezTo>
                  <a:cubicBezTo>
                    <a:pt x="3792" y="438"/>
                    <a:pt x="3793" y="432"/>
                    <a:pt x="3788" y="434"/>
                  </a:cubicBezTo>
                  <a:cubicBezTo>
                    <a:pt x="3769" y="415"/>
                    <a:pt x="3767" y="413"/>
                    <a:pt x="3767" y="409"/>
                  </a:cubicBezTo>
                  <a:cubicBezTo>
                    <a:pt x="3741" y="393"/>
                    <a:pt x="3737" y="390"/>
                    <a:pt x="3733" y="388"/>
                  </a:cubicBezTo>
                  <a:cubicBezTo>
                    <a:pt x="3678" y="358"/>
                    <a:pt x="3671" y="350"/>
                    <a:pt x="3658" y="349"/>
                  </a:cubicBezTo>
                  <a:cubicBezTo>
                    <a:pt x="3620" y="324"/>
                    <a:pt x="3616" y="320"/>
                    <a:pt x="3610" y="318"/>
                  </a:cubicBezTo>
                  <a:cubicBezTo>
                    <a:pt x="3586" y="305"/>
                    <a:pt x="3581" y="301"/>
                    <a:pt x="3576" y="298"/>
                  </a:cubicBezTo>
                  <a:cubicBezTo>
                    <a:pt x="3551" y="286"/>
                    <a:pt x="3550" y="278"/>
                    <a:pt x="3543" y="276"/>
                  </a:cubicBezTo>
                  <a:cubicBezTo>
                    <a:pt x="3518" y="256"/>
                    <a:pt x="3508" y="251"/>
                    <a:pt x="3497" y="245"/>
                  </a:cubicBezTo>
                  <a:cubicBezTo>
                    <a:pt x="3480" y="220"/>
                    <a:pt x="3474" y="222"/>
                    <a:pt x="3472" y="220"/>
                  </a:cubicBezTo>
                  <a:cubicBezTo>
                    <a:pt x="3458" y="198"/>
                    <a:pt x="3452" y="196"/>
                    <a:pt x="3450" y="189"/>
                  </a:cubicBezTo>
                  <a:cubicBezTo>
                    <a:pt x="3467" y="202"/>
                    <a:pt x="3470" y="200"/>
                    <a:pt x="3470" y="201"/>
                  </a:cubicBezTo>
                  <a:cubicBezTo>
                    <a:pt x="3508" y="228"/>
                    <a:pt x="3514" y="232"/>
                    <a:pt x="3519" y="237"/>
                  </a:cubicBezTo>
                  <a:cubicBezTo>
                    <a:pt x="3549" y="252"/>
                    <a:pt x="3552" y="253"/>
                    <a:pt x="3555" y="256"/>
                  </a:cubicBezTo>
                  <a:cubicBezTo>
                    <a:pt x="3598" y="278"/>
                    <a:pt x="3605" y="282"/>
                    <a:pt x="3610" y="287"/>
                  </a:cubicBezTo>
                  <a:cubicBezTo>
                    <a:pt x="3676" y="320"/>
                    <a:pt x="3685" y="315"/>
                    <a:pt x="3684" y="321"/>
                  </a:cubicBezTo>
                  <a:cubicBezTo>
                    <a:pt x="3725" y="340"/>
                    <a:pt x="3730" y="346"/>
                    <a:pt x="3737" y="350"/>
                  </a:cubicBezTo>
                  <a:cubicBezTo>
                    <a:pt x="3768" y="372"/>
                    <a:pt x="3771" y="375"/>
                    <a:pt x="3776" y="376"/>
                  </a:cubicBezTo>
                  <a:cubicBezTo>
                    <a:pt x="3822" y="416"/>
                    <a:pt x="3821" y="423"/>
                    <a:pt x="3825" y="425"/>
                  </a:cubicBezTo>
                  <a:cubicBezTo>
                    <a:pt x="3836" y="427"/>
                    <a:pt x="3826" y="425"/>
                    <a:pt x="3824" y="414"/>
                  </a:cubicBezTo>
                  <a:cubicBezTo>
                    <a:pt x="3808" y="399"/>
                    <a:pt x="3802" y="401"/>
                    <a:pt x="3803" y="396"/>
                  </a:cubicBezTo>
                  <a:cubicBezTo>
                    <a:pt x="3777" y="374"/>
                    <a:pt x="3776" y="369"/>
                    <a:pt x="3771" y="367"/>
                  </a:cubicBezTo>
                  <a:cubicBezTo>
                    <a:pt x="3753" y="354"/>
                    <a:pt x="3751" y="352"/>
                    <a:pt x="3750" y="349"/>
                  </a:cubicBezTo>
                  <a:cubicBezTo>
                    <a:pt x="3700" y="322"/>
                    <a:pt x="3698" y="317"/>
                    <a:pt x="3690" y="316"/>
                  </a:cubicBezTo>
                  <a:cubicBezTo>
                    <a:pt x="3657" y="299"/>
                    <a:pt x="3656" y="297"/>
                    <a:pt x="3652" y="297"/>
                  </a:cubicBezTo>
                  <a:cubicBezTo>
                    <a:pt x="3597" y="265"/>
                    <a:pt x="3579" y="257"/>
                    <a:pt x="3561" y="251"/>
                  </a:cubicBezTo>
                  <a:cubicBezTo>
                    <a:pt x="3513" y="220"/>
                    <a:pt x="3507" y="220"/>
                    <a:pt x="3504" y="216"/>
                  </a:cubicBezTo>
                  <a:cubicBezTo>
                    <a:pt x="3485" y="199"/>
                    <a:pt x="3474" y="197"/>
                    <a:pt x="3469" y="188"/>
                  </a:cubicBezTo>
                  <a:cubicBezTo>
                    <a:pt x="3442" y="157"/>
                    <a:pt x="3447" y="163"/>
                    <a:pt x="3453" y="169"/>
                  </a:cubicBezTo>
                  <a:cubicBezTo>
                    <a:pt x="3478" y="187"/>
                    <a:pt x="3481" y="189"/>
                    <a:pt x="3483" y="193"/>
                  </a:cubicBezTo>
                  <a:cubicBezTo>
                    <a:pt x="3525" y="218"/>
                    <a:pt x="3531" y="224"/>
                    <a:pt x="3538" y="229"/>
                  </a:cubicBezTo>
                  <a:cubicBezTo>
                    <a:pt x="3595" y="256"/>
                    <a:pt x="3603" y="260"/>
                    <a:pt x="3610" y="265"/>
                  </a:cubicBezTo>
                  <a:cubicBezTo>
                    <a:pt x="3642" y="275"/>
                    <a:pt x="3644" y="276"/>
                    <a:pt x="3646" y="278"/>
                  </a:cubicBezTo>
                  <a:cubicBezTo>
                    <a:pt x="3697" y="296"/>
                    <a:pt x="3705" y="296"/>
                    <a:pt x="3709" y="300"/>
                  </a:cubicBezTo>
                  <a:cubicBezTo>
                    <a:pt x="3768" y="328"/>
                    <a:pt x="3781" y="331"/>
                    <a:pt x="3788" y="340"/>
                  </a:cubicBezTo>
                  <a:cubicBezTo>
                    <a:pt x="3806" y="351"/>
                    <a:pt x="3808" y="353"/>
                    <a:pt x="3811" y="354"/>
                  </a:cubicBezTo>
                  <a:cubicBezTo>
                    <a:pt x="3833" y="374"/>
                    <a:pt x="3837" y="374"/>
                    <a:pt x="3840" y="376"/>
                  </a:cubicBezTo>
                  <a:cubicBezTo>
                    <a:pt x="3829" y="365"/>
                    <a:pt x="3828" y="354"/>
                    <a:pt x="3818" y="353"/>
                  </a:cubicBezTo>
                  <a:cubicBezTo>
                    <a:pt x="3790" y="329"/>
                    <a:pt x="3784" y="331"/>
                    <a:pt x="3785" y="325"/>
                  </a:cubicBezTo>
                  <a:cubicBezTo>
                    <a:pt x="3759" y="314"/>
                    <a:pt x="3754" y="308"/>
                    <a:pt x="3744" y="306"/>
                  </a:cubicBezTo>
                  <a:cubicBezTo>
                    <a:pt x="3691" y="279"/>
                    <a:pt x="3678" y="280"/>
                    <a:pt x="3672" y="274"/>
                  </a:cubicBezTo>
                  <a:cubicBezTo>
                    <a:pt x="3600" y="254"/>
                    <a:pt x="3589" y="241"/>
                    <a:pt x="3569" y="237"/>
                  </a:cubicBezTo>
                  <a:cubicBezTo>
                    <a:pt x="3539" y="215"/>
                    <a:pt x="3533" y="217"/>
                    <a:pt x="3534" y="211"/>
                  </a:cubicBezTo>
                  <a:cubicBezTo>
                    <a:pt x="3492" y="194"/>
                    <a:pt x="3495" y="184"/>
                    <a:pt x="3489" y="184"/>
                  </a:cubicBezTo>
                  <a:cubicBezTo>
                    <a:pt x="3456" y="152"/>
                    <a:pt x="3447" y="155"/>
                    <a:pt x="3447" y="148"/>
                  </a:cubicBezTo>
                  <a:cubicBezTo>
                    <a:pt x="3425" y="126"/>
                    <a:pt x="3423" y="125"/>
                    <a:pt x="3423" y="121"/>
                  </a:cubicBezTo>
                  <a:cubicBezTo>
                    <a:pt x="3434" y="129"/>
                    <a:pt x="3437" y="129"/>
                    <a:pt x="3437" y="131"/>
                  </a:cubicBezTo>
                  <a:cubicBezTo>
                    <a:pt x="3461" y="150"/>
                    <a:pt x="3474" y="156"/>
                    <a:pt x="3483" y="167"/>
                  </a:cubicBezTo>
                  <a:cubicBezTo>
                    <a:pt x="3514" y="176"/>
                    <a:pt x="3515" y="187"/>
                    <a:pt x="3526" y="186"/>
                  </a:cubicBezTo>
                  <a:cubicBezTo>
                    <a:pt x="3554" y="198"/>
                    <a:pt x="3561" y="202"/>
                    <a:pt x="3567" y="207"/>
                  </a:cubicBezTo>
                  <a:cubicBezTo>
                    <a:pt x="3627" y="229"/>
                    <a:pt x="3638" y="238"/>
                    <a:pt x="3657" y="240"/>
                  </a:cubicBezTo>
                  <a:cubicBezTo>
                    <a:pt x="3691" y="257"/>
                    <a:pt x="3698" y="265"/>
                    <a:pt x="3709" y="267"/>
                  </a:cubicBezTo>
                  <a:cubicBezTo>
                    <a:pt x="3751" y="290"/>
                    <a:pt x="3755" y="293"/>
                    <a:pt x="3761" y="294"/>
                  </a:cubicBezTo>
                  <a:cubicBezTo>
                    <a:pt x="3792" y="313"/>
                    <a:pt x="3794" y="315"/>
                    <a:pt x="3795" y="318"/>
                  </a:cubicBezTo>
                  <a:cubicBezTo>
                    <a:pt x="3817" y="331"/>
                    <a:pt x="3824" y="336"/>
                    <a:pt x="3830" y="344"/>
                  </a:cubicBezTo>
                  <a:cubicBezTo>
                    <a:pt x="3837" y="339"/>
                    <a:pt x="3833" y="338"/>
                    <a:pt x="3829" y="335"/>
                  </a:cubicBezTo>
                  <a:cubicBezTo>
                    <a:pt x="3748" y="279"/>
                    <a:pt x="3746" y="274"/>
                    <a:pt x="3738" y="276"/>
                  </a:cubicBezTo>
                  <a:cubicBezTo>
                    <a:pt x="3689" y="246"/>
                    <a:pt x="3677" y="244"/>
                    <a:pt x="3670" y="237"/>
                  </a:cubicBezTo>
                  <a:cubicBezTo>
                    <a:pt x="3605" y="209"/>
                    <a:pt x="3600" y="207"/>
                    <a:pt x="3593" y="207"/>
                  </a:cubicBezTo>
                  <a:cubicBezTo>
                    <a:pt x="3541" y="181"/>
                    <a:pt x="3531" y="177"/>
                    <a:pt x="3521" y="173"/>
                  </a:cubicBezTo>
                  <a:cubicBezTo>
                    <a:pt x="3487" y="152"/>
                    <a:pt x="3476" y="148"/>
                    <a:pt x="3468" y="142"/>
                  </a:cubicBezTo>
                  <a:cubicBezTo>
                    <a:pt x="3450" y="123"/>
                    <a:pt x="3447" y="124"/>
                    <a:pt x="3445" y="122"/>
                  </a:cubicBezTo>
                  <a:cubicBezTo>
                    <a:pt x="3426" y="105"/>
                    <a:pt x="3423" y="102"/>
                    <a:pt x="3426" y="101"/>
                  </a:cubicBezTo>
                  <a:close/>
                  <a:moveTo>
                    <a:pt x="3422" y="38"/>
                  </a:moveTo>
                  <a:cubicBezTo>
                    <a:pt x="3426" y="37"/>
                    <a:pt x="3428" y="39"/>
                    <a:pt x="3431" y="39"/>
                  </a:cubicBezTo>
                  <a:cubicBezTo>
                    <a:pt x="3434" y="44"/>
                    <a:pt x="3437" y="47"/>
                    <a:pt x="3442" y="50"/>
                  </a:cubicBezTo>
                  <a:cubicBezTo>
                    <a:pt x="3448" y="51"/>
                    <a:pt x="3451" y="55"/>
                    <a:pt x="3456" y="57"/>
                  </a:cubicBezTo>
                  <a:cubicBezTo>
                    <a:pt x="3460" y="61"/>
                    <a:pt x="3466" y="61"/>
                    <a:pt x="3470" y="65"/>
                  </a:cubicBezTo>
                  <a:cubicBezTo>
                    <a:pt x="3480" y="69"/>
                    <a:pt x="3486" y="77"/>
                    <a:pt x="3499" y="78"/>
                  </a:cubicBezTo>
                  <a:cubicBezTo>
                    <a:pt x="3506" y="86"/>
                    <a:pt x="3520" y="86"/>
                    <a:pt x="3526" y="94"/>
                  </a:cubicBezTo>
                  <a:cubicBezTo>
                    <a:pt x="3550" y="97"/>
                    <a:pt x="3570" y="105"/>
                    <a:pt x="3587" y="116"/>
                  </a:cubicBezTo>
                  <a:cubicBezTo>
                    <a:pt x="3599" y="116"/>
                    <a:pt x="3607" y="121"/>
                    <a:pt x="3618" y="122"/>
                  </a:cubicBezTo>
                  <a:cubicBezTo>
                    <a:pt x="3624" y="128"/>
                    <a:pt x="3636" y="128"/>
                    <a:pt x="3643" y="134"/>
                  </a:cubicBezTo>
                  <a:cubicBezTo>
                    <a:pt x="3653" y="135"/>
                    <a:pt x="3661" y="141"/>
                    <a:pt x="3672" y="143"/>
                  </a:cubicBezTo>
                  <a:cubicBezTo>
                    <a:pt x="3681" y="145"/>
                    <a:pt x="3687" y="152"/>
                    <a:pt x="3699" y="152"/>
                  </a:cubicBezTo>
                  <a:cubicBezTo>
                    <a:pt x="3691" y="160"/>
                    <a:pt x="3685" y="147"/>
                    <a:pt x="3674" y="151"/>
                  </a:cubicBezTo>
                  <a:cubicBezTo>
                    <a:pt x="3667" y="149"/>
                    <a:pt x="3659" y="148"/>
                    <a:pt x="3648" y="149"/>
                  </a:cubicBezTo>
                  <a:cubicBezTo>
                    <a:pt x="3645" y="145"/>
                    <a:pt x="3637" y="146"/>
                    <a:pt x="3632" y="143"/>
                  </a:cubicBezTo>
                  <a:cubicBezTo>
                    <a:pt x="3627" y="143"/>
                    <a:pt x="3622" y="141"/>
                    <a:pt x="3619" y="138"/>
                  </a:cubicBezTo>
                  <a:cubicBezTo>
                    <a:pt x="3607" y="137"/>
                    <a:pt x="3600" y="131"/>
                    <a:pt x="3588" y="131"/>
                  </a:cubicBezTo>
                  <a:cubicBezTo>
                    <a:pt x="3580" y="125"/>
                    <a:pt x="3567" y="125"/>
                    <a:pt x="3559" y="120"/>
                  </a:cubicBezTo>
                  <a:cubicBezTo>
                    <a:pt x="3550" y="116"/>
                    <a:pt x="3542" y="111"/>
                    <a:pt x="3532" y="109"/>
                  </a:cubicBezTo>
                  <a:cubicBezTo>
                    <a:pt x="3528" y="105"/>
                    <a:pt x="3522" y="104"/>
                    <a:pt x="3518" y="101"/>
                  </a:cubicBezTo>
                  <a:cubicBezTo>
                    <a:pt x="3516" y="100"/>
                    <a:pt x="3513" y="99"/>
                    <a:pt x="3509" y="100"/>
                  </a:cubicBezTo>
                  <a:cubicBezTo>
                    <a:pt x="3510" y="96"/>
                    <a:pt x="3507" y="96"/>
                    <a:pt x="3504" y="95"/>
                  </a:cubicBezTo>
                  <a:cubicBezTo>
                    <a:pt x="3497" y="90"/>
                    <a:pt x="3487" y="87"/>
                    <a:pt x="3481" y="80"/>
                  </a:cubicBezTo>
                  <a:cubicBezTo>
                    <a:pt x="3475" y="80"/>
                    <a:pt x="3473" y="75"/>
                    <a:pt x="3470" y="72"/>
                  </a:cubicBezTo>
                  <a:cubicBezTo>
                    <a:pt x="3466" y="72"/>
                    <a:pt x="3465" y="69"/>
                    <a:pt x="3461" y="70"/>
                  </a:cubicBezTo>
                  <a:cubicBezTo>
                    <a:pt x="3462" y="66"/>
                    <a:pt x="3459" y="66"/>
                    <a:pt x="3456" y="66"/>
                  </a:cubicBezTo>
                  <a:cubicBezTo>
                    <a:pt x="3455" y="60"/>
                    <a:pt x="3447" y="63"/>
                    <a:pt x="3445" y="58"/>
                  </a:cubicBezTo>
                  <a:cubicBezTo>
                    <a:pt x="3439" y="58"/>
                    <a:pt x="3438" y="52"/>
                    <a:pt x="3431" y="53"/>
                  </a:cubicBezTo>
                  <a:cubicBezTo>
                    <a:pt x="3428" y="45"/>
                    <a:pt x="3422" y="40"/>
                    <a:pt x="3415" y="36"/>
                  </a:cubicBezTo>
                  <a:cubicBezTo>
                    <a:pt x="3415" y="31"/>
                    <a:pt x="3422" y="35"/>
                    <a:pt x="3422" y="38"/>
                  </a:cubicBezTo>
                  <a:close/>
                  <a:moveTo>
                    <a:pt x="3358" y="316"/>
                  </a:moveTo>
                  <a:cubicBezTo>
                    <a:pt x="3355" y="318"/>
                    <a:pt x="3354" y="322"/>
                    <a:pt x="3352" y="325"/>
                  </a:cubicBezTo>
                  <a:cubicBezTo>
                    <a:pt x="3345" y="322"/>
                    <a:pt x="3356" y="319"/>
                    <a:pt x="3354" y="314"/>
                  </a:cubicBezTo>
                  <a:cubicBezTo>
                    <a:pt x="3356" y="311"/>
                    <a:pt x="3358" y="308"/>
                    <a:pt x="3360" y="305"/>
                  </a:cubicBezTo>
                  <a:cubicBezTo>
                    <a:pt x="3367" y="307"/>
                    <a:pt x="3355" y="310"/>
                    <a:pt x="3358" y="316"/>
                  </a:cubicBezTo>
                  <a:close/>
                  <a:moveTo>
                    <a:pt x="3369" y="289"/>
                  </a:moveTo>
                  <a:cubicBezTo>
                    <a:pt x="3368" y="293"/>
                    <a:pt x="3366" y="297"/>
                    <a:pt x="3364" y="302"/>
                  </a:cubicBezTo>
                  <a:cubicBezTo>
                    <a:pt x="3358" y="300"/>
                    <a:pt x="3368" y="295"/>
                    <a:pt x="3365" y="289"/>
                  </a:cubicBezTo>
                  <a:cubicBezTo>
                    <a:pt x="3369" y="286"/>
                    <a:pt x="3372" y="281"/>
                    <a:pt x="3373" y="275"/>
                  </a:cubicBezTo>
                  <a:cubicBezTo>
                    <a:pt x="3378" y="277"/>
                    <a:pt x="3371" y="286"/>
                    <a:pt x="3369" y="289"/>
                  </a:cubicBezTo>
                  <a:close/>
                  <a:moveTo>
                    <a:pt x="3386" y="250"/>
                  </a:moveTo>
                  <a:cubicBezTo>
                    <a:pt x="3383" y="256"/>
                    <a:pt x="3386" y="247"/>
                    <a:pt x="3386" y="244"/>
                  </a:cubicBezTo>
                  <a:cubicBezTo>
                    <a:pt x="3390" y="245"/>
                    <a:pt x="3387" y="248"/>
                    <a:pt x="3386" y="250"/>
                  </a:cubicBezTo>
                  <a:close/>
                  <a:moveTo>
                    <a:pt x="3411" y="294"/>
                  </a:moveTo>
                  <a:cubicBezTo>
                    <a:pt x="3406" y="294"/>
                    <a:pt x="3410" y="287"/>
                    <a:pt x="3411" y="286"/>
                  </a:cubicBezTo>
                  <a:cubicBezTo>
                    <a:pt x="3417" y="287"/>
                    <a:pt x="3409" y="290"/>
                    <a:pt x="3411" y="294"/>
                  </a:cubicBezTo>
                  <a:close/>
                  <a:moveTo>
                    <a:pt x="3420" y="261"/>
                  </a:moveTo>
                  <a:cubicBezTo>
                    <a:pt x="3416" y="267"/>
                    <a:pt x="3419" y="257"/>
                    <a:pt x="3419" y="254"/>
                  </a:cubicBezTo>
                  <a:cubicBezTo>
                    <a:pt x="3423" y="256"/>
                    <a:pt x="3420" y="258"/>
                    <a:pt x="3420" y="261"/>
                  </a:cubicBezTo>
                  <a:close/>
                  <a:moveTo>
                    <a:pt x="3593" y="579"/>
                  </a:moveTo>
                  <a:cubicBezTo>
                    <a:pt x="3593" y="580"/>
                    <a:pt x="3593" y="582"/>
                    <a:pt x="3593" y="583"/>
                  </a:cubicBezTo>
                  <a:cubicBezTo>
                    <a:pt x="3589" y="585"/>
                    <a:pt x="3589" y="580"/>
                    <a:pt x="3589" y="577"/>
                  </a:cubicBezTo>
                  <a:cubicBezTo>
                    <a:pt x="3590" y="577"/>
                    <a:pt x="3591" y="579"/>
                    <a:pt x="3593" y="579"/>
                  </a:cubicBezTo>
                  <a:close/>
                  <a:moveTo>
                    <a:pt x="3576" y="556"/>
                  </a:moveTo>
                  <a:cubicBezTo>
                    <a:pt x="3575" y="562"/>
                    <a:pt x="3571" y="551"/>
                    <a:pt x="3567" y="552"/>
                  </a:cubicBezTo>
                  <a:cubicBezTo>
                    <a:pt x="3567" y="549"/>
                    <a:pt x="3567" y="546"/>
                    <a:pt x="3565" y="546"/>
                  </a:cubicBezTo>
                  <a:cubicBezTo>
                    <a:pt x="3569" y="539"/>
                    <a:pt x="3571" y="556"/>
                    <a:pt x="3576" y="556"/>
                  </a:cubicBezTo>
                  <a:close/>
                  <a:moveTo>
                    <a:pt x="3522" y="440"/>
                  </a:moveTo>
                  <a:cubicBezTo>
                    <a:pt x="3518" y="438"/>
                    <a:pt x="3516" y="434"/>
                    <a:pt x="3515" y="429"/>
                  </a:cubicBezTo>
                  <a:cubicBezTo>
                    <a:pt x="3519" y="430"/>
                    <a:pt x="3521" y="435"/>
                    <a:pt x="3522" y="440"/>
                  </a:cubicBezTo>
                  <a:close/>
                  <a:moveTo>
                    <a:pt x="3503" y="443"/>
                  </a:moveTo>
                  <a:cubicBezTo>
                    <a:pt x="3507" y="446"/>
                    <a:pt x="3504" y="458"/>
                    <a:pt x="3508" y="462"/>
                  </a:cubicBezTo>
                  <a:cubicBezTo>
                    <a:pt x="3505" y="460"/>
                    <a:pt x="3503" y="460"/>
                    <a:pt x="3500" y="463"/>
                  </a:cubicBezTo>
                  <a:cubicBezTo>
                    <a:pt x="3502" y="474"/>
                    <a:pt x="3498" y="479"/>
                    <a:pt x="3497" y="487"/>
                  </a:cubicBezTo>
                  <a:cubicBezTo>
                    <a:pt x="3497" y="495"/>
                    <a:pt x="3491" y="481"/>
                    <a:pt x="3497" y="483"/>
                  </a:cubicBezTo>
                  <a:cubicBezTo>
                    <a:pt x="3495" y="466"/>
                    <a:pt x="3502" y="458"/>
                    <a:pt x="3503" y="443"/>
                  </a:cubicBezTo>
                  <a:close/>
                  <a:moveTo>
                    <a:pt x="3451" y="265"/>
                  </a:moveTo>
                  <a:cubicBezTo>
                    <a:pt x="3459" y="267"/>
                    <a:pt x="3454" y="277"/>
                    <a:pt x="3452" y="281"/>
                  </a:cubicBezTo>
                  <a:cubicBezTo>
                    <a:pt x="3445" y="278"/>
                    <a:pt x="3454" y="272"/>
                    <a:pt x="3451" y="265"/>
                  </a:cubicBezTo>
                  <a:close/>
                  <a:moveTo>
                    <a:pt x="57" y="2139"/>
                  </a:moveTo>
                  <a:cubicBezTo>
                    <a:pt x="52" y="2141"/>
                    <a:pt x="48" y="2128"/>
                    <a:pt x="43" y="2130"/>
                  </a:cubicBezTo>
                  <a:cubicBezTo>
                    <a:pt x="38" y="2120"/>
                    <a:pt x="28" y="2117"/>
                    <a:pt x="18" y="2109"/>
                  </a:cubicBezTo>
                  <a:cubicBezTo>
                    <a:pt x="12" y="2104"/>
                    <a:pt x="6" y="2099"/>
                    <a:pt x="0" y="2093"/>
                  </a:cubicBezTo>
                  <a:cubicBezTo>
                    <a:pt x="0" y="2105"/>
                    <a:pt x="0" y="2105"/>
                    <a:pt x="0" y="2105"/>
                  </a:cubicBezTo>
                  <a:cubicBezTo>
                    <a:pt x="5" y="2108"/>
                    <a:pt x="10" y="2111"/>
                    <a:pt x="15" y="2115"/>
                  </a:cubicBezTo>
                  <a:cubicBezTo>
                    <a:pt x="29" y="2128"/>
                    <a:pt x="43" y="2139"/>
                    <a:pt x="58" y="2150"/>
                  </a:cubicBezTo>
                  <a:cubicBezTo>
                    <a:pt x="60" y="2153"/>
                    <a:pt x="64" y="2157"/>
                    <a:pt x="67" y="2160"/>
                  </a:cubicBezTo>
                  <a:cubicBezTo>
                    <a:pt x="74" y="2160"/>
                    <a:pt x="74" y="2160"/>
                    <a:pt x="74" y="2160"/>
                  </a:cubicBezTo>
                  <a:cubicBezTo>
                    <a:pt x="72" y="2157"/>
                    <a:pt x="69" y="2154"/>
                    <a:pt x="67" y="2150"/>
                  </a:cubicBezTo>
                  <a:cubicBezTo>
                    <a:pt x="61" y="2143"/>
                    <a:pt x="59" y="2146"/>
                    <a:pt x="57" y="2139"/>
                  </a:cubicBezTo>
                  <a:close/>
                  <a:moveTo>
                    <a:pt x="0" y="2131"/>
                  </a:moveTo>
                  <a:cubicBezTo>
                    <a:pt x="0" y="2152"/>
                    <a:pt x="0" y="2152"/>
                    <a:pt x="0" y="2152"/>
                  </a:cubicBezTo>
                  <a:cubicBezTo>
                    <a:pt x="2" y="2155"/>
                    <a:pt x="4" y="2158"/>
                    <a:pt x="6" y="2160"/>
                  </a:cubicBezTo>
                  <a:cubicBezTo>
                    <a:pt x="18" y="2160"/>
                    <a:pt x="18" y="2160"/>
                    <a:pt x="18" y="2160"/>
                  </a:cubicBezTo>
                  <a:cubicBezTo>
                    <a:pt x="15" y="2155"/>
                    <a:pt x="11" y="2149"/>
                    <a:pt x="5" y="2144"/>
                  </a:cubicBezTo>
                  <a:cubicBezTo>
                    <a:pt x="4" y="2139"/>
                    <a:pt x="2" y="2135"/>
                    <a:pt x="0" y="2131"/>
                  </a:cubicBezTo>
                  <a:close/>
                  <a:moveTo>
                    <a:pt x="1714" y="33"/>
                  </a:moveTo>
                  <a:cubicBezTo>
                    <a:pt x="1718" y="31"/>
                    <a:pt x="1719" y="23"/>
                    <a:pt x="1721" y="17"/>
                  </a:cubicBezTo>
                  <a:cubicBezTo>
                    <a:pt x="1726" y="16"/>
                    <a:pt x="1724" y="2"/>
                    <a:pt x="1730" y="2"/>
                  </a:cubicBezTo>
                  <a:cubicBezTo>
                    <a:pt x="1730" y="1"/>
                    <a:pt x="1730" y="1"/>
                    <a:pt x="1730" y="0"/>
                  </a:cubicBezTo>
                  <a:cubicBezTo>
                    <a:pt x="1723" y="0"/>
                    <a:pt x="1723" y="0"/>
                    <a:pt x="1723" y="0"/>
                  </a:cubicBezTo>
                  <a:cubicBezTo>
                    <a:pt x="1720" y="5"/>
                    <a:pt x="1718" y="9"/>
                    <a:pt x="1715" y="13"/>
                  </a:cubicBezTo>
                  <a:cubicBezTo>
                    <a:pt x="1710" y="27"/>
                    <a:pt x="1705" y="42"/>
                    <a:pt x="1699" y="54"/>
                  </a:cubicBezTo>
                  <a:cubicBezTo>
                    <a:pt x="1702" y="61"/>
                    <a:pt x="1694" y="63"/>
                    <a:pt x="1693" y="72"/>
                  </a:cubicBezTo>
                  <a:cubicBezTo>
                    <a:pt x="1691" y="82"/>
                    <a:pt x="1692" y="83"/>
                    <a:pt x="1687" y="91"/>
                  </a:cubicBezTo>
                  <a:cubicBezTo>
                    <a:pt x="1685" y="88"/>
                    <a:pt x="1688" y="82"/>
                    <a:pt x="1687" y="77"/>
                  </a:cubicBezTo>
                  <a:cubicBezTo>
                    <a:pt x="1688" y="73"/>
                    <a:pt x="1690" y="68"/>
                    <a:pt x="1691" y="63"/>
                  </a:cubicBezTo>
                  <a:cubicBezTo>
                    <a:pt x="1692" y="53"/>
                    <a:pt x="1693" y="52"/>
                    <a:pt x="1696" y="39"/>
                  </a:cubicBezTo>
                  <a:cubicBezTo>
                    <a:pt x="1699" y="24"/>
                    <a:pt x="1705" y="13"/>
                    <a:pt x="1710" y="0"/>
                  </a:cubicBezTo>
                  <a:cubicBezTo>
                    <a:pt x="1703" y="0"/>
                    <a:pt x="1703" y="0"/>
                    <a:pt x="1703" y="0"/>
                  </a:cubicBezTo>
                  <a:cubicBezTo>
                    <a:pt x="1695" y="24"/>
                    <a:pt x="1693" y="32"/>
                    <a:pt x="1684" y="65"/>
                  </a:cubicBezTo>
                  <a:cubicBezTo>
                    <a:pt x="1684" y="77"/>
                    <a:pt x="1684" y="89"/>
                    <a:pt x="1679" y="103"/>
                  </a:cubicBezTo>
                  <a:cubicBezTo>
                    <a:pt x="1682" y="103"/>
                    <a:pt x="1685" y="103"/>
                    <a:pt x="1682" y="101"/>
                  </a:cubicBezTo>
                  <a:cubicBezTo>
                    <a:pt x="1684" y="98"/>
                    <a:pt x="1686" y="102"/>
                    <a:pt x="1686" y="104"/>
                  </a:cubicBezTo>
                  <a:cubicBezTo>
                    <a:pt x="1686" y="109"/>
                    <a:pt x="1678" y="118"/>
                    <a:pt x="1686" y="118"/>
                  </a:cubicBezTo>
                  <a:cubicBezTo>
                    <a:pt x="1691" y="95"/>
                    <a:pt x="1698" y="83"/>
                    <a:pt x="1700" y="65"/>
                  </a:cubicBezTo>
                  <a:cubicBezTo>
                    <a:pt x="1705" y="57"/>
                    <a:pt x="1709" y="44"/>
                    <a:pt x="1714" y="33"/>
                  </a:cubicBezTo>
                  <a:close/>
                  <a:moveTo>
                    <a:pt x="3158" y="1807"/>
                  </a:moveTo>
                  <a:cubicBezTo>
                    <a:pt x="3155" y="1805"/>
                    <a:pt x="3153" y="1805"/>
                    <a:pt x="3151" y="1805"/>
                  </a:cubicBezTo>
                  <a:cubicBezTo>
                    <a:pt x="3135" y="1790"/>
                    <a:pt x="3132" y="1787"/>
                    <a:pt x="3131" y="1789"/>
                  </a:cubicBezTo>
                  <a:cubicBezTo>
                    <a:pt x="3095" y="1762"/>
                    <a:pt x="3093" y="1759"/>
                    <a:pt x="3083" y="1754"/>
                  </a:cubicBezTo>
                  <a:cubicBezTo>
                    <a:pt x="3060" y="1715"/>
                    <a:pt x="3059" y="1709"/>
                    <a:pt x="3057" y="1703"/>
                  </a:cubicBezTo>
                  <a:cubicBezTo>
                    <a:pt x="3049" y="1705"/>
                    <a:pt x="3054" y="1709"/>
                    <a:pt x="3051" y="1715"/>
                  </a:cubicBezTo>
                  <a:cubicBezTo>
                    <a:pt x="3069" y="1745"/>
                    <a:pt x="3066" y="1750"/>
                    <a:pt x="3073" y="1753"/>
                  </a:cubicBezTo>
                  <a:cubicBezTo>
                    <a:pt x="3064" y="1757"/>
                    <a:pt x="3058" y="1755"/>
                    <a:pt x="3052" y="1750"/>
                  </a:cubicBezTo>
                  <a:cubicBezTo>
                    <a:pt x="3027" y="1719"/>
                    <a:pt x="3031" y="1715"/>
                    <a:pt x="3024" y="1713"/>
                  </a:cubicBezTo>
                  <a:cubicBezTo>
                    <a:pt x="3006" y="1687"/>
                    <a:pt x="3005" y="1680"/>
                    <a:pt x="2998" y="1674"/>
                  </a:cubicBezTo>
                  <a:cubicBezTo>
                    <a:pt x="2974" y="1614"/>
                    <a:pt x="2974" y="1605"/>
                    <a:pt x="2968" y="1597"/>
                  </a:cubicBezTo>
                  <a:cubicBezTo>
                    <a:pt x="2960" y="1561"/>
                    <a:pt x="2955" y="1552"/>
                    <a:pt x="2954" y="1543"/>
                  </a:cubicBezTo>
                  <a:cubicBezTo>
                    <a:pt x="2942" y="1487"/>
                    <a:pt x="2938" y="1485"/>
                    <a:pt x="2939" y="1483"/>
                  </a:cubicBezTo>
                  <a:cubicBezTo>
                    <a:pt x="2932" y="1458"/>
                    <a:pt x="2930" y="1454"/>
                    <a:pt x="2926" y="1451"/>
                  </a:cubicBezTo>
                  <a:cubicBezTo>
                    <a:pt x="2918" y="1423"/>
                    <a:pt x="2918" y="1412"/>
                    <a:pt x="2913" y="1416"/>
                  </a:cubicBezTo>
                  <a:cubicBezTo>
                    <a:pt x="2922" y="1441"/>
                    <a:pt x="2923" y="1444"/>
                    <a:pt x="2924" y="1447"/>
                  </a:cubicBezTo>
                  <a:cubicBezTo>
                    <a:pt x="2933" y="1489"/>
                    <a:pt x="2937" y="1499"/>
                    <a:pt x="2939" y="1510"/>
                  </a:cubicBezTo>
                  <a:cubicBezTo>
                    <a:pt x="2947" y="1546"/>
                    <a:pt x="2946" y="1552"/>
                    <a:pt x="2950" y="1556"/>
                  </a:cubicBezTo>
                  <a:cubicBezTo>
                    <a:pt x="2955" y="1583"/>
                    <a:pt x="2959" y="1585"/>
                    <a:pt x="2955" y="1588"/>
                  </a:cubicBezTo>
                  <a:cubicBezTo>
                    <a:pt x="2965" y="1615"/>
                    <a:pt x="2972" y="1624"/>
                    <a:pt x="2974" y="1635"/>
                  </a:cubicBezTo>
                  <a:cubicBezTo>
                    <a:pt x="3005" y="1703"/>
                    <a:pt x="3014" y="1707"/>
                    <a:pt x="3013" y="1713"/>
                  </a:cubicBezTo>
                  <a:cubicBezTo>
                    <a:pt x="3012" y="1729"/>
                    <a:pt x="3007" y="1712"/>
                    <a:pt x="2996" y="1704"/>
                  </a:cubicBezTo>
                  <a:cubicBezTo>
                    <a:pt x="2983" y="1672"/>
                    <a:pt x="2975" y="1670"/>
                    <a:pt x="2977" y="1666"/>
                  </a:cubicBezTo>
                  <a:cubicBezTo>
                    <a:pt x="2961" y="1640"/>
                    <a:pt x="2961" y="1632"/>
                    <a:pt x="2956" y="1626"/>
                  </a:cubicBezTo>
                  <a:cubicBezTo>
                    <a:pt x="2948" y="1598"/>
                    <a:pt x="2946" y="1591"/>
                    <a:pt x="2945" y="1584"/>
                  </a:cubicBezTo>
                  <a:cubicBezTo>
                    <a:pt x="2934" y="1529"/>
                    <a:pt x="2935" y="1525"/>
                    <a:pt x="2934" y="1522"/>
                  </a:cubicBezTo>
                  <a:cubicBezTo>
                    <a:pt x="2931" y="1493"/>
                    <a:pt x="2927" y="1487"/>
                    <a:pt x="2928" y="1479"/>
                  </a:cubicBezTo>
                  <a:cubicBezTo>
                    <a:pt x="2906" y="1410"/>
                    <a:pt x="2905" y="1403"/>
                    <a:pt x="2902" y="1396"/>
                  </a:cubicBezTo>
                  <a:cubicBezTo>
                    <a:pt x="2891" y="1385"/>
                    <a:pt x="2900" y="1391"/>
                    <a:pt x="2900" y="1400"/>
                  </a:cubicBezTo>
                  <a:cubicBezTo>
                    <a:pt x="2911" y="1442"/>
                    <a:pt x="2915" y="1445"/>
                    <a:pt x="2913" y="1450"/>
                  </a:cubicBezTo>
                  <a:cubicBezTo>
                    <a:pt x="2922" y="1477"/>
                    <a:pt x="2920" y="1480"/>
                    <a:pt x="2921" y="1482"/>
                  </a:cubicBezTo>
                  <a:cubicBezTo>
                    <a:pt x="2923" y="1506"/>
                    <a:pt x="2930" y="1509"/>
                    <a:pt x="2926" y="1514"/>
                  </a:cubicBezTo>
                  <a:cubicBezTo>
                    <a:pt x="2937" y="1582"/>
                    <a:pt x="2936" y="1585"/>
                    <a:pt x="2938" y="1587"/>
                  </a:cubicBezTo>
                  <a:cubicBezTo>
                    <a:pt x="2946" y="1620"/>
                    <a:pt x="2947" y="1623"/>
                    <a:pt x="2947" y="1628"/>
                  </a:cubicBezTo>
                  <a:cubicBezTo>
                    <a:pt x="2952" y="1638"/>
                    <a:pt x="2959" y="1643"/>
                    <a:pt x="2958" y="1648"/>
                  </a:cubicBezTo>
                  <a:cubicBezTo>
                    <a:pt x="2970" y="1669"/>
                    <a:pt x="2970" y="1675"/>
                    <a:pt x="2975" y="1680"/>
                  </a:cubicBezTo>
                  <a:cubicBezTo>
                    <a:pt x="2985" y="1703"/>
                    <a:pt x="2991" y="1708"/>
                    <a:pt x="2992" y="1715"/>
                  </a:cubicBezTo>
                  <a:cubicBezTo>
                    <a:pt x="2960" y="1672"/>
                    <a:pt x="2952" y="1665"/>
                    <a:pt x="2949" y="1657"/>
                  </a:cubicBezTo>
                  <a:cubicBezTo>
                    <a:pt x="2930" y="1604"/>
                    <a:pt x="2923" y="1599"/>
                    <a:pt x="2923" y="1593"/>
                  </a:cubicBezTo>
                  <a:cubicBezTo>
                    <a:pt x="2916" y="1554"/>
                    <a:pt x="2909" y="1552"/>
                    <a:pt x="2911" y="1548"/>
                  </a:cubicBezTo>
                  <a:cubicBezTo>
                    <a:pt x="2903" y="1513"/>
                    <a:pt x="2903" y="1506"/>
                    <a:pt x="2901" y="1500"/>
                  </a:cubicBezTo>
                  <a:cubicBezTo>
                    <a:pt x="2897" y="1475"/>
                    <a:pt x="2894" y="1469"/>
                    <a:pt x="2895" y="1462"/>
                  </a:cubicBezTo>
                  <a:cubicBezTo>
                    <a:pt x="2886" y="1404"/>
                    <a:pt x="2880" y="1402"/>
                    <a:pt x="2879" y="1399"/>
                  </a:cubicBezTo>
                  <a:cubicBezTo>
                    <a:pt x="2849" y="1306"/>
                    <a:pt x="2845" y="1298"/>
                    <a:pt x="2848" y="1289"/>
                  </a:cubicBezTo>
                  <a:cubicBezTo>
                    <a:pt x="2840" y="1270"/>
                    <a:pt x="2841" y="1277"/>
                    <a:pt x="2844" y="1284"/>
                  </a:cubicBezTo>
                  <a:cubicBezTo>
                    <a:pt x="2845" y="1328"/>
                    <a:pt x="2844" y="1332"/>
                    <a:pt x="2849" y="1334"/>
                  </a:cubicBezTo>
                  <a:cubicBezTo>
                    <a:pt x="2853" y="1401"/>
                    <a:pt x="2850" y="1416"/>
                    <a:pt x="2854" y="1429"/>
                  </a:cubicBezTo>
                  <a:cubicBezTo>
                    <a:pt x="2854" y="1447"/>
                    <a:pt x="2859" y="1448"/>
                    <a:pt x="2855" y="1451"/>
                  </a:cubicBezTo>
                  <a:cubicBezTo>
                    <a:pt x="2860" y="1486"/>
                    <a:pt x="2863" y="1500"/>
                    <a:pt x="2863" y="1514"/>
                  </a:cubicBezTo>
                  <a:cubicBezTo>
                    <a:pt x="2878" y="1567"/>
                    <a:pt x="2875" y="1571"/>
                    <a:pt x="2878" y="1574"/>
                  </a:cubicBezTo>
                  <a:cubicBezTo>
                    <a:pt x="2882" y="1588"/>
                    <a:pt x="2881" y="1592"/>
                    <a:pt x="2886" y="1594"/>
                  </a:cubicBezTo>
                  <a:cubicBezTo>
                    <a:pt x="2895" y="1630"/>
                    <a:pt x="2905" y="1631"/>
                    <a:pt x="2897" y="1633"/>
                  </a:cubicBezTo>
                  <a:cubicBezTo>
                    <a:pt x="2887" y="1603"/>
                    <a:pt x="2880" y="1602"/>
                    <a:pt x="2877" y="1599"/>
                  </a:cubicBezTo>
                  <a:cubicBezTo>
                    <a:pt x="2871" y="1576"/>
                    <a:pt x="2870" y="1573"/>
                    <a:pt x="2870" y="1571"/>
                  </a:cubicBezTo>
                  <a:cubicBezTo>
                    <a:pt x="2856" y="1524"/>
                    <a:pt x="2855" y="1519"/>
                    <a:pt x="2855" y="1514"/>
                  </a:cubicBezTo>
                  <a:cubicBezTo>
                    <a:pt x="2847" y="1481"/>
                    <a:pt x="2848" y="1476"/>
                    <a:pt x="2844" y="1472"/>
                  </a:cubicBezTo>
                  <a:cubicBezTo>
                    <a:pt x="2834" y="1424"/>
                    <a:pt x="2823" y="1421"/>
                    <a:pt x="2829" y="1415"/>
                  </a:cubicBezTo>
                  <a:cubicBezTo>
                    <a:pt x="2807" y="1354"/>
                    <a:pt x="2797" y="1336"/>
                    <a:pt x="2792" y="1317"/>
                  </a:cubicBezTo>
                  <a:cubicBezTo>
                    <a:pt x="2772" y="1287"/>
                    <a:pt x="2779" y="1281"/>
                    <a:pt x="2772" y="1278"/>
                  </a:cubicBezTo>
                  <a:cubicBezTo>
                    <a:pt x="2760" y="1259"/>
                    <a:pt x="2763" y="1254"/>
                    <a:pt x="2758" y="1250"/>
                  </a:cubicBezTo>
                  <a:cubicBezTo>
                    <a:pt x="2739" y="1219"/>
                    <a:pt x="2740" y="1214"/>
                    <a:pt x="2733" y="1210"/>
                  </a:cubicBezTo>
                  <a:cubicBezTo>
                    <a:pt x="2704" y="1176"/>
                    <a:pt x="2698" y="1167"/>
                    <a:pt x="2691" y="1158"/>
                  </a:cubicBezTo>
                  <a:cubicBezTo>
                    <a:pt x="2677" y="1152"/>
                    <a:pt x="2667" y="1150"/>
                    <a:pt x="2672" y="1156"/>
                  </a:cubicBezTo>
                  <a:cubicBezTo>
                    <a:pt x="2687" y="1171"/>
                    <a:pt x="2696" y="1174"/>
                    <a:pt x="2701" y="1178"/>
                  </a:cubicBezTo>
                  <a:cubicBezTo>
                    <a:pt x="2719" y="1217"/>
                    <a:pt x="2727" y="1221"/>
                    <a:pt x="2727" y="1227"/>
                  </a:cubicBezTo>
                  <a:cubicBezTo>
                    <a:pt x="2742" y="1266"/>
                    <a:pt x="2752" y="1271"/>
                    <a:pt x="2751" y="1277"/>
                  </a:cubicBezTo>
                  <a:cubicBezTo>
                    <a:pt x="2767" y="1314"/>
                    <a:pt x="2767" y="1317"/>
                    <a:pt x="2771" y="1319"/>
                  </a:cubicBezTo>
                  <a:cubicBezTo>
                    <a:pt x="2780" y="1351"/>
                    <a:pt x="2787" y="1356"/>
                    <a:pt x="2786" y="1363"/>
                  </a:cubicBezTo>
                  <a:cubicBezTo>
                    <a:pt x="2796" y="1382"/>
                    <a:pt x="2794" y="1385"/>
                    <a:pt x="2795" y="1388"/>
                  </a:cubicBezTo>
                  <a:cubicBezTo>
                    <a:pt x="2803" y="1417"/>
                    <a:pt x="2805" y="1420"/>
                    <a:pt x="2809" y="1423"/>
                  </a:cubicBezTo>
                  <a:cubicBezTo>
                    <a:pt x="2813" y="1444"/>
                    <a:pt x="2814" y="1447"/>
                    <a:pt x="2811" y="1450"/>
                  </a:cubicBezTo>
                  <a:cubicBezTo>
                    <a:pt x="2825" y="1491"/>
                    <a:pt x="2828" y="1493"/>
                    <a:pt x="2828" y="1496"/>
                  </a:cubicBezTo>
                  <a:cubicBezTo>
                    <a:pt x="2835" y="1522"/>
                    <a:pt x="2836" y="1525"/>
                    <a:pt x="2839" y="1527"/>
                  </a:cubicBezTo>
                  <a:cubicBezTo>
                    <a:pt x="2851" y="1580"/>
                    <a:pt x="2853" y="1585"/>
                    <a:pt x="2858" y="1589"/>
                  </a:cubicBezTo>
                  <a:cubicBezTo>
                    <a:pt x="2886" y="1644"/>
                    <a:pt x="2890" y="1655"/>
                    <a:pt x="2897" y="1665"/>
                  </a:cubicBezTo>
                  <a:cubicBezTo>
                    <a:pt x="2908" y="1689"/>
                    <a:pt x="2910" y="1697"/>
                    <a:pt x="2906" y="1694"/>
                  </a:cubicBezTo>
                  <a:cubicBezTo>
                    <a:pt x="2862" y="1637"/>
                    <a:pt x="2851" y="1606"/>
                    <a:pt x="2832" y="1577"/>
                  </a:cubicBezTo>
                  <a:cubicBezTo>
                    <a:pt x="2811" y="1528"/>
                    <a:pt x="2810" y="1524"/>
                    <a:pt x="2809" y="1520"/>
                  </a:cubicBezTo>
                  <a:cubicBezTo>
                    <a:pt x="2791" y="1470"/>
                    <a:pt x="2788" y="1454"/>
                    <a:pt x="2785" y="1438"/>
                  </a:cubicBezTo>
                  <a:cubicBezTo>
                    <a:pt x="2763" y="1361"/>
                    <a:pt x="2758" y="1353"/>
                    <a:pt x="2755" y="1345"/>
                  </a:cubicBezTo>
                  <a:cubicBezTo>
                    <a:pt x="2747" y="1318"/>
                    <a:pt x="2739" y="1315"/>
                    <a:pt x="2742" y="1310"/>
                  </a:cubicBezTo>
                  <a:cubicBezTo>
                    <a:pt x="2741" y="1318"/>
                    <a:pt x="2741" y="1322"/>
                    <a:pt x="2742" y="1326"/>
                  </a:cubicBezTo>
                  <a:cubicBezTo>
                    <a:pt x="2761" y="1380"/>
                    <a:pt x="2766" y="1383"/>
                    <a:pt x="2764" y="1388"/>
                  </a:cubicBezTo>
                  <a:cubicBezTo>
                    <a:pt x="2781" y="1433"/>
                    <a:pt x="2773" y="1439"/>
                    <a:pt x="2780" y="1443"/>
                  </a:cubicBezTo>
                  <a:cubicBezTo>
                    <a:pt x="2790" y="1491"/>
                    <a:pt x="2792" y="1496"/>
                    <a:pt x="2793" y="1501"/>
                  </a:cubicBezTo>
                  <a:cubicBezTo>
                    <a:pt x="2787" y="1502"/>
                    <a:pt x="2789" y="1498"/>
                    <a:pt x="2789" y="1496"/>
                  </a:cubicBezTo>
                  <a:cubicBezTo>
                    <a:pt x="2774" y="1451"/>
                    <a:pt x="2763" y="1443"/>
                    <a:pt x="2765" y="1433"/>
                  </a:cubicBezTo>
                  <a:cubicBezTo>
                    <a:pt x="2755" y="1409"/>
                    <a:pt x="2757" y="1406"/>
                    <a:pt x="2756" y="1403"/>
                  </a:cubicBezTo>
                  <a:cubicBezTo>
                    <a:pt x="2750" y="1380"/>
                    <a:pt x="2748" y="1378"/>
                    <a:pt x="2749" y="1375"/>
                  </a:cubicBezTo>
                  <a:cubicBezTo>
                    <a:pt x="2738" y="1336"/>
                    <a:pt x="2739" y="1326"/>
                    <a:pt x="2732" y="1317"/>
                  </a:cubicBezTo>
                  <a:cubicBezTo>
                    <a:pt x="2728" y="1292"/>
                    <a:pt x="2727" y="1288"/>
                    <a:pt x="2730" y="1289"/>
                  </a:cubicBezTo>
                  <a:cubicBezTo>
                    <a:pt x="2732" y="1282"/>
                    <a:pt x="2729" y="1282"/>
                    <a:pt x="2727" y="1282"/>
                  </a:cubicBezTo>
                  <a:cubicBezTo>
                    <a:pt x="2709" y="1224"/>
                    <a:pt x="2705" y="1217"/>
                    <a:pt x="2701" y="1210"/>
                  </a:cubicBezTo>
                  <a:cubicBezTo>
                    <a:pt x="2696" y="1199"/>
                    <a:pt x="2693" y="1203"/>
                    <a:pt x="2696" y="1206"/>
                  </a:cubicBezTo>
                  <a:cubicBezTo>
                    <a:pt x="2702" y="1235"/>
                    <a:pt x="2712" y="1241"/>
                    <a:pt x="2709" y="1249"/>
                  </a:cubicBezTo>
                  <a:cubicBezTo>
                    <a:pt x="2725" y="1297"/>
                    <a:pt x="2724" y="1301"/>
                    <a:pt x="2725" y="1304"/>
                  </a:cubicBezTo>
                  <a:cubicBezTo>
                    <a:pt x="2726" y="1320"/>
                    <a:pt x="2730" y="1323"/>
                    <a:pt x="2728" y="1327"/>
                  </a:cubicBezTo>
                  <a:cubicBezTo>
                    <a:pt x="2735" y="1366"/>
                    <a:pt x="2739" y="1368"/>
                    <a:pt x="2740" y="1372"/>
                  </a:cubicBezTo>
                  <a:cubicBezTo>
                    <a:pt x="2745" y="1391"/>
                    <a:pt x="2748" y="1399"/>
                    <a:pt x="2746" y="1407"/>
                  </a:cubicBezTo>
                  <a:cubicBezTo>
                    <a:pt x="2757" y="1429"/>
                    <a:pt x="2755" y="1432"/>
                    <a:pt x="2756" y="1435"/>
                  </a:cubicBezTo>
                  <a:cubicBezTo>
                    <a:pt x="2761" y="1455"/>
                    <a:pt x="2766" y="1459"/>
                    <a:pt x="2762" y="1465"/>
                  </a:cubicBezTo>
                  <a:cubicBezTo>
                    <a:pt x="2789" y="1521"/>
                    <a:pt x="2792" y="1525"/>
                    <a:pt x="2789" y="1530"/>
                  </a:cubicBezTo>
                  <a:cubicBezTo>
                    <a:pt x="2809" y="1580"/>
                    <a:pt x="2816" y="1588"/>
                    <a:pt x="2818" y="1597"/>
                  </a:cubicBezTo>
                  <a:cubicBezTo>
                    <a:pt x="2846" y="1638"/>
                    <a:pt x="2843" y="1644"/>
                    <a:pt x="2851" y="1647"/>
                  </a:cubicBezTo>
                  <a:cubicBezTo>
                    <a:pt x="2857" y="1651"/>
                    <a:pt x="2858" y="1648"/>
                    <a:pt x="2855" y="1645"/>
                  </a:cubicBezTo>
                  <a:cubicBezTo>
                    <a:pt x="2847" y="1622"/>
                    <a:pt x="2838" y="1620"/>
                    <a:pt x="2840" y="1616"/>
                  </a:cubicBezTo>
                  <a:cubicBezTo>
                    <a:pt x="2807" y="1551"/>
                    <a:pt x="2804" y="1544"/>
                    <a:pt x="2803" y="1537"/>
                  </a:cubicBezTo>
                  <a:cubicBezTo>
                    <a:pt x="2799" y="1521"/>
                    <a:pt x="2796" y="1518"/>
                    <a:pt x="2800" y="1519"/>
                  </a:cubicBezTo>
                  <a:cubicBezTo>
                    <a:pt x="2808" y="1542"/>
                    <a:pt x="2809" y="1548"/>
                    <a:pt x="2813" y="1554"/>
                  </a:cubicBezTo>
                  <a:cubicBezTo>
                    <a:pt x="2824" y="1583"/>
                    <a:pt x="2831" y="1585"/>
                    <a:pt x="2829" y="1588"/>
                  </a:cubicBezTo>
                  <a:cubicBezTo>
                    <a:pt x="2842" y="1611"/>
                    <a:pt x="2844" y="1617"/>
                    <a:pt x="2849" y="1622"/>
                  </a:cubicBezTo>
                  <a:cubicBezTo>
                    <a:pt x="2854" y="1643"/>
                    <a:pt x="2867" y="1644"/>
                    <a:pt x="2863" y="1648"/>
                  </a:cubicBezTo>
                  <a:cubicBezTo>
                    <a:pt x="2874" y="1665"/>
                    <a:pt x="2880" y="1668"/>
                    <a:pt x="2881" y="1672"/>
                  </a:cubicBezTo>
                  <a:cubicBezTo>
                    <a:pt x="2867" y="1679"/>
                    <a:pt x="2862" y="1674"/>
                    <a:pt x="2858" y="1675"/>
                  </a:cubicBezTo>
                  <a:cubicBezTo>
                    <a:pt x="2840" y="1657"/>
                    <a:pt x="2839" y="1651"/>
                    <a:pt x="2833" y="1646"/>
                  </a:cubicBezTo>
                  <a:cubicBezTo>
                    <a:pt x="2813" y="1626"/>
                    <a:pt x="2811" y="1624"/>
                    <a:pt x="2808" y="1621"/>
                  </a:cubicBezTo>
                  <a:cubicBezTo>
                    <a:pt x="2784" y="1586"/>
                    <a:pt x="2782" y="1584"/>
                    <a:pt x="2782" y="1581"/>
                  </a:cubicBezTo>
                  <a:cubicBezTo>
                    <a:pt x="2753" y="1534"/>
                    <a:pt x="2757" y="1527"/>
                    <a:pt x="2750" y="1522"/>
                  </a:cubicBezTo>
                  <a:cubicBezTo>
                    <a:pt x="2742" y="1503"/>
                    <a:pt x="2741" y="1500"/>
                    <a:pt x="2740" y="1498"/>
                  </a:cubicBezTo>
                  <a:cubicBezTo>
                    <a:pt x="2735" y="1477"/>
                    <a:pt x="2729" y="1475"/>
                    <a:pt x="2729" y="1472"/>
                  </a:cubicBezTo>
                  <a:cubicBezTo>
                    <a:pt x="2717" y="1432"/>
                    <a:pt x="2715" y="1427"/>
                    <a:pt x="2713" y="1422"/>
                  </a:cubicBezTo>
                  <a:cubicBezTo>
                    <a:pt x="2707" y="1382"/>
                    <a:pt x="2701" y="1380"/>
                    <a:pt x="2700" y="1377"/>
                  </a:cubicBezTo>
                  <a:cubicBezTo>
                    <a:pt x="2694" y="1327"/>
                    <a:pt x="2686" y="1323"/>
                    <a:pt x="2688" y="1316"/>
                  </a:cubicBezTo>
                  <a:cubicBezTo>
                    <a:pt x="2675" y="1280"/>
                    <a:pt x="2685" y="1274"/>
                    <a:pt x="2678" y="1273"/>
                  </a:cubicBezTo>
                  <a:cubicBezTo>
                    <a:pt x="2664" y="1216"/>
                    <a:pt x="2663" y="1205"/>
                    <a:pt x="2657" y="1194"/>
                  </a:cubicBezTo>
                  <a:cubicBezTo>
                    <a:pt x="2642" y="1140"/>
                    <a:pt x="2641" y="1137"/>
                    <a:pt x="2642" y="1134"/>
                  </a:cubicBezTo>
                  <a:cubicBezTo>
                    <a:pt x="2635" y="1113"/>
                    <a:pt x="2634" y="1110"/>
                    <a:pt x="2634" y="1107"/>
                  </a:cubicBezTo>
                  <a:cubicBezTo>
                    <a:pt x="2615" y="1061"/>
                    <a:pt x="2615" y="1053"/>
                    <a:pt x="2612" y="1045"/>
                  </a:cubicBezTo>
                  <a:cubicBezTo>
                    <a:pt x="2569" y="975"/>
                    <a:pt x="2573" y="967"/>
                    <a:pt x="2565" y="962"/>
                  </a:cubicBezTo>
                  <a:cubicBezTo>
                    <a:pt x="2564" y="964"/>
                    <a:pt x="2567" y="984"/>
                    <a:pt x="2581" y="1001"/>
                  </a:cubicBezTo>
                  <a:cubicBezTo>
                    <a:pt x="2593" y="1031"/>
                    <a:pt x="2587" y="1036"/>
                    <a:pt x="2590" y="1039"/>
                  </a:cubicBezTo>
                  <a:cubicBezTo>
                    <a:pt x="2593" y="1066"/>
                    <a:pt x="2592" y="1072"/>
                    <a:pt x="2598" y="1078"/>
                  </a:cubicBezTo>
                  <a:cubicBezTo>
                    <a:pt x="2600" y="1131"/>
                    <a:pt x="2604" y="1143"/>
                    <a:pt x="2603" y="1157"/>
                  </a:cubicBezTo>
                  <a:cubicBezTo>
                    <a:pt x="2611" y="1222"/>
                    <a:pt x="2612" y="1229"/>
                    <a:pt x="2611" y="1236"/>
                  </a:cubicBezTo>
                  <a:cubicBezTo>
                    <a:pt x="2616" y="1268"/>
                    <a:pt x="2615" y="1272"/>
                    <a:pt x="2616" y="1276"/>
                  </a:cubicBezTo>
                  <a:cubicBezTo>
                    <a:pt x="2627" y="1307"/>
                    <a:pt x="2618" y="1313"/>
                    <a:pt x="2624" y="1315"/>
                  </a:cubicBezTo>
                  <a:cubicBezTo>
                    <a:pt x="2624" y="1341"/>
                    <a:pt x="2628" y="1347"/>
                    <a:pt x="2630" y="1353"/>
                  </a:cubicBezTo>
                  <a:cubicBezTo>
                    <a:pt x="2640" y="1406"/>
                    <a:pt x="2644" y="1418"/>
                    <a:pt x="2648" y="1431"/>
                  </a:cubicBezTo>
                  <a:cubicBezTo>
                    <a:pt x="2672" y="1494"/>
                    <a:pt x="2679" y="1519"/>
                    <a:pt x="2697" y="1542"/>
                  </a:cubicBezTo>
                  <a:cubicBezTo>
                    <a:pt x="2719" y="1582"/>
                    <a:pt x="2726" y="1584"/>
                    <a:pt x="2725" y="1587"/>
                  </a:cubicBezTo>
                  <a:cubicBezTo>
                    <a:pt x="2737" y="1611"/>
                    <a:pt x="2733" y="1608"/>
                    <a:pt x="2729" y="1605"/>
                  </a:cubicBezTo>
                  <a:cubicBezTo>
                    <a:pt x="2723" y="1602"/>
                    <a:pt x="2721" y="1601"/>
                    <a:pt x="2719" y="1601"/>
                  </a:cubicBezTo>
                  <a:cubicBezTo>
                    <a:pt x="2684" y="1558"/>
                    <a:pt x="2688" y="1550"/>
                    <a:pt x="2678" y="1545"/>
                  </a:cubicBezTo>
                  <a:cubicBezTo>
                    <a:pt x="2663" y="1519"/>
                    <a:pt x="2656" y="1513"/>
                    <a:pt x="2657" y="1505"/>
                  </a:cubicBezTo>
                  <a:cubicBezTo>
                    <a:pt x="2638" y="1461"/>
                    <a:pt x="2631" y="1459"/>
                    <a:pt x="2633" y="1455"/>
                  </a:cubicBezTo>
                  <a:cubicBezTo>
                    <a:pt x="2618" y="1407"/>
                    <a:pt x="2611" y="1398"/>
                    <a:pt x="2615" y="1388"/>
                  </a:cubicBezTo>
                  <a:cubicBezTo>
                    <a:pt x="2603" y="1339"/>
                    <a:pt x="2605" y="1334"/>
                    <a:pt x="2601" y="1329"/>
                  </a:cubicBezTo>
                  <a:cubicBezTo>
                    <a:pt x="2603" y="1313"/>
                    <a:pt x="2596" y="1309"/>
                    <a:pt x="2601" y="1302"/>
                  </a:cubicBezTo>
                  <a:cubicBezTo>
                    <a:pt x="2595" y="1232"/>
                    <a:pt x="2596" y="1221"/>
                    <a:pt x="2593" y="1211"/>
                  </a:cubicBezTo>
                  <a:cubicBezTo>
                    <a:pt x="2593" y="1171"/>
                    <a:pt x="2592" y="1168"/>
                    <a:pt x="2592" y="1166"/>
                  </a:cubicBezTo>
                  <a:cubicBezTo>
                    <a:pt x="2585" y="1131"/>
                    <a:pt x="2588" y="1110"/>
                    <a:pt x="2585" y="1090"/>
                  </a:cubicBezTo>
                  <a:cubicBezTo>
                    <a:pt x="2577" y="1051"/>
                    <a:pt x="2577" y="1041"/>
                    <a:pt x="2571" y="1032"/>
                  </a:cubicBezTo>
                  <a:cubicBezTo>
                    <a:pt x="2548" y="965"/>
                    <a:pt x="2541" y="957"/>
                    <a:pt x="2540" y="948"/>
                  </a:cubicBezTo>
                  <a:cubicBezTo>
                    <a:pt x="2522" y="912"/>
                    <a:pt x="2517" y="903"/>
                    <a:pt x="2511" y="894"/>
                  </a:cubicBezTo>
                  <a:cubicBezTo>
                    <a:pt x="2495" y="873"/>
                    <a:pt x="2491" y="870"/>
                    <a:pt x="2489" y="872"/>
                  </a:cubicBezTo>
                  <a:cubicBezTo>
                    <a:pt x="2516" y="912"/>
                    <a:pt x="2519" y="916"/>
                    <a:pt x="2519" y="921"/>
                  </a:cubicBezTo>
                  <a:cubicBezTo>
                    <a:pt x="2535" y="961"/>
                    <a:pt x="2536" y="963"/>
                    <a:pt x="2537" y="964"/>
                  </a:cubicBezTo>
                  <a:cubicBezTo>
                    <a:pt x="2545" y="985"/>
                    <a:pt x="2546" y="987"/>
                    <a:pt x="2547" y="989"/>
                  </a:cubicBezTo>
                  <a:cubicBezTo>
                    <a:pt x="2553" y="1015"/>
                    <a:pt x="2554" y="1019"/>
                    <a:pt x="2556" y="1024"/>
                  </a:cubicBezTo>
                  <a:cubicBezTo>
                    <a:pt x="2563" y="1103"/>
                    <a:pt x="2562" y="1107"/>
                    <a:pt x="2564" y="1110"/>
                  </a:cubicBezTo>
                  <a:cubicBezTo>
                    <a:pt x="2564" y="1125"/>
                    <a:pt x="2564" y="1132"/>
                    <a:pt x="2566" y="1138"/>
                  </a:cubicBezTo>
                  <a:cubicBezTo>
                    <a:pt x="2561" y="1174"/>
                    <a:pt x="2570" y="1176"/>
                    <a:pt x="2567" y="1180"/>
                  </a:cubicBezTo>
                  <a:cubicBezTo>
                    <a:pt x="2571" y="1227"/>
                    <a:pt x="2573" y="1230"/>
                    <a:pt x="2570" y="1235"/>
                  </a:cubicBezTo>
                  <a:cubicBezTo>
                    <a:pt x="2573" y="1249"/>
                    <a:pt x="2574" y="1253"/>
                    <a:pt x="2573" y="1258"/>
                  </a:cubicBezTo>
                  <a:cubicBezTo>
                    <a:pt x="2576" y="1305"/>
                    <a:pt x="2575" y="1313"/>
                    <a:pt x="2575" y="1322"/>
                  </a:cubicBezTo>
                  <a:cubicBezTo>
                    <a:pt x="2578" y="1352"/>
                    <a:pt x="2579" y="1356"/>
                    <a:pt x="2584" y="1359"/>
                  </a:cubicBezTo>
                  <a:cubicBezTo>
                    <a:pt x="2589" y="1406"/>
                    <a:pt x="2594" y="1414"/>
                    <a:pt x="2593" y="1423"/>
                  </a:cubicBezTo>
                  <a:cubicBezTo>
                    <a:pt x="2604" y="1454"/>
                    <a:pt x="2606" y="1459"/>
                    <a:pt x="2608" y="1465"/>
                  </a:cubicBezTo>
                  <a:cubicBezTo>
                    <a:pt x="2608" y="1472"/>
                    <a:pt x="2606" y="1464"/>
                    <a:pt x="2600" y="1457"/>
                  </a:cubicBezTo>
                  <a:cubicBezTo>
                    <a:pt x="2589" y="1423"/>
                    <a:pt x="2580" y="1416"/>
                    <a:pt x="2578" y="1408"/>
                  </a:cubicBezTo>
                  <a:cubicBezTo>
                    <a:pt x="2568" y="1371"/>
                    <a:pt x="2571" y="1367"/>
                    <a:pt x="2570" y="1364"/>
                  </a:cubicBezTo>
                  <a:cubicBezTo>
                    <a:pt x="2564" y="1333"/>
                    <a:pt x="2563" y="1329"/>
                    <a:pt x="2562" y="1324"/>
                  </a:cubicBezTo>
                  <a:cubicBezTo>
                    <a:pt x="2557" y="1275"/>
                    <a:pt x="2551" y="1267"/>
                    <a:pt x="2555" y="1257"/>
                  </a:cubicBezTo>
                  <a:cubicBezTo>
                    <a:pt x="2545" y="1222"/>
                    <a:pt x="2544" y="1213"/>
                    <a:pt x="2543" y="1204"/>
                  </a:cubicBezTo>
                  <a:cubicBezTo>
                    <a:pt x="2538" y="1174"/>
                    <a:pt x="2541" y="1168"/>
                    <a:pt x="2538" y="1164"/>
                  </a:cubicBezTo>
                  <a:cubicBezTo>
                    <a:pt x="2538" y="1118"/>
                    <a:pt x="2536" y="1114"/>
                    <a:pt x="2535" y="1110"/>
                  </a:cubicBezTo>
                  <a:cubicBezTo>
                    <a:pt x="2523" y="1023"/>
                    <a:pt x="2516" y="1004"/>
                    <a:pt x="2513" y="985"/>
                  </a:cubicBezTo>
                  <a:cubicBezTo>
                    <a:pt x="2497" y="937"/>
                    <a:pt x="2492" y="933"/>
                    <a:pt x="2491" y="928"/>
                  </a:cubicBezTo>
                  <a:cubicBezTo>
                    <a:pt x="2456" y="864"/>
                    <a:pt x="2445" y="856"/>
                    <a:pt x="2440" y="847"/>
                  </a:cubicBezTo>
                  <a:cubicBezTo>
                    <a:pt x="2423" y="825"/>
                    <a:pt x="2418" y="822"/>
                    <a:pt x="2416" y="824"/>
                  </a:cubicBezTo>
                  <a:cubicBezTo>
                    <a:pt x="2466" y="889"/>
                    <a:pt x="2465" y="895"/>
                    <a:pt x="2471" y="899"/>
                  </a:cubicBezTo>
                  <a:cubicBezTo>
                    <a:pt x="2480" y="926"/>
                    <a:pt x="2487" y="927"/>
                    <a:pt x="2484" y="931"/>
                  </a:cubicBezTo>
                  <a:cubicBezTo>
                    <a:pt x="2502" y="971"/>
                    <a:pt x="2500" y="978"/>
                    <a:pt x="2504" y="984"/>
                  </a:cubicBezTo>
                  <a:cubicBezTo>
                    <a:pt x="2519" y="1035"/>
                    <a:pt x="2519" y="1048"/>
                    <a:pt x="2521" y="1061"/>
                  </a:cubicBezTo>
                  <a:cubicBezTo>
                    <a:pt x="2523" y="1094"/>
                    <a:pt x="2525" y="1097"/>
                    <a:pt x="2525" y="1101"/>
                  </a:cubicBezTo>
                  <a:cubicBezTo>
                    <a:pt x="2530" y="1187"/>
                    <a:pt x="2534" y="1193"/>
                    <a:pt x="2533" y="1200"/>
                  </a:cubicBezTo>
                  <a:cubicBezTo>
                    <a:pt x="2541" y="1242"/>
                    <a:pt x="2547" y="1244"/>
                    <a:pt x="2542" y="1248"/>
                  </a:cubicBezTo>
                  <a:cubicBezTo>
                    <a:pt x="2540" y="1238"/>
                    <a:pt x="2532" y="1221"/>
                    <a:pt x="2533" y="1203"/>
                  </a:cubicBezTo>
                  <a:cubicBezTo>
                    <a:pt x="2506" y="1094"/>
                    <a:pt x="2505" y="1090"/>
                    <a:pt x="2507" y="1085"/>
                  </a:cubicBezTo>
                  <a:cubicBezTo>
                    <a:pt x="2491" y="1037"/>
                    <a:pt x="2485" y="1030"/>
                    <a:pt x="2484" y="1021"/>
                  </a:cubicBezTo>
                  <a:cubicBezTo>
                    <a:pt x="2470" y="978"/>
                    <a:pt x="2464" y="974"/>
                    <a:pt x="2463" y="970"/>
                  </a:cubicBezTo>
                  <a:cubicBezTo>
                    <a:pt x="2425" y="913"/>
                    <a:pt x="2420" y="905"/>
                    <a:pt x="2415" y="896"/>
                  </a:cubicBezTo>
                  <a:cubicBezTo>
                    <a:pt x="2347" y="844"/>
                    <a:pt x="2367" y="846"/>
                    <a:pt x="2364" y="851"/>
                  </a:cubicBezTo>
                  <a:cubicBezTo>
                    <a:pt x="2398" y="881"/>
                    <a:pt x="2395" y="885"/>
                    <a:pt x="2401" y="887"/>
                  </a:cubicBezTo>
                  <a:cubicBezTo>
                    <a:pt x="2420" y="914"/>
                    <a:pt x="2421" y="917"/>
                    <a:pt x="2423" y="920"/>
                  </a:cubicBezTo>
                  <a:cubicBezTo>
                    <a:pt x="2470" y="1009"/>
                    <a:pt x="2477" y="1021"/>
                    <a:pt x="2479" y="1033"/>
                  </a:cubicBezTo>
                  <a:cubicBezTo>
                    <a:pt x="2487" y="1057"/>
                    <a:pt x="2492" y="1063"/>
                    <a:pt x="2491" y="1070"/>
                  </a:cubicBezTo>
                  <a:cubicBezTo>
                    <a:pt x="2500" y="1118"/>
                    <a:pt x="2507" y="1120"/>
                    <a:pt x="2505" y="1124"/>
                  </a:cubicBezTo>
                  <a:cubicBezTo>
                    <a:pt x="2516" y="1167"/>
                    <a:pt x="2521" y="1173"/>
                    <a:pt x="2519" y="1180"/>
                  </a:cubicBezTo>
                  <a:cubicBezTo>
                    <a:pt x="2529" y="1223"/>
                    <a:pt x="2528" y="1227"/>
                    <a:pt x="2528" y="1231"/>
                  </a:cubicBezTo>
                  <a:cubicBezTo>
                    <a:pt x="2535" y="1259"/>
                    <a:pt x="2536" y="1263"/>
                    <a:pt x="2535" y="1267"/>
                  </a:cubicBezTo>
                  <a:cubicBezTo>
                    <a:pt x="2543" y="1307"/>
                    <a:pt x="2545" y="1311"/>
                    <a:pt x="2545" y="1315"/>
                  </a:cubicBezTo>
                  <a:cubicBezTo>
                    <a:pt x="2549" y="1346"/>
                    <a:pt x="2551" y="1354"/>
                    <a:pt x="2556" y="1362"/>
                  </a:cubicBezTo>
                  <a:cubicBezTo>
                    <a:pt x="2566" y="1400"/>
                    <a:pt x="2567" y="1402"/>
                    <a:pt x="2567" y="1403"/>
                  </a:cubicBezTo>
                  <a:cubicBezTo>
                    <a:pt x="2547" y="1372"/>
                    <a:pt x="2545" y="1368"/>
                    <a:pt x="2541" y="1365"/>
                  </a:cubicBezTo>
                  <a:cubicBezTo>
                    <a:pt x="2530" y="1327"/>
                    <a:pt x="2528" y="1322"/>
                    <a:pt x="2528" y="1317"/>
                  </a:cubicBezTo>
                  <a:cubicBezTo>
                    <a:pt x="2519" y="1281"/>
                    <a:pt x="2515" y="1276"/>
                    <a:pt x="2514" y="1271"/>
                  </a:cubicBezTo>
                  <a:cubicBezTo>
                    <a:pt x="2501" y="1222"/>
                    <a:pt x="2501" y="1220"/>
                    <a:pt x="2503" y="1217"/>
                  </a:cubicBezTo>
                  <a:cubicBezTo>
                    <a:pt x="2493" y="1184"/>
                    <a:pt x="2494" y="1173"/>
                    <a:pt x="2489" y="1163"/>
                  </a:cubicBezTo>
                  <a:cubicBezTo>
                    <a:pt x="2478" y="1123"/>
                    <a:pt x="2479" y="1120"/>
                    <a:pt x="2477" y="1118"/>
                  </a:cubicBezTo>
                  <a:cubicBezTo>
                    <a:pt x="2465" y="1061"/>
                    <a:pt x="2464" y="1050"/>
                    <a:pt x="2458" y="1040"/>
                  </a:cubicBezTo>
                  <a:cubicBezTo>
                    <a:pt x="2438" y="969"/>
                    <a:pt x="2428" y="961"/>
                    <a:pt x="2429" y="950"/>
                  </a:cubicBezTo>
                  <a:cubicBezTo>
                    <a:pt x="2404" y="901"/>
                    <a:pt x="2405" y="895"/>
                    <a:pt x="2398" y="890"/>
                  </a:cubicBezTo>
                  <a:cubicBezTo>
                    <a:pt x="2373" y="865"/>
                    <a:pt x="2373" y="859"/>
                    <a:pt x="2370" y="861"/>
                  </a:cubicBezTo>
                  <a:cubicBezTo>
                    <a:pt x="2414" y="928"/>
                    <a:pt x="2413" y="940"/>
                    <a:pt x="2421" y="950"/>
                  </a:cubicBezTo>
                  <a:cubicBezTo>
                    <a:pt x="2424" y="979"/>
                    <a:pt x="2436" y="980"/>
                    <a:pt x="2433" y="984"/>
                  </a:cubicBezTo>
                  <a:cubicBezTo>
                    <a:pt x="2445" y="1019"/>
                    <a:pt x="2445" y="1021"/>
                    <a:pt x="2449" y="1023"/>
                  </a:cubicBezTo>
                  <a:cubicBezTo>
                    <a:pt x="2456" y="1056"/>
                    <a:pt x="2458" y="1061"/>
                    <a:pt x="2459" y="1067"/>
                  </a:cubicBezTo>
                  <a:cubicBezTo>
                    <a:pt x="2468" y="1089"/>
                    <a:pt x="2462" y="1096"/>
                    <a:pt x="2467" y="1101"/>
                  </a:cubicBezTo>
                  <a:cubicBezTo>
                    <a:pt x="2478" y="1155"/>
                    <a:pt x="2481" y="1157"/>
                    <a:pt x="2481" y="1160"/>
                  </a:cubicBezTo>
                  <a:cubicBezTo>
                    <a:pt x="2486" y="1197"/>
                    <a:pt x="2492" y="1207"/>
                    <a:pt x="2494" y="1218"/>
                  </a:cubicBezTo>
                  <a:cubicBezTo>
                    <a:pt x="2496" y="1246"/>
                    <a:pt x="2503" y="1248"/>
                    <a:pt x="2501" y="1252"/>
                  </a:cubicBezTo>
                  <a:cubicBezTo>
                    <a:pt x="2511" y="1278"/>
                    <a:pt x="2507" y="1282"/>
                    <a:pt x="2510" y="1284"/>
                  </a:cubicBezTo>
                  <a:cubicBezTo>
                    <a:pt x="2521" y="1328"/>
                    <a:pt x="2527" y="1339"/>
                    <a:pt x="2530" y="1350"/>
                  </a:cubicBezTo>
                  <a:cubicBezTo>
                    <a:pt x="2536" y="1372"/>
                    <a:pt x="2540" y="1377"/>
                    <a:pt x="2540" y="1382"/>
                  </a:cubicBezTo>
                  <a:cubicBezTo>
                    <a:pt x="2558" y="1416"/>
                    <a:pt x="2567" y="1421"/>
                    <a:pt x="2564" y="1428"/>
                  </a:cubicBezTo>
                  <a:cubicBezTo>
                    <a:pt x="2586" y="1475"/>
                    <a:pt x="2600" y="1476"/>
                    <a:pt x="2595" y="1480"/>
                  </a:cubicBezTo>
                  <a:cubicBezTo>
                    <a:pt x="2603" y="1500"/>
                    <a:pt x="2610" y="1502"/>
                    <a:pt x="2610" y="1505"/>
                  </a:cubicBezTo>
                  <a:cubicBezTo>
                    <a:pt x="2629" y="1535"/>
                    <a:pt x="2628" y="1540"/>
                    <a:pt x="2635" y="1543"/>
                  </a:cubicBezTo>
                  <a:cubicBezTo>
                    <a:pt x="2632" y="1550"/>
                    <a:pt x="2641" y="1552"/>
                    <a:pt x="2639" y="1556"/>
                  </a:cubicBezTo>
                  <a:cubicBezTo>
                    <a:pt x="2553" y="1493"/>
                    <a:pt x="2545" y="1489"/>
                    <a:pt x="2546" y="1483"/>
                  </a:cubicBezTo>
                  <a:cubicBezTo>
                    <a:pt x="2498" y="1431"/>
                    <a:pt x="2494" y="1426"/>
                    <a:pt x="2491" y="1420"/>
                  </a:cubicBezTo>
                  <a:cubicBezTo>
                    <a:pt x="2460" y="1376"/>
                    <a:pt x="2458" y="1364"/>
                    <a:pt x="2452" y="1353"/>
                  </a:cubicBezTo>
                  <a:cubicBezTo>
                    <a:pt x="2433" y="1313"/>
                    <a:pt x="2438" y="1305"/>
                    <a:pt x="2429" y="1301"/>
                  </a:cubicBezTo>
                  <a:cubicBezTo>
                    <a:pt x="2410" y="1264"/>
                    <a:pt x="2414" y="1260"/>
                    <a:pt x="2414" y="1257"/>
                  </a:cubicBezTo>
                  <a:cubicBezTo>
                    <a:pt x="2405" y="1236"/>
                    <a:pt x="2404" y="1233"/>
                    <a:pt x="2402" y="1231"/>
                  </a:cubicBezTo>
                  <a:cubicBezTo>
                    <a:pt x="2389" y="1192"/>
                    <a:pt x="2377" y="1192"/>
                    <a:pt x="2384" y="1187"/>
                  </a:cubicBezTo>
                  <a:cubicBezTo>
                    <a:pt x="2354" y="1133"/>
                    <a:pt x="2351" y="1121"/>
                    <a:pt x="2343" y="1110"/>
                  </a:cubicBezTo>
                  <a:cubicBezTo>
                    <a:pt x="2320" y="1065"/>
                    <a:pt x="2318" y="1062"/>
                    <a:pt x="2314" y="1060"/>
                  </a:cubicBezTo>
                  <a:cubicBezTo>
                    <a:pt x="2282" y="1003"/>
                    <a:pt x="2272" y="999"/>
                    <a:pt x="2273" y="992"/>
                  </a:cubicBezTo>
                  <a:cubicBezTo>
                    <a:pt x="2249" y="966"/>
                    <a:pt x="2245" y="954"/>
                    <a:pt x="2228" y="945"/>
                  </a:cubicBezTo>
                  <a:cubicBezTo>
                    <a:pt x="2207" y="915"/>
                    <a:pt x="2197" y="908"/>
                    <a:pt x="2190" y="901"/>
                  </a:cubicBezTo>
                  <a:cubicBezTo>
                    <a:pt x="2128" y="855"/>
                    <a:pt x="2122" y="846"/>
                    <a:pt x="2119" y="853"/>
                  </a:cubicBezTo>
                  <a:cubicBezTo>
                    <a:pt x="2131" y="868"/>
                    <a:pt x="2135" y="869"/>
                    <a:pt x="2138" y="869"/>
                  </a:cubicBezTo>
                  <a:cubicBezTo>
                    <a:pt x="2175" y="901"/>
                    <a:pt x="2188" y="909"/>
                    <a:pt x="2196" y="918"/>
                  </a:cubicBezTo>
                  <a:cubicBezTo>
                    <a:pt x="2232" y="953"/>
                    <a:pt x="2235" y="963"/>
                    <a:pt x="2245" y="971"/>
                  </a:cubicBezTo>
                  <a:cubicBezTo>
                    <a:pt x="2282" y="1016"/>
                    <a:pt x="2282" y="1022"/>
                    <a:pt x="2287" y="1026"/>
                  </a:cubicBezTo>
                  <a:cubicBezTo>
                    <a:pt x="2295" y="1045"/>
                    <a:pt x="2301" y="1049"/>
                    <a:pt x="2302" y="1054"/>
                  </a:cubicBezTo>
                  <a:cubicBezTo>
                    <a:pt x="2320" y="1087"/>
                    <a:pt x="2327" y="1091"/>
                    <a:pt x="2327" y="1096"/>
                  </a:cubicBezTo>
                  <a:cubicBezTo>
                    <a:pt x="2346" y="1129"/>
                    <a:pt x="2346" y="1134"/>
                    <a:pt x="2351" y="1139"/>
                  </a:cubicBezTo>
                  <a:cubicBezTo>
                    <a:pt x="2361" y="1163"/>
                    <a:pt x="2363" y="1166"/>
                    <a:pt x="2368" y="1168"/>
                  </a:cubicBezTo>
                  <a:cubicBezTo>
                    <a:pt x="2377" y="1209"/>
                    <a:pt x="2389" y="1211"/>
                    <a:pt x="2385" y="1217"/>
                  </a:cubicBezTo>
                  <a:cubicBezTo>
                    <a:pt x="2399" y="1258"/>
                    <a:pt x="2404" y="1262"/>
                    <a:pt x="2408" y="1266"/>
                  </a:cubicBezTo>
                  <a:cubicBezTo>
                    <a:pt x="2419" y="1293"/>
                    <a:pt x="2415" y="1298"/>
                    <a:pt x="2421" y="1301"/>
                  </a:cubicBezTo>
                  <a:cubicBezTo>
                    <a:pt x="2438" y="1342"/>
                    <a:pt x="2443" y="1346"/>
                    <a:pt x="2443" y="1350"/>
                  </a:cubicBezTo>
                  <a:cubicBezTo>
                    <a:pt x="2439" y="1341"/>
                    <a:pt x="2422" y="1324"/>
                    <a:pt x="2416" y="1305"/>
                  </a:cubicBezTo>
                  <a:cubicBezTo>
                    <a:pt x="2393" y="1273"/>
                    <a:pt x="2396" y="1267"/>
                    <a:pt x="2391" y="1263"/>
                  </a:cubicBezTo>
                  <a:cubicBezTo>
                    <a:pt x="2377" y="1239"/>
                    <a:pt x="2377" y="1237"/>
                    <a:pt x="2373" y="1235"/>
                  </a:cubicBezTo>
                  <a:cubicBezTo>
                    <a:pt x="2347" y="1182"/>
                    <a:pt x="2340" y="1173"/>
                    <a:pt x="2337" y="1164"/>
                  </a:cubicBezTo>
                  <a:cubicBezTo>
                    <a:pt x="2315" y="1131"/>
                    <a:pt x="2310" y="1126"/>
                    <a:pt x="2311" y="1120"/>
                  </a:cubicBezTo>
                  <a:cubicBezTo>
                    <a:pt x="2293" y="1094"/>
                    <a:pt x="2286" y="1084"/>
                    <a:pt x="2279" y="1073"/>
                  </a:cubicBezTo>
                  <a:cubicBezTo>
                    <a:pt x="2235" y="1000"/>
                    <a:pt x="2221" y="991"/>
                    <a:pt x="2215" y="980"/>
                  </a:cubicBezTo>
                  <a:cubicBezTo>
                    <a:pt x="2173" y="942"/>
                    <a:pt x="2176" y="938"/>
                    <a:pt x="2172" y="936"/>
                  </a:cubicBezTo>
                  <a:cubicBezTo>
                    <a:pt x="2117" y="899"/>
                    <a:pt x="2124" y="901"/>
                    <a:pt x="2127" y="904"/>
                  </a:cubicBezTo>
                  <a:cubicBezTo>
                    <a:pt x="2164" y="935"/>
                    <a:pt x="2173" y="946"/>
                    <a:pt x="2184" y="957"/>
                  </a:cubicBezTo>
                  <a:cubicBezTo>
                    <a:pt x="2206" y="984"/>
                    <a:pt x="2215" y="985"/>
                    <a:pt x="2212" y="989"/>
                  </a:cubicBezTo>
                  <a:cubicBezTo>
                    <a:pt x="2239" y="1031"/>
                    <a:pt x="2242" y="1033"/>
                    <a:pt x="2245" y="1034"/>
                  </a:cubicBezTo>
                  <a:cubicBezTo>
                    <a:pt x="2277" y="1078"/>
                    <a:pt x="2278" y="1086"/>
                    <a:pt x="2284" y="1094"/>
                  </a:cubicBezTo>
                  <a:cubicBezTo>
                    <a:pt x="2318" y="1152"/>
                    <a:pt x="2325" y="1160"/>
                    <a:pt x="2328" y="1168"/>
                  </a:cubicBezTo>
                  <a:cubicBezTo>
                    <a:pt x="2348" y="1210"/>
                    <a:pt x="2359" y="1213"/>
                    <a:pt x="2356" y="1218"/>
                  </a:cubicBezTo>
                  <a:cubicBezTo>
                    <a:pt x="2389" y="1274"/>
                    <a:pt x="2392" y="1282"/>
                    <a:pt x="2397" y="1290"/>
                  </a:cubicBezTo>
                  <a:cubicBezTo>
                    <a:pt x="2426" y="1344"/>
                    <a:pt x="2425" y="1350"/>
                    <a:pt x="2431" y="1349"/>
                  </a:cubicBezTo>
                  <a:cubicBezTo>
                    <a:pt x="2442" y="1375"/>
                    <a:pt x="2449" y="1379"/>
                    <a:pt x="2450" y="1383"/>
                  </a:cubicBezTo>
                  <a:cubicBezTo>
                    <a:pt x="2459" y="1401"/>
                    <a:pt x="2449" y="1394"/>
                    <a:pt x="2448" y="1390"/>
                  </a:cubicBezTo>
                  <a:cubicBezTo>
                    <a:pt x="2435" y="1366"/>
                    <a:pt x="2428" y="1370"/>
                    <a:pt x="2426" y="1364"/>
                  </a:cubicBezTo>
                  <a:cubicBezTo>
                    <a:pt x="2402" y="1323"/>
                    <a:pt x="2393" y="1316"/>
                    <a:pt x="2393" y="1308"/>
                  </a:cubicBezTo>
                  <a:cubicBezTo>
                    <a:pt x="2365" y="1270"/>
                    <a:pt x="2358" y="1255"/>
                    <a:pt x="2349" y="1240"/>
                  </a:cubicBezTo>
                  <a:cubicBezTo>
                    <a:pt x="2330" y="1210"/>
                    <a:pt x="2321" y="1202"/>
                    <a:pt x="2319" y="1194"/>
                  </a:cubicBezTo>
                  <a:cubicBezTo>
                    <a:pt x="2298" y="1164"/>
                    <a:pt x="2300" y="1156"/>
                    <a:pt x="2291" y="1149"/>
                  </a:cubicBezTo>
                  <a:cubicBezTo>
                    <a:pt x="2275" y="1118"/>
                    <a:pt x="2269" y="1111"/>
                    <a:pt x="2265" y="1103"/>
                  </a:cubicBezTo>
                  <a:cubicBezTo>
                    <a:pt x="2231" y="1042"/>
                    <a:pt x="2222" y="1040"/>
                    <a:pt x="2223" y="1035"/>
                  </a:cubicBezTo>
                  <a:cubicBezTo>
                    <a:pt x="2208" y="1017"/>
                    <a:pt x="2212" y="1014"/>
                    <a:pt x="2207" y="1012"/>
                  </a:cubicBezTo>
                  <a:cubicBezTo>
                    <a:pt x="2177" y="975"/>
                    <a:pt x="2180" y="972"/>
                    <a:pt x="2175" y="970"/>
                  </a:cubicBezTo>
                  <a:cubicBezTo>
                    <a:pt x="2160" y="950"/>
                    <a:pt x="2156" y="947"/>
                    <a:pt x="2156" y="944"/>
                  </a:cubicBezTo>
                  <a:cubicBezTo>
                    <a:pt x="2135" y="924"/>
                    <a:pt x="2131" y="922"/>
                    <a:pt x="2127" y="919"/>
                  </a:cubicBezTo>
                  <a:cubicBezTo>
                    <a:pt x="2066" y="879"/>
                    <a:pt x="2060" y="875"/>
                    <a:pt x="2053" y="870"/>
                  </a:cubicBezTo>
                  <a:cubicBezTo>
                    <a:pt x="2041" y="864"/>
                    <a:pt x="2045" y="872"/>
                    <a:pt x="2049" y="872"/>
                  </a:cubicBezTo>
                  <a:cubicBezTo>
                    <a:pt x="2083" y="887"/>
                    <a:pt x="2082" y="901"/>
                    <a:pt x="2086" y="895"/>
                  </a:cubicBezTo>
                  <a:cubicBezTo>
                    <a:pt x="2136" y="937"/>
                    <a:pt x="2158" y="956"/>
                    <a:pt x="2170" y="977"/>
                  </a:cubicBezTo>
                  <a:cubicBezTo>
                    <a:pt x="2201" y="1019"/>
                    <a:pt x="2207" y="1030"/>
                    <a:pt x="2215" y="1040"/>
                  </a:cubicBezTo>
                  <a:cubicBezTo>
                    <a:pt x="2242" y="1090"/>
                    <a:pt x="2250" y="1091"/>
                    <a:pt x="2249" y="1095"/>
                  </a:cubicBezTo>
                  <a:cubicBezTo>
                    <a:pt x="2279" y="1146"/>
                    <a:pt x="2287" y="1157"/>
                    <a:pt x="2295" y="1167"/>
                  </a:cubicBezTo>
                  <a:cubicBezTo>
                    <a:pt x="2319" y="1209"/>
                    <a:pt x="2324" y="1220"/>
                    <a:pt x="2334" y="1230"/>
                  </a:cubicBezTo>
                  <a:cubicBezTo>
                    <a:pt x="2378" y="1305"/>
                    <a:pt x="2386" y="1315"/>
                    <a:pt x="2391" y="1326"/>
                  </a:cubicBezTo>
                  <a:cubicBezTo>
                    <a:pt x="2425" y="1379"/>
                    <a:pt x="2446" y="1399"/>
                    <a:pt x="2462" y="1420"/>
                  </a:cubicBezTo>
                  <a:cubicBezTo>
                    <a:pt x="2493" y="1454"/>
                    <a:pt x="2509" y="1456"/>
                    <a:pt x="2502" y="1462"/>
                  </a:cubicBezTo>
                  <a:cubicBezTo>
                    <a:pt x="2420" y="1396"/>
                    <a:pt x="2419" y="1392"/>
                    <a:pt x="2415" y="1388"/>
                  </a:cubicBezTo>
                  <a:cubicBezTo>
                    <a:pt x="2373" y="1338"/>
                    <a:pt x="2363" y="1331"/>
                    <a:pt x="2362" y="1322"/>
                  </a:cubicBezTo>
                  <a:cubicBezTo>
                    <a:pt x="2329" y="1277"/>
                    <a:pt x="2324" y="1268"/>
                    <a:pt x="2317" y="1260"/>
                  </a:cubicBezTo>
                  <a:cubicBezTo>
                    <a:pt x="2273" y="1202"/>
                    <a:pt x="2274" y="1192"/>
                    <a:pt x="2265" y="1184"/>
                  </a:cubicBezTo>
                  <a:cubicBezTo>
                    <a:pt x="2231" y="1128"/>
                    <a:pt x="2228" y="1124"/>
                    <a:pt x="2224" y="1120"/>
                  </a:cubicBezTo>
                  <a:cubicBezTo>
                    <a:pt x="2206" y="1089"/>
                    <a:pt x="2206" y="1085"/>
                    <a:pt x="2201" y="1081"/>
                  </a:cubicBezTo>
                  <a:cubicBezTo>
                    <a:pt x="2145" y="996"/>
                    <a:pt x="2139" y="988"/>
                    <a:pt x="2132" y="980"/>
                  </a:cubicBezTo>
                  <a:cubicBezTo>
                    <a:pt x="2095" y="938"/>
                    <a:pt x="2082" y="921"/>
                    <a:pt x="2063" y="906"/>
                  </a:cubicBezTo>
                  <a:cubicBezTo>
                    <a:pt x="1958" y="846"/>
                    <a:pt x="1958" y="850"/>
                    <a:pt x="1960" y="848"/>
                  </a:cubicBezTo>
                  <a:cubicBezTo>
                    <a:pt x="1964" y="857"/>
                    <a:pt x="1973" y="868"/>
                    <a:pt x="1990" y="875"/>
                  </a:cubicBezTo>
                  <a:cubicBezTo>
                    <a:pt x="2029" y="915"/>
                    <a:pt x="2043" y="917"/>
                    <a:pt x="2042" y="922"/>
                  </a:cubicBezTo>
                  <a:cubicBezTo>
                    <a:pt x="2071" y="951"/>
                    <a:pt x="2074" y="955"/>
                    <a:pt x="2077" y="959"/>
                  </a:cubicBezTo>
                  <a:cubicBezTo>
                    <a:pt x="2113" y="1006"/>
                    <a:pt x="2117" y="1015"/>
                    <a:pt x="2123" y="1024"/>
                  </a:cubicBezTo>
                  <a:cubicBezTo>
                    <a:pt x="2145" y="1069"/>
                    <a:pt x="2158" y="1071"/>
                    <a:pt x="2153" y="1078"/>
                  </a:cubicBezTo>
                  <a:cubicBezTo>
                    <a:pt x="2060" y="980"/>
                    <a:pt x="2026" y="953"/>
                    <a:pt x="2003" y="933"/>
                  </a:cubicBezTo>
                  <a:cubicBezTo>
                    <a:pt x="1997" y="934"/>
                    <a:pt x="2030" y="962"/>
                    <a:pt x="2059" y="987"/>
                  </a:cubicBezTo>
                  <a:cubicBezTo>
                    <a:pt x="2135" y="1070"/>
                    <a:pt x="2141" y="1071"/>
                    <a:pt x="2140" y="1074"/>
                  </a:cubicBezTo>
                  <a:cubicBezTo>
                    <a:pt x="2158" y="1100"/>
                    <a:pt x="2165" y="1104"/>
                    <a:pt x="2166" y="1110"/>
                  </a:cubicBezTo>
                  <a:cubicBezTo>
                    <a:pt x="2185" y="1150"/>
                    <a:pt x="2199" y="1154"/>
                    <a:pt x="2198" y="1160"/>
                  </a:cubicBezTo>
                  <a:cubicBezTo>
                    <a:pt x="2229" y="1202"/>
                    <a:pt x="2233" y="1214"/>
                    <a:pt x="2241" y="1225"/>
                  </a:cubicBezTo>
                  <a:cubicBezTo>
                    <a:pt x="2280" y="1279"/>
                    <a:pt x="2285" y="1284"/>
                    <a:pt x="2287" y="1290"/>
                  </a:cubicBezTo>
                  <a:cubicBezTo>
                    <a:pt x="2310" y="1315"/>
                    <a:pt x="2308" y="1324"/>
                    <a:pt x="2312" y="1320"/>
                  </a:cubicBezTo>
                  <a:cubicBezTo>
                    <a:pt x="2334" y="1347"/>
                    <a:pt x="2343" y="1348"/>
                    <a:pt x="2340" y="1352"/>
                  </a:cubicBezTo>
                  <a:cubicBezTo>
                    <a:pt x="2304" y="1320"/>
                    <a:pt x="2297" y="1317"/>
                    <a:pt x="2298" y="1313"/>
                  </a:cubicBezTo>
                  <a:cubicBezTo>
                    <a:pt x="2267" y="1279"/>
                    <a:pt x="2258" y="1276"/>
                    <a:pt x="2259" y="1272"/>
                  </a:cubicBezTo>
                  <a:cubicBezTo>
                    <a:pt x="2207" y="1202"/>
                    <a:pt x="2201" y="1196"/>
                    <a:pt x="2194" y="1189"/>
                  </a:cubicBezTo>
                  <a:cubicBezTo>
                    <a:pt x="2163" y="1144"/>
                    <a:pt x="2160" y="1140"/>
                    <a:pt x="2155" y="1137"/>
                  </a:cubicBezTo>
                  <a:cubicBezTo>
                    <a:pt x="2105" y="1071"/>
                    <a:pt x="2089" y="1058"/>
                    <a:pt x="2076" y="1045"/>
                  </a:cubicBezTo>
                  <a:cubicBezTo>
                    <a:pt x="1943" y="937"/>
                    <a:pt x="1938" y="939"/>
                    <a:pt x="1930" y="932"/>
                  </a:cubicBezTo>
                  <a:cubicBezTo>
                    <a:pt x="1910" y="924"/>
                    <a:pt x="1912" y="926"/>
                    <a:pt x="1917" y="929"/>
                  </a:cubicBezTo>
                  <a:cubicBezTo>
                    <a:pt x="1950" y="953"/>
                    <a:pt x="1966" y="960"/>
                    <a:pt x="1975" y="967"/>
                  </a:cubicBezTo>
                  <a:cubicBezTo>
                    <a:pt x="2003" y="992"/>
                    <a:pt x="2017" y="997"/>
                    <a:pt x="2022" y="1007"/>
                  </a:cubicBezTo>
                  <a:cubicBezTo>
                    <a:pt x="2034" y="1020"/>
                    <a:pt x="2049" y="1023"/>
                    <a:pt x="2047" y="1028"/>
                  </a:cubicBezTo>
                  <a:cubicBezTo>
                    <a:pt x="2123" y="1110"/>
                    <a:pt x="2134" y="1117"/>
                    <a:pt x="2136" y="1127"/>
                  </a:cubicBezTo>
                  <a:cubicBezTo>
                    <a:pt x="2105" y="1093"/>
                    <a:pt x="2090" y="1093"/>
                    <a:pt x="2094" y="1088"/>
                  </a:cubicBezTo>
                  <a:cubicBezTo>
                    <a:pt x="1994" y="1026"/>
                    <a:pt x="1979" y="1015"/>
                    <a:pt x="1964" y="1007"/>
                  </a:cubicBezTo>
                  <a:cubicBezTo>
                    <a:pt x="1884" y="981"/>
                    <a:pt x="1880" y="980"/>
                    <a:pt x="1875" y="979"/>
                  </a:cubicBezTo>
                  <a:cubicBezTo>
                    <a:pt x="1802" y="959"/>
                    <a:pt x="1794" y="957"/>
                    <a:pt x="1785" y="954"/>
                  </a:cubicBezTo>
                  <a:cubicBezTo>
                    <a:pt x="1780" y="960"/>
                    <a:pt x="1800" y="964"/>
                    <a:pt x="1820" y="969"/>
                  </a:cubicBezTo>
                  <a:cubicBezTo>
                    <a:pt x="1861" y="984"/>
                    <a:pt x="1871" y="985"/>
                    <a:pt x="1882" y="989"/>
                  </a:cubicBezTo>
                  <a:cubicBezTo>
                    <a:pt x="1898" y="991"/>
                    <a:pt x="1904" y="998"/>
                    <a:pt x="1909" y="996"/>
                  </a:cubicBezTo>
                  <a:cubicBezTo>
                    <a:pt x="2016" y="1047"/>
                    <a:pt x="2029" y="1056"/>
                    <a:pt x="2042" y="1064"/>
                  </a:cubicBezTo>
                  <a:cubicBezTo>
                    <a:pt x="2139" y="1152"/>
                    <a:pt x="2153" y="1157"/>
                    <a:pt x="2152" y="1166"/>
                  </a:cubicBezTo>
                  <a:cubicBezTo>
                    <a:pt x="2037" y="1063"/>
                    <a:pt x="2028" y="1057"/>
                    <a:pt x="2019" y="1051"/>
                  </a:cubicBezTo>
                  <a:cubicBezTo>
                    <a:pt x="1918" y="1008"/>
                    <a:pt x="1913" y="1000"/>
                    <a:pt x="1910" y="1002"/>
                  </a:cubicBezTo>
                  <a:cubicBezTo>
                    <a:pt x="1880" y="995"/>
                    <a:pt x="1876" y="992"/>
                    <a:pt x="1872" y="993"/>
                  </a:cubicBezTo>
                  <a:cubicBezTo>
                    <a:pt x="1988" y="1044"/>
                    <a:pt x="1992" y="1046"/>
                    <a:pt x="2005" y="1053"/>
                  </a:cubicBezTo>
                  <a:cubicBezTo>
                    <a:pt x="2110" y="1134"/>
                    <a:pt x="2114" y="1139"/>
                    <a:pt x="2122" y="1144"/>
                  </a:cubicBezTo>
                  <a:cubicBezTo>
                    <a:pt x="2182" y="1205"/>
                    <a:pt x="2180" y="1210"/>
                    <a:pt x="2186" y="1213"/>
                  </a:cubicBezTo>
                  <a:cubicBezTo>
                    <a:pt x="2204" y="1238"/>
                    <a:pt x="2216" y="1240"/>
                    <a:pt x="2212" y="1245"/>
                  </a:cubicBezTo>
                  <a:cubicBezTo>
                    <a:pt x="2180" y="1218"/>
                    <a:pt x="2174" y="1210"/>
                    <a:pt x="2167" y="1202"/>
                  </a:cubicBezTo>
                  <a:cubicBezTo>
                    <a:pt x="2144" y="1177"/>
                    <a:pt x="2130" y="1177"/>
                    <a:pt x="2134" y="1173"/>
                  </a:cubicBezTo>
                  <a:cubicBezTo>
                    <a:pt x="2017" y="1102"/>
                    <a:pt x="2002" y="1093"/>
                    <a:pt x="1988" y="1086"/>
                  </a:cubicBezTo>
                  <a:cubicBezTo>
                    <a:pt x="1953" y="1072"/>
                    <a:pt x="1948" y="1063"/>
                    <a:pt x="1945" y="1071"/>
                  </a:cubicBezTo>
                  <a:cubicBezTo>
                    <a:pt x="2015" y="1108"/>
                    <a:pt x="2016" y="1110"/>
                    <a:pt x="2017" y="1108"/>
                  </a:cubicBezTo>
                  <a:cubicBezTo>
                    <a:pt x="2048" y="1127"/>
                    <a:pt x="2059" y="1131"/>
                    <a:pt x="2070" y="1140"/>
                  </a:cubicBezTo>
                  <a:cubicBezTo>
                    <a:pt x="2124" y="1179"/>
                    <a:pt x="2128" y="1181"/>
                    <a:pt x="2126" y="1185"/>
                  </a:cubicBezTo>
                  <a:cubicBezTo>
                    <a:pt x="1894" y="1067"/>
                    <a:pt x="1862" y="1046"/>
                    <a:pt x="1831" y="1031"/>
                  </a:cubicBezTo>
                  <a:cubicBezTo>
                    <a:pt x="1819" y="1028"/>
                    <a:pt x="1825" y="1032"/>
                    <a:pt x="1830" y="1036"/>
                  </a:cubicBezTo>
                  <a:cubicBezTo>
                    <a:pt x="1878" y="1062"/>
                    <a:pt x="1891" y="1074"/>
                    <a:pt x="1911" y="1079"/>
                  </a:cubicBezTo>
                  <a:cubicBezTo>
                    <a:pt x="2085" y="1172"/>
                    <a:pt x="2097" y="1179"/>
                    <a:pt x="2108" y="1184"/>
                  </a:cubicBezTo>
                  <a:cubicBezTo>
                    <a:pt x="2173" y="1234"/>
                    <a:pt x="2187" y="1235"/>
                    <a:pt x="2182" y="1239"/>
                  </a:cubicBezTo>
                  <a:cubicBezTo>
                    <a:pt x="2062" y="1185"/>
                    <a:pt x="2032" y="1171"/>
                    <a:pt x="2001" y="1152"/>
                  </a:cubicBezTo>
                  <a:cubicBezTo>
                    <a:pt x="1899" y="1094"/>
                    <a:pt x="1870" y="1065"/>
                    <a:pt x="1827" y="1044"/>
                  </a:cubicBezTo>
                  <a:cubicBezTo>
                    <a:pt x="1802" y="1021"/>
                    <a:pt x="1793" y="1020"/>
                    <a:pt x="1796" y="1016"/>
                  </a:cubicBezTo>
                  <a:cubicBezTo>
                    <a:pt x="1765" y="983"/>
                    <a:pt x="1759" y="982"/>
                    <a:pt x="1760" y="979"/>
                  </a:cubicBezTo>
                  <a:cubicBezTo>
                    <a:pt x="1750" y="965"/>
                    <a:pt x="1742" y="962"/>
                    <a:pt x="1742" y="964"/>
                  </a:cubicBezTo>
                  <a:cubicBezTo>
                    <a:pt x="1859" y="1073"/>
                    <a:pt x="1897" y="1098"/>
                    <a:pt x="1927" y="1122"/>
                  </a:cubicBezTo>
                  <a:cubicBezTo>
                    <a:pt x="1984" y="1157"/>
                    <a:pt x="1995" y="1155"/>
                    <a:pt x="1997" y="1163"/>
                  </a:cubicBezTo>
                  <a:cubicBezTo>
                    <a:pt x="2066" y="1192"/>
                    <a:pt x="2073" y="1204"/>
                    <a:pt x="2077" y="1200"/>
                  </a:cubicBezTo>
                  <a:cubicBezTo>
                    <a:pt x="1999" y="1181"/>
                    <a:pt x="1975" y="1172"/>
                    <a:pt x="1952" y="1164"/>
                  </a:cubicBezTo>
                  <a:cubicBezTo>
                    <a:pt x="1812" y="1102"/>
                    <a:pt x="1800" y="1107"/>
                    <a:pt x="1802" y="1101"/>
                  </a:cubicBezTo>
                  <a:cubicBezTo>
                    <a:pt x="1863" y="1135"/>
                    <a:pt x="1871" y="1147"/>
                    <a:pt x="1875" y="1145"/>
                  </a:cubicBezTo>
                  <a:cubicBezTo>
                    <a:pt x="1932" y="1163"/>
                    <a:pt x="1935" y="1166"/>
                    <a:pt x="1938" y="1168"/>
                  </a:cubicBezTo>
                  <a:cubicBezTo>
                    <a:pt x="1958" y="1170"/>
                    <a:pt x="1962" y="1178"/>
                    <a:pt x="1966" y="1178"/>
                  </a:cubicBezTo>
                  <a:cubicBezTo>
                    <a:pt x="1988" y="1181"/>
                    <a:pt x="1995" y="1191"/>
                    <a:pt x="2001" y="1189"/>
                  </a:cubicBezTo>
                  <a:cubicBezTo>
                    <a:pt x="2074" y="1212"/>
                    <a:pt x="2078" y="1217"/>
                    <a:pt x="2080" y="1215"/>
                  </a:cubicBezTo>
                  <a:cubicBezTo>
                    <a:pt x="2117" y="1228"/>
                    <a:pt x="2124" y="1232"/>
                    <a:pt x="2137" y="1235"/>
                  </a:cubicBezTo>
                  <a:cubicBezTo>
                    <a:pt x="2234" y="1279"/>
                    <a:pt x="2245" y="1287"/>
                    <a:pt x="2243" y="1292"/>
                  </a:cubicBezTo>
                  <a:cubicBezTo>
                    <a:pt x="2131" y="1245"/>
                    <a:pt x="2120" y="1242"/>
                    <a:pt x="2108" y="1239"/>
                  </a:cubicBezTo>
                  <a:cubicBezTo>
                    <a:pt x="2028" y="1217"/>
                    <a:pt x="2017" y="1216"/>
                    <a:pt x="2005" y="1213"/>
                  </a:cubicBezTo>
                  <a:cubicBezTo>
                    <a:pt x="1958" y="1197"/>
                    <a:pt x="1947" y="1195"/>
                    <a:pt x="1935" y="1192"/>
                  </a:cubicBezTo>
                  <a:cubicBezTo>
                    <a:pt x="1799" y="1116"/>
                    <a:pt x="1795" y="1118"/>
                    <a:pt x="1793" y="1116"/>
                  </a:cubicBezTo>
                  <a:cubicBezTo>
                    <a:pt x="1777" y="1110"/>
                    <a:pt x="1780" y="1101"/>
                    <a:pt x="1777" y="1100"/>
                  </a:cubicBezTo>
                  <a:cubicBezTo>
                    <a:pt x="1768" y="1091"/>
                    <a:pt x="1766" y="1092"/>
                    <a:pt x="1768" y="1094"/>
                  </a:cubicBezTo>
                  <a:cubicBezTo>
                    <a:pt x="1775" y="1110"/>
                    <a:pt x="1784" y="1111"/>
                    <a:pt x="1786" y="1114"/>
                  </a:cubicBezTo>
                  <a:cubicBezTo>
                    <a:pt x="1836" y="1150"/>
                    <a:pt x="1847" y="1161"/>
                    <a:pt x="1855" y="1163"/>
                  </a:cubicBezTo>
                  <a:cubicBezTo>
                    <a:pt x="1888" y="1188"/>
                    <a:pt x="1893" y="1191"/>
                    <a:pt x="1895" y="1189"/>
                  </a:cubicBezTo>
                  <a:cubicBezTo>
                    <a:pt x="1958" y="1223"/>
                    <a:pt x="1978" y="1230"/>
                    <a:pt x="2003" y="1240"/>
                  </a:cubicBezTo>
                  <a:cubicBezTo>
                    <a:pt x="2041" y="1245"/>
                    <a:pt x="2048" y="1253"/>
                    <a:pt x="2053" y="1252"/>
                  </a:cubicBezTo>
                  <a:cubicBezTo>
                    <a:pt x="2147" y="1279"/>
                    <a:pt x="2157" y="1282"/>
                    <a:pt x="2166" y="1286"/>
                  </a:cubicBezTo>
                  <a:cubicBezTo>
                    <a:pt x="2217" y="1301"/>
                    <a:pt x="2237" y="1308"/>
                    <a:pt x="2257" y="1315"/>
                  </a:cubicBezTo>
                  <a:cubicBezTo>
                    <a:pt x="2324" y="1358"/>
                    <a:pt x="2331" y="1352"/>
                    <a:pt x="2328" y="1357"/>
                  </a:cubicBezTo>
                  <a:cubicBezTo>
                    <a:pt x="2331" y="1361"/>
                    <a:pt x="2323" y="1361"/>
                    <a:pt x="2312" y="1354"/>
                  </a:cubicBezTo>
                  <a:cubicBezTo>
                    <a:pt x="2262" y="1327"/>
                    <a:pt x="2258" y="1327"/>
                    <a:pt x="2253" y="1325"/>
                  </a:cubicBezTo>
                  <a:cubicBezTo>
                    <a:pt x="2222" y="1313"/>
                    <a:pt x="2216" y="1307"/>
                    <a:pt x="2212" y="1308"/>
                  </a:cubicBezTo>
                  <a:cubicBezTo>
                    <a:pt x="2192" y="1303"/>
                    <a:pt x="2187" y="1302"/>
                    <a:pt x="2182" y="1302"/>
                  </a:cubicBezTo>
                  <a:cubicBezTo>
                    <a:pt x="2120" y="1285"/>
                    <a:pt x="2116" y="1290"/>
                    <a:pt x="2111" y="1286"/>
                  </a:cubicBezTo>
                  <a:cubicBezTo>
                    <a:pt x="2062" y="1273"/>
                    <a:pt x="2058" y="1275"/>
                    <a:pt x="2054" y="1274"/>
                  </a:cubicBezTo>
                  <a:cubicBezTo>
                    <a:pt x="2005" y="1263"/>
                    <a:pt x="2001" y="1263"/>
                    <a:pt x="1996" y="1262"/>
                  </a:cubicBezTo>
                  <a:cubicBezTo>
                    <a:pt x="1943" y="1252"/>
                    <a:pt x="1934" y="1249"/>
                    <a:pt x="1924" y="1245"/>
                  </a:cubicBezTo>
                  <a:cubicBezTo>
                    <a:pt x="1874" y="1231"/>
                    <a:pt x="1855" y="1225"/>
                    <a:pt x="1835" y="1217"/>
                  </a:cubicBezTo>
                  <a:cubicBezTo>
                    <a:pt x="1789" y="1181"/>
                    <a:pt x="1784" y="1176"/>
                    <a:pt x="1780" y="1181"/>
                  </a:cubicBezTo>
                  <a:cubicBezTo>
                    <a:pt x="1792" y="1194"/>
                    <a:pt x="1801" y="1197"/>
                    <a:pt x="1800" y="1202"/>
                  </a:cubicBezTo>
                  <a:cubicBezTo>
                    <a:pt x="1724" y="1168"/>
                    <a:pt x="1766" y="1186"/>
                    <a:pt x="1797" y="1207"/>
                  </a:cubicBezTo>
                  <a:cubicBezTo>
                    <a:pt x="1849" y="1237"/>
                    <a:pt x="1860" y="1244"/>
                    <a:pt x="1870" y="1251"/>
                  </a:cubicBezTo>
                  <a:cubicBezTo>
                    <a:pt x="2017" y="1319"/>
                    <a:pt x="2027" y="1321"/>
                    <a:pt x="2038" y="1326"/>
                  </a:cubicBezTo>
                  <a:cubicBezTo>
                    <a:pt x="2062" y="1334"/>
                    <a:pt x="2064" y="1329"/>
                    <a:pt x="2067" y="1332"/>
                  </a:cubicBezTo>
                  <a:cubicBezTo>
                    <a:pt x="2101" y="1345"/>
                    <a:pt x="2109" y="1344"/>
                    <a:pt x="2117" y="1348"/>
                  </a:cubicBezTo>
                  <a:cubicBezTo>
                    <a:pt x="2179" y="1365"/>
                    <a:pt x="2190" y="1363"/>
                    <a:pt x="2202" y="1370"/>
                  </a:cubicBezTo>
                  <a:cubicBezTo>
                    <a:pt x="2239" y="1378"/>
                    <a:pt x="2242" y="1381"/>
                    <a:pt x="2243" y="1379"/>
                  </a:cubicBezTo>
                  <a:cubicBezTo>
                    <a:pt x="2271" y="1395"/>
                    <a:pt x="2279" y="1390"/>
                    <a:pt x="2289" y="1396"/>
                  </a:cubicBezTo>
                  <a:cubicBezTo>
                    <a:pt x="2335" y="1407"/>
                    <a:pt x="2342" y="1415"/>
                    <a:pt x="2346" y="1413"/>
                  </a:cubicBezTo>
                  <a:cubicBezTo>
                    <a:pt x="2436" y="1455"/>
                    <a:pt x="2440" y="1458"/>
                    <a:pt x="2445" y="1461"/>
                  </a:cubicBezTo>
                  <a:cubicBezTo>
                    <a:pt x="2441" y="1460"/>
                    <a:pt x="2440" y="1470"/>
                    <a:pt x="2435" y="1465"/>
                  </a:cubicBezTo>
                  <a:cubicBezTo>
                    <a:pt x="2403" y="1446"/>
                    <a:pt x="2399" y="1444"/>
                    <a:pt x="2396" y="1441"/>
                  </a:cubicBezTo>
                  <a:cubicBezTo>
                    <a:pt x="2345" y="1421"/>
                    <a:pt x="2342" y="1417"/>
                    <a:pt x="2339" y="1419"/>
                  </a:cubicBezTo>
                  <a:cubicBezTo>
                    <a:pt x="2288" y="1400"/>
                    <a:pt x="2278" y="1399"/>
                    <a:pt x="2267" y="1395"/>
                  </a:cubicBezTo>
                  <a:cubicBezTo>
                    <a:pt x="2242" y="1393"/>
                    <a:pt x="2238" y="1387"/>
                    <a:pt x="2236" y="1390"/>
                  </a:cubicBezTo>
                  <a:cubicBezTo>
                    <a:pt x="2185" y="1383"/>
                    <a:pt x="2180" y="1381"/>
                    <a:pt x="2174" y="1380"/>
                  </a:cubicBezTo>
                  <a:cubicBezTo>
                    <a:pt x="2108" y="1367"/>
                    <a:pt x="2100" y="1369"/>
                    <a:pt x="2091" y="1364"/>
                  </a:cubicBezTo>
                  <a:cubicBezTo>
                    <a:pt x="2030" y="1352"/>
                    <a:pt x="2020" y="1345"/>
                    <a:pt x="2012" y="1348"/>
                  </a:cubicBezTo>
                  <a:cubicBezTo>
                    <a:pt x="1921" y="1321"/>
                    <a:pt x="1904" y="1314"/>
                    <a:pt x="1888" y="1310"/>
                  </a:cubicBezTo>
                  <a:cubicBezTo>
                    <a:pt x="1846" y="1294"/>
                    <a:pt x="1847" y="1280"/>
                    <a:pt x="1844" y="1286"/>
                  </a:cubicBezTo>
                  <a:cubicBezTo>
                    <a:pt x="1805" y="1264"/>
                    <a:pt x="1802" y="1260"/>
                    <a:pt x="1799" y="1256"/>
                  </a:cubicBezTo>
                  <a:cubicBezTo>
                    <a:pt x="1792" y="1262"/>
                    <a:pt x="1796" y="1264"/>
                    <a:pt x="1799" y="1267"/>
                  </a:cubicBezTo>
                  <a:cubicBezTo>
                    <a:pt x="1822" y="1281"/>
                    <a:pt x="1831" y="1288"/>
                    <a:pt x="1839" y="1293"/>
                  </a:cubicBezTo>
                  <a:cubicBezTo>
                    <a:pt x="1935" y="1335"/>
                    <a:pt x="1945" y="1339"/>
                    <a:pt x="1956" y="1342"/>
                  </a:cubicBezTo>
                  <a:cubicBezTo>
                    <a:pt x="1993" y="1352"/>
                    <a:pt x="1997" y="1353"/>
                    <a:pt x="2002" y="1352"/>
                  </a:cubicBezTo>
                  <a:cubicBezTo>
                    <a:pt x="2082" y="1371"/>
                    <a:pt x="2083" y="1372"/>
                    <a:pt x="2085" y="1373"/>
                  </a:cubicBezTo>
                  <a:cubicBezTo>
                    <a:pt x="2115" y="1375"/>
                    <a:pt x="2118" y="1381"/>
                    <a:pt x="2120" y="1378"/>
                  </a:cubicBezTo>
                  <a:cubicBezTo>
                    <a:pt x="2155" y="1386"/>
                    <a:pt x="2165" y="1383"/>
                    <a:pt x="2176" y="1389"/>
                  </a:cubicBezTo>
                  <a:cubicBezTo>
                    <a:pt x="2196" y="1393"/>
                    <a:pt x="2201" y="1391"/>
                    <a:pt x="2207" y="1394"/>
                  </a:cubicBezTo>
                  <a:cubicBezTo>
                    <a:pt x="2226" y="1393"/>
                    <a:pt x="2232" y="1397"/>
                    <a:pt x="2237" y="1396"/>
                  </a:cubicBezTo>
                  <a:cubicBezTo>
                    <a:pt x="2289" y="1410"/>
                    <a:pt x="2294" y="1408"/>
                    <a:pt x="2300" y="1412"/>
                  </a:cubicBezTo>
                  <a:cubicBezTo>
                    <a:pt x="2403" y="1451"/>
                    <a:pt x="2407" y="1454"/>
                    <a:pt x="2411" y="1457"/>
                  </a:cubicBezTo>
                  <a:cubicBezTo>
                    <a:pt x="2382" y="1460"/>
                    <a:pt x="2378" y="1455"/>
                    <a:pt x="2375" y="1456"/>
                  </a:cubicBezTo>
                  <a:cubicBezTo>
                    <a:pt x="2349" y="1454"/>
                    <a:pt x="2346" y="1457"/>
                    <a:pt x="2342" y="1455"/>
                  </a:cubicBezTo>
                  <a:cubicBezTo>
                    <a:pt x="2278" y="1447"/>
                    <a:pt x="2273" y="1444"/>
                    <a:pt x="2267" y="1445"/>
                  </a:cubicBezTo>
                  <a:cubicBezTo>
                    <a:pt x="2223" y="1440"/>
                    <a:pt x="2219" y="1437"/>
                    <a:pt x="2215" y="1433"/>
                  </a:cubicBezTo>
                  <a:cubicBezTo>
                    <a:pt x="2193" y="1431"/>
                    <a:pt x="2191" y="1434"/>
                    <a:pt x="2188" y="1434"/>
                  </a:cubicBezTo>
                  <a:cubicBezTo>
                    <a:pt x="2155" y="1427"/>
                    <a:pt x="2148" y="1421"/>
                    <a:pt x="2143" y="1423"/>
                  </a:cubicBezTo>
                  <a:cubicBezTo>
                    <a:pt x="2090" y="1417"/>
                    <a:pt x="2083" y="1408"/>
                    <a:pt x="2079" y="1413"/>
                  </a:cubicBezTo>
                  <a:cubicBezTo>
                    <a:pt x="1999" y="1398"/>
                    <a:pt x="1989" y="1393"/>
                    <a:pt x="1980" y="1392"/>
                  </a:cubicBezTo>
                  <a:cubicBezTo>
                    <a:pt x="1957" y="1385"/>
                    <a:pt x="1954" y="1382"/>
                    <a:pt x="1952" y="1384"/>
                  </a:cubicBezTo>
                  <a:cubicBezTo>
                    <a:pt x="1867" y="1355"/>
                    <a:pt x="1868" y="1352"/>
                    <a:pt x="1868" y="1352"/>
                  </a:cubicBezTo>
                  <a:cubicBezTo>
                    <a:pt x="1854" y="1345"/>
                    <a:pt x="1853" y="1346"/>
                    <a:pt x="1851" y="1346"/>
                  </a:cubicBezTo>
                  <a:cubicBezTo>
                    <a:pt x="1819" y="1330"/>
                    <a:pt x="1814" y="1322"/>
                    <a:pt x="1810" y="1321"/>
                  </a:cubicBezTo>
                  <a:cubicBezTo>
                    <a:pt x="1759" y="1288"/>
                    <a:pt x="1760" y="1285"/>
                    <a:pt x="1757" y="1283"/>
                  </a:cubicBezTo>
                  <a:cubicBezTo>
                    <a:pt x="1737" y="1278"/>
                    <a:pt x="1744" y="1285"/>
                    <a:pt x="1751" y="1292"/>
                  </a:cubicBezTo>
                  <a:cubicBezTo>
                    <a:pt x="1824" y="1336"/>
                    <a:pt x="1820" y="1339"/>
                    <a:pt x="1825" y="1342"/>
                  </a:cubicBezTo>
                  <a:cubicBezTo>
                    <a:pt x="1914" y="1376"/>
                    <a:pt x="1921" y="1385"/>
                    <a:pt x="1926" y="1383"/>
                  </a:cubicBezTo>
                  <a:cubicBezTo>
                    <a:pt x="1966" y="1396"/>
                    <a:pt x="1970" y="1399"/>
                    <a:pt x="1972" y="1397"/>
                  </a:cubicBezTo>
                  <a:cubicBezTo>
                    <a:pt x="2078" y="1420"/>
                    <a:pt x="2102" y="1426"/>
                    <a:pt x="2125" y="1426"/>
                  </a:cubicBezTo>
                  <a:cubicBezTo>
                    <a:pt x="2205" y="1443"/>
                    <a:pt x="2211" y="1443"/>
                    <a:pt x="2217" y="1442"/>
                  </a:cubicBezTo>
                  <a:cubicBezTo>
                    <a:pt x="2256" y="1449"/>
                    <a:pt x="2259" y="1450"/>
                    <a:pt x="2263" y="1452"/>
                  </a:cubicBezTo>
                  <a:cubicBezTo>
                    <a:pt x="2241" y="1449"/>
                    <a:pt x="2235" y="1450"/>
                    <a:pt x="2228" y="1453"/>
                  </a:cubicBezTo>
                  <a:cubicBezTo>
                    <a:pt x="2161" y="1450"/>
                    <a:pt x="2138" y="1452"/>
                    <a:pt x="2115" y="1453"/>
                  </a:cubicBezTo>
                  <a:cubicBezTo>
                    <a:pt x="2033" y="1453"/>
                    <a:pt x="2030" y="1453"/>
                    <a:pt x="2027" y="1452"/>
                  </a:cubicBezTo>
                  <a:cubicBezTo>
                    <a:pt x="1998" y="1450"/>
                    <a:pt x="1996" y="1456"/>
                    <a:pt x="1992" y="1450"/>
                  </a:cubicBezTo>
                  <a:cubicBezTo>
                    <a:pt x="1962" y="1449"/>
                    <a:pt x="1960" y="1455"/>
                    <a:pt x="1955" y="1449"/>
                  </a:cubicBezTo>
                  <a:cubicBezTo>
                    <a:pt x="1918" y="1451"/>
                    <a:pt x="1915" y="1451"/>
                    <a:pt x="1912" y="1452"/>
                  </a:cubicBezTo>
                  <a:cubicBezTo>
                    <a:pt x="1934" y="1456"/>
                    <a:pt x="1942" y="1456"/>
                    <a:pt x="1951" y="1457"/>
                  </a:cubicBezTo>
                  <a:cubicBezTo>
                    <a:pt x="1993" y="1458"/>
                    <a:pt x="1997" y="1456"/>
                    <a:pt x="2001" y="1459"/>
                  </a:cubicBezTo>
                  <a:cubicBezTo>
                    <a:pt x="2056" y="1461"/>
                    <a:pt x="2060" y="1459"/>
                    <a:pt x="2065" y="1462"/>
                  </a:cubicBezTo>
                  <a:cubicBezTo>
                    <a:pt x="2095" y="1465"/>
                    <a:pt x="2098" y="1457"/>
                    <a:pt x="2104" y="1462"/>
                  </a:cubicBezTo>
                  <a:cubicBezTo>
                    <a:pt x="2171" y="1462"/>
                    <a:pt x="2187" y="1459"/>
                    <a:pt x="2205" y="1461"/>
                  </a:cubicBezTo>
                  <a:cubicBezTo>
                    <a:pt x="2239" y="1464"/>
                    <a:pt x="2246" y="1458"/>
                    <a:pt x="2255" y="1463"/>
                  </a:cubicBezTo>
                  <a:cubicBezTo>
                    <a:pt x="2379" y="1467"/>
                    <a:pt x="2385" y="1469"/>
                    <a:pt x="2390" y="1469"/>
                  </a:cubicBezTo>
                  <a:cubicBezTo>
                    <a:pt x="2447" y="1477"/>
                    <a:pt x="2453" y="1485"/>
                    <a:pt x="2456" y="1481"/>
                  </a:cubicBezTo>
                  <a:cubicBezTo>
                    <a:pt x="2471" y="1483"/>
                    <a:pt x="2476" y="1485"/>
                    <a:pt x="2480" y="1484"/>
                  </a:cubicBezTo>
                  <a:cubicBezTo>
                    <a:pt x="2496" y="1492"/>
                    <a:pt x="2489" y="1491"/>
                    <a:pt x="2481" y="1490"/>
                  </a:cubicBezTo>
                  <a:cubicBezTo>
                    <a:pt x="2459" y="1486"/>
                    <a:pt x="2459" y="1488"/>
                    <a:pt x="2457" y="1487"/>
                  </a:cubicBezTo>
                  <a:cubicBezTo>
                    <a:pt x="2436" y="1484"/>
                    <a:pt x="2430" y="1485"/>
                    <a:pt x="2423" y="1483"/>
                  </a:cubicBezTo>
                  <a:cubicBezTo>
                    <a:pt x="2367" y="1482"/>
                    <a:pt x="2348" y="1479"/>
                    <a:pt x="2330" y="1481"/>
                  </a:cubicBezTo>
                  <a:cubicBezTo>
                    <a:pt x="2283" y="1485"/>
                    <a:pt x="2277" y="1479"/>
                    <a:pt x="2273" y="1480"/>
                  </a:cubicBezTo>
                  <a:cubicBezTo>
                    <a:pt x="2200" y="1484"/>
                    <a:pt x="2196" y="1487"/>
                    <a:pt x="2191" y="1488"/>
                  </a:cubicBezTo>
                  <a:cubicBezTo>
                    <a:pt x="2155" y="1488"/>
                    <a:pt x="2153" y="1490"/>
                    <a:pt x="2150" y="1487"/>
                  </a:cubicBezTo>
                  <a:cubicBezTo>
                    <a:pt x="2117" y="1486"/>
                    <a:pt x="2113" y="1490"/>
                    <a:pt x="2108" y="1488"/>
                  </a:cubicBezTo>
                  <a:cubicBezTo>
                    <a:pt x="2069" y="1483"/>
                    <a:pt x="2060" y="1487"/>
                    <a:pt x="2050" y="1484"/>
                  </a:cubicBezTo>
                  <a:cubicBezTo>
                    <a:pt x="1988" y="1472"/>
                    <a:pt x="1985" y="1477"/>
                    <a:pt x="1979" y="1473"/>
                  </a:cubicBezTo>
                  <a:cubicBezTo>
                    <a:pt x="1945" y="1469"/>
                    <a:pt x="1938" y="1456"/>
                    <a:pt x="1935" y="1464"/>
                  </a:cubicBezTo>
                  <a:cubicBezTo>
                    <a:pt x="2001" y="1482"/>
                    <a:pt x="2009" y="1487"/>
                    <a:pt x="2015" y="1486"/>
                  </a:cubicBezTo>
                  <a:cubicBezTo>
                    <a:pt x="2080" y="1493"/>
                    <a:pt x="2086" y="1494"/>
                    <a:pt x="2094" y="1497"/>
                  </a:cubicBezTo>
                  <a:cubicBezTo>
                    <a:pt x="2167" y="1495"/>
                    <a:pt x="2186" y="1498"/>
                    <a:pt x="2203" y="1494"/>
                  </a:cubicBezTo>
                  <a:cubicBezTo>
                    <a:pt x="2239" y="1495"/>
                    <a:pt x="2241" y="1492"/>
                    <a:pt x="2244" y="1492"/>
                  </a:cubicBezTo>
                  <a:cubicBezTo>
                    <a:pt x="2289" y="1487"/>
                    <a:pt x="2294" y="1490"/>
                    <a:pt x="2298" y="1489"/>
                  </a:cubicBezTo>
                  <a:cubicBezTo>
                    <a:pt x="2349" y="1491"/>
                    <a:pt x="2358" y="1488"/>
                    <a:pt x="2368" y="1491"/>
                  </a:cubicBezTo>
                  <a:cubicBezTo>
                    <a:pt x="2408" y="1491"/>
                    <a:pt x="2409" y="1489"/>
                    <a:pt x="2412" y="1491"/>
                  </a:cubicBezTo>
                  <a:cubicBezTo>
                    <a:pt x="2452" y="1494"/>
                    <a:pt x="2456" y="1493"/>
                    <a:pt x="2462" y="1498"/>
                  </a:cubicBezTo>
                  <a:cubicBezTo>
                    <a:pt x="2494" y="1499"/>
                    <a:pt x="2499" y="1504"/>
                    <a:pt x="2504" y="1503"/>
                  </a:cubicBezTo>
                  <a:cubicBezTo>
                    <a:pt x="2539" y="1513"/>
                    <a:pt x="2541" y="1511"/>
                    <a:pt x="2544" y="1514"/>
                  </a:cubicBezTo>
                  <a:cubicBezTo>
                    <a:pt x="2540" y="1522"/>
                    <a:pt x="2534" y="1517"/>
                    <a:pt x="2528" y="1514"/>
                  </a:cubicBezTo>
                  <a:cubicBezTo>
                    <a:pt x="2499" y="1515"/>
                    <a:pt x="2495" y="1516"/>
                    <a:pt x="2491" y="1515"/>
                  </a:cubicBezTo>
                  <a:cubicBezTo>
                    <a:pt x="2470" y="1517"/>
                    <a:pt x="2461" y="1511"/>
                    <a:pt x="2453" y="1516"/>
                  </a:cubicBezTo>
                  <a:cubicBezTo>
                    <a:pt x="2361" y="1511"/>
                    <a:pt x="2358" y="1522"/>
                    <a:pt x="2352" y="1514"/>
                  </a:cubicBezTo>
                  <a:cubicBezTo>
                    <a:pt x="2303" y="1521"/>
                    <a:pt x="2299" y="1520"/>
                    <a:pt x="2295" y="1521"/>
                  </a:cubicBezTo>
                  <a:cubicBezTo>
                    <a:pt x="2268" y="1522"/>
                    <a:pt x="2265" y="1529"/>
                    <a:pt x="2260" y="1526"/>
                  </a:cubicBezTo>
                  <a:cubicBezTo>
                    <a:pt x="2207" y="1533"/>
                    <a:pt x="2198" y="1529"/>
                    <a:pt x="2191" y="1533"/>
                  </a:cubicBezTo>
                  <a:cubicBezTo>
                    <a:pt x="2159" y="1533"/>
                    <a:pt x="2151" y="1531"/>
                    <a:pt x="2144" y="1533"/>
                  </a:cubicBezTo>
                  <a:cubicBezTo>
                    <a:pt x="2122" y="1534"/>
                    <a:pt x="2121" y="1537"/>
                    <a:pt x="2124" y="1535"/>
                  </a:cubicBezTo>
                  <a:cubicBezTo>
                    <a:pt x="2146" y="1533"/>
                    <a:pt x="2152" y="1539"/>
                    <a:pt x="2156" y="1538"/>
                  </a:cubicBezTo>
                  <a:cubicBezTo>
                    <a:pt x="2199" y="1537"/>
                    <a:pt x="2208" y="1537"/>
                    <a:pt x="2217" y="1537"/>
                  </a:cubicBezTo>
                  <a:cubicBezTo>
                    <a:pt x="2258" y="1531"/>
                    <a:pt x="2264" y="1537"/>
                    <a:pt x="2268" y="1534"/>
                  </a:cubicBezTo>
                  <a:cubicBezTo>
                    <a:pt x="2296" y="1526"/>
                    <a:pt x="2301" y="1531"/>
                    <a:pt x="2304" y="1527"/>
                  </a:cubicBezTo>
                  <a:cubicBezTo>
                    <a:pt x="2335" y="1525"/>
                    <a:pt x="2338" y="1528"/>
                    <a:pt x="2341" y="1528"/>
                  </a:cubicBezTo>
                  <a:cubicBezTo>
                    <a:pt x="2369" y="1527"/>
                    <a:pt x="2374" y="1522"/>
                    <a:pt x="2379" y="1525"/>
                  </a:cubicBezTo>
                  <a:cubicBezTo>
                    <a:pt x="2415" y="1519"/>
                    <a:pt x="2422" y="1529"/>
                    <a:pt x="2426" y="1521"/>
                  </a:cubicBezTo>
                  <a:cubicBezTo>
                    <a:pt x="2479" y="1523"/>
                    <a:pt x="2484" y="1524"/>
                    <a:pt x="2489" y="1524"/>
                  </a:cubicBezTo>
                  <a:cubicBezTo>
                    <a:pt x="2510" y="1525"/>
                    <a:pt x="2516" y="1524"/>
                    <a:pt x="2521" y="1524"/>
                  </a:cubicBezTo>
                  <a:cubicBezTo>
                    <a:pt x="2547" y="1526"/>
                    <a:pt x="2559" y="1534"/>
                    <a:pt x="2570" y="1533"/>
                  </a:cubicBezTo>
                  <a:cubicBezTo>
                    <a:pt x="2608" y="1551"/>
                    <a:pt x="2617" y="1556"/>
                    <a:pt x="2627" y="1558"/>
                  </a:cubicBezTo>
                  <a:cubicBezTo>
                    <a:pt x="2654" y="1575"/>
                    <a:pt x="2658" y="1582"/>
                    <a:pt x="2661" y="1578"/>
                  </a:cubicBezTo>
                  <a:cubicBezTo>
                    <a:pt x="2679" y="1592"/>
                    <a:pt x="2668" y="1591"/>
                    <a:pt x="2658" y="1587"/>
                  </a:cubicBezTo>
                  <a:cubicBezTo>
                    <a:pt x="2602" y="1571"/>
                    <a:pt x="2598" y="1576"/>
                    <a:pt x="2592" y="1572"/>
                  </a:cubicBezTo>
                  <a:cubicBezTo>
                    <a:pt x="2493" y="1566"/>
                    <a:pt x="2486" y="1559"/>
                    <a:pt x="2482" y="1564"/>
                  </a:cubicBezTo>
                  <a:cubicBezTo>
                    <a:pt x="2454" y="1559"/>
                    <a:pt x="2452" y="1559"/>
                    <a:pt x="2450" y="1561"/>
                  </a:cubicBezTo>
                  <a:cubicBezTo>
                    <a:pt x="2407" y="1554"/>
                    <a:pt x="2405" y="1561"/>
                    <a:pt x="2401" y="1560"/>
                  </a:cubicBezTo>
                  <a:cubicBezTo>
                    <a:pt x="2363" y="1561"/>
                    <a:pt x="2358" y="1554"/>
                    <a:pt x="2355" y="1558"/>
                  </a:cubicBezTo>
                  <a:cubicBezTo>
                    <a:pt x="2328" y="1563"/>
                    <a:pt x="2323" y="1555"/>
                    <a:pt x="2321" y="1561"/>
                  </a:cubicBezTo>
                  <a:cubicBezTo>
                    <a:pt x="2293" y="1560"/>
                    <a:pt x="2290" y="1562"/>
                    <a:pt x="2286" y="1562"/>
                  </a:cubicBezTo>
                  <a:cubicBezTo>
                    <a:pt x="2243" y="1564"/>
                    <a:pt x="2236" y="1566"/>
                    <a:pt x="2229" y="1566"/>
                  </a:cubicBezTo>
                  <a:cubicBezTo>
                    <a:pt x="2173" y="1564"/>
                    <a:pt x="2167" y="1569"/>
                    <a:pt x="2158" y="1566"/>
                  </a:cubicBezTo>
                  <a:cubicBezTo>
                    <a:pt x="2121" y="1565"/>
                    <a:pt x="2118" y="1572"/>
                    <a:pt x="2113" y="1567"/>
                  </a:cubicBezTo>
                  <a:cubicBezTo>
                    <a:pt x="2076" y="1567"/>
                    <a:pt x="2075" y="1564"/>
                    <a:pt x="2074" y="1562"/>
                  </a:cubicBezTo>
                  <a:cubicBezTo>
                    <a:pt x="2035" y="1553"/>
                    <a:pt x="2033" y="1551"/>
                    <a:pt x="2031" y="1549"/>
                  </a:cubicBezTo>
                  <a:cubicBezTo>
                    <a:pt x="2019" y="1549"/>
                    <a:pt x="2032" y="1553"/>
                    <a:pt x="2045" y="1559"/>
                  </a:cubicBezTo>
                  <a:cubicBezTo>
                    <a:pt x="2068" y="1563"/>
                    <a:pt x="2066" y="1572"/>
                    <a:pt x="2070" y="1568"/>
                  </a:cubicBezTo>
                  <a:cubicBezTo>
                    <a:pt x="2092" y="1572"/>
                    <a:pt x="2098" y="1570"/>
                    <a:pt x="2102" y="1576"/>
                  </a:cubicBezTo>
                  <a:cubicBezTo>
                    <a:pt x="2162" y="1582"/>
                    <a:pt x="2171" y="1587"/>
                    <a:pt x="2179" y="1585"/>
                  </a:cubicBezTo>
                  <a:cubicBezTo>
                    <a:pt x="2207" y="1588"/>
                    <a:pt x="2208" y="1584"/>
                    <a:pt x="2211" y="1585"/>
                  </a:cubicBezTo>
                  <a:cubicBezTo>
                    <a:pt x="2233" y="1583"/>
                    <a:pt x="2239" y="1590"/>
                    <a:pt x="2242" y="1585"/>
                  </a:cubicBezTo>
                  <a:cubicBezTo>
                    <a:pt x="2263" y="1586"/>
                    <a:pt x="2272" y="1586"/>
                    <a:pt x="2280" y="1587"/>
                  </a:cubicBezTo>
                  <a:cubicBezTo>
                    <a:pt x="2313" y="1585"/>
                    <a:pt x="2323" y="1589"/>
                    <a:pt x="2331" y="1589"/>
                  </a:cubicBezTo>
                  <a:cubicBezTo>
                    <a:pt x="2365" y="1592"/>
                    <a:pt x="2367" y="1591"/>
                    <a:pt x="2369" y="1591"/>
                  </a:cubicBezTo>
                  <a:cubicBezTo>
                    <a:pt x="2399" y="1594"/>
                    <a:pt x="2405" y="1600"/>
                    <a:pt x="2408" y="1596"/>
                  </a:cubicBezTo>
                  <a:cubicBezTo>
                    <a:pt x="2442" y="1597"/>
                    <a:pt x="2451" y="1602"/>
                    <a:pt x="2459" y="1598"/>
                  </a:cubicBezTo>
                  <a:cubicBezTo>
                    <a:pt x="2471" y="1601"/>
                    <a:pt x="2473" y="1601"/>
                    <a:pt x="2475" y="1601"/>
                  </a:cubicBezTo>
                  <a:cubicBezTo>
                    <a:pt x="2445" y="1606"/>
                    <a:pt x="2443" y="1607"/>
                    <a:pt x="2439" y="1604"/>
                  </a:cubicBezTo>
                  <a:cubicBezTo>
                    <a:pt x="2395" y="1607"/>
                    <a:pt x="2374" y="1608"/>
                    <a:pt x="2352" y="1609"/>
                  </a:cubicBezTo>
                  <a:cubicBezTo>
                    <a:pt x="2254" y="1621"/>
                    <a:pt x="2247" y="1616"/>
                    <a:pt x="2243" y="1620"/>
                  </a:cubicBezTo>
                  <a:cubicBezTo>
                    <a:pt x="2203" y="1616"/>
                    <a:pt x="2183" y="1620"/>
                    <a:pt x="2161" y="1620"/>
                  </a:cubicBezTo>
                  <a:cubicBezTo>
                    <a:pt x="2112" y="1621"/>
                    <a:pt x="2109" y="1622"/>
                    <a:pt x="2107" y="1623"/>
                  </a:cubicBezTo>
                  <a:cubicBezTo>
                    <a:pt x="2030" y="1621"/>
                    <a:pt x="2026" y="1616"/>
                    <a:pt x="2024" y="1618"/>
                  </a:cubicBezTo>
                  <a:cubicBezTo>
                    <a:pt x="1994" y="1611"/>
                    <a:pt x="1990" y="1617"/>
                    <a:pt x="1983" y="1612"/>
                  </a:cubicBezTo>
                  <a:cubicBezTo>
                    <a:pt x="1985" y="1614"/>
                    <a:pt x="1988" y="1619"/>
                    <a:pt x="1991" y="1617"/>
                  </a:cubicBezTo>
                  <a:cubicBezTo>
                    <a:pt x="2042" y="1624"/>
                    <a:pt x="2053" y="1625"/>
                    <a:pt x="2063" y="1626"/>
                  </a:cubicBezTo>
                  <a:cubicBezTo>
                    <a:pt x="2134" y="1631"/>
                    <a:pt x="2138" y="1625"/>
                    <a:pt x="2144" y="1627"/>
                  </a:cubicBezTo>
                  <a:cubicBezTo>
                    <a:pt x="2193" y="1623"/>
                    <a:pt x="2196" y="1627"/>
                    <a:pt x="2199" y="1627"/>
                  </a:cubicBezTo>
                  <a:cubicBezTo>
                    <a:pt x="2212" y="1625"/>
                    <a:pt x="2218" y="1627"/>
                    <a:pt x="2223" y="1625"/>
                  </a:cubicBezTo>
                  <a:cubicBezTo>
                    <a:pt x="2307" y="1624"/>
                    <a:pt x="2311" y="1617"/>
                    <a:pt x="2317" y="1622"/>
                  </a:cubicBezTo>
                  <a:cubicBezTo>
                    <a:pt x="2338" y="1618"/>
                    <a:pt x="2344" y="1620"/>
                    <a:pt x="2349" y="1617"/>
                  </a:cubicBezTo>
                  <a:cubicBezTo>
                    <a:pt x="2418" y="1614"/>
                    <a:pt x="2424" y="1617"/>
                    <a:pt x="2428" y="1612"/>
                  </a:cubicBezTo>
                  <a:cubicBezTo>
                    <a:pt x="2486" y="1613"/>
                    <a:pt x="2495" y="1611"/>
                    <a:pt x="2504" y="1613"/>
                  </a:cubicBezTo>
                  <a:cubicBezTo>
                    <a:pt x="2538" y="1616"/>
                    <a:pt x="2544" y="1614"/>
                    <a:pt x="2551" y="1618"/>
                  </a:cubicBezTo>
                  <a:cubicBezTo>
                    <a:pt x="2576" y="1617"/>
                    <a:pt x="2582" y="1619"/>
                    <a:pt x="2589" y="1619"/>
                  </a:cubicBezTo>
                  <a:cubicBezTo>
                    <a:pt x="2605" y="1620"/>
                    <a:pt x="2607" y="1617"/>
                    <a:pt x="2606" y="1621"/>
                  </a:cubicBezTo>
                  <a:cubicBezTo>
                    <a:pt x="2570" y="1626"/>
                    <a:pt x="2567" y="1624"/>
                    <a:pt x="2565" y="1624"/>
                  </a:cubicBezTo>
                  <a:cubicBezTo>
                    <a:pt x="2544" y="1626"/>
                    <a:pt x="2543" y="1633"/>
                    <a:pt x="2539" y="1631"/>
                  </a:cubicBezTo>
                  <a:cubicBezTo>
                    <a:pt x="2525" y="1626"/>
                    <a:pt x="2522" y="1626"/>
                    <a:pt x="2519" y="1625"/>
                  </a:cubicBezTo>
                  <a:cubicBezTo>
                    <a:pt x="2488" y="1626"/>
                    <a:pt x="2486" y="1632"/>
                    <a:pt x="2482" y="1630"/>
                  </a:cubicBezTo>
                  <a:cubicBezTo>
                    <a:pt x="2437" y="1636"/>
                    <a:pt x="2418" y="1631"/>
                    <a:pt x="2401" y="1638"/>
                  </a:cubicBezTo>
                  <a:cubicBezTo>
                    <a:pt x="2369" y="1638"/>
                    <a:pt x="2365" y="1641"/>
                    <a:pt x="2360" y="1640"/>
                  </a:cubicBezTo>
                  <a:cubicBezTo>
                    <a:pt x="2288" y="1646"/>
                    <a:pt x="2283" y="1643"/>
                    <a:pt x="2279" y="1644"/>
                  </a:cubicBezTo>
                  <a:cubicBezTo>
                    <a:pt x="2247" y="1646"/>
                    <a:pt x="2241" y="1643"/>
                    <a:pt x="2237" y="1644"/>
                  </a:cubicBezTo>
                  <a:cubicBezTo>
                    <a:pt x="2191" y="1641"/>
                    <a:pt x="2187" y="1648"/>
                    <a:pt x="2181" y="1641"/>
                  </a:cubicBezTo>
                  <a:cubicBezTo>
                    <a:pt x="2122" y="1643"/>
                    <a:pt x="2117" y="1637"/>
                    <a:pt x="2113" y="1638"/>
                  </a:cubicBezTo>
                  <a:cubicBezTo>
                    <a:pt x="2065" y="1636"/>
                    <a:pt x="2061" y="1637"/>
                    <a:pt x="2056" y="1637"/>
                  </a:cubicBezTo>
                  <a:cubicBezTo>
                    <a:pt x="2022" y="1634"/>
                    <a:pt x="2017" y="1630"/>
                    <a:pt x="2012" y="1631"/>
                  </a:cubicBezTo>
                  <a:cubicBezTo>
                    <a:pt x="2047" y="1640"/>
                    <a:pt x="2052" y="1641"/>
                    <a:pt x="2057" y="1640"/>
                  </a:cubicBezTo>
                  <a:cubicBezTo>
                    <a:pt x="2091" y="1647"/>
                    <a:pt x="2095" y="1643"/>
                    <a:pt x="2100" y="1645"/>
                  </a:cubicBezTo>
                  <a:cubicBezTo>
                    <a:pt x="2132" y="1645"/>
                    <a:pt x="2135" y="1647"/>
                    <a:pt x="2137" y="1649"/>
                  </a:cubicBezTo>
                  <a:cubicBezTo>
                    <a:pt x="2164" y="1651"/>
                    <a:pt x="2167" y="1648"/>
                    <a:pt x="2170" y="1650"/>
                  </a:cubicBezTo>
                  <a:cubicBezTo>
                    <a:pt x="2195" y="1655"/>
                    <a:pt x="2198" y="1646"/>
                    <a:pt x="2204" y="1651"/>
                  </a:cubicBezTo>
                  <a:cubicBezTo>
                    <a:pt x="2257" y="1652"/>
                    <a:pt x="2266" y="1651"/>
                    <a:pt x="2276" y="1652"/>
                  </a:cubicBezTo>
                  <a:cubicBezTo>
                    <a:pt x="2344" y="1649"/>
                    <a:pt x="2354" y="1649"/>
                    <a:pt x="2363" y="1647"/>
                  </a:cubicBezTo>
                  <a:cubicBezTo>
                    <a:pt x="2397" y="1650"/>
                    <a:pt x="2400" y="1643"/>
                    <a:pt x="2405" y="1644"/>
                  </a:cubicBezTo>
                  <a:cubicBezTo>
                    <a:pt x="2459" y="1643"/>
                    <a:pt x="2467" y="1634"/>
                    <a:pt x="2478" y="1640"/>
                  </a:cubicBezTo>
                  <a:cubicBezTo>
                    <a:pt x="2425" y="1649"/>
                    <a:pt x="2417" y="1651"/>
                    <a:pt x="2410" y="1652"/>
                  </a:cubicBezTo>
                  <a:cubicBezTo>
                    <a:pt x="2383" y="1656"/>
                    <a:pt x="2381" y="1661"/>
                    <a:pt x="2376" y="1659"/>
                  </a:cubicBezTo>
                  <a:cubicBezTo>
                    <a:pt x="2349" y="1660"/>
                    <a:pt x="2346" y="1666"/>
                    <a:pt x="2341" y="1661"/>
                  </a:cubicBezTo>
                  <a:cubicBezTo>
                    <a:pt x="2303" y="1667"/>
                    <a:pt x="2299" y="1668"/>
                    <a:pt x="2295" y="1667"/>
                  </a:cubicBezTo>
                  <a:cubicBezTo>
                    <a:pt x="2267" y="1667"/>
                    <a:pt x="2260" y="1667"/>
                    <a:pt x="2253" y="1668"/>
                  </a:cubicBezTo>
                  <a:cubicBezTo>
                    <a:pt x="2216" y="1663"/>
                    <a:pt x="2215" y="1672"/>
                    <a:pt x="2210" y="1669"/>
                  </a:cubicBezTo>
                  <a:cubicBezTo>
                    <a:pt x="2143" y="1667"/>
                    <a:pt x="2139" y="1664"/>
                    <a:pt x="2136" y="1669"/>
                  </a:cubicBezTo>
                  <a:cubicBezTo>
                    <a:pt x="2175" y="1676"/>
                    <a:pt x="2181" y="1672"/>
                    <a:pt x="2188" y="1675"/>
                  </a:cubicBezTo>
                  <a:cubicBezTo>
                    <a:pt x="2221" y="1675"/>
                    <a:pt x="2222" y="1675"/>
                    <a:pt x="2223" y="1672"/>
                  </a:cubicBezTo>
                  <a:cubicBezTo>
                    <a:pt x="2253" y="1672"/>
                    <a:pt x="2257" y="1673"/>
                    <a:pt x="2260" y="1676"/>
                  </a:cubicBezTo>
                  <a:cubicBezTo>
                    <a:pt x="2296" y="1677"/>
                    <a:pt x="2293" y="1681"/>
                    <a:pt x="2300" y="1684"/>
                  </a:cubicBezTo>
                  <a:cubicBezTo>
                    <a:pt x="2357" y="1678"/>
                    <a:pt x="2366" y="1682"/>
                    <a:pt x="2374" y="1678"/>
                  </a:cubicBezTo>
                  <a:cubicBezTo>
                    <a:pt x="2435" y="1674"/>
                    <a:pt x="2440" y="1673"/>
                    <a:pt x="2445" y="1673"/>
                  </a:cubicBezTo>
                  <a:cubicBezTo>
                    <a:pt x="2465" y="1667"/>
                    <a:pt x="2471" y="1669"/>
                    <a:pt x="2476" y="1667"/>
                  </a:cubicBezTo>
                  <a:cubicBezTo>
                    <a:pt x="2508" y="1661"/>
                    <a:pt x="2512" y="1666"/>
                    <a:pt x="2514" y="1664"/>
                  </a:cubicBezTo>
                  <a:cubicBezTo>
                    <a:pt x="2547" y="1662"/>
                    <a:pt x="2554" y="1661"/>
                    <a:pt x="2560" y="1658"/>
                  </a:cubicBezTo>
                  <a:cubicBezTo>
                    <a:pt x="2620" y="1652"/>
                    <a:pt x="2623" y="1651"/>
                    <a:pt x="2626" y="1650"/>
                  </a:cubicBezTo>
                  <a:cubicBezTo>
                    <a:pt x="2662" y="1652"/>
                    <a:pt x="2669" y="1652"/>
                    <a:pt x="2675" y="1651"/>
                  </a:cubicBezTo>
                  <a:cubicBezTo>
                    <a:pt x="2724" y="1652"/>
                    <a:pt x="2732" y="1655"/>
                    <a:pt x="2739" y="1654"/>
                  </a:cubicBezTo>
                  <a:cubicBezTo>
                    <a:pt x="2796" y="1661"/>
                    <a:pt x="2800" y="1664"/>
                    <a:pt x="2803" y="1663"/>
                  </a:cubicBezTo>
                  <a:cubicBezTo>
                    <a:pt x="2817" y="1678"/>
                    <a:pt x="2813" y="1673"/>
                    <a:pt x="2811" y="1675"/>
                  </a:cubicBezTo>
                  <a:cubicBezTo>
                    <a:pt x="2770" y="1672"/>
                    <a:pt x="2758" y="1673"/>
                    <a:pt x="2745" y="1671"/>
                  </a:cubicBezTo>
                  <a:cubicBezTo>
                    <a:pt x="2650" y="1676"/>
                    <a:pt x="2646" y="1683"/>
                    <a:pt x="2638" y="1679"/>
                  </a:cubicBezTo>
                  <a:cubicBezTo>
                    <a:pt x="2619" y="1686"/>
                    <a:pt x="2615" y="1682"/>
                    <a:pt x="2613" y="1685"/>
                  </a:cubicBezTo>
                  <a:cubicBezTo>
                    <a:pt x="2593" y="1688"/>
                    <a:pt x="2590" y="1688"/>
                    <a:pt x="2587" y="1689"/>
                  </a:cubicBezTo>
                  <a:cubicBezTo>
                    <a:pt x="2558" y="1695"/>
                    <a:pt x="2555" y="1695"/>
                    <a:pt x="2552" y="1697"/>
                  </a:cubicBezTo>
                  <a:cubicBezTo>
                    <a:pt x="2509" y="1701"/>
                    <a:pt x="2506" y="1705"/>
                    <a:pt x="2501" y="1700"/>
                  </a:cubicBezTo>
                  <a:cubicBezTo>
                    <a:pt x="2459" y="1707"/>
                    <a:pt x="2451" y="1707"/>
                    <a:pt x="2443" y="1708"/>
                  </a:cubicBezTo>
                  <a:cubicBezTo>
                    <a:pt x="2414" y="1713"/>
                    <a:pt x="2406" y="1710"/>
                    <a:pt x="2398" y="1713"/>
                  </a:cubicBezTo>
                  <a:cubicBezTo>
                    <a:pt x="2321" y="1710"/>
                    <a:pt x="2314" y="1713"/>
                    <a:pt x="2305" y="1711"/>
                  </a:cubicBezTo>
                  <a:cubicBezTo>
                    <a:pt x="2241" y="1703"/>
                    <a:pt x="2226" y="1705"/>
                    <a:pt x="2210" y="1700"/>
                  </a:cubicBezTo>
                  <a:cubicBezTo>
                    <a:pt x="2178" y="1697"/>
                    <a:pt x="2168" y="1688"/>
                    <a:pt x="2161" y="1691"/>
                  </a:cubicBezTo>
                  <a:cubicBezTo>
                    <a:pt x="2204" y="1705"/>
                    <a:pt x="2210" y="1706"/>
                    <a:pt x="2216" y="1707"/>
                  </a:cubicBezTo>
                  <a:cubicBezTo>
                    <a:pt x="2314" y="1720"/>
                    <a:pt x="2320" y="1719"/>
                    <a:pt x="2326" y="1719"/>
                  </a:cubicBezTo>
                  <a:cubicBezTo>
                    <a:pt x="2366" y="1716"/>
                    <a:pt x="2374" y="1724"/>
                    <a:pt x="2380" y="1721"/>
                  </a:cubicBezTo>
                  <a:cubicBezTo>
                    <a:pt x="2490" y="1712"/>
                    <a:pt x="2502" y="1711"/>
                    <a:pt x="2514" y="1711"/>
                  </a:cubicBezTo>
                  <a:cubicBezTo>
                    <a:pt x="2560" y="1701"/>
                    <a:pt x="2570" y="1701"/>
                    <a:pt x="2580" y="1700"/>
                  </a:cubicBezTo>
                  <a:cubicBezTo>
                    <a:pt x="2624" y="1689"/>
                    <a:pt x="2627" y="1689"/>
                    <a:pt x="2630" y="1691"/>
                  </a:cubicBezTo>
                  <a:cubicBezTo>
                    <a:pt x="2674" y="1686"/>
                    <a:pt x="2680" y="1685"/>
                    <a:pt x="2687" y="1685"/>
                  </a:cubicBezTo>
                  <a:cubicBezTo>
                    <a:pt x="2721" y="1678"/>
                    <a:pt x="2725" y="1684"/>
                    <a:pt x="2728" y="1681"/>
                  </a:cubicBezTo>
                  <a:cubicBezTo>
                    <a:pt x="2748" y="1684"/>
                    <a:pt x="2750" y="1680"/>
                    <a:pt x="2752" y="1681"/>
                  </a:cubicBezTo>
                  <a:cubicBezTo>
                    <a:pt x="2779" y="1689"/>
                    <a:pt x="2773" y="1678"/>
                    <a:pt x="2772" y="1686"/>
                  </a:cubicBezTo>
                  <a:cubicBezTo>
                    <a:pt x="2733" y="1690"/>
                    <a:pt x="2731" y="1691"/>
                    <a:pt x="2729" y="1692"/>
                  </a:cubicBezTo>
                  <a:cubicBezTo>
                    <a:pt x="2699" y="1696"/>
                    <a:pt x="2691" y="1701"/>
                    <a:pt x="2682" y="1703"/>
                  </a:cubicBezTo>
                  <a:cubicBezTo>
                    <a:pt x="2646" y="1707"/>
                    <a:pt x="2638" y="1713"/>
                    <a:pt x="2630" y="1715"/>
                  </a:cubicBezTo>
                  <a:cubicBezTo>
                    <a:pt x="2586" y="1730"/>
                    <a:pt x="2581" y="1731"/>
                    <a:pt x="2577" y="1732"/>
                  </a:cubicBezTo>
                  <a:cubicBezTo>
                    <a:pt x="2534" y="1747"/>
                    <a:pt x="2530" y="1748"/>
                    <a:pt x="2525" y="1750"/>
                  </a:cubicBezTo>
                  <a:cubicBezTo>
                    <a:pt x="2489" y="1754"/>
                    <a:pt x="2482" y="1764"/>
                    <a:pt x="2472" y="1759"/>
                  </a:cubicBezTo>
                  <a:cubicBezTo>
                    <a:pt x="2413" y="1764"/>
                    <a:pt x="2409" y="1766"/>
                    <a:pt x="2404" y="1766"/>
                  </a:cubicBezTo>
                  <a:cubicBezTo>
                    <a:pt x="2352" y="1766"/>
                    <a:pt x="2342" y="1760"/>
                    <a:pt x="2333" y="1763"/>
                  </a:cubicBezTo>
                  <a:cubicBezTo>
                    <a:pt x="2404" y="1770"/>
                    <a:pt x="2412" y="1772"/>
                    <a:pt x="2419" y="1771"/>
                  </a:cubicBezTo>
                  <a:cubicBezTo>
                    <a:pt x="2475" y="1765"/>
                    <a:pt x="2491" y="1769"/>
                    <a:pt x="2504" y="1762"/>
                  </a:cubicBezTo>
                  <a:cubicBezTo>
                    <a:pt x="2567" y="1744"/>
                    <a:pt x="2571" y="1747"/>
                    <a:pt x="2574" y="1740"/>
                  </a:cubicBezTo>
                  <a:cubicBezTo>
                    <a:pt x="2596" y="1732"/>
                    <a:pt x="2601" y="1738"/>
                    <a:pt x="2603" y="1731"/>
                  </a:cubicBezTo>
                  <a:cubicBezTo>
                    <a:pt x="2653" y="1722"/>
                    <a:pt x="2659" y="1714"/>
                    <a:pt x="2666" y="1712"/>
                  </a:cubicBezTo>
                  <a:cubicBezTo>
                    <a:pt x="2710" y="1703"/>
                    <a:pt x="2727" y="1700"/>
                    <a:pt x="2744" y="1697"/>
                  </a:cubicBezTo>
                  <a:cubicBezTo>
                    <a:pt x="2780" y="1698"/>
                    <a:pt x="2788" y="1692"/>
                    <a:pt x="2797" y="1695"/>
                  </a:cubicBezTo>
                  <a:cubicBezTo>
                    <a:pt x="2832" y="1693"/>
                    <a:pt x="2841" y="1692"/>
                    <a:pt x="2851" y="1697"/>
                  </a:cubicBezTo>
                  <a:cubicBezTo>
                    <a:pt x="2883" y="1700"/>
                    <a:pt x="2887" y="1701"/>
                    <a:pt x="2892" y="1703"/>
                  </a:cubicBezTo>
                  <a:cubicBezTo>
                    <a:pt x="2862" y="1708"/>
                    <a:pt x="2854" y="1704"/>
                    <a:pt x="2847" y="1707"/>
                  </a:cubicBezTo>
                  <a:cubicBezTo>
                    <a:pt x="2795" y="1706"/>
                    <a:pt x="2789" y="1714"/>
                    <a:pt x="2780" y="1710"/>
                  </a:cubicBezTo>
                  <a:cubicBezTo>
                    <a:pt x="2763" y="1715"/>
                    <a:pt x="2760" y="1712"/>
                    <a:pt x="2759" y="1714"/>
                  </a:cubicBezTo>
                  <a:cubicBezTo>
                    <a:pt x="2721" y="1718"/>
                    <a:pt x="2707" y="1724"/>
                    <a:pt x="2692" y="1724"/>
                  </a:cubicBezTo>
                  <a:cubicBezTo>
                    <a:pt x="2667" y="1732"/>
                    <a:pt x="2663" y="1731"/>
                    <a:pt x="2661" y="1735"/>
                  </a:cubicBezTo>
                  <a:cubicBezTo>
                    <a:pt x="2626" y="1745"/>
                    <a:pt x="2625" y="1745"/>
                    <a:pt x="2624" y="1748"/>
                  </a:cubicBezTo>
                  <a:cubicBezTo>
                    <a:pt x="2592" y="1757"/>
                    <a:pt x="2578" y="1764"/>
                    <a:pt x="2563" y="1768"/>
                  </a:cubicBezTo>
                  <a:cubicBezTo>
                    <a:pt x="2535" y="1773"/>
                    <a:pt x="2528" y="1777"/>
                    <a:pt x="2520" y="1781"/>
                  </a:cubicBezTo>
                  <a:cubicBezTo>
                    <a:pt x="2487" y="1781"/>
                    <a:pt x="2479" y="1784"/>
                    <a:pt x="2471" y="1785"/>
                  </a:cubicBezTo>
                  <a:cubicBezTo>
                    <a:pt x="2370" y="1780"/>
                    <a:pt x="2359" y="1771"/>
                    <a:pt x="2349" y="1774"/>
                  </a:cubicBezTo>
                  <a:cubicBezTo>
                    <a:pt x="2390" y="1781"/>
                    <a:pt x="2394" y="1787"/>
                    <a:pt x="2397" y="1785"/>
                  </a:cubicBezTo>
                  <a:cubicBezTo>
                    <a:pt x="2438" y="1786"/>
                    <a:pt x="2451" y="1790"/>
                    <a:pt x="2462" y="1789"/>
                  </a:cubicBezTo>
                  <a:cubicBezTo>
                    <a:pt x="2521" y="1786"/>
                    <a:pt x="2524" y="1785"/>
                    <a:pt x="2528" y="1786"/>
                  </a:cubicBezTo>
                  <a:cubicBezTo>
                    <a:pt x="2579" y="1770"/>
                    <a:pt x="2588" y="1769"/>
                    <a:pt x="2592" y="1768"/>
                  </a:cubicBezTo>
                  <a:cubicBezTo>
                    <a:pt x="2650" y="1747"/>
                    <a:pt x="2654" y="1746"/>
                    <a:pt x="2657" y="1746"/>
                  </a:cubicBezTo>
                  <a:cubicBezTo>
                    <a:pt x="2687" y="1734"/>
                    <a:pt x="2690" y="1734"/>
                    <a:pt x="2694" y="1737"/>
                  </a:cubicBezTo>
                  <a:cubicBezTo>
                    <a:pt x="2724" y="1724"/>
                    <a:pt x="2729" y="1728"/>
                    <a:pt x="2731" y="1727"/>
                  </a:cubicBezTo>
                  <a:cubicBezTo>
                    <a:pt x="2767" y="1722"/>
                    <a:pt x="2772" y="1720"/>
                    <a:pt x="2779" y="1723"/>
                  </a:cubicBezTo>
                  <a:cubicBezTo>
                    <a:pt x="2794" y="1720"/>
                    <a:pt x="2797" y="1718"/>
                    <a:pt x="2796" y="1721"/>
                  </a:cubicBezTo>
                  <a:cubicBezTo>
                    <a:pt x="2776" y="1728"/>
                    <a:pt x="2771" y="1730"/>
                    <a:pt x="2765" y="1732"/>
                  </a:cubicBezTo>
                  <a:cubicBezTo>
                    <a:pt x="2712" y="1755"/>
                    <a:pt x="2708" y="1762"/>
                    <a:pt x="2702" y="1760"/>
                  </a:cubicBezTo>
                  <a:cubicBezTo>
                    <a:pt x="2646" y="1781"/>
                    <a:pt x="2641" y="1788"/>
                    <a:pt x="2635" y="1789"/>
                  </a:cubicBezTo>
                  <a:cubicBezTo>
                    <a:pt x="2575" y="1810"/>
                    <a:pt x="2566" y="1802"/>
                    <a:pt x="2560" y="1807"/>
                  </a:cubicBezTo>
                  <a:cubicBezTo>
                    <a:pt x="2499" y="1820"/>
                    <a:pt x="2504" y="1816"/>
                    <a:pt x="2511" y="1819"/>
                  </a:cubicBezTo>
                  <a:cubicBezTo>
                    <a:pt x="2569" y="1813"/>
                    <a:pt x="2574" y="1809"/>
                    <a:pt x="2580" y="1813"/>
                  </a:cubicBezTo>
                  <a:cubicBezTo>
                    <a:pt x="2618" y="1802"/>
                    <a:pt x="2621" y="1802"/>
                    <a:pt x="2624" y="1803"/>
                  </a:cubicBezTo>
                  <a:cubicBezTo>
                    <a:pt x="2645" y="1797"/>
                    <a:pt x="2648" y="1796"/>
                    <a:pt x="2651" y="1794"/>
                  </a:cubicBezTo>
                  <a:cubicBezTo>
                    <a:pt x="2689" y="1774"/>
                    <a:pt x="2696" y="1779"/>
                    <a:pt x="2701" y="1773"/>
                  </a:cubicBezTo>
                  <a:cubicBezTo>
                    <a:pt x="2741" y="1756"/>
                    <a:pt x="2745" y="1746"/>
                    <a:pt x="2751" y="1749"/>
                  </a:cubicBezTo>
                  <a:cubicBezTo>
                    <a:pt x="2789" y="1733"/>
                    <a:pt x="2792" y="1733"/>
                    <a:pt x="2795" y="1730"/>
                  </a:cubicBezTo>
                  <a:cubicBezTo>
                    <a:pt x="2788" y="1740"/>
                    <a:pt x="2783" y="1735"/>
                    <a:pt x="2780" y="1741"/>
                  </a:cubicBezTo>
                  <a:cubicBezTo>
                    <a:pt x="2731" y="1774"/>
                    <a:pt x="2723" y="1772"/>
                    <a:pt x="2717" y="1781"/>
                  </a:cubicBezTo>
                  <a:cubicBezTo>
                    <a:pt x="2647" y="1806"/>
                    <a:pt x="2644" y="1811"/>
                    <a:pt x="2640" y="1810"/>
                  </a:cubicBezTo>
                  <a:cubicBezTo>
                    <a:pt x="2650" y="1810"/>
                    <a:pt x="2656" y="1813"/>
                    <a:pt x="2661" y="1809"/>
                  </a:cubicBezTo>
                  <a:cubicBezTo>
                    <a:pt x="2708" y="1802"/>
                    <a:pt x="2718" y="1795"/>
                    <a:pt x="2730" y="1797"/>
                  </a:cubicBezTo>
                  <a:cubicBezTo>
                    <a:pt x="2808" y="1776"/>
                    <a:pt x="2811" y="1768"/>
                    <a:pt x="2815" y="1767"/>
                  </a:cubicBezTo>
                  <a:cubicBezTo>
                    <a:pt x="2831" y="1757"/>
                    <a:pt x="2836" y="1762"/>
                    <a:pt x="2840" y="1758"/>
                  </a:cubicBezTo>
                  <a:cubicBezTo>
                    <a:pt x="2870" y="1752"/>
                    <a:pt x="2873" y="1743"/>
                    <a:pt x="2878" y="1747"/>
                  </a:cubicBezTo>
                  <a:cubicBezTo>
                    <a:pt x="2933" y="1737"/>
                    <a:pt x="2936" y="1737"/>
                    <a:pt x="2940" y="1738"/>
                  </a:cubicBezTo>
                  <a:cubicBezTo>
                    <a:pt x="2979" y="1744"/>
                    <a:pt x="2985" y="1741"/>
                    <a:pt x="2993" y="1744"/>
                  </a:cubicBezTo>
                  <a:cubicBezTo>
                    <a:pt x="3006" y="1750"/>
                    <a:pt x="3002" y="1756"/>
                    <a:pt x="2996" y="1751"/>
                  </a:cubicBezTo>
                  <a:cubicBezTo>
                    <a:pt x="2968" y="1752"/>
                    <a:pt x="2964" y="1751"/>
                    <a:pt x="2961" y="1749"/>
                  </a:cubicBezTo>
                  <a:cubicBezTo>
                    <a:pt x="2898" y="1754"/>
                    <a:pt x="2888" y="1762"/>
                    <a:pt x="2876" y="1758"/>
                  </a:cubicBezTo>
                  <a:cubicBezTo>
                    <a:pt x="2827" y="1782"/>
                    <a:pt x="2820" y="1785"/>
                    <a:pt x="2813" y="1787"/>
                  </a:cubicBezTo>
                  <a:cubicBezTo>
                    <a:pt x="2798" y="1797"/>
                    <a:pt x="2801" y="1795"/>
                    <a:pt x="2805" y="1795"/>
                  </a:cubicBezTo>
                  <a:cubicBezTo>
                    <a:pt x="2842" y="1780"/>
                    <a:pt x="2850" y="1784"/>
                    <a:pt x="2856" y="1776"/>
                  </a:cubicBezTo>
                  <a:cubicBezTo>
                    <a:pt x="2907" y="1764"/>
                    <a:pt x="2915" y="1765"/>
                    <a:pt x="2922" y="1760"/>
                  </a:cubicBezTo>
                  <a:cubicBezTo>
                    <a:pt x="2969" y="1757"/>
                    <a:pt x="2974" y="1763"/>
                    <a:pt x="2977" y="1760"/>
                  </a:cubicBezTo>
                  <a:cubicBezTo>
                    <a:pt x="3025" y="1770"/>
                    <a:pt x="3035" y="1767"/>
                    <a:pt x="3047" y="1773"/>
                  </a:cubicBezTo>
                  <a:cubicBezTo>
                    <a:pt x="3015" y="1779"/>
                    <a:pt x="3010" y="1773"/>
                    <a:pt x="3005" y="1776"/>
                  </a:cubicBezTo>
                  <a:cubicBezTo>
                    <a:pt x="3006" y="1780"/>
                    <a:pt x="3009" y="1784"/>
                    <a:pt x="3012" y="1786"/>
                  </a:cubicBezTo>
                  <a:cubicBezTo>
                    <a:pt x="2990" y="1813"/>
                    <a:pt x="2982" y="1817"/>
                    <a:pt x="2975" y="1826"/>
                  </a:cubicBezTo>
                  <a:cubicBezTo>
                    <a:pt x="3010" y="1818"/>
                    <a:pt x="3011" y="1815"/>
                    <a:pt x="3013" y="1816"/>
                  </a:cubicBezTo>
                  <a:cubicBezTo>
                    <a:pt x="3037" y="1804"/>
                    <a:pt x="3040" y="1802"/>
                    <a:pt x="3044" y="1802"/>
                  </a:cubicBezTo>
                  <a:cubicBezTo>
                    <a:pt x="3141" y="1829"/>
                    <a:pt x="3145" y="1819"/>
                    <a:pt x="3151" y="1821"/>
                  </a:cubicBezTo>
                  <a:close/>
                  <a:moveTo>
                    <a:pt x="2862" y="1579"/>
                  </a:moveTo>
                  <a:cubicBezTo>
                    <a:pt x="2853" y="1564"/>
                    <a:pt x="2854" y="1547"/>
                    <a:pt x="2846" y="1531"/>
                  </a:cubicBezTo>
                  <a:cubicBezTo>
                    <a:pt x="2843" y="1511"/>
                    <a:pt x="2840" y="1510"/>
                    <a:pt x="2841" y="1507"/>
                  </a:cubicBezTo>
                  <a:cubicBezTo>
                    <a:pt x="2815" y="1429"/>
                    <a:pt x="2813" y="1421"/>
                    <a:pt x="2813" y="1412"/>
                  </a:cubicBezTo>
                  <a:cubicBezTo>
                    <a:pt x="2793" y="1358"/>
                    <a:pt x="2786" y="1351"/>
                    <a:pt x="2786" y="1342"/>
                  </a:cubicBezTo>
                  <a:cubicBezTo>
                    <a:pt x="2769" y="1304"/>
                    <a:pt x="2769" y="1300"/>
                    <a:pt x="2764" y="1296"/>
                  </a:cubicBezTo>
                  <a:cubicBezTo>
                    <a:pt x="2737" y="1243"/>
                    <a:pt x="2739" y="1234"/>
                    <a:pt x="2732" y="1227"/>
                  </a:cubicBezTo>
                  <a:cubicBezTo>
                    <a:pt x="2719" y="1202"/>
                    <a:pt x="2722" y="1202"/>
                    <a:pt x="2724" y="1204"/>
                  </a:cubicBezTo>
                  <a:cubicBezTo>
                    <a:pt x="2736" y="1222"/>
                    <a:pt x="2739" y="1227"/>
                    <a:pt x="2741" y="1233"/>
                  </a:cubicBezTo>
                  <a:cubicBezTo>
                    <a:pt x="2767" y="1280"/>
                    <a:pt x="2769" y="1283"/>
                    <a:pt x="2769" y="1286"/>
                  </a:cubicBezTo>
                  <a:cubicBezTo>
                    <a:pt x="2790" y="1326"/>
                    <a:pt x="2788" y="1332"/>
                    <a:pt x="2795" y="1337"/>
                  </a:cubicBezTo>
                  <a:cubicBezTo>
                    <a:pt x="2816" y="1408"/>
                    <a:pt x="2821" y="1417"/>
                    <a:pt x="2821" y="1428"/>
                  </a:cubicBezTo>
                  <a:cubicBezTo>
                    <a:pt x="2828" y="1445"/>
                    <a:pt x="2827" y="1448"/>
                    <a:pt x="2827" y="1450"/>
                  </a:cubicBezTo>
                  <a:cubicBezTo>
                    <a:pt x="2840" y="1494"/>
                    <a:pt x="2842" y="1499"/>
                    <a:pt x="2844" y="1504"/>
                  </a:cubicBezTo>
                  <a:cubicBezTo>
                    <a:pt x="2856" y="1554"/>
                    <a:pt x="2859" y="1558"/>
                    <a:pt x="2859" y="1564"/>
                  </a:cubicBezTo>
                  <a:close/>
                  <a:moveTo>
                    <a:pt x="2583" y="1443"/>
                  </a:moveTo>
                  <a:cubicBezTo>
                    <a:pt x="2577" y="1441"/>
                    <a:pt x="2582" y="1437"/>
                    <a:pt x="2578" y="1434"/>
                  </a:cubicBezTo>
                  <a:cubicBezTo>
                    <a:pt x="2574" y="1428"/>
                    <a:pt x="2573" y="1422"/>
                    <a:pt x="2570" y="1416"/>
                  </a:cubicBezTo>
                  <a:cubicBezTo>
                    <a:pt x="2572" y="1413"/>
                    <a:pt x="2573" y="1418"/>
                    <a:pt x="2572" y="1420"/>
                  </a:cubicBezTo>
                  <a:cubicBezTo>
                    <a:pt x="2582" y="1429"/>
                    <a:pt x="2582" y="1440"/>
                    <a:pt x="2589" y="1449"/>
                  </a:cubicBezTo>
                  <a:cubicBezTo>
                    <a:pt x="2586" y="1453"/>
                    <a:pt x="2583" y="1445"/>
                    <a:pt x="2583" y="1443"/>
                  </a:cubicBezTo>
                  <a:close/>
                  <a:moveTo>
                    <a:pt x="2161" y="1164"/>
                  </a:moveTo>
                  <a:cubicBezTo>
                    <a:pt x="2159" y="1156"/>
                    <a:pt x="2149" y="1149"/>
                    <a:pt x="2145" y="1141"/>
                  </a:cubicBezTo>
                  <a:cubicBezTo>
                    <a:pt x="2150" y="1136"/>
                    <a:pt x="2148" y="1145"/>
                    <a:pt x="2152" y="1146"/>
                  </a:cubicBezTo>
                  <a:cubicBezTo>
                    <a:pt x="2153" y="1148"/>
                    <a:pt x="2156" y="1151"/>
                    <a:pt x="2160" y="1153"/>
                  </a:cubicBezTo>
                  <a:cubicBezTo>
                    <a:pt x="2160" y="1160"/>
                    <a:pt x="2166" y="1166"/>
                    <a:pt x="2172" y="1172"/>
                  </a:cubicBezTo>
                  <a:cubicBezTo>
                    <a:pt x="2166" y="1176"/>
                    <a:pt x="2167" y="1165"/>
                    <a:pt x="2161" y="1164"/>
                  </a:cubicBezTo>
                  <a:close/>
                  <a:moveTo>
                    <a:pt x="2176" y="1185"/>
                  </a:moveTo>
                  <a:cubicBezTo>
                    <a:pt x="2179" y="1177"/>
                    <a:pt x="2182" y="1189"/>
                    <a:pt x="2185" y="1191"/>
                  </a:cubicBezTo>
                  <a:cubicBezTo>
                    <a:pt x="2180" y="1195"/>
                    <a:pt x="2182" y="1185"/>
                    <a:pt x="2176" y="1185"/>
                  </a:cubicBezTo>
                  <a:close/>
                  <a:moveTo>
                    <a:pt x="2197" y="1209"/>
                  </a:moveTo>
                  <a:cubicBezTo>
                    <a:pt x="2194" y="1203"/>
                    <a:pt x="2200" y="1211"/>
                    <a:pt x="2202" y="1213"/>
                  </a:cubicBezTo>
                  <a:cubicBezTo>
                    <a:pt x="2199" y="1215"/>
                    <a:pt x="2199" y="1211"/>
                    <a:pt x="2197" y="1209"/>
                  </a:cubicBezTo>
                  <a:close/>
                  <a:moveTo>
                    <a:pt x="2096" y="1210"/>
                  </a:moveTo>
                  <a:cubicBezTo>
                    <a:pt x="2094" y="1207"/>
                    <a:pt x="2099" y="1209"/>
                    <a:pt x="2101" y="1211"/>
                  </a:cubicBezTo>
                  <a:cubicBezTo>
                    <a:pt x="2103" y="1214"/>
                    <a:pt x="2099" y="1212"/>
                    <a:pt x="2096" y="1210"/>
                  </a:cubicBezTo>
                  <a:close/>
                  <a:moveTo>
                    <a:pt x="2214" y="1294"/>
                  </a:moveTo>
                  <a:cubicBezTo>
                    <a:pt x="2209" y="1289"/>
                    <a:pt x="2207" y="1293"/>
                    <a:pt x="2203" y="1289"/>
                  </a:cubicBezTo>
                  <a:cubicBezTo>
                    <a:pt x="2145" y="1278"/>
                    <a:pt x="2137" y="1269"/>
                    <a:pt x="2130" y="1270"/>
                  </a:cubicBezTo>
                  <a:cubicBezTo>
                    <a:pt x="2065" y="1252"/>
                    <a:pt x="2059" y="1244"/>
                    <a:pt x="2056" y="1247"/>
                  </a:cubicBezTo>
                  <a:cubicBezTo>
                    <a:pt x="2032" y="1238"/>
                    <a:pt x="2030" y="1242"/>
                    <a:pt x="2026" y="1237"/>
                  </a:cubicBezTo>
                  <a:cubicBezTo>
                    <a:pt x="1992" y="1231"/>
                    <a:pt x="1987" y="1224"/>
                    <a:pt x="1985" y="1228"/>
                  </a:cubicBezTo>
                  <a:cubicBezTo>
                    <a:pt x="1894" y="1185"/>
                    <a:pt x="1889" y="1182"/>
                    <a:pt x="1884" y="1179"/>
                  </a:cubicBezTo>
                  <a:cubicBezTo>
                    <a:pt x="1936" y="1199"/>
                    <a:pt x="1940" y="1202"/>
                    <a:pt x="1943" y="1200"/>
                  </a:cubicBezTo>
                  <a:cubicBezTo>
                    <a:pt x="1968" y="1208"/>
                    <a:pt x="1973" y="1214"/>
                    <a:pt x="1975" y="1211"/>
                  </a:cubicBezTo>
                  <a:cubicBezTo>
                    <a:pt x="2048" y="1233"/>
                    <a:pt x="2055" y="1236"/>
                    <a:pt x="2062" y="1235"/>
                  </a:cubicBezTo>
                  <a:cubicBezTo>
                    <a:pt x="2108" y="1244"/>
                    <a:pt x="2114" y="1253"/>
                    <a:pt x="2117" y="1250"/>
                  </a:cubicBezTo>
                  <a:cubicBezTo>
                    <a:pt x="2143" y="1262"/>
                    <a:pt x="2145" y="1257"/>
                    <a:pt x="2149" y="1261"/>
                  </a:cubicBezTo>
                  <a:cubicBezTo>
                    <a:pt x="2224" y="1291"/>
                    <a:pt x="2230" y="1292"/>
                    <a:pt x="2235" y="1297"/>
                  </a:cubicBezTo>
                  <a:close/>
                  <a:moveTo>
                    <a:pt x="2235" y="1269"/>
                  </a:moveTo>
                  <a:cubicBezTo>
                    <a:pt x="2230" y="1265"/>
                    <a:pt x="2223" y="1262"/>
                    <a:pt x="2222" y="1257"/>
                  </a:cubicBezTo>
                  <a:cubicBezTo>
                    <a:pt x="2227" y="1254"/>
                    <a:pt x="2226" y="1264"/>
                    <a:pt x="2233" y="1265"/>
                  </a:cubicBezTo>
                  <a:cubicBezTo>
                    <a:pt x="2236" y="1266"/>
                    <a:pt x="2235" y="1268"/>
                    <a:pt x="2237" y="1270"/>
                  </a:cubicBezTo>
                  <a:cubicBezTo>
                    <a:pt x="2240" y="1272"/>
                    <a:pt x="2242" y="1273"/>
                    <a:pt x="2244" y="1275"/>
                  </a:cubicBezTo>
                  <a:cubicBezTo>
                    <a:pt x="2250" y="1281"/>
                    <a:pt x="2232" y="1272"/>
                    <a:pt x="2235" y="1269"/>
                  </a:cubicBezTo>
                  <a:close/>
                  <a:moveTo>
                    <a:pt x="2448" y="1429"/>
                  </a:moveTo>
                  <a:cubicBezTo>
                    <a:pt x="2451" y="1431"/>
                    <a:pt x="2453" y="1432"/>
                    <a:pt x="2456" y="1434"/>
                  </a:cubicBezTo>
                  <a:cubicBezTo>
                    <a:pt x="2458" y="1437"/>
                    <a:pt x="2454" y="1436"/>
                    <a:pt x="2453" y="1434"/>
                  </a:cubicBezTo>
                  <a:cubicBezTo>
                    <a:pt x="2450" y="1433"/>
                    <a:pt x="2448" y="1431"/>
                    <a:pt x="2445" y="1430"/>
                  </a:cubicBezTo>
                  <a:cubicBezTo>
                    <a:pt x="2443" y="1427"/>
                    <a:pt x="2446" y="1428"/>
                    <a:pt x="2448" y="1429"/>
                  </a:cubicBezTo>
                  <a:close/>
                  <a:moveTo>
                    <a:pt x="2359" y="1335"/>
                  </a:moveTo>
                  <a:cubicBezTo>
                    <a:pt x="2355" y="1338"/>
                    <a:pt x="2355" y="1333"/>
                    <a:pt x="2353" y="1332"/>
                  </a:cubicBezTo>
                  <a:cubicBezTo>
                    <a:pt x="2351" y="1325"/>
                    <a:pt x="2356" y="1333"/>
                    <a:pt x="2359" y="1335"/>
                  </a:cubicBezTo>
                  <a:close/>
                  <a:moveTo>
                    <a:pt x="2273" y="1239"/>
                  </a:moveTo>
                  <a:cubicBezTo>
                    <a:pt x="2265" y="1229"/>
                    <a:pt x="2258" y="1219"/>
                    <a:pt x="2252" y="1209"/>
                  </a:cubicBezTo>
                  <a:cubicBezTo>
                    <a:pt x="2209" y="1141"/>
                    <a:pt x="2202" y="1137"/>
                    <a:pt x="2201" y="1131"/>
                  </a:cubicBezTo>
                  <a:cubicBezTo>
                    <a:pt x="2182" y="1105"/>
                    <a:pt x="2183" y="1103"/>
                    <a:pt x="2180" y="1101"/>
                  </a:cubicBezTo>
                  <a:cubicBezTo>
                    <a:pt x="2155" y="1064"/>
                    <a:pt x="2155" y="1058"/>
                    <a:pt x="2148" y="1054"/>
                  </a:cubicBezTo>
                  <a:cubicBezTo>
                    <a:pt x="2108" y="987"/>
                    <a:pt x="2105" y="982"/>
                    <a:pt x="2100" y="977"/>
                  </a:cubicBezTo>
                  <a:cubicBezTo>
                    <a:pt x="2088" y="959"/>
                    <a:pt x="2079" y="954"/>
                    <a:pt x="2077" y="948"/>
                  </a:cubicBezTo>
                  <a:cubicBezTo>
                    <a:pt x="2024" y="896"/>
                    <a:pt x="2010" y="887"/>
                    <a:pt x="2001" y="877"/>
                  </a:cubicBezTo>
                  <a:cubicBezTo>
                    <a:pt x="1972" y="854"/>
                    <a:pt x="1977" y="859"/>
                    <a:pt x="1982" y="859"/>
                  </a:cubicBezTo>
                  <a:cubicBezTo>
                    <a:pt x="2035" y="890"/>
                    <a:pt x="2044" y="903"/>
                    <a:pt x="2063" y="913"/>
                  </a:cubicBezTo>
                  <a:cubicBezTo>
                    <a:pt x="2104" y="956"/>
                    <a:pt x="2107" y="960"/>
                    <a:pt x="2108" y="964"/>
                  </a:cubicBezTo>
                  <a:cubicBezTo>
                    <a:pt x="2144" y="1006"/>
                    <a:pt x="2147" y="1010"/>
                    <a:pt x="2148" y="1014"/>
                  </a:cubicBezTo>
                  <a:cubicBezTo>
                    <a:pt x="2196" y="1085"/>
                    <a:pt x="2195" y="1090"/>
                    <a:pt x="2200" y="1094"/>
                  </a:cubicBezTo>
                  <a:cubicBezTo>
                    <a:pt x="2235" y="1150"/>
                    <a:pt x="2235" y="1155"/>
                    <a:pt x="2240" y="1159"/>
                  </a:cubicBezTo>
                  <a:cubicBezTo>
                    <a:pt x="2266" y="1203"/>
                    <a:pt x="2273" y="1206"/>
                    <a:pt x="2274" y="1211"/>
                  </a:cubicBezTo>
                  <a:cubicBezTo>
                    <a:pt x="2296" y="1240"/>
                    <a:pt x="2302" y="1258"/>
                    <a:pt x="2318" y="1274"/>
                  </a:cubicBezTo>
                  <a:cubicBezTo>
                    <a:pt x="2328" y="1293"/>
                    <a:pt x="2330" y="1297"/>
                    <a:pt x="2334" y="1301"/>
                  </a:cubicBezTo>
                  <a:cubicBezTo>
                    <a:pt x="2328" y="1309"/>
                    <a:pt x="2328" y="1303"/>
                    <a:pt x="2320" y="1299"/>
                  </a:cubicBezTo>
                  <a:cubicBezTo>
                    <a:pt x="2303" y="1273"/>
                    <a:pt x="2296" y="1272"/>
                    <a:pt x="2298" y="1269"/>
                  </a:cubicBezTo>
                  <a:cubicBezTo>
                    <a:pt x="2277" y="1244"/>
                    <a:pt x="2272" y="1242"/>
                    <a:pt x="2273" y="1239"/>
                  </a:cubicBezTo>
                  <a:close/>
                  <a:moveTo>
                    <a:pt x="2317" y="1315"/>
                  </a:moveTo>
                  <a:cubicBezTo>
                    <a:pt x="2316" y="1310"/>
                    <a:pt x="2308" y="1306"/>
                    <a:pt x="2306" y="1300"/>
                  </a:cubicBezTo>
                  <a:cubicBezTo>
                    <a:pt x="2304" y="1295"/>
                    <a:pt x="2300" y="1291"/>
                    <a:pt x="2297" y="1286"/>
                  </a:cubicBezTo>
                  <a:cubicBezTo>
                    <a:pt x="2289" y="1277"/>
                    <a:pt x="2282" y="1267"/>
                    <a:pt x="2274" y="1258"/>
                  </a:cubicBezTo>
                  <a:cubicBezTo>
                    <a:pt x="2277" y="1256"/>
                    <a:pt x="2276" y="1260"/>
                    <a:pt x="2279" y="1262"/>
                  </a:cubicBezTo>
                  <a:cubicBezTo>
                    <a:pt x="2282" y="1263"/>
                    <a:pt x="2284" y="1265"/>
                    <a:pt x="2287" y="1266"/>
                  </a:cubicBezTo>
                  <a:cubicBezTo>
                    <a:pt x="2287" y="1272"/>
                    <a:pt x="2292" y="1277"/>
                    <a:pt x="2298" y="1282"/>
                  </a:cubicBezTo>
                  <a:cubicBezTo>
                    <a:pt x="2299" y="1287"/>
                    <a:pt x="2306" y="1291"/>
                    <a:pt x="2308" y="1297"/>
                  </a:cubicBezTo>
                  <a:cubicBezTo>
                    <a:pt x="2320" y="1305"/>
                    <a:pt x="2321" y="1316"/>
                    <a:pt x="2335" y="1324"/>
                  </a:cubicBezTo>
                  <a:cubicBezTo>
                    <a:pt x="2329" y="1330"/>
                    <a:pt x="2326" y="1318"/>
                    <a:pt x="2317" y="1315"/>
                  </a:cubicBezTo>
                  <a:close/>
                  <a:moveTo>
                    <a:pt x="2334" y="1329"/>
                  </a:moveTo>
                  <a:cubicBezTo>
                    <a:pt x="2335" y="1328"/>
                    <a:pt x="2337" y="1329"/>
                    <a:pt x="2339" y="1330"/>
                  </a:cubicBezTo>
                  <a:cubicBezTo>
                    <a:pt x="2353" y="1342"/>
                    <a:pt x="2363" y="1355"/>
                    <a:pt x="2382" y="1367"/>
                  </a:cubicBezTo>
                  <a:cubicBezTo>
                    <a:pt x="2388" y="1372"/>
                    <a:pt x="2390" y="1378"/>
                    <a:pt x="2398" y="1382"/>
                  </a:cubicBezTo>
                  <a:cubicBezTo>
                    <a:pt x="2404" y="1383"/>
                    <a:pt x="2397" y="1394"/>
                    <a:pt x="2404" y="1389"/>
                  </a:cubicBezTo>
                  <a:cubicBezTo>
                    <a:pt x="2405" y="1393"/>
                    <a:pt x="2410" y="1395"/>
                    <a:pt x="2411" y="1399"/>
                  </a:cubicBezTo>
                  <a:cubicBezTo>
                    <a:pt x="2413" y="1402"/>
                    <a:pt x="2423" y="1404"/>
                    <a:pt x="2420" y="1408"/>
                  </a:cubicBezTo>
                  <a:cubicBezTo>
                    <a:pt x="2423" y="1410"/>
                    <a:pt x="2431" y="1412"/>
                    <a:pt x="2425" y="1416"/>
                  </a:cubicBezTo>
                  <a:cubicBezTo>
                    <a:pt x="2424" y="1411"/>
                    <a:pt x="2420" y="1415"/>
                    <a:pt x="2414" y="1409"/>
                  </a:cubicBezTo>
                  <a:cubicBezTo>
                    <a:pt x="2408" y="1407"/>
                    <a:pt x="2411" y="1402"/>
                    <a:pt x="2405" y="1400"/>
                  </a:cubicBezTo>
                  <a:cubicBezTo>
                    <a:pt x="2398" y="1396"/>
                    <a:pt x="2391" y="1391"/>
                    <a:pt x="2385" y="1387"/>
                  </a:cubicBezTo>
                  <a:cubicBezTo>
                    <a:pt x="2366" y="1368"/>
                    <a:pt x="2351" y="1348"/>
                    <a:pt x="2334" y="1329"/>
                  </a:cubicBezTo>
                  <a:close/>
                  <a:moveTo>
                    <a:pt x="2489" y="1477"/>
                  </a:moveTo>
                  <a:cubicBezTo>
                    <a:pt x="2484" y="1476"/>
                    <a:pt x="2475" y="1475"/>
                    <a:pt x="2474" y="1469"/>
                  </a:cubicBezTo>
                  <a:cubicBezTo>
                    <a:pt x="2394" y="1424"/>
                    <a:pt x="2383" y="1424"/>
                    <a:pt x="2370" y="1413"/>
                  </a:cubicBezTo>
                  <a:cubicBezTo>
                    <a:pt x="2334" y="1402"/>
                    <a:pt x="2329" y="1399"/>
                    <a:pt x="2324" y="1399"/>
                  </a:cubicBezTo>
                  <a:cubicBezTo>
                    <a:pt x="2273" y="1380"/>
                    <a:pt x="2269" y="1381"/>
                    <a:pt x="2264" y="1379"/>
                  </a:cubicBezTo>
                  <a:cubicBezTo>
                    <a:pt x="2221" y="1363"/>
                    <a:pt x="2217" y="1365"/>
                    <a:pt x="2215" y="1363"/>
                  </a:cubicBezTo>
                  <a:cubicBezTo>
                    <a:pt x="2193" y="1359"/>
                    <a:pt x="2189" y="1356"/>
                    <a:pt x="2186" y="1354"/>
                  </a:cubicBezTo>
                  <a:cubicBezTo>
                    <a:pt x="2160" y="1349"/>
                    <a:pt x="2155" y="1345"/>
                    <a:pt x="2150" y="1346"/>
                  </a:cubicBezTo>
                  <a:cubicBezTo>
                    <a:pt x="2069" y="1323"/>
                    <a:pt x="2059" y="1322"/>
                    <a:pt x="2049" y="1320"/>
                  </a:cubicBezTo>
                  <a:cubicBezTo>
                    <a:pt x="2000" y="1301"/>
                    <a:pt x="1995" y="1302"/>
                    <a:pt x="1990" y="1299"/>
                  </a:cubicBezTo>
                  <a:cubicBezTo>
                    <a:pt x="1896" y="1255"/>
                    <a:pt x="1890" y="1251"/>
                    <a:pt x="1885" y="1248"/>
                  </a:cubicBezTo>
                  <a:cubicBezTo>
                    <a:pt x="1873" y="1238"/>
                    <a:pt x="1875" y="1238"/>
                    <a:pt x="1877" y="1240"/>
                  </a:cubicBezTo>
                  <a:cubicBezTo>
                    <a:pt x="1922" y="1254"/>
                    <a:pt x="1926" y="1252"/>
                    <a:pt x="1931" y="1258"/>
                  </a:cubicBezTo>
                  <a:cubicBezTo>
                    <a:pt x="1967" y="1262"/>
                    <a:pt x="1971" y="1268"/>
                    <a:pt x="1973" y="1265"/>
                  </a:cubicBezTo>
                  <a:cubicBezTo>
                    <a:pt x="2029" y="1276"/>
                    <a:pt x="2037" y="1284"/>
                    <a:pt x="2042" y="1279"/>
                  </a:cubicBezTo>
                  <a:cubicBezTo>
                    <a:pt x="2089" y="1292"/>
                    <a:pt x="2094" y="1289"/>
                    <a:pt x="2100" y="1294"/>
                  </a:cubicBezTo>
                  <a:cubicBezTo>
                    <a:pt x="2177" y="1307"/>
                    <a:pt x="2183" y="1311"/>
                    <a:pt x="2187" y="1310"/>
                  </a:cubicBezTo>
                  <a:cubicBezTo>
                    <a:pt x="2256" y="1336"/>
                    <a:pt x="2257" y="1330"/>
                    <a:pt x="2258" y="1337"/>
                  </a:cubicBezTo>
                  <a:cubicBezTo>
                    <a:pt x="2304" y="1360"/>
                    <a:pt x="2324" y="1367"/>
                    <a:pt x="2345" y="1379"/>
                  </a:cubicBezTo>
                  <a:cubicBezTo>
                    <a:pt x="2411" y="1419"/>
                    <a:pt x="2413" y="1422"/>
                    <a:pt x="2414" y="1425"/>
                  </a:cubicBezTo>
                  <a:cubicBezTo>
                    <a:pt x="2449" y="1443"/>
                    <a:pt x="2462" y="1451"/>
                    <a:pt x="2475" y="1460"/>
                  </a:cubicBezTo>
                  <a:close/>
                  <a:moveTo>
                    <a:pt x="2508" y="1489"/>
                  </a:moveTo>
                  <a:cubicBezTo>
                    <a:pt x="2505" y="1480"/>
                    <a:pt x="2519" y="1488"/>
                    <a:pt x="2524" y="1492"/>
                  </a:cubicBezTo>
                  <a:cubicBezTo>
                    <a:pt x="2519" y="1495"/>
                    <a:pt x="2512" y="1487"/>
                    <a:pt x="2508" y="1489"/>
                  </a:cubicBezTo>
                  <a:close/>
                  <a:moveTo>
                    <a:pt x="2534" y="1501"/>
                  </a:moveTo>
                  <a:cubicBezTo>
                    <a:pt x="2531" y="1500"/>
                    <a:pt x="2529" y="1498"/>
                    <a:pt x="2526" y="1497"/>
                  </a:cubicBezTo>
                  <a:cubicBezTo>
                    <a:pt x="2524" y="1494"/>
                    <a:pt x="2527" y="1495"/>
                    <a:pt x="2529" y="1496"/>
                  </a:cubicBezTo>
                  <a:cubicBezTo>
                    <a:pt x="2532" y="1498"/>
                    <a:pt x="2534" y="1499"/>
                    <a:pt x="2537" y="1501"/>
                  </a:cubicBezTo>
                  <a:cubicBezTo>
                    <a:pt x="2539" y="1504"/>
                    <a:pt x="2535" y="1503"/>
                    <a:pt x="2534" y="1501"/>
                  </a:cubicBezTo>
                  <a:close/>
                  <a:moveTo>
                    <a:pt x="2300" y="1676"/>
                  </a:moveTo>
                  <a:cubicBezTo>
                    <a:pt x="2304" y="1674"/>
                    <a:pt x="2308" y="1671"/>
                    <a:pt x="2314" y="1675"/>
                  </a:cubicBezTo>
                  <a:cubicBezTo>
                    <a:pt x="2309" y="1676"/>
                    <a:pt x="2305" y="1679"/>
                    <a:pt x="2300" y="1676"/>
                  </a:cubicBezTo>
                  <a:close/>
                  <a:moveTo>
                    <a:pt x="2329" y="1675"/>
                  </a:moveTo>
                  <a:cubicBezTo>
                    <a:pt x="2326" y="1677"/>
                    <a:pt x="2321" y="1673"/>
                    <a:pt x="2317" y="1677"/>
                  </a:cubicBezTo>
                  <a:cubicBezTo>
                    <a:pt x="2313" y="1672"/>
                    <a:pt x="2324" y="1676"/>
                    <a:pt x="2326" y="1672"/>
                  </a:cubicBezTo>
                  <a:cubicBezTo>
                    <a:pt x="2330" y="1673"/>
                    <a:pt x="2334" y="1672"/>
                    <a:pt x="2338" y="1670"/>
                  </a:cubicBezTo>
                  <a:cubicBezTo>
                    <a:pt x="2342" y="1675"/>
                    <a:pt x="2332" y="1675"/>
                    <a:pt x="2329" y="1675"/>
                  </a:cubicBezTo>
                  <a:close/>
                  <a:moveTo>
                    <a:pt x="2742" y="1593"/>
                  </a:moveTo>
                  <a:cubicBezTo>
                    <a:pt x="2729" y="1584"/>
                    <a:pt x="2729" y="1573"/>
                    <a:pt x="2717" y="1564"/>
                  </a:cubicBezTo>
                  <a:cubicBezTo>
                    <a:pt x="2704" y="1537"/>
                    <a:pt x="2702" y="1535"/>
                    <a:pt x="2699" y="1533"/>
                  </a:cubicBezTo>
                  <a:cubicBezTo>
                    <a:pt x="2684" y="1506"/>
                    <a:pt x="2685" y="1504"/>
                    <a:pt x="2683" y="1501"/>
                  </a:cubicBezTo>
                  <a:cubicBezTo>
                    <a:pt x="2650" y="1418"/>
                    <a:pt x="2654" y="1414"/>
                    <a:pt x="2651" y="1412"/>
                  </a:cubicBezTo>
                  <a:cubicBezTo>
                    <a:pt x="2638" y="1362"/>
                    <a:pt x="2638" y="1351"/>
                    <a:pt x="2636" y="1339"/>
                  </a:cubicBezTo>
                  <a:cubicBezTo>
                    <a:pt x="2625" y="1301"/>
                    <a:pt x="2630" y="1294"/>
                    <a:pt x="2625" y="1290"/>
                  </a:cubicBezTo>
                  <a:cubicBezTo>
                    <a:pt x="2622" y="1250"/>
                    <a:pt x="2621" y="1245"/>
                    <a:pt x="2621" y="1240"/>
                  </a:cubicBezTo>
                  <a:cubicBezTo>
                    <a:pt x="2612" y="1150"/>
                    <a:pt x="2607" y="1129"/>
                    <a:pt x="2608" y="1106"/>
                  </a:cubicBezTo>
                  <a:cubicBezTo>
                    <a:pt x="2616" y="1110"/>
                    <a:pt x="2612" y="1115"/>
                    <a:pt x="2616" y="1119"/>
                  </a:cubicBezTo>
                  <a:cubicBezTo>
                    <a:pt x="2620" y="1134"/>
                    <a:pt x="2621" y="1138"/>
                    <a:pt x="2620" y="1143"/>
                  </a:cubicBezTo>
                  <a:cubicBezTo>
                    <a:pt x="2635" y="1209"/>
                    <a:pt x="2637" y="1213"/>
                    <a:pt x="2636" y="1218"/>
                  </a:cubicBezTo>
                  <a:cubicBezTo>
                    <a:pt x="2642" y="1252"/>
                    <a:pt x="2643" y="1257"/>
                    <a:pt x="2643" y="1263"/>
                  </a:cubicBezTo>
                  <a:cubicBezTo>
                    <a:pt x="2658" y="1309"/>
                    <a:pt x="2657" y="1314"/>
                    <a:pt x="2657" y="1319"/>
                  </a:cubicBezTo>
                  <a:cubicBezTo>
                    <a:pt x="2668" y="1364"/>
                    <a:pt x="2668" y="1366"/>
                    <a:pt x="2666" y="1370"/>
                  </a:cubicBezTo>
                  <a:cubicBezTo>
                    <a:pt x="2671" y="1392"/>
                    <a:pt x="2676" y="1393"/>
                    <a:pt x="2676" y="1394"/>
                  </a:cubicBezTo>
                  <a:cubicBezTo>
                    <a:pt x="2681" y="1409"/>
                    <a:pt x="2673" y="1415"/>
                    <a:pt x="2680" y="1419"/>
                  </a:cubicBezTo>
                  <a:cubicBezTo>
                    <a:pt x="2689" y="1457"/>
                    <a:pt x="2692" y="1466"/>
                    <a:pt x="2698" y="1475"/>
                  </a:cubicBezTo>
                  <a:cubicBezTo>
                    <a:pt x="2724" y="1549"/>
                    <a:pt x="2735" y="1567"/>
                    <a:pt x="2748" y="1584"/>
                  </a:cubicBezTo>
                  <a:cubicBezTo>
                    <a:pt x="2774" y="1618"/>
                    <a:pt x="2781" y="1626"/>
                    <a:pt x="2788" y="1634"/>
                  </a:cubicBezTo>
                  <a:cubicBezTo>
                    <a:pt x="2756" y="1619"/>
                    <a:pt x="2754" y="1614"/>
                    <a:pt x="2750" y="1609"/>
                  </a:cubicBezTo>
                  <a:close/>
                  <a:moveTo>
                    <a:pt x="2716" y="1610"/>
                  </a:moveTo>
                  <a:cubicBezTo>
                    <a:pt x="2718" y="1613"/>
                    <a:pt x="2713" y="1611"/>
                    <a:pt x="2711" y="1609"/>
                  </a:cubicBezTo>
                  <a:cubicBezTo>
                    <a:pt x="2708" y="1605"/>
                    <a:pt x="2713" y="1608"/>
                    <a:pt x="2716" y="1610"/>
                  </a:cubicBezTo>
                  <a:close/>
                  <a:moveTo>
                    <a:pt x="2687" y="1582"/>
                  </a:moveTo>
                  <a:cubicBezTo>
                    <a:pt x="2683" y="1586"/>
                    <a:pt x="2677" y="1577"/>
                    <a:pt x="2673" y="1576"/>
                  </a:cubicBezTo>
                  <a:cubicBezTo>
                    <a:pt x="2647" y="1538"/>
                    <a:pt x="2652" y="1531"/>
                    <a:pt x="2645" y="1526"/>
                  </a:cubicBezTo>
                  <a:cubicBezTo>
                    <a:pt x="2627" y="1486"/>
                    <a:pt x="2621" y="1477"/>
                    <a:pt x="2619" y="1467"/>
                  </a:cubicBezTo>
                  <a:cubicBezTo>
                    <a:pt x="2594" y="1380"/>
                    <a:pt x="2592" y="1371"/>
                    <a:pt x="2592" y="1362"/>
                  </a:cubicBezTo>
                  <a:cubicBezTo>
                    <a:pt x="2580" y="1281"/>
                    <a:pt x="2583" y="1276"/>
                    <a:pt x="2582" y="1272"/>
                  </a:cubicBezTo>
                  <a:cubicBezTo>
                    <a:pt x="2585" y="1242"/>
                    <a:pt x="2578" y="1239"/>
                    <a:pt x="2581" y="1234"/>
                  </a:cubicBezTo>
                  <a:cubicBezTo>
                    <a:pt x="2578" y="1214"/>
                    <a:pt x="2576" y="1213"/>
                    <a:pt x="2575" y="1212"/>
                  </a:cubicBezTo>
                  <a:cubicBezTo>
                    <a:pt x="2574" y="1144"/>
                    <a:pt x="2577" y="1139"/>
                    <a:pt x="2572" y="1137"/>
                  </a:cubicBezTo>
                  <a:cubicBezTo>
                    <a:pt x="2574" y="1098"/>
                    <a:pt x="2569" y="1092"/>
                    <a:pt x="2573" y="1085"/>
                  </a:cubicBezTo>
                  <a:cubicBezTo>
                    <a:pt x="2570" y="1056"/>
                    <a:pt x="2569" y="1050"/>
                    <a:pt x="2566" y="1044"/>
                  </a:cubicBezTo>
                  <a:cubicBezTo>
                    <a:pt x="2572" y="1064"/>
                    <a:pt x="2576" y="1069"/>
                    <a:pt x="2574" y="1075"/>
                  </a:cubicBezTo>
                  <a:cubicBezTo>
                    <a:pt x="2582" y="1149"/>
                    <a:pt x="2583" y="1152"/>
                    <a:pt x="2584" y="1155"/>
                  </a:cubicBezTo>
                  <a:cubicBezTo>
                    <a:pt x="2588" y="1193"/>
                    <a:pt x="2583" y="1206"/>
                    <a:pt x="2587" y="1217"/>
                  </a:cubicBezTo>
                  <a:cubicBezTo>
                    <a:pt x="2589" y="1273"/>
                    <a:pt x="2591" y="1275"/>
                    <a:pt x="2592" y="1276"/>
                  </a:cubicBezTo>
                  <a:cubicBezTo>
                    <a:pt x="2589" y="1301"/>
                    <a:pt x="2594" y="1311"/>
                    <a:pt x="2592" y="1323"/>
                  </a:cubicBezTo>
                  <a:cubicBezTo>
                    <a:pt x="2594" y="1347"/>
                    <a:pt x="2599" y="1352"/>
                    <a:pt x="2598" y="1358"/>
                  </a:cubicBezTo>
                  <a:cubicBezTo>
                    <a:pt x="2604" y="1388"/>
                    <a:pt x="2602" y="1391"/>
                    <a:pt x="2606" y="1393"/>
                  </a:cubicBezTo>
                  <a:cubicBezTo>
                    <a:pt x="2611" y="1423"/>
                    <a:pt x="2611" y="1425"/>
                    <a:pt x="2615" y="1427"/>
                  </a:cubicBezTo>
                  <a:cubicBezTo>
                    <a:pt x="2628" y="1467"/>
                    <a:pt x="2631" y="1472"/>
                    <a:pt x="2633" y="1478"/>
                  </a:cubicBezTo>
                  <a:cubicBezTo>
                    <a:pt x="2651" y="1517"/>
                    <a:pt x="2656" y="1521"/>
                    <a:pt x="2658" y="1527"/>
                  </a:cubicBezTo>
                  <a:cubicBezTo>
                    <a:pt x="2697" y="1593"/>
                    <a:pt x="2691" y="1584"/>
                    <a:pt x="2687" y="1582"/>
                  </a:cubicBezTo>
                  <a:close/>
                  <a:moveTo>
                    <a:pt x="2144" y="1575"/>
                  </a:moveTo>
                  <a:cubicBezTo>
                    <a:pt x="2148" y="1570"/>
                    <a:pt x="2154" y="1577"/>
                    <a:pt x="2158" y="1574"/>
                  </a:cubicBezTo>
                  <a:cubicBezTo>
                    <a:pt x="2160" y="1578"/>
                    <a:pt x="2149" y="1578"/>
                    <a:pt x="2144" y="1575"/>
                  </a:cubicBezTo>
                  <a:close/>
                  <a:moveTo>
                    <a:pt x="2526" y="1607"/>
                  </a:moveTo>
                  <a:cubicBezTo>
                    <a:pt x="2524" y="1607"/>
                    <a:pt x="2522" y="1607"/>
                    <a:pt x="2520" y="1605"/>
                  </a:cubicBezTo>
                  <a:cubicBezTo>
                    <a:pt x="2516" y="1609"/>
                    <a:pt x="2511" y="1603"/>
                    <a:pt x="2508" y="1607"/>
                  </a:cubicBezTo>
                  <a:cubicBezTo>
                    <a:pt x="2499" y="1605"/>
                    <a:pt x="2490" y="1605"/>
                    <a:pt x="2482" y="1606"/>
                  </a:cubicBezTo>
                  <a:cubicBezTo>
                    <a:pt x="2480" y="1603"/>
                    <a:pt x="2484" y="1601"/>
                    <a:pt x="2486" y="1604"/>
                  </a:cubicBezTo>
                  <a:cubicBezTo>
                    <a:pt x="2489" y="1602"/>
                    <a:pt x="2492" y="1603"/>
                    <a:pt x="2494" y="1601"/>
                  </a:cubicBezTo>
                  <a:cubicBezTo>
                    <a:pt x="2507" y="1605"/>
                    <a:pt x="2518" y="1601"/>
                    <a:pt x="2531" y="1604"/>
                  </a:cubicBezTo>
                  <a:cubicBezTo>
                    <a:pt x="2533" y="1608"/>
                    <a:pt x="2528" y="1604"/>
                    <a:pt x="2526" y="1607"/>
                  </a:cubicBezTo>
                  <a:close/>
                  <a:moveTo>
                    <a:pt x="2567" y="1613"/>
                  </a:moveTo>
                  <a:cubicBezTo>
                    <a:pt x="2559" y="1606"/>
                    <a:pt x="2555" y="1614"/>
                    <a:pt x="2547" y="1607"/>
                  </a:cubicBezTo>
                  <a:cubicBezTo>
                    <a:pt x="2553" y="1605"/>
                    <a:pt x="2561" y="1610"/>
                    <a:pt x="2568" y="1608"/>
                  </a:cubicBezTo>
                  <a:cubicBezTo>
                    <a:pt x="2574" y="1610"/>
                    <a:pt x="2580" y="1607"/>
                    <a:pt x="2587" y="1610"/>
                  </a:cubicBezTo>
                  <a:cubicBezTo>
                    <a:pt x="2581" y="1615"/>
                    <a:pt x="2573" y="1607"/>
                    <a:pt x="2567" y="1613"/>
                  </a:cubicBezTo>
                  <a:close/>
                  <a:moveTo>
                    <a:pt x="2540" y="1598"/>
                  </a:moveTo>
                  <a:cubicBezTo>
                    <a:pt x="2525" y="1593"/>
                    <a:pt x="2512" y="1597"/>
                    <a:pt x="2497" y="1592"/>
                  </a:cubicBezTo>
                  <a:cubicBezTo>
                    <a:pt x="2450" y="1595"/>
                    <a:pt x="2441" y="1586"/>
                    <a:pt x="2435" y="1590"/>
                  </a:cubicBezTo>
                  <a:cubicBezTo>
                    <a:pt x="2387" y="1588"/>
                    <a:pt x="2379" y="1582"/>
                    <a:pt x="2372" y="1583"/>
                  </a:cubicBezTo>
                  <a:cubicBezTo>
                    <a:pt x="2312" y="1577"/>
                    <a:pt x="2305" y="1580"/>
                    <a:pt x="2296" y="1579"/>
                  </a:cubicBezTo>
                  <a:cubicBezTo>
                    <a:pt x="2241" y="1575"/>
                    <a:pt x="2238" y="1581"/>
                    <a:pt x="2233" y="1579"/>
                  </a:cubicBezTo>
                  <a:cubicBezTo>
                    <a:pt x="2204" y="1581"/>
                    <a:pt x="2199" y="1578"/>
                    <a:pt x="2196" y="1580"/>
                  </a:cubicBezTo>
                  <a:cubicBezTo>
                    <a:pt x="2167" y="1578"/>
                    <a:pt x="2165" y="1578"/>
                    <a:pt x="2162" y="1576"/>
                  </a:cubicBezTo>
                  <a:cubicBezTo>
                    <a:pt x="2207" y="1569"/>
                    <a:pt x="2214" y="1577"/>
                    <a:pt x="2219" y="1572"/>
                  </a:cubicBezTo>
                  <a:cubicBezTo>
                    <a:pt x="2278" y="1569"/>
                    <a:pt x="2290" y="1571"/>
                    <a:pt x="2300" y="1569"/>
                  </a:cubicBezTo>
                  <a:cubicBezTo>
                    <a:pt x="2323" y="1569"/>
                    <a:pt x="2329" y="1569"/>
                    <a:pt x="2335" y="1568"/>
                  </a:cubicBezTo>
                  <a:cubicBezTo>
                    <a:pt x="2440" y="1571"/>
                    <a:pt x="2444" y="1568"/>
                    <a:pt x="2449" y="1566"/>
                  </a:cubicBezTo>
                  <a:cubicBezTo>
                    <a:pt x="2502" y="1575"/>
                    <a:pt x="2506" y="1569"/>
                    <a:pt x="2512" y="1573"/>
                  </a:cubicBezTo>
                  <a:cubicBezTo>
                    <a:pt x="2567" y="1582"/>
                    <a:pt x="2574" y="1579"/>
                    <a:pt x="2583" y="1581"/>
                  </a:cubicBezTo>
                  <a:cubicBezTo>
                    <a:pt x="2641" y="1590"/>
                    <a:pt x="2646" y="1593"/>
                    <a:pt x="2652" y="1596"/>
                  </a:cubicBezTo>
                  <a:cubicBezTo>
                    <a:pt x="2707" y="1622"/>
                    <a:pt x="2702" y="1616"/>
                    <a:pt x="2699" y="1619"/>
                  </a:cubicBezTo>
                  <a:cubicBezTo>
                    <a:pt x="2672" y="1612"/>
                    <a:pt x="2669" y="1612"/>
                    <a:pt x="2666" y="1613"/>
                  </a:cubicBezTo>
                  <a:cubicBezTo>
                    <a:pt x="2637" y="1606"/>
                    <a:pt x="2631" y="1611"/>
                    <a:pt x="2624" y="1606"/>
                  </a:cubicBezTo>
                  <a:close/>
                  <a:moveTo>
                    <a:pt x="2597" y="1611"/>
                  </a:moveTo>
                  <a:cubicBezTo>
                    <a:pt x="2606" y="1607"/>
                    <a:pt x="2618" y="1619"/>
                    <a:pt x="2627" y="1613"/>
                  </a:cubicBezTo>
                  <a:cubicBezTo>
                    <a:pt x="2633" y="1619"/>
                    <a:pt x="2636" y="1614"/>
                    <a:pt x="2642" y="1618"/>
                  </a:cubicBezTo>
                  <a:cubicBezTo>
                    <a:pt x="2633" y="1621"/>
                    <a:pt x="2623" y="1619"/>
                    <a:pt x="2614" y="1621"/>
                  </a:cubicBezTo>
                  <a:cubicBezTo>
                    <a:pt x="2608" y="1613"/>
                    <a:pt x="2605" y="1615"/>
                    <a:pt x="2597" y="1611"/>
                  </a:cubicBezTo>
                  <a:close/>
                  <a:moveTo>
                    <a:pt x="2763" y="1649"/>
                  </a:moveTo>
                  <a:cubicBezTo>
                    <a:pt x="2754" y="1649"/>
                    <a:pt x="2745" y="1646"/>
                    <a:pt x="2735" y="1643"/>
                  </a:cubicBezTo>
                  <a:cubicBezTo>
                    <a:pt x="2676" y="1644"/>
                    <a:pt x="2666" y="1642"/>
                    <a:pt x="2656" y="1643"/>
                  </a:cubicBezTo>
                  <a:cubicBezTo>
                    <a:pt x="2619" y="1644"/>
                    <a:pt x="2610" y="1645"/>
                    <a:pt x="2601" y="1648"/>
                  </a:cubicBezTo>
                  <a:cubicBezTo>
                    <a:pt x="2566" y="1648"/>
                    <a:pt x="2563" y="1648"/>
                    <a:pt x="2560" y="1650"/>
                  </a:cubicBezTo>
                  <a:cubicBezTo>
                    <a:pt x="2515" y="1653"/>
                    <a:pt x="2510" y="1656"/>
                    <a:pt x="2503" y="1654"/>
                  </a:cubicBezTo>
                  <a:cubicBezTo>
                    <a:pt x="2451" y="1659"/>
                    <a:pt x="2440" y="1669"/>
                    <a:pt x="2426" y="1663"/>
                  </a:cubicBezTo>
                  <a:cubicBezTo>
                    <a:pt x="2376" y="1673"/>
                    <a:pt x="2369" y="1667"/>
                    <a:pt x="2365" y="1672"/>
                  </a:cubicBezTo>
                  <a:cubicBezTo>
                    <a:pt x="2379" y="1668"/>
                    <a:pt x="2384" y="1667"/>
                    <a:pt x="2389" y="1664"/>
                  </a:cubicBezTo>
                  <a:cubicBezTo>
                    <a:pt x="2438" y="1657"/>
                    <a:pt x="2443" y="1656"/>
                    <a:pt x="2448" y="1654"/>
                  </a:cubicBezTo>
                  <a:cubicBezTo>
                    <a:pt x="2508" y="1641"/>
                    <a:pt x="2511" y="1645"/>
                    <a:pt x="2512" y="1644"/>
                  </a:cubicBezTo>
                  <a:cubicBezTo>
                    <a:pt x="2542" y="1641"/>
                    <a:pt x="2546" y="1637"/>
                    <a:pt x="2551" y="1636"/>
                  </a:cubicBezTo>
                  <a:cubicBezTo>
                    <a:pt x="2604" y="1630"/>
                    <a:pt x="2614" y="1631"/>
                    <a:pt x="2623" y="1627"/>
                  </a:cubicBezTo>
                  <a:cubicBezTo>
                    <a:pt x="2687" y="1626"/>
                    <a:pt x="2697" y="1629"/>
                    <a:pt x="2705" y="1626"/>
                  </a:cubicBezTo>
                  <a:cubicBezTo>
                    <a:pt x="2750" y="1637"/>
                    <a:pt x="2753" y="1632"/>
                    <a:pt x="2757" y="1637"/>
                  </a:cubicBezTo>
                  <a:cubicBezTo>
                    <a:pt x="2783" y="1654"/>
                    <a:pt x="2773" y="1651"/>
                    <a:pt x="2763" y="1649"/>
                  </a:cubicBezTo>
                  <a:close/>
                  <a:moveTo>
                    <a:pt x="2805" y="1637"/>
                  </a:moveTo>
                  <a:cubicBezTo>
                    <a:pt x="2800" y="1634"/>
                    <a:pt x="2797" y="1631"/>
                    <a:pt x="2796" y="1626"/>
                  </a:cubicBezTo>
                  <a:cubicBezTo>
                    <a:pt x="2758" y="1589"/>
                    <a:pt x="2761" y="1584"/>
                    <a:pt x="2756" y="1581"/>
                  </a:cubicBezTo>
                  <a:cubicBezTo>
                    <a:pt x="2746" y="1568"/>
                    <a:pt x="2747" y="1564"/>
                    <a:pt x="2740" y="1561"/>
                  </a:cubicBezTo>
                  <a:cubicBezTo>
                    <a:pt x="2730" y="1535"/>
                    <a:pt x="2730" y="1532"/>
                    <a:pt x="2727" y="1530"/>
                  </a:cubicBezTo>
                  <a:cubicBezTo>
                    <a:pt x="2718" y="1506"/>
                    <a:pt x="2718" y="1503"/>
                    <a:pt x="2714" y="1501"/>
                  </a:cubicBezTo>
                  <a:cubicBezTo>
                    <a:pt x="2687" y="1421"/>
                    <a:pt x="2685" y="1400"/>
                    <a:pt x="2677" y="1380"/>
                  </a:cubicBezTo>
                  <a:cubicBezTo>
                    <a:pt x="2674" y="1353"/>
                    <a:pt x="2671" y="1351"/>
                    <a:pt x="2673" y="1348"/>
                  </a:cubicBezTo>
                  <a:cubicBezTo>
                    <a:pt x="2646" y="1236"/>
                    <a:pt x="2645" y="1214"/>
                    <a:pt x="2642" y="1194"/>
                  </a:cubicBezTo>
                  <a:cubicBezTo>
                    <a:pt x="2628" y="1129"/>
                    <a:pt x="2621" y="1127"/>
                    <a:pt x="2623" y="1123"/>
                  </a:cubicBezTo>
                  <a:cubicBezTo>
                    <a:pt x="2620" y="1109"/>
                    <a:pt x="2614" y="1106"/>
                    <a:pt x="2617" y="1101"/>
                  </a:cubicBezTo>
                  <a:cubicBezTo>
                    <a:pt x="2600" y="1060"/>
                    <a:pt x="2601" y="1047"/>
                    <a:pt x="2596" y="1035"/>
                  </a:cubicBezTo>
                  <a:cubicBezTo>
                    <a:pt x="2606" y="1050"/>
                    <a:pt x="2612" y="1052"/>
                    <a:pt x="2608" y="1056"/>
                  </a:cubicBezTo>
                  <a:cubicBezTo>
                    <a:pt x="2633" y="1119"/>
                    <a:pt x="2633" y="1126"/>
                    <a:pt x="2632" y="1133"/>
                  </a:cubicBezTo>
                  <a:cubicBezTo>
                    <a:pt x="2642" y="1158"/>
                    <a:pt x="2644" y="1164"/>
                    <a:pt x="2643" y="1171"/>
                  </a:cubicBezTo>
                  <a:cubicBezTo>
                    <a:pt x="2653" y="1196"/>
                    <a:pt x="2654" y="1203"/>
                    <a:pt x="2657" y="1209"/>
                  </a:cubicBezTo>
                  <a:cubicBezTo>
                    <a:pt x="2667" y="1272"/>
                    <a:pt x="2677" y="1274"/>
                    <a:pt x="2671" y="1279"/>
                  </a:cubicBezTo>
                  <a:cubicBezTo>
                    <a:pt x="2685" y="1333"/>
                    <a:pt x="2681" y="1340"/>
                    <a:pt x="2688" y="1345"/>
                  </a:cubicBezTo>
                  <a:cubicBezTo>
                    <a:pt x="2693" y="1378"/>
                    <a:pt x="2694" y="1381"/>
                    <a:pt x="2696" y="1384"/>
                  </a:cubicBezTo>
                  <a:cubicBezTo>
                    <a:pt x="2700" y="1418"/>
                    <a:pt x="2706" y="1420"/>
                    <a:pt x="2703" y="1423"/>
                  </a:cubicBezTo>
                  <a:cubicBezTo>
                    <a:pt x="2722" y="1475"/>
                    <a:pt x="2722" y="1478"/>
                    <a:pt x="2723" y="1481"/>
                  </a:cubicBezTo>
                  <a:cubicBezTo>
                    <a:pt x="2751" y="1548"/>
                    <a:pt x="2760" y="1560"/>
                    <a:pt x="2766" y="1573"/>
                  </a:cubicBezTo>
                  <a:cubicBezTo>
                    <a:pt x="2784" y="1604"/>
                    <a:pt x="2791" y="1605"/>
                    <a:pt x="2789" y="1609"/>
                  </a:cubicBezTo>
                  <a:close/>
                  <a:moveTo>
                    <a:pt x="2817" y="1654"/>
                  </a:moveTo>
                  <a:cubicBezTo>
                    <a:pt x="2819" y="1652"/>
                    <a:pt x="2819" y="1650"/>
                    <a:pt x="2818" y="1649"/>
                  </a:cubicBezTo>
                  <a:cubicBezTo>
                    <a:pt x="2824" y="1647"/>
                    <a:pt x="2833" y="1657"/>
                    <a:pt x="2836" y="1661"/>
                  </a:cubicBezTo>
                  <a:cubicBezTo>
                    <a:pt x="2827" y="1663"/>
                    <a:pt x="2826" y="1655"/>
                    <a:pt x="2817" y="1654"/>
                  </a:cubicBezTo>
                  <a:close/>
                  <a:moveTo>
                    <a:pt x="2828" y="1677"/>
                  </a:moveTo>
                  <a:cubicBezTo>
                    <a:pt x="2829" y="1675"/>
                    <a:pt x="2831" y="1673"/>
                    <a:pt x="2832" y="1671"/>
                  </a:cubicBezTo>
                  <a:cubicBezTo>
                    <a:pt x="2835" y="1671"/>
                    <a:pt x="2840" y="1673"/>
                    <a:pt x="2844" y="1677"/>
                  </a:cubicBezTo>
                  <a:cubicBezTo>
                    <a:pt x="2839" y="1679"/>
                    <a:pt x="2834" y="1679"/>
                    <a:pt x="2828" y="1677"/>
                  </a:cubicBezTo>
                  <a:close/>
                  <a:moveTo>
                    <a:pt x="2900" y="1640"/>
                  </a:moveTo>
                  <a:cubicBezTo>
                    <a:pt x="2895" y="1633"/>
                    <a:pt x="2905" y="1639"/>
                    <a:pt x="2904" y="1641"/>
                  </a:cubicBezTo>
                  <a:cubicBezTo>
                    <a:pt x="2904" y="1642"/>
                    <a:pt x="2900" y="1641"/>
                    <a:pt x="2900" y="1640"/>
                  </a:cubicBezTo>
                  <a:close/>
                  <a:moveTo>
                    <a:pt x="2864" y="1737"/>
                  </a:moveTo>
                  <a:cubicBezTo>
                    <a:pt x="2860" y="1739"/>
                    <a:pt x="2856" y="1743"/>
                    <a:pt x="2851" y="1741"/>
                  </a:cubicBezTo>
                  <a:cubicBezTo>
                    <a:pt x="2847" y="1745"/>
                    <a:pt x="2843" y="1748"/>
                    <a:pt x="2837" y="1746"/>
                  </a:cubicBezTo>
                  <a:cubicBezTo>
                    <a:pt x="2834" y="1753"/>
                    <a:pt x="2829" y="1752"/>
                    <a:pt x="2825" y="1753"/>
                  </a:cubicBezTo>
                  <a:cubicBezTo>
                    <a:pt x="2822" y="1759"/>
                    <a:pt x="2817" y="1754"/>
                    <a:pt x="2813" y="1758"/>
                  </a:cubicBezTo>
                  <a:cubicBezTo>
                    <a:pt x="2811" y="1757"/>
                    <a:pt x="2810" y="1760"/>
                    <a:pt x="2809" y="1761"/>
                  </a:cubicBezTo>
                  <a:cubicBezTo>
                    <a:pt x="2807" y="1762"/>
                    <a:pt x="2807" y="1761"/>
                    <a:pt x="2806" y="1761"/>
                  </a:cubicBezTo>
                  <a:cubicBezTo>
                    <a:pt x="2804" y="1762"/>
                    <a:pt x="2799" y="1763"/>
                    <a:pt x="2797" y="1766"/>
                  </a:cubicBezTo>
                  <a:cubicBezTo>
                    <a:pt x="2796" y="1768"/>
                    <a:pt x="2791" y="1771"/>
                    <a:pt x="2787" y="1770"/>
                  </a:cubicBezTo>
                  <a:cubicBezTo>
                    <a:pt x="2779" y="1776"/>
                    <a:pt x="2771" y="1778"/>
                    <a:pt x="2762" y="1779"/>
                  </a:cubicBezTo>
                  <a:cubicBezTo>
                    <a:pt x="2761" y="1784"/>
                    <a:pt x="2757" y="1780"/>
                    <a:pt x="2755" y="1782"/>
                  </a:cubicBezTo>
                  <a:cubicBezTo>
                    <a:pt x="2753" y="1784"/>
                    <a:pt x="2751" y="1785"/>
                    <a:pt x="2749" y="1784"/>
                  </a:cubicBezTo>
                  <a:cubicBezTo>
                    <a:pt x="2745" y="1785"/>
                    <a:pt x="2741" y="1789"/>
                    <a:pt x="2736" y="1788"/>
                  </a:cubicBezTo>
                  <a:cubicBezTo>
                    <a:pt x="2732" y="1791"/>
                    <a:pt x="2726" y="1789"/>
                    <a:pt x="2722" y="1792"/>
                  </a:cubicBezTo>
                  <a:cubicBezTo>
                    <a:pt x="2720" y="1791"/>
                    <a:pt x="2719" y="1795"/>
                    <a:pt x="2716" y="1793"/>
                  </a:cubicBezTo>
                  <a:cubicBezTo>
                    <a:pt x="2714" y="1793"/>
                    <a:pt x="2712" y="1793"/>
                    <a:pt x="2710" y="1795"/>
                  </a:cubicBezTo>
                  <a:cubicBezTo>
                    <a:pt x="2707" y="1789"/>
                    <a:pt x="2717" y="1789"/>
                    <a:pt x="2720" y="1788"/>
                  </a:cubicBezTo>
                  <a:cubicBezTo>
                    <a:pt x="2724" y="1786"/>
                    <a:pt x="2726" y="1778"/>
                    <a:pt x="2732" y="1783"/>
                  </a:cubicBezTo>
                  <a:cubicBezTo>
                    <a:pt x="2734" y="1775"/>
                    <a:pt x="2739" y="1776"/>
                    <a:pt x="2742" y="1774"/>
                  </a:cubicBezTo>
                  <a:cubicBezTo>
                    <a:pt x="2745" y="1768"/>
                    <a:pt x="2750" y="1771"/>
                    <a:pt x="2753" y="1766"/>
                  </a:cubicBezTo>
                  <a:cubicBezTo>
                    <a:pt x="2762" y="1766"/>
                    <a:pt x="2768" y="1758"/>
                    <a:pt x="2776" y="1755"/>
                  </a:cubicBezTo>
                  <a:cubicBezTo>
                    <a:pt x="2783" y="1749"/>
                    <a:pt x="2792" y="1749"/>
                    <a:pt x="2799" y="1741"/>
                  </a:cubicBezTo>
                  <a:cubicBezTo>
                    <a:pt x="2810" y="1740"/>
                    <a:pt x="2821" y="1735"/>
                    <a:pt x="2831" y="1731"/>
                  </a:cubicBezTo>
                  <a:cubicBezTo>
                    <a:pt x="2836" y="1732"/>
                    <a:pt x="2840" y="1731"/>
                    <a:pt x="2843" y="1729"/>
                  </a:cubicBezTo>
                  <a:cubicBezTo>
                    <a:pt x="2849" y="1735"/>
                    <a:pt x="2851" y="1724"/>
                    <a:pt x="2856" y="1729"/>
                  </a:cubicBezTo>
                  <a:cubicBezTo>
                    <a:pt x="2864" y="1725"/>
                    <a:pt x="2872" y="1724"/>
                    <a:pt x="2880" y="1721"/>
                  </a:cubicBezTo>
                  <a:cubicBezTo>
                    <a:pt x="2893" y="1726"/>
                    <a:pt x="2905" y="1722"/>
                    <a:pt x="2918" y="1726"/>
                  </a:cubicBezTo>
                  <a:cubicBezTo>
                    <a:pt x="2900" y="1729"/>
                    <a:pt x="2882" y="1734"/>
                    <a:pt x="2864" y="1737"/>
                  </a:cubicBezTo>
                  <a:close/>
                  <a:moveTo>
                    <a:pt x="2915" y="1687"/>
                  </a:moveTo>
                  <a:cubicBezTo>
                    <a:pt x="2914" y="1684"/>
                    <a:pt x="2912" y="1681"/>
                    <a:pt x="2912" y="1677"/>
                  </a:cubicBezTo>
                  <a:cubicBezTo>
                    <a:pt x="2906" y="1672"/>
                    <a:pt x="2907" y="1664"/>
                    <a:pt x="2900" y="1659"/>
                  </a:cubicBezTo>
                  <a:cubicBezTo>
                    <a:pt x="2904" y="1655"/>
                    <a:pt x="2909" y="1664"/>
                    <a:pt x="2908" y="1667"/>
                  </a:cubicBezTo>
                  <a:cubicBezTo>
                    <a:pt x="2913" y="1670"/>
                    <a:pt x="2912" y="1673"/>
                    <a:pt x="2915" y="1677"/>
                  </a:cubicBezTo>
                  <a:cubicBezTo>
                    <a:pt x="2917" y="1678"/>
                    <a:pt x="2915" y="1681"/>
                    <a:pt x="2916" y="1683"/>
                  </a:cubicBezTo>
                  <a:cubicBezTo>
                    <a:pt x="2916" y="1684"/>
                    <a:pt x="2919" y="1684"/>
                    <a:pt x="2920" y="1685"/>
                  </a:cubicBezTo>
                  <a:cubicBezTo>
                    <a:pt x="2920" y="1685"/>
                    <a:pt x="2918" y="1686"/>
                    <a:pt x="2918" y="1687"/>
                  </a:cubicBezTo>
                  <a:cubicBezTo>
                    <a:pt x="2920" y="1690"/>
                    <a:pt x="2927" y="1693"/>
                    <a:pt x="2922" y="1697"/>
                  </a:cubicBezTo>
                  <a:cubicBezTo>
                    <a:pt x="2915" y="1695"/>
                    <a:pt x="2918" y="1691"/>
                    <a:pt x="2915" y="1687"/>
                  </a:cubicBezTo>
                  <a:close/>
                  <a:moveTo>
                    <a:pt x="2921" y="1726"/>
                  </a:moveTo>
                  <a:cubicBezTo>
                    <a:pt x="2924" y="1725"/>
                    <a:pt x="2927" y="1725"/>
                    <a:pt x="2929" y="1726"/>
                  </a:cubicBezTo>
                  <a:cubicBezTo>
                    <a:pt x="2933" y="1729"/>
                    <a:pt x="2924" y="1727"/>
                    <a:pt x="2921" y="1726"/>
                  </a:cubicBezTo>
                  <a:close/>
                  <a:moveTo>
                    <a:pt x="2925" y="1704"/>
                  </a:moveTo>
                  <a:cubicBezTo>
                    <a:pt x="2926" y="1701"/>
                    <a:pt x="2929" y="1702"/>
                    <a:pt x="2931" y="1703"/>
                  </a:cubicBezTo>
                  <a:cubicBezTo>
                    <a:pt x="2930" y="1704"/>
                    <a:pt x="2931" y="1705"/>
                    <a:pt x="2932" y="1706"/>
                  </a:cubicBezTo>
                  <a:cubicBezTo>
                    <a:pt x="2930" y="1708"/>
                    <a:pt x="2927" y="1706"/>
                    <a:pt x="2925" y="1704"/>
                  </a:cubicBezTo>
                  <a:close/>
                  <a:moveTo>
                    <a:pt x="2954" y="1716"/>
                  </a:moveTo>
                  <a:cubicBezTo>
                    <a:pt x="2953" y="1717"/>
                    <a:pt x="2950" y="1716"/>
                    <a:pt x="2949" y="1715"/>
                  </a:cubicBezTo>
                  <a:cubicBezTo>
                    <a:pt x="2945" y="1708"/>
                    <a:pt x="2955" y="1714"/>
                    <a:pt x="2954" y="1716"/>
                  </a:cubicBezTo>
                  <a:close/>
                  <a:moveTo>
                    <a:pt x="2973" y="1726"/>
                  </a:moveTo>
                  <a:cubicBezTo>
                    <a:pt x="2968" y="1724"/>
                    <a:pt x="2972" y="1720"/>
                    <a:pt x="2969" y="1718"/>
                  </a:cubicBezTo>
                  <a:cubicBezTo>
                    <a:pt x="2938" y="1683"/>
                    <a:pt x="2930" y="1679"/>
                    <a:pt x="2927" y="1674"/>
                  </a:cubicBezTo>
                  <a:cubicBezTo>
                    <a:pt x="2915" y="1643"/>
                    <a:pt x="2912" y="1636"/>
                    <a:pt x="2907" y="1629"/>
                  </a:cubicBezTo>
                  <a:cubicBezTo>
                    <a:pt x="2892" y="1579"/>
                    <a:pt x="2886" y="1575"/>
                    <a:pt x="2887" y="1569"/>
                  </a:cubicBezTo>
                  <a:cubicBezTo>
                    <a:pt x="2883" y="1542"/>
                    <a:pt x="2877" y="1540"/>
                    <a:pt x="2879" y="1538"/>
                  </a:cubicBezTo>
                  <a:cubicBezTo>
                    <a:pt x="2871" y="1501"/>
                    <a:pt x="2870" y="1496"/>
                    <a:pt x="2868" y="1491"/>
                  </a:cubicBezTo>
                  <a:cubicBezTo>
                    <a:pt x="2853" y="1392"/>
                    <a:pt x="2859" y="1387"/>
                    <a:pt x="2855" y="1385"/>
                  </a:cubicBezTo>
                  <a:cubicBezTo>
                    <a:pt x="2851" y="1351"/>
                    <a:pt x="2854" y="1340"/>
                    <a:pt x="2850" y="1330"/>
                  </a:cubicBezTo>
                  <a:cubicBezTo>
                    <a:pt x="2857" y="1350"/>
                    <a:pt x="2862" y="1353"/>
                    <a:pt x="2863" y="1357"/>
                  </a:cubicBezTo>
                  <a:cubicBezTo>
                    <a:pt x="2872" y="1389"/>
                    <a:pt x="2874" y="1392"/>
                    <a:pt x="2874" y="1395"/>
                  </a:cubicBezTo>
                  <a:cubicBezTo>
                    <a:pt x="2880" y="1418"/>
                    <a:pt x="2877" y="1423"/>
                    <a:pt x="2880" y="1426"/>
                  </a:cubicBezTo>
                  <a:cubicBezTo>
                    <a:pt x="2883" y="1449"/>
                    <a:pt x="2885" y="1452"/>
                    <a:pt x="2886" y="1456"/>
                  </a:cubicBezTo>
                  <a:cubicBezTo>
                    <a:pt x="2887" y="1491"/>
                    <a:pt x="2897" y="1495"/>
                    <a:pt x="2892" y="1502"/>
                  </a:cubicBezTo>
                  <a:cubicBezTo>
                    <a:pt x="2901" y="1537"/>
                    <a:pt x="2901" y="1540"/>
                    <a:pt x="2899" y="1543"/>
                  </a:cubicBezTo>
                  <a:cubicBezTo>
                    <a:pt x="2907" y="1572"/>
                    <a:pt x="2913" y="1576"/>
                    <a:pt x="2910" y="1582"/>
                  </a:cubicBezTo>
                  <a:cubicBezTo>
                    <a:pt x="2913" y="1604"/>
                    <a:pt x="2924" y="1607"/>
                    <a:pt x="2918" y="1613"/>
                  </a:cubicBezTo>
                  <a:cubicBezTo>
                    <a:pt x="2937" y="1642"/>
                    <a:pt x="2934" y="1651"/>
                    <a:pt x="2941" y="1657"/>
                  </a:cubicBezTo>
                  <a:cubicBezTo>
                    <a:pt x="2993" y="1738"/>
                    <a:pt x="2982" y="1726"/>
                    <a:pt x="2973" y="1726"/>
                  </a:cubicBezTo>
                  <a:close/>
                  <a:moveTo>
                    <a:pt x="3024" y="1736"/>
                  </a:moveTo>
                  <a:cubicBezTo>
                    <a:pt x="3029" y="1728"/>
                    <a:pt x="3032" y="1742"/>
                    <a:pt x="3035" y="1744"/>
                  </a:cubicBezTo>
                  <a:cubicBezTo>
                    <a:pt x="3030" y="1747"/>
                    <a:pt x="3028" y="1738"/>
                    <a:pt x="3024" y="1736"/>
                  </a:cubicBezTo>
                  <a:close/>
                  <a:moveTo>
                    <a:pt x="3115" y="1805"/>
                  </a:moveTo>
                  <a:cubicBezTo>
                    <a:pt x="3110" y="1802"/>
                    <a:pt x="3105" y="1802"/>
                    <a:pt x="3100" y="1803"/>
                  </a:cubicBezTo>
                  <a:cubicBezTo>
                    <a:pt x="3096" y="1798"/>
                    <a:pt x="3093" y="1800"/>
                    <a:pt x="3088" y="1797"/>
                  </a:cubicBezTo>
                  <a:cubicBezTo>
                    <a:pt x="3084" y="1796"/>
                    <a:pt x="3080" y="1793"/>
                    <a:pt x="3077" y="1795"/>
                  </a:cubicBezTo>
                  <a:cubicBezTo>
                    <a:pt x="3074" y="1791"/>
                    <a:pt x="3079" y="1792"/>
                    <a:pt x="3080" y="1790"/>
                  </a:cubicBezTo>
                  <a:cubicBezTo>
                    <a:pt x="3084" y="1789"/>
                    <a:pt x="3088" y="1790"/>
                    <a:pt x="3091" y="1789"/>
                  </a:cubicBezTo>
                  <a:cubicBezTo>
                    <a:pt x="3096" y="1792"/>
                    <a:pt x="3101" y="1795"/>
                    <a:pt x="3106" y="1799"/>
                  </a:cubicBezTo>
                  <a:cubicBezTo>
                    <a:pt x="3108" y="1801"/>
                    <a:pt x="3110" y="1799"/>
                    <a:pt x="3113" y="1800"/>
                  </a:cubicBezTo>
                  <a:cubicBezTo>
                    <a:pt x="3114" y="1802"/>
                    <a:pt x="3116" y="1803"/>
                    <a:pt x="3118" y="1804"/>
                  </a:cubicBezTo>
                  <a:cubicBezTo>
                    <a:pt x="3120" y="1805"/>
                    <a:pt x="3122" y="1806"/>
                    <a:pt x="3123" y="1808"/>
                  </a:cubicBezTo>
                  <a:cubicBezTo>
                    <a:pt x="3121" y="1810"/>
                    <a:pt x="3118" y="1806"/>
                    <a:pt x="3115" y="1805"/>
                  </a:cubicBezTo>
                  <a:close/>
                  <a:moveTo>
                    <a:pt x="1680" y="9"/>
                  </a:moveTo>
                  <a:cubicBezTo>
                    <a:pt x="1681" y="6"/>
                    <a:pt x="1682" y="3"/>
                    <a:pt x="1683" y="0"/>
                  </a:cubicBezTo>
                  <a:cubicBezTo>
                    <a:pt x="1678" y="0"/>
                    <a:pt x="1678" y="0"/>
                    <a:pt x="1678" y="0"/>
                  </a:cubicBezTo>
                  <a:cubicBezTo>
                    <a:pt x="1678" y="2"/>
                    <a:pt x="1677" y="4"/>
                    <a:pt x="1676" y="6"/>
                  </a:cubicBezTo>
                  <a:cubicBezTo>
                    <a:pt x="1676" y="9"/>
                    <a:pt x="1678" y="11"/>
                    <a:pt x="1676" y="15"/>
                  </a:cubicBezTo>
                  <a:cubicBezTo>
                    <a:pt x="1672" y="19"/>
                    <a:pt x="1676" y="26"/>
                    <a:pt x="1679" y="20"/>
                  </a:cubicBezTo>
                  <a:cubicBezTo>
                    <a:pt x="1674" y="19"/>
                    <a:pt x="1680" y="13"/>
                    <a:pt x="1680" y="9"/>
                  </a:cubicBezTo>
                  <a:close/>
                  <a:moveTo>
                    <a:pt x="974" y="1507"/>
                  </a:moveTo>
                  <a:cubicBezTo>
                    <a:pt x="972" y="1503"/>
                    <a:pt x="969" y="1505"/>
                    <a:pt x="966" y="1504"/>
                  </a:cubicBezTo>
                  <a:cubicBezTo>
                    <a:pt x="931" y="1480"/>
                    <a:pt x="929" y="1480"/>
                    <a:pt x="927" y="1479"/>
                  </a:cubicBezTo>
                  <a:cubicBezTo>
                    <a:pt x="911" y="1456"/>
                    <a:pt x="903" y="1450"/>
                    <a:pt x="900" y="1449"/>
                  </a:cubicBezTo>
                  <a:cubicBezTo>
                    <a:pt x="891" y="1420"/>
                    <a:pt x="892" y="1413"/>
                    <a:pt x="887" y="1405"/>
                  </a:cubicBezTo>
                  <a:cubicBezTo>
                    <a:pt x="899" y="1346"/>
                    <a:pt x="894" y="1342"/>
                    <a:pt x="900" y="1340"/>
                  </a:cubicBezTo>
                  <a:cubicBezTo>
                    <a:pt x="889" y="1354"/>
                    <a:pt x="882" y="1359"/>
                    <a:pt x="883" y="1365"/>
                  </a:cubicBezTo>
                  <a:cubicBezTo>
                    <a:pt x="879" y="1379"/>
                    <a:pt x="873" y="1375"/>
                    <a:pt x="876" y="1373"/>
                  </a:cubicBezTo>
                  <a:cubicBezTo>
                    <a:pt x="867" y="1315"/>
                    <a:pt x="864" y="1303"/>
                    <a:pt x="861" y="1290"/>
                  </a:cubicBezTo>
                  <a:cubicBezTo>
                    <a:pt x="844" y="1227"/>
                    <a:pt x="849" y="1225"/>
                    <a:pt x="845" y="1221"/>
                  </a:cubicBezTo>
                  <a:cubicBezTo>
                    <a:pt x="820" y="1167"/>
                    <a:pt x="816" y="1162"/>
                    <a:pt x="812" y="1156"/>
                  </a:cubicBezTo>
                  <a:cubicBezTo>
                    <a:pt x="782" y="1111"/>
                    <a:pt x="775" y="1106"/>
                    <a:pt x="777" y="1103"/>
                  </a:cubicBezTo>
                  <a:cubicBezTo>
                    <a:pt x="763" y="1061"/>
                    <a:pt x="767" y="1054"/>
                    <a:pt x="760" y="1046"/>
                  </a:cubicBezTo>
                  <a:cubicBezTo>
                    <a:pt x="758" y="1037"/>
                    <a:pt x="754" y="1047"/>
                    <a:pt x="761" y="1059"/>
                  </a:cubicBezTo>
                  <a:cubicBezTo>
                    <a:pt x="759" y="1081"/>
                    <a:pt x="757" y="1079"/>
                    <a:pt x="755" y="1076"/>
                  </a:cubicBezTo>
                  <a:cubicBezTo>
                    <a:pt x="746" y="1052"/>
                    <a:pt x="751" y="1050"/>
                    <a:pt x="749" y="1046"/>
                  </a:cubicBezTo>
                  <a:cubicBezTo>
                    <a:pt x="743" y="1005"/>
                    <a:pt x="744" y="997"/>
                    <a:pt x="744" y="990"/>
                  </a:cubicBezTo>
                  <a:cubicBezTo>
                    <a:pt x="720" y="917"/>
                    <a:pt x="722" y="913"/>
                    <a:pt x="719" y="909"/>
                  </a:cubicBezTo>
                  <a:cubicBezTo>
                    <a:pt x="724" y="939"/>
                    <a:pt x="724" y="944"/>
                    <a:pt x="729" y="950"/>
                  </a:cubicBezTo>
                  <a:cubicBezTo>
                    <a:pt x="742" y="1033"/>
                    <a:pt x="743" y="1042"/>
                    <a:pt x="742" y="1051"/>
                  </a:cubicBezTo>
                  <a:cubicBezTo>
                    <a:pt x="748" y="1098"/>
                    <a:pt x="747" y="1116"/>
                    <a:pt x="751" y="1135"/>
                  </a:cubicBezTo>
                  <a:cubicBezTo>
                    <a:pt x="760" y="1183"/>
                    <a:pt x="759" y="1188"/>
                    <a:pt x="763" y="1193"/>
                  </a:cubicBezTo>
                  <a:cubicBezTo>
                    <a:pt x="774" y="1226"/>
                    <a:pt x="771" y="1231"/>
                    <a:pt x="772" y="1236"/>
                  </a:cubicBezTo>
                  <a:cubicBezTo>
                    <a:pt x="781" y="1282"/>
                    <a:pt x="794" y="1289"/>
                    <a:pt x="786" y="1293"/>
                  </a:cubicBezTo>
                  <a:cubicBezTo>
                    <a:pt x="799" y="1326"/>
                    <a:pt x="799" y="1331"/>
                    <a:pt x="801" y="1336"/>
                  </a:cubicBezTo>
                  <a:cubicBezTo>
                    <a:pt x="825" y="1401"/>
                    <a:pt x="829" y="1406"/>
                    <a:pt x="830" y="1411"/>
                  </a:cubicBezTo>
                  <a:cubicBezTo>
                    <a:pt x="830" y="1413"/>
                    <a:pt x="823" y="1404"/>
                    <a:pt x="816" y="1394"/>
                  </a:cubicBezTo>
                  <a:cubicBezTo>
                    <a:pt x="781" y="1320"/>
                    <a:pt x="783" y="1315"/>
                    <a:pt x="776" y="1308"/>
                  </a:cubicBezTo>
                  <a:cubicBezTo>
                    <a:pt x="769" y="1284"/>
                    <a:pt x="767" y="1277"/>
                    <a:pt x="765" y="1270"/>
                  </a:cubicBezTo>
                  <a:cubicBezTo>
                    <a:pt x="743" y="1187"/>
                    <a:pt x="741" y="1180"/>
                    <a:pt x="742" y="1174"/>
                  </a:cubicBezTo>
                  <a:cubicBezTo>
                    <a:pt x="735" y="1142"/>
                    <a:pt x="733" y="1130"/>
                    <a:pt x="734" y="1118"/>
                  </a:cubicBezTo>
                  <a:cubicBezTo>
                    <a:pt x="731" y="1086"/>
                    <a:pt x="725" y="1082"/>
                    <a:pt x="728" y="1080"/>
                  </a:cubicBezTo>
                  <a:cubicBezTo>
                    <a:pt x="722" y="1018"/>
                    <a:pt x="715" y="1010"/>
                    <a:pt x="717" y="1004"/>
                  </a:cubicBezTo>
                  <a:cubicBezTo>
                    <a:pt x="713" y="1033"/>
                    <a:pt x="724" y="1038"/>
                    <a:pt x="716" y="1040"/>
                  </a:cubicBezTo>
                  <a:cubicBezTo>
                    <a:pt x="717" y="1070"/>
                    <a:pt x="724" y="1074"/>
                    <a:pt x="721" y="1077"/>
                  </a:cubicBezTo>
                  <a:cubicBezTo>
                    <a:pt x="722" y="1126"/>
                    <a:pt x="728" y="1130"/>
                    <a:pt x="725" y="1132"/>
                  </a:cubicBezTo>
                  <a:cubicBezTo>
                    <a:pt x="721" y="1146"/>
                    <a:pt x="726" y="1142"/>
                    <a:pt x="720" y="1136"/>
                  </a:cubicBezTo>
                  <a:cubicBezTo>
                    <a:pt x="713" y="1098"/>
                    <a:pt x="714" y="1093"/>
                    <a:pt x="712" y="1088"/>
                  </a:cubicBezTo>
                  <a:cubicBezTo>
                    <a:pt x="704" y="1052"/>
                    <a:pt x="713" y="1048"/>
                    <a:pt x="706" y="1042"/>
                  </a:cubicBezTo>
                  <a:cubicBezTo>
                    <a:pt x="704" y="1006"/>
                    <a:pt x="702" y="1001"/>
                    <a:pt x="703" y="996"/>
                  </a:cubicBezTo>
                  <a:cubicBezTo>
                    <a:pt x="697" y="954"/>
                    <a:pt x="698" y="944"/>
                    <a:pt x="696" y="934"/>
                  </a:cubicBezTo>
                  <a:cubicBezTo>
                    <a:pt x="689" y="896"/>
                    <a:pt x="689" y="891"/>
                    <a:pt x="689" y="885"/>
                  </a:cubicBezTo>
                  <a:cubicBezTo>
                    <a:pt x="677" y="832"/>
                    <a:pt x="675" y="827"/>
                    <a:pt x="676" y="822"/>
                  </a:cubicBezTo>
                  <a:cubicBezTo>
                    <a:pt x="670" y="849"/>
                    <a:pt x="681" y="857"/>
                    <a:pt x="677" y="862"/>
                  </a:cubicBezTo>
                  <a:cubicBezTo>
                    <a:pt x="682" y="891"/>
                    <a:pt x="679" y="902"/>
                    <a:pt x="682" y="914"/>
                  </a:cubicBezTo>
                  <a:cubicBezTo>
                    <a:pt x="675" y="936"/>
                    <a:pt x="679" y="939"/>
                    <a:pt x="675" y="941"/>
                  </a:cubicBezTo>
                  <a:cubicBezTo>
                    <a:pt x="676" y="951"/>
                    <a:pt x="674" y="953"/>
                    <a:pt x="677" y="955"/>
                  </a:cubicBezTo>
                  <a:cubicBezTo>
                    <a:pt x="671" y="1001"/>
                    <a:pt x="666" y="1006"/>
                    <a:pt x="669" y="1012"/>
                  </a:cubicBezTo>
                  <a:cubicBezTo>
                    <a:pt x="670" y="1042"/>
                    <a:pt x="665" y="1044"/>
                    <a:pt x="671" y="1048"/>
                  </a:cubicBezTo>
                  <a:cubicBezTo>
                    <a:pt x="675" y="1091"/>
                    <a:pt x="668" y="1096"/>
                    <a:pt x="672" y="1103"/>
                  </a:cubicBezTo>
                  <a:cubicBezTo>
                    <a:pt x="675" y="1163"/>
                    <a:pt x="676" y="1169"/>
                    <a:pt x="676" y="1176"/>
                  </a:cubicBezTo>
                  <a:cubicBezTo>
                    <a:pt x="682" y="1236"/>
                    <a:pt x="694" y="1244"/>
                    <a:pt x="688" y="1250"/>
                  </a:cubicBezTo>
                  <a:cubicBezTo>
                    <a:pt x="698" y="1281"/>
                    <a:pt x="699" y="1284"/>
                    <a:pt x="696" y="1287"/>
                  </a:cubicBezTo>
                  <a:cubicBezTo>
                    <a:pt x="690" y="1298"/>
                    <a:pt x="692" y="1293"/>
                    <a:pt x="688" y="1287"/>
                  </a:cubicBezTo>
                  <a:cubicBezTo>
                    <a:pt x="672" y="1252"/>
                    <a:pt x="668" y="1243"/>
                    <a:pt x="666" y="1233"/>
                  </a:cubicBezTo>
                  <a:cubicBezTo>
                    <a:pt x="651" y="1146"/>
                    <a:pt x="645" y="1138"/>
                    <a:pt x="646" y="1130"/>
                  </a:cubicBezTo>
                  <a:cubicBezTo>
                    <a:pt x="640" y="1069"/>
                    <a:pt x="643" y="1054"/>
                    <a:pt x="643" y="1039"/>
                  </a:cubicBezTo>
                  <a:cubicBezTo>
                    <a:pt x="647" y="987"/>
                    <a:pt x="648" y="980"/>
                    <a:pt x="646" y="972"/>
                  </a:cubicBezTo>
                  <a:cubicBezTo>
                    <a:pt x="652" y="935"/>
                    <a:pt x="651" y="931"/>
                    <a:pt x="652" y="928"/>
                  </a:cubicBezTo>
                  <a:cubicBezTo>
                    <a:pt x="656" y="852"/>
                    <a:pt x="648" y="843"/>
                    <a:pt x="653" y="836"/>
                  </a:cubicBezTo>
                  <a:cubicBezTo>
                    <a:pt x="643" y="816"/>
                    <a:pt x="650" y="822"/>
                    <a:pt x="647" y="827"/>
                  </a:cubicBezTo>
                  <a:cubicBezTo>
                    <a:pt x="644" y="882"/>
                    <a:pt x="649" y="888"/>
                    <a:pt x="645" y="892"/>
                  </a:cubicBezTo>
                  <a:cubicBezTo>
                    <a:pt x="642" y="928"/>
                    <a:pt x="644" y="934"/>
                    <a:pt x="641" y="938"/>
                  </a:cubicBezTo>
                  <a:cubicBezTo>
                    <a:pt x="641" y="965"/>
                    <a:pt x="638" y="967"/>
                    <a:pt x="639" y="969"/>
                  </a:cubicBezTo>
                  <a:cubicBezTo>
                    <a:pt x="633" y="1038"/>
                    <a:pt x="633" y="1043"/>
                    <a:pt x="633" y="1048"/>
                  </a:cubicBezTo>
                  <a:cubicBezTo>
                    <a:pt x="633" y="1085"/>
                    <a:pt x="635" y="1090"/>
                    <a:pt x="635" y="1095"/>
                  </a:cubicBezTo>
                  <a:cubicBezTo>
                    <a:pt x="642" y="1123"/>
                    <a:pt x="631" y="1124"/>
                    <a:pt x="637" y="1128"/>
                  </a:cubicBezTo>
                  <a:cubicBezTo>
                    <a:pt x="638" y="1156"/>
                    <a:pt x="642" y="1169"/>
                    <a:pt x="642" y="1181"/>
                  </a:cubicBezTo>
                  <a:cubicBezTo>
                    <a:pt x="652" y="1203"/>
                    <a:pt x="648" y="1205"/>
                    <a:pt x="651" y="1209"/>
                  </a:cubicBezTo>
                  <a:cubicBezTo>
                    <a:pt x="670" y="1264"/>
                    <a:pt x="669" y="1270"/>
                    <a:pt x="673" y="1277"/>
                  </a:cubicBezTo>
                  <a:cubicBezTo>
                    <a:pt x="675" y="1288"/>
                    <a:pt x="670" y="1291"/>
                    <a:pt x="665" y="1285"/>
                  </a:cubicBezTo>
                  <a:cubicBezTo>
                    <a:pt x="650" y="1251"/>
                    <a:pt x="642" y="1245"/>
                    <a:pt x="645" y="1241"/>
                  </a:cubicBezTo>
                  <a:cubicBezTo>
                    <a:pt x="624" y="1186"/>
                    <a:pt x="627" y="1177"/>
                    <a:pt x="624" y="1167"/>
                  </a:cubicBezTo>
                  <a:cubicBezTo>
                    <a:pt x="617" y="1119"/>
                    <a:pt x="620" y="1115"/>
                    <a:pt x="615" y="1109"/>
                  </a:cubicBezTo>
                  <a:cubicBezTo>
                    <a:pt x="612" y="1061"/>
                    <a:pt x="616" y="1043"/>
                    <a:pt x="609" y="1022"/>
                  </a:cubicBezTo>
                  <a:cubicBezTo>
                    <a:pt x="623" y="949"/>
                    <a:pt x="617" y="941"/>
                    <a:pt x="624" y="934"/>
                  </a:cubicBezTo>
                  <a:cubicBezTo>
                    <a:pt x="640" y="866"/>
                    <a:pt x="634" y="861"/>
                    <a:pt x="637" y="858"/>
                  </a:cubicBezTo>
                  <a:cubicBezTo>
                    <a:pt x="635" y="834"/>
                    <a:pt x="646" y="833"/>
                    <a:pt x="640" y="829"/>
                  </a:cubicBezTo>
                  <a:cubicBezTo>
                    <a:pt x="642" y="801"/>
                    <a:pt x="647" y="799"/>
                    <a:pt x="643" y="795"/>
                  </a:cubicBezTo>
                  <a:cubicBezTo>
                    <a:pt x="643" y="761"/>
                    <a:pt x="645" y="757"/>
                    <a:pt x="645" y="753"/>
                  </a:cubicBezTo>
                  <a:cubicBezTo>
                    <a:pt x="634" y="744"/>
                    <a:pt x="632" y="755"/>
                    <a:pt x="638" y="766"/>
                  </a:cubicBezTo>
                  <a:cubicBezTo>
                    <a:pt x="632" y="820"/>
                    <a:pt x="632" y="834"/>
                    <a:pt x="632" y="848"/>
                  </a:cubicBezTo>
                  <a:cubicBezTo>
                    <a:pt x="621" y="875"/>
                    <a:pt x="625" y="883"/>
                    <a:pt x="619" y="889"/>
                  </a:cubicBezTo>
                  <a:cubicBezTo>
                    <a:pt x="609" y="963"/>
                    <a:pt x="606" y="993"/>
                    <a:pt x="601" y="1022"/>
                  </a:cubicBezTo>
                  <a:cubicBezTo>
                    <a:pt x="607" y="1061"/>
                    <a:pt x="599" y="1069"/>
                    <a:pt x="604" y="1079"/>
                  </a:cubicBezTo>
                  <a:cubicBezTo>
                    <a:pt x="607" y="1103"/>
                    <a:pt x="605" y="1105"/>
                    <a:pt x="606" y="1108"/>
                  </a:cubicBezTo>
                  <a:cubicBezTo>
                    <a:pt x="615" y="1176"/>
                    <a:pt x="616" y="1186"/>
                    <a:pt x="621" y="1196"/>
                  </a:cubicBezTo>
                  <a:cubicBezTo>
                    <a:pt x="630" y="1230"/>
                    <a:pt x="630" y="1235"/>
                    <a:pt x="634" y="1240"/>
                  </a:cubicBezTo>
                  <a:cubicBezTo>
                    <a:pt x="624" y="1245"/>
                    <a:pt x="627" y="1241"/>
                    <a:pt x="623" y="1237"/>
                  </a:cubicBezTo>
                  <a:cubicBezTo>
                    <a:pt x="611" y="1184"/>
                    <a:pt x="605" y="1176"/>
                    <a:pt x="607" y="1169"/>
                  </a:cubicBezTo>
                  <a:cubicBezTo>
                    <a:pt x="596" y="1116"/>
                    <a:pt x="594" y="1108"/>
                    <a:pt x="593" y="1101"/>
                  </a:cubicBezTo>
                  <a:cubicBezTo>
                    <a:pt x="593" y="1067"/>
                    <a:pt x="588" y="1054"/>
                    <a:pt x="589" y="1042"/>
                  </a:cubicBezTo>
                  <a:cubicBezTo>
                    <a:pt x="591" y="964"/>
                    <a:pt x="591" y="961"/>
                    <a:pt x="590" y="958"/>
                  </a:cubicBezTo>
                  <a:cubicBezTo>
                    <a:pt x="590" y="927"/>
                    <a:pt x="596" y="925"/>
                    <a:pt x="593" y="921"/>
                  </a:cubicBezTo>
                  <a:cubicBezTo>
                    <a:pt x="605" y="892"/>
                    <a:pt x="595" y="887"/>
                    <a:pt x="603" y="885"/>
                  </a:cubicBezTo>
                  <a:cubicBezTo>
                    <a:pt x="602" y="863"/>
                    <a:pt x="614" y="862"/>
                    <a:pt x="607" y="858"/>
                  </a:cubicBezTo>
                  <a:cubicBezTo>
                    <a:pt x="613" y="834"/>
                    <a:pt x="614" y="828"/>
                    <a:pt x="616" y="822"/>
                  </a:cubicBezTo>
                  <a:cubicBezTo>
                    <a:pt x="615" y="800"/>
                    <a:pt x="620" y="797"/>
                    <a:pt x="618" y="794"/>
                  </a:cubicBezTo>
                  <a:cubicBezTo>
                    <a:pt x="608" y="817"/>
                    <a:pt x="609" y="822"/>
                    <a:pt x="609" y="827"/>
                  </a:cubicBezTo>
                  <a:cubicBezTo>
                    <a:pt x="597" y="876"/>
                    <a:pt x="594" y="885"/>
                    <a:pt x="590" y="894"/>
                  </a:cubicBezTo>
                  <a:cubicBezTo>
                    <a:pt x="584" y="957"/>
                    <a:pt x="578" y="965"/>
                    <a:pt x="581" y="975"/>
                  </a:cubicBezTo>
                  <a:cubicBezTo>
                    <a:pt x="579" y="1012"/>
                    <a:pt x="580" y="1021"/>
                    <a:pt x="580" y="1030"/>
                  </a:cubicBezTo>
                  <a:cubicBezTo>
                    <a:pt x="582" y="1091"/>
                    <a:pt x="586" y="1096"/>
                    <a:pt x="585" y="1101"/>
                  </a:cubicBezTo>
                  <a:cubicBezTo>
                    <a:pt x="600" y="1177"/>
                    <a:pt x="598" y="1181"/>
                    <a:pt x="604" y="1187"/>
                  </a:cubicBezTo>
                  <a:cubicBezTo>
                    <a:pt x="606" y="1230"/>
                    <a:pt x="603" y="1224"/>
                    <a:pt x="600" y="1219"/>
                  </a:cubicBezTo>
                  <a:cubicBezTo>
                    <a:pt x="585" y="1180"/>
                    <a:pt x="590" y="1172"/>
                    <a:pt x="586" y="1170"/>
                  </a:cubicBezTo>
                  <a:cubicBezTo>
                    <a:pt x="581" y="1151"/>
                    <a:pt x="584" y="1149"/>
                    <a:pt x="579" y="1145"/>
                  </a:cubicBezTo>
                  <a:cubicBezTo>
                    <a:pt x="573" y="1114"/>
                    <a:pt x="573" y="1112"/>
                    <a:pt x="573" y="1110"/>
                  </a:cubicBezTo>
                  <a:cubicBezTo>
                    <a:pt x="566" y="1082"/>
                    <a:pt x="569" y="1078"/>
                    <a:pt x="568" y="1073"/>
                  </a:cubicBezTo>
                  <a:cubicBezTo>
                    <a:pt x="566" y="1036"/>
                    <a:pt x="563" y="1033"/>
                    <a:pt x="567" y="1031"/>
                  </a:cubicBezTo>
                  <a:cubicBezTo>
                    <a:pt x="569" y="979"/>
                    <a:pt x="563" y="969"/>
                    <a:pt x="565" y="960"/>
                  </a:cubicBezTo>
                  <a:cubicBezTo>
                    <a:pt x="568" y="930"/>
                    <a:pt x="564" y="927"/>
                    <a:pt x="566" y="924"/>
                  </a:cubicBezTo>
                  <a:cubicBezTo>
                    <a:pt x="574" y="895"/>
                    <a:pt x="569" y="889"/>
                    <a:pt x="573" y="885"/>
                  </a:cubicBezTo>
                  <a:cubicBezTo>
                    <a:pt x="579" y="847"/>
                    <a:pt x="578" y="841"/>
                    <a:pt x="578" y="836"/>
                  </a:cubicBezTo>
                  <a:cubicBezTo>
                    <a:pt x="583" y="808"/>
                    <a:pt x="590" y="806"/>
                    <a:pt x="590" y="803"/>
                  </a:cubicBezTo>
                  <a:cubicBezTo>
                    <a:pt x="597" y="749"/>
                    <a:pt x="598" y="743"/>
                    <a:pt x="599" y="738"/>
                  </a:cubicBezTo>
                  <a:cubicBezTo>
                    <a:pt x="600" y="694"/>
                    <a:pt x="601" y="691"/>
                    <a:pt x="601" y="688"/>
                  </a:cubicBezTo>
                  <a:cubicBezTo>
                    <a:pt x="594" y="675"/>
                    <a:pt x="596" y="680"/>
                    <a:pt x="600" y="686"/>
                  </a:cubicBezTo>
                  <a:cubicBezTo>
                    <a:pt x="595" y="733"/>
                    <a:pt x="590" y="739"/>
                    <a:pt x="592" y="746"/>
                  </a:cubicBezTo>
                  <a:cubicBezTo>
                    <a:pt x="570" y="852"/>
                    <a:pt x="563" y="853"/>
                    <a:pt x="567" y="857"/>
                  </a:cubicBezTo>
                  <a:cubicBezTo>
                    <a:pt x="563" y="882"/>
                    <a:pt x="561" y="885"/>
                    <a:pt x="563" y="889"/>
                  </a:cubicBezTo>
                  <a:cubicBezTo>
                    <a:pt x="558" y="915"/>
                    <a:pt x="558" y="918"/>
                    <a:pt x="558" y="920"/>
                  </a:cubicBezTo>
                  <a:cubicBezTo>
                    <a:pt x="554" y="958"/>
                    <a:pt x="558" y="966"/>
                    <a:pt x="555" y="972"/>
                  </a:cubicBezTo>
                  <a:cubicBezTo>
                    <a:pt x="558" y="1019"/>
                    <a:pt x="555" y="1023"/>
                    <a:pt x="557" y="1027"/>
                  </a:cubicBezTo>
                  <a:cubicBezTo>
                    <a:pt x="558" y="1059"/>
                    <a:pt x="561" y="1064"/>
                    <a:pt x="556" y="1068"/>
                  </a:cubicBezTo>
                  <a:cubicBezTo>
                    <a:pt x="562" y="1093"/>
                    <a:pt x="560" y="1096"/>
                    <a:pt x="563" y="1100"/>
                  </a:cubicBezTo>
                  <a:cubicBezTo>
                    <a:pt x="564" y="1121"/>
                    <a:pt x="568" y="1131"/>
                    <a:pt x="571" y="1141"/>
                  </a:cubicBezTo>
                  <a:cubicBezTo>
                    <a:pt x="580" y="1181"/>
                    <a:pt x="584" y="1184"/>
                    <a:pt x="582" y="1186"/>
                  </a:cubicBezTo>
                  <a:cubicBezTo>
                    <a:pt x="564" y="1172"/>
                    <a:pt x="561" y="1161"/>
                    <a:pt x="558" y="1150"/>
                  </a:cubicBezTo>
                  <a:cubicBezTo>
                    <a:pt x="546" y="1104"/>
                    <a:pt x="550" y="1101"/>
                    <a:pt x="545" y="1097"/>
                  </a:cubicBezTo>
                  <a:cubicBezTo>
                    <a:pt x="543" y="1058"/>
                    <a:pt x="539" y="1047"/>
                    <a:pt x="540" y="1037"/>
                  </a:cubicBezTo>
                  <a:cubicBezTo>
                    <a:pt x="536" y="987"/>
                    <a:pt x="533" y="982"/>
                    <a:pt x="534" y="977"/>
                  </a:cubicBezTo>
                  <a:cubicBezTo>
                    <a:pt x="533" y="942"/>
                    <a:pt x="535" y="938"/>
                    <a:pt x="535" y="933"/>
                  </a:cubicBezTo>
                  <a:cubicBezTo>
                    <a:pt x="540" y="908"/>
                    <a:pt x="534" y="897"/>
                    <a:pt x="541" y="889"/>
                  </a:cubicBezTo>
                  <a:cubicBezTo>
                    <a:pt x="544" y="865"/>
                    <a:pt x="544" y="862"/>
                    <a:pt x="547" y="860"/>
                  </a:cubicBezTo>
                  <a:cubicBezTo>
                    <a:pt x="546" y="829"/>
                    <a:pt x="552" y="826"/>
                    <a:pt x="552" y="822"/>
                  </a:cubicBezTo>
                  <a:cubicBezTo>
                    <a:pt x="565" y="779"/>
                    <a:pt x="565" y="775"/>
                    <a:pt x="567" y="771"/>
                  </a:cubicBezTo>
                  <a:cubicBezTo>
                    <a:pt x="575" y="741"/>
                    <a:pt x="570" y="736"/>
                    <a:pt x="577" y="732"/>
                  </a:cubicBezTo>
                  <a:cubicBezTo>
                    <a:pt x="577" y="702"/>
                    <a:pt x="583" y="698"/>
                    <a:pt x="578" y="693"/>
                  </a:cubicBezTo>
                  <a:cubicBezTo>
                    <a:pt x="583" y="675"/>
                    <a:pt x="583" y="671"/>
                    <a:pt x="583" y="666"/>
                  </a:cubicBezTo>
                  <a:cubicBezTo>
                    <a:pt x="575" y="703"/>
                    <a:pt x="574" y="710"/>
                    <a:pt x="571" y="717"/>
                  </a:cubicBezTo>
                  <a:cubicBezTo>
                    <a:pt x="570" y="735"/>
                    <a:pt x="567" y="736"/>
                    <a:pt x="568" y="739"/>
                  </a:cubicBezTo>
                  <a:cubicBezTo>
                    <a:pt x="561" y="763"/>
                    <a:pt x="562" y="767"/>
                    <a:pt x="561" y="770"/>
                  </a:cubicBezTo>
                  <a:cubicBezTo>
                    <a:pt x="549" y="802"/>
                    <a:pt x="549" y="804"/>
                    <a:pt x="549" y="806"/>
                  </a:cubicBezTo>
                  <a:cubicBezTo>
                    <a:pt x="540" y="840"/>
                    <a:pt x="537" y="858"/>
                    <a:pt x="532" y="876"/>
                  </a:cubicBezTo>
                  <a:cubicBezTo>
                    <a:pt x="524" y="936"/>
                    <a:pt x="527" y="941"/>
                    <a:pt x="525" y="946"/>
                  </a:cubicBezTo>
                  <a:cubicBezTo>
                    <a:pt x="526" y="979"/>
                    <a:pt x="524" y="983"/>
                    <a:pt x="526" y="988"/>
                  </a:cubicBezTo>
                  <a:cubicBezTo>
                    <a:pt x="528" y="1026"/>
                    <a:pt x="534" y="1036"/>
                    <a:pt x="529" y="1045"/>
                  </a:cubicBezTo>
                  <a:cubicBezTo>
                    <a:pt x="544" y="1143"/>
                    <a:pt x="552" y="1151"/>
                    <a:pt x="548" y="1157"/>
                  </a:cubicBezTo>
                  <a:cubicBezTo>
                    <a:pt x="539" y="1126"/>
                    <a:pt x="532" y="1132"/>
                    <a:pt x="527" y="1121"/>
                  </a:cubicBezTo>
                  <a:cubicBezTo>
                    <a:pt x="526" y="1098"/>
                    <a:pt x="526" y="1092"/>
                    <a:pt x="524" y="1086"/>
                  </a:cubicBezTo>
                  <a:cubicBezTo>
                    <a:pt x="522" y="1028"/>
                    <a:pt x="517" y="1022"/>
                    <a:pt x="520" y="1017"/>
                  </a:cubicBezTo>
                  <a:cubicBezTo>
                    <a:pt x="518" y="993"/>
                    <a:pt x="516" y="987"/>
                    <a:pt x="519" y="982"/>
                  </a:cubicBezTo>
                  <a:cubicBezTo>
                    <a:pt x="517" y="890"/>
                    <a:pt x="517" y="878"/>
                    <a:pt x="522" y="865"/>
                  </a:cubicBezTo>
                  <a:cubicBezTo>
                    <a:pt x="524" y="834"/>
                    <a:pt x="523" y="830"/>
                    <a:pt x="523" y="826"/>
                  </a:cubicBezTo>
                  <a:cubicBezTo>
                    <a:pt x="528" y="766"/>
                    <a:pt x="535" y="764"/>
                    <a:pt x="533" y="761"/>
                  </a:cubicBezTo>
                  <a:cubicBezTo>
                    <a:pt x="541" y="726"/>
                    <a:pt x="537" y="718"/>
                    <a:pt x="541" y="712"/>
                  </a:cubicBezTo>
                  <a:cubicBezTo>
                    <a:pt x="551" y="692"/>
                    <a:pt x="546" y="688"/>
                    <a:pt x="549" y="685"/>
                  </a:cubicBezTo>
                  <a:cubicBezTo>
                    <a:pt x="542" y="713"/>
                    <a:pt x="530" y="716"/>
                    <a:pt x="535" y="722"/>
                  </a:cubicBezTo>
                  <a:cubicBezTo>
                    <a:pt x="526" y="743"/>
                    <a:pt x="531" y="749"/>
                    <a:pt x="525" y="753"/>
                  </a:cubicBezTo>
                  <a:cubicBezTo>
                    <a:pt x="518" y="809"/>
                    <a:pt x="514" y="815"/>
                    <a:pt x="518" y="822"/>
                  </a:cubicBezTo>
                  <a:cubicBezTo>
                    <a:pt x="513" y="854"/>
                    <a:pt x="513" y="856"/>
                    <a:pt x="510" y="857"/>
                  </a:cubicBezTo>
                  <a:cubicBezTo>
                    <a:pt x="508" y="870"/>
                    <a:pt x="511" y="872"/>
                    <a:pt x="509" y="874"/>
                  </a:cubicBezTo>
                  <a:cubicBezTo>
                    <a:pt x="509" y="898"/>
                    <a:pt x="507" y="901"/>
                    <a:pt x="507" y="905"/>
                  </a:cubicBezTo>
                  <a:cubicBezTo>
                    <a:pt x="503" y="954"/>
                    <a:pt x="508" y="962"/>
                    <a:pt x="504" y="969"/>
                  </a:cubicBezTo>
                  <a:cubicBezTo>
                    <a:pt x="508" y="1018"/>
                    <a:pt x="511" y="1031"/>
                    <a:pt x="509" y="1043"/>
                  </a:cubicBezTo>
                  <a:cubicBezTo>
                    <a:pt x="511" y="1074"/>
                    <a:pt x="512" y="1078"/>
                    <a:pt x="515" y="1081"/>
                  </a:cubicBezTo>
                  <a:cubicBezTo>
                    <a:pt x="518" y="1112"/>
                    <a:pt x="517" y="1113"/>
                    <a:pt x="517" y="1115"/>
                  </a:cubicBezTo>
                  <a:cubicBezTo>
                    <a:pt x="503" y="1090"/>
                    <a:pt x="497" y="1080"/>
                    <a:pt x="501" y="1073"/>
                  </a:cubicBezTo>
                  <a:cubicBezTo>
                    <a:pt x="492" y="1033"/>
                    <a:pt x="486" y="1028"/>
                    <a:pt x="490" y="1024"/>
                  </a:cubicBezTo>
                  <a:cubicBezTo>
                    <a:pt x="487" y="996"/>
                    <a:pt x="483" y="991"/>
                    <a:pt x="485" y="987"/>
                  </a:cubicBezTo>
                  <a:cubicBezTo>
                    <a:pt x="484" y="972"/>
                    <a:pt x="482" y="969"/>
                    <a:pt x="484" y="967"/>
                  </a:cubicBezTo>
                  <a:cubicBezTo>
                    <a:pt x="483" y="926"/>
                    <a:pt x="486" y="914"/>
                    <a:pt x="486" y="901"/>
                  </a:cubicBezTo>
                  <a:cubicBezTo>
                    <a:pt x="486" y="872"/>
                    <a:pt x="486" y="869"/>
                    <a:pt x="487" y="866"/>
                  </a:cubicBezTo>
                  <a:cubicBezTo>
                    <a:pt x="491" y="841"/>
                    <a:pt x="492" y="835"/>
                    <a:pt x="496" y="830"/>
                  </a:cubicBezTo>
                  <a:cubicBezTo>
                    <a:pt x="497" y="808"/>
                    <a:pt x="497" y="805"/>
                    <a:pt x="498" y="802"/>
                  </a:cubicBezTo>
                  <a:cubicBezTo>
                    <a:pt x="501" y="781"/>
                    <a:pt x="502" y="777"/>
                    <a:pt x="502" y="774"/>
                  </a:cubicBezTo>
                  <a:cubicBezTo>
                    <a:pt x="509" y="743"/>
                    <a:pt x="503" y="739"/>
                    <a:pt x="507" y="736"/>
                  </a:cubicBezTo>
                  <a:cubicBezTo>
                    <a:pt x="513" y="714"/>
                    <a:pt x="508" y="710"/>
                    <a:pt x="514" y="708"/>
                  </a:cubicBezTo>
                  <a:cubicBezTo>
                    <a:pt x="516" y="672"/>
                    <a:pt x="518" y="666"/>
                    <a:pt x="514" y="659"/>
                  </a:cubicBezTo>
                  <a:cubicBezTo>
                    <a:pt x="522" y="620"/>
                    <a:pt x="511" y="615"/>
                    <a:pt x="515" y="613"/>
                  </a:cubicBezTo>
                  <a:cubicBezTo>
                    <a:pt x="513" y="576"/>
                    <a:pt x="517" y="570"/>
                    <a:pt x="514" y="562"/>
                  </a:cubicBezTo>
                  <a:cubicBezTo>
                    <a:pt x="512" y="540"/>
                    <a:pt x="511" y="537"/>
                    <a:pt x="513" y="534"/>
                  </a:cubicBezTo>
                  <a:cubicBezTo>
                    <a:pt x="508" y="542"/>
                    <a:pt x="509" y="547"/>
                    <a:pt x="510" y="552"/>
                  </a:cubicBezTo>
                  <a:cubicBezTo>
                    <a:pt x="511" y="613"/>
                    <a:pt x="510" y="618"/>
                    <a:pt x="509" y="622"/>
                  </a:cubicBezTo>
                  <a:cubicBezTo>
                    <a:pt x="509" y="654"/>
                    <a:pt x="508" y="658"/>
                    <a:pt x="509" y="663"/>
                  </a:cubicBezTo>
                  <a:cubicBezTo>
                    <a:pt x="499" y="722"/>
                    <a:pt x="502" y="727"/>
                    <a:pt x="499" y="732"/>
                  </a:cubicBezTo>
                  <a:cubicBezTo>
                    <a:pt x="490" y="794"/>
                    <a:pt x="488" y="801"/>
                    <a:pt x="486" y="808"/>
                  </a:cubicBezTo>
                  <a:cubicBezTo>
                    <a:pt x="484" y="836"/>
                    <a:pt x="481" y="842"/>
                    <a:pt x="480" y="849"/>
                  </a:cubicBezTo>
                  <a:cubicBezTo>
                    <a:pt x="477" y="885"/>
                    <a:pt x="474" y="888"/>
                    <a:pt x="476" y="892"/>
                  </a:cubicBezTo>
                  <a:cubicBezTo>
                    <a:pt x="475" y="941"/>
                    <a:pt x="477" y="949"/>
                    <a:pt x="474" y="956"/>
                  </a:cubicBezTo>
                  <a:cubicBezTo>
                    <a:pt x="478" y="1007"/>
                    <a:pt x="478" y="1015"/>
                    <a:pt x="481" y="1023"/>
                  </a:cubicBezTo>
                  <a:cubicBezTo>
                    <a:pt x="485" y="1060"/>
                    <a:pt x="486" y="1063"/>
                    <a:pt x="489" y="1068"/>
                  </a:cubicBezTo>
                  <a:cubicBezTo>
                    <a:pt x="477" y="1065"/>
                    <a:pt x="473" y="1058"/>
                    <a:pt x="472" y="1051"/>
                  </a:cubicBezTo>
                  <a:cubicBezTo>
                    <a:pt x="469" y="1021"/>
                    <a:pt x="469" y="1014"/>
                    <a:pt x="467" y="1006"/>
                  </a:cubicBezTo>
                  <a:cubicBezTo>
                    <a:pt x="464" y="956"/>
                    <a:pt x="462" y="949"/>
                    <a:pt x="460" y="941"/>
                  </a:cubicBezTo>
                  <a:cubicBezTo>
                    <a:pt x="460" y="879"/>
                    <a:pt x="462" y="877"/>
                    <a:pt x="461" y="874"/>
                  </a:cubicBezTo>
                  <a:cubicBezTo>
                    <a:pt x="468" y="826"/>
                    <a:pt x="463" y="820"/>
                    <a:pt x="467" y="815"/>
                  </a:cubicBezTo>
                  <a:cubicBezTo>
                    <a:pt x="474" y="789"/>
                    <a:pt x="470" y="786"/>
                    <a:pt x="474" y="784"/>
                  </a:cubicBezTo>
                  <a:cubicBezTo>
                    <a:pt x="479" y="746"/>
                    <a:pt x="482" y="724"/>
                    <a:pt x="486" y="703"/>
                  </a:cubicBezTo>
                  <a:cubicBezTo>
                    <a:pt x="490" y="666"/>
                    <a:pt x="494" y="661"/>
                    <a:pt x="493" y="656"/>
                  </a:cubicBezTo>
                  <a:cubicBezTo>
                    <a:pt x="494" y="600"/>
                    <a:pt x="491" y="594"/>
                    <a:pt x="490" y="588"/>
                  </a:cubicBezTo>
                  <a:cubicBezTo>
                    <a:pt x="482" y="572"/>
                    <a:pt x="482" y="575"/>
                    <a:pt x="485" y="578"/>
                  </a:cubicBezTo>
                  <a:cubicBezTo>
                    <a:pt x="489" y="615"/>
                    <a:pt x="484" y="625"/>
                    <a:pt x="488" y="638"/>
                  </a:cubicBezTo>
                  <a:cubicBezTo>
                    <a:pt x="482" y="691"/>
                    <a:pt x="474" y="695"/>
                    <a:pt x="477" y="701"/>
                  </a:cubicBezTo>
                  <a:cubicBezTo>
                    <a:pt x="478" y="728"/>
                    <a:pt x="467" y="729"/>
                    <a:pt x="473" y="734"/>
                  </a:cubicBezTo>
                  <a:cubicBezTo>
                    <a:pt x="466" y="787"/>
                    <a:pt x="456" y="807"/>
                    <a:pt x="456" y="829"/>
                  </a:cubicBezTo>
                  <a:cubicBezTo>
                    <a:pt x="452" y="864"/>
                    <a:pt x="453" y="867"/>
                    <a:pt x="452" y="869"/>
                  </a:cubicBezTo>
                  <a:cubicBezTo>
                    <a:pt x="452" y="898"/>
                    <a:pt x="451" y="901"/>
                    <a:pt x="450" y="903"/>
                  </a:cubicBezTo>
                  <a:cubicBezTo>
                    <a:pt x="454" y="926"/>
                    <a:pt x="448" y="928"/>
                    <a:pt x="454" y="932"/>
                  </a:cubicBezTo>
                  <a:cubicBezTo>
                    <a:pt x="453" y="980"/>
                    <a:pt x="457" y="993"/>
                    <a:pt x="458" y="1005"/>
                  </a:cubicBezTo>
                  <a:cubicBezTo>
                    <a:pt x="460" y="1036"/>
                    <a:pt x="452" y="1028"/>
                    <a:pt x="453" y="1021"/>
                  </a:cubicBezTo>
                  <a:cubicBezTo>
                    <a:pt x="440" y="968"/>
                    <a:pt x="437" y="966"/>
                    <a:pt x="439" y="964"/>
                  </a:cubicBezTo>
                  <a:cubicBezTo>
                    <a:pt x="438" y="947"/>
                    <a:pt x="437" y="944"/>
                    <a:pt x="437" y="942"/>
                  </a:cubicBezTo>
                  <a:cubicBezTo>
                    <a:pt x="434" y="894"/>
                    <a:pt x="436" y="890"/>
                    <a:pt x="437" y="885"/>
                  </a:cubicBezTo>
                  <a:cubicBezTo>
                    <a:pt x="442" y="839"/>
                    <a:pt x="439" y="834"/>
                    <a:pt x="440" y="830"/>
                  </a:cubicBezTo>
                  <a:cubicBezTo>
                    <a:pt x="450" y="793"/>
                    <a:pt x="446" y="783"/>
                    <a:pt x="451" y="774"/>
                  </a:cubicBezTo>
                  <a:cubicBezTo>
                    <a:pt x="454" y="744"/>
                    <a:pt x="457" y="742"/>
                    <a:pt x="457" y="740"/>
                  </a:cubicBezTo>
                  <a:cubicBezTo>
                    <a:pt x="463" y="717"/>
                    <a:pt x="463" y="715"/>
                    <a:pt x="464" y="713"/>
                  </a:cubicBezTo>
                  <a:cubicBezTo>
                    <a:pt x="468" y="697"/>
                    <a:pt x="463" y="694"/>
                    <a:pt x="468" y="692"/>
                  </a:cubicBezTo>
                  <a:cubicBezTo>
                    <a:pt x="474" y="647"/>
                    <a:pt x="473" y="645"/>
                    <a:pt x="473" y="643"/>
                  </a:cubicBezTo>
                  <a:cubicBezTo>
                    <a:pt x="475" y="617"/>
                    <a:pt x="478" y="612"/>
                    <a:pt x="474" y="607"/>
                  </a:cubicBezTo>
                  <a:cubicBezTo>
                    <a:pt x="467" y="544"/>
                    <a:pt x="471" y="539"/>
                    <a:pt x="465" y="538"/>
                  </a:cubicBezTo>
                  <a:cubicBezTo>
                    <a:pt x="461" y="511"/>
                    <a:pt x="460" y="507"/>
                    <a:pt x="462" y="503"/>
                  </a:cubicBezTo>
                  <a:cubicBezTo>
                    <a:pt x="457" y="538"/>
                    <a:pt x="470" y="546"/>
                    <a:pt x="465" y="552"/>
                  </a:cubicBezTo>
                  <a:cubicBezTo>
                    <a:pt x="470" y="582"/>
                    <a:pt x="469" y="588"/>
                    <a:pt x="468" y="595"/>
                  </a:cubicBezTo>
                  <a:cubicBezTo>
                    <a:pt x="465" y="622"/>
                    <a:pt x="467" y="628"/>
                    <a:pt x="467" y="634"/>
                  </a:cubicBezTo>
                  <a:cubicBezTo>
                    <a:pt x="460" y="664"/>
                    <a:pt x="461" y="676"/>
                    <a:pt x="459" y="687"/>
                  </a:cubicBezTo>
                  <a:cubicBezTo>
                    <a:pt x="444" y="731"/>
                    <a:pt x="452" y="736"/>
                    <a:pt x="447" y="739"/>
                  </a:cubicBezTo>
                  <a:cubicBezTo>
                    <a:pt x="444" y="764"/>
                    <a:pt x="442" y="767"/>
                    <a:pt x="441" y="770"/>
                  </a:cubicBezTo>
                  <a:cubicBezTo>
                    <a:pt x="433" y="806"/>
                    <a:pt x="437" y="810"/>
                    <a:pt x="433" y="813"/>
                  </a:cubicBezTo>
                  <a:cubicBezTo>
                    <a:pt x="430" y="841"/>
                    <a:pt x="429" y="849"/>
                    <a:pt x="426" y="855"/>
                  </a:cubicBezTo>
                  <a:cubicBezTo>
                    <a:pt x="427" y="895"/>
                    <a:pt x="426" y="897"/>
                    <a:pt x="425" y="899"/>
                  </a:cubicBezTo>
                  <a:cubicBezTo>
                    <a:pt x="422" y="888"/>
                    <a:pt x="419" y="883"/>
                    <a:pt x="419" y="879"/>
                  </a:cubicBezTo>
                  <a:cubicBezTo>
                    <a:pt x="422" y="840"/>
                    <a:pt x="418" y="835"/>
                    <a:pt x="419" y="831"/>
                  </a:cubicBezTo>
                  <a:cubicBezTo>
                    <a:pt x="420" y="773"/>
                    <a:pt x="425" y="741"/>
                    <a:pt x="432" y="709"/>
                  </a:cubicBezTo>
                  <a:cubicBezTo>
                    <a:pt x="433" y="669"/>
                    <a:pt x="436" y="665"/>
                    <a:pt x="432" y="661"/>
                  </a:cubicBezTo>
                  <a:cubicBezTo>
                    <a:pt x="438" y="624"/>
                    <a:pt x="435" y="620"/>
                    <a:pt x="438" y="617"/>
                  </a:cubicBezTo>
                  <a:cubicBezTo>
                    <a:pt x="438" y="601"/>
                    <a:pt x="437" y="597"/>
                    <a:pt x="437" y="593"/>
                  </a:cubicBezTo>
                  <a:cubicBezTo>
                    <a:pt x="433" y="602"/>
                    <a:pt x="434" y="608"/>
                    <a:pt x="433" y="613"/>
                  </a:cubicBezTo>
                  <a:cubicBezTo>
                    <a:pt x="423" y="677"/>
                    <a:pt x="424" y="683"/>
                    <a:pt x="425" y="688"/>
                  </a:cubicBezTo>
                  <a:cubicBezTo>
                    <a:pt x="418" y="711"/>
                    <a:pt x="423" y="715"/>
                    <a:pt x="418" y="717"/>
                  </a:cubicBezTo>
                  <a:cubicBezTo>
                    <a:pt x="411" y="765"/>
                    <a:pt x="414" y="768"/>
                    <a:pt x="414" y="771"/>
                  </a:cubicBezTo>
                  <a:cubicBezTo>
                    <a:pt x="415" y="805"/>
                    <a:pt x="408" y="814"/>
                    <a:pt x="413" y="825"/>
                  </a:cubicBezTo>
                  <a:cubicBezTo>
                    <a:pt x="409" y="843"/>
                    <a:pt x="411" y="847"/>
                    <a:pt x="408" y="852"/>
                  </a:cubicBezTo>
                  <a:cubicBezTo>
                    <a:pt x="413" y="907"/>
                    <a:pt x="416" y="911"/>
                    <a:pt x="415" y="915"/>
                  </a:cubicBezTo>
                  <a:cubicBezTo>
                    <a:pt x="424" y="956"/>
                    <a:pt x="423" y="963"/>
                    <a:pt x="426" y="971"/>
                  </a:cubicBezTo>
                  <a:cubicBezTo>
                    <a:pt x="422" y="973"/>
                    <a:pt x="413" y="966"/>
                    <a:pt x="416" y="962"/>
                  </a:cubicBezTo>
                  <a:cubicBezTo>
                    <a:pt x="398" y="901"/>
                    <a:pt x="390" y="896"/>
                    <a:pt x="397" y="893"/>
                  </a:cubicBezTo>
                  <a:cubicBezTo>
                    <a:pt x="393" y="859"/>
                    <a:pt x="388" y="854"/>
                    <a:pt x="387" y="849"/>
                  </a:cubicBezTo>
                  <a:cubicBezTo>
                    <a:pt x="388" y="825"/>
                    <a:pt x="387" y="822"/>
                    <a:pt x="387" y="819"/>
                  </a:cubicBezTo>
                  <a:cubicBezTo>
                    <a:pt x="387" y="781"/>
                    <a:pt x="387" y="778"/>
                    <a:pt x="385" y="775"/>
                  </a:cubicBezTo>
                  <a:cubicBezTo>
                    <a:pt x="385" y="740"/>
                    <a:pt x="388" y="735"/>
                    <a:pt x="388" y="730"/>
                  </a:cubicBezTo>
                  <a:cubicBezTo>
                    <a:pt x="396" y="683"/>
                    <a:pt x="389" y="676"/>
                    <a:pt x="394" y="672"/>
                  </a:cubicBezTo>
                  <a:cubicBezTo>
                    <a:pt x="397" y="622"/>
                    <a:pt x="400" y="617"/>
                    <a:pt x="397" y="611"/>
                  </a:cubicBezTo>
                  <a:cubicBezTo>
                    <a:pt x="404" y="586"/>
                    <a:pt x="406" y="584"/>
                    <a:pt x="405" y="581"/>
                  </a:cubicBezTo>
                  <a:cubicBezTo>
                    <a:pt x="415" y="540"/>
                    <a:pt x="413" y="537"/>
                    <a:pt x="414" y="535"/>
                  </a:cubicBezTo>
                  <a:cubicBezTo>
                    <a:pt x="414" y="477"/>
                    <a:pt x="420" y="468"/>
                    <a:pt x="416" y="458"/>
                  </a:cubicBezTo>
                  <a:cubicBezTo>
                    <a:pt x="412" y="435"/>
                    <a:pt x="414" y="431"/>
                    <a:pt x="411" y="432"/>
                  </a:cubicBezTo>
                  <a:cubicBezTo>
                    <a:pt x="412" y="490"/>
                    <a:pt x="409" y="495"/>
                    <a:pt x="411" y="500"/>
                  </a:cubicBezTo>
                  <a:cubicBezTo>
                    <a:pt x="408" y="524"/>
                    <a:pt x="408" y="526"/>
                    <a:pt x="408" y="529"/>
                  </a:cubicBezTo>
                  <a:cubicBezTo>
                    <a:pt x="405" y="563"/>
                    <a:pt x="397" y="567"/>
                    <a:pt x="402" y="573"/>
                  </a:cubicBezTo>
                  <a:cubicBezTo>
                    <a:pt x="394" y="607"/>
                    <a:pt x="390" y="612"/>
                    <a:pt x="391" y="618"/>
                  </a:cubicBezTo>
                  <a:cubicBezTo>
                    <a:pt x="389" y="640"/>
                    <a:pt x="389" y="643"/>
                    <a:pt x="389" y="646"/>
                  </a:cubicBezTo>
                  <a:cubicBezTo>
                    <a:pt x="386" y="667"/>
                    <a:pt x="380" y="670"/>
                    <a:pt x="385" y="673"/>
                  </a:cubicBezTo>
                  <a:cubicBezTo>
                    <a:pt x="376" y="720"/>
                    <a:pt x="380" y="734"/>
                    <a:pt x="377" y="746"/>
                  </a:cubicBezTo>
                  <a:cubicBezTo>
                    <a:pt x="382" y="786"/>
                    <a:pt x="376" y="788"/>
                    <a:pt x="378" y="791"/>
                  </a:cubicBezTo>
                  <a:cubicBezTo>
                    <a:pt x="372" y="812"/>
                    <a:pt x="384" y="817"/>
                    <a:pt x="379" y="819"/>
                  </a:cubicBezTo>
                  <a:cubicBezTo>
                    <a:pt x="384" y="878"/>
                    <a:pt x="385" y="881"/>
                    <a:pt x="382" y="884"/>
                  </a:cubicBezTo>
                  <a:cubicBezTo>
                    <a:pt x="375" y="870"/>
                    <a:pt x="378" y="866"/>
                    <a:pt x="377" y="861"/>
                  </a:cubicBezTo>
                  <a:cubicBezTo>
                    <a:pt x="373" y="822"/>
                    <a:pt x="370" y="812"/>
                    <a:pt x="373" y="803"/>
                  </a:cubicBezTo>
                  <a:cubicBezTo>
                    <a:pt x="369" y="752"/>
                    <a:pt x="366" y="739"/>
                    <a:pt x="370" y="727"/>
                  </a:cubicBezTo>
                  <a:cubicBezTo>
                    <a:pt x="374" y="678"/>
                    <a:pt x="368" y="674"/>
                    <a:pt x="373" y="671"/>
                  </a:cubicBezTo>
                  <a:cubicBezTo>
                    <a:pt x="375" y="650"/>
                    <a:pt x="376" y="644"/>
                    <a:pt x="375" y="637"/>
                  </a:cubicBezTo>
                  <a:cubicBezTo>
                    <a:pt x="385" y="618"/>
                    <a:pt x="376" y="613"/>
                    <a:pt x="383" y="611"/>
                  </a:cubicBezTo>
                  <a:cubicBezTo>
                    <a:pt x="392" y="583"/>
                    <a:pt x="382" y="577"/>
                    <a:pt x="389" y="574"/>
                  </a:cubicBezTo>
                  <a:cubicBezTo>
                    <a:pt x="394" y="539"/>
                    <a:pt x="393" y="537"/>
                    <a:pt x="394" y="536"/>
                  </a:cubicBezTo>
                  <a:cubicBezTo>
                    <a:pt x="399" y="513"/>
                    <a:pt x="397" y="506"/>
                    <a:pt x="397" y="499"/>
                  </a:cubicBezTo>
                  <a:cubicBezTo>
                    <a:pt x="395" y="482"/>
                    <a:pt x="393" y="485"/>
                    <a:pt x="394" y="487"/>
                  </a:cubicBezTo>
                  <a:cubicBezTo>
                    <a:pt x="386" y="537"/>
                    <a:pt x="387" y="542"/>
                    <a:pt x="386" y="547"/>
                  </a:cubicBezTo>
                  <a:cubicBezTo>
                    <a:pt x="384" y="570"/>
                    <a:pt x="381" y="575"/>
                    <a:pt x="380" y="580"/>
                  </a:cubicBezTo>
                  <a:cubicBezTo>
                    <a:pt x="374" y="608"/>
                    <a:pt x="372" y="618"/>
                    <a:pt x="369" y="629"/>
                  </a:cubicBezTo>
                  <a:cubicBezTo>
                    <a:pt x="362" y="701"/>
                    <a:pt x="362" y="711"/>
                    <a:pt x="360" y="721"/>
                  </a:cubicBezTo>
                  <a:cubicBezTo>
                    <a:pt x="357" y="790"/>
                    <a:pt x="360" y="800"/>
                    <a:pt x="362" y="810"/>
                  </a:cubicBezTo>
                  <a:cubicBezTo>
                    <a:pt x="364" y="835"/>
                    <a:pt x="365" y="838"/>
                    <a:pt x="365" y="840"/>
                  </a:cubicBezTo>
                  <a:cubicBezTo>
                    <a:pt x="372" y="877"/>
                    <a:pt x="366" y="881"/>
                    <a:pt x="371" y="887"/>
                  </a:cubicBezTo>
                  <a:cubicBezTo>
                    <a:pt x="360" y="876"/>
                    <a:pt x="349" y="866"/>
                    <a:pt x="352" y="857"/>
                  </a:cubicBezTo>
                  <a:cubicBezTo>
                    <a:pt x="349" y="832"/>
                    <a:pt x="341" y="829"/>
                    <a:pt x="344" y="823"/>
                  </a:cubicBezTo>
                  <a:cubicBezTo>
                    <a:pt x="342" y="804"/>
                    <a:pt x="343" y="799"/>
                    <a:pt x="340" y="794"/>
                  </a:cubicBezTo>
                  <a:cubicBezTo>
                    <a:pt x="344" y="767"/>
                    <a:pt x="335" y="758"/>
                    <a:pt x="342" y="752"/>
                  </a:cubicBezTo>
                  <a:cubicBezTo>
                    <a:pt x="344" y="689"/>
                    <a:pt x="344" y="687"/>
                    <a:pt x="342" y="685"/>
                  </a:cubicBezTo>
                  <a:cubicBezTo>
                    <a:pt x="346" y="665"/>
                    <a:pt x="346" y="662"/>
                    <a:pt x="348" y="659"/>
                  </a:cubicBezTo>
                  <a:cubicBezTo>
                    <a:pt x="351" y="634"/>
                    <a:pt x="353" y="631"/>
                    <a:pt x="358" y="628"/>
                  </a:cubicBezTo>
                  <a:cubicBezTo>
                    <a:pt x="364" y="573"/>
                    <a:pt x="367" y="568"/>
                    <a:pt x="364" y="562"/>
                  </a:cubicBezTo>
                  <a:cubicBezTo>
                    <a:pt x="375" y="527"/>
                    <a:pt x="370" y="521"/>
                    <a:pt x="375" y="517"/>
                  </a:cubicBezTo>
                  <a:cubicBezTo>
                    <a:pt x="381" y="476"/>
                    <a:pt x="381" y="466"/>
                    <a:pt x="382" y="456"/>
                  </a:cubicBezTo>
                  <a:cubicBezTo>
                    <a:pt x="383" y="391"/>
                    <a:pt x="380" y="388"/>
                    <a:pt x="380" y="385"/>
                  </a:cubicBezTo>
                  <a:cubicBezTo>
                    <a:pt x="380" y="365"/>
                    <a:pt x="378" y="363"/>
                    <a:pt x="375" y="362"/>
                  </a:cubicBezTo>
                  <a:cubicBezTo>
                    <a:pt x="377" y="320"/>
                    <a:pt x="375" y="314"/>
                    <a:pt x="376" y="308"/>
                  </a:cubicBezTo>
                  <a:cubicBezTo>
                    <a:pt x="366" y="262"/>
                    <a:pt x="371" y="257"/>
                    <a:pt x="364" y="249"/>
                  </a:cubicBezTo>
                  <a:cubicBezTo>
                    <a:pt x="357" y="219"/>
                    <a:pt x="350" y="209"/>
                    <a:pt x="348" y="212"/>
                  </a:cubicBezTo>
                  <a:cubicBezTo>
                    <a:pt x="361" y="263"/>
                    <a:pt x="365" y="271"/>
                    <a:pt x="365" y="278"/>
                  </a:cubicBezTo>
                  <a:cubicBezTo>
                    <a:pt x="373" y="347"/>
                    <a:pt x="367" y="353"/>
                    <a:pt x="370" y="360"/>
                  </a:cubicBezTo>
                  <a:cubicBezTo>
                    <a:pt x="368" y="383"/>
                    <a:pt x="362" y="385"/>
                    <a:pt x="367" y="389"/>
                  </a:cubicBezTo>
                  <a:cubicBezTo>
                    <a:pt x="359" y="426"/>
                    <a:pt x="354" y="432"/>
                    <a:pt x="354" y="438"/>
                  </a:cubicBezTo>
                  <a:cubicBezTo>
                    <a:pt x="346" y="471"/>
                    <a:pt x="341" y="484"/>
                    <a:pt x="339" y="497"/>
                  </a:cubicBezTo>
                  <a:cubicBezTo>
                    <a:pt x="329" y="543"/>
                    <a:pt x="322" y="548"/>
                    <a:pt x="325" y="556"/>
                  </a:cubicBezTo>
                  <a:cubicBezTo>
                    <a:pt x="320" y="592"/>
                    <a:pt x="315" y="606"/>
                    <a:pt x="315" y="621"/>
                  </a:cubicBezTo>
                  <a:cubicBezTo>
                    <a:pt x="312" y="648"/>
                    <a:pt x="309" y="651"/>
                    <a:pt x="313" y="655"/>
                  </a:cubicBezTo>
                  <a:cubicBezTo>
                    <a:pt x="309" y="675"/>
                    <a:pt x="311" y="683"/>
                    <a:pt x="309" y="690"/>
                  </a:cubicBezTo>
                  <a:cubicBezTo>
                    <a:pt x="304" y="717"/>
                    <a:pt x="313" y="722"/>
                    <a:pt x="306" y="724"/>
                  </a:cubicBezTo>
                  <a:cubicBezTo>
                    <a:pt x="307" y="752"/>
                    <a:pt x="314" y="757"/>
                    <a:pt x="308" y="761"/>
                  </a:cubicBezTo>
                  <a:cubicBezTo>
                    <a:pt x="301" y="681"/>
                    <a:pt x="302" y="674"/>
                    <a:pt x="300" y="667"/>
                  </a:cubicBezTo>
                  <a:cubicBezTo>
                    <a:pt x="303" y="622"/>
                    <a:pt x="302" y="618"/>
                    <a:pt x="306" y="615"/>
                  </a:cubicBezTo>
                  <a:cubicBezTo>
                    <a:pt x="315" y="560"/>
                    <a:pt x="315" y="557"/>
                    <a:pt x="316" y="554"/>
                  </a:cubicBezTo>
                  <a:cubicBezTo>
                    <a:pt x="318" y="529"/>
                    <a:pt x="325" y="526"/>
                    <a:pt x="320" y="522"/>
                  </a:cubicBezTo>
                  <a:cubicBezTo>
                    <a:pt x="330" y="478"/>
                    <a:pt x="331" y="475"/>
                    <a:pt x="333" y="472"/>
                  </a:cubicBezTo>
                  <a:cubicBezTo>
                    <a:pt x="334" y="447"/>
                    <a:pt x="338" y="444"/>
                    <a:pt x="339" y="441"/>
                  </a:cubicBezTo>
                  <a:cubicBezTo>
                    <a:pt x="341" y="417"/>
                    <a:pt x="344" y="414"/>
                    <a:pt x="342" y="410"/>
                  </a:cubicBezTo>
                  <a:cubicBezTo>
                    <a:pt x="343" y="371"/>
                    <a:pt x="341" y="364"/>
                    <a:pt x="344" y="357"/>
                  </a:cubicBezTo>
                  <a:cubicBezTo>
                    <a:pt x="331" y="289"/>
                    <a:pt x="326" y="279"/>
                    <a:pt x="324" y="269"/>
                  </a:cubicBezTo>
                  <a:cubicBezTo>
                    <a:pt x="317" y="254"/>
                    <a:pt x="314" y="265"/>
                    <a:pt x="322" y="277"/>
                  </a:cubicBezTo>
                  <a:cubicBezTo>
                    <a:pt x="324" y="297"/>
                    <a:pt x="329" y="300"/>
                    <a:pt x="327" y="303"/>
                  </a:cubicBezTo>
                  <a:cubicBezTo>
                    <a:pt x="335" y="347"/>
                    <a:pt x="336" y="355"/>
                    <a:pt x="335" y="363"/>
                  </a:cubicBezTo>
                  <a:cubicBezTo>
                    <a:pt x="329" y="420"/>
                    <a:pt x="334" y="428"/>
                    <a:pt x="330" y="434"/>
                  </a:cubicBezTo>
                  <a:cubicBezTo>
                    <a:pt x="324" y="463"/>
                    <a:pt x="322" y="470"/>
                    <a:pt x="322" y="477"/>
                  </a:cubicBezTo>
                  <a:cubicBezTo>
                    <a:pt x="311" y="526"/>
                    <a:pt x="312" y="534"/>
                    <a:pt x="309" y="540"/>
                  </a:cubicBezTo>
                  <a:cubicBezTo>
                    <a:pt x="295" y="624"/>
                    <a:pt x="294" y="627"/>
                    <a:pt x="292" y="630"/>
                  </a:cubicBezTo>
                  <a:cubicBezTo>
                    <a:pt x="291" y="652"/>
                    <a:pt x="292" y="656"/>
                    <a:pt x="292" y="659"/>
                  </a:cubicBezTo>
                  <a:cubicBezTo>
                    <a:pt x="292" y="705"/>
                    <a:pt x="293" y="711"/>
                    <a:pt x="293" y="717"/>
                  </a:cubicBezTo>
                  <a:cubicBezTo>
                    <a:pt x="293" y="733"/>
                    <a:pt x="294" y="736"/>
                    <a:pt x="292" y="734"/>
                  </a:cubicBezTo>
                  <a:cubicBezTo>
                    <a:pt x="289" y="694"/>
                    <a:pt x="277" y="695"/>
                    <a:pt x="284" y="689"/>
                  </a:cubicBezTo>
                  <a:cubicBezTo>
                    <a:pt x="283" y="634"/>
                    <a:pt x="284" y="631"/>
                    <a:pt x="283" y="628"/>
                  </a:cubicBezTo>
                  <a:cubicBezTo>
                    <a:pt x="285" y="596"/>
                    <a:pt x="290" y="592"/>
                    <a:pt x="288" y="587"/>
                  </a:cubicBezTo>
                  <a:cubicBezTo>
                    <a:pt x="296" y="555"/>
                    <a:pt x="294" y="550"/>
                    <a:pt x="297" y="546"/>
                  </a:cubicBezTo>
                  <a:cubicBezTo>
                    <a:pt x="302" y="524"/>
                    <a:pt x="300" y="521"/>
                    <a:pt x="301" y="519"/>
                  </a:cubicBezTo>
                  <a:cubicBezTo>
                    <a:pt x="305" y="475"/>
                    <a:pt x="304" y="473"/>
                    <a:pt x="308" y="471"/>
                  </a:cubicBezTo>
                  <a:cubicBezTo>
                    <a:pt x="306" y="439"/>
                    <a:pt x="313" y="430"/>
                    <a:pt x="309" y="420"/>
                  </a:cubicBezTo>
                  <a:cubicBezTo>
                    <a:pt x="312" y="383"/>
                    <a:pt x="309" y="373"/>
                    <a:pt x="312" y="364"/>
                  </a:cubicBezTo>
                  <a:cubicBezTo>
                    <a:pt x="304" y="330"/>
                    <a:pt x="309" y="326"/>
                    <a:pt x="305" y="321"/>
                  </a:cubicBezTo>
                  <a:cubicBezTo>
                    <a:pt x="294" y="266"/>
                    <a:pt x="291" y="256"/>
                    <a:pt x="286" y="246"/>
                  </a:cubicBezTo>
                  <a:cubicBezTo>
                    <a:pt x="272" y="214"/>
                    <a:pt x="274" y="209"/>
                    <a:pt x="270" y="204"/>
                  </a:cubicBezTo>
                  <a:cubicBezTo>
                    <a:pt x="263" y="201"/>
                    <a:pt x="269" y="213"/>
                    <a:pt x="274" y="225"/>
                  </a:cubicBezTo>
                  <a:cubicBezTo>
                    <a:pt x="284" y="267"/>
                    <a:pt x="290" y="274"/>
                    <a:pt x="291" y="279"/>
                  </a:cubicBezTo>
                  <a:cubicBezTo>
                    <a:pt x="298" y="309"/>
                    <a:pt x="296" y="320"/>
                    <a:pt x="303" y="333"/>
                  </a:cubicBezTo>
                  <a:cubicBezTo>
                    <a:pt x="301" y="383"/>
                    <a:pt x="302" y="396"/>
                    <a:pt x="301" y="409"/>
                  </a:cubicBezTo>
                  <a:cubicBezTo>
                    <a:pt x="298" y="441"/>
                    <a:pt x="299" y="444"/>
                    <a:pt x="299" y="448"/>
                  </a:cubicBezTo>
                  <a:cubicBezTo>
                    <a:pt x="292" y="469"/>
                    <a:pt x="302" y="474"/>
                    <a:pt x="295" y="475"/>
                  </a:cubicBezTo>
                  <a:cubicBezTo>
                    <a:pt x="282" y="575"/>
                    <a:pt x="277" y="588"/>
                    <a:pt x="277" y="601"/>
                  </a:cubicBezTo>
                  <a:cubicBezTo>
                    <a:pt x="270" y="621"/>
                    <a:pt x="277" y="626"/>
                    <a:pt x="272" y="628"/>
                  </a:cubicBezTo>
                  <a:cubicBezTo>
                    <a:pt x="265" y="615"/>
                    <a:pt x="270" y="596"/>
                    <a:pt x="270" y="576"/>
                  </a:cubicBezTo>
                  <a:cubicBezTo>
                    <a:pt x="279" y="502"/>
                    <a:pt x="277" y="498"/>
                    <a:pt x="277" y="496"/>
                  </a:cubicBezTo>
                  <a:cubicBezTo>
                    <a:pt x="279" y="469"/>
                    <a:pt x="282" y="464"/>
                    <a:pt x="280" y="459"/>
                  </a:cubicBezTo>
                  <a:cubicBezTo>
                    <a:pt x="285" y="425"/>
                    <a:pt x="282" y="419"/>
                    <a:pt x="283" y="414"/>
                  </a:cubicBezTo>
                  <a:cubicBezTo>
                    <a:pt x="284" y="394"/>
                    <a:pt x="281" y="389"/>
                    <a:pt x="283" y="384"/>
                  </a:cubicBezTo>
                  <a:cubicBezTo>
                    <a:pt x="276" y="328"/>
                    <a:pt x="271" y="317"/>
                    <a:pt x="271" y="307"/>
                  </a:cubicBezTo>
                  <a:cubicBezTo>
                    <a:pt x="257" y="256"/>
                    <a:pt x="255" y="250"/>
                    <a:pt x="254" y="245"/>
                  </a:cubicBezTo>
                  <a:cubicBezTo>
                    <a:pt x="220" y="175"/>
                    <a:pt x="210" y="168"/>
                    <a:pt x="208" y="162"/>
                  </a:cubicBezTo>
                  <a:cubicBezTo>
                    <a:pt x="233" y="223"/>
                    <a:pt x="239" y="222"/>
                    <a:pt x="237" y="225"/>
                  </a:cubicBezTo>
                  <a:cubicBezTo>
                    <a:pt x="254" y="264"/>
                    <a:pt x="253" y="276"/>
                    <a:pt x="260" y="288"/>
                  </a:cubicBezTo>
                  <a:cubicBezTo>
                    <a:pt x="264" y="326"/>
                    <a:pt x="267" y="331"/>
                    <a:pt x="267" y="335"/>
                  </a:cubicBezTo>
                  <a:cubicBezTo>
                    <a:pt x="272" y="407"/>
                    <a:pt x="275" y="411"/>
                    <a:pt x="272" y="414"/>
                  </a:cubicBezTo>
                  <a:cubicBezTo>
                    <a:pt x="276" y="454"/>
                    <a:pt x="267" y="456"/>
                    <a:pt x="271" y="460"/>
                  </a:cubicBezTo>
                  <a:cubicBezTo>
                    <a:pt x="270" y="503"/>
                    <a:pt x="264" y="509"/>
                    <a:pt x="266" y="517"/>
                  </a:cubicBezTo>
                  <a:cubicBezTo>
                    <a:pt x="257" y="543"/>
                    <a:pt x="265" y="548"/>
                    <a:pt x="260" y="551"/>
                  </a:cubicBezTo>
                  <a:cubicBezTo>
                    <a:pt x="259" y="593"/>
                    <a:pt x="259" y="601"/>
                    <a:pt x="258" y="608"/>
                  </a:cubicBezTo>
                  <a:cubicBezTo>
                    <a:pt x="259" y="636"/>
                    <a:pt x="262" y="640"/>
                    <a:pt x="259" y="643"/>
                  </a:cubicBezTo>
                  <a:cubicBezTo>
                    <a:pt x="249" y="634"/>
                    <a:pt x="251" y="618"/>
                    <a:pt x="247" y="600"/>
                  </a:cubicBezTo>
                  <a:cubicBezTo>
                    <a:pt x="240" y="541"/>
                    <a:pt x="241" y="533"/>
                    <a:pt x="241" y="524"/>
                  </a:cubicBezTo>
                  <a:cubicBezTo>
                    <a:pt x="248" y="492"/>
                    <a:pt x="240" y="482"/>
                    <a:pt x="246" y="475"/>
                  </a:cubicBezTo>
                  <a:cubicBezTo>
                    <a:pt x="244" y="453"/>
                    <a:pt x="250" y="452"/>
                    <a:pt x="246" y="448"/>
                  </a:cubicBezTo>
                  <a:cubicBezTo>
                    <a:pt x="247" y="407"/>
                    <a:pt x="254" y="404"/>
                    <a:pt x="251" y="399"/>
                  </a:cubicBezTo>
                  <a:cubicBezTo>
                    <a:pt x="254" y="383"/>
                    <a:pt x="250" y="378"/>
                    <a:pt x="252" y="374"/>
                  </a:cubicBezTo>
                  <a:cubicBezTo>
                    <a:pt x="251" y="314"/>
                    <a:pt x="248" y="306"/>
                    <a:pt x="251" y="298"/>
                  </a:cubicBezTo>
                  <a:cubicBezTo>
                    <a:pt x="240" y="257"/>
                    <a:pt x="233" y="260"/>
                    <a:pt x="238" y="264"/>
                  </a:cubicBezTo>
                  <a:cubicBezTo>
                    <a:pt x="247" y="313"/>
                    <a:pt x="244" y="319"/>
                    <a:pt x="248" y="327"/>
                  </a:cubicBezTo>
                  <a:cubicBezTo>
                    <a:pt x="248" y="356"/>
                    <a:pt x="242" y="359"/>
                    <a:pt x="245" y="364"/>
                  </a:cubicBezTo>
                  <a:cubicBezTo>
                    <a:pt x="241" y="405"/>
                    <a:pt x="239" y="409"/>
                    <a:pt x="242" y="414"/>
                  </a:cubicBezTo>
                  <a:cubicBezTo>
                    <a:pt x="239" y="435"/>
                    <a:pt x="240" y="438"/>
                    <a:pt x="240" y="440"/>
                  </a:cubicBezTo>
                  <a:cubicBezTo>
                    <a:pt x="236" y="486"/>
                    <a:pt x="234" y="494"/>
                    <a:pt x="234" y="503"/>
                  </a:cubicBezTo>
                  <a:cubicBezTo>
                    <a:pt x="231" y="524"/>
                    <a:pt x="232" y="526"/>
                    <a:pt x="231" y="529"/>
                  </a:cubicBezTo>
                  <a:cubicBezTo>
                    <a:pt x="230" y="471"/>
                    <a:pt x="222" y="464"/>
                    <a:pt x="227" y="459"/>
                  </a:cubicBezTo>
                  <a:cubicBezTo>
                    <a:pt x="228" y="431"/>
                    <a:pt x="222" y="427"/>
                    <a:pt x="226" y="425"/>
                  </a:cubicBezTo>
                  <a:cubicBezTo>
                    <a:pt x="227" y="372"/>
                    <a:pt x="228" y="367"/>
                    <a:pt x="225" y="362"/>
                  </a:cubicBezTo>
                  <a:cubicBezTo>
                    <a:pt x="226" y="313"/>
                    <a:pt x="223" y="308"/>
                    <a:pt x="225" y="303"/>
                  </a:cubicBezTo>
                  <a:cubicBezTo>
                    <a:pt x="215" y="226"/>
                    <a:pt x="202" y="221"/>
                    <a:pt x="208" y="219"/>
                  </a:cubicBezTo>
                  <a:cubicBezTo>
                    <a:pt x="202" y="192"/>
                    <a:pt x="193" y="187"/>
                    <a:pt x="197" y="184"/>
                  </a:cubicBezTo>
                  <a:cubicBezTo>
                    <a:pt x="159" y="111"/>
                    <a:pt x="161" y="108"/>
                    <a:pt x="158" y="104"/>
                  </a:cubicBezTo>
                  <a:cubicBezTo>
                    <a:pt x="162" y="120"/>
                    <a:pt x="165" y="126"/>
                    <a:pt x="165" y="132"/>
                  </a:cubicBezTo>
                  <a:cubicBezTo>
                    <a:pt x="195" y="203"/>
                    <a:pt x="200" y="209"/>
                    <a:pt x="199" y="214"/>
                  </a:cubicBezTo>
                  <a:cubicBezTo>
                    <a:pt x="212" y="270"/>
                    <a:pt x="215" y="275"/>
                    <a:pt x="215" y="281"/>
                  </a:cubicBezTo>
                  <a:cubicBezTo>
                    <a:pt x="212" y="317"/>
                    <a:pt x="220" y="324"/>
                    <a:pt x="217" y="330"/>
                  </a:cubicBezTo>
                  <a:cubicBezTo>
                    <a:pt x="219" y="372"/>
                    <a:pt x="217" y="383"/>
                    <a:pt x="215" y="393"/>
                  </a:cubicBezTo>
                  <a:cubicBezTo>
                    <a:pt x="221" y="422"/>
                    <a:pt x="210" y="424"/>
                    <a:pt x="216" y="429"/>
                  </a:cubicBezTo>
                  <a:cubicBezTo>
                    <a:pt x="216" y="474"/>
                    <a:pt x="220" y="483"/>
                    <a:pt x="217" y="491"/>
                  </a:cubicBezTo>
                  <a:cubicBezTo>
                    <a:pt x="226" y="548"/>
                    <a:pt x="218" y="555"/>
                    <a:pt x="224" y="564"/>
                  </a:cubicBezTo>
                  <a:cubicBezTo>
                    <a:pt x="214" y="556"/>
                    <a:pt x="221" y="553"/>
                    <a:pt x="218" y="549"/>
                  </a:cubicBezTo>
                  <a:cubicBezTo>
                    <a:pt x="213" y="498"/>
                    <a:pt x="206" y="488"/>
                    <a:pt x="209" y="480"/>
                  </a:cubicBezTo>
                  <a:cubicBezTo>
                    <a:pt x="200" y="416"/>
                    <a:pt x="200" y="407"/>
                    <a:pt x="200" y="399"/>
                  </a:cubicBezTo>
                  <a:cubicBezTo>
                    <a:pt x="200" y="341"/>
                    <a:pt x="197" y="337"/>
                    <a:pt x="198" y="333"/>
                  </a:cubicBezTo>
                  <a:cubicBezTo>
                    <a:pt x="199" y="312"/>
                    <a:pt x="203" y="310"/>
                    <a:pt x="198" y="306"/>
                  </a:cubicBezTo>
                  <a:cubicBezTo>
                    <a:pt x="198" y="275"/>
                    <a:pt x="194" y="269"/>
                    <a:pt x="195" y="265"/>
                  </a:cubicBezTo>
                  <a:cubicBezTo>
                    <a:pt x="175" y="191"/>
                    <a:pt x="172" y="186"/>
                    <a:pt x="170" y="181"/>
                  </a:cubicBezTo>
                  <a:cubicBezTo>
                    <a:pt x="122" y="111"/>
                    <a:pt x="132" y="117"/>
                    <a:pt x="134" y="122"/>
                  </a:cubicBezTo>
                  <a:cubicBezTo>
                    <a:pt x="153" y="151"/>
                    <a:pt x="153" y="155"/>
                    <a:pt x="155" y="160"/>
                  </a:cubicBezTo>
                  <a:cubicBezTo>
                    <a:pt x="182" y="243"/>
                    <a:pt x="187" y="248"/>
                    <a:pt x="187" y="252"/>
                  </a:cubicBezTo>
                  <a:cubicBezTo>
                    <a:pt x="190" y="282"/>
                    <a:pt x="193" y="287"/>
                    <a:pt x="190" y="291"/>
                  </a:cubicBezTo>
                  <a:cubicBezTo>
                    <a:pt x="194" y="347"/>
                    <a:pt x="192" y="351"/>
                    <a:pt x="190" y="355"/>
                  </a:cubicBezTo>
                  <a:cubicBezTo>
                    <a:pt x="191" y="394"/>
                    <a:pt x="194" y="397"/>
                    <a:pt x="192" y="399"/>
                  </a:cubicBezTo>
                  <a:cubicBezTo>
                    <a:pt x="193" y="428"/>
                    <a:pt x="194" y="436"/>
                    <a:pt x="195" y="445"/>
                  </a:cubicBezTo>
                  <a:cubicBezTo>
                    <a:pt x="197" y="504"/>
                    <a:pt x="204" y="514"/>
                    <a:pt x="202" y="522"/>
                  </a:cubicBezTo>
                  <a:cubicBezTo>
                    <a:pt x="195" y="496"/>
                    <a:pt x="192" y="492"/>
                    <a:pt x="191" y="488"/>
                  </a:cubicBezTo>
                  <a:cubicBezTo>
                    <a:pt x="182" y="442"/>
                    <a:pt x="186" y="437"/>
                    <a:pt x="185" y="430"/>
                  </a:cubicBezTo>
                  <a:cubicBezTo>
                    <a:pt x="186" y="370"/>
                    <a:pt x="181" y="363"/>
                    <a:pt x="183" y="357"/>
                  </a:cubicBezTo>
                  <a:cubicBezTo>
                    <a:pt x="182" y="325"/>
                    <a:pt x="175" y="321"/>
                    <a:pt x="177" y="318"/>
                  </a:cubicBezTo>
                  <a:cubicBezTo>
                    <a:pt x="173" y="294"/>
                    <a:pt x="175" y="288"/>
                    <a:pt x="172" y="281"/>
                  </a:cubicBezTo>
                  <a:cubicBezTo>
                    <a:pt x="170" y="250"/>
                    <a:pt x="163" y="245"/>
                    <a:pt x="166" y="243"/>
                  </a:cubicBezTo>
                  <a:cubicBezTo>
                    <a:pt x="117" y="146"/>
                    <a:pt x="115" y="136"/>
                    <a:pt x="110" y="138"/>
                  </a:cubicBezTo>
                  <a:cubicBezTo>
                    <a:pt x="158" y="251"/>
                    <a:pt x="166" y="268"/>
                    <a:pt x="163" y="283"/>
                  </a:cubicBezTo>
                  <a:cubicBezTo>
                    <a:pt x="170" y="315"/>
                    <a:pt x="167" y="323"/>
                    <a:pt x="173" y="332"/>
                  </a:cubicBezTo>
                  <a:cubicBezTo>
                    <a:pt x="172" y="391"/>
                    <a:pt x="174" y="397"/>
                    <a:pt x="174" y="404"/>
                  </a:cubicBezTo>
                  <a:cubicBezTo>
                    <a:pt x="174" y="419"/>
                    <a:pt x="175" y="423"/>
                    <a:pt x="172" y="421"/>
                  </a:cubicBezTo>
                  <a:cubicBezTo>
                    <a:pt x="157" y="335"/>
                    <a:pt x="157" y="325"/>
                    <a:pt x="156" y="322"/>
                  </a:cubicBezTo>
                  <a:cubicBezTo>
                    <a:pt x="154" y="304"/>
                    <a:pt x="152" y="301"/>
                    <a:pt x="152" y="298"/>
                  </a:cubicBezTo>
                  <a:cubicBezTo>
                    <a:pt x="121" y="215"/>
                    <a:pt x="124" y="220"/>
                    <a:pt x="126" y="224"/>
                  </a:cubicBezTo>
                  <a:cubicBezTo>
                    <a:pt x="142" y="278"/>
                    <a:pt x="141" y="294"/>
                    <a:pt x="149" y="312"/>
                  </a:cubicBezTo>
                  <a:cubicBezTo>
                    <a:pt x="152" y="360"/>
                    <a:pt x="149" y="372"/>
                    <a:pt x="155" y="385"/>
                  </a:cubicBezTo>
                  <a:cubicBezTo>
                    <a:pt x="164" y="425"/>
                    <a:pt x="163" y="427"/>
                    <a:pt x="166" y="430"/>
                  </a:cubicBezTo>
                  <a:cubicBezTo>
                    <a:pt x="166" y="449"/>
                    <a:pt x="160" y="441"/>
                    <a:pt x="155" y="433"/>
                  </a:cubicBezTo>
                  <a:cubicBezTo>
                    <a:pt x="52" y="216"/>
                    <a:pt x="51" y="203"/>
                    <a:pt x="42" y="189"/>
                  </a:cubicBezTo>
                  <a:cubicBezTo>
                    <a:pt x="33" y="158"/>
                    <a:pt x="33" y="148"/>
                    <a:pt x="29" y="151"/>
                  </a:cubicBezTo>
                  <a:cubicBezTo>
                    <a:pt x="101" y="327"/>
                    <a:pt x="104" y="346"/>
                    <a:pt x="123" y="370"/>
                  </a:cubicBezTo>
                  <a:cubicBezTo>
                    <a:pt x="135" y="395"/>
                    <a:pt x="130" y="397"/>
                    <a:pt x="134" y="400"/>
                  </a:cubicBezTo>
                  <a:cubicBezTo>
                    <a:pt x="148" y="437"/>
                    <a:pt x="157" y="443"/>
                    <a:pt x="154" y="447"/>
                  </a:cubicBezTo>
                  <a:cubicBezTo>
                    <a:pt x="151" y="451"/>
                    <a:pt x="156" y="444"/>
                    <a:pt x="151" y="447"/>
                  </a:cubicBezTo>
                  <a:cubicBezTo>
                    <a:pt x="132" y="420"/>
                    <a:pt x="125" y="405"/>
                    <a:pt x="116" y="394"/>
                  </a:cubicBezTo>
                  <a:cubicBezTo>
                    <a:pt x="47" y="271"/>
                    <a:pt x="45" y="264"/>
                    <a:pt x="39" y="256"/>
                  </a:cubicBezTo>
                  <a:cubicBezTo>
                    <a:pt x="23" y="217"/>
                    <a:pt x="19" y="203"/>
                    <a:pt x="8" y="187"/>
                  </a:cubicBezTo>
                  <a:cubicBezTo>
                    <a:pt x="0" y="172"/>
                    <a:pt x="0" y="172"/>
                    <a:pt x="0" y="172"/>
                  </a:cubicBezTo>
                  <a:cubicBezTo>
                    <a:pt x="13" y="212"/>
                    <a:pt x="18" y="217"/>
                    <a:pt x="17" y="221"/>
                  </a:cubicBezTo>
                  <a:cubicBezTo>
                    <a:pt x="38" y="262"/>
                    <a:pt x="42" y="277"/>
                    <a:pt x="49" y="292"/>
                  </a:cubicBezTo>
                  <a:cubicBezTo>
                    <a:pt x="88" y="361"/>
                    <a:pt x="84" y="375"/>
                    <a:pt x="89" y="371"/>
                  </a:cubicBezTo>
                  <a:cubicBezTo>
                    <a:pt x="157" y="471"/>
                    <a:pt x="164" y="481"/>
                    <a:pt x="172" y="491"/>
                  </a:cubicBezTo>
                  <a:cubicBezTo>
                    <a:pt x="187" y="517"/>
                    <a:pt x="186" y="518"/>
                    <a:pt x="186" y="518"/>
                  </a:cubicBezTo>
                  <a:cubicBezTo>
                    <a:pt x="198" y="535"/>
                    <a:pt x="201" y="544"/>
                    <a:pt x="199" y="552"/>
                  </a:cubicBezTo>
                  <a:cubicBezTo>
                    <a:pt x="156" y="486"/>
                    <a:pt x="141" y="472"/>
                    <a:pt x="130" y="459"/>
                  </a:cubicBezTo>
                  <a:cubicBezTo>
                    <a:pt x="110" y="430"/>
                    <a:pt x="107" y="427"/>
                    <a:pt x="105" y="423"/>
                  </a:cubicBezTo>
                  <a:cubicBezTo>
                    <a:pt x="50" y="348"/>
                    <a:pt x="55" y="346"/>
                    <a:pt x="50" y="342"/>
                  </a:cubicBezTo>
                  <a:cubicBezTo>
                    <a:pt x="3" y="267"/>
                    <a:pt x="5" y="258"/>
                    <a:pt x="0" y="254"/>
                  </a:cubicBezTo>
                  <a:cubicBezTo>
                    <a:pt x="11" y="297"/>
                    <a:pt x="19" y="301"/>
                    <a:pt x="20" y="304"/>
                  </a:cubicBezTo>
                  <a:cubicBezTo>
                    <a:pt x="37" y="330"/>
                    <a:pt x="35" y="333"/>
                    <a:pt x="38" y="337"/>
                  </a:cubicBezTo>
                  <a:cubicBezTo>
                    <a:pt x="94" y="423"/>
                    <a:pt x="98" y="426"/>
                    <a:pt x="101" y="429"/>
                  </a:cubicBezTo>
                  <a:cubicBezTo>
                    <a:pt x="129" y="469"/>
                    <a:pt x="132" y="472"/>
                    <a:pt x="134" y="475"/>
                  </a:cubicBezTo>
                  <a:cubicBezTo>
                    <a:pt x="155" y="502"/>
                    <a:pt x="157" y="504"/>
                    <a:pt x="159" y="507"/>
                  </a:cubicBezTo>
                  <a:cubicBezTo>
                    <a:pt x="167" y="526"/>
                    <a:pt x="176" y="523"/>
                    <a:pt x="172" y="528"/>
                  </a:cubicBezTo>
                  <a:cubicBezTo>
                    <a:pt x="127" y="476"/>
                    <a:pt x="107" y="458"/>
                    <a:pt x="85" y="432"/>
                  </a:cubicBezTo>
                  <a:cubicBezTo>
                    <a:pt x="42" y="373"/>
                    <a:pt x="30" y="364"/>
                    <a:pt x="27" y="355"/>
                  </a:cubicBezTo>
                  <a:cubicBezTo>
                    <a:pt x="0" y="328"/>
                    <a:pt x="0" y="328"/>
                    <a:pt x="0" y="328"/>
                  </a:cubicBezTo>
                  <a:cubicBezTo>
                    <a:pt x="26" y="363"/>
                    <a:pt x="25" y="368"/>
                    <a:pt x="32" y="373"/>
                  </a:cubicBezTo>
                  <a:cubicBezTo>
                    <a:pt x="69" y="424"/>
                    <a:pt x="79" y="434"/>
                    <a:pt x="89" y="450"/>
                  </a:cubicBezTo>
                  <a:cubicBezTo>
                    <a:pt x="187" y="565"/>
                    <a:pt x="194" y="574"/>
                    <a:pt x="200" y="583"/>
                  </a:cubicBezTo>
                  <a:cubicBezTo>
                    <a:pt x="195" y="580"/>
                    <a:pt x="178" y="573"/>
                    <a:pt x="164" y="552"/>
                  </a:cubicBezTo>
                  <a:cubicBezTo>
                    <a:pt x="130" y="519"/>
                    <a:pt x="122" y="508"/>
                    <a:pt x="114" y="500"/>
                  </a:cubicBezTo>
                  <a:cubicBezTo>
                    <a:pt x="18" y="376"/>
                    <a:pt x="19" y="374"/>
                    <a:pt x="16" y="374"/>
                  </a:cubicBezTo>
                  <a:cubicBezTo>
                    <a:pt x="7" y="360"/>
                    <a:pt x="5" y="354"/>
                    <a:pt x="0" y="347"/>
                  </a:cubicBezTo>
                  <a:cubicBezTo>
                    <a:pt x="0" y="358"/>
                    <a:pt x="0" y="358"/>
                    <a:pt x="0" y="359"/>
                  </a:cubicBezTo>
                  <a:cubicBezTo>
                    <a:pt x="16" y="378"/>
                    <a:pt x="13" y="388"/>
                    <a:pt x="20" y="387"/>
                  </a:cubicBezTo>
                  <a:cubicBezTo>
                    <a:pt x="147" y="544"/>
                    <a:pt x="149" y="552"/>
                    <a:pt x="153" y="555"/>
                  </a:cubicBezTo>
                  <a:cubicBezTo>
                    <a:pt x="205" y="609"/>
                    <a:pt x="209" y="614"/>
                    <a:pt x="213" y="620"/>
                  </a:cubicBezTo>
                  <a:cubicBezTo>
                    <a:pt x="248" y="673"/>
                    <a:pt x="250" y="678"/>
                    <a:pt x="249" y="682"/>
                  </a:cubicBezTo>
                  <a:cubicBezTo>
                    <a:pt x="215" y="648"/>
                    <a:pt x="211" y="642"/>
                    <a:pt x="207" y="642"/>
                  </a:cubicBezTo>
                  <a:cubicBezTo>
                    <a:pt x="173" y="607"/>
                    <a:pt x="159" y="599"/>
                    <a:pt x="145" y="585"/>
                  </a:cubicBezTo>
                  <a:cubicBezTo>
                    <a:pt x="89" y="539"/>
                    <a:pt x="87" y="528"/>
                    <a:pt x="82" y="530"/>
                  </a:cubicBezTo>
                  <a:cubicBezTo>
                    <a:pt x="10" y="445"/>
                    <a:pt x="5" y="438"/>
                    <a:pt x="0" y="430"/>
                  </a:cubicBezTo>
                  <a:cubicBezTo>
                    <a:pt x="7" y="448"/>
                    <a:pt x="10" y="450"/>
                    <a:pt x="12" y="455"/>
                  </a:cubicBezTo>
                  <a:cubicBezTo>
                    <a:pt x="63" y="516"/>
                    <a:pt x="68" y="529"/>
                    <a:pt x="76" y="532"/>
                  </a:cubicBezTo>
                  <a:cubicBezTo>
                    <a:pt x="109" y="563"/>
                    <a:pt x="112" y="569"/>
                    <a:pt x="116" y="574"/>
                  </a:cubicBezTo>
                  <a:cubicBezTo>
                    <a:pt x="151" y="606"/>
                    <a:pt x="166" y="613"/>
                    <a:pt x="180" y="630"/>
                  </a:cubicBezTo>
                  <a:cubicBezTo>
                    <a:pt x="239" y="683"/>
                    <a:pt x="241" y="686"/>
                    <a:pt x="243" y="689"/>
                  </a:cubicBezTo>
                  <a:cubicBezTo>
                    <a:pt x="155" y="616"/>
                    <a:pt x="134" y="603"/>
                    <a:pt x="114" y="586"/>
                  </a:cubicBezTo>
                  <a:cubicBezTo>
                    <a:pt x="37" y="519"/>
                    <a:pt x="35" y="503"/>
                    <a:pt x="30" y="506"/>
                  </a:cubicBezTo>
                  <a:cubicBezTo>
                    <a:pt x="76" y="567"/>
                    <a:pt x="91" y="576"/>
                    <a:pt x="105" y="592"/>
                  </a:cubicBezTo>
                  <a:cubicBezTo>
                    <a:pt x="129" y="611"/>
                    <a:pt x="137" y="616"/>
                    <a:pt x="145" y="622"/>
                  </a:cubicBezTo>
                  <a:cubicBezTo>
                    <a:pt x="163" y="636"/>
                    <a:pt x="167" y="641"/>
                    <a:pt x="165" y="643"/>
                  </a:cubicBezTo>
                  <a:cubicBezTo>
                    <a:pt x="119" y="612"/>
                    <a:pt x="116" y="612"/>
                    <a:pt x="114" y="612"/>
                  </a:cubicBezTo>
                  <a:cubicBezTo>
                    <a:pt x="88" y="593"/>
                    <a:pt x="82" y="591"/>
                    <a:pt x="77" y="587"/>
                  </a:cubicBezTo>
                  <a:cubicBezTo>
                    <a:pt x="13" y="544"/>
                    <a:pt x="7" y="538"/>
                    <a:pt x="0" y="533"/>
                  </a:cubicBezTo>
                  <a:cubicBezTo>
                    <a:pt x="17" y="555"/>
                    <a:pt x="24" y="560"/>
                    <a:pt x="31" y="567"/>
                  </a:cubicBezTo>
                  <a:cubicBezTo>
                    <a:pt x="78" y="600"/>
                    <a:pt x="82" y="597"/>
                    <a:pt x="86" y="603"/>
                  </a:cubicBezTo>
                  <a:cubicBezTo>
                    <a:pt x="126" y="627"/>
                    <a:pt x="133" y="631"/>
                    <a:pt x="141" y="636"/>
                  </a:cubicBezTo>
                  <a:cubicBezTo>
                    <a:pt x="168" y="656"/>
                    <a:pt x="171" y="658"/>
                    <a:pt x="173" y="658"/>
                  </a:cubicBezTo>
                  <a:cubicBezTo>
                    <a:pt x="213" y="686"/>
                    <a:pt x="215" y="691"/>
                    <a:pt x="217" y="694"/>
                  </a:cubicBezTo>
                  <a:cubicBezTo>
                    <a:pt x="241" y="718"/>
                    <a:pt x="246" y="717"/>
                    <a:pt x="251" y="723"/>
                  </a:cubicBezTo>
                  <a:cubicBezTo>
                    <a:pt x="272" y="754"/>
                    <a:pt x="281" y="753"/>
                    <a:pt x="277" y="759"/>
                  </a:cubicBezTo>
                  <a:cubicBezTo>
                    <a:pt x="250" y="738"/>
                    <a:pt x="248" y="731"/>
                    <a:pt x="245" y="733"/>
                  </a:cubicBezTo>
                  <a:cubicBezTo>
                    <a:pt x="215" y="709"/>
                    <a:pt x="205" y="703"/>
                    <a:pt x="195" y="696"/>
                  </a:cubicBezTo>
                  <a:cubicBezTo>
                    <a:pt x="156" y="670"/>
                    <a:pt x="145" y="670"/>
                    <a:pt x="135" y="661"/>
                  </a:cubicBezTo>
                  <a:cubicBezTo>
                    <a:pt x="98" y="642"/>
                    <a:pt x="87" y="639"/>
                    <a:pt x="78" y="630"/>
                  </a:cubicBezTo>
                  <a:cubicBezTo>
                    <a:pt x="44" y="608"/>
                    <a:pt x="39" y="604"/>
                    <a:pt x="35" y="599"/>
                  </a:cubicBezTo>
                  <a:cubicBezTo>
                    <a:pt x="64" y="632"/>
                    <a:pt x="77" y="634"/>
                    <a:pt x="88" y="647"/>
                  </a:cubicBezTo>
                  <a:cubicBezTo>
                    <a:pt x="113" y="663"/>
                    <a:pt x="120" y="661"/>
                    <a:pt x="126" y="668"/>
                  </a:cubicBezTo>
                  <a:cubicBezTo>
                    <a:pt x="179" y="700"/>
                    <a:pt x="192" y="704"/>
                    <a:pt x="205" y="714"/>
                  </a:cubicBezTo>
                  <a:cubicBezTo>
                    <a:pt x="252" y="749"/>
                    <a:pt x="256" y="748"/>
                    <a:pt x="259" y="752"/>
                  </a:cubicBezTo>
                  <a:cubicBezTo>
                    <a:pt x="309" y="812"/>
                    <a:pt x="313" y="815"/>
                    <a:pt x="311" y="817"/>
                  </a:cubicBezTo>
                  <a:cubicBezTo>
                    <a:pt x="287" y="793"/>
                    <a:pt x="281" y="789"/>
                    <a:pt x="275" y="782"/>
                  </a:cubicBezTo>
                  <a:cubicBezTo>
                    <a:pt x="238" y="756"/>
                    <a:pt x="233" y="745"/>
                    <a:pt x="226" y="744"/>
                  </a:cubicBezTo>
                  <a:cubicBezTo>
                    <a:pt x="179" y="713"/>
                    <a:pt x="167" y="709"/>
                    <a:pt x="155" y="701"/>
                  </a:cubicBezTo>
                  <a:cubicBezTo>
                    <a:pt x="130" y="689"/>
                    <a:pt x="124" y="688"/>
                    <a:pt x="118" y="682"/>
                  </a:cubicBezTo>
                  <a:cubicBezTo>
                    <a:pt x="87" y="673"/>
                    <a:pt x="85" y="666"/>
                    <a:pt x="81" y="668"/>
                  </a:cubicBezTo>
                  <a:cubicBezTo>
                    <a:pt x="6" y="628"/>
                    <a:pt x="4" y="626"/>
                    <a:pt x="0" y="626"/>
                  </a:cubicBezTo>
                  <a:cubicBezTo>
                    <a:pt x="2" y="634"/>
                    <a:pt x="4" y="634"/>
                    <a:pt x="5" y="633"/>
                  </a:cubicBezTo>
                  <a:cubicBezTo>
                    <a:pt x="34" y="652"/>
                    <a:pt x="37" y="657"/>
                    <a:pt x="41" y="656"/>
                  </a:cubicBezTo>
                  <a:cubicBezTo>
                    <a:pt x="82" y="671"/>
                    <a:pt x="86" y="684"/>
                    <a:pt x="93" y="681"/>
                  </a:cubicBezTo>
                  <a:cubicBezTo>
                    <a:pt x="148" y="714"/>
                    <a:pt x="153" y="704"/>
                    <a:pt x="155" y="711"/>
                  </a:cubicBezTo>
                  <a:cubicBezTo>
                    <a:pt x="188" y="727"/>
                    <a:pt x="193" y="733"/>
                    <a:pt x="199" y="736"/>
                  </a:cubicBezTo>
                  <a:cubicBezTo>
                    <a:pt x="227" y="758"/>
                    <a:pt x="231" y="754"/>
                    <a:pt x="233" y="760"/>
                  </a:cubicBezTo>
                  <a:cubicBezTo>
                    <a:pt x="290" y="813"/>
                    <a:pt x="296" y="820"/>
                    <a:pt x="302" y="824"/>
                  </a:cubicBezTo>
                  <a:cubicBezTo>
                    <a:pt x="314" y="839"/>
                    <a:pt x="311" y="840"/>
                    <a:pt x="308" y="836"/>
                  </a:cubicBezTo>
                  <a:cubicBezTo>
                    <a:pt x="294" y="829"/>
                    <a:pt x="288" y="817"/>
                    <a:pt x="281" y="817"/>
                  </a:cubicBezTo>
                  <a:cubicBezTo>
                    <a:pt x="229" y="777"/>
                    <a:pt x="227" y="773"/>
                    <a:pt x="223" y="773"/>
                  </a:cubicBezTo>
                  <a:cubicBezTo>
                    <a:pt x="175" y="741"/>
                    <a:pt x="167" y="743"/>
                    <a:pt x="160" y="734"/>
                  </a:cubicBezTo>
                  <a:cubicBezTo>
                    <a:pt x="133" y="722"/>
                    <a:pt x="125" y="722"/>
                    <a:pt x="118" y="716"/>
                  </a:cubicBezTo>
                  <a:cubicBezTo>
                    <a:pt x="83" y="708"/>
                    <a:pt x="81" y="695"/>
                    <a:pt x="75" y="701"/>
                  </a:cubicBezTo>
                  <a:cubicBezTo>
                    <a:pt x="102" y="718"/>
                    <a:pt x="105" y="719"/>
                    <a:pt x="108" y="721"/>
                  </a:cubicBezTo>
                  <a:cubicBezTo>
                    <a:pt x="162" y="747"/>
                    <a:pt x="164" y="749"/>
                    <a:pt x="168" y="748"/>
                  </a:cubicBezTo>
                  <a:cubicBezTo>
                    <a:pt x="198" y="770"/>
                    <a:pt x="205" y="770"/>
                    <a:pt x="210" y="774"/>
                  </a:cubicBezTo>
                  <a:cubicBezTo>
                    <a:pt x="297" y="836"/>
                    <a:pt x="302" y="842"/>
                    <a:pt x="307" y="846"/>
                  </a:cubicBezTo>
                  <a:cubicBezTo>
                    <a:pt x="324" y="865"/>
                    <a:pt x="312" y="860"/>
                    <a:pt x="303" y="847"/>
                  </a:cubicBezTo>
                  <a:cubicBezTo>
                    <a:pt x="244" y="813"/>
                    <a:pt x="238" y="807"/>
                    <a:pt x="232" y="801"/>
                  </a:cubicBezTo>
                  <a:cubicBezTo>
                    <a:pt x="172" y="765"/>
                    <a:pt x="165" y="768"/>
                    <a:pt x="159" y="759"/>
                  </a:cubicBezTo>
                  <a:cubicBezTo>
                    <a:pt x="124" y="742"/>
                    <a:pt x="119" y="747"/>
                    <a:pt x="115" y="742"/>
                  </a:cubicBezTo>
                  <a:cubicBezTo>
                    <a:pt x="80" y="724"/>
                    <a:pt x="77" y="723"/>
                    <a:pt x="75" y="720"/>
                  </a:cubicBezTo>
                  <a:cubicBezTo>
                    <a:pt x="43" y="707"/>
                    <a:pt x="39" y="696"/>
                    <a:pt x="34" y="699"/>
                  </a:cubicBezTo>
                  <a:cubicBezTo>
                    <a:pt x="17" y="698"/>
                    <a:pt x="31" y="699"/>
                    <a:pt x="42" y="711"/>
                  </a:cubicBezTo>
                  <a:cubicBezTo>
                    <a:pt x="73" y="726"/>
                    <a:pt x="76" y="731"/>
                    <a:pt x="80" y="730"/>
                  </a:cubicBezTo>
                  <a:cubicBezTo>
                    <a:pt x="143" y="758"/>
                    <a:pt x="148" y="769"/>
                    <a:pt x="155" y="768"/>
                  </a:cubicBezTo>
                  <a:cubicBezTo>
                    <a:pt x="195" y="790"/>
                    <a:pt x="198" y="792"/>
                    <a:pt x="201" y="791"/>
                  </a:cubicBezTo>
                  <a:cubicBezTo>
                    <a:pt x="241" y="822"/>
                    <a:pt x="254" y="823"/>
                    <a:pt x="266" y="833"/>
                  </a:cubicBezTo>
                  <a:cubicBezTo>
                    <a:pt x="321" y="881"/>
                    <a:pt x="327" y="880"/>
                    <a:pt x="332" y="885"/>
                  </a:cubicBezTo>
                  <a:cubicBezTo>
                    <a:pt x="358" y="919"/>
                    <a:pt x="348" y="917"/>
                    <a:pt x="340" y="904"/>
                  </a:cubicBezTo>
                  <a:cubicBezTo>
                    <a:pt x="310" y="881"/>
                    <a:pt x="307" y="882"/>
                    <a:pt x="305" y="877"/>
                  </a:cubicBezTo>
                  <a:cubicBezTo>
                    <a:pt x="278" y="859"/>
                    <a:pt x="271" y="855"/>
                    <a:pt x="263" y="852"/>
                  </a:cubicBezTo>
                  <a:cubicBezTo>
                    <a:pt x="217" y="825"/>
                    <a:pt x="212" y="819"/>
                    <a:pt x="208" y="816"/>
                  </a:cubicBezTo>
                  <a:cubicBezTo>
                    <a:pt x="170" y="802"/>
                    <a:pt x="169" y="799"/>
                    <a:pt x="167" y="799"/>
                  </a:cubicBezTo>
                  <a:cubicBezTo>
                    <a:pt x="126" y="782"/>
                    <a:pt x="119" y="775"/>
                    <a:pt x="110" y="776"/>
                  </a:cubicBezTo>
                  <a:cubicBezTo>
                    <a:pt x="70" y="760"/>
                    <a:pt x="67" y="754"/>
                    <a:pt x="62" y="754"/>
                  </a:cubicBezTo>
                  <a:cubicBezTo>
                    <a:pt x="18" y="739"/>
                    <a:pt x="25" y="738"/>
                    <a:pt x="31" y="744"/>
                  </a:cubicBezTo>
                  <a:cubicBezTo>
                    <a:pt x="75" y="767"/>
                    <a:pt x="81" y="772"/>
                    <a:pt x="88" y="772"/>
                  </a:cubicBezTo>
                  <a:cubicBezTo>
                    <a:pt x="132" y="793"/>
                    <a:pt x="139" y="794"/>
                    <a:pt x="145" y="799"/>
                  </a:cubicBezTo>
                  <a:cubicBezTo>
                    <a:pt x="158" y="805"/>
                    <a:pt x="163" y="802"/>
                    <a:pt x="166" y="806"/>
                  </a:cubicBezTo>
                  <a:cubicBezTo>
                    <a:pt x="217" y="829"/>
                    <a:pt x="228" y="842"/>
                    <a:pt x="241" y="848"/>
                  </a:cubicBezTo>
                  <a:cubicBezTo>
                    <a:pt x="293" y="879"/>
                    <a:pt x="304" y="894"/>
                    <a:pt x="317" y="898"/>
                  </a:cubicBezTo>
                  <a:cubicBezTo>
                    <a:pt x="372" y="946"/>
                    <a:pt x="386" y="963"/>
                    <a:pt x="400" y="976"/>
                  </a:cubicBezTo>
                  <a:cubicBezTo>
                    <a:pt x="392" y="979"/>
                    <a:pt x="371" y="960"/>
                    <a:pt x="349" y="943"/>
                  </a:cubicBezTo>
                  <a:cubicBezTo>
                    <a:pt x="329" y="924"/>
                    <a:pt x="322" y="926"/>
                    <a:pt x="317" y="917"/>
                  </a:cubicBezTo>
                  <a:cubicBezTo>
                    <a:pt x="278" y="892"/>
                    <a:pt x="274" y="883"/>
                    <a:pt x="269" y="882"/>
                  </a:cubicBezTo>
                  <a:cubicBezTo>
                    <a:pt x="213" y="844"/>
                    <a:pt x="206" y="850"/>
                    <a:pt x="202" y="841"/>
                  </a:cubicBezTo>
                  <a:cubicBezTo>
                    <a:pt x="179" y="829"/>
                    <a:pt x="173" y="827"/>
                    <a:pt x="167" y="823"/>
                  </a:cubicBezTo>
                  <a:cubicBezTo>
                    <a:pt x="145" y="809"/>
                    <a:pt x="140" y="807"/>
                    <a:pt x="135" y="803"/>
                  </a:cubicBezTo>
                  <a:cubicBezTo>
                    <a:pt x="94" y="787"/>
                    <a:pt x="88" y="786"/>
                    <a:pt x="82" y="782"/>
                  </a:cubicBezTo>
                  <a:cubicBezTo>
                    <a:pt x="18" y="768"/>
                    <a:pt x="25" y="763"/>
                    <a:pt x="31" y="770"/>
                  </a:cubicBezTo>
                  <a:cubicBezTo>
                    <a:pt x="72" y="789"/>
                    <a:pt x="76" y="784"/>
                    <a:pt x="78" y="788"/>
                  </a:cubicBezTo>
                  <a:cubicBezTo>
                    <a:pt x="101" y="793"/>
                    <a:pt x="103" y="801"/>
                    <a:pt x="107" y="799"/>
                  </a:cubicBezTo>
                  <a:cubicBezTo>
                    <a:pt x="130" y="808"/>
                    <a:pt x="135" y="815"/>
                    <a:pt x="142" y="817"/>
                  </a:cubicBezTo>
                  <a:cubicBezTo>
                    <a:pt x="170" y="836"/>
                    <a:pt x="179" y="838"/>
                    <a:pt x="187" y="844"/>
                  </a:cubicBezTo>
                  <a:cubicBezTo>
                    <a:pt x="233" y="870"/>
                    <a:pt x="251" y="880"/>
                    <a:pt x="268" y="893"/>
                  </a:cubicBezTo>
                  <a:cubicBezTo>
                    <a:pt x="303" y="920"/>
                    <a:pt x="313" y="923"/>
                    <a:pt x="321" y="933"/>
                  </a:cubicBezTo>
                  <a:cubicBezTo>
                    <a:pt x="355" y="961"/>
                    <a:pt x="358" y="960"/>
                    <a:pt x="359" y="965"/>
                  </a:cubicBezTo>
                  <a:cubicBezTo>
                    <a:pt x="330" y="953"/>
                    <a:pt x="328" y="946"/>
                    <a:pt x="325" y="946"/>
                  </a:cubicBezTo>
                  <a:cubicBezTo>
                    <a:pt x="294" y="928"/>
                    <a:pt x="291" y="926"/>
                    <a:pt x="288" y="928"/>
                  </a:cubicBezTo>
                  <a:cubicBezTo>
                    <a:pt x="253" y="905"/>
                    <a:pt x="246" y="907"/>
                    <a:pt x="240" y="902"/>
                  </a:cubicBezTo>
                  <a:cubicBezTo>
                    <a:pt x="196" y="874"/>
                    <a:pt x="189" y="878"/>
                    <a:pt x="183" y="871"/>
                  </a:cubicBezTo>
                  <a:cubicBezTo>
                    <a:pt x="151" y="863"/>
                    <a:pt x="149" y="853"/>
                    <a:pt x="145" y="855"/>
                  </a:cubicBezTo>
                  <a:cubicBezTo>
                    <a:pt x="101" y="836"/>
                    <a:pt x="95" y="830"/>
                    <a:pt x="89" y="825"/>
                  </a:cubicBezTo>
                  <a:cubicBezTo>
                    <a:pt x="75" y="820"/>
                    <a:pt x="78" y="824"/>
                    <a:pt x="81" y="829"/>
                  </a:cubicBezTo>
                  <a:cubicBezTo>
                    <a:pt x="125" y="851"/>
                    <a:pt x="134" y="857"/>
                    <a:pt x="143" y="859"/>
                  </a:cubicBezTo>
                  <a:cubicBezTo>
                    <a:pt x="177" y="878"/>
                    <a:pt x="186" y="880"/>
                    <a:pt x="195" y="884"/>
                  </a:cubicBezTo>
                  <a:cubicBezTo>
                    <a:pt x="207" y="892"/>
                    <a:pt x="211" y="897"/>
                    <a:pt x="218" y="897"/>
                  </a:cubicBezTo>
                  <a:cubicBezTo>
                    <a:pt x="249" y="916"/>
                    <a:pt x="257" y="920"/>
                    <a:pt x="265" y="922"/>
                  </a:cubicBezTo>
                  <a:cubicBezTo>
                    <a:pt x="296" y="944"/>
                    <a:pt x="307" y="946"/>
                    <a:pt x="317" y="954"/>
                  </a:cubicBezTo>
                  <a:cubicBezTo>
                    <a:pt x="372" y="983"/>
                    <a:pt x="377" y="991"/>
                    <a:pt x="383" y="991"/>
                  </a:cubicBezTo>
                  <a:cubicBezTo>
                    <a:pt x="407" y="1010"/>
                    <a:pt x="410" y="1011"/>
                    <a:pt x="412" y="1013"/>
                  </a:cubicBezTo>
                  <a:cubicBezTo>
                    <a:pt x="429" y="1029"/>
                    <a:pt x="432" y="1032"/>
                    <a:pt x="434" y="1035"/>
                  </a:cubicBezTo>
                  <a:cubicBezTo>
                    <a:pt x="391" y="1012"/>
                    <a:pt x="379" y="1003"/>
                    <a:pt x="366" y="1000"/>
                  </a:cubicBezTo>
                  <a:cubicBezTo>
                    <a:pt x="282" y="959"/>
                    <a:pt x="273" y="956"/>
                    <a:pt x="265" y="952"/>
                  </a:cubicBezTo>
                  <a:cubicBezTo>
                    <a:pt x="208" y="925"/>
                    <a:pt x="204" y="923"/>
                    <a:pt x="199" y="924"/>
                  </a:cubicBezTo>
                  <a:cubicBezTo>
                    <a:pt x="168" y="902"/>
                    <a:pt x="164" y="897"/>
                    <a:pt x="160" y="895"/>
                  </a:cubicBezTo>
                  <a:cubicBezTo>
                    <a:pt x="119" y="863"/>
                    <a:pt x="114" y="861"/>
                    <a:pt x="110" y="856"/>
                  </a:cubicBezTo>
                  <a:cubicBezTo>
                    <a:pt x="97" y="853"/>
                    <a:pt x="111" y="861"/>
                    <a:pt x="124" y="875"/>
                  </a:cubicBezTo>
                  <a:cubicBezTo>
                    <a:pt x="187" y="933"/>
                    <a:pt x="199" y="943"/>
                    <a:pt x="211" y="952"/>
                  </a:cubicBezTo>
                  <a:cubicBezTo>
                    <a:pt x="237" y="972"/>
                    <a:pt x="244" y="976"/>
                    <a:pt x="251" y="978"/>
                  </a:cubicBezTo>
                  <a:cubicBezTo>
                    <a:pt x="355" y="1037"/>
                    <a:pt x="362" y="1036"/>
                    <a:pt x="369" y="1041"/>
                  </a:cubicBezTo>
                  <a:cubicBezTo>
                    <a:pt x="396" y="1053"/>
                    <a:pt x="402" y="1057"/>
                    <a:pt x="410" y="1057"/>
                  </a:cubicBezTo>
                  <a:cubicBezTo>
                    <a:pt x="443" y="1078"/>
                    <a:pt x="446" y="1080"/>
                    <a:pt x="450" y="1080"/>
                  </a:cubicBezTo>
                  <a:cubicBezTo>
                    <a:pt x="498" y="1117"/>
                    <a:pt x="507" y="1122"/>
                    <a:pt x="503" y="1125"/>
                  </a:cubicBezTo>
                  <a:cubicBezTo>
                    <a:pt x="426" y="1084"/>
                    <a:pt x="415" y="1078"/>
                    <a:pt x="403" y="1075"/>
                  </a:cubicBezTo>
                  <a:cubicBezTo>
                    <a:pt x="382" y="1065"/>
                    <a:pt x="376" y="1061"/>
                    <a:pt x="370" y="1062"/>
                  </a:cubicBezTo>
                  <a:cubicBezTo>
                    <a:pt x="331" y="1045"/>
                    <a:pt x="325" y="1046"/>
                    <a:pt x="320" y="1041"/>
                  </a:cubicBezTo>
                  <a:cubicBezTo>
                    <a:pt x="300" y="1035"/>
                    <a:pt x="297" y="1034"/>
                    <a:pt x="295" y="1035"/>
                  </a:cubicBezTo>
                  <a:cubicBezTo>
                    <a:pt x="257" y="1018"/>
                    <a:pt x="244" y="1017"/>
                    <a:pt x="232" y="1015"/>
                  </a:cubicBezTo>
                  <a:cubicBezTo>
                    <a:pt x="276" y="1032"/>
                    <a:pt x="287" y="1038"/>
                    <a:pt x="298" y="1040"/>
                  </a:cubicBezTo>
                  <a:cubicBezTo>
                    <a:pt x="343" y="1060"/>
                    <a:pt x="355" y="1062"/>
                    <a:pt x="366" y="1067"/>
                  </a:cubicBezTo>
                  <a:cubicBezTo>
                    <a:pt x="421" y="1094"/>
                    <a:pt x="428" y="1089"/>
                    <a:pt x="433" y="1097"/>
                  </a:cubicBezTo>
                  <a:cubicBezTo>
                    <a:pt x="477" y="1120"/>
                    <a:pt x="488" y="1124"/>
                    <a:pt x="499" y="1130"/>
                  </a:cubicBezTo>
                  <a:cubicBezTo>
                    <a:pt x="530" y="1153"/>
                    <a:pt x="538" y="1158"/>
                    <a:pt x="534" y="1161"/>
                  </a:cubicBezTo>
                  <a:cubicBezTo>
                    <a:pt x="497" y="1142"/>
                    <a:pt x="495" y="1135"/>
                    <a:pt x="492" y="1135"/>
                  </a:cubicBezTo>
                  <a:cubicBezTo>
                    <a:pt x="453" y="1119"/>
                    <a:pt x="442" y="1110"/>
                    <a:pt x="430" y="1105"/>
                  </a:cubicBezTo>
                  <a:cubicBezTo>
                    <a:pt x="399" y="1091"/>
                    <a:pt x="395" y="1089"/>
                    <a:pt x="392" y="1089"/>
                  </a:cubicBezTo>
                  <a:cubicBezTo>
                    <a:pt x="366" y="1080"/>
                    <a:pt x="361" y="1073"/>
                    <a:pt x="354" y="1073"/>
                  </a:cubicBezTo>
                  <a:cubicBezTo>
                    <a:pt x="272" y="1038"/>
                    <a:pt x="264" y="1045"/>
                    <a:pt x="258" y="1037"/>
                  </a:cubicBezTo>
                  <a:cubicBezTo>
                    <a:pt x="228" y="1020"/>
                    <a:pt x="224" y="1018"/>
                    <a:pt x="221" y="1018"/>
                  </a:cubicBezTo>
                  <a:cubicBezTo>
                    <a:pt x="190" y="1001"/>
                    <a:pt x="188" y="991"/>
                    <a:pt x="184" y="993"/>
                  </a:cubicBezTo>
                  <a:cubicBezTo>
                    <a:pt x="154" y="965"/>
                    <a:pt x="150" y="962"/>
                    <a:pt x="146" y="962"/>
                  </a:cubicBezTo>
                  <a:cubicBezTo>
                    <a:pt x="188" y="1003"/>
                    <a:pt x="191" y="1002"/>
                    <a:pt x="193" y="1006"/>
                  </a:cubicBezTo>
                  <a:cubicBezTo>
                    <a:pt x="231" y="1027"/>
                    <a:pt x="233" y="1033"/>
                    <a:pt x="236" y="1031"/>
                  </a:cubicBezTo>
                  <a:cubicBezTo>
                    <a:pt x="256" y="1046"/>
                    <a:pt x="258" y="1053"/>
                    <a:pt x="261" y="1051"/>
                  </a:cubicBezTo>
                  <a:cubicBezTo>
                    <a:pt x="284" y="1067"/>
                    <a:pt x="286" y="1072"/>
                    <a:pt x="288" y="1075"/>
                  </a:cubicBezTo>
                  <a:cubicBezTo>
                    <a:pt x="317" y="1095"/>
                    <a:pt x="323" y="1099"/>
                    <a:pt x="330" y="1104"/>
                  </a:cubicBezTo>
                  <a:cubicBezTo>
                    <a:pt x="350" y="1113"/>
                    <a:pt x="352" y="1114"/>
                    <a:pt x="355" y="1115"/>
                  </a:cubicBezTo>
                  <a:cubicBezTo>
                    <a:pt x="387" y="1132"/>
                    <a:pt x="392" y="1132"/>
                    <a:pt x="396" y="1137"/>
                  </a:cubicBezTo>
                  <a:cubicBezTo>
                    <a:pt x="442" y="1160"/>
                    <a:pt x="445" y="1159"/>
                    <a:pt x="447" y="1162"/>
                  </a:cubicBezTo>
                  <a:cubicBezTo>
                    <a:pt x="495" y="1178"/>
                    <a:pt x="504" y="1188"/>
                    <a:pt x="514" y="1189"/>
                  </a:cubicBezTo>
                  <a:cubicBezTo>
                    <a:pt x="545" y="1207"/>
                    <a:pt x="548" y="1205"/>
                    <a:pt x="550" y="1206"/>
                  </a:cubicBezTo>
                  <a:cubicBezTo>
                    <a:pt x="576" y="1222"/>
                    <a:pt x="581" y="1223"/>
                    <a:pt x="586" y="1229"/>
                  </a:cubicBezTo>
                  <a:cubicBezTo>
                    <a:pt x="606" y="1238"/>
                    <a:pt x="610" y="1248"/>
                    <a:pt x="615" y="1248"/>
                  </a:cubicBezTo>
                  <a:cubicBezTo>
                    <a:pt x="617" y="1257"/>
                    <a:pt x="606" y="1255"/>
                    <a:pt x="597" y="1245"/>
                  </a:cubicBezTo>
                  <a:cubicBezTo>
                    <a:pt x="545" y="1221"/>
                    <a:pt x="540" y="1217"/>
                    <a:pt x="534" y="1218"/>
                  </a:cubicBezTo>
                  <a:cubicBezTo>
                    <a:pt x="485" y="1200"/>
                    <a:pt x="482" y="1196"/>
                    <a:pt x="479" y="1193"/>
                  </a:cubicBezTo>
                  <a:cubicBezTo>
                    <a:pt x="454" y="1186"/>
                    <a:pt x="450" y="1184"/>
                    <a:pt x="446" y="1184"/>
                  </a:cubicBezTo>
                  <a:cubicBezTo>
                    <a:pt x="389" y="1155"/>
                    <a:pt x="374" y="1155"/>
                    <a:pt x="361" y="1140"/>
                  </a:cubicBezTo>
                  <a:cubicBezTo>
                    <a:pt x="332" y="1126"/>
                    <a:pt x="326" y="1117"/>
                    <a:pt x="318" y="1117"/>
                  </a:cubicBezTo>
                  <a:cubicBezTo>
                    <a:pt x="296" y="1099"/>
                    <a:pt x="291" y="1096"/>
                    <a:pt x="284" y="1096"/>
                  </a:cubicBezTo>
                  <a:cubicBezTo>
                    <a:pt x="297" y="1108"/>
                    <a:pt x="302" y="1107"/>
                    <a:pt x="305" y="1110"/>
                  </a:cubicBezTo>
                  <a:cubicBezTo>
                    <a:pt x="326" y="1125"/>
                    <a:pt x="329" y="1128"/>
                    <a:pt x="333" y="1134"/>
                  </a:cubicBezTo>
                  <a:cubicBezTo>
                    <a:pt x="387" y="1166"/>
                    <a:pt x="394" y="1176"/>
                    <a:pt x="401" y="1181"/>
                  </a:cubicBezTo>
                  <a:cubicBezTo>
                    <a:pt x="430" y="1196"/>
                    <a:pt x="433" y="1199"/>
                    <a:pt x="437" y="1204"/>
                  </a:cubicBezTo>
                  <a:cubicBezTo>
                    <a:pt x="480" y="1225"/>
                    <a:pt x="488" y="1230"/>
                    <a:pt x="496" y="1231"/>
                  </a:cubicBezTo>
                  <a:cubicBezTo>
                    <a:pt x="512" y="1244"/>
                    <a:pt x="515" y="1239"/>
                    <a:pt x="516" y="1244"/>
                  </a:cubicBezTo>
                  <a:cubicBezTo>
                    <a:pt x="550" y="1257"/>
                    <a:pt x="553" y="1259"/>
                    <a:pt x="557" y="1260"/>
                  </a:cubicBezTo>
                  <a:cubicBezTo>
                    <a:pt x="595" y="1278"/>
                    <a:pt x="602" y="1276"/>
                    <a:pt x="608" y="1283"/>
                  </a:cubicBezTo>
                  <a:cubicBezTo>
                    <a:pt x="633" y="1289"/>
                    <a:pt x="638" y="1292"/>
                    <a:pt x="642" y="1290"/>
                  </a:cubicBezTo>
                  <a:cubicBezTo>
                    <a:pt x="671" y="1306"/>
                    <a:pt x="673" y="1306"/>
                    <a:pt x="672" y="1309"/>
                  </a:cubicBezTo>
                  <a:cubicBezTo>
                    <a:pt x="688" y="1331"/>
                    <a:pt x="675" y="1322"/>
                    <a:pt x="660" y="1323"/>
                  </a:cubicBezTo>
                  <a:cubicBezTo>
                    <a:pt x="632" y="1317"/>
                    <a:pt x="625" y="1308"/>
                    <a:pt x="617" y="1311"/>
                  </a:cubicBezTo>
                  <a:cubicBezTo>
                    <a:pt x="588" y="1307"/>
                    <a:pt x="582" y="1296"/>
                    <a:pt x="574" y="1299"/>
                  </a:cubicBezTo>
                  <a:cubicBezTo>
                    <a:pt x="545" y="1291"/>
                    <a:pt x="539" y="1284"/>
                    <a:pt x="531" y="1284"/>
                  </a:cubicBezTo>
                  <a:cubicBezTo>
                    <a:pt x="518" y="1276"/>
                    <a:pt x="514" y="1277"/>
                    <a:pt x="511" y="1275"/>
                  </a:cubicBezTo>
                  <a:cubicBezTo>
                    <a:pt x="466" y="1250"/>
                    <a:pt x="462" y="1253"/>
                    <a:pt x="459" y="1247"/>
                  </a:cubicBezTo>
                  <a:cubicBezTo>
                    <a:pt x="425" y="1226"/>
                    <a:pt x="420" y="1229"/>
                    <a:pt x="418" y="1223"/>
                  </a:cubicBezTo>
                  <a:cubicBezTo>
                    <a:pt x="384" y="1200"/>
                    <a:pt x="381" y="1195"/>
                    <a:pt x="377" y="1196"/>
                  </a:cubicBezTo>
                  <a:cubicBezTo>
                    <a:pt x="435" y="1244"/>
                    <a:pt x="446" y="1249"/>
                    <a:pt x="456" y="1258"/>
                  </a:cubicBezTo>
                  <a:cubicBezTo>
                    <a:pt x="492" y="1278"/>
                    <a:pt x="498" y="1276"/>
                    <a:pt x="504" y="1280"/>
                  </a:cubicBezTo>
                  <a:cubicBezTo>
                    <a:pt x="525" y="1289"/>
                    <a:pt x="530" y="1291"/>
                    <a:pt x="536" y="1294"/>
                  </a:cubicBezTo>
                  <a:cubicBezTo>
                    <a:pt x="557" y="1301"/>
                    <a:pt x="562" y="1305"/>
                    <a:pt x="568" y="1306"/>
                  </a:cubicBezTo>
                  <a:cubicBezTo>
                    <a:pt x="590" y="1309"/>
                    <a:pt x="595" y="1319"/>
                    <a:pt x="601" y="1315"/>
                  </a:cubicBezTo>
                  <a:cubicBezTo>
                    <a:pt x="677" y="1338"/>
                    <a:pt x="682" y="1337"/>
                    <a:pt x="686" y="1337"/>
                  </a:cubicBezTo>
                  <a:cubicBezTo>
                    <a:pt x="717" y="1352"/>
                    <a:pt x="722" y="1353"/>
                    <a:pt x="726" y="1359"/>
                  </a:cubicBezTo>
                  <a:cubicBezTo>
                    <a:pt x="698" y="1354"/>
                    <a:pt x="691" y="1350"/>
                    <a:pt x="684" y="1349"/>
                  </a:cubicBezTo>
                  <a:cubicBezTo>
                    <a:pt x="670" y="1348"/>
                    <a:pt x="667" y="1343"/>
                    <a:pt x="663" y="1345"/>
                  </a:cubicBezTo>
                  <a:cubicBezTo>
                    <a:pt x="627" y="1341"/>
                    <a:pt x="624" y="1336"/>
                    <a:pt x="620" y="1338"/>
                  </a:cubicBezTo>
                  <a:cubicBezTo>
                    <a:pt x="560" y="1320"/>
                    <a:pt x="556" y="1320"/>
                    <a:pt x="553" y="1319"/>
                  </a:cubicBezTo>
                  <a:cubicBezTo>
                    <a:pt x="518" y="1303"/>
                    <a:pt x="512" y="1300"/>
                    <a:pt x="505" y="1300"/>
                  </a:cubicBezTo>
                  <a:cubicBezTo>
                    <a:pt x="488" y="1293"/>
                    <a:pt x="487" y="1289"/>
                    <a:pt x="485" y="1290"/>
                  </a:cubicBezTo>
                  <a:cubicBezTo>
                    <a:pt x="521" y="1315"/>
                    <a:pt x="524" y="1319"/>
                    <a:pt x="528" y="1318"/>
                  </a:cubicBezTo>
                  <a:cubicBezTo>
                    <a:pt x="566" y="1335"/>
                    <a:pt x="569" y="1341"/>
                    <a:pt x="572" y="1346"/>
                  </a:cubicBezTo>
                  <a:cubicBezTo>
                    <a:pt x="604" y="1356"/>
                    <a:pt x="608" y="1362"/>
                    <a:pt x="611" y="1366"/>
                  </a:cubicBezTo>
                  <a:cubicBezTo>
                    <a:pt x="652" y="1386"/>
                    <a:pt x="660" y="1398"/>
                    <a:pt x="669" y="1400"/>
                  </a:cubicBezTo>
                  <a:cubicBezTo>
                    <a:pt x="717" y="1420"/>
                    <a:pt x="721" y="1423"/>
                    <a:pt x="726" y="1423"/>
                  </a:cubicBezTo>
                  <a:cubicBezTo>
                    <a:pt x="789" y="1445"/>
                    <a:pt x="794" y="1444"/>
                    <a:pt x="799" y="1446"/>
                  </a:cubicBezTo>
                  <a:cubicBezTo>
                    <a:pt x="834" y="1455"/>
                    <a:pt x="839" y="1460"/>
                    <a:pt x="844" y="1460"/>
                  </a:cubicBezTo>
                  <a:cubicBezTo>
                    <a:pt x="868" y="1469"/>
                    <a:pt x="872" y="1468"/>
                    <a:pt x="870" y="1471"/>
                  </a:cubicBezTo>
                  <a:cubicBezTo>
                    <a:pt x="799" y="1494"/>
                    <a:pt x="796" y="1495"/>
                    <a:pt x="792" y="1497"/>
                  </a:cubicBezTo>
                  <a:cubicBezTo>
                    <a:pt x="807" y="1500"/>
                    <a:pt x="814" y="1498"/>
                    <a:pt x="821" y="1492"/>
                  </a:cubicBezTo>
                  <a:cubicBezTo>
                    <a:pt x="853" y="1487"/>
                    <a:pt x="846" y="1492"/>
                    <a:pt x="840" y="1492"/>
                  </a:cubicBezTo>
                  <a:cubicBezTo>
                    <a:pt x="845" y="1498"/>
                    <a:pt x="850" y="1500"/>
                    <a:pt x="857" y="1494"/>
                  </a:cubicBezTo>
                  <a:cubicBezTo>
                    <a:pt x="896" y="1495"/>
                    <a:pt x="902" y="1495"/>
                    <a:pt x="906" y="1499"/>
                  </a:cubicBezTo>
                  <a:cubicBezTo>
                    <a:pt x="937" y="1499"/>
                    <a:pt x="939" y="1509"/>
                    <a:pt x="944" y="1507"/>
                  </a:cubicBezTo>
                  <a:cubicBezTo>
                    <a:pt x="979" y="1513"/>
                    <a:pt x="980" y="1525"/>
                    <a:pt x="984" y="1518"/>
                  </a:cubicBezTo>
                  <a:close/>
                  <a:moveTo>
                    <a:pt x="194" y="560"/>
                  </a:moveTo>
                  <a:cubicBezTo>
                    <a:pt x="193" y="556"/>
                    <a:pt x="197" y="560"/>
                    <a:pt x="199" y="563"/>
                  </a:cubicBezTo>
                  <a:cubicBezTo>
                    <a:pt x="200" y="567"/>
                    <a:pt x="196" y="563"/>
                    <a:pt x="194" y="560"/>
                  </a:cubicBezTo>
                  <a:close/>
                  <a:moveTo>
                    <a:pt x="272" y="655"/>
                  </a:moveTo>
                  <a:cubicBezTo>
                    <a:pt x="271" y="660"/>
                    <a:pt x="274" y="665"/>
                    <a:pt x="273" y="670"/>
                  </a:cubicBezTo>
                  <a:cubicBezTo>
                    <a:pt x="266" y="671"/>
                    <a:pt x="272" y="661"/>
                    <a:pt x="269" y="657"/>
                  </a:cubicBezTo>
                  <a:cubicBezTo>
                    <a:pt x="270" y="652"/>
                    <a:pt x="269" y="647"/>
                    <a:pt x="268" y="641"/>
                  </a:cubicBezTo>
                  <a:cubicBezTo>
                    <a:pt x="275" y="641"/>
                    <a:pt x="269" y="651"/>
                    <a:pt x="272" y="655"/>
                  </a:cubicBezTo>
                  <a:close/>
                  <a:moveTo>
                    <a:pt x="268" y="727"/>
                  </a:moveTo>
                  <a:cubicBezTo>
                    <a:pt x="276" y="724"/>
                    <a:pt x="273" y="733"/>
                    <a:pt x="279" y="738"/>
                  </a:cubicBezTo>
                  <a:cubicBezTo>
                    <a:pt x="274" y="741"/>
                    <a:pt x="272" y="730"/>
                    <a:pt x="268" y="727"/>
                  </a:cubicBezTo>
                  <a:close/>
                  <a:moveTo>
                    <a:pt x="290" y="751"/>
                  </a:moveTo>
                  <a:cubicBezTo>
                    <a:pt x="298" y="753"/>
                    <a:pt x="300" y="766"/>
                    <a:pt x="303" y="772"/>
                  </a:cubicBezTo>
                  <a:cubicBezTo>
                    <a:pt x="296" y="771"/>
                    <a:pt x="298" y="758"/>
                    <a:pt x="290" y="751"/>
                  </a:cubicBezTo>
                  <a:close/>
                  <a:moveTo>
                    <a:pt x="308" y="784"/>
                  </a:moveTo>
                  <a:cubicBezTo>
                    <a:pt x="319" y="781"/>
                    <a:pt x="311" y="795"/>
                    <a:pt x="318" y="801"/>
                  </a:cubicBezTo>
                  <a:cubicBezTo>
                    <a:pt x="308" y="801"/>
                    <a:pt x="317" y="790"/>
                    <a:pt x="308" y="784"/>
                  </a:cubicBezTo>
                  <a:close/>
                  <a:moveTo>
                    <a:pt x="335" y="731"/>
                  </a:moveTo>
                  <a:cubicBezTo>
                    <a:pt x="331" y="739"/>
                    <a:pt x="333" y="748"/>
                    <a:pt x="329" y="756"/>
                  </a:cubicBezTo>
                  <a:cubicBezTo>
                    <a:pt x="331" y="839"/>
                    <a:pt x="330" y="829"/>
                    <a:pt x="331" y="827"/>
                  </a:cubicBezTo>
                  <a:cubicBezTo>
                    <a:pt x="322" y="788"/>
                    <a:pt x="320" y="778"/>
                    <a:pt x="322" y="769"/>
                  </a:cubicBezTo>
                  <a:cubicBezTo>
                    <a:pt x="318" y="724"/>
                    <a:pt x="317" y="720"/>
                    <a:pt x="317" y="717"/>
                  </a:cubicBezTo>
                  <a:cubicBezTo>
                    <a:pt x="318" y="666"/>
                    <a:pt x="315" y="662"/>
                    <a:pt x="318" y="659"/>
                  </a:cubicBezTo>
                  <a:cubicBezTo>
                    <a:pt x="321" y="617"/>
                    <a:pt x="325" y="610"/>
                    <a:pt x="326" y="603"/>
                  </a:cubicBezTo>
                  <a:cubicBezTo>
                    <a:pt x="329" y="554"/>
                    <a:pt x="337" y="551"/>
                    <a:pt x="334" y="546"/>
                  </a:cubicBezTo>
                  <a:cubicBezTo>
                    <a:pt x="340" y="528"/>
                    <a:pt x="337" y="525"/>
                    <a:pt x="340" y="524"/>
                  </a:cubicBezTo>
                  <a:cubicBezTo>
                    <a:pt x="358" y="455"/>
                    <a:pt x="361" y="441"/>
                    <a:pt x="367" y="427"/>
                  </a:cubicBezTo>
                  <a:cubicBezTo>
                    <a:pt x="372" y="400"/>
                    <a:pt x="369" y="396"/>
                    <a:pt x="372" y="393"/>
                  </a:cubicBezTo>
                  <a:cubicBezTo>
                    <a:pt x="373" y="371"/>
                    <a:pt x="375" y="370"/>
                    <a:pt x="377" y="374"/>
                  </a:cubicBezTo>
                  <a:cubicBezTo>
                    <a:pt x="377" y="403"/>
                    <a:pt x="376" y="410"/>
                    <a:pt x="376" y="417"/>
                  </a:cubicBezTo>
                  <a:cubicBezTo>
                    <a:pt x="376" y="432"/>
                    <a:pt x="379" y="436"/>
                    <a:pt x="376" y="439"/>
                  </a:cubicBezTo>
                  <a:cubicBezTo>
                    <a:pt x="374" y="475"/>
                    <a:pt x="370" y="478"/>
                    <a:pt x="372" y="482"/>
                  </a:cubicBezTo>
                  <a:cubicBezTo>
                    <a:pt x="363" y="531"/>
                    <a:pt x="358" y="537"/>
                    <a:pt x="363" y="545"/>
                  </a:cubicBezTo>
                  <a:cubicBezTo>
                    <a:pt x="349" y="586"/>
                    <a:pt x="354" y="590"/>
                    <a:pt x="351" y="593"/>
                  </a:cubicBezTo>
                  <a:cubicBezTo>
                    <a:pt x="346" y="626"/>
                    <a:pt x="344" y="633"/>
                    <a:pt x="342" y="640"/>
                  </a:cubicBezTo>
                  <a:cubicBezTo>
                    <a:pt x="338" y="668"/>
                    <a:pt x="336" y="675"/>
                    <a:pt x="335" y="682"/>
                  </a:cubicBezTo>
                  <a:close/>
                  <a:moveTo>
                    <a:pt x="377" y="918"/>
                  </a:moveTo>
                  <a:cubicBezTo>
                    <a:pt x="384" y="917"/>
                    <a:pt x="377" y="927"/>
                    <a:pt x="384" y="931"/>
                  </a:cubicBezTo>
                  <a:cubicBezTo>
                    <a:pt x="377" y="932"/>
                    <a:pt x="376" y="921"/>
                    <a:pt x="377" y="918"/>
                  </a:cubicBezTo>
                  <a:close/>
                  <a:moveTo>
                    <a:pt x="383" y="897"/>
                  </a:moveTo>
                  <a:cubicBezTo>
                    <a:pt x="382" y="892"/>
                    <a:pt x="387" y="897"/>
                    <a:pt x="385" y="899"/>
                  </a:cubicBezTo>
                  <a:cubicBezTo>
                    <a:pt x="387" y="902"/>
                    <a:pt x="385" y="904"/>
                    <a:pt x="388" y="907"/>
                  </a:cubicBezTo>
                  <a:cubicBezTo>
                    <a:pt x="387" y="914"/>
                    <a:pt x="383" y="899"/>
                    <a:pt x="383" y="897"/>
                  </a:cubicBezTo>
                  <a:close/>
                  <a:moveTo>
                    <a:pt x="454" y="1071"/>
                  </a:moveTo>
                  <a:cubicBezTo>
                    <a:pt x="452" y="1070"/>
                    <a:pt x="449" y="1072"/>
                    <a:pt x="447" y="1068"/>
                  </a:cubicBezTo>
                  <a:cubicBezTo>
                    <a:pt x="405" y="1048"/>
                    <a:pt x="400" y="1045"/>
                    <a:pt x="395" y="1044"/>
                  </a:cubicBezTo>
                  <a:cubicBezTo>
                    <a:pt x="344" y="1022"/>
                    <a:pt x="338" y="1021"/>
                    <a:pt x="333" y="1018"/>
                  </a:cubicBezTo>
                  <a:cubicBezTo>
                    <a:pt x="314" y="1012"/>
                    <a:pt x="310" y="1001"/>
                    <a:pt x="304" y="1004"/>
                  </a:cubicBezTo>
                  <a:cubicBezTo>
                    <a:pt x="227" y="958"/>
                    <a:pt x="222" y="952"/>
                    <a:pt x="217" y="949"/>
                  </a:cubicBezTo>
                  <a:cubicBezTo>
                    <a:pt x="187" y="918"/>
                    <a:pt x="197" y="935"/>
                    <a:pt x="210" y="935"/>
                  </a:cubicBezTo>
                  <a:cubicBezTo>
                    <a:pt x="249" y="953"/>
                    <a:pt x="254" y="958"/>
                    <a:pt x="260" y="960"/>
                  </a:cubicBezTo>
                  <a:cubicBezTo>
                    <a:pt x="301" y="977"/>
                    <a:pt x="306" y="982"/>
                    <a:pt x="311" y="983"/>
                  </a:cubicBezTo>
                  <a:cubicBezTo>
                    <a:pt x="357" y="1005"/>
                    <a:pt x="360" y="1006"/>
                    <a:pt x="363" y="1007"/>
                  </a:cubicBezTo>
                  <a:cubicBezTo>
                    <a:pt x="404" y="1025"/>
                    <a:pt x="402" y="1033"/>
                    <a:pt x="409" y="1031"/>
                  </a:cubicBezTo>
                  <a:cubicBezTo>
                    <a:pt x="437" y="1049"/>
                    <a:pt x="439" y="1056"/>
                    <a:pt x="441" y="1053"/>
                  </a:cubicBezTo>
                  <a:cubicBezTo>
                    <a:pt x="464" y="1081"/>
                    <a:pt x="459" y="1076"/>
                    <a:pt x="454" y="1071"/>
                  </a:cubicBezTo>
                  <a:close/>
                  <a:moveTo>
                    <a:pt x="268" y="1051"/>
                  </a:moveTo>
                  <a:cubicBezTo>
                    <a:pt x="271" y="1051"/>
                    <a:pt x="273" y="1052"/>
                    <a:pt x="276" y="1054"/>
                  </a:cubicBezTo>
                  <a:cubicBezTo>
                    <a:pt x="278" y="1059"/>
                    <a:pt x="270" y="1054"/>
                    <a:pt x="268" y="1051"/>
                  </a:cubicBezTo>
                  <a:close/>
                  <a:moveTo>
                    <a:pt x="580" y="1214"/>
                  </a:moveTo>
                  <a:cubicBezTo>
                    <a:pt x="573" y="1211"/>
                    <a:pt x="567" y="1205"/>
                    <a:pt x="560" y="1205"/>
                  </a:cubicBezTo>
                  <a:cubicBezTo>
                    <a:pt x="529" y="1186"/>
                    <a:pt x="526" y="1184"/>
                    <a:pt x="522" y="1186"/>
                  </a:cubicBezTo>
                  <a:cubicBezTo>
                    <a:pt x="481" y="1169"/>
                    <a:pt x="479" y="1162"/>
                    <a:pt x="475" y="1164"/>
                  </a:cubicBezTo>
                  <a:cubicBezTo>
                    <a:pt x="441" y="1147"/>
                    <a:pt x="434" y="1148"/>
                    <a:pt x="428" y="1143"/>
                  </a:cubicBezTo>
                  <a:cubicBezTo>
                    <a:pt x="404" y="1135"/>
                    <a:pt x="402" y="1125"/>
                    <a:pt x="398" y="1127"/>
                  </a:cubicBezTo>
                  <a:cubicBezTo>
                    <a:pt x="345" y="1102"/>
                    <a:pt x="339" y="1102"/>
                    <a:pt x="333" y="1096"/>
                  </a:cubicBezTo>
                  <a:cubicBezTo>
                    <a:pt x="282" y="1057"/>
                    <a:pt x="286" y="1056"/>
                    <a:pt x="289" y="1061"/>
                  </a:cubicBezTo>
                  <a:cubicBezTo>
                    <a:pt x="303" y="1065"/>
                    <a:pt x="306" y="1064"/>
                    <a:pt x="309" y="1067"/>
                  </a:cubicBezTo>
                  <a:cubicBezTo>
                    <a:pt x="329" y="1073"/>
                    <a:pt x="332" y="1077"/>
                    <a:pt x="336" y="1075"/>
                  </a:cubicBezTo>
                  <a:cubicBezTo>
                    <a:pt x="382" y="1096"/>
                    <a:pt x="389" y="1094"/>
                    <a:pt x="395" y="1100"/>
                  </a:cubicBezTo>
                  <a:cubicBezTo>
                    <a:pt x="420" y="1110"/>
                    <a:pt x="426" y="1117"/>
                    <a:pt x="433" y="1116"/>
                  </a:cubicBezTo>
                  <a:cubicBezTo>
                    <a:pt x="475" y="1138"/>
                    <a:pt x="479" y="1137"/>
                    <a:pt x="482" y="1140"/>
                  </a:cubicBezTo>
                  <a:cubicBezTo>
                    <a:pt x="503" y="1150"/>
                    <a:pt x="505" y="1157"/>
                    <a:pt x="509" y="1155"/>
                  </a:cubicBezTo>
                  <a:cubicBezTo>
                    <a:pt x="552" y="1189"/>
                    <a:pt x="558" y="1193"/>
                    <a:pt x="565" y="1196"/>
                  </a:cubicBezTo>
                  <a:close/>
                  <a:moveTo>
                    <a:pt x="617" y="1274"/>
                  </a:moveTo>
                  <a:cubicBezTo>
                    <a:pt x="613" y="1273"/>
                    <a:pt x="608" y="1272"/>
                    <a:pt x="604" y="1270"/>
                  </a:cubicBezTo>
                  <a:cubicBezTo>
                    <a:pt x="596" y="1264"/>
                    <a:pt x="587" y="1264"/>
                    <a:pt x="579" y="1258"/>
                  </a:cubicBezTo>
                  <a:cubicBezTo>
                    <a:pt x="575" y="1258"/>
                    <a:pt x="570" y="1256"/>
                    <a:pt x="566" y="1254"/>
                  </a:cubicBezTo>
                  <a:cubicBezTo>
                    <a:pt x="562" y="1252"/>
                    <a:pt x="558" y="1249"/>
                    <a:pt x="554" y="1249"/>
                  </a:cubicBezTo>
                  <a:cubicBezTo>
                    <a:pt x="546" y="1247"/>
                    <a:pt x="537" y="1243"/>
                    <a:pt x="529" y="1240"/>
                  </a:cubicBezTo>
                  <a:cubicBezTo>
                    <a:pt x="513" y="1231"/>
                    <a:pt x="495" y="1229"/>
                    <a:pt x="480" y="1216"/>
                  </a:cubicBezTo>
                  <a:cubicBezTo>
                    <a:pt x="475" y="1215"/>
                    <a:pt x="471" y="1216"/>
                    <a:pt x="467" y="1209"/>
                  </a:cubicBezTo>
                  <a:cubicBezTo>
                    <a:pt x="462" y="1214"/>
                    <a:pt x="460" y="1202"/>
                    <a:pt x="455" y="1204"/>
                  </a:cubicBezTo>
                  <a:cubicBezTo>
                    <a:pt x="447" y="1200"/>
                    <a:pt x="439" y="1194"/>
                    <a:pt x="431" y="1192"/>
                  </a:cubicBezTo>
                  <a:cubicBezTo>
                    <a:pt x="427" y="1188"/>
                    <a:pt x="424" y="1185"/>
                    <a:pt x="420" y="1184"/>
                  </a:cubicBezTo>
                  <a:cubicBezTo>
                    <a:pt x="419" y="1181"/>
                    <a:pt x="421" y="1183"/>
                    <a:pt x="423" y="1182"/>
                  </a:cubicBezTo>
                  <a:cubicBezTo>
                    <a:pt x="425" y="1182"/>
                    <a:pt x="427" y="1183"/>
                    <a:pt x="429" y="1186"/>
                  </a:cubicBezTo>
                  <a:cubicBezTo>
                    <a:pt x="434" y="1181"/>
                    <a:pt x="436" y="1194"/>
                    <a:pt x="441" y="1188"/>
                  </a:cubicBezTo>
                  <a:cubicBezTo>
                    <a:pt x="447" y="1196"/>
                    <a:pt x="456" y="1192"/>
                    <a:pt x="462" y="1199"/>
                  </a:cubicBezTo>
                  <a:cubicBezTo>
                    <a:pt x="464" y="1201"/>
                    <a:pt x="467" y="1198"/>
                    <a:pt x="468" y="1200"/>
                  </a:cubicBezTo>
                  <a:cubicBezTo>
                    <a:pt x="470" y="1204"/>
                    <a:pt x="472" y="1203"/>
                    <a:pt x="475" y="1201"/>
                  </a:cubicBezTo>
                  <a:cubicBezTo>
                    <a:pt x="477" y="1208"/>
                    <a:pt x="482" y="1201"/>
                    <a:pt x="484" y="1208"/>
                  </a:cubicBezTo>
                  <a:cubicBezTo>
                    <a:pt x="492" y="1207"/>
                    <a:pt x="499" y="1213"/>
                    <a:pt x="506" y="1216"/>
                  </a:cubicBezTo>
                  <a:cubicBezTo>
                    <a:pt x="515" y="1216"/>
                    <a:pt x="522" y="1222"/>
                    <a:pt x="530" y="1226"/>
                  </a:cubicBezTo>
                  <a:cubicBezTo>
                    <a:pt x="538" y="1225"/>
                    <a:pt x="545" y="1230"/>
                    <a:pt x="552" y="1235"/>
                  </a:cubicBezTo>
                  <a:cubicBezTo>
                    <a:pt x="556" y="1235"/>
                    <a:pt x="559" y="1239"/>
                    <a:pt x="563" y="1240"/>
                  </a:cubicBezTo>
                  <a:cubicBezTo>
                    <a:pt x="567" y="1242"/>
                    <a:pt x="571" y="1239"/>
                    <a:pt x="573" y="1246"/>
                  </a:cubicBezTo>
                  <a:cubicBezTo>
                    <a:pt x="581" y="1247"/>
                    <a:pt x="588" y="1254"/>
                    <a:pt x="595" y="1254"/>
                  </a:cubicBezTo>
                  <a:cubicBezTo>
                    <a:pt x="597" y="1256"/>
                    <a:pt x="598" y="1258"/>
                    <a:pt x="599" y="1260"/>
                  </a:cubicBezTo>
                  <a:cubicBezTo>
                    <a:pt x="604" y="1262"/>
                    <a:pt x="609" y="1265"/>
                    <a:pt x="614" y="1265"/>
                  </a:cubicBezTo>
                  <a:cubicBezTo>
                    <a:pt x="618" y="1269"/>
                    <a:pt x="623" y="1274"/>
                    <a:pt x="628" y="1274"/>
                  </a:cubicBezTo>
                  <a:cubicBezTo>
                    <a:pt x="629" y="1283"/>
                    <a:pt x="620" y="1272"/>
                    <a:pt x="617" y="1274"/>
                  </a:cubicBezTo>
                  <a:close/>
                  <a:moveTo>
                    <a:pt x="805" y="1319"/>
                  </a:moveTo>
                  <a:cubicBezTo>
                    <a:pt x="807" y="1316"/>
                    <a:pt x="803" y="1312"/>
                    <a:pt x="802" y="1308"/>
                  </a:cubicBezTo>
                  <a:cubicBezTo>
                    <a:pt x="798" y="1300"/>
                    <a:pt x="801" y="1294"/>
                    <a:pt x="795" y="1286"/>
                  </a:cubicBezTo>
                  <a:cubicBezTo>
                    <a:pt x="796" y="1283"/>
                    <a:pt x="793" y="1279"/>
                    <a:pt x="792" y="1275"/>
                  </a:cubicBezTo>
                  <a:cubicBezTo>
                    <a:pt x="792" y="1271"/>
                    <a:pt x="789" y="1267"/>
                    <a:pt x="789" y="1263"/>
                  </a:cubicBezTo>
                  <a:cubicBezTo>
                    <a:pt x="784" y="1259"/>
                    <a:pt x="792" y="1257"/>
                    <a:pt x="786" y="1252"/>
                  </a:cubicBezTo>
                  <a:cubicBezTo>
                    <a:pt x="788" y="1249"/>
                    <a:pt x="782" y="1245"/>
                    <a:pt x="785" y="1242"/>
                  </a:cubicBezTo>
                  <a:cubicBezTo>
                    <a:pt x="779" y="1240"/>
                    <a:pt x="788" y="1232"/>
                    <a:pt x="782" y="1234"/>
                  </a:cubicBezTo>
                  <a:cubicBezTo>
                    <a:pt x="780" y="1230"/>
                    <a:pt x="785" y="1227"/>
                    <a:pt x="779" y="1223"/>
                  </a:cubicBezTo>
                  <a:cubicBezTo>
                    <a:pt x="777" y="1216"/>
                    <a:pt x="771" y="1208"/>
                    <a:pt x="775" y="1202"/>
                  </a:cubicBezTo>
                  <a:cubicBezTo>
                    <a:pt x="766" y="1186"/>
                    <a:pt x="772" y="1173"/>
                    <a:pt x="762" y="1157"/>
                  </a:cubicBezTo>
                  <a:cubicBezTo>
                    <a:pt x="762" y="1151"/>
                    <a:pt x="764" y="1145"/>
                    <a:pt x="759" y="1138"/>
                  </a:cubicBezTo>
                  <a:cubicBezTo>
                    <a:pt x="763" y="1133"/>
                    <a:pt x="757" y="1126"/>
                    <a:pt x="757" y="1120"/>
                  </a:cubicBezTo>
                  <a:cubicBezTo>
                    <a:pt x="762" y="1115"/>
                    <a:pt x="752" y="1107"/>
                    <a:pt x="757" y="1102"/>
                  </a:cubicBezTo>
                  <a:cubicBezTo>
                    <a:pt x="753" y="1095"/>
                    <a:pt x="756" y="1090"/>
                    <a:pt x="752" y="1084"/>
                  </a:cubicBezTo>
                  <a:cubicBezTo>
                    <a:pt x="757" y="1082"/>
                    <a:pt x="759" y="1092"/>
                    <a:pt x="763" y="1095"/>
                  </a:cubicBezTo>
                  <a:cubicBezTo>
                    <a:pt x="764" y="1101"/>
                    <a:pt x="771" y="1108"/>
                    <a:pt x="771" y="1113"/>
                  </a:cubicBezTo>
                  <a:cubicBezTo>
                    <a:pt x="774" y="1123"/>
                    <a:pt x="774" y="1132"/>
                    <a:pt x="777" y="1141"/>
                  </a:cubicBezTo>
                  <a:cubicBezTo>
                    <a:pt x="776" y="1145"/>
                    <a:pt x="777" y="1150"/>
                    <a:pt x="779" y="1155"/>
                  </a:cubicBezTo>
                  <a:cubicBezTo>
                    <a:pt x="776" y="1159"/>
                    <a:pt x="783" y="1164"/>
                    <a:pt x="780" y="1168"/>
                  </a:cubicBezTo>
                  <a:cubicBezTo>
                    <a:pt x="783" y="1178"/>
                    <a:pt x="783" y="1186"/>
                    <a:pt x="787" y="1196"/>
                  </a:cubicBezTo>
                  <a:cubicBezTo>
                    <a:pt x="784" y="1199"/>
                    <a:pt x="791" y="1205"/>
                    <a:pt x="788" y="1208"/>
                  </a:cubicBezTo>
                  <a:cubicBezTo>
                    <a:pt x="790" y="1213"/>
                    <a:pt x="790" y="1217"/>
                    <a:pt x="795" y="1222"/>
                  </a:cubicBezTo>
                  <a:cubicBezTo>
                    <a:pt x="789" y="1226"/>
                    <a:pt x="793" y="1231"/>
                    <a:pt x="797" y="1237"/>
                  </a:cubicBezTo>
                  <a:cubicBezTo>
                    <a:pt x="791" y="1240"/>
                    <a:pt x="797" y="1245"/>
                    <a:pt x="798" y="1249"/>
                  </a:cubicBezTo>
                  <a:cubicBezTo>
                    <a:pt x="792" y="1257"/>
                    <a:pt x="805" y="1267"/>
                    <a:pt x="800" y="1275"/>
                  </a:cubicBezTo>
                  <a:cubicBezTo>
                    <a:pt x="807" y="1281"/>
                    <a:pt x="801" y="1284"/>
                    <a:pt x="805" y="1290"/>
                  </a:cubicBezTo>
                  <a:cubicBezTo>
                    <a:pt x="807" y="1294"/>
                    <a:pt x="806" y="1298"/>
                    <a:pt x="806" y="1302"/>
                  </a:cubicBezTo>
                  <a:cubicBezTo>
                    <a:pt x="808" y="1311"/>
                    <a:pt x="809" y="1319"/>
                    <a:pt x="811" y="1328"/>
                  </a:cubicBezTo>
                  <a:cubicBezTo>
                    <a:pt x="805" y="1330"/>
                    <a:pt x="808" y="1322"/>
                    <a:pt x="805" y="1319"/>
                  </a:cubicBezTo>
                  <a:close/>
                  <a:moveTo>
                    <a:pt x="825" y="1377"/>
                  </a:moveTo>
                  <a:cubicBezTo>
                    <a:pt x="822" y="1373"/>
                    <a:pt x="823" y="1369"/>
                    <a:pt x="818" y="1364"/>
                  </a:cubicBezTo>
                  <a:cubicBezTo>
                    <a:pt x="822" y="1360"/>
                    <a:pt x="813" y="1353"/>
                    <a:pt x="816" y="1349"/>
                  </a:cubicBezTo>
                  <a:cubicBezTo>
                    <a:pt x="810" y="1344"/>
                    <a:pt x="813" y="1340"/>
                    <a:pt x="808" y="1335"/>
                  </a:cubicBezTo>
                  <a:cubicBezTo>
                    <a:pt x="816" y="1330"/>
                    <a:pt x="814" y="1343"/>
                    <a:pt x="816" y="1346"/>
                  </a:cubicBezTo>
                  <a:cubicBezTo>
                    <a:pt x="821" y="1352"/>
                    <a:pt x="818" y="1356"/>
                    <a:pt x="824" y="1362"/>
                  </a:cubicBezTo>
                  <a:cubicBezTo>
                    <a:pt x="821" y="1369"/>
                    <a:pt x="831" y="1379"/>
                    <a:pt x="832" y="1388"/>
                  </a:cubicBezTo>
                  <a:cubicBezTo>
                    <a:pt x="826" y="1390"/>
                    <a:pt x="828" y="1380"/>
                    <a:pt x="825" y="1377"/>
                  </a:cubicBezTo>
                  <a:close/>
                  <a:moveTo>
                    <a:pt x="750" y="1257"/>
                  </a:moveTo>
                  <a:cubicBezTo>
                    <a:pt x="752" y="1260"/>
                    <a:pt x="755" y="1264"/>
                    <a:pt x="757" y="1267"/>
                  </a:cubicBezTo>
                  <a:cubicBezTo>
                    <a:pt x="754" y="1272"/>
                    <a:pt x="762" y="1279"/>
                    <a:pt x="761" y="1284"/>
                  </a:cubicBezTo>
                  <a:cubicBezTo>
                    <a:pt x="759" y="1289"/>
                    <a:pt x="763" y="1294"/>
                    <a:pt x="764" y="1300"/>
                  </a:cubicBezTo>
                  <a:cubicBezTo>
                    <a:pt x="765" y="1305"/>
                    <a:pt x="771" y="1311"/>
                    <a:pt x="771" y="1317"/>
                  </a:cubicBezTo>
                  <a:cubicBezTo>
                    <a:pt x="774" y="1320"/>
                    <a:pt x="773" y="1322"/>
                    <a:pt x="774" y="1325"/>
                  </a:cubicBezTo>
                  <a:cubicBezTo>
                    <a:pt x="776" y="1327"/>
                    <a:pt x="778" y="1330"/>
                    <a:pt x="776" y="1332"/>
                  </a:cubicBezTo>
                  <a:cubicBezTo>
                    <a:pt x="783" y="1341"/>
                    <a:pt x="783" y="1356"/>
                    <a:pt x="792" y="1361"/>
                  </a:cubicBezTo>
                  <a:cubicBezTo>
                    <a:pt x="790" y="1363"/>
                    <a:pt x="793" y="1366"/>
                    <a:pt x="795" y="1369"/>
                  </a:cubicBezTo>
                  <a:cubicBezTo>
                    <a:pt x="797" y="1372"/>
                    <a:pt x="795" y="1374"/>
                    <a:pt x="798" y="1377"/>
                  </a:cubicBezTo>
                  <a:cubicBezTo>
                    <a:pt x="798" y="1382"/>
                    <a:pt x="807" y="1388"/>
                    <a:pt x="801" y="1392"/>
                  </a:cubicBezTo>
                  <a:cubicBezTo>
                    <a:pt x="779" y="1365"/>
                    <a:pt x="778" y="1342"/>
                    <a:pt x="763" y="1317"/>
                  </a:cubicBezTo>
                  <a:cubicBezTo>
                    <a:pt x="764" y="1312"/>
                    <a:pt x="764" y="1307"/>
                    <a:pt x="760" y="1301"/>
                  </a:cubicBezTo>
                  <a:cubicBezTo>
                    <a:pt x="762" y="1296"/>
                    <a:pt x="756" y="1291"/>
                    <a:pt x="757" y="1286"/>
                  </a:cubicBezTo>
                  <a:cubicBezTo>
                    <a:pt x="757" y="1281"/>
                    <a:pt x="754" y="1276"/>
                    <a:pt x="752" y="1271"/>
                  </a:cubicBezTo>
                  <a:cubicBezTo>
                    <a:pt x="754" y="1267"/>
                    <a:pt x="749" y="1261"/>
                    <a:pt x="750" y="1257"/>
                  </a:cubicBezTo>
                  <a:cubicBezTo>
                    <a:pt x="743" y="1251"/>
                    <a:pt x="755" y="1253"/>
                    <a:pt x="750" y="1257"/>
                  </a:cubicBezTo>
                  <a:close/>
                  <a:moveTo>
                    <a:pt x="732" y="1176"/>
                  </a:moveTo>
                  <a:cubicBezTo>
                    <a:pt x="734" y="1178"/>
                    <a:pt x="734" y="1179"/>
                    <a:pt x="733" y="1180"/>
                  </a:cubicBezTo>
                  <a:cubicBezTo>
                    <a:pt x="737" y="1184"/>
                    <a:pt x="732" y="1187"/>
                    <a:pt x="737" y="1191"/>
                  </a:cubicBezTo>
                  <a:cubicBezTo>
                    <a:pt x="733" y="1195"/>
                    <a:pt x="740" y="1200"/>
                    <a:pt x="737" y="1205"/>
                  </a:cubicBezTo>
                  <a:cubicBezTo>
                    <a:pt x="734" y="1200"/>
                    <a:pt x="733" y="1196"/>
                    <a:pt x="736" y="1192"/>
                  </a:cubicBezTo>
                  <a:cubicBezTo>
                    <a:pt x="731" y="1185"/>
                    <a:pt x="731" y="1179"/>
                    <a:pt x="730" y="1172"/>
                  </a:cubicBezTo>
                  <a:cubicBezTo>
                    <a:pt x="733" y="1171"/>
                    <a:pt x="730" y="1174"/>
                    <a:pt x="732" y="1176"/>
                  </a:cubicBezTo>
                  <a:close/>
                  <a:moveTo>
                    <a:pt x="727" y="1158"/>
                  </a:moveTo>
                  <a:cubicBezTo>
                    <a:pt x="726" y="1149"/>
                    <a:pt x="735" y="1168"/>
                    <a:pt x="728" y="1162"/>
                  </a:cubicBezTo>
                  <a:cubicBezTo>
                    <a:pt x="725" y="1160"/>
                    <a:pt x="728" y="1159"/>
                    <a:pt x="727" y="1158"/>
                  </a:cubicBezTo>
                  <a:close/>
                  <a:moveTo>
                    <a:pt x="687" y="988"/>
                  </a:moveTo>
                  <a:cubicBezTo>
                    <a:pt x="686" y="980"/>
                    <a:pt x="691" y="972"/>
                    <a:pt x="688" y="963"/>
                  </a:cubicBezTo>
                  <a:cubicBezTo>
                    <a:pt x="690" y="939"/>
                    <a:pt x="692" y="942"/>
                    <a:pt x="690" y="943"/>
                  </a:cubicBezTo>
                  <a:cubicBezTo>
                    <a:pt x="691" y="958"/>
                    <a:pt x="690" y="959"/>
                    <a:pt x="692" y="961"/>
                  </a:cubicBezTo>
                  <a:cubicBezTo>
                    <a:pt x="692" y="977"/>
                    <a:pt x="693" y="981"/>
                    <a:pt x="692" y="985"/>
                  </a:cubicBezTo>
                  <a:cubicBezTo>
                    <a:pt x="698" y="1018"/>
                    <a:pt x="694" y="1026"/>
                    <a:pt x="698" y="1034"/>
                  </a:cubicBezTo>
                  <a:cubicBezTo>
                    <a:pt x="707" y="1091"/>
                    <a:pt x="704" y="1098"/>
                    <a:pt x="708" y="1107"/>
                  </a:cubicBezTo>
                  <a:cubicBezTo>
                    <a:pt x="711" y="1139"/>
                    <a:pt x="716" y="1148"/>
                    <a:pt x="715" y="1156"/>
                  </a:cubicBezTo>
                  <a:cubicBezTo>
                    <a:pt x="725" y="1197"/>
                    <a:pt x="729" y="1214"/>
                    <a:pt x="734" y="1231"/>
                  </a:cubicBezTo>
                  <a:cubicBezTo>
                    <a:pt x="749" y="1288"/>
                    <a:pt x="747" y="1296"/>
                    <a:pt x="752" y="1306"/>
                  </a:cubicBezTo>
                  <a:cubicBezTo>
                    <a:pt x="764" y="1347"/>
                    <a:pt x="773" y="1364"/>
                    <a:pt x="782" y="1381"/>
                  </a:cubicBezTo>
                  <a:cubicBezTo>
                    <a:pt x="746" y="1345"/>
                    <a:pt x="746" y="1340"/>
                    <a:pt x="740" y="1333"/>
                  </a:cubicBezTo>
                  <a:cubicBezTo>
                    <a:pt x="729" y="1298"/>
                    <a:pt x="730" y="1290"/>
                    <a:pt x="721" y="1280"/>
                  </a:cubicBezTo>
                  <a:cubicBezTo>
                    <a:pt x="713" y="1238"/>
                    <a:pt x="715" y="1234"/>
                    <a:pt x="712" y="1230"/>
                  </a:cubicBezTo>
                  <a:cubicBezTo>
                    <a:pt x="706" y="1195"/>
                    <a:pt x="704" y="1194"/>
                    <a:pt x="704" y="1193"/>
                  </a:cubicBezTo>
                  <a:cubicBezTo>
                    <a:pt x="701" y="1173"/>
                    <a:pt x="699" y="1164"/>
                    <a:pt x="699" y="1156"/>
                  </a:cubicBezTo>
                  <a:cubicBezTo>
                    <a:pt x="691" y="1100"/>
                    <a:pt x="690" y="1092"/>
                    <a:pt x="691" y="1084"/>
                  </a:cubicBezTo>
                  <a:close/>
                  <a:moveTo>
                    <a:pt x="736" y="1347"/>
                  </a:moveTo>
                  <a:cubicBezTo>
                    <a:pt x="730" y="1348"/>
                    <a:pt x="730" y="1337"/>
                    <a:pt x="727" y="1334"/>
                  </a:cubicBezTo>
                  <a:cubicBezTo>
                    <a:pt x="734" y="1333"/>
                    <a:pt x="734" y="1344"/>
                    <a:pt x="736" y="1347"/>
                  </a:cubicBezTo>
                  <a:close/>
                  <a:moveTo>
                    <a:pt x="678" y="1070"/>
                  </a:moveTo>
                  <a:cubicBezTo>
                    <a:pt x="684" y="1068"/>
                    <a:pt x="678" y="1073"/>
                    <a:pt x="680" y="1076"/>
                  </a:cubicBezTo>
                  <a:cubicBezTo>
                    <a:pt x="684" y="1082"/>
                    <a:pt x="675" y="1078"/>
                    <a:pt x="678" y="1070"/>
                  </a:cubicBezTo>
                  <a:close/>
                  <a:moveTo>
                    <a:pt x="716" y="1310"/>
                  </a:moveTo>
                  <a:cubicBezTo>
                    <a:pt x="716" y="1305"/>
                    <a:pt x="710" y="1299"/>
                    <a:pt x="709" y="1294"/>
                  </a:cubicBezTo>
                  <a:cubicBezTo>
                    <a:pt x="710" y="1289"/>
                    <a:pt x="705" y="1283"/>
                    <a:pt x="706" y="1278"/>
                  </a:cubicBezTo>
                  <a:cubicBezTo>
                    <a:pt x="703" y="1275"/>
                    <a:pt x="704" y="1272"/>
                    <a:pt x="705" y="1270"/>
                  </a:cubicBezTo>
                  <a:cubicBezTo>
                    <a:pt x="702" y="1269"/>
                    <a:pt x="703" y="1267"/>
                    <a:pt x="702" y="1264"/>
                  </a:cubicBezTo>
                  <a:cubicBezTo>
                    <a:pt x="697" y="1253"/>
                    <a:pt x="697" y="1242"/>
                    <a:pt x="693" y="1230"/>
                  </a:cubicBezTo>
                  <a:cubicBezTo>
                    <a:pt x="694" y="1225"/>
                    <a:pt x="691" y="1219"/>
                    <a:pt x="693" y="1214"/>
                  </a:cubicBezTo>
                  <a:cubicBezTo>
                    <a:pt x="689" y="1208"/>
                    <a:pt x="692" y="1204"/>
                    <a:pt x="692" y="1199"/>
                  </a:cubicBezTo>
                  <a:cubicBezTo>
                    <a:pt x="686" y="1180"/>
                    <a:pt x="684" y="1162"/>
                    <a:pt x="683" y="1144"/>
                  </a:cubicBezTo>
                  <a:cubicBezTo>
                    <a:pt x="684" y="1135"/>
                    <a:pt x="679" y="1126"/>
                    <a:pt x="682" y="1117"/>
                  </a:cubicBezTo>
                  <a:cubicBezTo>
                    <a:pt x="676" y="1107"/>
                    <a:pt x="683" y="1100"/>
                    <a:pt x="679" y="1090"/>
                  </a:cubicBezTo>
                  <a:cubicBezTo>
                    <a:pt x="684" y="1088"/>
                    <a:pt x="681" y="1096"/>
                    <a:pt x="682" y="1099"/>
                  </a:cubicBezTo>
                  <a:cubicBezTo>
                    <a:pt x="682" y="1102"/>
                    <a:pt x="683" y="1106"/>
                    <a:pt x="682" y="1109"/>
                  </a:cubicBezTo>
                  <a:cubicBezTo>
                    <a:pt x="684" y="1117"/>
                    <a:pt x="686" y="1124"/>
                    <a:pt x="683" y="1130"/>
                  </a:cubicBezTo>
                  <a:cubicBezTo>
                    <a:pt x="686" y="1138"/>
                    <a:pt x="688" y="1145"/>
                    <a:pt x="689" y="1153"/>
                  </a:cubicBezTo>
                  <a:cubicBezTo>
                    <a:pt x="687" y="1156"/>
                    <a:pt x="691" y="1160"/>
                    <a:pt x="692" y="1164"/>
                  </a:cubicBezTo>
                  <a:cubicBezTo>
                    <a:pt x="687" y="1167"/>
                    <a:pt x="693" y="1171"/>
                    <a:pt x="690" y="1173"/>
                  </a:cubicBezTo>
                  <a:cubicBezTo>
                    <a:pt x="694" y="1180"/>
                    <a:pt x="697" y="1187"/>
                    <a:pt x="696" y="1193"/>
                  </a:cubicBezTo>
                  <a:cubicBezTo>
                    <a:pt x="697" y="1196"/>
                    <a:pt x="697" y="1199"/>
                    <a:pt x="698" y="1203"/>
                  </a:cubicBezTo>
                  <a:cubicBezTo>
                    <a:pt x="696" y="1206"/>
                    <a:pt x="702" y="1210"/>
                    <a:pt x="699" y="1212"/>
                  </a:cubicBezTo>
                  <a:cubicBezTo>
                    <a:pt x="702" y="1225"/>
                    <a:pt x="703" y="1237"/>
                    <a:pt x="707" y="1250"/>
                  </a:cubicBezTo>
                  <a:cubicBezTo>
                    <a:pt x="708" y="1274"/>
                    <a:pt x="726" y="1302"/>
                    <a:pt x="727" y="1326"/>
                  </a:cubicBezTo>
                  <a:cubicBezTo>
                    <a:pt x="721" y="1327"/>
                    <a:pt x="718" y="1315"/>
                    <a:pt x="716" y="1310"/>
                  </a:cubicBezTo>
                  <a:close/>
                  <a:moveTo>
                    <a:pt x="591" y="1343"/>
                  </a:moveTo>
                  <a:cubicBezTo>
                    <a:pt x="583" y="1344"/>
                    <a:pt x="576" y="1334"/>
                    <a:pt x="568" y="1336"/>
                  </a:cubicBezTo>
                  <a:cubicBezTo>
                    <a:pt x="565" y="1330"/>
                    <a:pt x="572" y="1336"/>
                    <a:pt x="574" y="1334"/>
                  </a:cubicBezTo>
                  <a:cubicBezTo>
                    <a:pt x="577" y="1336"/>
                    <a:pt x="579" y="1334"/>
                    <a:pt x="582" y="1336"/>
                  </a:cubicBezTo>
                  <a:cubicBezTo>
                    <a:pt x="587" y="1339"/>
                    <a:pt x="593" y="1337"/>
                    <a:pt x="598" y="1344"/>
                  </a:cubicBezTo>
                  <a:cubicBezTo>
                    <a:pt x="607" y="1344"/>
                    <a:pt x="617" y="1346"/>
                    <a:pt x="627" y="1347"/>
                  </a:cubicBezTo>
                  <a:cubicBezTo>
                    <a:pt x="632" y="1349"/>
                    <a:pt x="637" y="1350"/>
                    <a:pt x="642" y="1350"/>
                  </a:cubicBezTo>
                  <a:cubicBezTo>
                    <a:pt x="646" y="1353"/>
                    <a:pt x="651" y="1353"/>
                    <a:pt x="655" y="1354"/>
                  </a:cubicBezTo>
                  <a:cubicBezTo>
                    <a:pt x="661" y="1352"/>
                    <a:pt x="665" y="1356"/>
                    <a:pt x="671" y="1356"/>
                  </a:cubicBezTo>
                  <a:cubicBezTo>
                    <a:pt x="675" y="1357"/>
                    <a:pt x="680" y="1358"/>
                    <a:pt x="684" y="1360"/>
                  </a:cubicBezTo>
                  <a:cubicBezTo>
                    <a:pt x="693" y="1361"/>
                    <a:pt x="702" y="1366"/>
                    <a:pt x="711" y="1364"/>
                  </a:cubicBezTo>
                  <a:cubicBezTo>
                    <a:pt x="722" y="1373"/>
                    <a:pt x="735" y="1372"/>
                    <a:pt x="746" y="1380"/>
                  </a:cubicBezTo>
                  <a:cubicBezTo>
                    <a:pt x="750" y="1379"/>
                    <a:pt x="753" y="1379"/>
                    <a:pt x="755" y="1381"/>
                  </a:cubicBezTo>
                  <a:cubicBezTo>
                    <a:pt x="757" y="1389"/>
                    <a:pt x="762" y="1379"/>
                    <a:pt x="764" y="1386"/>
                  </a:cubicBezTo>
                  <a:cubicBezTo>
                    <a:pt x="770" y="1383"/>
                    <a:pt x="774" y="1394"/>
                    <a:pt x="781" y="1390"/>
                  </a:cubicBezTo>
                  <a:cubicBezTo>
                    <a:pt x="782" y="1393"/>
                    <a:pt x="784" y="1395"/>
                    <a:pt x="786" y="1394"/>
                  </a:cubicBezTo>
                  <a:cubicBezTo>
                    <a:pt x="786" y="1397"/>
                    <a:pt x="786" y="1399"/>
                    <a:pt x="789" y="1398"/>
                  </a:cubicBezTo>
                  <a:cubicBezTo>
                    <a:pt x="792" y="1398"/>
                    <a:pt x="795" y="1403"/>
                    <a:pt x="798" y="1407"/>
                  </a:cubicBezTo>
                  <a:cubicBezTo>
                    <a:pt x="791" y="1410"/>
                    <a:pt x="786" y="1403"/>
                    <a:pt x="780" y="1404"/>
                  </a:cubicBezTo>
                  <a:cubicBezTo>
                    <a:pt x="774" y="1399"/>
                    <a:pt x="768" y="1401"/>
                    <a:pt x="763" y="1395"/>
                  </a:cubicBezTo>
                  <a:cubicBezTo>
                    <a:pt x="758" y="1394"/>
                    <a:pt x="753" y="1395"/>
                    <a:pt x="749" y="1391"/>
                  </a:cubicBezTo>
                  <a:cubicBezTo>
                    <a:pt x="745" y="1391"/>
                    <a:pt x="741" y="1390"/>
                    <a:pt x="737" y="1389"/>
                  </a:cubicBezTo>
                  <a:cubicBezTo>
                    <a:pt x="729" y="1388"/>
                    <a:pt x="721" y="1384"/>
                    <a:pt x="713" y="1382"/>
                  </a:cubicBezTo>
                  <a:cubicBezTo>
                    <a:pt x="705" y="1380"/>
                    <a:pt x="696" y="1378"/>
                    <a:pt x="688" y="1376"/>
                  </a:cubicBezTo>
                  <a:cubicBezTo>
                    <a:pt x="679" y="1375"/>
                    <a:pt x="671" y="1373"/>
                    <a:pt x="664" y="1369"/>
                  </a:cubicBezTo>
                  <a:cubicBezTo>
                    <a:pt x="661" y="1368"/>
                    <a:pt x="658" y="1370"/>
                    <a:pt x="656" y="1366"/>
                  </a:cubicBezTo>
                  <a:cubicBezTo>
                    <a:pt x="654" y="1367"/>
                    <a:pt x="653" y="1364"/>
                    <a:pt x="650" y="1365"/>
                  </a:cubicBezTo>
                  <a:cubicBezTo>
                    <a:pt x="647" y="1361"/>
                    <a:pt x="642" y="1366"/>
                    <a:pt x="639" y="1360"/>
                  </a:cubicBezTo>
                  <a:cubicBezTo>
                    <a:pt x="630" y="1360"/>
                    <a:pt x="623" y="1356"/>
                    <a:pt x="615" y="1353"/>
                  </a:cubicBezTo>
                  <a:cubicBezTo>
                    <a:pt x="607" y="1348"/>
                    <a:pt x="599" y="1348"/>
                    <a:pt x="591" y="1343"/>
                  </a:cubicBezTo>
                  <a:close/>
                  <a:moveTo>
                    <a:pt x="862" y="1455"/>
                  </a:moveTo>
                  <a:cubicBezTo>
                    <a:pt x="859" y="1456"/>
                    <a:pt x="857" y="1456"/>
                    <a:pt x="854" y="1453"/>
                  </a:cubicBezTo>
                  <a:cubicBezTo>
                    <a:pt x="849" y="1453"/>
                    <a:pt x="844" y="1449"/>
                    <a:pt x="838" y="1448"/>
                  </a:cubicBezTo>
                  <a:cubicBezTo>
                    <a:pt x="828" y="1443"/>
                    <a:pt x="817" y="1443"/>
                    <a:pt x="807" y="1438"/>
                  </a:cubicBezTo>
                  <a:cubicBezTo>
                    <a:pt x="796" y="1436"/>
                    <a:pt x="786" y="1431"/>
                    <a:pt x="775" y="1431"/>
                  </a:cubicBezTo>
                  <a:cubicBezTo>
                    <a:pt x="771" y="1424"/>
                    <a:pt x="764" y="1431"/>
                    <a:pt x="759" y="1424"/>
                  </a:cubicBezTo>
                  <a:cubicBezTo>
                    <a:pt x="754" y="1427"/>
                    <a:pt x="750" y="1419"/>
                    <a:pt x="744" y="1422"/>
                  </a:cubicBezTo>
                  <a:cubicBezTo>
                    <a:pt x="734" y="1413"/>
                    <a:pt x="722" y="1416"/>
                    <a:pt x="712" y="1410"/>
                  </a:cubicBezTo>
                  <a:cubicBezTo>
                    <a:pt x="707" y="1405"/>
                    <a:pt x="700" y="1410"/>
                    <a:pt x="696" y="1402"/>
                  </a:cubicBezTo>
                  <a:cubicBezTo>
                    <a:pt x="690" y="1403"/>
                    <a:pt x="685" y="1401"/>
                    <a:pt x="681" y="1397"/>
                  </a:cubicBezTo>
                  <a:cubicBezTo>
                    <a:pt x="670" y="1394"/>
                    <a:pt x="660" y="1389"/>
                    <a:pt x="650" y="1384"/>
                  </a:cubicBezTo>
                  <a:cubicBezTo>
                    <a:pt x="646" y="1377"/>
                    <a:pt x="639" y="1382"/>
                    <a:pt x="635" y="1374"/>
                  </a:cubicBezTo>
                  <a:cubicBezTo>
                    <a:pt x="629" y="1374"/>
                    <a:pt x="625" y="1367"/>
                    <a:pt x="620" y="1368"/>
                  </a:cubicBezTo>
                  <a:cubicBezTo>
                    <a:pt x="619" y="1366"/>
                    <a:pt x="618" y="1364"/>
                    <a:pt x="616" y="1363"/>
                  </a:cubicBezTo>
                  <a:cubicBezTo>
                    <a:pt x="626" y="1363"/>
                    <a:pt x="635" y="1369"/>
                    <a:pt x="644" y="1372"/>
                  </a:cubicBezTo>
                  <a:cubicBezTo>
                    <a:pt x="654" y="1376"/>
                    <a:pt x="663" y="1379"/>
                    <a:pt x="673" y="1381"/>
                  </a:cubicBezTo>
                  <a:cubicBezTo>
                    <a:pt x="677" y="1385"/>
                    <a:pt x="682" y="1385"/>
                    <a:pt x="687" y="1387"/>
                  </a:cubicBezTo>
                  <a:cubicBezTo>
                    <a:pt x="690" y="1386"/>
                    <a:pt x="693" y="1387"/>
                    <a:pt x="695" y="1390"/>
                  </a:cubicBezTo>
                  <a:cubicBezTo>
                    <a:pt x="697" y="1387"/>
                    <a:pt x="699" y="1389"/>
                    <a:pt x="701" y="1391"/>
                  </a:cubicBezTo>
                  <a:cubicBezTo>
                    <a:pt x="706" y="1386"/>
                    <a:pt x="709" y="1395"/>
                    <a:pt x="715" y="1392"/>
                  </a:cubicBezTo>
                  <a:cubicBezTo>
                    <a:pt x="716" y="1396"/>
                    <a:pt x="720" y="1392"/>
                    <a:pt x="722" y="1394"/>
                  </a:cubicBezTo>
                  <a:cubicBezTo>
                    <a:pt x="724" y="1395"/>
                    <a:pt x="726" y="1396"/>
                    <a:pt x="728" y="1398"/>
                  </a:cubicBezTo>
                  <a:cubicBezTo>
                    <a:pt x="733" y="1400"/>
                    <a:pt x="738" y="1398"/>
                    <a:pt x="743" y="1401"/>
                  </a:cubicBezTo>
                  <a:cubicBezTo>
                    <a:pt x="748" y="1400"/>
                    <a:pt x="751" y="1407"/>
                    <a:pt x="757" y="1402"/>
                  </a:cubicBezTo>
                  <a:cubicBezTo>
                    <a:pt x="766" y="1410"/>
                    <a:pt x="776" y="1411"/>
                    <a:pt x="786" y="1416"/>
                  </a:cubicBezTo>
                  <a:cubicBezTo>
                    <a:pt x="796" y="1416"/>
                    <a:pt x="804" y="1425"/>
                    <a:pt x="814" y="1425"/>
                  </a:cubicBezTo>
                  <a:cubicBezTo>
                    <a:pt x="822" y="1434"/>
                    <a:pt x="833" y="1431"/>
                    <a:pt x="841" y="1438"/>
                  </a:cubicBezTo>
                  <a:cubicBezTo>
                    <a:pt x="850" y="1444"/>
                    <a:pt x="859" y="1451"/>
                    <a:pt x="868" y="1453"/>
                  </a:cubicBezTo>
                  <a:cubicBezTo>
                    <a:pt x="871" y="1458"/>
                    <a:pt x="863" y="1458"/>
                    <a:pt x="862" y="1455"/>
                  </a:cubicBezTo>
                  <a:close/>
                  <a:moveTo>
                    <a:pt x="840" y="1425"/>
                  </a:moveTo>
                  <a:cubicBezTo>
                    <a:pt x="842" y="1424"/>
                    <a:pt x="844" y="1423"/>
                    <a:pt x="846" y="1421"/>
                  </a:cubicBezTo>
                  <a:cubicBezTo>
                    <a:pt x="847" y="1424"/>
                    <a:pt x="849" y="1426"/>
                    <a:pt x="851" y="1428"/>
                  </a:cubicBezTo>
                  <a:cubicBezTo>
                    <a:pt x="846" y="1432"/>
                    <a:pt x="843" y="1428"/>
                    <a:pt x="840" y="1425"/>
                  </a:cubicBezTo>
                  <a:close/>
                  <a:moveTo>
                    <a:pt x="860" y="1430"/>
                  </a:moveTo>
                  <a:cubicBezTo>
                    <a:pt x="863" y="1427"/>
                    <a:pt x="855" y="1422"/>
                    <a:pt x="857" y="1419"/>
                  </a:cubicBezTo>
                  <a:cubicBezTo>
                    <a:pt x="837" y="1377"/>
                    <a:pt x="840" y="1373"/>
                    <a:pt x="834" y="1368"/>
                  </a:cubicBezTo>
                  <a:cubicBezTo>
                    <a:pt x="825" y="1337"/>
                    <a:pt x="822" y="1332"/>
                    <a:pt x="822" y="1328"/>
                  </a:cubicBezTo>
                  <a:cubicBezTo>
                    <a:pt x="816" y="1281"/>
                    <a:pt x="809" y="1272"/>
                    <a:pt x="808" y="1263"/>
                  </a:cubicBezTo>
                  <a:cubicBezTo>
                    <a:pt x="805" y="1231"/>
                    <a:pt x="802" y="1222"/>
                    <a:pt x="799" y="1214"/>
                  </a:cubicBezTo>
                  <a:cubicBezTo>
                    <a:pt x="788" y="1155"/>
                    <a:pt x="788" y="1147"/>
                    <a:pt x="784" y="1139"/>
                  </a:cubicBezTo>
                  <a:cubicBezTo>
                    <a:pt x="801" y="1169"/>
                    <a:pt x="802" y="1172"/>
                    <a:pt x="804" y="1175"/>
                  </a:cubicBezTo>
                  <a:cubicBezTo>
                    <a:pt x="817" y="1231"/>
                    <a:pt x="820" y="1237"/>
                    <a:pt x="819" y="1242"/>
                  </a:cubicBezTo>
                  <a:cubicBezTo>
                    <a:pt x="835" y="1298"/>
                    <a:pt x="831" y="1303"/>
                    <a:pt x="835" y="1309"/>
                  </a:cubicBezTo>
                  <a:cubicBezTo>
                    <a:pt x="846" y="1364"/>
                    <a:pt x="845" y="1369"/>
                    <a:pt x="847" y="1375"/>
                  </a:cubicBezTo>
                  <a:cubicBezTo>
                    <a:pt x="855" y="1404"/>
                    <a:pt x="856" y="1406"/>
                    <a:pt x="859" y="1409"/>
                  </a:cubicBezTo>
                  <a:close/>
                  <a:moveTo>
                    <a:pt x="866" y="1401"/>
                  </a:moveTo>
                  <a:cubicBezTo>
                    <a:pt x="866" y="1396"/>
                    <a:pt x="864" y="1391"/>
                    <a:pt x="863" y="1385"/>
                  </a:cubicBezTo>
                  <a:cubicBezTo>
                    <a:pt x="855" y="1379"/>
                    <a:pt x="863" y="1375"/>
                    <a:pt x="856" y="1368"/>
                  </a:cubicBezTo>
                  <a:cubicBezTo>
                    <a:pt x="856" y="1363"/>
                    <a:pt x="852" y="1357"/>
                    <a:pt x="856" y="1353"/>
                  </a:cubicBezTo>
                  <a:cubicBezTo>
                    <a:pt x="852" y="1352"/>
                    <a:pt x="853" y="1350"/>
                    <a:pt x="852" y="1347"/>
                  </a:cubicBezTo>
                  <a:cubicBezTo>
                    <a:pt x="854" y="1345"/>
                    <a:pt x="848" y="1345"/>
                    <a:pt x="851" y="1343"/>
                  </a:cubicBezTo>
                  <a:cubicBezTo>
                    <a:pt x="850" y="1337"/>
                    <a:pt x="848" y="1332"/>
                    <a:pt x="848" y="1326"/>
                  </a:cubicBezTo>
                  <a:cubicBezTo>
                    <a:pt x="845" y="1321"/>
                    <a:pt x="846" y="1316"/>
                    <a:pt x="844" y="1310"/>
                  </a:cubicBezTo>
                  <a:cubicBezTo>
                    <a:pt x="841" y="1304"/>
                    <a:pt x="846" y="1300"/>
                    <a:pt x="840" y="1294"/>
                  </a:cubicBezTo>
                  <a:cubicBezTo>
                    <a:pt x="845" y="1289"/>
                    <a:pt x="838" y="1283"/>
                    <a:pt x="837" y="1278"/>
                  </a:cubicBezTo>
                  <a:cubicBezTo>
                    <a:pt x="837" y="1272"/>
                    <a:pt x="834" y="1267"/>
                    <a:pt x="833" y="1261"/>
                  </a:cubicBezTo>
                  <a:cubicBezTo>
                    <a:pt x="833" y="1251"/>
                    <a:pt x="827" y="1240"/>
                    <a:pt x="829" y="1230"/>
                  </a:cubicBezTo>
                  <a:cubicBezTo>
                    <a:pt x="823" y="1208"/>
                    <a:pt x="819" y="1186"/>
                    <a:pt x="806" y="1163"/>
                  </a:cubicBezTo>
                  <a:cubicBezTo>
                    <a:pt x="810" y="1161"/>
                    <a:pt x="812" y="1170"/>
                    <a:pt x="815" y="1172"/>
                  </a:cubicBezTo>
                  <a:cubicBezTo>
                    <a:pt x="819" y="1171"/>
                    <a:pt x="816" y="1174"/>
                    <a:pt x="818" y="1176"/>
                  </a:cubicBezTo>
                  <a:cubicBezTo>
                    <a:pt x="819" y="1178"/>
                    <a:pt x="821" y="1180"/>
                    <a:pt x="822" y="1181"/>
                  </a:cubicBezTo>
                  <a:cubicBezTo>
                    <a:pt x="823" y="1187"/>
                    <a:pt x="828" y="1193"/>
                    <a:pt x="828" y="1198"/>
                  </a:cubicBezTo>
                  <a:cubicBezTo>
                    <a:pt x="828" y="1203"/>
                    <a:pt x="835" y="1209"/>
                    <a:pt x="834" y="1213"/>
                  </a:cubicBezTo>
                  <a:cubicBezTo>
                    <a:pt x="837" y="1218"/>
                    <a:pt x="836" y="1223"/>
                    <a:pt x="839" y="1228"/>
                  </a:cubicBezTo>
                  <a:cubicBezTo>
                    <a:pt x="846" y="1234"/>
                    <a:pt x="837" y="1237"/>
                    <a:pt x="844" y="1243"/>
                  </a:cubicBezTo>
                  <a:cubicBezTo>
                    <a:pt x="842" y="1245"/>
                    <a:pt x="847" y="1249"/>
                    <a:pt x="845" y="1251"/>
                  </a:cubicBezTo>
                  <a:cubicBezTo>
                    <a:pt x="845" y="1253"/>
                    <a:pt x="845" y="1255"/>
                    <a:pt x="847" y="1257"/>
                  </a:cubicBezTo>
                  <a:cubicBezTo>
                    <a:pt x="845" y="1262"/>
                    <a:pt x="849" y="1267"/>
                    <a:pt x="849" y="1272"/>
                  </a:cubicBezTo>
                  <a:cubicBezTo>
                    <a:pt x="851" y="1282"/>
                    <a:pt x="851" y="1291"/>
                    <a:pt x="856" y="1301"/>
                  </a:cubicBezTo>
                  <a:cubicBezTo>
                    <a:pt x="855" y="1321"/>
                    <a:pt x="863" y="1343"/>
                    <a:pt x="860" y="1363"/>
                  </a:cubicBezTo>
                  <a:cubicBezTo>
                    <a:pt x="865" y="1372"/>
                    <a:pt x="865" y="1380"/>
                    <a:pt x="868" y="1389"/>
                  </a:cubicBezTo>
                  <a:cubicBezTo>
                    <a:pt x="870" y="1398"/>
                    <a:pt x="875" y="1407"/>
                    <a:pt x="873" y="1415"/>
                  </a:cubicBezTo>
                  <a:cubicBezTo>
                    <a:pt x="867" y="1416"/>
                    <a:pt x="868" y="1405"/>
                    <a:pt x="866" y="1401"/>
                  </a:cubicBezTo>
                  <a:close/>
                  <a:moveTo>
                    <a:pt x="872" y="1421"/>
                  </a:moveTo>
                  <a:cubicBezTo>
                    <a:pt x="878" y="1421"/>
                    <a:pt x="879" y="1433"/>
                    <a:pt x="881" y="1437"/>
                  </a:cubicBezTo>
                  <a:cubicBezTo>
                    <a:pt x="873" y="1437"/>
                    <a:pt x="876" y="1426"/>
                    <a:pt x="872" y="1421"/>
                  </a:cubicBezTo>
                  <a:close/>
                  <a:moveTo>
                    <a:pt x="0" y="157"/>
                  </a:moveTo>
                  <a:cubicBezTo>
                    <a:pt x="0" y="158"/>
                    <a:pt x="0" y="158"/>
                    <a:pt x="0" y="158"/>
                  </a:cubicBezTo>
                  <a:cubicBezTo>
                    <a:pt x="0" y="158"/>
                    <a:pt x="1" y="157"/>
                    <a:pt x="1" y="157"/>
                  </a:cubicBezTo>
                  <a:cubicBezTo>
                    <a:pt x="1" y="157"/>
                    <a:pt x="0" y="157"/>
                    <a:pt x="0" y="157"/>
                  </a:cubicBezTo>
                  <a:close/>
                  <a:moveTo>
                    <a:pt x="1990" y="177"/>
                  </a:moveTo>
                  <a:cubicBezTo>
                    <a:pt x="1986" y="177"/>
                    <a:pt x="1989" y="180"/>
                    <a:pt x="1988" y="183"/>
                  </a:cubicBezTo>
                  <a:cubicBezTo>
                    <a:pt x="1987" y="200"/>
                    <a:pt x="1977" y="199"/>
                    <a:pt x="1977" y="203"/>
                  </a:cubicBezTo>
                  <a:cubicBezTo>
                    <a:pt x="1972" y="214"/>
                    <a:pt x="1973" y="215"/>
                    <a:pt x="1974" y="213"/>
                  </a:cubicBezTo>
                  <a:cubicBezTo>
                    <a:pt x="1987" y="201"/>
                    <a:pt x="1986" y="193"/>
                    <a:pt x="1988" y="190"/>
                  </a:cubicBezTo>
                  <a:cubicBezTo>
                    <a:pt x="2008" y="131"/>
                    <a:pt x="2015" y="118"/>
                    <a:pt x="2014" y="109"/>
                  </a:cubicBezTo>
                  <a:cubicBezTo>
                    <a:pt x="2029" y="70"/>
                    <a:pt x="2030" y="64"/>
                    <a:pt x="2028" y="63"/>
                  </a:cubicBezTo>
                  <a:cubicBezTo>
                    <a:pt x="2038" y="12"/>
                    <a:pt x="2039" y="6"/>
                    <a:pt x="2040" y="0"/>
                  </a:cubicBezTo>
                  <a:cubicBezTo>
                    <a:pt x="2031" y="29"/>
                    <a:pt x="2029" y="44"/>
                    <a:pt x="2027" y="60"/>
                  </a:cubicBezTo>
                  <a:cubicBezTo>
                    <a:pt x="2025" y="57"/>
                    <a:pt x="2024" y="42"/>
                    <a:pt x="2025" y="26"/>
                  </a:cubicBezTo>
                  <a:cubicBezTo>
                    <a:pt x="2026" y="2"/>
                    <a:pt x="2026" y="1"/>
                    <a:pt x="2026" y="0"/>
                  </a:cubicBezTo>
                  <a:cubicBezTo>
                    <a:pt x="2013" y="63"/>
                    <a:pt x="2011" y="101"/>
                    <a:pt x="2002" y="142"/>
                  </a:cubicBezTo>
                  <a:close/>
                  <a:moveTo>
                    <a:pt x="1971" y="192"/>
                  </a:moveTo>
                  <a:cubicBezTo>
                    <a:pt x="1982" y="160"/>
                    <a:pt x="1984" y="143"/>
                    <a:pt x="1990" y="113"/>
                  </a:cubicBezTo>
                  <a:cubicBezTo>
                    <a:pt x="1986" y="110"/>
                    <a:pt x="1995" y="99"/>
                    <a:pt x="1991" y="95"/>
                  </a:cubicBezTo>
                  <a:cubicBezTo>
                    <a:pt x="1992" y="88"/>
                    <a:pt x="1993" y="81"/>
                    <a:pt x="1992" y="75"/>
                  </a:cubicBezTo>
                  <a:cubicBezTo>
                    <a:pt x="1995" y="62"/>
                    <a:pt x="1995" y="49"/>
                    <a:pt x="1995" y="37"/>
                  </a:cubicBezTo>
                  <a:cubicBezTo>
                    <a:pt x="1992" y="36"/>
                    <a:pt x="1994" y="32"/>
                    <a:pt x="1995" y="28"/>
                  </a:cubicBezTo>
                  <a:cubicBezTo>
                    <a:pt x="1995" y="25"/>
                    <a:pt x="1993" y="23"/>
                    <a:pt x="1996" y="19"/>
                  </a:cubicBezTo>
                  <a:cubicBezTo>
                    <a:pt x="1993" y="18"/>
                    <a:pt x="1995" y="14"/>
                    <a:pt x="1996" y="10"/>
                  </a:cubicBezTo>
                  <a:cubicBezTo>
                    <a:pt x="1992" y="9"/>
                    <a:pt x="1996" y="4"/>
                    <a:pt x="1997" y="0"/>
                  </a:cubicBezTo>
                  <a:cubicBezTo>
                    <a:pt x="1988" y="0"/>
                    <a:pt x="1988" y="0"/>
                    <a:pt x="1988" y="0"/>
                  </a:cubicBezTo>
                  <a:cubicBezTo>
                    <a:pt x="1987" y="6"/>
                    <a:pt x="1987" y="11"/>
                    <a:pt x="1987" y="17"/>
                  </a:cubicBezTo>
                  <a:cubicBezTo>
                    <a:pt x="1989" y="40"/>
                    <a:pt x="1987" y="66"/>
                    <a:pt x="1985" y="91"/>
                  </a:cubicBezTo>
                  <a:cubicBezTo>
                    <a:pt x="1985" y="113"/>
                    <a:pt x="1977" y="140"/>
                    <a:pt x="1977" y="166"/>
                  </a:cubicBezTo>
                  <a:cubicBezTo>
                    <a:pt x="1969" y="169"/>
                    <a:pt x="1977" y="178"/>
                    <a:pt x="1971" y="178"/>
                  </a:cubicBezTo>
                  <a:cubicBezTo>
                    <a:pt x="1975" y="184"/>
                    <a:pt x="1964" y="188"/>
                    <a:pt x="1971" y="192"/>
                  </a:cubicBezTo>
                  <a:close/>
                  <a:moveTo>
                    <a:pt x="1900" y="50"/>
                  </a:moveTo>
                  <a:cubicBezTo>
                    <a:pt x="1902" y="34"/>
                    <a:pt x="1906" y="17"/>
                    <a:pt x="1908" y="0"/>
                  </a:cubicBezTo>
                  <a:cubicBezTo>
                    <a:pt x="1903" y="0"/>
                    <a:pt x="1903" y="0"/>
                    <a:pt x="1903" y="0"/>
                  </a:cubicBezTo>
                  <a:cubicBezTo>
                    <a:pt x="1902" y="2"/>
                    <a:pt x="1902" y="4"/>
                    <a:pt x="1902" y="5"/>
                  </a:cubicBezTo>
                  <a:cubicBezTo>
                    <a:pt x="1900" y="13"/>
                    <a:pt x="1899" y="20"/>
                    <a:pt x="1900" y="27"/>
                  </a:cubicBezTo>
                  <a:cubicBezTo>
                    <a:pt x="1900" y="31"/>
                    <a:pt x="1894" y="37"/>
                    <a:pt x="1899" y="38"/>
                  </a:cubicBezTo>
                  <a:cubicBezTo>
                    <a:pt x="1899" y="42"/>
                    <a:pt x="1892" y="50"/>
                    <a:pt x="1900" y="50"/>
                  </a:cubicBezTo>
                  <a:close/>
                  <a:moveTo>
                    <a:pt x="1772" y="0"/>
                  </a:moveTo>
                  <a:cubicBezTo>
                    <a:pt x="1766" y="0"/>
                    <a:pt x="1766" y="0"/>
                    <a:pt x="1766" y="0"/>
                  </a:cubicBezTo>
                  <a:cubicBezTo>
                    <a:pt x="1761" y="13"/>
                    <a:pt x="1756" y="25"/>
                    <a:pt x="1752" y="35"/>
                  </a:cubicBezTo>
                  <a:cubicBezTo>
                    <a:pt x="1750" y="40"/>
                    <a:pt x="1748" y="48"/>
                    <a:pt x="1746" y="54"/>
                  </a:cubicBezTo>
                  <a:cubicBezTo>
                    <a:pt x="1744" y="62"/>
                    <a:pt x="1740" y="68"/>
                    <a:pt x="1743" y="74"/>
                  </a:cubicBezTo>
                  <a:cubicBezTo>
                    <a:pt x="1751" y="51"/>
                    <a:pt x="1761" y="26"/>
                    <a:pt x="1772" y="0"/>
                  </a:cubicBezTo>
                  <a:close/>
                  <a:moveTo>
                    <a:pt x="2038" y="266"/>
                  </a:moveTo>
                  <a:cubicBezTo>
                    <a:pt x="2058" y="233"/>
                    <a:pt x="2063" y="188"/>
                    <a:pt x="2074" y="152"/>
                  </a:cubicBezTo>
                  <a:cubicBezTo>
                    <a:pt x="2076" y="145"/>
                    <a:pt x="2072" y="141"/>
                    <a:pt x="2075" y="134"/>
                  </a:cubicBezTo>
                  <a:cubicBezTo>
                    <a:pt x="2079" y="120"/>
                    <a:pt x="2079" y="118"/>
                    <a:pt x="2084" y="105"/>
                  </a:cubicBezTo>
                  <a:cubicBezTo>
                    <a:pt x="2087" y="93"/>
                    <a:pt x="2091" y="81"/>
                    <a:pt x="2094" y="69"/>
                  </a:cubicBezTo>
                  <a:cubicBezTo>
                    <a:pt x="2098" y="46"/>
                    <a:pt x="2102" y="24"/>
                    <a:pt x="2107" y="0"/>
                  </a:cubicBezTo>
                  <a:cubicBezTo>
                    <a:pt x="2098" y="0"/>
                    <a:pt x="2098" y="0"/>
                    <a:pt x="2098" y="0"/>
                  </a:cubicBezTo>
                  <a:cubicBezTo>
                    <a:pt x="2096" y="14"/>
                    <a:pt x="2093" y="27"/>
                    <a:pt x="2092" y="39"/>
                  </a:cubicBezTo>
                  <a:cubicBezTo>
                    <a:pt x="2091" y="44"/>
                    <a:pt x="2089" y="50"/>
                    <a:pt x="2087" y="56"/>
                  </a:cubicBezTo>
                  <a:cubicBezTo>
                    <a:pt x="2085" y="62"/>
                    <a:pt x="2082" y="67"/>
                    <a:pt x="2085" y="71"/>
                  </a:cubicBezTo>
                  <a:cubicBezTo>
                    <a:pt x="2084" y="75"/>
                    <a:pt x="2082" y="75"/>
                    <a:pt x="2082" y="72"/>
                  </a:cubicBezTo>
                  <a:cubicBezTo>
                    <a:pt x="2081" y="70"/>
                    <a:pt x="2081" y="68"/>
                    <a:pt x="2082" y="66"/>
                  </a:cubicBezTo>
                  <a:cubicBezTo>
                    <a:pt x="2081" y="61"/>
                    <a:pt x="2084" y="55"/>
                    <a:pt x="2081" y="52"/>
                  </a:cubicBezTo>
                  <a:cubicBezTo>
                    <a:pt x="2085" y="41"/>
                    <a:pt x="2079" y="34"/>
                    <a:pt x="2083" y="23"/>
                  </a:cubicBezTo>
                  <a:cubicBezTo>
                    <a:pt x="2083" y="18"/>
                    <a:pt x="2079" y="16"/>
                    <a:pt x="2083" y="9"/>
                  </a:cubicBezTo>
                  <a:cubicBezTo>
                    <a:pt x="2081" y="7"/>
                    <a:pt x="2081" y="4"/>
                    <a:pt x="2081" y="0"/>
                  </a:cubicBezTo>
                  <a:cubicBezTo>
                    <a:pt x="2074" y="0"/>
                    <a:pt x="2074" y="0"/>
                    <a:pt x="2074" y="0"/>
                  </a:cubicBezTo>
                  <a:cubicBezTo>
                    <a:pt x="2074" y="7"/>
                    <a:pt x="2074" y="13"/>
                    <a:pt x="2073" y="20"/>
                  </a:cubicBezTo>
                  <a:cubicBezTo>
                    <a:pt x="2077" y="23"/>
                    <a:pt x="2070" y="32"/>
                    <a:pt x="2075" y="34"/>
                  </a:cubicBezTo>
                  <a:cubicBezTo>
                    <a:pt x="2073" y="40"/>
                    <a:pt x="2073" y="46"/>
                    <a:pt x="2075" y="50"/>
                  </a:cubicBezTo>
                  <a:cubicBezTo>
                    <a:pt x="2074" y="71"/>
                    <a:pt x="2074" y="91"/>
                    <a:pt x="2072" y="113"/>
                  </a:cubicBezTo>
                  <a:cubicBezTo>
                    <a:pt x="2068" y="119"/>
                    <a:pt x="2065" y="134"/>
                    <a:pt x="2058" y="145"/>
                  </a:cubicBezTo>
                  <a:cubicBezTo>
                    <a:pt x="2057" y="151"/>
                    <a:pt x="2055" y="156"/>
                    <a:pt x="2053" y="162"/>
                  </a:cubicBezTo>
                  <a:cubicBezTo>
                    <a:pt x="2052" y="167"/>
                    <a:pt x="2048" y="174"/>
                    <a:pt x="2054" y="175"/>
                  </a:cubicBezTo>
                  <a:cubicBezTo>
                    <a:pt x="2055" y="173"/>
                    <a:pt x="2057" y="173"/>
                    <a:pt x="2058" y="170"/>
                  </a:cubicBezTo>
                  <a:cubicBezTo>
                    <a:pt x="2058" y="166"/>
                    <a:pt x="2062" y="165"/>
                    <a:pt x="2059" y="164"/>
                  </a:cubicBezTo>
                  <a:cubicBezTo>
                    <a:pt x="2063" y="161"/>
                    <a:pt x="2063" y="151"/>
                    <a:pt x="2068" y="150"/>
                  </a:cubicBezTo>
                  <a:cubicBezTo>
                    <a:pt x="2058" y="193"/>
                    <a:pt x="2055" y="210"/>
                    <a:pt x="2042" y="252"/>
                  </a:cubicBezTo>
                  <a:cubicBezTo>
                    <a:pt x="2041" y="255"/>
                    <a:pt x="2033" y="262"/>
                    <a:pt x="2038" y="266"/>
                  </a:cubicBezTo>
                  <a:close/>
                  <a:moveTo>
                    <a:pt x="1895" y="189"/>
                  </a:moveTo>
                  <a:cubicBezTo>
                    <a:pt x="1897" y="183"/>
                    <a:pt x="1898" y="177"/>
                    <a:pt x="1900" y="171"/>
                  </a:cubicBezTo>
                  <a:cubicBezTo>
                    <a:pt x="1902" y="165"/>
                    <a:pt x="1905" y="159"/>
                    <a:pt x="1903" y="155"/>
                  </a:cubicBezTo>
                  <a:cubicBezTo>
                    <a:pt x="1908" y="155"/>
                    <a:pt x="1907" y="144"/>
                    <a:pt x="1910" y="139"/>
                  </a:cubicBezTo>
                  <a:cubicBezTo>
                    <a:pt x="1911" y="117"/>
                    <a:pt x="1919" y="102"/>
                    <a:pt x="1918" y="80"/>
                  </a:cubicBezTo>
                  <a:cubicBezTo>
                    <a:pt x="1925" y="53"/>
                    <a:pt x="1931" y="26"/>
                    <a:pt x="1935" y="0"/>
                  </a:cubicBezTo>
                  <a:cubicBezTo>
                    <a:pt x="1927" y="0"/>
                    <a:pt x="1927" y="0"/>
                    <a:pt x="1927" y="0"/>
                  </a:cubicBezTo>
                  <a:cubicBezTo>
                    <a:pt x="1924" y="22"/>
                    <a:pt x="1917" y="43"/>
                    <a:pt x="1916" y="66"/>
                  </a:cubicBezTo>
                  <a:cubicBezTo>
                    <a:pt x="1911" y="100"/>
                    <a:pt x="1901" y="137"/>
                    <a:pt x="1896" y="171"/>
                  </a:cubicBezTo>
                  <a:cubicBezTo>
                    <a:pt x="1890" y="184"/>
                    <a:pt x="1893" y="192"/>
                    <a:pt x="1885" y="198"/>
                  </a:cubicBezTo>
                  <a:cubicBezTo>
                    <a:pt x="1892" y="201"/>
                    <a:pt x="1893" y="196"/>
                    <a:pt x="1895" y="189"/>
                  </a:cubicBezTo>
                  <a:close/>
                  <a:moveTo>
                    <a:pt x="1767" y="129"/>
                  </a:moveTo>
                  <a:cubicBezTo>
                    <a:pt x="1770" y="127"/>
                    <a:pt x="1772" y="124"/>
                    <a:pt x="1772" y="119"/>
                  </a:cubicBezTo>
                  <a:cubicBezTo>
                    <a:pt x="1772" y="117"/>
                    <a:pt x="1771" y="107"/>
                    <a:pt x="1776" y="108"/>
                  </a:cubicBezTo>
                  <a:cubicBezTo>
                    <a:pt x="1778" y="97"/>
                    <a:pt x="1778" y="98"/>
                    <a:pt x="1780" y="87"/>
                  </a:cubicBezTo>
                  <a:cubicBezTo>
                    <a:pt x="1787" y="80"/>
                    <a:pt x="1788" y="63"/>
                    <a:pt x="1792" y="52"/>
                  </a:cubicBezTo>
                  <a:cubicBezTo>
                    <a:pt x="1797" y="50"/>
                    <a:pt x="1795" y="46"/>
                    <a:pt x="1795" y="42"/>
                  </a:cubicBezTo>
                  <a:cubicBezTo>
                    <a:pt x="1801" y="41"/>
                    <a:pt x="1800" y="29"/>
                    <a:pt x="1803" y="23"/>
                  </a:cubicBezTo>
                  <a:cubicBezTo>
                    <a:pt x="1807" y="19"/>
                    <a:pt x="1808" y="9"/>
                    <a:pt x="1813" y="0"/>
                  </a:cubicBezTo>
                  <a:cubicBezTo>
                    <a:pt x="1807" y="0"/>
                    <a:pt x="1807" y="0"/>
                    <a:pt x="1807" y="0"/>
                  </a:cubicBezTo>
                  <a:cubicBezTo>
                    <a:pt x="1802" y="14"/>
                    <a:pt x="1797" y="27"/>
                    <a:pt x="1791" y="40"/>
                  </a:cubicBezTo>
                  <a:cubicBezTo>
                    <a:pt x="1787" y="56"/>
                    <a:pt x="1782" y="71"/>
                    <a:pt x="1778" y="86"/>
                  </a:cubicBezTo>
                  <a:cubicBezTo>
                    <a:pt x="1773" y="92"/>
                    <a:pt x="1776" y="96"/>
                    <a:pt x="1772" y="105"/>
                  </a:cubicBezTo>
                  <a:cubicBezTo>
                    <a:pt x="1771" y="109"/>
                    <a:pt x="1770" y="113"/>
                    <a:pt x="1768" y="118"/>
                  </a:cubicBezTo>
                  <a:cubicBezTo>
                    <a:pt x="1769" y="121"/>
                    <a:pt x="1763" y="128"/>
                    <a:pt x="1767" y="129"/>
                  </a:cubicBezTo>
                  <a:close/>
                  <a:moveTo>
                    <a:pt x="1848" y="80"/>
                  </a:moveTo>
                  <a:cubicBezTo>
                    <a:pt x="1847" y="84"/>
                    <a:pt x="1845" y="88"/>
                    <a:pt x="1844" y="92"/>
                  </a:cubicBezTo>
                  <a:cubicBezTo>
                    <a:pt x="1848" y="94"/>
                    <a:pt x="1842" y="102"/>
                    <a:pt x="1845" y="104"/>
                  </a:cubicBezTo>
                  <a:cubicBezTo>
                    <a:pt x="1847" y="108"/>
                    <a:pt x="1844" y="114"/>
                    <a:pt x="1843" y="119"/>
                  </a:cubicBezTo>
                  <a:cubicBezTo>
                    <a:pt x="1845" y="122"/>
                    <a:pt x="1846" y="126"/>
                    <a:pt x="1844" y="131"/>
                  </a:cubicBezTo>
                  <a:cubicBezTo>
                    <a:pt x="1846" y="134"/>
                    <a:pt x="1845" y="140"/>
                    <a:pt x="1847" y="143"/>
                  </a:cubicBezTo>
                  <a:cubicBezTo>
                    <a:pt x="1851" y="119"/>
                    <a:pt x="1849" y="97"/>
                    <a:pt x="1852" y="72"/>
                  </a:cubicBezTo>
                  <a:cubicBezTo>
                    <a:pt x="1854" y="60"/>
                    <a:pt x="1855" y="47"/>
                    <a:pt x="1857" y="35"/>
                  </a:cubicBezTo>
                  <a:cubicBezTo>
                    <a:pt x="1862" y="18"/>
                    <a:pt x="1862" y="14"/>
                    <a:pt x="1865" y="0"/>
                  </a:cubicBezTo>
                  <a:cubicBezTo>
                    <a:pt x="1858" y="0"/>
                    <a:pt x="1858" y="0"/>
                    <a:pt x="1858" y="0"/>
                  </a:cubicBezTo>
                  <a:cubicBezTo>
                    <a:pt x="1853" y="28"/>
                    <a:pt x="1846" y="56"/>
                    <a:pt x="1848" y="80"/>
                  </a:cubicBezTo>
                  <a:close/>
                  <a:moveTo>
                    <a:pt x="1862" y="259"/>
                  </a:moveTo>
                  <a:cubicBezTo>
                    <a:pt x="1858" y="265"/>
                    <a:pt x="1862" y="266"/>
                    <a:pt x="1858" y="267"/>
                  </a:cubicBezTo>
                  <a:cubicBezTo>
                    <a:pt x="1856" y="268"/>
                    <a:pt x="1856" y="277"/>
                    <a:pt x="1857" y="276"/>
                  </a:cubicBezTo>
                  <a:cubicBezTo>
                    <a:pt x="1867" y="260"/>
                    <a:pt x="1877" y="244"/>
                    <a:pt x="1888" y="228"/>
                  </a:cubicBezTo>
                  <a:cubicBezTo>
                    <a:pt x="1900" y="211"/>
                    <a:pt x="1905" y="198"/>
                    <a:pt x="1914" y="177"/>
                  </a:cubicBezTo>
                  <a:cubicBezTo>
                    <a:pt x="1927" y="132"/>
                    <a:pt x="1941" y="88"/>
                    <a:pt x="1954" y="52"/>
                  </a:cubicBezTo>
                  <a:cubicBezTo>
                    <a:pt x="1954" y="42"/>
                    <a:pt x="1959" y="30"/>
                    <a:pt x="1959" y="20"/>
                  </a:cubicBezTo>
                  <a:cubicBezTo>
                    <a:pt x="1962" y="9"/>
                    <a:pt x="1964" y="8"/>
                    <a:pt x="1965" y="0"/>
                  </a:cubicBezTo>
                  <a:cubicBezTo>
                    <a:pt x="1957" y="0"/>
                    <a:pt x="1957" y="0"/>
                    <a:pt x="1957" y="0"/>
                  </a:cubicBezTo>
                  <a:cubicBezTo>
                    <a:pt x="1955" y="6"/>
                    <a:pt x="1953" y="13"/>
                    <a:pt x="1952" y="20"/>
                  </a:cubicBezTo>
                  <a:cubicBezTo>
                    <a:pt x="1952" y="30"/>
                    <a:pt x="1948" y="34"/>
                    <a:pt x="1948" y="42"/>
                  </a:cubicBezTo>
                  <a:cubicBezTo>
                    <a:pt x="1936" y="87"/>
                    <a:pt x="1917" y="124"/>
                    <a:pt x="1909" y="171"/>
                  </a:cubicBezTo>
                  <a:cubicBezTo>
                    <a:pt x="1904" y="174"/>
                    <a:pt x="1904" y="184"/>
                    <a:pt x="1901" y="191"/>
                  </a:cubicBezTo>
                  <a:cubicBezTo>
                    <a:pt x="1900" y="195"/>
                    <a:pt x="1897" y="195"/>
                    <a:pt x="1896" y="199"/>
                  </a:cubicBezTo>
                  <a:cubicBezTo>
                    <a:pt x="1894" y="202"/>
                    <a:pt x="1896" y="211"/>
                    <a:pt x="1891" y="209"/>
                  </a:cubicBezTo>
                  <a:cubicBezTo>
                    <a:pt x="1890" y="218"/>
                    <a:pt x="1886" y="223"/>
                    <a:pt x="1881" y="226"/>
                  </a:cubicBezTo>
                  <a:cubicBezTo>
                    <a:pt x="1880" y="236"/>
                    <a:pt x="1874" y="238"/>
                    <a:pt x="1872" y="249"/>
                  </a:cubicBezTo>
                  <a:cubicBezTo>
                    <a:pt x="1869" y="248"/>
                    <a:pt x="1870" y="254"/>
                    <a:pt x="1866" y="254"/>
                  </a:cubicBezTo>
                  <a:cubicBezTo>
                    <a:pt x="1861" y="255"/>
                    <a:pt x="1868" y="260"/>
                    <a:pt x="1862" y="259"/>
                  </a:cubicBezTo>
                  <a:close/>
                </a:path>
              </a:pathLst>
            </a:custGeom>
            <a:solidFill>
              <a:schemeClr val="accent1">
                <a:lumMod val="40000"/>
                <a:lumOff val="60000"/>
              </a:schemeClr>
            </a:solidFill>
            <a:ln>
              <a:noFill/>
            </a:ln>
          </p:spPr>
        </p:sp>
        <p:sp>
          <p:nvSpPr>
            <p:cNvPr id="12" name="Freeform 9">
              <a:extLst>
                <a:ext uri="{FF2B5EF4-FFF2-40B4-BE49-F238E27FC236}">
                  <a16:creationId xmlns:a16="http://schemas.microsoft.com/office/drawing/2014/main" id="{1E1E0581-3B45-45FA-909D-956C5BA8C38D}"/>
                </a:ext>
              </a:extLst>
            </p:cNvPr>
            <p:cNvSpPr>
              <a:spLocks noEditPoints="1"/>
            </p:cNvSpPr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 bwMode="auto">
            <a:xfrm>
              <a:off x="0" y="3175"/>
              <a:ext cx="12192000" cy="6862763"/>
            </a:xfrm>
            <a:custGeom>
              <a:avLst/>
              <a:gdLst/>
              <a:ahLst/>
              <a:cxnLst/>
              <a:rect l="0" t="0" r="r" b="b"/>
              <a:pathLst>
                <a:path w="3840" h="2160">
                  <a:moveTo>
                    <a:pt x="31" y="1111"/>
                  </a:moveTo>
                  <a:cubicBezTo>
                    <a:pt x="45" y="1096"/>
                    <a:pt x="58" y="1080"/>
                    <a:pt x="69" y="1061"/>
                  </a:cubicBezTo>
                  <a:cubicBezTo>
                    <a:pt x="72" y="1054"/>
                    <a:pt x="75" y="1047"/>
                    <a:pt x="78" y="1040"/>
                  </a:cubicBezTo>
                  <a:cubicBezTo>
                    <a:pt x="69" y="1034"/>
                    <a:pt x="72" y="1054"/>
                    <a:pt x="66" y="1052"/>
                  </a:cubicBezTo>
                  <a:cubicBezTo>
                    <a:pt x="66" y="1060"/>
                    <a:pt x="61" y="1061"/>
                    <a:pt x="58" y="1070"/>
                  </a:cubicBezTo>
                  <a:cubicBezTo>
                    <a:pt x="53" y="1075"/>
                    <a:pt x="48" y="1080"/>
                    <a:pt x="44" y="1086"/>
                  </a:cubicBezTo>
                  <a:cubicBezTo>
                    <a:pt x="43" y="1091"/>
                    <a:pt x="39" y="1088"/>
                    <a:pt x="38" y="1095"/>
                  </a:cubicBezTo>
                  <a:cubicBezTo>
                    <a:pt x="33" y="1091"/>
                    <a:pt x="35" y="1105"/>
                    <a:pt x="31" y="1101"/>
                  </a:cubicBezTo>
                  <a:cubicBezTo>
                    <a:pt x="26" y="1106"/>
                    <a:pt x="21" y="1111"/>
                    <a:pt x="17" y="1117"/>
                  </a:cubicBezTo>
                  <a:cubicBezTo>
                    <a:pt x="15" y="1119"/>
                    <a:pt x="12" y="1120"/>
                    <a:pt x="9" y="1123"/>
                  </a:cubicBezTo>
                  <a:cubicBezTo>
                    <a:pt x="6" y="1123"/>
                    <a:pt x="6" y="1131"/>
                    <a:pt x="2" y="1129"/>
                  </a:cubicBezTo>
                  <a:cubicBezTo>
                    <a:pt x="1" y="1130"/>
                    <a:pt x="1" y="1131"/>
                    <a:pt x="0" y="1131"/>
                  </a:cubicBezTo>
                  <a:cubicBezTo>
                    <a:pt x="0" y="1141"/>
                    <a:pt x="0" y="1141"/>
                    <a:pt x="0" y="1141"/>
                  </a:cubicBezTo>
                  <a:cubicBezTo>
                    <a:pt x="4" y="1138"/>
                    <a:pt x="7" y="1136"/>
                    <a:pt x="10" y="1133"/>
                  </a:cubicBezTo>
                  <a:cubicBezTo>
                    <a:pt x="17" y="1124"/>
                    <a:pt x="24" y="1117"/>
                    <a:pt x="31" y="1111"/>
                  </a:cubicBezTo>
                  <a:close/>
                  <a:moveTo>
                    <a:pt x="15" y="1054"/>
                  </a:moveTo>
                  <a:cubicBezTo>
                    <a:pt x="19" y="1046"/>
                    <a:pt x="26" y="1046"/>
                    <a:pt x="31" y="1040"/>
                  </a:cubicBezTo>
                  <a:cubicBezTo>
                    <a:pt x="35" y="1041"/>
                    <a:pt x="36" y="1033"/>
                    <a:pt x="40" y="1034"/>
                  </a:cubicBezTo>
                  <a:cubicBezTo>
                    <a:pt x="43" y="1031"/>
                    <a:pt x="45" y="1026"/>
                    <a:pt x="48" y="1026"/>
                  </a:cubicBezTo>
                  <a:cubicBezTo>
                    <a:pt x="49" y="1024"/>
                    <a:pt x="51" y="1024"/>
                    <a:pt x="53" y="1025"/>
                  </a:cubicBezTo>
                  <a:cubicBezTo>
                    <a:pt x="54" y="1023"/>
                    <a:pt x="52" y="1021"/>
                    <a:pt x="54" y="1018"/>
                  </a:cubicBezTo>
                  <a:cubicBezTo>
                    <a:pt x="57" y="1018"/>
                    <a:pt x="60" y="1015"/>
                    <a:pt x="62" y="1010"/>
                  </a:cubicBezTo>
                  <a:cubicBezTo>
                    <a:pt x="68" y="1004"/>
                    <a:pt x="72" y="998"/>
                    <a:pt x="73" y="989"/>
                  </a:cubicBezTo>
                  <a:cubicBezTo>
                    <a:pt x="67" y="986"/>
                    <a:pt x="65" y="992"/>
                    <a:pt x="62" y="998"/>
                  </a:cubicBezTo>
                  <a:cubicBezTo>
                    <a:pt x="58" y="1003"/>
                    <a:pt x="54" y="1005"/>
                    <a:pt x="51" y="1013"/>
                  </a:cubicBezTo>
                  <a:cubicBezTo>
                    <a:pt x="46" y="1012"/>
                    <a:pt x="43" y="1019"/>
                    <a:pt x="38" y="1021"/>
                  </a:cubicBezTo>
                  <a:cubicBezTo>
                    <a:pt x="36" y="1031"/>
                    <a:pt x="28" y="1027"/>
                    <a:pt x="25" y="1035"/>
                  </a:cubicBezTo>
                  <a:cubicBezTo>
                    <a:pt x="17" y="1041"/>
                    <a:pt x="7" y="1044"/>
                    <a:pt x="0" y="1056"/>
                  </a:cubicBezTo>
                  <a:cubicBezTo>
                    <a:pt x="0" y="1064"/>
                    <a:pt x="0" y="1064"/>
                    <a:pt x="0" y="1064"/>
                  </a:cubicBezTo>
                  <a:cubicBezTo>
                    <a:pt x="5" y="1062"/>
                    <a:pt x="8" y="1054"/>
                    <a:pt x="15" y="1054"/>
                  </a:cubicBezTo>
                  <a:close/>
                  <a:moveTo>
                    <a:pt x="21" y="1107"/>
                  </a:moveTo>
                  <a:cubicBezTo>
                    <a:pt x="25" y="1101"/>
                    <a:pt x="31" y="1100"/>
                    <a:pt x="34" y="1093"/>
                  </a:cubicBezTo>
                  <a:cubicBezTo>
                    <a:pt x="39" y="1092"/>
                    <a:pt x="40" y="1081"/>
                    <a:pt x="46" y="1082"/>
                  </a:cubicBezTo>
                  <a:cubicBezTo>
                    <a:pt x="48" y="1073"/>
                    <a:pt x="54" y="1072"/>
                    <a:pt x="58" y="1065"/>
                  </a:cubicBezTo>
                  <a:cubicBezTo>
                    <a:pt x="54" y="1063"/>
                    <a:pt x="60" y="1062"/>
                    <a:pt x="57" y="1060"/>
                  </a:cubicBezTo>
                  <a:cubicBezTo>
                    <a:pt x="57" y="1056"/>
                    <a:pt x="66" y="1056"/>
                    <a:pt x="61" y="1052"/>
                  </a:cubicBezTo>
                  <a:cubicBezTo>
                    <a:pt x="44" y="1073"/>
                    <a:pt x="28" y="1095"/>
                    <a:pt x="7" y="1105"/>
                  </a:cubicBezTo>
                  <a:cubicBezTo>
                    <a:pt x="5" y="1108"/>
                    <a:pt x="3" y="1110"/>
                    <a:pt x="0" y="1112"/>
                  </a:cubicBezTo>
                  <a:cubicBezTo>
                    <a:pt x="0" y="1121"/>
                    <a:pt x="0" y="1121"/>
                    <a:pt x="0" y="1121"/>
                  </a:cubicBezTo>
                  <a:cubicBezTo>
                    <a:pt x="3" y="1119"/>
                    <a:pt x="5" y="1117"/>
                    <a:pt x="8" y="1115"/>
                  </a:cubicBezTo>
                  <a:cubicBezTo>
                    <a:pt x="13" y="1114"/>
                    <a:pt x="15" y="1106"/>
                    <a:pt x="21" y="1107"/>
                  </a:cubicBezTo>
                  <a:close/>
                  <a:moveTo>
                    <a:pt x="37" y="962"/>
                  </a:moveTo>
                  <a:cubicBezTo>
                    <a:pt x="39" y="959"/>
                    <a:pt x="42" y="960"/>
                    <a:pt x="44" y="958"/>
                  </a:cubicBezTo>
                  <a:cubicBezTo>
                    <a:pt x="46" y="955"/>
                    <a:pt x="46" y="950"/>
                    <a:pt x="49" y="950"/>
                  </a:cubicBezTo>
                  <a:cubicBezTo>
                    <a:pt x="55" y="942"/>
                    <a:pt x="52" y="942"/>
                    <a:pt x="58" y="935"/>
                  </a:cubicBezTo>
                  <a:cubicBezTo>
                    <a:pt x="61" y="928"/>
                    <a:pt x="64" y="922"/>
                    <a:pt x="67" y="915"/>
                  </a:cubicBezTo>
                  <a:cubicBezTo>
                    <a:pt x="72" y="913"/>
                    <a:pt x="72" y="903"/>
                    <a:pt x="66" y="900"/>
                  </a:cubicBezTo>
                  <a:cubicBezTo>
                    <a:pt x="64" y="900"/>
                    <a:pt x="63" y="899"/>
                    <a:pt x="62" y="899"/>
                  </a:cubicBezTo>
                  <a:cubicBezTo>
                    <a:pt x="60" y="902"/>
                    <a:pt x="61" y="904"/>
                    <a:pt x="61" y="906"/>
                  </a:cubicBezTo>
                  <a:cubicBezTo>
                    <a:pt x="54" y="905"/>
                    <a:pt x="62" y="911"/>
                    <a:pt x="61" y="913"/>
                  </a:cubicBezTo>
                  <a:cubicBezTo>
                    <a:pt x="56" y="913"/>
                    <a:pt x="53" y="926"/>
                    <a:pt x="54" y="929"/>
                  </a:cubicBezTo>
                  <a:cubicBezTo>
                    <a:pt x="46" y="930"/>
                    <a:pt x="45" y="945"/>
                    <a:pt x="38" y="948"/>
                  </a:cubicBezTo>
                  <a:cubicBezTo>
                    <a:pt x="34" y="957"/>
                    <a:pt x="27" y="962"/>
                    <a:pt x="22" y="970"/>
                  </a:cubicBezTo>
                  <a:cubicBezTo>
                    <a:pt x="17" y="976"/>
                    <a:pt x="11" y="979"/>
                    <a:pt x="6" y="986"/>
                  </a:cubicBezTo>
                  <a:cubicBezTo>
                    <a:pt x="4" y="987"/>
                    <a:pt x="2" y="989"/>
                    <a:pt x="0" y="991"/>
                  </a:cubicBezTo>
                  <a:cubicBezTo>
                    <a:pt x="0" y="1003"/>
                    <a:pt x="0" y="1003"/>
                    <a:pt x="0" y="1003"/>
                  </a:cubicBezTo>
                  <a:cubicBezTo>
                    <a:pt x="5" y="998"/>
                    <a:pt x="9" y="994"/>
                    <a:pt x="14" y="990"/>
                  </a:cubicBezTo>
                  <a:cubicBezTo>
                    <a:pt x="22" y="982"/>
                    <a:pt x="30" y="972"/>
                    <a:pt x="37" y="962"/>
                  </a:cubicBezTo>
                  <a:close/>
                  <a:moveTo>
                    <a:pt x="126" y="0"/>
                  </a:moveTo>
                  <a:cubicBezTo>
                    <a:pt x="129" y="4"/>
                    <a:pt x="131" y="8"/>
                    <a:pt x="137" y="8"/>
                  </a:cubicBezTo>
                  <a:cubicBezTo>
                    <a:pt x="137" y="5"/>
                    <a:pt x="136" y="3"/>
                    <a:pt x="135" y="0"/>
                  </a:cubicBezTo>
                  <a:lnTo>
                    <a:pt x="126" y="0"/>
                  </a:lnTo>
                  <a:close/>
                  <a:moveTo>
                    <a:pt x="23" y="823"/>
                  </a:moveTo>
                  <a:cubicBezTo>
                    <a:pt x="18" y="820"/>
                    <a:pt x="26" y="813"/>
                    <a:pt x="18" y="812"/>
                  </a:cubicBezTo>
                  <a:cubicBezTo>
                    <a:pt x="15" y="810"/>
                    <a:pt x="15" y="817"/>
                    <a:pt x="11" y="816"/>
                  </a:cubicBezTo>
                  <a:cubicBezTo>
                    <a:pt x="9" y="820"/>
                    <a:pt x="9" y="824"/>
                    <a:pt x="9" y="827"/>
                  </a:cubicBezTo>
                  <a:cubicBezTo>
                    <a:pt x="6" y="826"/>
                    <a:pt x="6" y="831"/>
                    <a:pt x="7" y="833"/>
                  </a:cubicBezTo>
                  <a:cubicBezTo>
                    <a:pt x="1" y="831"/>
                    <a:pt x="8" y="838"/>
                    <a:pt x="3" y="841"/>
                  </a:cubicBezTo>
                  <a:cubicBezTo>
                    <a:pt x="2" y="843"/>
                    <a:pt x="1" y="844"/>
                    <a:pt x="0" y="846"/>
                  </a:cubicBezTo>
                  <a:cubicBezTo>
                    <a:pt x="0" y="863"/>
                    <a:pt x="0" y="863"/>
                    <a:pt x="0" y="863"/>
                  </a:cubicBezTo>
                  <a:cubicBezTo>
                    <a:pt x="6" y="853"/>
                    <a:pt x="11" y="843"/>
                    <a:pt x="18" y="835"/>
                  </a:cubicBezTo>
                  <a:cubicBezTo>
                    <a:pt x="13" y="831"/>
                    <a:pt x="22" y="827"/>
                    <a:pt x="23" y="823"/>
                  </a:cubicBezTo>
                  <a:close/>
                  <a:moveTo>
                    <a:pt x="78" y="1128"/>
                  </a:moveTo>
                  <a:cubicBezTo>
                    <a:pt x="67" y="1132"/>
                    <a:pt x="63" y="1150"/>
                    <a:pt x="51" y="1152"/>
                  </a:cubicBezTo>
                  <a:cubicBezTo>
                    <a:pt x="48" y="1159"/>
                    <a:pt x="42" y="1159"/>
                    <a:pt x="39" y="1166"/>
                  </a:cubicBezTo>
                  <a:cubicBezTo>
                    <a:pt x="34" y="1169"/>
                    <a:pt x="29" y="1171"/>
                    <a:pt x="25" y="1177"/>
                  </a:cubicBezTo>
                  <a:cubicBezTo>
                    <a:pt x="23" y="1180"/>
                    <a:pt x="19" y="1176"/>
                    <a:pt x="18" y="1181"/>
                  </a:cubicBezTo>
                  <a:cubicBezTo>
                    <a:pt x="14" y="1180"/>
                    <a:pt x="14" y="1187"/>
                    <a:pt x="9" y="1184"/>
                  </a:cubicBezTo>
                  <a:cubicBezTo>
                    <a:pt x="7" y="1189"/>
                    <a:pt x="3" y="1189"/>
                    <a:pt x="0" y="1192"/>
                  </a:cubicBezTo>
                  <a:cubicBezTo>
                    <a:pt x="0" y="1200"/>
                    <a:pt x="0" y="1200"/>
                    <a:pt x="0" y="1200"/>
                  </a:cubicBezTo>
                  <a:cubicBezTo>
                    <a:pt x="0" y="1200"/>
                    <a:pt x="0" y="1200"/>
                    <a:pt x="1" y="1200"/>
                  </a:cubicBezTo>
                  <a:cubicBezTo>
                    <a:pt x="6" y="1199"/>
                    <a:pt x="9" y="1193"/>
                    <a:pt x="14" y="1191"/>
                  </a:cubicBezTo>
                  <a:cubicBezTo>
                    <a:pt x="22" y="1186"/>
                    <a:pt x="30" y="1180"/>
                    <a:pt x="38" y="1173"/>
                  </a:cubicBezTo>
                  <a:cubicBezTo>
                    <a:pt x="46" y="1165"/>
                    <a:pt x="56" y="1161"/>
                    <a:pt x="62" y="1150"/>
                  </a:cubicBezTo>
                  <a:cubicBezTo>
                    <a:pt x="70" y="1145"/>
                    <a:pt x="76" y="1133"/>
                    <a:pt x="84" y="1126"/>
                  </a:cubicBezTo>
                  <a:cubicBezTo>
                    <a:pt x="87" y="1119"/>
                    <a:pt x="93" y="1121"/>
                    <a:pt x="95" y="1112"/>
                  </a:cubicBezTo>
                  <a:cubicBezTo>
                    <a:pt x="98" y="1113"/>
                    <a:pt x="99" y="1108"/>
                    <a:pt x="100" y="1104"/>
                  </a:cubicBezTo>
                  <a:cubicBezTo>
                    <a:pt x="103" y="1106"/>
                    <a:pt x="105" y="1100"/>
                    <a:pt x="103" y="1098"/>
                  </a:cubicBezTo>
                  <a:cubicBezTo>
                    <a:pt x="95" y="1109"/>
                    <a:pt x="86" y="1118"/>
                    <a:pt x="78" y="1128"/>
                  </a:cubicBezTo>
                  <a:close/>
                  <a:moveTo>
                    <a:pt x="8" y="1255"/>
                  </a:moveTo>
                  <a:cubicBezTo>
                    <a:pt x="5" y="1257"/>
                    <a:pt x="3" y="1259"/>
                    <a:pt x="0" y="1261"/>
                  </a:cubicBezTo>
                  <a:cubicBezTo>
                    <a:pt x="0" y="1267"/>
                    <a:pt x="0" y="1267"/>
                    <a:pt x="0" y="1267"/>
                  </a:cubicBezTo>
                  <a:cubicBezTo>
                    <a:pt x="1" y="1267"/>
                    <a:pt x="3" y="1266"/>
                    <a:pt x="4" y="1265"/>
                  </a:cubicBezTo>
                  <a:cubicBezTo>
                    <a:pt x="4" y="1261"/>
                    <a:pt x="13" y="1259"/>
                    <a:pt x="8" y="1255"/>
                  </a:cubicBezTo>
                  <a:close/>
                  <a:moveTo>
                    <a:pt x="48" y="1199"/>
                  </a:moveTo>
                  <a:cubicBezTo>
                    <a:pt x="45" y="1203"/>
                    <a:pt x="42" y="1207"/>
                    <a:pt x="37" y="1208"/>
                  </a:cubicBezTo>
                  <a:cubicBezTo>
                    <a:pt x="34" y="1213"/>
                    <a:pt x="31" y="1216"/>
                    <a:pt x="26" y="1218"/>
                  </a:cubicBezTo>
                  <a:cubicBezTo>
                    <a:pt x="20" y="1225"/>
                    <a:pt x="12" y="1230"/>
                    <a:pt x="5" y="1235"/>
                  </a:cubicBezTo>
                  <a:cubicBezTo>
                    <a:pt x="3" y="1234"/>
                    <a:pt x="1" y="1235"/>
                    <a:pt x="0" y="1236"/>
                  </a:cubicBezTo>
                  <a:cubicBezTo>
                    <a:pt x="0" y="1245"/>
                    <a:pt x="0" y="1245"/>
                    <a:pt x="0" y="1245"/>
                  </a:cubicBezTo>
                  <a:cubicBezTo>
                    <a:pt x="1" y="1244"/>
                    <a:pt x="2" y="1244"/>
                    <a:pt x="3" y="1243"/>
                  </a:cubicBezTo>
                  <a:cubicBezTo>
                    <a:pt x="7" y="1240"/>
                    <a:pt x="10" y="1236"/>
                    <a:pt x="15" y="1234"/>
                  </a:cubicBezTo>
                  <a:cubicBezTo>
                    <a:pt x="19" y="1232"/>
                    <a:pt x="23" y="1227"/>
                    <a:pt x="28" y="1225"/>
                  </a:cubicBezTo>
                  <a:cubicBezTo>
                    <a:pt x="36" y="1219"/>
                    <a:pt x="44" y="1212"/>
                    <a:pt x="51" y="1204"/>
                  </a:cubicBezTo>
                  <a:cubicBezTo>
                    <a:pt x="53" y="1198"/>
                    <a:pt x="59" y="1200"/>
                    <a:pt x="61" y="1192"/>
                  </a:cubicBezTo>
                  <a:cubicBezTo>
                    <a:pt x="64" y="1193"/>
                    <a:pt x="64" y="1187"/>
                    <a:pt x="67" y="1188"/>
                  </a:cubicBezTo>
                  <a:cubicBezTo>
                    <a:pt x="68" y="1184"/>
                    <a:pt x="71" y="1181"/>
                    <a:pt x="69" y="1179"/>
                  </a:cubicBezTo>
                  <a:cubicBezTo>
                    <a:pt x="62" y="1186"/>
                    <a:pt x="56" y="1194"/>
                    <a:pt x="48" y="1199"/>
                  </a:cubicBezTo>
                  <a:close/>
                  <a:moveTo>
                    <a:pt x="920" y="10"/>
                  </a:moveTo>
                  <a:cubicBezTo>
                    <a:pt x="925" y="12"/>
                    <a:pt x="931" y="14"/>
                    <a:pt x="935" y="17"/>
                  </a:cubicBezTo>
                  <a:cubicBezTo>
                    <a:pt x="954" y="28"/>
                    <a:pt x="960" y="29"/>
                    <a:pt x="963" y="33"/>
                  </a:cubicBezTo>
                  <a:cubicBezTo>
                    <a:pt x="1027" y="64"/>
                    <a:pt x="1029" y="69"/>
                    <a:pt x="1034" y="71"/>
                  </a:cubicBezTo>
                  <a:cubicBezTo>
                    <a:pt x="1068" y="87"/>
                    <a:pt x="1071" y="88"/>
                    <a:pt x="1073" y="90"/>
                  </a:cubicBezTo>
                  <a:cubicBezTo>
                    <a:pt x="1128" y="114"/>
                    <a:pt x="1137" y="122"/>
                    <a:pt x="1151" y="124"/>
                  </a:cubicBezTo>
                  <a:cubicBezTo>
                    <a:pt x="1235" y="156"/>
                    <a:pt x="1245" y="163"/>
                    <a:pt x="1261" y="164"/>
                  </a:cubicBezTo>
                  <a:cubicBezTo>
                    <a:pt x="1288" y="169"/>
                    <a:pt x="1293" y="172"/>
                    <a:pt x="1303" y="171"/>
                  </a:cubicBezTo>
                  <a:cubicBezTo>
                    <a:pt x="1331" y="172"/>
                    <a:pt x="1327" y="172"/>
                    <a:pt x="1322" y="171"/>
                  </a:cubicBezTo>
                  <a:cubicBezTo>
                    <a:pt x="1251" y="157"/>
                    <a:pt x="1246" y="152"/>
                    <a:pt x="1238" y="152"/>
                  </a:cubicBezTo>
                  <a:cubicBezTo>
                    <a:pt x="1203" y="142"/>
                    <a:pt x="1194" y="133"/>
                    <a:pt x="1177" y="131"/>
                  </a:cubicBezTo>
                  <a:cubicBezTo>
                    <a:pt x="1162" y="122"/>
                    <a:pt x="1157" y="121"/>
                    <a:pt x="1153" y="118"/>
                  </a:cubicBezTo>
                  <a:cubicBezTo>
                    <a:pt x="1092" y="91"/>
                    <a:pt x="1083" y="87"/>
                    <a:pt x="1076" y="81"/>
                  </a:cubicBezTo>
                  <a:cubicBezTo>
                    <a:pt x="1016" y="51"/>
                    <a:pt x="1006" y="48"/>
                    <a:pt x="998" y="44"/>
                  </a:cubicBezTo>
                  <a:cubicBezTo>
                    <a:pt x="966" y="24"/>
                    <a:pt x="957" y="21"/>
                    <a:pt x="951" y="15"/>
                  </a:cubicBezTo>
                  <a:cubicBezTo>
                    <a:pt x="901" y="0"/>
                    <a:pt x="901" y="0"/>
                    <a:pt x="901" y="0"/>
                  </a:cubicBezTo>
                  <a:close/>
                  <a:moveTo>
                    <a:pt x="1096" y="23"/>
                  </a:moveTo>
                  <a:cubicBezTo>
                    <a:pt x="1108" y="25"/>
                    <a:pt x="1112" y="33"/>
                    <a:pt x="1125" y="34"/>
                  </a:cubicBezTo>
                  <a:cubicBezTo>
                    <a:pt x="1154" y="53"/>
                    <a:pt x="1163" y="51"/>
                    <a:pt x="1163" y="57"/>
                  </a:cubicBezTo>
                  <a:cubicBezTo>
                    <a:pt x="1224" y="83"/>
                    <a:pt x="1241" y="93"/>
                    <a:pt x="1261" y="100"/>
                  </a:cubicBezTo>
                  <a:cubicBezTo>
                    <a:pt x="1309" y="119"/>
                    <a:pt x="1319" y="116"/>
                    <a:pt x="1321" y="121"/>
                  </a:cubicBezTo>
                  <a:cubicBezTo>
                    <a:pt x="1483" y="135"/>
                    <a:pt x="1494" y="132"/>
                    <a:pt x="1508" y="132"/>
                  </a:cubicBezTo>
                  <a:cubicBezTo>
                    <a:pt x="1513" y="124"/>
                    <a:pt x="1524" y="129"/>
                    <a:pt x="1522" y="121"/>
                  </a:cubicBezTo>
                  <a:cubicBezTo>
                    <a:pt x="1429" y="114"/>
                    <a:pt x="1421" y="115"/>
                    <a:pt x="1415" y="115"/>
                  </a:cubicBezTo>
                  <a:cubicBezTo>
                    <a:pt x="1377" y="104"/>
                    <a:pt x="1367" y="106"/>
                    <a:pt x="1365" y="100"/>
                  </a:cubicBezTo>
                  <a:cubicBezTo>
                    <a:pt x="1321" y="90"/>
                    <a:pt x="1313" y="84"/>
                    <a:pt x="1302" y="82"/>
                  </a:cubicBezTo>
                  <a:cubicBezTo>
                    <a:pt x="1242" y="52"/>
                    <a:pt x="1240" y="47"/>
                    <a:pt x="1233" y="47"/>
                  </a:cubicBezTo>
                  <a:cubicBezTo>
                    <a:pt x="1284" y="57"/>
                    <a:pt x="1302" y="60"/>
                    <a:pt x="1318" y="64"/>
                  </a:cubicBezTo>
                  <a:cubicBezTo>
                    <a:pt x="1452" y="80"/>
                    <a:pt x="1459" y="83"/>
                    <a:pt x="1464" y="79"/>
                  </a:cubicBezTo>
                  <a:cubicBezTo>
                    <a:pt x="1275" y="49"/>
                    <a:pt x="1260" y="41"/>
                    <a:pt x="1240" y="39"/>
                  </a:cubicBezTo>
                  <a:cubicBezTo>
                    <a:pt x="1219" y="31"/>
                    <a:pt x="1217" y="26"/>
                    <a:pt x="1208" y="27"/>
                  </a:cubicBezTo>
                  <a:cubicBezTo>
                    <a:pt x="1171" y="4"/>
                    <a:pt x="1160" y="6"/>
                    <a:pt x="1156" y="2"/>
                  </a:cubicBezTo>
                  <a:cubicBezTo>
                    <a:pt x="1119" y="4"/>
                    <a:pt x="1126" y="9"/>
                    <a:pt x="1136" y="10"/>
                  </a:cubicBezTo>
                  <a:cubicBezTo>
                    <a:pt x="1169" y="30"/>
                    <a:pt x="1176" y="28"/>
                    <a:pt x="1177" y="31"/>
                  </a:cubicBezTo>
                  <a:cubicBezTo>
                    <a:pt x="1206" y="45"/>
                    <a:pt x="1215" y="46"/>
                    <a:pt x="1220" y="49"/>
                  </a:cubicBezTo>
                  <a:cubicBezTo>
                    <a:pt x="1280" y="78"/>
                    <a:pt x="1290" y="84"/>
                    <a:pt x="1302" y="88"/>
                  </a:cubicBezTo>
                  <a:cubicBezTo>
                    <a:pt x="1327" y="100"/>
                    <a:pt x="1331" y="99"/>
                    <a:pt x="1335" y="100"/>
                  </a:cubicBezTo>
                  <a:cubicBezTo>
                    <a:pt x="1385" y="116"/>
                    <a:pt x="1401" y="116"/>
                    <a:pt x="1413" y="121"/>
                  </a:cubicBezTo>
                  <a:cubicBezTo>
                    <a:pt x="1486" y="126"/>
                    <a:pt x="1486" y="125"/>
                    <a:pt x="1495" y="127"/>
                  </a:cubicBezTo>
                  <a:cubicBezTo>
                    <a:pt x="1458" y="133"/>
                    <a:pt x="1456" y="132"/>
                    <a:pt x="1443" y="133"/>
                  </a:cubicBezTo>
                  <a:cubicBezTo>
                    <a:pt x="1346" y="119"/>
                    <a:pt x="1337" y="119"/>
                    <a:pt x="1334" y="115"/>
                  </a:cubicBezTo>
                  <a:cubicBezTo>
                    <a:pt x="1283" y="98"/>
                    <a:pt x="1273" y="101"/>
                    <a:pt x="1274" y="94"/>
                  </a:cubicBezTo>
                  <a:cubicBezTo>
                    <a:pt x="1197" y="60"/>
                    <a:pt x="1189" y="61"/>
                    <a:pt x="1185" y="57"/>
                  </a:cubicBezTo>
                  <a:cubicBezTo>
                    <a:pt x="1136" y="33"/>
                    <a:pt x="1127" y="28"/>
                    <a:pt x="1118" y="23"/>
                  </a:cubicBezTo>
                  <a:cubicBezTo>
                    <a:pt x="1081" y="8"/>
                    <a:pt x="1076" y="3"/>
                    <a:pt x="1068" y="0"/>
                  </a:cubicBezTo>
                  <a:cubicBezTo>
                    <a:pt x="1077" y="14"/>
                    <a:pt x="1089" y="16"/>
                    <a:pt x="1096" y="23"/>
                  </a:cubicBezTo>
                  <a:close/>
                  <a:moveTo>
                    <a:pt x="979" y="13"/>
                  </a:moveTo>
                  <a:cubicBezTo>
                    <a:pt x="986" y="13"/>
                    <a:pt x="987" y="17"/>
                    <a:pt x="992" y="18"/>
                  </a:cubicBezTo>
                  <a:cubicBezTo>
                    <a:pt x="1035" y="35"/>
                    <a:pt x="1037" y="39"/>
                    <a:pt x="1039" y="43"/>
                  </a:cubicBezTo>
                  <a:cubicBezTo>
                    <a:pt x="1082" y="59"/>
                    <a:pt x="1083" y="64"/>
                    <a:pt x="1089" y="64"/>
                  </a:cubicBezTo>
                  <a:cubicBezTo>
                    <a:pt x="1163" y="104"/>
                    <a:pt x="1170" y="102"/>
                    <a:pt x="1173" y="105"/>
                  </a:cubicBezTo>
                  <a:cubicBezTo>
                    <a:pt x="1200" y="116"/>
                    <a:pt x="1202" y="117"/>
                    <a:pt x="1203" y="119"/>
                  </a:cubicBezTo>
                  <a:cubicBezTo>
                    <a:pt x="1236" y="133"/>
                    <a:pt x="1244" y="134"/>
                    <a:pt x="1249" y="139"/>
                  </a:cubicBezTo>
                  <a:cubicBezTo>
                    <a:pt x="1273" y="146"/>
                    <a:pt x="1277" y="147"/>
                    <a:pt x="1279" y="149"/>
                  </a:cubicBezTo>
                  <a:cubicBezTo>
                    <a:pt x="1302" y="160"/>
                    <a:pt x="1315" y="152"/>
                    <a:pt x="1314" y="158"/>
                  </a:cubicBezTo>
                  <a:cubicBezTo>
                    <a:pt x="1355" y="161"/>
                    <a:pt x="1375" y="162"/>
                    <a:pt x="1394" y="162"/>
                  </a:cubicBezTo>
                  <a:cubicBezTo>
                    <a:pt x="1429" y="161"/>
                    <a:pt x="1435" y="155"/>
                    <a:pt x="1429" y="154"/>
                  </a:cubicBezTo>
                  <a:cubicBezTo>
                    <a:pt x="1393" y="155"/>
                    <a:pt x="1392" y="157"/>
                    <a:pt x="1381" y="155"/>
                  </a:cubicBezTo>
                  <a:cubicBezTo>
                    <a:pt x="1358" y="157"/>
                    <a:pt x="1347" y="153"/>
                    <a:pt x="1338" y="154"/>
                  </a:cubicBezTo>
                  <a:cubicBezTo>
                    <a:pt x="1234" y="126"/>
                    <a:pt x="1232" y="119"/>
                    <a:pt x="1223" y="119"/>
                  </a:cubicBezTo>
                  <a:cubicBezTo>
                    <a:pt x="1147" y="88"/>
                    <a:pt x="1147" y="80"/>
                    <a:pt x="1139" y="80"/>
                  </a:cubicBezTo>
                  <a:cubicBezTo>
                    <a:pt x="1111" y="65"/>
                    <a:pt x="1099" y="60"/>
                    <a:pt x="1087" y="55"/>
                  </a:cubicBezTo>
                  <a:cubicBezTo>
                    <a:pt x="1033" y="27"/>
                    <a:pt x="1028" y="24"/>
                    <a:pt x="1022" y="21"/>
                  </a:cubicBezTo>
                  <a:cubicBezTo>
                    <a:pt x="956" y="0"/>
                    <a:pt x="956" y="0"/>
                    <a:pt x="956" y="0"/>
                  </a:cubicBezTo>
                  <a:close/>
                  <a:moveTo>
                    <a:pt x="1304" y="25"/>
                  </a:moveTo>
                  <a:cubicBezTo>
                    <a:pt x="1335" y="32"/>
                    <a:pt x="1379" y="35"/>
                    <a:pt x="1419" y="41"/>
                  </a:cubicBezTo>
                  <a:cubicBezTo>
                    <a:pt x="1435" y="41"/>
                    <a:pt x="1451" y="41"/>
                    <a:pt x="1467" y="42"/>
                  </a:cubicBezTo>
                  <a:cubicBezTo>
                    <a:pt x="1473" y="45"/>
                    <a:pt x="1476" y="40"/>
                    <a:pt x="1486" y="42"/>
                  </a:cubicBezTo>
                  <a:cubicBezTo>
                    <a:pt x="1491" y="42"/>
                    <a:pt x="1495" y="42"/>
                    <a:pt x="1499" y="42"/>
                  </a:cubicBezTo>
                  <a:cubicBezTo>
                    <a:pt x="1503" y="41"/>
                    <a:pt x="1511" y="45"/>
                    <a:pt x="1510" y="40"/>
                  </a:cubicBezTo>
                  <a:cubicBezTo>
                    <a:pt x="1508" y="38"/>
                    <a:pt x="1505" y="37"/>
                    <a:pt x="1500" y="38"/>
                  </a:cubicBezTo>
                  <a:cubicBezTo>
                    <a:pt x="1498" y="39"/>
                    <a:pt x="1489" y="43"/>
                    <a:pt x="1489" y="38"/>
                  </a:cubicBezTo>
                  <a:cubicBezTo>
                    <a:pt x="1477" y="38"/>
                    <a:pt x="1478" y="38"/>
                    <a:pt x="1467" y="39"/>
                  </a:cubicBezTo>
                  <a:cubicBezTo>
                    <a:pt x="1458" y="35"/>
                    <a:pt x="1442" y="38"/>
                    <a:pt x="1430" y="36"/>
                  </a:cubicBezTo>
                  <a:cubicBezTo>
                    <a:pt x="1426" y="33"/>
                    <a:pt x="1423" y="35"/>
                    <a:pt x="1419" y="36"/>
                  </a:cubicBezTo>
                  <a:cubicBezTo>
                    <a:pt x="1417" y="31"/>
                    <a:pt x="1405" y="35"/>
                    <a:pt x="1399" y="34"/>
                  </a:cubicBezTo>
                  <a:cubicBezTo>
                    <a:pt x="1393" y="30"/>
                    <a:pt x="1379" y="33"/>
                    <a:pt x="1369" y="29"/>
                  </a:cubicBezTo>
                  <a:cubicBezTo>
                    <a:pt x="1366" y="28"/>
                    <a:pt x="1363" y="28"/>
                    <a:pt x="1360" y="28"/>
                  </a:cubicBezTo>
                  <a:cubicBezTo>
                    <a:pt x="1356" y="29"/>
                    <a:pt x="1355" y="25"/>
                    <a:pt x="1354" y="28"/>
                  </a:cubicBezTo>
                  <a:cubicBezTo>
                    <a:pt x="1352" y="23"/>
                    <a:pt x="1338" y="29"/>
                    <a:pt x="1336" y="23"/>
                  </a:cubicBezTo>
                  <a:cubicBezTo>
                    <a:pt x="1311" y="21"/>
                    <a:pt x="1288" y="17"/>
                    <a:pt x="1269" y="9"/>
                  </a:cubicBezTo>
                  <a:cubicBezTo>
                    <a:pt x="1257" y="8"/>
                    <a:pt x="1250" y="4"/>
                    <a:pt x="1241" y="0"/>
                  </a:cubicBezTo>
                  <a:cubicBezTo>
                    <a:pt x="1214" y="0"/>
                    <a:pt x="1214" y="0"/>
                    <a:pt x="1214" y="0"/>
                  </a:cubicBezTo>
                  <a:cubicBezTo>
                    <a:pt x="1225" y="4"/>
                    <a:pt x="1237" y="7"/>
                    <a:pt x="1249" y="11"/>
                  </a:cubicBezTo>
                  <a:cubicBezTo>
                    <a:pt x="1265" y="18"/>
                    <a:pt x="1285" y="21"/>
                    <a:pt x="1304" y="25"/>
                  </a:cubicBezTo>
                  <a:close/>
                  <a:moveTo>
                    <a:pt x="883" y="9"/>
                  </a:moveTo>
                  <a:cubicBezTo>
                    <a:pt x="887" y="14"/>
                    <a:pt x="895" y="14"/>
                    <a:pt x="898" y="20"/>
                  </a:cubicBezTo>
                  <a:cubicBezTo>
                    <a:pt x="913" y="36"/>
                    <a:pt x="920" y="33"/>
                    <a:pt x="922" y="36"/>
                  </a:cubicBezTo>
                  <a:cubicBezTo>
                    <a:pt x="951" y="55"/>
                    <a:pt x="953" y="62"/>
                    <a:pt x="960" y="63"/>
                  </a:cubicBezTo>
                  <a:cubicBezTo>
                    <a:pt x="985" y="82"/>
                    <a:pt x="997" y="88"/>
                    <a:pt x="1008" y="95"/>
                  </a:cubicBezTo>
                  <a:cubicBezTo>
                    <a:pt x="1077" y="135"/>
                    <a:pt x="1084" y="133"/>
                    <a:pt x="1085" y="136"/>
                  </a:cubicBezTo>
                  <a:cubicBezTo>
                    <a:pt x="1124" y="154"/>
                    <a:pt x="1130" y="165"/>
                    <a:pt x="1148" y="165"/>
                  </a:cubicBezTo>
                  <a:cubicBezTo>
                    <a:pt x="1177" y="180"/>
                    <a:pt x="1184" y="177"/>
                    <a:pt x="1185" y="182"/>
                  </a:cubicBezTo>
                  <a:cubicBezTo>
                    <a:pt x="1245" y="198"/>
                    <a:pt x="1249" y="200"/>
                    <a:pt x="1254" y="200"/>
                  </a:cubicBezTo>
                  <a:cubicBezTo>
                    <a:pt x="1350" y="212"/>
                    <a:pt x="1357" y="219"/>
                    <a:pt x="1360" y="218"/>
                  </a:cubicBezTo>
                  <a:cubicBezTo>
                    <a:pt x="1358" y="204"/>
                    <a:pt x="1355" y="205"/>
                    <a:pt x="1352" y="207"/>
                  </a:cubicBezTo>
                  <a:cubicBezTo>
                    <a:pt x="1328" y="204"/>
                    <a:pt x="1321" y="204"/>
                    <a:pt x="1306" y="204"/>
                  </a:cubicBezTo>
                  <a:cubicBezTo>
                    <a:pt x="1249" y="187"/>
                    <a:pt x="1239" y="190"/>
                    <a:pt x="1237" y="185"/>
                  </a:cubicBezTo>
                  <a:cubicBezTo>
                    <a:pt x="1165" y="161"/>
                    <a:pt x="1154" y="164"/>
                    <a:pt x="1152" y="159"/>
                  </a:cubicBezTo>
                  <a:cubicBezTo>
                    <a:pt x="1126" y="149"/>
                    <a:pt x="1124" y="147"/>
                    <a:pt x="1120" y="147"/>
                  </a:cubicBezTo>
                  <a:cubicBezTo>
                    <a:pt x="1087" y="129"/>
                    <a:pt x="1085" y="124"/>
                    <a:pt x="1077" y="125"/>
                  </a:cubicBezTo>
                  <a:cubicBezTo>
                    <a:pt x="1047" y="103"/>
                    <a:pt x="1040" y="103"/>
                    <a:pt x="1036" y="100"/>
                  </a:cubicBezTo>
                  <a:cubicBezTo>
                    <a:pt x="1008" y="81"/>
                    <a:pt x="1003" y="82"/>
                    <a:pt x="999" y="81"/>
                  </a:cubicBezTo>
                  <a:cubicBezTo>
                    <a:pt x="968" y="59"/>
                    <a:pt x="965" y="56"/>
                    <a:pt x="961" y="54"/>
                  </a:cubicBezTo>
                  <a:cubicBezTo>
                    <a:pt x="925" y="28"/>
                    <a:pt x="920" y="26"/>
                    <a:pt x="915" y="25"/>
                  </a:cubicBezTo>
                  <a:cubicBezTo>
                    <a:pt x="893" y="5"/>
                    <a:pt x="887" y="4"/>
                    <a:pt x="885" y="1"/>
                  </a:cubicBezTo>
                  <a:cubicBezTo>
                    <a:pt x="872" y="5"/>
                    <a:pt x="878" y="6"/>
                    <a:pt x="883" y="9"/>
                  </a:cubicBezTo>
                  <a:close/>
                  <a:moveTo>
                    <a:pt x="1280" y="0"/>
                  </a:moveTo>
                  <a:cubicBezTo>
                    <a:pt x="1280" y="0"/>
                    <a:pt x="1280" y="0"/>
                    <a:pt x="1280" y="0"/>
                  </a:cubicBezTo>
                  <a:cubicBezTo>
                    <a:pt x="1280" y="0"/>
                    <a:pt x="1280" y="0"/>
                    <a:pt x="1280" y="0"/>
                  </a:cubicBezTo>
                  <a:cubicBezTo>
                    <a:pt x="1280" y="0"/>
                    <a:pt x="1280" y="0"/>
                    <a:pt x="1280" y="0"/>
                  </a:cubicBezTo>
                  <a:close/>
                  <a:moveTo>
                    <a:pt x="833" y="8"/>
                  </a:moveTo>
                  <a:cubicBezTo>
                    <a:pt x="837" y="12"/>
                    <a:pt x="843" y="13"/>
                    <a:pt x="846" y="17"/>
                  </a:cubicBezTo>
                  <a:cubicBezTo>
                    <a:pt x="882" y="51"/>
                    <a:pt x="891" y="50"/>
                    <a:pt x="893" y="55"/>
                  </a:cubicBezTo>
                  <a:cubicBezTo>
                    <a:pt x="911" y="66"/>
                    <a:pt x="911" y="74"/>
                    <a:pt x="916" y="75"/>
                  </a:cubicBezTo>
                  <a:cubicBezTo>
                    <a:pt x="986" y="136"/>
                    <a:pt x="988" y="138"/>
                    <a:pt x="991" y="138"/>
                  </a:cubicBezTo>
                  <a:cubicBezTo>
                    <a:pt x="1014" y="162"/>
                    <a:pt x="1027" y="164"/>
                    <a:pt x="1032" y="172"/>
                  </a:cubicBezTo>
                  <a:cubicBezTo>
                    <a:pt x="1049" y="184"/>
                    <a:pt x="1054" y="186"/>
                    <a:pt x="1056" y="192"/>
                  </a:cubicBezTo>
                  <a:cubicBezTo>
                    <a:pt x="1096" y="211"/>
                    <a:pt x="1102" y="220"/>
                    <a:pt x="1114" y="224"/>
                  </a:cubicBezTo>
                  <a:cubicBezTo>
                    <a:pt x="1182" y="262"/>
                    <a:pt x="1192" y="266"/>
                    <a:pt x="1202" y="271"/>
                  </a:cubicBezTo>
                  <a:cubicBezTo>
                    <a:pt x="1247" y="288"/>
                    <a:pt x="1251" y="287"/>
                    <a:pt x="1252" y="290"/>
                  </a:cubicBezTo>
                  <a:cubicBezTo>
                    <a:pt x="1295" y="297"/>
                    <a:pt x="1305" y="294"/>
                    <a:pt x="1304" y="287"/>
                  </a:cubicBezTo>
                  <a:cubicBezTo>
                    <a:pt x="1296" y="277"/>
                    <a:pt x="1294" y="287"/>
                    <a:pt x="1291" y="286"/>
                  </a:cubicBezTo>
                  <a:cubicBezTo>
                    <a:pt x="1240" y="278"/>
                    <a:pt x="1233" y="274"/>
                    <a:pt x="1224" y="272"/>
                  </a:cubicBezTo>
                  <a:cubicBezTo>
                    <a:pt x="1177" y="250"/>
                    <a:pt x="1172" y="250"/>
                    <a:pt x="1170" y="247"/>
                  </a:cubicBezTo>
                  <a:cubicBezTo>
                    <a:pt x="1150" y="240"/>
                    <a:pt x="1150" y="230"/>
                    <a:pt x="1138" y="231"/>
                  </a:cubicBezTo>
                  <a:cubicBezTo>
                    <a:pt x="1116" y="211"/>
                    <a:pt x="1101" y="214"/>
                    <a:pt x="1099" y="206"/>
                  </a:cubicBezTo>
                  <a:cubicBezTo>
                    <a:pt x="1054" y="177"/>
                    <a:pt x="1048" y="173"/>
                    <a:pt x="1043" y="168"/>
                  </a:cubicBezTo>
                  <a:cubicBezTo>
                    <a:pt x="1011" y="146"/>
                    <a:pt x="999" y="136"/>
                    <a:pt x="987" y="127"/>
                  </a:cubicBezTo>
                  <a:cubicBezTo>
                    <a:pt x="971" y="108"/>
                    <a:pt x="966" y="108"/>
                    <a:pt x="962" y="107"/>
                  </a:cubicBezTo>
                  <a:cubicBezTo>
                    <a:pt x="940" y="87"/>
                    <a:pt x="938" y="84"/>
                    <a:pt x="934" y="82"/>
                  </a:cubicBezTo>
                  <a:cubicBezTo>
                    <a:pt x="885" y="38"/>
                    <a:pt x="878" y="37"/>
                    <a:pt x="876" y="31"/>
                  </a:cubicBezTo>
                  <a:cubicBezTo>
                    <a:pt x="860" y="15"/>
                    <a:pt x="853" y="14"/>
                    <a:pt x="850" y="8"/>
                  </a:cubicBezTo>
                  <a:cubicBezTo>
                    <a:pt x="828" y="2"/>
                    <a:pt x="832" y="4"/>
                    <a:pt x="833" y="8"/>
                  </a:cubicBezTo>
                  <a:close/>
                  <a:moveTo>
                    <a:pt x="750" y="19"/>
                  </a:moveTo>
                  <a:cubicBezTo>
                    <a:pt x="756" y="21"/>
                    <a:pt x="760" y="24"/>
                    <a:pt x="763" y="28"/>
                  </a:cubicBezTo>
                  <a:cubicBezTo>
                    <a:pt x="795" y="48"/>
                    <a:pt x="793" y="58"/>
                    <a:pt x="801" y="58"/>
                  </a:cubicBezTo>
                  <a:cubicBezTo>
                    <a:pt x="830" y="88"/>
                    <a:pt x="839" y="94"/>
                    <a:pt x="846" y="102"/>
                  </a:cubicBezTo>
                  <a:cubicBezTo>
                    <a:pt x="861" y="116"/>
                    <a:pt x="865" y="120"/>
                    <a:pt x="867" y="124"/>
                  </a:cubicBezTo>
                  <a:cubicBezTo>
                    <a:pt x="917" y="168"/>
                    <a:pt x="917" y="172"/>
                    <a:pt x="919" y="174"/>
                  </a:cubicBezTo>
                  <a:cubicBezTo>
                    <a:pt x="944" y="198"/>
                    <a:pt x="950" y="207"/>
                    <a:pt x="957" y="214"/>
                  </a:cubicBezTo>
                  <a:cubicBezTo>
                    <a:pt x="1014" y="262"/>
                    <a:pt x="1021" y="270"/>
                    <a:pt x="1032" y="274"/>
                  </a:cubicBezTo>
                  <a:cubicBezTo>
                    <a:pt x="1086" y="317"/>
                    <a:pt x="1095" y="316"/>
                    <a:pt x="1096" y="321"/>
                  </a:cubicBezTo>
                  <a:cubicBezTo>
                    <a:pt x="1138" y="334"/>
                    <a:pt x="1141" y="339"/>
                    <a:pt x="1148" y="340"/>
                  </a:cubicBezTo>
                  <a:cubicBezTo>
                    <a:pt x="1136" y="331"/>
                    <a:pt x="1110" y="323"/>
                    <a:pt x="1092" y="308"/>
                  </a:cubicBezTo>
                  <a:cubicBezTo>
                    <a:pt x="1045" y="279"/>
                    <a:pt x="1047" y="273"/>
                    <a:pt x="1041" y="274"/>
                  </a:cubicBezTo>
                  <a:cubicBezTo>
                    <a:pt x="1014" y="255"/>
                    <a:pt x="1012" y="250"/>
                    <a:pt x="1006" y="247"/>
                  </a:cubicBezTo>
                  <a:cubicBezTo>
                    <a:pt x="990" y="232"/>
                    <a:pt x="985" y="227"/>
                    <a:pt x="981" y="223"/>
                  </a:cubicBezTo>
                  <a:cubicBezTo>
                    <a:pt x="959" y="204"/>
                    <a:pt x="956" y="201"/>
                    <a:pt x="955" y="198"/>
                  </a:cubicBezTo>
                  <a:cubicBezTo>
                    <a:pt x="920" y="167"/>
                    <a:pt x="916" y="155"/>
                    <a:pt x="904" y="151"/>
                  </a:cubicBezTo>
                  <a:cubicBezTo>
                    <a:pt x="889" y="134"/>
                    <a:pt x="887" y="129"/>
                    <a:pt x="880" y="127"/>
                  </a:cubicBezTo>
                  <a:cubicBezTo>
                    <a:pt x="843" y="89"/>
                    <a:pt x="841" y="87"/>
                    <a:pt x="840" y="85"/>
                  </a:cubicBezTo>
                  <a:cubicBezTo>
                    <a:pt x="818" y="66"/>
                    <a:pt x="818" y="62"/>
                    <a:pt x="817" y="60"/>
                  </a:cubicBezTo>
                  <a:cubicBezTo>
                    <a:pt x="790" y="41"/>
                    <a:pt x="790" y="33"/>
                    <a:pt x="782" y="33"/>
                  </a:cubicBezTo>
                  <a:cubicBezTo>
                    <a:pt x="747" y="6"/>
                    <a:pt x="748" y="2"/>
                    <a:pt x="746" y="0"/>
                  </a:cubicBezTo>
                  <a:cubicBezTo>
                    <a:pt x="739" y="12"/>
                    <a:pt x="750" y="11"/>
                    <a:pt x="750" y="19"/>
                  </a:cubicBezTo>
                  <a:close/>
                  <a:moveTo>
                    <a:pt x="709" y="12"/>
                  </a:moveTo>
                  <a:cubicBezTo>
                    <a:pt x="713" y="13"/>
                    <a:pt x="713" y="18"/>
                    <a:pt x="715" y="21"/>
                  </a:cubicBezTo>
                  <a:cubicBezTo>
                    <a:pt x="737" y="43"/>
                    <a:pt x="740" y="46"/>
                    <a:pt x="743" y="50"/>
                  </a:cubicBezTo>
                  <a:cubicBezTo>
                    <a:pt x="773" y="89"/>
                    <a:pt x="783" y="92"/>
                    <a:pt x="785" y="103"/>
                  </a:cubicBezTo>
                  <a:cubicBezTo>
                    <a:pt x="812" y="126"/>
                    <a:pt x="818" y="134"/>
                    <a:pt x="823" y="141"/>
                  </a:cubicBezTo>
                  <a:cubicBezTo>
                    <a:pt x="844" y="164"/>
                    <a:pt x="844" y="170"/>
                    <a:pt x="849" y="172"/>
                  </a:cubicBezTo>
                  <a:cubicBezTo>
                    <a:pt x="873" y="211"/>
                    <a:pt x="877" y="213"/>
                    <a:pt x="881" y="216"/>
                  </a:cubicBezTo>
                  <a:cubicBezTo>
                    <a:pt x="937" y="283"/>
                    <a:pt x="953" y="295"/>
                    <a:pt x="966" y="310"/>
                  </a:cubicBezTo>
                  <a:cubicBezTo>
                    <a:pt x="1005" y="341"/>
                    <a:pt x="1012" y="342"/>
                    <a:pt x="1015" y="346"/>
                  </a:cubicBezTo>
                  <a:cubicBezTo>
                    <a:pt x="1079" y="381"/>
                    <a:pt x="1093" y="382"/>
                    <a:pt x="1102" y="387"/>
                  </a:cubicBezTo>
                  <a:cubicBezTo>
                    <a:pt x="1128" y="397"/>
                    <a:pt x="1134" y="397"/>
                    <a:pt x="1134" y="394"/>
                  </a:cubicBezTo>
                  <a:cubicBezTo>
                    <a:pt x="1057" y="366"/>
                    <a:pt x="1055" y="360"/>
                    <a:pt x="1048" y="360"/>
                  </a:cubicBezTo>
                  <a:cubicBezTo>
                    <a:pt x="1026" y="342"/>
                    <a:pt x="1019" y="344"/>
                    <a:pt x="1020" y="339"/>
                  </a:cubicBezTo>
                  <a:cubicBezTo>
                    <a:pt x="983" y="316"/>
                    <a:pt x="981" y="309"/>
                    <a:pt x="975" y="306"/>
                  </a:cubicBezTo>
                  <a:cubicBezTo>
                    <a:pt x="934" y="271"/>
                    <a:pt x="928" y="260"/>
                    <a:pt x="919" y="250"/>
                  </a:cubicBezTo>
                  <a:cubicBezTo>
                    <a:pt x="900" y="223"/>
                    <a:pt x="896" y="222"/>
                    <a:pt x="894" y="219"/>
                  </a:cubicBezTo>
                  <a:cubicBezTo>
                    <a:pt x="844" y="149"/>
                    <a:pt x="837" y="146"/>
                    <a:pt x="834" y="139"/>
                  </a:cubicBezTo>
                  <a:cubicBezTo>
                    <a:pt x="805" y="108"/>
                    <a:pt x="799" y="109"/>
                    <a:pt x="800" y="103"/>
                  </a:cubicBezTo>
                  <a:cubicBezTo>
                    <a:pt x="808" y="110"/>
                    <a:pt x="824" y="120"/>
                    <a:pt x="832" y="137"/>
                  </a:cubicBezTo>
                  <a:cubicBezTo>
                    <a:pt x="914" y="214"/>
                    <a:pt x="916" y="217"/>
                    <a:pt x="918" y="221"/>
                  </a:cubicBezTo>
                  <a:cubicBezTo>
                    <a:pt x="957" y="254"/>
                    <a:pt x="966" y="257"/>
                    <a:pt x="971" y="264"/>
                  </a:cubicBezTo>
                  <a:cubicBezTo>
                    <a:pt x="1006" y="292"/>
                    <a:pt x="1013" y="292"/>
                    <a:pt x="1016" y="296"/>
                  </a:cubicBezTo>
                  <a:cubicBezTo>
                    <a:pt x="1079" y="324"/>
                    <a:pt x="1087" y="328"/>
                    <a:pt x="1096" y="332"/>
                  </a:cubicBezTo>
                  <a:cubicBezTo>
                    <a:pt x="1182" y="339"/>
                    <a:pt x="1164" y="349"/>
                    <a:pt x="1164" y="342"/>
                  </a:cubicBezTo>
                  <a:cubicBezTo>
                    <a:pt x="1119" y="336"/>
                    <a:pt x="1120" y="331"/>
                    <a:pt x="1114" y="333"/>
                  </a:cubicBezTo>
                  <a:cubicBezTo>
                    <a:pt x="1082" y="320"/>
                    <a:pt x="1080" y="318"/>
                    <a:pt x="1077" y="317"/>
                  </a:cubicBezTo>
                  <a:cubicBezTo>
                    <a:pt x="989" y="266"/>
                    <a:pt x="977" y="261"/>
                    <a:pt x="969" y="251"/>
                  </a:cubicBezTo>
                  <a:cubicBezTo>
                    <a:pt x="950" y="235"/>
                    <a:pt x="942" y="233"/>
                    <a:pt x="939" y="226"/>
                  </a:cubicBezTo>
                  <a:cubicBezTo>
                    <a:pt x="906" y="190"/>
                    <a:pt x="899" y="192"/>
                    <a:pt x="899" y="188"/>
                  </a:cubicBezTo>
                  <a:cubicBezTo>
                    <a:pt x="866" y="157"/>
                    <a:pt x="859" y="155"/>
                    <a:pt x="856" y="148"/>
                  </a:cubicBezTo>
                  <a:cubicBezTo>
                    <a:pt x="825" y="117"/>
                    <a:pt x="824" y="114"/>
                    <a:pt x="822" y="110"/>
                  </a:cubicBezTo>
                  <a:cubicBezTo>
                    <a:pt x="801" y="90"/>
                    <a:pt x="798" y="87"/>
                    <a:pt x="796" y="84"/>
                  </a:cubicBezTo>
                  <a:cubicBezTo>
                    <a:pt x="768" y="53"/>
                    <a:pt x="765" y="51"/>
                    <a:pt x="762" y="48"/>
                  </a:cubicBezTo>
                  <a:cubicBezTo>
                    <a:pt x="742" y="24"/>
                    <a:pt x="737" y="18"/>
                    <a:pt x="728" y="15"/>
                  </a:cubicBezTo>
                  <a:cubicBezTo>
                    <a:pt x="704" y="1"/>
                    <a:pt x="705" y="2"/>
                    <a:pt x="707" y="3"/>
                  </a:cubicBezTo>
                  <a:close/>
                  <a:moveTo>
                    <a:pt x="781" y="5"/>
                  </a:moveTo>
                  <a:cubicBezTo>
                    <a:pt x="780" y="9"/>
                    <a:pt x="783" y="9"/>
                    <a:pt x="785" y="11"/>
                  </a:cubicBezTo>
                  <a:cubicBezTo>
                    <a:pt x="813" y="32"/>
                    <a:pt x="815" y="38"/>
                    <a:pt x="821" y="41"/>
                  </a:cubicBezTo>
                  <a:cubicBezTo>
                    <a:pt x="837" y="55"/>
                    <a:pt x="839" y="56"/>
                    <a:pt x="843" y="56"/>
                  </a:cubicBezTo>
                  <a:cubicBezTo>
                    <a:pt x="873" y="83"/>
                    <a:pt x="883" y="90"/>
                    <a:pt x="892" y="99"/>
                  </a:cubicBezTo>
                  <a:cubicBezTo>
                    <a:pt x="909" y="114"/>
                    <a:pt x="916" y="117"/>
                    <a:pt x="918" y="123"/>
                  </a:cubicBezTo>
                  <a:cubicBezTo>
                    <a:pt x="952" y="150"/>
                    <a:pt x="958" y="152"/>
                    <a:pt x="960" y="157"/>
                  </a:cubicBezTo>
                  <a:cubicBezTo>
                    <a:pt x="1007" y="194"/>
                    <a:pt x="1009" y="196"/>
                    <a:pt x="1010" y="199"/>
                  </a:cubicBezTo>
                  <a:cubicBezTo>
                    <a:pt x="1034" y="220"/>
                    <a:pt x="1042" y="221"/>
                    <a:pt x="1044" y="226"/>
                  </a:cubicBezTo>
                  <a:cubicBezTo>
                    <a:pt x="1095" y="265"/>
                    <a:pt x="1104" y="266"/>
                    <a:pt x="1108" y="271"/>
                  </a:cubicBezTo>
                  <a:cubicBezTo>
                    <a:pt x="1152" y="297"/>
                    <a:pt x="1154" y="304"/>
                    <a:pt x="1162" y="305"/>
                  </a:cubicBezTo>
                  <a:cubicBezTo>
                    <a:pt x="1183" y="317"/>
                    <a:pt x="1184" y="319"/>
                    <a:pt x="1184" y="321"/>
                  </a:cubicBezTo>
                  <a:cubicBezTo>
                    <a:pt x="1209" y="327"/>
                    <a:pt x="1216" y="329"/>
                    <a:pt x="1225" y="326"/>
                  </a:cubicBezTo>
                  <a:cubicBezTo>
                    <a:pt x="1193" y="309"/>
                    <a:pt x="1186" y="309"/>
                    <a:pt x="1182" y="306"/>
                  </a:cubicBezTo>
                  <a:cubicBezTo>
                    <a:pt x="1131" y="277"/>
                    <a:pt x="1126" y="272"/>
                    <a:pt x="1119" y="270"/>
                  </a:cubicBezTo>
                  <a:cubicBezTo>
                    <a:pt x="1082" y="240"/>
                    <a:pt x="1074" y="237"/>
                    <a:pt x="1068" y="233"/>
                  </a:cubicBezTo>
                  <a:cubicBezTo>
                    <a:pt x="1015" y="191"/>
                    <a:pt x="1009" y="187"/>
                    <a:pt x="1004" y="182"/>
                  </a:cubicBezTo>
                  <a:cubicBezTo>
                    <a:pt x="952" y="138"/>
                    <a:pt x="945" y="135"/>
                    <a:pt x="941" y="128"/>
                  </a:cubicBezTo>
                  <a:cubicBezTo>
                    <a:pt x="904" y="100"/>
                    <a:pt x="901" y="93"/>
                    <a:pt x="894" y="90"/>
                  </a:cubicBezTo>
                  <a:cubicBezTo>
                    <a:pt x="858" y="58"/>
                    <a:pt x="853" y="54"/>
                    <a:pt x="847" y="50"/>
                  </a:cubicBezTo>
                  <a:cubicBezTo>
                    <a:pt x="822" y="26"/>
                    <a:pt x="817" y="26"/>
                    <a:pt x="813" y="25"/>
                  </a:cubicBezTo>
                  <a:cubicBezTo>
                    <a:pt x="781" y="0"/>
                    <a:pt x="781" y="0"/>
                    <a:pt x="781" y="0"/>
                  </a:cubicBezTo>
                  <a:close/>
                  <a:moveTo>
                    <a:pt x="429" y="17"/>
                  </a:moveTo>
                  <a:cubicBezTo>
                    <a:pt x="434" y="17"/>
                    <a:pt x="433" y="24"/>
                    <a:pt x="440" y="23"/>
                  </a:cubicBezTo>
                  <a:cubicBezTo>
                    <a:pt x="504" y="85"/>
                    <a:pt x="517" y="96"/>
                    <a:pt x="530" y="106"/>
                  </a:cubicBezTo>
                  <a:cubicBezTo>
                    <a:pt x="570" y="139"/>
                    <a:pt x="576" y="139"/>
                    <a:pt x="579" y="142"/>
                  </a:cubicBezTo>
                  <a:cubicBezTo>
                    <a:pt x="604" y="156"/>
                    <a:pt x="606" y="167"/>
                    <a:pt x="609" y="160"/>
                  </a:cubicBezTo>
                  <a:cubicBezTo>
                    <a:pt x="583" y="140"/>
                    <a:pt x="574" y="135"/>
                    <a:pt x="569" y="129"/>
                  </a:cubicBezTo>
                  <a:cubicBezTo>
                    <a:pt x="531" y="105"/>
                    <a:pt x="533" y="96"/>
                    <a:pt x="526" y="97"/>
                  </a:cubicBezTo>
                  <a:cubicBezTo>
                    <a:pt x="493" y="61"/>
                    <a:pt x="489" y="59"/>
                    <a:pt x="487" y="53"/>
                  </a:cubicBezTo>
                  <a:cubicBezTo>
                    <a:pt x="450" y="20"/>
                    <a:pt x="443" y="19"/>
                    <a:pt x="442" y="13"/>
                  </a:cubicBezTo>
                  <a:cubicBezTo>
                    <a:pt x="463" y="26"/>
                    <a:pt x="465" y="28"/>
                    <a:pt x="466" y="31"/>
                  </a:cubicBezTo>
                  <a:cubicBezTo>
                    <a:pt x="519" y="68"/>
                    <a:pt x="521" y="73"/>
                    <a:pt x="526" y="76"/>
                  </a:cubicBezTo>
                  <a:cubicBezTo>
                    <a:pt x="542" y="88"/>
                    <a:pt x="542" y="94"/>
                    <a:pt x="547" y="96"/>
                  </a:cubicBezTo>
                  <a:cubicBezTo>
                    <a:pt x="565" y="108"/>
                    <a:pt x="564" y="115"/>
                    <a:pt x="571" y="116"/>
                  </a:cubicBezTo>
                  <a:cubicBezTo>
                    <a:pt x="606" y="152"/>
                    <a:pt x="609" y="155"/>
                    <a:pt x="614" y="158"/>
                  </a:cubicBezTo>
                  <a:cubicBezTo>
                    <a:pt x="619" y="167"/>
                    <a:pt x="612" y="162"/>
                    <a:pt x="611" y="167"/>
                  </a:cubicBezTo>
                  <a:cubicBezTo>
                    <a:pt x="629" y="174"/>
                    <a:pt x="629" y="177"/>
                    <a:pt x="633" y="176"/>
                  </a:cubicBezTo>
                  <a:cubicBezTo>
                    <a:pt x="695" y="224"/>
                    <a:pt x="698" y="233"/>
                    <a:pt x="708" y="234"/>
                  </a:cubicBezTo>
                  <a:cubicBezTo>
                    <a:pt x="693" y="216"/>
                    <a:pt x="685" y="219"/>
                    <a:pt x="684" y="214"/>
                  </a:cubicBezTo>
                  <a:cubicBezTo>
                    <a:pt x="649" y="191"/>
                    <a:pt x="648" y="181"/>
                    <a:pt x="639" y="178"/>
                  </a:cubicBezTo>
                  <a:cubicBezTo>
                    <a:pt x="616" y="151"/>
                    <a:pt x="612" y="152"/>
                    <a:pt x="612" y="149"/>
                  </a:cubicBezTo>
                  <a:cubicBezTo>
                    <a:pt x="596" y="135"/>
                    <a:pt x="596" y="129"/>
                    <a:pt x="593" y="127"/>
                  </a:cubicBezTo>
                  <a:cubicBezTo>
                    <a:pt x="564" y="105"/>
                    <a:pt x="565" y="101"/>
                    <a:pt x="563" y="100"/>
                  </a:cubicBezTo>
                  <a:cubicBezTo>
                    <a:pt x="537" y="78"/>
                    <a:pt x="536" y="72"/>
                    <a:pt x="531" y="71"/>
                  </a:cubicBezTo>
                  <a:cubicBezTo>
                    <a:pt x="517" y="59"/>
                    <a:pt x="516" y="57"/>
                    <a:pt x="516" y="53"/>
                  </a:cubicBezTo>
                  <a:cubicBezTo>
                    <a:pt x="486" y="37"/>
                    <a:pt x="484" y="26"/>
                    <a:pt x="473" y="24"/>
                  </a:cubicBezTo>
                  <a:cubicBezTo>
                    <a:pt x="427" y="0"/>
                    <a:pt x="427" y="0"/>
                    <a:pt x="427" y="0"/>
                  </a:cubicBezTo>
                  <a:cubicBezTo>
                    <a:pt x="438" y="11"/>
                    <a:pt x="441" y="12"/>
                    <a:pt x="438" y="13"/>
                  </a:cubicBezTo>
                  <a:cubicBezTo>
                    <a:pt x="423" y="1"/>
                    <a:pt x="422" y="1"/>
                    <a:pt x="422" y="0"/>
                  </a:cubicBezTo>
                  <a:cubicBezTo>
                    <a:pt x="424" y="10"/>
                    <a:pt x="427" y="13"/>
                    <a:pt x="429" y="17"/>
                  </a:cubicBezTo>
                  <a:close/>
                  <a:moveTo>
                    <a:pt x="385" y="151"/>
                  </a:moveTo>
                  <a:cubicBezTo>
                    <a:pt x="384" y="148"/>
                    <a:pt x="382" y="146"/>
                    <a:pt x="378" y="146"/>
                  </a:cubicBezTo>
                  <a:cubicBezTo>
                    <a:pt x="359" y="123"/>
                    <a:pt x="353" y="121"/>
                    <a:pt x="349" y="117"/>
                  </a:cubicBezTo>
                  <a:cubicBezTo>
                    <a:pt x="312" y="78"/>
                    <a:pt x="306" y="76"/>
                    <a:pt x="304" y="71"/>
                  </a:cubicBezTo>
                  <a:cubicBezTo>
                    <a:pt x="278" y="47"/>
                    <a:pt x="276" y="45"/>
                    <a:pt x="276" y="42"/>
                  </a:cubicBezTo>
                  <a:cubicBezTo>
                    <a:pt x="256" y="35"/>
                    <a:pt x="262" y="26"/>
                    <a:pt x="255" y="28"/>
                  </a:cubicBezTo>
                  <a:cubicBezTo>
                    <a:pt x="207" y="0"/>
                    <a:pt x="207" y="0"/>
                    <a:pt x="207" y="0"/>
                  </a:cubicBezTo>
                  <a:cubicBezTo>
                    <a:pt x="240" y="25"/>
                    <a:pt x="245" y="33"/>
                    <a:pt x="254" y="37"/>
                  </a:cubicBezTo>
                  <a:cubicBezTo>
                    <a:pt x="280" y="63"/>
                    <a:pt x="289" y="68"/>
                    <a:pt x="295" y="75"/>
                  </a:cubicBezTo>
                  <a:cubicBezTo>
                    <a:pt x="336" y="116"/>
                    <a:pt x="339" y="115"/>
                    <a:pt x="340" y="117"/>
                  </a:cubicBezTo>
                  <a:cubicBezTo>
                    <a:pt x="359" y="135"/>
                    <a:pt x="363" y="137"/>
                    <a:pt x="368" y="137"/>
                  </a:cubicBezTo>
                  <a:cubicBezTo>
                    <a:pt x="389" y="157"/>
                    <a:pt x="395" y="166"/>
                    <a:pt x="398" y="160"/>
                  </a:cubicBezTo>
                  <a:close/>
                  <a:moveTo>
                    <a:pt x="1507" y="2099"/>
                  </a:moveTo>
                  <a:cubicBezTo>
                    <a:pt x="1503" y="2109"/>
                    <a:pt x="1496" y="2117"/>
                    <a:pt x="1494" y="2129"/>
                  </a:cubicBezTo>
                  <a:cubicBezTo>
                    <a:pt x="1487" y="2132"/>
                    <a:pt x="1486" y="2141"/>
                    <a:pt x="1481" y="2145"/>
                  </a:cubicBezTo>
                  <a:cubicBezTo>
                    <a:pt x="1478" y="2151"/>
                    <a:pt x="1471" y="2153"/>
                    <a:pt x="1468" y="2160"/>
                  </a:cubicBezTo>
                  <a:cubicBezTo>
                    <a:pt x="1468" y="2160"/>
                    <a:pt x="1467" y="2160"/>
                    <a:pt x="1467" y="2160"/>
                  </a:cubicBezTo>
                  <a:cubicBezTo>
                    <a:pt x="1479" y="2160"/>
                    <a:pt x="1479" y="2160"/>
                    <a:pt x="1479" y="2160"/>
                  </a:cubicBezTo>
                  <a:cubicBezTo>
                    <a:pt x="1481" y="2159"/>
                    <a:pt x="1482" y="2158"/>
                    <a:pt x="1481" y="2155"/>
                  </a:cubicBezTo>
                  <a:cubicBezTo>
                    <a:pt x="1488" y="2155"/>
                    <a:pt x="1487" y="2146"/>
                    <a:pt x="1494" y="2145"/>
                  </a:cubicBezTo>
                  <a:cubicBezTo>
                    <a:pt x="1495" y="2139"/>
                    <a:pt x="1496" y="2135"/>
                    <a:pt x="1501" y="2134"/>
                  </a:cubicBezTo>
                  <a:cubicBezTo>
                    <a:pt x="1501" y="2128"/>
                    <a:pt x="1505" y="2126"/>
                    <a:pt x="1507" y="2123"/>
                  </a:cubicBezTo>
                  <a:cubicBezTo>
                    <a:pt x="1505" y="2116"/>
                    <a:pt x="1511" y="2116"/>
                    <a:pt x="1509" y="2110"/>
                  </a:cubicBezTo>
                  <a:cubicBezTo>
                    <a:pt x="1512" y="2107"/>
                    <a:pt x="1513" y="2099"/>
                    <a:pt x="1507" y="2099"/>
                  </a:cubicBezTo>
                  <a:close/>
                  <a:moveTo>
                    <a:pt x="1509" y="2042"/>
                  </a:moveTo>
                  <a:cubicBezTo>
                    <a:pt x="1498" y="2041"/>
                    <a:pt x="1501" y="2053"/>
                    <a:pt x="1494" y="2055"/>
                  </a:cubicBezTo>
                  <a:cubicBezTo>
                    <a:pt x="1489" y="2060"/>
                    <a:pt x="1487" y="2067"/>
                    <a:pt x="1481" y="2070"/>
                  </a:cubicBezTo>
                  <a:cubicBezTo>
                    <a:pt x="1478" y="2077"/>
                    <a:pt x="1471" y="2079"/>
                    <a:pt x="1468" y="2086"/>
                  </a:cubicBezTo>
                  <a:cubicBezTo>
                    <a:pt x="1463" y="2091"/>
                    <a:pt x="1460" y="2098"/>
                    <a:pt x="1453" y="2101"/>
                  </a:cubicBezTo>
                  <a:cubicBezTo>
                    <a:pt x="1435" y="2123"/>
                    <a:pt x="1408" y="2135"/>
                    <a:pt x="1389" y="2155"/>
                  </a:cubicBezTo>
                  <a:cubicBezTo>
                    <a:pt x="1389" y="2159"/>
                    <a:pt x="1384" y="2158"/>
                    <a:pt x="1383" y="2160"/>
                  </a:cubicBezTo>
                  <a:cubicBezTo>
                    <a:pt x="1396" y="2160"/>
                    <a:pt x="1396" y="2160"/>
                    <a:pt x="1396" y="2160"/>
                  </a:cubicBezTo>
                  <a:cubicBezTo>
                    <a:pt x="1400" y="2158"/>
                    <a:pt x="1402" y="2154"/>
                    <a:pt x="1405" y="2151"/>
                  </a:cubicBezTo>
                  <a:cubicBezTo>
                    <a:pt x="1409" y="2147"/>
                    <a:pt x="1415" y="2146"/>
                    <a:pt x="1418" y="2140"/>
                  </a:cubicBezTo>
                  <a:cubicBezTo>
                    <a:pt x="1420" y="2139"/>
                    <a:pt x="1423" y="2138"/>
                    <a:pt x="1424" y="2136"/>
                  </a:cubicBezTo>
                  <a:cubicBezTo>
                    <a:pt x="1425" y="2132"/>
                    <a:pt x="1432" y="2134"/>
                    <a:pt x="1433" y="2131"/>
                  </a:cubicBezTo>
                  <a:cubicBezTo>
                    <a:pt x="1440" y="2124"/>
                    <a:pt x="1449" y="2117"/>
                    <a:pt x="1457" y="2110"/>
                  </a:cubicBezTo>
                  <a:cubicBezTo>
                    <a:pt x="1459" y="2104"/>
                    <a:pt x="1466" y="2102"/>
                    <a:pt x="1468" y="2097"/>
                  </a:cubicBezTo>
                  <a:cubicBezTo>
                    <a:pt x="1471" y="2091"/>
                    <a:pt x="1475" y="2087"/>
                    <a:pt x="1479" y="2083"/>
                  </a:cubicBezTo>
                  <a:cubicBezTo>
                    <a:pt x="1485" y="2075"/>
                    <a:pt x="1493" y="2067"/>
                    <a:pt x="1498" y="2057"/>
                  </a:cubicBezTo>
                  <a:cubicBezTo>
                    <a:pt x="1501" y="2056"/>
                    <a:pt x="1503" y="2055"/>
                    <a:pt x="1503" y="2051"/>
                  </a:cubicBezTo>
                  <a:cubicBezTo>
                    <a:pt x="1505" y="2049"/>
                    <a:pt x="1507" y="2046"/>
                    <a:pt x="1509" y="2044"/>
                  </a:cubicBezTo>
                  <a:cubicBezTo>
                    <a:pt x="1513" y="2044"/>
                    <a:pt x="1510" y="2038"/>
                    <a:pt x="1514" y="2038"/>
                  </a:cubicBezTo>
                  <a:cubicBezTo>
                    <a:pt x="1512" y="2032"/>
                    <a:pt x="1518" y="2033"/>
                    <a:pt x="1518" y="2029"/>
                  </a:cubicBezTo>
                  <a:cubicBezTo>
                    <a:pt x="1511" y="2029"/>
                    <a:pt x="1510" y="2035"/>
                    <a:pt x="1509" y="2042"/>
                  </a:cubicBezTo>
                  <a:close/>
                  <a:moveTo>
                    <a:pt x="1392" y="2125"/>
                  </a:moveTo>
                  <a:cubicBezTo>
                    <a:pt x="1392" y="2119"/>
                    <a:pt x="1401" y="2121"/>
                    <a:pt x="1402" y="2116"/>
                  </a:cubicBezTo>
                  <a:cubicBezTo>
                    <a:pt x="1434" y="2086"/>
                    <a:pt x="1442" y="2088"/>
                    <a:pt x="1444" y="2083"/>
                  </a:cubicBezTo>
                  <a:cubicBezTo>
                    <a:pt x="1462" y="2059"/>
                    <a:pt x="1469" y="2060"/>
                    <a:pt x="1470" y="2055"/>
                  </a:cubicBezTo>
                  <a:cubicBezTo>
                    <a:pt x="1490" y="2036"/>
                    <a:pt x="1492" y="2034"/>
                    <a:pt x="1494" y="2033"/>
                  </a:cubicBezTo>
                  <a:cubicBezTo>
                    <a:pt x="1512" y="2017"/>
                    <a:pt x="1514" y="2004"/>
                    <a:pt x="1509" y="2003"/>
                  </a:cubicBezTo>
                  <a:cubicBezTo>
                    <a:pt x="1466" y="2054"/>
                    <a:pt x="1462" y="2055"/>
                    <a:pt x="1461" y="2059"/>
                  </a:cubicBezTo>
                  <a:cubicBezTo>
                    <a:pt x="1449" y="2068"/>
                    <a:pt x="1446" y="2069"/>
                    <a:pt x="1446" y="2075"/>
                  </a:cubicBezTo>
                  <a:cubicBezTo>
                    <a:pt x="1423" y="2087"/>
                    <a:pt x="1422" y="2091"/>
                    <a:pt x="1420" y="2094"/>
                  </a:cubicBezTo>
                  <a:cubicBezTo>
                    <a:pt x="1397" y="2111"/>
                    <a:pt x="1395" y="2113"/>
                    <a:pt x="1394" y="2114"/>
                  </a:cubicBezTo>
                  <a:cubicBezTo>
                    <a:pt x="1343" y="2159"/>
                    <a:pt x="1342" y="2159"/>
                    <a:pt x="1341" y="2160"/>
                  </a:cubicBezTo>
                  <a:cubicBezTo>
                    <a:pt x="1360" y="2155"/>
                    <a:pt x="1362" y="2153"/>
                    <a:pt x="1365" y="2153"/>
                  </a:cubicBezTo>
                  <a:cubicBezTo>
                    <a:pt x="1382" y="2127"/>
                    <a:pt x="1389" y="2128"/>
                    <a:pt x="1392" y="2125"/>
                  </a:cubicBezTo>
                  <a:close/>
                  <a:moveTo>
                    <a:pt x="1461" y="2131"/>
                  </a:moveTo>
                  <a:cubicBezTo>
                    <a:pt x="1458" y="2140"/>
                    <a:pt x="1448" y="2143"/>
                    <a:pt x="1446" y="2153"/>
                  </a:cubicBezTo>
                  <a:cubicBezTo>
                    <a:pt x="1441" y="2153"/>
                    <a:pt x="1438" y="2157"/>
                    <a:pt x="1436" y="2160"/>
                  </a:cubicBezTo>
                  <a:cubicBezTo>
                    <a:pt x="1445" y="2160"/>
                    <a:pt x="1445" y="2160"/>
                    <a:pt x="1445" y="2160"/>
                  </a:cubicBezTo>
                  <a:cubicBezTo>
                    <a:pt x="1446" y="2158"/>
                    <a:pt x="1448" y="2156"/>
                    <a:pt x="1450" y="2155"/>
                  </a:cubicBezTo>
                  <a:cubicBezTo>
                    <a:pt x="1453" y="2153"/>
                    <a:pt x="1451" y="2147"/>
                    <a:pt x="1457" y="2149"/>
                  </a:cubicBezTo>
                  <a:cubicBezTo>
                    <a:pt x="1455" y="2143"/>
                    <a:pt x="1461" y="2144"/>
                    <a:pt x="1461" y="2140"/>
                  </a:cubicBezTo>
                  <a:cubicBezTo>
                    <a:pt x="1462" y="2139"/>
                    <a:pt x="1467" y="2132"/>
                    <a:pt x="1461" y="2131"/>
                  </a:cubicBezTo>
                  <a:close/>
                  <a:moveTo>
                    <a:pt x="1527" y="1857"/>
                  </a:moveTo>
                  <a:cubicBezTo>
                    <a:pt x="1525" y="1861"/>
                    <a:pt x="1521" y="1863"/>
                    <a:pt x="1522" y="1870"/>
                  </a:cubicBezTo>
                  <a:cubicBezTo>
                    <a:pt x="1494" y="1913"/>
                    <a:pt x="1484" y="1917"/>
                    <a:pt x="1481" y="1927"/>
                  </a:cubicBezTo>
                  <a:cubicBezTo>
                    <a:pt x="1462" y="1952"/>
                    <a:pt x="1458" y="1955"/>
                    <a:pt x="1457" y="1959"/>
                  </a:cubicBezTo>
                  <a:cubicBezTo>
                    <a:pt x="1426" y="2000"/>
                    <a:pt x="1415" y="2003"/>
                    <a:pt x="1411" y="2012"/>
                  </a:cubicBezTo>
                  <a:cubicBezTo>
                    <a:pt x="1383" y="2042"/>
                    <a:pt x="1371" y="2050"/>
                    <a:pt x="1363" y="2062"/>
                  </a:cubicBezTo>
                  <a:cubicBezTo>
                    <a:pt x="1339" y="2088"/>
                    <a:pt x="1333" y="2088"/>
                    <a:pt x="1330" y="2090"/>
                  </a:cubicBezTo>
                  <a:cubicBezTo>
                    <a:pt x="1301" y="2125"/>
                    <a:pt x="1296" y="2125"/>
                    <a:pt x="1296" y="2129"/>
                  </a:cubicBezTo>
                  <a:cubicBezTo>
                    <a:pt x="1275" y="2157"/>
                    <a:pt x="1274" y="2159"/>
                    <a:pt x="1273" y="2160"/>
                  </a:cubicBezTo>
                  <a:cubicBezTo>
                    <a:pt x="1296" y="2148"/>
                    <a:pt x="1296" y="2140"/>
                    <a:pt x="1302" y="2138"/>
                  </a:cubicBezTo>
                  <a:cubicBezTo>
                    <a:pt x="1317" y="2122"/>
                    <a:pt x="1315" y="2116"/>
                    <a:pt x="1320" y="2116"/>
                  </a:cubicBezTo>
                  <a:cubicBezTo>
                    <a:pt x="1339" y="2093"/>
                    <a:pt x="1344" y="2092"/>
                    <a:pt x="1346" y="2090"/>
                  </a:cubicBezTo>
                  <a:cubicBezTo>
                    <a:pt x="1359" y="2073"/>
                    <a:pt x="1366" y="2075"/>
                    <a:pt x="1365" y="2070"/>
                  </a:cubicBezTo>
                  <a:cubicBezTo>
                    <a:pt x="1383" y="2053"/>
                    <a:pt x="1385" y="2045"/>
                    <a:pt x="1392" y="2042"/>
                  </a:cubicBezTo>
                  <a:cubicBezTo>
                    <a:pt x="1407" y="2027"/>
                    <a:pt x="1409" y="2025"/>
                    <a:pt x="1411" y="2022"/>
                  </a:cubicBezTo>
                  <a:cubicBezTo>
                    <a:pt x="1429" y="2007"/>
                    <a:pt x="1427" y="2001"/>
                    <a:pt x="1433" y="2003"/>
                  </a:cubicBezTo>
                  <a:cubicBezTo>
                    <a:pt x="1463" y="1970"/>
                    <a:pt x="1461" y="1959"/>
                    <a:pt x="1468" y="1957"/>
                  </a:cubicBezTo>
                  <a:cubicBezTo>
                    <a:pt x="1484" y="1929"/>
                    <a:pt x="1489" y="1929"/>
                    <a:pt x="1487" y="1922"/>
                  </a:cubicBezTo>
                  <a:cubicBezTo>
                    <a:pt x="1509" y="1885"/>
                    <a:pt x="1518" y="1890"/>
                    <a:pt x="1516" y="1883"/>
                  </a:cubicBezTo>
                  <a:cubicBezTo>
                    <a:pt x="1524" y="1862"/>
                    <a:pt x="1533" y="1859"/>
                    <a:pt x="1527" y="1857"/>
                  </a:cubicBezTo>
                  <a:close/>
                  <a:moveTo>
                    <a:pt x="1352" y="2127"/>
                  </a:moveTo>
                  <a:cubicBezTo>
                    <a:pt x="1354" y="2125"/>
                    <a:pt x="1357" y="2123"/>
                    <a:pt x="1359" y="2121"/>
                  </a:cubicBezTo>
                  <a:cubicBezTo>
                    <a:pt x="1395" y="2078"/>
                    <a:pt x="1399" y="2074"/>
                    <a:pt x="1405" y="2070"/>
                  </a:cubicBezTo>
                  <a:cubicBezTo>
                    <a:pt x="1423" y="2052"/>
                    <a:pt x="1427" y="2047"/>
                    <a:pt x="1431" y="2042"/>
                  </a:cubicBezTo>
                  <a:cubicBezTo>
                    <a:pt x="1457" y="2023"/>
                    <a:pt x="1460" y="2021"/>
                    <a:pt x="1459" y="2016"/>
                  </a:cubicBezTo>
                  <a:cubicBezTo>
                    <a:pt x="1462" y="2009"/>
                    <a:pt x="1456" y="2017"/>
                    <a:pt x="1446" y="2022"/>
                  </a:cubicBezTo>
                  <a:cubicBezTo>
                    <a:pt x="1424" y="2038"/>
                    <a:pt x="1427" y="2045"/>
                    <a:pt x="1422" y="2044"/>
                  </a:cubicBezTo>
                  <a:cubicBezTo>
                    <a:pt x="1392" y="2075"/>
                    <a:pt x="1382" y="2080"/>
                    <a:pt x="1374" y="2088"/>
                  </a:cubicBezTo>
                  <a:cubicBezTo>
                    <a:pt x="1345" y="2122"/>
                    <a:pt x="1343" y="2124"/>
                    <a:pt x="1341" y="2127"/>
                  </a:cubicBezTo>
                  <a:cubicBezTo>
                    <a:pt x="1332" y="2135"/>
                    <a:pt x="1333" y="2138"/>
                    <a:pt x="1330" y="2138"/>
                  </a:cubicBezTo>
                  <a:cubicBezTo>
                    <a:pt x="1315" y="2150"/>
                    <a:pt x="1317" y="2157"/>
                    <a:pt x="1313" y="2158"/>
                  </a:cubicBezTo>
                  <a:cubicBezTo>
                    <a:pt x="1328" y="2154"/>
                    <a:pt x="1334" y="2147"/>
                    <a:pt x="1341" y="2142"/>
                  </a:cubicBezTo>
                  <a:close/>
                  <a:moveTo>
                    <a:pt x="1579" y="1510"/>
                  </a:moveTo>
                  <a:cubicBezTo>
                    <a:pt x="1576" y="1516"/>
                    <a:pt x="1577" y="1527"/>
                    <a:pt x="1572" y="1532"/>
                  </a:cubicBezTo>
                  <a:cubicBezTo>
                    <a:pt x="1553" y="1580"/>
                    <a:pt x="1549" y="1586"/>
                    <a:pt x="1546" y="1593"/>
                  </a:cubicBezTo>
                  <a:cubicBezTo>
                    <a:pt x="1508" y="1646"/>
                    <a:pt x="1502" y="1650"/>
                    <a:pt x="1501" y="1652"/>
                  </a:cubicBezTo>
                  <a:cubicBezTo>
                    <a:pt x="1485" y="1663"/>
                    <a:pt x="1489" y="1672"/>
                    <a:pt x="1483" y="1671"/>
                  </a:cubicBezTo>
                  <a:cubicBezTo>
                    <a:pt x="1448" y="1697"/>
                    <a:pt x="1450" y="1704"/>
                    <a:pt x="1446" y="1704"/>
                  </a:cubicBezTo>
                  <a:cubicBezTo>
                    <a:pt x="1400" y="1740"/>
                    <a:pt x="1393" y="1742"/>
                    <a:pt x="1392" y="1750"/>
                  </a:cubicBezTo>
                  <a:cubicBezTo>
                    <a:pt x="1354" y="1774"/>
                    <a:pt x="1358" y="1783"/>
                    <a:pt x="1352" y="1783"/>
                  </a:cubicBezTo>
                  <a:cubicBezTo>
                    <a:pt x="1309" y="1823"/>
                    <a:pt x="1313" y="1832"/>
                    <a:pt x="1306" y="1831"/>
                  </a:cubicBezTo>
                  <a:cubicBezTo>
                    <a:pt x="1291" y="1850"/>
                    <a:pt x="1288" y="1851"/>
                    <a:pt x="1289" y="1855"/>
                  </a:cubicBezTo>
                  <a:cubicBezTo>
                    <a:pt x="1269" y="1881"/>
                    <a:pt x="1265" y="1882"/>
                    <a:pt x="1263" y="1885"/>
                  </a:cubicBezTo>
                  <a:cubicBezTo>
                    <a:pt x="1247" y="1908"/>
                    <a:pt x="1244" y="1910"/>
                    <a:pt x="1241" y="1913"/>
                  </a:cubicBezTo>
                  <a:cubicBezTo>
                    <a:pt x="1232" y="1921"/>
                    <a:pt x="1240" y="1911"/>
                    <a:pt x="1245" y="1900"/>
                  </a:cubicBezTo>
                  <a:cubicBezTo>
                    <a:pt x="1283" y="1849"/>
                    <a:pt x="1286" y="1842"/>
                    <a:pt x="1289" y="1835"/>
                  </a:cubicBezTo>
                  <a:cubicBezTo>
                    <a:pt x="1309" y="1806"/>
                    <a:pt x="1318" y="1810"/>
                    <a:pt x="1317" y="1804"/>
                  </a:cubicBezTo>
                  <a:cubicBezTo>
                    <a:pt x="1359" y="1769"/>
                    <a:pt x="1359" y="1764"/>
                    <a:pt x="1363" y="1763"/>
                  </a:cubicBezTo>
                  <a:cubicBezTo>
                    <a:pt x="1384" y="1744"/>
                    <a:pt x="1387" y="1737"/>
                    <a:pt x="1392" y="1732"/>
                  </a:cubicBezTo>
                  <a:cubicBezTo>
                    <a:pt x="1416" y="1708"/>
                    <a:pt x="1420" y="1707"/>
                    <a:pt x="1422" y="1704"/>
                  </a:cubicBezTo>
                  <a:cubicBezTo>
                    <a:pt x="1441" y="1688"/>
                    <a:pt x="1443" y="1686"/>
                    <a:pt x="1444" y="1682"/>
                  </a:cubicBezTo>
                  <a:cubicBezTo>
                    <a:pt x="1465" y="1668"/>
                    <a:pt x="1461" y="1659"/>
                    <a:pt x="1468" y="1660"/>
                  </a:cubicBezTo>
                  <a:cubicBezTo>
                    <a:pt x="1491" y="1612"/>
                    <a:pt x="1503" y="1610"/>
                    <a:pt x="1503" y="1597"/>
                  </a:cubicBezTo>
                  <a:cubicBezTo>
                    <a:pt x="1527" y="1537"/>
                    <a:pt x="1531" y="1534"/>
                    <a:pt x="1531" y="1527"/>
                  </a:cubicBezTo>
                  <a:cubicBezTo>
                    <a:pt x="1517" y="1548"/>
                    <a:pt x="1518" y="1552"/>
                    <a:pt x="1518" y="1556"/>
                  </a:cubicBezTo>
                  <a:cubicBezTo>
                    <a:pt x="1510" y="1576"/>
                    <a:pt x="1505" y="1576"/>
                    <a:pt x="1507" y="1582"/>
                  </a:cubicBezTo>
                  <a:cubicBezTo>
                    <a:pt x="1476" y="1632"/>
                    <a:pt x="1471" y="1639"/>
                    <a:pt x="1468" y="1647"/>
                  </a:cubicBezTo>
                  <a:cubicBezTo>
                    <a:pt x="1436" y="1686"/>
                    <a:pt x="1427" y="1682"/>
                    <a:pt x="1429" y="1689"/>
                  </a:cubicBezTo>
                  <a:cubicBezTo>
                    <a:pt x="1397" y="1713"/>
                    <a:pt x="1396" y="1723"/>
                    <a:pt x="1387" y="1724"/>
                  </a:cubicBezTo>
                  <a:cubicBezTo>
                    <a:pt x="1347" y="1765"/>
                    <a:pt x="1336" y="1774"/>
                    <a:pt x="1324" y="1783"/>
                  </a:cubicBezTo>
                  <a:cubicBezTo>
                    <a:pt x="1294" y="1825"/>
                    <a:pt x="1284" y="1819"/>
                    <a:pt x="1287" y="1826"/>
                  </a:cubicBezTo>
                  <a:cubicBezTo>
                    <a:pt x="1269" y="1846"/>
                    <a:pt x="1267" y="1852"/>
                    <a:pt x="1263" y="1857"/>
                  </a:cubicBezTo>
                  <a:cubicBezTo>
                    <a:pt x="1241" y="1894"/>
                    <a:pt x="1235" y="1892"/>
                    <a:pt x="1237" y="1898"/>
                  </a:cubicBezTo>
                  <a:cubicBezTo>
                    <a:pt x="1230" y="1892"/>
                    <a:pt x="1235" y="1886"/>
                    <a:pt x="1239" y="1879"/>
                  </a:cubicBezTo>
                  <a:cubicBezTo>
                    <a:pt x="1256" y="1846"/>
                    <a:pt x="1268" y="1835"/>
                    <a:pt x="1274" y="1820"/>
                  </a:cubicBezTo>
                  <a:cubicBezTo>
                    <a:pt x="1287" y="1807"/>
                    <a:pt x="1290" y="1804"/>
                    <a:pt x="1293" y="1800"/>
                  </a:cubicBezTo>
                  <a:cubicBezTo>
                    <a:pt x="1318" y="1779"/>
                    <a:pt x="1319" y="1773"/>
                    <a:pt x="1324" y="1772"/>
                  </a:cubicBezTo>
                  <a:cubicBezTo>
                    <a:pt x="1347" y="1749"/>
                    <a:pt x="1349" y="1744"/>
                    <a:pt x="1354" y="1743"/>
                  </a:cubicBezTo>
                  <a:cubicBezTo>
                    <a:pt x="1365" y="1728"/>
                    <a:pt x="1371" y="1728"/>
                    <a:pt x="1372" y="1722"/>
                  </a:cubicBezTo>
                  <a:cubicBezTo>
                    <a:pt x="1395" y="1693"/>
                    <a:pt x="1399" y="1693"/>
                    <a:pt x="1400" y="1691"/>
                  </a:cubicBezTo>
                  <a:cubicBezTo>
                    <a:pt x="1433" y="1656"/>
                    <a:pt x="1430" y="1647"/>
                    <a:pt x="1437" y="1647"/>
                  </a:cubicBezTo>
                  <a:cubicBezTo>
                    <a:pt x="1461" y="1606"/>
                    <a:pt x="1467" y="1605"/>
                    <a:pt x="1468" y="1599"/>
                  </a:cubicBezTo>
                  <a:cubicBezTo>
                    <a:pt x="1488" y="1573"/>
                    <a:pt x="1484" y="1562"/>
                    <a:pt x="1490" y="1560"/>
                  </a:cubicBezTo>
                  <a:cubicBezTo>
                    <a:pt x="1512" y="1498"/>
                    <a:pt x="1513" y="1492"/>
                    <a:pt x="1514" y="1486"/>
                  </a:cubicBezTo>
                  <a:cubicBezTo>
                    <a:pt x="1523" y="1457"/>
                    <a:pt x="1522" y="1452"/>
                    <a:pt x="1522" y="1449"/>
                  </a:cubicBezTo>
                  <a:cubicBezTo>
                    <a:pt x="1510" y="1484"/>
                    <a:pt x="1507" y="1489"/>
                    <a:pt x="1507" y="1497"/>
                  </a:cubicBezTo>
                  <a:cubicBezTo>
                    <a:pt x="1490" y="1532"/>
                    <a:pt x="1493" y="1538"/>
                    <a:pt x="1490" y="1538"/>
                  </a:cubicBezTo>
                  <a:cubicBezTo>
                    <a:pt x="1467" y="1585"/>
                    <a:pt x="1465" y="1592"/>
                    <a:pt x="1461" y="1597"/>
                  </a:cubicBezTo>
                  <a:cubicBezTo>
                    <a:pt x="1423" y="1648"/>
                    <a:pt x="1419" y="1653"/>
                    <a:pt x="1416" y="1658"/>
                  </a:cubicBezTo>
                  <a:cubicBezTo>
                    <a:pt x="1397" y="1673"/>
                    <a:pt x="1404" y="1684"/>
                    <a:pt x="1396" y="1680"/>
                  </a:cubicBezTo>
                  <a:cubicBezTo>
                    <a:pt x="1383" y="1699"/>
                    <a:pt x="1379" y="1700"/>
                    <a:pt x="1376" y="1702"/>
                  </a:cubicBezTo>
                  <a:cubicBezTo>
                    <a:pt x="1295" y="1789"/>
                    <a:pt x="1288" y="1786"/>
                    <a:pt x="1289" y="1791"/>
                  </a:cubicBezTo>
                  <a:cubicBezTo>
                    <a:pt x="1276" y="1807"/>
                    <a:pt x="1274" y="1807"/>
                    <a:pt x="1274" y="1809"/>
                  </a:cubicBezTo>
                  <a:cubicBezTo>
                    <a:pt x="1315" y="1744"/>
                    <a:pt x="1330" y="1731"/>
                    <a:pt x="1341" y="1715"/>
                  </a:cubicBezTo>
                  <a:cubicBezTo>
                    <a:pt x="1359" y="1699"/>
                    <a:pt x="1361" y="1697"/>
                    <a:pt x="1361" y="1693"/>
                  </a:cubicBezTo>
                  <a:cubicBezTo>
                    <a:pt x="1387" y="1671"/>
                    <a:pt x="1383" y="1661"/>
                    <a:pt x="1392" y="1663"/>
                  </a:cubicBezTo>
                  <a:cubicBezTo>
                    <a:pt x="1413" y="1636"/>
                    <a:pt x="1410" y="1630"/>
                    <a:pt x="1413" y="1630"/>
                  </a:cubicBezTo>
                  <a:cubicBezTo>
                    <a:pt x="1427" y="1606"/>
                    <a:pt x="1434" y="1606"/>
                    <a:pt x="1433" y="1597"/>
                  </a:cubicBezTo>
                  <a:cubicBezTo>
                    <a:pt x="1464" y="1531"/>
                    <a:pt x="1472" y="1526"/>
                    <a:pt x="1472" y="1512"/>
                  </a:cubicBezTo>
                  <a:cubicBezTo>
                    <a:pt x="1485" y="1469"/>
                    <a:pt x="1487" y="1458"/>
                    <a:pt x="1490" y="1447"/>
                  </a:cubicBezTo>
                  <a:cubicBezTo>
                    <a:pt x="1496" y="1386"/>
                    <a:pt x="1498" y="1372"/>
                    <a:pt x="1494" y="1371"/>
                  </a:cubicBezTo>
                  <a:cubicBezTo>
                    <a:pt x="1481" y="1459"/>
                    <a:pt x="1480" y="1462"/>
                    <a:pt x="1479" y="1464"/>
                  </a:cubicBezTo>
                  <a:cubicBezTo>
                    <a:pt x="1458" y="1526"/>
                    <a:pt x="1455" y="1533"/>
                    <a:pt x="1453" y="1541"/>
                  </a:cubicBezTo>
                  <a:cubicBezTo>
                    <a:pt x="1435" y="1576"/>
                    <a:pt x="1428" y="1591"/>
                    <a:pt x="1420" y="1604"/>
                  </a:cubicBezTo>
                  <a:cubicBezTo>
                    <a:pt x="1397" y="1633"/>
                    <a:pt x="1397" y="1638"/>
                    <a:pt x="1394" y="1641"/>
                  </a:cubicBezTo>
                  <a:cubicBezTo>
                    <a:pt x="1371" y="1672"/>
                    <a:pt x="1364" y="1671"/>
                    <a:pt x="1365" y="1678"/>
                  </a:cubicBezTo>
                  <a:cubicBezTo>
                    <a:pt x="1330" y="1711"/>
                    <a:pt x="1331" y="1717"/>
                    <a:pt x="1326" y="1717"/>
                  </a:cubicBezTo>
                  <a:cubicBezTo>
                    <a:pt x="1310" y="1739"/>
                    <a:pt x="1306" y="1742"/>
                    <a:pt x="1304" y="1746"/>
                  </a:cubicBezTo>
                  <a:cubicBezTo>
                    <a:pt x="1274" y="1783"/>
                    <a:pt x="1272" y="1787"/>
                    <a:pt x="1269" y="1789"/>
                  </a:cubicBezTo>
                  <a:cubicBezTo>
                    <a:pt x="1256" y="1812"/>
                    <a:pt x="1254" y="1812"/>
                    <a:pt x="1254" y="1815"/>
                  </a:cubicBezTo>
                  <a:cubicBezTo>
                    <a:pt x="1275" y="1759"/>
                    <a:pt x="1280" y="1753"/>
                    <a:pt x="1282" y="1743"/>
                  </a:cubicBezTo>
                  <a:cubicBezTo>
                    <a:pt x="1316" y="1701"/>
                    <a:pt x="1316" y="1695"/>
                    <a:pt x="1320" y="1693"/>
                  </a:cubicBezTo>
                  <a:cubicBezTo>
                    <a:pt x="1345" y="1660"/>
                    <a:pt x="1348" y="1658"/>
                    <a:pt x="1350" y="1654"/>
                  </a:cubicBezTo>
                  <a:cubicBezTo>
                    <a:pt x="1368" y="1640"/>
                    <a:pt x="1369" y="1630"/>
                    <a:pt x="1376" y="1626"/>
                  </a:cubicBezTo>
                  <a:cubicBezTo>
                    <a:pt x="1392" y="1603"/>
                    <a:pt x="1395" y="1604"/>
                    <a:pt x="1396" y="1602"/>
                  </a:cubicBezTo>
                  <a:cubicBezTo>
                    <a:pt x="1412" y="1579"/>
                    <a:pt x="1417" y="1571"/>
                    <a:pt x="1422" y="1565"/>
                  </a:cubicBezTo>
                  <a:cubicBezTo>
                    <a:pt x="1456" y="1505"/>
                    <a:pt x="1465" y="1490"/>
                    <a:pt x="1470" y="1471"/>
                  </a:cubicBezTo>
                  <a:cubicBezTo>
                    <a:pt x="1457" y="1496"/>
                    <a:pt x="1452" y="1500"/>
                    <a:pt x="1450" y="1508"/>
                  </a:cubicBezTo>
                  <a:cubicBezTo>
                    <a:pt x="1424" y="1544"/>
                    <a:pt x="1425" y="1550"/>
                    <a:pt x="1422" y="1554"/>
                  </a:cubicBezTo>
                  <a:cubicBezTo>
                    <a:pt x="1402" y="1574"/>
                    <a:pt x="1402" y="1580"/>
                    <a:pt x="1398" y="1582"/>
                  </a:cubicBezTo>
                  <a:cubicBezTo>
                    <a:pt x="1368" y="1611"/>
                    <a:pt x="1371" y="1621"/>
                    <a:pt x="1365" y="1621"/>
                  </a:cubicBezTo>
                  <a:cubicBezTo>
                    <a:pt x="1354" y="1633"/>
                    <a:pt x="1354" y="1639"/>
                    <a:pt x="1350" y="1641"/>
                  </a:cubicBezTo>
                  <a:cubicBezTo>
                    <a:pt x="1312" y="1680"/>
                    <a:pt x="1314" y="1689"/>
                    <a:pt x="1309" y="1689"/>
                  </a:cubicBezTo>
                  <a:cubicBezTo>
                    <a:pt x="1303" y="1687"/>
                    <a:pt x="1312" y="1679"/>
                    <a:pt x="1317" y="1669"/>
                  </a:cubicBezTo>
                  <a:cubicBezTo>
                    <a:pt x="1338" y="1634"/>
                    <a:pt x="1343" y="1631"/>
                    <a:pt x="1346" y="1626"/>
                  </a:cubicBezTo>
                  <a:cubicBezTo>
                    <a:pt x="1362" y="1602"/>
                    <a:pt x="1370" y="1594"/>
                    <a:pt x="1374" y="1582"/>
                  </a:cubicBezTo>
                  <a:cubicBezTo>
                    <a:pt x="1400" y="1555"/>
                    <a:pt x="1402" y="1543"/>
                    <a:pt x="1411" y="1538"/>
                  </a:cubicBezTo>
                  <a:cubicBezTo>
                    <a:pt x="1430" y="1502"/>
                    <a:pt x="1436" y="1494"/>
                    <a:pt x="1442" y="1486"/>
                  </a:cubicBezTo>
                  <a:cubicBezTo>
                    <a:pt x="1463" y="1430"/>
                    <a:pt x="1462" y="1425"/>
                    <a:pt x="1466" y="1423"/>
                  </a:cubicBezTo>
                  <a:cubicBezTo>
                    <a:pt x="1476" y="1383"/>
                    <a:pt x="1478" y="1365"/>
                    <a:pt x="1481" y="1349"/>
                  </a:cubicBezTo>
                  <a:cubicBezTo>
                    <a:pt x="1488" y="1306"/>
                    <a:pt x="1492" y="1305"/>
                    <a:pt x="1485" y="1303"/>
                  </a:cubicBezTo>
                  <a:cubicBezTo>
                    <a:pt x="1480" y="1348"/>
                    <a:pt x="1473" y="1361"/>
                    <a:pt x="1472" y="1373"/>
                  </a:cubicBezTo>
                  <a:cubicBezTo>
                    <a:pt x="1455" y="1430"/>
                    <a:pt x="1453" y="1436"/>
                    <a:pt x="1453" y="1442"/>
                  </a:cubicBezTo>
                  <a:cubicBezTo>
                    <a:pt x="1426" y="1491"/>
                    <a:pt x="1427" y="1499"/>
                    <a:pt x="1422" y="1501"/>
                  </a:cubicBezTo>
                  <a:cubicBezTo>
                    <a:pt x="1403" y="1536"/>
                    <a:pt x="1397" y="1537"/>
                    <a:pt x="1396" y="1543"/>
                  </a:cubicBezTo>
                  <a:cubicBezTo>
                    <a:pt x="1363" y="1583"/>
                    <a:pt x="1363" y="1588"/>
                    <a:pt x="1359" y="1589"/>
                  </a:cubicBezTo>
                  <a:cubicBezTo>
                    <a:pt x="1340" y="1611"/>
                    <a:pt x="1343" y="1619"/>
                    <a:pt x="1337" y="1619"/>
                  </a:cubicBezTo>
                  <a:cubicBezTo>
                    <a:pt x="1308" y="1668"/>
                    <a:pt x="1302" y="1674"/>
                    <a:pt x="1298" y="1680"/>
                  </a:cubicBezTo>
                  <a:cubicBezTo>
                    <a:pt x="1268" y="1729"/>
                    <a:pt x="1267" y="1740"/>
                    <a:pt x="1261" y="1746"/>
                  </a:cubicBezTo>
                  <a:cubicBezTo>
                    <a:pt x="1277" y="1701"/>
                    <a:pt x="1282" y="1699"/>
                    <a:pt x="1285" y="1695"/>
                  </a:cubicBezTo>
                  <a:cubicBezTo>
                    <a:pt x="1316" y="1640"/>
                    <a:pt x="1317" y="1629"/>
                    <a:pt x="1324" y="1623"/>
                  </a:cubicBezTo>
                  <a:cubicBezTo>
                    <a:pt x="1354" y="1567"/>
                    <a:pt x="1362" y="1563"/>
                    <a:pt x="1365" y="1554"/>
                  </a:cubicBezTo>
                  <a:cubicBezTo>
                    <a:pt x="1392" y="1519"/>
                    <a:pt x="1393" y="1513"/>
                    <a:pt x="1396" y="1510"/>
                  </a:cubicBezTo>
                  <a:cubicBezTo>
                    <a:pt x="1407" y="1498"/>
                    <a:pt x="1409" y="1493"/>
                    <a:pt x="1411" y="1488"/>
                  </a:cubicBezTo>
                  <a:cubicBezTo>
                    <a:pt x="1431" y="1446"/>
                    <a:pt x="1440" y="1431"/>
                    <a:pt x="1444" y="1410"/>
                  </a:cubicBezTo>
                  <a:cubicBezTo>
                    <a:pt x="1455" y="1371"/>
                    <a:pt x="1457" y="1361"/>
                    <a:pt x="1459" y="1351"/>
                  </a:cubicBezTo>
                  <a:cubicBezTo>
                    <a:pt x="1456" y="1316"/>
                    <a:pt x="1460" y="1326"/>
                    <a:pt x="1455" y="1327"/>
                  </a:cubicBezTo>
                  <a:cubicBezTo>
                    <a:pt x="1450" y="1376"/>
                    <a:pt x="1442" y="1392"/>
                    <a:pt x="1439" y="1412"/>
                  </a:cubicBezTo>
                  <a:cubicBezTo>
                    <a:pt x="1419" y="1450"/>
                    <a:pt x="1422" y="1459"/>
                    <a:pt x="1418" y="1460"/>
                  </a:cubicBezTo>
                  <a:cubicBezTo>
                    <a:pt x="1403" y="1493"/>
                    <a:pt x="1394" y="1496"/>
                    <a:pt x="1392" y="1506"/>
                  </a:cubicBezTo>
                  <a:cubicBezTo>
                    <a:pt x="1367" y="1540"/>
                    <a:pt x="1364" y="1542"/>
                    <a:pt x="1361" y="1545"/>
                  </a:cubicBezTo>
                  <a:cubicBezTo>
                    <a:pt x="1341" y="1571"/>
                    <a:pt x="1342" y="1575"/>
                    <a:pt x="1339" y="1575"/>
                  </a:cubicBezTo>
                  <a:cubicBezTo>
                    <a:pt x="1315" y="1617"/>
                    <a:pt x="1314" y="1628"/>
                    <a:pt x="1306" y="1632"/>
                  </a:cubicBezTo>
                  <a:cubicBezTo>
                    <a:pt x="1281" y="1673"/>
                    <a:pt x="1283" y="1669"/>
                    <a:pt x="1285" y="1665"/>
                  </a:cubicBezTo>
                  <a:cubicBezTo>
                    <a:pt x="1293" y="1637"/>
                    <a:pt x="1298" y="1629"/>
                    <a:pt x="1298" y="1621"/>
                  </a:cubicBezTo>
                  <a:cubicBezTo>
                    <a:pt x="1327" y="1583"/>
                    <a:pt x="1332" y="1570"/>
                    <a:pt x="1341" y="1562"/>
                  </a:cubicBezTo>
                  <a:cubicBezTo>
                    <a:pt x="1362" y="1525"/>
                    <a:pt x="1368" y="1521"/>
                    <a:pt x="1370" y="1514"/>
                  </a:cubicBezTo>
                  <a:cubicBezTo>
                    <a:pt x="1382" y="1497"/>
                    <a:pt x="1380" y="1491"/>
                    <a:pt x="1383" y="1490"/>
                  </a:cubicBezTo>
                  <a:cubicBezTo>
                    <a:pt x="1400" y="1460"/>
                    <a:pt x="1402" y="1453"/>
                    <a:pt x="1405" y="1447"/>
                  </a:cubicBezTo>
                  <a:cubicBezTo>
                    <a:pt x="1421" y="1403"/>
                    <a:pt x="1428" y="1375"/>
                    <a:pt x="1431" y="1344"/>
                  </a:cubicBezTo>
                  <a:cubicBezTo>
                    <a:pt x="1424" y="1331"/>
                    <a:pt x="1428" y="1347"/>
                    <a:pt x="1422" y="1364"/>
                  </a:cubicBezTo>
                  <a:cubicBezTo>
                    <a:pt x="1389" y="1467"/>
                    <a:pt x="1384" y="1467"/>
                    <a:pt x="1383" y="1471"/>
                  </a:cubicBezTo>
                  <a:cubicBezTo>
                    <a:pt x="1360" y="1505"/>
                    <a:pt x="1363" y="1514"/>
                    <a:pt x="1357" y="1514"/>
                  </a:cubicBezTo>
                  <a:cubicBezTo>
                    <a:pt x="1325" y="1568"/>
                    <a:pt x="1323" y="1570"/>
                    <a:pt x="1322" y="1573"/>
                  </a:cubicBezTo>
                  <a:cubicBezTo>
                    <a:pt x="1318" y="1562"/>
                    <a:pt x="1327" y="1553"/>
                    <a:pt x="1330" y="1538"/>
                  </a:cubicBezTo>
                  <a:cubicBezTo>
                    <a:pt x="1360" y="1485"/>
                    <a:pt x="1360" y="1483"/>
                    <a:pt x="1361" y="1480"/>
                  </a:cubicBezTo>
                  <a:cubicBezTo>
                    <a:pt x="1374" y="1460"/>
                    <a:pt x="1374" y="1453"/>
                    <a:pt x="1378" y="1447"/>
                  </a:cubicBezTo>
                  <a:cubicBezTo>
                    <a:pt x="1390" y="1394"/>
                    <a:pt x="1388" y="1398"/>
                    <a:pt x="1387" y="1403"/>
                  </a:cubicBezTo>
                  <a:cubicBezTo>
                    <a:pt x="1351" y="1475"/>
                    <a:pt x="1354" y="1486"/>
                    <a:pt x="1348" y="1488"/>
                  </a:cubicBezTo>
                  <a:cubicBezTo>
                    <a:pt x="1316" y="1541"/>
                    <a:pt x="1317" y="1550"/>
                    <a:pt x="1313" y="1554"/>
                  </a:cubicBezTo>
                  <a:cubicBezTo>
                    <a:pt x="1303" y="1582"/>
                    <a:pt x="1298" y="1589"/>
                    <a:pt x="1302" y="1589"/>
                  </a:cubicBezTo>
                  <a:cubicBezTo>
                    <a:pt x="1311" y="1542"/>
                    <a:pt x="1309" y="1486"/>
                    <a:pt x="1322" y="1445"/>
                  </a:cubicBezTo>
                  <a:cubicBezTo>
                    <a:pt x="1347" y="1309"/>
                    <a:pt x="1348" y="1301"/>
                    <a:pt x="1350" y="1294"/>
                  </a:cubicBezTo>
                  <a:cubicBezTo>
                    <a:pt x="1342" y="1297"/>
                    <a:pt x="1337" y="1326"/>
                    <a:pt x="1328" y="1353"/>
                  </a:cubicBezTo>
                  <a:cubicBezTo>
                    <a:pt x="1301" y="1512"/>
                    <a:pt x="1302" y="1520"/>
                    <a:pt x="1300" y="1525"/>
                  </a:cubicBezTo>
                  <a:cubicBezTo>
                    <a:pt x="1294" y="1548"/>
                    <a:pt x="1295" y="1546"/>
                    <a:pt x="1293" y="1554"/>
                  </a:cubicBezTo>
                  <a:cubicBezTo>
                    <a:pt x="1283" y="1594"/>
                    <a:pt x="1287" y="1604"/>
                    <a:pt x="1282" y="1606"/>
                  </a:cubicBezTo>
                  <a:cubicBezTo>
                    <a:pt x="1281" y="1580"/>
                    <a:pt x="1286" y="1581"/>
                    <a:pt x="1285" y="1575"/>
                  </a:cubicBezTo>
                  <a:cubicBezTo>
                    <a:pt x="1283" y="1509"/>
                    <a:pt x="1285" y="1500"/>
                    <a:pt x="1282" y="1488"/>
                  </a:cubicBezTo>
                  <a:cubicBezTo>
                    <a:pt x="1307" y="1366"/>
                    <a:pt x="1303" y="1357"/>
                    <a:pt x="1304" y="1353"/>
                  </a:cubicBezTo>
                  <a:cubicBezTo>
                    <a:pt x="1322" y="1288"/>
                    <a:pt x="1323" y="1280"/>
                    <a:pt x="1324" y="1272"/>
                  </a:cubicBezTo>
                  <a:cubicBezTo>
                    <a:pt x="1320" y="1266"/>
                    <a:pt x="1318" y="1285"/>
                    <a:pt x="1311" y="1299"/>
                  </a:cubicBezTo>
                  <a:cubicBezTo>
                    <a:pt x="1303" y="1329"/>
                    <a:pt x="1307" y="1338"/>
                    <a:pt x="1302" y="1338"/>
                  </a:cubicBezTo>
                  <a:cubicBezTo>
                    <a:pt x="1288" y="1420"/>
                    <a:pt x="1282" y="1435"/>
                    <a:pt x="1278" y="1451"/>
                  </a:cubicBezTo>
                  <a:cubicBezTo>
                    <a:pt x="1274" y="1519"/>
                    <a:pt x="1277" y="1544"/>
                    <a:pt x="1276" y="1586"/>
                  </a:cubicBezTo>
                  <a:cubicBezTo>
                    <a:pt x="1275" y="1640"/>
                    <a:pt x="1270" y="1639"/>
                    <a:pt x="1272" y="1645"/>
                  </a:cubicBezTo>
                  <a:cubicBezTo>
                    <a:pt x="1269" y="1666"/>
                    <a:pt x="1272" y="1667"/>
                    <a:pt x="1272" y="1667"/>
                  </a:cubicBezTo>
                  <a:cubicBezTo>
                    <a:pt x="1263" y="1686"/>
                    <a:pt x="1260" y="1671"/>
                    <a:pt x="1261" y="1654"/>
                  </a:cubicBezTo>
                  <a:cubicBezTo>
                    <a:pt x="1259" y="1577"/>
                    <a:pt x="1257" y="1567"/>
                    <a:pt x="1261" y="1562"/>
                  </a:cubicBezTo>
                  <a:cubicBezTo>
                    <a:pt x="1258" y="1525"/>
                    <a:pt x="1261" y="1505"/>
                    <a:pt x="1256" y="1493"/>
                  </a:cubicBezTo>
                  <a:cubicBezTo>
                    <a:pt x="1259" y="1422"/>
                    <a:pt x="1264" y="1408"/>
                    <a:pt x="1263" y="1388"/>
                  </a:cubicBezTo>
                  <a:cubicBezTo>
                    <a:pt x="1266" y="1353"/>
                    <a:pt x="1260" y="1365"/>
                    <a:pt x="1261" y="1384"/>
                  </a:cubicBezTo>
                  <a:cubicBezTo>
                    <a:pt x="1254" y="1407"/>
                    <a:pt x="1258" y="1415"/>
                    <a:pt x="1256" y="1418"/>
                  </a:cubicBezTo>
                  <a:cubicBezTo>
                    <a:pt x="1251" y="1496"/>
                    <a:pt x="1249" y="1512"/>
                    <a:pt x="1250" y="1530"/>
                  </a:cubicBezTo>
                  <a:cubicBezTo>
                    <a:pt x="1249" y="1585"/>
                    <a:pt x="1251" y="1587"/>
                    <a:pt x="1252" y="1589"/>
                  </a:cubicBezTo>
                  <a:cubicBezTo>
                    <a:pt x="1252" y="1622"/>
                    <a:pt x="1256" y="1623"/>
                    <a:pt x="1254" y="1630"/>
                  </a:cubicBezTo>
                  <a:cubicBezTo>
                    <a:pt x="1254" y="1651"/>
                    <a:pt x="1255" y="1655"/>
                    <a:pt x="1252" y="1656"/>
                  </a:cubicBezTo>
                  <a:cubicBezTo>
                    <a:pt x="1249" y="1641"/>
                    <a:pt x="1246" y="1637"/>
                    <a:pt x="1245" y="1630"/>
                  </a:cubicBezTo>
                  <a:cubicBezTo>
                    <a:pt x="1238" y="1483"/>
                    <a:pt x="1233" y="1484"/>
                    <a:pt x="1235" y="1477"/>
                  </a:cubicBezTo>
                  <a:cubicBezTo>
                    <a:pt x="1237" y="1385"/>
                    <a:pt x="1236" y="1379"/>
                    <a:pt x="1237" y="1362"/>
                  </a:cubicBezTo>
                  <a:cubicBezTo>
                    <a:pt x="1241" y="1335"/>
                    <a:pt x="1237" y="1341"/>
                    <a:pt x="1235" y="1349"/>
                  </a:cubicBezTo>
                  <a:cubicBezTo>
                    <a:pt x="1228" y="1434"/>
                    <a:pt x="1228" y="1434"/>
                    <a:pt x="1228" y="1434"/>
                  </a:cubicBezTo>
                  <a:cubicBezTo>
                    <a:pt x="1229" y="1493"/>
                    <a:pt x="1228" y="1494"/>
                    <a:pt x="1230" y="1506"/>
                  </a:cubicBezTo>
                  <a:cubicBezTo>
                    <a:pt x="1241" y="1659"/>
                    <a:pt x="1243" y="1673"/>
                    <a:pt x="1243" y="1693"/>
                  </a:cubicBezTo>
                  <a:cubicBezTo>
                    <a:pt x="1244" y="1744"/>
                    <a:pt x="1248" y="1748"/>
                    <a:pt x="1241" y="1750"/>
                  </a:cubicBezTo>
                  <a:cubicBezTo>
                    <a:pt x="1230" y="1656"/>
                    <a:pt x="1225" y="1654"/>
                    <a:pt x="1226" y="1645"/>
                  </a:cubicBezTo>
                  <a:cubicBezTo>
                    <a:pt x="1215" y="1495"/>
                    <a:pt x="1215" y="1476"/>
                    <a:pt x="1215" y="1460"/>
                  </a:cubicBezTo>
                  <a:cubicBezTo>
                    <a:pt x="1217" y="1441"/>
                    <a:pt x="1215" y="1440"/>
                    <a:pt x="1215" y="1440"/>
                  </a:cubicBezTo>
                  <a:cubicBezTo>
                    <a:pt x="1217" y="1406"/>
                    <a:pt x="1212" y="1407"/>
                    <a:pt x="1213" y="1414"/>
                  </a:cubicBezTo>
                  <a:cubicBezTo>
                    <a:pt x="1212" y="1453"/>
                    <a:pt x="1204" y="1459"/>
                    <a:pt x="1211" y="1462"/>
                  </a:cubicBezTo>
                  <a:cubicBezTo>
                    <a:pt x="1223" y="1664"/>
                    <a:pt x="1219" y="1671"/>
                    <a:pt x="1221" y="1676"/>
                  </a:cubicBezTo>
                  <a:cubicBezTo>
                    <a:pt x="1232" y="1763"/>
                    <a:pt x="1232" y="1763"/>
                    <a:pt x="1232" y="1763"/>
                  </a:cubicBezTo>
                  <a:cubicBezTo>
                    <a:pt x="1230" y="1827"/>
                    <a:pt x="1229" y="1832"/>
                    <a:pt x="1226" y="1835"/>
                  </a:cubicBezTo>
                  <a:cubicBezTo>
                    <a:pt x="1217" y="1788"/>
                    <a:pt x="1219" y="1780"/>
                    <a:pt x="1215" y="1778"/>
                  </a:cubicBezTo>
                  <a:cubicBezTo>
                    <a:pt x="1208" y="1730"/>
                    <a:pt x="1200" y="1715"/>
                    <a:pt x="1197" y="1695"/>
                  </a:cubicBezTo>
                  <a:cubicBezTo>
                    <a:pt x="1179" y="1625"/>
                    <a:pt x="1183" y="1616"/>
                    <a:pt x="1178" y="1615"/>
                  </a:cubicBezTo>
                  <a:cubicBezTo>
                    <a:pt x="1169" y="1471"/>
                    <a:pt x="1169" y="1471"/>
                    <a:pt x="1169" y="1471"/>
                  </a:cubicBezTo>
                  <a:cubicBezTo>
                    <a:pt x="1168" y="1443"/>
                    <a:pt x="1165" y="1446"/>
                    <a:pt x="1165" y="1451"/>
                  </a:cubicBezTo>
                  <a:cubicBezTo>
                    <a:pt x="1164" y="1504"/>
                    <a:pt x="1165" y="1507"/>
                    <a:pt x="1165" y="1512"/>
                  </a:cubicBezTo>
                  <a:cubicBezTo>
                    <a:pt x="1171" y="1591"/>
                    <a:pt x="1168" y="1605"/>
                    <a:pt x="1171" y="1613"/>
                  </a:cubicBezTo>
                  <a:cubicBezTo>
                    <a:pt x="1181" y="1657"/>
                    <a:pt x="1180" y="1663"/>
                    <a:pt x="1180" y="1669"/>
                  </a:cubicBezTo>
                  <a:cubicBezTo>
                    <a:pt x="1190" y="1716"/>
                    <a:pt x="1198" y="1731"/>
                    <a:pt x="1200" y="1752"/>
                  </a:cubicBezTo>
                  <a:cubicBezTo>
                    <a:pt x="1217" y="1837"/>
                    <a:pt x="1217" y="1837"/>
                    <a:pt x="1217" y="1837"/>
                  </a:cubicBezTo>
                  <a:cubicBezTo>
                    <a:pt x="1188" y="1727"/>
                    <a:pt x="1178" y="1704"/>
                    <a:pt x="1171" y="1678"/>
                  </a:cubicBezTo>
                  <a:cubicBezTo>
                    <a:pt x="1148" y="1580"/>
                    <a:pt x="1156" y="1565"/>
                    <a:pt x="1150" y="1565"/>
                  </a:cubicBezTo>
                  <a:cubicBezTo>
                    <a:pt x="1152" y="1641"/>
                    <a:pt x="1159" y="1657"/>
                    <a:pt x="1160" y="1678"/>
                  </a:cubicBezTo>
                  <a:cubicBezTo>
                    <a:pt x="1169" y="1708"/>
                    <a:pt x="1173" y="1716"/>
                    <a:pt x="1176" y="1726"/>
                  </a:cubicBezTo>
                  <a:cubicBezTo>
                    <a:pt x="1183" y="1748"/>
                    <a:pt x="1183" y="1754"/>
                    <a:pt x="1180" y="1754"/>
                  </a:cubicBezTo>
                  <a:cubicBezTo>
                    <a:pt x="1161" y="1703"/>
                    <a:pt x="1159" y="1701"/>
                    <a:pt x="1156" y="1700"/>
                  </a:cubicBezTo>
                  <a:cubicBezTo>
                    <a:pt x="1146" y="1669"/>
                    <a:pt x="1143" y="1664"/>
                    <a:pt x="1141" y="1658"/>
                  </a:cubicBezTo>
                  <a:cubicBezTo>
                    <a:pt x="1113" y="1583"/>
                    <a:pt x="1111" y="1573"/>
                    <a:pt x="1108" y="1562"/>
                  </a:cubicBezTo>
                  <a:cubicBezTo>
                    <a:pt x="1100" y="1553"/>
                    <a:pt x="1105" y="1570"/>
                    <a:pt x="1108" y="1589"/>
                  </a:cubicBezTo>
                  <a:cubicBezTo>
                    <a:pt x="1127" y="1648"/>
                    <a:pt x="1131" y="1655"/>
                    <a:pt x="1134" y="1663"/>
                  </a:cubicBezTo>
                  <a:cubicBezTo>
                    <a:pt x="1149" y="1694"/>
                    <a:pt x="1149" y="1704"/>
                    <a:pt x="1154" y="1711"/>
                  </a:cubicBezTo>
                  <a:cubicBezTo>
                    <a:pt x="1172" y="1752"/>
                    <a:pt x="1171" y="1761"/>
                    <a:pt x="1176" y="1763"/>
                  </a:cubicBezTo>
                  <a:cubicBezTo>
                    <a:pt x="1183" y="1795"/>
                    <a:pt x="1188" y="1805"/>
                    <a:pt x="1191" y="1817"/>
                  </a:cubicBezTo>
                  <a:cubicBezTo>
                    <a:pt x="1200" y="1838"/>
                    <a:pt x="1197" y="1849"/>
                    <a:pt x="1202" y="1852"/>
                  </a:cubicBezTo>
                  <a:cubicBezTo>
                    <a:pt x="1205" y="1895"/>
                    <a:pt x="1209" y="1903"/>
                    <a:pt x="1204" y="1903"/>
                  </a:cubicBezTo>
                  <a:cubicBezTo>
                    <a:pt x="1200" y="1891"/>
                    <a:pt x="1196" y="1889"/>
                    <a:pt x="1197" y="1881"/>
                  </a:cubicBezTo>
                  <a:cubicBezTo>
                    <a:pt x="1190" y="1859"/>
                    <a:pt x="1188" y="1854"/>
                    <a:pt x="1187" y="1848"/>
                  </a:cubicBezTo>
                  <a:cubicBezTo>
                    <a:pt x="1163" y="1796"/>
                    <a:pt x="1164" y="1787"/>
                    <a:pt x="1158" y="1785"/>
                  </a:cubicBezTo>
                  <a:cubicBezTo>
                    <a:pt x="1131" y="1733"/>
                    <a:pt x="1135" y="1732"/>
                    <a:pt x="1130" y="1726"/>
                  </a:cubicBezTo>
                  <a:cubicBezTo>
                    <a:pt x="1106" y="1674"/>
                    <a:pt x="1105" y="1667"/>
                    <a:pt x="1104" y="1660"/>
                  </a:cubicBezTo>
                  <a:cubicBezTo>
                    <a:pt x="1092" y="1645"/>
                    <a:pt x="1099" y="1656"/>
                    <a:pt x="1102" y="1671"/>
                  </a:cubicBezTo>
                  <a:cubicBezTo>
                    <a:pt x="1122" y="1723"/>
                    <a:pt x="1122" y="1728"/>
                    <a:pt x="1126" y="1730"/>
                  </a:cubicBezTo>
                  <a:cubicBezTo>
                    <a:pt x="1148" y="1779"/>
                    <a:pt x="1152" y="1785"/>
                    <a:pt x="1154" y="1793"/>
                  </a:cubicBezTo>
                  <a:cubicBezTo>
                    <a:pt x="1188" y="1879"/>
                    <a:pt x="1186" y="1886"/>
                    <a:pt x="1189" y="1887"/>
                  </a:cubicBezTo>
                  <a:cubicBezTo>
                    <a:pt x="1200" y="1972"/>
                    <a:pt x="1200" y="1972"/>
                    <a:pt x="1200" y="1972"/>
                  </a:cubicBezTo>
                  <a:cubicBezTo>
                    <a:pt x="1197" y="1978"/>
                    <a:pt x="1194" y="1969"/>
                    <a:pt x="1191" y="1959"/>
                  </a:cubicBezTo>
                  <a:cubicBezTo>
                    <a:pt x="1179" y="1903"/>
                    <a:pt x="1182" y="1899"/>
                    <a:pt x="1180" y="1892"/>
                  </a:cubicBezTo>
                  <a:cubicBezTo>
                    <a:pt x="1163" y="1845"/>
                    <a:pt x="1160" y="1839"/>
                    <a:pt x="1156" y="1833"/>
                  </a:cubicBezTo>
                  <a:cubicBezTo>
                    <a:pt x="1131" y="1785"/>
                    <a:pt x="1130" y="1781"/>
                    <a:pt x="1128" y="1778"/>
                  </a:cubicBezTo>
                  <a:cubicBezTo>
                    <a:pt x="1111" y="1736"/>
                    <a:pt x="1101" y="1742"/>
                    <a:pt x="1104" y="1735"/>
                  </a:cubicBezTo>
                  <a:cubicBezTo>
                    <a:pt x="1071" y="1679"/>
                    <a:pt x="1067" y="1666"/>
                    <a:pt x="1060" y="1654"/>
                  </a:cubicBezTo>
                  <a:cubicBezTo>
                    <a:pt x="1049" y="1627"/>
                    <a:pt x="1050" y="1617"/>
                    <a:pt x="1043" y="1615"/>
                  </a:cubicBezTo>
                  <a:cubicBezTo>
                    <a:pt x="1056" y="1663"/>
                    <a:pt x="1061" y="1667"/>
                    <a:pt x="1062" y="1674"/>
                  </a:cubicBezTo>
                  <a:cubicBezTo>
                    <a:pt x="1073" y="1700"/>
                    <a:pt x="1076" y="1705"/>
                    <a:pt x="1080" y="1711"/>
                  </a:cubicBezTo>
                  <a:cubicBezTo>
                    <a:pt x="1100" y="1752"/>
                    <a:pt x="1107" y="1755"/>
                    <a:pt x="1108" y="1763"/>
                  </a:cubicBezTo>
                  <a:cubicBezTo>
                    <a:pt x="1132" y="1809"/>
                    <a:pt x="1138" y="1807"/>
                    <a:pt x="1136" y="1813"/>
                  </a:cubicBezTo>
                  <a:cubicBezTo>
                    <a:pt x="1156" y="1857"/>
                    <a:pt x="1160" y="1861"/>
                    <a:pt x="1160" y="1870"/>
                  </a:cubicBezTo>
                  <a:cubicBezTo>
                    <a:pt x="1171" y="1894"/>
                    <a:pt x="1171" y="1904"/>
                    <a:pt x="1176" y="1909"/>
                  </a:cubicBezTo>
                  <a:cubicBezTo>
                    <a:pt x="1188" y="1985"/>
                    <a:pt x="1184" y="1994"/>
                    <a:pt x="1189" y="1994"/>
                  </a:cubicBezTo>
                  <a:cubicBezTo>
                    <a:pt x="1181" y="1994"/>
                    <a:pt x="1184" y="1992"/>
                    <a:pt x="1184" y="1992"/>
                  </a:cubicBezTo>
                  <a:cubicBezTo>
                    <a:pt x="1171" y="1946"/>
                    <a:pt x="1164" y="1932"/>
                    <a:pt x="1163" y="1913"/>
                  </a:cubicBezTo>
                  <a:cubicBezTo>
                    <a:pt x="1151" y="1884"/>
                    <a:pt x="1143" y="1881"/>
                    <a:pt x="1143" y="1870"/>
                  </a:cubicBezTo>
                  <a:cubicBezTo>
                    <a:pt x="1120" y="1824"/>
                    <a:pt x="1119" y="1821"/>
                    <a:pt x="1119" y="1815"/>
                  </a:cubicBezTo>
                  <a:cubicBezTo>
                    <a:pt x="1093" y="1783"/>
                    <a:pt x="1091" y="1775"/>
                    <a:pt x="1086" y="1770"/>
                  </a:cubicBezTo>
                  <a:cubicBezTo>
                    <a:pt x="1073" y="1758"/>
                    <a:pt x="1078" y="1761"/>
                    <a:pt x="1080" y="1767"/>
                  </a:cubicBezTo>
                  <a:cubicBezTo>
                    <a:pt x="1094" y="1796"/>
                    <a:pt x="1105" y="1803"/>
                    <a:pt x="1108" y="1817"/>
                  </a:cubicBezTo>
                  <a:cubicBezTo>
                    <a:pt x="1124" y="1843"/>
                    <a:pt x="1121" y="1850"/>
                    <a:pt x="1126" y="1850"/>
                  </a:cubicBezTo>
                  <a:cubicBezTo>
                    <a:pt x="1151" y="1911"/>
                    <a:pt x="1161" y="1936"/>
                    <a:pt x="1165" y="1966"/>
                  </a:cubicBezTo>
                  <a:cubicBezTo>
                    <a:pt x="1177" y="2011"/>
                    <a:pt x="1185" y="2016"/>
                    <a:pt x="1180" y="2022"/>
                  </a:cubicBezTo>
                  <a:cubicBezTo>
                    <a:pt x="1165" y="1991"/>
                    <a:pt x="1163" y="1975"/>
                    <a:pt x="1158" y="1961"/>
                  </a:cubicBezTo>
                  <a:cubicBezTo>
                    <a:pt x="1134" y="1913"/>
                    <a:pt x="1135" y="1894"/>
                    <a:pt x="1126" y="1885"/>
                  </a:cubicBezTo>
                  <a:cubicBezTo>
                    <a:pt x="1101" y="1842"/>
                    <a:pt x="1098" y="1834"/>
                    <a:pt x="1095" y="1826"/>
                  </a:cubicBezTo>
                  <a:cubicBezTo>
                    <a:pt x="1079" y="1795"/>
                    <a:pt x="1071" y="1790"/>
                    <a:pt x="1069" y="1778"/>
                  </a:cubicBezTo>
                  <a:cubicBezTo>
                    <a:pt x="1059" y="1761"/>
                    <a:pt x="1059" y="1754"/>
                    <a:pt x="1054" y="1752"/>
                  </a:cubicBezTo>
                  <a:cubicBezTo>
                    <a:pt x="1039" y="1719"/>
                    <a:pt x="1039" y="1712"/>
                    <a:pt x="1034" y="1711"/>
                  </a:cubicBezTo>
                  <a:cubicBezTo>
                    <a:pt x="1046" y="1743"/>
                    <a:pt x="1046" y="1752"/>
                    <a:pt x="1051" y="1756"/>
                  </a:cubicBezTo>
                  <a:cubicBezTo>
                    <a:pt x="1065" y="1790"/>
                    <a:pt x="1073" y="1801"/>
                    <a:pt x="1078" y="1815"/>
                  </a:cubicBezTo>
                  <a:cubicBezTo>
                    <a:pt x="1100" y="1859"/>
                    <a:pt x="1108" y="1861"/>
                    <a:pt x="1108" y="1870"/>
                  </a:cubicBezTo>
                  <a:cubicBezTo>
                    <a:pt x="1125" y="1900"/>
                    <a:pt x="1124" y="1905"/>
                    <a:pt x="1128" y="1907"/>
                  </a:cubicBezTo>
                  <a:cubicBezTo>
                    <a:pt x="1156" y="1984"/>
                    <a:pt x="1160" y="1999"/>
                    <a:pt x="1167" y="2012"/>
                  </a:cubicBezTo>
                  <a:cubicBezTo>
                    <a:pt x="1177" y="2063"/>
                    <a:pt x="1183" y="2072"/>
                    <a:pt x="1184" y="2086"/>
                  </a:cubicBezTo>
                  <a:cubicBezTo>
                    <a:pt x="1167" y="2065"/>
                    <a:pt x="1168" y="2057"/>
                    <a:pt x="1165" y="2053"/>
                  </a:cubicBezTo>
                  <a:cubicBezTo>
                    <a:pt x="1156" y="2026"/>
                    <a:pt x="1153" y="2023"/>
                    <a:pt x="1156" y="2022"/>
                  </a:cubicBezTo>
                  <a:cubicBezTo>
                    <a:pt x="1136" y="1970"/>
                    <a:pt x="1130" y="1962"/>
                    <a:pt x="1128" y="1950"/>
                  </a:cubicBezTo>
                  <a:cubicBezTo>
                    <a:pt x="1109" y="1914"/>
                    <a:pt x="1105" y="1907"/>
                    <a:pt x="1102" y="1898"/>
                  </a:cubicBezTo>
                  <a:cubicBezTo>
                    <a:pt x="1087" y="1883"/>
                    <a:pt x="1089" y="1877"/>
                    <a:pt x="1086" y="1876"/>
                  </a:cubicBezTo>
                  <a:cubicBezTo>
                    <a:pt x="1054" y="1823"/>
                    <a:pt x="1051" y="1814"/>
                    <a:pt x="1045" y="1809"/>
                  </a:cubicBezTo>
                  <a:cubicBezTo>
                    <a:pt x="1027" y="1777"/>
                    <a:pt x="1023" y="1769"/>
                    <a:pt x="1019" y="1761"/>
                  </a:cubicBezTo>
                  <a:cubicBezTo>
                    <a:pt x="1015" y="1765"/>
                    <a:pt x="1017" y="1772"/>
                    <a:pt x="1021" y="1778"/>
                  </a:cubicBezTo>
                  <a:cubicBezTo>
                    <a:pt x="1046" y="1821"/>
                    <a:pt x="1048" y="1829"/>
                    <a:pt x="1054" y="1833"/>
                  </a:cubicBezTo>
                  <a:cubicBezTo>
                    <a:pt x="1076" y="1869"/>
                    <a:pt x="1074" y="1873"/>
                    <a:pt x="1075" y="1874"/>
                  </a:cubicBezTo>
                  <a:cubicBezTo>
                    <a:pt x="1088" y="1895"/>
                    <a:pt x="1093" y="1899"/>
                    <a:pt x="1095" y="1907"/>
                  </a:cubicBezTo>
                  <a:cubicBezTo>
                    <a:pt x="1125" y="1974"/>
                    <a:pt x="1129" y="1979"/>
                    <a:pt x="1132" y="1985"/>
                  </a:cubicBezTo>
                  <a:cubicBezTo>
                    <a:pt x="1155" y="2062"/>
                    <a:pt x="1160" y="2069"/>
                    <a:pt x="1163" y="2077"/>
                  </a:cubicBezTo>
                  <a:cubicBezTo>
                    <a:pt x="1199" y="2160"/>
                    <a:pt x="1199" y="2160"/>
                    <a:pt x="1199" y="2160"/>
                  </a:cubicBezTo>
                  <a:cubicBezTo>
                    <a:pt x="1207" y="2118"/>
                    <a:pt x="1213" y="2112"/>
                    <a:pt x="1215" y="2101"/>
                  </a:cubicBezTo>
                  <a:cubicBezTo>
                    <a:pt x="1231" y="2073"/>
                    <a:pt x="1235" y="2071"/>
                    <a:pt x="1235" y="2064"/>
                  </a:cubicBezTo>
                  <a:cubicBezTo>
                    <a:pt x="1253" y="2040"/>
                    <a:pt x="1251" y="2034"/>
                    <a:pt x="1256" y="2036"/>
                  </a:cubicBezTo>
                  <a:cubicBezTo>
                    <a:pt x="1278" y="2002"/>
                    <a:pt x="1278" y="1999"/>
                    <a:pt x="1278" y="1996"/>
                  </a:cubicBezTo>
                  <a:cubicBezTo>
                    <a:pt x="1296" y="1974"/>
                    <a:pt x="1297" y="1970"/>
                    <a:pt x="1302" y="1968"/>
                  </a:cubicBezTo>
                  <a:cubicBezTo>
                    <a:pt x="1332" y="1928"/>
                    <a:pt x="1337" y="1926"/>
                    <a:pt x="1337" y="1920"/>
                  </a:cubicBezTo>
                  <a:cubicBezTo>
                    <a:pt x="1372" y="1885"/>
                    <a:pt x="1376" y="1881"/>
                    <a:pt x="1378" y="1876"/>
                  </a:cubicBezTo>
                  <a:cubicBezTo>
                    <a:pt x="1404" y="1854"/>
                    <a:pt x="1402" y="1849"/>
                    <a:pt x="1407" y="1850"/>
                  </a:cubicBezTo>
                  <a:cubicBezTo>
                    <a:pt x="1438" y="1821"/>
                    <a:pt x="1440" y="1819"/>
                    <a:pt x="1439" y="1815"/>
                  </a:cubicBezTo>
                  <a:cubicBezTo>
                    <a:pt x="1465" y="1793"/>
                    <a:pt x="1467" y="1780"/>
                    <a:pt x="1479" y="1776"/>
                  </a:cubicBezTo>
                  <a:cubicBezTo>
                    <a:pt x="1501" y="1736"/>
                    <a:pt x="1500" y="1733"/>
                    <a:pt x="1503" y="1732"/>
                  </a:cubicBezTo>
                  <a:cubicBezTo>
                    <a:pt x="1484" y="1757"/>
                    <a:pt x="1476" y="1761"/>
                    <a:pt x="1474" y="1772"/>
                  </a:cubicBezTo>
                  <a:cubicBezTo>
                    <a:pt x="1452" y="1794"/>
                    <a:pt x="1452" y="1796"/>
                    <a:pt x="1448" y="1796"/>
                  </a:cubicBezTo>
                  <a:cubicBezTo>
                    <a:pt x="1431" y="1818"/>
                    <a:pt x="1426" y="1820"/>
                    <a:pt x="1422" y="1822"/>
                  </a:cubicBezTo>
                  <a:cubicBezTo>
                    <a:pt x="1399" y="1848"/>
                    <a:pt x="1393" y="1849"/>
                    <a:pt x="1389" y="1852"/>
                  </a:cubicBezTo>
                  <a:cubicBezTo>
                    <a:pt x="1370" y="1874"/>
                    <a:pt x="1368" y="1876"/>
                    <a:pt x="1365" y="1879"/>
                  </a:cubicBezTo>
                  <a:cubicBezTo>
                    <a:pt x="1352" y="1896"/>
                    <a:pt x="1346" y="1894"/>
                    <a:pt x="1348" y="1900"/>
                  </a:cubicBezTo>
                  <a:cubicBezTo>
                    <a:pt x="1328" y="1926"/>
                    <a:pt x="1317" y="1924"/>
                    <a:pt x="1317" y="1933"/>
                  </a:cubicBezTo>
                  <a:cubicBezTo>
                    <a:pt x="1282" y="1982"/>
                    <a:pt x="1277" y="1986"/>
                    <a:pt x="1272" y="1990"/>
                  </a:cubicBezTo>
                  <a:cubicBezTo>
                    <a:pt x="1260" y="2009"/>
                    <a:pt x="1259" y="2012"/>
                    <a:pt x="1259" y="2016"/>
                  </a:cubicBezTo>
                  <a:cubicBezTo>
                    <a:pt x="1227" y="2056"/>
                    <a:pt x="1228" y="2066"/>
                    <a:pt x="1221" y="2068"/>
                  </a:cubicBezTo>
                  <a:cubicBezTo>
                    <a:pt x="1213" y="2075"/>
                    <a:pt x="1217" y="2073"/>
                    <a:pt x="1219" y="2068"/>
                  </a:cubicBezTo>
                  <a:cubicBezTo>
                    <a:pt x="1238" y="2041"/>
                    <a:pt x="1236" y="2032"/>
                    <a:pt x="1239" y="2027"/>
                  </a:cubicBezTo>
                  <a:cubicBezTo>
                    <a:pt x="1264" y="1978"/>
                    <a:pt x="1273" y="1978"/>
                    <a:pt x="1274" y="1970"/>
                  </a:cubicBezTo>
                  <a:cubicBezTo>
                    <a:pt x="1319" y="1906"/>
                    <a:pt x="1329" y="1912"/>
                    <a:pt x="1326" y="1905"/>
                  </a:cubicBezTo>
                  <a:cubicBezTo>
                    <a:pt x="1347" y="1891"/>
                    <a:pt x="1335" y="1884"/>
                    <a:pt x="1341" y="1885"/>
                  </a:cubicBezTo>
                  <a:cubicBezTo>
                    <a:pt x="1371" y="1867"/>
                    <a:pt x="1360" y="1858"/>
                    <a:pt x="1365" y="1859"/>
                  </a:cubicBezTo>
                  <a:cubicBezTo>
                    <a:pt x="1388" y="1843"/>
                    <a:pt x="1391" y="1840"/>
                    <a:pt x="1392" y="1835"/>
                  </a:cubicBezTo>
                  <a:cubicBezTo>
                    <a:pt x="1413" y="1810"/>
                    <a:pt x="1424" y="1812"/>
                    <a:pt x="1424" y="1802"/>
                  </a:cubicBezTo>
                  <a:cubicBezTo>
                    <a:pt x="1434" y="1791"/>
                    <a:pt x="1439" y="1791"/>
                    <a:pt x="1439" y="1787"/>
                  </a:cubicBezTo>
                  <a:cubicBezTo>
                    <a:pt x="1465" y="1752"/>
                    <a:pt x="1463" y="1753"/>
                    <a:pt x="1461" y="1754"/>
                  </a:cubicBezTo>
                  <a:cubicBezTo>
                    <a:pt x="1440" y="1779"/>
                    <a:pt x="1432" y="1785"/>
                    <a:pt x="1429" y="1796"/>
                  </a:cubicBezTo>
                  <a:cubicBezTo>
                    <a:pt x="1407" y="1811"/>
                    <a:pt x="1408" y="1817"/>
                    <a:pt x="1402" y="1815"/>
                  </a:cubicBezTo>
                  <a:cubicBezTo>
                    <a:pt x="1380" y="1832"/>
                    <a:pt x="1382" y="1838"/>
                    <a:pt x="1378" y="1839"/>
                  </a:cubicBezTo>
                  <a:cubicBezTo>
                    <a:pt x="1326" y="1895"/>
                    <a:pt x="1317" y="1899"/>
                    <a:pt x="1313" y="1909"/>
                  </a:cubicBezTo>
                  <a:cubicBezTo>
                    <a:pt x="1270" y="1963"/>
                    <a:pt x="1262" y="1968"/>
                    <a:pt x="1259" y="1979"/>
                  </a:cubicBezTo>
                  <a:cubicBezTo>
                    <a:pt x="1234" y="2019"/>
                    <a:pt x="1235" y="2023"/>
                    <a:pt x="1230" y="2022"/>
                  </a:cubicBezTo>
                  <a:cubicBezTo>
                    <a:pt x="1217" y="2047"/>
                    <a:pt x="1216" y="2054"/>
                    <a:pt x="1213" y="2057"/>
                  </a:cubicBezTo>
                  <a:cubicBezTo>
                    <a:pt x="1203" y="2078"/>
                    <a:pt x="1196" y="2069"/>
                    <a:pt x="1195" y="2062"/>
                  </a:cubicBezTo>
                  <a:cubicBezTo>
                    <a:pt x="1212" y="2023"/>
                    <a:pt x="1212" y="2017"/>
                    <a:pt x="1217" y="2016"/>
                  </a:cubicBezTo>
                  <a:cubicBezTo>
                    <a:pt x="1225" y="1996"/>
                    <a:pt x="1229" y="1996"/>
                    <a:pt x="1230" y="1994"/>
                  </a:cubicBezTo>
                  <a:cubicBezTo>
                    <a:pt x="1246" y="1972"/>
                    <a:pt x="1245" y="1966"/>
                    <a:pt x="1248" y="1964"/>
                  </a:cubicBezTo>
                  <a:cubicBezTo>
                    <a:pt x="1289" y="1906"/>
                    <a:pt x="1295" y="1902"/>
                    <a:pt x="1298" y="1896"/>
                  </a:cubicBezTo>
                  <a:cubicBezTo>
                    <a:pt x="1307" y="1885"/>
                    <a:pt x="1311" y="1884"/>
                    <a:pt x="1313" y="1881"/>
                  </a:cubicBezTo>
                  <a:cubicBezTo>
                    <a:pt x="1330" y="1864"/>
                    <a:pt x="1332" y="1861"/>
                    <a:pt x="1337" y="1861"/>
                  </a:cubicBezTo>
                  <a:cubicBezTo>
                    <a:pt x="1366" y="1832"/>
                    <a:pt x="1372" y="1824"/>
                    <a:pt x="1381" y="1817"/>
                  </a:cubicBezTo>
                  <a:cubicBezTo>
                    <a:pt x="1402" y="1788"/>
                    <a:pt x="1410" y="1789"/>
                    <a:pt x="1411" y="1783"/>
                  </a:cubicBezTo>
                  <a:cubicBezTo>
                    <a:pt x="1435" y="1755"/>
                    <a:pt x="1442" y="1756"/>
                    <a:pt x="1444" y="1750"/>
                  </a:cubicBezTo>
                  <a:cubicBezTo>
                    <a:pt x="1487" y="1692"/>
                    <a:pt x="1498" y="1687"/>
                    <a:pt x="1501" y="1676"/>
                  </a:cubicBezTo>
                  <a:cubicBezTo>
                    <a:pt x="1513" y="1663"/>
                    <a:pt x="1510" y="1657"/>
                    <a:pt x="1514" y="1656"/>
                  </a:cubicBezTo>
                  <a:cubicBezTo>
                    <a:pt x="1531" y="1632"/>
                    <a:pt x="1531" y="1623"/>
                    <a:pt x="1535" y="1619"/>
                  </a:cubicBezTo>
                  <a:cubicBezTo>
                    <a:pt x="1560" y="1583"/>
                    <a:pt x="1561" y="1575"/>
                    <a:pt x="1564" y="1569"/>
                  </a:cubicBezTo>
                  <a:cubicBezTo>
                    <a:pt x="1579" y="1527"/>
                    <a:pt x="1580" y="1524"/>
                    <a:pt x="1579" y="1519"/>
                  </a:cubicBezTo>
                  <a:close/>
                  <a:moveTo>
                    <a:pt x="1256" y="1826"/>
                  </a:moveTo>
                  <a:cubicBezTo>
                    <a:pt x="1260" y="1823"/>
                    <a:pt x="1263" y="1818"/>
                    <a:pt x="1265" y="1813"/>
                  </a:cubicBezTo>
                  <a:cubicBezTo>
                    <a:pt x="1271" y="1817"/>
                    <a:pt x="1260" y="1821"/>
                    <a:pt x="1261" y="1826"/>
                  </a:cubicBezTo>
                  <a:cubicBezTo>
                    <a:pt x="1257" y="1829"/>
                    <a:pt x="1256" y="1836"/>
                    <a:pt x="1252" y="1839"/>
                  </a:cubicBezTo>
                  <a:cubicBezTo>
                    <a:pt x="1246" y="1836"/>
                    <a:pt x="1257" y="1831"/>
                    <a:pt x="1256" y="1826"/>
                  </a:cubicBezTo>
                  <a:close/>
                  <a:moveTo>
                    <a:pt x="1252" y="1704"/>
                  </a:moveTo>
                  <a:cubicBezTo>
                    <a:pt x="1254" y="1700"/>
                    <a:pt x="1254" y="1705"/>
                    <a:pt x="1254" y="1708"/>
                  </a:cubicBezTo>
                  <a:cubicBezTo>
                    <a:pt x="1252" y="1712"/>
                    <a:pt x="1252" y="1707"/>
                    <a:pt x="1252" y="1704"/>
                  </a:cubicBezTo>
                  <a:close/>
                  <a:moveTo>
                    <a:pt x="1211" y="2088"/>
                  </a:moveTo>
                  <a:cubicBezTo>
                    <a:pt x="1212" y="2084"/>
                    <a:pt x="1214" y="2090"/>
                    <a:pt x="1211" y="2090"/>
                  </a:cubicBezTo>
                  <a:cubicBezTo>
                    <a:pt x="1211" y="2094"/>
                    <a:pt x="1208" y="2095"/>
                    <a:pt x="1208" y="2099"/>
                  </a:cubicBezTo>
                  <a:cubicBezTo>
                    <a:pt x="1203" y="2104"/>
                    <a:pt x="1209" y="2089"/>
                    <a:pt x="1211" y="2088"/>
                  </a:cubicBezTo>
                  <a:close/>
                  <a:moveTo>
                    <a:pt x="1191" y="2116"/>
                  </a:moveTo>
                  <a:cubicBezTo>
                    <a:pt x="1185" y="2113"/>
                    <a:pt x="1191" y="2103"/>
                    <a:pt x="1193" y="2101"/>
                  </a:cubicBezTo>
                  <a:cubicBezTo>
                    <a:pt x="1199" y="2105"/>
                    <a:pt x="1188" y="2109"/>
                    <a:pt x="1191" y="2116"/>
                  </a:cubicBezTo>
                  <a:close/>
                  <a:moveTo>
                    <a:pt x="1219" y="1916"/>
                  </a:moveTo>
                  <a:cubicBezTo>
                    <a:pt x="1225" y="1921"/>
                    <a:pt x="1218" y="1933"/>
                    <a:pt x="1217" y="1940"/>
                  </a:cubicBezTo>
                  <a:cubicBezTo>
                    <a:pt x="1212" y="1935"/>
                    <a:pt x="1222" y="1926"/>
                    <a:pt x="1219" y="1916"/>
                  </a:cubicBezTo>
                  <a:close/>
                  <a:moveTo>
                    <a:pt x="1215" y="1883"/>
                  </a:moveTo>
                  <a:cubicBezTo>
                    <a:pt x="1223" y="1885"/>
                    <a:pt x="1215" y="1890"/>
                    <a:pt x="1217" y="1898"/>
                  </a:cubicBezTo>
                  <a:cubicBezTo>
                    <a:pt x="1212" y="1897"/>
                    <a:pt x="1216" y="1887"/>
                    <a:pt x="1215" y="1883"/>
                  </a:cubicBezTo>
                  <a:close/>
                  <a:moveTo>
                    <a:pt x="1215" y="1953"/>
                  </a:moveTo>
                  <a:cubicBezTo>
                    <a:pt x="1225" y="1956"/>
                    <a:pt x="1210" y="1963"/>
                    <a:pt x="1213" y="1972"/>
                  </a:cubicBezTo>
                  <a:cubicBezTo>
                    <a:pt x="1205" y="1966"/>
                    <a:pt x="1218" y="1962"/>
                    <a:pt x="1215" y="1953"/>
                  </a:cubicBezTo>
                  <a:close/>
                  <a:moveTo>
                    <a:pt x="1503" y="1667"/>
                  </a:moveTo>
                  <a:cubicBezTo>
                    <a:pt x="1497" y="1666"/>
                    <a:pt x="1501" y="1675"/>
                    <a:pt x="1496" y="1676"/>
                  </a:cubicBezTo>
                  <a:cubicBezTo>
                    <a:pt x="1479" y="1700"/>
                    <a:pt x="1478" y="1701"/>
                    <a:pt x="1477" y="1702"/>
                  </a:cubicBezTo>
                  <a:cubicBezTo>
                    <a:pt x="1453" y="1729"/>
                    <a:pt x="1455" y="1737"/>
                    <a:pt x="1448" y="1735"/>
                  </a:cubicBezTo>
                  <a:cubicBezTo>
                    <a:pt x="1421" y="1763"/>
                    <a:pt x="1414" y="1767"/>
                    <a:pt x="1411" y="1774"/>
                  </a:cubicBezTo>
                  <a:cubicBezTo>
                    <a:pt x="1382" y="1802"/>
                    <a:pt x="1374" y="1808"/>
                    <a:pt x="1370" y="1817"/>
                  </a:cubicBezTo>
                  <a:cubicBezTo>
                    <a:pt x="1349" y="1831"/>
                    <a:pt x="1347" y="1837"/>
                    <a:pt x="1344" y="1841"/>
                  </a:cubicBezTo>
                  <a:cubicBezTo>
                    <a:pt x="1317" y="1866"/>
                    <a:pt x="1313" y="1866"/>
                    <a:pt x="1311" y="1870"/>
                  </a:cubicBezTo>
                  <a:cubicBezTo>
                    <a:pt x="1280" y="1911"/>
                    <a:pt x="1267" y="1911"/>
                    <a:pt x="1267" y="1924"/>
                  </a:cubicBezTo>
                  <a:cubicBezTo>
                    <a:pt x="1224" y="1976"/>
                    <a:pt x="1220" y="1998"/>
                    <a:pt x="1206" y="2012"/>
                  </a:cubicBezTo>
                  <a:cubicBezTo>
                    <a:pt x="1215" y="1984"/>
                    <a:pt x="1215" y="1976"/>
                    <a:pt x="1221" y="1974"/>
                  </a:cubicBezTo>
                  <a:cubicBezTo>
                    <a:pt x="1251" y="1919"/>
                    <a:pt x="1250" y="1913"/>
                    <a:pt x="1254" y="1911"/>
                  </a:cubicBezTo>
                  <a:cubicBezTo>
                    <a:pt x="1282" y="1880"/>
                    <a:pt x="1282" y="1869"/>
                    <a:pt x="1289" y="1865"/>
                  </a:cubicBezTo>
                  <a:cubicBezTo>
                    <a:pt x="1309" y="1844"/>
                    <a:pt x="1311" y="1835"/>
                    <a:pt x="1320" y="1833"/>
                  </a:cubicBezTo>
                  <a:cubicBezTo>
                    <a:pt x="1356" y="1793"/>
                    <a:pt x="1359" y="1786"/>
                    <a:pt x="1365" y="1783"/>
                  </a:cubicBezTo>
                  <a:cubicBezTo>
                    <a:pt x="1384" y="1765"/>
                    <a:pt x="1385" y="1763"/>
                    <a:pt x="1387" y="1763"/>
                  </a:cubicBezTo>
                  <a:cubicBezTo>
                    <a:pt x="1411" y="1742"/>
                    <a:pt x="1423" y="1733"/>
                    <a:pt x="1435" y="1724"/>
                  </a:cubicBezTo>
                  <a:cubicBezTo>
                    <a:pt x="1481" y="1684"/>
                    <a:pt x="1482" y="1680"/>
                    <a:pt x="1485" y="1678"/>
                  </a:cubicBezTo>
                  <a:cubicBezTo>
                    <a:pt x="1501" y="1660"/>
                    <a:pt x="1504" y="1659"/>
                    <a:pt x="1505" y="1656"/>
                  </a:cubicBezTo>
                  <a:close/>
                  <a:moveTo>
                    <a:pt x="3827" y="1689"/>
                  </a:moveTo>
                  <a:cubicBezTo>
                    <a:pt x="3822" y="1681"/>
                    <a:pt x="3815" y="1679"/>
                    <a:pt x="3810" y="1674"/>
                  </a:cubicBezTo>
                  <a:cubicBezTo>
                    <a:pt x="3786" y="1654"/>
                    <a:pt x="3779" y="1651"/>
                    <a:pt x="3773" y="1648"/>
                  </a:cubicBezTo>
                  <a:cubicBezTo>
                    <a:pt x="3732" y="1620"/>
                    <a:pt x="3724" y="1621"/>
                    <a:pt x="3718" y="1614"/>
                  </a:cubicBezTo>
                  <a:cubicBezTo>
                    <a:pt x="3671" y="1584"/>
                    <a:pt x="3666" y="1588"/>
                    <a:pt x="3664" y="1582"/>
                  </a:cubicBezTo>
                  <a:cubicBezTo>
                    <a:pt x="3623" y="1550"/>
                    <a:pt x="3616" y="1549"/>
                    <a:pt x="3611" y="1541"/>
                  </a:cubicBezTo>
                  <a:cubicBezTo>
                    <a:pt x="3587" y="1524"/>
                    <a:pt x="3582" y="1515"/>
                    <a:pt x="3576" y="1512"/>
                  </a:cubicBezTo>
                  <a:cubicBezTo>
                    <a:pt x="3523" y="1447"/>
                    <a:pt x="3522" y="1437"/>
                    <a:pt x="3517" y="1439"/>
                  </a:cubicBezTo>
                  <a:cubicBezTo>
                    <a:pt x="3524" y="1435"/>
                    <a:pt x="3522" y="1438"/>
                    <a:pt x="3523" y="1439"/>
                  </a:cubicBezTo>
                  <a:cubicBezTo>
                    <a:pt x="3560" y="1475"/>
                    <a:pt x="3574" y="1484"/>
                    <a:pt x="3586" y="1501"/>
                  </a:cubicBezTo>
                  <a:cubicBezTo>
                    <a:pt x="3613" y="1523"/>
                    <a:pt x="3622" y="1521"/>
                    <a:pt x="3628" y="1532"/>
                  </a:cubicBezTo>
                  <a:cubicBezTo>
                    <a:pt x="3674" y="1562"/>
                    <a:pt x="3677" y="1565"/>
                    <a:pt x="3680" y="1570"/>
                  </a:cubicBezTo>
                  <a:cubicBezTo>
                    <a:pt x="3722" y="1587"/>
                    <a:pt x="3728" y="1593"/>
                    <a:pt x="3735" y="1596"/>
                  </a:cubicBezTo>
                  <a:cubicBezTo>
                    <a:pt x="3754" y="1599"/>
                    <a:pt x="3748" y="1599"/>
                    <a:pt x="3743" y="1594"/>
                  </a:cubicBezTo>
                  <a:cubicBezTo>
                    <a:pt x="3713" y="1575"/>
                    <a:pt x="3700" y="1574"/>
                    <a:pt x="3689" y="1562"/>
                  </a:cubicBezTo>
                  <a:cubicBezTo>
                    <a:pt x="3660" y="1547"/>
                    <a:pt x="3659" y="1539"/>
                    <a:pt x="3655" y="1541"/>
                  </a:cubicBezTo>
                  <a:cubicBezTo>
                    <a:pt x="3598" y="1497"/>
                    <a:pt x="3575" y="1479"/>
                    <a:pt x="3555" y="1453"/>
                  </a:cubicBezTo>
                  <a:cubicBezTo>
                    <a:pt x="3519" y="1416"/>
                    <a:pt x="3508" y="1416"/>
                    <a:pt x="3510" y="1407"/>
                  </a:cubicBezTo>
                  <a:cubicBezTo>
                    <a:pt x="3541" y="1429"/>
                    <a:pt x="3552" y="1443"/>
                    <a:pt x="3564" y="1453"/>
                  </a:cubicBezTo>
                  <a:cubicBezTo>
                    <a:pt x="3613" y="1486"/>
                    <a:pt x="3622" y="1505"/>
                    <a:pt x="3636" y="1508"/>
                  </a:cubicBezTo>
                  <a:cubicBezTo>
                    <a:pt x="3682" y="1535"/>
                    <a:pt x="3689" y="1542"/>
                    <a:pt x="3697" y="1547"/>
                  </a:cubicBezTo>
                  <a:cubicBezTo>
                    <a:pt x="3728" y="1568"/>
                    <a:pt x="3739" y="1569"/>
                    <a:pt x="3747" y="1578"/>
                  </a:cubicBezTo>
                  <a:cubicBezTo>
                    <a:pt x="3766" y="1589"/>
                    <a:pt x="3770" y="1596"/>
                    <a:pt x="3776" y="1595"/>
                  </a:cubicBezTo>
                  <a:cubicBezTo>
                    <a:pt x="3808" y="1618"/>
                    <a:pt x="3811" y="1625"/>
                    <a:pt x="3817" y="1623"/>
                  </a:cubicBezTo>
                  <a:cubicBezTo>
                    <a:pt x="3788" y="1599"/>
                    <a:pt x="3783" y="1590"/>
                    <a:pt x="3775" y="1589"/>
                  </a:cubicBezTo>
                  <a:cubicBezTo>
                    <a:pt x="3744" y="1565"/>
                    <a:pt x="3731" y="1560"/>
                    <a:pt x="3719" y="1548"/>
                  </a:cubicBezTo>
                  <a:cubicBezTo>
                    <a:pt x="3674" y="1518"/>
                    <a:pt x="3666" y="1521"/>
                    <a:pt x="3661" y="1513"/>
                  </a:cubicBezTo>
                  <a:cubicBezTo>
                    <a:pt x="3629" y="1493"/>
                    <a:pt x="3626" y="1488"/>
                    <a:pt x="3622" y="1488"/>
                  </a:cubicBezTo>
                  <a:cubicBezTo>
                    <a:pt x="3554" y="1431"/>
                    <a:pt x="3542" y="1419"/>
                    <a:pt x="3528" y="1411"/>
                  </a:cubicBezTo>
                  <a:cubicBezTo>
                    <a:pt x="3491" y="1368"/>
                    <a:pt x="3481" y="1362"/>
                    <a:pt x="3472" y="1350"/>
                  </a:cubicBezTo>
                  <a:cubicBezTo>
                    <a:pt x="3499" y="1360"/>
                    <a:pt x="3503" y="1368"/>
                    <a:pt x="3508" y="1370"/>
                  </a:cubicBezTo>
                  <a:cubicBezTo>
                    <a:pt x="3531" y="1391"/>
                    <a:pt x="3535" y="1392"/>
                    <a:pt x="3533" y="1395"/>
                  </a:cubicBezTo>
                  <a:cubicBezTo>
                    <a:pt x="3580" y="1434"/>
                    <a:pt x="3590" y="1438"/>
                    <a:pt x="3599" y="1447"/>
                  </a:cubicBezTo>
                  <a:cubicBezTo>
                    <a:pt x="3636" y="1472"/>
                    <a:pt x="3644" y="1476"/>
                    <a:pt x="3652" y="1483"/>
                  </a:cubicBezTo>
                  <a:cubicBezTo>
                    <a:pt x="3673" y="1489"/>
                    <a:pt x="3674" y="1496"/>
                    <a:pt x="3678" y="1495"/>
                  </a:cubicBezTo>
                  <a:cubicBezTo>
                    <a:pt x="3737" y="1528"/>
                    <a:pt x="3745" y="1534"/>
                    <a:pt x="3753" y="1536"/>
                  </a:cubicBezTo>
                  <a:cubicBezTo>
                    <a:pt x="3787" y="1557"/>
                    <a:pt x="3796" y="1562"/>
                    <a:pt x="3804" y="1568"/>
                  </a:cubicBezTo>
                  <a:cubicBezTo>
                    <a:pt x="3805" y="1561"/>
                    <a:pt x="3799" y="1556"/>
                    <a:pt x="3793" y="1552"/>
                  </a:cubicBezTo>
                  <a:cubicBezTo>
                    <a:pt x="3745" y="1525"/>
                    <a:pt x="3740" y="1519"/>
                    <a:pt x="3732" y="1518"/>
                  </a:cubicBezTo>
                  <a:cubicBezTo>
                    <a:pt x="3691" y="1496"/>
                    <a:pt x="3691" y="1492"/>
                    <a:pt x="3689" y="1491"/>
                  </a:cubicBezTo>
                  <a:cubicBezTo>
                    <a:pt x="3666" y="1478"/>
                    <a:pt x="3659" y="1477"/>
                    <a:pt x="3653" y="1471"/>
                  </a:cubicBezTo>
                  <a:cubicBezTo>
                    <a:pt x="3589" y="1424"/>
                    <a:pt x="3582" y="1422"/>
                    <a:pt x="3576" y="1417"/>
                  </a:cubicBezTo>
                  <a:cubicBezTo>
                    <a:pt x="3512" y="1356"/>
                    <a:pt x="3504" y="1353"/>
                    <a:pt x="3497" y="1347"/>
                  </a:cubicBezTo>
                  <a:cubicBezTo>
                    <a:pt x="3434" y="1269"/>
                    <a:pt x="3431" y="1265"/>
                    <a:pt x="3432" y="1261"/>
                  </a:cubicBezTo>
                  <a:cubicBezTo>
                    <a:pt x="3490" y="1320"/>
                    <a:pt x="3493" y="1321"/>
                    <a:pt x="3496" y="1320"/>
                  </a:cubicBezTo>
                  <a:cubicBezTo>
                    <a:pt x="3526" y="1349"/>
                    <a:pt x="3531" y="1358"/>
                    <a:pt x="3536" y="1362"/>
                  </a:cubicBezTo>
                  <a:cubicBezTo>
                    <a:pt x="3574" y="1397"/>
                    <a:pt x="3581" y="1398"/>
                    <a:pt x="3586" y="1405"/>
                  </a:cubicBezTo>
                  <a:cubicBezTo>
                    <a:pt x="3640" y="1440"/>
                    <a:pt x="3643" y="1443"/>
                    <a:pt x="3645" y="1448"/>
                  </a:cubicBezTo>
                  <a:cubicBezTo>
                    <a:pt x="3673" y="1473"/>
                    <a:pt x="3678" y="1469"/>
                    <a:pt x="3681" y="1471"/>
                  </a:cubicBezTo>
                  <a:cubicBezTo>
                    <a:pt x="3713" y="1487"/>
                    <a:pt x="3716" y="1501"/>
                    <a:pt x="3724" y="1499"/>
                  </a:cubicBezTo>
                  <a:cubicBezTo>
                    <a:pt x="3772" y="1524"/>
                    <a:pt x="3783" y="1533"/>
                    <a:pt x="3796" y="1534"/>
                  </a:cubicBezTo>
                  <a:cubicBezTo>
                    <a:pt x="3807" y="1534"/>
                    <a:pt x="3800" y="1533"/>
                    <a:pt x="3794" y="1527"/>
                  </a:cubicBezTo>
                  <a:cubicBezTo>
                    <a:pt x="3760" y="1515"/>
                    <a:pt x="3759" y="1505"/>
                    <a:pt x="3754" y="1509"/>
                  </a:cubicBezTo>
                  <a:cubicBezTo>
                    <a:pt x="3728" y="1498"/>
                    <a:pt x="3734" y="1492"/>
                    <a:pt x="3729" y="1493"/>
                  </a:cubicBezTo>
                  <a:cubicBezTo>
                    <a:pt x="3697" y="1467"/>
                    <a:pt x="3690" y="1476"/>
                    <a:pt x="3689" y="1467"/>
                  </a:cubicBezTo>
                  <a:cubicBezTo>
                    <a:pt x="3648" y="1438"/>
                    <a:pt x="3643" y="1437"/>
                    <a:pt x="3640" y="1429"/>
                  </a:cubicBezTo>
                  <a:cubicBezTo>
                    <a:pt x="3565" y="1379"/>
                    <a:pt x="3562" y="1371"/>
                    <a:pt x="3557" y="1370"/>
                  </a:cubicBezTo>
                  <a:cubicBezTo>
                    <a:pt x="3508" y="1322"/>
                    <a:pt x="3500" y="1312"/>
                    <a:pt x="3492" y="1303"/>
                  </a:cubicBezTo>
                  <a:cubicBezTo>
                    <a:pt x="3476" y="1289"/>
                    <a:pt x="3465" y="1285"/>
                    <a:pt x="3469" y="1278"/>
                  </a:cubicBezTo>
                  <a:cubicBezTo>
                    <a:pt x="3519" y="1313"/>
                    <a:pt x="3521" y="1321"/>
                    <a:pt x="3525" y="1319"/>
                  </a:cubicBezTo>
                  <a:cubicBezTo>
                    <a:pt x="3556" y="1344"/>
                    <a:pt x="3559" y="1347"/>
                    <a:pt x="3563" y="1347"/>
                  </a:cubicBezTo>
                  <a:cubicBezTo>
                    <a:pt x="3609" y="1374"/>
                    <a:pt x="3615" y="1384"/>
                    <a:pt x="3623" y="1384"/>
                  </a:cubicBezTo>
                  <a:cubicBezTo>
                    <a:pt x="3668" y="1413"/>
                    <a:pt x="3673" y="1420"/>
                    <a:pt x="3680" y="1422"/>
                  </a:cubicBezTo>
                  <a:cubicBezTo>
                    <a:pt x="3706" y="1438"/>
                    <a:pt x="3712" y="1443"/>
                    <a:pt x="3720" y="1444"/>
                  </a:cubicBezTo>
                  <a:cubicBezTo>
                    <a:pt x="3762" y="1470"/>
                    <a:pt x="3764" y="1478"/>
                    <a:pt x="3768" y="1476"/>
                  </a:cubicBezTo>
                  <a:cubicBezTo>
                    <a:pt x="3762" y="1471"/>
                    <a:pt x="3759" y="1466"/>
                    <a:pt x="3757" y="1461"/>
                  </a:cubicBezTo>
                  <a:cubicBezTo>
                    <a:pt x="3697" y="1429"/>
                    <a:pt x="3695" y="1419"/>
                    <a:pt x="3689" y="1420"/>
                  </a:cubicBezTo>
                  <a:cubicBezTo>
                    <a:pt x="3648" y="1395"/>
                    <a:pt x="3648" y="1394"/>
                    <a:pt x="3647" y="1392"/>
                  </a:cubicBezTo>
                  <a:cubicBezTo>
                    <a:pt x="3623" y="1371"/>
                    <a:pt x="3617" y="1377"/>
                    <a:pt x="3614" y="1370"/>
                  </a:cubicBezTo>
                  <a:cubicBezTo>
                    <a:pt x="3570" y="1344"/>
                    <a:pt x="3576" y="1338"/>
                    <a:pt x="3568" y="1342"/>
                  </a:cubicBezTo>
                  <a:cubicBezTo>
                    <a:pt x="3511" y="1303"/>
                    <a:pt x="3501" y="1291"/>
                    <a:pt x="3490" y="1285"/>
                  </a:cubicBezTo>
                  <a:cubicBezTo>
                    <a:pt x="3458" y="1254"/>
                    <a:pt x="3448" y="1254"/>
                    <a:pt x="3445" y="1245"/>
                  </a:cubicBezTo>
                  <a:cubicBezTo>
                    <a:pt x="3425" y="1230"/>
                    <a:pt x="3423" y="1227"/>
                    <a:pt x="3420" y="1226"/>
                  </a:cubicBezTo>
                  <a:cubicBezTo>
                    <a:pt x="3406" y="1202"/>
                    <a:pt x="3396" y="1204"/>
                    <a:pt x="3402" y="1199"/>
                  </a:cubicBezTo>
                  <a:cubicBezTo>
                    <a:pt x="3488" y="1263"/>
                    <a:pt x="3502" y="1269"/>
                    <a:pt x="3515" y="1276"/>
                  </a:cubicBezTo>
                  <a:cubicBezTo>
                    <a:pt x="3590" y="1319"/>
                    <a:pt x="3598" y="1326"/>
                    <a:pt x="3608" y="1330"/>
                  </a:cubicBezTo>
                  <a:cubicBezTo>
                    <a:pt x="3652" y="1363"/>
                    <a:pt x="3658" y="1360"/>
                    <a:pt x="3662" y="1367"/>
                  </a:cubicBezTo>
                  <a:cubicBezTo>
                    <a:pt x="3696" y="1396"/>
                    <a:pt x="3705" y="1402"/>
                    <a:pt x="3712" y="1412"/>
                  </a:cubicBezTo>
                  <a:cubicBezTo>
                    <a:pt x="3742" y="1439"/>
                    <a:pt x="3745" y="1445"/>
                    <a:pt x="3750" y="1448"/>
                  </a:cubicBezTo>
                  <a:cubicBezTo>
                    <a:pt x="3710" y="1400"/>
                    <a:pt x="3696" y="1387"/>
                    <a:pt x="3682" y="1372"/>
                  </a:cubicBezTo>
                  <a:cubicBezTo>
                    <a:pt x="3635" y="1319"/>
                    <a:pt x="3632" y="1314"/>
                    <a:pt x="3628" y="1313"/>
                  </a:cubicBezTo>
                  <a:cubicBezTo>
                    <a:pt x="3572" y="1267"/>
                    <a:pt x="3545" y="1249"/>
                    <a:pt x="3518" y="1230"/>
                  </a:cubicBezTo>
                  <a:cubicBezTo>
                    <a:pt x="3473" y="1209"/>
                    <a:pt x="3472" y="1198"/>
                    <a:pt x="3467" y="1203"/>
                  </a:cubicBezTo>
                  <a:cubicBezTo>
                    <a:pt x="3428" y="1181"/>
                    <a:pt x="3422" y="1174"/>
                    <a:pt x="3414" y="1173"/>
                  </a:cubicBezTo>
                  <a:cubicBezTo>
                    <a:pt x="3381" y="1146"/>
                    <a:pt x="3367" y="1135"/>
                    <a:pt x="3354" y="1125"/>
                  </a:cubicBezTo>
                  <a:cubicBezTo>
                    <a:pt x="3351" y="1113"/>
                    <a:pt x="3364" y="1118"/>
                    <a:pt x="3374" y="1127"/>
                  </a:cubicBezTo>
                  <a:cubicBezTo>
                    <a:pt x="3446" y="1170"/>
                    <a:pt x="3448" y="1171"/>
                    <a:pt x="3451" y="1170"/>
                  </a:cubicBezTo>
                  <a:cubicBezTo>
                    <a:pt x="3483" y="1191"/>
                    <a:pt x="3489" y="1192"/>
                    <a:pt x="3495" y="1195"/>
                  </a:cubicBezTo>
                  <a:cubicBezTo>
                    <a:pt x="3535" y="1210"/>
                    <a:pt x="3536" y="1218"/>
                    <a:pt x="3540" y="1215"/>
                  </a:cubicBezTo>
                  <a:cubicBezTo>
                    <a:pt x="3559" y="1230"/>
                    <a:pt x="3565" y="1220"/>
                    <a:pt x="3566" y="1228"/>
                  </a:cubicBezTo>
                  <a:cubicBezTo>
                    <a:pt x="3619" y="1240"/>
                    <a:pt x="3611" y="1246"/>
                    <a:pt x="3606" y="1241"/>
                  </a:cubicBezTo>
                  <a:cubicBezTo>
                    <a:pt x="3548" y="1214"/>
                    <a:pt x="3543" y="1208"/>
                    <a:pt x="3536" y="1209"/>
                  </a:cubicBezTo>
                  <a:cubicBezTo>
                    <a:pt x="3471" y="1175"/>
                    <a:pt x="3461" y="1165"/>
                    <a:pt x="3449" y="1161"/>
                  </a:cubicBezTo>
                  <a:cubicBezTo>
                    <a:pt x="3408" y="1139"/>
                    <a:pt x="3402" y="1137"/>
                    <a:pt x="3398" y="1130"/>
                  </a:cubicBezTo>
                  <a:cubicBezTo>
                    <a:pt x="3340" y="1089"/>
                    <a:pt x="3334" y="1084"/>
                    <a:pt x="3327" y="1077"/>
                  </a:cubicBezTo>
                  <a:cubicBezTo>
                    <a:pt x="3317" y="1064"/>
                    <a:pt x="3323" y="1067"/>
                    <a:pt x="3328" y="1074"/>
                  </a:cubicBezTo>
                  <a:cubicBezTo>
                    <a:pt x="3358" y="1090"/>
                    <a:pt x="3360" y="1098"/>
                    <a:pt x="3363" y="1098"/>
                  </a:cubicBezTo>
                  <a:cubicBezTo>
                    <a:pt x="3425" y="1134"/>
                    <a:pt x="3432" y="1139"/>
                    <a:pt x="3438" y="1142"/>
                  </a:cubicBezTo>
                  <a:cubicBezTo>
                    <a:pt x="3460" y="1158"/>
                    <a:pt x="3463" y="1159"/>
                    <a:pt x="3468" y="1156"/>
                  </a:cubicBezTo>
                  <a:cubicBezTo>
                    <a:pt x="3511" y="1180"/>
                    <a:pt x="3525" y="1185"/>
                    <a:pt x="3538" y="1192"/>
                  </a:cubicBezTo>
                  <a:cubicBezTo>
                    <a:pt x="3604" y="1225"/>
                    <a:pt x="3609" y="1234"/>
                    <a:pt x="3616" y="1235"/>
                  </a:cubicBezTo>
                  <a:cubicBezTo>
                    <a:pt x="3641" y="1254"/>
                    <a:pt x="3647" y="1261"/>
                    <a:pt x="3653" y="1266"/>
                  </a:cubicBezTo>
                  <a:cubicBezTo>
                    <a:pt x="3677" y="1288"/>
                    <a:pt x="3684" y="1291"/>
                    <a:pt x="3690" y="1296"/>
                  </a:cubicBezTo>
                  <a:cubicBezTo>
                    <a:pt x="3703" y="1302"/>
                    <a:pt x="3693" y="1298"/>
                    <a:pt x="3684" y="1286"/>
                  </a:cubicBezTo>
                  <a:cubicBezTo>
                    <a:pt x="3660" y="1267"/>
                    <a:pt x="3659" y="1260"/>
                    <a:pt x="3656" y="1261"/>
                  </a:cubicBezTo>
                  <a:cubicBezTo>
                    <a:pt x="3619" y="1228"/>
                    <a:pt x="3616" y="1229"/>
                    <a:pt x="3614" y="1225"/>
                  </a:cubicBezTo>
                  <a:cubicBezTo>
                    <a:pt x="3594" y="1204"/>
                    <a:pt x="3591" y="1205"/>
                    <a:pt x="3589" y="1201"/>
                  </a:cubicBezTo>
                  <a:cubicBezTo>
                    <a:pt x="3566" y="1181"/>
                    <a:pt x="3564" y="1176"/>
                    <a:pt x="3562" y="1173"/>
                  </a:cubicBezTo>
                  <a:cubicBezTo>
                    <a:pt x="3525" y="1143"/>
                    <a:pt x="3523" y="1142"/>
                    <a:pt x="3522" y="1141"/>
                  </a:cubicBezTo>
                  <a:cubicBezTo>
                    <a:pt x="3496" y="1126"/>
                    <a:pt x="3491" y="1125"/>
                    <a:pt x="3488" y="1120"/>
                  </a:cubicBezTo>
                  <a:cubicBezTo>
                    <a:pt x="3448" y="1095"/>
                    <a:pt x="3439" y="1087"/>
                    <a:pt x="3428" y="1082"/>
                  </a:cubicBezTo>
                  <a:cubicBezTo>
                    <a:pt x="3403" y="1070"/>
                    <a:pt x="3402" y="1063"/>
                    <a:pt x="3399" y="1064"/>
                  </a:cubicBezTo>
                  <a:cubicBezTo>
                    <a:pt x="3332" y="1024"/>
                    <a:pt x="3325" y="1028"/>
                    <a:pt x="3322" y="1020"/>
                  </a:cubicBezTo>
                  <a:cubicBezTo>
                    <a:pt x="3297" y="1005"/>
                    <a:pt x="3295" y="1003"/>
                    <a:pt x="3292" y="1002"/>
                  </a:cubicBezTo>
                  <a:cubicBezTo>
                    <a:pt x="3260" y="981"/>
                    <a:pt x="3258" y="977"/>
                    <a:pt x="3255" y="976"/>
                  </a:cubicBezTo>
                  <a:cubicBezTo>
                    <a:pt x="3231" y="953"/>
                    <a:pt x="3229" y="949"/>
                    <a:pt x="3227" y="946"/>
                  </a:cubicBezTo>
                  <a:cubicBezTo>
                    <a:pt x="3264" y="965"/>
                    <a:pt x="3274" y="976"/>
                    <a:pt x="3286" y="981"/>
                  </a:cubicBezTo>
                  <a:cubicBezTo>
                    <a:pt x="3328" y="1007"/>
                    <a:pt x="3340" y="1010"/>
                    <a:pt x="3351" y="1014"/>
                  </a:cubicBezTo>
                  <a:cubicBezTo>
                    <a:pt x="3379" y="1029"/>
                    <a:pt x="3382" y="1034"/>
                    <a:pt x="3385" y="1036"/>
                  </a:cubicBezTo>
                  <a:cubicBezTo>
                    <a:pt x="3416" y="1052"/>
                    <a:pt x="3425" y="1050"/>
                    <a:pt x="3431" y="1059"/>
                  </a:cubicBezTo>
                  <a:cubicBezTo>
                    <a:pt x="3502" y="1097"/>
                    <a:pt x="3503" y="1108"/>
                    <a:pt x="3507" y="1106"/>
                  </a:cubicBezTo>
                  <a:cubicBezTo>
                    <a:pt x="3543" y="1136"/>
                    <a:pt x="3545" y="1138"/>
                    <a:pt x="3548" y="1140"/>
                  </a:cubicBezTo>
                  <a:cubicBezTo>
                    <a:pt x="3574" y="1156"/>
                    <a:pt x="3573" y="1153"/>
                    <a:pt x="3571" y="1154"/>
                  </a:cubicBezTo>
                  <a:cubicBezTo>
                    <a:pt x="3558" y="1134"/>
                    <a:pt x="3548" y="1133"/>
                    <a:pt x="3546" y="1130"/>
                  </a:cubicBezTo>
                  <a:cubicBezTo>
                    <a:pt x="3518" y="1109"/>
                    <a:pt x="3511" y="1099"/>
                    <a:pt x="3503" y="1094"/>
                  </a:cubicBezTo>
                  <a:cubicBezTo>
                    <a:pt x="3453" y="1053"/>
                    <a:pt x="3451" y="1043"/>
                    <a:pt x="3445" y="1045"/>
                  </a:cubicBezTo>
                  <a:cubicBezTo>
                    <a:pt x="3417" y="1024"/>
                    <a:pt x="3413" y="1021"/>
                    <a:pt x="3410" y="1016"/>
                  </a:cubicBezTo>
                  <a:cubicBezTo>
                    <a:pt x="3358" y="980"/>
                    <a:pt x="3354" y="981"/>
                    <a:pt x="3351" y="976"/>
                  </a:cubicBezTo>
                  <a:cubicBezTo>
                    <a:pt x="3337" y="968"/>
                    <a:pt x="3333" y="968"/>
                    <a:pt x="3329" y="967"/>
                  </a:cubicBezTo>
                  <a:cubicBezTo>
                    <a:pt x="3294" y="946"/>
                    <a:pt x="3290" y="949"/>
                    <a:pt x="3288" y="941"/>
                  </a:cubicBezTo>
                  <a:cubicBezTo>
                    <a:pt x="3241" y="919"/>
                    <a:pt x="3237" y="920"/>
                    <a:pt x="3234" y="915"/>
                  </a:cubicBezTo>
                  <a:cubicBezTo>
                    <a:pt x="3205" y="900"/>
                    <a:pt x="3200" y="898"/>
                    <a:pt x="3195" y="899"/>
                  </a:cubicBezTo>
                  <a:cubicBezTo>
                    <a:pt x="3175" y="884"/>
                    <a:pt x="3172" y="884"/>
                    <a:pt x="3170" y="883"/>
                  </a:cubicBezTo>
                  <a:cubicBezTo>
                    <a:pt x="3195" y="875"/>
                    <a:pt x="3199" y="875"/>
                    <a:pt x="3203" y="875"/>
                  </a:cubicBezTo>
                  <a:cubicBezTo>
                    <a:pt x="3240" y="895"/>
                    <a:pt x="3246" y="887"/>
                    <a:pt x="3249" y="893"/>
                  </a:cubicBezTo>
                  <a:cubicBezTo>
                    <a:pt x="3288" y="904"/>
                    <a:pt x="3290" y="912"/>
                    <a:pt x="3294" y="910"/>
                  </a:cubicBezTo>
                  <a:cubicBezTo>
                    <a:pt x="3330" y="928"/>
                    <a:pt x="3331" y="930"/>
                    <a:pt x="3333" y="929"/>
                  </a:cubicBezTo>
                  <a:cubicBezTo>
                    <a:pt x="3357" y="941"/>
                    <a:pt x="3364" y="949"/>
                    <a:pt x="3372" y="951"/>
                  </a:cubicBezTo>
                  <a:cubicBezTo>
                    <a:pt x="3408" y="970"/>
                    <a:pt x="3410" y="979"/>
                    <a:pt x="3414" y="981"/>
                  </a:cubicBezTo>
                  <a:cubicBezTo>
                    <a:pt x="3449" y="1003"/>
                    <a:pt x="3451" y="1013"/>
                    <a:pt x="3456" y="1012"/>
                  </a:cubicBezTo>
                  <a:cubicBezTo>
                    <a:pt x="3489" y="1044"/>
                    <a:pt x="3492" y="1048"/>
                    <a:pt x="3497" y="1049"/>
                  </a:cubicBezTo>
                  <a:cubicBezTo>
                    <a:pt x="3401" y="963"/>
                    <a:pt x="3396" y="957"/>
                    <a:pt x="3390" y="954"/>
                  </a:cubicBezTo>
                  <a:cubicBezTo>
                    <a:pt x="3354" y="936"/>
                    <a:pt x="3353" y="929"/>
                    <a:pt x="3350" y="930"/>
                  </a:cubicBezTo>
                  <a:cubicBezTo>
                    <a:pt x="3324" y="912"/>
                    <a:pt x="3322" y="914"/>
                    <a:pt x="3321" y="914"/>
                  </a:cubicBezTo>
                  <a:cubicBezTo>
                    <a:pt x="3289" y="894"/>
                    <a:pt x="3285" y="896"/>
                    <a:pt x="3283" y="895"/>
                  </a:cubicBezTo>
                  <a:cubicBezTo>
                    <a:pt x="3251" y="882"/>
                    <a:pt x="3244" y="883"/>
                    <a:pt x="3238" y="879"/>
                  </a:cubicBezTo>
                  <a:cubicBezTo>
                    <a:pt x="3163" y="843"/>
                    <a:pt x="3156" y="848"/>
                    <a:pt x="3152" y="844"/>
                  </a:cubicBezTo>
                  <a:cubicBezTo>
                    <a:pt x="3129" y="824"/>
                    <a:pt x="3133" y="823"/>
                    <a:pt x="3136" y="829"/>
                  </a:cubicBezTo>
                  <a:cubicBezTo>
                    <a:pt x="3171" y="839"/>
                    <a:pt x="3173" y="840"/>
                    <a:pt x="3174" y="842"/>
                  </a:cubicBezTo>
                  <a:cubicBezTo>
                    <a:pt x="3201" y="845"/>
                    <a:pt x="3208" y="851"/>
                    <a:pt x="3217" y="851"/>
                  </a:cubicBezTo>
                  <a:cubicBezTo>
                    <a:pt x="3244" y="863"/>
                    <a:pt x="3252" y="861"/>
                    <a:pt x="3258" y="865"/>
                  </a:cubicBezTo>
                  <a:cubicBezTo>
                    <a:pt x="3312" y="888"/>
                    <a:pt x="3315" y="890"/>
                    <a:pt x="3319" y="891"/>
                  </a:cubicBezTo>
                  <a:cubicBezTo>
                    <a:pt x="3360" y="920"/>
                    <a:pt x="3365" y="916"/>
                    <a:pt x="3368" y="920"/>
                  </a:cubicBezTo>
                  <a:cubicBezTo>
                    <a:pt x="3374" y="912"/>
                    <a:pt x="3365" y="914"/>
                    <a:pt x="3358" y="907"/>
                  </a:cubicBezTo>
                  <a:cubicBezTo>
                    <a:pt x="3329" y="880"/>
                    <a:pt x="3319" y="883"/>
                    <a:pt x="3314" y="872"/>
                  </a:cubicBezTo>
                  <a:cubicBezTo>
                    <a:pt x="3285" y="856"/>
                    <a:pt x="3281" y="852"/>
                    <a:pt x="3276" y="850"/>
                  </a:cubicBezTo>
                  <a:cubicBezTo>
                    <a:pt x="3245" y="827"/>
                    <a:pt x="3239" y="825"/>
                    <a:pt x="3235" y="816"/>
                  </a:cubicBezTo>
                  <a:cubicBezTo>
                    <a:pt x="3182" y="776"/>
                    <a:pt x="3171" y="775"/>
                    <a:pt x="3161" y="768"/>
                  </a:cubicBezTo>
                  <a:cubicBezTo>
                    <a:pt x="3121" y="750"/>
                    <a:pt x="3110" y="747"/>
                    <a:pt x="3101" y="739"/>
                  </a:cubicBezTo>
                  <a:cubicBezTo>
                    <a:pt x="3052" y="714"/>
                    <a:pt x="3044" y="719"/>
                    <a:pt x="3040" y="714"/>
                  </a:cubicBezTo>
                  <a:cubicBezTo>
                    <a:pt x="3003" y="699"/>
                    <a:pt x="2998" y="697"/>
                    <a:pt x="2993" y="694"/>
                  </a:cubicBezTo>
                  <a:cubicBezTo>
                    <a:pt x="3002" y="688"/>
                    <a:pt x="3024" y="683"/>
                    <a:pt x="3048" y="671"/>
                  </a:cubicBezTo>
                  <a:cubicBezTo>
                    <a:pt x="3075" y="669"/>
                    <a:pt x="3083" y="661"/>
                    <a:pt x="3080" y="655"/>
                  </a:cubicBezTo>
                  <a:cubicBezTo>
                    <a:pt x="3030" y="667"/>
                    <a:pt x="3022" y="671"/>
                    <a:pt x="3014" y="674"/>
                  </a:cubicBezTo>
                  <a:cubicBezTo>
                    <a:pt x="3024" y="659"/>
                    <a:pt x="3033" y="668"/>
                    <a:pt x="3036" y="659"/>
                  </a:cubicBezTo>
                  <a:cubicBezTo>
                    <a:pt x="2993" y="660"/>
                    <a:pt x="2986" y="663"/>
                    <a:pt x="2980" y="666"/>
                  </a:cubicBezTo>
                  <a:cubicBezTo>
                    <a:pt x="2939" y="653"/>
                    <a:pt x="2932" y="657"/>
                    <a:pt x="2928" y="652"/>
                  </a:cubicBezTo>
                  <a:cubicBezTo>
                    <a:pt x="2898" y="634"/>
                    <a:pt x="2890" y="634"/>
                    <a:pt x="2883" y="626"/>
                  </a:cubicBezTo>
                  <a:cubicBezTo>
                    <a:pt x="2861" y="631"/>
                    <a:pt x="2869" y="634"/>
                    <a:pt x="2873" y="637"/>
                  </a:cubicBezTo>
                  <a:cubicBezTo>
                    <a:pt x="2898" y="653"/>
                    <a:pt x="2909" y="660"/>
                    <a:pt x="2918" y="668"/>
                  </a:cubicBezTo>
                  <a:cubicBezTo>
                    <a:pt x="2928" y="687"/>
                    <a:pt x="2934" y="689"/>
                    <a:pt x="2939" y="695"/>
                  </a:cubicBezTo>
                  <a:cubicBezTo>
                    <a:pt x="2944" y="721"/>
                    <a:pt x="2952" y="728"/>
                    <a:pt x="2948" y="731"/>
                  </a:cubicBezTo>
                  <a:cubicBezTo>
                    <a:pt x="2950" y="798"/>
                    <a:pt x="2944" y="807"/>
                    <a:pt x="2940" y="817"/>
                  </a:cubicBezTo>
                  <a:cubicBezTo>
                    <a:pt x="2938" y="837"/>
                    <a:pt x="2940" y="824"/>
                    <a:pt x="2950" y="820"/>
                  </a:cubicBezTo>
                  <a:cubicBezTo>
                    <a:pt x="2961" y="789"/>
                    <a:pt x="2962" y="779"/>
                    <a:pt x="2965" y="784"/>
                  </a:cubicBezTo>
                  <a:cubicBezTo>
                    <a:pt x="2967" y="814"/>
                    <a:pt x="2969" y="828"/>
                    <a:pt x="2968" y="842"/>
                  </a:cubicBezTo>
                  <a:cubicBezTo>
                    <a:pt x="2974" y="934"/>
                    <a:pt x="2982" y="943"/>
                    <a:pt x="2978" y="949"/>
                  </a:cubicBezTo>
                  <a:cubicBezTo>
                    <a:pt x="2990" y="987"/>
                    <a:pt x="2993" y="1001"/>
                    <a:pt x="2999" y="1016"/>
                  </a:cubicBezTo>
                  <a:cubicBezTo>
                    <a:pt x="3032" y="1065"/>
                    <a:pt x="3034" y="1074"/>
                    <a:pt x="3041" y="1085"/>
                  </a:cubicBezTo>
                  <a:cubicBezTo>
                    <a:pt x="3045" y="1117"/>
                    <a:pt x="3048" y="1125"/>
                    <a:pt x="3047" y="1133"/>
                  </a:cubicBezTo>
                  <a:cubicBezTo>
                    <a:pt x="3052" y="1173"/>
                    <a:pt x="3059" y="1185"/>
                    <a:pt x="3062" y="1183"/>
                  </a:cubicBezTo>
                  <a:cubicBezTo>
                    <a:pt x="3055" y="1114"/>
                    <a:pt x="3058" y="1119"/>
                    <a:pt x="3061" y="1120"/>
                  </a:cubicBezTo>
                  <a:cubicBezTo>
                    <a:pt x="3064" y="1132"/>
                    <a:pt x="3070" y="1142"/>
                    <a:pt x="3064" y="1148"/>
                  </a:cubicBezTo>
                  <a:cubicBezTo>
                    <a:pt x="3067" y="1182"/>
                    <a:pt x="3066" y="1190"/>
                    <a:pt x="3065" y="1197"/>
                  </a:cubicBezTo>
                  <a:cubicBezTo>
                    <a:pt x="3076" y="1282"/>
                    <a:pt x="3077" y="1290"/>
                    <a:pt x="3079" y="1299"/>
                  </a:cubicBezTo>
                  <a:cubicBezTo>
                    <a:pt x="3087" y="1310"/>
                    <a:pt x="3085" y="1298"/>
                    <a:pt x="3082" y="1286"/>
                  </a:cubicBezTo>
                  <a:cubicBezTo>
                    <a:pt x="3078" y="1227"/>
                    <a:pt x="3069" y="1205"/>
                    <a:pt x="3075" y="1186"/>
                  </a:cubicBezTo>
                  <a:cubicBezTo>
                    <a:pt x="3073" y="1135"/>
                    <a:pt x="3072" y="1130"/>
                    <a:pt x="3076" y="1125"/>
                  </a:cubicBezTo>
                  <a:cubicBezTo>
                    <a:pt x="3075" y="1028"/>
                    <a:pt x="3067" y="1020"/>
                    <a:pt x="3071" y="1016"/>
                  </a:cubicBezTo>
                  <a:cubicBezTo>
                    <a:pt x="3067" y="980"/>
                    <a:pt x="3066" y="975"/>
                    <a:pt x="3063" y="969"/>
                  </a:cubicBezTo>
                  <a:cubicBezTo>
                    <a:pt x="3057" y="926"/>
                    <a:pt x="3056" y="916"/>
                    <a:pt x="3054" y="905"/>
                  </a:cubicBezTo>
                  <a:cubicBezTo>
                    <a:pt x="3049" y="868"/>
                    <a:pt x="3041" y="861"/>
                    <a:pt x="3046" y="858"/>
                  </a:cubicBezTo>
                  <a:cubicBezTo>
                    <a:pt x="3031" y="797"/>
                    <a:pt x="3030" y="786"/>
                    <a:pt x="3022" y="773"/>
                  </a:cubicBezTo>
                  <a:cubicBezTo>
                    <a:pt x="3014" y="747"/>
                    <a:pt x="3011" y="747"/>
                    <a:pt x="3016" y="744"/>
                  </a:cubicBezTo>
                  <a:cubicBezTo>
                    <a:pt x="3050" y="839"/>
                    <a:pt x="3059" y="847"/>
                    <a:pt x="3056" y="852"/>
                  </a:cubicBezTo>
                  <a:cubicBezTo>
                    <a:pt x="3070" y="887"/>
                    <a:pt x="3065" y="889"/>
                    <a:pt x="3069" y="894"/>
                  </a:cubicBezTo>
                  <a:cubicBezTo>
                    <a:pt x="3084" y="974"/>
                    <a:pt x="3084" y="987"/>
                    <a:pt x="3087" y="1001"/>
                  </a:cubicBezTo>
                  <a:cubicBezTo>
                    <a:pt x="3086" y="1036"/>
                    <a:pt x="3093" y="1041"/>
                    <a:pt x="3089" y="1044"/>
                  </a:cubicBezTo>
                  <a:cubicBezTo>
                    <a:pt x="3093" y="1109"/>
                    <a:pt x="3094" y="1113"/>
                    <a:pt x="3092" y="1116"/>
                  </a:cubicBezTo>
                  <a:cubicBezTo>
                    <a:pt x="3094" y="1174"/>
                    <a:pt x="3095" y="1181"/>
                    <a:pt x="3095" y="1188"/>
                  </a:cubicBezTo>
                  <a:cubicBezTo>
                    <a:pt x="3102" y="1188"/>
                    <a:pt x="3095" y="1183"/>
                    <a:pt x="3099" y="1180"/>
                  </a:cubicBezTo>
                  <a:cubicBezTo>
                    <a:pt x="3098" y="1147"/>
                    <a:pt x="3098" y="1144"/>
                    <a:pt x="3101" y="1141"/>
                  </a:cubicBezTo>
                  <a:cubicBezTo>
                    <a:pt x="3103" y="1088"/>
                    <a:pt x="3096" y="1082"/>
                    <a:pt x="3099" y="1079"/>
                  </a:cubicBezTo>
                  <a:cubicBezTo>
                    <a:pt x="3102" y="1056"/>
                    <a:pt x="3097" y="1051"/>
                    <a:pt x="3103" y="1049"/>
                  </a:cubicBezTo>
                  <a:cubicBezTo>
                    <a:pt x="3108" y="1090"/>
                    <a:pt x="3111" y="1096"/>
                    <a:pt x="3108" y="1101"/>
                  </a:cubicBezTo>
                  <a:cubicBezTo>
                    <a:pt x="3109" y="1140"/>
                    <a:pt x="3116" y="1148"/>
                    <a:pt x="3110" y="1152"/>
                  </a:cubicBezTo>
                  <a:cubicBezTo>
                    <a:pt x="3112" y="1193"/>
                    <a:pt x="3113" y="1198"/>
                    <a:pt x="3112" y="1203"/>
                  </a:cubicBezTo>
                  <a:cubicBezTo>
                    <a:pt x="3115" y="1245"/>
                    <a:pt x="3109" y="1249"/>
                    <a:pt x="3112" y="1255"/>
                  </a:cubicBezTo>
                  <a:cubicBezTo>
                    <a:pt x="3109" y="1311"/>
                    <a:pt x="3117" y="1319"/>
                    <a:pt x="3115" y="1324"/>
                  </a:cubicBezTo>
                  <a:cubicBezTo>
                    <a:pt x="3117" y="1370"/>
                    <a:pt x="3120" y="1383"/>
                    <a:pt x="3117" y="1394"/>
                  </a:cubicBezTo>
                  <a:cubicBezTo>
                    <a:pt x="3127" y="1414"/>
                    <a:pt x="3128" y="1401"/>
                    <a:pt x="3121" y="1387"/>
                  </a:cubicBezTo>
                  <a:cubicBezTo>
                    <a:pt x="3122" y="1355"/>
                    <a:pt x="3121" y="1352"/>
                    <a:pt x="3124" y="1349"/>
                  </a:cubicBezTo>
                  <a:cubicBezTo>
                    <a:pt x="3129" y="1294"/>
                    <a:pt x="3130" y="1292"/>
                    <a:pt x="3132" y="1290"/>
                  </a:cubicBezTo>
                  <a:cubicBezTo>
                    <a:pt x="3132" y="1271"/>
                    <a:pt x="3133" y="1275"/>
                    <a:pt x="3136" y="1274"/>
                  </a:cubicBezTo>
                  <a:cubicBezTo>
                    <a:pt x="3145" y="1244"/>
                    <a:pt x="3144" y="1234"/>
                    <a:pt x="3149" y="1226"/>
                  </a:cubicBezTo>
                  <a:cubicBezTo>
                    <a:pt x="3150" y="1183"/>
                    <a:pt x="3156" y="1181"/>
                    <a:pt x="3152" y="1178"/>
                  </a:cubicBezTo>
                  <a:cubicBezTo>
                    <a:pt x="3155" y="1141"/>
                    <a:pt x="3153" y="1134"/>
                    <a:pt x="3157" y="1128"/>
                  </a:cubicBezTo>
                  <a:cubicBezTo>
                    <a:pt x="3158" y="1062"/>
                    <a:pt x="3159" y="1055"/>
                    <a:pt x="3157" y="1049"/>
                  </a:cubicBezTo>
                  <a:cubicBezTo>
                    <a:pt x="3160" y="982"/>
                    <a:pt x="3153" y="974"/>
                    <a:pt x="3155" y="968"/>
                  </a:cubicBezTo>
                  <a:cubicBezTo>
                    <a:pt x="3145" y="922"/>
                    <a:pt x="3151" y="920"/>
                    <a:pt x="3150" y="916"/>
                  </a:cubicBezTo>
                  <a:cubicBezTo>
                    <a:pt x="3147" y="883"/>
                    <a:pt x="3153" y="880"/>
                    <a:pt x="3156" y="888"/>
                  </a:cubicBezTo>
                  <a:cubicBezTo>
                    <a:pt x="3165" y="928"/>
                    <a:pt x="3166" y="926"/>
                    <a:pt x="3169" y="935"/>
                  </a:cubicBezTo>
                  <a:cubicBezTo>
                    <a:pt x="3187" y="1039"/>
                    <a:pt x="3186" y="1046"/>
                    <a:pt x="3189" y="1055"/>
                  </a:cubicBezTo>
                  <a:cubicBezTo>
                    <a:pt x="3185" y="1114"/>
                    <a:pt x="3188" y="1123"/>
                    <a:pt x="3185" y="1131"/>
                  </a:cubicBezTo>
                  <a:cubicBezTo>
                    <a:pt x="3179" y="1213"/>
                    <a:pt x="3173" y="1220"/>
                    <a:pt x="3176" y="1229"/>
                  </a:cubicBezTo>
                  <a:cubicBezTo>
                    <a:pt x="3163" y="1280"/>
                    <a:pt x="3160" y="1284"/>
                    <a:pt x="3163" y="1289"/>
                  </a:cubicBezTo>
                  <a:cubicBezTo>
                    <a:pt x="3153" y="1341"/>
                    <a:pt x="3148" y="1356"/>
                    <a:pt x="3149" y="1373"/>
                  </a:cubicBezTo>
                  <a:cubicBezTo>
                    <a:pt x="3151" y="1417"/>
                    <a:pt x="3144" y="1420"/>
                    <a:pt x="3149" y="1425"/>
                  </a:cubicBezTo>
                  <a:cubicBezTo>
                    <a:pt x="3155" y="1378"/>
                    <a:pt x="3156" y="1367"/>
                    <a:pt x="3154" y="1354"/>
                  </a:cubicBezTo>
                  <a:cubicBezTo>
                    <a:pt x="3165" y="1316"/>
                    <a:pt x="3166" y="1311"/>
                    <a:pt x="3167" y="1305"/>
                  </a:cubicBezTo>
                  <a:cubicBezTo>
                    <a:pt x="3176" y="1270"/>
                    <a:pt x="3175" y="1267"/>
                    <a:pt x="3177" y="1264"/>
                  </a:cubicBezTo>
                  <a:cubicBezTo>
                    <a:pt x="3187" y="1210"/>
                    <a:pt x="3189" y="1199"/>
                    <a:pt x="3191" y="1188"/>
                  </a:cubicBezTo>
                  <a:cubicBezTo>
                    <a:pt x="3195" y="1149"/>
                    <a:pt x="3193" y="1142"/>
                    <a:pt x="3194" y="1137"/>
                  </a:cubicBezTo>
                  <a:cubicBezTo>
                    <a:pt x="3196" y="1100"/>
                    <a:pt x="3196" y="1097"/>
                    <a:pt x="3197" y="1094"/>
                  </a:cubicBezTo>
                  <a:cubicBezTo>
                    <a:pt x="3195" y="1071"/>
                    <a:pt x="3197" y="1069"/>
                    <a:pt x="3195" y="1066"/>
                  </a:cubicBezTo>
                  <a:cubicBezTo>
                    <a:pt x="3196" y="1014"/>
                    <a:pt x="3190" y="1009"/>
                    <a:pt x="3193" y="1006"/>
                  </a:cubicBezTo>
                  <a:cubicBezTo>
                    <a:pt x="3187" y="970"/>
                    <a:pt x="3186" y="957"/>
                    <a:pt x="3181" y="942"/>
                  </a:cubicBezTo>
                  <a:cubicBezTo>
                    <a:pt x="3172" y="905"/>
                    <a:pt x="3165" y="899"/>
                    <a:pt x="3169" y="897"/>
                  </a:cubicBezTo>
                  <a:cubicBezTo>
                    <a:pt x="3193" y="936"/>
                    <a:pt x="3197" y="938"/>
                    <a:pt x="3200" y="945"/>
                  </a:cubicBezTo>
                  <a:cubicBezTo>
                    <a:pt x="3205" y="988"/>
                    <a:pt x="3213" y="1001"/>
                    <a:pt x="3210" y="1011"/>
                  </a:cubicBezTo>
                  <a:cubicBezTo>
                    <a:pt x="3216" y="1080"/>
                    <a:pt x="3212" y="1084"/>
                    <a:pt x="3217" y="1091"/>
                  </a:cubicBezTo>
                  <a:cubicBezTo>
                    <a:pt x="3214" y="1126"/>
                    <a:pt x="3219" y="1133"/>
                    <a:pt x="3217" y="1138"/>
                  </a:cubicBezTo>
                  <a:cubicBezTo>
                    <a:pt x="3206" y="1258"/>
                    <a:pt x="3194" y="1263"/>
                    <a:pt x="3198" y="1272"/>
                  </a:cubicBezTo>
                  <a:cubicBezTo>
                    <a:pt x="3179" y="1351"/>
                    <a:pt x="3173" y="1358"/>
                    <a:pt x="3172" y="1366"/>
                  </a:cubicBezTo>
                  <a:cubicBezTo>
                    <a:pt x="3163" y="1392"/>
                    <a:pt x="3160" y="1394"/>
                    <a:pt x="3160" y="1397"/>
                  </a:cubicBezTo>
                  <a:cubicBezTo>
                    <a:pt x="3154" y="1428"/>
                    <a:pt x="3159" y="1432"/>
                    <a:pt x="3153" y="1434"/>
                  </a:cubicBezTo>
                  <a:cubicBezTo>
                    <a:pt x="3150" y="1467"/>
                    <a:pt x="3150" y="1472"/>
                    <a:pt x="3147" y="1475"/>
                  </a:cubicBezTo>
                  <a:cubicBezTo>
                    <a:pt x="3151" y="1507"/>
                    <a:pt x="3154" y="1515"/>
                    <a:pt x="3160" y="1512"/>
                  </a:cubicBezTo>
                  <a:cubicBezTo>
                    <a:pt x="3159" y="1447"/>
                    <a:pt x="3165" y="1441"/>
                    <a:pt x="3164" y="1433"/>
                  </a:cubicBezTo>
                  <a:cubicBezTo>
                    <a:pt x="3173" y="1372"/>
                    <a:pt x="3184" y="1371"/>
                    <a:pt x="3180" y="1366"/>
                  </a:cubicBezTo>
                  <a:cubicBezTo>
                    <a:pt x="3201" y="1314"/>
                    <a:pt x="3194" y="1304"/>
                    <a:pt x="3201" y="1297"/>
                  </a:cubicBezTo>
                  <a:cubicBezTo>
                    <a:pt x="3225" y="1182"/>
                    <a:pt x="3222" y="1176"/>
                    <a:pt x="3225" y="1171"/>
                  </a:cubicBezTo>
                  <a:cubicBezTo>
                    <a:pt x="3228" y="1123"/>
                    <a:pt x="3230" y="1121"/>
                    <a:pt x="3227" y="1118"/>
                  </a:cubicBezTo>
                  <a:cubicBezTo>
                    <a:pt x="3225" y="1065"/>
                    <a:pt x="3224" y="1055"/>
                    <a:pt x="3223" y="1044"/>
                  </a:cubicBezTo>
                  <a:cubicBezTo>
                    <a:pt x="3215" y="989"/>
                    <a:pt x="3220" y="986"/>
                    <a:pt x="3216" y="979"/>
                  </a:cubicBezTo>
                  <a:cubicBezTo>
                    <a:pt x="3216" y="948"/>
                    <a:pt x="3217" y="958"/>
                    <a:pt x="3221" y="955"/>
                  </a:cubicBezTo>
                  <a:cubicBezTo>
                    <a:pt x="3228" y="1001"/>
                    <a:pt x="3229" y="1009"/>
                    <a:pt x="3230" y="1018"/>
                  </a:cubicBezTo>
                  <a:cubicBezTo>
                    <a:pt x="3236" y="1076"/>
                    <a:pt x="3243" y="1086"/>
                    <a:pt x="3241" y="1094"/>
                  </a:cubicBezTo>
                  <a:cubicBezTo>
                    <a:pt x="3239" y="1134"/>
                    <a:pt x="3241" y="1139"/>
                    <a:pt x="3245" y="1144"/>
                  </a:cubicBezTo>
                  <a:cubicBezTo>
                    <a:pt x="3236" y="1237"/>
                    <a:pt x="3231" y="1250"/>
                    <a:pt x="3231" y="1264"/>
                  </a:cubicBezTo>
                  <a:cubicBezTo>
                    <a:pt x="3225" y="1290"/>
                    <a:pt x="3224" y="1296"/>
                    <a:pt x="3220" y="1302"/>
                  </a:cubicBezTo>
                  <a:cubicBezTo>
                    <a:pt x="3214" y="1328"/>
                    <a:pt x="3216" y="1336"/>
                    <a:pt x="3213" y="1342"/>
                  </a:cubicBezTo>
                  <a:cubicBezTo>
                    <a:pt x="3207" y="1365"/>
                    <a:pt x="3199" y="1366"/>
                    <a:pt x="3202" y="1370"/>
                  </a:cubicBezTo>
                  <a:cubicBezTo>
                    <a:pt x="3194" y="1393"/>
                    <a:pt x="3193" y="1396"/>
                    <a:pt x="3191" y="1399"/>
                  </a:cubicBezTo>
                  <a:cubicBezTo>
                    <a:pt x="3182" y="1431"/>
                    <a:pt x="3186" y="1436"/>
                    <a:pt x="3180" y="1438"/>
                  </a:cubicBezTo>
                  <a:cubicBezTo>
                    <a:pt x="3184" y="1446"/>
                    <a:pt x="3192" y="1438"/>
                    <a:pt x="3188" y="1427"/>
                  </a:cubicBezTo>
                  <a:cubicBezTo>
                    <a:pt x="3201" y="1389"/>
                    <a:pt x="3204" y="1380"/>
                    <a:pt x="3210" y="1371"/>
                  </a:cubicBezTo>
                  <a:cubicBezTo>
                    <a:pt x="3234" y="1306"/>
                    <a:pt x="3232" y="1295"/>
                    <a:pt x="3235" y="1286"/>
                  </a:cubicBezTo>
                  <a:cubicBezTo>
                    <a:pt x="3246" y="1236"/>
                    <a:pt x="3245" y="1231"/>
                    <a:pt x="3245" y="1226"/>
                  </a:cubicBezTo>
                  <a:cubicBezTo>
                    <a:pt x="3252" y="1156"/>
                    <a:pt x="3254" y="1146"/>
                    <a:pt x="3251" y="1135"/>
                  </a:cubicBezTo>
                  <a:cubicBezTo>
                    <a:pt x="3253" y="1084"/>
                    <a:pt x="3246" y="1062"/>
                    <a:pt x="3243" y="1041"/>
                  </a:cubicBezTo>
                  <a:cubicBezTo>
                    <a:pt x="3240" y="998"/>
                    <a:pt x="3234" y="986"/>
                    <a:pt x="3236" y="976"/>
                  </a:cubicBezTo>
                  <a:cubicBezTo>
                    <a:pt x="3253" y="1016"/>
                    <a:pt x="3250" y="1025"/>
                    <a:pt x="3251" y="1036"/>
                  </a:cubicBezTo>
                  <a:cubicBezTo>
                    <a:pt x="3259" y="1058"/>
                    <a:pt x="3260" y="1059"/>
                    <a:pt x="3260" y="1061"/>
                  </a:cubicBezTo>
                  <a:cubicBezTo>
                    <a:pt x="3265" y="1094"/>
                    <a:pt x="3262" y="1098"/>
                    <a:pt x="3263" y="1103"/>
                  </a:cubicBezTo>
                  <a:cubicBezTo>
                    <a:pt x="3267" y="1125"/>
                    <a:pt x="3264" y="1130"/>
                    <a:pt x="3264" y="1135"/>
                  </a:cubicBezTo>
                  <a:cubicBezTo>
                    <a:pt x="3265" y="1184"/>
                    <a:pt x="3263" y="1186"/>
                    <a:pt x="3262" y="1188"/>
                  </a:cubicBezTo>
                  <a:cubicBezTo>
                    <a:pt x="3264" y="1224"/>
                    <a:pt x="3258" y="1233"/>
                    <a:pt x="3261" y="1244"/>
                  </a:cubicBezTo>
                  <a:cubicBezTo>
                    <a:pt x="3258" y="1295"/>
                    <a:pt x="3252" y="1299"/>
                    <a:pt x="3248" y="1303"/>
                  </a:cubicBezTo>
                  <a:cubicBezTo>
                    <a:pt x="3248" y="1327"/>
                    <a:pt x="3244" y="1332"/>
                    <a:pt x="3247" y="1339"/>
                  </a:cubicBezTo>
                  <a:cubicBezTo>
                    <a:pt x="3235" y="1378"/>
                    <a:pt x="3233" y="1384"/>
                    <a:pt x="3235" y="1390"/>
                  </a:cubicBezTo>
                  <a:cubicBezTo>
                    <a:pt x="3220" y="1427"/>
                    <a:pt x="3219" y="1429"/>
                    <a:pt x="3218" y="1432"/>
                  </a:cubicBezTo>
                  <a:cubicBezTo>
                    <a:pt x="3202" y="1481"/>
                    <a:pt x="3197" y="1486"/>
                    <a:pt x="3198" y="1493"/>
                  </a:cubicBezTo>
                  <a:cubicBezTo>
                    <a:pt x="3188" y="1549"/>
                    <a:pt x="3188" y="1552"/>
                    <a:pt x="3190" y="1555"/>
                  </a:cubicBezTo>
                  <a:cubicBezTo>
                    <a:pt x="3191" y="1578"/>
                    <a:pt x="3185" y="1580"/>
                    <a:pt x="3187" y="1584"/>
                  </a:cubicBezTo>
                  <a:cubicBezTo>
                    <a:pt x="3198" y="1539"/>
                    <a:pt x="3196" y="1531"/>
                    <a:pt x="3200" y="1525"/>
                  </a:cubicBezTo>
                  <a:cubicBezTo>
                    <a:pt x="3215" y="1451"/>
                    <a:pt x="3233" y="1424"/>
                    <a:pt x="3240" y="1395"/>
                  </a:cubicBezTo>
                  <a:cubicBezTo>
                    <a:pt x="3242" y="1369"/>
                    <a:pt x="3253" y="1367"/>
                    <a:pt x="3249" y="1362"/>
                  </a:cubicBezTo>
                  <a:cubicBezTo>
                    <a:pt x="3258" y="1328"/>
                    <a:pt x="3257" y="1326"/>
                    <a:pt x="3258" y="1325"/>
                  </a:cubicBezTo>
                  <a:cubicBezTo>
                    <a:pt x="3263" y="1299"/>
                    <a:pt x="3264" y="1292"/>
                    <a:pt x="3265" y="1285"/>
                  </a:cubicBezTo>
                  <a:cubicBezTo>
                    <a:pt x="3273" y="1232"/>
                    <a:pt x="3267" y="1222"/>
                    <a:pt x="3275" y="1216"/>
                  </a:cubicBezTo>
                  <a:cubicBezTo>
                    <a:pt x="3273" y="1181"/>
                    <a:pt x="3272" y="1177"/>
                    <a:pt x="3275" y="1173"/>
                  </a:cubicBezTo>
                  <a:cubicBezTo>
                    <a:pt x="3271" y="1142"/>
                    <a:pt x="3276" y="1139"/>
                    <a:pt x="3275" y="1135"/>
                  </a:cubicBezTo>
                  <a:cubicBezTo>
                    <a:pt x="3275" y="1115"/>
                    <a:pt x="3277" y="1113"/>
                    <a:pt x="3275" y="1110"/>
                  </a:cubicBezTo>
                  <a:cubicBezTo>
                    <a:pt x="3266" y="1042"/>
                    <a:pt x="3265" y="1039"/>
                    <a:pt x="3265" y="1036"/>
                  </a:cubicBezTo>
                  <a:cubicBezTo>
                    <a:pt x="3265" y="1022"/>
                    <a:pt x="3274" y="1018"/>
                    <a:pt x="3279" y="1031"/>
                  </a:cubicBezTo>
                  <a:cubicBezTo>
                    <a:pt x="3283" y="1112"/>
                    <a:pt x="3292" y="1110"/>
                    <a:pt x="3289" y="1116"/>
                  </a:cubicBezTo>
                  <a:cubicBezTo>
                    <a:pt x="3295" y="1149"/>
                    <a:pt x="3288" y="1153"/>
                    <a:pt x="3292" y="1160"/>
                  </a:cubicBezTo>
                  <a:cubicBezTo>
                    <a:pt x="3290" y="1231"/>
                    <a:pt x="3294" y="1237"/>
                    <a:pt x="3293" y="1242"/>
                  </a:cubicBezTo>
                  <a:cubicBezTo>
                    <a:pt x="3292" y="1281"/>
                    <a:pt x="3291" y="1286"/>
                    <a:pt x="3288" y="1291"/>
                  </a:cubicBezTo>
                  <a:cubicBezTo>
                    <a:pt x="3287" y="1318"/>
                    <a:pt x="3281" y="1319"/>
                    <a:pt x="3284" y="1323"/>
                  </a:cubicBezTo>
                  <a:cubicBezTo>
                    <a:pt x="3273" y="1372"/>
                    <a:pt x="3269" y="1374"/>
                    <a:pt x="3268" y="1376"/>
                  </a:cubicBezTo>
                  <a:cubicBezTo>
                    <a:pt x="3258" y="1401"/>
                    <a:pt x="3267" y="1409"/>
                    <a:pt x="3258" y="1412"/>
                  </a:cubicBezTo>
                  <a:cubicBezTo>
                    <a:pt x="3246" y="1448"/>
                    <a:pt x="3240" y="1456"/>
                    <a:pt x="3240" y="1466"/>
                  </a:cubicBezTo>
                  <a:cubicBezTo>
                    <a:pt x="3232" y="1498"/>
                    <a:pt x="3226" y="1501"/>
                    <a:pt x="3224" y="1505"/>
                  </a:cubicBezTo>
                  <a:cubicBezTo>
                    <a:pt x="3214" y="1537"/>
                    <a:pt x="3214" y="1542"/>
                    <a:pt x="3213" y="1547"/>
                  </a:cubicBezTo>
                  <a:cubicBezTo>
                    <a:pt x="3210" y="1570"/>
                    <a:pt x="3207" y="1572"/>
                    <a:pt x="3207" y="1575"/>
                  </a:cubicBezTo>
                  <a:cubicBezTo>
                    <a:pt x="3206" y="1587"/>
                    <a:pt x="3213" y="1574"/>
                    <a:pt x="3217" y="1559"/>
                  </a:cubicBezTo>
                  <a:cubicBezTo>
                    <a:pt x="3226" y="1523"/>
                    <a:pt x="3228" y="1522"/>
                    <a:pt x="3227" y="1520"/>
                  </a:cubicBezTo>
                  <a:cubicBezTo>
                    <a:pt x="3236" y="1499"/>
                    <a:pt x="3235" y="1495"/>
                    <a:pt x="3238" y="1492"/>
                  </a:cubicBezTo>
                  <a:cubicBezTo>
                    <a:pt x="3249" y="1462"/>
                    <a:pt x="3251" y="1454"/>
                    <a:pt x="3254" y="1447"/>
                  </a:cubicBezTo>
                  <a:cubicBezTo>
                    <a:pt x="3266" y="1434"/>
                    <a:pt x="3259" y="1428"/>
                    <a:pt x="3267" y="1426"/>
                  </a:cubicBezTo>
                  <a:cubicBezTo>
                    <a:pt x="3291" y="1328"/>
                    <a:pt x="3293" y="1319"/>
                    <a:pt x="3295" y="1309"/>
                  </a:cubicBezTo>
                  <a:cubicBezTo>
                    <a:pt x="3295" y="1272"/>
                    <a:pt x="3304" y="1270"/>
                    <a:pt x="3299" y="1263"/>
                  </a:cubicBezTo>
                  <a:cubicBezTo>
                    <a:pt x="3300" y="1227"/>
                    <a:pt x="3303" y="1222"/>
                    <a:pt x="3300" y="1216"/>
                  </a:cubicBezTo>
                  <a:cubicBezTo>
                    <a:pt x="3306" y="1096"/>
                    <a:pt x="3289" y="1092"/>
                    <a:pt x="3296" y="1084"/>
                  </a:cubicBezTo>
                  <a:cubicBezTo>
                    <a:pt x="3307" y="1085"/>
                    <a:pt x="3304" y="1080"/>
                    <a:pt x="3302" y="1086"/>
                  </a:cubicBezTo>
                  <a:cubicBezTo>
                    <a:pt x="3316" y="1116"/>
                    <a:pt x="3310" y="1118"/>
                    <a:pt x="3315" y="1123"/>
                  </a:cubicBezTo>
                  <a:cubicBezTo>
                    <a:pt x="3320" y="1188"/>
                    <a:pt x="3309" y="1192"/>
                    <a:pt x="3315" y="1199"/>
                  </a:cubicBezTo>
                  <a:cubicBezTo>
                    <a:pt x="3308" y="1229"/>
                    <a:pt x="3313" y="1234"/>
                    <a:pt x="3311" y="1237"/>
                  </a:cubicBezTo>
                  <a:cubicBezTo>
                    <a:pt x="3302" y="1311"/>
                    <a:pt x="3307" y="1327"/>
                    <a:pt x="3302" y="1340"/>
                  </a:cubicBezTo>
                  <a:cubicBezTo>
                    <a:pt x="3290" y="1405"/>
                    <a:pt x="3289" y="1408"/>
                    <a:pt x="3288" y="1411"/>
                  </a:cubicBezTo>
                  <a:cubicBezTo>
                    <a:pt x="3277" y="1471"/>
                    <a:pt x="3275" y="1477"/>
                    <a:pt x="3272" y="1483"/>
                  </a:cubicBezTo>
                  <a:cubicBezTo>
                    <a:pt x="3265" y="1511"/>
                    <a:pt x="3263" y="1517"/>
                    <a:pt x="3263" y="1524"/>
                  </a:cubicBezTo>
                  <a:cubicBezTo>
                    <a:pt x="3248" y="1557"/>
                    <a:pt x="3247" y="1560"/>
                    <a:pt x="3250" y="1564"/>
                  </a:cubicBezTo>
                  <a:cubicBezTo>
                    <a:pt x="3251" y="1572"/>
                    <a:pt x="3252" y="1561"/>
                    <a:pt x="3259" y="1551"/>
                  </a:cubicBezTo>
                  <a:cubicBezTo>
                    <a:pt x="3271" y="1525"/>
                    <a:pt x="3265" y="1520"/>
                    <a:pt x="3270" y="1518"/>
                  </a:cubicBezTo>
                  <a:cubicBezTo>
                    <a:pt x="3282" y="1472"/>
                    <a:pt x="3288" y="1462"/>
                    <a:pt x="3291" y="1450"/>
                  </a:cubicBezTo>
                  <a:cubicBezTo>
                    <a:pt x="3301" y="1403"/>
                    <a:pt x="3302" y="1399"/>
                    <a:pt x="3301" y="1396"/>
                  </a:cubicBezTo>
                  <a:cubicBezTo>
                    <a:pt x="3305" y="1383"/>
                    <a:pt x="3304" y="1381"/>
                    <a:pt x="3306" y="1379"/>
                  </a:cubicBezTo>
                  <a:cubicBezTo>
                    <a:pt x="3314" y="1359"/>
                    <a:pt x="3308" y="1354"/>
                    <a:pt x="3311" y="1352"/>
                  </a:cubicBezTo>
                  <a:cubicBezTo>
                    <a:pt x="3312" y="1308"/>
                    <a:pt x="3320" y="1302"/>
                    <a:pt x="3317" y="1294"/>
                  </a:cubicBezTo>
                  <a:cubicBezTo>
                    <a:pt x="3325" y="1246"/>
                    <a:pt x="3318" y="1237"/>
                    <a:pt x="3322" y="1231"/>
                  </a:cubicBezTo>
                  <a:cubicBezTo>
                    <a:pt x="3327" y="1166"/>
                    <a:pt x="3326" y="1162"/>
                    <a:pt x="3324" y="1158"/>
                  </a:cubicBezTo>
                  <a:cubicBezTo>
                    <a:pt x="3326" y="1124"/>
                    <a:pt x="3320" y="1119"/>
                    <a:pt x="3325" y="1117"/>
                  </a:cubicBezTo>
                  <a:cubicBezTo>
                    <a:pt x="3331" y="1117"/>
                    <a:pt x="3335" y="1124"/>
                    <a:pt x="3339" y="1131"/>
                  </a:cubicBezTo>
                  <a:cubicBezTo>
                    <a:pt x="3344" y="1190"/>
                    <a:pt x="3346" y="1195"/>
                    <a:pt x="3344" y="1199"/>
                  </a:cubicBezTo>
                  <a:cubicBezTo>
                    <a:pt x="3344" y="1229"/>
                    <a:pt x="3347" y="1235"/>
                    <a:pt x="3346" y="1239"/>
                  </a:cubicBezTo>
                  <a:cubicBezTo>
                    <a:pt x="3345" y="1262"/>
                    <a:pt x="3347" y="1265"/>
                    <a:pt x="3348" y="1268"/>
                  </a:cubicBezTo>
                  <a:cubicBezTo>
                    <a:pt x="3344" y="1292"/>
                    <a:pt x="3342" y="1299"/>
                    <a:pt x="3340" y="1305"/>
                  </a:cubicBezTo>
                  <a:cubicBezTo>
                    <a:pt x="3337" y="1369"/>
                    <a:pt x="3330" y="1371"/>
                    <a:pt x="3330" y="1374"/>
                  </a:cubicBezTo>
                  <a:cubicBezTo>
                    <a:pt x="3325" y="1397"/>
                    <a:pt x="3324" y="1400"/>
                    <a:pt x="3325" y="1404"/>
                  </a:cubicBezTo>
                  <a:cubicBezTo>
                    <a:pt x="3316" y="1437"/>
                    <a:pt x="3315" y="1438"/>
                    <a:pt x="3314" y="1443"/>
                  </a:cubicBezTo>
                  <a:cubicBezTo>
                    <a:pt x="3305" y="1465"/>
                    <a:pt x="3312" y="1470"/>
                    <a:pt x="3306" y="1472"/>
                  </a:cubicBezTo>
                  <a:cubicBezTo>
                    <a:pt x="3300" y="1507"/>
                    <a:pt x="3299" y="1510"/>
                    <a:pt x="3297" y="1513"/>
                  </a:cubicBezTo>
                  <a:cubicBezTo>
                    <a:pt x="3293" y="1537"/>
                    <a:pt x="3285" y="1538"/>
                    <a:pt x="3290" y="1544"/>
                  </a:cubicBezTo>
                  <a:cubicBezTo>
                    <a:pt x="3287" y="1572"/>
                    <a:pt x="3276" y="1576"/>
                    <a:pt x="3281" y="1585"/>
                  </a:cubicBezTo>
                  <a:cubicBezTo>
                    <a:pt x="3277" y="1633"/>
                    <a:pt x="3271" y="1638"/>
                    <a:pt x="3275" y="1646"/>
                  </a:cubicBezTo>
                  <a:cubicBezTo>
                    <a:pt x="3268" y="1674"/>
                    <a:pt x="3272" y="1682"/>
                    <a:pt x="3268" y="1688"/>
                  </a:cubicBezTo>
                  <a:cubicBezTo>
                    <a:pt x="3263" y="1723"/>
                    <a:pt x="3269" y="1728"/>
                    <a:pt x="3266" y="1730"/>
                  </a:cubicBezTo>
                  <a:cubicBezTo>
                    <a:pt x="3271" y="1746"/>
                    <a:pt x="3274" y="1743"/>
                    <a:pt x="3269" y="1737"/>
                  </a:cubicBezTo>
                  <a:cubicBezTo>
                    <a:pt x="3272" y="1680"/>
                    <a:pt x="3280" y="1672"/>
                    <a:pt x="3278" y="1661"/>
                  </a:cubicBezTo>
                  <a:cubicBezTo>
                    <a:pt x="3282" y="1626"/>
                    <a:pt x="3284" y="1622"/>
                    <a:pt x="3283" y="1617"/>
                  </a:cubicBezTo>
                  <a:cubicBezTo>
                    <a:pt x="3289" y="1561"/>
                    <a:pt x="3298" y="1553"/>
                    <a:pt x="3298" y="1543"/>
                  </a:cubicBezTo>
                  <a:cubicBezTo>
                    <a:pt x="3308" y="1499"/>
                    <a:pt x="3315" y="1485"/>
                    <a:pt x="3316" y="1469"/>
                  </a:cubicBezTo>
                  <a:cubicBezTo>
                    <a:pt x="3325" y="1431"/>
                    <a:pt x="3330" y="1428"/>
                    <a:pt x="3331" y="1425"/>
                  </a:cubicBezTo>
                  <a:cubicBezTo>
                    <a:pt x="3340" y="1376"/>
                    <a:pt x="3345" y="1373"/>
                    <a:pt x="3343" y="1369"/>
                  </a:cubicBezTo>
                  <a:cubicBezTo>
                    <a:pt x="3349" y="1326"/>
                    <a:pt x="3347" y="1318"/>
                    <a:pt x="3352" y="1312"/>
                  </a:cubicBezTo>
                  <a:cubicBezTo>
                    <a:pt x="3355" y="1256"/>
                    <a:pt x="3358" y="1249"/>
                    <a:pt x="3354" y="1240"/>
                  </a:cubicBezTo>
                  <a:cubicBezTo>
                    <a:pt x="3356" y="1187"/>
                    <a:pt x="3353" y="1182"/>
                    <a:pt x="3352" y="1178"/>
                  </a:cubicBezTo>
                  <a:cubicBezTo>
                    <a:pt x="3350" y="1152"/>
                    <a:pt x="3358" y="1157"/>
                    <a:pt x="3365" y="1163"/>
                  </a:cubicBezTo>
                  <a:cubicBezTo>
                    <a:pt x="3365" y="1201"/>
                    <a:pt x="3368" y="1206"/>
                    <a:pt x="3367" y="1210"/>
                  </a:cubicBezTo>
                  <a:cubicBezTo>
                    <a:pt x="3365" y="1266"/>
                    <a:pt x="3369" y="1274"/>
                    <a:pt x="3367" y="1281"/>
                  </a:cubicBezTo>
                  <a:cubicBezTo>
                    <a:pt x="3359" y="1358"/>
                    <a:pt x="3362" y="1365"/>
                    <a:pt x="3360" y="1370"/>
                  </a:cubicBezTo>
                  <a:cubicBezTo>
                    <a:pt x="3357" y="1401"/>
                    <a:pt x="3353" y="1413"/>
                    <a:pt x="3354" y="1426"/>
                  </a:cubicBezTo>
                  <a:cubicBezTo>
                    <a:pt x="3342" y="1462"/>
                    <a:pt x="3341" y="1465"/>
                    <a:pt x="3339" y="1467"/>
                  </a:cubicBezTo>
                  <a:cubicBezTo>
                    <a:pt x="3337" y="1487"/>
                    <a:pt x="3329" y="1488"/>
                    <a:pt x="3332" y="1493"/>
                  </a:cubicBezTo>
                  <a:cubicBezTo>
                    <a:pt x="3311" y="1584"/>
                    <a:pt x="3307" y="1589"/>
                    <a:pt x="3306" y="1595"/>
                  </a:cubicBezTo>
                  <a:cubicBezTo>
                    <a:pt x="3297" y="1642"/>
                    <a:pt x="3295" y="1653"/>
                    <a:pt x="3297" y="1666"/>
                  </a:cubicBezTo>
                  <a:cubicBezTo>
                    <a:pt x="3296" y="1697"/>
                    <a:pt x="3297" y="1701"/>
                    <a:pt x="3300" y="1705"/>
                  </a:cubicBezTo>
                  <a:cubicBezTo>
                    <a:pt x="3307" y="1683"/>
                    <a:pt x="3299" y="1675"/>
                    <a:pt x="3305" y="1670"/>
                  </a:cubicBezTo>
                  <a:cubicBezTo>
                    <a:pt x="3314" y="1592"/>
                    <a:pt x="3317" y="1587"/>
                    <a:pt x="3320" y="1582"/>
                  </a:cubicBezTo>
                  <a:cubicBezTo>
                    <a:pt x="3327" y="1544"/>
                    <a:pt x="3331" y="1542"/>
                    <a:pt x="3331" y="1540"/>
                  </a:cubicBezTo>
                  <a:cubicBezTo>
                    <a:pt x="3333" y="1506"/>
                    <a:pt x="3344" y="1502"/>
                    <a:pt x="3342" y="1496"/>
                  </a:cubicBezTo>
                  <a:cubicBezTo>
                    <a:pt x="3368" y="1406"/>
                    <a:pt x="3367" y="1399"/>
                    <a:pt x="3368" y="1393"/>
                  </a:cubicBezTo>
                  <a:cubicBezTo>
                    <a:pt x="3372" y="1369"/>
                    <a:pt x="3370" y="1362"/>
                    <a:pt x="3374" y="1357"/>
                  </a:cubicBezTo>
                  <a:cubicBezTo>
                    <a:pt x="3370" y="1333"/>
                    <a:pt x="3376" y="1331"/>
                    <a:pt x="3374" y="1327"/>
                  </a:cubicBezTo>
                  <a:cubicBezTo>
                    <a:pt x="3375" y="1290"/>
                    <a:pt x="3379" y="1285"/>
                    <a:pt x="3375" y="1277"/>
                  </a:cubicBezTo>
                  <a:cubicBezTo>
                    <a:pt x="3380" y="1210"/>
                    <a:pt x="3373" y="1201"/>
                    <a:pt x="3378" y="1196"/>
                  </a:cubicBezTo>
                  <a:cubicBezTo>
                    <a:pt x="3387" y="1254"/>
                    <a:pt x="3398" y="1267"/>
                    <a:pt x="3391" y="1276"/>
                  </a:cubicBezTo>
                  <a:cubicBezTo>
                    <a:pt x="3393" y="1294"/>
                    <a:pt x="3394" y="1297"/>
                    <a:pt x="3390" y="1298"/>
                  </a:cubicBezTo>
                  <a:cubicBezTo>
                    <a:pt x="3386" y="1342"/>
                    <a:pt x="3393" y="1349"/>
                    <a:pt x="3389" y="1354"/>
                  </a:cubicBezTo>
                  <a:cubicBezTo>
                    <a:pt x="3387" y="1405"/>
                    <a:pt x="3377" y="1408"/>
                    <a:pt x="3380" y="1414"/>
                  </a:cubicBezTo>
                  <a:cubicBezTo>
                    <a:pt x="3373" y="1448"/>
                    <a:pt x="3368" y="1452"/>
                    <a:pt x="3369" y="1458"/>
                  </a:cubicBezTo>
                  <a:cubicBezTo>
                    <a:pt x="3348" y="1506"/>
                    <a:pt x="3357" y="1514"/>
                    <a:pt x="3351" y="1517"/>
                  </a:cubicBezTo>
                  <a:cubicBezTo>
                    <a:pt x="3346" y="1537"/>
                    <a:pt x="3342" y="1541"/>
                    <a:pt x="3344" y="1546"/>
                  </a:cubicBezTo>
                  <a:cubicBezTo>
                    <a:pt x="3339" y="1563"/>
                    <a:pt x="3338" y="1565"/>
                    <a:pt x="3336" y="1567"/>
                  </a:cubicBezTo>
                  <a:cubicBezTo>
                    <a:pt x="3327" y="1612"/>
                    <a:pt x="3322" y="1615"/>
                    <a:pt x="3323" y="1621"/>
                  </a:cubicBezTo>
                  <a:cubicBezTo>
                    <a:pt x="3319" y="1641"/>
                    <a:pt x="3315" y="1645"/>
                    <a:pt x="3319" y="1651"/>
                  </a:cubicBezTo>
                  <a:cubicBezTo>
                    <a:pt x="3313" y="1707"/>
                    <a:pt x="3315" y="1719"/>
                    <a:pt x="3311" y="1729"/>
                  </a:cubicBezTo>
                  <a:cubicBezTo>
                    <a:pt x="3316" y="1758"/>
                    <a:pt x="3318" y="1763"/>
                    <a:pt x="3316" y="1767"/>
                  </a:cubicBezTo>
                  <a:cubicBezTo>
                    <a:pt x="3321" y="1777"/>
                    <a:pt x="3325" y="1764"/>
                    <a:pt x="3316" y="1748"/>
                  </a:cubicBezTo>
                  <a:cubicBezTo>
                    <a:pt x="3319" y="1710"/>
                    <a:pt x="3319" y="1706"/>
                    <a:pt x="3320" y="1702"/>
                  </a:cubicBezTo>
                  <a:cubicBezTo>
                    <a:pt x="3317" y="1662"/>
                    <a:pt x="3326" y="1661"/>
                    <a:pt x="3321" y="1655"/>
                  </a:cubicBezTo>
                  <a:cubicBezTo>
                    <a:pt x="3331" y="1625"/>
                    <a:pt x="3332" y="1621"/>
                    <a:pt x="3333" y="1618"/>
                  </a:cubicBezTo>
                  <a:cubicBezTo>
                    <a:pt x="3354" y="1553"/>
                    <a:pt x="3353" y="1545"/>
                    <a:pt x="3355" y="1537"/>
                  </a:cubicBezTo>
                  <a:cubicBezTo>
                    <a:pt x="3359" y="1510"/>
                    <a:pt x="3369" y="1509"/>
                    <a:pt x="3366" y="1504"/>
                  </a:cubicBezTo>
                  <a:cubicBezTo>
                    <a:pt x="3373" y="1465"/>
                    <a:pt x="3384" y="1464"/>
                    <a:pt x="3378" y="1458"/>
                  </a:cubicBezTo>
                  <a:cubicBezTo>
                    <a:pt x="3390" y="1433"/>
                    <a:pt x="3381" y="1427"/>
                    <a:pt x="3389" y="1425"/>
                  </a:cubicBezTo>
                  <a:cubicBezTo>
                    <a:pt x="3399" y="1371"/>
                    <a:pt x="3400" y="1367"/>
                    <a:pt x="3399" y="1362"/>
                  </a:cubicBezTo>
                  <a:cubicBezTo>
                    <a:pt x="3402" y="1354"/>
                    <a:pt x="3405" y="1359"/>
                    <a:pt x="3406" y="1363"/>
                  </a:cubicBezTo>
                  <a:cubicBezTo>
                    <a:pt x="3407" y="1409"/>
                    <a:pt x="3398" y="1411"/>
                    <a:pt x="3403" y="1417"/>
                  </a:cubicBezTo>
                  <a:cubicBezTo>
                    <a:pt x="3397" y="1447"/>
                    <a:pt x="3396" y="1452"/>
                    <a:pt x="3396" y="1456"/>
                  </a:cubicBezTo>
                  <a:cubicBezTo>
                    <a:pt x="3371" y="1591"/>
                    <a:pt x="3367" y="1595"/>
                    <a:pt x="3366" y="1599"/>
                  </a:cubicBezTo>
                  <a:cubicBezTo>
                    <a:pt x="3363" y="1632"/>
                    <a:pt x="3356" y="1639"/>
                    <a:pt x="3361" y="1649"/>
                  </a:cubicBezTo>
                  <a:cubicBezTo>
                    <a:pt x="3355" y="1669"/>
                    <a:pt x="3358" y="1672"/>
                    <a:pt x="3356" y="1673"/>
                  </a:cubicBezTo>
                  <a:cubicBezTo>
                    <a:pt x="3352" y="1690"/>
                    <a:pt x="3360" y="1687"/>
                    <a:pt x="3361" y="1682"/>
                  </a:cubicBezTo>
                  <a:cubicBezTo>
                    <a:pt x="3372" y="1622"/>
                    <a:pt x="3371" y="1610"/>
                    <a:pt x="3374" y="1600"/>
                  </a:cubicBezTo>
                  <a:cubicBezTo>
                    <a:pt x="3382" y="1565"/>
                    <a:pt x="3383" y="1563"/>
                    <a:pt x="3385" y="1561"/>
                  </a:cubicBezTo>
                  <a:cubicBezTo>
                    <a:pt x="3392" y="1525"/>
                    <a:pt x="3396" y="1515"/>
                    <a:pt x="3399" y="1504"/>
                  </a:cubicBezTo>
                  <a:cubicBezTo>
                    <a:pt x="3409" y="1484"/>
                    <a:pt x="3400" y="1475"/>
                    <a:pt x="3404" y="1471"/>
                  </a:cubicBezTo>
                  <a:cubicBezTo>
                    <a:pt x="3407" y="1422"/>
                    <a:pt x="3415" y="1422"/>
                    <a:pt x="3417" y="1422"/>
                  </a:cubicBezTo>
                  <a:cubicBezTo>
                    <a:pt x="3414" y="1376"/>
                    <a:pt x="3413" y="1364"/>
                    <a:pt x="3416" y="1352"/>
                  </a:cubicBezTo>
                  <a:cubicBezTo>
                    <a:pt x="3415" y="1319"/>
                    <a:pt x="3409" y="1310"/>
                    <a:pt x="3412" y="1302"/>
                  </a:cubicBezTo>
                  <a:cubicBezTo>
                    <a:pt x="3410" y="1257"/>
                    <a:pt x="3415" y="1264"/>
                    <a:pt x="3415" y="1270"/>
                  </a:cubicBezTo>
                  <a:cubicBezTo>
                    <a:pt x="3433" y="1332"/>
                    <a:pt x="3430" y="1341"/>
                    <a:pt x="3435" y="1352"/>
                  </a:cubicBezTo>
                  <a:cubicBezTo>
                    <a:pt x="3435" y="1387"/>
                    <a:pt x="3432" y="1391"/>
                    <a:pt x="3436" y="1398"/>
                  </a:cubicBezTo>
                  <a:cubicBezTo>
                    <a:pt x="3432" y="1431"/>
                    <a:pt x="3436" y="1435"/>
                    <a:pt x="3431" y="1436"/>
                  </a:cubicBezTo>
                  <a:cubicBezTo>
                    <a:pt x="3428" y="1480"/>
                    <a:pt x="3430" y="1482"/>
                    <a:pt x="3432" y="1485"/>
                  </a:cubicBezTo>
                  <a:cubicBezTo>
                    <a:pt x="3427" y="1515"/>
                    <a:pt x="3428" y="1521"/>
                    <a:pt x="3424" y="1525"/>
                  </a:cubicBezTo>
                  <a:cubicBezTo>
                    <a:pt x="3417" y="1579"/>
                    <a:pt x="3414" y="1583"/>
                    <a:pt x="3417" y="1589"/>
                  </a:cubicBezTo>
                  <a:cubicBezTo>
                    <a:pt x="3403" y="1642"/>
                    <a:pt x="3402" y="1647"/>
                    <a:pt x="3402" y="1653"/>
                  </a:cubicBezTo>
                  <a:cubicBezTo>
                    <a:pt x="3390" y="1687"/>
                    <a:pt x="3394" y="1691"/>
                    <a:pt x="3389" y="1693"/>
                  </a:cubicBezTo>
                  <a:cubicBezTo>
                    <a:pt x="3375" y="1737"/>
                    <a:pt x="3375" y="1740"/>
                    <a:pt x="3377" y="1743"/>
                  </a:cubicBezTo>
                  <a:cubicBezTo>
                    <a:pt x="3364" y="1778"/>
                    <a:pt x="3370" y="1792"/>
                    <a:pt x="3361" y="1802"/>
                  </a:cubicBezTo>
                  <a:cubicBezTo>
                    <a:pt x="3361" y="1851"/>
                    <a:pt x="3364" y="1854"/>
                    <a:pt x="3362" y="1856"/>
                  </a:cubicBezTo>
                  <a:cubicBezTo>
                    <a:pt x="3366" y="1823"/>
                    <a:pt x="3372" y="1815"/>
                    <a:pt x="3367" y="1803"/>
                  </a:cubicBezTo>
                  <a:cubicBezTo>
                    <a:pt x="3376" y="1771"/>
                    <a:pt x="3375" y="1768"/>
                    <a:pt x="3379" y="1767"/>
                  </a:cubicBezTo>
                  <a:cubicBezTo>
                    <a:pt x="3383" y="1736"/>
                    <a:pt x="3387" y="1732"/>
                    <a:pt x="3390" y="1728"/>
                  </a:cubicBezTo>
                  <a:cubicBezTo>
                    <a:pt x="3397" y="1691"/>
                    <a:pt x="3403" y="1687"/>
                    <a:pt x="3404" y="1681"/>
                  </a:cubicBezTo>
                  <a:cubicBezTo>
                    <a:pt x="3411" y="1650"/>
                    <a:pt x="3412" y="1647"/>
                    <a:pt x="3413" y="1644"/>
                  </a:cubicBezTo>
                  <a:cubicBezTo>
                    <a:pt x="3415" y="1620"/>
                    <a:pt x="3422" y="1618"/>
                    <a:pt x="3417" y="1614"/>
                  </a:cubicBezTo>
                  <a:cubicBezTo>
                    <a:pt x="3423" y="1579"/>
                    <a:pt x="3434" y="1575"/>
                    <a:pt x="3429" y="1566"/>
                  </a:cubicBezTo>
                  <a:cubicBezTo>
                    <a:pt x="3436" y="1500"/>
                    <a:pt x="3438" y="1494"/>
                    <a:pt x="3441" y="1488"/>
                  </a:cubicBezTo>
                  <a:cubicBezTo>
                    <a:pt x="3442" y="1464"/>
                    <a:pt x="3441" y="1460"/>
                    <a:pt x="3440" y="1456"/>
                  </a:cubicBezTo>
                  <a:cubicBezTo>
                    <a:pt x="3448" y="1401"/>
                    <a:pt x="3441" y="1392"/>
                    <a:pt x="3446" y="1387"/>
                  </a:cubicBezTo>
                  <a:cubicBezTo>
                    <a:pt x="3451" y="1376"/>
                    <a:pt x="3448" y="1380"/>
                    <a:pt x="3448" y="1385"/>
                  </a:cubicBezTo>
                  <a:cubicBezTo>
                    <a:pt x="3445" y="1422"/>
                    <a:pt x="3452" y="1429"/>
                    <a:pt x="3452" y="1435"/>
                  </a:cubicBezTo>
                  <a:cubicBezTo>
                    <a:pt x="3455" y="1495"/>
                    <a:pt x="3447" y="1500"/>
                    <a:pt x="3450" y="1508"/>
                  </a:cubicBezTo>
                  <a:cubicBezTo>
                    <a:pt x="3441" y="1592"/>
                    <a:pt x="3429" y="1592"/>
                    <a:pt x="3436" y="1598"/>
                  </a:cubicBezTo>
                  <a:cubicBezTo>
                    <a:pt x="3423" y="1621"/>
                    <a:pt x="3439" y="1621"/>
                    <a:pt x="3432" y="1624"/>
                  </a:cubicBezTo>
                  <a:cubicBezTo>
                    <a:pt x="3413" y="1657"/>
                    <a:pt x="3429" y="1660"/>
                    <a:pt x="3423" y="1662"/>
                  </a:cubicBezTo>
                  <a:cubicBezTo>
                    <a:pt x="3410" y="1689"/>
                    <a:pt x="3409" y="1694"/>
                    <a:pt x="3412" y="1699"/>
                  </a:cubicBezTo>
                  <a:cubicBezTo>
                    <a:pt x="3404" y="1734"/>
                    <a:pt x="3393" y="1739"/>
                    <a:pt x="3398" y="1748"/>
                  </a:cubicBezTo>
                  <a:cubicBezTo>
                    <a:pt x="3395" y="1763"/>
                    <a:pt x="3390" y="1766"/>
                    <a:pt x="3392" y="1770"/>
                  </a:cubicBezTo>
                  <a:cubicBezTo>
                    <a:pt x="3387" y="1817"/>
                    <a:pt x="3388" y="1815"/>
                    <a:pt x="3389" y="1813"/>
                  </a:cubicBezTo>
                  <a:cubicBezTo>
                    <a:pt x="3396" y="1778"/>
                    <a:pt x="3400" y="1768"/>
                    <a:pt x="3398" y="1756"/>
                  </a:cubicBezTo>
                  <a:cubicBezTo>
                    <a:pt x="3410" y="1730"/>
                    <a:pt x="3405" y="1725"/>
                    <a:pt x="3412" y="1723"/>
                  </a:cubicBezTo>
                  <a:cubicBezTo>
                    <a:pt x="3424" y="1695"/>
                    <a:pt x="3419" y="1691"/>
                    <a:pt x="3422" y="1688"/>
                  </a:cubicBezTo>
                  <a:cubicBezTo>
                    <a:pt x="3441" y="1607"/>
                    <a:pt x="3447" y="1598"/>
                    <a:pt x="3446" y="1586"/>
                  </a:cubicBezTo>
                  <a:cubicBezTo>
                    <a:pt x="3457" y="1512"/>
                    <a:pt x="3462" y="1503"/>
                    <a:pt x="3460" y="1491"/>
                  </a:cubicBezTo>
                  <a:cubicBezTo>
                    <a:pt x="3461" y="1440"/>
                    <a:pt x="3458" y="1436"/>
                    <a:pt x="3463" y="1435"/>
                  </a:cubicBezTo>
                  <a:cubicBezTo>
                    <a:pt x="3462" y="1404"/>
                    <a:pt x="3459" y="1398"/>
                    <a:pt x="3460" y="1392"/>
                  </a:cubicBezTo>
                  <a:cubicBezTo>
                    <a:pt x="3458" y="1367"/>
                    <a:pt x="3470" y="1372"/>
                    <a:pt x="3475" y="1379"/>
                  </a:cubicBezTo>
                  <a:cubicBezTo>
                    <a:pt x="3480" y="1425"/>
                    <a:pt x="3483" y="1430"/>
                    <a:pt x="3479" y="1434"/>
                  </a:cubicBezTo>
                  <a:cubicBezTo>
                    <a:pt x="3482" y="1457"/>
                    <a:pt x="3478" y="1458"/>
                    <a:pt x="3478" y="1461"/>
                  </a:cubicBezTo>
                  <a:cubicBezTo>
                    <a:pt x="3476" y="1491"/>
                    <a:pt x="3479" y="1496"/>
                    <a:pt x="3478" y="1500"/>
                  </a:cubicBezTo>
                  <a:cubicBezTo>
                    <a:pt x="3470" y="1576"/>
                    <a:pt x="3467" y="1583"/>
                    <a:pt x="3467" y="1591"/>
                  </a:cubicBezTo>
                  <a:cubicBezTo>
                    <a:pt x="3464" y="1606"/>
                    <a:pt x="3461" y="1609"/>
                    <a:pt x="3461" y="1613"/>
                  </a:cubicBezTo>
                  <a:cubicBezTo>
                    <a:pt x="3454" y="1638"/>
                    <a:pt x="3454" y="1642"/>
                    <a:pt x="3449" y="1645"/>
                  </a:cubicBezTo>
                  <a:cubicBezTo>
                    <a:pt x="3438" y="1688"/>
                    <a:pt x="3436" y="1699"/>
                    <a:pt x="3431" y="1710"/>
                  </a:cubicBezTo>
                  <a:cubicBezTo>
                    <a:pt x="3427" y="1749"/>
                    <a:pt x="3419" y="1753"/>
                    <a:pt x="3421" y="1759"/>
                  </a:cubicBezTo>
                  <a:cubicBezTo>
                    <a:pt x="3414" y="1798"/>
                    <a:pt x="3406" y="1801"/>
                    <a:pt x="3408" y="1808"/>
                  </a:cubicBezTo>
                  <a:cubicBezTo>
                    <a:pt x="3398" y="1886"/>
                    <a:pt x="3391" y="1896"/>
                    <a:pt x="3394" y="1908"/>
                  </a:cubicBezTo>
                  <a:cubicBezTo>
                    <a:pt x="3390" y="1927"/>
                    <a:pt x="3395" y="1932"/>
                    <a:pt x="3393" y="1934"/>
                  </a:cubicBezTo>
                  <a:cubicBezTo>
                    <a:pt x="3390" y="1966"/>
                    <a:pt x="3394" y="1974"/>
                    <a:pt x="3392" y="1981"/>
                  </a:cubicBezTo>
                  <a:cubicBezTo>
                    <a:pt x="3388" y="2028"/>
                    <a:pt x="3392" y="2036"/>
                    <a:pt x="3392" y="2043"/>
                  </a:cubicBezTo>
                  <a:cubicBezTo>
                    <a:pt x="3401" y="2091"/>
                    <a:pt x="3402" y="2095"/>
                    <a:pt x="3405" y="2099"/>
                  </a:cubicBezTo>
                  <a:cubicBezTo>
                    <a:pt x="3401" y="2074"/>
                    <a:pt x="3404" y="2067"/>
                    <a:pt x="3397" y="2057"/>
                  </a:cubicBezTo>
                  <a:cubicBezTo>
                    <a:pt x="3400" y="1997"/>
                    <a:pt x="3395" y="1981"/>
                    <a:pt x="3401" y="1967"/>
                  </a:cubicBezTo>
                  <a:cubicBezTo>
                    <a:pt x="3408" y="1929"/>
                    <a:pt x="3404" y="1925"/>
                    <a:pt x="3409" y="1924"/>
                  </a:cubicBezTo>
                  <a:cubicBezTo>
                    <a:pt x="3415" y="1896"/>
                    <a:pt x="3417" y="1889"/>
                    <a:pt x="3421" y="1882"/>
                  </a:cubicBezTo>
                  <a:cubicBezTo>
                    <a:pt x="3432" y="1848"/>
                    <a:pt x="3435" y="1845"/>
                    <a:pt x="3435" y="1841"/>
                  </a:cubicBezTo>
                  <a:cubicBezTo>
                    <a:pt x="3464" y="1774"/>
                    <a:pt x="3463" y="1766"/>
                    <a:pt x="3468" y="1760"/>
                  </a:cubicBezTo>
                  <a:cubicBezTo>
                    <a:pt x="3481" y="1724"/>
                    <a:pt x="3478" y="1719"/>
                    <a:pt x="3482" y="1716"/>
                  </a:cubicBezTo>
                  <a:cubicBezTo>
                    <a:pt x="3494" y="1652"/>
                    <a:pt x="3496" y="1648"/>
                    <a:pt x="3495" y="1643"/>
                  </a:cubicBezTo>
                  <a:cubicBezTo>
                    <a:pt x="3500" y="1623"/>
                    <a:pt x="3502" y="1622"/>
                    <a:pt x="3500" y="1619"/>
                  </a:cubicBezTo>
                  <a:cubicBezTo>
                    <a:pt x="3506" y="1577"/>
                    <a:pt x="3508" y="1573"/>
                    <a:pt x="3506" y="1568"/>
                  </a:cubicBezTo>
                  <a:cubicBezTo>
                    <a:pt x="3512" y="1540"/>
                    <a:pt x="3511" y="1535"/>
                    <a:pt x="3513" y="1532"/>
                  </a:cubicBezTo>
                  <a:cubicBezTo>
                    <a:pt x="3515" y="1572"/>
                    <a:pt x="3510" y="1584"/>
                    <a:pt x="3515" y="1599"/>
                  </a:cubicBezTo>
                  <a:cubicBezTo>
                    <a:pt x="3504" y="1650"/>
                    <a:pt x="3506" y="1658"/>
                    <a:pt x="3504" y="1665"/>
                  </a:cubicBezTo>
                  <a:cubicBezTo>
                    <a:pt x="3496" y="1703"/>
                    <a:pt x="3488" y="1716"/>
                    <a:pt x="3485" y="1731"/>
                  </a:cubicBezTo>
                  <a:cubicBezTo>
                    <a:pt x="3479" y="1756"/>
                    <a:pt x="3474" y="1759"/>
                    <a:pt x="3476" y="1763"/>
                  </a:cubicBezTo>
                  <a:cubicBezTo>
                    <a:pt x="3463" y="1803"/>
                    <a:pt x="3464" y="1811"/>
                    <a:pt x="3457" y="1818"/>
                  </a:cubicBezTo>
                  <a:cubicBezTo>
                    <a:pt x="3452" y="1843"/>
                    <a:pt x="3449" y="1846"/>
                    <a:pt x="3449" y="1850"/>
                  </a:cubicBezTo>
                  <a:cubicBezTo>
                    <a:pt x="3437" y="1873"/>
                    <a:pt x="3443" y="1879"/>
                    <a:pt x="3440" y="1882"/>
                  </a:cubicBezTo>
                  <a:cubicBezTo>
                    <a:pt x="3435" y="1913"/>
                    <a:pt x="3436" y="1921"/>
                    <a:pt x="3433" y="1927"/>
                  </a:cubicBezTo>
                  <a:cubicBezTo>
                    <a:pt x="3431" y="1993"/>
                    <a:pt x="3438" y="2005"/>
                    <a:pt x="3437" y="2015"/>
                  </a:cubicBezTo>
                  <a:cubicBezTo>
                    <a:pt x="3445" y="2068"/>
                    <a:pt x="3449" y="2081"/>
                    <a:pt x="3454" y="2079"/>
                  </a:cubicBezTo>
                  <a:cubicBezTo>
                    <a:pt x="3446" y="2029"/>
                    <a:pt x="3445" y="2025"/>
                    <a:pt x="3442" y="2020"/>
                  </a:cubicBezTo>
                  <a:cubicBezTo>
                    <a:pt x="3442" y="1992"/>
                    <a:pt x="3443" y="1983"/>
                    <a:pt x="3440" y="1973"/>
                  </a:cubicBezTo>
                  <a:cubicBezTo>
                    <a:pt x="3445" y="1909"/>
                    <a:pt x="3446" y="1899"/>
                    <a:pt x="3445" y="1891"/>
                  </a:cubicBezTo>
                  <a:cubicBezTo>
                    <a:pt x="3461" y="1854"/>
                    <a:pt x="3460" y="1850"/>
                    <a:pt x="3460" y="1846"/>
                  </a:cubicBezTo>
                  <a:cubicBezTo>
                    <a:pt x="3475" y="1793"/>
                    <a:pt x="3479" y="1786"/>
                    <a:pt x="3482" y="1779"/>
                  </a:cubicBezTo>
                  <a:cubicBezTo>
                    <a:pt x="3507" y="1698"/>
                    <a:pt x="3509" y="1684"/>
                    <a:pt x="3513" y="1671"/>
                  </a:cubicBezTo>
                  <a:cubicBezTo>
                    <a:pt x="3520" y="1649"/>
                    <a:pt x="3514" y="1643"/>
                    <a:pt x="3518" y="1641"/>
                  </a:cubicBezTo>
                  <a:cubicBezTo>
                    <a:pt x="3521" y="1601"/>
                    <a:pt x="3525" y="1595"/>
                    <a:pt x="3522" y="1586"/>
                  </a:cubicBezTo>
                  <a:cubicBezTo>
                    <a:pt x="3525" y="1554"/>
                    <a:pt x="3525" y="1552"/>
                    <a:pt x="3523" y="1550"/>
                  </a:cubicBezTo>
                  <a:cubicBezTo>
                    <a:pt x="3531" y="1579"/>
                    <a:pt x="3531" y="1583"/>
                    <a:pt x="3531" y="1587"/>
                  </a:cubicBezTo>
                  <a:cubicBezTo>
                    <a:pt x="3529" y="1651"/>
                    <a:pt x="3527" y="1653"/>
                    <a:pt x="3529" y="1656"/>
                  </a:cubicBezTo>
                  <a:cubicBezTo>
                    <a:pt x="3522" y="1684"/>
                    <a:pt x="3521" y="1689"/>
                    <a:pt x="3521" y="1694"/>
                  </a:cubicBezTo>
                  <a:cubicBezTo>
                    <a:pt x="3516" y="1729"/>
                    <a:pt x="3504" y="1731"/>
                    <a:pt x="3507" y="1737"/>
                  </a:cubicBezTo>
                  <a:cubicBezTo>
                    <a:pt x="3498" y="1768"/>
                    <a:pt x="3498" y="1771"/>
                    <a:pt x="3498" y="1773"/>
                  </a:cubicBezTo>
                  <a:cubicBezTo>
                    <a:pt x="3485" y="1804"/>
                    <a:pt x="3490" y="1816"/>
                    <a:pt x="3483" y="1825"/>
                  </a:cubicBezTo>
                  <a:cubicBezTo>
                    <a:pt x="3480" y="1845"/>
                    <a:pt x="3479" y="1850"/>
                    <a:pt x="3479" y="1855"/>
                  </a:cubicBezTo>
                  <a:cubicBezTo>
                    <a:pt x="3475" y="1908"/>
                    <a:pt x="3465" y="1910"/>
                    <a:pt x="3470" y="1917"/>
                  </a:cubicBezTo>
                  <a:cubicBezTo>
                    <a:pt x="3465" y="1968"/>
                    <a:pt x="3468" y="1974"/>
                    <a:pt x="3464" y="1978"/>
                  </a:cubicBezTo>
                  <a:cubicBezTo>
                    <a:pt x="3472" y="2023"/>
                    <a:pt x="3468" y="2033"/>
                    <a:pt x="3472" y="2044"/>
                  </a:cubicBezTo>
                  <a:cubicBezTo>
                    <a:pt x="3481" y="2100"/>
                    <a:pt x="3492" y="2101"/>
                    <a:pt x="3486" y="2107"/>
                  </a:cubicBezTo>
                  <a:cubicBezTo>
                    <a:pt x="3498" y="2137"/>
                    <a:pt x="3500" y="2142"/>
                    <a:pt x="3503" y="2141"/>
                  </a:cubicBezTo>
                  <a:cubicBezTo>
                    <a:pt x="3487" y="2075"/>
                    <a:pt x="3484" y="2068"/>
                    <a:pt x="3482" y="2061"/>
                  </a:cubicBezTo>
                  <a:cubicBezTo>
                    <a:pt x="3474" y="2027"/>
                    <a:pt x="3481" y="2026"/>
                    <a:pt x="3478" y="2022"/>
                  </a:cubicBezTo>
                  <a:cubicBezTo>
                    <a:pt x="3476" y="1955"/>
                    <a:pt x="3478" y="1948"/>
                    <a:pt x="3476" y="1941"/>
                  </a:cubicBezTo>
                  <a:cubicBezTo>
                    <a:pt x="3484" y="1875"/>
                    <a:pt x="3485" y="1872"/>
                    <a:pt x="3487" y="1869"/>
                  </a:cubicBezTo>
                  <a:cubicBezTo>
                    <a:pt x="3489" y="1844"/>
                    <a:pt x="3495" y="1842"/>
                    <a:pt x="3490" y="1837"/>
                  </a:cubicBezTo>
                  <a:cubicBezTo>
                    <a:pt x="3500" y="1788"/>
                    <a:pt x="3510" y="1762"/>
                    <a:pt x="3520" y="1735"/>
                  </a:cubicBezTo>
                  <a:cubicBezTo>
                    <a:pt x="3536" y="1682"/>
                    <a:pt x="3530" y="1677"/>
                    <a:pt x="3535" y="1675"/>
                  </a:cubicBezTo>
                  <a:cubicBezTo>
                    <a:pt x="3539" y="1659"/>
                    <a:pt x="3538" y="1655"/>
                    <a:pt x="3541" y="1658"/>
                  </a:cubicBezTo>
                  <a:cubicBezTo>
                    <a:pt x="3517" y="1789"/>
                    <a:pt x="3524" y="1796"/>
                    <a:pt x="3518" y="1799"/>
                  </a:cubicBezTo>
                  <a:cubicBezTo>
                    <a:pt x="3515" y="1821"/>
                    <a:pt x="3511" y="1825"/>
                    <a:pt x="3515" y="1831"/>
                  </a:cubicBezTo>
                  <a:cubicBezTo>
                    <a:pt x="3509" y="1869"/>
                    <a:pt x="3503" y="1873"/>
                    <a:pt x="3507" y="1880"/>
                  </a:cubicBezTo>
                  <a:cubicBezTo>
                    <a:pt x="3503" y="1908"/>
                    <a:pt x="3500" y="1910"/>
                    <a:pt x="3501" y="1913"/>
                  </a:cubicBezTo>
                  <a:cubicBezTo>
                    <a:pt x="3498" y="1956"/>
                    <a:pt x="3499" y="1968"/>
                    <a:pt x="3500" y="1979"/>
                  </a:cubicBezTo>
                  <a:cubicBezTo>
                    <a:pt x="3506" y="2052"/>
                    <a:pt x="3514" y="2059"/>
                    <a:pt x="3510" y="2063"/>
                  </a:cubicBezTo>
                  <a:cubicBezTo>
                    <a:pt x="3538" y="2132"/>
                    <a:pt x="3538" y="2143"/>
                    <a:pt x="3548" y="2157"/>
                  </a:cubicBezTo>
                  <a:cubicBezTo>
                    <a:pt x="3547" y="2144"/>
                    <a:pt x="3540" y="2128"/>
                    <a:pt x="3532" y="2111"/>
                  </a:cubicBezTo>
                  <a:cubicBezTo>
                    <a:pt x="3530" y="2090"/>
                    <a:pt x="3523" y="2082"/>
                    <a:pt x="3523" y="2076"/>
                  </a:cubicBezTo>
                  <a:cubicBezTo>
                    <a:pt x="3515" y="2007"/>
                    <a:pt x="3512" y="2002"/>
                    <a:pt x="3511" y="1998"/>
                  </a:cubicBezTo>
                  <a:cubicBezTo>
                    <a:pt x="3511" y="1925"/>
                    <a:pt x="3511" y="1917"/>
                    <a:pt x="3513" y="1909"/>
                  </a:cubicBezTo>
                  <a:cubicBezTo>
                    <a:pt x="3519" y="1876"/>
                    <a:pt x="3513" y="1866"/>
                    <a:pt x="3519" y="1859"/>
                  </a:cubicBezTo>
                  <a:cubicBezTo>
                    <a:pt x="3526" y="1827"/>
                    <a:pt x="3521" y="1817"/>
                    <a:pt x="3527" y="1811"/>
                  </a:cubicBezTo>
                  <a:cubicBezTo>
                    <a:pt x="3533" y="1769"/>
                    <a:pt x="3540" y="1767"/>
                    <a:pt x="3537" y="1761"/>
                  </a:cubicBezTo>
                  <a:cubicBezTo>
                    <a:pt x="3544" y="1729"/>
                    <a:pt x="3544" y="1721"/>
                    <a:pt x="3545" y="1713"/>
                  </a:cubicBezTo>
                  <a:cubicBezTo>
                    <a:pt x="3553" y="1672"/>
                    <a:pt x="3550" y="1667"/>
                    <a:pt x="3552" y="1662"/>
                  </a:cubicBezTo>
                  <a:cubicBezTo>
                    <a:pt x="3554" y="1642"/>
                    <a:pt x="3553" y="1638"/>
                    <a:pt x="3556" y="1641"/>
                  </a:cubicBezTo>
                  <a:cubicBezTo>
                    <a:pt x="3564" y="1736"/>
                    <a:pt x="3565" y="1745"/>
                    <a:pt x="3563" y="1754"/>
                  </a:cubicBezTo>
                  <a:cubicBezTo>
                    <a:pt x="3558" y="1799"/>
                    <a:pt x="3551" y="1802"/>
                    <a:pt x="3556" y="1808"/>
                  </a:cubicBezTo>
                  <a:cubicBezTo>
                    <a:pt x="3546" y="1849"/>
                    <a:pt x="3547" y="1852"/>
                    <a:pt x="3547" y="1854"/>
                  </a:cubicBezTo>
                  <a:cubicBezTo>
                    <a:pt x="3542" y="1894"/>
                    <a:pt x="3541" y="1898"/>
                    <a:pt x="3536" y="1902"/>
                  </a:cubicBezTo>
                  <a:cubicBezTo>
                    <a:pt x="3535" y="1925"/>
                    <a:pt x="3535" y="1927"/>
                    <a:pt x="3535" y="1929"/>
                  </a:cubicBezTo>
                  <a:cubicBezTo>
                    <a:pt x="3525" y="1979"/>
                    <a:pt x="3527" y="1989"/>
                    <a:pt x="3525" y="1998"/>
                  </a:cubicBezTo>
                  <a:cubicBezTo>
                    <a:pt x="3539" y="2083"/>
                    <a:pt x="3540" y="2080"/>
                    <a:pt x="3537" y="2076"/>
                  </a:cubicBezTo>
                  <a:cubicBezTo>
                    <a:pt x="3532" y="2032"/>
                    <a:pt x="3531" y="2024"/>
                    <a:pt x="3533" y="2018"/>
                  </a:cubicBezTo>
                  <a:cubicBezTo>
                    <a:pt x="3537" y="1977"/>
                    <a:pt x="3538" y="1973"/>
                    <a:pt x="3538" y="1968"/>
                  </a:cubicBezTo>
                  <a:cubicBezTo>
                    <a:pt x="3543" y="1933"/>
                    <a:pt x="3545" y="1924"/>
                    <a:pt x="3546" y="1915"/>
                  </a:cubicBezTo>
                  <a:cubicBezTo>
                    <a:pt x="3550" y="1884"/>
                    <a:pt x="3554" y="1883"/>
                    <a:pt x="3553" y="1880"/>
                  </a:cubicBezTo>
                  <a:cubicBezTo>
                    <a:pt x="3559" y="1851"/>
                    <a:pt x="3560" y="1841"/>
                    <a:pt x="3561" y="1832"/>
                  </a:cubicBezTo>
                  <a:cubicBezTo>
                    <a:pt x="3568" y="1790"/>
                    <a:pt x="3567" y="1787"/>
                    <a:pt x="3571" y="1786"/>
                  </a:cubicBezTo>
                  <a:cubicBezTo>
                    <a:pt x="3572" y="1822"/>
                    <a:pt x="3568" y="1827"/>
                    <a:pt x="3571" y="1835"/>
                  </a:cubicBezTo>
                  <a:cubicBezTo>
                    <a:pt x="3568" y="1875"/>
                    <a:pt x="3568" y="1878"/>
                    <a:pt x="3567" y="1881"/>
                  </a:cubicBezTo>
                  <a:cubicBezTo>
                    <a:pt x="3563" y="1933"/>
                    <a:pt x="3559" y="1938"/>
                    <a:pt x="3562" y="1944"/>
                  </a:cubicBezTo>
                  <a:cubicBezTo>
                    <a:pt x="3557" y="1996"/>
                    <a:pt x="3552" y="2000"/>
                    <a:pt x="3554" y="2006"/>
                  </a:cubicBezTo>
                  <a:cubicBezTo>
                    <a:pt x="3559" y="2073"/>
                    <a:pt x="3554" y="2087"/>
                    <a:pt x="3562" y="2105"/>
                  </a:cubicBezTo>
                  <a:cubicBezTo>
                    <a:pt x="3569" y="2134"/>
                    <a:pt x="3564" y="2137"/>
                    <a:pt x="3569" y="2142"/>
                  </a:cubicBezTo>
                  <a:cubicBezTo>
                    <a:pt x="3579" y="2160"/>
                    <a:pt x="3579" y="2160"/>
                    <a:pt x="3579" y="2160"/>
                  </a:cubicBezTo>
                  <a:cubicBezTo>
                    <a:pt x="3570" y="2116"/>
                    <a:pt x="3569" y="2110"/>
                    <a:pt x="3566" y="2103"/>
                  </a:cubicBezTo>
                  <a:cubicBezTo>
                    <a:pt x="3565" y="2043"/>
                    <a:pt x="3560" y="2036"/>
                    <a:pt x="3563" y="2031"/>
                  </a:cubicBezTo>
                  <a:cubicBezTo>
                    <a:pt x="3562" y="1988"/>
                    <a:pt x="3567" y="1984"/>
                    <a:pt x="3565" y="1977"/>
                  </a:cubicBezTo>
                  <a:cubicBezTo>
                    <a:pt x="3575" y="1922"/>
                    <a:pt x="3572" y="1917"/>
                    <a:pt x="3576" y="1914"/>
                  </a:cubicBezTo>
                  <a:cubicBezTo>
                    <a:pt x="3581" y="1883"/>
                    <a:pt x="3574" y="1877"/>
                    <a:pt x="3580" y="1874"/>
                  </a:cubicBezTo>
                  <a:cubicBezTo>
                    <a:pt x="3581" y="1811"/>
                    <a:pt x="3583" y="1803"/>
                    <a:pt x="3584" y="1795"/>
                  </a:cubicBezTo>
                  <a:cubicBezTo>
                    <a:pt x="3586" y="1732"/>
                    <a:pt x="3581" y="1721"/>
                    <a:pt x="3583" y="1713"/>
                  </a:cubicBezTo>
                  <a:cubicBezTo>
                    <a:pt x="3592" y="1764"/>
                    <a:pt x="3588" y="1768"/>
                    <a:pt x="3588" y="1773"/>
                  </a:cubicBezTo>
                  <a:cubicBezTo>
                    <a:pt x="3588" y="1842"/>
                    <a:pt x="3593" y="1853"/>
                    <a:pt x="3590" y="1862"/>
                  </a:cubicBezTo>
                  <a:cubicBezTo>
                    <a:pt x="3591" y="1932"/>
                    <a:pt x="3586" y="1940"/>
                    <a:pt x="3588" y="1951"/>
                  </a:cubicBezTo>
                  <a:cubicBezTo>
                    <a:pt x="3582" y="1998"/>
                    <a:pt x="3584" y="2004"/>
                    <a:pt x="3583" y="2008"/>
                  </a:cubicBezTo>
                  <a:cubicBezTo>
                    <a:pt x="3579" y="2026"/>
                    <a:pt x="3580" y="2032"/>
                    <a:pt x="3580" y="2037"/>
                  </a:cubicBezTo>
                  <a:cubicBezTo>
                    <a:pt x="3584" y="2088"/>
                    <a:pt x="3584" y="2107"/>
                    <a:pt x="3592" y="2129"/>
                  </a:cubicBezTo>
                  <a:cubicBezTo>
                    <a:pt x="3605" y="2160"/>
                    <a:pt x="3605" y="2160"/>
                    <a:pt x="3605" y="2160"/>
                  </a:cubicBezTo>
                  <a:cubicBezTo>
                    <a:pt x="3593" y="2092"/>
                    <a:pt x="3588" y="2086"/>
                    <a:pt x="3589" y="2081"/>
                  </a:cubicBezTo>
                  <a:cubicBezTo>
                    <a:pt x="3589" y="2049"/>
                    <a:pt x="3586" y="2043"/>
                    <a:pt x="3590" y="2040"/>
                  </a:cubicBezTo>
                  <a:cubicBezTo>
                    <a:pt x="3592" y="1978"/>
                    <a:pt x="3594" y="1974"/>
                    <a:pt x="3597" y="1970"/>
                  </a:cubicBezTo>
                  <a:cubicBezTo>
                    <a:pt x="3600" y="1927"/>
                    <a:pt x="3597" y="1924"/>
                    <a:pt x="3599" y="1922"/>
                  </a:cubicBezTo>
                  <a:cubicBezTo>
                    <a:pt x="3602" y="1891"/>
                    <a:pt x="3601" y="1882"/>
                    <a:pt x="3601" y="1872"/>
                  </a:cubicBezTo>
                  <a:cubicBezTo>
                    <a:pt x="3605" y="1808"/>
                    <a:pt x="3598" y="1796"/>
                    <a:pt x="3601" y="1787"/>
                  </a:cubicBezTo>
                  <a:cubicBezTo>
                    <a:pt x="3606" y="1817"/>
                    <a:pt x="3609" y="1821"/>
                    <a:pt x="3610" y="1826"/>
                  </a:cubicBezTo>
                  <a:cubicBezTo>
                    <a:pt x="3615" y="1876"/>
                    <a:pt x="3610" y="1882"/>
                    <a:pt x="3610" y="1889"/>
                  </a:cubicBezTo>
                  <a:cubicBezTo>
                    <a:pt x="3603" y="1955"/>
                    <a:pt x="3607" y="1963"/>
                    <a:pt x="3604" y="1969"/>
                  </a:cubicBezTo>
                  <a:cubicBezTo>
                    <a:pt x="3602" y="2003"/>
                    <a:pt x="3609" y="2008"/>
                    <a:pt x="3606" y="2011"/>
                  </a:cubicBezTo>
                  <a:cubicBezTo>
                    <a:pt x="3608" y="2038"/>
                    <a:pt x="3605" y="2044"/>
                    <a:pt x="3608" y="2052"/>
                  </a:cubicBezTo>
                  <a:cubicBezTo>
                    <a:pt x="3607" y="2086"/>
                    <a:pt x="3614" y="2092"/>
                    <a:pt x="3610" y="2094"/>
                  </a:cubicBezTo>
                  <a:cubicBezTo>
                    <a:pt x="3629" y="2141"/>
                    <a:pt x="3624" y="2122"/>
                    <a:pt x="3621" y="2104"/>
                  </a:cubicBezTo>
                  <a:cubicBezTo>
                    <a:pt x="3617" y="2034"/>
                    <a:pt x="3614" y="2029"/>
                    <a:pt x="3617" y="2025"/>
                  </a:cubicBezTo>
                  <a:cubicBezTo>
                    <a:pt x="3613" y="1967"/>
                    <a:pt x="3616" y="1954"/>
                    <a:pt x="3617" y="1940"/>
                  </a:cubicBezTo>
                  <a:cubicBezTo>
                    <a:pt x="3620" y="1907"/>
                    <a:pt x="3620" y="1906"/>
                    <a:pt x="3619" y="1903"/>
                  </a:cubicBezTo>
                  <a:cubicBezTo>
                    <a:pt x="3625" y="1960"/>
                    <a:pt x="3635" y="1977"/>
                    <a:pt x="3626" y="1989"/>
                  </a:cubicBezTo>
                  <a:cubicBezTo>
                    <a:pt x="3632" y="2019"/>
                    <a:pt x="3629" y="2022"/>
                    <a:pt x="3629" y="2023"/>
                  </a:cubicBezTo>
                  <a:cubicBezTo>
                    <a:pt x="3639" y="2083"/>
                    <a:pt x="3643" y="2106"/>
                    <a:pt x="3650" y="2131"/>
                  </a:cubicBezTo>
                  <a:cubicBezTo>
                    <a:pt x="3646" y="2095"/>
                    <a:pt x="3648" y="2087"/>
                    <a:pt x="3644" y="2077"/>
                  </a:cubicBezTo>
                  <a:cubicBezTo>
                    <a:pt x="3642" y="1997"/>
                    <a:pt x="3638" y="1989"/>
                    <a:pt x="3642" y="1983"/>
                  </a:cubicBezTo>
                  <a:cubicBezTo>
                    <a:pt x="3636" y="1915"/>
                    <a:pt x="3635" y="1908"/>
                    <a:pt x="3633" y="1900"/>
                  </a:cubicBezTo>
                  <a:cubicBezTo>
                    <a:pt x="3632" y="1877"/>
                    <a:pt x="3626" y="1869"/>
                    <a:pt x="3628" y="1862"/>
                  </a:cubicBezTo>
                  <a:cubicBezTo>
                    <a:pt x="3704" y="2064"/>
                    <a:pt x="3715" y="2091"/>
                    <a:pt x="3723" y="2120"/>
                  </a:cubicBezTo>
                  <a:cubicBezTo>
                    <a:pt x="3738" y="2147"/>
                    <a:pt x="3735" y="2134"/>
                    <a:pt x="3732" y="2120"/>
                  </a:cubicBezTo>
                  <a:cubicBezTo>
                    <a:pt x="3671" y="1955"/>
                    <a:pt x="3666" y="1948"/>
                    <a:pt x="3665" y="1942"/>
                  </a:cubicBezTo>
                  <a:cubicBezTo>
                    <a:pt x="3658" y="1918"/>
                    <a:pt x="3659" y="1920"/>
                    <a:pt x="3656" y="1912"/>
                  </a:cubicBezTo>
                  <a:cubicBezTo>
                    <a:pt x="3644" y="1868"/>
                    <a:pt x="3634" y="1861"/>
                    <a:pt x="3638" y="1856"/>
                  </a:cubicBezTo>
                  <a:cubicBezTo>
                    <a:pt x="3654" y="1880"/>
                    <a:pt x="3649" y="1882"/>
                    <a:pt x="3653" y="1886"/>
                  </a:cubicBezTo>
                  <a:cubicBezTo>
                    <a:pt x="3690" y="1949"/>
                    <a:pt x="3693" y="1958"/>
                    <a:pt x="3702" y="1968"/>
                  </a:cubicBezTo>
                  <a:cubicBezTo>
                    <a:pt x="3745" y="2097"/>
                    <a:pt x="3753" y="2103"/>
                    <a:pt x="3754" y="2107"/>
                  </a:cubicBezTo>
                  <a:cubicBezTo>
                    <a:pt x="3776" y="2160"/>
                    <a:pt x="3776" y="2160"/>
                    <a:pt x="3776" y="2160"/>
                  </a:cubicBezTo>
                  <a:cubicBezTo>
                    <a:pt x="3769" y="2130"/>
                    <a:pt x="3760" y="2123"/>
                    <a:pt x="3765" y="2121"/>
                  </a:cubicBezTo>
                  <a:cubicBezTo>
                    <a:pt x="3734" y="2035"/>
                    <a:pt x="3731" y="2018"/>
                    <a:pt x="3726" y="2000"/>
                  </a:cubicBezTo>
                  <a:cubicBezTo>
                    <a:pt x="3693" y="1934"/>
                    <a:pt x="3677" y="1912"/>
                    <a:pt x="3655" y="1871"/>
                  </a:cubicBezTo>
                  <a:cubicBezTo>
                    <a:pt x="3628" y="1820"/>
                    <a:pt x="3632" y="1818"/>
                    <a:pt x="3627" y="1813"/>
                  </a:cubicBezTo>
                  <a:cubicBezTo>
                    <a:pt x="3618" y="1792"/>
                    <a:pt x="3615" y="1792"/>
                    <a:pt x="3616" y="1793"/>
                  </a:cubicBezTo>
                  <a:cubicBezTo>
                    <a:pt x="3614" y="1770"/>
                    <a:pt x="3625" y="1783"/>
                    <a:pt x="3633" y="1799"/>
                  </a:cubicBezTo>
                  <a:cubicBezTo>
                    <a:pt x="3676" y="1871"/>
                    <a:pt x="3684" y="1880"/>
                    <a:pt x="3682" y="1886"/>
                  </a:cubicBezTo>
                  <a:cubicBezTo>
                    <a:pt x="3706" y="1920"/>
                    <a:pt x="3713" y="1940"/>
                    <a:pt x="3724" y="1950"/>
                  </a:cubicBezTo>
                  <a:cubicBezTo>
                    <a:pt x="3760" y="2018"/>
                    <a:pt x="3762" y="2034"/>
                    <a:pt x="3775" y="2052"/>
                  </a:cubicBezTo>
                  <a:cubicBezTo>
                    <a:pt x="3791" y="2087"/>
                    <a:pt x="3790" y="2072"/>
                    <a:pt x="3779" y="2055"/>
                  </a:cubicBezTo>
                  <a:cubicBezTo>
                    <a:pt x="3773" y="2029"/>
                    <a:pt x="3765" y="2023"/>
                    <a:pt x="3764" y="2020"/>
                  </a:cubicBezTo>
                  <a:cubicBezTo>
                    <a:pt x="3727" y="1943"/>
                    <a:pt x="3720" y="1927"/>
                    <a:pt x="3710" y="1911"/>
                  </a:cubicBezTo>
                  <a:cubicBezTo>
                    <a:pt x="3681" y="1859"/>
                    <a:pt x="3679" y="1858"/>
                    <a:pt x="3677" y="1856"/>
                  </a:cubicBezTo>
                  <a:cubicBezTo>
                    <a:pt x="3659" y="1825"/>
                    <a:pt x="3654" y="1826"/>
                    <a:pt x="3652" y="1818"/>
                  </a:cubicBezTo>
                  <a:cubicBezTo>
                    <a:pt x="3641" y="1799"/>
                    <a:pt x="3638" y="1795"/>
                    <a:pt x="3640" y="1793"/>
                  </a:cubicBezTo>
                  <a:cubicBezTo>
                    <a:pt x="3651" y="1805"/>
                    <a:pt x="3656" y="1807"/>
                    <a:pt x="3660" y="1814"/>
                  </a:cubicBezTo>
                  <a:cubicBezTo>
                    <a:pt x="3747" y="1948"/>
                    <a:pt x="3751" y="1945"/>
                    <a:pt x="3753" y="1952"/>
                  </a:cubicBezTo>
                  <a:cubicBezTo>
                    <a:pt x="3801" y="2041"/>
                    <a:pt x="3805" y="2046"/>
                    <a:pt x="3813" y="2063"/>
                  </a:cubicBezTo>
                  <a:cubicBezTo>
                    <a:pt x="3824" y="2090"/>
                    <a:pt x="3825" y="2083"/>
                    <a:pt x="3823" y="2074"/>
                  </a:cubicBezTo>
                  <a:cubicBezTo>
                    <a:pt x="3793" y="2008"/>
                    <a:pt x="3788" y="1999"/>
                    <a:pt x="3783" y="1990"/>
                  </a:cubicBezTo>
                  <a:cubicBezTo>
                    <a:pt x="3750" y="1934"/>
                    <a:pt x="3750" y="1933"/>
                    <a:pt x="3742" y="1923"/>
                  </a:cubicBezTo>
                  <a:cubicBezTo>
                    <a:pt x="3649" y="1784"/>
                    <a:pt x="3640" y="1771"/>
                    <a:pt x="3628" y="1753"/>
                  </a:cubicBezTo>
                  <a:cubicBezTo>
                    <a:pt x="3600" y="1705"/>
                    <a:pt x="3594" y="1703"/>
                    <a:pt x="3600" y="1698"/>
                  </a:cubicBezTo>
                  <a:cubicBezTo>
                    <a:pt x="3661" y="1781"/>
                    <a:pt x="3667" y="1780"/>
                    <a:pt x="3671" y="1789"/>
                  </a:cubicBezTo>
                  <a:cubicBezTo>
                    <a:pt x="3762" y="1925"/>
                    <a:pt x="3772" y="1943"/>
                    <a:pt x="3781" y="1958"/>
                  </a:cubicBezTo>
                  <a:cubicBezTo>
                    <a:pt x="3789" y="1977"/>
                    <a:pt x="3792" y="1977"/>
                    <a:pt x="3792" y="1977"/>
                  </a:cubicBezTo>
                  <a:cubicBezTo>
                    <a:pt x="3808" y="2010"/>
                    <a:pt x="3813" y="2006"/>
                    <a:pt x="3808" y="2000"/>
                  </a:cubicBezTo>
                  <a:cubicBezTo>
                    <a:pt x="3787" y="1964"/>
                    <a:pt x="3792" y="1953"/>
                    <a:pt x="3784" y="1954"/>
                  </a:cubicBezTo>
                  <a:cubicBezTo>
                    <a:pt x="3664" y="1770"/>
                    <a:pt x="3663" y="1761"/>
                    <a:pt x="3658" y="1758"/>
                  </a:cubicBezTo>
                  <a:cubicBezTo>
                    <a:pt x="3608" y="1693"/>
                    <a:pt x="3604" y="1687"/>
                    <a:pt x="3601" y="1681"/>
                  </a:cubicBezTo>
                  <a:cubicBezTo>
                    <a:pt x="3568" y="1619"/>
                    <a:pt x="3567" y="1614"/>
                    <a:pt x="3568" y="1609"/>
                  </a:cubicBezTo>
                  <a:cubicBezTo>
                    <a:pt x="3602" y="1650"/>
                    <a:pt x="3605" y="1657"/>
                    <a:pt x="3609" y="1657"/>
                  </a:cubicBezTo>
                  <a:cubicBezTo>
                    <a:pt x="3642" y="1699"/>
                    <a:pt x="3657" y="1709"/>
                    <a:pt x="3670" y="1726"/>
                  </a:cubicBezTo>
                  <a:cubicBezTo>
                    <a:pt x="3726" y="1782"/>
                    <a:pt x="3727" y="1793"/>
                    <a:pt x="3732" y="1792"/>
                  </a:cubicBezTo>
                  <a:cubicBezTo>
                    <a:pt x="3804" y="1897"/>
                    <a:pt x="3811" y="1910"/>
                    <a:pt x="3818" y="1923"/>
                  </a:cubicBezTo>
                  <a:cubicBezTo>
                    <a:pt x="3834" y="1949"/>
                    <a:pt x="3835" y="1944"/>
                    <a:pt x="3833" y="1939"/>
                  </a:cubicBezTo>
                  <a:cubicBezTo>
                    <a:pt x="3805" y="1889"/>
                    <a:pt x="3802" y="1887"/>
                    <a:pt x="3800" y="1881"/>
                  </a:cubicBezTo>
                  <a:cubicBezTo>
                    <a:pt x="3752" y="1810"/>
                    <a:pt x="3747" y="1795"/>
                    <a:pt x="3740" y="1790"/>
                  </a:cubicBezTo>
                  <a:cubicBezTo>
                    <a:pt x="3707" y="1754"/>
                    <a:pt x="3704" y="1747"/>
                    <a:pt x="3701" y="1741"/>
                  </a:cubicBezTo>
                  <a:cubicBezTo>
                    <a:pt x="3666" y="1702"/>
                    <a:pt x="3650" y="1693"/>
                    <a:pt x="3638" y="1674"/>
                  </a:cubicBezTo>
                  <a:cubicBezTo>
                    <a:pt x="3579" y="1610"/>
                    <a:pt x="3577" y="1606"/>
                    <a:pt x="3575" y="1603"/>
                  </a:cubicBezTo>
                  <a:cubicBezTo>
                    <a:pt x="3662" y="1692"/>
                    <a:pt x="3684" y="1707"/>
                    <a:pt x="3705" y="1728"/>
                  </a:cubicBezTo>
                  <a:cubicBezTo>
                    <a:pt x="3780" y="1809"/>
                    <a:pt x="3780" y="1827"/>
                    <a:pt x="3786" y="1824"/>
                  </a:cubicBezTo>
                  <a:cubicBezTo>
                    <a:pt x="3743" y="1752"/>
                    <a:pt x="3728" y="1741"/>
                    <a:pt x="3715" y="1723"/>
                  </a:cubicBezTo>
                  <a:cubicBezTo>
                    <a:pt x="3691" y="1699"/>
                    <a:pt x="3682" y="1693"/>
                    <a:pt x="3674" y="1685"/>
                  </a:cubicBezTo>
                  <a:cubicBezTo>
                    <a:pt x="3656" y="1669"/>
                    <a:pt x="3653" y="1663"/>
                    <a:pt x="3655" y="1661"/>
                  </a:cubicBezTo>
                  <a:cubicBezTo>
                    <a:pt x="3701" y="1699"/>
                    <a:pt x="3704" y="1700"/>
                    <a:pt x="3707" y="1700"/>
                  </a:cubicBezTo>
                  <a:cubicBezTo>
                    <a:pt x="3733" y="1723"/>
                    <a:pt x="3739" y="1726"/>
                    <a:pt x="3744" y="1730"/>
                  </a:cubicBezTo>
                  <a:cubicBezTo>
                    <a:pt x="3810" y="1787"/>
                    <a:pt x="3819" y="1795"/>
                    <a:pt x="3827" y="1803"/>
                  </a:cubicBezTo>
                  <a:cubicBezTo>
                    <a:pt x="3840" y="1813"/>
                    <a:pt x="3840" y="1813"/>
                    <a:pt x="3840" y="1813"/>
                  </a:cubicBezTo>
                  <a:cubicBezTo>
                    <a:pt x="3784" y="1755"/>
                    <a:pt x="3778" y="1742"/>
                    <a:pt x="3769" y="1741"/>
                  </a:cubicBezTo>
                  <a:cubicBezTo>
                    <a:pt x="3733" y="1710"/>
                    <a:pt x="3728" y="1711"/>
                    <a:pt x="3725" y="1703"/>
                  </a:cubicBezTo>
                  <a:cubicBezTo>
                    <a:pt x="3677" y="1667"/>
                    <a:pt x="3672" y="1665"/>
                    <a:pt x="3670" y="1658"/>
                  </a:cubicBezTo>
                  <a:cubicBezTo>
                    <a:pt x="3644" y="1644"/>
                    <a:pt x="3643" y="1636"/>
                    <a:pt x="3639" y="1637"/>
                  </a:cubicBezTo>
                  <a:cubicBezTo>
                    <a:pt x="3601" y="1601"/>
                    <a:pt x="3599" y="1596"/>
                    <a:pt x="3597" y="1593"/>
                  </a:cubicBezTo>
                  <a:cubicBezTo>
                    <a:pt x="3566" y="1555"/>
                    <a:pt x="3560" y="1554"/>
                    <a:pt x="3556" y="1545"/>
                  </a:cubicBezTo>
                  <a:cubicBezTo>
                    <a:pt x="3552" y="1522"/>
                    <a:pt x="3553" y="1536"/>
                    <a:pt x="3559" y="1536"/>
                  </a:cubicBezTo>
                  <a:cubicBezTo>
                    <a:pt x="3580" y="1559"/>
                    <a:pt x="3583" y="1558"/>
                    <a:pt x="3585" y="1562"/>
                  </a:cubicBezTo>
                  <a:cubicBezTo>
                    <a:pt x="3634" y="1600"/>
                    <a:pt x="3637" y="1610"/>
                    <a:pt x="3644" y="1607"/>
                  </a:cubicBezTo>
                  <a:cubicBezTo>
                    <a:pt x="3695" y="1644"/>
                    <a:pt x="3699" y="1652"/>
                    <a:pt x="3705" y="1652"/>
                  </a:cubicBezTo>
                  <a:cubicBezTo>
                    <a:pt x="3754" y="1683"/>
                    <a:pt x="3757" y="1694"/>
                    <a:pt x="3762" y="1695"/>
                  </a:cubicBezTo>
                  <a:cubicBezTo>
                    <a:pt x="3798" y="1722"/>
                    <a:pt x="3801" y="1735"/>
                    <a:pt x="3808" y="1732"/>
                  </a:cubicBezTo>
                  <a:cubicBezTo>
                    <a:pt x="3735" y="1667"/>
                    <a:pt x="3734" y="1659"/>
                    <a:pt x="3730" y="1662"/>
                  </a:cubicBezTo>
                  <a:cubicBezTo>
                    <a:pt x="3691" y="1638"/>
                    <a:pt x="3686" y="1628"/>
                    <a:pt x="3679" y="1626"/>
                  </a:cubicBezTo>
                  <a:cubicBezTo>
                    <a:pt x="3606" y="1569"/>
                    <a:pt x="3593" y="1561"/>
                    <a:pt x="3584" y="1546"/>
                  </a:cubicBezTo>
                  <a:cubicBezTo>
                    <a:pt x="3554" y="1514"/>
                    <a:pt x="3542" y="1501"/>
                    <a:pt x="3531" y="1486"/>
                  </a:cubicBezTo>
                  <a:cubicBezTo>
                    <a:pt x="3515" y="1452"/>
                    <a:pt x="3508" y="1447"/>
                    <a:pt x="3512" y="1445"/>
                  </a:cubicBezTo>
                  <a:cubicBezTo>
                    <a:pt x="3556" y="1505"/>
                    <a:pt x="3567" y="1513"/>
                    <a:pt x="3566" y="1520"/>
                  </a:cubicBezTo>
                  <a:cubicBezTo>
                    <a:pt x="3605" y="1552"/>
                    <a:pt x="3611" y="1553"/>
                    <a:pt x="3616" y="1560"/>
                  </a:cubicBezTo>
                  <a:cubicBezTo>
                    <a:pt x="3676" y="1598"/>
                    <a:pt x="3677" y="1606"/>
                    <a:pt x="3681" y="1605"/>
                  </a:cubicBezTo>
                  <a:cubicBezTo>
                    <a:pt x="3717" y="1624"/>
                    <a:pt x="3722" y="1631"/>
                    <a:pt x="3729" y="1632"/>
                  </a:cubicBezTo>
                  <a:cubicBezTo>
                    <a:pt x="3761" y="1652"/>
                    <a:pt x="3773" y="1659"/>
                    <a:pt x="3786" y="1665"/>
                  </a:cubicBezTo>
                  <a:cubicBezTo>
                    <a:pt x="3834" y="1700"/>
                    <a:pt x="3837" y="1704"/>
                    <a:pt x="3840" y="1705"/>
                  </a:cubicBezTo>
                  <a:close/>
                  <a:moveTo>
                    <a:pt x="3587" y="1208"/>
                  </a:moveTo>
                  <a:cubicBezTo>
                    <a:pt x="3585" y="1207"/>
                    <a:pt x="3582" y="1206"/>
                    <a:pt x="3580" y="1204"/>
                  </a:cubicBezTo>
                  <a:cubicBezTo>
                    <a:pt x="3578" y="1198"/>
                    <a:pt x="3586" y="1205"/>
                    <a:pt x="3587" y="1208"/>
                  </a:cubicBezTo>
                  <a:close/>
                  <a:moveTo>
                    <a:pt x="3234" y="928"/>
                  </a:moveTo>
                  <a:cubicBezTo>
                    <a:pt x="3238" y="930"/>
                    <a:pt x="3243" y="932"/>
                    <a:pt x="3248" y="934"/>
                  </a:cubicBezTo>
                  <a:cubicBezTo>
                    <a:pt x="3256" y="941"/>
                    <a:pt x="3265" y="942"/>
                    <a:pt x="3273" y="950"/>
                  </a:cubicBezTo>
                  <a:cubicBezTo>
                    <a:pt x="3278" y="950"/>
                    <a:pt x="3283" y="953"/>
                    <a:pt x="3287" y="955"/>
                  </a:cubicBezTo>
                  <a:cubicBezTo>
                    <a:pt x="3291" y="957"/>
                    <a:pt x="3295" y="962"/>
                    <a:pt x="3299" y="962"/>
                  </a:cubicBezTo>
                  <a:cubicBezTo>
                    <a:pt x="3308" y="965"/>
                    <a:pt x="3317" y="970"/>
                    <a:pt x="3326" y="974"/>
                  </a:cubicBezTo>
                  <a:cubicBezTo>
                    <a:pt x="3342" y="986"/>
                    <a:pt x="3361" y="990"/>
                    <a:pt x="3376" y="1006"/>
                  </a:cubicBezTo>
                  <a:cubicBezTo>
                    <a:pt x="3381" y="1008"/>
                    <a:pt x="3386" y="1007"/>
                    <a:pt x="3389" y="1014"/>
                  </a:cubicBezTo>
                  <a:cubicBezTo>
                    <a:pt x="3395" y="1010"/>
                    <a:pt x="3396" y="1023"/>
                    <a:pt x="3402" y="1021"/>
                  </a:cubicBezTo>
                  <a:cubicBezTo>
                    <a:pt x="3410" y="1027"/>
                    <a:pt x="3418" y="1034"/>
                    <a:pt x="3427" y="1037"/>
                  </a:cubicBezTo>
                  <a:cubicBezTo>
                    <a:pt x="3430" y="1042"/>
                    <a:pt x="3434" y="1046"/>
                    <a:pt x="3438" y="1047"/>
                  </a:cubicBezTo>
                  <a:cubicBezTo>
                    <a:pt x="3439" y="1050"/>
                    <a:pt x="3436" y="1048"/>
                    <a:pt x="3434" y="1049"/>
                  </a:cubicBezTo>
                  <a:cubicBezTo>
                    <a:pt x="3432" y="1048"/>
                    <a:pt x="3430" y="1047"/>
                    <a:pt x="3428" y="1044"/>
                  </a:cubicBezTo>
                  <a:cubicBezTo>
                    <a:pt x="3422" y="1049"/>
                    <a:pt x="3422" y="1034"/>
                    <a:pt x="3415" y="1041"/>
                  </a:cubicBezTo>
                  <a:cubicBezTo>
                    <a:pt x="3409" y="1031"/>
                    <a:pt x="3400" y="1034"/>
                    <a:pt x="3393" y="1026"/>
                  </a:cubicBezTo>
                  <a:cubicBezTo>
                    <a:pt x="3392" y="1024"/>
                    <a:pt x="3388" y="1027"/>
                    <a:pt x="3387" y="1024"/>
                  </a:cubicBezTo>
                  <a:cubicBezTo>
                    <a:pt x="3386" y="1020"/>
                    <a:pt x="3383" y="1021"/>
                    <a:pt x="3380" y="1022"/>
                  </a:cubicBezTo>
                  <a:cubicBezTo>
                    <a:pt x="3378" y="1015"/>
                    <a:pt x="3372" y="1022"/>
                    <a:pt x="3370" y="1014"/>
                  </a:cubicBezTo>
                  <a:cubicBezTo>
                    <a:pt x="3362" y="1014"/>
                    <a:pt x="3355" y="1007"/>
                    <a:pt x="3347" y="1003"/>
                  </a:cubicBezTo>
                  <a:cubicBezTo>
                    <a:pt x="3338" y="1002"/>
                    <a:pt x="3331" y="995"/>
                    <a:pt x="3323" y="989"/>
                  </a:cubicBezTo>
                  <a:cubicBezTo>
                    <a:pt x="3315" y="989"/>
                    <a:pt x="3307" y="983"/>
                    <a:pt x="3300" y="978"/>
                  </a:cubicBezTo>
                  <a:cubicBezTo>
                    <a:pt x="3296" y="977"/>
                    <a:pt x="3293" y="972"/>
                    <a:pt x="3288" y="971"/>
                  </a:cubicBezTo>
                  <a:cubicBezTo>
                    <a:pt x="3285" y="968"/>
                    <a:pt x="3280" y="971"/>
                    <a:pt x="3278" y="963"/>
                  </a:cubicBezTo>
                  <a:cubicBezTo>
                    <a:pt x="3270" y="961"/>
                    <a:pt x="3264" y="953"/>
                    <a:pt x="3255" y="952"/>
                  </a:cubicBezTo>
                  <a:cubicBezTo>
                    <a:pt x="3254" y="950"/>
                    <a:pt x="3253" y="948"/>
                    <a:pt x="3252" y="946"/>
                  </a:cubicBezTo>
                  <a:cubicBezTo>
                    <a:pt x="3247" y="942"/>
                    <a:pt x="3242" y="939"/>
                    <a:pt x="3236" y="938"/>
                  </a:cubicBezTo>
                  <a:cubicBezTo>
                    <a:pt x="3232" y="933"/>
                    <a:pt x="3228" y="927"/>
                    <a:pt x="3222" y="927"/>
                  </a:cubicBezTo>
                  <a:cubicBezTo>
                    <a:pt x="3222" y="917"/>
                    <a:pt x="3230" y="930"/>
                    <a:pt x="3234" y="928"/>
                  </a:cubicBezTo>
                  <a:close/>
                  <a:moveTo>
                    <a:pt x="3269" y="856"/>
                  </a:moveTo>
                  <a:cubicBezTo>
                    <a:pt x="3278" y="856"/>
                    <a:pt x="3285" y="867"/>
                    <a:pt x="3294" y="867"/>
                  </a:cubicBezTo>
                  <a:cubicBezTo>
                    <a:pt x="3296" y="873"/>
                    <a:pt x="3289" y="865"/>
                    <a:pt x="3287" y="868"/>
                  </a:cubicBezTo>
                  <a:cubicBezTo>
                    <a:pt x="3284" y="866"/>
                    <a:pt x="3281" y="867"/>
                    <a:pt x="3279" y="864"/>
                  </a:cubicBezTo>
                  <a:cubicBezTo>
                    <a:pt x="3274" y="860"/>
                    <a:pt x="3267" y="862"/>
                    <a:pt x="3263" y="855"/>
                  </a:cubicBezTo>
                  <a:cubicBezTo>
                    <a:pt x="3252" y="853"/>
                    <a:pt x="3242" y="851"/>
                    <a:pt x="3231" y="848"/>
                  </a:cubicBezTo>
                  <a:cubicBezTo>
                    <a:pt x="3226" y="845"/>
                    <a:pt x="3221" y="843"/>
                    <a:pt x="3215" y="843"/>
                  </a:cubicBezTo>
                  <a:cubicBezTo>
                    <a:pt x="3211" y="839"/>
                    <a:pt x="3206" y="839"/>
                    <a:pt x="3201" y="838"/>
                  </a:cubicBezTo>
                  <a:cubicBezTo>
                    <a:pt x="3195" y="839"/>
                    <a:pt x="3190" y="834"/>
                    <a:pt x="3185" y="833"/>
                  </a:cubicBezTo>
                  <a:cubicBezTo>
                    <a:pt x="3180" y="832"/>
                    <a:pt x="3175" y="831"/>
                    <a:pt x="3171" y="828"/>
                  </a:cubicBezTo>
                  <a:cubicBezTo>
                    <a:pt x="3161" y="826"/>
                    <a:pt x="3152" y="820"/>
                    <a:pt x="3142" y="820"/>
                  </a:cubicBezTo>
                  <a:cubicBezTo>
                    <a:pt x="3130" y="810"/>
                    <a:pt x="3117" y="809"/>
                    <a:pt x="3105" y="799"/>
                  </a:cubicBezTo>
                  <a:cubicBezTo>
                    <a:pt x="3102" y="800"/>
                    <a:pt x="3098" y="799"/>
                    <a:pt x="3096" y="797"/>
                  </a:cubicBezTo>
                  <a:cubicBezTo>
                    <a:pt x="3094" y="789"/>
                    <a:pt x="3088" y="799"/>
                    <a:pt x="3087" y="791"/>
                  </a:cubicBezTo>
                  <a:cubicBezTo>
                    <a:pt x="3080" y="793"/>
                    <a:pt x="3077" y="781"/>
                    <a:pt x="3069" y="784"/>
                  </a:cubicBezTo>
                  <a:cubicBezTo>
                    <a:pt x="3068" y="781"/>
                    <a:pt x="3066" y="778"/>
                    <a:pt x="3064" y="779"/>
                  </a:cubicBezTo>
                  <a:cubicBezTo>
                    <a:pt x="3064" y="777"/>
                    <a:pt x="3064" y="774"/>
                    <a:pt x="3061" y="775"/>
                  </a:cubicBezTo>
                  <a:cubicBezTo>
                    <a:pt x="3058" y="774"/>
                    <a:pt x="3055" y="769"/>
                    <a:pt x="3052" y="764"/>
                  </a:cubicBezTo>
                  <a:cubicBezTo>
                    <a:pt x="3060" y="762"/>
                    <a:pt x="3065" y="770"/>
                    <a:pt x="3072" y="769"/>
                  </a:cubicBezTo>
                  <a:cubicBezTo>
                    <a:pt x="3077" y="776"/>
                    <a:pt x="3084" y="774"/>
                    <a:pt x="3089" y="781"/>
                  </a:cubicBezTo>
                  <a:cubicBezTo>
                    <a:pt x="3094" y="782"/>
                    <a:pt x="3100" y="782"/>
                    <a:pt x="3104" y="787"/>
                  </a:cubicBezTo>
                  <a:cubicBezTo>
                    <a:pt x="3108" y="787"/>
                    <a:pt x="3112" y="789"/>
                    <a:pt x="3117" y="790"/>
                  </a:cubicBezTo>
                  <a:cubicBezTo>
                    <a:pt x="3125" y="792"/>
                    <a:pt x="3133" y="798"/>
                    <a:pt x="3142" y="801"/>
                  </a:cubicBezTo>
                  <a:cubicBezTo>
                    <a:pt x="3151" y="803"/>
                    <a:pt x="3160" y="806"/>
                    <a:pt x="3169" y="810"/>
                  </a:cubicBezTo>
                  <a:cubicBezTo>
                    <a:pt x="3177" y="812"/>
                    <a:pt x="3186" y="815"/>
                    <a:pt x="3194" y="820"/>
                  </a:cubicBezTo>
                  <a:cubicBezTo>
                    <a:pt x="3196" y="821"/>
                    <a:pt x="3200" y="820"/>
                    <a:pt x="3201" y="824"/>
                  </a:cubicBezTo>
                  <a:cubicBezTo>
                    <a:pt x="3204" y="823"/>
                    <a:pt x="3205" y="827"/>
                    <a:pt x="3208" y="826"/>
                  </a:cubicBezTo>
                  <a:cubicBezTo>
                    <a:pt x="3211" y="830"/>
                    <a:pt x="3217" y="825"/>
                    <a:pt x="3220" y="832"/>
                  </a:cubicBezTo>
                  <a:cubicBezTo>
                    <a:pt x="3229" y="834"/>
                    <a:pt x="3237" y="839"/>
                    <a:pt x="3245" y="843"/>
                  </a:cubicBezTo>
                  <a:cubicBezTo>
                    <a:pt x="3253" y="849"/>
                    <a:pt x="3262" y="849"/>
                    <a:pt x="3269" y="856"/>
                  </a:cubicBezTo>
                  <a:close/>
                  <a:moveTo>
                    <a:pt x="3121" y="851"/>
                  </a:moveTo>
                  <a:cubicBezTo>
                    <a:pt x="3114" y="851"/>
                    <a:pt x="3115" y="840"/>
                    <a:pt x="3113" y="836"/>
                  </a:cubicBezTo>
                  <a:cubicBezTo>
                    <a:pt x="3120" y="836"/>
                    <a:pt x="3119" y="847"/>
                    <a:pt x="3121" y="851"/>
                  </a:cubicBezTo>
                  <a:close/>
                  <a:moveTo>
                    <a:pt x="2966" y="723"/>
                  </a:moveTo>
                  <a:cubicBezTo>
                    <a:pt x="2974" y="724"/>
                    <a:pt x="2969" y="736"/>
                    <a:pt x="2973" y="741"/>
                  </a:cubicBezTo>
                  <a:cubicBezTo>
                    <a:pt x="2967" y="741"/>
                    <a:pt x="2968" y="728"/>
                    <a:pt x="2966" y="723"/>
                  </a:cubicBezTo>
                  <a:close/>
                  <a:moveTo>
                    <a:pt x="3008" y="1016"/>
                  </a:moveTo>
                  <a:cubicBezTo>
                    <a:pt x="3004" y="1017"/>
                    <a:pt x="3007" y="1015"/>
                    <a:pt x="3006" y="1012"/>
                  </a:cubicBezTo>
                  <a:cubicBezTo>
                    <a:pt x="3004" y="1010"/>
                    <a:pt x="3003" y="1008"/>
                    <a:pt x="3002" y="1006"/>
                  </a:cubicBezTo>
                  <a:cubicBezTo>
                    <a:pt x="3001" y="1000"/>
                    <a:pt x="2996" y="993"/>
                    <a:pt x="2997" y="987"/>
                  </a:cubicBezTo>
                  <a:cubicBezTo>
                    <a:pt x="2997" y="982"/>
                    <a:pt x="2990" y="975"/>
                    <a:pt x="2993" y="971"/>
                  </a:cubicBezTo>
                  <a:cubicBezTo>
                    <a:pt x="2990" y="965"/>
                    <a:pt x="2991" y="960"/>
                    <a:pt x="2988" y="954"/>
                  </a:cubicBezTo>
                  <a:cubicBezTo>
                    <a:pt x="2982" y="947"/>
                    <a:pt x="2991" y="944"/>
                    <a:pt x="2984" y="937"/>
                  </a:cubicBezTo>
                  <a:cubicBezTo>
                    <a:pt x="2987" y="935"/>
                    <a:pt x="2982" y="930"/>
                    <a:pt x="2985" y="928"/>
                  </a:cubicBezTo>
                  <a:cubicBezTo>
                    <a:pt x="2985" y="926"/>
                    <a:pt x="2985" y="924"/>
                    <a:pt x="2983" y="921"/>
                  </a:cubicBezTo>
                  <a:cubicBezTo>
                    <a:pt x="2985" y="916"/>
                    <a:pt x="2981" y="910"/>
                    <a:pt x="2983" y="905"/>
                  </a:cubicBezTo>
                  <a:cubicBezTo>
                    <a:pt x="2981" y="894"/>
                    <a:pt x="2982" y="884"/>
                    <a:pt x="2978" y="872"/>
                  </a:cubicBezTo>
                  <a:cubicBezTo>
                    <a:pt x="2981" y="851"/>
                    <a:pt x="2975" y="827"/>
                    <a:pt x="2980" y="805"/>
                  </a:cubicBezTo>
                  <a:cubicBezTo>
                    <a:pt x="2976" y="795"/>
                    <a:pt x="2977" y="786"/>
                    <a:pt x="2974" y="776"/>
                  </a:cubicBezTo>
                  <a:cubicBezTo>
                    <a:pt x="2973" y="766"/>
                    <a:pt x="2969" y="756"/>
                    <a:pt x="2972" y="747"/>
                  </a:cubicBezTo>
                  <a:cubicBezTo>
                    <a:pt x="2979" y="747"/>
                    <a:pt x="2976" y="759"/>
                    <a:pt x="2978" y="763"/>
                  </a:cubicBezTo>
                  <a:cubicBezTo>
                    <a:pt x="2977" y="769"/>
                    <a:pt x="2980" y="775"/>
                    <a:pt x="2980" y="781"/>
                  </a:cubicBezTo>
                  <a:cubicBezTo>
                    <a:pt x="2988" y="789"/>
                    <a:pt x="2979" y="792"/>
                    <a:pt x="2985" y="800"/>
                  </a:cubicBezTo>
                  <a:cubicBezTo>
                    <a:pt x="2984" y="805"/>
                    <a:pt x="2988" y="812"/>
                    <a:pt x="2984" y="817"/>
                  </a:cubicBezTo>
                  <a:cubicBezTo>
                    <a:pt x="2988" y="818"/>
                    <a:pt x="2987" y="820"/>
                    <a:pt x="2988" y="823"/>
                  </a:cubicBezTo>
                  <a:cubicBezTo>
                    <a:pt x="2985" y="826"/>
                    <a:pt x="2991" y="826"/>
                    <a:pt x="2988" y="828"/>
                  </a:cubicBezTo>
                  <a:cubicBezTo>
                    <a:pt x="2988" y="834"/>
                    <a:pt x="2990" y="841"/>
                    <a:pt x="2990" y="846"/>
                  </a:cubicBezTo>
                  <a:cubicBezTo>
                    <a:pt x="2992" y="853"/>
                    <a:pt x="2990" y="858"/>
                    <a:pt x="2992" y="864"/>
                  </a:cubicBezTo>
                  <a:cubicBezTo>
                    <a:pt x="2994" y="871"/>
                    <a:pt x="2988" y="875"/>
                    <a:pt x="2994" y="882"/>
                  </a:cubicBezTo>
                  <a:cubicBezTo>
                    <a:pt x="2989" y="887"/>
                    <a:pt x="2996" y="894"/>
                    <a:pt x="2996" y="900"/>
                  </a:cubicBezTo>
                  <a:cubicBezTo>
                    <a:pt x="2996" y="906"/>
                    <a:pt x="2998" y="912"/>
                    <a:pt x="2998" y="918"/>
                  </a:cubicBezTo>
                  <a:cubicBezTo>
                    <a:pt x="2997" y="930"/>
                    <a:pt x="3002" y="942"/>
                    <a:pt x="2999" y="953"/>
                  </a:cubicBezTo>
                  <a:cubicBezTo>
                    <a:pt x="3003" y="978"/>
                    <a:pt x="3006" y="1001"/>
                    <a:pt x="3017" y="1028"/>
                  </a:cubicBezTo>
                  <a:cubicBezTo>
                    <a:pt x="3012" y="1030"/>
                    <a:pt x="3011" y="1019"/>
                    <a:pt x="3008" y="1016"/>
                  </a:cubicBezTo>
                  <a:close/>
                  <a:moveTo>
                    <a:pt x="3027" y="1036"/>
                  </a:moveTo>
                  <a:cubicBezTo>
                    <a:pt x="3032" y="1033"/>
                    <a:pt x="3024" y="1028"/>
                    <a:pt x="3023" y="1024"/>
                  </a:cubicBezTo>
                  <a:cubicBezTo>
                    <a:pt x="3013" y="970"/>
                    <a:pt x="3013" y="964"/>
                    <a:pt x="3010" y="958"/>
                  </a:cubicBezTo>
                  <a:cubicBezTo>
                    <a:pt x="3009" y="898"/>
                    <a:pt x="3001" y="890"/>
                    <a:pt x="3007" y="886"/>
                  </a:cubicBezTo>
                  <a:cubicBezTo>
                    <a:pt x="2992" y="822"/>
                    <a:pt x="3003" y="819"/>
                    <a:pt x="2998" y="812"/>
                  </a:cubicBezTo>
                  <a:cubicBezTo>
                    <a:pt x="2992" y="771"/>
                    <a:pt x="2986" y="766"/>
                    <a:pt x="2990" y="764"/>
                  </a:cubicBezTo>
                  <a:cubicBezTo>
                    <a:pt x="2983" y="719"/>
                    <a:pt x="2985" y="730"/>
                    <a:pt x="2988" y="733"/>
                  </a:cubicBezTo>
                  <a:cubicBezTo>
                    <a:pt x="3000" y="776"/>
                    <a:pt x="3004" y="782"/>
                    <a:pt x="3003" y="787"/>
                  </a:cubicBezTo>
                  <a:cubicBezTo>
                    <a:pt x="3014" y="823"/>
                    <a:pt x="3013" y="827"/>
                    <a:pt x="3018" y="833"/>
                  </a:cubicBezTo>
                  <a:cubicBezTo>
                    <a:pt x="3023" y="872"/>
                    <a:pt x="3015" y="879"/>
                    <a:pt x="3023" y="890"/>
                  </a:cubicBezTo>
                  <a:cubicBezTo>
                    <a:pt x="3027" y="937"/>
                    <a:pt x="3022" y="940"/>
                    <a:pt x="3027" y="945"/>
                  </a:cubicBezTo>
                  <a:cubicBezTo>
                    <a:pt x="3036" y="1011"/>
                    <a:pt x="3031" y="1019"/>
                    <a:pt x="3037" y="1030"/>
                  </a:cubicBezTo>
                  <a:close/>
                  <a:moveTo>
                    <a:pt x="2998" y="735"/>
                  </a:moveTo>
                  <a:cubicBezTo>
                    <a:pt x="3003" y="732"/>
                    <a:pt x="3005" y="737"/>
                    <a:pt x="3008" y="740"/>
                  </a:cubicBezTo>
                  <a:cubicBezTo>
                    <a:pt x="3006" y="741"/>
                    <a:pt x="3004" y="742"/>
                    <a:pt x="3002" y="744"/>
                  </a:cubicBezTo>
                  <a:cubicBezTo>
                    <a:pt x="3001" y="741"/>
                    <a:pt x="2999" y="738"/>
                    <a:pt x="2998" y="735"/>
                  </a:cubicBezTo>
                  <a:close/>
                  <a:moveTo>
                    <a:pt x="3035" y="859"/>
                  </a:moveTo>
                  <a:cubicBezTo>
                    <a:pt x="3033" y="862"/>
                    <a:pt x="3036" y="867"/>
                    <a:pt x="3037" y="871"/>
                  </a:cubicBezTo>
                  <a:cubicBezTo>
                    <a:pt x="3040" y="880"/>
                    <a:pt x="3037" y="886"/>
                    <a:pt x="3043" y="895"/>
                  </a:cubicBezTo>
                  <a:cubicBezTo>
                    <a:pt x="3041" y="899"/>
                    <a:pt x="3043" y="904"/>
                    <a:pt x="3044" y="908"/>
                  </a:cubicBezTo>
                  <a:cubicBezTo>
                    <a:pt x="3044" y="912"/>
                    <a:pt x="3047" y="917"/>
                    <a:pt x="3046" y="921"/>
                  </a:cubicBezTo>
                  <a:cubicBezTo>
                    <a:pt x="3051" y="926"/>
                    <a:pt x="3043" y="928"/>
                    <a:pt x="3048" y="933"/>
                  </a:cubicBezTo>
                  <a:cubicBezTo>
                    <a:pt x="3046" y="936"/>
                    <a:pt x="3052" y="942"/>
                    <a:pt x="3049" y="944"/>
                  </a:cubicBezTo>
                  <a:cubicBezTo>
                    <a:pt x="3054" y="948"/>
                    <a:pt x="3044" y="955"/>
                    <a:pt x="3051" y="953"/>
                  </a:cubicBezTo>
                  <a:cubicBezTo>
                    <a:pt x="3053" y="958"/>
                    <a:pt x="3047" y="961"/>
                    <a:pt x="3053" y="966"/>
                  </a:cubicBezTo>
                  <a:cubicBezTo>
                    <a:pt x="3054" y="974"/>
                    <a:pt x="3060" y="983"/>
                    <a:pt x="3055" y="989"/>
                  </a:cubicBezTo>
                  <a:cubicBezTo>
                    <a:pt x="3063" y="1007"/>
                    <a:pt x="3055" y="1021"/>
                    <a:pt x="3064" y="1039"/>
                  </a:cubicBezTo>
                  <a:cubicBezTo>
                    <a:pt x="3064" y="1046"/>
                    <a:pt x="3060" y="1052"/>
                    <a:pt x="3066" y="1060"/>
                  </a:cubicBezTo>
                  <a:cubicBezTo>
                    <a:pt x="3061" y="1065"/>
                    <a:pt x="3066" y="1073"/>
                    <a:pt x="3066" y="1079"/>
                  </a:cubicBezTo>
                  <a:cubicBezTo>
                    <a:pt x="3059" y="1084"/>
                    <a:pt x="3069" y="1094"/>
                    <a:pt x="3064" y="1100"/>
                  </a:cubicBezTo>
                  <a:cubicBezTo>
                    <a:pt x="3067" y="1107"/>
                    <a:pt x="3063" y="1112"/>
                    <a:pt x="3067" y="1120"/>
                  </a:cubicBezTo>
                  <a:cubicBezTo>
                    <a:pt x="3062" y="1121"/>
                    <a:pt x="3060" y="1110"/>
                    <a:pt x="3056" y="1106"/>
                  </a:cubicBezTo>
                  <a:cubicBezTo>
                    <a:pt x="3056" y="1100"/>
                    <a:pt x="3049" y="1092"/>
                    <a:pt x="3050" y="1085"/>
                  </a:cubicBezTo>
                  <a:cubicBezTo>
                    <a:pt x="3047" y="1075"/>
                    <a:pt x="3049" y="1065"/>
                    <a:pt x="3046" y="1055"/>
                  </a:cubicBezTo>
                  <a:cubicBezTo>
                    <a:pt x="3048" y="1050"/>
                    <a:pt x="3047" y="1045"/>
                    <a:pt x="3045" y="1039"/>
                  </a:cubicBezTo>
                  <a:cubicBezTo>
                    <a:pt x="3050" y="1035"/>
                    <a:pt x="3042" y="1029"/>
                    <a:pt x="3046" y="1025"/>
                  </a:cubicBezTo>
                  <a:cubicBezTo>
                    <a:pt x="3043" y="1014"/>
                    <a:pt x="3045" y="1005"/>
                    <a:pt x="3042" y="994"/>
                  </a:cubicBezTo>
                  <a:cubicBezTo>
                    <a:pt x="3045" y="991"/>
                    <a:pt x="3038" y="984"/>
                    <a:pt x="3042" y="981"/>
                  </a:cubicBezTo>
                  <a:cubicBezTo>
                    <a:pt x="3040" y="975"/>
                    <a:pt x="3041" y="971"/>
                    <a:pt x="3036" y="965"/>
                  </a:cubicBezTo>
                  <a:cubicBezTo>
                    <a:pt x="3042" y="961"/>
                    <a:pt x="3038" y="955"/>
                    <a:pt x="3035" y="949"/>
                  </a:cubicBezTo>
                  <a:cubicBezTo>
                    <a:pt x="3042" y="946"/>
                    <a:pt x="3035" y="940"/>
                    <a:pt x="3035" y="935"/>
                  </a:cubicBezTo>
                  <a:cubicBezTo>
                    <a:pt x="3042" y="928"/>
                    <a:pt x="3030" y="915"/>
                    <a:pt x="3036" y="908"/>
                  </a:cubicBezTo>
                  <a:cubicBezTo>
                    <a:pt x="3029" y="900"/>
                    <a:pt x="3036" y="897"/>
                    <a:pt x="3032" y="891"/>
                  </a:cubicBezTo>
                  <a:cubicBezTo>
                    <a:pt x="3031" y="886"/>
                    <a:pt x="3032" y="882"/>
                    <a:pt x="3032" y="877"/>
                  </a:cubicBezTo>
                  <a:cubicBezTo>
                    <a:pt x="3031" y="867"/>
                    <a:pt x="3031" y="858"/>
                    <a:pt x="3029" y="848"/>
                  </a:cubicBezTo>
                  <a:cubicBezTo>
                    <a:pt x="3036" y="847"/>
                    <a:pt x="3032" y="856"/>
                    <a:pt x="3035" y="859"/>
                  </a:cubicBezTo>
                  <a:close/>
                  <a:moveTo>
                    <a:pt x="3020" y="794"/>
                  </a:moveTo>
                  <a:cubicBezTo>
                    <a:pt x="3022" y="799"/>
                    <a:pt x="3021" y="803"/>
                    <a:pt x="3026" y="809"/>
                  </a:cubicBezTo>
                  <a:cubicBezTo>
                    <a:pt x="3021" y="813"/>
                    <a:pt x="3030" y="821"/>
                    <a:pt x="3027" y="825"/>
                  </a:cubicBezTo>
                  <a:cubicBezTo>
                    <a:pt x="3033" y="831"/>
                    <a:pt x="3028" y="835"/>
                    <a:pt x="3033" y="841"/>
                  </a:cubicBezTo>
                  <a:cubicBezTo>
                    <a:pt x="3025" y="846"/>
                    <a:pt x="3028" y="832"/>
                    <a:pt x="3026" y="828"/>
                  </a:cubicBezTo>
                  <a:cubicBezTo>
                    <a:pt x="3022" y="822"/>
                    <a:pt x="3025" y="818"/>
                    <a:pt x="3019" y="811"/>
                  </a:cubicBezTo>
                  <a:cubicBezTo>
                    <a:pt x="3023" y="803"/>
                    <a:pt x="3013" y="791"/>
                    <a:pt x="3013" y="781"/>
                  </a:cubicBezTo>
                  <a:cubicBezTo>
                    <a:pt x="3020" y="780"/>
                    <a:pt x="3017" y="790"/>
                    <a:pt x="3020" y="794"/>
                  </a:cubicBezTo>
                  <a:close/>
                  <a:moveTo>
                    <a:pt x="3009" y="726"/>
                  </a:moveTo>
                  <a:cubicBezTo>
                    <a:pt x="3000" y="718"/>
                    <a:pt x="2991" y="710"/>
                    <a:pt x="2981" y="706"/>
                  </a:cubicBezTo>
                  <a:cubicBezTo>
                    <a:pt x="2978" y="701"/>
                    <a:pt x="2988" y="702"/>
                    <a:pt x="2988" y="705"/>
                  </a:cubicBezTo>
                  <a:cubicBezTo>
                    <a:pt x="2991" y="704"/>
                    <a:pt x="2994" y="705"/>
                    <a:pt x="2996" y="709"/>
                  </a:cubicBezTo>
                  <a:cubicBezTo>
                    <a:pt x="3002" y="709"/>
                    <a:pt x="3008" y="713"/>
                    <a:pt x="3013" y="715"/>
                  </a:cubicBezTo>
                  <a:cubicBezTo>
                    <a:pt x="3024" y="722"/>
                    <a:pt x="3036" y="723"/>
                    <a:pt x="3046" y="729"/>
                  </a:cubicBezTo>
                  <a:cubicBezTo>
                    <a:pt x="3057" y="733"/>
                    <a:pt x="3068" y="740"/>
                    <a:pt x="3080" y="740"/>
                  </a:cubicBezTo>
                  <a:cubicBezTo>
                    <a:pt x="3084" y="749"/>
                    <a:pt x="3092" y="742"/>
                    <a:pt x="3096" y="750"/>
                  </a:cubicBezTo>
                  <a:cubicBezTo>
                    <a:pt x="3103" y="748"/>
                    <a:pt x="3106" y="756"/>
                    <a:pt x="3112" y="754"/>
                  </a:cubicBezTo>
                  <a:cubicBezTo>
                    <a:pt x="3122" y="765"/>
                    <a:pt x="3136" y="763"/>
                    <a:pt x="3146" y="771"/>
                  </a:cubicBezTo>
                  <a:cubicBezTo>
                    <a:pt x="3151" y="776"/>
                    <a:pt x="3159" y="772"/>
                    <a:pt x="3163" y="780"/>
                  </a:cubicBezTo>
                  <a:cubicBezTo>
                    <a:pt x="3168" y="781"/>
                    <a:pt x="3174" y="783"/>
                    <a:pt x="3178" y="788"/>
                  </a:cubicBezTo>
                  <a:cubicBezTo>
                    <a:pt x="3189" y="792"/>
                    <a:pt x="3199" y="799"/>
                    <a:pt x="3210" y="805"/>
                  </a:cubicBezTo>
                  <a:cubicBezTo>
                    <a:pt x="3214" y="814"/>
                    <a:pt x="3222" y="809"/>
                    <a:pt x="3225" y="818"/>
                  </a:cubicBezTo>
                  <a:cubicBezTo>
                    <a:pt x="3231" y="818"/>
                    <a:pt x="3235" y="826"/>
                    <a:pt x="3241" y="826"/>
                  </a:cubicBezTo>
                  <a:cubicBezTo>
                    <a:pt x="3242" y="828"/>
                    <a:pt x="3243" y="830"/>
                    <a:pt x="3244" y="832"/>
                  </a:cubicBezTo>
                  <a:cubicBezTo>
                    <a:pt x="3234" y="831"/>
                    <a:pt x="3225" y="823"/>
                    <a:pt x="3215" y="819"/>
                  </a:cubicBezTo>
                  <a:cubicBezTo>
                    <a:pt x="3205" y="814"/>
                    <a:pt x="3195" y="810"/>
                    <a:pt x="3185" y="806"/>
                  </a:cubicBezTo>
                  <a:cubicBezTo>
                    <a:pt x="3181" y="801"/>
                    <a:pt x="3175" y="801"/>
                    <a:pt x="3170" y="798"/>
                  </a:cubicBezTo>
                  <a:cubicBezTo>
                    <a:pt x="3167" y="799"/>
                    <a:pt x="3164" y="798"/>
                    <a:pt x="3162" y="794"/>
                  </a:cubicBezTo>
                  <a:cubicBezTo>
                    <a:pt x="3159" y="797"/>
                    <a:pt x="3158" y="795"/>
                    <a:pt x="3156" y="792"/>
                  </a:cubicBezTo>
                  <a:cubicBezTo>
                    <a:pt x="3150" y="797"/>
                    <a:pt x="3147" y="787"/>
                    <a:pt x="3141" y="790"/>
                  </a:cubicBezTo>
                  <a:cubicBezTo>
                    <a:pt x="3139" y="785"/>
                    <a:pt x="3135" y="789"/>
                    <a:pt x="3133" y="786"/>
                  </a:cubicBezTo>
                  <a:cubicBezTo>
                    <a:pt x="3131" y="785"/>
                    <a:pt x="3129" y="784"/>
                    <a:pt x="3128" y="781"/>
                  </a:cubicBezTo>
                  <a:cubicBezTo>
                    <a:pt x="3122" y="779"/>
                    <a:pt x="3116" y="781"/>
                    <a:pt x="3112" y="777"/>
                  </a:cubicBezTo>
                  <a:cubicBezTo>
                    <a:pt x="3106" y="777"/>
                    <a:pt x="3103" y="770"/>
                    <a:pt x="3097" y="774"/>
                  </a:cubicBezTo>
                  <a:cubicBezTo>
                    <a:pt x="3088" y="764"/>
                    <a:pt x="3077" y="763"/>
                    <a:pt x="3067" y="756"/>
                  </a:cubicBezTo>
                  <a:cubicBezTo>
                    <a:pt x="3056" y="755"/>
                    <a:pt x="3048" y="745"/>
                    <a:pt x="3037" y="743"/>
                  </a:cubicBezTo>
                  <a:cubicBezTo>
                    <a:pt x="3029" y="733"/>
                    <a:pt x="3018" y="734"/>
                    <a:pt x="3009" y="726"/>
                  </a:cubicBezTo>
                  <a:close/>
                  <a:moveTo>
                    <a:pt x="3088" y="932"/>
                  </a:moveTo>
                  <a:cubicBezTo>
                    <a:pt x="3086" y="928"/>
                    <a:pt x="3084" y="924"/>
                    <a:pt x="3081" y="920"/>
                  </a:cubicBezTo>
                  <a:cubicBezTo>
                    <a:pt x="3085" y="915"/>
                    <a:pt x="3078" y="907"/>
                    <a:pt x="3079" y="902"/>
                  </a:cubicBezTo>
                  <a:cubicBezTo>
                    <a:pt x="3082" y="897"/>
                    <a:pt x="3078" y="890"/>
                    <a:pt x="3077" y="884"/>
                  </a:cubicBezTo>
                  <a:cubicBezTo>
                    <a:pt x="3077" y="878"/>
                    <a:pt x="3071" y="871"/>
                    <a:pt x="3072" y="865"/>
                  </a:cubicBezTo>
                  <a:cubicBezTo>
                    <a:pt x="3068" y="861"/>
                    <a:pt x="3070" y="859"/>
                    <a:pt x="3069" y="856"/>
                  </a:cubicBezTo>
                  <a:cubicBezTo>
                    <a:pt x="3067" y="853"/>
                    <a:pt x="3065" y="850"/>
                    <a:pt x="3068" y="848"/>
                  </a:cubicBezTo>
                  <a:cubicBezTo>
                    <a:pt x="3062" y="838"/>
                    <a:pt x="3063" y="821"/>
                    <a:pt x="3054" y="815"/>
                  </a:cubicBezTo>
                  <a:cubicBezTo>
                    <a:pt x="3057" y="813"/>
                    <a:pt x="3053" y="809"/>
                    <a:pt x="3051" y="806"/>
                  </a:cubicBezTo>
                  <a:cubicBezTo>
                    <a:pt x="3049" y="802"/>
                    <a:pt x="3051" y="800"/>
                    <a:pt x="3049" y="796"/>
                  </a:cubicBezTo>
                  <a:cubicBezTo>
                    <a:pt x="3050" y="791"/>
                    <a:pt x="3041" y="784"/>
                    <a:pt x="3048" y="780"/>
                  </a:cubicBezTo>
                  <a:cubicBezTo>
                    <a:pt x="3068" y="811"/>
                    <a:pt x="3067" y="836"/>
                    <a:pt x="3080" y="866"/>
                  </a:cubicBezTo>
                  <a:cubicBezTo>
                    <a:pt x="3079" y="871"/>
                    <a:pt x="3078" y="877"/>
                    <a:pt x="3082" y="884"/>
                  </a:cubicBezTo>
                  <a:cubicBezTo>
                    <a:pt x="3080" y="888"/>
                    <a:pt x="3085" y="895"/>
                    <a:pt x="3083" y="900"/>
                  </a:cubicBezTo>
                  <a:cubicBezTo>
                    <a:pt x="3083" y="905"/>
                    <a:pt x="3086" y="911"/>
                    <a:pt x="3087" y="916"/>
                  </a:cubicBezTo>
                  <a:cubicBezTo>
                    <a:pt x="3085" y="921"/>
                    <a:pt x="3090" y="927"/>
                    <a:pt x="3088" y="932"/>
                  </a:cubicBezTo>
                  <a:cubicBezTo>
                    <a:pt x="3095" y="940"/>
                    <a:pt x="3082" y="936"/>
                    <a:pt x="3088" y="932"/>
                  </a:cubicBezTo>
                  <a:close/>
                  <a:moveTo>
                    <a:pt x="3098" y="1017"/>
                  </a:moveTo>
                  <a:cubicBezTo>
                    <a:pt x="3095" y="1012"/>
                    <a:pt x="3099" y="1010"/>
                    <a:pt x="3094" y="1005"/>
                  </a:cubicBezTo>
                  <a:cubicBezTo>
                    <a:pt x="3100" y="1001"/>
                    <a:pt x="3093" y="994"/>
                    <a:pt x="3097" y="990"/>
                  </a:cubicBezTo>
                  <a:cubicBezTo>
                    <a:pt x="3099" y="995"/>
                    <a:pt x="3100" y="1000"/>
                    <a:pt x="3097" y="1004"/>
                  </a:cubicBezTo>
                  <a:cubicBezTo>
                    <a:pt x="3101" y="1012"/>
                    <a:pt x="3100" y="1019"/>
                    <a:pt x="3101" y="1026"/>
                  </a:cubicBezTo>
                  <a:cubicBezTo>
                    <a:pt x="3097" y="1027"/>
                    <a:pt x="3100" y="1024"/>
                    <a:pt x="3099" y="1022"/>
                  </a:cubicBezTo>
                  <a:cubicBezTo>
                    <a:pt x="3097" y="1020"/>
                    <a:pt x="3097" y="1018"/>
                    <a:pt x="3098" y="1017"/>
                  </a:cubicBezTo>
                  <a:close/>
                  <a:moveTo>
                    <a:pt x="3102" y="1037"/>
                  </a:moveTo>
                  <a:cubicBezTo>
                    <a:pt x="3104" y="1040"/>
                    <a:pt x="3102" y="1040"/>
                    <a:pt x="3102" y="1042"/>
                  </a:cubicBezTo>
                  <a:cubicBezTo>
                    <a:pt x="3103" y="1051"/>
                    <a:pt x="3095" y="1030"/>
                    <a:pt x="3102" y="1037"/>
                  </a:cubicBezTo>
                  <a:close/>
                  <a:moveTo>
                    <a:pt x="3133" y="1125"/>
                  </a:moveTo>
                  <a:cubicBezTo>
                    <a:pt x="3136" y="1144"/>
                    <a:pt x="3134" y="1162"/>
                    <a:pt x="3134" y="1180"/>
                  </a:cubicBezTo>
                  <a:cubicBezTo>
                    <a:pt x="3121" y="1261"/>
                    <a:pt x="3124" y="1266"/>
                    <a:pt x="3120" y="1270"/>
                  </a:cubicBezTo>
                  <a:cubicBezTo>
                    <a:pt x="3117" y="1275"/>
                    <a:pt x="3119" y="1274"/>
                    <a:pt x="3118" y="1271"/>
                  </a:cubicBezTo>
                  <a:cubicBezTo>
                    <a:pt x="3121" y="1257"/>
                    <a:pt x="3119" y="1254"/>
                    <a:pt x="3118" y="1252"/>
                  </a:cubicBezTo>
                  <a:cubicBezTo>
                    <a:pt x="3118" y="1228"/>
                    <a:pt x="3121" y="1224"/>
                    <a:pt x="3121" y="1220"/>
                  </a:cubicBezTo>
                  <a:cubicBezTo>
                    <a:pt x="3122" y="1171"/>
                    <a:pt x="3120" y="1162"/>
                    <a:pt x="3122" y="1154"/>
                  </a:cubicBezTo>
                  <a:cubicBezTo>
                    <a:pt x="3120" y="1095"/>
                    <a:pt x="3117" y="1089"/>
                    <a:pt x="3118" y="1085"/>
                  </a:cubicBezTo>
                  <a:cubicBezTo>
                    <a:pt x="3110" y="1040"/>
                    <a:pt x="3113" y="1036"/>
                    <a:pt x="3112" y="1031"/>
                  </a:cubicBezTo>
                  <a:cubicBezTo>
                    <a:pt x="3101" y="953"/>
                    <a:pt x="3102" y="945"/>
                    <a:pt x="3098" y="935"/>
                  </a:cubicBezTo>
                  <a:cubicBezTo>
                    <a:pt x="3089" y="874"/>
                    <a:pt x="3092" y="870"/>
                    <a:pt x="3088" y="864"/>
                  </a:cubicBezTo>
                  <a:cubicBezTo>
                    <a:pt x="3074" y="793"/>
                    <a:pt x="3077" y="807"/>
                    <a:pt x="3084" y="806"/>
                  </a:cubicBezTo>
                  <a:cubicBezTo>
                    <a:pt x="3106" y="855"/>
                    <a:pt x="3107" y="860"/>
                    <a:pt x="3110" y="865"/>
                  </a:cubicBezTo>
                  <a:cubicBezTo>
                    <a:pt x="3119" y="919"/>
                    <a:pt x="3123" y="929"/>
                    <a:pt x="3125" y="939"/>
                  </a:cubicBezTo>
                  <a:cubicBezTo>
                    <a:pt x="3124" y="973"/>
                    <a:pt x="3130" y="984"/>
                    <a:pt x="3128" y="992"/>
                  </a:cubicBezTo>
                  <a:cubicBezTo>
                    <a:pt x="3131" y="1008"/>
                    <a:pt x="3129" y="1011"/>
                    <a:pt x="3129" y="1013"/>
                  </a:cubicBezTo>
                  <a:cubicBezTo>
                    <a:pt x="3134" y="1056"/>
                    <a:pt x="3135" y="1065"/>
                    <a:pt x="3133" y="1073"/>
                  </a:cubicBezTo>
                  <a:close/>
                  <a:moveTo>
                    <a:pt x="3146" y="1143"/>
                  </a:moveTo>
                  <a:cubicBezTo>
                    <a:pt x="3139" y="1144"/>
                    <a:pt x="3146" y="1139"/>
                    <a:pt x="3144" y="1135"/>
                  </a:cubicBezTo>
                  <a:cubicBezTo>
                    <a:pt x="3141" y="1129"/>
                    <a:pt x="3149" y="1134"/>
                    <a:pt x="3146" y="1143"/>
                  </a:cubicBezTo>
                  <a:close/>
                  <a:moveTo>
                    <a:pt x="3147" y="967"/>
                  </a:moveTo>
                  <a:cubicBezTo>
                    <a:pt x="3145" y="973"/>
                    <a:pt x="3147" y="979"/>
                    <a:pt x="3145" y="984"/>
                  </a:cubicBezTo>
                  <a:cubicBezTo>
                    <a:pt x="3149" y="991"/>
                    <a:pt x="3145" y="996"/>
                    <a:pt x="3144" y="1001"/>
                  </a:cubicBezTo>
                  <a:cubicBezTo>
                    <a:pt x="3149" y="1023"/>
                    <a:pt x="3149" y="1042"/>
                    <a:pt x="3149" y="1062"/>
                  </a:cubicBezTo>
                  <a:cubicBezTo>
                    <a:pt x="3146" y="1071"/>
                    <a:pt x="3150" y="1082"/>
                    <a:pt x="3146" y="1091"/>
                  </a:cubicBezTo>
                  <a:cubicBezTo>
                    <a:pt x="3152" y="1102"/>
                    <a:pt x="3144" y="1110"/>
                    <a:pt x="3147" y="1120"/>
                  </a:cubicBezTo>
                  <a:cubicBezTo>
                    <a:pt x="3141" y="1123"/>
                    <a:pt x="3146" y="1114"/>
                    <a:pt x="3144" y="1111"/>
                  </a:cubicBezTo>
                  <a:cubicBezTo>
                    <a:pt x="3144" y="1107"/>
                    <a:pt x="3144" y="1103"/>
                    <a:pt x="3145" y="1099"/>
                  </a:cubicBezTo>
                  <a:cubicBezTo>
                    <a:pt x="3144" y="1091"/>
                    <a:pt x="3143" y="1084"/>
                    <a:pt x="3146" y="1077"/>
                  </a:cubicBezTo>
                  <a:cubicBezTo>
                    <a:pt x="3144" y="1068"/>
                    <a:pt x="3143" y="1060"/>
                    <a:pt x="3143" y="1051"/>
                  </a:cubicBezTo>
                  <a:cubicBezTo>
                    <a:pt x="3145" y="1048"/>
                    <a:pt x="3142" y="1043"/>
                    <a:pt x="3141" y="1039"/>
                  </a:cubicBezTo>
                  <a:cubicBezTo>
                    <a:pt x="3146" y="1037"/>
                    <a:pt x="3140" y="1032"/>
                    <a:pt x="3144" y="1029"/>
                  </a:cubicBezTo>
                  <a:cubicBezTo>
                    <a:pt x="3140" y="1021"/>
                    <a:pt x="3138" y="1014"/>
                    <a:pt x="3139" y="1007"/>
                  </a:cubicBezTo>
                  <a:cubicBezTo>
                    <a:pt x="3139" y="1003"/>
                    <a:pt x="3139" y="1000"/>
                    <a:pt x="3139" y="996"/>
                  </a:cubicBezTo>
                  <a:cubicBezTo>
                    <a:pt x="3141" y="994"/>
                    <a:pt x="3134" y="988"/>
                    <a:pt x="3138" y="986"/>
                  </a:cubicBezTo>
                  <a:cubicBezTo>
                    <a:pt x="3136" y="972"/>
                    <a:pt x="3137" y="959"/>
                    <a:pt x="3134" y="945"/>
                  </a:cubicBezTo>
                  <a:cubicBezTo>
                    <a:pt x="3135" y="918"/>
                    <a:pt x="3119" y="886"/>
                    <a:pt x="3120" y="859"/>
                  </a:cubicBezTo>
                  <a:cubicBezTo>
                    <a:pt x="3127" y="860"/>
                    <a:pt x="3129" y="873"/>
                    <a:pt x="3131" y="878"/>
                  </a:cubicBezTo>
                  <a:cubicBezTo>
                    <a:pt x="3130" y="883"/>
                    <a:pt x="3136" y="891"/>
                    <a:pt x="3136" y="897"/>
                  </a:cubicBezTo>
                  <a:cubicBezTo>
                    <a:pt x="3134" y="902"/>
                    <a:pt x="3140" y="909"/>
                    <a:pt x="3138" y="915"/>
                  </a:cubicBezTo>
                  <a:cubicBezTo>
                    <a:pt x="3140" y="918"/>
                    <a:pt x="3140" y="921"/>
                    <a:pt x="3138" y="923"/>
                  </a:cubicBezTo>
                  <a:cubicBezTo>
                    <a:pt x="3142" y="924"/>
                    <a:pt x="3140" y="926"/>
                    <a:pt x="3141" y="929"/>
                  </a:cubicBezTo>
                  <a:cubicBezTo>
                    <a:pt x="3145" y="943"/>
                    <a:pt x="3143" y="954"/>
                    <a:pt x="3147" y="967"/>
                  </a:cubicBezTo>
                  <a:close/>
                  <a:moveTo>
                    <a:pt x="3300" y="1035"/>
                  </a:moveTo>
                  <a:cubicBezTo>
                    <a:pt x="3295" y="1028"/>
                    <a:pt x="3289" y="1022"/>
                    <a:pt x="3282" y="1018"/>
                  </a:cubicBezTo>
                  <a:cubicBezTo>
                    <a:pt x="3274" y="1001"/>
                    <a:pt x="3280" y="1009"/>
                    <a:pt x="3288" y="1009"/>
                  </a:cubicBezTo>
                  <a:cubicBezTo>
                    <a:pt x="3320" y="1033"/>
                    <a:pt x="3323" y="1035"/>
                    <a:pt x="3327" y="1034"/>
                  </a:cubicBezTo>
                  <a:cubicBezTo>
                    <a:pt x="3370" y="1056"/>
                    <a:pt x="3372" y="1065"/>
                    <a:pt x="3376" y="1063"/>
                  </a:cubicBezTo>
                  <a:cubicBezTo>
                    <a:pt x="3411" y="1085"/>
                    <a:pt x="3419" y="1084"/>
                    <a:pt x="3425" y="1090"/>
                  </a:cubicBezTo>
                  <a:cubicBezTo>
                    <a:pt x="3450" y="1102"/>
                    <a:pt x="3451" y="1113"/>
                    <a:pt x="3455" y="1111"/>
                  </a:cubicBezTo>
                  <a:cubicBezTo>
                    <a:pt x="3509" y="1144"/>
                    <a:pt x="3517" y="1145"/>
                    <a:pt x="3523" y="1152"/>
                  </a:cubicBezTo>
                  <a:cubicBezTo>
                    <a:pt x="3573" y="1200"/>
                    <a:pt x="3569" y="1200"/>
                    <a:pt x="3566" y="1195"/>
                  </a:cubicBezTo>
                  <a:cubicBezTo>
                    <a:pt x="3552" y="1189"/>
                    <a:pt x="3548" y="1189"/>
                    <a:pt x="3545" y="1185"/>
                  </a:cubicBezTo>
                  <a:cubicBezTo>
                    <a:pt x="3524" y="1178"/>
                    <a:pt x="3521" y="1172"/>
                    <a:pt x="3516" y="1174"/>
                  </a:cubicBezTo>
                  <a:cubicBezTo>
                    <a:pt x="3469" y="1147"/>
                    <a:pt x="3462" y="1147"/>
                    <a:pt x="3456" y="1140"/>
                  </a:cubicBezTo>
                  <a:cubicBezTo>
                    <a:pt x="3430" y="1127"/>
                    <a:pt x="3424" y="1119"/>
                    <a:pt x="3417" y="1119"/>
                  </a:cubicBezTo>
                  <a:cubicBezTo>
                    <a:pt x="3373" y="1091"/>
                    <a:pt x="3369" y="1091"/>
                    <a:pt x="3366" y="1088"/>
                  </a:cubicBezTo>
                  <a:cubicBezTo>
                    <a:pt x="3343" y="1075"/>
                    <a:pt x="3342" y="1066"/>
                    <a:pt x="3338" y="1068"/>
                  </a:cubicBezTo>
                  <a:close/>
                  <a:moveTo>
                    <a:pt x="3392" y="1172"/>
                  </a:moveTo>
                  <a:cubicBezTo>
                    <a:pt x="3385" y="1167"/>
                    <a:pt x="3378" y="1163"/>
                    <a:pt x="3372" y="1156"/>
                  </a:cubicBezTo>
                  <a:cubicBezTo>
                    <a:pt x="3399" y="1168"/>
                    <a:pt x="3400" y="1175"/>
                    <a:pt x="3404" y="1173"/>
                  </a:cubicBezTo>
                  <a:cubicBezTo>
                    <a:pt x="3454" y="1209"/>
                    <a:pt x="3460" y="1205"/>
                    <a:pt x="3464" y="1212"/>
                  </a:cubicBezTo>
                  <a:cubicBezTo>
                    <a:pt x="3514" y="1237"/>
                    <a:pt x="3515" y="1240"/>
                    <a:pt x="3516" y="1240"/>
                  </a:cubicBezTo>
                  <a:cubicBezTo>
                    <a:pt x="3547" y="1261"/>
                    <a:pt x="3553" y="1261"/>
                    <a:pt x="3558" y="1266"/>
                  </a:cubicBezTo>
                  <a:cubicBezTo>
                    <a:pt x="3637" y="1326"/>
                    <a:pt x="3641" y="1334"/>
                    <a:pt x="3647" y="1335"/>
                  </a:cubicBezTo>
                  <a:cubicBezTo>
                    <a:pt x="3634" y="1330"/>
                    <a:pt x="3626" y="1332"/>
                    <a:pt x="3621" y="1328"/>
                  </a:cubicBezTo>
                  <a:cubicBezTo>
                    <a:pt x="3579" y="1307"/>
                    <a:pt x="3575" y="1297"/>
                    <a:pt x="3568" y="1298"/>
                  </a:cubicBezTo>
                  <a:cubicBezTo>
                    <a:pt x="3521" y="1272"/>
                    <a:pt x="3509" y="1264"/>
                    <a:pt x="3498" y="1256"/>
                  </a:cubicBezTo>
                  <a:cubicBezTo>
                    <a:pt x="3474" y="1243"/>
                    <a:pt x="3469" y="1237"/>
                    <a:pt x="3463" y="1235"/>
                  </a:cubicBezTo>
                  <a:cubicBezTo>
                    <a:pt x="3427" y="1207"/>
                    <a:pt x="3421" y="1204"/>
                    <a:pt x="3416" y="1199"/>
                  </a:cubicBezTo>
                  <a:cubicBezTo>
                    <a:pt x="3398" y="1177"/>
                    <a:pt x="3390" y="1177"/>
                    <a:pt x="3392" y="1172"/>
                  </a:cubicBezTo>
                  <a:close/>
                  <a:moveTo>
                    <a:pt x="3445" y="1360"/>
                  </a:moveTo>
                  <a:cubicBezTo>
                    <a:pt x="3442" y="1357"/>
                    <a:pt x="3445" y="1354"/>
                    <a:pt x="3442" y="1351"/>
                  </a:cubicBezTo>
                  <a:cubicBezTo>
                    <a:pt x="3444" y="1343"/>
                    <a:pt x="3447" y="1359"/>
                    <a:pt x="3446" y="1362"/>
                  </a:cubicBezTo>
                  <a:cubicBezTo>
                    <a:pt x="3447" y="1367"/>
                    <a:pt x="3442" y="1362"/>
                    <a:pt x="3445" y="1360"/>
                  </a:cubicBezTo>
                  <a:close/>
                  <a:moveTo>
                    <a:pt x="3455" y="1340"/>
                  </a:moveTo>
                  <a:cubicBezTo>
                    <a:pt x="3447" y="1340"/>
                    <a:pt x="3456" y="1330"/>
                    <a:pt x="3449" y="1325"/>
                  </a:cubicBezTo>
                  <a:cubicBezTo>
                    <a:pt x="3457" y="1325"/>
                    <a:pt x="3457" y="1337"/>
                    <a:pt x="3455" y="1340"/>
                  </a:cubicBezTo>
                  <a:close/>
                  <a:moveTo>
                    <a:pt x="3500" y="1553"/>
                  </a:moveTo>
                  <a:cubicBezTo>
                    <a:pt x="3499" y="1556"/>
                    <a:pt x="3499" y="1560"/>
                    <a:pt x="3499" y="1564"/>
                  </a:cubicBezTo>
                  <a:cubicBezTo>
                    <a:pt x="3491" y="1619"/>
                    <a:pt x="3494" y="1624"/>
                    <a:pt x="3490" y="1627"/>
                  </a:cubicBezTo>
                  <a:cubicBezTo>
                    <a:pt x="3483" y="1671"/>
                    <a:pt x="3478" y="1679"/>
                    <a:pt x="3476" y="1687"/>
                  </a:cubicBezTo>
                  <a:cubicBezTo>
                    <a:pt x="3467" y="1740"/>
                    <a:pt x="3458" y="1742"/>
                    <a:pt x="3461" y="1747"/>
                  </a:cubicBezTo>
                  <a:cubicBezTo>
                    <a:pt x="3453" y="1766"/>
                    <a:pt x="3455" y="1770"/>
                    <a:pt x="3453" y="1771"/>
                  </a:cubicBezTo>
                  <a:cubicBezTo>
                    <a:pt x="3426" y="1843"/>
                    <a:pt x="3420" y="1858"/>
                    <a:pt x="3413" y="1873"/>
                  </a:cubicBezTo>
                  <a:cubicBezTo>
                    <a:pt x="3404" y="1901"/>
                    <a:pt x="3407" y="1906"/>
                    <a:pt x="3403" y="1909"/>
                  </a:cubicBezTo>
                  <a:cubicBezTo>
                    <a:pt x="3400" y="1933"/>
                    <a:pt x="3398" y="1933"/>
                    <a:pt x="3396" y="1929"/>
                  </a:cubicBezTo>
                  <a:cubicBezTo>
                    <a:pt x="3399" y="1898"/>
                    <a:pt x="3401" y="1890"/>
                    <a:pt x="3402" y="1882"/>
                  </a:cubicBezTo>
                  <a:cubicBezTo>
                    <a:pt x="3404" y="1867"/>
                    <a:pt x="3401" y="1862"/>
                    <a:pt x="3404" y="1859"/>
                  </a:cubicBezTo>
                  <a:cubicBezTo>
                    <a:pt x="3410" y="1820"/>
                    <a:pt x="3415" y="1817"/>
                    <a:pt x="3414" y="1813"/>
                  </a:cubicBezTo>
                  <a:cubicBezTo>
                    <a:pt x="3428" y="1760"/>
                    <a:pt x="3435" y="1755"/>
                    <a:pt x="3430" y="1746"/>
                  </a:cubicBezTo>
                  <a:cubicBezTo>
                    <a:pt x="3449" y="1702"/>
                    <a:pt x="3445" y="1698"/>
                    <a:pt x="3447" y="1695"/>
                  </a:cubicBezTo>
                  <a:cubicBezTo>
                    <a:pt x="3457" y="1660"/>
                    <a:pt x="3460" y="1653"/>
                    <a:pt x="3463" y="1645"/>
                  </a:cubicBezTo>
                  <a:cubicBezTo>
                    <a:pt x="3471" y="1615"/>
                    <a:pt x="3473" y="1607"/>
                    <a:pt x="3475" y="1600"/>
                  </a:cubicBezTo>
                  <a:cubicBezTo>
                    <a:pt x="3486" y="1539"/>
                    <a:pt x="3485" y="1529"/>
                    <a:pt x="3490" y="1520"/>
                  </a:cubicBezTo>
                  <a:cubicBezTo>
                    <a:pt x="3496" y="1430"/>
                    <a:pt x="3496" y="1441"/>
                    <a:pt x="3495" y="1443"/>
                  </a:cubicBezTo>
                  <a:cubicBezTo>
                    <a:pt x="3501" y="1487"/>
                    <a:pt x="3502" y="1497"/>
                    <a:pt x="3499" y="1507"/>
                  </a:cubicBezTo>
                  <a:close/>
                  <a:moveTo>
                    <a:pt x="3614" y="1747"/>
                  </a:moveTo>
                  <a:cubicBezTo>
                    <a:pt x="3615" y="1752"/>
                    <a:pt x="3611" y="1747"/>
                    <a:pt x="3610" y="1744"/>
                  </a:cubicBezTo>
                  <a:cubicBezTo>
                    <a:pt x="3609" y="1740"/>
                    <a:pt x="3613" y="1744"/>
                    <a:pt x="3614" y="1747"/>
                  </a:cubicBezTo>
                  <a:close/>
                  <a:moveTo>
                    <a:pt x="3553" y="1558"/>
                  </a:moveTo>
                  <a:cubicBezTo>
                    <a:pt x="3543" y="1561"/>
                    <a:pt x="3548" y="1551"/>
                    <a:pt x="3542" y="1545"/>
                  </a:cubicBezTo>
                  <a:cubicBezTo>
                    <a:pt x="3547" y="1543"/>
                    <a:pt x="3549" y="1555"/>
                    <a:pt x="3553" y="1558"/>
                  </a:cubicBezTo>
                  <a:close/>
                  <a:moveTo>
                    <a:pt x="3540" y="1637"/>
                  </a:moveTo>
                  <a:cubicBezTo>
                    <a:pt x="3542" y="1631"/>
                    <a:pt x="3540" y="1625"/>
                    <a:pt x="3541" y="1619"/>
                  </a:cubicBezTo>
                  <a:cubicBezTo>
                    <a:pt x="3549" y="1619"/>
                    <a:pt x="3541" y="1630"/>
                    <a:pt x="3544" y="1634"/>
                  </a:cubicBezTo>
                  <a:cubicBezTo>
                    <a:pt x="3542" y="1640"/>
                    <a:pt x="3542" y="1645"/>
                    <a:pt x="3543" y="1651"/>
                  </a:cubicBezTo>
                  <a:cubicBezTo>
                    <a:pt x="3535" y="1651"/>
                    <a:pt x="3543" y="1641"/>
                    <a:pt x="3540" y="1637"/>
                  </a:cubicBezTo>
                  <a:close/>
                  <a:moveTo>
                    <a:pt x="3531" y="1530"/>
                  </a:moveTo>
                  <a:cubicBezTo>
                    <a:pt x="3523" y="1527"/>
                    <a:pt x="3522" y="1512"/>
                    <a:pt x="3520" y="1506"/>
                  </a:cubicBezTo>
                  <a:cubicBezTo>
                    <a:pt x="3527" y="1508"/>
                    <a:pt x="3523" y="1522"/>
                    <a:pt x="3531" y="1530"/>
                  </a:cubicBezTo>
                  <a:close/>
                  <a:moveTo>
                    <a:pt x="3515" y="1492"/>
                  </a:moveTo>
                  <a:cubicBezTo>
                    <a:pt x="3503" y="1494"/>
                    <a:pt x="3514" y="1480"/>
                    <a:pt x="3506" y="1473"/>
                  </a:cubicBezTo>
                  <a:cubicBezTo>
                    <a:pt x="3517" y="1475"/>
                    <a:pt x="3507" y="1485"/>
                    <a:pt x="3515" y="1492"/>
                  </a:cubicBezTo>
                  <a:close/>
                  <a:moveTo>
                    <a:pt x="3814" y="0"/>
                  </a:moveTo>
                  <a:cubicBezTo>
                    <a:pt x="3805" y="0"/>
                    <a:pt x="3805" y="0"/>
                    <a:pt x="3805" y="0"/>
                  </a:cubicBezTo>
                  <a:cubicBezTo>
                    <a:pt x="3810" y="6"/>
                    <a:pt x="3814" y="12"/>
                    <a:pt x="3821" y="18"/>
                  </a:cubicBezTo>
                  <a:cubicBezTo>
                    <a:pt x="3827" y="24"/>
                    <a:pt x="3834" y="30"/>
                    <a:pt x="3840" y="36"/>
                  </a:cubicBezTo>
                  <a:cubicBezTo>
                    <a:pt x="3840" y="26"/>
                    <a:pt x="3840" y="26"/>
                    <a:pt x="3840" y="26"/>
                  </a:cubicBezTo>
                  <a:cubicBezTo>
                    <a:pt x="3831" y="18"/>
                    <a:pt x="3823" y="9"/>
                    <a:pt x="3814" y="1"/>
                  </a:cubicBezTo>
                  <a:cubicBezTo>
                    <a:pt x="3814" y="1"/>
                    <a:pt x="3814" y="1"/>
                    <a:pt x="3814" y="0"/>
                  </a:cubicBezTo>
                  <a:close/>
                  <a:moveTo>
                    <a:pt x="3831" y="0"/>
                  </a:moveTo>
                  <a:cubicBezTo>
                    <a:pt x="3834" y="2"/>
                    <a:pt x="3835" y="3"/>
                    <a:pt x="3837" y="7"/>
                  </a:cubicBezTo>
                  <a:cubicBezTo>
                    <a:pt x="3838" y="7"/>
                    <a:pt x="3839" y="7"/>
                    <a:pt x="3840" y="8"/>
                  </a:cubicBezTo>
                  <a:cubicBezTo>
                    <a:pt x="3840" y="0"/>
                    <a:pt x="3840" y="0"/>
                    <a:pt x="3840" y="0"/>
                  </a:cubicBezTo>
                  <a:lnTo>
                    <a:pt x="3831" y="0"/>
                  </a:lnTo>
                  <a:close/>
                  <a:moveTo>
                    <a:pt x="740" y="250"/>
                  </a:moveTo>
                  <a:cubicBezTo>
                    <a:pt x="740" y="254"/>
                    <a:pt x="736" y="252"/>
                    <a:pt x="734" y="250"/>
                  </a:cubicBezTo>
                  <a:cubicBezTo>
                    <a:pt x="700" y="243"/>
                    <a:pt x="693" y="242"/>
                    <a:pt x="688" y="238"/>
                  </a:cubicBezTo>
                  <a:cubicBezTo>
                    <a:pt x="649" y="218"/>
                    <a:pt x="646" y="213"/>
                    <a:pt x="639" y="211"/>
                  </a:cubicBezTo>
                  <a:cubicBezTo>
                    <a:pt x="605" y="186"/>
                    <a:pt x="597" y="185"/>
                    <a:pt x="594" y="179"/>
                  </a:cubicBezTo>
                  <a:cubicBezTo>
                    <a:pt x="566" y="166"/>
                    <a:pt x="569" y="159"/>
                    <a:pt x="564" y="159"/>
                  </a:cubicBezTo>
                  <a:cubicBezTo>
                    <a:pt x="529" y="136"/>
                    <a:pt x="526" y="135"/>
                    <a:pt x="525" y="132"/>
                  </a:cubicBezTo>
                  <a:cubicBezTo>
                    <a:pt x="512" y="117"/>
                    <a:pt x="505" y="119"/>
                    <a:pt x="506" y="114"/>
                  </a:cubicBezTo>
                  <a:cubicBezTo>
                    <a:pt x="484" y="93"/>
                    <a:pt x="478" y="94"/>
                    <a:pt x="478" y="90"/>
                  </a:cubicBezTo>
                  <a:cubicBezTo>
                    <a:pt x="454" y="72"/>
                    <a:pt x="447" y="64"/>
                    <a:pt x="437" y="58"/>
                  </a:cubicBezTo>
                  <a:cubicBezTo>
                    <a:pt x="424" y="42"/>
                    <a:pt x="416" y="42"/>
                    <a:pt x="414" y="36"/>
                  </a:cubicBezTo>
                  <a:cubicBezTo>
                    <a:pt x="402" y="18"/>
                    <a:pt x="391" y="21"/>
                    <a:pt x="390" y="14"/>
                  </a:cubicBezTo>
                  <a:cubicBezTo>
                    <a:pt x="372" y="9"/>
                    <a:pt x="380" y="20"/>
                    <a:pt x="392" y="27"/>
                  </a:cubicBezTo>
                  <a:cubicBezTo>
                    <a:pt x="405" y="43"/>
                    <a:pt x="409" y="42"/>
                    <a:pt x="409" y="45"/>
                  </a:cubicBezTo>
                  <a:cubicBezTo>
                    <a:pt x="474" y="97"/>
                    <a:pt x="479" y="102"/>
                    <a:pt x="484" y="109"/>
                  </a:cubicBezTo>
                  <a:cubicBezTo>
                    <a:pt x="530" y="145"/>
                    <a:pt x="540" y="147"/>
                    <a:pt x="544" y="154"/>
                  </a:cubicBezTo>
                  <a:cubicBezTo>
                    <a:pt x="580" y="177"/>
                    <a:pt x="581" y="181"/>
                    <a:pt x="587" y="182"/>
                  </a:cubicBezTo>
                  <a:cubicBezTo>
                    <a:pt x="639" y="211"/>
                    <a:pt x="642" y="220"/>
                    <a:pt x="652" y="222"/>
                  </a:cubicBezTo>
                  <a:cubicBezTo>
                    <a:pt x="676" y="237"/>
                    <a:pt x="673" y="238"/>
                    <a:pt x="671" y="238"/>
                  </a:cubicBezTo>
                  <a:cubicBezTo>
                    <a:pt x="651" y="229"/>
                    <a:pt x="645" y="226"/>
                    <a:pt x="641" y="222"/>
                  </a:cubicBezTo>
                  <a:cubicBezTo>
                    <a:pt x="594" y="197"/>
                    <a:pt x="590" y="195"/>
                    <a:pt x="589" y="192"/>
                  </a:cubicBezTo>
                  <a:cubicBezTo>
                    <a:pt x="550" y="170"/>
                    <a:pt x="548" y="164"/>
                    <a:pt x="539" y="163"/>
                  </a:cubicBezTo>
                  <a:cubicBezTo>
                    <a:pt x="484" y="114"/>
                    <a:pt x="474" y="110"/>
                    <a:pt x="469" y="100"/>
                  </a:cubicBezTo>
                  <a:cubicBezTo>
                    <a:pt x="454" y="90"/>
                    <a:pt x="453" y="87"/>
                    <a:pt x="452" y="85"/>
                  </a:cubicBezTo>
                  <a:cubicBezTo>
                    <a:pt x="417" y="55"/>
                    <a:pt x="413" y="52"/>
                    <a:pt x="409" y="49"/>
                  </a:cubicBezTo>
                  <a:cubicBezTo>
                    <a:pt x="372" y="13"/>
                    <a:pt x="367" y="11"/>
                    <a:pt x="364" y="7"/>
                  </a:cubicBezTo>
                  <a:cubicBezTo>
                    <a:pt x="344" y="1"/>
                    <a:pt x="344" y="1"/>
                    <a:pt x="345" y="2"/>
                  </a:cubicBezTo>
                  <a:cubicBezTo>
                    <a:pt x="378" y="27"/>
                    <a:pt x="378" y="34"/>
                    <a:pt x="383" y="35"/>
                  </a:cubicBezTo>
                  <a:cubicBezTo>
                    <a:pt x="407" y="60"/>
                    <a:pt x="411" y="64"/>
                    <a:pt x="415" y="67"/>
                  </a:cubicBezTo>
                  <a:cubicBezTo>
                    <a:pt x="446" y="91"/>
                    <a:pt x="451" y="100"/>
                    <a:pt x="460" y="105"/>
                  </a:cubicBezTo>
                  <a:cubicBezTo>
                    <a:pt x="490" y="130"/>
                    <a:pt x="498" y="136"/>
                    <a:pt x="505" y="143"/>
                  </a:cubicBezTo>
                  <a:cubicBezTo>
                    <a:pt x="570" y="188"/>
                    <a:pt x="575" y="191"/>
                    <a:pt x="578" y="194"/>
                  </a:cubicBezTo>
                  <a:cubicBezTo>
                    <a:pt x="601" y="206"/>
                    <a:pt x="601" y="209"/>
                    <a:pt x="604" y="210"/>
                  </a:cubicBezTo>
                  <a:cubicBezTo>
                    <a:pt x="635" y="227"/>
                    <a:pt x="639" y="230"/>
                    <a:pt x="645" y="231"/>
                  </a:cubicBezTo>
                  <a:cubicBezTo>
                    <a:pt x="681" y="244"/>
                    <a:pt x="685" y="247"/>
                    <a:pt x="690" y="249"/>
                  </a:cubicBezTo>
                  <a:cubicBezTo>
                    <a:pt x="728" y="254"/>
                    <a:pt x="731" y="254"/>
                    <a:pt x="734" y="255"/>
                  </a:cubicBezTo>
                  <a:close/>
                  <a:moveTo>
                    <a:pt x="989" y="371"/>
                  </a:moveTo>
                  <a:cubicBezTo>
                    <a:pt x="998" y="376"/>
                    <a:pt x="1006" y="381"/>
                    <a:pt x="1017" y="385"/>
                  </a:cubicBezTo>
                  <a:cubicBezTo>
                    <a:pt x="1041" y="394"/>
                    <a:pt x="1046" y="395"/>
                    <a:pt x="1047" y="392"/>
                  </a:cubicBezTo>
                  <a:cubicBezTo>
                    <a:pt x="1003" y="373"/>
                    <a:pt x="998" y="371"/>
                    <a:pt x="995" y="367"/>
                  </a:cubicBezTo>
                  <a:cubicBezTo>
                    <a:pt x="960" y="342"/>
                    <a:pt x="958" y="341"/>
                    <a:pt x="956" y="340"/>
                  </a:cubicBezTo>
                  <a:cubicBezTo>
                    <a:pt x="939" y="327"/>
                    <a:pt x="937" y="326"/>
                    <a:pt x="935" y="324"/>
                  </a:cubicBezTo>
                  <a:cubicBezTo>
                    <a:pt x="917" y="306"/>
                    <a:pt x="913" y="302"/>
                    <a:pt x="909" y="300"/>
                  </a:cubicBezTo>
                  <a:cubicBezTo>
                    <a:pt x="861" y="237"/>
                    <a:pt x="859" y="233"/>
                    <a:pt x="856" y="231"/>
                  </a:cubicBezTo>
                  <a:cubicBezTo>
                    <a:pt x="848" y="219"/>
                    <a:pt x="845" y="213"/>
                    <a:pt x="839" y="209"/>
                  </a:cubicBezTo>
                  <a:cubicBezTo>
                    <a:pt x="825" y="175"/>
                    <a:pt x="815" y="179"/>
                    <a:pt x="816" y="173"/>
                  </a:cubicBezTo>
                  <a:cubicBezTo>
                    <a:pt x="788" y="136"/>
                    <a:pt x="784" y="135"/>
                    <a:pt x="784" y="129"/>
                  </a:cubicBezTo>
                  <a:cubicBezTo>
                    <a:pt x="774" y="119"/>
                    <a:pt x="771" y="116"/>
                    <a:pt x="770" y="111"/>
                  </a:cubicBezTo>
                  <a:cubicBezTo>
                    <a:pt x="742" y="73"/>
                    <a:pt x="738" y="66"/>
                    <a:pt x="734" y="58"/>
                  </a:cubicBezTo>
                  <a:cubicBezTo>
                    <a:pt x="714" y="35"/>
                    <a:pt x="711" y="32"/>
                    <a:pt x="706" y="31"/>
                  </a:cubicBezTo>
                  <a:cubicBezTo>
                    <a:pt x="680" y="2"/>
                    <a:pt x="679" y="1"/>
                    <a:pt x="679" y="0"/>
                  </a:cubicBezTo>
                  <a:cubicBezTo>
                    <a:pt x="686" y="20"/>
                    <a:pt x="692" y="26"/>
                    <a:pt x="697" y="33"/>
                  </a:cubicBezTo>
                  <a:cubicBezTo>
                    <a:pt x="751" y="95"/>
                    <a:pt x="751" y="101"/>
                    <a:pt x="754" y="104"/>
                  </a:cubicBezTo>
                  <a:cubicBezTo>
                    <a:pt x="768" y="131"/>
                    <a:pt x="775" y="130"/>
                    <a:pt x="776" y="135"/>
                  </a:cubicBezTo>
                  <a:cubicBezTo>
                    <a:pt x="788" y="151"/>
                    <a:pt x="791" y="151"/>
                    <a:pt x="793" y="151"/>
                  </a:cubicBezTo>
                  <a:cubicBezTo>
                    <a:pt x="829" y="208"/>
                    <a:pt x="829" y="214"/>
                    <a:pt x="835" y="213"/>
                  </a:cubicBezTo>
                  <a:cubicBezTo>
                    <a:pt x="854" y="247"/>
                    <a:pt x="861" y="249"/>
                    <a:pt x="862" y="257"/>
                  </a:cubicBezTo>
                  <a:cubicBezTo>
                    <a:pt x="880" y="280"/>
                    <a:pt x="884" y="285"/>
                    <a:pt x="890" y="288"/>
                  </a:cubicBezTo>
                  <a:cubicBezTo>
                    <a:pt x="874" y="275"/>
                    <a:pt x="868" y="272"/>
                    <a:pt x="867" y="266"/>
                  </a:cubicBezTo>
                  <a:cubicBezTo>
                    <a:pt x="820" y="208"/>
                    <a:pt x="817" y="207"/>
                    <a:pt x="816" y="204"/>
                  </a:cubicBezTo>
                  <a:cubicBezTo>
                    <a:pt x="792" y="174"/>
                    <a:pt x="789" y="161"/>
                    <a:pt x="780" y="153"/>
                  </a:cubicBezTo>
                  <a:cubicBezTo>
                    <a:pt x="748" y="107"/>
                    <a:pt x="745" y="107"/>
                    <a:pt x="744" y="106"/>
                  </a:cubicBezTo>
                  <a:cubicBezTo>
                    <a:pt x="733" y="84"/>
                    <a:pt x="723" y="78"/>
                    <a:pt x="718" y="67"/>
                  </a:cubicBezTo>
                  <a:cubicBezTo>
                    <a:pt x="703" y="47"/>
                    <a:pt x="697" y="46"/>
                    <a:pt x="695" y="40"/>
                  </a:cubicBezTo>
                  <a:cubicBezTo>
                    <a:pt x="673" y="18"/>
                    <a:pt x="673" y="15"/>
                    <a:pt x="669" y="15"/>
                  </a:cubicBezTo>
                  <a:cubicBezTo>
                    <a:pt x="644" y="0"/>
                    <a:pt x="644" y="0"/>
                    <a:pt x="644" y="0"/>
                  </a:cubicBezTo>
                  <a:cubicBezTo>
                    <a:pt x="675" y="28"/>
                    <a:pt x="679" y="37"/>
                    <a:pt x="686" y="44"/>
                  </a:cubicBezTo>
                  <a:cubicBezTo>
                    <a:pt x="707" y="69"/>
                    <a:pt x="710" y="70"/>
                    <a:pt x="707" y="71"/>
                  </a:cubicBezTo>
                  <a:cubicBezTo>
                    <a:pt x="730" y="96"/>
                    <a:pt x="734" y="106"/>
                    <a:pt x="741" y="113"/>
                  </a:cubicBezTo>
                  <a:cubicBezTo>
                    <a:pt x="782" y="170"/>
                    <a:pt x="787" y="179"/>
                    <a:pt x="794" y="186"/>
                  </a:cubicBezTo>
                  <a:cubicBezTo>
                    <a:pt x="806" y="199"/>
                    <a:pt x="804" y="205"/>
                    <a:pt x="807" y="206"/>
                  </a:cubicBezTo>
                  <a:cubicBezTo>
                    <a:pt x="854" y="262"/>
                    <a:pt x="852" y="269"/>
                    <a:pt x="860" y="268"/>
                  </a:cubicBezTo>
                  <a:cubicBezTo>
                    <a:pt x="896" y="311"/>
                    <a:pt x="905" y="316"/>
                    <a:pt x="913" y="322"/>
                  </a:cubicBezTo>
                  <a:cubicBezTo>
                    <a:pt x="967" y="358"/>
                    <a:pt x="972" y="359"/>
                    <a:pt x="976" y="362"/>
                  </a:cubicBezTo>
                  <a:close/>
                  <a:moveTo>
                    <a:pt x="1027" y="2129"/>
                  </a:moveTo>
                  <a:cubicBezTo>
                    <a:pt x="1022" y="2125"/>
                    <a:pt x="1022" y="2116"/>
                    <a:pt x="1017" y="2112"/>
                  </a:cubicBezTo>
                  <a:cubicBezTo>
                    <a:pt x="1016" y="2108"/>
                    <a:pt x="1019" y="2101"/>
                    <a:pt x="1012" y="2103"/>
                  </a:cubicBezTo>
                  <a:cubicBezTo>
                    <a:pt x="1012" y="2098"/>
                    <a:pt x="1011" y="2094"/>
                    <a:pt x="1008" y="2092"/>
                  </a:cubicBezTo>
                  <a:cubicBezTo>
                    <a:pt x="1006" y="2085"/>
                    <a:pt x="1004" y="2077"/>
                    <a:pt x="1001" y="2070"/>
                  </a:cubicBezTo>
                  <a:cubicBezTo>
                    <a:pt x="997" y="2070"/>
                    <a:pt x="1000" y="2063"/>
                    <a:pt x="997" y="2062"/>
                  </a:cubicBezTo>
                  <a:cubicBezTo>
                    <a:pt x="993" y="2060"/>
                    <a:pt x="997" y="2051"/>
                    <a:pt x="993" y="2051"/>
                  </a:cubicBezTo>
                  <a:cubicBezTo>
                    <a:pt x="993" y="2041"/>
                    <a:pt x="988" y="2036"/>
                    <a:pt x="986" y="2029"/>
                  </a:cubicBezTo>
                  <a:cubicBezTo>
                    <a:pt x="988" y="2022"/>
                    <a:pt x="982" y="2023"/>
                    <a:pt x="984" y="2016"/>
                  </a:cubicBezTo>
                  <a:cubicBezTo>
                    <a:pt x="984" y="2010"/>
                    <a:pt x="983" y="2005"/>
                    <a:pt x="979" y="2003"/>
                  </a:cubicBezTo>
                  <a:cubicBezTo>
                    <a:pt x="978" y="2019"/>
                    <a:pt x="984" y="2027"/>
                    <a:pt x="986" y="2040"/>
                  </a:cubicBezTo>
                  <a:cubicBezTo>
                    <a:pt x="987" y="2046"/>
                    <a:pt x="989" y="2051"/>
                    <a:pt x="990" y="2057"/>
                  </a:cubicBezTo>
                  <a:cubicBezTo>
                    <a:pt x="990" y="2061"/>
                    <a:pt x="993" y="2062"/>
                    <a:pt x="993" y="2066"/>
                  </a:cubicBezTo>
                  <a:cubicBezTo>
                    <a:pt x="996" y="2066"/>
                    <a:pt x="994" y="2072"/>
                    <a:pt x="997" y="2073"/>
                  </a:cubicBezTo>
                  <a:cubicBezTo>
                    <a:pt x="998" y="2086"/>
                    <a:pt x="1006" y="2093"/>
                    <a:pt x="1008" y="2105"/>
                  </a:cubicBezTo>
                  <a:cubicBezTo>
                    <a:pt x="1011" y="2105"/>
                    <a:pt x="1009" y="2111"/>
                    <a:pt x="1012" y="2112"/>
                  </a:cubicBezTo>
                  <a:cubicBezTo>
                    <a:pt x="1012" y="2116"/>
                    <a:pt x="1015" y="2117"/>
                    <a:pt x="1014" y="2121"/>
                  </a:cubicBezTo>
                  <a:cubicBezTo>
                    <a:pt x="1016" y="2125"/>
                    <a:pt x="1020" y="2133"/>
                    <a:pt x="1017" y="2136"/>
                  </a:cubicBezTo>
                  <a:cubicBezTo>
                    <a:pt x="1020" y="2136"/>
                    <a:pt x="1018" y="2142"/>
                    <a:pt x="1021" y="2142"/>
                  </a:cubicBezTo>
                  <a:cubicBezTo>
                    <a:pt x="1020" y="2146"/>
                    <a:pt x="1023" y="2147"/>
                    <a:pt x="1023" y="2151"/>
                  </a:cubicBezTo>
                  <a:cubicBezTo>
                    <a:pt x="1023" y="2155"/>
                    <a:pt x="1024" y="2158"/>
                    <a:pt x="1025" y="2160"/>
                  </a:cubicBezTo>
                  <a:cubicBezTo>
                    <a:pt x="1032" y="2160"/>
                    <a:pt x="1032" y="2160"/>
                    <a:pt x="1032" y="2160"/>
                  </a:cubicBezTo>
                  <a:cubicBezTo>
                    <a:pt x="1032" y="2159"/>
                    <a:pt x="1032" y="2159"/>
                    <a:pt x="1032" y="2158"/>
                  </a:cubicBezTo>
                  <a:cubicBezTo>
                    <a:pt x="1033" y="2158"/>
                    <a:pt x="1035" y="2159"/>
                    <a:pt x="1036" y="2160"/>
                  </a:cubicBezTo>
                  <a:cubicBezTo>
                    <a:pt x="1045" y="2160"/>
                    <a:pt x="1045" y="2160"/>
                    <a:pt x="1045" y="2160"/>
                  </a:cubicBezTo>
                  <a:cubicBezTo>
                    <a:pt x="1043" y="2156"/>
                    <a:pt x="1040" y="2152"/>
                    <a:pt x="1036" y="2149"/>
                  </a:cubicBezTo>
                  <a:cubicBezTo>
                    <a:pt x="1037" y="2138"/>
                    <a:pt x="1027" y="2139"/>
                    <a:pt x="1027" y="2129"/>
                  </a:cubicBezTo>
                  <a:close/>
                  <a:moveTo>
                    <a:pt x="1027" y="2147"/>
                  </a:moveTo>
                  <a:cubicBezTo>
                    <a:pt x="1029" y="2148"/>
                    <a:pt x="1031" y="2151"/>
                    <a:pt x="1032" y="2153"/>
                  </a:cubicBezTo>
                  <a:cubicBezTo>
                    <a:pt x="1031" y="2159"/>
                    <a:pt x="1027" y="2150"/>
                    <a:pt x="1027" y="2147"/>
                  </a:cubicBezTo>
                  <a:close/>
                  <a:moveTo>
                    <a:pt x="887" y="319"/>
                  </a:moveTo>
                  <a:cubicBezTo>
                    <a:pt x="888" y="314"/>
                    <a:pt x="881" y="316"/>
                    <a:pt x="881" y="312"/>
                  </a:cubicBezTo>
                  <a:cubicBezTo>
                    <a:pt x="860" y="299"/>
                    <a:pt x="864" y="290"/>
                    <a:pt x="857" y="292"/>
                  </a:cubicBezTo>
                  <a:cubicBezTo>
                    <a:pt x="829" y="256"/>
                    <a:pt x="827" y="249"/>
                    <a:pt x="821" y="246"/>
                  </a:cubicBezTo>
                  <a:cubicBezTo>
                    <a:pt x="769" y="177"/>
                    <a:pt x="766" y="171"/>
                    <a:pt x="762" y="166"/>
                  </a:cubicBezTo>
                  <a:cubicBezTo>
                    <a:pt x="731" y="135"/>
                    <a:pt x="734" y="128"/>
                    <a:pt x="730" y="128"/>
                  </a:cubicBezTo>
                  <a:cubicBezTo>
                    <a:pt x="708" y="102"/>
                    <a:pt x="706" y="100"/>
                    <a:pt x="704" y="97"/>
                  </a:cubicBezTo>
                  <a:cubicBezTo>
                    <a:pt x="687" y="81"/>
                    <a:pt x="689" y="75"/>
                    <a:pt x="683" y="77"/>
                  </a:cubicBezTo>
                  <a:cubicBezTo>
                    <a:pt x="649" y="44"/>
                    <a:pt x="648" y="36"/>
                    <a:pt x="643" y="32"/>
                  </a:cubicBezTo>
                  <a:cubicBezTo>
                    <a:pt x="595" y="0"/>
                    <a:pt x="595" y="0"/>
                    <a:pt x="595" y="0"/>
                  </a:cubicBezTo>
                  <a:cubicBezTo>
                    <a:pt x="618" y="17"/>
                    <a:pt x="617" y="23"/>
                    <a:pt x="621" y="23"/>
                  </a:cubicBezTo>
                  <a:cubicBezTo>
                    <a:pt x="659" y="58"/>
                    <a:pt x="665" y="68"/>
                    <a:pt x="672" y="77"/>
                  </a:cubicBezTo>
                  <a:cubicBezTo>
                    <a:pt x="702" y="103"/>
                    <a:pt x="701" y="111"/>
                    <a:pt x="708" y="112"/>
                  </a:cubicBezTo>
                  <a:cubicBezTo>
                    <a:pt x="732" y="144"/>
                    <a:pt x="736" y="147"/>
                    <a:pt x="738" y="152"/>
                  </a:cubicBezTo>
                  <a:cubicBezTo>
                    <a:pt x="794" y="223"/>
                    <a:pt x="810" y="239"/>
                    <a:pt x="821" y="259"/>
                  </a:cubicBezTo>
                  <a:cubicBezTo>
                    <a:pt x="812" y="259"/>
                    <a:pt x="813" y="253"/>
                    <a:pt x="808" y="252"/>
                  </a:cubicBezTo>
                  <a:cubicBezTo>
                    <a:pt x="796" y="241"/>
                    <a:pt x="793" y="238"/>
                    <a:pt x="791" y="234"/>
                  </a:cubicBezTo>
                  <a:cubicBezTo>
                    <a:pt x="743" y="186"/>
                    <a:pt x="739" y="183"/>
                    <a:pt x="738" y="178"/>
                  </a:cubicBezTo>
                  <a:cubicBezTo>
                    <a:pt x="714" y="153"/>
                    <a:pt x="710" y="150"/>
                    <a:pt x="708" y="145"/>
                  </a:cubicBezTo>
                  <a:cubicBezTo>
                    <a:pt x="670" y="114"/>
                    <a:pt x="668" y="109"/>
                    <a:pt x="665" y="105"/>
                  </a:cubicBezTo>
                  <a:cubicBezTo>
                    <a:pt x="633" y="73"/>
                    <a:pt x="631" y="71"/>
                    <a:pt x="631" y="67"/>
                  </a:cubicBezTo>
                  <a:cubicBezTo>
                    <a:pt x="615" y="51"/>
                    <a:pt x="610" y="52"/>
                    <a:pt x="610" y="51"/>
                  </a:cubicBezTo>
                  <a:cubicBezTo>
                    <a:pt x="597" y="42"/>
                    <a:pt x="601" y="32"/>
                    <a:pt x="592" y="33"/>
                  </a:cubicBezTo>
                  <a:cubicBezTo>
                    <a:pt x="567" y="8"/>
                    <a:pt x="562" y="4"/>
                    <a:pt x="557" y="0"/>
                  </a:cubicBezTo>
                  <a:cubicBezTo>
                    <a:pt x="552" y="10"/>
                    <a:pt x="563" y="13"/>
                    <a:pt x="569" y="22"/>
                  </a:cubicBezTo>
                  <a:cubicBezTo>
                    <a:pt x="629" y="79"/>
                    <a:pt x="629" y="83"/>
                    <a:pt x="633" y="82"/>
                  </a:cubicBezTo>
                  <a:cubicBezTo>
                    <a:pt x="676" y="124"/>
                    <a:pt x="689" y="140"/>
                    <a:pt x="705" y="154"/>
                  </a:cubicBezTo>
                  <a:cubicBezTo>
                    <a:pt x="778" y="231"/>
                    <a:pt x="785" y="238"/>
                    <a:pt x="793" y="245"/>
                  </a:cubicBezTo>
                  <a:cubicBezTo>
                    <a:pt x="808" y="256"/>
                    <a:pt x="807" y="260"/>
                    <a:pt x="808" y="261"/>
                  </a:cubicBezTo>
                  <a:cubicBezTo>
                    <a:pt x="834" y="279"/>
                    <a:pt x="840" y="280"/>
                    <a:pt x="844" y="283"/>
                  </a:cubicBezTo>
                  <a:cubicBezTo>
                    <a:pt x="859" y="314"/>
                    <a:pt x="859" y="308"/>
                    <a:pt x="855" y="307"/>
                  </a:cubicBezTo>
                  <a:cubicBezTo>
                    <a:pt x="822" y="280"/>
                    <a:pt x="808" y="275"/>
                    <a:pt x="801" y="263"/>
                  </a:cubicBezTo>
                  <a:cubicBezTo>
                    <a:pt x="778" y="238"/>
                    <a:pt x="768" y="243"/>
                    <a:pt x="771" y="236"/>
                  </a:cubicBezTo>
                  <a:cubicBezTo>
                    <a:pt x="741" y="218"/>
                    <a:pt x="746" y="208"/>
                    <a:pt x="739" y="211"/>
                  </a:cubicBezTo>
                  <a:cubicBezTo>
                    <a:pt x="700" y="175"/>
                    <a:pt x="692" y="164"/>
                    <a:pt x="681" y="155"/>
                  </a:cubicBezTo>
                  <a:cubicBezTo>
                    <a:pt x="658" y="131"/>
                    <a:pt x="649" y="121"/>
                    <a:pt x="641" y="111"/>
                  </a:cubicBezTo>
                  <a:cubicBezTo>
                    <a:pt x="610" y="82"/>
                    <a:pt x="609" y="78"/>
                    <a:pt x="605" y="77"/>
                  </a:cubicBezTo>
                  <a:cubicBezTo>
                    <a:pt x="581" y="54"/>
                    <a:pt x="580" y="50"/>
                    <a:pt x="575" y="50"/>
                  </a:cubicBezTo>
                  <a:cubicBezTo>
                    <a:pt x="534" y="16"/>
                    <a:pt x="534" y="11"/>
                    <a:pt x="530" y="10"/>
                  </a:cubicBezTo>
                  <a:cubicBezTo>
                    <a:pt x="503" y="0"/>
                    <a:pt x="503" y="0"/>
                    <a:pt x="503" y="0"/>
                  </a:cubicBezTo>
                  <a:cubicBezTo>
                    <a:pt x="515" y="14"/>
                    <a:pt x="521" y="12"/>
                    <a:pt x="523" y="14"/>
                  </a:cubicBezTo>
                  <a:cubicBezTo>
                    <a:pt x="555" y="41"/>
                    <a:pt x="559" y="45"/>
                    <a:pt x="564" y="48"/>
                  </a:cubicBezTo>
                  <a:cubicBezTo>
                    <a:pt x="590" y="78"/>
                    <a:pt x="596" y="77"/>
                    <a:pt x="598" y="79"/>
                  </a:cubicBezTo>
                  <a:cubicBezTo>
                    <a:pt x="631" y="118"/>
                    <a:pt x="640" y="117"/>
                    <a:pt x="641" y="124"/>
                  </a:cubicBezTo>
                  <a:cubicBezTo>
                    <a:pt x="671" y="148"/>
                    <a:pt x="666" y="158"/>
                    <a:pt x="673" y="155"/>
                  </a:cubicBezTo>
                  <a:cubicBezTo>
                    <a:pt x="715" y="195"/>
                    <a:pt x="722" y="205"/>
                    <a:pt x="733" y="211"/>
                  </a:cubicBezTo>
                  <a:cubicBezTo>
                    <a:pt x="774" y="248"/>
                    <a:pt x="776" y="250"/>
                    <a:pt x="777" y="253"/>
                  </a:cubicBezTo>
                  <a:cubicBezTo>
                    <a:pt x="795" y="267"/>
                    <a:pt x="797" y="269"/>
                    <a:pt x="799" y="271"/>
                  </a:cubicBezTo>
                  <a:cubicBezTo>
                    <a:pt x="840" y="300"/>
                    <a:pt x="844" y="307"/>
                    <a:pt x="850" y="312"/>
                  </a:cubicBezTo>
                  <a:cubicBezTo>
                    <a:pt x="924" y="348"/>
                    <a:pt x="925" y="357"/>
                    <a:pt x="934" y="357"/>
                  </a:cubicBezTo>
                  <a:cubicBezTo>
                    <a:pt x="934" y="355"/>
                    <a:pt x="921" y="340"/>
                    <a:pt x="900" y="332"/>
                  </a:cubicBezTo>
                  <a:close/>
                  <a:moveTo>
                    <a:pt x="417" y="167"/>
                  </a:moveTo>
                  <a:cubicBezTo>
                    <a:pt x="412" y="160"/>
                    <a:pt x="403" y="156"/>
                    <a:pt x="398" y="149"/>
                  </a:cubicBezTo>
                  <a:cubicBezTo>
                    <a:pt x="374" y="130"/>
                    <a:pt x="375" y="123"/>
                    <a:pt x="368" y="124"/>
                  </a:cubicBezTo>
                  <a:cubicBezTo>
                    <a:pt x="353" y="108"/>
                    <a:pt x="352" y="106"/>
                    <a:pt x="351" y="104"/>
                  </a:cubicBezTo>
                  <a:cubicBezTo>
                    <a:pt x="329" y="83"/>
                    <a:pt x="329" y="77"/>
                    <a:pt x="326" y="73"/>
                  </a:cubicBezTo>
                  <a:cubicBezTo>
                    <a:pt x="286" y="24"/>
                    <a:pt x="279" y="26"/>
                    <a:pt x="279" y="22"/>
                  </a:cubicBezTo>
                  <a:cubicBezTo>
                    <a:pt x="240" y="0"/>
                    <a:pt x="240" y="0"/>
                    <a:pt x="240" y="0"/>
                  </a:cubicBezTo>
                  <a:cubicBezTo>
                    <a:pt x="256" y="19"/>
                    <a:pt x="265" y="15"/>
                    <a:pt x="263" y="22"/>
                  </a:cubicBezTo>
                  <a:cubicBezTo>
                    <a:pt x="312" y="70"/>
                    <a:pt x="314" y="72"/>
                    <a:pt x="317" y="73"/>
                  </a:cubicBezTo>
                  <a:cubicBezTo>
                    <a:pt x="335" y="90"/>
                    <a:pt x="331" y="99"/>
                    <a:pt x="338" y="98"/>
                  </a:cubicBezTo>
                  <a:cubicBezTo>
                    <a:pt x="376" y="141"/>
                    <a:pt x="389" y="148"/>
                    <a:pt x="400" y="158"/>
                  </a:cubicBezTo>
                  <a:cubicBezTo>
                    <a:pt x="428" y="181"/>
                    <a:pt x="429" y="185"/>
                    <a:pt x="434" y="185"/>
                  </a:cubicBezTo>
                  <a:close/>
                  <a:moveTo>
                    <a:pt x="527" y="235"/>
                  </a:moveTo>
                  <a:cubicBezTo>
                    <a:pt x="526" y="226"/>
                    <a:pt x="513" y="224"/>
                    <a:pt x="519" y="215"/>
                  </a:cubicBezTo>
                  <a:cubicBezTo>
                    <a:pt x="496" y="189"/>
                    <a:pt x="492" y="188"/>
                    <a:pt x="491" y="184"/>
                  </a:cubicBezTo>
                  <a:cubicBezTo>
                    <a:pt x="440" y="113"/>
                    <a:pt x="434" y="113"/>
                    <a:pt x="434" y="108"/>
                  </a:cubicBezTo>
                  <a:cubicBezTo>
                    <a:pt x="423" y="99"/>
                    <a:pt x="423" y="94"/>
                    <a:pt x="421" y="91"/>
                  </a:cubicBezTo>
                  <a:cubicBezTo>
                    <a:pt x="377" y="41"/>
                    <a:pt x="367" y="32"/>
                    <a:pt x="357" y="22"/>
                  </a:cubicBezTo>
                  <a:cubicBezTo>
                    <a:pt x="342" y="7"/>
                    <a:pt x="340" y="6"/>
                    <a:pt x="338" y="6"/>
                  </a:cubicBezTo>
                  <a:cubicBezTo>
                    <a:pt x="319" y="0"/>
                    <a:pt x="319" y="0"/>
                    <a:pt x="319" y="0"/>
                  </a:cubicBezTo>
                  <a:cubicBezTo>
                    <a:pt x="343" y="19"/>
                    <a:pt x="344" y="25"/>
                    <a:pt x="348" y="28"/>
                  </a:cubicBezTo>
                  <a:cubicBezTo>
                    <a:pt x="367" y="41"/>
                    <a:pt x="366" y="48"/>
                    <a:pt x="374" y="48"/>
                  </a:cubicBezTo>
                  <a:cubicBezTo>
                    <a:pt x="399" y="84"/>
                    <a:pt x="410" y="89"/>
                    <a:pt x="414" y="99"/>
                  </a:cubicBezTo>
                  <a:cubicBezTo>
                    <a:pt x="464" y="158"/>
                    <a:pt x="467" y="158"/>
                    <a:pt x="468" y="161"/>
                  </a:cubicBezTo>
                  <a:cubicBezTo>
                    <a:pt x="497" y="204"/>
                    <a:pt x="491" y="197"/>
                    <a:pt x="489" y="197"/>
                  </a:cubicBezTo>
                  <a:cubicBezTo>
                    <a:pt x="469" y="181"/>
                    <a:pt x="467" y="179"/>
                    <a:pt x="465" y="177"/>
                  </a:cubicBezTo>
                  <a:cubicBezTo>
                    <a:pt x="441" y="152"/>
                    <a:pt x="434" y="155"/>
                    <a:pt x="435" y="150"/>
                  </a:cubicBezTo>
                  <a:cubicBezTo>
                    <a:pt x="421" y="129"/>
                    <a:pt x="412" y="132"/>
                    <a:pt x="414" y="125"/>
                  </a:cubicBezTo>
                  <a:cubicBezTo>
                    <a:pt x="401" y="106"/>
                    <a:pt x="395" y="108"/>
                    <a:pt x="395" y="103"/>
                  </a:cubicBezTo>
                  <a:cubicBezTo>
                    <a:pt x="363" y="74"/>
                    <a:pt x="362" y="68"/>
                    <a:pt x="356" y="65"/>
                  </a:cubicBezTo>
                  <a:cubicBezTo>
                    <a:pt x="338" y="45"/>
                    <a:pt x="336" y="44"/>
                    <a:pt x="335" y="41"/>
                  </a:cubicBezTo>
                  <a:cubicBezTo>
                    <a:pt x="308" y="17"/>
                    <a:pt x="306" y="15"/>
                    <a:pt x="303" y="14"/>
                  </a:cubicBezTo>
                  <a:cubicBezTo>
                    <a:pt x="275" y="0"/>
                    <a:pt x="275" y="0"/>
                    <a:pt x="275" y="0"/>
                  </a:cubicBezTo>
                  <a:cubicBezTo>
                    <a:pt x="299" y="19"/>
                    <a:pt x="304" y="24"/>
                    <a:pt x="307" y="29"/>
                  </a:cubicBezTo>
                  <a:cubicBezTo>
                    <a:pt x="332" y="48"/>
                    <a:pt x="330" y="56"/>
                    <a:pt x="337" y="54"/>
                  </a:cubicBezTo>
                  <a:cubicBezTo>
                    <a:pt x="368" y="81"/>
                    <a:pt x="367" y="87"/>
                    <a:pt x="369" y="90"/>
                  </a:cubicBezTo>
                  <a:cubicBezTo>
                    <a:pt x="398" y="119"/>
                    <a:pt x="406" y="128"/>
                    <a:pt x="413" y="138"/>
                  </a:cubicBezTo>
                  <a:cubicBezTo>
                    <a:pt x="435" y="161"/>
                    <a:pt x="441" y="161"/>
                    <a:pt x="441" y="165"/>
                  </a:cubicBezTo>
                  <a:cubicBezTo>
                    <a:pt x="525" y="234"/>
                    <a:pt x="526" y="240"/>
                    <a:pt x="529" y="243"/>
                  </a:cubicBezTo>
                  <a:close/>
                  <a:moveTo>
                    <a:pt x="1152" y="2099"/>
                  </a:moveTo>
                  <a:cubicBezTo>
                    <a:pt x="1150" y="2096"/>
                    <a:pt x="1154" y="2087"/>
                    <a:pt x="1150" y="2088"/>
                  </a:cubicBezTo>
                  <a:cubicBezTo>
                    <a:pt x="1138" y="2039"/>
                    <a:pt x="1133" y="2035"/>
                    <a:pt x="1134" y="2025"/>
                  </a:cubicBezTo>
                  <a:cubicBezTo>
                    <a:pt x="1111" y="1981"/>
                    <a:pt x="1109" y="1965"/>
                    <a:pt x="1102" y="1955"/>
                  </a:cubicBezTo>
                  <a:cubicBezTo>
                    <a:pt x="1091" y="1924"/>
                    <a:pt x="1085" y="1926"/>
                    <a:pt x="1086" y="1920"/>
                  </a:cubicBezTo>
                  <a:cubicBezTo>
                    <a:pt x="1073" y="1890"/>
                    <a:pt x="1072" y="1887"/>
                    <a:pt x="1069" y="1885"/>
                  </a:cubicBezTo>
                  <a:cubicBezTo>
                    <a:pt x="1052" y="1843"/>
                    <a:pt x="1043" y="1843"/>
                    <a:pt x="1043" y="1835"/>
                  </a:cubicBezTo>
                  <a:cubicBezTo>
                    <a:pt x="1003" y="1780"/>
                    <a:pt x="996" y="1770"/>
                    <a:pt x="988" y="1761"/>
                  </a:cubicBezTo>
                  <a:cubicBezTo>
                    <a:pt x="1012" y="1803"/>
                    <a:pt x="1016" y="1808"/>
                    <a:pt x="1021" y="1813"/>
                  </a:cubicBezTo>
                  <a:cubicBezTo>
                    <a:pt x="1030" y="1837"/>
                    <a:pt x="1036" y="1835"/>
                    <a:pt x="1036" y="1839"/>
                  </a:cubicBezTo>
                  <a:cubicBezTo>
                    <a:pt x="1046" y="1859"/>
                    <a:pt x="1050" y="1860"/>
                    <a:pt x="1049" y="1865"/>
                  </a:cubicBezTo>
                  <a:cubicBezTo>
                    <a:pt x="1067" y="1896"/>
                    <a:pt x="1069" y="1900"/>
                    <a:pt x="1071" y="1903"/>
                  </a:cubicBezTo>
                  <a:cubicBezTo>
                    <a:pt x="1092" y="1948"/>
                    <a:pt x="1092" y="1955"/>
                    <a:pt x="1095" y="1959"/>
                  </a:cubicBezTo>
                  <a:cubicBezTo>
                    <a:pt x="1123" y="2041"/>
                    <a:pt x="1129" y="2042"/>
                    <a:pt x="1130" y="2049"/>
                  </a:cubicBezTo>
                  <a:cubicBezTo>
                    <a:pt x="1150" y="2114"/>
                    <a:pt x="1150" y="2117"/>
                    <a:pt x="1150" y="2121"/>
                  </a:cubicBezTo>
                  <a:cubicBezTo>
                    <a:pt x="1151" y="2128"/>
                    <a:pt x="1142" y="2118"/>
                    <a:pt x="1139" y="2103"/>
                  </a:cubicBezTo>
                  <a:cubicBezTo>
                    <a:pt x="1126" y="2078"/>
                    <a:pt x="1123" y="2071"/>
                    <a:pt x="1119" y="2066"/>
                  </a:cubicBezTo>
                  <a:cubicBezTo>
                    <a:pt x="1108" y="2039"/>
                    <a:pt x="1106" y="2032"/>
                    <a:pt x="1099" y="2029"/>
                  </a:cubicBezTo>
                  <a:cubicBezTo>
                    <a:pt x="1078" y="1982"/>
                    <a:pt x="1076" y="1975"/>
                    <a:pt x="1071" y="1970"/>
                  </a:cubicBezTo>
                  <a:cubicBezTo>
                    <a:pt x="1048" y="1932"/>
                    <a:pt x="1047" y="1928"/>
                    <a:pt x="1047" y="1924"/>
                  </a:cubicBezTo>
                  <a:cubicBezTo>
                    <a:pt x="1030" y="1888"/>
                    <a:pt x="1021" y="1887"/>
                    <a:pt x="1021" y="1879"/>
                  </a:cubicBezTo>
                  <a:cubicBezTo>
                    <a:pt x="1008" y="1846"/>
                    <a:pt x="1000" y="1840"/>
                    <a:pt x="999" y="1846"/>
                  </a:cubicBezTo>
                  <a:cubicBezTo>
                    <a:pt x="1015" y="1873"/>
                    <a:pt x="1017" y="1885"/>
                    <a:pt x="1023" y="1892"/>
                  </a:cubicBezTo>
                  <a:cubicBezTo>
                    <a:pt x="1045" y="1935"/>
                    <a:pt x="1047" y="1939"/>
                    <a:pt x="1049" y="1944"/>
                  </a:cubicBezTo>
                  <a:cubicBezTo>
                    <a:pt x="1065" y="1974"/>
                    <a:pt x="1066" y="1974"/>
                    <a:pt x="1067" y="1974"/>
                  </a:cubicBezTo>
                  <a:cubicBezTo>
                    <a:pt x="1082" y="2010"/>
                    <a:pt x="1086" y="2011"/>
                    <a:pt x="1086" y="2018"/>
                  </a:cubicBezTo>
                  <a:cubicBezTo>
                    <a:pt x="1103" y="2056"/>
                    <a:pt x="1107" y="2058"/>
                    <a:pt x="1110" y="2062"/>
                  </a:cubicBezTo>
                  <a:cubicBezTo>
                    <a:pt x="1141" y="2137"/>
                    <a:pt x="1147" y="2139"/>
                    <a:pt x="1147" y="2147"/>
                  </a:cubicBezTo>
                  <a:cubicBezTo>
                    <a:pt x="1165" y="2142"/>
                    <a:pt x="1161" y="2123"/>
                    <a:pt x="1156" y="2105"/>
                  </a:cubicBezTo>
                  <a:close/>
                  <a:moveTo>
                    <a:pt x="1282" y="2121"/>
                  </a:moveTo>
                  <a:cubicBezTo>
                    <a:pt x="1283" y="2117"/>
                    <a:pt x="1286" y="2117"/>
                    <a:pt x="1287" y="2114"/>
                  </a:cubicBezTo>
                  <a:cubicBezTo>
                    <a:pt x="1321" y="2080"/>
                    <a:pt x="1320" y="2072"/>
                    <a:pt x="1326" y="2070"/>
                  </a:cubicBezTo>
                  <a:cubicBezTo>
                    <a:pt x="1347" y="2053"/>
                    <a:pt x="1345" y="2047"/>
                    <a:pt x="1350" y="2049"/>
                  </a:cubicBezTo>
                  <a:cubicBezTo>
                    <a:pt x="1377" y="2021"/>
                    <a:pt x="1391" y="2005"/>
                    <a:pt x="1407" y="1990"/>
                  </a:cubicBezTo>
                  <a:cubicBezTo>
                    <a:pt x="1432" y="1962"/>
                    <a:pt x="1438" y="1960"/>
                    <a:pt x="1439" y="1955"/>
                  </a:cubicBezTo>
                  <a:cubicBezTo>
                    <a:pt x="1473" y="1911"/>
                    <a:pt x="1474" y="1904"/>
                    <a:pt x="1477" y="1898"/>
                  </a:cubicBezTo>
                  <a:cubicBezTo>
                    <a:pt x="1479" y="1880"/>
                    <a:pt x="1478" y="1883"/>
                    <a:pt x="1479" y="1887"/>
                  </a:cubicBezTo>
                  <a:cubicBezTo>
                    <a:pt x="1460" y="1920"/>
                    <a:pt x="1450" y="1925"/>
                    <a:pt x="1446" y="1937"/>
                  </a:cubicBezTo>
                  <a:cubicBezTo>
                    <a:pt x="1410" y="1977"/>
                    <a:pt x="1401" y="1976"/>
                    <a:pt x="1400" y="1983"/>
                  </a:cubicBezTo>
                  <a:cubicBezTo>
                    <a:pt x="1385" y="2005"/>
                    <a:pt x="1376" y="2000"/>
                    <a:pt x="1378" y="2007"/>
                  </a:cubicBezTo>
                  <a:cubicBezTo>
                    <a:pt x="1342" y="2047"/>
                    <a:pt x="1322" y="2057"/>
                    <a:pt x="1309" y="2075"/>
                  </a:cubicBezTo>
                  <a:cubicBezTo>
                    <a:pt x="1286" y="2101"/>
                    <a:pt x="1285" y="2104"/>
                    <a:pt x="1282" y="2105"/>
                  </a:cubicBezTo>
                  <a:cubicBezTo>
                    <a:pt x="1265" y="2129"/>
                    <a:pt x="1263" y="2131"/>
                    <a:pt x="1261" y="2131"/>
                  </a:cubicBezTo>
                  <a:cubicBezTo>
                    <a:pt x="1251" y="2152"/>
                    <a:pt x="1245" y="2151"/>
                    <a:pt x="1248" y="2158"/>
                  </a:cubicBezTo>
                  <a:cubicBezTo>
                    <a:pt x="1262" y="2152"/>
                    <a:pt x="1267" y="2142"/>
                    <a:pt x="1272" y="2131"/>
                  </a:cubicBezTo>
                  <a:close/>
                  <a:moveTo>
                    <a:pt x="1252" y="2121"/>
                  </a:moveTo>
                  <a:cubicBezTo>
                    <a:pt x="1253" y="2116"/>
                    <a:pt x="1258" y="2113"/>
                    <a:pt x="1261" y="2110"/>
                  </a:cubicBezTo>
                  <a:cubicBezTo>
                    <a:pt x="1292" y="2075"/>
                    <a:pt x="1292" y="2069"/>
                    <a:pt x="1296" y="2066"/>
                  </a:cubicBezTo>
                  <a:cubicBezTo>
                    <a:pt x="1325" y="2042"/>
                    <a:pt x="1328" y="2032"/>
                    <a:pt x="1337" y="2027"/>
                  </a:cubicBezTo>
                  <a:cubicBezTo>
                    <a:pt x="1357" y="2004"/>
                    <a:pt x="1360" y="2005"/>
                    <a:pt x="1361" y="2003"/>
                  </a:cubicBezTo>
                  <a:cubicBezTo>
                    <a:pt x="1379" y="1988"/>
                    <a:pt x="1381" y="1987"/>
                    <a:pt x="1383" y="1985"/>
                  </a:cubicBezTo>
                  <a:cubicBezTo>
                    <a:pt x="1395" y="1974"/>
                    <a:pt x="1393" y="1969"/>
                    <a:pt x="1398" y="1970"/>
                  </a:cubicBezTo>
                  <a:cubicBezTo>
                    <a:pt x="1429" y="1937"/>
                    <a:pt x="1430" y="1935"/>
                    <a:pt x="1431" y="1933"/>
                  </a:cubicBezTo>
                  <a:cubicBezTo>
                    <a:pt x="1448" y="1913"/>
                    <a:pt x="1452" y="1911"/>
                    <a:pt x="1453" y="1905"/>
                  </a:cubicBezTo>
                  <a:cubicBezTo>
                    <a:pt x="1484" y="1849"/>
                    <a:pt x="1489" y="1848"/>
                    <a:pt x="1485" y="1844"/>
                  </a:cubicBezTo>
                  <a:cubicBezTo>
                    <a:pt x="1498" y="1819"/>
                    <a:pt x="1499" y="1815"/>
                    <a:pt x="1503" y="1813"/>
                  </a:cubicBezTo>
                  <a:cubicBezTo>
                    <a:pt x="1479" y="1838"/>
                    <a:pt x="1484" y="1853"/>
                    <a:pt x="1477" y="1855"/>
                  </a:cubicBezTo>
                  <a:cubicBezTo>
                    <a:pt x="1464" y="1882"/>
                    <a:pt x="1459" y="1886"/>
                    <a:pt x="1455" y="1892"/>
                  </a:cubicBezTo>
                  <a:cubicBezTo>
                    <a:pt x="1437" y="1912"/>
                    <a:pt x="1434" y="1918"/>
                    <a:pt x="1431" y="1922"/>
                  </a:cubicBezTo>
                  <a:cubicBezTo>
                    <a:pt x="1408" y="1942"/>
                    <a:pt x="1402" y="1953"/>
                    <a:pt x="1394" y="1961"/>
                  </a:cubicBezTo>
                  <a:cubicBezTo>
                    <a:pt x="1356" y="1988"/>
                    <a:pt x="1360" y="1997"/>
                    <a:pt x="1354" y="1996"/>
                  </a:cubicBezTo>
                  <a:cubicBezTo>
                    <a:pt x="1337" y="2014"/>
                    <a:pt x="1333" y="2016"/>
                    <a:pt x="1330" y="2018"/>
                  </a:cubicBezTo>
                  <a:cubicBezTo>
                    <a:pt x="1304" y="2043"/>
                    <a:pt x="1304" y="2048"/>
                    <a:pt x="1300" y="2049"/>
                  </a:cubicBezTo>
                  <a:cubicBezTo>
                    <a:pt x="1281" y="2070"/>
                    <a:pt x="1275" y="2075"/>
                    <a:pt x="1269" y="2079"/>
                  </a:cubicBezTo>
                  <a:cubicBezTo>
                    <a:pt x="1247" y="2112"/>
                    <a:pt x="1245" y="2113"/>
                    <a:pt x="1243" y="2114"/>
                  </a:cubicBezTo>
                  <a:cubicBezTo>
                    <a:pt x="1247" y="2103"/>
                    <a:pt x="1247" y="2098"/>
                    <a:pt x="1250" y="2094"/>
                  </a:cubicBezTo>
                  <a:cubicBezTo>
                    <a:pt x="1275" y="2064"/>
                    <a:pt x="1275" y="2058"/>
                    <a:pt x="1278" y="2055"/>
                  </a:cubicBezTo>
                  <a:cubicBezTo>
                    <a:pt x="1312" y="2008"/>
                    <a:pt x="1335" y="1985"/>
                    <a:pt x="1359" y="1964"/>
                  </a:cubicBezTo>
                  <a:cubicBezTo>
                    <a:pt x="1384" y="1931"/>
                    <a:pt x="1387" y="1930"/>
                    <a:pt x="1387" y="1924"/>
                  </a:cubicBezTo>
                  <a:cubicBezTo>
                    <a:pt x="1413" y="1898"/>
                    <a:pt x="1413" y="1892"/>
                    <a:pt x="1418" y="1892"/>
                  </a:cubicBezTo>
                  <a:cubicBezTo>
                    <a:pt x="1427" y="1879"/>
                    <a:pt x="1429" y="1875"/>
                    <a:pt x="1431" y="1872"/>
                  </a:cubicBezTo>
                  <a:cubicBezTo>
                    <a:pt x="1422" y="1877"/>
                    <a:pt x="1419" y="1882"/>
                    <a:pt x="1416" y="1885"/>
                  </a:cubicBezTo>
                  <a:cubicBezTo>
                    <a:pt x="1370" y="1932"/>
                    <a:pt x="1368" y="1937"/>
                    <a:pt x="1365" y="1942"/>
                  </a:cubicBezTo>
                  <a:cubicBezTo>
                    <a:pt x="1347" y="1957"/>
                    <a:pt x="1348" y="1963"/>
                    <a:pt x="1344" y="1961"/>
                  </a:cubicBezTo>
                  <a:cubicBezTo>
                    <a:pt x="1310" y="1997"/>
                    <a:pt x="1311" y="2001"/>
                    <a:pt x="1309" y="2003"/>
                  </a:cubicBezTo>
                  <a:cubicBezTo>
                    <a:pt x="1290" y="2031"/>
                    <a:pt x="1278" y="2034"/>
                    <a:pt x="1276" y="2046"/>
                  </a:cubicBezTo>
                  <a:cubicBezTo>
                    <a:pt x="1263" y="2059"/>
                    <a:pt x="1262" y="2063"/>
                    <a:pt x="1256" y="2066"/>
                  </a:cubicBezTo>
                  <a:cubicBezTo>
                    <a:pt x="1229" y="2114"/>
                    <a:pt x="1229" y="2119"/>
                    <a:pt x="1226" y="2121"/>
                  </a:cubicBezTo>
                  <a:cubicBezTo>
                    <a:pt x="1210" y="2155"/>
                    <a:pt x="1209" y="2158"/>
                    <a:pt x="1208" y="2160"/>
                  </a:cubicBezTo>
                  <a:cubicBezTo>
                    <a:pt x="1234" y="2148"/>
                    <a:pt x="1239" y="2141"/>
                    <a:pt x="1243" y="2131"/>
                  </a:cubicBezTo>
                  <a:close/>
                  <a:moveTo>
                    <a:pt x="1095" y="2090"/>
                  </a:moveTo>
                  <a:cubicBezTo>
                    <a:pt x="1092" y="2080"/>
                    <a:pt x="1087" y="2072"/>
                    <a:pt x="1082" y="2064"/>
                  </a:cubicBezTo>
                  <a:cubicBezTo>
                    <a:pt x="1051" y="2009"/>
                    <a:pt x="1049" y="2005"/>
                    <a:pt x="1045" y="2003"/>
                  </a:cubicBezTo>
                  <a:cubicBezTo>
                    <a:pt x="1032" y="1967"/>
                    <a:pt x="1032" y="1961"/>
                    <a:pt x="1030" y="1957"/>
                  </a:cubicBezTo>
                  <a:cubicBezTo>
                    <a:pt x="1015" y="1906"/>
                    <a:pt x="1012" y="1903"/>
                    <a:pt x="1012" y="1896"/>
                  </a:cubicBezTo>
                  <a:cubicBezTo>
                    <a:pt x="1003" y="1886"/>
                    <a:pt x="1010" y="1901"/>
                    <a:pt x="1012" y="1920"/>
                  </a:cubicBezTo>
                  <a:cubicBezTo>
                    <a:pt x="1029" y="2003"/>
                    <a:pt x="1034" y="2018"/>
                    <a:pt x="1038" y="2033"/>
                  </a:cubicBezTo>
                  <a:cubicBezTo>
                    <a:pt x="1048" y="2064"/>
                    <a:pt x="1051" y="2072"/>
                    <a:pt x="1056" y="2077"/>
                  </a:cubicBezTo>
                  <a:cubicBezTo>
                    <a:pt x="1101" y="2160"/>
                    <a:pt x="1101" y="2160"/>
                    <a:pt x="1101" y="2160"/>
                  </a:cubicBezTo>
                  <a:cubicBezTo>
                    <a:pt x="1097" y="2151"/>
                    <a:pt x="1093" y="2150"/>
                    <a:pt x="1093" y="2142"/>
                  </a:cubicBezTo>
                  <a:cubicBezTo>
                    <a:pt x="1069" y="2093"/>
                    <a:pt x="1058" y="2074"/>
                    <a:pt x="1051" y="2051"/>
                  </a:cubicBezTo>
                  <a:cubicBezTo>
                    <a:pt x="1037" y="2005"/>
                    <a:pt x="1030" y="1997"/>
                    <a:pt x="1030" y="1983"/>
                  </a:cubicBezTo>
                  <a:cubicBezTo>
                    <a:pt x="1058" y="2041"/>
                    <a:pt x="1062" y="2045"/>
                    <a:pt x="1064" y="2051"/>
                  </a:cubicBezTo>
                  <a:cubicBezTo>
                    <a:pt x="1085" y="2092"/>
                    <a:pt x="1091" y="2094"/>
                    <a:pt x="1093" y="2101"/>
                  </a:cubicBezTo>
                  <a:cubicBezTo>
                    <a:pt x="1127" y="2147"/>
                    <a:pt x="1120" y="2159"/>
                    <a:pt x="1126" y="2158"/>
                  </a:cubicBezTo>
                  <a:cubicBezTo>
                    <a:pt x="1131" y="2147"/>
                    <a:pt x="1123" y="2137"/>
                    <a:pt x="1117" y="2125"/>
                  </a:cubicBezTo>
                  <a:close/>
                  <a:moveTo>
                    <a:pt x="1062" y="2155"/>
                  </a:moveTo>
                  <a:cubicBezTo>
                    <a:pt x="1062" y="2152"/>
                    <a:pt x="1061" y="2150"/>
                    <a:pt x="1058" y="2149"/>
                  </a:cubicBezTo>
                  <a:cubicBezTo>
                    <a:pt x="1061" y="2142"/>
                    <a:pt x="1051" y="2147"/>
                    <a:pt x="1054" y="2140"/>
                  </a:cubicBezTo>
                  <a:cubicBezTo>
                    <a:pt x="1048" y="2137"/>
                    <a:pt x="1047" y="2129"/>
                    <a:pt x="1040" y="2127"/>
                  </a:cubicBezTo>
                  <a:cubicBezTo>
                    <a:pt x="1037" y="2113"/>
                    <a:pt x="1027" y="2105"/>
                    <a:pt x="1019" y="2097"/>
                  </a:cubicBezTo>
                  <a:cubicBezTo>
                    <a:pt x="1017" y="2106"/>
                    <a:pt x="1026" y="2106"/>
                    <a:pt x="1027" y="2112"/>
                  </a:cubicBezTo>
                  <a:cubicBezTo>
                    <a:pt x="1028" y="2119"/>
                    <a:pt x="1036" y="2120"/>
                    <a:pt x="1036" y="2127"/>
                  </a:cubicBezTo>
                  <a:cubicBezTo>
                    <a:pt x="1045" y="2135"/>
                    <a:pt x="1050" y="2146"/>
                    <a:pt x="1058" y="2155"/>
                  </a:cubicBezTo>
                  <a:cubicBezTo>
                    <a:pt x="1059" y="2157"/>
                    <a:pt x="1060" y="2159"/>
                    <a:pt x="1061" y="2160"/>
                  </a:cubicBezTo>
                  <a:cubicBezTo>
                    <a:pt x="1067" y="2160"/>
                    <a:pt x="1067" y="2160"/>
                    <a:pt x="1067" y="2160"/>
                  </a:cubicBezTo>
                  <a:cubicBezTo>
                    <a:pt x="1066" y="2158"/>
                    <a:pt x="1066" y="2155"/>
                    <a:pt x="1062" y="2155"/>
                  </a:cubicBezTo>
                  <a:close/>
                </a:path>
              </a:pathLst>
            </a:custGeom>
            <a:solidFill>
              <a:schemeClr val="accent1">
                <a:lumMod val="40000"/>
                <a:lumOff val="60000"/>
              </a:schemeClr>
            </a:solidFill>
            <a:ln>
              <a:noFill/>
            </a:ln>
          </p:spPr>
        </p:sp>
        <p:sp>
          <p:nvSpPr>
            <p:cNvPr id="13" name="Freeform 13">
              <a:extLst>
                <a:ext uri="{FF2B5EF4-FFF2-40B4-BE49-F238E27FC236}">
                  <a16:creationId xmlns:a16="http://schemas.microsoft.com/office/drawing/2014/main" id="{05474103-4A93-4198-B2FA-45EC74FD528A}"/>
                </a:ext>
              </a:extLst>
            </p:cNvPr>
            <p:cNvSpPr>
              <a:spLocks noEditPoints="1"/>
            </p:cNvSpPr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 bwMode="auto">
            <a:xfrm>
              <a:off x="0" y="3175"/>
              <a:ext cx="12198350" cy="6875463"/>
            </a:xfrm>
            <a:custGeom>
              <a:avLst/>
              <a:gdLst/>
              <a:ahLst/>
              <a:cxnLst/>
              <a:rect l="0" t="0" r="r" b="b"/>
              <a:pathLst>
                <a:path w="3840" h="2163">
                  <a:moveTo>
                    <a:pt x="3809" y="960"/>
                  </a:moveTo>
                  <a:cubicBezTo>
                    <a:pt x="3796" y="975"/>
                    <a:pt x="3783" y="990"/>
                    <a:pt x="3772" y="1010"/>
                  </a:cubicBezTo>
                  <a:cubicBezTo>
                    <a:pt x="3769" y="1017"/>
                    <a:pt x="3766" y="1024"/>
                    <a:pt x="3763" y="1030"/>
                  </a:cubicBezTo>
                  <a:cubicBezTo>
                    <a:pt x="3771" y="1037"/>
                    <a:pt x="3769" y="1017"/>
                    <a:pt x="3775" y="1019"/>
                  </a:cubicBezTo>
                  <a:cubicBezTo>
                    <a:pt x="3774" y="1010"/>
                    <a:pt x="3779" y="1009"/>
                    <a:pt x="3783" y="1001"/>
                  </a:cubicBezTo>
                  <a:cubicBezTo>
                    <a:pt x="3787" y="996"/>
                    <a:pt x="3792" y="991"/>
                    <a:pt x="3796" y="985"/>
                  </a:cubicBezTo>
                  <a:cubicBezTo>
                    <a:pt x="3798" y="980"/>
                    <a:pt x="3802" y="982"/>
                    <a:pt x="3803" y="976"/>
                  </a:cubicBezTo>
                  <a:cubicBezTo>
                    <a:pt x="3807" y="980"/>
                    <a:pt x="3805" y="966"/>
                    <a:pt x="3810" y="970"/>
                  </a:cubicBezTo>
                  <a:cubicBezTo>
                    <a:pt x="3815" y="965"/>
                    <a:pt x="3819" y="960"/>
                    <a:pt x="3824" y="954"/>
                  </a:cubicBezTo>
                  <a:cubicBezTo>
                    <a:pt x="3826" y="952"/>
                    <a:pt x="3829" y="950"/>
                    <a:pt x="3831" y="948"/>
                  </a:cubicBezTo>
                  <a:cubicBezTo>
                    <a:pt x="3834" y="948"/>
                    <a:pt x="3835" y="940"/>
                    <a:pt x="3838" y="942"/>
                  </a:cubicBezTo>
                  <a:cubicBezTo>
                    <a:pt x="3839" y="941"/>
                    <a:pt x="3840" y="940"/>
                    <a:pt x="3840" y="940"/>
                  </a:cubicBezTo>
                  <a:cubicBezTo>
                    <a:pt x="3840" y="930"/>
                    <a:pt x="3840" y="930"/>
                    <a:pt x="3840" y="930"/>
                  </a:cubicBezTo>
                  <a:cubicBezTo>
                    <a:pt x="3837" y="933"/>
                    <a:pt x="3833" y="935"/>
                    <a:pt x="3830" y="938"/>
                  </a:cubicBezTo>
                  <a:cubicBezTo>
                    <a:pt x="3824" y="947"/>
                    <a:pt x="3817" y="953"/>
                    <a:pt x="3809" y="960"/>
                  </a:cubicBezTo>
                  <a:close/>
                  <a:moveTo>
                    <a:pt x="3827" y="880"/>
                  </a:moveTo>
                  <a:cubicBezTo>
                    <a:pt x="3818" y="885"/>
                    <a:pt x="3810" y="891"/>
                    <a:pt x="3802" y="898"/>
                  </a:cubicBezTo>
                  <a:cubicBezTo>
                    <a:pt x="3795" y="906"/>
                    <a:pt x="3785" y="910"/>
                    <a:pt x="3779" y="921"/>
                  </a:cubicBezTo>
                  <a:cubicBezTo>
                    <a:pt x="3770" y="926"/>
                    <a:pt x="3764" y="938"/>
                    <a:pt x="3757" y="945"/>
                  </a:cubicBezTo>
                  <a:cubicBezTo>
                    <a:pt x="3754" y="951"/>
                    <a:pt x="3748" y="950"/>
                    <a:pt x="3746" y="959"/>
                  </a:cubicBezTo>
                  <a:cubicBezTo>
                    <a:pt x="3743" y="958"/>
                    <a:pt x="3742" y="963"/>
                    <a:pt x="3740" y="966"/>
                  </a:cubicBezTo>
                  <a:cubicBezTo>
                    <a:pt x="3738" y="965"/>
                    <a:pt x="3735" y="971"/>
                    <a:pt x="3738" y="972"/>
                  </a:cubicBezTo>
                  <a:cubicBezTo>
                    <a:pt x="3746" y="962"/>
                    <a:pt x="3754" y="953"/>
                    <a:pt x="3762" y="942"/>
                  </a:cubicBezTo>
                  <a:cubicBezTo>
                    <a:pt x="3773" y="939"/>
                    <a:pt x="3778" y="921"/>
                    <a:pt x="3789" y="918"/>
                  </a:cubicBezTo>
                  <a:cubicBezTo>
                    <a:pt x="3792" y="911"/>
                    <a:pt x="3799" y="912"/>
                    <a:pt x="3802" y="905"/>
                  </a:cubicBezTo>
                  <a:cubicBezTo>
                    <a:pt x="3807" y="902"/>
                    <a:pt x="3812" y="899"/>
                    <a:pt x="3816" y="894"/>
                  </a:cubicBezTo>
                  <a:cubicBezTo>
                    <a:pt x="3817" y="891"/>
                    <a:pt x="3822" y="895"/>
                    <a:pt x="3822" y="890"/>
                  </a:cubicBezTo>
                  <a:cubicBezTo>
                    <a:pt x="3826" y="891"/>
                    <a:pt x="3827" y="884"/>
                    <a:pt x="3831" y="886"/>
                  </a:cubicBezTo>
                  <a:cubicBezTo>
                    <a:pt x="3833" y="882"/>
                    <a:pt x="3837" y="881"/>
                    <a:pt x="3840" y="879"/>
                  </a:cubicBezTo>
                  <a:cubicBezTo>
                    <a:pt x="3840" y="871"/>
                    <a:pt x="3840" y="871"/>
                    <a:pt x="3840" y="871"/>
                  </a:cubicBezTo>
                  <a:cubicBezTo>
                    <a:pt x="3840" y="871"/>
                    <a:pt x="3840" y="871"/>
                    <a:pt x="3840" y="871"/>
                  </a:cubicBezTo>
                  <a:cubicBezTo>
                    <a:pt x="3835" y="872"/>
                    <a:pt x="3831" y="878"/>
                    <a:pt x="3827" y="880"/>
                  </a:cubicBezTo>
                  <a:close/>
                  <a:moveTo>
                    <a:pt x="3837" y="806"/>
                  </a:moveTo>
                  <a:cubicBezTo>
                    <a:pt x="3836" y="810"/>
                    <a:pt x="3827" y="812"/>
                    <a:pt x="3832" y="816"/>
                  </a:cubicBezTo>
                  <a:cubicBezTo>
                    <a:pt x="3835" y="814"/>
                    <a:pt x="3837" y="812"/>
                    <a:pt x="3840" y="810"/>
                  </a:cubicBezTo>
                  <a:cubicBezTo>
                    <a:pt x="3840" y="804"/>
                    <a:pt x="3840" y="804"/>
                    <a:pt x="3840" y="804"/>
                  </a:cubicBezTo>
                  <a:cubicBezTo>
                    <a:pt x="3839" y="804"/>
                    <a:pt x="3838" y="805"/>
                    <a:pt x="3837" y="806"/>
                  </a:cubicBezTo>
                  <a:close/>
                  <a:moveTo>
                    <a:pt x="2318" y="205"/>
                  </a:moveTo>
                  <a:cubicBezTo>
                    <a:pt x="2319" y="200"/>
                    <a:pt x="2323" y="198"/>
                    <a:pt x="2322" y="192"/>
                  </a:cubicBezTo>
                  <a:cubicBezTo>
                    <a:pt x="2351" y="148"/>
                    <a:pt x="2361" y="145"/>
                    <a:pt x="2364" y="135"/>
                  </a:cubicBezTo>
                  <a:cubicBezTo>
                    <a:pt x="2383" y="109"/>
                    <a:pt x="2387" y="107"/>
                    <a:pt x="2388" y="102"/>
                  </a:cubicBezTo>
                  <a:cubicBezTo>
                    <a:pt x="2419" y="61"/>
                    <a:pt x="2429" y="59"/>
                    <a:pt x="2434" y="50"/>
                  </a:cubicBezTo>
                  <a:cubicBezTo>
                    <a:pt x="2462" y="20"/>
                    <a:pt x="2474" y="12"/>
                    <a:pt x="2481" y="0"/>
                  </a:cubicBezTo>
                  <a:cubicBezTo>
                    <a:pt x="2462" y="9"/>
                    <a:pt x="2460" y="16"/>
                    <a:pt x="2453" y="19"/>
                  </a:cubicBezTo>
                  <a:cubicBezTo>
                    <a:pt x="2438" y="35"/>
                    <a:pt x="2436" y="37"/>
                    <a:pt x="2434" y="39"/>
                  </a:cubicBezTo>
                  <a:cubicBezTo>
                    <a:pt x="2416" y="54"/>
                    <a:pt x="2418" y="60"/>
                    <a:pt x="2412" y="59"/>
                  </a:cubicBezTo>
                  <a:cubicBezTo>
                    <a:pt x="2382" y="92"/>
                    <a:pt x="2384" y="103"/>
                    <a:pt x="2377" y="104"/>
                  </a:cubicBezTo>
                  <a:cubicBezTo>
                    <a:pt x="2361" y="133"/>
                    <a:pt x="2355" y="132"/>
                    <a:pt x="2357" y="139"/>
                  </a:cubicBezTo>
                  <a:cubicBezTo>
                    <a:pt x="2336" y="177"/>
                    <a:pt x="2326" y="171"/>
                    <a:pt x="2329" y="179"/>
                  </a:cubicBezTo>
                  <a:cubicBezTo>
                    <a:pt x="2321" y="199"/>
                    <a:pt x="2312" y="203"/>
                    <a:pt x="2318" y="205"/>
                  </a:cubicBezTo>
                  <a:close/>
                  <a:moveTo>
                    <a:pt x="3826" y="837"/>
                  </a:moveTo>
                  <a:cubicBezTo>
                    <a:pt x="3821" y="839"/>
                    <a:pt x="3818" y="844"/>
                    <a:pt x="3813" y="845"/>
                  </a:cubicBezTo>
                  <a:cubicBezTo>
                    <a:pt x="3805" y="852"/>
                    <a:pt x="3797" y="858"/>
                    <a:pt x="3790" y="867"/>
                  </a:cubicBezTo>
                  <a:cubicBezTo>
                    <a:pt x="3787" y="873"/>
                    <a:pt x="3782" y="871"/>
                    <a:pt x="3780" y="879"/>
                  </a:cubicBezTo>
                  <a:cubicBezTo>
                    <a:pt x="3776" y="877"/>
                    <a:pt x="3776" y="884"/>
                    <a:pt x="3773" y="883"/>
                  </a:cubicBezTo>
                  <a:cubicBezTo>
                    <a:pt x="3772" y="886"/>
                    <a:pt x="3769" y="890"/>
                    <a:pt x="3772" y="892"/>
                  </a:cubicBezTo>
                  <a:cubicBezTo>
                    <a:pt x="3778" y="885"/>
                    <a:pt x="3784" y="877"/>
                    <a:pt x="3792" y="872"/>
                  </a:cubicBezTo>
                  <a:cubicBezTo>
                    <a:pt x="3795" y="867"/>
                    <a:pt x="3799" y="864"/>
                    <a:pt x="3803" y="863"/>
                  </a:cubicBezTo>
                  <a:cubicBezTo>
                    <a:pt x="3806" y="858"/>
                    <a:pt x="3810" y="855"/>
                    <a:pt x="3814" y="853"/>
                  </a:cubicBezTo>
                  <a:cubicBezTo>
                    <a:pt x="3821" y="846"/>
                    <a:pt x="3828" y="841"/>
                    <a:pt x="3836" y="836"/>
                  </a:cubicBezTo>
                  <a:cubicBezTo>
                    <a:pt x="3837" y="837"/>
                    <a:pt x="3839" y="836"/>
                    <a:pt x="3840" y="835"/>
                  </a:cubicBezTo>
                  <a:cubicBezTo>
                    <a:pt x="3840" y="826"/>
                    <a:pt x="3840" y="826"/>
                    <a:pt x="3840" y="826"/>
                  </a:cubicBezTo>
                  <a:cubicBezTo>
                    <a:pt x="3839" y="827"/>
                    <a:pt x="3838" y="827"/>
                    <a:pt x="3837" y="827"/>
                  </a:cubicBezTo>
                  <a:cubicBezTo>
                    <a:pt x="3834" y="831"/>
                    <a:pt x="3830" y="835"/>
                    <a:pt x="3826" y="837"/>
                  </a:cubicBezTo>
                  <a:close/>
                  <a:moveTo>
                    <a:pt x="3819" y="964"/>
                  </a:moveTo>
                  <a:cubicBezTo>
                    <a:pt x="3816" y="970"/>
                    <a:pt x="3810" y="971"/>
                    <a:pt x="3807" y="978"/>
                  </a:cubicBezTo>
                  <a:cubicBezTo>
                    <a:pt x="3801" y="978"/>
                    <a:pt x="3800" y="989"/>
                    <a:pt x="3795" y="989"/>
                  </a:cubicBezTo>
                  <a:cubicBezTo>
                    <a:pt x="3792" y="998"/>
                    <a:pt x="3786" y="999"/>
                    <a:pt x="3783" y="1006"/>
                  </a:cubicBezTo>
                  <a:cubicBezTo>
                    <a:pt x="3787" y="1008"/>
                    <a:pt x="3780" y="1008"/>
                    <a:pt x="3783" y="1011"/>
                  </a:cubicBezTo>
                  <a:cubicBezTo>
                    <a:pt x="3784" y="1015"/>
                    <a:pt x="3774" y="1015"/>
                    <a:pt x="3780" y="1019"/>
                  </a:cubicBezTo>
                  <a:cubicBezTo>
                    <a:pt x="3796" y="998"/>
                    <a:pt x="3813" y="976"/>
                    <a:pt x="3833" y="965"/>
                  </a:cubicBezTo>
                  <a:cubicBezTo>
                    <a:pt x="3835" y="963"/>
                    <a:pt x="3838" y="961"/>
                    <a:pt x="3840" y="959"/>
                  </a:cubicBezTo>
                  <a:cubicBezTo>
                    <a:pt x="3840" y="950"/>
                    <a:pt x="3840" y="950"/>
                    <a:pt x="3840" y="950"/>
                  </a:cubicBezTo>
                  <a:cubicBezTo>
                    <a:pt x="3837" y="952"/>
                    <a:pt x="3835" y="954"/>
                    <a:pt x="3833" y="956"/>
                  </a:cubicBezTo>
                  <a:cubicBezTo>
                    <a:pt x="3827" y="957"/>
                    <a:pt x="3825" y="965"/>
                    <a:pt x="3819" y="964"/>
                  </a:cubicBezTo>
                  <a:close/>
                  <a:moveTo>
                    <a:pt x="3803" y="1109"/>
                  </a:moveTo>
                  <a:cubicBezTo>
                    <a:pt x="3801" y="1112"/>
                    <a:pt x="3798" y="1111"/>
                    <a:pt x="3797" y="1113"/>
                  </a:cubicBezTo>
                  <a:cubicBezTo>
                    <a:pt x="3795" y="1116"/>
                    <a:pt x="3794" y="1121"/>
                    <a:pt x="3791" y="1120"/>
                  </a:cubicBezTo>
                  <a:cubicBezTo>
                    <a:pt x="3786" y="1128"/>
                    <a:pt x="3788" y="1129"/>
                    <a:pt x="3782" y="1136"/>
                  </a:cubicBezTo>
                  <a:cubicBezTo>
                    <a:pt x="3780" y="1142"/>
                    <a:pt x="3777" y="1149"/>
                    <a:pt x="3774" y="1156"/>
                  </a:cubicBezTo>
                  <a:cubicBezTo>
                    <a:pt x="3769" y="1158"/>
                    <a:pt x="3768" y="1168"/>
                    <a:pt x="3775" y="1170"/>
                  </a:cubicBezTo>
                  <a:cubicBezTo>
                    <a:pt x="3776" y="1171"/>
                    <a:pt x="3778" y="1171"/>
                    <a:pt x="3779" y="1172"/>
                  </a:cubicBezTo>
                  <a:cubicBezTo>
                    <a:pt x="3780" y="1169"/>
                    <a:pt x="3780" y="1167"/>
                    <a:pt x="3779" y="1165"/>
                  </a:cubicBezTo>
                  <a:cubicBezTo>
                    <a:pt x="3787" y="1166"/>
                    <a:pt x="3779" y="1160"/>
                    <a:pt x="3780" y="1158"/>
                  </a:cubicBezTo>
                  <a:cubicBezTo>
                    <a:pt x="3785" y="1158"/>
                    <a:pt x="3788" y="1145"/>
                    <a:pt x="3787" y="1142"/>
                  </a:cubicBezTo>
                  <a:cubicBezTo>
                    <a:pt x="3794" y="1141"/>
                    <a:pt x="3796" y="1126"/>
                    <a:pt x="3802" y="1123"/>
                  </a:cubicBezTo>
                  <a:cubicBezTo>
                    <a:pt x="3807" y="1114"/>
                    <a:pt x="3813" y="1109"/>
                    <a:pt x="3818" y="1101"/>
                  </a:cubicBezTo>
                  <a:cubicBezTo>
                    <a:pt x="3823" y="1095"/>
                    <a:pt x="3830" y="1091"/>
                    <a:pt x="3835" y="1084"/>
                  </a:cubicBezTo>
                  <a:cubicBezTo>
                    <a:pt x="3837" y="1084"/>
                    <a:pt x="3838" y="1082"/>
                    <a:pt x="3840" y="1081"/>
                  </a:cubicBezTo>
                  <a:cubicBezTo>
                    <a:pt x="3840" y="1069"/>
                    <a:pt x="3840" y="1069"/>
                    <a:pt x="3840" y="1069"/>
                  </a:cubicBezTo>
                  <a:cubicBezTo>
                    <a:pt x="3836" y="1073"/>
                    <a:pt x="3831" y="1077"/>
                    <a:pt x="3827" y="1081"/>
                  </a:cubicBezTo>
                  <a:cubicBezTo>
                    <a:pt x="3818" y="1089"/>
                    <a:pt x="3811" y="1099"/>
                    <a:pt x="3803" y="1109"/>
                  </a:cubicBezTo>
                  <a:close/>
                  <a:moveTo>
                    <a:pt x="3818" y="1248"/>
                  </a:moveTo>
                  <a:cubicBezTo>
                    <a:pt x="3822" y="1250"/>
                    <a:pt x="3815" y="1258"/>
                    <a:pt x="3822" y="1259"/>
                  </a:cubicBezTo>
                  <a:cubicBezTo>
                    <a:pt x="3826" y="1261"/>
                    <a:pt x="3826" y="1254"/>
                    <a:pt x="3829" y="1255"/>
                  </a:cubicBezTo>
                  <a:cubicBezTo>
                    <a:pt x="3832" y="1250"/>
                    <a:pt x="3832" y="1247"/>
                    <a:pt x="3831" y="1244"/>
                  </a:cubicBezTo>
                  <a:cubicBezTo>
                    <a:pt x="3835" y="1245"/>
                    <a:pt x="3835" y="1240"/>
                    <a:pt x="3834" y="1238"/>
                  </a:cubicBezTo>
                  <a:cubicBezTo>
                    <a:pt x="3839" y="1240"/>
                    <a:pt x="3833" y="1233"/>
                    <a:pt x="3837" y="1230"/>
                  </a:cubicBezTo>
                  <a:cubicBezTo>
                    <a:pt x="3838" y="1228"/>
                    <a:pt x="3839" y="1227"/>
                    <a:pt x="3840" y="1226"/>
                  </a:cubicBezTo>
                  <a:cubicBezTo>
                    <a:pt x="3840" y="1209"/>
                    <a:pt x="3840" y="1209"/>
                    <a:pt x="3840" y="1209"/>
                  </a:cubicBezTo>
                  <a:cubicBezTo>
                    <a:pt x="3835" y="1219"/>
                    <a:pt x="3829" y="1228"/>
                    <a:pt x="3823" y="1236"/>
                  </a:cubicBezTo>
                  <a:cubicBezTo>
                    <a:pt x="3828" y="1240"/>
                    <a:pt x="3819" y="1244"/>
                    <a:pt x="3818" y="1248"/>
                  </a:cubicBezTo>
                  <a:close/>
                  <a:moveTo>
                    <a:pt x="3121" y="2109"/>
                  </a:moveTo>
                  <a:cubicBezTo>
                    <a:pt x="3119" y="2105"/>
                    <a:pt x="3124" y="2102"/>
                    <a:pt x="3118" y="2098"/>
                  </a:cubicBezTo>
                  <a:cubicBezTo>
                    <a:pt x="3121" y="2094"/>
                    <a:pt x="3113" y="2089"/>
                    <a:pt x="3115" y="2086"/>
                  </a:cubicBezTo>
                  <a:cubicBezTo>
                    <a:pt x="3114" y="2077"/>
                    <a:pt x="3111" y="2069"/>
                    <a:pt x="3108" y="2060"/>
                  </a:cubicBezTo>
                  <a:cubicBezTo>
                    <a:pt x="3108" y="2056"/>
                    <a:pt x="3105" y="2053"/>
                    <a:pt x="3104" y="2049"/>
                  </a:cubicBezTo>
                  <a:cubicBezTo>
                    <a:pt x="3103" y="2048"/>
                    <a:pt x="3105" y="2045"/>
                    <a:pt x="3104" y="2043"/>
                  </a:cubicBezTo>
                  <a:cubicBezTo>
                    <a:pt x="3103" y="2041"/>
                    <a:pt x="3099" y="2039"/>
                    <a:pt x="3102" y="2037"/>
                  </a:cubicBezTo>
                  <a:cubicBezTo>
                    <a:pt x="3096" y="2032"/>
                    <a:pt x="3099" y="2028"/>
                    <a:pt x="3093" y="2024"/>
                  </a:cubicBezTo>
                  <a:cubicBezTo>
                    <a:pt x="3095" y="2020"/>
                    <a:pt x="3092" y="2014"/>
                    <a:pt x="3087" y="2017"/>
                  </a:cubicBezTo>
                  <a:cubicBezTo>
                    <a:pt x="3092" y="2025"/>
                    <a:pt x="3088" y="2032"/>
                    <a:pt x="3095" y="2039"/>
                  </a:cubicBezTo>
                  <a:cubicBezTo>
                    <a:pt x="3093" y="2041"/>
                    <a:pt x="3096" y="2042"/>
                    <a:pt x="3096" y="2044"/>
                  </a:cubicBezTo>
                  <a:cubicBezTo>
                    <a:pt x="3097" y="2045"/>
                    <a:pt x="3096" y="2049"/>
                    <a:pt x="3096" y="2050"/>
                  </a:cubicBezTo>
                  <a:cubicBezTo>
                    <a:pt x="3096" y="2051"/>
                    <a:pt x="3098" y="2052"/>
                    <a:pt x="3099" y="2054"/>
                  </a:cubicBezTo>
                  <a:cubicBezTo>
                    <a:pt x="3101" y="2058"/>
                    <a:pt x="3097" y="2059"/>
                    <a:pt x="3101" y="2063"/>
                  </a:cubicBezTo>
                  <a:cubicBezTo>
                    <a:pt x="3106" y="2071"/>
                    <a:pt x="3101" y="2078"/>
                    <a:pt x="3107" y="2087"/>
                  </a:cubicBezTo>
                  <a:cubicBezTo>
                    <a:pt x="3108" y="2094"/>
                    <a:pt x="3109" y="2102"/>
                    <a:pt x="3114" y="2110"/>
                  </a:cubicBezTo>
                  <a:cubicBezTo>
                    <a:pt x="3112" y="2117"/>
                    <a:pt x="3115" y="2125"/>
                    <a:pt x="3115" y="2132"/>
                  </a:cubicBezTo>
                  <a:cubicBezTo>
                    <a:pt x="3119" y="2136"/>
                    <a:pt x="3117" y="2139"/>
                    <a:pt x="3119" y="2143"/>
                  </a:cubicBezTo>
                  <a:cubicBezTo>
                    <a:pt x="3118" y="2145"/>
                    <a:pt x="3120" y="2147"/>
                    <a:pt x="3122" y="2149"/>
                  </a:cubicBezTo>
                  <a:cubicBezTo>
                    <a:pt x="3124" y="2152"/>
                    <a:pt x="3120" y="2153"/>
                    <a:pt x="3121" y="2155"/>
                  </a:cubicBezTo>
                  <a:cubicBezTo>
                    <a:pt x="3122" y="2157"/>
                    <a:pt x="3123" y="2159"/>
                    <a:pt x="3123" y="2160"/>
                  </a:cubicBezTo>
                  <a:cubicBezTo>
                    <a:pt x="3132" y="2160"/>
                    <a:pt x="3132" y="2160"/>
                    <a:pt x="3132" y="2160"/>
                  </a:cubicBezTo>
                  <a:cubicBezTo>
                    <a:pt x="3132" y="2160"/>
                    <a:pt x="3132" y="2159"/>
                    <a:pt x="3132" y="2158"/>
                  </a:cubicBezTo>
                  <a:cubicBezTo>
                    <a:pt x="3129" y="2142"/>
                    <a:pt x="3124" y="2125"/>
                    <a:pt x="3121" y="2109"/>
                  </a:cubicBezTo>
                  <a:close/>
                  <a:moveTo>
                    <a:pt x="3826" y="1017"/>
                  </a:moveTo>
                  <a:cubicBezTo>
                    <a:pt x="3822" y="1025"/>
                    <a:pt x="3814" y="1024"/>
                    <a:pt x="3810" y="1031"/>
                  </a:cubicBezTo>
                  <a:cubicBezTo>
                    <a:pt x="3806" y="1030"/>
                    <a:pt x="3805" y="1038"/>
                    <a:pt x="3801" y="1037"/>
                  </a:cubicBezTo>
                  <a:cubicBezTo>
                    <a:pt x="3798" y="1040"/>
                    <a:pt x="3796" y="1045"/>
                    <a:pt x="3792" y="1045"/>
                  </a:cubicBezTo>
                  <a:cubicBezTo>
                    <a:pt x="3791" y="1047"/>
                    <a:pt x="3790" y="1047"/>
                    <a:pt x="3787" y="1045"/>
                  </a:cubicBezTo>
                  <a:cubicBezTo>
                    <a:pt x="3786" y="1048"/>
                    <a:pt x="3789" y="1049"/>
                    <a:pt x="3787" y="1052"/>
                  </a:cubicBezTo>
                  <a:cubicBezTo>
                    <a:pt x="3783" y="1053"/>
                    <a:pt x="3780" y="1056"/>
                    <a:pt x="3779" y="1061"/>
                  </a:cubicBezTo>
                  <a:cubicBezTo>
                    <a:pt x="3772" y="1066"/>
                    <a:pt x="3768" y="1072"/>
                    <a:pt x="3767" y="1082"/>
                  </a:cubicBezTo>
                  <a:cubicBezTo>
                    <a:pt x="3773" y="1085"/>
                    <a:pt x="3776" y="1078"/>
                    <a:pt x="3778" y="1072"/>
                  </a:cubicBezTo>
                  <a:cubicBezTo>
                    <a:pt x="3782" y="1068"/>
                    <a:pt x="3787" y="1066"/>
                    <a:pt x="3789" y="1058"/>
                  </a:cubicBezTo>
                  <a:cubicBezTo>
                    <a:pt x="3795" y="1059"/>
                    <a:pt x="3798" y="1052"/>
                    <a:pt x="3802" y="1049"/>
                  </a:cubicBezTo>
                  <a:cubicBezTo>
                    <a:pt x="3805" y="1040"/>
                    <a:pt x="3812" y="1044"/>
                    <a:pt x="3815" y="1036"/>
                  </a:cubicBezTo>
                  <a:cubicBezTo>
                    <a:pt x="3824" y="1030"/>
                    <a:pt x="3833" y="1026"/>
                    <a:pt x="3840" y="1015"/>
                  </a:cubicBezTo>
                  <a:cubicBezTo>
                    <a:pt x="3840" y="1007"/>
                    <a:pt x="3840" y="1007"/>
                    <a:pt x="3840" y="1007"/>
                  </a:cubicBezTo>
                  <a:cubicBezTo>
                    <a:pt x="3835" y="1010"/>
                    <a:pt x="3832" y="1017"/>
                    <a:pt x="3826" y="1017"/>
                  </a:cubicBezTo>
                  <a:close/>
                  <a:moveTo>
                    <a:pt x="450" y="2148"/>
                  </a:moveTo>
                  <a:cubicBezTo>
                    <a:pt x="443" y="2147"/>
                    <a:pt x="440" y="2141"/>
                    <a:pt x="432" y="2141"/>
                  </a:cubicBezTo>
                  <a:cubicBezTo>
                    <a:pt x="398" y="2115"/>
                    <a:pt x="391" y="2113"/>
                    <a:pt x="386" y="2109"/>
                  </a:cubicBezTo>
                  <a:cubicBezTo>
                    <a:pt x="312" y="2071"/>
                    <a:pt x="301" y="2066"/>
                    <a:pt x="298" y="2063"/>
                  </a:cubicBezTo>
                  <a:cubicBezTo>
                    <a:pt x="286" y="2058"/>
                    <a:pt x="284" y="2061"/>
                    <a:pt x="285" y="2061"/>
                  </a:cubicBezTo>
                  <a:cubicBezTo>
                    <a:pt x="253" y="2044"/>
                    <a:pt x="241" y="2046"/>
                    <a:pt x="235" y="2041"/>
                  </a:cubicBezTo>
                  <a:cubicBezTo>
                    <a:pt x="141" y="2001"/>
                    <a:pt x="136" y="1995"/>
                    <a:pt x="127" y="1994"/>
                  </a:cubicBezTo>
                  <a:cubicBezTo>
                    <a:pt x="113" y="1982"/>
                    <a:pt x="110" y="1982"/>
                    <a:pt x="111" y="1986"/>
                  </a:cubicBezTo>
                  <a:cubicBezTo>
                    <a:pt x="141" y="2010"/>
                    <a:pt x="141" y="2016"/>
                    <a:pt x="144" y="2019"/>
                  </a:cubicBezTo>
                  <a:cubicBezTo>
                    <a:pt x="143" y="2021"/>
                    <a:pt x="142" y="2027"/>
                    <a:pt x="147" y="2025"/>
                  </a:cubicBezTo>
                  <a:cubicBezTo>
                    <a:pt x="177" y="2058"/>
                    <a:pt x="180" y="2066"/>
                    <a:pt x="187" y="2070"/>
                  </a:cubicBezTo>
                  <a:cubicBezTo>
                    <a:pt x="244" y="2123"/>
                    <a:pt x="247" y="2132"/>
                    <a:pt x="253" y="2138"/>
                  </a:cubicBezTo>
                  <a:cubicBezTo>
                    <a:pt x="283" y="2160"/>
                    <a:pt x="283" y="2160"/>
                    <a:pt x="283" y="2160"/>
                  </a:cubicBezTo>
                  <a:cubicBezTo>
                    <a:pt x="254" y="2126"/>
                    <a:pt x="250" y="2124"/>
                    <a:pt x="247" y="2121"/>
                  </a:cubicBezTo>
                  <a:cubicBezTo>
                    <a:pt x="268" y="2130"/>
                    <a:pt x="274" y="2132"/>
                    <a:pt x="279" y="2136"/>
                  </a:cubicBezTo>
                  <a:cubicBezTo>
                    <a:pt x="313" y="2158"/>
                    <a:pt x="315" y="2159"/>
                    <a:pt x="318" y="2160"/>
                  </a:cubicBezTo>
                  <a:cubicBezTo>
                    <a:pt x="329" y="2157"/>
                    <a:pt x="326" y="2149"/>
                    <a:pt x="315" y="2149"/>
                  </a:cubicBezTo>
                  <a:cubicBezTo>
                    <a:pt x="288" y="2131"/>
                    <a:pt x="286" y="2130"/>
                    <a:pt x="285" y="2127"/>
                  </a:cubicBezTo>
                  <a:cubicBezTo>
                    <a:pt x="259" y="2117"/>
                    <a:pt x="260" y="2107"/>
                    <a:pt x="251" y="2110"/>
                  </a:cubicBezTo>
                  <a:cubicBezTo>
                    <a:pt x="223" y="2093"/>
                    <a:pt x="222" y="2087"/>
                    <a:pt x="216" y="2086"/>
                  </a:cubicBezTo>
                  <a:cubicBezTo>
                    <a:pt x="193" y="2069"/>
                    <a:pt x="184" y="2057"/>
                    <a:pt x="174" y="2047"/>
                  </a:cubicBezTo>
                  <a:cubicBezTo>
                    <a:pt x="206" y="2062"/>
                    <a:pt x="209" y="2064"/>
                    <a:pt x="211" y="2069"/>
                  </a:cubicBezTo>
                  <a:cubicBezTo>
                    <a:pt x="250" y="2097"/>
                    <a:pt x="255" y="2097"/>
                    <a:pt x="259" y="2100"/>
                  </a:cubicBezTo>
                  <a:cubicBezTo>
                    <a:pt x="299" y="2125"/>
                    <a:pt x="305" y="2125"/>
                    <a:pt x="309" y="2127"/>
                  </a:cubicBezTo>
                  <a:cubicBezTo>
                    <a:pt x="332" y="2140"/>
                    <a:pt x="331" y="2143"/>
                    <a:pt x="334" y="2143"/>
                  </a:cubicBezTo>
                  <a:cubicBezTo>
                    <a:pt x="363" y="2158"/>
                    <a:pt x="366" y="2159"/>
                    <a:pt x="369" y="2160"/>
                  </a:cubicBezTo>
                  <a:cubicBezTo>
                    <a:pt x="382" y="2154"/>
                    <a:pt x="375" y="2154"/>
                    <a:pt x="372" y="2149"/>
                  </a:cubicBezTo>
                  <a:cubicBezTo>
                    <a:pt x="323" y="2123"/>
                    <a:pt x="317" y="2125"/>
                    <a:pt x="313" y="2121"/>
                  </a:cubicBezTo>
                  <a:cubicBezTo>
                    <a:pt x="300" y="2113"/>
                    <a:pt x="295" y="2114"/>
                    <a:pt x="295" y="2111"/>
                  </a:cubicBezTo>
                  <a:cubicBezTo>
                    <a:pt x="234" y="2076"/>
                    <a:pt x="233" y="2074"/>
                    <a:pt x="231" y="2074"/>
                  </a:cubicBezTo>
                  <a:cubicBezTo>
                    <a:pt x="259" y="2083"/>
                    <a:pt x="261" y="2087"/>
                    <a:pt x="265" y="2089"/>
                  </a:cubicBezTo>
                  <a:cubicBezTo>
                    <a:pt x="310" y="2106"/>
                    <a:pt x="319" y="2108"/>
                    <a:pt x="325" y="2113"/>
                  </a:cubicBezTo>
                  <a:cubicBezTo>
                    <a:pt x="367" y="2126"/>
                    <a:pt x="366" y="2132"/>
                    <a:pt x="370" y="2132"/>
                  </a:cubicBezTo>
                  <a:cubicBezTo>
                    <a:pt x="395" y="2147"/>
                    <a:pt x="398" y="2148"/>
                    <a:pt x="400" y="2149"/>
                  </a:cubicBezTo>
                  <a:cubicBezTo>
                    <a:pt x="412" y="2155"/>
                    <a:pt x="413" y="2157"/>
                    <a:pt x="414" y="2157"/>
                  </a:cubicBezTo>
                  <a:cubicBezTo>
                    <a:pt x="439" y="2160"/>
                    <a:pt x="439" y="2160"/>
                    <a:pt x="439" y="2160"/>
                  </a:cubicBezTo>
                  <a:cubicBezTo>
                    <a:pt x="427" y="2149"/>
                    <a:pt x="421" y="2151"/>
                    <a:pt x="418" y="2148"/>
                  </a:cubicBezTo>
                  <a:cubicBezTo>
                    <a:pt x="389" y="2135"/>
                    <a:pt x="387" y="2131"/>
                    <a:pt x="383" y="2129"/>
                  </a:cubicBezTo>
                  <a:cubicBezTo>
                    <a:pt x="334" y="2106"/>
                    <a:pt x="329" y="2103"/>
                    <a:pt x="322" y="2100"/>
                  </a:cubicBezTo>
                  <a:cubicBezTo>
                    <a:pt x="300" y="2091"/>
                    <a:pt x="295" y="2088"/>
                    <a:pt x="289" y="2087"/>
                  </a:cubicBezTo>
                  <a:cubicBezTo>
                    <a:pt x="263" y="2072"/>
                    <a:pt x="256" y="2075"/>
                    <a:pt x="255" y="2072"/>
                  </a:cubicBezTo>
                  <a:cubicBezTo>
                    <a:pt x="202" y="2047"/>
                    <a:pt x="196" y="2045"/>
                    <a:pt x="191" y="2042"/>
                  </a:cubicBezTo>
                  <a:cubicBezTo>
                    <a:pt x="182" y="2043"/>
                    <a:pt x="176" y="2036"/>
                    <a:pt x="174" y="2036"/>
                  </a:cubicBezTo>
                  <a:cubicBezTo>
                    <a:pt x="148" y="2010"/>
                    <a:pt x="140" y="2013"/>
                    <a:pt x="141" y="2006"/>
                  </a:cubicBezTo>
                  <a:cubicBezTo>
                    <a:pt x="184" y="2026"/>
                    <a:pt x="184" y="2030"/>
                    <a:pt x="188" y="2029"/>
                  </a:cubicBezTo>
                  <a:cubicBezTo>
                    <a:pt x="278" y="2065"/>
                    <a:pt x="282" y="2074"/>
                    <a:pt x="296" y="2072"/>
                  </a:cubicBezTo>
                  <a:cubicBezTo>
                    <a:pt x="324" y="2086"/>
                    <a:pt x="331" y="2089"/>
                    <a:pt x="337" y="2093"/>
                  </a:cubicBezTo>
                  <a:cubicBezTo>
                    <a:pt x="364" y="2108"/>
                    <a:pt x="372" y="2110"/>
                    <a:pt x="376" y="2116"/>
                  </a:cubicBezTo>
                  <a:cubicBezTo>
                    <a:pt x="390" y="2124"/>
                    <a:pt x="394" y="2125"/>
                    <a:pt x="396" y="2128"/>
                  </a:cubicBezTo>
                  <a:cubicBezTo>
                    <a:pt x="426" y="2151"/>
                    <a:pt x="435" y="2147"/>
                    <a:pt x="433" y="2154"/>
                  </a:cubicBezTo>
                  <a:cubicBezTo>
                    <a:pt x="456" y="2157"/>
                    <a:pt x="452" y="2154"/>
                    <a:pt x="450" y="2148"/>
                  </a:cubicBezTo>
                  <a:close/>
                  <a:moveTo>
                    <a:pt x="2266" y="551"/>
                  </a:moveTo>
                  <a:cubicBezTo>
                    <a:pt x="2269" y="545"/>
                    <a:pt x="2268" y="535"/>
                    <a:pt x="2272" y="530"/>
                  </a:cubicBezTo>
                  <a:cubicBezTo>
                    <a:pt x="2292" y="481"/>
                    <a:pt x="2296" y="476"/>
                    <a:pt x="2298" y="469"/>
                  </a:cubicBezTo>
                  <a:cubicBezTo>
                    <a:pt x="2337" y="415"/>
                    <a:pt x="2342" y="412"/>
                    <a:pt x="2344" y="410"/>
                  </a:cubicBezTo>
                  <a:cubicBezTo>
                    <a:pt x="2360" y="398"/>
                    <a:pt x="2356" y="389"/>
                    <a:pt x="2362" y="390"/>
                  </a:cubicBezTo>
                  <a:cubicBezTo>
                    <a:pt x="2397" y="365"/>
                    <a:pt x="2395" y="358"/>
                    <a:pt x="2399" y="357"/>
                  </a:cubicBezTo>
                  <a:cubicBezTo>
                    <a:pt x="2444" y="321"/>
                    <a:pt x="2452" y="319"/>
                    <a:pt x="2453" y="312"/>
                  </a:cubicBezTo>
                  <a:cubicBezTo>
                    <a:pt x="2491" y="287"/>
                    <a:pt x="2487" y="278"/>
                    <a:pt x="2493" y="279"/>
                  </a:cubicBezTo>
                  <a:cubicBezTo>
                    <a:pt x="2535" y="238"/>
                    <a:pt x="2531" y="229"/>
                    <a:pt x="2538" y="231"/>
                  </a:cubicBezTo>
                  <a:cubicBezTo>
                    <a:pt x="2554" y="211"/>
                    <a:pt x="2557" y="211"/>
                    <a:pt x="2556" y="207"/>
                  </a:cubicBezTo>
                  <a:cubicBezTo>
                    <a:pt x="2576" y="181"/>
                    <a:pt x="2580" y="179"/>
                    <a:pt x="2582" y="176"/>
                  </a:cubicBezTo>
                  <a:cubicBezTo>
                    <a:pt x="2597" y="153"/>
                    <a:pt x="2601" y="151"/>
                    <a:pt x="2604" y="148"/>
                  </a:cubicBezTo>
                  <a:cubicBezTo>
                    <a:pt x="2613" y="141"/>
                    <a:pt x="2605" y="150"/>
                    <a:pt x="2599" y="161"/>
                  </a:cubicBezTo>
                  <a:cubicBezTo>
                    <a:pt x="2562" y="212"/>
                    <a:pt x="2559" y="220"/>
                    <a:pt x="2556" y="226"/>
                  </a:cubicBezTo>
                  <a:cubicBezTo>
                    <a:pt x="2536" y="255"/>
                    <a:pt x="2527" y="251"/>
                    <a:pt x="2527" y="257"/>
                  </a:cubicBezTo>
                  <a:cubicBezTo>
                    <a:pt x="2486" y="293"/>
                    <a:pt x="2486" y="298"/>
                    <a:pt x="2482" y="298"/>
                  </a:cubicBezTo>
                  <a:cubicBezTo>
                    <a:pt x="2460" y="317"/>
                    <a:pt x="2458" y="324"/>
                    <a:pt x="2453" y="329"/>
                  </a:cubicBezTo>
                  <a:cubicBezTo>
                    <a:pt x="2429" y="353"/>
                    <a:pt x="2425" y="354"/>
                    <a:pt x="2423" y="357"/>
                  </a:cubicBezTo>
                  <a:cubicBezTo>
                    <a:pt x="2404" y="374"/>
                    <a:pt x="2402" y="376"/>
                    <a:pt x="2401" y="379"/>
                  </a:cubicBezTo>
                  <a:cubicBezTo>
                    <a:pt x="2380" y="394"/>
                    <a:pt x="2384" y="403"/>
                    <a:pt x="2377" y="401"/>
                  </a:cubicBezTo>
                  <a:cubicBezTo>
                    <a:pt x="2353" y="449"/>
                    <a:pt x="2342" y="451"/>
                    <a:pt x="2342" y="464"/>
                  </a:cubicBezTo>
                  <a:cubicBezTo>
                    <a:pt x="2318" y="525"/>
                    <a:pt x="2314" y="528"/>
                    <a:pt x="2314" y="534"/>
                  </a:cubicBezTo>
                  <a:cubicBezTo>
                    <a:pt x="2328" y="514"/>
                    <a:pt x="2327" y="509"/>
                    <a:pt x="2327" y="506"/>
                  </a:cubicBezTo>
                  <a:cubicBezTo>
                    <a:pt x="2335" y="485"/>
                    <a:pt x="2339" y="486"/>
                    <a:pt x="2338" y="479"/>
                  </a:cubicBezTo>
                  <a:cubicBezTo>
                    <a:pt x="2369" y="429"/>
                    <a:pt x="2374" y="423"/>
                    <a:pt x="2377" y="414"/>
                  </a:cubicBezTo>
                  <a:cubicBezTo>
                    <a:pt x="2409" y="376"/>
                    <a:pt x="2418" y="380"/>
                    <a:pt x="2416" y="373"/>
                  </a:cubicBezTo>
                  <a:cubicBezTo>
                    <a:pt x="2448" y="348"/>
                    <a:pt x="2448" y="339"/>
                    <a:pt x="2458" y="338"/>
                  </a:cubicBezTo>
                  <a:cubicBezTo>
                    <a:pt x="2497" y="296"/>
                    <a:pt x="2509" y="287"/>
                    <a:pt x="2521" y="279"/>
                  </a:cubicBezTo>
                  <a:cubicBezTo>
                    <a:pt x="2551" y="237"/>
                    <a:pt x="2561" y="242"/>
                    <a:pt x="2558" y="235"/>
                  </a:cubicBezTo>
                  <a:cubicBezTo>
                    <a:pt x="2575" y="216"/>
                    <a:pt x="2578" y="210"/>
                    <a:pt x="2582" y="205"/>
                  </a:cubicBezTo>
                  <a:cubicBezTo>
                    <a:pt x="2604" y="168"/>
                    <a:pt x="2610" y="169"/>
                    <a:pt x="2608" y="163"/>
                  </a:cubicBezTo>
                  <a:cubicBezTo>
                    <a:pt x="2614" y="170"/>
                    <a:pt x="2610" y="176"/>
                    <a:pt x="2606" y="183"/>
                  </a:cubicBezTo>
                  <a:cubicBezTo>
                    <a:pt x="2589" y="216"/>
                    <a:pt x="2577" y="226"/>
                    <a:pt x="2571" y="242"/>
                  </a:cubicBezTo>
                  <a:cubicBezTo>
                    <a:pt x="2558" y="254"/>
                    <a:pt x="2554" y="258"/>
                    <a:pt x="2551" y="261"/>
                  </a:cubicBezTo>
                  <a:cubicBezTo>
                    <a:pt x="2527" y="282"/>
                    <a:pt x="2526" y="288"/>
                    <a:pt x="2521" y="290"/>
                  </a:cubicBezTo>
                  <a:cubicBezTo>
                    <a:pt x="2498" y="313"/>
                    <a:pt x="2496" y="317"/>
                    <a:pt x="2490" y="318"/>
                  </a:cubicBezTo>
                  <a:cubicBezTo>
                    <a:pt x="2480" y="334"/>
                    <a:pt x="2473" y="334"/>
                    <a:pt x="2473" y="340"/>
                  </a:cubicBezTo>
                  <a:cubicBezTo>
                    <a:pt x="2450" y="368"/>
                    <a:pt x="2446" y="368"/>
                    <a:pt x="2445" y="370"/>
                  </a:cubicBezTo>
                  <a:cubicBezTo>
                    <a:pt x="2412" y="406"/>
                    <a:pt x="2415" y="415"/>
                    <a:pt x="2407" y="414"/>
                  </a:cubicBezTo>
                  <a:cubicBezTo>
                    <a:pt x="2383" y="455"/>
                    <a:pt x="2378" y="456"/>
                    <a:pt x="2377" y="462"/>
                  </a:cubicBezTo>
                  <a:cubicBezTo>
                    <a:pt x="2357" y="489"/>
                    <a:pt x="2361" y="500"/>
                    <a:pt x="2355" y="501"/>
                  </a:cubicBezTo>
                  <a:cubicBezTo>
                    <a:pt x="2332" y="563"/>
                    <a:pt x="2332" y="570"/>
                    <a:pt x="2331" y="575"/>
                  </a:cubicBezTo>
                  <a:cubicBezTo>
                    <a:pt x="2321" y="604"/>
                    <a:pt x="2323" y="609"/>
                    <a:pt x="2322" y="612"/>
                  </a:cubicBezTo>
                  <a:cubicBezTo>
                    <a:pt x="2334" y="577"/>
                    <a:pt x="2338" y="572"/>
                    <a:pt x="2338" y="564"/>
                  </a:cubicBezTo>
                  <a:cubicBezTo>
                    <a:pt x="2354" y="530"/>
                    <a:pt x="2352" y="524"/>
                    <a:pt x="2355" y="523"/>
                  </a:cubicBezTo>
                  <a:cubicBezTo>
                    <a:pt x="2378" y="476"/>
                    <a:pt x="2380" y="470"/>
                    <a:pt x="2383" y="464"/>
                  </a:cubicBezTo>
                  <a:cubicBezTo>
                    <a:pt x="2422" y="413"/>
                    <a:pt x="2426" y="409"/>
                    <a:pt x="2429" y="403"/>
                  </a:cubicBezTo>
                  <a:cubicBezTo>
                    <a:pt x="2448" y="389"/>
                    <a:pt x="2441" y="378"/>
                    <a:pt x="2449" y="381"/>
                  </a:cubicBezTo>
                  <a:cubicBezTo>
                    <a:pt x="2462" y="363"/>
                    <a:pt x="2465" y="361"/>
                    <a:pt x="2469" y="359"/>
                  </a:cubicBezTo>
                  <a:cubicBezTo>
                    <a:pt x="2549" y="273"/>
                    <a:pt x="2556" y="275"/>
                    <a:pt x="2556" y="270"/>
                  </a:cubicBezTo>
                  <a:cubicBezTo>
                    <a:pt x="2569" y="255"/>
                    <a:pt x="2571" y="254"/>
                    <a:pt x="2571" y="253"/>
                  </a:cubicBezTo>
                  <a:cubicBezTo>
                    <a:pt x="2530" y="317"/>
                    <a:pt x="2515" y="330"/>
                    <a:pt x="2503" y="346"/>
                  </a:cubicBezTo>
                  <a:cubicBezTo>
                    <a:pt x="2485" y="363"/>
                    <a:pt x="2484" y="364"/>
                    <a:pt x="2484" y="368"/>
                  </a:cubicBezTo>
                  <a:cubicBezTo>
                    <a:pt x="2458" y="390"/>
                    <a:pt x="2461" y="400"/>
                    <a:pt x="2453" y="399"/>
                  </a:cubicBezTo>
                  <a:cubicBezTo>
                    <a:pt x="2432" y="425"/>
                    <a:pt x="2435" y="431"/>
                    <a:pt x="2431" y="431"/>
                  </a:cubicBezTo>
                  <a:cubicBezTo>
                    <a:pt x="2417" y="455"/>
                    <a:pt x="2411" y="456"/>
                    <a:pt x="2412" y="464"/>
                  </a:cubicBezTo>
                  <a:cubicBezTo>
                    <a:pt x="2381" y="530"/>
                    <a:pt x="2373" y="536"/>
                    <a:pt x="2373" y="549"/>
                  </a:cubicBezTo>
                  <a:cubicBezTo>
                    <a:pt x="2360" y="592"/>
                    <a:pt x="2358" y="604"/>
                    <a:pt x="2355" y="615"/>
                  </a:cubicBezTo>
                  <a:cubicBezTo>
                    <a:pt x="2348" y="676"/>
                    <a:pt x="2346" y="689"/>
                    <a:pt x="2351" y="691"/>
                  </a:cubicBezTo>
                  <a:cubicBezTo>
                    <a:pt x="2364" y="602"/>
                    <a:pt x="2364" y="599"/>
                    <a:pt x="2366" y="597"/>
                  </a:cubicBezTo>
                  <a:cubicBezTo>
                    <a:pt x="2387" y="536"/>
                    <a:pt x="2389" y="528"/>
                    <a:pt x="2392" y="521"/>
                  </a:cubicBezTo>
                  <a:cubicBezTo>
                    <a:pt x="2410" y="485"/>
                    <a:pt x="2417" y="471"/>
                    <a:pt x="2425" y="458"/>
                  </a:cubicBezTo>
                  <a:cubicBezTo>
                    <a:pt x="2448" y="429"/>
                    <a:pt x="2448" y="423"/>
                    <a:pt x="2451" y="421"/>
                  </a:cubicBezTo>
                  <a:cubicBezTo>
                    <a:pt x="2474" y="389"/>
                    <a:pt x="2480" y="390"/>
                    <a:pt x="2479" y="383"/>
                  </a:cubicBezTo>
                  <a:cubicBezTo>
                    <a:pt x="2514" y="350"/>
                    <a:pt x="2514" y="345"/>
                    <a:pt x="2519" y="344"/>
                  </a:cubicBezTo>
                  <a:cubicBezTo>
                    <a:pt x="2535" y="322"/>
                    <a:pt x="2539" y="320"/>
                    <a:pt x="2540" y="316"/>
                  </a:cubicBezTo>
                  <a:cubicBezTo>
                    <a:pt x="2571" y="278"/>
                    <a:pt x="2572" y="274"/>
                    <a:pt x="2575" y="272"/>
                  </a:cubicBezTo>
                  <a:cubicBezTo>
                    <a:pt x="2589" y="250"/>
                    <a:pt x="2591" y="250"/>
                    <a:pt x="2591" y="246"/>
                  </a:cubicBezTo>
                  <a:cubicBezTo>
                    <a:pt x="2570" y="303"/>
                    <a:pt x="2565" y="309"/>
                    <a:pt x="2562" y="318"/>
                  </a:cubicBezTo>
                  <a:cubicBezTo>
                    <a:pt x="2529" y="360"/>
                    <a:pt x="2529" y="366"/>
                    <a:pt x="2525" y="368"/>
                  </a:cubicBezTo>
                  <a:cubicBezTo>
                    <a:pt x="2500" y="401"/>
                    <a:pt x="2497" y="404"/>
                    <a:pt x="2495" y="407"/>
                  </a:cubicBezTo>
                  <a:cubicBezTo>
                    <a:pt x="2477" y="421"/>
                    <a:pt x="2475" y="431"/>
                    <a:pt x="2469" y="436"/>
                  </a:cubicBezTo>
                  <a:cubicBezTo>
                    <a:pt x="2453" y="458"/>
                    <a:pt x="2449" y="457"/>
                    <a:pt x="2449" y="460"/>
                  </a:cubicBezTo>
                  <a:cubicBezTo>
                    <a:pt x="2433" y="483"/>
                    <a:pt x="2428" y="490"/>
                    <a:pt x="2423" y="497"/>
                  </a:cubicBezTo>
                  <a:cubicBezTo>
                    <a:pt x="2389" y="557"/>
                    <a:pt x="2380" y="572"/>
                    <a:pt x="2375" y="591"/>
                  </a:cubicBezTo>
                  <a:cubicBezTo>
                    <a:pt x="2388" y="566"/>
                    <a:pt x="2393" y="561"/>
                    <a:pt x="2394" y="554"/>
                  </a:cubicBezTo>
                  <a:cubicBezTo>
                    <a:pt x="2421" y="517"/>
                    <a:pt x="2420" y="511"/>
                    <a:pt x="2423" y="508"/>
                  </a:cubicBezTo>
                  <a:cubicBezTo>
                    <a:pt x="2443" y="487"/>
                    <a:pt x="2443" y="481"/>
                    <a:pt x="2447" y="479"/>
                  </a:cubicBezTo>
                  <a:cubicBezTo>
                    <a:pt x="2477" y="451"/>
                    <a:pt x="2473" y="441"/>
                    <a:pt x="2479" y="440"/>
                  </a:cubicBezTo>
                  <a:cubicBezTo>
                    <a:pt x="2491" y="429"/>
                    <a:pt x="2491" y="423"/>
                    <a:pt x="2495" y="421"/>
                  </a:cubicBezTo>
                  <a:cubicBezTo>
                    <a:pt x="2533" y="381"/>
                    <a:pt x="2531" y="373"/>
                    <a:pt x="2536" y="373"/>
                  </a:cubicBezTo>
                  <a:cubicBezTo>
                    <a:pt x="2542" y="375"/>
                    <a:pt x="2533" y="382"/>
                    <a:pt x="2527" y="392"/>
                  </a:cubicBezTo>
                  <a:cubicBezTo>
                    <a:pt x="2507" y="428"/>
                    <a:pt x="2501" y="430"/>
                    <a:pt x="2499" y="436"/>
                  </a:cubicBezTo>
                  <a:cubicBezTo>
                    <a:pt x="2483" y="460"/>
                    <a:pt x="2475" y="467"/>
                    <a:pt x="2471" y="479"/>
                  </a:cubicBezTo>
                  <a:cubicBezTo>
                    <a:pt x="2444" y="506"/>
                    <a:pt x="2443" y="518"/>
                    <a:pt x="2434" y="523"/>
                  </a:cubicBezTo>
                  <a:cubicBezTo>
                    <a:pt x="2415" y="560"/>
                    <a:pt x="2409" y="568"/>
                    <a:pt x="2403" y="575"/>
                  </a:cubicBezTo>
                  <a:cubicBezTo>
                    <a:pt x="2382" y="632"/>
                    <a:pt x="2382" y="637"/>
                    <a:pt x="2379" y="639"/>
                  </a:cubicBezTo>
                  <a:cubicBezTo>
                    <a:pt x="2369" y="679"/>
                    <a:pt x="2367" y="696"/>
                    <a:pt x="2364" y="713"/>
                  </a:cubicBezTo>
                  <a:cubicBezTo>
                    <a:pt x="2357" y="755"/>
                    <a:pt x="2353" y="757"/>
                    <a:pt x="2359" y="758"/>
                  </a:cubicBezTo>
                  <a:cubicBezTo>
                    <a:pt x="2365" y="714"/>
                    <a:pt x="2371" y="701"/>
                    <a:pt x="2373" y="689"/>
                  </a:cubicBezTo>
                  <a:cubicBezTo>
                    <a:pt x="2390" y="631"/>
                    <a:pt x="2392" y="626"/>
                    <a:pt x="2392" y="619"/>
                  </a:cubicBezTo>
                  <a:cubicBezTo>
                    <a:pt x="2419" y="571"/>
                    <a:pt x="2418" y="562"/>
                    <a:pt x="2423" y="560"/>
                  </a:cubicBezTo>
                  <a:cubicBezTo>
                    <a:pt x="2441" y="526"/>
                    <a:pt x="2448" y="525"/>
                    <a:pt x="2449" y="519"/>
                  </a:cubicBezTo>
                  <a:cubicBezTo>
                    <a:pt x="2482" y="479"/>
                    <a:pt x="2481" y="473"/>
                    <a:pt x="2486" y="473"/>
                  </a:cubicBezTo>
                  <a:cubicBezTo>
                    <a:pt x="2505" y="451"/>
                    <a:pt x="2502" y="443"/>
                    <a:pt x="2508" y="442"/>
                  </a:cubicBezTo>
                  <a:cubicBezTo>
                    <a:pt x="2537" y="393"/>
                    <a:pt x="2543" y="388"/>
                    <a:pt x="2547" y="381"/>
                  </a:cubicBezTo>
                  <a:cubicBezTo>
                    <a:pt x="2577" y="332"/>
                    <a:pt x="2578" y="321"/>
                    <a:pt x="2584" y="316"/>
                  </a:cubicBezTo>
                  <a:cubicBezTo>
                    <a:pt x="2567" y="360"/>
                    <a:pt x="2563" y="362"/>
                    <a:pt x="2560" y="366"/>
                  </a:cubicBezTo>
                  <a:cubicBezTo>
                    <a:pt x="2529" y="421"/>
                    <a:pt x="2528" y="432"/>
                    <a:pt x="2521" y="438"/>
                  </a:cubicBezTo>
                  <a:cubicBezTo>
                    <a:pt x="2490" y="494"/>
                    <a:pt x="2482" y="498"/>
                    <a:pt x="2479" y="508"/>
                  </a:cubicBezTo>
                  <a:cubicBezTo>
                    <a:pt x="2453" y="542"/>
                    <a:pt x="2452" y="548"/>
                    <a:pt x="2449" y="551"/>
                  </a:cubicBezTo>
                  <a:cubicBezTo>
                    <a:pt x="2437" y="564"/>
                    <a:pt x="2436" y="569"/>
                    <a:pt x="2434" y="573"/>
                  </a:cubicBezTo>
                  <a:cubicBezTo>
                    <a:pt x="2414" y="615"/>
                    <a:pt x="2404" y="630"/>
                    <a:pt x="2401" y="652"/>
                  </a:cubicBezTo>
                  <a:cubicBezTo>
                    <a:pt x="2390" y="690"/>
                    <a:pt x="2387" y="700"/>
                    <a:pt x="2386" y="711"/>
                  </a:cubicBezTo>
                  <a:cubicBezTo>
                    <a:pt x="2389" y="745"/>
                    <a:pt x="2385" y="735"/>
                    <a:pt x="2390" y="734"/>
                  </a:cubicBezTo>
                  <a:cubicBezTo>
                    <a:pt x="2395" y="685"/>
                    <a:pt x="2402" y="670"/>
                    <a:pt x="2405" y="649"/>
                  </a:cubicBezTo>
                  <a:cubicBezTo>
                    <a:pt x="2426" y="612"/>
                    <a:pt x="2423" y="603"/>
                    <a:pt x="2427" y="602"/>
                  </a:cubicBezTo>
                  <a:cubicBezTo>
                    <a:pt x="2441" y="569"/>
                    <a:pt x="2451" y="566"/>
                    <a:pt x="2453" y="556"/>
                  </a:cubicBezTo>
                  <a:cubicBezTo>
                    <a:pt x="2477" y="522"/>
                    <a:pt x="2481" y="520"/>
                    <a:pt x="2484" y="516"/>
                  </a:cubicBezTo>
                  <a:cubicBezTo>
                    <a:pt x="2504" y="490"/>
                    <a:pt x="2503" y="486"/>
                    <a:pt x="2506" y="486"/>
                  </a:cubicBezTo>
                  <a:cubicBezTo>
                    <a:pt x="2530" y="444"/>
                    <a:pt x="2531" y="434"/>
                    <a:pt x="2538" y="429"/>
                  </a:cubicBezTo>
                  <a:cubicBezTo>
                    <a:pt x="2564" y="389"/>
                    <a:pt x="2562" y="392"/>
                    <a:pt x="2560" y="397"/>
                  </a:cubicBezTo>
                  <a:cubicBezTo>
                    <a:pt x="2551" y="425"/>
                    <a:pt x="2547" y="432"/>
                    <a:pt x="2547" y="440"/>
                  </a:cubicBezTo>
                  <a:cubicBezTo>
                    <a:pt x="2518" y="479"/>
                    <a:pt x="2513" y="491"/>
                    <a:pt x="2503" y="499"/>
                  </a:cubicBezTo>
                  <a:cubicBezTo>
                    <a:pt x="2482" y="537"/>
                    <a:pt x="2477" y="540"/>
                    <a:pt x="2475" y="547"/>
                  </a:cubicBezTo>
                  <a:cubicBezTo>
                    <a:pt x="2463" y="564"/>
                    <a:pt x="2465" y="570"/>
                    <a:pt x="2462" y="571"/>
                  </a:cubicBezTo>
                  <a:cubicBezTo>
                    <a:pt x="2445" y="602"/>
                    <a:pt x="2443" y="608"/>
                    <a:pt x="2440" y="615"/>
                  </a:cubicBezTo>
                  <a:cubicBezTo>
                    <a:pt x="2423" y="658"/>
                    <a:pt x="2417" y="686"/>
                    <a:pt x="2414" y="717"/>
                  </a:cubicBezTo>
                  <a:cubicBezTo>
                    <a:pt x="2421" y="730"/>
                    <a:pt x="2417" y="715"/>
                    <a:pt x="2423" y="697"/>
                  </a:cubicBezTo>
                  <a:cubicBezTo>
                    <a:pt x="2456" y="595"/>
                    <a:pt x="2461" y="595"/>
                    <a:pt x="2462" y="591"/>
                  </a:cubicBezTo>
                  <a:cubicBezTo>
                    <a:pt x="2484" y="556"/>
                    <a:pt x="2482" y="547"/>
                    <a:pt x="2488" y="547"/>
                  </a:cubicBezTo>
                  <a:cubicBezTo>
                    <a:pt x="2520" y="494"/>
                    <a:pt x="2522" y="491"/>
                    <a:pt x="2523" y="488"/>
                  </a:cubicBezTo>
                  <a:cubicBezTo>
                    <a:pt x="2527" y="499"/>
                    <a:pt x="2518" y="509"/>
                    <a:pt x="2514" y="523"/>
                  </a:cubicBezTo>
                  <a:cubicBezTo>
                    <a:pt x="2485" y="577"/>
                    <a:pt x="2485" y="579"/>
                    <a:pt x="2484" y="582"/>
                  </a:cubicBezTo>
                  <a:cubicBezTo>
                    <a:pt x="2471" y="601"/>
                    <a:pt x="2471" y="608"/>
                    <a:pt x="2466" y="615"/>
                  </a:cubicBezTo>
                  <a:cubicBezTo>
                    <a:pt x="2455" y="667"/>
                    <a:pt x="2457" y="663"/>
                    <a:pt x="2458" y="658"/>
                  </a:cubicBezTo>
                  <a:cubicBezTo>
                    <a:pt x="2494" y="586"/>
                    <a:pt x="2491" y="575"/>
                    <a:pt x="2497" y="573"/>
                  </a:cubicBezTo>
                  <a:cubicBezTo>
                    <a:pt x="2528" y="520"/>
                    <a:pt x="2527" y="511"/>
                    <a:pt x="2532" y="508"/>
                  </a:cubicBezTo>
                  <a:cubicBezTo>
                    <a:pt x="2542" y="479"/>
                    <a:pt x="2547" y="472"/>
                    <a:pt x="2543" y="473"/>
                  </a:cubicBezTo>
                  <a:cubicBezTo>
                    <a:pt x="2533" y="519"/>
                    <a:pt x="2535" y="575"/>
                    <a:pt x="2523" y="617"/>
                  </a:cubicBezTo>
                  <a:cubicBezTo>
                    <a:pt x="2498" y="753"/>
                    <a:pt x="2496" y="760"/>
                    <a:pt x="2495" y="767"/>
                  </a:cubicBezTo>
                  <a:cubicBezTo>
                    <a:pt x="2503" y="765"/>
                    <a:pt x="2508" y="735"/>
                    <a:pt x="2516" y="708"/>
                  </a:cubicBezTo>
                  <a:cubicBezTo>
                    <a:pt x="2543" y="549"/>
                    <a:pt x="2543" y="541"/>
                    <a:pt x="2545" y="536"/>
                  </a:cubicBezTo>
                  <a:cubicBezTo>
                    <a:pt x="2550" y="513"/>
                    <a:pt x="2550" y="516"/>
                    <a:pt x="2551" y="508"/>
                  </a:cubicBezTo>
                  <a:cubicBezTo>
                    <a:pt x="2561" y="468"/>
                    <a:pt x="2557" y="457"/>
                    <a:pt x="2562" y="455"/>
                  </a:cubicBezTo>
                  <a:cubicBezTo>
                    <a:pt x="2564" y="481"/>
                    <a:pt x="2559" y="481"/>
                    <a:pt x="2560" y="486"/>
                  </a:cubicBezTo>
                  <a:cubicBezTo>
                    <a:pt x="2561" y="552"/>
                    <a:pt x="2560" y="561"/>
                    <a:pt x="2562" y="573"/>
                  </a:cubicBezTo>
                  <a:cubicBezTo>
                    <a:pt x="2538" y="696"/>
                    <a:pt x="2542" y="705"/>
                    <a:pt x="2540" y="708"/>
                  </a:cubicBezTo>
                  <a:cubicBezTo>
                    <a:pt x="2522" y="773"/>
                    <a:pt x="2522" y="782"/>
                    <a:pt x="2521" y="789"/>
                  </a:cubicBezTo>
                  <a:cubicBezTo>
                    <a:pt x="2525" y="796"/>
                    <a:pt x="2527" y="777"/>
                    <a:pt x="2534" y="763"/>
                  </a:cubicBezTo>
                  <a:cubicBezTo>
                    <a:pt x="2542" y="733"/>
                    <a:pt x="2538" y="724"/>
                    <a:pt x="2543" y="724"/>
                  </a:cubicBezTo>
                  <a:cubicBezTo>
                    <a:pt x="2557" y="641"/>
                    <a:pt x="2562" y="626"/>
                    <a:pt x="2567" y="610"/>
                  </a:cubicBezTo>
                  <a:cubicBezTo>
                    <a:pt x="2571" y="542"/>
                    <a:pt x="2568" y="518"/>
                    <a:pt x="2569" y="475"/>
                  </a:cubicBezTo>
                  <a:cubicBezTo>
                    <a:pt x="2570" y="422"/>
                    <a:pt x="2575" y="422"/>
                    <a:pt x="2573" y="416"/>
                  </a:cubicBezTo>
                  <a:cubicBezTo>
                    <a:pt x="2576" y="395"/>
                    <a:pt x="2573" y="394"/>
                    <a:pt x="2573" y="394"/>
                  </a:cubicBezTo>
                  <a:cubicBezTo>
                    <a:pt x="2582" y="376"/>
                    <a:pt x="2585" y="391"/>
                    <a:pt x="2584" y="407"/>
                  </a:cubicBezTo>
                  <a:cubicBezTo>
                    <a:pt x="2586" y="485"/>
                    <a:pt x="2588" y="495"/>
                    <a:pt x="2584" y="499"/>
                  </a:cubicBezTo>
                  <a:cubicBezTo>
                    <a:pt x="2587" y="537"/>
                    <a:pt x="2584" y="556"/>
                    <a:pt x="2588" y="569"/>
                  </a:cubicBezTo>
                  <a:cubicBezTo>
                    <a:pt x="2586" y="639"/>
                    <a:pt x="2581" y="653"/>
                    <a:pt x="2582" y="673"/>
                  </a:cubicBezTo>
                  <a:cubicBezTo>
                    <a:pt x="2579" y="709"/>
                    <a:pt x="2585" y="697"/>
                    <a:pt x="2584" y="678"/>
                  </a:cubicBezTo>
                  <a:cubicBezTo>
                    <a:pt x="2591" y="654"/>
                    <a:pt x="2587" y="646"/>
                    <a:pt x="2588" y="643"/>
                  </a:cubicBezTo>
                  <a:cubicBezTo>
                    <a:pt x="2594" y="565"/>
                    <a:pt x="2596" y="549"/>
                    <a:pt x="2595" y="532"/>
                  </a:cubicBezTo>
                  <a:cubicBezTo>
                    <a:pt x="2595" y="477"/>
                    <a:pt x="2594" y="475"/>
                    <a:pt x="2593" y="473"/>
                  </a:cubicBezTo>
                  <a:cubicBezTo>
                    <a:pt x="2593" y="439"/>
                    <a:pt x="2589" y="438"/>
                    <a:pt x="2591" y="431"/>
                  </a:cubicBezTo>
                  <a:cubicBezTo>
                    <a:pt x="2591" y="411"/>
                    <a:pt x="2590" y="406"/>
                    <a:pt x="2593" y="405"/>
                  </a:cubicBezTo>
                  <a:cubicBezTo>
                    <a:pt x="2596" y="421"/>
                    <a:pt x="2599" y="424"/>
                    <a:pt x="2599" y="431"/>
                  </a:cubicBezTo>
                  <a:cubicBezTo>
                    <a:pt x="2607" y="578"/>
                    <a:pt x="2612" y="578"/>
                    <a:pt x="2610" y="584"/>
                  </a:cubicBezTo>
                  <a:cubicBezTo>
                    <a:pt x="2608" y="676"/>
                    <a:pt x="2609" y="683"/>
                    <a:pt x="2608" y="700"/>
                  </a:cubicBezTo>
                  <a:cubicBezTo>
                    <a:pt x="2604" y="727"/>
                    <a:pt x="2608" y="721"/>
                    <a:pt x="2610" y="713"/>
                  </a:cubicBezTo>
                  <a:cubicBezTo>
                    <a:pt x="2617" y="628"/>
                    <a:pt x="2617" y="628"/>
                    <a:pt x="2617" y="628"/>
                  </a:cubicBezTo>
                  <a:cubicBezTo>
                    <a:pt x="2616" y="568"/>
                    <a:pt x="2617" y="567"/>
                    <a:pt x="2615" y="556"/>
                  </a:cubicBezTo>
                  <a:cubicBezTo>
                    <a:pt x="2604" y="402"/>
                    <a:pt x="2602" y="388"/>
                    <a:pt x="2602" y="368"/>
                  </a:cubicBezTo>
                  <a:cubicBezTo>
                    <a:pt x="2601" y="317"/>
                    <a:pt x="2597" y="313"/>
                    <a:pt x="2604" y="312"/>
                  </a:cubicBezTo>
                  <a:cubicBezTo>
                    <a:pt x="2615" y="406"/>
                    <a:pt x="2620" y="408"/>
                    <a:pt x="2619" y="416"/>
                  </a:cubicBezTo>
                  <a:cubicBezTo>
                    <a:pt x="2630" y="567"/>
                    <a:pt x="2630" y="585"/>
                    <a:pt x="2630" y="602"/>
                  </a:cubicBezTo>
                  <a:cubicBezTo>
                    <a:pt x="2627" y="621"/>
                    <a:pt x="2630" y="621"/>
                    <a:pt x="2630" y="621"/>
                  </a:cubicBezTo>
                  <a:cubicBezTo>
                    <a:pt x="2628" y="655"/>
                    <a:pt x="2633" y="654"/>
                    <a:pt x="2632" y="647"/>
                  </a:cubicBezTo>
                  <a:cubicBezTo>
                    <a:pt x="2632" y="609"/>
                    <a:pt x="2641" y="603"/>
                    <a:pt x="2634" y="599"/>
                  </a:cubicBezTo>
                  <a:cubicBezTo>
                    <a:pt x="2622" y="398"/>
                    <a:pt x="2625" y="390"/>
                    <a:pt x="2623" y="386"/>
                  </a:cubicBezTo>
                  <a:cubicBezTo>
                    <a:pt x="2612" y="298"/>
                    <a:pt x="2612" y="298"/>
                    <a:pt x="2612" y="298"/>
                  </a:cubicBezTo>
                  <a:cubicBezTo>
                    <a:pt x="2615" y="234"/>
                    <a:pt x="2616" y="229"/>
                    <a:pt x="2619" y="226"/>
                  </a:cubicBezTo>
                  <a:cubicBezTo>
                    <a:pt x="2627" y="274"/>
                    <a:pt x="2626" y="281"/>
                    <a:pt x="2630" y="283"/>
                  </a:cubicBezTo>
                  <a:cubicBezTo>
                    <a:pt x="2637" y="331"/>
                    <a:pt x="2644" y="346"/>
                    <a:pt x="2647" y="366"/>
                  </a:cubicBezTo>
                  <a:cubicBezTo>
                    <a:pt x="2666" y="436"/>
                    <a:pt x="2662" y="446"/>
                    <a:pt x="2667" y="447"/>
                  </a:cubicBezTo>
                  <a:cubicBezTo>
                    <a:pt x="2676" y="591"/>
                    <a:pt x="2676" y="591"/>
                    <a:pt x="2676" y="591"/>
                  </a:cubicBezTo>
                  <a:cubicBezTo>
                    <a:pt x="2677" y="618"/>
                    <a:pt x="2679" y="615"/>
                    <a:pt x="2680" y="610"/>
                  </a:cubicBezTo>
                  <a:cubicBezTo>
                    <a:pt x="2680" y="558"/>
                    <a:pt x="2679" y="554"/>
                    <a:pt x="2680" y="549"/>
                  </a:cubicBezTo>
                  <a:cubicBezTo>
                    <a:pt x="2674" y="470"/>
                    <a:pt x="2677" y="456"/>
                    <a:pt x="2673" y="449"/>
                  </a:cubicBezTo>
                  <a:cubicBezTo>
                    <a:pt x="2664" y="405"/>
                    <a:pt x="2665" y="398"/>
                    <a:pt x="2665" y="392"/>
                  </a:cubicBezTo>
                  <a:cubicBezTo>
                    <a:pt x="2654" y="345"/>
                    <a:pt x="2647" y="330"/>
                    <a:pt x="2645" y="309"/>
                  </a:cubicBezTo>
                  <a:cubicBezTo>
                    <a:pt x="2628" y="224"/>
                    <a:pt x="2628" y="224"/>
                    <a:pt x="2628" y="224"/>
                  </a:cubicBezTo>
                  <a:cubicBezTo>
                    <a:pt x="2657" y="335"/>
                    <a:pt x="2667" y="357"/>
                    <a:pt x="2673" y="383"/>
                  </a:cubicBezTo>
                  <a:cubicBezTo>
                    <a:pt x="2697" y="482"/>
                    <a:pt x="2689" y="497"/>
                    <a:pt x="2695" y="497"/>
                  </a:cubicBezTo>
                  <a:cubicBezTo>
                    <a:pt x="2693" y="420"/>
                    <a:pt x="2686" y="404"/>
                    <a:pt x="2684" y="383"/>
                  </a:cubicBezTo>
                  <a:cubicBezTo>
                    <a:pt x="2676" y="354"/>
                    <a:pt x="2672" y="345"/>
                    <a:pt x="2669" y="335"/>
                  </a:cubicBezTo>
                  <a:cubicBezTo>
                    <a:pt x="2662" y="314"/>
                    <a:pt x="2662" y="308"/>
                    <a:pt x="2665" y="307"/>
                  </a:cubicBezTo>
                  <a:cubicBezTo>
                    <a:pt x="2684" y="359"/>
                    <a:pt x="2686" y="361"/>
                    <a:pt x="2689" y="362"/>
                  </a:cubicBezTo>
                  <a:cubicBezTo>
                    <a:pt x="2699" y="392"/>
                    <a:pt x="2702" y="397"/>
                    <a:pt x="2704" y="403"/>
                  </a:cubicBezTo>
                  <a:cubicBezTo>
                    <a:pt x="2731" y="478"/>
                    <a:pt x="2734" y="489"/>
                    <a:pt x="2737" y="499"/>
                  </a:cubicBezTo>
                  <a:cubicBezTo>
                    <a:pt x="2745" y="509"/>
                    <a:pt x="2740" y="492"/>
                    <a:pt x="2737" y="473"/>
                  </a:cubicBezTo>
                  <a:cubicBezTo>
                    <a:pt x="2718" y="414"/>
                    <a:pt x="2713" y="407"/>
                    <a:pt x="2711" y="399"/>
                  </a:cubicBezTo>
                  <a:cubicBezTo>
                    <a:pt x="2696" y="368"/>
                    <a:pt x="2695" y="357"/>
                    <a:pt x="2691" y="351"/>
                  </a:cubicBezTo>
                  <a:cubicBezTo>
                    <a:pt x="2673" y="309"/>
                    <a:pt x="2674" y="301"/>
                    <a:pt x="2669" y="298"/>
                  </a:cubicBezTo>
                  <a:cubicBezTo>
                    <a:pt x="2662" y="267"/>
                    <a:pt x="2657" y="256"/>
                    <a:pt x="2654" y="244"/>
                  </a:cubicBezTo>
                  <a:cubicBezTo>
                    <a:pt x="2645" y="223"/>
                    <a:pt x="2648" y="212"/>
                    <a:pt x="2643" y="209"/>
                  </a:cubicBezTo>
                  <a:cubicBezTo>
                    <a:pt x="2640" y="167"/>
                    <a:pt x="2636" y="159"/>
                    <a:pt x="2641" y="159"/>
                  </a:cubicBezTo>
                  <a:cubicBezTo>
                    <a:pt x="2645" y="170"/>
                    <a:pt x="2649" y="172"/>
                    <a:pt x="2647" y="181"/>
                  </a:cubicBezTo>
                  <a:cubicBezTo>
                    <a:pt x="2655" y="202"/>
                    <a:pt x="2657" y="207"/>
                    <a:pt x="2658" y="213"/>
                  </a:cubicBezTo>
                  <a:cubicBezTo>
                    <a:pt x="2682" y="266"/>
                    <a:pt x="2681" y="275"/>
                    <a:pt x="2687" y="277"/>
                  </a:cubicBezTo>
                  <a:cubicBezTo>
                    <a:pt x="2714" y="328"/>
                    <a:pt x="2710" y="330"/>
                    <a:pt x="2715" y="335"/>
                  </a:cubicBezTo>
                  <a:cubicBezTo>
                    <a:pt x="2739" y="387"/>
                    <a:pt x="2739" y="394"/>
                    <a:pt x="2741" y="401"/>
                  </a:cubicBezTo>
                  <a:cubicBezTo>
                    <a:pt x="2753" y="416"/>
                    <a:pt x="2746" y="406"/>
                    <a:pt x="2743" y="390"/>
                  </a:cubicBezTo>
                  <a:cubicBezTo>
                    <a:pt x="2722" y="338"/>
                    <a:pt x="2722" y="333"/>
                    <a:pt x="2719" y="331"/>
                  </a:cubicBezTo>
                  <a:cubicBezTo>
                    <a:pt x="2696" y="283"/>
                    <a:pt x="2692" y="277"/>
                    <a:pt x="2691" y="268"/>
                  </a:cubicBezTo>
                  <a:cubicBezTo>
                    <a:pt x="2656" y="183"/>
                    <a:pt x="2659" y="175"/>
                    <a:pt x="2656" y="174"/>
                  </a:cubicBezTo>
                  <a:cubicBezTo>
                    <a:pt x="2645" y="89"/>
                    <a:pt x="2645" y="89"/>
                    <a:pt x="2645" y="89"/>
                  </a:cubicBezTo>
                  <a:cubicBezTo>
                    <a:pt x="2648" y="83"/>
                    <a:pt x="2651" y="92"/>
                    <a:pt x="2654" y="102"/>
                  </a:cubicBezTo>
                  <a:cubicBezTo>
                    <a:pt x="2666" y="159"/>
                    <a:pt x="2662" y="163"/>
                    <a:pt x="2665" y="170"/>
                  </a:cubicBezTo>
                  <a:cubicBezTo>
                    <a:pt x="2682" y="216"/>
                    <a:pt x="2685" y="223"/>
                    <a:pt x="2689" y="229"/>
                  </a:cubicBezTo>
                  <a:cubicBezTo>
                    <a:pt x="2713" y="277"/>
                    <a:pt x="2715" y="280"/>
                    <a:pt x="2717" y="283"/>
                  </a:cubicBezTo>
                  <a:cubicBezTo>
                    <a:pt x="2734" y="325"/>
                    <a:pt x="2744" y="320"/>
                    <a:pt x="2741" y="327"/>
                  </a:cubicBezTo>
                  <a:cubicBezTo>
                    <a:pt x="2773" y="382"/>
                    <a:pt x="2778" y="396"/>
                    <a:pt x="2785" y="407"/>
                  </a:cubicBezTo>
                  <a:cubicBezTo>
                    <a:pt x="2796" y="434"/>
                    <a:pt x="2795" y="444"/>
                    <a:pt x="2802" y="447"/>
                  </a:cubicBezTo>
                  <a:cubicBezTo>
                    <a:pt x="2789" y="399"/>
                    <a:pt x="2784" y="395"/>
                    <a:pt x="2782" y="388"/>
                  </a:cubicBezTo>
                  <a:cubicBezTo>
                    <a:pt x="2772" y="361"/>
                    <a:pt x="2768" y="356"/>
                    <a:pt x="2765" y="351"/>
                  </a:cubicBezTo>
                  <a:cubicBezTo>
                    <a:pt x="2745" y="309"/>
                    <a:pt x="2738" y="307"/>
                    <a:pt x="2737" y="298"/>
                  </a:cubicBezTo>
                  <a:cubicBezTo>
                    <a:pt x="2713" y="253"/>
                    <a:pt x="2707" y="254"/>
                    <a:pt x="2708" y="248"/>
                  </a:cubicBezTo>
                  <a:cubicBezTo>
                    <a:pt x="2689" y="204"/>
                    <a:pt x="2684" y="200"/>
                    <a:pt x="2684" y="192"/>
                  </a:cubicBezTo>
                  <a:cubicBezTo>
                    <a:pt x="2673" y="167"/>
                    <a:pt x="2673" y="158"/>
                    <a:pt x="2669" y="152"/>
                  </a:cubicBezTo>
                  <a:cubicBezTo>
                    <a:pt x="2657" y="77"/>
                    <a:pt x="2661" y="68"/>
                    <a:pt x="2656" y="67"/>
                  </a:cubicBezTo>
                  <a:cubicBezTo>
                    <a:pt x="2664" y="67"/>
                    <a:pt x="2660" y="69"/>
                    <a:pt x="2660" y="70"/>
                  </a:cubicBezTo>
                  <a:cubicBezTo>
                    <a:pt x="2674" y="116"/>
                    <a:pt x="2681" y="129"/>
                    <a:pt x="2682" y="148"/>
                  </a:cubicBezTo>
                  <a:cubicBezTo>
                    <a:pt x="2694" y="178"/>
                    <a:pt x="2702" y="181"/>
                    <a:pt x="2702" y="192"/>
                  </a:cubicBezTo>
                  <a:cubicBezTo>
                    <a:pt x="2725" y="237"/>
                    <a:pt x="2726" y="241"/>
                    <a:pt x="2726" y="246"/>
                  </a:cubicBezTo>
                  <a:cubicBezTo>
                    <a:pt x="2752" y="278"/>
                    <a:pt x="2754" y="286"/>
                    <a:pt x="2759" y="292"/>
                  </a:cubicBezTo>
                  <a:cubicBezTo>
                    <a:pt x="2772" y="303"/>
                    <a:pt x="2767" y="300"/>
                    <a:pt x="2765" y="294"/>
                  </a:cubicBezTo>
                  <a:cubicBezTo>
                    <a:pt x="2750" y="265"/>
                    <a:pt x="2740" y="258"/>
                    <a:pt x="2737" y="244"/>
                  </a:cubicBezTo>
                  <a:cubicBezTo>
                    <a:pt x="2721" y="219"/>
                    <a:pt x="2723" y="212"/>
                    <a:pt x="2719" y="211"/>
                  </a:cubicBezTo>
                  <a:cubicBezTo>
                    <a:pt x="2694" y="150"/>
                    <a:pt x="2684" y="126"/>
                    <a:pt x="2680" y="96"/>
                  </a:cubicBezTo>
                  <a:cubicBezTo>
                    <a:pt x="2668" y="50"/>
                    <a:pt x="2659" y="45"/>
                    <a:pt x="2665" y="39"/>
                  </a:cubicBezTo>
                  <a:cubicBezTo>
                    <a:pt x="2680" y="70"/>
                    <a:pt x="2682" y="86"/>
                    <a:pt x="2687" y="100"/>
                  </a:cubicBezTo>
                  <a:cubicBezTo>
                    <a:pt x="2711" y="149"/>
                    <a:pt x="2710" y="168"/>
                    <a:pt x="2719" y="176"/>
                  </a:cubicBezTo>
                  <a:cubicBezTo>
                    <a:pt x="2744" y="219"/>
                    <a:pt x="2747" y="228"/>
                    <a:pt x="2750" y="235"/>
                  </a:cubicBezTo>
                  <a:cubicBezTo>
                    <a:pt x="2765" y="266"/>
                    <a:pt x="2774" y="272"/>
                    <a:pt x="2776" y="283"/>
                  </a:cubicBezTo>
                  <a:cubicBezTo>
                    <a:pt x="2786" y="300"/>
                    <a:pt x="2786" y="308"/>
                    <a:pt x="2791" y="309"/>
                  </a:cubicBezTo>
                  <a:cubicBezTo>
                    <a:pt x="2806" y="343"/>
                    <a:pt x="2806" y="350"/>
                    <a:pt x="2811" y="351"/>
                  </a:cubicBezTo>
                  <a:cubicBezTo>
                    <a:pt x="2799" y="318"/>
                    <a:pt x="2799" y="309"/>
                    <a:pt x="2793" y="305"/>
                  </a:cubicBezTo>
                  <a:cubicBezTo>
                    <a:pt x="2780" y="271"/>
                    <a:pt x="2771" y="261"/>
                    <a:pt x="2767" y="246"/>
                  </a:cubicBezTo>
                  <a:cubicBezTo>
                    <a:pt x="2745" y="202"/>
                    <a:pt x="2737" y="201"/>
                    <a:pt x="2737" y="192"/>
                  </a:cubicBezTo>
                  <a:cubicBezTo>
                    <a:pt x="2720" y="162"/>
                    <a:pt x="2720" y="156"/>
                    <a:pt x="2717" y="155"/>
                  </a:cubicBezTo>
                  <a:cubicBezTo>
                    <a:pt x="2689" y="78"/>
                    <a:pt x="2685" y="62"/>
                    <a:pt x="2678" y="50"/>
                  </a:cubicBezTo>
                  <a:cubicBezTo>
                    <a:pt x="2669" y="8"/>
                    <a:pt x="2668" y="4"/>
                    <a:pt x="2667" y="0"/>
                  </a:cubicBezTo>
                  <a:cubicBezTo>
                    <a:pt x="2643" y="26"/>
                    <a:pt x="2634" y="31"/>
                    <a:pt x="2636" y="37"/>
                  </a:cubicBezTo>
                  <a:cubicBezTo>
                    <a:pt x="2621" y="57"/>
                    <a:pt x="2620" y="59"/>
                    <a:pt x="2619" y="61"/>
                  </a:cubicBezTo>
                  <a:cubicBezTo>
                    <a:pt x="2604" y="81"/>
                    <a:pt x="2606" y="87"/>
                    <a:pt x="2604" y="89"/>
                  </a:cubicBezTo>
                  <a:cubicBezTo>
                    <a:pt x="2577" y="128"/>
                    <a:pt x="2568" y="139"/>
                    <a:pt x="2560" y="150"/>
                  </a:cubicBezTo>
                  <a:cubicBezTo>
                    <a:pt x="2542" y="170"/>
                    <a:pt x="2540" y="170"/>
                    <a:pt x="2540" y="174"/>
                  </a:cubicBezTo>
                  <a:cubicBezTo>
                    <a:pt x="2521" y="188"/>
                    <a:pt x="2523" y="196"/>
                    <a:pt x="2516" y="194"/>
                  </a:cubicBezTo>
                  <a:cubicBezTo>
                    <a:pt x="2500" y="217"/>
                    <a:pt x="2490" y="217"/>
                    <a:pt x="2488" y="224"/>
                  </a:cubicBezTo>
                  <a:cubicBezTo>
                    <a:pt x="2447" y="256"/>
                    <a:pt x="2450" y="266"/>
                    <a:pt x="2442" y="266"/>
                  </a:cubicBezTo>
                  <a:cubicBezTo>
                    <a:pt x="2420" y="294"/>
                    <a:pt x="2413" y="295"/>
                    <a:pt x="2410" y="298"/>
                  </a:cubicBezTo>
                  <a:cubicBezTo>
                    <a:pt x="2372" y="341"/>
                    <a:pt x="2367" y="350"/>
                    <a:pt x="2359" y="357"/>
                  </a:cubicBezTo>
                  <a:cubicBezTo>
                    <a:pt x="2337" y="393"/>
                    <a:pt x="2335" y="395"/>
                    <a:pt x="2336" y="399"/>
                  </a:cubicBezTo>
                  <a:cubicBezTo>
                    <a:pt x="2321" y="412"/>
                    <a:pt x="2325" y="424"/>
                    <a:pt x="2320" y="427"/>
                  </a:cubicBezTo>
                  <a:cubicBezTo>
                    <a:pt x="2297" y="465"/>
                    <a:pt x="2291" y="468"/>
                    <a:pt x="2290" y="475"/>
                  </a:cubicBezTo>
                  <a:cubicBezTo>
                    <a:pt x="2269" y="516"/>
                    <a:pt x="2269" y="524"/>
                    <a:pt x="2268" y="532"/>
                  </a:cubicBezTo>
                  <a:close/>
                  <a:moveTo>
                    <a:pt x="2588" y="235"/>
                  </a:moveTo>
                  <a:cubicBezTo>
                    <a:pt x="2585" y="239"/>
                    <a:pt x="2582" y="243"/>
                    <a:pt x="2580" y="248"/>
                  </a:cubicBezTo>
                  <a:cubicBezTo>
                    <a:pt x="2574" y="245"/>
                    <a:pt x="2584" y="240"/>
                    <a:pt x="2584" y="235"/>
                  </a:cubicBezTo>
                  <a:cubicBezTo>
                    <a:pt x="2588" y="232"/>
                    <a:pt x="2589" y="226"/>
                    <a:pt x="2593" y="222"/>
                  </a:cubicBezTo>
                  <a:cubicBezTo>
                    <a:pt x="2599" y="226"/>
                    <a:pt x="2588" y="230"/>
                    <a:pt x="2588" y="235"/>
                  </a:cubicBezTo>
                  <a:close/>
                  <a:moveTo>
                    <a:pt x="2593" y="357"/>
                  </a:moveTo>
                  <a:cubicBezTo>
                    <a:pt x="2591" y="361"/>
                    <a:pt x="2590" y="356"/>
                    <a:pt x="2591" y="353"/>
                  </a:cubicBezTo>
                  <a:cubicBezTo>
                    <a:pt x="2592" y="349"/>
                    <a:pt x="2593" y="354"/>
                    <a:pt x="2593" y="357"/>
                  </a:cubicBezTo>
                  <a:close/>
                  <a:moveTo>
                    <a:pt x="2626" y="146"/>
                  </a:moveTo>
                  <a:cubicBezTo>
                    <a:pt x="2620" y="140"/>
                    <a:pt x="2626" y="128"/>
                    <a:pt x="2628" y="122"/>
                  </a:cubicBezTo>
                  <a:cubicBezTo>
                    <a:pt x="2633" y="127"/>
                    <a:pt x="2623" y="136"/>
                    <a:pt x="2626" y="146"/>
                  </a:cubicBezTo>
                  <a:close/>
                  <a:moveTo>
                    <a:pt x="2630" y="179"/>
                  </a:moveTo>
                  <a:cubicBezTo>
                    <a:pt x="2621" y="176"/>
                    <a:pt x="2630" y="171"/>
                    <a:pt x="2628" y="163"/>
                  </a:cubicBezTo>
                  <a:cubicBezTo>
                    <a:pt x="2633" y="164"/>
                    <a:pt x="2629" y="174"/>
                    <a:pt x="2630" y="179"/>
                  </a:cubicBezTo>
                  <a:close/>
                  <a:moveTo>
                    <a:pt x="2630" y="109"/>
                  </a:moveTo>
                  <a:cubicBezTo>
                    <a:pt x="2620" y="105"/>
                    <a:pt x="2634" y="99"/>
                    <a:pt x="2632" y="89"/>
                  </a:cubicBezTo>
                  <a:cubicBezTo>
                    <a:pt x="2640" y="96"/>
                    <a:pt x="2627" y="99"/>
                    <a:pt x="2630" y="109"/>
                  </a:cubicBezTo>
                  <a:close/>
                  <a:moveTo>
                    <a:pt x="2342" y="394"/>
                  </a:moveTo>
                  <a:cubicBezTo>
                    <a:pt x="2348" y="395"/>
                    <a:pt x="2344" y="386"/>
                    <a:pt x="2349" y="386"/>
                  </a:cubicBezTo>
                  <a:cubicBezTo>
                    <a:pt x="2366" y="361"/>
                    <a:pt x="2367" y="360"/>
                    <a:pt x="2368" y="359"/>
                  </a:cubicBezTo>
                  <a:cubicBezTo>
                    <a:pt x="2392" y="332"/>
                    <a:pt x="2390" y="325"/>
                    <a:pt x="2397" y="327"/>
                  </a:cubicBezTo>
                  <a:cubicBezTo>
                    <a:pt x="2424" y="298"/>
                    <a:pt x="2431" y="295"/>
                    <a:pt x="2434" y="288"/>
                  </a:cubicBezTo>
                  <a:cubicBezTo>
                    <a:pt x="2463" y="259"/>
                    <a:pt x="2471" y="253"/>
                    <a:pt x="2475" y="244"/>
                  </a:cubicBezTo>
                  <a:cubicBezTo>
                    <a:pt x="2495" y="230"/>
                    <a:pt x="2497" y="224"/>
                    <a:pt x="2501" y="220"/>
                  </a:cubicBezTo>
                  <a:cubicBezTo>
                    <a:pt x="2528" y="196"/>
                    <a:pt x="2532" y="195"/>
                    <a:pt x="2534" y="192"/>
                  </a:cubicBezTo>
                  <a:cubicBezTo>
                    <a:pt x="2564" y="150"/>
                    <a:pt x="2578" y="151"/>
                    <a:pt x="2578" y="137"/>
                  </a:cubicBezTo>
                  <a:cubicBezTo>
                    <a:pt x="2621" y="86"/>
                    <a:pt x="2625" y="63"/>
                    <a:pt x="2639" y="50"/>
                  </a:cubicBezTo>
                  <a:cubicBezTo>
                    <a:pt x="2629" y="77"/>
                    <a:pt x="2629" y="85"/>
                    <a:pt x="2623" y="87"/>
                  </a:cubicBezTo>
                  <a:cubicBezTo>
                    <a:pt x="2594" y="142"/>
                    <a:pt x="2594" y="148"/>
                    <a:pt x="2591" y="150"/>
                  </a:cubicBezTo>
                  <a:cubicBezTo>
                    <a:pt x="2563" y="181"/>
                    <a:pt x="2563" y="192"/>
                    <a:pt x="2556" y="196"/>
                  </a:cubicBezTo>
                  <a:cubicBezTo>
                    <a:pt x="2535" y="217"/>
                    <a:pt x="2534" y="226"/>
                    <a:pt x="2525" y="229"/>
                  </a:cubicBezTo>
                  <a:cubicBezTo>
                    <a:pt x="2489" y="268"/>
                    <a:pt x="2486" y="275"/>
                    <a:pt x="2479" y="279"/>
                  </a:cubicBezTo>
                  <a:cubicBezTo>
                    <a:pt x="2461" y="296"/>
                    <a:pt x="2460" y="298"/>
                    <a:pt x="2458" y="298"/>
                  </a:cubicBezTo>
                  <a:cubicBezTo>
                    <a:pt x="2433" y="319"/>
                    <a:pt x="2422" y="329"/>
                    <a:pt x="2410" y="338"/>
                  </a:cubicBezTo>
                  <a:cubicBezTo>
                    <a:pt x="2364" y="378"/>
                    <a:pt x="2362" y="381"/>
                    <a:pt x="2359" y="383"/>
                  </a:cubicBezTo>
                  <a:cubicBezTo>
                    <a:pt x="2343" y="402"/>
                    <a:pt x="2340" y="402"/>
                    <a:pt x="2340" y="405"/>
                  </a:cubicBezTo>
                  <a:close/>
                  <a:moveTo>
                    <a:pt x="2551" y="26"/>
                  </a:moveTo>
                  <a:cubicBezTo>
                    <a:pt x="2533" y="53"/>
                    <a:pt x="2510" y="76"/>
                    <a:pt x="2486" y="98"/>
                  </a:cubicBezTo>
                  <a:cubicBezTo>
                    <a:pt x="2461" y="130"/>
                    <a:pt x="2457" y="132"/>
                    <a:pt x="2458" y="137"/>
                  </a:cubicBezTo>
                  <a:cubicBezTo>
                    <a:pt x="2431" y="164"/>
                    <a:pt x="2432" y="169"/>
                    <a:pt x="2427" y="170"/>
                  </a:cubicBezTo>
                  <a:cubicBezTo>
                    <a:pt x="2418" y="183"/>
                    <a:pt x="2416" y="187"/>
                    <a:pt x="2414" y="189"/>
                  </a:cubicBezTo>
                  <a:cubicBezTo>
                    <a:pt x="2423" y="184"/>
                    <a:pt x="2425" y="180"/>
                    <a:pt x="2429" y="176"/>
                  </a:cubicBezTo>
                  <a:cubicBezTo>
                    <a:pt x="2474" y="129"/>
                    <a:pt x="2477" y="124"/>
                    <a:pt x="2479" y="120"/>
                  </a:cubicBezTo>
                  <a:cubicBezTo>
                    <a:pt x="2498" y="104"/>
                    <a:pt x="2496" y="99"/>
                    <a:pt x="2501" y="100"/>
                  </a:cubicBezTo>
                  <a:cubicBezTo>
                    <a:pt x="2535" y="65"/>
                    <a:pt x="2534" y="60"/>
                    <a:pt x="2536" y="59"/>
                  </a:cubicBezTo>
                  <a:cubicBezTo>
                    <a:pt x="2555" y="30"/>
                    <a:pt x="2566" y="27"/>
                    <a:pt x="2569" y="15"/>
                  </a:cubicBezTo>
                  <a:cubicBezTo>
                    <a:pt x="2583" y="5"/>
                    <a:pt x="2583" y="3"/>
                    <a:pt x="2583" y="0"/>
                  </a:cubicBezTo>
                  <a:cubicBezTo>
                    <a:pt x="2563" y="8"/>
                    <a:pt x="2563" y="14"/>
                    <a:pt x="2560" y="17"/>
                  </a:cubicBezTo>
                  <a:close/>
                  <a:moveTo>
                    <a:pt x="2711" y="37"/>
                  </a:moveTo>
                  <a:cubicBezTo>
                    <a:pt x="2717" y="39"/>
                    <a:pt x="2715" y="48"/>
                    <a:pt x="2719" y="52"/>
                  </a:cubicBezTo>
                  <a:cubicBezTo>
                    <a:pt x="2743" y="115"/>
                    <a:pt x="2751" y="115"/>
                    <a:pt x="2750" y="124"/>
                  </a:cubicBezTo>
                  <a:cubicBezTo>
                    <a:pt x="2761" y="147"/>
                    <a:pt x="2765" y="152"/>
                    <a:pt x="2767" y="159"/>
                  </a:cubicBezTo>
                  <a:cubicBezTo>
                    <a:pt x="2777" y="183"/>
                    <a:pt x="2781" y="188"/>
                    <a:pt x="2782" y="194"/>
                  </a:cubicBezTo>
                  <a:cubicBezTo>
                    <a:pt x="2806" y="231"/>
                    <a:pt x="2811" y="235"/>
                    <a:pt x="2813" y="242"/>
                  </a:cubicBezTo>
                  <a:cubicBezTo>
                    <a:pt x="2858" y="290"/>
                    <a:pt x="2848" y="290"/>
                    <a:pt x="2848" y="281"/>
                  </a:cubicBezTo>
                  <a:cubicBezTo>
                    <a:pt x="2826" y="242"/>
                    <a:pt x="2820" y="244"/>
                    <a:pt x="2820" y="240"/>
                  </a:cubicBezTo>
                  <a:cubicBezTo>
                    <a:pt x="2804" y="222"/>
                    <a:pt x="2807" y="214"/>
                    <a:pt x="2802" y="213"/>
                  </a:cubicBezTo>
                  <a:cubicBezTo>
                    <a:pt x="2789" y="193"/>
                    <a:pt x="2789" y="184"/>
                    <a:pt x="2785" y="179"/>
                  </a:cubicBezTo>
                  <a:cubicBezTo>
                    <a:pt x="2773" y="147"/>
                    <a:pt x="2767" y="140"/>
                    <a:pt x="2763" y="131"/>
                  </a:cubicBezTo>
                  <a:cubicBezTo>
                    <a:pt x="2742" y="83"/>
                    <a:pt x="2732" y="64"/>
                    <a:pt x="2726" y="43"/>
                  </a:cubicBezTo>
                  <a:cubicBezTo>
                    <a:pt x="2714" y="8"/>
                    <a:pt x="2713" y="4"/>
                    <a:pt x="2712" y="0"/>
                  </a:cubicBezTo>
                  <a:cubicBezTo>
                    <a:pt x="2707" y="23"/>
                    <a:pt x="2712" y="27"/>
                    <a:pt x="2711" y="37"/>
                  </a:cubicBezTo>
                  <a:close/>
                  <a:moveTo>
                    <a:pt x="1591" y="997"/>
                  </a:moveTo>
                  <a:cubicBezTo>
                    <a:pt x="1591" y="991"/>
                    <a:pt x="1595" y="988"/>
                    <a:pt x="1595" y="981"/>
                  </a:cubicBezTo>
                  <a:cubicBezTo>
                    <a:pt x="1610" y="933"/>
                    <a:pt x="1607" y="925"/>
                    <a:pt x="1613" y="923"/>
                  </a:cubicBezTo>
                  <a:cubicBezTo>
                    <a:pt x="1626" y="868"/>
                    <a:pt x="1627" y="859"/>
                    <a:pt x="1631" y="853"/>
                  </a:cubicBezTo>
                  <a:cubicBezTo>
                    <a:pt x="1644" y="801"/>
                    <a:pt x="1644" y="793"/>
                    <a:pt x="1648" y="788"/>
                  </a:cubicBezTo>
                  <a:cubicBezTo>
                    <a:pt x="1660" y="736"/>
                    <a:pt x="1667" y="729"/>
                    <a:pt x="1669" y="720"/>
                  </a:cubicBezTo>
                  <a:cubicBezTo>
                    <a:pt x="1682" y="706"/>
                    <a:pt x="1681" y="700"/>
                    <a:pt x="1683" y="695"/>
                  </a:cubicBezTo>
                  <a:cubicBezTo>
                    <a:pt x="1695" y="675"/>
                    <a:pt x="1697" y="672"/>
                    <a:pt x="1699" y="674"/>
                  </a:cubicBezTo>
                  <a:cubicBezTo>
                    <a:pt x="1672" y="737"/>
                    <a:pt x="1676" y="744"/>
                    <a:pt x="1672" y="746"/>
                  </a:cubicBezTo>
                  <a:cubicBezTo>
                    <a:pt x="1661" y="790"/>
                    <a:pt x="1663" y="793"/>
                    <a:pt x="1661" y="794"/>
                  </a:cubicBezTo>
                  <a:cubicBezTo>
                    <a:pt x="1657" y="822"/>
                    <a:pt x="1655" y="826"/>
                    <a:pt x="1654" y="831"/>
                  </a:cubicBezTo>
                  <a:cubicBezTo>
                    <a:pt x="1651" y="853"/>
                    <a:pt x="1648" y="857"/>
                    <a:pt x="1649" y="863"/>
                  </a:cubicBezTo>
                  <a:cubicBezTo>
                    <a:pt x="1637" y="927"/>
                    <a:pt x="1636" y="933"/>
                    <a:pt x="1636" y="941"/>
                  </a:cubicBezTo>
                  <a:cubicBezTo>
                    <a:pt x="1629" y="975"/>
                    <a:pt x="1623" y="975"/>
                    <a:pt x="1625" y="980"/>
                  </a:cubicBezTo>
                  <a:cubicBezTo>
                    <a:pt x="1614" y="1012"/>
                    <a:pt x="1607" y="1023"/>
                    <a:pt x="1602" y="1035"/>
                  </a:cubicBezTo>
                  <a:cubicBezTo>
                    <a:pt x="1621" y="1005"/>
                    <a:pt x="1625" y="1005"/>
                    <a:pt x="1625" y="1002"/>
                  </a:cubicBezTo>
                  <a:cubicBezTo>
                    <a:pt x="1636" y="972"/>
                    <a:pt x="1636" y="964"/>
                    <a:pt x="1642" y="960"/>
                  </a:cubicBezTo>
                  <a:cubicBezTo>
                    <a:pt x="1649" y="910"/>
                    <a:pt x="1647" y="901"/>
                    <a:pt x="1653" y="898"/>
                  </a:cubicBezTo>
                  <a:cubicBezTo>
                    <a:pt x="1658" y="861"/>
                    <a:pt x="1659" y="845"/>
                    <a:pt x="1663" y="832"/>
                  </a:cubicBezTo>
                  <a:cubicBezTo>
                    <a:pt x="1674" y="785"/>
                    <a:pt x="1673" y="775"/>
                    <a:pt x="1676" y="769"/>
                  </a:cubicBezTo>
                  <a:cubicBezTo>
                    <a:pt x="1698" y="710"/>
                    <a:pt x="1694" y="703"/>
                    <a:pt x="1697" y="701"/>
                  </a:cubicBezTo>
                  <a:cubicBezTo>
                    <a:pt x="1721" y="660"/>
                    <a:pt x="1728" y="644"/>
                    <a:pt x="1737" y="630"/>
                  </a:cubicBezTo>
                  <a:cubicBezTo>
                    <a:pt x="1757" y="606"/>
                    <a:pt x="1761" y="604"/>
                    <a:pt x="1766" y="603"/>
                  </a:cubicBezTo>
                  <a:cubicBezTo>
                    <a:pt x="1773" y="599"/>
                    <a:pt x="1768" y="600"/>
                    <a:pt x="1766" y="603"/>
                  </a:cubicBezTo>
                  <a:cubicBezTo>
                    <a:pt x="1749" y="626"/>
                    <a:pt x="1750" y="632"/>
                    <a:pt x="1747" y="635"/>
                  </a:cubicBezTo>
                  <a:cubicBezTo>
                    <a:pt x="1719" y="686"/>
                    <a:pt x="1715" y="692"/>
                    <a:pt x="1712" y="701"/>
                  </a:cubicBezTo>
                  <a:cubicBezTo>
                    <a:pt x="1692" y="757"/>
                    <a:pt x="1692" y="767"/>
                    <a:pt x="1685" y="772"/>
                  </a:cubicBezTo>
                  <a:cubicBezTo>
                    <a:pt x="1669" y="830"/>
                    <a:pt x="1673" y="839"/>
                    <a:pt x="1667" y="842"/>
                  </a:cubicBezTo>
                  <a:cubicBezTo>
                    <a:pt x="1665" y="865"/>
                    <a:pt x="1664" y="870"/>
                    <a:pt x="1662" y="876"/>
                  </a:cubicBezTo>
                  <a:cubicBezTo>
                    <a:pt x="1650" y="927"/>
                    <a:pt x="1654" y="945"/>
                    <a:pt x="1645" y="954"/>
                  </a:cubicBezTo>
                  <a:cubicBezTo>
                    <a:pt x="1621" y="1043"/>
                    <a:pt x="1613" y="1046"/>
                    <a:pt x="1615" y="1055"/>
                  </a:cubicBezTo>
                  <a:cubicBezTo>
                    <a:pt x="1614" y="1060"/>
                    <a:pt x="1622" y="1054"/>
                    <a:pt x="1623" y="1043"/>
                  </a:cubicBezTo>
                  <a:cubicBezTo>
                    <a:pt x="1639" y="1006"/>
                    <a:pt x="1641" y="995"/>
                    <a:pt x="1647" y="987"/>
                  </a:cubicBezTo>
                  <a:cubicBezTo>
                    <a:pt x="1662" y="913"/>
                    <a:pt x="1670" y="906"/>
                    <a:pt x="1670" y="895"/>
                  </a:cubicBezTo>
                  <a:cubicBezTo>
                    <a:pt x="1687" y="827"/>
                    <a:pt x="1683" y="818"/>
                    <a:pt x="1686" y="814"/>
                  </a:cubicBezTo>
                  <a:cubicBezTo>
                    <a:pt x="1693" y="775"/>
                    <a:pt x="1702" y="773"/>
                    <a:pt x="1700" y="765"/>
                  </a:cubicBezTo>
                  <a:cubicBezTo>
                    <a:pt x="1730" y="692"/>
                    <a:pt x="1734" y="679"/>
                    <a:pt x="1740" y="667"/>
                  </a:cubicBezTo>
                  <a:cubicBezTo>
                    <a:pt x="1764" y="633"/>
                    <a:pt x="1761" y="628"/>
                    <a:pt x="1763" y="625"/>
                  </a:cubicBezTo>
                  <a:cubicBezTo>
                    <a:pt x="1784" y="596"/>
                    <a:pt x="1791" y="593"/>
                    <a:pt x="1794" y="586"/>
                  </a:cubicBezTo>
                  <a:cubicBezTo>
                    <a:pt x="1808" y="577"/>
                    <a:pt x="1808" y="574"/>
                    <a:pt x="1810" y="577"/>
                  </a:cubicBezTo>
                  <a:cubicBezTo>
                    <a:pt x="1785" y="618"/>
                    <a:pt x="1779" y="621"/>
                    <a:pt x="1779" y="629"/>
                  </a:cubicBezTo>
                  <a:cubicBezTo>
                    <a:pt x="1757" y="666"/>
                    <a:pt x="1756" y="673"/>
                    <a:pt x="1753" y="678"/>
                  </a:cubicBezTo>
                  <a:cubicBezTo>
                    <a:pt x="1723" y="756"/>
                    <a:pt x="1719" y="768"/>
                    <a:pt x="1716" y="771"/>
                  </a:cubicBezTo>
                  <a:cubicBezTo>
                    <a:pt x="1713" y="784"/>
                    <a:pt x="1716" y="785"/>
                    <a:pt x="1716" y="784"/>
                  </a:cubicBezTo>
                  <a:cubicBezTo>
                    <a:pt x="1703" y="818"/>
                    <a:pt x="1705" y="829"/>
                    <a:pt x="1701" y="836"/>
                  </a:cubicBezTo>
                  <a:cubicBezTo>
                    <a:pt x="1672" y="934"/>
                    <a:pt x="1666" y="939"/>
                    <a:pt x="1666" y="948"/>
                  </a:cubicBezTo>
                  <a:cubicBezTo>
                    <a:pt x="1656" y="964"/>
                    <a:pt x="1657" y="966"/>
                    <a:pt x="1660" y="965"/>
                  </a:cubicBezTo>
                  <a:cubicBezTo>
                    <a:pt x="1681" y="933"/>
                    <a:pt x="1686" y="932"/>
                    <a:pt x="1689" y="929"/>
                  </a:cubicBezTo>
                  <a:cubicBezTo>
                    <a:pt x="1692" y="929"/>
                    <a:pt x="1697" y="930"/>
                    <a:pt x="1695" y="925"/>
                  </a:cubicBezTo>
                  <a:cubicBezTo>
                    <a:pt x="1725" y="892"/>
                    <a:pt x="1733" y="888"/>
                    <a:pt x="1736" y="880"/>
                  </a:cubicBezTo>
                  <a:cubicBezTo>
                    <a:pt x="1782" y="818"/>
                    <a:pt x="1791" y="814"/>
                    <a:pt x="1796" y="808"/>
                  </a:cubicBezTo>
                  <a:cubicBezTo>
                    <a:pt x="1839" y="758"/>
                    <a:pt x="1838" y="752"/>
                    <a:pt x="1841" y="749"/>
                  </a:cubicBezTo>
                  <a:cubicBezTo>
                    <a:pt x="1855" y="724"/>
                    <a:pt x="1858" y="721"/>
                    <a:pt x="1859" y="716"/>
                  </a:cubicBezTo>
                  <a:cubicBezTo>
                    <a:pt x="1868" y="703"/>
                    <a:pt x="1872" y="700"/>
                    <a:pt x="1871" y="694"/>
                  </a:cubicBezTo>
                  <a:cubicBezTo>
                    <a:pt x="1887" y="668"/>
                    <a:pt x="1889" y="664"/>
                    <a:pt x="1891" y="660"/>
                  </a:cubicBezTo>
                  <a:cubicBezTo>
                    <a:pt x="1907" y="625"/>
                    <a:pt x="1908" y="623"/>
                    <a:pt x="1909" y="621"/>
                  </a:cubicBezTo>
                  <a:cubicBezTo>
                    <a:pt x="1919" y="591"/>
                    <a:pt x="1927" y="591"/>
                    <a:pt x="1924" y="583"/>
                  </a:cubicBezTo>
                  <a:cubicBezTo>
                    <a:pt x="1943" y="565"/>
                    <a:pt x="1936" y="556"/>
                    <a:pt x="1944" y="557"/>
                  </a:cubicBezTo>
                  <a:cubicBezTo>
                    <a:pt x="1961" y="515"/>
                    <a:pt x="1963" y="513"/>
                    <a:pt x="1964" y="509"/>
                  </a:cubicBezTo>
                  <a:cubicBezTo>
                    <a:pt x="1974" y="496"/>
                    <a:pt x="1971" y="486"/>
                    <a:pt x="1979" y="484"/>
                  </a:cubicBezTo>
                  <a:cubicBezTo>
                    <a:pt x="1987" y="478"/>
                    <a:pt x="1983" y="488"/>
                    <a:pt x="1982" y="499"/>
                  </a:cubicBezTo>
                  <a:cubicBezTo>
                    <a:pt x="1984" y="525"/>
                    <a:pt x="1985" y="528"/>
                    <a:pt x="1985" y="532"/>
                  </a:cubicBezTo>
                  <a:cubicBezTo>
                    <a:pt x="1992" y="482"/>
                    <a:pt x="1998" y="479"/>
                    <a:pt x="1997" y="470"/>
                  </a:cubicBezTo>
                  <a:cubicBezTo>
                    <a:pt x="2016" y="476"/>
                    <a:pt x="2011" y="464"/>
                    <a:pt x="2014" y="458"/>
                  </a:cubicBezTo>
                  <a:cubicBezTo>
                    <a:pt x="2023" y="444"/>
                    <a:pt x="2017" y="446"/>
                    <a:pt x="2020" y="455"/>
                  </a:cubicBezTo>
                  <a:cubicBezTo>
                    <a:pt x="2028" y="470"/>
                    <a:pt x="2025" y="476"/>
                    <a:pt x="2029" y="478"/>
                  </a:cubicBezTo>
                  <a:cubicBezTo>
                    <a:pt x="2037" y="428"/>
                    <a:pt x="2041" y="425"/>
                    <a:pt x="2040" y="418"/>
                  </a:cubicBezTo>
                  <a:cubicBezTo>
                    <a:pt x="2053" y="391"/>
                    <a:pt x="2065" y="395"/>
                    <a:pt x="2061" y="388"/>
                  </a:cubicBezTo>
                  <a:cubicBezTo>
                    <a:pt x="2076" y="361"/>
                    <a:pt x="2072" y="363"/>
                    <a:pt x="2071" y="357"/>
                  </a:cubicBezTo>
                  <a:cubicBezTo>
                    <a:pt x="2019" y="368"/>
                    <a:pt x="2016" y="366"/>
                    <a:pt x="2013" y="365"/>
                  </a:cubicBezTo>
                  <a:cubicBezTo>
                    <a:pt x="1985" y="336"/>
                    <a:pt x="1974" y="340"/>
                    <a:pt x="1973" y="328"/>
                  </a:cubicBezTo>
                  <a:cubicBezTo>
                    <a:pt x="1978" y="346"/>
                    <a:pt x="1981" y="350"/>
                    <a:pt x="1985" y="355"/>
                  </a:cubicBezTo>
                  <a:cubicBezTo>
                    <a:pt x="2009" y="380"/>
                    <a:pt x="2013" y="383"/>
                    <a:pt x="2017" y="387"/>
                  </a:cubicBezTo>
                  <a:cubicBezTo>
                    <a:pt x="1983" y="404"/>
                    <a:pt x="1984" y="398"/>
                    <a:pt x="1979" y="400"/>
                  </a:cubicBezTo>
                  <a:cubicBezTo>
                    <a:pt x="1942" y="400"/>
                    <a:pt x="1943" y="392"/>
                    <a:pt x="1936" y="395"/>
                  </a:cubicBezTo>
                  <a:cubicBezTo>
                    <a:pt x="1910" y="389"/>
                    <a:pt x="1906" y="388"/>
                    <a:pt x="1904" y="385"/>
                  </a:cubicBezTo>
                  <a:cubicBezTo>
                    <a:pt x="1835" y="360"/>
                    <a:pt x="1828" y="358"/>
                    <a:pt x="1823" y="353"/>
                  </a:cubicBezTo>
                  <a:cubicBezTo>
                    <a:pt x="1774" y="332"/>
                    <a:pt x="1774" y="325"/>
                    <a:pt x="1769" y="325"/>
                  </a:cubicBezTo>
                  <a:cubicBezTo>
                    <a:pt x="1728" y="306"/>
                    <a:pt x="1722" y="307"/>
                    <a:pt x="1719" y="305"/>
                  </a:cubicBezTo>
                  <a:cubicBezTo>
                    <a:pt x="1684" y="287"/>
                    <a:pt x="1676" y="287"/>
                    <a:pt x="1670" y="283"/>
                  </a:cubicBezTo>
                  <a:cubicBezTo>
                    <a:pt x="1616" y="276"/>
                    <a:pt x="1604" y="277"/>
                    <a:pt x="1592" y="277"/>
                  </a:cubicBezTo>
                  <a:cubicBezTo>
                    <a:pt x="1594" y="280"/>
                    <a:pt x="1613" y="284"/>
                    <a:pt x="1635" y="283"/>
                  </a:cubicBezTo>
                  <a:cubicBezTo>
                    <a:pt x="1657" y="292"/>
                    <a:pt x="1663" y="288"/>
                    <a:pt x="1665" y="291"/>
                  </a:cubicBezTo>
                  <a:cubicBezTo>
                    <a:pt x="1741" y="318"/>
                    <a:pt x="1767" y="337"/>
                    <a:pt x="1797" y="349"/>
                  </a:cubicBezTo>
                  <a:cubicBezTo>
                    <a:pt x="1813" y="360"/>
                    <a:pt x="1814" y="361"/>
                    <a:pt x="1816" y="363"/>
                  </a:cubicBezTo>
                  <a:cubicBezTo>
                    <a:pt x="1887" y="388"/>
                    <a:pt x="1889" y="392"/>
                    <a:pt x="1892" y="394"/>
                  </a:cubicBezTo>
                  <a:cubicBezTo>
                    <a:pt x="1944" y="403"/>
                    <a:pt x="1955" y="411"/>
                    <a:pt x="1970" y="411"/>
                  </a:cubicBezTo>
                  <a:cubicBezTo>
                    <a:pt x="2004" y="413"/>
                    <a:pt x="2006" y="413"/>
                    <a:pt x="2008" y="413"/>
                  </a:cubicBezTo>
                  <a:cubicBezTo>
                    <a:pt x="2000" y="416"/>
                    <a:pt x="1998" y="418"/>
                    <a:pt x="1996" y="419"/>
                  </a:cubicBezTo>
                  <a:cubicBezTo>
                    <a:pt x="1935" y="417"/>
                    <a:pt x="1925" y="412"/>
                    <a:pt x="1914" y="407"/>
                  </a:cubicBezTo>
                  <a:cubicBezTo>
                    <a:pt x="1886" y="400"/>
                    <a:pt x="1868" y="398"/>
                    <a:pt x="1856" y="389"/>
                  </a:cubicBezTo>
                  <a:cubicBezTo>
                    <a:pt x="1831" y="377"/>
                    <a:pt x="1825" y="378"/>
                    <a:pt x="1822" y="375"/>
                  </a:cubicBezTo>
                  <a:cubicBezTo>
                    <a:pt x="1787" y="357"/>
                    <a:pt x="1782" y="358"/>
                    <a:pt x="1779" y="357"/>
                  </a:cubicBezTo>
                  <a:cubicBezTo>
                    <a:pt x="1762" y="352"/>
                    <a:pt x="1764" y="344"/>
                    <a:pt x="1757" y="347"/>
                  </a:cubicBezTo>
                  <a:cubicBezTo>
                    <a:pt x="1743" y="338"/>
                    <a:pt x="1738" y="339"/>
                    <a:pt x="1735" y="336"/>
                  </a:cubicBezTo>
                  <a:cubicBezTo>
                    <a:pt x="1708" y="326"/>
                    <a:pt x="1693" y="321"/>
                    <a:pt x="1678" y="315"/>
                  </a:cubicBezTo>
                  <a:cubicBezTo>
                    <a:pt x="1644" y="309"/>
                    <a:pt x="1637" y="305"/>
                    <a:pt x="1628" y="304"/>
                  </a:cubicBezTo>
                  <a:cubicBezTo>
                    <a:pt x="1587" y="293"/>
                    <a:pt x="1579" y="297"/>
                    <a:pt x="1577" y="293"/>
                  </a:cubicBezTo>
                  <a:cubicBezTo>
                    <a:pt x="1478" y="297"/>
                    <a:pt x="1469" y="299"/>
                    <a:pt x="1454" y="298"/>
                  </a:cubicBezTo>
                  <a:cubicBezTo>
                    <a:pt x="1420" y="304"/>
                    <a:pt x="1411" y="305"/>
                    <a:pt x="1400" y="307"/>
                  </a:cubicBezTo>
                  <a:cubicBezTo>
                    <a:pt x="1397" y="310"/>
                    <a:pt x="1420" y="310"/>
                    <a:pt x="1444" y="308"/>
                  </a:cubicBezTo>
                  <a:cubicBezTo>
                    <a:pt x="1478" y="310"/>
                    <a:pt x="1483" y="317"/>
                    <a:pt x="1494" y="313"/>
                  </a:cubicBezTo>
                  <a:cubicBezTo>
                    <a:pt x="1547" y="330"/>
                    <a:pt x="1550" y="333"/>
                    <a:pt x="1555" y="333"/>
                  </a:cubicBezTo>
                  <a:cubicBezTo>
                    <a:pt x="1582" y="345"/>
                    <a:pt x="1585" y="347"/>
                    <a:pt x="1589" y="349"/>
                  </a:cubicBezTo>
                  <a:cubicBezTo>
                    <a:pt x="1616" y="360"/>
                    <a:pt x="1616" y="367"/>
                    <a:pt x="1623" y="365"/>
                  </a:cubicBezTo>
                  <a:cubicBezTo>
                    <a:pt x="1648" y="381"/>
                    <a:pt x="1665" y="385"/>
                    <a:pt x="1678" y="397"/>
                  </a:cubicBezTo>
                  <a:cubicBezTo>
                    <a:pt x="1726" y="414"/>
                    <a:pt x="1728" y="418"/>
                    <a:pt x="1731" y="421"/>
                  </a:cubicBezTo>
                  <a:cubicBezTo>
                    <a:pt x="1755" y="430"/>
                    <a:pt x="1759" y="430"/>
                    <a:pt x="1762" y="433"/>
                  </a:cubicBezTo>
                  <a:cubicBezTo>
                    <a:pt x="1807" y="456"/>
                    <a:pt x="1816" y="455"/>
                    <a:pt x="1822" y="460"/>
                  </a:cubicBezTo>
                  <a:cubicBezTo>
                    <a:pt x="1852" y="468"/>
                    <a:pt x="1860" y="470"/>
                    <a:pt x="1866" y="474"/>
                  </a:cubicBezTo>
                  <a:cubicBezTo>
                    <a:pt x="1905" y="475"/>
                    <a:pt x="1910" y="476"/>
                    <a:pt x="1914" y="478"/>
                  </a:cubicBezTo>
                  <a:cubicBezTo>
                    <a:pt x="1913" y="492"/>
                    <a:pt x="1911" y="496"/>
                    <a:pt x="1904" y="498"/>
                  </a:cubicBezTo>
                  <a:cubicBezTo>
                    <a:pt x="1850" y="489"/>
                    <a:pt x="1841" y="492"/>
                    <a:pt x="1834" y="491"/>
                  </a:cubicBezTo>
                  <a:cubicBezTo>
                    <a:pt x="1794" y="478"/>
                    <a:pt x="1788" y="478"/>
                    <a:pt x="1784" y="473"/>
                  </a:cubicBezTo>
                  <a:cubicBezTo>
                    <a:pt x="1745" y="457"/>
                    <a:pt x="1727" y="442"/>
                    <a:pt x="1702" y="437"/>
                  </a:cubicBezTo>
                  <a:cubicBezTo>
                    <a:pt x="1656" y="409"/>
                    <a:pt x="1651" y="403"/>
                    <a:pt x="1643" y="401"/>
                  </a:cubicBezTo>
                  <a:cubicBezTo>
                    <a:pt x="1610" y="385"/>
                    <a:pt x="1611" y="381"/>
                    <a:pt x="1608" y="381"/>
                  </a:cubicBezTo>
                  <a:cubicBezTo>
                    <a:pt x="1598" y="373"/>
                    <a:pt x="1594" y="374"/>
                    <a:pt x="1593" y="372"/>
                  </a:cubicBezTo>
                  <a:cubicBezTo>
                    <a:pt x="1555" y="351"/>
                    <a:pt x="1543" y="353"/>
                    <a:pt x="1540" y="344"/>
                  </a:cubicBezTo>
                  <a:cubicBezTo>
                    <a:pt x="1506" y="339"/>
                    <a:pt x="1502" y="331"/>
                    <a:pt x="1493" y="331"/>
                  </a:cubicBezTo>
                  <a:cubicBezTo>
                    <a:pt x="1454" y="318"/>
                    <a:pt x="1445" y="322"/>
                    <a:pt x="1444" y="317"/>
                  </a:cubicBezTo>
                  <a:cubicBezTo>
                    <a:pt x="1411" y="318"/>
                    <a:pt x="1405" y="311"/>
                    <a:pt x="1404" y="318"/>
                  </a:cubicBezTo>
                  <a:cubicBezTo>
                    <a:pt x="1460" y="329"/>
                    <a:pt x="1466" y="329"/>
                    <a:pt x="1473" y="330"/>
                  </a:cubicBezTo>
                  <a:cubicBezTo>
                    <a:pt x="1513" y="345"/>
                    <a:pt x="1524" y="347"/>
                    <a:pt x="1533" y="354"/>
                  </a:cubicBezTo>
                  <a:cubicBezTo>
                    <a:pt x="1571" y="372"/>
                    <a:pt x="1574" y="372"/>
                    <a:pt x="1576" y="373"/>
                  </a:cubicBezTo>
                  <a:cubicBezTo>
                    <a:pt x="1626" y="404"/>
                    <a:pt x="1639" y="404"/>
                    <a:pt x="1645" y="414"/>
                  </a:cubicBezTo>
                  <a:cubicBezTo>
                    <a:pt x="1705" y="444"/>
                    <a:pt x="1706" y="446"/>
                    <a:pt x="1709" y="447"/>
                  </a:cubicBezTo>
                  <a:cubicBezTo>
                    <a:pt x="1733" y="461"/>
                    <a:pt x="1738" y="463"/>
                    <a:pt x="1745" y="462"/>
                  </a:cubicBezTo>
                  <a:cubicBezTo>
                    <a:pt x="1768" y="476"/>
                    <a:pt x="1770" y="478"/>
                    <a:pt x="1774" y="477"/>
                  </a:cubicBezTo>
                  <a:cubicBezTo>
                    <a:pt x="1806" y="494"/>
                    <a:pt x="1815" y="492"/>
                    <a:pt x="1819" y="495"/>
                  </a:cubicBezTo>
                  <a:cubicBezTo>
                    <a:pt x="1873" y="511"/>
                    <a:pt x="1884" y="506"/>
                    <a:pt x="1888" y="510"/>
                  </a:cubicBezTo>
                  <a:cubicBezTo>
                    <a:pt x="1869" y="516"/>
                    <a:pt x="1866" y="515"/>
                    <a:pt x="1863" y="514"/>
                  </a:cubicBezTo>
                  <a:cubicBezTo>
                    <a:pt x="1835" y="516"/>
                    <a:pt x="1831" y="512"/>
                    <a:pt x="1825" y="512"/>
                  </a:cubicBezTo>
                  <a:cubicBezTo>
                    <a:pt x="1781" y="495"/>
                    <a:pt x="1779" y="493"/>
                    <a:pt x="1775" y="495"/>
                  </a:cubicBezTo>
                  <a:cubicBezTo>
                    <a:pt x="1738" y="472"/>
                    <a:pt x="1730" y="475"/>
                    <a:pt x="1728" y="470"/>
                  </a:cubicBezTo>
                  <a:cubicBezTo>
                    <a:pt x="1705" y="458"/>
                    <a:pt x="1703" y="456"/>
                    <a:pt x="1700" y="457"/>
                  </a:cubicBezTo>
                  <a:cubicBezTo>
                    <a:pt x="1653" y="427"/>
                    <a:pt x="1642" y="426"/>
                    <a:pt x="1637" y="415"/>
                  </a:cubicBezTo>
                  <a:cubicBezTo>
                    <a:pt x="1618" y="408"/>
                    <a:pt x="1613" y="406"/>
                    <a:pt x="1608" y="405"/>
                  </a:cubicBezTo>
                  <a:cubicBezTo>
                    <a:pt x="1580" y="386"/>
                    <a:pt x="1573" y="389"/>
                    <a:pt x="1571" y="383"/>
                  </a:cubicBezTo>
                  <a:cubicBezTo>
                    <a:pt x="1546" y="373"/>
                    <a:pt x="1538" y="367"/>
                    <a:pt x="1528" y="364"/>
                  </a:cubicBezTo>
                  <a:cubicBezTo>
                    <a:pt x="1452" y="335"/>
                    <a:pt x="1444" y="337"/>
                    <a:pt x="1440" y="333"/>
                  </a:cubicBezTo>
                  <a:cubicBezTo>
                    <a:pt x="1412" y="329"/>
                    <a:pt x="1409" y="326"/>
                    <a:pt x="1409" y="330"/>
                  </a:cubicBezTo>
                  <a:cubicBezTo>
                    <a:pt x="1478" y="351"/>
                    <a:pt x="1489" y="352"/>
                    <a:pt x="1497" y="356"/>
                  </a:cubicBezTo>
                  <a:cubicBezTo>
                    <a:pt x="1540" y="378"/>
                    <a:pt x="1541" y="380"/>
                    <a:pt x="1546" y="379"/>
                  </a:cubicBezTo>
                  <a:cubicBezTo>
                    <a:pt x="1569" y="394"/>
                    <a:pt x="1574" y="397"/>
                    <a:pt x="1580" y="397"/>
                  </a:cubicBezTo>
                  <a:cubicBezTo>
                    <a:pt x="1624" y="422"/>
                    <a:pt x="1629" y="423"/>
                    <a:pt x="1634" y="425"/>
                  </a:cubicBezTo>
                  <a:cubicBezTo>
                    <a:pt x="1646" y="437"/>
                    <a:pt x="1652" y="436"/>
                    <a:pt x="1655" y="441"/>
                  </a:cubicBezTo>
                  <a:cubicBezTo>
                    <a:pt x="1683" y="456"/>
                    <a:pt x="1689" y="454"/>
                    <a:pt x="1689" y="461"/>
                  </a:cubicBezTo>
                  <a:cubicBezTo>
                    <a:pt x="1731" y="481"/>
                    <a:pt x="1736" y="482"/>
                    <a:pt x="1738" y="486"/>
                  </a:cubicBezTo>
                  <a:cubicBezTo>
                    <a:pt x="1766" y="502"/>
                    <a:pt x="1774" y="499"/>
                    <a:pt x="1776" y="503"/>
                  </a:cubicBezTo>
                  <a:cubicBezTo>
                    <a:pt x="1808" y="514"/>
                    <a:pt x="1813" y="515"/>
                    <a:pt x="1817" y="518"/>
                  </a:cubicBezTo>
                  <a:cubicBezTo>
                    <a:pt x="1835" y="524"/>
                    <a:pt x="1840" y="524"/>
                    <a:pt x="1843" y="527"/>
                  </a:cubicBezTo>
                  <a:cubicBezTo>
                    <a:pt x="1844" y="539"/>
                    <a:pt x="1833" y="532"/>
                    <a:pt x="1822" y="537"/>
                  </a:cubicBezTo>
                  <a:cubicBezTo>
                    <a:pt x="1763" y="519"/>
                    <a:pt x="1760" y="515"/>
                    <a:pt x="1756" y="513"/>
                  </a:cubicBezTo>
                  <a:cubicBezTo>
                    <a:pt x="1726" y="503"/>
                    <a:pt x="1719" y="500"/>
                    <a:pt x="1713" y="495"/>
                  </a:cubicBezTo>
                  <a:cubicBezTo>
                    <a:pt x="1680" y="476"/>
                    <a:pt x="1674" y="477"/>
                    <a:pt x="1671" y="473"/>
                  </a:cubicBezTo>
                  <a:cubicBezTo>
                    <a:pt x="1645" y="461"/>
                    <a:pt x="1644" y="455"/>
                    <a:pt x="1637" y="455"/>
                  </a:cubicBezTo>
                  <a:cubicBezTo>
                    <a:pt x="1601" y="434"/>
                    <a:pt x="1598" y="425"/>
                    <a:pt x="1590" y="426"/>
                  </a:cubicBezTo>
                  <a:cubicBezTo>
                    <a:pt x="1571" y="413"/>
                    <a:pt x="1568" y="411"/>
                    <a:pt x="1565" y="411"/>
                  </a:cubicBezTo>
                  <a:cubicBezTo>
                    <a:pt x="1547" y="395"/>
                    <a:pt x="1543" y="395"/>
                    <a:pt x="1540" y="393"/>
                  </a:cubicBezTo>
                  <a:cubicBezTo>
                    <a:pt x="1478" y="362"/>
                    <a:pt x="1474" y="356"/>
                    <a:pt x="1464" y="358"/>
                  </a:cubicBezTo>
                  <a:cubicBezTo>
                    <a:pt x="1433" y="346"/>
                    <a:pt x="1429" y="345"/>
                    <a:pt x="1426" y="343"/>
                  </a:cubicBezTo>
                  <a:cubicBezTo>
                    <a:pt x="1374" y="333"/>
                    <a:pt x="1366" y="332"/>
                    <a:pt x="1360" y="330"/>
                  </a:cubicBezTo>
                  <a:cubicBezTo>
                    <a:pt x="1329" y="331"/>
                    <a:pt x="1332" y="335"/>
                    <a:pt x="1340" y="331"/>
                  </a:cubicBezTo>
                  <a:cubicBezTo>
                    <a:pt x="1379" y="339"/>
                    <a:pt x="1390" y="339"/>
                    <a:pt x="1398" y="343"/>
                  </a:cubicBezTo>
                  <a:cubicBezTo>
                    <a:pt x="1435" y="353"/>
                    <a:pt x="1445" y="354"/>
                    <a:pt x="1452" y="360"/>
                  </a:cubicBezTo>
                  <a:cubicBezTo>
                    <a:pt x="1485" y="377"/>
                    <a:pt x="1496" y="378"/>
                    <a:pt x="1502" y="384"/>
                  </a:cubicBezTo>
                  <a:cubicBezTo>
                    <a:pt x="1541" y="399"/>
                    <a:pt x="1542" y="408"/>
                    <a:pt x="1549" y="409"/>
                  </a:cubicBezTo>
                  <a:cubicBezTo>
                    <a:pt x="1571" y="418"/>
                    <a:pt x="1568" y="428"/>
                    <a:pt x="1574" y="424"/>
                  </a:cubicBezTo>
                  <a:cubicBezTo>
                    <a:pt x="1592" y="440"/>
                    <a:pt x="1600" y="435"/>
                    <a:pt x="1599" y="442"/>
                  </a:cubicBezTo>
                  <a:cubicBezTo>
                    <a:pt x="1641" y="464"/>
                    <a:pt x="1644" y="471"/>
                    <a:pt x="1651" y="473"/>
                  </a:cubicBezTo>
                  <a:cubicBezTo>
                    <a:pt x="1673" y="488"/>
                    <a:pt x="1680" y="489"/>
                    <a:pt x="1686" y="493"/>
                  </a:cubicBezTo>
                  <a:cubicBezTo>
                    <a:pt x="1729" y="513"/>
                    <a:pt x="1736" y="515"/>
                    <a:pt x="1742" y="518"/>
                  </a:cubicBezTo>
                  <a:cubicBezTo>
                    <a:pt x="1788" y="534"/>
                    <a:pt x="1792" y="539"/>
                    <a:pt x="1801" y="539"/>
                  </a:cubicBezTo>
                  <a:cubicBezTo>
                    <a:pt x="1790" y="544"/>
                    <a:pt x="1783" y="547"/>
                    <a:pt x="1780" y="545"/>
                  </a:cubicBezTo>
                  <a:cubicBezTo>
                    <a:pt x="1738" y="528"/>
                    <a:pt x="1721" y="530"/>
                    <a:pt x="1713" y="519"/>
                  </a:cubicBezTo>
                  <a:cubicBezTo>
                    <a:pt x="1690" y="508"/>
                    <a:pt x="1683" y="507"/>
                    <a:pt x="1679" y="501"/>
                  </a:cubicBezTo>
                  <a:cubicBezTo>
                    <a:pt x="1636" y="472"/>
                    <a:pt x="1632" y="471"/>
                    <a:pt x="1629" y="470"/>
                  </a:cubicBezTo>
                  <a:cubicBezTo>
                    <a:pt x="1606" y="458"/>
                    <a:pt x="1604" y="451"/>
                    <a:pt x="1597" y="451"/>
                  </a:cubicBezTo>
                  <a:cubicBezTo>
                    <a:pt x="1563" y="430"/>
                    <a:pt x="1559" y="427"/>
                    <a:pt x="1554" y="424"/>
                  </a:cubicBezTo>
                  <a:cubicBezTo>
                    <a:pt x="1519" y="405"/>
                    <a:pt x="1516" y="400"/>
                    <a:pt x="1511" y="396"/>
                  </a:cubicBezTo>
                  <a:cubicBezTo>
                    <a:pt x="1476" y="378"/>
                    <a:pt x="1467" y="380"/>
                    <a:pt x="1465" y="373"/>
                  </a:cubicBezTo>
                  <a:cubicBezTo>
                    <a:pt x="1426" y="360"/>
                    <a:pt x="1420" y="358"/>
                    <a:pt x="1415" y="356"/>
                  </a:cubicBezTo>
                  <a:cubicBezTo>
                    <a:pt x="1375" y="348"/>
                    <a:pt x="1375" y="343"/>
                    <a:pt x="1369" y="346"/>
                  </a:cubicBezTo>
                  <a:cubicBezTo>
                    <a:pt x="1382" y="355"/>
                    <a:pt x="1389" y="351"/>
                    <a:pt x="1391" y="353"/>
                  </a:cubicBezTo>
                  <a:cubicBezTo>
                    <a:pt x="1446" y="377"/>
                    <a:pt x="1459" y="379"/>
                    <a:pt x="1470" y="386"/>
                  </a:cubicBezTo>
                  <a:cubicBezTo>
                    <a:pt x="1508" y="408"/>
                    <a:pt x="1515" y="409"/>
                    <a:pt x="1521" y="412"/>
                  </a:cubicBezTo>
                  <a:cubicBezTo>
                    <a:pt x="1575" y="451"/>
                    <a:pt x="1583" y="451"/>
                    <a:pt x="1588" y="455"/>
                  </a:cubicBezTo>
                  <a:cubicBezTo>
                    <a:pt x="1615" y="475"/>
                    <a:pt x="1622" y="471"/>
                    <a:pt x="1621" y="478"/>
                  </a:cubicBezTo>
                  <a:cubicBezTo>
                    <a:pt x="1649" y="495"/>
                    <a:pt x="1651" y="497"/>
                    <a:pt x="1654" y="499"/>
                  </a:cubicBezTo>
                  <a:cubicBezTo>
                    <a:pt x="1711" y="527"/>
                    <a:pt x="1711" y="533"/>
                    <a:pt x="1715" y="532"/>
                  </a:cubicBezTo>
                  <a:cubicBezTo>
                    <a:pt x="1752" y="544"/>
                    <a:pt x="1758" y="548"/>
                    <a:pt x="1765" y="550"/>
                  </a:cubicBezTo>
                  <a:cubicBezTo>
                    <a:pt x="1779" y="556"/>
                    <a:pt x="1783" y="556"/>
                    <a:pt x="1780" y="558"/>
                  </a:cubicBezTo>
                  <a:cubicBezTo>
                    <a:pt x="1702" y="547"/>
                    <a:pt x="1695" y="539"/>
                    <a:pt x="1685" y="535"/>
                  </a:cubicBezTo>
                  <a:cubicBezTo>
                    <a:pt x="1649" y="518"/>
                    <a:pt x="1646" y="517"/>
                    <a:pt x="1644" y="516"/>
                  </a:cubicBezTo>
                  <a:cubicBezTo>
                    <a:pt x="1614" y="502"/>
                    <a:pt x="1615" y="498"/>
                    <a:pt x="1614" y="497"/>
                  </a:cubicBezTo>
                  <a:cubicBezTo>
                    <a:pt x="1595" y="486"/>
                    <a:pt x="1585" y="484"/>
                    <a:pt x="1579" y="475"/>
                  </a:cubicBezTo>
                  <a:cubicBezTo>
                    <a:pt x="1537" y="447"/>
                    <a:pt x="1533" y="443"/>
                    <a:pt x="1528" y="442"/>
                  </a:cubicBezTo>
                  <a:cubicBezTo>
                    <a:pt x="1493" y="420"/>
                    <a:pt x="1484" y="415"/>
                    <a:pt x="1476" y="409"/>
                  </a:cubicBezTo>
                  <a:cubicBezTo>
                    <a:pt x="1431" y="388"/>
                    <a:pt x="1429" y="386"/>
                    <a:pt x="1425" y="387"/>
                  </a:cubicBezTo>
                  <a:cubicBezTo>
                    <a:pt x="1403" y="379"/>
                    <a:pt x="1396" y="375"/>
                    <a:pt x="1388" y="374"/>
                  </a:cubicBezTo>
                  <a:cubicBezTo>
                    <a:pt x="1367" y="367"/>
                    <a:pt x="1362" y="365"/>
                    <a:pt x="1355" y="366"/>
                  </a:cubicBezTo>
                  <a:cubicBezTo>
                    <a:pt x="1318" y="360"/>
                    <a:pt x="1310" y="352"/>
                    <a:pt x="1307" y="360"/>
                  </a:cubicBezTo>
                  <a:cubicBezTo>
                    <a:pt x="1345" y="366"/>
                    <a:pt x="1349" y="367"/>
                    <a:pt x="1351" y="369"/>
                  </a:cubicBezTo>
                  <a:cubicBezTo>
                    <a:pt x="1386" y="379"/>
                    <a:pt x="1390" y="380"/>
                    <a:pt x="1393" y="382"/>
                  </a:cubicBezTo>
                  <a:cubicBezTo>
                    <a:pt x="1423" y="399"/>
                    <a:pt x="1432" y="393"/>
                    <a:pt x="1434" y="397"/>
                  </a:cubicBezTo>
                  <a:cubicBezTo>
                    <a:pt x="1454" y="412"/>
                    <a:pt x="1462" y="407"/>
                    <a:pt x="1461" y="414"/>
                  </a:cubicBezTo>
                  <a:cubicBezTo>
                    <a:pt x="1510" y="441"/>
                    <a:pt x="1512" y="443"/>
                    <a:pt x="1515" y="444"/>
                  </a:cubicBezTo>
                  <a:cubicBezTo>
                    <a:pt x="1543" y="466"/>
                    <a:pt x="1550" y="462"/>
                    <a:pt x="1551" y="466"/>
                  </a:cubicBezTo>
                  <a:cubicBezTo>
                    <a:pt x="1571" y="481"/>
                    <a:pt x="1572" y="486"/>
                    <a:pt x="1576" y="486"/>
                  </a:cubicBezTo>
                  <a:cubicBezTo>
                    <a:pt x="1608" y="503"/>
                    <a:pt x="1609" y="508"/>
                    <a:pt x="1612" y="511"/>
                  </a:cubicBezTo>
                  <a:cubicBezTo>
                    <a:pt x="1647" y="524"/>
                    <a:pt x="1647" y="530"/>
                    <a:pt x="1651" y="532"/>
                  </a:cubicBezTo>
                  <a:cubicBezTo>
                    <a:pt x="1681" y="539"/>
                    <a:pt x="1682" y="546"/>
                    <a:pt x="1687" y="546"/>
                  </a:cubicBezTo>
                  <a:cubicBezTo>
                    <a:pt x="1722" y="557"/>
                    <a:pt x="1728" y="560"/>
                    <a:pt x="1734" y="562"/>
                  </a:cubicBezTo>
                  <a:cubicBezTo>
                    <a:pt x="1758" y="569"/>
                    <a:pt x="1752" y="572"/>
                    <a:pt x="1738" y="570"/>
                  </a:cubicBezTo>
                  <a:cubicBezTo>
                    <a:pt x="1665" y="552"/>
                    <a:pt x="1658" y="553"/>
                    <a:pt x="1652" y="552"/>
                  </a:cubicBezTo>
                  <a:cubicBezTo>
                    <a:pt x="1612" y="537"/>
                    <a:pt x="1614" y="527"/>
                    <a:pt x="1607" y="532"/>
                  </a:cubicBezTo>
                  <a:cubicBezTo>
                    <a:pt x="1584" y="521"/>
                    <a:pt x="1582" y="517"/>
                    <a:pt x="1579" y="514"/>
                  </a:cubicBezTo>
                  <a:cubicBezTo>
                    <a:pt x="1550" y="497"/>
                    <a:pt x="1547" y="498"/>
                    <a:pt x="1547" y="496"/>
                  </a:cubicBezTo>
                  <a:cubicBezTo>
                    <a:pt x="1532" y="482"/>
                    <a:pt x="1524" y="487"/>
                    <a:pt x="1524" y="480"/>
                  </a:cubicBezTo>
                  <a:cubicBezTo>
                    <a:pt x="1499" y="464"/>
                    <a:pt x="1491" y="463"/>
                    <a:pt x="1485" y="458"/>
                  </a:cubicBezTo>
                  <a:cubicBezTo>
                    <a:pt x="1459" y="445"/>
                    <a:pt x="1453" y="441"/>
                    <a:pt x="1446" y="439"/>
                  </a:cubicBezTo>
                  <a:cubicBezTo>
                    <a:pt x="1415" y="420"/>
                    <a:pt x="1408" y="423"/>
                    <a:pt x="1407" y="419"/>
                  </a:cubicBezTo>
                  <a:cubicBezTo>
                    <a:pt x="1383" y="409"/>
                    <a:pt x="1378" y="410"/>
                    <a:pt x="1374" y="410"/>
                  </a:cubicBezTo>
                  <a:cubicBezTo>
                    <a:pt x="1351" y="399"/>
                    <a:pt x="1343" y="404"/>
                    <a:pt x="1341" y="400"/>
                  </a:cubicBezTo>
                  <a:cubicBezTo>
                    <a:pt x="1337" y="401"/>
                    <a:pt x="1353" y="409"/>
                    <a:pt x="1372" y="412"/>
                  </a:cubicBezTo>
                  <a:cubicBezTo>
                    <a:pt x="1399" y="423"/>
                    <a:pt x="1401" y="424"/>
                    <a:pt x="1403" y="424"/>
                  </a:cubicBezTo>
                  <a:cubicBezTo>
                    <a:pt x="1429" y="440"/>
                    <a:pt x="1438" y="443"/>
                    <a:pt x="1447" y="445"/>
                  </a:cubicBezTo>
                  <a:cubicBezTo>
                    <a:pt x="1518" y="491"/>
                    <a:pt x="1524" y="489"/>
                    <a:pt x="1526" y="493"/>
                  </a:cubicBezTo>
                  <a:cubicBezTo>
                    <a:pt x="1550" y="509"/>
                    <a:pt x="1552" y="509"/>
                    <a:pt x="1554" y="510"/>
                  </a:cubicBezTo>
                  <a:cubicBezTo>
                    <a:pt x="1616" y="544"/>
                    <a:pt x="1623" y="549"/>
                    <a:pt x="1632" y="551"/>
                  </a:cubicBezTo>
                  <a:cubicBezTo>
                    <a:pt x="1674" y="567"/>
                    <a:pt x="1679" y="568"/>
                    <a:pt x="1682" y="571"/>
                  </a:cubicBezTo>
                  <a:cubicBezTo>
                    <a:pt x="1723" y="576"/>
                    <a:pt x="1729" y="583"/>
                    <a:pt x="1742" y="580"/>
                  </a:cubicBezTo>
                  <a:cubicBezTo>
                    <a:pt x="1759" y="590"/>
                    <a:pt x="1755" y="592"/>
                    <a:pt x="1754" y="589"/>
                  </a:cubicBezTo>
                  <a:cubicBezTo>
                    <a:pt x="1713" y="591"/>
                    <a:pt x="1708" y="586"/>
                    <a:pt x="1698" y="586"/>
                  </a:cubicBezTo>
                  <a:cubicBezTo>
                    <a:pt x="1654" y="574"/>
                    <a:pt x="1647" y="578"/>
                    <a:pt x="1646" y="576"/>
                  </a:cubicBezTo>
                  <a:cubicBezTo>
                    <a:pt x="1591" y="557"/>
                    <a:pt x="1586" y="553"/>
                    <a:pt x="1577" y="555"/>
                  </a:cubicBezTo>
                  <a:cubicBezTo>
                    <a:pt x="1551" y="536"/>
                    <a:pt x="1541" y="545"/>
                    <a:pt x="1543" y="536"/>
                  </a:cubicBezTo>
                  <a:cubicBezTo>
                    <a:pt x="1513" y="523"/>
                    <a:pt x="1510" y="521"/>
                    <a:pt x="1507" y="521"/>
                  </a:cubicBezTo>
                  <a:cubicBezTo>
                    <a:pt x="1477" y="507"/>
                    <a:pt x="1473" y="506"/>
                    <a:pt x="1472" y="500"/>
                  </a:cubicBezTo>
                  <a:cubicBezTo>
                    <a:pt x="1408" y="467"/>
                    <a:pt x="1397" y="459"/>
                    <a:pt x="1384" y="454"/>
                  </a:cubicBezTo>
                  <a:cubicBezTo>
                    <a:pt x="1343" y="434"/>
                    <a:pt x="1341" y="426"/>
                    <a:pt x="1333" y="426"/>
                  </a:cubicBezTo>
                  <a:cubicBezTo>
                    <a:pt x="1289" y="410"/>
                    <a:pt x="1284" y="405"/>
                    <a:pt x="1276" y="405"/>
                  </a:cubicBezTo>
                  <a:cubicBezTo>
                    <a:pt x="1253" y="397"/>
                    <a:pt x="1247" y="401"/>
                    <a:pt x="1246" y="397"/>
                  </a:cubicBezTo>
                  <a:cubicBezTo>
                    <a:pt x="1257" y="404"/>
                    <a:pt x="1261" y="408"/>
                    <a:pt x="1269" y="406"/>
                  </a:cubicBezTo>
                  <a:cubicBezTo>
                    <a:pt x="1312" y="423"/>
                    <a:pt x="1323" y="427"/>
                    <a:pt x="1332" y="433"/>
                  </a:cubicBezTo>
                  <a:cubicBezTo>
                    <a:pt x="1373" y="452"/>
                    <a:pt x="1380" y="461"/>
                    <a:pt x="1391" y="464"/>
                  </a:cubicBezTo>
                  <a:cubicBezTo>
                    <a:pt x="1429" y="487"/>
                    <a:pt x="1438" y="493"/>
                    <a:pt x="1448" y="498"/>
                  </a:cubicBezTo>
                  <a:cubicBezTo>
                    <a:pt x="1495" y="522"/>
                    <a:pt x="1497" y="523"/>
                    <a:pt x="1497" y="527"/>
                  </a:cubicBezTo>
                  <a:cubicBezTo>
                    <a:pt x="1546" y="551"/>
                    <a:pt x="1559" y="551"/>
                    <a:pt x="1567" y="559"/>
                  </a:cubicBezTo>
                  <a:cubicBezTo>
                    <a:pt x="1622" y="576"/>
                    <a:pt x="1626" y="580"/>
                    <a:pt x="1631" y="583"/>
                  </a:cubicBezTo>
                  <a:cubicBezTo>
                    <a:pt x="1662" y="587"/>
                    <a:pt x="1662" y="592"/>
                    <a:pt x="1668" y="589"/>
                  </a:cubicBezTo>
                  <a:cubicBezTo>
                    <a:pt x="1709" y="600"/>
                    <a:pt x="1718" y="597"/>
                    <a:pt x="1723" y="599"/>
                  </a:cubicBezTo>
                  <a:cubicBezTo>
                    <a:pt x="1724" y="608"/>
                    <a:pt x="1723" y="608"/>
                    <a:pt x="1722" y="606"/>
                  </a:cubicBezTo>
                  <a:cubicBezTo>
                    <a:pt x="1682" y="603"/>
                    <a:pt x="1670" y="604"/>
                    <a:pt x="1660" y="604"/>
                  </a:cubicBezTo>
                  <a:cubicBezTo>
                    <a:pt x="1606" y="587"/>
                    <a:pt x="1598" y="585"/>
                    <a:pt x="1591" y="581"/>
                  </a:cubicBezTo>
                  <a:cubicBezTo>
                    <a:pt x="1518" y="552"/>
                    <a:pt x="1512" y="547"/>
                    <a:pt x="1505" y="543"/>
                  </a:cubicBezTo>
                  <a:cubicBezTo>
                    <a:pt x="1461" y="517"/>
                    <a:pt x="1453" y="512"/>
                    <a:pt x="1445" y="508"/>
                  </a:cubicBezTo>
                  <a:cubicBezTo>
                    <a:pt x="1416" y="493"/>
                    <a:pt x="1413" y="488"/>
                    <a:pt x="1410" y="485"/>
                  </a:cubicBezTo>
                  <a:cubicBezTo>
                    <a:pt x="1380" y="471"/>
                    <a:pt x="1374" y="471"/>
                    <a:pt x="1371" y="466"/>
                  </a:cubicBezTo>
                  <a:cubicBezTo>
                    <a:pt x="1302" y="432"/>
                    <a:pt x="1301" y="425"/>
                    <a:pt x="1293" y="429"/>
                  </a:cubicBezTo>
                  <a:cubicBezTo>
                    <a:pt x="1283" y="430"/>
                    <a:pt x="1290" y="428"/>
                    <a:pt x="1294" y="433"/>
                  </a:cubicBezTo>
                  <a:cubicBezTo>
                    <a:pt x="1362" y="468"/>
                    <a:pt x="1370" y="477"/>
                    <a:pt x="1382" y="479"/>
                  </a:cubicBezTo>
                  <a:cubicBezTo>
                    <a:pt x="1400" y="491"/>
                    <a:pt x="1406" y="491"/>
                    <a:pt x="1410" y="496"/>
                  </a:cubicBezTo>
                  <a:cubicBezTo>
                    <a:pt x="1443" y="513"/>
                    <a:pt x="1445" y="520"/>
                    <a:pt x="1452" y="520"/>
                  </a:cubicBezTo>
                  <a:cubicBezTo>
                    <a:pt x="1488" y="537"/>
                    <a:pt x="1488" y="547"/>
                    <a:pt x="1496" y="545"/>
                  </a:cubicBezTo>
                  <a:cubicBezTo>
                    <a:pt x="1533" y="569"/>
                    <a:pt x="1543" y="571"/>
                    <a:pt x="1548" y="578"/>
                  </a:cubicBezTo>
                  <a:cubicBezTo>
                    <a:pt x="1580" y="584"/>
                    <a:pt x="1582" y="594"/>
                    <a:pt x="1593" y="592"/>
                  </a:cubicBezTo>
                  <a:cubicBezTo>
                    <a:pt x="1620" y="603"/>
                    <a:pt x="1621" y="605"/>
                    <a:pt x="1624" y="604"/>
                  </a:cubicBezTo>
                  <a:cubicBezTo>
                    <a:pt x="1657" y="614"/>
                    <a:pt x="1662" y="613"/>
                    <a:pt x="1667" y="611"/>
                  </a:cubicBezTo>
                  <a:cubicBezTo>
                    <a:pt x="1692" y="626"/>
                    <a:pt x="1685" y="617"/>
                    <a:pt x="1681" y="622"/>
                  </a:cubicBezTo>
                  <a:cubicBezTo>
                    <a:pt x="1593" y="615"/>
                    <a:pt x="1584" y="614"/>
                    <a:pt x="1575" y="613"/>
                  </a:cubicBezTo>
                  <a:cubicBezTo>
                    <a:pt x="1546" y="601"/>
                    <a:pt x="1538" y="605"/>
                    <a:pt x="1535" y="602"/>
                  </a:cubicBezTo>
                  <a:cubicBezTo>
                    <a:pt x="1505" y="591"/>
                    <a:pt x="1501" y="590"/>
                    <a:pt x="1497" y="587"/>
                  </a:cubicBezTo>
                  <a:cubicBezTo>
                    <a:pt x="1464" y="574"/>
                    <a:pt x="1462" y="573"/>
                    <a:pt x="1461" y="571"/>
                  </a:cubicBezTo>
                  <a:cubicBezTo>
                    <a:pt x="1444" y="564"/>
                    <a:pt x="1441" y="561"/>
                    <a:pt x="1437" y="560"/>
                  </a:cubicBezTo>
                  <a:cubicBezTo>
                    <a:pt x="1396" y="533"/>
                    <a:pt x="1390" y="529"/>
                    <a:pt x="1384" y="523"/>
                  </a:cubicBezTo>
                  <a:cubicBezTo>
                    <a:pt x="1348" y="497"/>
                    <a:pt x="1334" y="487"/>
                    <a:pt x="1322" y="474"/>
                  </a:cubicBezTo>
                  <a:cubicBezTo>
                    <a:pt x="1288" y="447"/>
                    <a:pt x="1282" y="448"/>
                    <a:pt x="1280" y="442"/>
                  </a:cubicBezTo>
                  <a:cubicBezTo>
                    <a:pt x="1254" y="427"/>
                    <a:pt x="1251" y="424"/>
                    <a:pt x="1246" y="424"/>
                  </a:cubicBezTo>
                  <a:cubicBezTo>
                    <a:pt x="1239" y="423"/>
                    <a:pt x="1244" y="426"/>
                    <a:pt x="1247" y="430"/>
                  </a:cubicBezTo>
                  <a:cubicBezTo>
                    <a:pt x="1267" y="440"/>
                    <a:pt x="1271" y="443"/>
                    <a:pt x="1275" y="447"/>
                  </a:cubicBezTo>
                  <a:cubicBezTo>
                    <a:pt x="1323" y="484"/>
                    <a:pt x="1331" y="493"/>
                    <a:pt x="1339" y="500"/>
                  </a:cubicBezTo>
                  <a:cubicBezTo>
                    <a:pt x="1401" y="544"/>
                    <a:pt x="1408" y="552"/>
                    <a:pt x="1418" y="557"/>
                  </a:cubicBezTo>
                  <a:cubicBezTo>
                    <a:pt x="1436" y="571"/>
                    <a:pt x="1444" y="569"/>
                    <a:pt x="1446" y="576"/>
                  </a:cubicBezTo>
                  <a:cubicBezTo>
                    <a:pt x="1503" y="601"/>
                    <a:pt x="1515" y="599"/>
                    <a:pt x="1520" y="607"/>
                  </a:cubicBezTo>
                  <a:cubicBezTo>
                    <a:pt x="1568" y="619"/>
                    <a:pt x="1585" y="625"/>
                    <a:pt x="1606" y="627"/>
                  </a:cubicBezTo>
                  <a:cubicBezTo>
                    <a:pt x="1641" y="631"/>
                    <a:pt x="1645" y="634"/>
                    <a:pt x="1651" y="632"/>
                  </a:cubicBezTo>
                  <a:cubicBezTo>
                    <a:pt x="1618" y="637"/>
                    <a:pt x="1616" y="637"/>
                    <a:pt x="1608" y="636"/>
                  </a:cubicBezTo>
                  <a:cubicBezTo>
                    <a:pt x="1567" y="628"/>
                    <a:pt x="1562" y="625"/>
                    <a:pt x="1555" y="625"/>
                  </a:cubicBezTo>
                  <a:cubicBezTo>
                    <a:pt x="1534" y="620"/>
                    <a:pt x="1531" y="619"/>
                    <a:pt x="1529" y="616"/>
                  </a:cubicBezTo>
                  <a:cubicBezTo>
                    <a:pt x="1499" y="609"/>
                    <a:pt x="1498" y="606"/>
                    <a:pt x="1496" y="605"/>
                  </a:cubicBezTo>
                  <a:cubicBezTo>
                    <a:pt x="1453" y="583"/>
                    <a:pt x="1451" y="582"/>
                    <a:pt x="1447" y="582"/>
                  </a:cubicBezTo>
                  <a:cubicBezTo>
                    <a:pt x="1415" y="563"/>
                    <a:pt x="1404" y="558"/>
                    <a:pt x="1393" y="552"/>
                  </a:cubicBezTo>
                  <a:cubicBezTo>
                    <a:pt x="1381" y="541"/>
                    <a:pt x="1375" y="541"/>
                    <a:pt x="1373" y="536"/>
                  </a:cubicBezTo>
                  <a:cubicBezTo>
                    <a:pt x="1299" y="486"/>
                    <a:pt x="1294" y="478"/>
                    <a:pt x="1286" y="474"/>
                  </a:cubicBezTo>
                  <a:cubicBezTo>
                    <a:pt x="1274" y="462"/>
                    <a:pt x="1268" y="463"/>
                    <a:pt x="1265" y="458"/>
                  </a:cubicBezTo>
                  <a:cubicBezTo>
                    <a:pt x="1227" y="434"/>
                    <a:pt x="1225" y="430"/>
                    <a:pt x="1218" y="431"/>
                  </a:cubicBezTo>
                  <a:cubicBezTo>
                    <a:pt x="1245" y="452"/>
                    <a:pt x="1249" y="454"/>
                    <a:pt x="1254" y="456"/>
                  </a:cubicBezTo>
                  <a:cubicBezTo>
                    <a:pt x="1273" y="470"/>
                    <a:pt x="1275" y="472"/>
                    <a:pt x="1277" y="474"/>
                  </a:cubicBezTo>
                  <a:cubicBezTo>
                    <a:pt x="1295" y="490"/>
                    <a:pt x="1297" y="491"/>
                    <a:pt x="1300" y="492"/>
                  </a:cubicBezTo>
                  <a:cubicBezTo>
                    <a:pt x="1374" y="550"/>
                    <a:pt x="1391" y="560"/>
                    <a:pt x="1408" y="572"/>
                  </a:cubicBezTo>
                  <a:cubicBezTo>
                    <a:pt x="1492" y="612"/>
                    <a:pt x="1496" y="615"/>
                    <a:pt x="1500" y="617"/>
                  </a:cubicBezTo>
                  <a:cubicBezTo>
                    <a:pt x="1529" y="631"/>
                    <a:pt x="1535" y="628"/>
                    <a:pt x="1536" y="631"/>
                  </a:cubicBezTo>
                  <a:cubicBezTo>
                    <a:pt x="1564" y="637"/>
                    <a:pt x="1570" y="637"/>
                    <a:pt x="1575" y="639"/>
                  </a:cubicBezTo>
                  <a:cubicBezTo>
                    <a:pt x="1630" y="648"/>
                    <a:pt x="1639" y="643"/>
                    <a:pt x="1641" y="649"/>
                  </a:cubicBezTo>
                  <a:cubicBezTo>
                    <a:pt x="1616" y="651"/>
                    <a:pt x="1609" y="655"/>
                    <a:pt x="1608" y="651"/>
                  </a:cubicBezTo>
                  <a:cubicBezTo>
                    <a:pt x="1511" y="636"/>
                    <a:pt x="1504" y="634"/>
                    <a:pt x="1496" y="633"/>
                  </a:cubicBezTo>
                  <a:cubicBezTo>
                    <a:pt x="1421" y="596"/>
                    <a:pt x="1414" y="600"/>
                    <a:pt x="1412" y="598"/>
                  </a:cubicBezTo>
                  <a:cubicBezTo>
                    <a:pt x="1378" y="578"/>
                    <a:pt x="1373" y="574"/>
                    <a:pt x="1368" y="570"/>
                  </a:cubicBezTo>
                  <a:cubicBezTo>
                    <a:pt x="1339" y="548"/>
                    <a:pt x="1329" y="538"/>
                    <a:pt x="1316" y="531"/>
                  </a:cubicBezTo>
                  <a:cubicBezTo>
                    <a:pt x="1280" y="494"/>
                    <a:pt x="1271" y="495"/>
                    <a:pt x="1268" y="486"/>
                  </a:cubicBezTo>
                  <a:cubicBezTo>
                    <a:pt x="1258" y="473"/>
                    <a:pt x="1254" y="485"/>
                    <a:pt x="1259" y="483"/>
                  </a:cubicBezTo>
                  <a:cubicBezTo>
                    <a:pt x="1281" y="508"/>
                    <a:pt x="1287" y="506"/>
                    <a:pt x="1286" y="512"/>
                  </a:cubicBezTo>
                  <a:cubicBezTo>
                    <a:pt x="1320" y="539"/>
                    <a:pt x="1329" y="550"/>
                    <a:pt x="1341" y="555"/>
                  </a:cubicBezTo>
                  <a:cubicBezTo>
                    <a:pt x="1379" y="584"/>
                    <a:pt x="1383" y="593"/>
                    <a:pt x="1394" y="592"/>
                  </a:cubicBezTo>
                  <a:cubicBezTo>
                    <a:pt x="1424" y="609"/>
                    <a:pt x="1430" y="615"/>
                    <a:pt x="1438" y="617"/>
                  </a:cubicBezTo>
                  <a:cubicBezTo>
                    <a:pt x="1466" y="632"/>
                    <a:pt x="1473" y="632"/>
                    <a:pt x="1478" y="632"/>
                  </a:cubicBezTo>
                  <a:cubicBezTo>
                    <a:pt x="1542" y="650"/>
                    <a:pt x="1551" y="659"/>
                    <a:pt x="1567" y="656"/>
                  </a:cubicBezTo>
                  <a:cubicBezTo>
                    <a:pt x="1589" y="662"/>
                    <a:pt x="1592" y="664"/>
                    <a:pt x="1595" y="664"/>
                  </a:cubicBezTo>
                  <a:cubicBezTo>
                    <a:pt x="1555" y="665"/>
                    <a:pt x="1549" y="669"/>
                    <a:pt x="1547" y="666"/>
                  </a:cubicBezTo>
                  <a:cubicBezTo>
                    <a:pt x="1487" y="658"/>
                    <a:pt x="1484" y="657"/>
                    <a:pt x="1481" y="656"/>
                  </a:cubicBezTo>
                  <a:cubicBezTo>
                    <a:pt x="1433" y="643"/>
                    <a:pt x="1421" y="636"/>
                    <a:pt x="1408" y="632"/>
                  </a:cubicBezTo>
                  <a:cubicBezTo>
                    <a:pt x="1354" y="601"/>
                    <a:pt x="1350" y="598"/>
                    <a:pt x="1346" y="596"/>
                  </a:cubicBezTo>
                  <a:cubicBezTo>
                    <a:pt x="1333" y="588"/>
                    <a:pt x="1334" y="584"/>
                    <a:pt x="1332" y="583"/>
                  </a:cubicBezTo>
                  <a:cubicBezTo>
                    <a:pt x="1306" y="568"/>
                    <a:pt x="1292" y="554"/>
                    <a:pt x="1274" y="545"/>
                  </a:cubicBezTo>
                  <a:cubicBezTo>
                    <a:pt x="1221" y="514"/>
                    <a:pt x="1213" y="518"/>
                    <a:pt x="1211" y="512"/>
                  </a:cubicBezTo>
                  <a:cubicBezTo>
                    <a:pt x="1178" y="504"/>
                    <a:pt x="1176" y="502"/>
                    <a:pt x="1172" y="504"/>
                  </a:cubicBezTo>
                  <a:cubicBezTo>
                    <a:pt x="1192" y="514"/>
                    <a:pt x="1200" y="513"/>
                    <a:pt x="1205" y="518"/>
                  </a:cubicBezTo>
                  <a:cubicBezTo>
                    <a:pt x="1278" y="558"/>
                    <a:pt x="1289" y="560"/>
                    <a:pt x="1294" y="570"/>
                  </a:cubicBezTo>
                  <a:cubicBezTo>
                    <a:pt x="1336" y="596"/>
                    <a:pt x="1337" y="599"/>
                    <a:pt x="1340" y="600"/>
                  </a:cubicBezTo>
                  <a:cubicBezTo>
                    <a:pt x="1380" y="627"/>
                    <a:pt x="1387" y="635"/>
                    <a:pt x="1399" y="635"/>
                  </a:cubicBezTo>
                  <a:cubicBezTo>
                    <a:pt x="1436" y="655"/>
                    <a:pt x="1447" y="659"/>
                    <a:pt x="1461" y="658"/>
                  </a:cubicBezTo>
                  <a:cubicBezTo>
                    <a:pt x="1487" y="664"/>
                    <a:pt x="1488" y="669"/>
                    <a:pt x="1492" y="670"/>
                  </a:cubicBezTo>
                  <a:cubicBezTo>
                    <a:pt x="1538" y="679"/>
                    <a:pt x="1550" y="675"/>
                    <a:pt x="1556" y="680"/>
                  </a:cubicBezTo>
                  <a:cubicBezTo>
                    <a:pt x="1519" y="683"/>
                    <a:pt x="1520" y="675"/>
                    <a:pt x="1513" y="677"/>
                  </a:cubicBezTo>
                  <a:cubicBezTo>
                    <a:pt x="1499" y="674"/>
                    <a:pt x="1492" y="677"/>
                    <a:pt x="1488" y="675"/>
                  </a:cubicBezTo>
                  <a:cubicBezTo>
                    <a:pt x="1432" y="662"/>
                    <a:pt x="1430" y="659"/>
                    <a:pt x="1428" y="659"/>
                  </a:cubicBezTo>
                  <a:cubicBezTo>
                    <a:pt x="1407" y="653"/>
                    <a:pt x="1398" y="651"/>
                    <a:pt x="1391" y="648"/>
                  </a:cubicBezTo>
                  <a:cubicBezTo>
                    <a:pt x="1354" y="632"/>
                    <a:pt x="1348" y="632"/>
                    <a:pt x="1345" y="630"/>
                  </a:cubicBezTo>
                  <a:cubicBezTo>
                    <a:pt x="1322" y="615"/>
                    <a:pt x="1316" y="617"/>
                    <a:pt x="1313" y="613"/>
                  </a:cubicBezTo>
                  <a:cubicBezTo>
                    <a:pt x="1279" y="594"/>
                    <a:pt x="1276" y="591"/>
                    <a:pt x="1271" y="590"/>
                  </a:cubicBezTo>
                  <a:cubicBezTo>
                    <a:pt x="1238" y="568"/>
                    <a:pt x="1232" y="570"/>
                    <a:pt x="1230" y="566"/>
                  </a:cubicBezTo>
                  <a:cubicBezTo>
                    <a:pt x="1190" y="554"/>
                    <a:pt x="1189" y="549"/>
                    <a:pt x="1182" y="550"/>
                  </a:cubicBezTo>
                  <a:cubicBezTo>
                    <a:pt x="1139" y="548"/>
                    <a:pt x="1134" y="547"/>
                    <a:pt x="1126" y="547"/>
                  </a:cubicBezTo>
                  <a:cubicBezTo>
                    <a:pt x="1156" y="555"/>
                    <a:pt x="1170" y="550"/>
                    <a:pt x="1177" y="556"/>
                  </a:cubicBezTo>
                  <a:cubicBezTo>
                    <a:pt x="1230" y="573"/>
                    <a:pt x="1232" y="576"/>
                    <a:pt x="1234" y="579"/>
                  </a:cubicBezTo>
                  <a:cubicBezTo>
                    <a:pt x="1286" y="604"/>
                    <a:pt x="1288" y="608"/>
                    <a:pt x="1291" y="611"/>
                  </a:cubicBezTo>
                  <a:cubicBezTo>
                    <a:pt x="1326" y="629"/>
                    <a:pt x="1333" y="632"/>
                    <a:pt x="1339" y="635"/>
                  </a:cubicBezTo>
                  <a:cubicBezTo>
                    <a:pt x="1354" y="643"/>
                    <a:pt x="1358" y="644"/>
                    <a:pt x="1355" y="646"/>
                  </a:cubicBezTo>
                  <a:cubicBezTo>
                    <a:pt x="1332" y="636"/>
                    <a:pt x="1330" y="635"/>
                    <a:pt x="1326" y="635"/>
                  </a:cubicBezTo>
                  <a:cubicBezTo>
                    <a:pt x="1294" y="620"/>
                    <a:pt x="1289" y="619"/>
                    <a:pt x="1283" y="619"/>
                  </a:cubicBezTo>
                  <a:cubicBezTo>
                    <a:pt x="1231" y="596"/>
                    <a:pt x="1222" y="592"/>
                    <a:pt x="1212" y="589"/>
                  </a:cubicBezTo>
                  <a:cubicBezTo>
                    <a:pt x="1134" y="577"/>
                    <a:pt x="1120" y="579"/>
                    <a:pt x="1108" y="579"/>
                  </a:cubicBezTo>
                  <a:cubicBezTo>
                    <a:pt x="1062" y="594"/>
                    <a:pt x="1067" y="589"/>
                    <a:pt x="1076" y="589"/>
                  </a:cubicBezTo>
                  <a:cubicBezTo>
                    <a:pt x="1157" y="587"/>
                    <a:pt x="1166" y="585"/>
                    <a:pt x="1173" y="585"/>
                  </a:cubicBezTo>
                  <a:cubicBezTo>
                    <a:pt x="1205" y="597"/>
                    <a:pt x="1212" y="594"/>
                    <a:pt x="1213" y="598"/>
                  </a:cubicBezTo>
                  <a:cubicBezTo>
                    <a:pt x="1245" y="611"/>
                    <a:pt x="1259" y="614"/>
                    <a:pt x="1270" y="621"/>
                  </a:cubicBezTo>
                  <a:cubicBezTo>
                    <a:pt x="1316" y="636"/>
                    <a:pt x="1321" y="639"/>
                    <a:pt x="1326" y="644"/>
                  </a:cubicBezTo>
                  <a:cubicBezTo>
                    <a:pt x="1370" y="662"/>
                    <a:pt x="1377" y="664"/>
                    <a:pt x="1383" y="667"/>
                  </a:cubicBezTo>
                  <a:cubicBezTo>
                    <a:pt x="1436" y="683"/>
                    <a:pt x="1437" y="688"/>
                    <a:pt x="1444" y="685"/>
                  </a:cubicBezTo>
                  <a:cubicBezTo>
                    <a:pt x="1504" y="697"/>
                    <a:pt x="1508" y="695"/>
                    <a:pt x="1512" y="695"/>
                  </a:cubicBezTo>
                  <a:cubicBezTo>
                    <a:pt x="1536" y="698"/>
                    <a:pt x="1543" y="693"/>
                    <a:pt x="1544" y="698"/>
                  </a:cubicBezTo>
                  <a:cubicBezTo>
                    <a:pt x="1486" y="702"/>
                    <a:pt x="1471" y="703"/>
                    <a:pt x="1456" y="703"/>
                  </a:cubicBezTo>
                  <a:cubicBezTo>
                    <a:pt x="1429" y="698"/>
                    <a:pt x="1423" y="696"/>
                    <a:pt x="1415" y="697"/>
                  </a:cubicBezTo>
                  <a:cubicBezTo>
                    <a:pt x="1353" y="677"/>
                    <a:pt x="1348" y="673"/>
                    <a:pt x="1340" y="675"/>
                  </a:cubicBezTo>
                  <a:cubicBezTo>
                    <a:pt x="1312" y="661"/>
                    <a:pt x="1304" y="658"/>
                    <a:pt x="1295" y="656"/>
                  </a:cubicBezTo>
                  <a:cubicBezTo>
                    <a:pt x="1258" y="637"/>
                    <a:pt x="1253" y="638"/>
                    <a:pt x="1247" y="638"/>
                  </a:cubicBezTo>
                  <a:cubicBezTo>
                    <a:pt x="1196" y="619"/>
                    <a:pt x="1187" y="623"/>
                    <a:pt x="1186" y="618"/>
                  </a:cubicBezTo>
                  <a:cubicBezTo>
                    <a:pt x="1157" y="610"/>
                    <a:pt x="1149" y="614"/>
                    <a:pt x="1147" y="610"/>
                  </a:cubicBezTo>
                  <a:cubicBezTo>
                    <a:pt x="1083" y="616"/>
                    <a:pt x="1084" y="621"/>
                    <a:pt x="1078" y="620"/>
                  </a:cubicBezTo>
                  <a:cubicBezTo>
                    <a:pt x="1150" y="620"/>
                    <a:pt x="1157" y="619"/>
                    <a:pt x="1160" y="623"/>
                  </a:cubicBezTo>
                  <a:cubicBezTo>
                    <a:pt x="1199" y="630"/>
                    <a:pt x="1204" y="632"/>
                    <a:pt x="1209" y="634"/>
                  </a:cubicBezTo>
                  <a:cubicBezTo>
                    <a:pt x="1228" y="642"/>
                    <a:pt x="1238" y="637"/>
                    <a:pt x="1239" y="644"/>
                  </a:cubicBezTo>
                  <a:cubicBezTo>
                    <a:pt x="1313" y="668"/>
                    <a:pt x="1320" y="677"/>
                    <a:pt x="1332" y="679"/>
                  </a:cubicBezTo>
                  <a:cubicBezTo>
                    <a:pt x="1381" y="698"/>
                    <a:pt x="1390" y="695"/>
                    <a:pt x="1393" y="701"/>
                  </a:cubicBezTo>
                  <a:cubicBezTo>
                    <a:pt x="1304" y="679"/>
                    <a:pt x="1301" y="674"/>
                    <a:pt x="1293" y="674"/>
                  </a:cubicBezTo>
                  <a:cubicBezTo>
                    <a:pt x="1253" y="666"/>
                    <a:pt x="1252" y="659"/>
                    <a:pt x="1244" y="661"/>
                  </a:cubicBezTo>
                  <a:cubicBezTo>
                    <a:pt x="1190" y="645"/>
                    <a:pt x="1182" y="646"/>
                    <a:pt x="1177" y="644"/>
                  </a:cubicBezTo>
                  <a:cubicBezTo>
                    <a:pt x="1102" y="645"/>
                    <a:pt x="1100" y="643"/>
                    <a:pt x="1084" y="646"/>
                  </a:cubicBezTo>
                  <a:cubicBezTo>
                    <a:pt x="1038" y="654"/>
                    <a:pt x="1027" y="657"/>
                    <a:pt x="1016" y="660"/>
                  </a:cubicBezTo>
                  <a:cubicBezTo>
                    <a:pt x="1009" y="671"/>
                    <a:pt x="1023" y="663"/>
                    <a:pt x="1040" y="658"/>
                  </a:cubicBezTo>
                  <a:cubicBezTo>
                    <a:pt x="1127" y="644"/>
                    <a:pt x="1133" y="653"/>
                    <a:pt x="1142" y="648"/>
                  </a:cubicBezTo>
                  <a:cubicBezTo>
                    <a:pt x="1168" y="650"/>
                    <a:pt x="1171" y="650"/>
                    <a:pt x="1174" y="652"/>
                  </a:cubicBezTo>
                  <a:cubicBezTo>
                    <a:pt x="1216" y="663"/>
                    <a:pt x="1230" y="664"/>
                    <a:pt x="1243" y="668"/>
                  </a:cubicBezTo>
                  <a:cubicBezTo>
                    <a:pt x="1286" y="682"/>
                    <a:pt x="1293" y="683"/>
                    <a:pt x="1300" y="684"/>
                  </a:cubicBezTo>
                  <a:cubicBezTo>
                    <a:pt x="1341" y="697"/>
                    <a:pt x="1345" y="698"/>
                    <a:pt x="1347" y="700"/>
                  </a:cubicBezTo>
                  <a:cubicBezTo>
                    <a:pt x="1407" y="712"/>
                    <a:pt x="1415" y="717"/>
                    <a:pt x="1425" y="717"/>
                  </a:cubicBezTo>
                  <a:cubicBezTo>
                    <a:pt x="1468" y="727"/>
                    <a:pt x="1479" y="717"/>
                    <a:pt x="1479" y="723"/>
                  </a:cubicBezTo>
                  <a:cubicBezTo>
                    <a:pt x="1425" y="732"/>
                    <a:pt x="1411" y="731"/>
                    <a:pt x="1397" y="731"/>
                  </a:cubicBezTo>
                  <a:cubicBezTo>
                    <a:pt x="1367" y="724"/>
                    <a:pt x="1361" y="728"/>
                    <a:pt x="1360" y="724"/>
                  </a:cubicBezTo>
                  <a:cubicBezTo>
                    <a:pt x="1304" y="710"/>
                    <a:pt x="1299" y="708"/>
                    <a:pt x="1293" y="708"/>
                  </a:cubicBezTo>
                  <a:cubicBezTo>
                    <a:pt x="1240" y="696"/>
                    <a:pt x="1239" y="689"/>
                    <a:pt x="1232" y="690"/>
                  </a:cubicBezTo>
                  <a:cubicBezTo>
                    <a:pt x="1148" y="668"/>
                    <a:pt x="1139" y="669"/>
                    <a:pt x="1132" y="666"/>
                  </a:cubicBezTo>
                  <a:cubicBezTo>
                    <a:pt x="1108" y="662"/>
                    <a:pt x="1101" y="667"/>
                    <a:pt x="1101" y="663"/>
                  </a:cubicBezTo>
                  <a:cubicBezTo>
                    <a:pt x="1074" y="662"/>
                    <a:pt x="1066" y="667"/>
                    <a:pt x="1065" y="662"/>
                  </a:cubicBezTo>
                  <a:cubicBezTo>
                    <a:pt x="1055" y="666"/>
                    <a:pt x="1086" y="668"/>
                    <a:pt x="1116" y="671"/>
                  </a:cubicBezTo>
                  <a:cubicBezTo>
                    <a:pt x="1206" y="690"/>
                    <a:pt x="1212" y="689"/>
                    <a:pt x="1215" y="693"/>
                  </a:cubicBezTo>
                  <a:cubicBezTo>
                    <a:pt x="1240" y="698"/>
                    <a:pt x="1245" y="703"/>
                    <a:pt x="1254" y="704"/>
                  </a:cubicBezTo>
                  <a:cubicBezTo>
                    <a:pt x="1310" y="722"/>
                    <a:pt x="1318" y="725"/>
                    <a:pt x="1325" y="729"/>
                  </a:cubicBezTo>
                  <a:cubicBezTo>
                    <a:pt x="1364" y="740"/>
                    <a:pt x="1374" y="733"/>
                    <a:pt x="1374" y="740"/>
                  </a:cubicBezTo>
                  <a:cubicBezTo>
                    <a:pt x="1411" y="742"/>
                    <a:pt x="1411" y="738"/>
                    <a:pt x="1414" y="743"/>
                  </a:cubicBezTo>
                  <a:cubicBezTo>
                    <a:pt x="1303" y="732"/>
                    <a:pt x="1295" y="732"/>
                    <a:pt x="1290" y="728"/>
                  </a:cubicBezTo>
                  <a:cubicBezTo>
                    <a:pt x="1255" y="719"/>
                    <a:pt x="1240" y="716"/>
                    <a:pt x="1225" y="713"/>
                  </a:cubicBezTo>
                  <a:cubicBezTo>
                    <a:pt x="1158" y="693"/>
                    <a:pt x="1147" y="697"/>
                    <a:pt x="1142" y="693"/>
                  </a:cubicBezTo>
                  <a:cubicBezTo>
                    <a:pt x="1067" y="682"/>
                    <a:pt x="1060" y="680"/>
                    <a:pt x="1051" y="680"/>
                  </a:cubicBezTo>
                  <a:cubicBezTo>
                    <a:pt x="1019" y="689"/>
                    <a:pt x="1034" y="691"/>
                    <a:pt x="1054" y="687"/>
                  </a:cubicBezTo>
                  <a:cubicBezTo>
                    <a:pt x="1119" y="691"/>
                    <a:pt x="1120" y="700"/>
                    <a:pt x="1129" y="697"/>
                  </a:cubicBezTo>
                  <a:cubicBezTo>
                    <a:pt x="1178" y="710"/>
                    <a:pt x="1192" y="710"/>
                    <a:pt x="1203" y="715"/>
                  </a:cubicBezTo>
                  <a:cubicBezTo>
                    <a:pt x="1244" y="728"/>
                    <a:pt x="1252" y="727"/>
                    <a:pt x="1257" y="730"/>
                  </a:cubicBezTo>
                  <a:cubicBezTo>
                    <a:pt x="1283" y="735"/>
                    <a:pt x="1286" y="740"/>
                    <a:pt x="1294" y="739"/>
                  </a:cubicBezTo>
                  <a:cubicBezTo>
                    <a:pt x="1351" y="756"/>
                    <a:pt x="1361" y="747"/>
                    <a:pt x="1361" y="753"/>
                  </a:cubicBezTo>
                  <a:cubicBezTo>
                    <a:pt x="1380" y="756"/>
                    <a:pt x="1376" y="760"/>
                    <a:pt x="1362" y="762"/>
                  </a:cubicBezTo>
                  <a:cubicBezTo>
                    <a:pt x="1315" y="757"/>
                    <a:pt x="1314" y="755"/>
                    <a:pt x="1310" y="756"/>
                  </a:cubicBezTo>
                  <a:cubicBezTo>
                    <a:pt x="1291" y="749"/>
                    <a:pt x="1286" y="752"/>
                    <a:pt x="1285" y="749"/>
                  </a:cubicBezTo>
                  <a:cubicBezTo>
                    <a:pt x="1265" y="745"/>
                    <a:pt x="1264" y="743"/>
                    <a:pt x="1260" y="745"/>
                  </a:cubicBezTo>
                  <a:cubicBezTo>
                    <a:pt x="1206" y="729"/>
                    <a:pt x="1199" y="730"/>
                    <a:pt x="1196" y="725"/>
                  </a:cubicBezTo>
                  <a:cubicBezTo>
                    <a:pt x="1126" y="707"/>
                    <a:pt x="1120" y="706"/>
                    <a:pt x="1113" y="707"/>
                  </a:cubicBezTo>
                  <a:cubicBezTo>
                    <a:pt x="1142" y="713"/>
                    <a:pt x="1148" y="722"/>
                    <a:pt x="1162" y="720"/>
                  </a:cubicBezTo>
                  <a:cubicBezTo>
                    <a:pt x="1229" y="744"/>
                    <a:pt x="1232" y="748"/>
                    <a:pt x="1238" y="749"/>
                  </a:cubicBezTo>
                  <a:cubicBezTo>
                    <a:pt x="1266" y="755"/>
                    <a:pt x="1278" y="756"/>
                    <a:pt x="1287" y="762"/>
                  </a:cubicBezTo>
                  <a:cubicBezTo>
                    <a:pt x="1327" y="768"/>
                    <a:pt x="1331" y="770"/>
                    <a:pt x="1339" y="768"/>
                  </a:cubicBezTo>
                  <a:cubicBezTo>
                    <a:pt x="1311" y="775"/>
                    <a:pt x="1304" y="771"/>
                    <a:pt x="1291" y="774"/>
                  </a:cubicBezTo>
                  <a:cubicBezTo>
                    <a:pt x="1247" y="759"/>
                    <a:pt x="1242" y="760"/>
                    <a:pt x="1238" y="760"/>
                  </a:cubicBezTo>
                  <a:cubicBezTo>
                    <a:pt x="1210" y="756"/>
                    <a:pt x="1208" y="753"/>
                    <a:pt x="1203" y="753"/>
                  </a:cubicBezTo>
                  <a:cubicBezTo>
                    <a:pt x="1153" y="739"/>
                    <a:pt x="1142" y="743"/>
                    <a:pt x="1136" y="738"/>
                  </a:cubicBezTo>
                  <a:cubicBezTo>
                    <a:pt x="1065" y="736"/>
                    <a:pt x="1052" y="738"/>
                    <a:pt x="1039" y="740"/>
                  </a:cubicBezTo>
                  <a:cubicBezTo>
                    <a:pt x="1001" y="753"/>
                    <a:pt x="1000" y="758"/>
                    <a:pt x="992" y="758"/>
                  </a:cubicBezTo>
                  <a:cubicBezTo>
                    <a:pt x="998" y="764"/>
                    <a:pt x="1000" y="760"/>
                    <a:pt x="1005" y="757"/>
                  </a:cubicBezTo>
                  <a:cubicBezTo>
                    <a:pt x="1082" y="742"/>
                    <a:pt x="1087" y="741"/>
                    <a:pt x="1092" y="739"/>
                  </a:cubicBezTo>
                  <a:cubicBezTo>
                    <a:pt x="1123" y="744"/>
                    <a:pt x="1129" y="748"/>
                    <a:pt x="1138" y="747"/>
                  </a:cubicBezTo>
                  <a:cubicBezTo>
                    <a:pt x="1211" y="765"/>
                    <a:pt x="1220" y="764"/>
                    <a:pt x="1228" y="766"/>
                  </a:cubicBezTo>
                  <a:cubicBezTo>
                    <a:pt x="1279" y="775"/>
                    <a:pt x="1279" y="782"/>
                    <a:pt x="1286" y="780"/>
                  </a:cubicBezTo>
                  <a:cubicBezTo>
                    <a:pt x="1318" y="788"/>
                    <a:pt x="1327" y="783"/>
                    <a:pt x="1328" y="790"/>
                  </a:cubicBezTo>
                  <a:cubicBezTo>
                    <a:pt x="1241" y="786"/>
                    <a:pt x="1232" y="784"/>
                    <a:pt x="1222" y="783"/>
                  </a:cubicBezTo>
                  <a:cubicBezTo>
                    <a:pt x="1192" y="776"/>
                    <a:pt x="1187" y="776"/>
                    <a:pt x="1181" y="777"/>
                  </a:cubicBezTo>
                  <a:cubicBezTo>
                    <a:pt x="1149" y="770"/>
                    <a:pt x="1146" y="766"/>
                    <a:pt x="1140" y="769"/>
                  </a:cubicBezTo>
                  <a:cubicBezTo>
                    <a:pt x="1088" y="767"/>
                    <a:pt x="1068" y="764"/>
                    <a:pt x="1046" y="766"/>
                  </a:cubicBezTo>
                  <a:cubicBezTo>
                    <a:pt x="971" y="785"/>
                    <a:pt x="962" y="782"/>
                    <a:pt x="964" y="787"/>
                  </a:cubicBezTo>
                  <a:cubicBezTo>
                    <a:pt x="983" y="786"/>
                    <a:pt x="994" y="781"/>
                    <a:pt x="1006" y="777"/>
                  </a:cubicBezTo>
                  <a:cubicBezTo>
                    <a:pt x="1067" y="772"/>
                    <a:pt x="1071" y="774"/>
                    <a:pt x="1076" y="773"/>
                  </a:cubicBezTo>
                  <a:cubicBezTo>
                    <a:pt x="1106" y="776"/>
                    <a:pt x="1115" y="770"/>
                    <a:pt x="1117" y="775"/>
                  </a:cubicBezTo>
                  <a:cubicBezTo>
                    <a:pt x="1191" y="786"/>
                    <a:pt x="1211" y="787"/>
                    <a:pt x="1228" y="793"/>
                  </a:cubicBezTo>
                  <a:cubicBezTo>
                    <a:pt x="1281" y="803"/>
                    <a:pt x="1277" y="804"/>
                    <a:pt x="1276" y="802"/>
                  </a:cubicBezTo>
                  <a:cubicBezTo>
                    <a:pt x="1242" y="800"/>
                    <a:pt x="1229" y="800"/>
                    <a:pt x="1218" y="799"/>
                  </a:cubicBezTo>
                  <a:cubicBezTo>
                    <a:pt x="1129" y="795"/>
                    <a:pt x="1128" y="790"/>
                    <a:pt x="1122" y="792"/>
                  </a:cubicBezTo>
                  <a:cubicBezTo>
                    <a:pt x="971" y="817"/>
                    <a:pt x="962" y="818"/>
                    <a:pt x="957" y="822"/>
                  </a:cubicBezTo>
                  <a:cubicBezTo>
                    <a:pt x="931" y="836"/>
                    <a:pt x="925" y="840"/>
                    <a:pt x="918" y="844"/>
                  </a:cubicBezTo>
                  <a:cubicBezTo>
                    <a:pt x="915" y="851"/>
                    <a:pt x="927" y="844"/>
                    <a:pt x="937" y="836"/>
                  </a:cubicBezTo>
                  <a:cubicBezTo>
                    <a:pt x="967" y="824"/>
                    <a:pt x="968" y="824"/>
                    <a:pt x="970" y="821"/>
                  </a:cubicBezTo>
                  <a:cubicBezTo>
                    <a:pt x="988" y="819"/>
                    <a:pt x="997" y="815"/>
                    <a:pt x="1010" y="812"/>
                  </a:cubicBezTo>
                  <a:cubicBezTo>
                    <a:pt x="1118" y="803"/>
                    <a:pt x="1124" y="799"/>
                    <a:pt x="1126" y="802"/>
                  </a:cubicBezTo>
                  <a:cubicBezTo>
                    <a:pt x="1151" y="804"/>
                    <a:pt x="1155" y="804"/>
                    <a:pt x="1159" y="803"/>
                  </a:cubicBezTo>
                  <a:cubicBezTo>
                    <a:pt x="1188" y="806"/>
                    <a:pt x="1197" y="803"/>
                    <a:pt x="1202" y="808"/>
                  </a:cubicBezTo>
                  <a:cubicBezTo>
                    <a:pt x="1137" y="807"/>
                    <a:pt x="1132" y="808"/>
                    <a:pt x="1129" y="806"/>
                  </a:cubicBezTo>
                  <a:cubicBezTo>
                    <a:pt x="1007" y="827"/>
                    <a:pt x="987" y="836"/>
                    <a:pt x="958" y="843"/>
                  </a:cubicBezTo>
                  <a:cubicBezTo>
                    <a:pt x="933" y="859"/>
                    <a:pt x="923" y="861"/>
                    <a:pt x="918" y="866"/>
                  </a:cubicBezTo>
                  <a:cubicBezTo>
                    <a:pt x="898" y="891"/>
                    <a:pt x="901" y="878"/>
                    <a:pt x="915" y="873"/>
                  </a:cubicBezTo>
                  <a:cubicBezTo>
                    <a:pt x="944" y="858"/>
                    <a:pt x="947" y="856"/>
                    <a:pt x="949" y="854"/>
                  </a:cubicBezTo>
                  <a:cubicBezTo>
                    <a:pt x="992" y="838"/>
                    <a:pt x="1000" y="841"/>
                    <a:pt x="999" y="836"/>
                  </a:cubicBezTo>
                  <a:cubicBezTo>
                    <a:pt x="1049" y="824"/>
                    <a:pt x="1051" y="821"/>
                    <a:pt x="1058" y="821"/>
                  </a:cubicBezTo>
                  <a:cubicBezTo>
                    <a:pt x="1141" y="816"/>
                    <a:pt x="1140" y="815"/>
                    <a:pt x="1146" y="816"/>
                  </a:cubicBezTo>
                  <a:cubicBezTo>
                    <a:pt x="1178" y="815"/>
                    <a:pt x="1186" y="820"/>
                    <a:pt x="1200" y="818"/>
                  </a:cubicBezTo>
                  <a:cubicBezTo>
                    <a:pt x="1212" y="833"/>
                    <a:pt x="1196" y="824"/>
                    <a:pt x="1177" y="826"/>
                  </a:cubicBezTo>
                  <a:cubicBezTo>
                    <a:pt x="1028" y="844"/>
                    <a:pt x="1022" y="846"/>
                    <a:pt x="1014" y="847"/>
                  </a:cubicBezTo>
                  <a:cubicBezTo>
                    <a:pt x="992" y="855"/>
                    <a:pt x="977" y="859"/>
                    <a:pt x="966" y="864"/>
                  </a:cubicBezTo>
                  <a:cubicBezTo>
                    <a:pt x="916" y="894"/>
                    <a:pt x="905" y="894"/>
                    <a:pt x="904" y="900"/>
                  </a:cubicBezTo>
                  <a:cubicBezTo>
                    <a:pt x="980" y="863"/>
                    <a:pt x="990" y="863"/>
                    <a:pt x="994" y="859"/>
                  </a:cubicBezTo>
                  <a:cubicBezTo>
                    <a:pt x="1024" y="851"/>
                    <a:pt x="1039" y="847"/>
                    <a:pt x="1056" y="844"/>
                  </a:cubicBezTo>
                  <a:cubicBezTo>
                    <a:pt x="1146" y="832"/>
                    <a:pt x="1149" y="836"/>
                    <a:pt x="1156" y="834"/>
                  </a:cubicBezTo>
                  <a:cubicBezTo>
                    <a:pt x="1103" y="846"/>
                    <a:pt x="1103" y="849"/>
                    <a:pt x="1099" y="849"/>
                  </a:cubicBezTo>
                  <a:cubicBezTo>
                    <a:pt x="1074" y="856"/>
                    <a:pt x="1075" y="852"/>
                    <a:pt x="1071" y="856"/>
                  </a:cubicBezTo>
                  <a:cubicBezTo>
                    <a:pt x="1014" y="877"/>
                    <a:pt x="1004" y="885"/>
                    <a:pt x="989" y="889"/>
                  </a:cubicBezTo>
                  <a:cubicBezTo>
                    <a:pt x="937" y="920"/>
                    <a:pt x="924" y="917"/>
                    <a:pt x="927" y="927"/>
                  </a:cubicBezTo>
                  <a:cubicBezTo>
                    <a:pt x="944" y="914"/>
                    <a:pt x="953" y="913"/>
                    <a:pt x="957" y="908"/>
                  </a:cubicBezTo>
                  <a:cubicBezTo>
                    <a:pt x="1079" y="868"/>
                    <a:pt x="1081" y="859"/>
                    <a:pt x="1085" y="860"/>
                  </a:cubicBezTo>
                  <a:cubicBezTo>
                    <a:pt x="1115" y="856"/>
                    <a:pt x="1123" y="851"/>
                    <a:pt x="1124" y="856"/>
                  </a:cubicBezTo>
                  <a:cubicBezTo>
                    <a:pt x="1048" y="892"/>
                    <a:pt x="1037" y="891"/>
                    <a:pt x="1034" y="896"/>
                  </a:cubicBezTo>
                  <a:cubicBezTo>
                    <a:pt x="995" y="917"/>
                    <a:pt x="985" y="917"/>
                    <a:pt x="986" y="925"/>
                  </a:cubicBezTo>
                  <a:cubicBezTo>
                    <a:pt x="1060" y="887"/>
                    <a:pt x="1082" y="881"/>
                    <a:pt x="1101" y="871"/>
                  </a:cubicBezTo>
                  <a:cubicBezTo>
                    <a:pt x="1190" y="845"/>
                    <a:pt x="1192" y="840"/>
                    <a:pt x="1201" y="839"/>
                  </a:cubicBezTo>
                  <a:cubicBezTo>
                    <a:pt x="1214" y="839"/>
                    <a:pt x="1208" y="844"/>
                    <a:pt x="1196" y="845"/>
                  </a:cubicBezTo>
                  <a:cubicBezTo>
                    <a:pt x="1124" y="887"/>
                    <a:pt x="1112" y="885"/>
                    <a:pt x="1111" y="891"/>
                  </a:cubicBezTo>
                  <a:cubicBezTo>
                    <a:pt x="1040" y="922"/>
                    <a:pt x="1032" y="930"/>
                    <a:pt x="1019" y="934"/>
                  </a:cubicBezTo>
                  <a:cubicBezTo>
                    <a:pt x="994" y="953"/>
                    <a:pt x="987" y="952"/>
                    <a:pt x="987" y="956"/>
                  </a:cubicBezTo>
                  <a:cubicBezTo>
                    <a:pt x="936" y="987"/>
                    <a:pt x="933" y="989"/>
                    <a:pt x="932" y="992"/>
                  </a:cubicBezTo>
                  <a:cubicBezTo>
                    <a:pt x="945" y="988"/>
                    <a:pt x="958" y="980"/>
                    <a:pt x="970" y="972"/>
                  </a:cubicBezTo>
                  <a:cubicBezTo>
                    <a:pt x="999" y="956"/>
                    <a:pt x="1004" y="952"/>
                    <a:pt x="1010" y="947"/>
                  </a:cubicBezTo>
                  <a:cubicBezTo>
                    <a:pt x="1093" y="911"/>
                    <a:pt x="1102" y="904"/>
                    <a:pt x="1115" y="899"/>
                  </a:cubicBezTo>
                  <a:cubicBezTo>
                    <a:pt x="1139" y="885"/>
                    <a:pt x="1151" y="883"/>
                    <a:pt x="1150" y="886"/>
                  </a:cubicBezTo>
                  <a:cubicBezTo>
                    <a:pt x="1128" y="905"/>
                    <a:pt x="1125" y="907"/>
                    <a:pt x="1120" y="907"/>
                  </a:cubicBezTo>
                  <a:cubicBezTo>
                    <a:pt x="1090" y="934"/>
                    <a:pt x="1084" y="937"/>
                    <a:pt x="1082" y="943"/>
                  </a:cubicBezTo>
                  <a:cubicBezTo>
                    <a:pt x="1020" y="991"/>
                    <a:pt x="998" y="1003"/>
                    <a:pt x="978" y="1017"/>
                  </a:cubicBezTo>
                  <a:cubicBezTo>
                    <a:pt x="941" y="1045"/>
                    <a:pt x="928" y="1040"/>
                    <a:pt x="930" y="1046"/>
                  </a:cubicBezTo>
                  <a:cubicBezTo>
                    <a:pt x="921" y="1048"/>
                    <a:pt x="938" y="1050"/>
                    <a:pt x="941" y="1042"/>
                  </a:cubicBezTo>
                  <a:cubicBezTo>
                    <a:pt x="977" y="1024"/>
                    <a:pt x="978" y="1024"/>
                    <a:pt x="980" y="1023"/>
                  </a:cubicBezTo>
                  <a:cubicBezTo>
                    <a:pt x="1005" y="1006"/>
                    <a:pt x="1009" y="1003"/>
                    <a:pt x="1013" y="1000"/>
                  </a:cubicBezTo>
                  <a:cubicBezTo>
                    <a:pt x="1093" y="947"/>
                    <a:pt x="1094" y="941"/>
                    <a:pt x="1102" y="939"/>
                  </a:cubicBezTo>
                  <a:cubicBezTo>
                    <a:pt x="1124" y="923"/>
                    <a:pt x="1125" y="913"/>
                    <a:pt x="1127" y="919"/>
                  </a:cubicBezTo>
                  <a:cubicBezTo>
                    <a:pt x="1102" y="949"/>
                    <a:pt x="1088" y="952"/>
                    <a:pt x="1086" y="962"/>
                  </a:cubicBezTo>
                  <a:cubicBezTo>
                    <a:pt x="1026" y="1003"/>
                    <a:pt x="1022" y="1013"/>
                    <a:pt x="1009" y="1016"/>
                  </a:cubicBezTo>
                  <a:cubicBezTo>
                    <a:pt x="974" y="1039"/>
                    <a:pt x="965" y="1044"/>
                    <a:pt x="956" y="1050"/>
                  </a:cubicBezTo>
                  <a:cubicBezTo>
                    <a:pt x="944" y="1063"/>
                    <a:pt x="956" y="1056"/>
                    <a:pt x="971" y="1049"/>
                  </a:cubicBezTo>
                  <a:cubicBezTo>
                    <a:pt x="996" y="1034"/>
                    <a:pt x="1001" y="1029"/>
                    <a:pt x="1009" y="1027"/>
                  </a:cubicBezTo>
                  <a:cubicBezTo>
                    <a:pt x="1066" y="985"/>
                    <a:pt x="1076" y="984"/>
                    <a:pt x="1078" y="977"/>
                  </a:cubicBezTo>
                  <a:cubicBezTo>
                    <a:pt x="1127" y="934"/>
                    <a:pt x="1130" y="932"/>
                    <a:pt x="1134" y="931"/>
                  </a:cubicBezTo>
                  <a:cubicBezTo>
                    <a:pt x="1159" y="903"/>
                    <a:pt x="1165" y="900"/>
                    <a:pt x="1172" y="896"/>
                  </a:cubicBezTo>
                  <a:cubicBezTo>
                    <a:pt x="1209" y="866"/>
                    <a:pt x="1212" y="862"/>
                    <a:pt x="1216" y="859"/>
                  </a:cubicBezTo>
                  <a:cubicBezTo>
                    <a:pt x="1239" y="845"/>
                    <a:pt x="1244" y="841"/>
                    <a:pt x="1252" y="839"/>
                  </a:cubicBezTo>
                  <a:cubicBezTo>
                    <a:pt x="1222" y="871"/>
                    <a:pt x="1212" y="871"/>
                    <a:pt x="1210" y="878"/>
                  </a:cubicBezTo>
                  <a:cubicBezTo>
                    <a:pt x="1167" y="923"/>
                    <a:pt x="1164" y="928"/>
                    <a:pt x="1158" y="931"/>
                  </a:cubicBezTo>
                  <a:cubicBezTo>
                    <a:pt x="1105" y="979"/>
                    <a:pt x="1096" y="989"/>
                    <a:pt x="1083" y="996"/>
                  </a:cubicBezTo>
                  <a:cubicBezTo>
                    <a:pt x="1060" y="1010"/>
                    <a:pt x="1059" y="1017"/>
                    <a:pt x="1049" y="1017"/>
                  </a:cubicBezTo>
                  <a:cubicBezTo>
                    <a:pt x="1009" y="1042"/>
                    <a:pt x="1008" y="1047"/>
                    <a:pt x="999" y="1046"/>
                  </a:cubicBezTo>
                  <a:cubicBezTo>
                    <a:pt x="1010" y="1045"/>
                    <a:pt x="1018" y="1046"/>
                    <a:pt x="1019" y="1043"/>
                  </a:cubicBezTo>
                  <a:cubicBezTo>
                    <a:pt x="1042" y="1033"/>
                    <a:pt x="1041" y="1028"/>
                    <a:pt x="1047" y="1029"/>
                  </a:cubicBezTo>
                  <a:cubicBezTo>
                    <a:pt x="1083" y="1001"/>
                    <a:pt x="1094" y="1001"/>
                    <a:pt x="1096" y="996"/>
                  </a:cubicBezTo>
                  <a:cubicBezTo>
                    <a:pt x="1125" y="978"/>
                    <a:pt x="1132" y="967"/>
                    <a:pt x="1143" y="959"/>
                  </a:cubicBezTo>
                  <a:cubicBezTo>
                    <a:pt x="1161" y="941"/>
                    <a:pt x="1167" y="938"/>
                    <a:pt x="1172" y="933"/>
                  </a:cubicBezTo>
                  <a:cubicBezTo>
                    <a:pt x="1182" y="914"/>
                    <a:pt x="1188" y="915"/>
                    <a:pt x="1190" y="912"/>
                  </a:cubicBezTo>
                  <a:cubicBezTo>
                    <a:pt x="1250" y="864"/>
                    <a:pt x="1235" y="870"/>
                    <a:pt x="1231" y="883"/>
                  </a:cubicBezTo>
                  <a:cubicBezTo>
                    <a:pt x="1206" y="904"/>
                    <a:pt x="1210" y="911"/>
                    <a:pt x="1203" y="910"/>
                  </a:cubicBezTo>
                  <a:cubicBezTo>
                    <a:pt x="1169" y="949"/>
                    <a:pt x="1164" y="950"/>
                    <a:pt x="1164" y="955"/>
                  </a:cubicBezTo>
                  <a:cubicBezTo>
                    <a:pt x="1132" y="987"/>
                    <a:pt x="1124" y="990"/>
                    <a:pt x="1121" y="996"/>
                  </a:cubicBezTo>
                  <a:cubicBezTo>
                    <a:pt x="1053" y="1048"/>
                    <a:pt x="1050" y="1050"/>
                    <a:pt x="1049" y="1053"/>
                  </a:cubicBezTo>
                  <a:cubicBezTo>
                    <a:pt x="1028" y="1067"/>
                    <a:pt x="1023" y="1068"/>
                    <a:pt x="1021" y="1071"/>
                  </a:cubicBezTo>
                  <a:cubicBezTo>
                    <a:pt x="1074" y="1047"/>
                    <a:pt x="1077" y="1034"/>
                    <a:pt x="1094" y="1029"/>
                  </a:cubicBezTo>
                  <a:cubicBezTo>
                    <a:pt x="1127" y="1000"/>
                    <a:pt x="1131" y="995"/>
                    <a:pt x="1138" y="993"/>
                  </a:cubicBezTo>
                  <a:cubicBezTo>
                    <a:pt x="1170" y="960"/>
                    <a:pt x="1175" y="957"/>
                    <a:pt x="1179" y="952"/>
                  </a:cubicBezTo>
                  <a:cubicBezTo>
                    <a:pt x="1266" y="861"/>
                    <a:pt x="1268" y="852"/>
                    <a:pt x="1278" y="848"/>
                  </a:cubicBezTo>
                  <a:cubicBezTo>
                    <a:pt x="1310" y="817"/>
                    <a:pt x="1311" y="812"/>
                    <a:pt x="1318" y="812"/>
                  </a:cubicBezTo>
                  <a:cubicBezTo>
                    <a:pt x="1337" y="798"/>
                    <a:pt x="1338" y="794"/>
                    <a:pt x="1340" y="797"/>
                  </a:cubicBezTo>
                  <a:cubicBezTo>
                    <a:pt x="1320" y="818"/>
                    <a:pt x="1310" y="821"/>
                    <a:pt x="1305" y="827"/>
                  </a:cubicBezTo>
                  <a:cubicBezTo>
                    <a:pt x="1272" y="863"/>
                    <a:pt x="1269" y="865"/>
                    <a:pt x="1266" y="868"/>
                  </a:cubicBezTo>
                  <a:cubicBezTo>
                    <a:pt x="1240" y="900"/>
                    <a:pt x="1232" y="904"/>
                    <a:pt x="1230" y="912"/>
                  </a:cubicBezTo>
                  <a:cubicBezTo>
                    <a:pt x="1205" y="941"/>
                    <a:pt x="1195" y="952"/>
                    <a:pt x="1184" y="962"/>
                  </a:cubicBezTo>
                  <a:cubicBezTo>
                    <a:pt x="1136" y="1004"/>
                    <a:pt x="1131" y="1018"/>
                    <a:pt x="1115" y="1026"/>
                  </a:cubicBezTo>
                  <a:cubicBezTo>
                    <a:pt x="1086" y="1052"/>
                    <a:pt x="1078" y="1051"/>
                    <a:pt x="1079" y="1057"/>
                  </a:cubicBezTo>
                  <a:cubicBezTo>
                    <a:pt x="1113" y="1033"/>
                    <a:pt x="1124" y="1028"/>
                    <a:pt x="1130" y="1021"/>
                  </a:cubicBezTo>
                  <a:cubicBezTo>
                    <a:pt x="1187" y="966"/>
                    <a:pt x="1196" y="966"/>
                    <a:pt x="1196" y="960"/>
                  </a:cubicBezTo>
                  <a:cubicBezTo>
                    <a:pt x="1240" y="913"/>
                    <a:pt x="1240" y="908"/>
                    <a:pt x="1247" y="907"/>
                  </a:cubicBezTo>
                  <a:cubicBezTo>
                    <a:pt x="1258" y="891"/>
                    <a:pt x="1263" y="890"/>
                    <a:pt x="1263" y="886"/>
                  </a:cubicBezTo>
                  <a:cubicBezTo>
                    <a:pt x="1296" y="857"/>
                    <a:pt x="1296" y="847"/>
                    <a:pt x="1304" y="843"/>
                  </a:cubicBezTo>
                  <a:cubicBezTo>
                    <a:pt x="1319" y="829"/>
                    <a:pt x="1320" y="826"/>
                    <a:pt x="1321" y="829"/>
                  </a:cubicBezTo>
                  <a:cubicBezTo>
                    <a:pt x="1305" y="848"/>
                    <a:pt x="1301" y="850"/>
                    <a:pt x="1299" y="853"/>
                  </a:cubicBezTo>
                  <a:cubicBezTo>
                    <a:pt x="1280" y="873"/>
                    <a:pt x="1274" y="888"/>
                    <a:pt x="1260" y="897"/>
                  </a:cubicBezTo>
                  <a:cubicBezTo>
                    <a:pt x="1250" y="921"/>
                    <a:pt x="1239" y="921"/>
                    <a:pt x="1240" y="930"/>
                  </a:cubicBezTo>
                  <a:cubicBezTo>
                    <a:pt x="1219" y="954"/>
                    <a:pt x="1214" y="955"/>
                    <a:pt x="1214" y="959"/>
                  </a:cubicBezTo>
                  <a:cubicBezTo>
                    <a:pt x="1153" y="1020"/>
                    <a:pt x="1147" y="1023"/>
                    <a:pt x="1145" y="1029"/>
                  </a:cubicBezTo>
                  <a:cubicBezTo>
                    <a:pt x="1092" y="1073"/>
                    <a:pt x="1084" y="1075"/>
                    <a:pt x="1078" y="1079"/>
                  </a:cubicBezTo>
                  <a:cubicBezTo>
                    <a:pt x="1049" y="1099"/>
                    <a:pt x="1040" y="1097"/>
                    <a:pt x="1040" y="1101"/>
                  </a:cubicBezTo>
                  <a:cubicBezTo>
                    <a:pt x="1032" y="1111"/>
                    <a:pt x="1047" y="1102"/>
                    <a:pt x="1060" y="1100"/>
                  </a:cubicBezTo>
                  <a:cubicBezTo>
                    <a:pt x="1109" y="1066"/>
                    <a:pt x="1122" y="1059"/>
                    <a:pt x="1133" y="1049"/>
                  </a:cubicBezTo>
                  <a:cubicBezTo>
                    <a:pt x="1174" y="1010"/>
                    <a:pt x="1187" y="1001"/>
                    <a:pt x="1195" y="989"/>
                  </a:cubicBezTo>
                  <a:cubicBezTo>
                    <a:pt x="1215" y="970"/>
                    <a:pt x="1221" y="965"/>
                    <a:pt x="1225" y="959"/>
                  </a:cubicBezTo>
                  <a:cubicBezTo>
                    <a:pt x="1259" y="917"/>
                    <a:pt x="1260" y="913"/>
                    <a:pt x="1265" y="912"/>
                  </a:cubicBezTo>
                  <a:cubicBezTo>
                    <a:pt x="1297" y="873"/>
                    <a:pt x="1300" y="866"/>
                    <a:pt x="1305" y="861"/>
                  </a:cubicBezTo>
                  <a:cubicBezTo>
                    <a:pt x="1383" y="782"/>
                    <a:pt x="1385" y="780"/>
                    <a:pt x="1385" y="778"/>
                  </a:cubicBezTo>
                  <a:cubicBezTo>
                    <a:pt x="1409" y="773"/>
                    <a:pt x="1402" y="775"/>
                    <a:pt x="1399" y="780"/>
                  </a:cubicBezTo>
                  <a:cubicBezTo>
                    <a:pt x="1372" y="809"/>
                    <a:pt x="1370" y="815"/>
                    <a:pt x="1363" y="817"/>
                  </a:cubicBezTo>
                  <a:cubicBezTo>
                    <a:pt x="1334" y="859"/>
                    <a:pt x="1336" y="867"/>
                    <a:pt x="1328" y="868"/>
                  </a:cubicBezTo>
                  <a:cubicBezTo>
                    <a:pt x="1317" y="891"/>
                    <a:pt x="1311" y="890"/>
                    <a:pt x="1313" y="895"/>
                  </a:cubicBezTo>
                  <a:cubicBezTo>
                    <a:pt x="1281" y="937"/>
                    <a:pt x="1275" y="940"/>
                    <a:pt x="1274" y="946"/>
                  </a:cubicBezTo>
                  <a:cubicBezTo>
                    <a:pt x="1245" y="976"/>
                    <a:pt x="1245" y="983"/>
                    <a:pt x="1239" y="986"/>
                  </a:cubicBezTo>
                  <a:cubicBezTo>
                    <a:pt x="1200" y="1032"/>
                    <a:pt x="1193" y="1033"/>
                    <a:pt x="1191" y="1039"/>
                  </a:cubicBezTo>
                  <a:cubicBezTo>
                    <a:pt x="1145" y="1080"/>
                    <a:pt x="1138" y="1082"/>
                    <a:pt x="1135" y="1086"/>
                  </a:cubicBezTo>
                  <a:cubicBezTo>
                    <a:pt x="1085" y="1120"/>
                    <a:pt x="1080" y="1120"/>
                    <a:pt x="1079" y="1123"/>
                  </a:cubicBezTo>
                  <a:cubicBezTo>
                    <a:pt x="1119" y="1106"/>
                    <a:pt x="1123" y="1103"/>
                    <a:pt x="1126" y="1099"/>
                  </a:cubicBezTo>
                  <a:cubicBezTo>
                    <a:pt x="1159" y="1076"/>
                    <a:pt x="1165" y="1073"/>
                    <a:pt x="1167" y="1067"/>
                  </a:cubicBezTo>
                  <a:cubicBezTo>
                    <a:pt x="1200" y="1044"/>
                    <a:pt x="1196" y="1035"/>
                    <a:pt x="1206" y="1036"/>
                  </a:cubicBezTo>
                  <a:cubicBezTo>
                    <a:pt x="1247" y="991"/>
                    <a:pt x="1255" y="984"/>
                    <a:pt x="1261" y="975"/>
                  </a:cubicBezTo>
                  <a:cubicBezTo>
                    <a:pt x="1275" y="953"/>
                    <a:pt x="1282" y="954"/>
                    <a:pt x="1281" y="949"/>
                  </a:cubicBezTo>
                  <a:cubicBezTo>
                    <a:pt x="1307" y="922"/>
                    <a:pt x="1306" y="914"/>
                    <a:pt x="1312" y="913"/>
                  </a:cubicBezTo>
                  <a:cubicBezTo>
                    <a:pt x="1326" y="889"/>
                    <a:pt x="1332" y="880"/>
                    <a:pt x="1338" y="870"/>
                  </a:cubicBezTo>
                  <a:cubicBezTo>
                    <a:pt x="1367" y="825"/>
                    <a:pt x="1385" y="812"/>
                    <a:pt x="1399" y="795"/>
                  </a:cubicBezTo>
                  <a:cubicBezTo>
                    <a:pt x="1439" y="757"/>
                    <a:pt x="1439" y="750"/>
                    <a:pt x="1449" y="751"/>
                  </a:cubicBezTo>
                  <a:cubicBezTo>
                    <a:pt x="1375" y="857"/>
                    <a:pt x="1363" y="865"/>
                    <a:pt x="1361" y="879"/>
                  </a:cubicBezTo>
                  <a:cubicBezTo>
                    <a:pt x="1346" y="897"/>
                    <a:pt x="1345" y="900"/>
                    <a:pt x="1346" y="904"/>
                  </a:cubicBezTo>
                  <a:cubicBezTo>
                    <a:pt x="1326" y="929"/>
                    <a:pt x="1328" y="937"/>
                    <a:pt x="1319" y="938"/>
                  </a:cubicBezTo>
                  <a:cubicBezTo>
                    <a:pt x="1302" y="971"/>
                    <a:pt x="1298" y="971"/>
                    <a:pt x="1296" y="973"/>
                  </a:cubicBezTo>
                  <a:cubicBezTo>
                    <a:pt x="1279" y="998"/>
                    <a:pt x="1276" y="1003"/>
                    <a:pt x="1271" y="1006"/>
                  </a:cubicBezTo>
                  <a:cubicBezTo>
                    <a:pt x="1232" y="1053"/>
                    <a:pt x="1222" y="1060"/>
                    <a:pt x="1216" y="1069"/>
                  </a:cubicBezTo>
                  <a:cubicBezTo>
                    <a:pt x="1197" y="1083"/>
                    <a:pt x="1193" y="1088"/>
                    <a:pt x="1189" y="1092"/>
                  </a:cubicBezTo>
                  <a:cubicBezTo>
                    <a:pt x="1158" y="1118"/>
                    <a:pt x="1152" y="1120"/>
                    <a:pt x="1148" y="1124"/>
                  </a:cubicBezTo>
                  <a:cubicBezTo>
                    <a:pt x="1140" y="1133"/>
                    <a:pt x="1146" y="1132"/>
                    <a:pt x="1149" y="1128"/>
                  </a:cubicBezTo>
                  <a:cubicBezTo>
                    <a:pt x="1198" y="1096"/>
                    <a:pt x="1201" y="1086"/>
                    <a:pt x="1212" y="1081"/>
                  </a:cubicBezTo>
                  <a:cubicBezTo>
                    <a:pt x="1258" y="1034"/>
                    <a:pt x="1262" y="1031"/>
                    <a:pt x="1266" y="1027"/>
                  </a:cubicBezTo>
                  <a:cubicBezTo>
                    <a:pt x="1285" y="1010"/>
                    <a:pt x="1287" y="999"/>
                    <a:pt x="1295" y="993"/>
                  </a:cubicBezTo>
                  <a:cubicBezTo>
                    <a:pt x="1309" y="971"/>
                    <a:pt x="1311" y="969"/>
                    <a:pt x="1313" y="968"/>
                  </a:cubicBezTo>
                  <a:cubicBezTo>
                    <a:pt x="1331" y="939"/>
                    <a:pt x="1336" y="936"/>
                    <a:pt x="1340" y="932"/>
                  </a:cubicBezTo>
                  <a:cubicBezTo>
                    <a:pt x="1349" y="909"/>
                    <a:pt x="1355" y="910"/>
                    <a:pt x="1353" y="905"/>
                  </a:cubicBezTo>
                  <a:cubicBezTo>
                    <a:pt x="1363" y="887"/>
                    <a:pt x="1367" y="888"/>
                    <a:pt x="1367" y="887"/>
                  </a:cubicBezTo>
                  <a:cubicBezTo>
                    <a:pt x="1378" y="861"/>
                    <a:pt x="1381" y="858"/>
                    <a:pt x="1386" y="855"/>
                  </a:cubicBezTo>
                  <a:cubicBezTo>
                    <a:pt x="1404" y="824"/>
                    <a:pt x="1403" y="817"/>
                    <a:pt x="1410" y="815"/>
                  </a:cubicBezTo>
                  <a:cubicBezTo>
                    <a:pt x="1431" y="782"/>
                    <a:pt x="1438" y="775"/>
                    <a:pt x="1445" y="767"/>
                  </a:cubicBezTo>
                  <a:cubicBezTo>
                    <a:pt x="1483" y="743"/>
                    <a:pt x="1475" y="742"/>
                    <a:pt x="1475" y="748"/>
                  </a:cubicBezTo>
                  <a:cubicBezTo>
                    <a:pt x="1453" y="775"/>
                    <a:pt x="1451" y="780"/>
                    <a:pt x="1446" y="782"/>
                  </a:cubicBezTo>
                  <a:cubicBezTo>
                    <a:pt x="1434" y="807"/>
                    <a:pt x="1432" y="808"/>
                    <a:pt x="1431" y="809"/>
                  </a:cubicBezTo>
                  <a:cubicBezTo>
                    <a:pt x="1421" y="835"/>
                    <a:pt x="1414" y="839"/>
                    <a:pt x="1413" y="848"/>
                  </a:cubicBezTo>
                  <a:cubicBezTo>
                    <a:pt x="1399" y="870"/>
                    <a:pt x="1400" y="871"/>
                    <a:pt x="1400" y="872"/>
                  </a:cubicBezTo>
                  <a:cubicBezTo>
                    <a:pt x="1396" y="885"/>
                    <a:pt x="1392" y="888"/>
                    <a:pt x="1390" y="892"/>
                  </a:cubicBezTo>
                  <a:cubicBezTo>
                    <a:pt x="1377" y="923"/>
                    <a:pt x="1372" y="929"/>
                    <a:pt x="1372" y="939"/>
                  </a:cubicBezTo>
                  <a:cubicBezTo>
                    <a:pt x="1362" y="957"/>
                    <a:pt x="1363" y="961"/>
                    <a:pt x="1361" y="961"/>
                  </a:cubicBezTo>
                  <a:cubicBezTo>
                    <a:pt x="1326" y="1038"/>
                    <a:pt x="1327" y="1048"/>
                    <a:pt x="1319" y="1053"/>
                  </a:cubicBezTo>
                  <a:cubicBezTo>
                    <a:pt x="1288" y="1101"/>
                    <a:pt x="1283" y="1108"/>
                    <a:pt x="1280" y="1116"/>
                  </a:cubicBezTo>
                  <a:cubicBezTo>
                    <a:pt x="1261" y="1138"/>
                    <a:pt x="1258" y="1140"/>
                    <a:pt x="1256" y="1144"/>
                  </a:cubicBezTo>
                  <a:cubicBezTo>
                    <a:pt x="1240" y="1168"/>
                    <a:pt x="1231" y="1166"/>
                    <a:pt x="1230" y="1171"/>
                  </a:cubicBezTo>
                  <a:cubicBezTo>
                    <a:pt x="1264" y="1144"/>
                    <a:pt x="1269" y="1134"/>
                    <a:pt x="1277" y="1127"/>
                  </a:cubicBezTo>
                  <a:cubicBezTo>
                    <a:pt x="1297" y="1098"/>
                    <a:pt x="1302" y="1099"/>
                    <a:pt x="1300" y="1094"/>
                  </a:cubicBezTo>
                  <a:cubicBezTo>
                    <a:pt x="1317" y="1073"/>
                    <a:pt x="1319" y="1071"/>
                    <a:pt x="1323" y="1070"/>
                  </a:cubicBezTo>
                  <a:cubicBezTo>
                    <a:pt x="1336" y="1043"/>
                    <a:pt x="1339" y="1039"/>
                    <a:pt x="1340" y="1034"/>
                  </a:cubicBezTo>
                  <a:cubicBezTo>
                    <a:pt x="1364" y="977"/>
                    <a:pt x="1371" y="968"/>
                    <a:pt x="1371" y="955"/>
                  </a:cubicBezTo>
                  <a:cubicBezTo>
                    <a:pt x="1391" y="915"/>
                    <a:pt x="1395" y="910"/>
                    <a:pt x="1397" y="904"/>
                  </a:cubicBezTo>
                  <a:cubicBezTo>
                    <a:pt x="1407" y="879"/>
                    <a:pt x="1410" y="874"/>
                    <a:pt x="1412" y="868"/>
                  </a:cubicBezTo>
                  <a:cubicBezTo>
                    <a:pt x="1421" y="842"/>
                    <a:pt x="1430" y="841"/>
                    <a:pt x="1431" y="834"/>
                  </a:cubicBezTo>
                  <a:cubicBezTo>
                    <a:pt x="1448" y="807"/>
                    <a:pt x="1452" y="796"/>
                    <a:pt x="1457" y="784"/>
                  </a:cubicBezTo>
                  <a:cubicBezTo>
                    <a:pt x="1479" y="764"/>
                    <a:pt x="1477" y="759"/>
                    <a:pt x="1479" y="756"/>
                  </a:cubicBezTo>
                  <a:cubicBezTo>
                    <a:pt x="1499" y="740"/>
                    <a:pt x="1500" y="734"/>
                    <a:pt x="1507" y="731"/>
                  </a:cubicBezTo>
                  <a:cubicBezTo>
                    <a:pt x="1497" y="749"/>
                    <a:pt x="1499" y="752"/>
                    <a:pt x="1498" y="753"/>
                  </a:cubicBezTo>
                  <a:cubicBezTo>
                    <a:pt x="1475" y="794"/>
                    <a:pt x="1472" y="800"/>
                    <a:pt x="1467" y="805"/>
                  </a:cubicBezTo>
                  <a:cubicBezTo>
                    <a:pt x="1456" y="837"/>
                    <a:pt x="1455" y="840"/>
                    <a:pt x="1452" y="843"/>
                  </a:cubicBezTo>
                  <a:cubicBezTo>
                    <a:pt x="1435" y="888"/>
                    <a:pt x="1432" y="895"/>
                    <a:pt x="1427" y="901"/>
                  </a:cubicBezTo>
                  <a:cubicBezTo>
                    <a:pt x="1402" y="970"/>
                    <a:pt x="1407" y="978"/>
                    <a:pt x="1401" y="978"/>
                  </a:cubicBezTo>
                  <a:cubicBezTo>
                    <a:pt x="1387" y="1021"/>
                    <a:pt x="1381" y="1027"/>
                    <a:pt x="1378" y="1034"/>
                  </a:cubicBezTo>
                  <a:cubicBezTo>
                    <a:pt x="1360" y="1067"/>
                    <a:pt x="1357" y="1070"/>
                    <a:pt x="1357" y="1075"/>
                  </a:cubicBezTo>
                  <a:cubicBezTo>
                    <a:pt x="1322" y="1125"/>
                    <a:pt x="1315" y="1126"/>
                    <a:pt x="1313" y="1129"/>
                  </a:cubicBezTo>
                  <a:cubicBezTo>
                    <a:pt x="1325" y="1123"/>
                    <a:pt x="1326" y="1118"/>
                    <a:pt x="1331" y="1115"/>
                  </a:cubicBezTo>
                  <a:cubicBezTo>
                    <a:pt x="1341" y="1100"/>
                    <a:pt x="1349" y="1100"/>
                    <a:pt x="1347" y="1092"/>
                  </a:cubicBezTo>
                  <a:cubicBezTo>
                    <a:pt x="1369" y="1067"/>
                    <a:pt x="1368" y="1060"/>
                    <a:pt x="1374" y="1059"/>
                  </a:cubicBezTo>
                  <a:cubicBezTo>
                    <a:pt x="1382" y="1041"/>
                    <a:pt x="1385" y="1037"/>
                    <a:pt x="1389" y="1034"/>
                  </a:cubicBezTo>
                  <a:cubicBezTo>
                    <a:pt x="1413" y="982"/>
                    <a:pt x="1409" y="972"/>
                    <a:pt x="1415" y="969"/>
                  </a:cubicBezTo>
                  <a:cubicBezTo>
                    <a:pt x="1422" y="940"/>
                    <a:pt x="1428" y="941"/>
                    <a:pt x="1424" y="934"/>
                  </a:cubicBezTo>
                  <a:cubicBezTo>
                    <a:pt x="1466" y="845"/>
                    <a:pt x="1463" y="834"/>
                    <a:pt x="1472" y="831"/>
                  </a:cubicBezTo>
                  <a:cubicBezTo>
                    <a:pt x="1490" y="787"/>
                    <a:pt x="1488" y="783"/>
                    <a:pt x="1490" y="781"/>
                  </a:cubicBezTo>
                  <a:cubicBezTo>
                    <a:pt x="1514" y="740"/>
                    <a:pt x="1518" y="731"/>
                    <a:pt x="1526" y="723"/>
                  </a:cubicBezTo>
                  <a:cubicBezTo>
                    <a:pt x="1526" y="736"/>
                    <a:pt x="1523" y="739"/>
                    <a:pt x="1520" y="742"/>
                  </a:cubicBezTo>
                  <a:cubicBezTo>
                    <a:pt x="1505" y="769"/>
                    <a:pt x="1502" y="773"/>
                    <a:pt x="1500" y="777"/>
                  </a:cubicBezTo>
                  <a:cubicBezTo>
                    <a:pt x="1474" y="831"/>
                    <a:pt x="1473" y="841"/>
                    <a:pt x="1466" y="847"/>
                  </a:cubicBezTo>
                  <a:cubicBezTo>
                    <a:pt x="1452" y="905"/>
                    <a:pt x="1448" y="907"/>
                    <a:pt x="1449" y="912"/>
                  </a:cubicBezTo>
                  <a:cubicBezTo>
                    <a:pt x="1437" y="938"/>
                    <a:pt x="1441" y="944"/>
                    <a:pt x="1437" y="945"/>
                  </a:cubicBezTo>
                  <a:cubicBezTo>
                    <a:pt x="1425" y="1007"/>
                    <a:pt x="1422" y="1012"/>
                    <a:pt x="1419" y="1017"/>
                  </a:cubicBezTo>
                  <a:cubicBezTo>
                    <a:pt x="1394" y="1087"/>
                    <a:pt x="1391" y="1089"/>
                    <a:pt x="1393" y="1093"/>
                  </a:cubicBezTo>
                  <a:cubicBezTo>
                    <a:pt x="1381" y="1111"/>
                    <a:pt x="1379" y="1113"/>
                    <a:pt x="1377" y="1116"/>
                  </a:cubicBezTo>
                  <a:cubicBezTo>
                    <a:pt x="1358" y="1151"/>
                    <a:pt x="1350" y="1152"/>
                    <a:pt x="1350" y="1158"/>
                  </a:cubicBezTo>
                  <a:cubicBezTo>
                    <a:pt x="1373" y="1127"/>
                    <a:pt x="1385" y="1125"/>
                    <a:pt x="1384" y="1115"/>
                  </a:cubicBezTo>
                  <a:cubicBezTo>
                    <a:pt x="1405" y="1084"/>
                    <a:pt x="1402" y="1079"/>
                    <a:pt x="1408" y="1079"/>
                  </a:cubicBezTo>
                  <a:cubicBezTo>
                    <a:pt x="1416" y="1052"/>
                    <a:pt x="1422" y="1046"/>
                    <a:pt x="1423" y="1037"/>
                  </a:cubicBezTo>
                  <a:cubicBezTo>
                    <a:pt x="1444" y="980"/>
                    <a:pt x="1442" y="968"/>
                    <a:pt x="1447" y="961"/>
                  </a:cubicBezTo>
                  <a:cubicBezTo>
                    <a:pt x="1459" y="887"/>
                    <a:pt x="1471" y="875"/>
                    <a:pt x="1472" y="855"/>
                  </a:cubicBezTo>
                  <a:cubicBezTo>
                    <a:pt x="1491" y="823"/>
                    <a:pt x="1488" y="817"/>
                    <a:pt x="1494" y="818"/>
                  </a:cubicBezTo>
                  <a:cubicBezTo>
                    <a:pt x="1507" y="774"/>
                    <a:pt x="1517" y="775"/>
                    <a:pt x="1516" y="769"/>
                  </a:cubicBezTo>
                  <a:cubicBezTo>
                    <a:pt x="1545" y="733"/>
                    <a:pt x="1541" y="724"/>
                    <a:pt x="1548" y="724"/>
                  </a:cubicBezTo>
                  <a:cubicBezTo>
                    <a:pt x="1567" y="700"/>
                    <a:pt x="1568" y="698"/>
                    <a:pt x="1572" y="697"/>
                  </a:cubicBezTo>
                  <a:cubicBezTo>
                    <a:pt x="1565" y="709"/>
                    <a:pt x="1566" y="712"/>
                    <a:pt x="1564" y="712"/>
                  </a:cubicBezTo>
                  <a:cubicBezTo>
                    <a:pt x="1548" y="738"/>
                    <a:pt x="1542" y="752"/>
                    <a:pt x="1533" y="762"/>
                  </a:cubicBezTo>
                  <a:cubicBezTo>
                    <a:pt x="1527" y="793"/>
                    <a:pt x="1516" y="796"/>
                    <a:pt x="1519" y="807"/>
                  </a:cubicBezTo>
                  <a:cubicBezTo>
                    <a:pt x="1509" y="836"/>
                    <a:pt x="1506" y="843"/>
                    <a:pt x="1502" y="849"/>
                  </a:cubicBezTo>
                  <a:cubicBezTo>
                    <a:pt x="1486" y="911"/>
                    <a:pt x="1479" y="924"/>
                    <a:pt x="1479" y="942"/>
                  </a:cubicBezTo>
                  <a:cubicBezTo>
                    <a:pt x="1466" y="979"/>
                    <a:pt x="1459" y="986"/>
                    <a:pt x="1458" y="997"/>
                  </a:cubicBezTo>
                  <a:cubicBezTo>
                    <a:pt x="1439" y="1041"/>
                    <a:pt x="1437" y="1046"/>
                    <a:pt x="1437" y="1052"/>
                  </a:cubicBezTo>
                  <a:cubicBezTo>
                    <a:pt x="1421" y="1085"/>
                    <a:pt x="1419" y="1087"/>
                    <a:pt x="1417" y="1089"/>
                  </a:cubicBezTo>
                  <a:cubicBezTo>
                    <a:pt x="1406" y="1111"/>
                    <a:pt x="1401" y="1119"/>
                    <a:pt x="1395" y="1126"/>
                  </a:cubicBezTo>
                  <a:cubicBezTo>
                    <a:pt x="1373" y="1155"/>
                    <a:pt x="1373" y="1163"/>
                    <a:pt x="1364" y="1165"/>
                  </a:cubicBezTo>
                  <a:cubicBezTo>
                    <a:pt x="1358" y="1177"/>
                    <a:pt x="1365" y="1179"/>
                    <a:pt x="1366" y="1175"/>
                  </a:cubicBezTo>
                  <a:cubicBezTo>
                    <a:pt x="1386" y="1144"/>
                    <a:pt x="1394" y="1143"/>
                    <a:pt x="1394" y="1137"/>
                  </a:cubicBezTo>
                  <a:cubicBezTo>
                    <a:pt x="1431" y="1081"/>
                    <a:pt x="1439" y="1061"/>
                    <a:pt x="1448" y="1043"/>
                  </a:cubicBezTo>
                  <a:cubicBezTo>
                    <a:pt x="1464" y="1004"/>
                    <a:pt x="1466" y="993"/>
                    <a:pt x="1471" y="984"/>
                  </a:cubicBezTo>
                  <a:cubicBezTo>
                    <a:pt x="1496" y="912"/>
                    <a:pt x="1499" y="902"/>
                    <a:pt x="1501" y="892"/>
                  </a:cubicBezTo>
                  <a:cubicBezTo>
                    <a:pt x="1512" y="850"/>
                    <a:pt x="1519" y="842"/>
                    <a:pt x="1521" y="831"/>
                  </a:cubicBezTo>
                  <a:cubicBezTo>
                    <a:pt x="1539" y="782"/>
                    <a:pt x="1541" y="778"/>
                    <a:pt x="1541" y="772"/>
                  </a:cubicBezTo>
                  <a:cubicBezTo>
                    <a:pt x="1564" y="728"/>
                    <a:pt x="1567" y="727"/>
                    <a:pt x="1568" y="725"/>
                  </a:cubicBezTo>
                  <a:cubicBezTo>
                    <a:pt x="1586" y="705"/>
                    <a:pt x="1586" y="702"/>
                    <a:pt x="1588" y="701"/>
                  </a:cubicBezTo>
                  <a:cubicBezTo>
                    <a:pt x="1587" y="710"/>
                    <a:pt x="1582" y="711"/>
                    <a:pt x="1582" y="715"/>
                  </a:cubicBezTo>
                  <a:cubicBezTo>
                    <a:pt x="1565" y="759"/>
                    <a:pt x="1557" y="757"/>
                    <a:pt x="1560" y="764"/>
                  </a:cubicBezTo>
                  <a:cubicBezTo>
                    <a:pt x="1544" y="799"/>
                    <a:pt x="1545" y="808"/>
                    <a:pt x="1540" y="814"/>
                  </a:cubicBezTo>
                  <a:cubicBezTo>
                    <a:pt x="1522" y="867"/>
                    <a:pt x="1526" y="885"/>
                    <a:pt x="1517" y="893"/>
                  </a:cubicBezTo>
                  <a:cubicBezTo>
                    <a:pt x="1511" y="951"/>
                    <a:pt x="1505" y="961"/>
                    <a:pt x="1502" y="974"/>
                  </a:cubicBezTo>
                  <a:cubicBezTo>
                    <a:pt x="1488" y="1033"/>
                    <a:pt x="1487" y="1036"/>
                    <a:pt x="1488" y="1040"/>
                  </a:cubicBezTo>
                  <a:cubicBezTo>
                    <a:pt x="1472" y="1091"/>
                    <a:pt x="1465" y="1093"/>
                    <a:pt x="1465" y="1100"/>
                  </a:cubicBezTo>
                  <a:cubicBezTo>
                    <a:pt x="1449" y="1137"/>
                    <a:pt x="1447" y="1140"/>
                    <a:pt x="1446" y="1143"/>
                  </a:cubicBezTo>
                  <a:cubicBezTo>
                    <a:pt x="1454" y="1132"/>
                    <a:pt x="1459" y="1129"/>
                    <a:pt x="1461" y="1123"/>
                  </a:cubicBezTo>
                  <a:cubicBezTo>
                    <a:pt x="1487" y="1072"/>
                    <a:pt x="1483" y="1063"/>
                    <a:pt x="1489" y="1060"/>
                  </a:cubicBezTo>
                  <a:cubicBezTo>
                    <a:pt x="1500" y="1013"/>
                    <a:pt x="1511" y="1017"/>
                    <a:pt x="1507" y="1010"/>
                  </a:cubicBezTo>
                  <a:cubicBezTo>
                    <a:pt x="1511" y="959"/>
                    <a:pt x="1522" y="958"/>
                    <a:pt x="1517" y="946"/>
                  </a:cubicBezTo>
                  <a:cubicBezTo>
                    <a:pt x="1527" y="897"/>
                    <a:pt x="1531" y="894"/>
                    <a:pt x="1529" y="887"/>
                  </a:cubicBezTo>
                  <a:cubicBezTo>
                    <a:pt x="1547" y="822"/>
                    <a:pt x="1551" y="815"/>
                    <a:pt x="1554" y="807"/>
                  </a:cubicBezTo>
                  <a:cubicBezTo>
                    <a:pt x="1573" y="742"/>
                    <a:pt x="1585" y="745"/>
                    <a:pt x="1582" y="738"/>
                  </a:cubicBezTo>
                  <a:cubicBezTo>
                    <a:pt x="1593" y="722"/>
                    <a:pt x="1591" y="719"/>
                    <a:pt x="1594" y="718"/>
                  </a:cubicBezTo>
                  <a:cubicBezTo>
                    <a:pt x="1619" y="684"/>
                    <a:pt x="1616" y="687"/>
                    <a:pt x="1615" y="692"/>
                  </a:cubicBezTo>
                  <a:cubicBezTo>
                    <a:pt x="1599" y="715"/>
                    <a:pt x="1601" y="718"/>
                    <a:pt x="1598" y="719"/>
                  </a:cubicBezTo>
                  <a:cubicBezTo>
                    <a:pt x="1585" y="740"/>
                    <a:pt x="1585" y="746"/>
                    <a:pt x="1581" y="749"/>
                  </a:cubicBezTo>
                  <a:cubicBezTo>
                    <a:pt x="1568" y="794"/>
                    <a:pt x="1561" y="795"/>
                    <a:pt x="1562" y="801"/>
                  </a:cubicBezTo>
                  <a:cubicBezTo>
                    <a:pt x="1546" y="844"/>
                    <a:pt x="1548" y="851"/>
                    <a:pt x="1545" y="855"/>
                  </a:cubicBezTo>
                  <a:cubicBezTo>
                    <a:pt x="1538" y="894"/>
                    <a:pt x="1537" y="904"/>
                    <a:pt x="1536" y="914"/>
                  </a:cubicBezTo>
                  <a:cubicBezTo>
                    <a:pt x="1529" y="960"/>
                    <a:pt x="1529" y="966"/>
                    <a:pt x="1526" y="969"/>
                  </a:cubicBezTo>
                  <a:cubicBezTo>
                    <a:pt x="1512" y="1031"/>
                    <a:pt x="1515" y="1039"/>
                    <a:pt x="1513" y="1043"/>
                  </a:cubicBezTo>
                  <a:cubicBezTo>
                    <a:pt x="1500" y="1088"/>
                    <a:pt x="1491" y="1087"/>
                    <a:pt x="1493" y="1095"/>
                  </a:cubicBezTo>
                  <a:cubicBezTo>
                    <a:pt x="1496" y="1099"/>
                    <a:pt x="1498" y="1092"/>
                    <a:pt x="1501" y="1087"/>
                  </a:cubicBezTo>
                  <a:cubicBezTo>
                    <a:pt x="1520" y="1044"/>
                    <a:pt x="1523" y="1037"/>
                    <a:pt x="1524" y="1030"/>
                  </a:cubicBezTo>
                  <a:cubicBezTo>
                    <a:pt x="1535" y="1007"/>
                    <a:pt x="1530" y="996"/>
                    <a:pt x="1534" y="990"/>
                  </a:cubicBezTo>
                  <a:cubicBezTo>
                    <a:pt x="1547" y="920"/>
                    <a:pt x="1543" y="912"/>
                    <a:pt x="1546" y="908"/>
                  </a:cubicBezTo>
                  <a:cubicBezTo>
                    <a:pt x="1558" y="848"/>
                    <a:pt x="1560" y="836"/>
                    <a:pt x="1564" y="825"/>
                  </a:cubicBezTo>
                  <a:cubicBezTo>
                    <a:pt x="1596" y="749"/>
                    <a:pt x="1597" y="736"/>
                    <a:pt x="1604" y="727"/>
                  </a:cubicBezTo>
                  <a:cubicBezTo>
                    <a:pt x="1617" y="708"/>
                    <a:pt x="1618" y="702"/>
                    <a:pt x="1621" y="697"/>
                  </a:cubicBezTo>
                  <a:cubicBezTo>
                    <a:pt x="1645" y="666"/>
                    <a:pt x="1646" y="660"/>
                    <a:pt x="1649" y="655"/>
                  </a:cubicBezTo>
                  <a:cubicBezTo>
                    <a:pt x="1664" y="655"/>
                    <a:pt x="1660" y="659"/>
                    <a:pt x="1655" y="663"/>
                  </a:cubicBezTo>
                  <a:cubicBezTo>
                    <a:pt x="1646" y="680"/>
                    <a:pt x="1644" y="682"/>
                    <a:pt x="1640" y="683"/>
                  </a:cubicBezTo>
                  <a:cubicBezTo>
                    <a:pt x="1628" y="709"/>
                    <a:pt x="1626" y="711"/>
                    <a:pt x="1624" y="712"/>
                  </a:cubicBezTo>
                  <a:cubicBezTo>
                    <a:pt x="1609" y="739"/>
                    <a:pt x="1613" y="749"/>
                    <a:pt x="1606" y="751"/>
                  </a:cubicBezTo>
                  <a:cubicBezTo>
                    <a:pt x="1591" y="789"/>
                    <a:pt x="1590" y="796"/>
                    <a:pt x="1586" y="801"/>
                  </a:cubicBezTo>
                  <a:cubicBezTo>
                    <a:pt x="1573" y="863"/>
                    <a:pt x="1567" y="866"/>
                    <a:pt x="1571" y="877"/>
                  </a:cubicBezTo>
                  <a:cubicBezTo>
                    <a:pt x="1569" y="1011"/>
                    <a:pt x="1566" y="1004"/>
                    <a:pt x="1567" y="1000"/>
                  </a:cubicBezTo>
                  <a:cubicBezTo>
                    <a:pt x="1584" y="947"/>
                    <a:pt x="1586" y="936"/>
                    <a:pt x="1591" y="926"/>
                  </a:cubicBezTo>
                  <a:cubicBezTo>
                    <a:pt x="1618" y="817"/>
                    <a:pt x="1621" y="806"/>
                    <a:pt x="1623" y="794"/>
                  </a:cubicBezTo>
                  <a:cubicBezTo>
                    <a:pt x="1638" y="752"/>
                    <a:pt x="1642" y="741"/>
                    <a:pt x="1647" y="730"/>
                  </a:cubicBezTo>
                  <a:cubicBezTo>
                    <a:pt x="1665" y="691"/>
                    <a:pt x="1667" y="688"/>
                    <a:pt x="1670" y="686"/>
                  </a:cubicBezTo>
                  <a:cubicBezTo>
                    <a:pt x="1680" y="666"/>
                    <a:pt x="1683" y="662"/>
                    <a:pt x="1685" y="657"/>
                  </a:cubicBezTo>
                  <a:cubicBezTo>
                    <a:pt x="1698" y="643"/>
                    <a:pt x="1698" y="640"/>
                    <a:pt x="1701" y="639"/>
                  </a:cubicBezTo>
                  <a:cubicBezTo>
                    <a:pt x="1715" y="633"/>
                    <a:pt x="1706" y="644"/>
                    <a:pt x="1697" y="655"/>
                  </a:cubicBezTo>
                  <a:cubicBezTo>
                    <a:pt x="1662" y="708"/>
                    <a:pt x="1663" y="716"/>
                    <a:pt x="1658" y="719"/>
                  </a:cubicBezTo>
                  <a:cubicBezTo>
                    <a:pt x="1644" y="762"/>
                    <a:pt x="1639" y="772"/>
                    <a:pt x="1639" y="785"/>
                  </a:cubicBezTo>
                  <a:cubicBezTo>
                    <a:pt x="1619" y="855"/>
                    <a:pt x="1616" y="860"/>
                    <a:pt x="1616" y="867"/>
                  </a:cubicBezTo>
                  <a:cubicBezTo>
                    <a:pt x="1604" y="896"/>
                    <a:pt x="1606" y="912"/>
                    <a:pt x="1600" y="923"/>
                  </a:cubicBezTo>
                  <a:cubicBezTo>
                    <a:pt x="1589" y="968"/>
                    <a:pt x="1585" y="973"/>
                    <a:pt x="1586" y="981"/>
                  </a:cubicBezTo>
                  <a:cubicBezTo>
                    <a:pt x="1573" y="1022"/>
                    <a:pt x="1565" y="1025"/>
                    <a:pt x="1566" y="1033"/>
                  </a:cubicBezTo>
                  <a:cubicBezTo>
                    <a:pt x="1553" y="1054"/>
                    <a:pt x="1550" y="1059"/>
                    <a:pt x="1545" y="1063"/>
                  </a:cubicBezTo>
                  <a:cubicBezTo>
                    <a:pt x="1509" y="1110"/>
                    <a:pt x="1503" y="1109"/>
                    <a:pt x="1506" y="1115"/>
                  </a:cubicBezTo>
                  <a:cubicBezTo>
                    <a:pt x="1523" y="1102"/>
                    <a:pt x="1526" y="1099"/>
                    <a:pt x="1529" y="1095"/>
                  </a:cubicBezTo>
                  <a:cubicBezTo>
                    <a:pt x="1541" y="1079"/>
                    <a:pt x="1546" y="1077"/>
                    <a:pt x="1547" y="1072"/>
                  </a:cubicBezTo>
                  <a:cubicBezTo>
                    <a:pt x="1566" y="1044"/>
                    <a:pt x="1569" y="1040"/>
                    <a:pt x="1573" y="1036"/>
                  </a:cubicBezTo>
                  <a:close/>
                  <a:moveTo>
                    <a:pt x="1704" y="888"/>
                  </a:moveTo>
                  <a:cubicBezTo>
                    <a:pt x="1709" y="888"/>
                    <a:pt x="1703" y="895"/>
                    <a:pt x="1704" y="897"/>
                  </a:cubicBezTo>
                  <a:cubicBezTo>
                    <a:pt x="1680" y="926"/>
                    <a:pt x="1684" y="933"/>
                    <a:pt x="1677" y="933"/>
                  </a:cubicBezTo>
                  <a:cubicBezTo>
                    <a:pt x="1692" y="888"/>
                    <a:pt x="1696" y="888"/>
                    <a:pt x="1694" y="884"/>
                  </a:cubicBezTo>
                  <a:cubicBezTo>
                    <a:pt x="1720" y="791"/>
                    <a:pt x="1729" y="785"/>
                    <a:pt x="1725" y="772"/>
                  </a:cubicBezTo>
                  <a:cubicBezTo>
                    <a:pt x="1737" y="743"/>
                    <a:pt x="1738" y="735"/>
                    <a:pt x="1742" y="729"/>
                  </a:cubicBezTo>
                  <a:cubicBezTo>
                    <a:pt x="1754" y="700"/>
                    <a:pt x="1755" y="692"/>
                    <a:pt x="1761" y="688"/>
                  </a:cubicBezTo>
                  <a:cubicBezTo>
                    <a:pt x="1767" y="673"/>
                    <a:pt x="1768" y="669"/>
                    <a:pt x="1770" y="666"/>
                  </a:cubicBezTo>
                  <a:cubicBezTo>
                    <a:pt x="1790" y="634"/>
                    <a:pt x="1785" y="626"/>
                    <a:pt x="1792" y="627"/>
                  </a:cubicBezTo>
                  <a:cubicBezTo>
                    <a:pt x="1795" y="624"/>
                    <a:pt x="1796" y="629"/>
                    <a:pt x="1795" y="633"/>
                  </a:cubicBezTo>
                  <a:cubicBezTo>
                    <a:pt x="1779" y="657"/>
                    <a:pt x="1783" y="666"/>
                    <a:pt x="1777" y="667"/>
                  </a:cubicBezTo>
                  <a:cubicBezTo>
                    <a:pt x="1760" y="709"/>
                    <a:pt x="1759" y="717"/>
                    <a:pt x="1754" y="722"/>
                  </a:cubicBezTo>
                  <a:cubicBezTo>
                    <a:pt x="1745" y="753"/>
                    <a:pt x="1749" y="759"/>
                    <a:pt x="1745" y="759"/>
                  </a:cubicBezTo>
                  <a:cubicBezTo>
                    <a:pt x="1733" y="796"/>
                    <a:pt x="1737" y="802"/>
                    <a:pt x="1733" y="803"/>
                  </a:cubicBezTo>
                  <a:cubicBezTo>
                    <a:pt x="1722" y="841"/>
                    <a:pt x="1717" y="851"/>
                    <a:pt x="1715" y="864"/>
                  </a:cubicBezTo>
                  <a:cubicBezTo>
                    <a:pt x="1700" y="892"/>
                    <a:pt x="1704" y="892"/>
                    <a:pt x="1704" y="888"/>
                  </a:cubicBezTo>
                  <a:close/>
                  <a:moveTo>
                    <a:pt x="1534" y="299"/>
                  </a:moveTo>
                  <a:cubicBezTo>
                    <a:pt x="1541" y="296"/>
                    <a:pt x="1544" y="300"/>
                    <a:pt x="1551" y="298"/>
                  </a:cubicBezTo>
                  <a:cubicBezTo>
                    <a:pt x="1606" y="305"/>
                    <a:pt x="1609" y="310"/>
                    <a:pt x="1615" y="309"/>
                  </a:cubicBezTo>
                  <a:cubicBezTo>
                    <a:pt x="1665" y="320"/>
                    <a:pt x="1668" y="324"/>
                    <a:pt x="1675" y="322"/>
                  </a:cubicBezTo>
                  <a:cubicBezTo>
                    <a:pt x="1725" y="336"/>
                    <a:pt x="1725" y="345"/>
                    <a:pt x="1732" y="343"/>
                  </a:cubicBezTo>
                  <a:cubicBezTo>
                    <a:pt x="1776" y="364"/>
                    <a:pt x="1782" y="363"/>
                    <a:pt x="1783" y="369"/>
                  </a:cubicBezTo>
                  <a:cubicBezTo>
                    <a:pt x="1805" y="373"/>
                    <a:pt x="1804" y="382"/>
                    <a:pt x="1812" y="379"/>
                  </a:cubicBezTo>
                  <a:cubicBezTo>
                    <a:pt x="1845" y="400"/>
                    <a:pt x="1856" y="399"/>
                    <a:pt x="1863" y="406"/>
                  </a:cubicBezTo>
                  <a:cubicBezTo>
                    <a:pt x="1911" y="424"/>
                    <a:pt x="1920" y="418"/>
                    <a:pt x="1923" y="421"/>
                  </a:cubicBezTo>
                  <a:cubicBezTo>
                    <a:pt x="1958" y="431"/>
                    <a:pt x="1968" y="425"/>
                    <a:pt x="1969" y="431"/>
                  </a:cubicBezTo>
                  <a:cubicBezTo>
                    <a:pt x="1954" y="441"/>
                    <a:pt x="1952" y="436"/>
                    <a:pt x="1948" y="435"/>
                  </a:cubicBezTo>
                  <a:cubicBezTo>
                    <a:pt x="1904" y="430"/>
                    <a:pt x="1898" y="426"/>
                    <a:pt x="1891" y="425"/>
                  </a:cubicBezTo>
                  <a:cubicBezTo>
                    <a:pt x="1826" y="407"/>
                    <a:pt x="1828" y="397"/>
                    <a:pt x="1822" y="400"/>
                  </a:cubicBezTo>
                  <a:cubicBezTo>
                    <a:pt x="1792" y="385"/>
                    <a:pt x="1790" y="382"/>
                    <a:pt x="1786" y="382"/>
                  </a:cubicBezTo>
                  <a:cubicBezTo>
                    <a:pt x="1758" y="367"/>
                    <a:pt x="1754" y="368"/>
                    <a:pt x="1754" y="365"/>
                  </a:cubicBezTo>
                  <a:cubicBezTo>
                    <a:pt x="1735" y="356"/>
                    <a:pt x="1730" y="353"/>
                    <a:pt x="1723" y="351"/>
                  </a:cubicBezTo>
                  <a:cubicBezTo>
                    <a:pt x="1699" y="338"/>
                    <a:pt x="1689" y="341"/>
                    <a:pt x="1684" y="336"/>
                  </a:cubicBezTo>
                  <a:cubicBezTo>
                    <a:pt x="1637" y="322"/>
                    <a:pt x="1631" y="319"/>
                    <a:pt x="1625" y="316"/>
                  </a:cubicBezTo>
                  <a:cubicBezTo>
                    <a:pt x="1552" y="306"/>
                    <a:pt x="1547" y="305"/>
                    <a:pt x="1542" y="306"/>
                  </a:cubicBezTo>
                  <a:cubicBezTo>
                    <a:pt x="1519" y="295"/>
                    <a:pt x="1527" y="303"/>
                    <a:pt x="1534" y="299"/>
                  </a:cubicBezTo>
                  <a:close/>
                  <a:moveTo>
                    <a:pt x="1968" y="449"/>
                  </a:moveTo>
                  <a:cubicBezTo>
                    <a:pt x="1969" y="454"/>
                    <a:pt x="1963" y="455"/>
                    <a:pt x="1960" y="452"/>
                  </a:cubicBezTo>
                  <a:cubicBezTo>
                    <a:pt x="1960" y="449"/>
                    <a:pt x="1965" y="450"/>
                    <a:pt x="1968" y="449"/>
                  </a:cubicBezTo>
                  <a:close/>
                  <a:moveTo>
                    <a:pt x="1567" y="324"/>
                  </a:moveTo>
                  <a:cubicBezTo>
                    <a:pt x="1564" y="319"/>
                    <a:pt x="1555" y="323"/>
                    <a:pt x="1551" y="320"/>
                  </a:cubicBezTo>
                  <a:cubicBezTo>
                    <a:pt x="1450" y="299"/>
                    <a:pt x="1460" y="303"/>
                    <a:pt x="1463" y="303"/>
                  </a:cubicBezTo>
                  <a:cubicBezTo>
                    <a:pt x="1502" y="303"/>
                    <a:pt x="1506" y="306"/>
                    <a:pt x="1511" y="307"/>
                  </a:cubicBezTo>
                  <a:cubicBezTo>
                    <a:pt x="1565" y="311"/>
                    <a:pt x="1566" y="318"/>
                    <a:pt x="1572" y="316"/>
                  </a:cubicBezTo>
                  <a:cubicBezTo>
                    <a:pt x="1642" y="329"/>
                    <a:pt x="1649" y="335"/>
                    <a:pt x="1660" y="336"/>
                  </a:cubicBezTo>
                  <a:cubicBezTo>
                    <a:pt x="1704" y="352"/>
                    <a:pt x="1706" y="355"/>
                    <a:pt x="1710" y="354"/>
                  </a:cubicBezTo>
                  <a:cubicBezTo>
                    <a:pt x="1734" y="367"/>
                    <a:pt x="1739" y="368"/>
                    <a:pt x="1744" y="370"/>
                  </a:cubicBezTo>
                  <a:cubicBezTo>
                    <a:pt x="1759" y="383"/>
                    <a:pt x="1767" y="380"/>
                    <a:pt x="1770" y="382"/>
                  </a:cubicBezTo>
                  <a:cubicBezTo>
                    <a:pt x="1788" y="392"/>
                    <a:pt x="1791" y="396"/>
                    <a:pt x="1797" y="395"/>
                  </a:cubicBezTo>
                  <a:cubicBezTo>
                    <a:pt x="1858" y="428"/>
                    <a:pt x="1872" y="424"/>
                    <a:pt x="1879" y="432"/>
                  </a:cubicBezTo>
                  <a:cubicBezTo>
                    <a:pt x="1917" y="440"/>
                    <a:pt x="1925" y="442"/>
                    <a:pt x="1932" y="444"/>
                  </a:cubicBezTo>
                  <a:cubicBezTo>
                    <a:pt x="1950" y="451"/>
                    <a:pt x="1943" y="456"/>
                    <a:pt x="1942" y="451"/>
                  </a:cubicBezTo>
                  <a:cubicBezTo>
                    <a:pt x="1913" y="449"/>
                    <a:pt x="1907" y="449"/>
                    <a:pt x="1902" y="447"/>
                  </a:cubicBezTo>
                  <a:cubicBezTo>
                    <a:pt x="1879" y="443"/>
                    <a:pt x="1872" y="443"/>
                    <a:pt x="1869" y="438"/>
                  </a:cubicBezTo>
                  <a:cubicBezTo>
                    <a:pt x="1814" y="426"/>
                    <a:pt x="1813" y="418"/>
                    <a:pt x="1804" y="421"/>
                  </a:cubicBezTo>
                  <a:cubicBezTo>
                    <a:pt x="1757" y="398"/>
                    <a:pt x="1753" y="395"/>
                    <a:pt x="1748" y="393"/>
                  </a:cubicBezTo>
                  <a:cubicBezTo>
                    <a:pt x="1726" y="379"/>
                    <a:pt x="1714" y="379"/>
                    <a:pt x="1706" y="372"/>
                  </a:cubicBezTo>
                  <a:cubicBezTo>
                    <a:pt x="1669" y="351"/>
                    <a:pt x="1663" y="354"/>
                    <a:pt x="1663" y="351"/>
                  </a:cubicBezTo>
                  <a:cubicBezTo>
                    <a:pt x="1643" y="344"/>
                    <a:pt x="1639" y="340"/>
                    <a:pt x="1632" y="341"/>
                  </a:cubicBezTo>
                  <a:cubicBezTo>
                    <a:pt x="1598" y="327"/>
                    <a:pt x="1591" y="328"/>
                    <a:pt x="1585" y="327"/>
                  </a:cubicBezTo>
                  <a:close/>
                  <a:moveTo>
                    <a:pt x="1948" y="481"/>
                  </a:moveTo>
                  <a:cubicBezTo>
                    <a:pt x="1943" y="482"/>
                    <a:pt x="1946" y="488"/>
                    <a:pt x="1940" y="487"/>
                  </a:cubicBezTo>
                  <a:cubicBezTo>
                    <a:pt x="1944" y="482"/>
                    <a:pt x="1944" y="475"/>
                    <a:pt x="1953" y="474"/>
                  </a:cubicBezTo>
                  <a:cubicBezTo>
                    <a:pt x="1955" y="479"/>
                    <a:pt x="1949" y="479"/>
                    <a:pt x="1948" y="481"/>
                  </a:cubicBezTo>
                  <a:close/>
                  <a:moveTo>
                    <a:pt x="1923" y="470"/>
                  </a:moveTo>
                  <a:cubicBezTo>
                    <a:pt x="1920" y="466"/>
                    <a:pt x="1912" y="469"/>
                    <a:pt x="1907" y="466"/>
                  </a:cubicBezTo>
                  <a:cubicBezTo>
                    <a:pt x="1879" y="465"/>
                    <a:pt x="1874" y="467"/>
                    <a:pt x="1873" y="464"/>
                  </a:cubicBezTo>
                  <a:cubicBezTo>
                    <a:pt x="1838" y="455"/>
                    <a:pt x="1833" y="454"/>
                    <a:pt x="1829" y="452"/>
                  </a:cubicBezTo>
                  <a:cubicBezTo>
                    <a:pt x="1753" y="419"/>
                    <a:pt x="1749" y="416"/>
                    <a:pt x="1745" y="414"/>
                  </a:cubicBezTo>
                  <a:cubicBezTo>
                    <a:pt x="1687" y="386"/>
                    <a:pt x="1681" y="389"/>
                    <a:pt x="1680" y="385"/>
                  </a:cubicBezTo>
                  <a:cubicBezTo>
                    <a:pt x="1662" y="375"/>
                    <a:pt x="1659" y="374"/>
                    <a:pt x="1656" y="374"/>
                  </a:cubicBezTo>
                  <a:cubicBezTo>
                    <a:pt x="1619" y="357"/>
                    <a:pt x="1617" y="350"/>
                    <a:pt x="1610" y="352"/>
                  </a:cubicBezTo>
                  <a:cubicBezTo>
                    <a:pt x="1571" y="325"/>
                    <a:pt x="1576" y="333"/>
                    <a:pt x="1579" y="330"/>
                  </a:cubicBezTo>
                  <a:cubicBezTo>
                    <a:pt x="1615" y="345"/>
                    <a:pt x="1630" y="345"/>
                    <a:pt x="1640" y="350"/>
                  </a:cubicBezTo>
                  <a:cubicBezTo>
                    <a:pt x="1669" y="363"/>
                    <a:pt x="1671" y="364"/>
                    <a:pt x="1672" y="367"/>
                  </a:cubicBezTo>
                  <a:cubicBezTo>
                    <a:pt x="1726" y="389"/>
                    <a:pt x="1726" y="395"/>
                    <a:pt x="1730" y="394"/>
                  </a:cubicBezTo>
                  <a:cubicBezTo>
                    <a:pt x="1758" y="411"/>
                    <a:pt x="1765" y="409"/>
                    <a:pt x="1769" y="414"/>
                  </a:cubicBezTo>
                  <a:cubicBezTo>
                    <a:pt x="1815" y="430"/>
                    <a:pt x="1822" y="439"/>
                    <a:pt x="1838" y="437"/>
                  </a:cubicBezTo>
                  <a:cubicBezTo>
                    <a:pt x="1891" y="455"/>
                    <a:pt x="1892" y="458"/>
                    <a:pt x="1895" y="458"/>
                  </a:cubicBezTo>
                  <a:cubicBezTo>
                    <a:pt x="1925" y="456"/>
                    <a:pt x="1939" y="461"/>
                    <a:pt x="1947" y="464"/>
                  </a:cubicBezTo>
                  <a:cubicBezTo>
                    <a:pt x="1946" y="472"/>
                    <a:pt x="1931" y="465"/>
                    <a:pt x="1923" y="470"/>
                  </a:cubicBezTo>
                  <a:close/>
                  <a:moveTo>
                    <a:pt x="1923" y="528"/>
                  </a:moveTo>
                  <a:cubicBezTo>
                    <a:pt x="1926" y="518"/>
                    <a:pt x="1933" y="511"/>
                    <a:pt x="1938" y="503"/>
                  </a:cubicBezTo>
                  <a:cubicBezTo>
                    <a:pt x="1972" y="476"/>
                    <a:pt x="1969" y="477"/>
                    <a:pt x="1969" y="479"/>
                  </a:cubicBezTo>
                  <a:cubicBezTo>
                    <a:pt x="1958" y="497"/>
                    <a:pt x="1958" y="501"/>
                    <a:pt x="1956" y="504"/>
                  </a:cubicBezTo>
                  <a:cubicBezTo>
                    <a:pt x="1932" y="538"/>
                    <a:pt x="1936" y="549"/>
                    <a:pt x="1929" y="553"/>
                  </a:cubicBezTo>
                  <a:cubicBezTo>
                    <a:pt x="1901" y="608"/>
                    <a:pt x="1903" y="613"/>
                    <a:pt x="1901" y="616"/>
                  </a:cubicBezTo>
                  <a:cubicBezTo>
                    <a:pt x="1866" y="694"/>
                    <a:pt x="1857" y="699"/>
                    <a:pt x="1856" y="708"/>
                  </a:cubicBezTo>
                  <a:cubicBezTo>
                    <a:pt x="1838" y="738"/>
                    <a:pt x="1833" y="746"/>
                    <a:pt x="1828" y="753"/>
                  </a:cubicBezTo>
                  <a:cubicBezTo>
                    <a:pt x="1818" y="768"/>
                    <a:pt x="1816" y="771"/>
                    <a:pt x="1814" y="775"/>
                  </a:cubicBezTo>
                  <a:cubicBezTo>
                    <a:pt x="1784" y="808"/>
                    <a:pt x="1782" y="812"/>
                    <a:pt x="1780" y="815"/>
                  </a:cubicBezTo>
                  <a:cubicBezTo>
                    <a:pt x="1787" y="794"/>
                    <a:pt x="1788" y="787"/>
                    <a:pt x="1791" y="782"/>
                  </a:cubicBezTo>
                  <a:cubicBezTo>
                    <a:pt x="1812" y="744"/>
                    <a:pt x="1811" y="736"/>
                    <a:pt x="1815" y="731"/>
                  </a:cubicBezTo>
                  <a:cubicBezTo>
                    <a:pt x="1845" y="671"/>
                    <a:pt x="1848" y="658"/>
                    <a:pt x="1853" y="647"/>
                  </a:cubicBezTo>
                  <a:cubicBezTo>
                    <a:pt x="1865" y="618"/>
                    <a:pt x="1870" y="618"/>
                    <a:pt x="1870" y="615"/>
                  </a:cubicBezTo>
                  <a:cubicBezTo>
                    <a:pt x="1884" y="588"/>
                    <a:pt x="1881" y="581"/>
                    <a:pt x="1886" y="581"/>
                  </a:cubicBezTo>
                  <a:cubicBezTo>
                    <a:pt x="1902" y="555"/>
                    <a:pt x="1903" y="553"/>
                    <a:pt x="1902" y="549"/>
                  </a:cubicBezTo>
                  <a:close/>
                  <a:moveTo>
                    <a:pt x="1897" y="530"/>
                  </a:moveTo>
                  <a:cubicBezTo>
                    <a:pt x="1900" y="530"/>
                    <a:pt x="1902" y="528"/>
                    <a:pt x="1902" y="525"/>
                  </a:cubicBezTo>
                  <a:cubicBezTo>
                    <a:pt x="1921" y="520"/>
                    <a:pt x="1910" y="520"/>
                    <a:pt x="1909" y="526"/>
                  </a:cubicBezTo>
                  <a:cubicBezTo>
                    <a:pt x="1880" y="565"/>
                    <a:pt x="1883" y="570"/>
                    <a:pt x="1880" y="571"/>
                  </a:cubicBezTo>
                  <a:cubicBezTo>
                    <a:pt x="1866" y="602"/>
                    <a:pt x="1857" y="609"/>
                    <a:pt x="1858" y="621"/>
                  </a:cubicBezTo>
                  <a:cubicBezTo>
                    <a:pt x="1825" y="682"/>
                    <a:pt x="1824" y="691"/>
                    <a:pt x="1818" y="697"/>
                  </a:cubicBezTo>
                  <a:cubicBezTo>
                    <a:pt x="1794" y="747"/>
                    <a:pt x="1794" y="753"/>
                    <a:pt x="1791" y="758"/>
                  </a:cubicBezTo>
                  <a:cubicBezTo>
                    <a:pt x="1780" y="779"/>
                    <a:pt x="1781" y="783"/>
                    <a:pt x="1778" y="784"/>
                  </a:cubicBezTo>
                  <a:cubicBezTo>
                    <a:pt x="1763" y="815"/>
                    <a:pt x="1763" y="820"/>
                    <a:pt x="1761" y="825"/>
                  </a:cubicBezTo>
                  <a:cubicBezTo>
                    <a:pt x="1742" y="853"/>
                    <a:pt x="1738" y="859"/>
                    <a:pt x="1730" y="862"/>
                  </a:cubicBezTo>
                  <a:cubicBezTo>
                    <a:pt x="1712" y="896"/>
                    <a:pt x="1713" y="894"/>
                    <a:pt x="1714" y="893"/>
                  </a:cubicBezTo>
                  <a:cubicBezTo>
                    <a:pt x="1733" y="846"/>
                    <a:pt x="1741" y="839"/>
                    <a:pt x="1745" y="830"/>
                  </a:cubicBezTo>
                  <a:cubicBezTo>
                    <a:pt x="1765" y="800"/>
                    <a:pt x="1765" y="788"/>
                    <a:pt x="1771" y="781"/>
                  </a:cubicBezTo>
                  <a:cubicBezTo>
                    <a:pt x="1785" y="750"/>
                    <a:pt x="1782" y="742"/>
                    <a:pt x="1786" y="739"/>
                  </a:cubicBezTo>
                  <a:cubicBezTo>
                    <a:pt x="1790" y="719"/>
                    <a:pt x="1799" y="720"/>
                    <a:pt x="1796" y="712"/>
                  </a:cubicBezTo>
                  <a:cubicBezTo>
                    <a:pt x="1816" y="669"/>
                    <a:pt x="1812" y="661"/>
                    <a:pt x="1818" y="660"/>
                  </a:cubicBezTo>
                  <a:cubicBezTo>
                    <a:pt x="1829" y="643"/>
                    <a:pt x="1826" y="635"/>
                    <a:pt x="1833" y="633"/>
                  </a:cubicBezTo>
                  <a:cubicBezTo>
                    <a:pt x="1843" y="612"/>
                    <a:pt x="1842" y="605"/>
                    <a:pt x="1845" y="599"/>
                  </a:cubicBezTo>
                  <a:cubicBezTo>
                    <a:pt x="1856" y="588"/>
                    <a:pt x="1855" y="583"/>
                    <a:pt x="1859" y="581"/>
                  </a:cubicBezTo>
                  <a:cubicBezTo>
                    <a:pt x="1885" y="546"/>
                    <a:pt x="1893" y="540"/>
                    <a:pt x="1897" y="530"/>
                  </a:cubicBezTo>
                  <a:close/>
                  <a:moveTo>
                    <a:pt x="1824" y="596"/>
                  </a:moveTo>
                  <a:cubicBezTo>
                    <a:pt x="1827" y="593"/>
                    <a:pt x="1832" y="591"/>
                    <a:pt x="1831" y="584"/>
                  </a:cubicBezTo>
                  <a:cubicBezTo>
                    <a:pt x="1861" y="547"/>
                    <a:pt x="1867" y="544"/>
                    <a:pt x="1869" y="540"/>
                  </a:cubicBezTo>
                  <a:cubicBezTo>
                    <a:pt x="1888" y="530"/>
                    <a:pt x="1879" y="535"/>
                    <a:pt x="1880" y="538"/>
                  </a:cubicBezTo>
                  <a:cubicBezTo>
                    <a:pt x="1870" y="552"/>
                    <a:pt x="1866" y="551"/>
                    <a:pt x="1867" y="553"/>
                  </a:cubicBezTo>
                  <a:cubicBezTo>
                    <a:pt x="1850" y="569"/>
                    <a:pt x="1854" y="575"/>
                    <a:pt x="1850" y="576"/>
                  </a:cubicBezTo>
                  <a:cubicBezTo>
                    <a:pt x="1822" y="623"/>
                    <a:pt x="1825" y="632"/>
                    <a:pt x="1818" y="633"/>
                  </a:cubicBezTo>
                  <a:cubicBezTo>
                    <a:pt x="1805" y="665"/>
                    <a:pt x="1801" y="669"/>
                    <a:pt x="1801" y="674"/>
                  </a:cubicBezTo>
                  <a:cubicBezTo>
                    <a:pt x="1786" y="713"/>
                    <a:pt x="1784" y="727"/>
                    <a:pt x="1776" y="736"/>
                  </a:cubicBezTo>
                  <a:cubicBezTo>
                    <a:pt x="1773" y="758"/>
                    <a:pt x="1767" y="757"/>
                    <a:pt x="1768" y="762"/>
                  </a:cubicBezTo>
                  <a:cubicBezTo>
                    <a:pt x="1745" y="811"/>
                    <a:pt x="1743" y="823"/>
                    <a:pt x="1736" y="832"/>
                  </a:cubicBezTo>
                  <a:cubicBezTo>
                    <a:pt x="1737" y="820"/>
                    <a:pt x="1738" y="815"/>
                    <a:pt x="1741" y="813"/>
                  </a:cubicBezTo>
                  <a:cubicBezTo>
                    <a:pt x="1751" y="780"/>
                    <a:pt x="1752" y="770"/>
                    <a:pt x="1754" y="762"/>
                  </a:cubicBezTo>
                  <a:cubicBezTo>
                    <a:pt x="1769" y="712"/>
                    <a:pt x="1770" y="705"/>
                    <a:pt x="1774" y="701"/>
                  </a:cubicBezTo>
                  <a:cubicBezTo>
                    <a:pt x="1782" y="677"/>
                    <a:pt x="1787" y="673"/>
                    <a:pt x="1791" y="669"/>
                  </a:cubicBezTo>
                  <a:cubicBezTo>
                    <a:pt x="1796" y="652"/>
                    <a:pt x="1795" y="650"/>
                    <a:pt x="1796" y="648"/>
                  </a:cubicBezTo>
                  <a:cubicBezTo>
                    <a:pt x="1802" y="634"/>
                    <a:pt x="1807" y="627"/>
                    <a:pt x="1811" y="619"/>
                  </a:cubicBezTo>
                  <a:close/>
                  <a:moveTo>
                    <a:pt x="1818" y="584"/>
                  </a:moveTo>
                  <a:cubicBezTo>
                    <a:pt x="1823" y="584"/>
                    <a:pt x="1819" y="591"/>
                    <a:pt x="1817" y="591"/>
                  </a:cubicBezTo>
                  <a:cubicBezTo>
                    <a:pt x="1813" y="593"/>
                    <a:pt x="1817" y="600"/>
                    <a:pt x="1809" y="599"/>
                  </a:cubicBezTo>
                  <a:cubicBezTo>
                    <a:pt x="1809" y="592"/>
                    <a:pt x="1818" y="591"/>
                    <a:pt x="1818" y="584"/>
                  </a:cubicBezTo>
                  <a:close/>
                  <a:moveTo>
                    <a:pt x="1372" y="654"/>
                  </a:moveTo>
                  <a:cubicBezTo>
                    <a:pt x="1369" y="651"/>
                    <a:pt x="1365" y="650"/>
                    <a:pt x="1362" y="649"/>
                  </a:cubicBezTo>
                  <a:cubicBezTo>
                    <a:pt x="1364" y="641"/>
                    <a:pt x="1368" y="652"/>
                    <a:pt x="1373" y="649"/>
                  </a:cubicBezTo>
                  <a:cubicBezTo>
                    <a:pt x="1376" y="652"/>
                    <a:pt x="1379" y="652"/>
                    <a:pt x="1383" y="654"/>
                  </a:cubicBezTo>
                  <a:cubicBezTo>
                    <a:pt x="1381" y="662"/>
                    <a:pt x="1377" y="650"/>
                    <a:pt x="1372" y="654"/>
                  </a:cubicBezTo>
                  <a:close/>
                  <a:moveTo>
                    <a:pt x="1400" y="662"/>
                  </a:moveTo>
                  <a:cubicBezTo>
                    <a:pt x="1395" y="661"/>
                    <a:pt x="1390" y="659"/>
                    <a:pt x="1386" y="658"/>
                  </a:cubicBezTo>
                  <a:cubicBezTo>
                    <a:pt x="1387" y="652"/>
                    <a:pt x="1393" y="662"/>
                    <a:pt x="1399" y="658"/>
                  </a:cubicBezTo>
                  <a:cubicBezTo>
                    <a:pt x="1402" y="661"/>
                    <a:pt x="1407" y="664"/>
                    <a:pt x="1413" y="664"/>
                  </a:cubicBezTo>
                  <a:cubicBezTo>
                    <a:pt x="1412" y="669"/>
                    <a:pt x="1402" y="664"/>
                    <a:pt x="1400" y="662"/>
                  </a:cubicBezTo>
                  <a:close/>
                  <a:moveTo>
                    <a:pt x="1440" y="675"/>
                  </a:moveTo>
                  <a:cubicBezTo>
                    <a:pt x="1434" y="672"/>
                    <a:pt x="1443" y="674"/>
                    <a:pt x="1446" y="674"/>
                  </a:cubicBezTo>
                  <a:cubicBezTo>
                    <a:pt x="1445" y="678"/>
                    <a:pt x="1442" y="675"/>
                    <a:pt x="1440" y="675"/>
                  </a:cubicBezTo>
                  <a:close/>
                  <a:moveTo>
                    <a:pt x="1398" y="704"/>
                  </a:moveTo>
                  <a:cubicBezTo>
                    <a:pt x="1398" y="699"/>
                    <a:pt x="1406" y="702"/>
                    <a:pt x="1407" y="703"/>
                  </a:cubicBezTo>
                  <a:cubicBezTo>
                    <a:pt x="1407" y="709"/>
                    <a:pt x="1402" y="701"/>
                    <a:pt x="1398" y="704"/>
                  </a:cubicBezTo>
                  <a:close/>
                  <a:moveTo>
                    <a:pt x="1433" y="709"/>
                  </a:moveTo>
                  <a:cubicBezTo>
                    <a:pt x="1426" y="706"/>
                    <a:pt x="1436" y="708"/>
                    <a:pt x="1439" y="708"/>
                  </a:cubicBezTo>
                  <a:cubicBezTo>
                    <a:pt x="1438" y="712"/>
                    <a:pt x="1435" y="709"/>
                    <a:pt x="1433" y="709"/>
                  </a:cubicBezTo>
                  <a:close/>
                  <a:moveTo>
                    <a:pt x="1135" y="916"/>
                  </a:moveTo>
                  <a:cubicBezTo>
                    <a:pt x="1134" y="916"/>
                    <a:pt x="1132" y="916"/>
                    <a:pt x="1131" y="916"/>
                  </a:cubicBezTo>
                  <a:cubicBezTo>
                    <a:pt x="1129" y="912"/>
                    <a:pt x="1133" y="912"/>
                    <a:pt x="1137" y="911"/>
                  </a:cubicBezTo>
                  <a:cubicBezTo>
                    <a:pt x="1137" y="913"/>
                    <a:pt x="1135" y="913"/>
                    <a:pt x="1135" y="916"/>
                  </a:cubicBezTo>
                  <a:close/>
                  <a:moveTo>
                    <a:pt x="1156" y="896"/>
                  </a:moveTo>
                  <a:cubicBezTo>
                    <a:pt x="1150" y="895"/>
                    <a:pt x="1160" y="891"/>
                    <a:pt x="1159" y="887"/>
                  </a:cubicBezTo>
                  <a:cubicBezTo>
                    <a:pt x="1162" y="887"/>
                    <a:pt x="1165" y="886"/>
                    <a:pt x="1165" y="884"/>
                  </a:cubicBezTo>
                  <a:cubicBezTo>
                    <a:pt x="1172" y="888"/>
                    <a:pt x="1156" y="891"/>
                    <a:pt x="1156" y="896"/>
                  </a:cubicBezTo>
                  <a:close/>
                  <a:moveTo>
                    <a:pt x="1242" y="819"/>
                  </a:moveTo>
                  <a:cubicBezTo>
                    <a:pt x="1244" y="815"/>
                    <a:pt x="1243" y="813"/>
                    <a:pt x="1240" y="810"/>
                  </a:cubicBezTo>
                  <a:cubicBezTo>
                    <a:pt x="1230" y="814"/>
                    <a:pt x="1224" y="810"/>
                    <a:pt x="1216" y="810"/>
                  </a:cubicBezTo>
                  <a:cubicBezTo>
                    <a:pt x="1208" y="811"/>
                    <a:pt x="1221" y="804"/>
                    <a:pt x="1220" y="809"/>
                  </a:cubicBezTo>
                  <a:cubicBezTo>
                    <a:pt x="1236" y="806"/>
                    <a:pt x="1246" y="812"/>
                    <a:pt x="1260" y="811"/>
                  </a:cubicBezTo>
                  <a:cubicBezTo>
                    <a:pt x="1258" y="816"/>
                    <a:pt x="1246" y="815"/>
                    <a:pt x="1242" y="819"/>
                  </a:cubicBezTo>
                  <a:close/>
                  <a:moveTo>
                    <a:pt x="1266" y="830"/>
                  </a:moveTo>
                  <a:cubicBezTo>
                    <a:pt x="1267" y="826"/>
                    <a:pt x="1271" y="823"/>
                    <a:pt x="1276" y="822"/>
                  </a:cubicBezTo>
                  <a:cubicBezTo>
                    <a:pt x="1275" y="826"/>
                    <a:pt x="1271" y="828"/>
                    <a:pt x="1266" y="830"/>
                  </a:cubicBezTo>
                  <a:close/>
                  <a:moveTo>
                    <a:pt x="1416" y="743"/>
                  </a:moveTo>
                  <a:cubicBezTo>
                    <a:pt x="1418" y="736"/>
                    <a:pt x="1425" y="744"/>
                    <a:pt x="1432" y="740"/>
                  </a:cubicBezTo>
                  <a:cubicBezTo>
                    <a:pt x="1431" y="749"/>
                    <a:pt x="1421" y="745"/>
                    <a:pt x="1416" y="743"/>
                  </a:cubicBezTo>
                  <a:close/>
                  <a:moveTo>
                    <a:pt x="1655" y="687"/>
                  </a:moveTo>
                  <a:cubicBezTo>
                    <a:pt x="1656" y="691"/>
                    <a:pt x="1654" y="693"/>
                    <a:pt x="1654" y="696"/>
                  </a:cubicBezTo>
                  <a:cubicBezTo>
                    <a:pt x="1650" y="699"/>
                    <a:pt x="1647" y="704"/>
                    <a:pt x="1645" y="709"/>
                  </a:cubicBezTo>
                  <a:cubicBezTo>
                    <a:pt x="1645" y="715"/>
                    <a:pt x="1640" y="718"/>
                    <a:pt x="1639" y="723"/>
                  </a:cubicBezTo>
                  <a:cubicBezTo>
                    <a:pt x="1636" y="727"/>
                    <a:pt x="1636" y="733"/>
                    <a:pt x="1633" y="737"/>
                  </a:cubicBezTo>
                  <a:cubicBezTo>
                    <a:pt x="1630" y="748"/>
                    <a:pt x="1623" y="755"/>
                    <a:pt x="1623" y="768"/>
                  </a:cubicBezTo>
                  <a:cubicBezTo>
                    <a:pt x="1616" y="776"/>
                    <a:pt x="1617" y="789"/>
                    <a:pt x="1610" y="797"/>
                  </a:cubicBezTo>
                  <a:cubicBezTo>
                    <a:pt x="1609" y="821"/>
                    <a:pt x="1604" y="841"/>
                    <a:pt x="1595" y="859"/>
                  </a:cubicBezTo>
                  <a:cubicBezTo>
                    <a:pt x="1596" y="871"/>
                    <a:pt x="1592" y="880"/>
                    <a:pt x="1592" y="891"/>
                  </a:cubicBezTo>
                  <a:cubicBezTo>
                    <a:pt x="1586" y="898"/>
                    <a:pt x="1588" y="910"/>
                    <a:pt x="1583" y="917"/>
                  </a:cubicBezTo>
                  <a:cubicBezTo>
                    <a:pt x="1583" y="928"/>
                    <a:pt x="1578" y="936"/>
                    <a:pt x="1577" y="947"/>
                  </a:cubicBezTo>
                  <a:cubicBezTo>
                    <a:pt x="1576" y="956"/>
                    <a:pt x="1570" y="963"/>
                    <a:pt x="1571" y="974"/>
                  </a:cubicBezTo>
                  <a:cubicBezTo>
                    <a:pt x="1562" y="968"/>
                    <a:pt x="1575" y="961"/>
                    <a:pt x="1569" y="950"/>
                  </a:cubicBezTo>
                  <a:cubicBezTo>
                    <a:pt x="1570" y="943"/>
                    <a:pt x="1571" y="934"/>
                    <a:pt x="1569" y="924"/>
                  </a:cubicBezTo>
                  <a:cubicBezTo>
                    <a:pt x="1572" y="920"/>
                    <a:pt x="1570" y="912"/>
                    <a:pt x="1572" y="908"/>
                  </a:cubicBezTo>
                  <a:cubicBezTo>
                    <a:pt x="1572" y="902"/>
                    <a:pt x="1574" y="897"/>
                    <a:pt x="1577" y="894"/>
                  </a:cubicBezTo>
                  <a:cubicBezTo>
                    <a:pt x="1575" y="882"/>
                    <a:pt x="1582" y="875"/>
                    <a:pt x="1580" y="862"/>
                  </a:cubicBezTo>
                  <a:cubicBezTo>
                    <a:pt x="1585" y="854"/>
                    <a:pt x="1584" y="841"/>
                    <a:pt x="1588" y="832"/>
                  </a:cubicBezTo>
                  <a:cubicBezTo>
                    <a:pt x="1591" y="823"/>
                    <a:pt x="1595" y="814"/>
                    <a:pt x="1596" y="804"/>
                  </a:cubicBezTo>
                  <a:cubicBezTo>
                    <a:pt x="1599" y="800"/>
                    <a:pt x="1599" y="794"/>
                    <a:pt x="1602" y="789"/>
                  </a:cubicBezTo>
                  <a:cubicBezTo>
                    <a:pt x="1603" y="787"/>
                    <a:pt x="1604" y="784"/>
                    <a:pt x="1603" y="780"/>
                  </a:cubicBezTo>
                  <a:cubicBezTo>
                    <a:pt x="1606" y="781"/>
                    <a:pt x="1606" y="778"/>
                    <a:pt x="1606" y="775"/>
                  </a:cubicBezTo>
                  <a:cubicBezTo>
                    <a:pt x="1611" y="767"/>
                    <a:pt x="1612" y="757"/>
                    <a:pt x="1619" y="751"/>
                  </a:cubicBezTo>
                  <a:cubicBezTo>
                    <a:pt x="1619" y="744"/>
                    <a:pt x="1623" y="742"/>
                    <a:pt x="1626" y="739"/>
                  </a:cubicBezTo>
                  <a:cubicBezTo>
                    <a:pt x="1625" y="735"/>
                    <a:pt x="1628" y="734"/>
                    <a:pt x="1627" y="730"/>
                  </a:cubicBezTo>
                  <a:cubicBezTo>
                    <a:pt x="1631" y="730"/>
                    <a:pt x="1630" y="727"/>
                    <a:pt x="1630" y="724"/>
                  </a:cubicBezTo>
                  <a:cubicBezTo>
                    <a:pt x="1636" y="723"/>
                    <a:pt x="1632" y="715"/>
                    <a:pt x="1637" y="712"/>
                  </a:cubicBezTo>
                  <a:cubicBezTo>
                    <a:pt x="1637" y="706"/>
                    <a:pt x="1642" y="705"/>
                    <a:pt x="1641" y="698"/>
                  </a:cubicBezTo>
                  <a:cubicBezTo>
                    <a:pt x="1648" y="694"/>
                    <a:pt x="1652" y="687"/>
                    <a:pt x="1656" y="680"/>
                  </a:cubicBezTo>
                  <a:cubicBezTo>
                    <a:pt x="1661" y="679"/>
                    <a:pt x="1657" y="687"/>
                    <a:pt x="1655" y="687"/>
                  </a:cubicBezTo>
                  <a:close/>
                  <a:moveTo>
                    <a:pt x="2606" y="35"/>
                  </a:moveTo>
                  <a:cubicBezTo>
                    <a:pt x="2599" y="41"/>
                    <a:pt x="2596" y="51"/>
                    <a:pt x="2588" y="56"/>
                  </a:cubicBezTo>
                  <a:cubicBezTo>
                    <a:pt x="2562" y="100"/>
                    <a:pt x="2557" y="112"/>
                    <a:pt x="2547" y="120"/>
                  </a:cubicBezTo>
                  <a:cubicBezTo>
                    <a:pt x="2515" y="157"/>
                    <a:pt x="2517" y="164"/>
                    <a:pt x="2512" y="163"/>
                  </a:cubicBezTo>
                  <a:cubicBezTo>
                    <a:pt x="2498" y="179"/>
                    <a:pt x="2493" y="184"/>
                    <a:pt x="2490" y="189"/>
                  </a:cubicBezTo>
                  <a:cubicBezTo>
                    <a:pt x="2471" y="199"/>
                    <a:pt x="2475" y="208"/>
                    <a:pt x="2469" y="207"/>
                  </a:cubicBezTo>
                  <a:cubicBezTo>
                    <a:pt x="2445" y="224"/>
                    <a:pt x="2450" y="235"/>
                    <a:pt x="2442" y="233"/>
                  </a:cubicBezTo>
                  <a:cubicBezTo>
                    <a:pt x="2418" y="259"/>
                    <a:pt x="2417" y="261"/>
                    <a:pt x="2416" y="261"/>
                  </a:cubicBezTo>
                  <a:cubicBezTo>
                    <a:pt x="2399" y="277"/>
                    <a:pt x="2396" y="284"/>
                    <a:pt x="2392" y="290"/>
                  </a:cubicBezTo>
                  <a:cubicBezTo>
                    <a:pt x="2384" y="304"/>
                    <a:pt x="2387" y="303"/>
                    <a:pt x="2388" y="301"/>
                  </a:cubicBezTo>
                  <a:cubicBezTo>
                    <a:pt x="2423" y="265"/>
                    <a:pt x="2425" y="260"/>
                    <a:pt x="2429" y="257"/>
                  </a:cubicBezTo>
                  <a:cubicBezTo>
                    <a:pt x="2444" y="240"/>
                    <a:pt x="2450" y="237"/>
                    <a:pt x="2453" y="233"/>
                  </a:cubicBezTo>
                  <a:cubicBezTo>
                    <a:pt x="2474" y="214"/>
                    <a:pt x="2481" y="207"/>
                    <a:pt x="2490" y="200"/>
                  </a:cubicBezTo>
                  <a:cubicBezTo>
                    <a:pt x="2538" y="145"/>
                    <a:pt x="2544" y="137"/>
                    <a:pt x="2551" y="131"/>
                  </a:cubicBezTo>
                  <a:cubicBezTo>
                    <a:pt x="2594" y="76"/>
                    <a:pt x="2597" y="66"/>
                    <a:pt x="2602" y="56"/>
                  </a:cubicBezTo>
                  <a:cubicBezTo>
                    <a:pt x="2614" y="35"/>
                    <a:pt x="2615" y="32"/>
                    <a:pt x="2617" y="30"/>
                  </a:cubicBezTo>
                  <a:cubicBezTo>
                    <a:pt x="2632" y="3"/>
                    <a:pt x="2632" y="1"/>
                    <a:pt x="2633" y="0"/>
                  </a:cubicBezTo>
                  <a:cubicBezTo>
                    <a:pt x="2619" y="13"/>
                    <a:pt x="2613" y="14"/>
                    <a:pt x="2612" y="19"/>
                  </a:cubicBezTo>
                  <a:close/>
                  <a:moveTo>
                    <a:pt x="2684" y="26"/>
                  </a:moveTo>
                  <a:cubicBezTo>
                    <a:pt x="2685" y="29"/>
                    <a:pt x="2687" y="30"/>
                    <a:pt x="2687" y="35"/>
                  </a:cubicBezTo>
                  <a:cubicBezTo>
                    <a:pt x="2698" y="65"/>
                    <a:pt x="2702" y="73"/>
                    <a:pt x="2706" y="80"/>
                  </a:cubicBezTo>
                  <a:cubicBezTo>
                    <a:pt x="2728" y="129"/>
                    <a:pt x="2728" y="136"/>
                    <a:pt x="2730" y="141"/>
                  </a:cubicBezTo>
                  <a:cubicBezTo>
                    <a:pt x="2753" y="174"/>
                    <a:pt x="2752" y="178"/>
                    <a:pt x="2754" y="179"/>
                  </a:cubicBezTo>
                  <a:cubicBezTo>
                    <a:pt x="2777" y="216"/>
                    <a:pt x="2779" y="226"/>
                    <a:pt x="2787" y="231"/>
                  </a:cubicBezTo>
                  <a:cubicBezTo>
                    <a:pt x="2810" y="267"/>
                    <a:pt x="2809" y="274"/>
                    <a:pt x="2813" y="277"/>
                  </a:cubicBezTo>
                  <a:cubicBezTo>
                    <a:pt x="2841" y="314"/>
                    <a:pt x="2834" y="311"/>
                    <a:pt x="2833" y="303"/>
                  </a:cubicBezTo>
                  <a:cubicBezTo>
                    <a:pt x="2810" y="258"/>
                    <a:pt x="2808" y="251"/>
                    <a:pt x="2802" y="246"/>
                  </a:cubicBezTo>
                  <a:cubicBezTo>
                    <a:pt x="2778" y="204"/>
                    <a:pt x="2773" y="199"/>
                    <a:pt x="2772" y="192"/>
                  </a:cubicBezTo>
                  <a:cubicBezTo>
                    <a:pt x="2764" y="178"/>
                    <a:pt x="2759" y="179"/>
                    <a:pt x="2759" y="174"/>
                  </a:cubicBezTo>
                  <a:cubicBezTo>
                    <a:pt x="2730" y="126"/>
                    <a:pt x="2729" y="108"/>
                    <a:pt x="2721" y="96"/>
                  </a:cubicBezTo>
                  <a:cubicBezTo>
                    <a:pt x="2698" y="41"/>
                    <a:pt x="2697" y="22"/>
                    <a:pt x="2689" y="11"/>
                  </a:cubicBezTo>
                  <a:cubicBezTo>
                    <a:pt x="2678" y="3"/>
                    <a:pt x="2678" y="6"/>
                    <a:pt x="2680" y="8"/>
                  </a:cubicBezTo>
                  <a:close/>
                  <a:moveTo>
                    <a:pt x="2336" y="19"/>
                  </a:moveTo>
                  <a:cubicBezTo>
                    <a:pt x="2346" y="21"/>
                    <a:pt x="2343" y="8"/>
                    <a:pt x="2351" y="6"/>
                  </a:cubicBezTo>
                  <a:cubicBezTo>
                    <a:pt x="2352" y="5"/>
                    <a:pt x="2354" y="2"/>
                    <a:pt x="2355" y="0"/>
                  </a:cubicBezTo>
                  <a:cubicBezTo>
                    <a:pt x="2349" y="0"/>
                    <a:pt x="2349" y="0"/>
                    <a:pt x="2349" y="0"/>
                  </a:cubicBezTo>
                  <a:cubicBezTo>
                    <a:pt x="2348" y="2"/>
                    <a:pt x="2347" y="3"/>
                    <a:pt x="2346" y="4"/>
                  </a:cubicBezTo>
                  <a:cubicBezTo>
                    <a:pt x="2344" y="5"/>
                    <a:pt x="2342" y="7"/>
                    <a:pt x="2342" y="11"/>
                  </a:cubicBezTo>
                  <a:cubicBezTo>
                    <a:pt x="2340" y="13"/>
                    <a:pt x="2338" y="15"/>
                    <a:pt x="2336" y="17"/>
                  </a:cubicBezTo>
                  <a:cubicBezTo>
                    <a:pt x="2332" y="17"/>
                    <a:pt x="2334" y="23"/>
                    <a:pt x="2331" y="24"/>
                  </a:cubicBezTo>
                  <a:cubicBezTo>
                    <a:pt x="2333" y="30"/>
                    <a:pt x="2327" y="28"/>
                    <a:pt x="2327" y="32"/>
                  </a:cubicBezTo>
                  <a:cubicBezTo>
                    <a:pt x="2334" y="32"/>
                    <a:pt x="2335" y="26"/>
                    <a:pt x="2336" y="19"/>
                  </a:cubicBezTo>
                  <a:close/>
                  <a:moveTo>
                    <a:pt x="2793" y="46"/>
                  </a:moveTo>
                  <a:cubicBezTo>
                    <a:pt x="2793" y="52"/>
                    <a:pt x="2795" y="57"/>
                    <a:pt x="2800" y="59"/>
                  </a:cubicBezTo>
                  <a:cubicBezTo>
                    <a:pt x="2798" y="68"/>
                    <a:pt x="2804" y="69"/>
                    <a:pt x="2804" y="76"/>
                  </a:cubicBezTo>
                  <a:cubicBezTo>
                    <a:pt x="2809" y="78"/>
                    <a:pt x="2806" y="87"/>
                    <a:pt x="2811" y="89"/>
                  </a:cubicBezTo>
                  <a:cubicBezTo>
                    <a:pt x="2812" y="94"/>
                    <a:pt x="2813" y="100"/>
                    <a:pt x="2815" y="104"/>
                  </a:cubicBezTo>
                  <a:cubicBezTo>
                    <a:pt x="2818" y="115"/>
                    <a:pt x="2822" y="123"/>
                    <a:pt x="2824" y="135"/>
                  </a:cubicBezTo>
                  <a:cubicBezTo>
                    <a:pt x="2827" y="138"/>
                    <a:pt x="2827" y="144"/>
                    <a:pt x="2828" y="150"/>
                  </a:cubicBezTo>
                  <a:cubicBezTo>
                    <a:pt x="2830" y="155"/>
                    <a:pt x="2833" y="159"/>
                    <a:pt x="2833" y="165"/>
                  </a:cubicBezTo>
                  <a:cubicBezTo>
                    <a:pt x="2835" y="170"/>
                    <a:pt x="2835" y="176"/>
                    <a:pt x="2837" y="181"/>
                  </a:cubicBezTo>
                  <a:cubicBezTo>
                    <a:pt x="2841" y="184"/>
                    <a:pt x="2836" y="197"/>
                    <a:pt x="2844" y="196"/>
                  </a:cubicBezTo>
                  <a:cubicBezTo>
                    <a:pt x="2842" y="176"/>
                    <a:pt x="2835" y="161"/>
                    <a:pt x="2833" y="141"/>
                  </a:cubicBezTo>
                  <a:cubicBezTo>
                    <a:pt x="2827" y="124"/>
                    <a:pt x="2822" y="107"/>
                    <a:pt x="2817" y="89"/>
                  </a:cubicBezTo>
                  <a:cubicBezTo>
                    <a:pt x="2818" y="84"/>
                    <a:pt x="2821" y="81"/>
                    <a:pt x="2820" y="74"/>
                  </a:cubicBezTo>
                  <a:cubicBezTo>
                    <a:pt x="2815" y="58"/>
                    <a:pt x="2811" y="43"/>
                    <a:pt x="2806" y="28"/>
                  </a:cubicBezTo>
                  <a:cubicBezTo>
                    <a:pt x="2804" y="25"/>
                    <a:pt x="2804" y="20"/>
                    <a:pt x="2802" y="17"/>
                  </a:cubicBezTo>
                  <a:cubicBezTo>
                    <a:pt x="2801" y="13"/>
                    <a:pt x="2801" y="8"/>
                    <a:pt x="2798" y="6"/>
                  </a:cubicBezTo>
                  <a:cubicBezTo>
                    <a:pt x="2798" y="4"/>
                    <a:pt x="2797" y="2"/>
                    <a:pt x="2797" y="0"/>
                  </a:cubicBezTo>
                  <a:cubicBezTo>
                    <a:pt x="2790" y="0"/>
                    <a:pt x="2790" y="0"/>
                    <a:pt x="2790" y="0"/>
                  </a:cubicBezTo>
                  <a:cubicBezTo>
                    <a:pt x="2791" y="4"/>
                    <a:pt x="2792" y="7"/>
                    <a:pt x="2793" y="11"/>
                  </a:cubicBezTo>
                  <a:cubicBezTo>
                    <a:pt x="2797" y="15"/>
                    <a:pt x="2798" y="22"/>
                    <a:pt x="2800" y="28"/>
                  </a:cubicBezTo>
                  <a:cubicBezTo>
                    <a:pt x="2803" y="32"/>
                    <a:pt x="2802" y="40"/>
                    <a:pt x="2806" y="43"/>
                  </a:cubicBezTo>
                  <a:cubicBezTo>
                    <a:pt x="2808" y="56"/>
                    <a:pt x="2814" y="65"/>
                    <a:pt x="2815" y="78"/>
                  </a:cubicBezTo>
                  <a:cubicBezTo>
                    <a:pt x="2806" y="70"/>
                    <a:pt x="2808" y="50"/>
                    <a:pt x="2798" y="43"/>
                  </a:cubicBezTo>
                  <a:cubicBezTo>
                    <a:pt x="2799" y="34"/>
                    <a:pt x="2792" y="32"/>
                    <a:pt x="2789" y="26"/>
                  </a:cubicBezTo>
                  <a:cubicBezTo>
                    <a:pt x="2787" y="20"/>
                    <a:pt x="2782" y="17"/>
                    <a:pt x="2780" y="11"/>
                  </a:cubicBezTo>
                  <a:cubicBezTo>
                    <a:pt x="2778" y="8"/>
                    <a:pt x="2776" y="4"/>
                    <a:pt x="2775" y="0"/>
                  </a:cubicBezTo>
                  <a:cubicBezTo>
                    <a:pt x="2765" y="0"/>
                    <a:pt x="2765" y="0"/>
                    <a:pt x="2765" y="0"/>
                  </a:cubicBezTo>
                  <a:cubicBezTo>
                    <a:pt x="2770" y="7"/>
                    <a:pt x="2773" y="15"/>
                    <a:pt x="2778" y="22"/>
                  </a:cubicBezTo>
                  <a:cubicBezTo>
                    <a:pt x="2783" y="30"/>
                    <a:pt x="2786" y="40"/>
                    <a:pt x="2793" y="46"/>
                  </a:cubicBezTo>
                  <a:close/>
                  <a:moveTo>
                    <a:pt x="2852" y="11"/>
                  </a:moveTo>
                  <a:cubicBezTo>
                    <a:pt x="2852" y="20"/>
                    <a:pt x="2857" y="25"/>
                    <a:pt x="2859" y="32"/>
                  </a:cubicBezTo>
                  <a:cubicBezTo>
                    <a:pt x="2857" y="39"/>
                    <a:pt x="2863" y="39"/>
                    <a:pt x="2861" y="46"/>
                  </a:cubicBezTo>
                  <a:cubicBezTo>
                    <a:pt x="2861" y="51"/>
                    <a:pt x="2862" y="56"/>
                    <a:pt x="2865" y="59"/>
                  </a:cubicBezTo>
                  <a:cubicBezTo>
                    <a:pt x="2867" y="43"/>
                    <a:pt x="2860" y="35"/>
                    <a:pt x="2859" y="22"/>
                  </a:cubicBezTo>
                  <a:cubicBezTo>
                    <a:pt x="2858" y="15"/>
                    <a:pt x="2856" y="10"/>
                    <a:pt x="2854" y="4"/>
                  </a:cubicBezTo>
                  <a:cubicBezTo>
                    <a:pt x="2855" y="2"/>
                    <a:pt x="2854" y="1"/>
                    <a:pt x="2854" y="0"/>
                  </a:cubicBezTo>
                  <a:cubicBezTo>
                    <a:pt x="2849" y="0"/>
                    <a:pt x="2849" y="0"/>
                    <a:pt x="2849" y="0"/>
                  </a:cubicBezTo>
                  <a:cubicBezTo>
                    <a:pt x="2851" y="3"/>
                    <a:pt x="2848" y="10"/>
                    <a:pt x="2852" y="11"/>
                  </a:cubicBezTo>
                  <a:close/>
                  <a:moveTo>
                    <a:pt x="2386" y="46"/>
                  </a:moveTo>
                  <a:cubicBezTo>
                    <a:pt x="2379" y="43"/>
                    <a:pt x="2380" y="49"/>
                    <a:pt x="2377" y="50"/>
                  </a:cubicBezTo>
                  <a:cubicBezTo>
                    <a:pt x="2377" y="53"/>
                    <a:pt x="2370" y="58"/>
                    <a:pt x="2375" y="59"/>
                  </a:cubicBezTo>
                  <a:cubicBezTo>
                    <a:pt x="2383" y="52"/>
                    <a:pt x="2389" y="44"/>
                    <a:pt x="2399" y="39"/>
                  </a:cubicBezTo>
                  <a:cubicBezTo>
                    <a:pt x="2399" y="32"/>
                    <a:pt x="2410" y="36"/>
                    <a:pt x="2410" y="28"/>
                  </a:cubicBezTo>
                  <a:cubicBezTo>
                    <a:pt x="2413" y="28"/>
                    <a:pt x="2413" y="24"/>
                    <a:pt x="2416" y="24"/>
                  </a:cubicBezTo>
                  <a:cubicBezTo>
                    <a:pt x="2420" y="23"/>
                    <a:pt x="2418" y="16"/>
                    <a:pt x="2423" y="17"/>
                  </a:cubicBezTo>
                  <a:cubicBezTo>
                    <a:pt x="2429" y="16"/>
                    <a:pt x="2428" y="8"/>
                    <a:pt x="2436" y="8"/>
                  </a:cubicBezTo>
                  <a:cubicBezTo>
                    <a:pt x="2436" y="5"/>
                    <a:pt x="2438" y="2"/>
                    <a:pt x="2440" y="0"/>
                  </a:cubicBezTo>
                  <a:cubicBezTo>
                    <a:pt x="2432" y="0"/>
                    <a:pt x="2432" y="0"/>
                    <a:pt x="2432" y="0"/>
                  </a:cubicBezTo>
                  <a:cubicBezTo>
                    <a:pt x="2430" y="2"/>
                    <a:pt x="2428" y="3"/>
                    <a:pt x="2427" y="6"/>
                  </a:cubicBezTo>
                  <a:cubicBezTo>
                    <a:pt x="2422" y="10"/>
                    <a:pt x="2417" y="14"/>
                    <a:pt x="2414" y="19"/>
                  </a:cubicBezTo>
                  <a:cubicBezTo>
                    <a:pt x="2406" y="21"/>
                    <a:pt x="2406" y="30"/>
                    <a:pt x="2399" y="32"/>
                  </a:cubicBezTo>
                  <a:cubicBezTo>
                    <a:pt x="2393" y="31"/>
                    <a:pt x="2395" y="37"/>
                    <a:pt x="2392" y="39"/>
                  </a:cubicBezTo>
                  <a:cubicBezTo>
                    <a:pt x="2387" y="39"/>
                    <a:pt x="2385" y="41"/>
                    <a:pt x="2386" y="46"/>
                  </a:cubicBezTo>
                  <a:close/>
                  <a:moveTo>
                    <a:pt x="2569" y="59"/>
                  </a:moveTo>
                  <a:cubicBezTo>
                    <a:pt x="2566" y="59"/>
                    <a:pt x="2566" y="62"/>
                    <a:pt x="2567" y="65"/>
                  </a:cubicBezTo>
                  <a:cubicBezTo>
                    <a:pt x="2549" y="87"/>
                    <a:pt x="2548" y="92"/>
                    <a:pt x="2543" y="93"/>
                  </a:cubicBezTo>
                  <a:cubicBezTo>
                    <a:pt x="2513" y="133"/>
                    <a:pt x="2508" y="135"/>
                    <a:pt x="2508" y="141"/>
                  </a:cubicBezTo>
                  <a:cubicBezTo>
                    <a:pt x="2473" y="177"/>
                    <a:pt x="2469" y="180"/>
                    <a:pt x="2466" y="185"/>
                  </a:cubicBezTo>
                  <a:cubicBezTo>
                    <a:pt x="2441" y="207"/>
                    <a:pt x="2443" y="212"/>
                    <a:pt x="2438" y="211"/>
                  </a:cubicBezTo>
                  <a:cubicBezTo>
                    <a:pt x="2407" y="240"/>
                    <a:pt x="2405" y="242"/>
                    <a:pt x="2405" y="246"/>
                  </a:cubicBezTo>
                  <a:cubicBezTo>
                    <a:pt x="2379" y="268"/>
                    <a:pt x="2378" y="282"/>
                    <a:pt x="2366" y="285"/>
                  </a:cubicBezTo>
                  <a:cubicBezTo>
                    <a:pt x="2344" y="325"/>
                    <a:pt x="2345" y="329"/>
                    <a:pt x="2342" y="329"/>
                  </a:cubicBezTo>
                  <a:cubicBezTo>
                    <a:pt x="2361" y="305"/>
                    <a:pt x="2369" y="301"/>
                    <a:pt x="2370" y="290"/>
                  </a:cubicBezTo>
                  <a:cubicBezTo>
                    <a:pt x="2392" y="267"/>
                    <a:pt x="2393" y="265"/>
                    <a:pt x="2397" y="266"/>
                  </a:cubicBezTo>
                  <a:cubicBezTo>
                    <a:pt x="2413" y="243"/>
                    <a:pt x="2418" y="242"/>
                    <a:pt x="2423" y="240"/>
                  </a:cubicBezTo>
                  <a:cubicBezTo>
                    <a:pt x="2446" y="214"/>
                    <a:pt x="2452" y="213"/>
                    <a:pt x="2455" y="209"/>
                  </a:cubicBezTo>
                  <a:cubicBezTo>
                    <a:pt x="2475" y="187"/>
                    <a:pt x="2477" y="185"/>
                    <a:pt x="2479" y="183"/>
                  </a:cubicBezTo>
                  <a:cubicBezTo>
                    <a:pt x="2492" y="165"/>
                    <a:pt x="2498" y="167"/>
                    <a:pt x="2497" y="161"/>
                  </a:cubicBezTo>
                  <a:cubicBezTo>
                    <a:pt x="2517" y="136"/>
                    <a:pt x="2528" y="137"/>
                    <a:pt x="2527" y="128"/>
                  </a:cubicBezTo>
                  <a:cubicBezTo>
                    <a:pt x="2563" y="79"/>
                    <a:pt x="2568" y="75"/>
                    <a:pt x="2573" y="72"/>
                  </a:cubicBezTo>
                  <a:cubicBezTo>
                    <a:pt x="2585" y="53"/>
                    <a:pt x="2586" y="50"/>
                    <a:pt x="2586" y="46"/>
                  </a:cubicBezTo>
                  <a:cubicBezTo>
                    <a:pt x="2615" y="7"/>
                    <a:pt x="2616" y="4"/>
                    <a:pt x="2617" y="0"/>
                  </a:cubicBezTo>
                  <a:cubicBezTo>
                    <a:pt x="2600" y="13"/>
                    <a:pt x="2595" y="15"/>
                    <a:pt x="2595" y="22"/>
                  </a:cubicBezTo>
                  <a:cubicBezTo>
                    <a:pt x="2579" y="41"/>
                    <a:pt x="2576" y="52"/>
                    <a:pt x="2569" y="59"/>
                  </a:cubicBezTo>
                  <a:close/>
                  <a:moveTo>
                    <a:pt x="2351" y="28"/>
                  </a:moveTo>
                  <a:cubicBezTo>
                    <a:pt x="2351" y="32"/>
                    <a:pt x="2348" y="32"/>
                    <a:pt x="2346" y="35"/>
                  </a:cubicBezTo>
                  <a:cubicBezTo>
                    <a:pt x="2343" y="38"/>
                    <a:pt x="2340" y="42"/>
                    <a:pt x="2338" y="46"/>
                  </a:cubicBezTo>
                  <a:cubicBezTo>
                    <a:pt x="2333" y="44"/>
                    <a:pt x="2331" y="57"/>
                    <a:pt x="2336" y="59"/>
                  </a:cubicBezTo>
                  <a:cubicBezTo>
                    <a:pt x="2341" y="44"/>
                    <a:pt x="2352" y="36"/>
                    <a:pt x="2362" y="26"/>
                  </a:cubicBezTo>
                  <a:cubicBezTo>
                    <a:pt x="2366" y="20"/>
                    <a:pt x="2371" y="15"/>
                    <a:pt x="2377" y="11"/>
                  </a:cubicBezTo>
                  <a:cubicBezTo>
                    <a:pt x="2379" y="8"/>
                    <a:pt x="2383" y="6"/>
                    <a:pt x="2383" y="2"/>
                  </a:cubicBezTo>
                  <a:cubicBezTo>
                    <a:pt x="2385" y="1"/>
                    <a:pt x="2387" y="2"/>
                    <a:pt x="2388" y="0"/>
                  </a:cubicBezTo>
                  <a:cubicBezTo>
                    <a:pt x="2380" y="0"/>
                    <a:pt x="2380" y="0"/>
                    <a:pt x="2380" y="0"/>
                  </a:cubicBezTo>
                  <a:cubicBezTo>
                    <a:pt x="2378" y="2"/>
                    <a:pt x="2375" y="3"/>
                    <a:pt x="2375" y="6"/>
                  </a:cubicBezTo>
                  <a:cubicBezTo>
                    <a:pt x="2369" y="7"/>
                    <a:pt x="2367" y="12"/>
                    <a:pt x="2364" y="15"/>
                  </a:cubicBezTo>
                  <a:cubicBezTo>
                    <a:pt x="2363" y="20"/>
                    <a:pt x="2356" y="19"/>
                    <a:pt x="2357" y="26"/>
                  </a:cubicBezTo>
                  <a:cubicBezTo>
                    <a:pt x="2354" y="26"/>
                    <a:pt x="2353" y="27"/>
                    <a:pt x="2351" y="28"/>
                  </a:cubicBezTo>
                  <a:close/>
                  <a:moveTo>
                    <a:pt x="2438" y="72"/>
                  </a:moveTo>
                  <a:cubicBezTo>
                    <a:pt x="2435" y="76"/>
                    <a:pt x="2432" y="80"/>
                    <a:pt x="2427" y="83"/>
                  </a:cubicBezTo>
                  <a:cubicBezTo>
                    <a:pt x="2425" y="89"/>
                    <a:pt x="2420" y="91"/>
                    <a:pt x="2416" y="96"/>
                  </a:cubicBezTo>
                  <a:cubicBezTo>
                    <a:pt x="2413" y="100"/>
                    <a:pt x="2407" y="101"/>
                    <a:pt x="2405" y="107"/>
                  </a:cubicBezTo>
                  <a:cubicBezTo>
                    <a:pt x="2403" y="112"/>
                    <a:pt x="2397" y="114"/>
                    <a:pt x="2394" y="120"/>
                  </a:cubicBezTo>
                  <a:cubicBezTo>
                    <a:pt x="2388" y="128"/>
                    <a:pt x="2381" y="137"/>
                    <a:pt x="2377" y="148"/>
                  </a:cubicBezTo>
                  <a:cubicBezTo>
                    <a:pt x="2372" y="151"/>
                    <a:pt x="2371" y="158"/>
                    <a:pt x="2368" y="163"/>
                  </a:cubicBezTo>
                  <a:cubicBezTo>
                    <a:pt x="2365" y="163"/>
                    <a:pt x="2367" y="169"/>
                    <a:pt x="2364" y="170"/>
                  </a:cubicBezTo>
                  <a:cubicBezTo>
                    <a:pt x="2362" y="172"/>
                    <a:pt x="2361" y="176"/>
                    <a:pt x="2362" y="181"/>
                  </a:cubicBezTo>
                  <a:cubicBezTo>
                    <a:pt x="2366" y="181"/>
                    <a:pt x="2367" y="179"/>
                    <a:pt x="2366" y="174"/>
                  </a:cubicBezTo>
                  <a:cubicBezTo>
                    <a:pt x="2369" y="173"/>
                    <a:pt x="2370" y="171"/>
                    <a:pt x="2370" y="168"/>
                  </a:cubicBezTo>
                  <a:cubicBezTo>
                    <a:pt x="2377" y="166"/>
                    <a:pt x="2375" y="156"/>
                    <a:pt x="2381" y="155"/>
                  </a:cubicBezTo>
                  <a:cubicBezTo>
                    <a:pt x="2385" y="142"/>
                    <a:pt x="2395" y="136"/>
                    <a:pt x="2399" y="124"/>
                  </a:cubicBezTo>
                  <a:cubicBezTo>
                    <a:pt x="2408" y="118"/>
                    <a:pt x="2413" y="108"/>
                    <a:pt x="2423" y="102"/>
                  </a:cubicBezTo>
                  <a:cubicBezTo>
                    <a:pt x="2424" y="96"/>
                    <a:pt x="2429" y="94"/>
                    <a:pt x="2434" y="91"/>
                  </a:cubicBezTo>
                  <a:cubicBezTo>
                    <a:pt x="2434" y="84"/>
                    <a:pt x="2443" y="85"/>
                    <a:pt x="2445" y="78"/>
                  </a:cubicBezTo>
                  <a:cubicBezTo>
                    <a:pt x="2449" y="76"/>
                    <a:pt x="2453" y="72"/>
                    <a:pt x="2455" y="67"/>
                  </a:cubicBezTo>
                  <a:cubicBezTo>
                    <a:pt x="2456" y="64"/>
                    <a:pt x="2460" y="65"/>
                    <a:pt x="2462" y="63"/>
                  </a:cubicBezTo>
                  <a:cubicBezTo>
                    <a:pt x="2459" y="56"/>
                    <a:pt x="2469" y="61"/>
                    <a:pt x="2466" y="54"/>
                  </a:cubicBezTo>
                  <a:cubicBezTo>
                    <a:pt x="2472" y="53"/>
                    <a:pt x="2475" y="48"/>
                    <a:pt x="2479" y="46"/>
                  </a:cubicBezTo>
                  <a:cubicBezTo>
                    <a:pt x="2479" y="37"/>
                    <a:pt x="2489" y="39"/>
                    <a:pt x="2490" y="32"/>
                  </a:cubicBezTo>
                  <a:cubicBezTo>
                    <a:pt x="2500" y="20"/>
                    <a:pt x="2512" y="11"/>
                    <a:pt x="2523" y="0"/>
                  </a:cubicBezTo>
                  <a:cubicBezTo>
                    <a:pt x="2509" y="0"/>
                    <a:pt x="2509" y="0"/>
                    <a:pt x="2509" y="0"/>
                  </a:cubicBezTo>
                  <a:cubicBezTo>
                    <a:pt x="2508" y="1"/>
                    <a:pt x="2507" y="2"/>
                    <a:pt x="2506" y="2"/>
                  </a:cubicBezTo>
                  <a:cubicBezTo>
                    <a:pt x="2506" y="6"/>
                    <a:pt x="2504" y="8"/>
                    <a:pt x="2501" y="8"/>
                  </a:cubicBezTo>
                  <a:cubicBezTo>
                    <a:pt x="2498" y="9"/>
                    <a:pt x="2500" y="14"/>
                    <a:pt x="2495" y="13"/>
                  </a:cubicBezTo>
                  <a:cubicBezTo>
                    <a:pt x="2494" y="16"/>
                    <a:pt x="2491" y="16"/>
                    <a:pt x="2490" y="19"/>
                  </a:cubicBezTo>
                  <a:cubicBezTo>
                    <a:pt x="2490" y="23"/>
                    <a:pt x="2483" y="21"/>
                    <a:pt x="2484" y="26"/>
                  </a:cubicBezTo>
                  <a:cubicBezTo>
                    <a:pt x="2468" y="41"/>
                    <a:pt x="2454" y="57"/>
                    <a:pt x="2438" y="72"/>
                  </a:cubicBezTo>
                  <a:close/>
                  <a:moveTo>
                    <a:pt x="2508" y="35"/>
                  </a:moveTo>
                  <a:cubicBezTo>
                    <a:pt x="2506" y="40"/>
                    <a:pt x="2501" y="40"/>
                    <a:pt x="2499" y="46"/>
                  </a:cubicBezTo>
                  <a:cubicBezTo>
                    <a:pt x="2484" y="62"/>
                    <a:pt x="2478" y="60"/>
                    <a:pt x="2479" y="65"/>
                  </a:cubicBezTo>
                  <a:cubicBezTo>
                    <a:pt x="2463" y="80"/>
                    <a:pt x="2459" y="80"/>
                    <a:pt x="2458" y="83"/>
                  </a:cubicBezTo>
                  <a:cubicBezTo>
                    <a:pt x="2444" y="102"/>
                    <a:pt x="2434" y="106"/>
                    <a:pt x="2427" y="113"/>
                  </a:cubicBezTo>
                  <a:cubicBezTo>
                    <a:pt x="2414" y="132"/>
                    <a:pt x="2408" y="130"/>
                    <a:pt x="2410" y="135"/>
                  </a:cubicBezTo>
                  <a:cubicBezTo>
                    <a:pt x="2383" y="161"/>
                    <a:pt x="2382" y="173"/>
                    <a:pt x="2375" y="179"/>
                  </a:cubicBezTo>
                  <a:cubicBezTo>
                    <a:pt x="2355" y="218"/>
                    <a:pt x="2355" y="224"/>
                    <a:pt x="2351" y="224"/>
                  </a:cubicBezTo>
                  <a:cubicBezTo>
                    <a:pt x="2344" y="254"/>
                    <a:pt x="2335" y="259"/>
                    <a:pt x="2342" y="261"/>
                  </a:cubicBezTo>
                  <a:cubicBezTo>
                    <a:pt x="2366" y="200"/>
                    <a:pt x="2372" y="200"/>
                    <a:pt x="2373" y="196"/>
                  </a:cubicBezTo>
                  <a:cubicBezTo>
                    <a:pt x="2395" y="169"/>
                    <a:pt x="2391" y="160"/>
                    <a:pt x="2397" y="161"/>
                  </a:cubicBezTo>
                  <a:cubicBezTo>
                    <a:pt x="2420" y="141"/>
                    <a:pt x="2418" y="135"/>
                    <a:pt x="2421" y="133"/>
                  </a:cubicBezTo>
                  <a:cubicBezTo>
                    <a:pt x="2456" y="96"/>
                    <a:pt x="2463" y="93"/>
                    <a:pt x="2466" y="87"/>
                  </a:cubicBezTo>
                  <a:cubicBezTo>
                    <a:pt x="2495" y="64"/>
                    <a:pt x="2495" y="59"/>
                    <a:pt x="2499" y="59"/>
                  </a:cubicBezTo>
                  <a:cubicBezTo>
                    <a:pt x="2518" y="37"/>
                    <a:pt x="2524" y="32"/>
                    <a:pt x="2530" y="28"/>
                  </a:cubicBezTo>
                  <a:cubicBezTo>
                    <a:pt x="2545" y="8"/>
                    <a:pt x="2549" y="7"/>
                    <a:pt x="2551" y="4"/>
                  </a:cubicBezTo>
                  <a:cubicBezTo>
                    <a:pt x="2541" y="2"/>
                    <a:pt x="2540" y="3"/>
                    <a:pt x="2538" y="4"/>
                  </a:cubicBezTo>
                  <a:close/>
                  <a:moveTo>
                    <a:pt x="3098" y="2129"/>
                  </a:moveTo>
                  <a:cubicBezTo>
                    <a:pt x="3093" y="2124"/>
                    <a:pt x="3098" y="2119"/>
                    <a:pt x="3093" y="2113"/>
                  </a:cubicBezTo>
                  <a:cubicBezTo>
                    <a:pt x="3086" y="2064"/>
                    <a:pt x="3077" y="2058"/>
                    <a:pt x="3079" y="2054"/>
                  </a:cubicBezTo>
                  <a:cubicBezTo>
                    <a:pt x="3040" y="1980"/>
                    <a:pt x="3047" y="1984"/>
                    <a:pt x="3048" y="1988"/>
                  </a:cubicBezTo>
                  <a:cubicBezTo>
                    <a:pt x="3064" y="2024"/>
                    <a:pt x="3062" y="2030"/>
                    <a:pt x="3069" y="2036"/>
                  </a:cubicBezTo>
                  <a:cubicBezTo>
                    <a:pt x="3073" y="2062"/>
                    <a:pt x="3074" y="2065"/>
                    <a:pt x="3078" y="2069"/>
                  </a:cubicBezTo>
                  <a:cubicBezTo>
                    <a:pt x="3075" y="2066"/>
                    <a:pt x="3067" y="2062"/>
                    <a:pt x="3071" y="2058"/>
                  </a:cubicBezTo>
                  <a:cubicBezTo>
                    <a:pt x="3019" y="1980"/>
                    <a:pt x="3021" y="1968"/>
                    <a:pt x="3011" y="1974"/>
                  </a:cubicBezTo>
                  <a:cubicBezTo>
                    <a:pt x="3035" y="2011"/>
                    <a:pt x="3044" y="2015"/>
                    <a:pt x="3046" y="2019"/>
                  </a:cubicBezTo>
                  <a:cubicBezTo>
                    <a:pt x="3060" y="2063"/>
                    <a:pt x="3065" y="2068"/>
                    <a:pt x="3067" y="2073"/>
                  </a:cubicBezTo>
                  <a:cubicBezTo>
                    <a:pt x="3073" y="2103"/>
                    <a:pt x="3074" y="2105"/>
                    <a:pt x="3071" y="2107"/>
                  </a:cubicBezTo>
                  <a:cubicBezTo>
                    <a:pt x="3078" y="2130"/>
                    <a:pt x="3077" y="2132"/>
                    <a:pt x="3077" y="2134"/>
                  </a:cubicBezTo>
                  <a:cubicBezTo>
                    <a:pt x="3065" y="2103"/>
                    <a:pt x="3062" y="2098"/>
                    <a:pt x="3061" y="2093"/>
                  </a:cubicBezTo>
                  <a:cubicBezTo>
                    <a:pt x="3054" y="2074"/>
                    <a:pt x="3050" y="2071"/>
                    <a:pt x="3051" y="2069"/>
                  </a:cubicBezTo>
                  <a:cubicBezTo>
                    <a:pt x="2992" y="2001"/>
                    <a:pt x="2987" y="1997"/>
                    <a:pt x="2983" y="1990"/>
                  </a:cubicBezTo>
                  <a:cubicBezTo>
                    <a:pt x="3043" y="2076"/>
                    <a:pt x="3050" y="2086"/>
                    <a:pt x="3056" y="2097"/>
                  </a:cubicBezTo>
                  <a:cubicBezTo>
                    <a:pt x="3062" y="2124"/>
                    <a:pt x="3060" y="2124"/>
                    <a:pt x="3060" y="2125"/>
                  </a:cubicBezTo>
                  <a:cubicBezTo>
                    <a:pt x="3064" y="2144"/>
                    <a:pt x="3068" y="2146"/>
                    <a:pt x="3068" y="2147"/>
                  </a:cubicBezTo>
                  <a:cubicBezTo>
                    <a:pt x="3078" y="2160"/>
                    <a:pt x="3078" y="2160"/>
                    <a:pt x="3078" y="2160"/>
                  </a:cubicBezTo>
                  <a:cubicBezTo>
                    <a:pt x="3079" y="2148"/>
                    <a:pt x="3079" y="2154"/>
                    <a:pt x="3079" y="2160"/>
                  </a:cubicBezTo>
                  <a:cubicBezTo>
                    <a:pt x="3087" y="2158"/>
                    <a:pt x="3088" y="2155"/>
                    <a:pt x="3088" y="2153"/>
                  </a:cubicBezTo>
                  <a:cubicBezTo>
                    <a:pt x="3082" y="2102"/>
                    <a:pt x="3079" y="2093"/>
                    <a:pt x="3077" y="2085"/>
                  </a:cubicBezTo>
                  <a:cubicBezTo>
                    <a:pt x="3087" y="2106"/>
                    <a:pt x="3084" y="2112"/>
                    <a:pt x="3088" y="2118"/>
                  </a:cubicBezTo>
                  <a:cubicBezTo>
                    <a:pt x="3091" y="2155"/>
                    <a:pt x="3092" y="2158"/>
                    <a:pt x="3093" y="2160"/>
                  </a:cubicBezTo>
                  <a:cubicBezTo>
                    <a:pt x="3101" y="2149"/>
                    <a:pt x="3096" y="2139"/>
                    <a:pt x="3098" y="2129"/>
                  </a:cubicBezTo>
                  <a:close/>
                  <a:moveTo>
                    <a:pt x="2730" y="4"/>
                  </a:moveTo>
                  <a:cubicBezTo>
                    <a:pt x="2730" y="10"/>
                    <a:pt x="2731" y="13"/>
                    <a:pt x="2735" y="15"/>
                  </a:cubicBezTo>
                  <a:cubicBezTo>
                    <a:pt x="2759" y="58"/>
                    <a:pt x="2759" y="68"/>
                    <a:pt x="2765" y="72"/>
                  </a:cubicBezTo>
                  <a:cubicBezTo>
                    <a:pt x="2788" y="115"/>
                    <a:pt x="2789" y="123"/>
                    <a:pt x="2793" y="128"/>
                  </a:cubicBezTo>
                  <a:cubicBezTo>
                    <a:pt x="2807" y="153"/>
                    <a:pt x="2810" y="159"/>
                    <a:pt x="2815" y="163"/>
                  </a:cubicBezTo>
                  <a:cubicBezTo>
                    <a:pt x="2837" y="203"/>
                    <a:pt x="2835" y="211"/>
                    <a:pt x="2839" y="211"/>
                  </a:cubicBezTo>
                  <a:cubicBezTo>
                    <a:pt x="2837" y="204"/>
                    <a:pt x="2837" y="199"/>
                    <a:pt x="2837" y="194"/>
                  </a:cubicBezTo>
                  <a:cubicBezTo>
                    <a:pt x="2804" y="142"/>
                    <a:pt x="2807" y="132"/>
                    <a:pt x="2802" y="131"/>
                  </a:cubicBezTo>
                  <a:cubicBezTo>
                    <a:pt x="2780" y="92"/>
                    <a:pt x="2781" y="90"/>
                    <a:pt x="2780" y="89"/>
                  </a:cubicBezTo>
                  <a:cubicBezTo>
                    <a:pt x="2772" y="61"/>
                    <a:pt x="2764" y="63"/>
                    <a:pt x="2765" y="56"/>
                  </a:cubicBezTo>
                  <a:cubicBezTo>
                    <a:pt x="2742" y="16"/>
                    <a:pt x="2749" y="13"/>
                    <a:pt x="2741" y="13"/>
                  </a:cubicBezTo>
                  <a:cubicBezTo>
                    <a:pt x="2727" y="2"/>
                    <a:pt x="2728" y="4"/>
                    <a:pt x="2730" y="4"/>
                  </a:cubicBezTo>
                  <a:close/>
                  <a:moveTo>
                    <a:pt x="2729" y="2032"/>
                  </a:moveTo>
                  <a:cubicBezTo>
                    <a:pt x="2713" y="2020"/>
                    <a:pt x="2697" y="2002"/>
                    <a:pt x="2681" y="1987"/>
                  </a:cubicBezTo>
                  <a:cubicBezTo>
                    <a:pt x="2676" y="1986"/>
                    <a:pt x="2671" y="1980"/>
                    <a:pt x="2665" y="1978"/>
                  </a:cubicBezTo>
                  <a:cubicBezTo>
                    <a:pt x="2660" y="1970"/>
                    <a:pt x="2655" y="1972"/>
                    <a:pt x="2650" y="1965"/>
                  </a:cubicBezTo>
                  <a:cubicBezTo>
                    <a:pt x="2648" y="1962"/>
                    <a:pt x="2645" y="1963"/>
                    <a:pt x="2643" y="1960"/>
                  </a:cubicBezTo>
                  <a:cubicBezTo>
                    <a:pt x="2642" y="1961"/>
                    <a:pt x="2634" y="1956"/>
                    <a:pt x="2637" y="1962"/>
                  </a:cubicBezTo>
                  <a:cubicBezTo>
                    <a:pt x="2645" y="1963"/>
                    <a:pt x="2653" y="1974"/>
                    <a:pt x="2662" y="1978"/>
                  </a:cubicBezTo>
                  <a:cubicBezTo>
                    <a:pt x="2672" y="1992"/>
                    <a:pt x="2683" y="1992"/>
                    <a:pt x="2693" y="2006"/>
                  </a:cubicBezTo>
                  <a:cubicBezTo>
                    <a:pt x="2696" y="2004"/>
                    <a:pt x="2694" y="2010"/>
                    <a:pt x="2697" y="2008"/>
                  </a:cubicBezTo>
                  <a:cubicBezTo>
                    <a:pt x="2699" y="2011"/>
                    <a:pt x="2702" y="2014"/>
                    <a:pt x="2704" y="2016"/>
                  </a:cubicBezTo>
                  <a:cubicBezTo>
                    <a:pt x="2709" y="2024"/>
                    <a:pt x="2715" y="2026"/>
                    <a:pt x="2720" y="2031"/>
                  </a:cubicBezTo>
                  <a:cubicBezTo>
                    <a:pt x="2743" y="2058"/>
                    <a:pt x="2766" y="2084"/>
                    <a:pt x="2789" y="2110"/>
                  </a:cubicBezTo>
                  <a:cubicBezTo>
                    <a:pt x="2794" y="2119"/>
                    <a:pt x="2805" y="2136"/>
                    <a:pt x="2811" y="2146"/>
                  </a:cubicBezTo>
                  <a:cubicBezTo>
                    <a:pt x="2815" y="2150"/>
                    <a:pt x="2819" y="2155"/>
                    <a:pt x="2822" y="2160"/>
                  </a:cubicBezTo>
                  <a:cubicBezTo>
                    <a:pt x="2833" y="2160"/>
                    <a:pt x="2833" y="2160"/>
                    <a:pt x="2833" y="2160"/>
                  </a:cubicBezTo>
                  <a:cubicBezTo>
                    <a:pt x="2819" y="2141"/>
                    <a:pt x="2808" y="2121"/>
                    <a:pt x="2793" y="2101"/>
                  </a:cubicBezTo>
                  <a:cubicBezTo>
                    <a:pt x="2769" y="2071"/>
                    <a:pt x="2752" y="2059"/>
                    <a:pt x="2729" y="2032"/>
                  </a:cubicBezTo>
                  <a:close/>
                  <a:moveTo>
                    <a:pt x="2593" y="2068"/>
                  </a:moveTo>
                  <a:cubicBezTo>
                    <a:pt x="2590" y="2060"/>
                    <a:pt x="2586" y="2052"/>
                    <a:pt x="2577" y="2043"/>
                  </a:cubicBezTo>
                  <a:cubicBezTo>
                    <a:pt x="2574" y="2034"/>
                    <a:pt x="2569" y="2024"/>
                    <a:pt x="2561" y="2015"/>
                  </a:cubicBezTo>
                  <a:cubicBezTo>
                    <a:pt x="2556" y="2010"/>
                    <a:pt x="2562" y="2004"/>
                    <a:pt x="2554" y="2003"/>
                  </a:cubicBezTo>
                  <a:cubicBezTo>
                    <a:pt x="2558" y="1999"/>
                    <a:pt x="2542" y="1993"/>
                    <a:pt x="2547" y="1989"/>
                  </a:cubicBezTo>
                  <a:cubicBezTo>
                    <a:pt x="2539" y="1985"/>
                    <a:pt x="2535" y="1972"/>
                    <a:pt x="2527" y="1963"/>
                  </a:cubicBezTo>
                  <a:cubicBezTo>
                    <a:pt x="2522" y="1953"/>
                    <a:pt x="2513" y="1943"/>
                    <a:pt x="2507" y="1934"/>
                  </a:cubicBezTo>
                  <a:cubicBezTo>
                    <a:pt x="2502" y="1938"/>
                    <a:pt x="2505" y="1942"/>
                    <a:pt x="2510" y="1946"/>
                  </a:cubicBezTo>
                  <a:cubicBezTo>
                    <a:pt x="2509" y="1950"/>
                    <a:pt x="2514" y="1955"/>
                    <a:pt x="2518" y="1959"/>
                  </a:cubicBezTo>
                  <a:cubicBezTo>
                    <a:pt x="2522" y="1968"/>
                    <a:pt x="2528" y="1977"/>
                    <a:pt x="2536" y="1987"/>
                  </a:cubicBezTo>
                  <a:cubicBezTo>
                    <a:pt x="2535" y="1994"/>
                    <a:pt x="2547" y="2003"/>
                    <a:pt x="2549" y="2011"/>
                  </a:cubicBezTo>
                  <a:cubicBezTo>
                    <a:pt x="2552" y="2015"/>
                    <a:pt x="2550" y="2018"/>
                    <a:pt x="2556" y="2022"/>
                  </a:cubicBezTo>
                  <a:cubicBezTo>
                    <a:pt x="2553" y="2026"/>
                    <a:pt x="2564" y="2031"/>
                    <a:pt x="2561" y="2035"/>
                  </a:cubicBezTo>
                  <a:cubicBezTo>
                    <a:pt x="2574" y="2053"/>
                    <a:pt x="2580" y="2063"/>
                    <a:pt x="2590" y="2081"/>
                  </a:cubicBezTo>
                  <a:cubicBezTo>
                    <a:pt x="2617" y="2114"/>
                    <a:pt x="2628" y="2123"/>
                    <a:pt x="2652" y="2158"/>
                  </a:cubicBezTo>
                  <a:cubicBezTo>
                    <a:pt x="2653" y="2159"/>
                    <a:pt x="2654" y="2160"/>
                    <a:pt x="2655" y="2160"/>
                  </a:cubicBezTo>
                  <a:cubicBezTo>
                    <a:pt x="2668" y="2160"/>
                    <a:pt x="2668" y="2160"/>
                    <a:pt x="2668" y="2160"/>
                  </a:cubicBezTo>
                  <a:cubicBezTo>
                    <a:pt x="2649" y="2138"/>
                    <a:pt x="2635" y="2118"/>
                    <a:pt x="2614" y="2095"/>
                  </a:cubicBezTo>
                  <a:cubicBezTo>
                    <a:pt x="2611" y="2088"/>
                    <a:pt x="2603" y="2079"/>
                    <a:pt x="2593" y="2068"/>
                  </a:cubicBezTo>
                  <a:close/>
                  <a:moveTo>
                    <a:pt x="2526" y="2071"/>
                  </a:moveTo>
                  <a:cubicBezTo>
                    <a:pt x="2526" y="2071"/>
                    <a:pt x="2524" y="2072"/>
                    <a:pt x="2524" y="2072"/>
                  </a:cubicBezTo>
                  <a:cubicBezTo>
                    <a:pt x="2524" y="2072"/>
                    <a:pt x="2519" y="2060"/>
                    <a:pt x="2519" y="2060"/>
                  </a:cubicBezTo>
                  <a:cubicBezTo>
                    <a:pt x="2518" y="2058"/>
                    <a:pt x="2517" y="2058"/>
                    <a:pt x="2516" y="2056"/>
                  </a:cubicBezTo>
                  <a:cubicBezTo>
                    <a:pt x="2506" y="2038"/>
                    <a:pt x="2496" y="2020"/>
                    <a:pt x="2481" y="2000"/>
                  </a:cubicBezTo>
                  <a:cubicBezTo>
                    <a:pt x="2460" y="1977"/>
                    <a:pt x="2453" y="1962"/>
                    <a:pt x="2430" y="1938"/>
                  </a:cubicBezTo>
                  <a:cubicBezTo>
                    <a:pt x="2422" y="1935"/>
                    <a:pt x="2415" y="1922"/>
                    <a:pt x="2408" y="1922"/>
                  </a:cubicBezTo>
                  <a:cubicBezTo>
                    <a:pt x="2410" y="1925"/>
                    <a:pt x="2411" y="1927"/>
                    <a:pt x="2413" y="1929"/>
                  </a:cubicBezTo>
                  <a:cubicBezTo>
                    <a:pt x="2415" y="1931"/>
                    <a:pt x="2418" y="1930"/>
                    <a:pt x="2416" y="1932"/>
                  </a:cubicBezTo>
                  <a:cubicBezTo>
                    <a:pt x="2421" y="1940"/>
                    <a:pt x="2420" y="1938"/>
                    <a:pt x="2426" y="1944"/>
                  </a:cubicBezTo>
                  <a:cubicBezTo>
                    <a:pt x="2435" y="1954"/>
                    <a:pt x="2444" y="1964"/>
                    <a:pt x="2452" y="1973"/>
                  </a:cubicBezTo>
                  <a:cubicBezTo>
                    <a:pt x="2451" y="1975"/>
                    <a:pt x="2451" y="1975"/>
                    <a:pt x="2452" y="1976"/>
                  </a:cubicBezTo>
                  <a:cubicBezTo>
                    <a:pt x="2455" y="1979"/>
                    <a:pt x="2459" y="1978"/>
                    <a:pt x="2458" y="1983"/>
                  </a:cubicBezTo>
                  <a:cubicBezTo>
                    <a:pt x="2462" y="1988"/>
                    <a:pt x="2466" y="1993"/>
                    <a:pt x="2471" y="1998"/>
                  </a:cubicBezTo>
                  <a:cubicBezTo>
                    <a:pt x="2468" y="2002"/>
                    <a:pt x="2478" y="2008"/>
                    <a:pt x="2480" y="2012"/>
                  </a:cubicBezTo>
                  <a:cubicBezTo>
                    <a:pt x="2478" y="2017"/>
                    <a:pt x="2488" y="2022"/>
                    <a:pt x="2490" y="2027"/>
                  </a:cubicBezTo>
                  <a:cubicBezTo>
                    <a:pt x="2495" y="2040"/>
                    <a:pt x="2506" y="2054"/>
                    <a:pt x="2511" y="2067"/>
                  </a:cubicBezTo>
                  <a:cubicBezTo>
                    <a:pt x="2516" y="2080"/>
                    <a:pt x="2531" y="2094"/>
                    <a:pt x="2534" y="2107"/>
                  </a:cubicBezTo>
                  <a:cubicBezTo>
                    <a:pt x="2540" y="2104"/>
                    <a:pt x="2536" y="2112"/>
                    <a:pt x="2540" y="2114"/>
                  </a:cubicBezTo>
                  <a:cubicBezTo>
                    <a:pt x="2544" y="2118"/>
                    <a:pt x="2540" y="2119"/>
                    <a:pt x="2546" y="2120"/>
                  </a:cubicBezTo>
                  <a:cubicBezTo>
                    <a:pt x="2542" y="2123"/>
                    <a:pt x="2550" y="2127"/>
                    <a:pt x="2551" y="2130"/>
                  </a:cubicBezTo>
                  <a:cubicBezTo>
                    <a:pt x="2557" y="2134"/>
                    <a:pt x="2555" y="2137"/>
                    <a:pt x="2558" y="2141"/>
                  </a:cubicBezTo>
                  <a:cubicBezTo>
                    <a:pt x="2564" y="2148"/>
                    <a:pt x="2569" y="2154"/>
                    <a:pt x="2573" y="2160"/>
                  </a:cubicBezTo>
                  <a:cubicBezTo>
                    <a:pt x="2586" y="2160"/>
                    <a:pt x="2586" y="2160"/>
                    <a:pt x="2586" y="2160"/>
                  </a:cubicBezTo>
                  <a:cubicBezTo>
                    <a:pt x="2570" y="2139"/>
                    <a:pt x="2553" y="2118"/>
                    <a:pt x="2541" y="2095"/>
                  </a:cubicBezTo>
                  <a:cubicBezTo>
                    <a:pt x="2533" y="2089"/>
                    <a:pt x="2531" y="2079"/>
                    <a:pt x="2526" y="2071"/>
                  </a:cubicBezTo>
                  <a:close/>
                  <a:moveTo>
                    <a:pt x="2594" y="2142"/>
                  </a:moveTo>
                  <a:cubicBezTo>
                    <a:pt x="2588" y="2138"/>
                    <a:pt x="2596" y="2135"/>
                    <a:pt x="2590" y="2131"/>
                  </a:cubicBezTo>
                  <a:cubicBezTo>
                    <a:pt x="2586" y="2134"/>
                    <a:pt x="2585" y="2126"/>
                    <a:pt x="2584" y="2124"/>
                  </a:cubicBezTo>
                  <a:cubicBezTo>
                    <a:pt x="2581" y="2120"/>
                    <a:pt x="2578" y="2123"/>
                    <a:pt x="2575" y="2118"/>
                  </a:cubicBezTo>
                  <a:cubicBezTo>
                    <a:pt x="2581" y="2115"/>
                    <a:pt x="2567" y="2111"/>
                    <a:pt x="2573" y="2108"/>
                  </a:cubicBezTo>
                  <a:cubicBezTo>
                    <a:pt x="2572" y="2105"/>
                    <a:pt x="2564" y="2101"/>
                    <a:pt x="2567" y="2098"/>
                  </a:cubicBezTo>
                  <a:cubicBezTo>
                    <a:pt x="2564" y="2092"/>
                    <a:pt x="2558" y="2085"/>
                    <a:pt x="2556" y="2079"/>
                  </a:cubicBezTo>
                  <a:cubicBezTo>
                    <a:pt x="2545" y="2066"/>
                    <a:pt x="2543" y="2053"/>
                    <a:pt x="2530" y="2039"/>
                  </a:cubicBezTo>
                  <a:cubicBezTo>
                    <a:pt x="2520" y="2018"/>
                    <a:pt x="2508" y="1996"/>
                    <a:pt x="2494" y="1975"/>
                  </a:cubicBezTo>
                  <a:cubicBezTo>
                    <a:pt x="2486" y="1969"/>
                    <a:pt x="2487" y="1968"/>
                    <a:pt x="2481" y="1960"/>
                  </a:cubicBezTo>
                  <a:cubicBezTo>
                    <a:pt x="2474" y="1955"/>
                    <a:pt x="2476" y="1956"/>
                    <a:pt x="2469" y="1950"/>
                  </a:cubicBezTo>
                  <a:cubicBezTo>
                    <a:pt x="2464" y="1944"/>
                    <a:pt x="2459" y="1938"/>
                    <a:pt x="2453" y="1932"/>
                  </a:cubicBezTo>
                  <a:cubicBezTo>
                    <a:pt x="2450" y="1930"/>
                    <a:pt x="2448" y="1922"/>
                    <a:pt x="2445" y="1925"/>
                  </a:cubicBezTo>
                  <a:cubicBezTo>
                    <a:pt x="2442" y="1923"/>
                    <a:pt x="2439" y="1915"/>
                    <a:pt x="2436" y="1918"/>
                  </a:cubicBezTo>
                  <a:cubicBezTo>
                    <a:pt x="2438" y="1927"/>
                    <a:pt x="2447" y="1931"/>
                    <a:pt x="2453" y="1938"/>
                  </a:cubicBezTo>
                  <a:cubicBezTo>
                    <a:pt x="2469" y="1956"/>
                    <a:pt x="2486" y="1976"/>
                    <a:pt x="2499" y="1993"/>
                  </a:cubicBezTo>
                  <a:cubicBezTo>
                    <a:pt x="2501" y="2004"/>
                    <a:pt x="2507" y="2011"/>
                    <a:pt x="2511" y="2017"/>
                  </a:cubicBezTo>
                  <a:cubicBezTo>
                    <a:pt x="2515" y="2027"/>
                    <a:pt x="2522" y="2037"/>
                    <a:pt x="2525" y="2046"/>
                  </a:cubicBezTo>
                  <a:cubicBezTo>
                    <a:pt x="2532" y="2052"/>
                    <a:pt x="2530" y="2058"/>
                    <a:pt x="2537" y="2064"/>
                  </a:cubicBezTo>
                  <a:cubicBezTo>
                    <a:pt x="2536" y="2070"/>
                    <a:pt x="2547" y="2077"/>
                    <a:pt x="2545" y="2083"/>
                  </a:cubicBezTo>
                  <a:cubicBezTo>
                    <a:pt x="2554" y="2096"/>
                    <a:pt x="2560" y="2108"/>
                    <a:pt x="2566" y="2120"/>
                  </a:cubicBezTo>
                  <a:cubicBezTo>
                    <a:pt x="2570" y="2125"/>
                    <a:pt x="2575" y="2130"/>
                    <a:pt x="2579" y="2135"/>
                  </a:cubicBezTo>
                  <a:cubicBezTo>
                    <a:pt x="2583" y="2143"/>
                    <a:pt x="2590" y="2152"/>
                    <a:pt x="2595" y="2160"/>
                  </a:cubicBezTo>
                  <a:cubicBezTo>
                    <a:pt x="2607" y="2160"/>
                    <a:pt x="2607" y="2160"/>
                    <a:pt x="2607" y="2160"/>
                  </a:cubicBezTo>
                  <a:cubicBezTo>
                    <a:pt x="2605" y="2158"/>
                    <a:pt x="2603" y="2156"/>
                    <a:pt x="2601" y="2153"/>
                  </a:cubicBezTo>
                  <a:cubicBezTo>
                    <a:pt x="2601" y="2150"/>
                    <a:pt x="2598" y="2146"/>
                    <a:pt x="2594" y="2142"/>
                  </a:cubicBezTo>
                  <a:close/>
                  <a:moveTo>
                    <a:pt x="2754" y="2103"/>
                  </a:moveTo>
                  <a:cubicBezTo>
                    <a:pt x="2742" y="2089"/>
                    <a:pt x="2730" y="2080"/>
                    <a:pt x="2724" y="2069"/>
                  </a:cubicBezTo>
                  <a:cubicBezTo>
                    <a:pt x="2673" y="2020"/>
                    <a:pt x="2658" y="2006"/>
                    <a:pt x="2642" y="1992"/>
                  </a:cubicBezTo>
                  <a:cubicBezTo>
                    <a:pt x="2611" y="1967"/>
                    <a:pt x="2603" y="1971"/>
                    <a:pt x="2595" y="1958"/>
                  </a:cubicBezTo>
                  <a:cubicBezTo>
                    <a:pt x="2552" y="1947"/>
                    <a:pt x="2570" y="1954"/>
                    <a:pt x="2579" y="1969"/>
                  </a:cubicBezTo>
                  <a:cubicBezTo>
                    <a:pt x="2603" y="1993"/>
                    <a:pt x="2607" y="1992"/>
                    <a:pt x="2605" y="1996"/>
                  </a:cubicBezTo>
                  <a:cubicBezTo>
                    <a:pt x="2621" y="2013"/>
                    <a:pt x="2630" y="2011"/>
                    <a:pt x="2630" y="2018"/>
                  </a:cubicBezTo>
                  <a:cubicBezTo>
                    <a:pt x="2705" y="2088"/>
                    <a:pt x="2711" y="2097"/>
                    <a:pt x="2730" y="2115"/>
                  </a:cubicBezTo>
                  <a:cubicBezTo>
                    <a:pt x="2774" y="2160"/>
                    <a:pt x="2774" y="2160"/>
                    <a:pt x="2774" y="2160"/>
                  </a:cubicBezTo>
                  <a:cubicBezTo>
                    <a:pt x="2687" y="2056"/>
                    <a:pt x="2675" y="2048"/>
                    <a:pt x="2664" y="2034"/>
                  </a:cubicBezTo>
                  <a:cubicBezTo>
                    <a:pt x="2639" y="2016"/>
                    <a:pt x="2640" y="2011"/>
                    <a:pt x="2634" y="2009"/>
                  </a:cubicBezTo>
                  <a:cubicBezTo>
                    <a:pt x="2590" y="1961"/>
                    <a:pt x="2592" y="1965"/>
                    <a:pt x="2595" y="1967"/>
                  </a:cubicBezTo>
                  <a:cubicBezTo>
                    <a:pt x="2643" y="2000"/>
                    <a:pt x="2660" y="2019"/>
                    <a:pt x="2677" y="2032"/>
                  </a:cubicBezTo>
                  <a:cubicBezTo>
                    <a:pt x="2722" y="2081"/>
                    <a:pt x="2728" y="2091"/>
                    <a:pt x="2740" y="2104"/>
                  </a:cubicBezTo>
                  <a:cubicBezTo>
                    <a:pt x="2743" y="2107"/>
                    <a:pt x="2746" y="2106"/>
                    <a:pt x="2746" y="2107"/>
                  </a:cubicBezTo>
                  <a:cubicBezTo>
                    <a:pt x="2776" y="2144"/>
                    <a:pt x="2782" y="2152"/>
                    <a:pt x="2788" y="2160"/>
                  </a:cubicBezTo>
                  <a:cubicBezTo>
                    <a:pt x="2766" y="2118"/>
                    <a:pt x="2761" y="2111"/>
                    <a:pt x="2754" y="2103"/>
                  </a:cubicBezTo>
                  <a:close/>
                  <a:moveTo>
                    <a:pt x="2693" y="2110"/>
                  </a:moveTo>
                  <a:cubicBezTo>
                    <a:pt x="2696" y="2104"/>
                    <a:pt x="2682" y="2098"/>
                    <a:pt x="2684" y="2092"/>
                  </a:cubicBezTo>
                  <a:cubicBezTo>
                    <a:pt x="2662" y="2071"/>
                    <a:pt x="2655" y="2066"/>
                    <a:pt x="2644" y="2057"/>
                  </a:cubicBezTo>
                  <a:cubicBezTo>
                    <a:pt x="2578" y="1981"/>
                    <a:pt x="2570" y="1972"/>
                    <a:pt x="2560" y="1960"/>
                  </a:cubicBezTo>
                  <a:cubicBezTo>
                    <a:pt x="2548" y="1932"/>
                    <a:pt x="2535" y="1928"/>
                    <a:pt x="2540" y="1925"/>
                  </a:cubicBezTo>
                  <a:cubicBezTo>
                    <a:pt x="2520" y="1893"/>
                    <a:pt x="2526" y="1881"/>
                    <a:pt x="2517" y="1885"/>
                  </a:cubicBezTo>
                  <a:cubicBezTo>
                    <a:pt x="2536" y="1948"/>
                    <a:pt x="2536" y="1956"/>
                    <a:pt x="2544" y="1966"/>
                  </a:cubicBezTo>
                  <a:cubicBezTo>
                    <a:pt x="2562" y="2002"/>
                    <a:pt x="2567" y="2009"/>
                    <a:pt x="2571" y="2017"/>
                  </a:cubicBezTo>
                  <a:cubicBezTo>
                    <a:pt x="2647" y="2106"/>
                    <a:pt x="2655" y="2116"/>
                    <a:pt x="2663" y="2125"/>
                  </a:cubicBezTo>
                  <a:cubicBezTo>
                    <a:pt x="2703" y="2158"/>
                    <a:pt x="2696" y="2155"/>
                    <a:pt x="2695" y="2152"/>
                  </a:cubicBezTo>
                  <a:cubicBezTo>
                    <a:pt x="2672" y="2122"/>
                    <a:pt x="2670" y="2119"/>
                    <a:pt x="2667" y="2116"/>
                  </a:cubicBezTo>
                  <a:cubicBezTo>
                    <a:pt x="2636" y="2077"/>
                    <a:pt x="2632" y="2073"/>
                    <a:pt x="2628" y="2069"/>
                  </a:cubicBezTo>
                  <a:cubicBezTo>
                    <a:pt x="2551" y="1971"/>
                    <a:pt x="2541" y="1952"/>
                    <a:pt x="2535" y="1933"/>
                  </a:cubicBezTo>
                  <a:cubicBezTo>
                    <a:pt x="2537" y="1931"/>
                    <a:pt x="2537" y="1933"/>
                    <a:pt x="2538" y="1936"/>
                  </a:cubicBezTo>
                  <a:cubicBezTo>
                    <a:pt x="2555" y="1961"/>
                    <a:pt x="2559" y="1971"/>
                    <a:pt x="2566" y="1981"/>
                  </a:cubicBezTo>
                  <a:cubicBezTo>
                    <a:pt x="2684" y="2109"/>
                    <a:pt x="2700" y="2128"/>
                    <a:pt x="2712" y="2137"/>
                  </a:cubicBezTo>
                  <a:cubicBezTo>
                    <a:pt x="2738" y="2156"/>
                    <a:pt x="2735" y="2152"/>
                    <a:pt x="2733" y="2148"/>
                  </a:cubicBezTo>
                  <a:close/>
                  <a:moveTo>
                    <a:pt x="2591" y="2098"/>
                  </a:moveTo>
                  <a:cubicBezTo>
                    <a:pt x="2574" y="2082"/>
                    <a:pt x="2569" y="2066"/>
                    <a:pt x="2557" y="2050"/>
                  </a:cubicBezTo>
                  <a:cubicBezTo>
                    <a:pt x="2542" y="2025"/>
                    <a:pt x="2544" y="2022"/>
                    <a:pt x="2540" y="2018"/>
                  </a:cubicBezTo>
                  <a:cubicBezTo>
                    <a:pt x="2518" y="1973"/>
                    <a:pt x="2511" y="1965"/>
                    <a:pt x="2510" y="1957"/>
                  </a:cubicBezTo>
                  <a:cubicBezTo>
                    <a:pt x="2495" y="1931"/>
                    <a:pt x="2489" y="1936"/>
                    <a:pt x="2497" y="1942"/>
                  </a:cubicBezTo>
                  <a:cubicBezTo>
                    <a:pt x="2510" y="1978"/>
                    <a:pt x="2514" y="1981"/>
                    <a:pt x="2516" y="1984"/>
                  </a:cubicBezTo>
                  <a:cubicBezTo>
                    <a:pt x="2525" y="2012"/>
                    <a:pt x="2529" y="2015"/>
                    <a:pt x="2531" y="2017"/>
                  </a:cubicBezTo>
                  <a:cubicBezTo>
                    <a:pt x="2543" y="2038"/>
                    <a:pt x="2539" y="2041"/>
                    <a:pt x="2543" y="2044"/>
                  </a:cubicBezTo>
                  <a:cubicBezTo>
                    <a:pt x="2576" y="2100"/>
                    <a:pt x="2580" y="2103"/>
                    <a:pt x="2582" y="2106"/>
                  </a:cubicBezTo>
                  <a:cubicBezTo>
                    <a:pt x="2599" y="2132"/>
                    <a:pt x="2603" y="2135"/>
                    <a:pt x="2605" y="2138"/>
                  </a:cubicBezTo>
                  <a:cubicBezTo>
                    <a:pt x="2623" y="2154"/>
                    <a:pt x="2621" y="2156"/>
                    <a:pt x="2622" y="2158"/>
                  </a:cubicBezTo>
                  <a:cubicBezTo>
                    <a:pt x="2623" y="2145"/>
                    <a:pt x="2610" y="2129"/>
                    <a:pt x="2597" y="2113"/>
                  </a:cubicBezTo>
                  <a:close/>
                  <a:moveTo>
                    <a:pt x="3033" y="2114"/>
                  </a:moveTo>
                  <a:cubicBezTo>
                    <a:pt x="3034" y="2107"/>
                    <a:pt x="3026" y="2100"/>
                    <a:pt x="3027" y="2094"/>
                  </a:cubicBezTo>
                  <a:cubicBezTo>
                    <a:pt x="3015" y="2078"/>
                    <a:pt x="3010" y="2064"/>
                    <a:pt x="2999" y="2048"/>
                  </a:cubicBezTo>
                  <a:cubicBezTo>
                    <a:pt x="2993" y="2042"/>
                    <a:pt x="2987" y="2035"/>
                    <a:pt x="2982" y="2029"/>
                  </a:cubicBezTo>
                  <a:cubicBezTo>
                    <a:pt x="2976" y="2019"/>
                    <a:pt x="2974" y="2020"/>
                    <a:pt x="2966" y="2011"/>
                  </a:cubicBezTo>
                  <a:cubicBezTo>
                    <a:pt x="2959" y="2006"/>
                    <a:pt x="2963" y="2002"/>
                    <a:pt x="2957" y="1998"/>
                  </a:cubicBezTo>
                  <a:cubicBezTo>
                    <a:pt x="2951" y="1998"/>
                    <a:pt x="2953" y="1992"/>
                    <a:pt x="2952" y="1991"/>
                  </a:cubicBezTo>
                  <a:cubicBezTo>
                    <a:pt x="2951" y="1991"/>
                    <a:pt x="2950" y="1993"/>
                    <a:pt x="2949" y="1991"/>
                  </a:cubicBezTo>
                  <a:cubicBezTo>
                    <a:pt x="2945" y="1988"/>
                    <a:pt x="2942" y="1983"/>
                    <a:pt x="2937" y="1978"/>
                  </a:cubicBezTo>
                  <a:cubicBezTo>
                    <a:pt x="2933" y="1980"/>
                    <a:pt x="2929" y="1969"/>
                    <a:pt x="2925" y="1971"/>
                  </a:cubicBezTo>
                  <a:cubicBezTo>
                    <a:pt x="2921" y="1969"/>
                    <a:pt x="2917" y="1962"/>
                    <a:pt x="2913" y="1967"/>
                  </a:cubicBezTo>
                  <a:cubicBezTo>
                    <a:pt x="2922" y="1978"/>
                    <a:pt x="2932" y="1982"/>
                    <a:pt x="2941" y="1989"/>
                  </a:cubicBezTo>
                  <a:cubicBezTo>
                    <a:pt x="2945" y="1997"/>
                    <a:pt x="2946" y="1998"/>
                    <a:pt x="2955" y="2005"/>
                  </a:cubicBezTo>
                  <a:cubicBezTo>
                    <a:pt x="2959" y="2009"/>
                    <a:pt x="2957" y="2013"/>
                    <a:pt x="2962" y="2017"/>
                  </a:cubicBezTo>
                  <a:cubicBezTo>
                    <a:pt x="2976" y="2032"/>
                    <a:pt x="2989" y="2047"/>
                    <a:pt x="2995" y="2057"/>
                  </a:cubicBezTo>
                  <a:cubicBezTo>
                    <a:pt x="3002" y="2065"/>
                    <a:pt x="3006" y="2073"/>
                    <a:pt x="3009" y="2080"/>
                  </a:cubicBezTo>
                  <a:cubicBezTo>
                    <a:pt x="3013" y="2084"/>
                    <a:pt x="3016" y="2088"/>
                    <a:pt x="3013" y="2091"/>
                  </a:cubicBezTo>
                  <a:cubicBezTo>
                    <a:pt x="3017" y="2095"/>
                    <a:pt x="3020" y="2099"/>
                    <a:pt x="3020" y="2102"/>
                  </a:cubicBezTo>
                  <a:cubicBezTo>
                    <a:pt x="3026" y="2117"/>
                    <a:pt x="3033" y="2132"/>
                    <a:pt x="3039" y="2147"/>
                  </a:cubicBezTo>
                  <a:cubicBezTo>
                    <a:pt x="3040" y="2151"/>
                    <a:pt x="3041" y="2156"/>
                    <a:pt x="3042" y="2160"/>
                  </a:cubicBezTo>
                  <a:cubicBezTo>
                    <a:pt x="3052" y="2160"/>
                    <a:pt x="3052" y="2160"/>
                    <a:pt x="3052" y="2160"/>
                  </a:cubicBezTo>
                  <a:cubicBezTo>
                    <a:pt x="3049" y="2152"/>
                    <a:pt x="3045" y="2143"/>
                    <a:pt x="3046" y="2135"/>
                  </a:cubicBezTo>
                  <a:cubicBezTo>
                    <a:pt x="3039" y="2128"/>
                    <a:pt x="3040" y="2121"/>
                    <a:pt x="3033" y="2114"/>
                  </a:cubicBezTo>
                  <a:close/>
                  <a:moveTo>
                    <a:pt x="2537" y="2130"/>
                  </a:moveTo>
                  <a:cubicBezTo>
                    <a:pt x="2524" y="2116"/>
                    <a:pt x="2523" y="2103"/>
                    <a:pt x="2514" y="2093"/>
                  </a:cubicBezTo>
                  <a:cubicBezTo>
                    <a:pt x="2504" y="2070"/>
                    <a:pt x="2497" y="2066"/>
                    <a:pt x="2499" y="2063"/>
                  </a:cubicBezTo>
                  <a:cubicBezTo>
                    <a:pt x="2497" y="2052"/>
                    <a:pt x="2484" y="2048"/>
                    <a:pt x="2489" y="2045"/>
                  </a:cubicBezTo>
                  <a:cubicBezTo>
                    <a:pt x="2476" y="2022"/>
                    <a:pt x="2468" y="2018"/>
                    <a:pt x="2471" y="2015"/>
                  </a:cubicBezTo>
                  <a:cubicBezTo>
                    <a:pt x="2435" y="1967"/>
                    <a:pt x="2425" y="1955"/>
                    <a:pt x="2414" y="1943"/>
                  </a:cubicBezTo>
                  <a:cubicBezTo>
                    <a:pt x="2373" y="1912"/>
                    <a:pt x="2369" y="1896"/>
                    <a:pt x="2364" y="1900"/>
                  </a:cubicBezTo>
                  <a:cubicBezTo>
                    <a:pt x="2381" y="1915"/>
                    <a:pt x="2378" y="1916"/>
                    <a:pt x="2380" y="1918"/>
                  </a:cubicBezTo>
                  <a:cubicBezTo>
                    <a:pt x="2388" y="1923"/>
                    <a:pt x="2388" y="1926"/>
                    <a:pt x="2389" y="1927"/>
                  </a:cubicBezTo>
                  <a:cubicBezTo>
                    <a:pt x="2400" y="1940"/>
                    <a:pt x="2408" y="1942"/>
                    <a:pt x="2409" y="1947"/>
                  </a:cubicBezTo>
                  <a:cubicBezTo>
                    <a:pt x="2443" y="1995"/>
                    <a:pt x="2452" y="1999"/>
                    <a:pt x="2449" y="2002"/>
                  </a:cubicBezTo>
                  <a:cubicBezTo>
                    <a:pt x="2487" y="2063"/>
                    <a:pt x="2491" y="2067"/>
                    <a:pt x="2487" y="2070"/>
                  </a:cubicBezTo>
                  <a:cubicBezTo>
                    <a:pt x="2506" y="2104"/>
                    <a:pt x="2514" y="2108"/>
                    <a:pt x="2512" y="2112"/>
                  </a:cubicBezTo>
                  <a:cubicBezTo>
                    <a:pt x="2539" y="2152"/>
                    <a:pt x="2543" y="2157"/>
                    <a:pt x="2546" y="2160"/>
                  </a:cubicBezTo>
                  <a:cubicBezTo>
                    <a:pt x="2540" y="2140"/>
                    <a:pt x="2541" y="2135"/>
                    <a:pt x="2537" y="2130"/>
                  </a:cubicBezTo>
                  <a:close/>
                  <a:moveTo>
                    <a:pt x="2359" y="2098"/>
                  </a:moveTo>
                  <a:cubicBezTo>
                    <a:pt x="2355" y="2093"/>
                    <a:pt x="2356" y="2088"/>
                    <a:pt x="2351" y="2082"/>
                  </a:cubicBezTo>
                  <a:cubicBezTo>
                    <a:pt x="2335" y="2044"/>
                    <a:pt x="2331" y="2038"/>
                    <a:pt x="2328" y="2033"/>
                  </a:cubicBezTo>
                  <a:cubicBezTo>
                    <a:pt x="2301" y="1982"/>
                    <a:pt x="2293" y="1965"/>
                    <a:pt x="2285" y="1948"/>
                  </a:cubicBezTo>
                  <a:cubicBezTo>
                    <a:pt x="2224" y="1882"/>
                    <a:pt x="2221" y="1878"/>
                    <a:pt x="2218" y="1874"/>
                  </a:cubicBezTo>
                  <a:cubicBezTo>
                    <a:pt x="2188" y="1841"/>
                    <a:pt x="2182" y="1834"/>
                    <a:pt x="2176" y="1827"/>
                  </a:cubicBezTo>
                  <a:cubicBezTo>
                    <a:pt x="2168" y="1800"/>
                    <a:pt x="2167" y="1797"/>
                    <a:pt x="2164" y="1793"/>
                  </a:cubicBezTo>
                  <a:cubicBezTo>
                    <a:pt x="2171" y="1829"/>
                    <a:pt x="2175" y="1832"/>
                    <a:pt x="2177" y="1835"/>
                  </a:cubicBezTo>
                  <a:cubicBezTo>
                    <a:pt x="2193" y="1872"/>
                    <a:pt x="2204" y="1885"/>
                    <a:pt x="2212" y="1897"/>
                  </a:cubicBezTo>
                  <a:cubicBezTo>
                    <a:pt x="2261" y="1978"/>
                    <a:pt x="2271" y="1983"/>
                    <a:pt x="2264" y="1987"/>
                  </a:cubicBezTo>
                  <a:cubicBezTo>
                    <a:pt x="2277" y="2021"/>
                    <a:pt x="2288" y="2026"/>
                    <a:pt x="2285" y="2030"/>
                  </a:cubicBezTo>
                  <a:cubicBezTo>
                    <a:pt x="2303" y="2068"/>
                    <a:pt x="2301" y="2072"/>
                    <a:pt x="2302" y="2076"/>
                  </a:cubicBezTo>
                  <a:cubicBezTo>
                    <a:pt x="2322" y="2110"/>
                    <a:pt x="2320" y="2114"/>
                    <a:pt x="2324" y="2118"/>
                  </a:cubicBezTo>
                  <a:cubicBezTo>
                    <a:pt x="2337" y="2145"/>
                    <a:pt x="2350" y="2149"/>
                    <a:pt x="2344" y="2152"/>
                  </a:cubicBezTo>
                  <a:cubicBezTo>
                    <a:pt x="2314" y="2125"/>
                    <a:pt x="2312" y="2120"/>
                    <a:pt x="2308" y="2120"/>
                  </a:cubicBezTo>
                  <a:cubicBezTo>
                    <a:pt x="2286" y="2084"/>
                    <a:pt x="2287" y="2074"/>
                    <a:pt x="2278" y="2062"/>
                  </a:cubicBezTo>
                  <a:cubicBezTo>
                    <a:pt x="2250" y="1984"/>
                    <a:pt x="2245" y="1972"/>
                    <a:pt x="2241" y="1961"/>
                  </a:cubicBezTo>
                  <a:cubicBezTo>
                    <a:pt x="2207" y="1901"/>
                    <a:pt x="2203" y="1897"/>
                    <a:pt x="2199" y="1893"/>
                  </a:cubicBezTo>
                  <a:cubicBezTo>
                    <a:pt x="2180" y="1859"/>
                    <a:pt x="2173" y="1847"/>
                    <a:pt x="2168" y="1834"/>
                  </a:cubicBezTo>
                  <a:cubicBezTo>
                    <a:pt x="2156" y="1801"/>
                    <a:pt x="2161" y="1800"/>
                    <a:pt x="2155" y="1799"/>
                  </a:cubicBezTo>
                  <a:cubicBezTo>
                    <a:pt x="2162" y="1855"/>
                    <a:pt x="2173" y="1859"/>
                    <a:pt x="2171" y="1863"/>
                  </a:cubicBezTo>
                  <a:cubicBezTo>
                    <a:pt x="2220" y="1937"/>
                    <a:pt x="2218" y="1940"/>
                    <a:pt x="2219" y="1942"/>
                  </a:cubicBezTo>
                  <a:cubicBezTo>
                    <a:pt x="2235" y="1976"/>
                    <a:pt x="2242" y="1984"/>
                    <a:pt x="2242" y="1992"/>
                  </a:cubicBezTo>
                  <a:cubicBezTo>
                    <a:pt x="2250" y="2025"/>
                    <a:pt x="2261" y="2035"/>
                    <a:pt x="2259" y="2044"/>
                  </a:cubicBezTo>
                  <a:cubicBezTo>
                    <a:pt x="2271" y="2072"/>
                    <a:pt x="2281" y="2080"/>
                    <a:pt x="2279" y="2087"/>
                  </a:cubicBezTo>
                  <a:cubicBezTo>
                    <a:pt x="2297" y="2123"/>
                    <a:pt x="2306" y="2127"/>
                    <a:pt x="2303" y="2130"/>
                  </a:cubicBezTo>
                  <a:cubicBezTo>
                    <a:pt x="2288" y="2117"/>
                    <a:pt x="2278" y="2115"/>
                    <a:pt x="2273" y="2107"/>
                  </a:cubicBezTo>
                  <a:cubicBezTo>
                    <a:pt x="2244" y="2046"/>
                    <a:pt x="2250" y="2043"/>
                    <a:pt x="2247" y="2040"/>
                  </a:cubicBezTo>
                  <a:cubicBezTo>
                    <a:pt x="2239" y="2016"/>
                    <a:pt x="2232" y="2013"/>
                    <a:pt x="2235" y="2010"/>
                  </a:cubicBezTo>
                  <a:cubicBezTo>
                    <a:pt x="2222" y="1977"/>
                    <a:pt x="2214" y="1973"/>
                    <a:pt x="2218" y="1970"/>
                  </a:cubicBezTo>
                  <a:cubicBezTo>
                    <a:pt x="2196" y="1923"/>
                    <a:pt x="2187" y="1916"/>
                    <a:pt x="2188" y="1909"/>
                  </a:cubicBezTo>
                  <a:cubicBezTo>
                    <a:pt x="2172" y="1880"/>
                    <a:pt x="2172" y="1877"/>
                    <a:pt x="2170" y="1879"/>
                  </a:cubicBezTo>
                  <a:cubicBezTo>
                    <a:pt x="2148" y="1849"/>
                    <a:pt x="2146" y="1846"/>
                    <a:pt x="2140" y="1841"/>
                  </a:cubicBezTo>
                  <a:cubicBezTo>
                    <a:pt x="2122" y="1818"/>
                    <a:pt x="2120" y="1815"/>
                    <a:pt x="2120" y="1812"/>
                  </a:cubicBezTo>
                  <a:cubicBezTo>
                    <a:pt x="2133" y="1844"/>
                    <a:pt x="2148" y="1854"/>
                    <a:pt x="2149" y="1862"/>
                  </a:cubicBezTo>
                  <a:cubicBezTo>
                    <a:pt x="2163" y="1878"/>
                    <a:pt x="2160" y="1878"/>
                    <a:pt x="2166" y="1882"/>
                  </a:cubicBezTo>
                  <a:cubicBezTo>
                    <a:pt x="2182" y="1914"/>
                    <a:pt x="2180" y="1918"/>
                    <a:pt x="2184" y="1921"/>
                  </a:cubicBezTo>
                  <a:cubicBezTo>
                    <a:pt x="2203" y="1968"/>
                    <a:pt x="2210" y="1974"/>
                    <a:pt x="2209" y="1980"/>
                  </a:cubicBezTo>
                  <a:cubicBezTo>
                    <a:pt x="2222" y="2004"/>
                    <a:pt x="2224" y="2008"/>
                    <a:pt x="2224" y="2011"/>
                  </a:cubicBezTo>
                  <a:cubicBezTo>
                    <a:pt x="2245" y="2053"/>
                    <a:pt x="2243" y="2065"/>
                    <a:pt x="2251" y="2077"/>
                  </a:cubicBezTo>
                  <a:cubicBezTo>
                    <a:pt x="2258" y="2112"/>
                    <a:pt x="2252" y="2108"/>
                    <a:pt x="2246" y="2105"/>
                  </a:cubicBezTo>
                  <a:cubicBezTo>
                    <a:pt x="2234" y="2075"/>
                    <a:pt x="2228" y="2071"/>
                    <a:pt x="2230" y="2067"/>
                  </a:cubicBezTo>
                  <a:cubicBezTo>
                    <a:pt x="2214" y="2023"/>
                    <a:pt x="2210" y="2019"/>
                    <a:pt x="2210" y="2014"/>
                  </a:cubicBezTo>
                  <a:cubicBezTo>
                    <a:pt x="2191" y="1966"/>
                    <a:pt x="2190" y="1957"/>
                    <a:pt x="2183" y="1948"/>
                  </a:cubicBezTo>
                  <a:cubicBezTo>
                    <a:pt x="2115" y="1843"/>
                    <a:pt x="2109" y="1836"/>
                    <a:pt x="2102" y="1828"/>
                  </a:cubicBezTo>
                  <a:cubicBezTo>
                    <a:pt x="2084" y="1810"/>
                    <a:pt x="2089" y="1820"/>
                    <a:pt x="2100" y="1829"/>
                  </a:cubicBezTo>
                  <a:cubicBezTo>
                    <a:pt x="2180" y="1968"/>
                    <a:pt x="2187" y="1974"/>
                    <a:pt x="2184" y="1979"/>
                  </a:cubicBezTo>
                  <a:cubicBezTo>
                    <a:pt x="2204" y="2026"/>
                    <a:pt x="2202" y="2030"/>
                    <a:pt x="2207" y="2034"/>
                  </a:cubicBezTo>
                  <a:cubicBezTo>
                    <a:pt x="2222" y="2075"/>
                    <a:pt x="2224" y="2079"/>
                    <a:pt x="2224" y="2083"/>
                  </a:cubicBezTo>
                  <a:cubicBezTo>
                    <a:pt x="2213" y="2080"/>
                    <a:pt x="2204" y="2073"/>
                    <a:pt x="2206" y="2067"/>
                  </a:cubicBezTo>
                  <a:cubicBezTo>
                    <a:pt x="2183" y="2022"/>
                    <a:pt x="2178" y="2013"/>
                    <a:pt x="2178" y="2005"/>
                  </a:cubicBezTo>
                  <a:cubicBezTo>
                    <a:pt x="2150" y="1952"/>
                    <a:pt x="2156" y="1949"/>
                    <a:pt x="2153" y="1946"/>
                  </a:cubicBezTo>
                  <a:cubicBezTo>
                    <a:pt x="2092" y="1848"/>
                    <a:pt x="2086" y="1839"/>
                    <a:pt x="2080" y="1830"/>
                  </a:cubicBezTo>
                  <a:cubicBezTo>
                    <a:pt x="2028" y="1770"/>
                    <a:pt x="2025" y="1766"/>
                    <a:pt x="2021" y="1765"/>
                  </a:cubicBezTo>
                  <a:cubicBezTo>
                    <a:pt x="2015" y="1759"/>
                    <a:pt x="2018" y="1765"/>
                    <a:pt x="2019" y="1767"/>
                  </a:cubicBezTo>
                  <a:cubicBezTo>
                    <a:pt x="2031" y="1783"/>
                    <a:pt x="2032" y="1782"/>
                    <a:pt x="2034" y="1783"/>
                  </a:cubicBezTo>
                  <a:cubicBezTo>
                    <a:pt x="2080" y="1843"/>
                    <a:pt x="2084" y="1849"/>
                    <a:pt x="2088" y="1855"/>
                  </a:cubicBezTo>
                  <a:cubicBezTo>
                    <a:pt x="2107" y="1882"/>
                    <a:pt x="2113" y="1894"/>
                    <a:pt x="2121" y="1907"/>
                  </a:cubicBezTo>
                  <a:cubicBezTo>
                    <a:pt x="2133" y="1930"/>
                    <a:pt x="2135" y="1937"/>
                    <a:pt x="2142" y="1943"/>
                  </a:cubicBezTo>
                  <a:cubicBezTo>
                    <a:pt x="2150" y="1967"/>
                    <a:pt x="2149" y="1968"/>
                    <a:pt x="2153" y="1969"/>
                  </a:cubicBezTo>
                  <a:cubicBezTo>
                    <a:pt x="2176" y="2038"/>
                    <a:pt x="2182" y="2045"/>
                    <a:pt x="2184" y="2051"/>
                  </a:cubicBezTo>
                  <a:cubicBezTo>
                    <a:pt x="2178" y="2070"/>
                    <a:pt x="2180" y="2060"/>
                    <a:pt x="2175" y="2057"/>
                  </a:cubicBezTo>
                  <a:cubicBezTo>
                    <a:pt x="2153" y="2021"/>
                    <a:pt x="2158" y="2016"/>
                    <a:pt x="2151" y="2010"/>
                  </a:cubicBezTo>
                  <a:cubicBezTo>
                    <a:pt x="2121" y="1936"/>
                    <a:pt x="2119" y="1926"/>
                    <a:pt x="2108" y="1915"/>
                  </a:cubicBezTo>
                  <a:cubicBezTo>
                    <a:pt x="2036" y="1803"/>
                    <a:pt x="2040" y="1801"/>
                    <a:pt x="2034" y="1797"/>
                  </a:cubicBezTo>
                  <a:cubicBezTo>
                    <a:pt x="2007" y="1765"/>
                    <a:pt x="2005" y="1763"/>
                    <a:pt x="2003" y="1761"/>
                  </a:cubicBezTo>
                  <a:cubicBezTo>
                    <a:pt x="1972" y="1730"/>
                    <a:pt x="1967" y="1720"/>
                    <a:pt x="1962" y="1724"/>
                  </a:cubicBezTo>
                  <a:cubicBezTo>
                    <a:pt x="1992" y="1755"/>
                    <a:pt x="1992" y="1758"/>
                    <a:pt x="1992" y="1759"/>
                  </a:cubicBezTo>
                  <a:cubicBezTo>
                    <a:pt x="2021" y="1792"/>
                    <a:pt x="2020" y="1796"/>
                    <a:pt x="2026" y="1801"/>
                  </a:cubicBezTo>
                  <a:cubicBezTo>
                    <a:pt x="2060" y="1845"/>
                    <a:pt x="2062" y="1850"/>
                    <a:pt x="2064" y="1855"/>
                  </a:cubicBezTo>
                  <a:cubicBezTo>
                    <a:pt x="2095" y="1898"/>
                    <a:pt x="2096" y="1916"/>
                    <a:pt x="2112" y="1935"/>
                  </a:cubicBezTo>
                  <a:cubicBezTo>
                    <a:pt x="2128" y="1975"/>
                    <a:pt x="2126" y="1980"/>
                    <a:pt x="2133" y="1986"/>
                  </a:cubicBezTo>
                  <a:cubicBezTo>
                    <a:pt x="2155" y="2039"/>
                    <a:pt x="2153" y="2043"/>
                    <a:pt x="2157" y="2046"/>
                  </a:cubicBezTo>
                  <a:cubicBezTo>
                    <a:pt x="2137" y="2045"/>
                    <a:pt x="2142" y="2043"/>
                    <a:pt x="2142" y="2042"/>
                  </a:cubicBezTo>
                  <a:cubicBezTo>
                    <a:pt x="2135" y="2030"/>
                    <a:pt x="2128" y="2031"/>
                    <a:pt x="2127" y="2026"/>
                  </a:cubicBezTo>
                  <a:cubicBezTo>
                    <a:pt x="2111" y="1989"/>
                    <a:pt x="2109" y="1986"/>
                    <a:pt x="2107" y="1983"/>
                  </a:cubicBezTo>
                  <a:cubicBezTo>
                    <a:pt x="2085" y="1918"/>
                    <a:pt x="2078" y="1914"/>
                    <a:pt x="2079" y="1911"/>
                  </a:cubicBezTo>
                  <a:cubicBezTo>
                    <a:pt x="2055" y="1866"/>
                    <a:pt x="2049" y="1852"/>
                    <a:pt x="2041" y="1838"/>
                  </a:cubicBezTo>
                  <a:cubicBezTo>
                    <a:pt x="1965" y="1757"/>
                    <a:pt x="1962" y="1741"/>
                    <a:pt x="1957" y="1746"/>
                  </a:cubicBezTo>
                  <a:cubicBezTo>
                    <a:pt x="2003" y="1791"/>
                    <a:pt x="2001" y="1802"/>
                    <a:pt x="2007" y="1806"/>
                  </a:cubicBezTo>
                  <a:cubicBezTo>
                    <a:pt x="2039" y="1854"/>
                    <a:pt x="2043" y="1857"/>
                    <a:pt x="2046" y="1860"/>
                  </a:cubicBezTo>
                  <a:cubicBezTo>
                    <a:pt x="2065" y="1901"/>
                    <a:pt x="2070" y="1913"/>
                    <a:pt x="2074" y="1925"/>
                  </a:cubicBezTo>
                  <a:cubicBezTo>
                    <a:pt x="2084" y="1955"/>
                    <a:pt x="2091" y="1959"/>
                    <a:pt x="2088" y="1961"/>
                  </a:cubicBezTo>
                  <a:cubicBezTo>
                    <a:pt x="2109" y="2008"/>
                    <a:pt x="2111" y="2011"/>
                    <a:pt x="2111" y="2014"/>
                  </a:cubicBezTo>
                  <a:cubicBezTo>
                    <a:pt x="2084" y="2001"/>
                    <a:pt x="2083" y="1990"/>
                    <a:pt x="2078" y="1979"/>
                  </a:cubicBezTo>
                  <a:cubicBezTo>
                    <a:pt x="2058" y="1935"/>
                    <a:pt x="2059" y="1924"/>
                    <a:pt x="2051" y="1913"/>
                  </a:cubicBezTo>
                  <a:cubicBezTo>
                    <a:pt x="2005" y="1834"/>
                    <a:pt x="1999" y="1823"/>
                    <a:pt x="1992" y="1811"/>
                  </a:cubicBezTo>
                  <a:cubicBezTo>
                    <a:pt x="1942" y="1756"/>
                    <a:pt x="1938" y="1745"/>
                    <a:pt x="1934" y="1752"/>
                  </a:cubicBezTo>
                  <a:cubicBezTo>
                    <a:pt x="2017" y="1869"/>
                    <a:pt x="2028" y="1877"/>
                    <a:pt x="2027" y="1885"/>
                  </a:cubicBezTo>
                  <a:cubicBezTo>
                    <a:pt x="2063" y="1966"/>
                    <a:pt x="2065" y="1973"/>
                    <a:pt x="2067" y="1980"/>
                  </a:cubicBezTo>
                  <a:cubicBezTo>
                    <a:pt x="2065" y="1992"/>
                    <a:pt x="2057" y="1989"/>
                    <a:pt x="2060" y="1986"/>
                  </a:cubicBezTo>
                  <a:cubicBezTo>
                    <a:pt x="2045" y="1948"/>
                    <a:pt x="2043" y="1946"/>
                    <a:pt x="2043" y="1943"/>
                  </a:cubicBezTo>
                  <a:cubicBezTo>
                    <a:pt x="2023" y="1902"/>
                    <a:pt x="2017" y="1897"/>
                    <a:pt x="2017" y="1893"/>
                  </a:cubicBezTo>
                  <a:cubicBezTo>
                    <a:pt x="2004" y="1865"/>
                    <a:pt x="1997" y="1860"/>
                    <a:pt x="1998" y="1855"/>
                  </a:cubicBezTo>
                  <a:cubicBezTo>
                    <a:pt x="1963" y="1808"/>
                    <a:pt x="1953" y="1796"/>
                    <a:pt x="1940" y="1775"/>
                  </a:cubicBezTo>
                  <a:cubicBezTo>
                    <a:pt x="1905" y="1717"/>
                    <a:pt x="1893" y="1717"/>
                    <a:pt x="1896" y="1709"/>
                  </a:cubicBezTo>
                  <a:cubicBezTo>
                    <a:pt x="1877" y="1696"/>
                    <a:pt x="1887" y="1701"/>
                    <a:pt x="1884" y="1705"/>
                  </a:cubicBezTo>
                  <a:cubicBezTo>
                    <a:pt x="1901" y="1729"/>
                    <a:pt x="1903" y="1740"/>
                    <a:pt x="1915" y="1751"/>
                  </a:cubicBezTo>
                  <a:cubicBezTo>
                    <a:pt x="1973" y="1832"/>
                    <a:pt x="1981" y="1851"/>
                    <a:pt x="1997" y="1870"/>
                  </a:cubicBezTo>
                  <a:cubicBezTo>
                    <a:pt x="2010" y="1904"/>
                    <a:pt x="2014" y="1909"/>
                    <a:pt x="2017" y="1913"/>
                  </a:cubicBezTo>
                  <a:cubicBezTo>
                    <a:pt x="2030" y="1939"/>
                    <a:pt x="2036" y="1949"/>
                    <a:pt x="2039" y="1958"/>
                  </a:cubicBezTo>
                  <a:cubicBezTo>
                    <a:pt x="2048" y="1982"/>
                    <a:pt x="2048" y="1987"/>
                    <a:pt x="2045" y="1985"/>
                  </a:cubicBezTo>
                  <a:cubicBezTo>
                    <a:pt x="2031" y="1963"/>
                    <a:pt x="2024" y="1958"/>
                    <a:pt x="2019" y="1952"/>
                  </a:cubicBezTo>
                  <a:cubicBezTo>
                    <a:pt x="1966" y="1858"/>
                    <a:pt x="1972" y="1850"/>
                    <a:pt x="1964" y="1850"/>
                  </a:cubicBezTo>
                  <a:cubicBezTo>
                    <a:pt x="1953" y="1828"/>
                    <a:pt x="1951" y="1823"/>
                    <a:pt x="1948" y="1818"/>
                  </a:cubicBezTo>
                  <a:cubicBezTo>
                    <a:pt x="1895" y="1732"/>
                    <a:pt x="1891" y="1727"/>
                    <a:pt x="1888" y="1723"/>
                  </a:cubicBezTo>
                  <a:cubicBezTo>
                    <a:pt x="1919" y="1786"/>
                    <a:pt x="1923" y="1796"/>
                    <a:pt x="1930" y="1807"/>
                  </a:cubicBezTo>
                  <a:cubicBezTo>
                    <a:pt x="1947" y="1834"/>
                    <a:pt x="1951" y="1837"/>
                    <a:pt x="1950" y="1839"/>
                  </a:cubicBezTo>
                  <a:cubicBezTo>
                    <a:pt x="1975" y="1882"/>
                    <a:pt x="1974" y="1885"/>
                    <a:pt x="1977" y="1888"/>
                  </a:cubicBezTo>
                  <a:cubicBezTo>
                    <a:pt x="1992" y="1925"/>
                    <a:pt x="2004" y="1931"/>
                    <a:pt x="1999" y="1935"/>
                  </a:cubicBezTo>
                  <a:cubicBezTo>
                    <a:pt x="2013" y="1957"/>
                    <a:pt x="2017" y="1963"/>
                    <a:pt x="2017" y="1969"/>
                  </a:cubicBezTo>
                  <a:cubicBezTo>
                    <a:pt x="2004" y="1947"/>
                    <a:pt x="1994" y="1941"/>
                    <a:pt x="1991" y="1936"/>
                  </a:cubicBezTo>
                  <a:cubicBezTo>
                    <a:pt x="1972" y="1896"/>
                    <a:pt x="1966" y="1889"/>
                    <a:pt x="1964" y="1882"/>
                  </a:cubicBezTo>
                  <a:cubicBezTo>
                    <a:pt x="1925" y="1808"/>
                    <a:pt x="1925" y="1804"/>
                    <a:pt x="1915" y="1797"/>
                  </a:cubicBezTo>
                  <a:cubicBezTo>
                    <a:pt x="1867" y="1736"/>
                    <a:pt x="1869" y="1724"/>
                    <a:pt x="1860" y="1730"/>
                  </a:cubicBezTo>
                  <a:cubicBezTo>
                    <a:pt x="1899" y="1781"/>
                    <a:pt x="1901" y="1790"/>
                    <a:pt x="1916" y="1808"/>
                  </a:cubicBezTo>
                  <a:cubicBezTo>
                    <a:pt x="1941" y="1843"/>
                    <a:pt x="1937" y="1847"/>
                    <a:pt x="1943" y="1851"/>
                  </a:cubicBezTo>
                  <a:cubicBezTo>
                    <a:pt x="1973" y="1924"/>
                    <a:pt x="1975" y="1926"/>
                    <a:pt x="1978" y="1931"/>
                  </a:cubicBezTo>
                  <a:cubicBezTo>
                    <a:pt x="1970" y="1937"/>
                    <a:pt x="1972" y="1932"/>
                    <a:pt x="1965" y="1927"/>
                  </a:cubicBezTo>
                  <a:cubicBezTo>
                    <a:pt x="1952" y="1892"/>
                    <a:pt x="1945" y="1884"/>
                    <a:pt x="1941" y="1876"/>
                  </a:cubicBezTo>
                  <a:cubicBezTo>
                    <a:pt x="1925" y="1837"/>
                    <a:pt x="1914" y="1832"/>
                    <a:pt x="1916" y="1828"/>
                  </a:cubicBezTo>
                  <a:cubicBezTo>
                    <a:pt x="1875" y="1771"/>
                    <a:pt x="1871" y="1766"/>
                    <a:pt x="1867" y="1761"/>
                  </a:cubicBezTo>
                  <a:cubicBezTo>
                    <a:pt x="1850" y="1739"/>
                    <a:pt x="1837" y="1733"/>
                    <a:pt x="1834" y="1724"/>
                  </a:cubicBezTo>
                  <a:cubicBezTo>
                    <a:pt x="1831" y="1727"/>
                    <a:pt x="1840" y="1739"/>
                    <a:pt x="1859" y="1759"/>
                  </a:cubicBezTo>
                  <a:cubicBezTo>
                    <a:pt x="1929" y="1870"/>
                    <a:pt x="1932" y="1882"/>
                    <a:pt x="1940" y="1894"/>
                  </a:cubicBezTo>
                  <a:cubicBezTo>
                    <a:pt x="1955" y="1926"/>
                    <a:pt x="1962" y="1930"/>
                    <a:pt x="1956" y="1933"/>
                  </a:cubicBezTo>
                  <a:cubicBezTo>
                    <a:pt x="1948" y="1914"/>
                    <a:pt x="1940" y="1910"/>
                    <a:pt x="1939" y="1907"/>
                  </a:cubicBezTo>
                  <a:cubicBezTo>
                    <a:pt x="1901" y="1834"/>
                    <a:pt x="1882" y="1810"/>
                    <a:pt x="1865" y="1786"/>
                  </a:cubicBezTo>
                  <a:cubicBezTo>
                    <a:pt x="1823" y="1743"/>
                    <a:pt x="1820" y="1733"/>
                    <a:pt x="1816" y="1736"/>
                  </a:cubicBezTo>
                  <a:cubicBezTo>
                    <a:pt x="1800" y="1727"/>
                    <a:pt x="1800" y="1727"/>
                    <a:pt x="1808" y="1734"/>
                  </a:cubicBezTo>
                  <a:cubicBezTo>
                    <a:pt x="1845" y="1773"/>
                    <a:pt x="1851" y="1780"/>
                    <a:pt x="1857" y="1787"/>
                  </a:cubicBezTo>
                  <a:cubicBezTo>
                    <a:pt x="1914" y="1883"/>
                    <a:pt x="1922" y="1889"/>
                    <a:pt x="1921" y="1893"/>
                  </a:cubicBezTo>
                  <a:cubicBezTo>
                    <a:pt x="1911" y="1899"/>
                    <a:pt x="1910" y="1880"/>
                    <a:pt x="1897" y="1865"/>
                  </a:cubicBezTo>
                  <a:cubicBezTo>
                    <a:pt x="1850" y="1801"/>
                    <a:pt x="1840" y="1789"/>
                    <a:pt x="1832" y="1778"/>
                  </a:cubicBezTo>
                  <a:cubicBezTo>
                    <a:pt x="1783" y="1729"/>
                    <a:pt x="1776" y="1719"/>
                    <a:pt x="1768" y="1715"/>
                  </a:cubicBezTo>
                  <a:cubicBezTo>
                    <a:pt x="1752" y="1711"/>
                    <a:pt x="1762" y="1716"/>
                    <a:pt x="1772" y="1723"/>
                  </a:cubicBezTo>
                  <a:cubicBezTo>
                    <a:pt x="1813" y="1762"/>
                    <a:pt x="1814" y="1765"/>
                    <a:pt x="1814" y="1767"/>
                  </a:cubicBezTo>
                  <a:cubicBezTo>
                    <a:pt x="1834" y="1793"/>
                    <a:pt x="1840" y="1799"/>
                    <a:pt x="1844" y="1808"/>
                  </a:cubicBezTo>
                  <a:cubicBezTo>
                    <a:pt x="1893" y="1871"/>
                    <a:pt x="1889" y="1874"/>
                    <a:pt x="1893" y="1877"/>
                  </a:cubicBezTo>
                  <a:cubicBezTo>
                    <a:pt x="1882" y="1864"/>
                    <a:pt x="1878" y="1863"/>
                    <a:pt x="1874" y="1856"/>
                  </a:cubicBezTo>
                  <a:cubicBezTo>
                    <a:pt x="1833" y="1802"/>
                    <a:pt x="1826" y="1794"/>
                    <a:pt x="1819" y="1786"/>
                  </a:cubicBezTo>
                  <a:cubicBezTo>
                    <a:pt x="1773" y="1738"/>
                    <a:pt x="1769" y="1738"/>
                    <a:pt x="1765" y="1734"/>
                  </a:cubicBezTo>
                  <a:cubicBezTo>
                    <a:pt x="1760" y="1738"/>
                    <a:pt x="1770" y="1737"/>
                    <a:pt x="1766" y="1742"/>
                  </a:cubicBezTo>
                  <a:cubicBezTo>
                    <a:pt x="1803" y="1777"/>
                    <a:pt x="1807" y="1785"/>
                    <a:pt x="1813" y="1785"/>
                  </a:cubicBezTo>
                  <a:cubicBezTo>
                    <a:pt x="1829" y="1807"/>
                    <a:pt x="1825" y="1810"/>
                    <a:pt x="1831" y="1813"/>
                  </a:cubicBezTo>
                  <a:cubicBezTo>
                    <a:pt x="1813" y="1794"/>
                    <a:pt x="1808" y="1796"/>
                    <a:pt x="1805" y="1790"/>
                  </a:cubicBezTo>
                  <a:cubicBezTo>
                    <a:pt x="1754" y="1747"/>
                    <a:pt x="1750" y="1740"/>
                    <a:pt x="1745" y="1738"/>
                  </a:cubicBezTo>
                  <a:cubicBezTo>
                    <a:pt x="1769" y="1764"/>
                    <a:pt x="1779" y="1774"/>
                    <a:pt x="1790" y="1782"/>
                  </a:cubicBezTo>
                  <a:cubicBezTo>
                    <a:pt x="1832" y="1841"/>
                    <a:pt x="1845" y="1847"/>
                    <a:pt x="1842" y="1852"/>
                  </a:cubicBezTo>
                  <a:cubicBezTo>
                    <a:pt x="1793" y="1807"/>
                    <a:pt x="1776" y="1786"/>
                    <a:pt x="1752" y="1769"/>
                  </a:cubicBezTo>
                  <a:cubicBezTo>
                    <a:pt x="1766" y="1787"/>
                    <a:pt x="1777" y="1798"/>
                    <a:pt x="1788" y="1810"/>
                  </a:cubicBezTo>
                  <a:cubicBezTo>
                    <a:pt x="1812" y="1838"/>
                    <a:pt x="1805" y="1839"/>
                    <a:pt x="1803" y="1837"/>
                  </a:cubicBezTo>
                  <a:cubicBezTo>
                    <a:pt x="1781" y="1826"/>
                    <a:pt x="1776" y="1821"/>
                    <a:pt x="1770" y="1820"/>
                  </a:cubicBezTo>
                  <a:cubicBezTo>
                    <a:pt x="1726" y="1790"/>
                    <a:pt x="1728" y="1785"/>
                    <a:pt x="1721" y="1787"/>
                  </a:cubicBezTo>
                  <a:cubicBezTo>
                    <a:pt x="1746" y="1808"/>
                    <a:pt x="1748" y="1812"/>
                    <a:pt x="1751" y="1811"/>
                  </a:cubicBezTo>
                  <a:cubicBezTo>
                    <a:pt x="1774" y="1830"/>
                    <a:pt x="1769" y="1830"/>
                    <a:pt x="1768" y="1830"/>
                  </a:cubicBezTo>
                  <a:cubicBezTo>
                    <a:pt x="1762" y="1829"/>
                    <a:pt x="1758" y="1825"/>
                    <a:pt x="1757" y="1825"/>
                  </a:cubicBezTo>
                  <a:cubicBezTo>
                    <a:pt x="1733" y="1815"/>
                    <a:pt x="1722" y="1808"/>
                    <a:pt x="1711" y="1802"/>
                  </a:cubicBezTo>
                  <a:cubicBezTo>
                    <a:pt x="1668" y="1781"/>
                    <a:pt x="1665" y="1767"/>
                    <a:pt x="1662" y="1772"/>
                  </a:cubicBezTo>
                  <a:cubicBezTo>
                    <a:pt x="1716" y="1810"/>
                    <a:pt x="1719" y="1814"/>
                    <a:pt x="1721" y="1816"/>
                  </a:cubicBezTo>
                  <a:cubicBezTo>
                    <a:pt x="1754" y="1831"/>
                    <a:pt x="1760" y="1834"/>
                    <a:pt x="1766" y="1838"/>
                  </a:cubicBezTo>
                  <a:cubicBezTo>
                    <a:pt x="1741" y="1835"/>
                    <a:pt x="1730" y="1831"/>
                    <a:pt x="1719" y="1827"/>
                  </a:cubicBezTo>
                  <a:cubicBezTo>
                    <a:pt x="1667" y="1800"/>
                    <a:pt x="1664" y="1802"/>
                    <a:pt x="1662" y="1799"/>
                  </a:cubicBezTo>
                  <a:cubicBezTo>
                    <a:pt x="1679" y="1814"/>
                    <a:pt x="1683" y="1818"/>
                    <a:pt x="1687" y="1817"/>
                  </a:cubicBezTo>
                  <a:cubicBezTo>
                    <a:pt x="1763" y="1850"/>
                    <a:pt x="1779" y="1856"/>
                    <a:pt x="1795" y="1858"/>
                  </a:cubicBezTo>
                  <a:cubicBezTo>
                    <a:pt x="1811" y="1866"/>
                    <a:pt x="1816" y="1856"/>
                    <a:pt x="1820" y="1863"/>
                  </a:cubicBezTo>
                  <a:cubicBezTo>
                    <a:pt x="1850" y="1871"/>
                    <a:pt x="1857" y="1864"/>
                    <a:pt x="1862" y="1875"/>
                  </a:cubicBezTo>
                  <a:cubicBezTo>
                    <a:pt x="1842" y="1876"/>
                    <a:pt x="1840" y="1873"/>
                    <a:pt x="1838" y="1874"/>
                  </a:cubicBezTo>
                  <a:cubicBezTo>
                    <a:pt x="1781" y="1864"/>
                    <a:pt x="1772" y="1865"/>
                    <a:pt x="1764" y="1866"/>
                  </a:cubicBezTo>
                  <a:cubicBezTo>
                    <a:pt x="1697" y="1850"/>
                    <a:pt x="1680" y="1845"/>
                    <a:pt x="1664" y="1837"/>
                  </a:cubicBezTo>
                  <a:cubicBezTo>
                    <a:pt x="1641" y="1830"/>
                    <a:pt x="1651" y="1834"/>
                    <a:pt x="1660" y="1843"/>
                  </a:cubicBezTo>
                  <a:cubicBezTo>
                    <a:pt x="1703" y="1857"/>
                    <a:pt x="1709" y="1862"/>
                    <a:pt x="1715" y="1862"/>
                  </a:cubicBezTo>
                  <a:cubicBezTo>
                    <a:pt x="1776" y="1874"/>
                    <a:pt x="1779" y="1875"/>
                    <a:pt x="1782" y="1876"/>
                  </a:cubicBezTo>
                  <a:cubicBezTo>
                    <a:pt x="1814" y="1881"/>
                    <a:pt x="1817" y="1882"/>
                    <a:pt x="1820" y="1880"/>
                  </a:cubicBezTo>
                  <a:cubicBezTo>
                    <a:pt x="1859" y="1887"/>
                    <a:pt x="1867" y="1889"/>
                    <a:pt x="1874" y="1888"/>
                  </a:cubicBezTo>
                  <a:cubicBezTo>
                    <a:pt x="1891" y="1901"/>
                    <a:pt x="1888" y="1900"/>
                    <a:pt x="1886" y="1895"/>
                  </a:cubicBezTo>
                  <a:cubicBezTo>
                    <a:pt x="1852" y="1893"/>
                    <a:pt x="1845" y="1895"/>
                    <a:pt x="1840" y="1892"/>
                  </a:cubicBezTo>
                  <a:cubicBezTo>
                    <a:pt x="1795" y="1885"/>
                    <a:pt x="1789" y="1891"/>
                    <a:pt x="1783" y="1887"/>
                  </a:cubicBezTo>
                  <a:cubicBezTo>
                    <a:pt x="1718" y="1880"/>
                    <a:pt x="1711" y="1879"/>
                    <a:pt x="1705" y="1877"/>
                  </a:cubicBezTo>
                  <a:cubicBezTo>
                    <a:pt x="1657" y="1869"/>
                    <a:pt x="1650" y="1862"/>
                    <a:pt x="1644" y="1861"/>
                  </a:cubicBezTo>
                  <a:cubicBezTo>
                    <a:pt x="1600" y="1841"/>
                    <a:pt x="1597" y="1831"/>
                    <a:pt x="1593" y="1833"/>
                  </a:cubicBezTo>
                  <a:cubicBezTo>
                    <a:pt x="1597" y="1840"/>
                    <a:pt x="1599" y="1842"/>
                    <a:pt x="1602" y="1843"/>
                  </a:cubicBezTo>
                  <a:cubicBezTo>
                    <a:pt x="1641" y="1869"/>
                    <a:pt x="1637" y="1872"/>
                    <a:pt x="1643" y="1876"/>
                  </a:cubicBezTo>
                  <a:cubicBezTo>
                    <a:pt x="1683" y="1894"/>
                    <a:pt x="1693" y="1901"/>
                    <a:pt x="1703" y="1902"/>
                  </a:cubicBezTo>
                  <a:cubicBezTo>
                    <a:pt x="1750" y="1920"/>
                    <a:pt x="1751" y="1916"/>
                    <a:pt x="1753" y="1916"/>
                  </a:cubicBezTo>
                  <a:cubicBezTo>
                    <a:pt x="1774" y="1922"/>
                    <a:pt x="1784" y="1924"/>
                    <a:pt x="1794" y="1923"/>
                  </a:cubicBezTo>
                  <a:cubicBezTo>
                    <a:pt x="1830" y="1924"/>
                    <a:pt x="1835" y="1925"/>
                    <a:pt x="1840" y="1926"/>
                  </a:cubicBezTo>
                  <a:cubicBezTo>
                    <a:pt x="1877" y="1930"/>
                    <a:pt x="1883" y="1925"/>
                    <a:pt x="1888" y="1925"/>
                  </a:cubicBezTo>
                  <a:cubicBezTo>
                    <a:pt x="1940" y="1939"/>
                    <a:pt x="1943" y="1934"/>
                    <a:pt x="1946" y="1941"/>
                  </a:cubicBezTo>
                  <a:cubicBezTo>
                    <a:pt x="1906" y="1945"/>
                    <a:pt x="1904" y="1942"/>
                    <a:pt x="1901" y="1943"/>
                  </a:cubicBezTo>
                  <a:cubicBezTo>
                    <a:pt x="1865" y="1942"/>
                    <a:pt x="1860" y="1941"/>
                    <a:pt x="1855" y="1940"/>
                  </a:cubicBezTo>
                  <a:cubicBezTo>
                    <a:pt x="1837" y="1942"/>
                    <a:pt x="1834" y="1939"/>
                    <a:pt x="1832" y="1940"/>
                  </a:cubicBezTo>
                  <a:cubicBezTo>
                    <a:pt x="1785" y="1936"/>
                    <a:pt x="1774" y="1934"/>
                    <a:pt x="1764" y="1932"/>
                  </a:cubicBezTo>
                  <a:cubicBezTo>
                    <a:pt x="1714" y="1916"/>
                    <a:pt x="1708" y="1920"/>
                    <a:pt x="1704" y="1913"/>
                  </a:cubicBezTo>
                  <a:cubicBezTo>
                    <a:pt x="1661" y="1902"/>
                    <a:pt x="1658" y="1892"/>
                    <a:pt x="1654" y="1899"/>
                  </a:cubicBezTo>
                  <a:cubicBezTo>
                    <a:pt x="1721" y="1926"/>
                    <a:pt x="1728" y="1931"/>
                    <a:pt x="1735" y="1935"/>
                  </a:cubicBezTo>
                  <a:cubicBezTo>
                    <a:pt x="1769" y="1942"/>
                    <a:pt x="1772" y="1946"/>
                    <a:pt x="1776" y="1942"/>
                  </a:cubicBezTo>
                  <a:cubicBezTo>
                    <a:pt x="1811" y="1952"/>
                    <a:pt x="1815" y="1945"/>
                    <a:pt x="1819" y="1951"/>
                  </a:cubicBezTo>
                  <a:cubicBezTo>
                    <a:pt x="1842" y="1951"/>
                    <a:pt x="1846" y="1953"/>
                    <a:pt x="1850" y="1950"/>
                  </a:cubicBezTo>
                  <a:cubicBezTo>
                    <a:pt x="1909" y="1952"/>
                    <a:pt x="1915" y="1954"/>
                    <a:pt x="1922" y="1953"/>
                  </a:cubicBezTo>
                  <a:cubicBezTo>
                    <a:pt x="1939" y="1951"/>
                    <a:pt x="1941" y="1956"/>
                    <a:pt x="1944" y="1952"/>
                  </a:cubicBezTo>
                  <a:cubicBezTo>
                    <a:pt x="1969" y="1956"/>
                    <a:pt x="1972" y="1958"/>
                    <a:pt x="1976" y="1959"/>
                  </a:cubicBezTo>
                  <a:cubicBezTo>
                    <a:pt x="1965" y="1961"/>
                    <a:pt x="1960" y="1960"/>
                    <a:pt x="1954" y="1957"/>
                  </a:cubicBezTo>
                  <a:cubicBezTo>
                    <a:pt x="1914" y="1964"/>
                    <a:pt x="1909" y="1955"/>
                    <a:pt x="1903" y="1961"/>
                  </a:cubicBezTo>
                  <a:cubicBezTo>
                    <a:pt x="1880" y="1964"/>
                    <a:pt x="1875" y="1959"/>
                    <a:pt x="1869" y="1959"/>
                  </a:cubicBezTo>
                  <a:cubicBezTo>
                    <a:pt x="1815" y="1960"/>
                    <a:pt x="1813" y="1960"/>
                    <a:pt x="1810" y="1958"/>
                  </a:cubicBezTo>
                  <a:cubicBezTo>
                    <a:pt x="1782" y="1951"/>
                    <a:pt x="1779" y="1954"/>
                    <a:pt x="1777" y="1953"/>
                  </a:cubicBezTo>
                  <a:cubicBezTo>
                    <a:pt x="1748" y="1947"/>
                    <a:pt x="1746" y="1947"/>
                    <a:pt x="1743" y="1948"/>
                  </a:cubicBezTo>
                  <a:cubicBezTo>
                    <a:pt x="1712" y="1936"/>
                    <a:pt x="1706" y="1934"/>
                    <a:pt x="1701" y="1929"/>
                  </a:cubicBezTo>
                  <a:cubicBezTo>
                    <a:pt x="1717" y="1946"/>
                    <a:pt x="1727" y="1946"/>
                    <a:pt x="1737" y="1953"/>
                  </a:cubicBezTo>
                  <a:cubicBezTo>
                    <a:pt x="1812" y="1968"/>
                    <a:pt x="1818" y="1971"/>
                    <a:pt x="1823" y="1970"/>
                  </a:cubicBezTo>
                  <a:cubicBezTo>
                    <a:pt x="1845" y="1969"/>
                    <a:pt x="1847" y="1974"/>
                    <a:pt x="1850" y="1970"/>
                  </a:cubicBezTo>
                  <a:cubicBezTo>
                    <a:pt x="1872" y="1968"/>
                    <a:pt x="1875" y="1968"/>
                    <a:pt x="1877" y="1972"/>
                  </a:cubicBezTo>
                  <a:cubicBezTo>
                    <a:pt x="1901" y="1970"/>
                    <a:pt x="1907" y="1971"/>
                    <a:pt x="1913" y="1970"/>
                  </a:cubicBezTo>
                  <a:cubicBezTo>
                    <a:pt x="1996" y="1976"/>
                    <a:pt x="2007" y="1978"/>
                    <a:pt x="2019" y="1982"/>
                  </a:cubicBezTo>
                  <a:cubicBezTo>
                    <a:pt x="1956" y="1985"/>
                    <a:pt x="1952" y="1983"/>
                    <a:pt x="1948" y="1983"/>
                  </a:cubicBezTo>
                  <a:cubicBezTo>
                    <a:pt x="1865" y="1989"/>
                    <a:pt x="1861" y="1990"/>
                    <a:pt x="1858" y="1989"/>
                  </a:cubicBezTo>
                  <a:cubicBezTo>
                    <a:pt x="1842" y="1988"/>
                    <a:pt x="1838" y="1989"/>
                    <a:pt x="1835" y="1989"/>
                  </a:cubicBezTo>
                  <a:cubicBezTo>
                    <a:pt x="1791" y="1980"/>
                    <a:pt x="1783" y="1979"/>
                    <a:pt x="1775" y="1975"/>
                  </a:cubicBezTo>
                  <a:cubicBezTo>
                    <a:pt x="1733" y="1968"/>
                    <a:pt x="1738" y="1969"/>
                    <a:pt x="1743" y="1971"/>
                  </a:cubicBezTo>
                  <a:cubicBezTo>
                    <a:pt x="1801" y="1990"/>
                    <a:pt x="1807" y="1993"/>
                    <a:pt x="1813" y="1994"/>
                  </a:cubicBezTo>
                  <a:cubicBezTo>
                    <a:pt x="1848" y="2002"/>
                    <a:pt x="1853" y="1994"/>
                    <a:pt x="1857" y="1999"/>
                  </a:cubicBezTo>
                  <a:cubicBezTo>
                    <a:pt x="1893" y="1996"/>
                    <a:pt x="1901" y="1998"/>
                    <a:pt x="1910" y="1996"/>
                  </a:cubicBezTo>
                  <a:cubicBezTo>
                    <a:pt x="1965" y="1991"/>
                    <a:pt x="1969" y="1993"/>
                    <a:pt x="1974" y="1989"/>
                  </a:cubicBezTo>
                  <a:cubicBezTo>
                    <a:pt x="2013" y="1993"/>
                    <a:pt x="2016" y="1991"/>
                    <a:pt x="2020" y="1996"/>
                  </a:cubicBezTo>
                  <a:cubicBezTo>
                    <a:pt x="2003" y="2000"/>
                    <a:pt x="1999" y="1994"/>
                    <a:pt x="1995" y="1997"/>
                  </a:cubicBezTo>
                  <a:cubicBezTo>
                    <a:pt x="1946" y="1996"/>
                    <a:pt x="1936" y="2007"/>
                    <a:pt x="1928" y="2000"/>
                  </a:cubicBezTo>
                  <a:cubicBezTo>
                    <a:pt x="1842" y="2015"/>
                    <a:pt x="1833" y="2014"/>
                    <a:pt x="1825" y="2015"/>
                  </a:cubicBezTo>
                  <a:cubicBezTo>
                    <a:pt x="1794" y="2010"/>
                    <a:pt x="1786" y="2016"/>
                    <a:pt x="1779" y="2012"/>
                  </a:cubicBezTo>
                  <a:cubicBezTo>
                    <a:pt x="1727" y="2002"/>
                    <a:pt x="1720" y="1995"/>
                    <a:pt x="1712" y="1998"/>
                  </a:cubicBezTo>
                  <a:cubicBezTo>
                    <a:pt x="1766" y="2016"/>
                    <a:pt x="1769" y="2018"/>
                    <a:pt x="1772" y="2021"/>
                  </a:cubicBezTo>
                  <a:cubicBezTo>
                    <a:pt x="1866" y="2024"/>
                    <a:pt x="1878" y="2021"/>
                    <a:pt x="1890" y="2019"/>
                  </a:cubicBezTo>
                  <a:cubicBezTo>
                    <a:pt x="1932" y="2010"/>
                    <a:pt x="1937" y="2015"/>
                    <a:pt x="1943" y="2010"/>
                  </a:cubicBezTo>
                  <a:cubicBezTo>
                    <a:pt x="1974" y="2009"/>
                    <a:pt x="1986" y="2010"/>
                    <a:pt x="1999" y="2005"/>
                  </a:cubicBezTo>
                  <a:cubicBezTo>
                    <a:pt x="2065" y="2015"/>
                    <a:pt x="2062" y="2015"/>
                    <a:pt x="2059" y="2014"/>
                  </a:cubicBezTo>
                  <a:cubicBezTo>
                    <a:pt x="2033" y="2015"/>
                    <a:pt x="2030" y="2011"/>
                    <a:pt x="2026" y="2013"/>
                  </a:cubicBezTo>
                  <a:cubicBezTo>
                    <a:pt x="1966" y="2015"/>
                    <a:pt x="1964" y="2014"/>
                    <a:pt x="1961" y="2015"/>
                  </a:cubicBezTo>
                  <a:cubicBezTo>
                    <a:pt x="1902" y="2024"/>
                    <a:pt x="1881" y="2032"/>
                    <a:pt x="1861" y="2033"/>
                  </a:cubicBezTo>
                  <a:cubicBezTo>
                    <a:pt x="1842" y="2035"/>
                    <a:pt x="1837" y="2035"/>
                    <a:pt x="1831" y="2036"/>
                  </a:cubicBezTo>
                  <a:cubicBezTo>
                    <a:pt x="1814" y="2032"/>
                    <a:pt x="1811" y="2034"/>
                    <a:pt x="1809" y="2032"/>
                  </a:cubicBezTo>
                  <a:cubicBezTo>
                    <a:pt x="1760" y="2026"/>
                    <a:pt x="1750" y="2023"/>
                    <a:pt x="1740" y="2023"/>
                  </a:cubicBezTo>
                  <a:cubicBezTo>
                    <a:pt x="1786" y="2037"/>
                    <a:pt x="1792" y="2040"/>
                    <a:pt x="1799" y="2038"/>
                  </a:cubicBezTo>
                  <a:cubicBezTo>
                    <a:pt x="1827" y="2043"/>
                    <a:pt x="1835" y="2045"/>
                    <a:pt x="1843" y="2043"/>
                  </a:cubicBezTo>
                  <a:cubicBezTo>
                    <a:pt x="1876" y="2042"/>
                    <a:pt x="1885" y="2038"/>
                    <a:pt x="1893" y="2037"/>
                  </a:cubicBezTo>
                  <a:cubicBezTo>
                    <a:pt x="1933" y="2027"/>
                    <a:pt x="1936" y="2029"/>
                    <a:pt x="1940" y="2030"/>
                  </a:cubicBezTo>
                  <a:cubicBezTo>
                    <a:pt x="1985" y="2019"/>
                    <a:pt x="1987" y="2022"/>
                    <a:pt x="1990" y="2021"/>
                  </a:cubicBezTo>
                  <a:cubicBezTo>
                    <a:pt x="2030" y="2021"/>
                    <a:pt x="2034" y="2027"/>
                    <a:pt x="2039" y="2022"/>
                  </a:cubicBezTo>
                  <a:cubicBezTo>
                    <a:pt x="2066" y="2021"/>
                    <a:pt x="2068" y="2028"/>
                    <a:pt x="2072" y="2025"/>
                  </a:cubicBezTo>
                  <a:cubicBezTo>
                    <a:pt x="2080" y="2034"/>
                    <a:pt x="2073" y="2035"/>
                    <a:pt x="2065" y="2031"/>
                  </a:cubicBezTo>
                  <a:cubicBezTo>
                    <a:pt x="2026" y="2036"/>
                    <a:pt x="2022" y="2032"/>
                    <a:pt x="2019" y="2034"/>
                  </a:cubicBezTo>
                  <a:cubicBezTo>
                    <a:pt x="1978" y="2039"/>
                    <a:pt x="1973" y="2041"/>
                    <a:pt x="1969" y="2040"/>
                  </a:cubicBezTo>
                  <a:cubicBezTo>
                    <a:pt x="1930" y="2047"/>
                    <a:pt x="1920" y="2051"/>
                    <a:pt x="1911" y="2053"/>
                  </a:cubicBezTo>
                  <a:cubicBezTo>
                    <a:pt x="1865" y="2061"/>
                    <a:pt x="1863" y="2058"/>
                    <a:pt x="1861" y="2059"/>
                  </a:cubicBezTo>
                  <a:cubicBezTo>
                    <a:pt x="1819" y="2062"/>
                    <a:pt x="1815" y="2058"/>
                    <a:pt x="1810" y="2060"/>
                  </a:cubicBezTo>
                  <a:cubicBezTo>
                    <a:pt x="1790" y="2059"/>
                    <a:pt x="1785" y="2058"/>
                    <a:pt x="1781" y="2057"/>
                  </a:cubicBezTo>
                  <a:cubicBezTo>
                    <a:pt x="1776" y="2063"/>
                    <a:pt x="1780" y="2063"/>
                    <a:pt x="1785" y="2065"/>
                  </a:cubicBezTo>
                  <a:cubicBezTo>
                    <a:pt x="1807" y="2068"/>
                    <a:pt x="1810" y="2068"/>
                    <a:pt x="1812" y="2067"/>
                  </a:cubicBezTo>
                  <a:cubicBezTo>
                    <a:pt x="1856" y="2069"/>
                    <a:pt x="1858" y="2069"/>
                    <a:pt x="1860" y="2068"/>
                  </a:cubicBezTo>
                  <a:cubicBezTo>
                    <a:pt x="1886" y="2067"/>
                    <a:pt x="1888" y="2068"/>
                    <a:pt x="1890" y="2066"/>
                  </a:cubicBezTo>
                  <a:cubicBezTo>
                    <a:pt x="1917" y="2057"/>
                    <a:pt x="1921" y="2064"/>
                    <a:pt x="1926" y="2060"/>
                  </a:cubicBezTo>
                  <a:cubicBezTo>
                    <a:pt x="1980" y="2047"/>
                    <a:pt x="1989" y="2048"/>
                    <a:pt x="1999" y="2042"/>
                  </a:cubicBezTo>
                  <a:cubicBezTo>
                    <a:pt x="2018" y="2044"/>
                    <a:pt x="2020" y="2045"/>
                    <a:pt x="2023" y="2042"/>
                  </a:cubicBezTo>
                  <a:cubicBezTo>
                    <a:pt x="2061" y="2040"/>
                    <a:pt x="2065" y="2040"/>
                    <a:pt x="2069" y="2042"/>
                  </a:cubicBezTo>
                  <a:cubicBezTo>
                    <a:pt x="2089" y="2045"/>
                    <a:pt x="2092" y="2044"/>
                    <a:pt x="2090" y="2047"/>
                  </a:cubicBezTo>
                  <a:cubicBezTo>
                    <a:pt x="2039" y="2050"/>
                    <a:pt x="2025" y="2060"/>
                    <a:pt x="2012" y="2057"/>
                  </a:cubicBezTo>
                  <a:cubicBezTo>
                    <a:pt x="1987" y="2061"/>
                    <a:pt x="1980" y="2066"/>
                    <a:pt x="1973" y="2065"/>
                  </a:cubicBezTo>
                  <a:cubicBezTo>
                    <a:pt x="1926" y="2080"/>
                    <a:pt x="1920" y="2077"/>
                    <a:pt x="1914" y="2080"/>
                  </a:cubicBezTo>
                  <a:cubicBezTo>
                    <a:pt x="1848" y="2084"/>
                    <a:pt x="1842" y="2084"/>
                    <a:pt x="1836" y="2084"/>
                  </a:cubicBezTo>
                  <a:cubicBezTo>
                    <a:pt x="1809" y="2083"/>
                    <a:pt x="1802" y="2084"/>
                    <a:pt x="1796" y="2081"/>
                  </a:cubicBezTo>
                  <a:cubicBezTo>
                    <a:pt x="1781" y="2083"/>
                    <a:pt x="1784" y="2084"/>
                    <a:pt x="1786" y="2087"/>
                  </a:cubicBezTo>
                  <a:cubicBezTo>
                    <a:pt x="1816" y="2091"/>
                    <a:pt x="1822" y="2088"/>
                    <a:pt x="1828" y="2091"/>
                  </a:cubicBezTo>
                  <a:cubicBezTo>
                    <a:pt x="1850" y="2093"/>
                    <a:pt x="1855" y="2091"/>
                    <a:pt x="1860" y="2092"/>
                  </a:cubicBezTo>
                  <a:cubicBezTo>
                    <a:pt x="1880" y="2093"/>
                    <a:pt x="1882" y="2090"/>
                    <a:pt x="1885" y="2090"/>
                  </a:cubicBezTo>
                  <a:cubicBezTo>
                    <a:pt x="1905" y="2093"/>
                    <a:pt x="1908" y="2086"/>
                    <a:pt x="1911" y="2090"/>
                  </a:cubicBezTo>
                  <a:cubicBezTo>
                    <a:pt x="1936" y="2089"/>
                    <a:pt x="1929" y="2089"/>
                    <a:pt x="1925" y="2090"/>
                  </a:cubicBezTo>
                  <a:cubicBezTo>
                    <a:pt x="1905" y="2095"/>
                    <a:pt x="1902" y="2094"/>
                    <a:pt x="1900" y="2094"/>
                  </a:cubicBezTo>
                  <a:cubicBezTo>
                    <a:pt x="1830" y="2102"/>
                    <a:pt x="1814" y="2103"/>
                    <a:pt x="1798" y="2100"/>
                  </a:cubicBezTo>
                  <a:cubicBezTo>
                    <a:pt x="1757" y="2101"/>
                    <a:pt x="1753" y="2092"/>
                    <a:pt x="1748" y="2100"/>
                  </a:cubicBezTo>
                  <a:cubicBezTo>
                    <a:pt x="1799" y="2109"/>
                    <a:pt x="1804" y="2109"/>
                    <a:pt x="1810" y="2110"/>
                  </a:cubicBezTo>
                  <a:cubicBezTo>
                    <a:pt x="1851" y="2110"/>
                    <a:pt x="1853" y="2109"/>
                    <a:pt x="1856" y="2110"/>
                  </a:cubicBezTo>
                  <a:cubicBezTo>
                    <a:pt x="1890" y="2107"/>
                    <a:pt x="1892" y="2108"/>
                    <a:pt x="1895" y="2105"/>
                  </a:cubicBezTo>
                  <a:cubicBezTo>
                    <a:pt x="1913" y="2105"/>
                    <a:pt x="1916" y="2100"/>
                    <a:pt x="1918" y="2102"/>
                  </a:cubicBezTo>
                  <a:cubicBezTo>
                    <a:pt x="1977" y="2083"/>
                    <a:pt x="1987" y="2085"/>
                    <a:pt x="1999" y="2078"/>
                  </a:cubicBezTo>
                  <a:cubicBezTo>
                    <a:pt x="2053" y="2068"/>
                    <a:pt x="2058" y="2069"/>
                    <a:pt x="2064" y="2070"/>
                  </a:cubicBezTo>
                  <a:cubicBezTo>
                    <a:pt x="2099" y="2065"/>
                    <a:pt x="2102" y="2065"/>
                    <a:pt x="2104" y="2066"/>
                  </a:cubicBezTo>
                  <a:cubicBezTo>
                    <a:pt x="2123" y="2069"/>
                    <a:pt x="2131" y="2064"/>
                    <a:pt x="2127" y="2069"/>
                  </a:cubicBezTo>
                  <a:cubicBezTo>
                    <a:pt x="2075" y="2080"/>
                    <a:pt x="2071" y="2079"/>
                    <a:pt x="2067" y="2079"/>
                  </a:cubicBezTo>
                  <a:cubicBezTo>
                    <a:pt x="2020" y="2094"/>
                    <a:pt x="2011" y="2100"/>
                    <a:pt x="2002" y="2098"/>
                  </a:cubicBezTo>
                  <a:cubicBezTo>
                    <a:pt x="1963" y="2116"/>
                    <a:pt x="1959" y="2109"/>
                    <a:pt x="1954" y="2116"/>
                  </a:cubicBezTo>
                  <a:cubicBezTo>
                    <a:pt x="1851" y="2138"/>
                    <a:pt x="1844" y="2132"/>
                    <a:pt x="1836" y="2136"/>
                  </a:cubicBezTo>
                  <a:cubicBezTo>
                    <a:pt x="1826" y="2142"/>
                    <a:pt x="1836" y="2142"/>
                    <a:pt x="1846" y="2142"/>
                  </a:cubicBezTo>
                  <a:cubicBezTo>
                    <a:pt x="1867" y="2140"/>
                    <a:pt x="1872" y="2144"/>
                    <a:pt x="1877" y="2141"/>
                  </a:cubicBezTo>
                  <a:cubicBezTo>
                    <a:pt x="1913" y="2139"/>
                    <a:pt x="1919" y="2132"/>
                    <a:pt x="1924" y="2134"/>
                  </a:cubicBezTo>
                  <a:cubicBezTo>
                    <a:pt x="1959" y="2125"/>
                    <a:pt x="1964" y="2124"/>
                    <a:pt x="1970" y="2120"/>
                  </a:cubicBezTo>
                  <a:cubicBezTo>
                    <a:pt x="2007" y="2106"/>
                    <a:pt x="2013" y="2108"/>
                    <a:pt x="2020" y="2105"/>
                  </a:cubicBezTo>
                  <a:cubicBezTo>
                    <a:pt x="2040" y="2100"/>
                    <a:pt x="2044" y="2093"/>
                    <a:pt x="2047" y="2096"/>
                  </a:cubicBezTo>
                  <a:cubicBezTo>
                    <a:pt x="2086" y="2089"/>
                    <a:pt x="2094" y="2082"/>
                    <a:pt x="2100" y="2084"/>
                  </a:cubicBezTo>
                  <a:cubicBezTo>
                    <a:pt x="2135" y="2086"/>
                    <a:pt x="2139" y="2077"/>
                    <a:pt x="2142" y="2079"/>
                  </a:cubicBezTo>
                  <a:cubicBezTo>
                    <a:pt x="2159" y="2083"/>
                    <a:pt x="2154" y="2082"/>
                    <a:pt x="2150" y="2081"/>
                  </a:cubicBezTo>
                  <a:cubicBezTo>
                    <a:pt x="2117" y="2084"/>
                    <a:pt x="2111" y="2088"/>
                    <a:pt x="2106" y="2088"/>
                  </a:cubicBezTo>
                  <a:cubicBezTo>
                    <a:pt x="2041" y="2104"/>
                    <a:pt x="2035" y="2114"/>
                    <a:pt x="2030" y="2111"/>
                  </a:cubicBezTo>
                  <a:cubicBezTo>
                    <a:pt x="1993" y="2122"/>
                    <a:pt x="1991" y="2126"/>
                    <a:pt x="1991" y="2128"/>
                  </a:cubicBezTo>
                  <a:cubicBezTo>
                    <a:pt x="1972" y="2138"/>
                    <a:pt x="1964" y="2127"/>
                    <a:pt x="1967" y="2134"/>
                  </a:cubicBezTo>
                  <a:cubicBezTo>
                    <a:pt x="1927" y="2146"/>
                    <a:pt x="1921" y="2143"/>
                    <a:pt x="1915" y="2148"/>
                  </a:cubicBezTo>
                  <a:cubicBezTo>
                    <a:pt x="1877" y="2147"/>
                    <a:pt x="1871" y="2154"/>
                    <a:pt x="1865" y="2154"/>
                  </a:cubicBezTo>
                  <a:cubicBezTo>
                    <a:pt x="1843" y="2149"/>
                    <a:pt x="1837" y="2158"/>
                    <a:pt x="1831" y="2151"/>
                  </a:cubicBezTo>
                  <a:cubicBezTo>
                    <a:pt x="1792" y="2150"/>
                    <a:pt x="1787" y="2142"/>
                    <a:pt x="1781" y="2146"/>
                  </a:cubicBezTo>
                  <a:cubicBezTo>
                    <a:pt x="1821" y="2158"/>
                    <a:pt x="1829" y="2160"/>
                    <a:pt x="1837" y="2160"/>
                  </a:cubicBezTo>
                  <a:cubicBezTo>
                    <a:pt x="1845" y="2160"/>
                    <a:pt x="1845" y="2160"/>
                    <a:pt x="1845" y="2160"/>
                  </a:cubicBezTo>
                  <a:cubicBezTo>
                    <a:pt x="1917" y="2153"/>
                    <a:pt x="1922" y="2158"/>
                    <a:pt x="1927" y="2152"/>
                  </a:cubicBezTo>
                  <a:cubicBezTo>
                    <a:pt x="1990" y="2138"/>
                    <a:pt x="2001" y="2131"/>
                    <a:pt x="2012" y="2129"/>
                  </a:cubicBezTo>
                  <a:cubicBezTo>
                    <a:pt x="2062" y="2106"/>
                    <a:pt x="2075" y="2111"/>
                    <a:pt x="2090" y="2102"/>
                  </a:cubicBezTo>
                  <a:cubicBezTo>
                    <a:pt x="2139" y="2090"/>
                    <a:pt x="2145" y="2096"/>
                    <a:pt x="2152" y="2091"/>
                  </a:cubicBezTo>
                  <a:cubicBezTo>
                    <a:pt x="2188" y="2096"/>
                    <a:pt x="2192" y="2094"/>
                    <a:pt x="2195" y="2094"/>
                  </a:cubicBezTo>
                  <a:cubicBezTo>
                    <a:pt x="2212" y="2100"/>
                    <a:pt x="2215" y="2098"/>
                    <a:pt x="2213" y="2101"/>
                  </a:cubicBezTo>
                  <a:cubicBezTo>
                    <a:pt x="2155" y="2109"/>
                    <a:pt x="2152" y="2110"/>
                    <a:pt x="2148" y="2109"/>
                  </a:cubicBezTo>
                  <a:cubicBezTo>
                    <a:pt x="2095" y="2129"/>
                    <a:pt x="2087" y="2129"/>
                    <a:pt x="2080" y="2134"/>
                  </a:cubicBezTo>
                  <a:cubicBezTo>
                    <a:pt x="2050" y="2142"/>
                    <a:pt x="2042" y="2150"/>
                    <a:pt x="2034" y="2151"/>
                  </a:cubicBezTo>
                  <a:cubicBezTo>
                    <a:pt x="2014" y="2160"/>
                    <a:pt x="2014" y="2160"/>
                    <a:pt x="2013" y="2160"/>
                  </a:cubicBezTo>
                  <a:cubicBezTo>
                    <a:pt x="2054" y="2153"/>
                    <a:pt x="2064" y="2154"/>
                    <a:pt x="2074" y="2148"/>
                  </a:cubicBezTo>
                  <a:cubicBezTo>
                    <a:pt x="2154" y="2114"/>
                    <a:pt x="2159" y="2123"/>
                    <a:pt x="2165" y="2115"/>
                  </a:cubicBezTo>
                  <a:cubicBezTo>
                    <a:pt x="2190" y="2117"/>
                    <a:pt x="2187" y="2113"/>
                    <a:pt x="2183" y="2119"/>
                  </a:cubicBezTo>
                  <a:cubicBezTo>
                    <a:pt x="2157" y="2125"/>
                    <a:pt x="2154" y="2123"/>
                    <a:pt x="2150" y="2125"/>
                  </a:cubicBezTo>
                  <a:cubicBezTo>
                    <a:pt x="2102" y="2142"/>
                    <a:pt x="2098" y="2146"/>
                    <a:pt x="2094" y="2147"/>
                  </a:cubicBezTo>
                  <a:cubicBezTo>
                    <a:pt x="2087" y="2160"/>
                    <a:pt x="2087" y="2160"/>
                    <a:pt x="2087" y="2160"/>
                  </a:cubicBezTo>
                  <a:cubicBezTo>
                    <a:pt x="2130" y="2147"/>
                    <a:pt x="2134" y="2139"/>
                    <a:pt x="2138" y="2141"/>
                  </a:cubicBezTo>
                  <a:cubicBezTo>
                    <a:pt x="2207" y="2127"/>
                    <a:pt x="2211" y="2122"/>
                    <a:pt x="2215" y="2123"/>
                  </a:cubicBezTo>
                  <a:cubicBezTo>
                    <a:pt x="2265" y="2131"/>
                    <a:pt x="2255" y="2136"/>
                    <a:pt x="2245" y="2134"/>
                  </a:cubicBezTo>
                  <a:cubicBezTo>
                    <a:pt x="2202" y="2144"/>
                    <a:pt x="2188" y="2144"/>
                    <a:pt x="2175" y="2150"/>
                  </a:cubicBezTo>
                  <a:cubicBezTo>
                    <a:pt x="2182" y="2158"/>
                    <a:pt x="2190" y="2154"/>
                    <a:pt x="2198" y="2153"/>
                  </a:cubicBezTo>
                  <a:cubicBezTo>
                    <a:pt x="2242" y="2147"/>
                    <a:pt x="2254" y="2144"/>
                    <a:pt x="2266" y="2142"/>
                  </a:cubicBezTo>
                  <a:cubicBezTo>
                    <a:pt x="2296" y="2149"/>
                    <a:pt x="2289" y="2141"/>
                    <a:pt x="2281" y="2149"/>
                  </a:cubicBezTo>
                  <a:cubicBezTo>
                    <a:pt x="2215" y="2160"/>
                    <a:pt x="2215" y="2160"/>
                    <a:pt x="2215" y="2160"/>
                  </a:cubicBezTo>
                  <a:cubicBezTo>
                    <a:pt x="2261" y="2163"/>
                    <a:pt x="2266" y="2158"/>
                    <a:pt x="2270" y="2159"/>
                  </a:cubicBezTo>
                  <a:cubicBezTo>
                    <a:pt x="2286" y="2157"/>
                    <a:pt x="2288" y="2158"/>
                    <a:pt x="2290" y="2159"/>
                  </a:cubicBezTo>
                  <a:cubicBezTo>
                    <a:pt x="2306" y="2159"/>
                    <a:pt x="2301" y="2160"/>
                    <a:pt x="2296" y="2159"/>
                  </a:cubicBezTo>
                  <a:cubicBezTo>
                    <a:pt x="2375" y="2159"/>
                    <a:pt x="2374" y="2158"/>
                    <a:pt x="2372" y="2157"/>
                  </a:cubicBezTo>
                  <a:cubicBezTo>
                    <a:pt x="2357" y="2145"/>
                    <a:pt x="2353" y="2143"/>
                    <a:pt x="2349" y="2136"/>
                  </a:cubicBezTo>
                  <a:cubicBezTo>
                    <a:pt x="2334" y="2103"/>
                    <a:pt x="2327" y="2099"/>
                    <a:pt x="2325" y="2096"/>
                  </a:cubicBezTo>
                  <a:cubicBezTo>
                    <a:pt x="2312" y="2069"/>
                    <a:pt x="2309" y="2062"/>
                    <a:pt x="2306" y="2055"/>
                  </a:cubicBezTo>
                  <a:cubicBezTo>
                    <a:pt x="2290" y="2013"/>
                    <a:pt x="2286" y="2009"/>
                    <a:pt x="2286" y="2006"/>
                  </a:cubicBezTo>
                  <a:cubicBezTo>
                    <a:pt x="2276" y="1972"/>
                    <a:pt x="2269" y="1966"/>
                    <a:pt x="2269" y="1960"/>
                  </a:cubicBezTo>
                  <a:cubicBezTo>
                    <a:pt x="2205" y="1870"/>
                    <a:pt x="2206" y="1871"/>
                    <a:pt x="2207" y="1872"/>
                  </a:cubicBezTo>
                  <a:cubicBezTo>
                    <a:pt x="2252" y="1922"/>
                    <a:pt x="2262" y="1928"/>
                    <a:pt x="2273" y="1948"/>
                  </a:cubicBezTo>
                  <a:cubicBezTo>
                    <a:pt x="2301" y="2003"/>
                    <a:pt x="2306" y="2005"/>
                    <a:pt x="2308" y="2010"/>
                  </a:cubicBezTo>
                  <a:cubicBezTo>
                    <a:pt x="2314" y="2029"/>
                    <a:pt x="2321" y="2036"/>
                    <a:pt x="2322" y="2043"/>
                  </a:cubicBezTo>
                  <a:cubicBezTo>
                    <a:pt x="2355" y="2106"/>
                    <a:pt x="2363" y="2126"/>
                    <a:pt x="2374" y="2146"/>
                  </a:cubicBezTo>
                  <a:cubicBezTo>
                    <a:pt x="2399" y="2160"/>
                    <a:pt x="2399" y="2160"/>
                    <a:pt x="2399" y="2160"/>
                  </a:cubicBezTo>
                  <a:close/>
                  <a:moveTo>
                    <a:pt x="1838" y="1827"/>
                  </a:moveTo>
                  <a:cubicBezTo>
                    <a:pt x="1845" y="1821"/>
                    <a:pt x="1845" y="1838"/>
                    <a:pt x="1854" y="1842"/>
                  </a:cubicBezTo>
                  <a:cubicBezTo>
                    <a:pt x="1845" y="1846"/>
                    <a:pt x="1846" y="1833"/>
                    <a:pt x="1838" y="1827"/>
                  </a:cubicBezTo>
                  <a:close/>
                  <a:moveTo>
                    <a:pt x="1853" y="1848"/>
                  </a:moveTo>
                  <a:cubicBezTo>
                    <a:pt x="1859" y="1847"/>
                    <a:pt x="1862" y="1858"/>
                    <a:pt x="1865" y="1862"/>
                  </a:cubicBezTo>
                  <a:cubicBezTo>
                    <a:pt x="1859" y="1863"/>
                    <a:pt x="1856" y="1852"/>
                    <a:pt x="1853" y="1848"/>
                  </a:cubicBezTo>
                  <a:close/>
                  <a:moveTo>
                    <a:pt x="1645" y="1869"/>
                  </a:moveTo>
                  <a:cubicBezTo>
                    <a:pt x="1648" y="1868"/>
                    <a:pt x="1651" y="1869"/>
                    <a:pt x="1654" y="1872"/>
                  </a:cubicBezTo>
                  <a:cubicBezTo>
                    <a:pt x="1650" y="1878"/>
                    <a:pt x="1648" y="1871"/>
                    <a:pt x="1645" y="1869"/>
                  </a:cubicBezTo>
                  <a:close/>
                  <a:moveTo>
                    <a:pt x="1907" y="1920"/>
                  </a:moveTo>
                  <a:cubicBezTo>
                    <a:pt x="1903" y="1914"/>
                    <a:pt x="1899" y="1920"/>
                    <a:pt x="1895" y="1916"/>
                  </a:cubicBezTo>
                  <a:cubicBezTo>
                    <a:pt x="1841" y="1913"/>
                    <a:pt x="1839" y="1913"/>
                    <a:pt x="1836" y="1915"/>
                  </a:cubicBezTo>
                  <a:cubicBezTo>
                    <a:pt x="1810" y="1916"/>
                    <a:pt x="1803" y="1912"/>
                    <a:pt x="1795" y="1914"/>
                  </a:cubicBezTo>
                  <a:cubicBezTo>
                    <a:pt x="1766" y="1908"/>
                    <a:pt x="1762" y="1912"/>
                    <a:pt x="1758" y="1909"/>
                  </a:cubicBezTo>
                  <a:cubicBezTo>
                    <a:pt x="1719" y="1899"/>
                    <a:pt x="1715" y="1899"/>
                    <a:pt x="1711" y="1898"/>
                  </a:cubicBezTo>
                  <a:cubicBezTo>
                    <a:pt x="1659" y="1869"/>
                    <a:pt x="1662" y="1879"/>
                    <a:pt x="1666" y="1876"/>
                  </a:cubicBezTo>
                  <a:cubicBezTo>
                    <a:pt x="1713" y="1885"/>
                    <a:pt x="1732" y="1891"/>
                    <a:pt x="1751" y="1894"/>
                  </a:cubicBezTo>
                  <a:cubicBezTo>
                    <a:pt x="1785" y="1897"/>
                    <a:pt x="1790" y="1895"/>
                    <a:pt x="1794" y="1900"/>
                  </a:cubicBezTo>
                  <a:cubicBezTo>
                    <a:pt x="1828" y="1901"/>
                    <a:pt x="1832" y="1905"/>
                    <a:pt x="1837" y="1903"/>
                  </a:cubicBezTo>
                  <a:cubicBezTo>
                    <a:pt x="1870" y="1907"/>
                    <a:pt x="1875" y="1907"/>
                    <a:pt x="1880" y="1906"/>
                  </a:cubicBezTo>
                  <a:cubicBezTo>
                    <a:pt x="1899" y="1909"/>
                    <a:pt x="1903" y="1916"/>
                    <a:pt x="1908" y="1914"/>
                  </a:cubicBezTo>
                  <a:cubicBezTo>
                    <a:pt x="1916" y="1920"/>
                    <a:pt x="1912" y="1920"/>
                    <a:pt x="1907" y="1920"/>
                  </a:cubicBezTo>
                  <a:close/>
                  <a:moveTo>
                    <a:pt x="1952" y="1945"/>
                  </a:moveTo>
                  <a:cubicBezTo>
                    <a:pt x="1949" y="1940"/>
                    <a:pt x="1958" y="1939"/>
                    <a:pt x="1960" y="1944"/>
                  </a:cubicBezTo>
                  <a:cubicBezTo>
                    <a:pt x="1957" y="1945"/>
                    <a:pt x="1955" y="1943"/>
                    <a:pt x="1952" y="1945"/>
                  </a:cubicBezTo>
                  <a:close/>
                  <a:moveTo>
                    <a:pt x="2090" y="2033"/>
                  </a:moveTo>
                  <a:cubicBezTo>
                    <a:pt x="2094" y="2028"/>
                    <a:pt x="2097" y="2030"/>
                    <a:pt x="2100" y="2035"/>
                  </a:cubicBezTo>
                  <a:cubicBezTo>
                    <a:pt x="2097" y="2036"/>
                    <a:pt x="2093" y="2037"/>
                    <a:pt x="2090" y="2033"/>
                  </a:cubicBezTo>
                  <a:close/>
                  <a:moveTo>
                    <a:pt x="2417" y="2149"/>
                  </a:moveTo>
                  <a:cubicBezTo>
                    <a:pt x="2411" y="2141"/>
                    <a:pt x="2408" y="2133"/>
                    <a:pt x="2399" y="2124"/>
                  </a:cubicBezTo>
                  <a:cubicBezTo>
                    <a:pt x="2394" y="2113"/>
                    <a:pt x="2388" y="2102"/>
                    <a:pt x="2378" y="2090"/>
                  </a:cubicBezTo>
                  <a:cubicBezTo>
                    <a:pt x="2363" y="2061"/>
                    <a:pt x="2346" y="2031"/>
                    <a:pt x="2331" y="2001"/>
                  </a:cubicBezTo>
                  <a:cubicBezTo>
                    <a:pt x="2317" y="1971"/>
                    <a:pt x="2296" y="1941"/>
                    <a:pt x="2279" y="1911"/>
                  </a:cubicBezTo>
                  <a:cubicBezTo>
                    <a:pt x="2267" y="1900"/>
                    <a:pt x="2264" y="1893"/>
                    <a:pt x="2254" y="1886"/>
                  </a:cubicBezTo>
                  <a:cubicBezTo>
                    <a:pt x="2256" y="1883"/>
                    <a:pt x="2252" y="1884"/>
                    <a:pt x="2250" y="1881"/>
                  </a:cubicBezTo>
                  <a:cubicBezTo>
                    <a:pt x="2252" y="1878"/>
                    <a:pt x="2248" y="1876"/>
                    <a:pt x="2245" y="1876"/>
                  </a:cubicBezTo>
                  <a:cubicBezTo>
                    <a:pt x="2243" y="1872"/>
                    <a:pt x="2240" y="1865"/>
                    <a:pt x="2234" y="1869"/>
                  </a:cubicBezTo>
                  <a:cubicBezTo>
                    <a:pt x="2240" y="1873"/>
                    <a:pt x="2249" y="1891"/>
                    <a:pt x="2260" y="1896"/>
                  </a:cubicBezTo>
                  <a:cubicBezTo>
                    <a:pt x="2256" y="1900"/>
                    <a:pt x="2266" y="1904"/>
                    <a:pt x="2268" y="1909"/>
                  </a:cubicBezTo>
                  <a:cubicBezTo>
                    <a:pt x="2270" y="1913"/>
                    <a:pt x="2272" y="1918"/>
                    <a:pt x="2278" y="1923"/>
                  </a:cubicBezTo>
                  <a:cubicBezTo>
                    <a:pt x="2281" y="1932"/>
                    <a:pt x="2290" y="1941"/>
                    <a:pt x="2293" y="1950"/>
                  </a:cubicBezTo>
                  <a:cubicBezTo>
                    <a:pt x="2303" y="1969"/>
                    <a:pt x="2315" y="1987"/>
                    <a:pt x="2323" y="2005"/>
                  </a:cubicBezTo>
                  <a:cubicBezTo>
                    <a:pt x="2330" y="2014"/>
                    <a:pt x="2329" y="2023"/>
                    <a:pt x="2339" y="2032"/>
                  </a:cubicBezTo>
                  <a:cubicBezTo>
                    <a:pt x="2337" y="2041"/>
                    <a:pt x="2350" y="2051"/>
                    <a:pt x="2351" y="2059"/>
                  </a:cubicBezTo>
                  <a:cubicBezTo>
                    <a:pt x="2360" y="2069"/>
                    <a:pt x="2357" y="2077"/>
                    <a:pt x="2366" y="2087"/>
                  </a:cubicBezTo>
                  <a:cubicBezTo>
                    <a:pt x="2369" y="2096"/>
                    <a:pt x="2375" y="2105"/>
                    <a:pt x="2384" y="2114"/>
                  </a:cubicBezTo>
                  <a:cubicBezTo>
                    <a:pt x="2385" y="2119"/>
                    <a:pt x="2391" y="2125"/>
                    <a:pt x="2392" y="2130"/>
                  </a:cubicBezTo>
                  <a:cubicBezTo>
                    <a:pt x="2395" y="2133"/>
                    <a:pt x="2397" y="2136"/>
                    <a:pt x="2399" y="2138"/>
                  </a:cubicBezTo>
                  <a:cubicBezTo>
                    <a:pt x="2394" y="2141"/>
                    <a:pt x="2407" y="2145"/>
                    <a:pt x="2402" y="2148"/>
                  </a:cubicBezTo>
                  <a:cubicBezTo>
                    <a:pt x="2408" y="2151"/>
                    <a:pt x="2412" y="2156"/>
                    <a:pt x="2415" y="2160"/>
                  </a:cubicBezTo>
                  <a:cubicBezTo>
                    <a:pt x="2426" y="2160"/>
                    <a:pt x="2426" y="2160"/>
                    <a:pt x="2426" y="2160"/>
                  </a:cubicBezTo>
                  <a:cubicBezTo>
                    <a:pt x="2424" y="2157"/>
                    <a:pt x="2423" y="2154"/>
                    <a:pt x="2417" y="2149"/>
                  </a:cubicBezTo>
                  <a:close/>
                  <a:moveTo>
                    <a:pt x="2465" y="2104"/>
                  </a:moveTo>
                  <a:cubicBezTo>
                    <a:pt x="2451" y="2090"/>
                    <a:pt x="2446" y="2076"/>
                    <a:pt x="2434" y="2062"/>
                  </a:cubicBezTo>
                  <a:cubicBezTo>
                    <a:pt x="2436" y="2059"/>
                    <a:pt x="2432" y="2056"/>
                    <a:pt x="2430" y="2054"/>
                  </a:cubicBezTo>
                  <a:cubicBezTo>
                    <a:pt x="2431" y="2051"/>
                    <a:pt x="2431" y="2049"/>
                    <a:pt x="2429" y="2046"/>
                  </a:cubicBezTo>
                  <a:cubicBezTo>
                    <a:pt x="2418" y="2032"/>
                    <a:pt x="2414" y="2018"/>
                    <a:pt x="2404" y="2004"/>
                  </a:cubicBezTo>
                  <a:cubicBezTo>
                    <a:pt x="2409" y="2001"/>
                    <a:pt x="2396" y="1997"/>
                    <a:pt x="2401" y="1995"/>
                  </a:cubicBezTo>
                  <a:cubicBezTo>
                    <a:pt x="2400" y="1991"/>
                    <a:pt x="2391" y="1987"/>
                    <a:pt x="2394" y="1983"/>
                  </a:cubicBezTo>
                  <a:cubicBezTo>
                    <a:pt x="2387" y="1978"/>
                    <a:pt x="2388" y="1966"/>
                    <a:pt x="2379" y="1965"/>
                  </a:cubicBezTo>
                  <a:cubicBezTo>
                    <a:pt x="2380" y="1970"/>
                    <a:pt x="2383" y="1973"/>
                    <a:pt x="2390" y="1982"/>
                  </a:cubicBezTo>
                  <a:cubicBezTo>
                    <a:pt x="2391" y="1985"/>
                    <a:pt x="2386" y="1987"/>
                    <a:pt x="2392" y="1991"/>
                  </a:cubicBezTo>
                  <a:cubicBezTo>
                    <a:pt x="2393" y="1994"/>
                    <a:pt x="2394" y="1997"/>
                    <a:pt x="2398" y="2001"/>
                  </a:cubicBezTo>
                  <a:cubicBezTo>
                    <a:pt x="2397" y="2007"/>
                    <a:pt x="2405" y="2015"/>
                    <a:pt x="2404" y="2021"/>
                  </a:cubicBezTo>
                  <a:cubicBezTo>
                    <a:pt x="2410" y="2025"/>
                    <a:pt x="2406" y="2027"/>
                    <a:pt x="2410" y="2031"/>
                  </a:cubicBezTo>
                  <a:cubicBezTo>
                    <a:pt x="2411" y="2035"/>
                    <a:pt x="2415" y="2038"/>
                    <a:pt x="2414" y="2042"/>
                  </a:cubicBezTo>
                  <a:cubicBezTo>
                    <a:pt x="2419" y="2045"/>
                    <a:pt x="2415" y="2048"/>
                    <a:pt x="2419" y="2051"/>
                  </a:cubicBezTo>
                  <a:cubicBezTo>
                    <a:pt x="2417" y="2055"/>
                    <a:pt x="2426" y="2059"/>
                    <a:pt x="2423" y="2063"/>
                  </a:cubicBezTo>
                  <a:cubicBezTo>
                    <a:pt x="2436" y="2077"/>
                    <a:pt x="2436" y="2084"/>
                    <a:pt x="2450" y="2100"/>
                  </a:cubicBezTo>
                  <a:cubicBezTo>
                    <a:pt x="2458" y="2115"/>
                    <a:pt x="2467" y="2122"/>
                    <a:pt x="2475" y="2139"/>
                  </a:cubicBezTo>
                  <a:cubicBezTo>
                    <a:pt x="2483" y="2146"/>
                    <a:pt x="2487" y="2153"/>
                    <a:pt x="2492" y="2160"/>
                  </a:cubicBezTo>
                  <a:cubicBezTo>
                    <a:pt x="2505" y="2160"/>
                    <a:pt x="2505" y="2160"/>
                    <a:pt x="2505" y="2160"/>
                  </a:cubicBezTo>
                  <a:cubicBezTo>
                    <a:pt x="2497" y="2148"/>
                    <a:pt x="2487" y="2136"/>
                    <a:pt x="2476" y="2123"/>
                  </a:cubicBezTo>
                  <a:cubicBezTo>
                    <a:pt x="2472" y="2113"/>
                    <a:pt x="2469" y="2112"/>
                    <a:pt x="2465" y="2104"/>
                  </a:cubicBezTo>
                  <a:close/>
                  <a:moveTo>
                    <a:pt x="2502" y="2123"/>
                  </a:moveTo>
                  <a:cubicBezTo>
                    <a:pt x="2499" y="2119"/>
                    <a:pt x="2495" y="2114"/>
                    <a:pt x="2496" y="2109"/>
                  </a:cubicBezTo>
                  <a:cubicBezTo>
                    <a:pt x="2486" y="2106"/>
                    <a:pt x="2483" y="2091"/>
                    <a:pt x="2476" y="2083"/>
                  </a:cubicBezTo>
                  <a:cubicBezTo>
                    <a:pt x="2468" y="2080"/>
                    <a:pt x="2477" y="2070"/>
                    <a:pt x="2469" y="2072"/>
                  </a:cubicBezTo>
                  <a:cubicBezTo>
                    <a:pt x="2468" y="2067"/>
                    <a:pt x="2461" y="2062"/>
                    <a:pt x="2462" y="2057"/>
                  </a:cubicBezTo>
                  <a:cubicBezTo>
                    <a:pt x="2451" y="2047"/>
                    <a:pt x="2455" y="2038"/>
                    <a:pt x="2442" y="2028"/>
                  </a:cubicBezTo>
                  <a:cubicBezTo>
                    <a:pt x="2445" y="2023"/>
                    <a:pt x="2435" y="2018"/>
                    <a:pt x="2437" y="2013"/>
                  </a:cubicBezTo>
                  <a:cubicBezTo>
                    <a:pt x="2431" y="2007"/>
                    <a:pt x="2433" y="2002"/>
                    <a:pt x="2426" y="1996"/>
                  </a:cubicBezTo>
                  <a:cubicBezTo>
                    <a:pt x="2421" y="1985"/>
                    <a:pt x="2413" y="1974"/>
                    <a:pt x="2408" y="1963"/>
                  </a:cubicBezTo>
                  <a:cubicBezTo>
                    <a:pt x="2397" y="1949"/>
                    <a:pt x="2387" y="1934"/>
                    <a:pt x="2377" y="1920"/>
                  </a:cubicBezTo>
                  <a:cubicBezTo>
                    <a:pt x="2366" y="1914"/>
                    <a:pt x="2356" y="1898"/>
                    <a:pt x="2345" y="1887"/>
                  </a:cubicBezTo>
                  <a:cubicBezTo>
                    <a:pt x="2340" y="1882"/>
                    <a:pt x="2335" y="1882"/>
                    <a:pt x="2331" y="1874"/>
                  </a:cubicBezTo>
                  <a:cubicBezTo>
                    <a:pt x="2328" y="1871"/>
                    <a:pt x="2326" y="1869"/>
                    <a:pt x="2323" y="1866"/>
                  </a:cubicBezTo>
                  <a:cubicBezTo>
                    <a:pt x="2320" y="1870"/>
                    <a:pt x="2318" y="1858"/>
                    <a:pt x="2314" y="1865"/>
                  </a:cubicBezTo>
                  <a:cubicBezTo>
                    <a:pt x="2322" y="1870"/>
                    <a:pt x="2330" y="1882"/>
                    <a:pt x="2342" y="1890"/>
                  </a:cubicBezTo>
                  <a:cubicBezTo>
                    <a:pt x="2350" y="1903"/>
                    <a:pt x="2356" y="1909"/>
                    <a:pt x="2368" y="1920"/>
                  </a:cubicBezTo>
                  <a:cubicBezTo>
                    <a:pt x="2377" y="1936"/>
                    <a:pt x="2393" y="1953"/>
                    <a:pt x="2403" y="1970"/>
                  </a:cubicBezTo>
                  <a:cubicBezTo>
                    <a:pt x="2408" y="1979"/>
                    <a:pt x="2409" y="1987"/>
                    <a:pt x="2417" y="1996"/>
                  </a:cubicBezTo>
                  <a:cubicBezTo>
                    <a:pt x="2417" y="2004"/>
                    <a:pt x="2428" y="2013"/>
                    <a:pt x="2427" y="2021"/>
                  </a:cubicBezTo>
                  <a:cubicBezTo>
                    <a:pt x="2443" y="2039"/>
                    <a:pt x="2447" y="2055"/>
                    <a:pt x="2458" y="2073"/>
                  </a:cubicBezTo>
                  <a:cubicBezTo>
                    <a:pt x="2467" y="2083"/>
                    <a:pt x="2472" y="2093"/>
                    <a:pt x="2476" y="2103"/>
                  </a:cubicBezTo>
                  <a:cubicBezTo>
                    <a:pt x="2482" y="2104"/>
                    <a:pt x="2478" y="2105"/>
                    <a:pt x="2482" y="2110"/>
                  </a:cubicBezTo>
                  <a:cubicBezTo>
                    <a:pt x="2485" y="2114"/>
                    <a:pt x="2489" y="2117"/>
                    <a:pt x="2489" y="2121"/>
                  </a:cubicBezTo>
                  <a:cubicBezTo>
                    <a:pt x="2497" y="2124"/>
                    <a:pt x="2495" y="2133"/>
                    <a:pt x="2503" y="2141"/>
                  </a:cubicBezTo>
                  <a:cubicBezTo>
                    <a:pt x="2509" y="2149"/>
                    <a:pt x="2514" y="2154"/>
                    <a:pt x="2518" y="2160"/>
                  </a:cubicBezTo>
                  <a:cubicBezTo>
                    <a:pt x="2530" y="2160"/>
                    <a:pt x="2530" y="2160"/>
                    <a:pt x="2530" y="2160"/>
                  </a:cubicBezTo>
                  <a:cubicBezTo>
                    <a:pt x="2526" y="2154"/>
                    <a:pt x="2521" y="2148"/>
                    <a:pt x="2512" y="2138"/>
                  </a:cubicBezTo>
                  <a:cubicBezTo>
                    <a:pt x="2510" y="2133"/>
                    <a:pt x="2508" y="2129"/>
                    <a:pt x="2502" y="2123"/>
                  </a:cubicBezTo>
                  <a:close/>
                  <a:moveTo>
                    <a:pt x="2459" y="2153"/>
                  </a:moveTo>
                  <a:cubicBezTo>
                    <a:pt x="2456" y="2150"/>
                    <a:pt x="2453" y="2146"/>
                    <a:pt x="2450" y="2143"/>
                  </a:cubicBezTo>
                  <a:cubicBezTo>
                    <a:pt x="2404" y="2065"/>
                    <a:pt x="2403" y="2059"/>
                    <a:pt x="2396" y="2051"/>
                  </a:cubicBezTo>
                  <a:cubicBezTo>
                    <a:pt x="2391" y="2028"/>
                    <a:pt x="2382" y="2020"/>
                    <a:pt x="2383" y="2014"/>
                  </a:cubicBezTo>
                  <a:cubicBezTo>
                    <a:pt x="2360" y="1965"/>
                    <a:pt x="2355" y="1958"/>
                    <a:pt x="2352" y="1951"/>
                  </a:cubicBezTo>
                  <a:cubicBezTo>
                    <a:pt x="2320" y="1909"/>
                    <a:pt x="2322" y="1898"/>
                    <a:pt x="2315" y="1902"/>
                  </a:cubicBezTo>
                  <a:cubicBezTo>
                    <a:pt x="2370" y="2007"/>
                    <a:pt x="2371" y="2014"/>
                    <a:pt x="2375" y="2021"/>
                  </a:cubicBezTo>
                  <a:cubicBezTo>
                    <a:pt x="2381" y="2054"/>
                    <a:pt x="2386" y="2049"/>
                    <a:pt x="2380" y="2043"/>
                  </a:cubicBezTo>
                  <a:cubicBezTo>
                    <a:pt x="2364" y="1998"/>
                    <a:pt x="2352" y="1991"/>
                    <a:pt x="2352" y="1985"/>
                  </a:cubicBezTo>
                  <a:cubicBezTo>
                    <a:pt x="2344" y="1962"/>
                    <a:pt x="2339" y="1955"/>
                    <a:pt x="2338" y="1949"/>
                  </a:cubicBezTo>
                  <a:cubicBezTo>
                    <a:pt x="2301" y="1894"/>
                    <a:pt x="2293" y="1879"/>
                    <a:pt x="2277" y="1863"/>
                  </a:cubicBezTo>
                  <a:cubicBezTo>
                    <a:pt x="2297" y="1890"/>
                    <a:pt x="2298" y="1894"/>
                    <a:pt x="2298" y="1897"/>
                  </a:cubicBezTo>
                  <a:cubicBezTo>
                    <a:pt x="2316" y="1928"/>
                    <a:pt x="2325" y="1935"/>
                    <a:pt x="2326" y="1942"/>
                  </a:cubicBezTo>
                  <a:cubicBezTo>
                    <a:pt x="2339" y="1986"/>
                    <a:pt x="2353" y="1990"/>
                    <a:pt x="2347" y="1993"/>
                  </a:cubicBezTo>
                  <a:cubicBezTo>
                    <a:pt x="2365" y="2028"/>
                    <a:pt x="2361" y="2031"/>
                    <a:pt x="2366" y="2034"/>
                  </a:cubicBezTo>
                  <a:cubicBezTo>
                    <a:pt x="2377" y="2059"/>
                    <a:pt x="2381" y="2062"/>
                    <a:pt x="2380" y="2066"/>
                  </a:cubicBezTo>
                  <a:cubicBezTo>
                    <a:pt x="2394" y="2093"/>
                    <a:pt x="2399" y="2101"/>
                    <a:pt x="2403" y="2106"/>
                  </a:cubicBezTo>
                  <a:cubicBezTo>
                    <a:pt x="2413" y="2118"/>
                    <a:pt x="2409" y="2121"/>
                    <a:pt x="2414" y="2125"/>
                  </a:cubicBezTo>
                  <a:cubicBezTo>
                    <a:pt x="2438" y="2159"/>
                    <a:pt x="2439" y="2160"/>
                    <a:pt x="2440" y="2160"/>
                  </a:cubicBezTo>
                  <a:cubicBezTo>
                    <a:pt x="2460" y="2160"/>
                    <a:pt x="2462" y="2156"/>
                    <a:pt x="2459" y="2153"/>
                  </a:cubicBezTo>
                  <a:close/>
                  <a:moveTo>
                    <a:pt x="2392" y="2064"/>
                  </a:moveTo>
                  <a:cubicBezTo>
                    <a:pt x="2397" y="2062"/>
                    <a:pt x="2399" y="2073"/>
                    <a:pt x="2400" y="2077"/>
                  </a:cubicBezTo>
                  <a:cubicBezTo>
                    <a:pt x="2396" y="2078"/>
                    <a:pt x="2394" y="2067"/>
                    <a:pt x="2392" y="2064"/>
                  </a:cubicBezTo>
                  <a:close/>
                  <a:moveTo>
                    <a:pt x="2400" y="2083"/>
                  </a:moveTo>
                  <a:cubicBezTo>
                    <a:pt x="2404" y="2080"/>
                    <a:pt x="2407" y="2089"/>
                    <a:pt x="2407" y="2091"/>
                  </a:cubicBezTo>
                  <a:cubicBezTo>
                    <a:pt x="2403" y="2094"/>
                    <a:pt x="2400" y="2084"/>
                    <a:pt x="2400" y="2083"/>
                  </a:cubicBezTo>
                  <a:close/>
                  <a:moveTo>
                    <a:pt x="2867" y="2097"/>
                  </a:moveTo>
                  <a:cubicBezTo>
                    <a:pt x="2845" y="2071"/>
                    <a:pt x="2822" y="2045"/>
                    <a:pt x="2800" y="2020"/>
                  </a:cubicBezTo>
                  <a:cubicBezTo>
                    <a:pt x="2787" y="2012"/>
                    <a:pt x="2781" y="1993"/>
                    <a:pt x="2766" y="1994"/>
                  </a:cubicBezTo>
                  <a:cubicBezTo>
                    <a:pt x="2774" y="1997"/>
                    <a:pt x="2780" y="2010"/>
                    <a:pt x="2788" y="2013"/>
                  </a:cubicBezTo>
                  <a:cubicBezTo>
                    <a:pt x="2796" y="2027"/>
                    <a:pt x="2804" y="2030"/>
                    <a:pt x="2812" y="2044"/>
                  </a:cubicBezTo>
                  <a:cubicBezTo>
                    <a:pt x="2818" y="2047"/>
                    <a:pt x="2818" y="2053"/>
                    <a:pt x="2826" y="2060"/>
                  </a:cubicBezTo>
                  <a:cubicBezTo>
                    <a:pt x="2834" y="2069"/>
                    <a:pt x="2831" y="2068"/>
                    <a:pt x="2838" y="2076"/>
                  </a:cubicBezTo>
                  <a:cubicBezTo>
                    <a:pt x="2848" y="2083"/>
                    <a:pt x="2851" y="2096"/>
                    <a:pt x="2861" y="2103"/>
                  </a:cubicBezTo>
                  <a:cubicBezTo>
                    <a:pt x="2860" y="2107"/>
                    <a:pt x="2863" y="2112"/>
                    <a:pt x="2868" y="2117"/>
                  </a:cubicBezTo>
                  <a:cubicBezTo>
                    <a:pt x="2866" y="2122"/>
                    <a:pt x="2875" y="2128"/>
                    <a:pt x="2873" y="2133"/>
                  </a:cubicBezTo>
                  <a:cubicBezTo>
                    <a:pt x="2880" y="2142"/>
                    <a:pt x="2886" y="2151"/>
                    <a:pt x="2891" y="2160"/>
                  </a:cubicBezTo>
                  <a:cubicBezTo>
                    <a:pt x="2902" y="2160"/>
                    <a:pt x="2902" y="2160"/>
                    <a:pt x="2902" y="2160"/>
                  </a:cubicBezTo>
                  <a:cubicBezTo>
                    <a:pt x="2900" y="2157"/>
                    <a:pt x="2899" y="2155"/>
                    <a:pt x="2898" y="2151"/>
                  </a:cubicBezTo>
                  <a:cubicBezTo>
                    <a:pt x="2882" y="2133"/>
                    <a:pt x="2878" y="2115"/>
                    <a:pt x="2867" y="2097"/>
                  </a:cubicBezTo>
                  <a:close/>
                  <a:moveTo>
                    <a:pt x="2925" y="2156"/>
                  </a:moveTo>
                  <a:cubicBezTo>
                    <a:pt x="2918" y="2156"/>
                    <a:pt x="2925" y="2151"/>
                    <a:pt x="2920" y="2147"/>
                  </a:cubicBezTo>
                  <a:cubicBezTo>
                    <a:pt x="2912" y="2136"/>
                    <a:pt x="2914" y="2134"/>
                    <a:pt x="2906" y="2124"/>
                  </a:cubicBezTo>
                  <a:cubicBezTo>
                    <a:pt x="2909" y="2121"/>
                    <a:pt x="2900" y="2116"/>
                    <a:pt x="2902" y="2113"/>
                  </a:cubicBezTo>
                  <a:cubicBezTo>
                    <a:pt x="2898" y="2109"/>
                    <a:pt x="2893" y="2104"/>
                    <a:pt x="2893" y="2100"/>
                  </a:cubicBezTo>
                  <a:cubicBezTo>
                    <a:pt x="2887" y="2091"/>
                    <a:pt x="2882" y="2083"/>
                    <a:pt x="2877" y="2074"/>
                  </a:cubicBezTo>
                  <a:cubicBezTo>
                    <a:pt x="2871" y="2068"/>
                    <a:pt x="2866" y="2062"/>
                    <a:pt x="2861" y="2056"/>
                  </a:cubicBezTo>
                  <a:cubicBezTo>
                    <a:pt x="2843" y="2043"/>
                    <a:pt x="2826" y="2021"/>
                    <a:pt x="2808" y="2009"/>
                  </a:cubicBezTo>
                  <a:cubicBezTo>
                    <a:pt x="2800" y="1999"/>
                    <a:pt x="2791" y="1996"/>
                    <a:pt x="2782" y="1986"/>
                  </a:cubicBezTo>
                  <a:cubicBezTo>
                    <a:pt x="2778" y="1981"/>
                    <a:pt x="2773" y="1984"/>
                    <a:pt x="2769" y="1977"/>
                  </a:cubicBezTo>
                  <a:cubicBezTo>
                    <a:pt x="2764" y="1972"/>
                    <a:pt x="2760" y="1969"/>
                    <a:pt x="2755" y="1969"/>
                  </a:cubicBezTo>
                  <a:cubicBezTo>
                    <a:pt x="2761" y="1976"/>
                    <a:pt x="2765" y="1974"/>
                    <a:pt x="2767" y="1982"/>
                  </a:cubicBezTo>
                  <a:cubicBezTo>
                    <a:pt x="2777" y="1985"/>
                    <a:pt x="2786" y="1998"/>
                    <a:pt x="2796" y="2006"/>
                  </a:cubicBezTo>
                  <a:cubicBezTo>
                    <a:pt x="2801" y="2013"/>
                    <a:pt x="2806" y="2014"/>
                    <a:pt x="2811" y="2019"/>
                  </a:cubicBezTo>
                  <a:cubicBezTo>
                    <a:pt x="2813" y="2021"/>
                    <a:pt x="2815" y="2025"/>
                    <a:pt x="2818" y="2024"/>
                  </a:cubicBezTo>
                  <a:cubicBezTo>
                    <a:pt x="2822" y="2026"/>
                    <a:pt x="2818" y="2034"/>
                    <a:pt x="2824" y="2031"/>
                  </a:cubicBezTo>
                  <a:cubicBezTo>
                    <a:pt x="2823" y="2036"/>
                    <a:pt x="2831" y="2036"/>
                    <a:pt x="2835" y="2044"/>
                  </a:cubicBezTo>
                  <a:cubicBezTo>
                    <a:pt x="2840" y="2050"/>
                    <a:pt x="2845" y="2054"/>
                    <a:pt x="2850" y="2057"/>
                  </a:cubicBezTo>
                  <a:cubicBezTo>
                    <a:pt x="2848" y="2060"/>
                    <a:pt x="2852" y="2062"/>
                    <a:pt x="2854" y="2062"/>
                  </a:cubicBezTo>
                  <a:cubicBezTo>
                    <a:pt x="2852" y="2065"/>
                    <a:pt x="2856" y="2067"/>
                    <a:pt x="2858" y="2067"/>
                  </a:cubicBezTo>
                  <a:cubicBezTo>
                    <a:pt x="2860" y="2072"/>
                    <a:pt x="2862" y="2074"/>
                    <a:pt x="2869" y="2078"/>
                  </a:cubicBezTo>
                  <a:cubicBezTo>
                    <a:pt x="2872" y="2087"/>
                    <a:pt x="2878" y="2097"/>
                    <a:pt x="2887" y="2106"/>
                  </a:cubicBezTo>
                  <a:cubicBezTo>
                    <a:pt x="2890" y="2112"/>
                    <a:pt x="2891" y="2117"/>
                    <a:pt x="2893" y="2123"/>
                  </a:cubicBezTo>
                  <a:cubicBezTo>
                    <a:pt x="2898" y="2120"/>
                    <a:pt x="2894" y="2128"/>
                    <a:pt x="2899" y="2130"/>
                  </a:cubicBezTo>
                  <a:cubicBezTo>
                    <a:pt x="2899" y="2136"/>
                    <a:pt x="2901" y="2132"/>
                    <a:pt x="2905" y="2136"/>
                  </a:cubicBezTo>
                  <a:cubicBezTo>
                    <a:pt x="2903" y="2142"/>
                    <a:pt x="2911" y="2148"/>
                    <a:pt x="2911" y="2154"/>
                  </a:cubicBezTo>
                  <a:cubicBezTo>
                    <a:pt x="2912" y="2159"/>
                    <a:pt x="2913" y="2156"/>
                    <a:pt x="2917" y="2160"/>
                  </a:cubicBezTo>
                  <a:cubicBezTo>
                    <a:pt x="2925" y="2160"/>
                    <a:pt x="2925" y="2160"/>
                    <a:pt x="2925" y="2160"/>
                  </a:cubicBezTo>
                  <a:cubicBezTo>
                    <a:pt x="2924" y="2159"/>
                    <a:pt x="2924" y="2158"/>
                    <a:pt x="2925" y="2156"/>
                  </a:cubicBezTo>
                  <a:close/>
                  <a:moveTo>
                    <a:pt x="2984" y="2151"/>
                  </a:moveTo>
                  <a:cubicBezTo>
                    <a:pt x="2976" y="2138"/>
                    <a:pt x="2972" y="2125"/>
                    <a:pt x="2965" y="2113"/>
                  </a:cubicBezTo>
                  <a:cubicBezTo>
                    <a:pt x="2944" y="2085"/>
                    <a:pt x="2929" y="2066"/>
                    <a:pt x="2911" y="2044"/>
                  </a:cubicBezTo>
                  <a:cubicBezTo>
                    <a:pt x="2902" y="2037"/>
                    <a:pt x="2893" y="2028"/>
                    <a:pt x="2883" y="2019"/>
                  </a:cubicBezTo>
                  <a:cubicBezTo>
                    <a:pt x="2880" y="2020"/>
                    <a:pt x="2876" y="2016"/>
                    <a:pt x="2873" y="2014"/>
                  </a:cubicBezTo>
                  <a:cubicBezTo>
                    <a:pt x="2869" y="2018"/>
                    <a:pt x="2866" y="2004"/>
                    <a:pt x="2862" y="2008"/>
                  </a:cubicBezTo>
                  <a:cubicBezTo>
                    <a:pt x="2855" y="2002"/>
                    <a:pt x="2848" y="1997"/>
                    <a:pt x="2840" y="1996"/>
                  </a:cubicBezTo>
                  <a:cubicBezTo>
                    <a:pt x="2833" y="1988"/>
                    <a:pt x="2825" y="1988"/>
                    <a:pt x="2818" y="1981"/>
                  </a:cubicBezTo>
                  <a:cubicBezTo>
                    <a:pt x="2810" y="1980"/>
                    <a:pt x="2804" y="1964"/>
                    <a:pt x="2795" y="1971"/>
                  </a:cubicBezTo>
                  <a:cubicBezTo>
                    <a:pt x="2804" y="1978"/>
                    <a:pt x="2812" y="1981"/>
                    <a:pt x="2820" y="1990"/>
                  </a:cubicBezTo>
                  <a:cubicBezTo>
                    <a:pt x="2825" y="1992"/>
                    <a:pt x="2829" y="1996"/>
                    <a:pt x="2834" y="1999"/>
                  </a:cubicBezTo>
                  <a:cubicBezTo>
                    <a:pt x="2839" y="1996"/>
                    <a:pt x="2842" y="2006"/>
                    <a:pt x="2847" y="2004"/>
                  </a:cubicBezTo>
                  <a:cubicBezTo>
                    <a:pt x="2855" y="2014"/>
                    <a:pt x="2864" y="2015"/>
                    <a:pt x="2872" y="2023"/>
                  </a:cubicBezTo>
                  <a:cubicBezTo>
                    <a:pt x="2875" y="2021"/>
                    <a:pt x="2877" y="2030"/>
                    <a:pt x="2883" y="2028"/>
                  </a:cubicBezTo>
                  <a:cubicBezTo>
                    <a:pt x="2887" y="2035"/>
                    <a:pt x="2891" y="2037"/>
                    <a:pt x="2896" y="2040"/>
                  </a:cubicBezTo>
                  <a:cubicBezTo>
                    <a:pt x="2900" y="2047"/>
                    <a:pt x="2906" y="2059"/>
                    <a:pt x="2917" y="2065"/>
                  </a:cubicBezTo>
                  <a:cubicBezTo>
                    <a:pt x="2915" y="2069"/>
                    <a:pt x="2925" y="2074"/>
                    <a:pt x="2927" y="2079"/>
                  </a:cubicBezTo>
                  <a:cubicBezTo>
                    <a:pt x="2932" y="2085"/>
                    <a:pt x="2937" y="2090"/>
                    <a:pt x="2942" y="2096"/>
                  </a:cubicBezTo>
                  <a:cubicBezTo>
                    <a:pt x="2944" y="2102"/>
                    <a:pt x="2950" y="2108"/>
                    <a:pt x="2956" y="2115"/>
                  </a:cubicBezTo>
                  <a:cubicBezTo>
                    <a:pt x="2959" y="2123"/>
                    <a:pt x="2963" y="2131"/>
                    <a:pt x="2968" y="2139"/>
                  </a:cubicBezTo>
                  <a:cubicBezTo>
                    <a:pt x="2967" y="2143"/>
                    <a:pt x="2972" y="2148"/>
                    <a:pt x="2973" y="2152"/>
                  </a:cubicBezTo>
                  <a:cubicBezTo>
                    <a:pt x="2974" y="2155"/>
                    <a:pt x="2977" y="2158"/>
                    <a:pt x="2978" y="2160"/>
                  </a:cubicBezTo>
                  <a:cubicBezTo>
                    <a:pt x="2986" y="2160"/>
                    <a:pt x="2986" y="2160"/>
                    <a:pt x="2986" y="2160"/>
                  </a:cubicBezTo>
                  <a:cubicBezTo>
                    <a:pt x="2985" y="2157"/>
                    <a:pt x="2984" y="2154"/>
                    <a:pt x="2984" y="2151"/>
                  </a:cubicBezTo>
                  <a:close/>
                  <a:moveTo>
                    <a:pt x="2933" y="2112"/>
                  </a:moveTo>
                  <a:cubicBezTo>
                    <a:pt x="2912" y="2088"/>
                    <a:pt x="2896" y="2065"/>
                    <a:pt x="2870" y="2037"/>
                  </a:cubicBezTo>
                  <a:cubicBezTo>
                    <a:pt x="2851" y="2023"/>
                    <a:pt x="2833" y="2005"/>
                    <a:pt x="2814" y="1993"/>
                  </a:cubicBezTo>
                  <a:cubicBezTo>
                    <a:pt x="2810" y="1987"/>
                    <a:pt x="2805" y="1991"/>
                    <a:pt x="2801" y="1984"/>
                  </a:cubicBezTo>
                  <a:cubicBezTo>
                    <a:pt x="2795" y="1984"/>
                    <a:pt x="2791" y="1977"/>
                    <a:pt x="2786" y="1977"/>
                  </a:cubicBezTo>
                  <a:cubicBezTo>
                    <a:pt x="2784" y="1975"/>
                    <a:pt x="2782" y="1974"/>
                    <a:pt x="2780" y="1974"/>
                  </a:cubicBezTo>
                  <a:cubicBezTo>
                    <a:pt x="2777" y="1971"/>
                    <a:pt x="2775" y="1967"/>
                    <a:pt x="2772" y="1968"/>
                  </a:cubicBezTo>
                  <a:cubicBezTo>
                    <a:pt x="2770" y="1966"/>
                    <a:pt x="2768" y="1962"/>
                    <a:pt x="2765" y="1963"/>
                  </a:cubicBezTo>
                  <a:cubicBezTo>
                    <a:pt x="2763" y="1960"/>
                    <a:pt x="2759" y="1961"/>
                    <a:pt x="2760" y="1965"/>
                  </a:cubicBezTo>
                  <a:cubicBezTo>
                    <a:pt x="2764" y="1964"/>
                    <a:pt x="2768" y="1967"/>
                    <a:pt x="2772" y="1972"/>
                  </a:cubicBezTo>
                  <a:cubicBezTo>
                    <a:pt x="2777" y="1974"/>
                    <a:pt x="2781" y="1979"/>
                    <a:pt x="2785" y="1980"/>
                  </a:cubicBezTo>
                  <a:cubicBezTo>
                    <a:pt x="2794" y="1986"/>
                    <a:pt x="2802" y="1990"/>
                    <a:pt x="2810" y="1999"/>
                  </a:cubicBezTo>
                  <a:cubicBezTo>
                    <a:pt x="2818" y="2006"/>
                    <a:pt x="2830" y="2007"/>
                    <a:pt x="2832" y="2017"/>
                  </a:cubicBezTo>
                  <a:cubicBezTo>
                    <a:pt x="2837" y="2017"/>
                    <a:pt x="2841" y="2021"/>
                    <a:pt x="2846" y="2026"/>
                  </a:cubicBezTo>
                  <a:cubicBezTo>
                    <a:pt x="2850" y="2033"/>
                    <a:pt x="2855" y="2032"/>
                    <a:pt x="2859" y="2038"/>
                  </a:cubicBezTo>
                  <a:cubicBezTo>
                    <a:pt x="2869" y="2049"/>
                    <a:pt x="2879" y="2061"/>
                    <a:pt x="2889" y="2072"/>
                  </a:cubicBezTo>
                  <a:cubicBezTo>
                    <a:pt x="2894" y="2076"/>
                    <a:pt x="2891" y="2080"/>
                    <a:pt x="2897" y="2085"/>
                  </a:cubicBezTo>
                  <a:cubicBezTo>
                    <a:pt x="2902" y="2090"/>
                    <a:pt x="2907" y="2096"/>
                    <a:pt x="2912" y="2101"/>
                  </a:cubicBezTo>
                  <a:cubicBezTo>
                    <a:pt x="2920" y="2107"/>
                    <a:pt x="2918" y="2115"/>
                    <a:pt x="2925" y="2116"/>
                  </a:cubicBezTo>
                  <a:cubicBezTo>
                    <a:pt x="2928" y="2119"/>
                    <a:pt x="2926" y="2121"/>
                    <a:pt x="2929" y="2124"/>
                  </a:cubicBezTo>
                  <a:cubicBezTo>
                    <a:pt x="2931" y="2127"/>
                    <a:pt x="2935" y="2130"/>
                    <a:pt x="2933" y="2132"/>
                  </a:cubicBezTo>
                  <a:cubicBezTo>
                    <a:pt x="2937" y="2138"/>
                    <a:pt x="2948" y="2144"/>
                    <a:pt x="2943" y="2150"/>
                  </a:cubicBezTo>
                  <a:cubicBezTo>
                    <a:pt x="2948" y="2150"/>
                    <a:pt x="2947" y="2156"/>
                    <a:pt x="2951" y="2160"/>
                  </a:cubicBezTo>
                  <a:cubicBezTo>
                    <a:pt x="2962" y="2160"/>
                    <a:pt x="2962" y="2160"/>
                    <a:pt x="2962" y="2160"/>
                  </a:cubicBezTo>
                  <a:cubicBezTo>
                    <a:pt x="2961" y="2159"/>
                    <a:pt x="2960" y="2157"/>
                    <a:pt x="2959" y="2155"/>
                  </a:cubicBezTo>
                  <a:cubicBezTo>
                    <a:pt x="2954" y="2141"/>
                    <a:pt x="2941" y="2126"/>
                    <a:pt x="2933" y="2112"/>
                  </a:cubicBezTo>
                  <a:close/>
                  <a:moveTo>
                    <a:pt x="3015" y="2113"/>
                  </a:moveTo>
                  <a:cubicBezTo>
                    <a:pt x="3020" y="2110"/>
                    <a:pt x="3007" y="2106"/>
                    <a:pt x="3012" y="2103"/>
                  </a:cubicBezTo>
                  <a:cubicBezTo>
                    <a:pt x="3010" y="2100"/>
                    <a:pt x="3008" y="2097"/>
                    <a:pt x="3010" y="2094"/>
                  </a:cubicBezTo>
                  <a:cubicBezTo>
                    <a:pt x="2995" y="2074"/>
                    <a:pt x="2992" y="2063"/>
                    <a:pt x="2976" y="2045"/>
                  </a:cubicBezTo>
                  <a:cubicBezTo>
                    <a:pt x="2964" y="2035"/>
                    <a:pt x="2951" y="2024"/>
                    <a:pt x="2939" y="2017"/>
                  </a:cubicBezTo>
                  <a:cubicBezTo>
                    <a:pt x="2933" y="2010"/>
                    <a:pt x="2926" y="2010"/>
                    <a:pt x="2920" y="2001"/>
                  </a:cubicBezTo>
                  <a:cubicBezTo>
                    <a:pt x="2913" y="2001"/>
                    <a:pt x="2907" y="1991"/>
                    <a:pt x="2901" y="1992"/>
                  </a:cubicBezTo>
                  <a:cubicBezTo>
                    <a:pt x="2915" y="2006"/>
                    <a:pt x="2929" y="2015"/>
                    <a:pt x="2943" y="2025"/>
                  </a:cubicBezTo>
                  <a:cubicBezTo>
                    <a:pt x="2950" y="2033"/>
                    <a:pt x="2958" y="2039"/>
                    <a:pt x="2965" y="2043"/>
                  </a:cubicBezTo>
                  <a:cubicBezTo>
                    <a:pt x="2962" y="2047"/>
                    <a:pt x="2972" y="2052"/>
                    <a:pt x="2974" y="2056"/>
                  </a:cubicBezTo>
                  <a:cubicBezTo>
                    <a:pt x="2978" y="2061"/>
                    <a:pt x="2982" y="2066"/>
                    <a:pt x="2986" y="2071"/>
                  </a:cubicBezTo>
                  <a:cubicBezTo>
                    <a:pt x="2991" y="2078"/>
                    <a:pt x="2995" y="2092"/>
                    <a:pt x="3002" y="2095"/>
                  </a:cubicBezTo>
                  <a:cubicBezTo>
                    <a:pt x="2998" y="2100"/>
                    <a:pt x="3006" y="2107"/>
                    <a:pt x="3005" y="2112"/>
                  </a:cubicBezTo>
                  <a:cubicBezTo>
                    <a:pt x="3008" y="2118"/>
                    <a:pt x="3012" y="2124"/>
                    <a:pt x="3012" y="2130"/>
                  </a:cubicBezTo>
                  <a:cubicBezTo>
                    <a:pt x="3018" y="2140"/>
                    <a:pt x="3020" y="2150"/>
                    <a:pt x="3026" y="2160"/>
                  </a:cubicBezTo>
                  <a:cubicBezTo>
                    <a:pt x="3035" y="2160"/>
                    <a:pt x="3035" y="2160"/>
                    <a:pt x="3035" y="2160"/>
                  </a:cubicBezTo>
                  <a:cubicBezTo>
                    <a:pt x="3030" y="2151"/>
                    <a:pt x="3030" y="2142"/>
                    <a:pt x="3023" y="2132"/>
                  </a:cubicBezTo>
                  <a:cubicBezTo>
                    <a:pt x="3023" y="2126"/>
                    <a:pt x="3017" y="2119"/>
                    <a:pt x="3015" y="2113"/>
                  </a:cubicBezTo>
                  <a:close/>
                  <a:moveTo>
                    <a:pt x="3006" y="2155"/>
                  </a:moveTo>
                  <a:cubicBezTo>
                    <a:pt x="3008" y="2139"/>
                    <a:pt x="2989" y="2121"/>
                    <a:pt x="2990" y="2105"/>
                  </a:cubicBezTo>
                  <a:cubicBezTo>
                    <a:pt x="2986" y="2100"/>
                    <a:pt x="2982" y="2095"/>
                    <a:pt x="2984" y="2091"/>
                  </a:cubicBezTo>
                  <a:cubicBezTo>
                    <a:pt x="2971" y="2074"/>
                    <a:pt x="2959" y="2055"/>
                    <a:pt x="2950" y="2042"/>
                  </a:cubicBezTo>
                  <a:cubicBezTo>
                    <a:pt x="2938" y="2031"/>
                    <a:pt x="2920" y="2017"/>
                    <a:pt x="2904" y="2003"/>
                  </a:cubicBezTo>
                  <a:cubicBezTo>
                    <a:pt x="2897" y="2003"/>
                    <a:pt x="2890" y="1997"/>
                    <a:pt x="2884" y="1993"/>
                  </a:cubicBezTo>
                  <a:cubicBezTo>
                    <a:pt x="2876" y="1993"/>
                    <a:pt x="2869" y="1982"/>
                    <a:pt x="2861" y="1984"/>
                  </a:cubicBezTo>
                  <a:cubicBezTo>
                    <a:pt x="2864" y="1987"/>
                    <a:pt x="2868" y="1986"/>
                    <a:pt x="2871" y="1992"/>
                  </a:cubicBezTo>
                  <a:cubicBezTo>
                    <a:pt x="2875" y="1991"/>
                    <a:pt x="2878" y="2000"/>
                    <a:pt x="2882" y="1997"/>
                  </a:cubicBezTo>
                  <a:cubicBezTo>
                    <a:pt x="2885" y="2002"/>
                    <a:pt x="2888" y="2003"/>
                    <a:pt x="2892" y="2003"/>
                  </a:cubicBezTo>
                  <a:cubicBezTo>
                    <a:pt x="2892" y="2006"/>
                    <a:pt x="2897" y="2009"/>
                    <a:pt x="2901" y="2009"/>
                  </a:cubicBezTo>
                  <a:cubicBezTo>
                    <a:pt x="2915" y="2021"/>
                    <a:pt x="2929" y="2033"/>
                    <a:pt x="2943" y="2045"/>
                  </a:cubicBezTo>
                  <a:cubicBezTo>
                    <a:pt x="2945" y="2047"/>
                    <a:pt x="2943" y="2049"/>
                    <a:pt x="2946" y="2051"/>
                  </a:cubicBezTo>
                  <a:cubicBezTo>
                    <a:pt x="2948" y="2053"/>
                    <a:pt x="2951" y="2052"/>
                    <a:pt x="2949" y="2054"/>
                  </a:cubicBezTo>
                  <a:cubicBezTo>
                    <a:pt x="2951" y="2059"/>
                    <a:pt x="2960" y="2063"/>
                    <a:pt x="2957" y="2067"/>
                  </a:cubicBezTo>
                  <a:cubicBezTo>
                    <a:pt x="2961" y="2072"/>
                    <a:pt x="2966" y="2076"/>
                    <a:pt x="2966" y="2080"/>
                  </a:cubicBezTo>
                  <a:cubicBezTo>
                    <a:pt x="2966" y="2085"/>
                    <a:pt x="2974" y="2090"/>
                    <a:pt x="2973" y="2095"/>
                  </a:cubicBezTo>
                  <a:cubicBezTo>
                    <a:pt x="2985" y="2112"/>
                    <a:pt x="2986" y="2129"/>
                    <a:pt x="2995" y="2147"/>
                  </a:cubicBezTo>
                  <a:cubicBezTo>
                    <a:pt x="2996" y="2151"/>
                    <a:pt x="2998" y="2156"/>
                    <a:pt x="2999" y="2160"/>
                  </a:cubicBezTo>
                  <a:cubicBezTo>
                    <a:pt x="3010" y="2160"/>
                    <a:pt x="3010" y="2160"/>
                    <a:pt x="3010" y="2160"/>
                  </a:cubicBezTo>
                  <a:cubicBezTo>
                    <a:pt x="3009" y="2159"/>
                    <a:pt x="3008" y="2157"/>
                    <a:pt x="3006" y="2155"/>
                  </a:cubicBezTo>
                  <a:close/>
                  <a:moveTo>
                    <a:pt x="729" y="2129"/>
                  </a:moveTo>
                  <a:cubicBezTo>
                    <a:pt x="729" y="2126"/>
                    <a:pt x="729" y="2123"/>
                    <a:pt x="733" y="2124"/>
                  </a:cubicBezTo>
                  <a:cubicBezTo>
                    <a:pt x="753" y="2068"/>
                    <a:pt x="761" y="2070"/>
                    <a:pt x="759" y="2063"/>
                  </a:cubicBezTo>
                  <a:cubicBezTo>
                    <a:pt x="773" y="2016"/>
                    <a:pt x="777" y="2009"/>
                    <a:pt x="779" y="2000"/>
                  </a:cubicBezTo>
                  <a:cubicBezTo>
                    <a:pt x="790" y="1956"/>
                    <a:pt x="792" y="1944"/>
                    <a:pt x="793" y="1921"/>
                  </a:cubicBezTo>
                  <a:cubicBezTo>
                    <a:pt x="796" y="1847"/>
                    <a:pt x="795" y="1840"/>
                    <a:pt x="798" y="1837"/>
                  </a:cubicBezTo>
                  <a:cubicBezTo>
                    <a:pt x="793" y="1793"/>
                    <a:pt x="796" y="1792"/>
                    <a:pt x="794" y="1785"/>
                  </a:cubicBezTo>
                  <a:cubicBezTo>
                    <a:pt x="784" y="1845"/>
                    <a:pt x="785" y="1850"/>
                    <a:pt x="784" y="1854"/>
                  </a:cubicBezTo>
                  <a:cubicBezTo>
                    <a:pt x="770" y="1895"/>
                    <a:pt x="773" y="1909"/>
                    <a:pt x="766" y="1914"/>
                  </a:cubicBezTo>
                  <a:cubicBezTo>
                    <a:pt x="748" y="1953"/>
                    <a:pt x="745" y="1956"/>
                    <a:pt x="743" y="1959"/>
                  </a:cubicBezTo>
                  <a:cubicBezTo>
                    <a:pt x="726" y="1983"/>
                    <a:pt x="731" y="1992"/>
                    <a:pt x="723" y="1991"/>
                  </a:cubicBezTo>
                  <a:cubicBezTo>
                    <a:pt x="709" y="2014"/>
                    <a:pt x="707" y="2015"/>
                    <a:pt x="708" y="2019"/>
                  </a:cubicBezTo>
                  <a:cubicBezTo>
                    <a:pt x="674" y="2075"/>
                    <a:pt x="665" y="2079"/>
                    <a:pt x="665" y="2089"/>
                  </a:cubicBezTo>
                  <a:cubicBezTo>
                    <a:pt x="647" y="2122"/>
                    <a:pt x="642" y="2122"/>
                    <a:pt x="641" y="2126"/>
                  </a:cubicBezTo>
                  <a:cubicBezTo>
                    <a:pt x="625" y="2149"/>
                    <a:pt x="624" y="2156"/>
                    <a:pt x="620" y="2160"/>
                  </a:cubicBezTo>
                  <a:cubicBezTo>
                    <a:pt x="643" y="2138"/>
                    <a:pt x="647" y="2134"/>
                    <a:pt x="650" y="2130"/>
                  </a:cubicBezTo>
                  <a:cubicBezTo>
                    <a:pt x="684" y="2076"/>
                    <a:pt x="681" y="2069"/>
                    <a:pt x="685" y="2068"/>
                  </a:cubicBezTo>
                  <a:cubicBezTo>
                    <a:pt x="698" y="2051"/>
                    <a:pt x="699" y="2049"/>
                    <a:pt x="699" y="2045"/>
                  </a:cubicBezTo>
                  <a:cubicBezTo>
                    <a:pt x="720" y="2010"/>
                    <a:pt x="727" y="2010"/>
                    <a:pt x="726" y="2002"/>
                  </a:cubicBezTo>
                  <a:cubicBezTo>
                    <a:pt x="757" y="1966"/>
                    <a:pt x="748" y="1970"/>
                    <a:pt x="751" y="1974"/>
                  </a:cubicBezTo>
                  <a:cubicBezTo>
                    <a:pt x="732" y="2008"/>
                    <a:pt x="731" y="2023"/>
                    <a:pt x="724" y="2033"/>
                  </a:cubicBezTo>
                  <a:cubicBezTo>
                    <a:pt x="709" y="2059"/>
                    <a:pt x="707" y="2061"/>
                    <a:pt x="704" y="2063"/>
                  </a:cubicBezTo>
                  <a:cubicBezTo>
                    <a:pt x="677" y="2114"/>
                    <a:pt x="671" y="2113"/>
                    <a:pt x="671" y="2117"/>
                  </a:cubicBezTo>
                  <a:cubicBezTo>
                    <a:pt x="652" y="2143"/>
                    <a:pt x="652" y="2151"/>
                    <a:pt x="647" y="2154"/>
                  </a:cubicBezTo>
                  <a:cubicBezTo>
                    <a:pt x="657" y="2156"/>
                    <a:pt x="659" y="2152"/>
                    <a:pt x="662" y="2149"/>
                  </a:cubicBezTo>
                  <a:cubicBezTo>
                    <a:pt x="675" y="2126"/>
                    <a:pt x="679" y="2125"/>
                    <a:pt x="678" y="2121"/>
                  </a:cubicBezTo>
                  <a:cubicBezTo>
                    <a:pt x="714" y="2066"/>
                    <a:pt x="717" y="2065"/>
                    <a:pt x="717" y="2062"/>
                  </a:cubicBezTo>
                  <a:cubicBezTo>
                    <a:pt x="728" y="2047"/>
                    <a:pt x="726" y="2041"/>
                    <a:pt x="729" y="2041"/>
                  </a:cubicBezTo>
                  <a:cubicBezTo>
                    <a:pt x="740" y="2003"/>
                    <a:pt x="750" y="2005"/>
                    <a:pt x="748" y="1996"/>
                  </a:cubicBezTo>
                  <a:cubicBezTo>
                    <a:pt x="764" y="1960"/>
                    <a:pt x="761" y="1951"/>
                    <a:pt x="764" y="1947"/>
                  </a:cubicBezTo>
                  <a:cubicBezTo>
                    <a:pt x="796" y="1849"/>
                    <a:pt x="791" y="1858"/>
                    <a:pt x="791" y="1862"/>
                  </a:cubicBezTo>
                  <a:cubicBezTo>
                    <a:pt x="786" y="1901"/>
                    <a:pt x="782" y="1904"/>
                    <a:pt x="781" y="1908"/>
                  </a:cubicBezTo>
                  <a:cubicBezTo>
                    <a:pt x="772" y="1962"/>
                    <a:pt x="765" y="1962"/>
                    <a:pt x="766" y="1969"/>
                  </a:cubicBezTo>
                  <a:cubicBezTo>
                    <a:pt x="746" y="2037"/>
                    <a:pt x="738" y="2043"/>
                    <a:pt x="737" y="2054"/>
                  </a:cubicBezTo>
                  <a:cubicBezTo>
                    <a:pt x="716" y="2096"/>
                    <a:pt x="713" y="2097"/>
                    <a:pt x="714" y="2101"/>
                  </a:cubicBezTo>
                  <a:cubicBezTo>
                    <a:pt x="697" y="2124"/>
                    <a:pt x="696" y="2129"/>
                    <a:pt x="694" y="2133"/>
                  </a:cubicBezTo>
                  <a:cubicBezTo>
                    <a:pt x="679" y="2147"/>
                    <a:pt x="682" y="2155"/>
                    <a:pt x="678" y="2158"/>
                  </a:cubicBezTo>
                  <a:cubicBezTo>
                    <a:pt x="688" y="2156"/>
                    <a:pt x="691" y="2153"/>
                    <a:pt x="693" y="2149"/>
                  </a:cubicBezTo>
                  <a:cubicBezTo>
                    <a:pt x="704" y="2140"/>
                    <a:pt x="697" y="2130"/>
                    <a:pt x="705" y="2132"/>
                  </a:cubicBezTo>
                  <a:cubicBezTo>
                    <a:pt x="720" y="2101"/>
                    <a:pt x="726" y="2102"/>
                    <a:pt x="724" y="2096"/>
                  </a:cubicBezTo>
                  <a:cubicBezTo>
                    <a:pt x="745" y="2052"/>
                    <a:pt x="748" y="2046"/>
                    <a:pt x="753" y="2042"/>
                  </a:cubicBezTo>
                  <a:cubicBezTo>
                    <a:pt x="775" y="1963"/>
                    <a:pt x="776" y="1958"/>
                    <a:pt x="775" y="1953"/>
                  </a:cubicBezTo>
                  <a:cubicBezTo>
                    <a:pt x="783" y="1921"/>
                    <a:pt x="788" y="1921"/>
                    <a:pt x="786" y="1915"/>
                  </a:cubicBezTo>
                  <a:cubicBezTo>
                    <a:pt x="785" y="1961"/>
                    <a:pt x="781" y="1971"/>
                    <a:pt x="780" y="1983"/>
                  </a:cubicBezTo>
                  <a:cubicBezTo>
                    <a:pt x="765" y="2021"/>
                    <a:pt x="762" y="2030"/>
                    <a:pt x="760" y="2041"/>
                  </a:cubicBezTo>
                  <a:cubicBezTo>
                    <a:pt x="741" y="2077"/>
                    <a:pt x="740" y="2089"/>
                    <a:pt x="735" y="2097"/>
                  </a:cubicBezTo>
                  <a:cubicBezTo>
                    <a:pt x="715" y="2131"/>
                    <a:pt x="711" y="2140"/>
                    <a:pt x="708" y="2150"/>
                  </a:cubicBezTo>
                  <a:cubicBezTo>
                    <a:pt x="711" y="2160"/>
                    <a:pt x="711" y="2160"/>
                    <a:pt x="711" y="2160"/>
                  </a:cubicBezTo>
                  <a:cubicBezTo>
                    <a:pt x="719" y="2142"/>
                    <a:pt x="723" y="2142"/>
                    <a:pt x="723" y="2140"/>
                  </a:cubicBezTo>
                  <a:close/>
                  <a:moveTo>
                    <a:pt x="2860" y="2138"/>
                  </a:moveTo>
                  <a:cubicBezTo>
                    <a:pt x="2860" y="2132"/>
                    <a:pt x="2854" y="2135"/>
                    <a:pt x="2854" y="2128"/>
                  </a:cubicBezTo>
                  <a:cubicBezTo>
                    <a:pt x="2845" y="2120"/>
                    <a:pt x="2844" y="2111"/>
                    <a:pt x="2838" y="2103"/>
                  </a:cubicBezTo>
                  <a:cubicBezTo>
                    <a:pt x="2828" y="2094"/>
                    <a:pt x="2828" y="2087"/>
                    <a:pt x="2819" y="2078"/>
                  </a:cubicBezTo>
                  <a:cubicBezTo>
                    <a:pt x="2818" y="2076"/>
                    <a:pt x="2815" y="2074"/>
                    <a:pt x="2816" y="2072"/>
                  </a:cubicBezTo>
                  <a:cubicBezTo>
                    <a:pt x="2815" y="2070"/>
                    <a:pt x="2817" y="2067"/>
                    <a:pt x="2814" y="2069"/>
                  </a:cubicBezTo>
                  <a:cubicBezTo>
                    <a:pt x="2807" y="2064"/>
                    <a:pt x="2810" y="2060"/>
                    <a:pt x="2805" y="2056"/>
                  </a:cubicBezTo>
                  <a:cubicBezTo>
                    <a:pt x="2797" y="2047"/>
                    <a:pt x="2797" y="2043"/>
                    <a:pt x="2789" y="2038"/>
                  </a:cubicBezTo>
                  <a:cubicBezTo>
                    <a:pt x="2789" y="2034"/>
                    <a:pt x="2785" y="2032"/>
                    <a:pt x="2782" y="2029"/>
                  </a:cubicBezTo>
                  <a:cubicBezTo>
                    <a:pt x="2776" y="2021"/>
                    <a:pt x="2773" y="2015"/>
                    <a:pt x="2765" y="2010"/>
                  </a:cubicBezTo>
                  <a:cubicBezTo>
                    <a:pt x="2762" y="2005"/>
                    <a:pt x="2762" y="2001"/>
                    <a:pt x="2757" y="1997"/>
                  </a:cubicBezTo>
                  <a:cubicBezTo>
                    <a:pt x="2748" y="1991"/>
                    <a:pt x="2740" y="1981"/>
                    <a:pt x="2732" y="1972"/>
                  </a:cubicBezTo>
                  <a:cubicBezTo>
                    <a:pt x="2721" y="1964"/>
                    <a:pt x="2710" y="1952"/>
                    <a:pt x="2698" y="1946"/>
                  </a:cubicBezTo>
                  <a:cubicBezTo>
                    <a:pt x="2693" y="1941"/>
                    <a:pt x="2687" y="1939"/>
                    <a:pt x="2682" y="1935"/>
                  </a:cubicBezTo>
                  <a:cubicBezTo>
                    <a:pt x="2676" y="1928"/>
                    <a:pt x="2670" y="1924"/>
                    <a:pt x="2664" y="1924"/>
                  </a:cubicBezTo>
                  <a:cubicBezTo>
                    <a:pt x="2685" y="1942"/>
                    <a:pt x="2706" y="1958"/>
                    <a:pt x="2727" y="1976"/>
                  </a:cubicBezTo>
                  <a:cubicBezTo>
                    <a:pt x="2744" y="1996"/>
                    <a:pt x="2765" y="2017"/>
                    <a:pt x="2777" y="2037"/>
                  </a:cubicBezTo>
                  <a:cubicBezTo>
                    <a:pt x="2781" y="2041"/>
                    <a:pt x="2786" y="2048"/>
                    <a:pt x="2790" y="2048"/>
                  </a:cubicBezTo>
                  <a:cubicBezTo>
                    <a:pt x="2785" y="2052"/>
                    <a:pt x="2800" y="2057"/>
                    <a:pt x="2796" y="2061"/>
                  </a:cubicBezTo>
                  <a:cubicBezTo>
                    <a:pt x="2798" y="2065"/>
                    <a:pt x="2807" y="2070"/>
                    <a:pt x="2804" y="2074"/>
                  </a:cubicBezTo>
                  <a:cubicBezTo>
                    <a:pt x="2815" y="2086"/>
                    <a:pt x="2813" y="2088"/>
                    <a:pt x="2822" y="2098"/>
                  </a:cubicBezTo>
                  <a:cubicBezTo>
                    <a:pt x="2826" y="2107"/>
                    <a:pt x="2835" y="2116"/>
                    <a:pt x="2839" y="2124"/>
                  </a:cubicBezTo>
                  <a:cubicBezTo>
                    <a:pt x="2845" y="2129"/>
                    <a:pt x="2842" y="2133"/>
                    <a:pt x="2848" y="2137"/>
                  </a:cubicBezTo>
                  <a:cubicBezTo>
                    <a:pt x="2855" y="2142"/>
                    <a:pt x="2850" y="2147"/>
                    <a:pt x="2854" y="2152"/>
                  </a:cubicBezTo>
                  <a:cubicBezTo>
                    <a:pt x="2857" y="2155"/>
                    <a:pt x="2859" y="2157"/>
                    <a:pt x="2862" y="2160"/>
                  </a:cubicBezTo>
                  <a:cubicBezTo>
                    <a:pt x="2873" y="2160"/>
                    <a:pt x="2873" y="2160"/>
                    <a:pt x="2873" y="2160"/>
                  </a:cubicBezTo>
                  <a:cubicBezTo>
                    <a:pt x="2870" y="2157"/>
                    <a:pt x="2867" y="2153"/>
                    <a:pt x="2864" y="2149"/>
                  </a:cubicBezTo>
                  <a:cubicBezTo>
                    <a:pt x="2867" y="2146"/>
                    <a:pt x="2858" y="2142"/>
                    <a:pt x="2860" y="2138"/>
                  </a:cubicBezTo>
                  <a:close/>
                  <a:moveTo>
                    <a:pt x="796" y="1969"/>
                  </a:moveTo>
                  <a:cubicBezTo>
                    <a:pt x="799" y="1994"/>
                    <a:pt x="793" y="2012"/>
                    <a:pt x="792" y="2035"/>
                  </a:cubicBezTo>
                  <a:cubicBezTo>
                    <a:pt x="788" y="2035"/>
                    <a:pt x="791" y="2042"/>
                    <a:pt x="788" y="2043"/>
                  </a:cubicBezTo>
                  <a:cubicBezTo>
                    <a:pt x="785" y="2046"/>
                    <a:pt x="784" y="2049"/>
                    <a:pt x="785" y="2055"/>
                  </a:cubicBezTo>
                  <a:cubicBezTo>
                    <a:pt x="781" y="2055"/>
                    <a:pt x="784" y="2062"/>
                    <a:pt x="781" y="2064"/>
                  </a:cubicBezTo>
                  <a:cubicBezTo>
                    <a:pt x="778" y="2066"/>
                    <a:pt x="778" y="2071"/>
                    <a:pt x="777" y="2075"/>
                  </a:cubicBezTo>
                  <a:cubicBezTo>
                    <a:pt x="767" y="2082"/>
                    <a:pt x="766" y="2096"/>
                    <a:pt x="755" y="2103"/>
                  </a:cubicBezTo>
                  <a:cubicBezTo>
                    <a:pt x="749" y="2125"/>
                    <a:pt x="737" y="2143"/>
                    <a:pt x="726" y="2160"/>
                  </a:cubicBezTo>
                  <a:cubicBezTo>
                    <a:pt x="738" y="2160"/>
                    <a:pt x="738" y="2160"/>
                    <a:pt x="738" y="2160"/>
                  </a:cubicBezTo>
                  <a:cubicBezTo>
                    <a:pt x="740" y="2157"/>
                    <a:pt x="741" y="2154"/>
                    <a:pt x="743" y="2152"/>
                  </a:cubicBezTo>
                  <a:cubicBezTo>
                    <a:pt x="746" y="2142"/>
                    <a:pt x="753" y="2137"/>
                    <a:pt x="755" y="2127"/>
                  </a:cubicBezTo>
                  <a:cubicBezTo>
                    <a:pt x="758" y="2124"/>
                    <a:pt x="758" y="2119"/>
                    <a:pt x="761" y="2115"/>
                  </a:cubicBezTo>
                  <a:cubicBezTo>
                    <a:pt x="764" y="2112"/>
                    <a:pt x="766" y="2108"/>
                    <a:pt x="766" y="2102"/>
                  </a:cubicBezTo>
                  <a:cubicBezTo>
                    <a:pt x="773" y="2100"/>
                    <a:pt x="773" y="2092"/>
                    <a:pt x="778" y="2088"/>
                  </a:cubicBezTo>
                  <a:cubicBezTo>
                    <a:pt x="783" y="2083"/>
                    <a:pt x="783" y="2075"/>
                    <a:pt x="788" y="2070"/>
                  </a:cubicBezTo>
                  <a:cubicBezTo>
                    <a:pt x="788" y="2062"/>
                    <a:pt x="792" y="2057"/>
                    <a:pt x="793" y="2050"/>
                  </a:cubicBezTo>
                  <a:cubicBezTo>
                    <a:pt x="798" y="2045"/>
                    <a:pt x="796" y="2034"/>
                    <a:pt x="800" y="2030"/>
                  </a:cubicBezTo>
                  <a:cubicBezTo>
                    <a:pt x="801" y="2017"/>
                    <a:pt x="801" y="2004"/>
                    <a:pt x="802" y="1992"/>
                  </a:cubicBezTo>
                  <a:cubicBezTo>
                    <a:pt x="802" y="1988"/>
                    <a:pt x="802" y="1984"/>
                    <a:pt x="801" y="1979"/>
                  </a:cubicBezTo>
                  <a:cubicBezTo>
                    <a:pt x="800" y="1975"/>
                    <a:pt x="803" y="1966"/>
                    <a:pt x="796" y="1969"/>
                  </a:cubicBezTo>
                  <a:close/>
                  <a:moveTo>
                    <a:pt x="632" y="2085"/>
                  </a:moveTo>
                  <a:cubicBezTo>
                    <a:pt x="639" y="2082"/>
                    <a:pt x="641" y="2073"/>
                    <a:pt x="648" y="2069"/>
                  </a:cubicBezTo>
                  <a:cubicBezTo>
                    <a:pt x="679" y="2024"/>
                    <a:pt x="680" y="2015"/>
                    <a:pt x="688" y="2011"/>
                  </a:cubicBezTo>
                  <a:cubicBezTo>
                    <a:pt x="698" y="1995"/>
                    <a:pt x="700" y="1994"/>
                    <a:pt x="702" y="1993"/>
                  </a:cubicBezTo>
                  <a:cubicBezTo>
                    <a:pt x="709" y="1979"/>
                    <a:pt x="711" y="1976"/>
                    <a:pt x="716" y="1974"/>
                  </a:cubicBezTo>
                  <a:cubicBezTo>
                    <a:pt x="740" y="1928"/>
                    <a:pt x="740" y="1923"/>
                    <a:pt x="745" y="1922"/>
                  </a:cubicBezTo>
                  <a:cubicBezTo>
                    <a:pt x="764" y="1882"/>
                    <a:pt x="767" y="1874"/>
                    <a:pt x="769" y="1866"/>
                  </a:cubicBezTo>
                  <a:cubicBezTo>
                    <a:pt x="779" y="1830"/>
                    <a:pt x="778" y="1830"/>
                    <a:pt x="779" y="1821"/>
                  </a:cubicBezTo>
                  <a:cubicBezTo>
                    <a:pt x="780" y="1813"/>
                    <a:pt x="775" y="1822"/>
                    <a:pt x="774" y="1835"/>
                  </a:cubicBezTo>
                  <a:cubicBezTo>
                    <a:pt x="762" y="1874"/>
                    <a:pt x="757" y="1877"/>
                    <a:pt x="755" y="1882"/>
                  </a:cubicBezTo>
                  <a:cubicBezTo>
                    <a:pt x="728" y="1935"/>
                    <a:pt x="723" y="1944"/>
                    <a:pt x="716" y="1952"/>
                  </a:cubicBezTo>
                  <a:cubicBezTo>
                    <a:pt x="707" y="1972"/>
                    <a:pt x="699" y="1973"/>
                    <a:pt x="699" y="1980"/>
                  </a:cubicBezTo>
                  <a:cubicBezTo>
                    <a:pt x="656" y="2040"/>
                    <a:pt x="650" y="2048"/>
                    <a:pt x="643" y="2056"/>
                  </a:cubicBezTo>
                  <a:cubicBezTo>
                    <a:pt x="618" y="2091"/>
                    <a:pt x="620" y="2096"/>
                    <a:pt x="617" y="2097"/>
                  </a:cubicBezTo>
                  <a:cubicBezTo>
                    <a:pt x="596" y="2127"/>
                    <a:pt x="594" y="2132"/>
                    <a:pt x="592" y="2138"/>
                  </a:cubicBezTo>
                  <a:cubicBezTo>
                    <a:pt x="581" y="2154"/>
                    <a:pt x="577" y="2156"/>
                    <a:pt x="576" y="2160"/>
                  </a:cubicBezTo>
                  <a:cubicBezTo>
                    <a:pt x="593" y="2151"/>
                    <a:pt x="595" y="2149"/>
                    <a:pt x="597" y="2147"/>
                  </a:cubicBezTo>
                  <a:close/>
                  <a:moveTo>
                    <a:pt x="527" y="2119"/>
                  </a:moveTo>
                  <a:cubicBezTo>
                    <a:pt x="538" y="2111"/>
                    <a:pt x="537" y="2093"/>
                    <a:pt x="549" y="2087"/>
                  </a:cubicBezTo>
                  <a:cubicBezTo>
                    <a:pt x="562" y="2065"/>
                    <a:pt x="564" y="2058"/>
                    <a:pt x="570" y="2054"/>
                  </a:cubicBezTo>
                  <a:cubicBezTo>
                    <a:pt x="604" y="2015"/>
                    <a:pt x="605" y="2012"/>
                    <a:pt x="607" y="2008"/>
                  </a:cubicBezTo>
                  <a:cubicBezTo>
                    <a:pt x="621" y="1986"/>
                    <a:pt x="628" y="1985"/>
                    <a:pt x="629" y="1978"/>
                  </a:cubicBezTo>
                  <a:cubicBezTo>
                    <a:pt x="654" y="1948"/>
                    <a:pt x="657" y="1943"/>
                    <a:pt x="661" y="1939"/>
                  </a:cubicBezTo>
                  <a:cubicBezTo>
                    <a:pt x="683" y="1906"/>
                    <a:pt x="689" y="1903"/>
                    <a:pt x="693" y="1899"/>
                  </a:cubicBezTo>
                  <a:cubicBezTo>
                    <a:pt x="715" y="1866"/>
                    <a:pt x="713" y="1857"/>
                    <a:pt x="720" y="1856"/>
                  </a:cubicBezTo>
                  <a:cubicBezTo>
                    <a:pt x="738" y="1819"/>
                    <a:pt x="740" y="1813"/>
                    <a:pt x="743" y="1808"/>
                  </a:cubicBezTo>
                  <a:cubicBezTo>
                    <a:pt x="755" y="1770"/>
                    <a:pt x="760" y="1770"/>
                    <a:pt x="758" y="1764"/>
                  </a:cubicBezTo>
                  <a:cubicBezTo>
                    <a:pt x="748" y="1776"/>
                    <a:pt x="751" y="1782"/>
                    <a:pt x="748" y="1784"/>
                  </a:cubicBezTo>
                  <a:cubicBezTo>
                    <a:pt x="719" y="1836"/>
                    <a:pt x="716" y="1850"/>
                    <a:pt x="708" y="1859"/>
                  </a:cubicBezTo>
                  <a:cubicBezTo>
                    <a:pt x="681" y="1895"/>
                    <a:pt x="679" y="1902"/>
                    <a:pt x="676" y="1907"/>
                  </a:cubicBezTo>
                  <a:cubicBezTo>
                    <a:pt x="632" y="1957"/>
                    <a:pt x="630" y="1965"/>
                    <a:pt x="626" y="1970"/>
                  </a:cubicBezTo>
                  <a:cubicBezTo>
                    <a:pt x="604" y="1994"/>
                    <a:pt x="607" y="2001"/>
                    <a:pt x="599" y="2000"/>
                  </a:cubicBezTo>
                  <a:cubicBezTo>
                    <a:pt x="579" y="2025"/>
                    <a:pt x="577" y="2028"/>
                    <a:pt x="575" y="2030"/>
                  </a:cubicBezTo>
                  <a:cubicBezTo>
                    <a:pt x="541" y="2084"/>
                    <a:pt x="535" y="2083"/>
                    <a:pt x="536" y="2087"/>
                  </a:cubicBezTo>
                  <a:cubicBezTo>
                    <a:pt x="519" y="2123"/>
                    <a:pt x="515" y="2128"/>
                    <a:pt x="513" y="2135"/>
                  </a:cubicBezTo>
                  <a:cubicBezTo>
                    <a:pt x="505" y="2148"/>
                    <a:pt x="504" y="2152"/>
                    <a:pt x="503" y="2149"/>
                  </a:cubicBezTo>
                  <a:cubicBezTo>
                    <a:pt x="523" y="2073"/>
                    <a:pt x="531" y="2066"/>
                    <a:pt x="536" y="2057"/>
                  </a:cubicBezTo>
                  <a:cubicBezTo>
                    <a:pt x="557" y="2023"/>
                    <a:pt x="558" y="2021"/>
                    <a:pt x="559" y="2018"/>
                  </a:cubicBezTo>
                  <a:cubicBezTo>
                    <a:pt x="576" y="1990"/>
                    <a:pt x="580" y="1991"/>
                    <a:pt x="581" y="1990"/>
                  </a:cubicBezTo>
                  <a:cubicBezTo>
                    <a:pt x="594" y="1973"/>
                    <a:pt x="598" y="1963"/>
                    <a:pt x="607" y="1958"/>
                  </a:cubicBezTo>
                  <a:cubicBezTo>
                    <a:pt x="639" y="1919"/>
                    <a:pt x="644" y="1916"/>
                    <a:pt x="646" y="1911"/>
                  </a:cubicBezTo>
                  <a:cubicBezTo>
                    <a:pt x="671" y="1879"/>
                    <a:pt x="677" y="1871"/>
                    <a:pt x="684" y="1863"/>
                  </a:cubicBezTo>
                  <a:cubicBezTo>
                    <a:pt x="710" y="1821"/>
                    <a:pt x="711" y="1819"/>
                    <a:pt x="711" y="1815"/>
                  </a:cubicBezTo>
                  <a:cubicBezTo>
                    <a:pt x="721" y="1793"/>
                    <a:pt x="726" y="1787"/>
                    <a:pt x="728" y="1779"/>
                  </a:cubicBezTo>
                  <a:cubicBezTo>
                    <a:pt x="737" y="1759"/>
                    <a:pt x="740" y="1755"/>
                    <a:pt x="739" y="1748"/>
                  </a:cubicBezTo>
                  <a:cubicBezTo>
                    <a:pt x="749" y="1711"/>
                    <a:pt x="758" y="1704"/>
                    <a:pt x="751" y="1701"/>
                  </a:cubicBezTo>
                  <a:cubicBezTo>
                    <a:pt x="741" y="1737"/>
                    <a:pt x="739" y="1741"/>
                    <a:pt x="737" y="1743"/>
                  </a:cubicBezTo>
                  <a:cubicBezTo>
                    <a:pt x="723" y="1777"/>
                    <a:pt x="722" y="1781"/>
                    <a:pt x="720" y="1784"/>
                  </a:cubicBezTo>
                  <a:cubicBezTo>
                    <a:pt x="699" y="1812"/>
                    <a:pt x="704" y="1820"/>
                    <a:pt x="701" y="1822"/>
                  </a:cubicBezTo>
                  <a:cubicBezTo>
                    <a:pt x="683" y="1840"/>
                    <a:pt x="688" y="1849"/>
                    <a:pt x="681" y="1848"/>
                  </a:cubicBezTo>
                  <a:cubicBezTo>
                    <a:pt x="648" y="1893"/>
                    <a:pt x="646" y="1895"/>
                    <a:pt x="645" y="1898"/>
                  </a:cubicBezTo>
                  <a:cubicBezTo>
                    <a:pt x="620" y="1924"/>
                    <a:pt x="623" y="1930"/>
                    <a:pt x="619" y="1931"/>
                  </a:cubicBezTo>
                  <a:cubicBezTo>
                    <a:pt x="602" y="1950"/>
                    <a:pt x="597" y="1950"/>
                    <a:pt x="596" y="1954"/>
                  </a:cubicBezTo>
                  <a:cubicBezTo>
                    <a:pt x="576" y="1984"/>
                    <a:pt x="571" y="1984"/>
                    <a:pt x="568" y="1987"/>
                  </a:cubicBezTo>
                  <a:cubicBezTo>
                    <a:pt x="551" y="2020"/>
                    <a:pt x="544" y="2020"/>
                    <a:pt x="542" y="2024"/>
                  </a:cubicBezTo>
                  <a:cubicBezTo>
                    <a:pt x="532" y="2053"/>
                    <a:pt x="525" y="2052"/>
                    <a:pt x="525" y="2058"/>
                  </a:cubicBezTo>
                  <a:cubicBezTo>
                    <a:pt x="510" y="2092"/>
                    <a:pt x="506" y="2097"/>
                    <a:pt x="504" y="2103"/>
                  </a:cubicBezTo>
                  <a:cubicBezTo>
                    <a:pt x="494" y="2126"/>
                    <a:pt x="492" y="2119"/>
                    <a:pt x="495" y="2106"/>
                  </a:cubicBezTo>
                  <a:cubicBezTo>
                    <a:pt x="521" y="2035"/>
                    <a:pt x="521" y="2029"/>
                    <a:pt x="522" y="2023"/>
                  </a:cubicBezTo>
                  <a:cubicBezTo>
                    <a:pt x="542" y="1984"/>
                    <a:pt x="551" y="1988"/>
                    <a:pt x="548" y="1980"/>
                  </a:cubicBezTo>
                  <a:cubicBezTo>
                    <a:pt x="561" y="1958"/>
                    <a:pt x="565" y="1956"/>
                    <a:pt x="568" y="1954"/>
                  </a:cubicBezTo>
                  <a:cubicBezTo>
                    <a:pt x="588" y="1927"/>
                    <a:pt x="588" y="1924"/>
                    <a:pt x="590" y="1924"/>
                  </a:cubicBezTo>
                  <a:cubicBezTo>
                    <a:pt x="605" y="1911"/>
                    <a:pt x="601" y="1902"/>
                    <a:pt x="608" y="1903"/>
                  </a:cubicBezTo>
                  <a:cubicBezTo>
                    <a:pt x="626" y="1880"/>
                    <a:pt x="629" y="1872"/>
                    <a:pt x="634" y="1866"/>
                  </a:cubicBezTo>
                  <a:cubicBezTo>
                    <a:pt x="650" y="1842"/>
                    <a:pt x="654" y="1836"/>
                    <a:pt x="657" y="1830"/>
                  </a:cubicBezTo>
                  <a:cubicBezTo>
                    <a:pt x="680" y="1801"/>
                    <a:pt x="677" y="1794"/>
                    <a:pt x="681" y="1793"/>
                  </a:cubicBezTo>
                  <a:cubicBezTo>
                    <a:pt x="694" y="1771"/>
                    <a:pt x="693" y="1766"/>
                    <a:pt x="694" y="1762"/>
                  </a:cubicBezTo>
                  <a:cubicBezTo>
                    <a:pt x="707" y="1740"/>
                    <a:pt x="703" y="1731"/>
                    <a:pt x="707" y="1730"/>
                  </a:cubicBezTo>
                  <a:cubicBezTo>
                    <a:pt x="706" y="1726"/>
                    <a:pt x="697" y="1741"/>
                    <a:pt x="692" y="1760"/>
                  </a:cubicBezTo>
                  <a:cubicBezTo>
                    <a:pt x="678" y="1785"/>
                    <a:pt x="677" y="1787"/>
                    <a:pt x="676" y="1789"/>
                  </a:cubicBezTo>
                  <a:cubicBezTo>
                    <a:pt x="658" y="1813"/>
                    <a:pt x="654" y="1821"/>
                    <a:pt x="651" y="1830"/>
                  </a:cubicBezTo>
                  <a:cubicBezTo>
                    <a:pt x="598" y="1896"/>
                    <a:pt x="599" y="1902"/>
                    <a:pt x="595" y="1904"/>
                  </a:cubicBezTo>
                  <a:cubicBezTo>
                    <a:pt x="576" y="1926"/>
                    <a:pt x="576" y="1928"/>
                    <a:pt x="575" y="1930"/>
                  </a:cubicBezTo>
                  <a:cubicBezTo>
                    <a:pt x="534" y="1988"/>
                    <a:pt x="529" y="1994"/>
                    <a:pt x="525" y="2003"/>
                  </a:cubicBezTo>
                  <a:cubicBezTo>
                    <a:pt x="505" y="2043"/>
                    <a:pt x="504" y="2047"/>
                    <a:pt x="500" y="2051"/>
                  </a:cubicBezTo>
                  <a:cubicBezTo>
                    <a:pt x="491" y="2091"/>
                    <a:pt x="484" y="2096"/>
                    <a:pt x="485" y="2109"/>
                  </a:cubicBezTo>
                  <a:cubicBezTo>
                    <a:pt x="473" y="2124"/>
                    <a:pt x="472" y="2121"/>
                    <a:pt x="475" y="2120"/>
                  </a:cubicBezTo>
                  <a:cubicBezTo>
                    <a:pt x="477" y="2079"/>
                    <a:pt x="483" y="2074"/>
                    <a:pt x="484" y="2065"/>
                  </a:cubicBezTo>
                  <a:cubicBezTo>
                    <a:pt x="500" y="2022"/>
                    <a:pt x="497" y="2015"/>
                    <a:pt x="500" y="2014"/>
                  </a:cubicBezTo>
                  <a:cubicBezTo>
                    <a:pt x="524" y="1961"/>
                    <a:pt x="529" y="1957"/>
                    <a:pt x="528" y="1948"/>
                  </a:cubicBezTo>
                  <a:cubicBezTo>
                    <a:pt x="549" y="1923"/>
                    <a:pt x="542" y="1913"/>
                    <a:pt x="550" y="1916"/>
                  </a:cubicBezTo>
                  <a:cubicBezTo>
                    <a:pt x="566" y="1887"/>
                    <a:pt x="568" y="1885"/>
                    <a:pt x="569" y="1882"/>
                  </a:cubicBezTo>
                  <a:cubicBezTo>
                    <a:pt x="586" y="1853"/>
                    <a:pt x="587" y="1849"/>
                    <a:pt x="593" y="1850"/>
                  </a:cubicBezTo>
                  <a:cubicBezTo>
                    <a:pt x="633" y="1789"/>
                    <a:pt x="642" y="1779"/>
                    <a:pt x="649" y="1767"/>
                  </a:cubicBezTo>
                  <a:cubicBezTo>
                    <a:pt x="673" y="1728"/>
                    <a:pt x="682" y="1727"/>
                    <a:pt x="682" y="1719"/>
                  </a:cubicBezTo>
                  <a:cubicBezTo>
                    <a:pt x="703" y="1677"/>
                    <a:pt x="709" y="1673"/>
                    <a:pt x="709" y="1664"/>
                  </a:cubicBezTo>
                  <a:cubicBezTo>
                    <a:pt x="719" y="1643"/>
                    <a:pt x="716" y="1636"/>
                    <a:pt x="720" y="1635"/>
                  </a:cubicBezTo>
                  <a:cubicBezTo>
                    <a:pt x="713" y="1646"/>
                    <a:pt x="708" y="1649"/>
                    <a:pt x="709" y="1658"/>
                  </a:cubicBezTo>
                  <a:cubicBezTo>
                    <a:pt x="687" y="1698"/>
                    <a:pt x="683" y="1709"/>
                    <a:pt x="676" y="1717"/>
                  </a:cubicBezTo>
                  <a:cubicBezTo>
                    <a:pt x="652" y="1756"/>
                    <a:pt x="643" y="1762"/>
                    <a:pt x="638" y="1772"/>
                  </a:cubicBezTo>
                  <a:cubicBezTo>
                    <a:pt x="611" y="1808"/>
                    <a:pt x="605" y="1817"/>
                    <a:pt x="598" y="1825"/>
                  </a:cubicBezTo>
                  <a:cubicBezTo>
                    <a:pt x="570" y="1869"/>
                    <a:pt x="568" y="1871"/>
                    <a:pt x="564" y="1871"/>
                  </a:cubicBezTo>
                  <a:cubicBezTo>
                    <a:pt x="535" y="1917"/>
                    <a:pt x="533" y="1930"/>
                    <a:pt x="525" y="1937"/>
                  </a:cubicBezTo>
                  <a:cubicBezTo>
                    <a:pt x="502" y="1990"/>
                    <a:pt x="498" y="1994"/>
                    <a:pt x="494" y="1999"/>
                  </a:cubicBezTo>
                  <a:cubicBezTo>
                    <a:pt x="487" y="2028"/>
                    <a:pt x="482" y="2028"/>
                    <a:pt x="484" y="2034"/>
                  </a:cubicBezTo>
                  <a:cubicBezTo>
                    <a:pt x="469" y="2074"/>
                    <a:pt x="471" y="2083"/>
                    <a:pt x="468" y="2088"/>
                  </a:cubicBezTo>
                  <a:cubicBezTo>
                    <a:pt x="459" y="2089"/>
                    <a:pt x="460" y="2087"/>
                    <a:pt x="461" y="2086"/>
                  </a:cubicBezTo>
                  <a:cubicBezTo>
                    <a:pt x="469" y="2046"/>
                    <a:pt x="469" y="2035"/>
                    <a:pt x="470" y="2024"/>
                  </a:cubicBezTo>
                  <a:cubicBezTo>
                    <a:pt x="493" y="1973"/>
                    <a:pt x="496" y="1965"/>
                    <a:pt x="500" y="1959"/>
                  </a:cubicBezTo>
                  <a:cubicBezTo>
                    <a:pt x="538" y="1889"/>
                    <a:pt x="543" y="1883"/>
                    <a:pt x="547" y="1877"/>
                  </a:cubicBezTo>
                  <a:cubicBezTo>
                    <a:pt x="578" y="1836"/>
                    <a:pt x="584" y="1829"/>
                    <a:pt x="589" y="1821"/>
                  </a:cubicBezTo>
                  <a:cubicBezTo>
                    <a:pt x="607" y="1794"/>
                    <a:pt x="612" y="1792"/>
                    <a:pt x="615" y="1789"/>
                  </a:cubicBezTo>
                  <a:cubicBezTo>
                    <a:pt x="633" y="1760"/>
                    <a:pt x="634" y="1755"/>
                    <a:pt x="639" y="1752"/>
                  </a:cubicBezTo>
                  <a:cubicBezTo>
                    <a:pt x="679" y="1687"/>
                    <a:pt x="686" y="1688"/>
                    <a:pt x="684" y="1679"/>
                  </a:cubicBezTo>
                  <a:cubicBezTo>
                    <a:pt x="684" y="1668"/>
                    <a:pt x="684" y="1676"/>
                    <a:pt x="680" y="1680"/>
                  </a:cubicBezTo>
                  <a:cubicBezTo>
                    <a:pt x="637" y="1744"/>
                    <a:pt x="628" y="1750"/>
                    <a:pt x="624" y="1762"/>
                  </a:cubicBezTo>
                  <a:cubicBezTo>
                    <a:pt x="611" y="1778"/>
                    <a:pt x="610" y="1785"/>
                    <a:pt x="604" y="1788"/>
                  </a:cubicBezTo>
                  <a:cubicBezTo>
                    <a:pt x="583" y="1819"/>
                    <a:pt x="577" y="1821"/>
                    <a:pt x="576" y="1827"/>
                  </a:cubicBezTo>
                  <a:cubicBezTo>
                    <a:pt x="555" y="1861"/>
                    <a:pt x="545" y="1860"/>
                    <a:pt x="546" y="1868"/>
                  </a:cubicBezTo>
                  <a:cubicBezTo>
                    <a:pt x="519" y="1903"/>
                    <a:pt x="516" y="1912"/>
                    <a:pt x="508" y="1917"/>
                  </a:cubicBezTo>
                  <a:cubicBezTo>
                    <a:pt x="499" y="1947"/>
                    <a:pt x="488" y="1948"/>
                    <a:pt x="490" y="1960"/>
                  </a:cubicBezTo>
                  <a:cubicBezTo>
                    <a:pt x="476" y="1985"/>
                    <a:pt x="473" y="1985"/>
                    <a:pt x="474" y="1989"/>
                  </a:cubicBezTo>
                  <a:cubicBezTo>
                    <a:pt x="461" y="2021"/>
                    <a:pt x="461" y="2026"/>
                    <a:pt x="462" y="2031"/>
                  </a:cubicBezTo>
                  <a:cubicBezTo>
                    <a:pt x="445" y="2054"/>
                    <a:pt x="454" y="2048"/>
                    <a:pt x="450" y="2043"/>
                  </a:cubicBezTo>
                  <a:cubicBezTo>
                    <a:pt x="467" y="1957"/>
                    <a:pt x="468" y="1948"/>
                    <a:pt x="471" y="1939"/>
                  </a:cubicBezTo>
                  <a:cubicBezTo>
                    <a:pt x="485" y="1912"/>
                    <a:pt x="483" y="1904"/>
                    <a:pt x="485" y="1901"/>
                  </a:cubicBezTo>
                  <a:cubicBezTo>
                    <a:pt x="500" y="1872"/>
                    <a:pt x="501" y="1868"/>
                    <a:pt x="505" y="1865"/>
                  </a:cubicBezTo>
                  <a:cubicBezTo>
                    <a:pt x="521" y="1833"/>
                    <a:pt x="523" y="1832"/>
                    <a:pt x="524" y="1830"/>
                  </a:cubicBezTo>
                  <a:cubicBezTo>
                    <a:pt x="533" y="1814"/>
                    <a:pt x="536" y="1812"/>
                    <a:pt x="538" y="1808"/>
                  </a:cubicBezTo>
                  <a:cubicBezTo>
                    <a:pt x="569" y="1770"/>
                    <a:pt x="574" y="1764"/>
                    <a:pt x="580" y="1759"/>
                  </a:cubicBezTo>
                  <a:cubicBezTo>
                    <a:pt x="610" y="1726"/>
                    <a:pt x="622" y="1714"/>
                    <a:pt x="635" y="1702"/>
                  </a:cubicBezTo>
                  <a:cubicBezTo>
                    <a:pt x="667" y="1672"/>
                    <a:pt x="666" y="1666"/>
                    <a:pt x="672" y="1665"/>
                  </a:cubicBezTo>
                  <a:cubicBezTo>
                    <a:pt x="690" y="1640"/>
                    <a:pt x="693" y="1637"/>
                    <a:pt x="694" y="1633"/>
                  </a:cubicBezTo>
                  <a:cubicBezTo>
                    <a:pt x="695" y="1626"/>
                    <a:pt x="692" y="1630"/>
                    <a:pt x="687" y="1633"/>
                  </a:cubicBezTo>
                  <a:cubicBezTo>
                    <a:pt x="675" y="1652"/>
                    <a:pt x="672" y="1656"/>
                    <a:pt x="667" y="1659"/>
                  </a:cubicBezTo>
                  <a:cubicBezTo>
                    <a:pt x="626" y="1703"/>
                    <a:pt x="616" y="1710"/>
                    <a:pt x="608" y="1717"/>
                  </a:cubicBezTo>
                  <a:cubicBezTo>
                    <a:pt x="558" y="1774"/>
                    <a:pt x="548" y="1780"/>
                    <a:pt x="543" y="1790"/>
                  </a:cubicBezTo>
                  <a:cubicBezTo>
                    <a:pt x="527" y="1806"/>
                    <a:pt x="528" y="1814"/>
                    <a:pt x="521" y="1815"/>
                  </a:cubicBezTo>
                  <a:cubicBezTo>
                    <a:pt x="490" y="1870"/>
                    <a:pt x="490" y="1881"/>
                    <a:pt x="482" y="1886"/>
                  </a:cubicBezTo>
                  <a:cubicBezTo>
                    <a:pt x="465" y="1932"/>
                    <a:pt x="457" y="1948"/>
                    <a:pt x="453" y="1969"/>
                  </a:cubicBezTo>
                  <a:cubicBezTo>
                    <a:pt x="445" y="2003"/>
                    <a:pt x="442" y="2006"/>
                    <a:pt x="443" y="2013"/>
                  </a:cubicBezTo>
                  <a:cubicBezTo>
                    <a:pt x="442" y="1979"/>
                    <a:pt x="442" y="1977"/>
                    <a:pt x="444" y="1969"/>
                  </a:cubicBezTo>
                  <a:cubicBezTo>
                    <a:pt x="457" y="1930"/>
                    <a:pt x="460" y="1925"/>
                    <a:pt x="460" y="1918"/>
                  </a:cubicBezTo>
                  <a:cubicBezTo>
                    <a:pt x="468" y="1898"/>
                    <a:pt x="469" y="1895"/>
                    <a:pt x="472" y="1893"/>
                  </a:cubicBezTo>
                  <a:cubicBezTo>
                    <a:pt x="482" y="1864"/>
                    <a:pt x="486" y="1864"/>
                    <a:pt x="487" y="1861"/>
                  </a:cubicBezTo>
                  <a:cubicBezTo>
                    <a:pt x="513" y="1822"/>
                    <a:pt x="515" y="1819"/>
                    <a:pt x="514" y="1816"/>
                  </a:cubicBezTo>
                  <a:cubicBezTo>
                    <a:pt x="538" y="1785"/>
                    <a:pt x="543" y="1775"/>
                    <a:pt x="550" y="1765"/>
                  </a:cubicBezTo>
                  <a:cubicBezTo>
                    <a:pt x="563" y="1754"/>
                    <a:pt x="564" y="1748"/>
                    <a:pt x="569" y="1746"/>
                  </a:cubicBezTo>
                  <a:cubicBezTo>
                    <a:pt x="626" y="1679"/>
                    <a:pt x="635" y="1675"/>
                    <a:pt x="639" y="1667"/>
                  </a:cubicBezTo>
                  <a:cubicBezTo>
                    <a:pt x="652" y="1656"/>
                    <a:pt x="653" y="1650"/>
                    <a:pt x="658" y="1648"/>
                  </a:cubicBezTo>
                  <a:cubicBezTo>
                    <a:pt x="685" y="1613"/>
                    <a:pt x="690" y="1611"/>
                    <a:pt x="690" y="1605"/>
                  </a:cubicBezTo>
                  <a:cubicBezTo>
                    <a:pt x="666" y="1629"/>
                    <a:pt x="663" y="1633"/>
                    <a:pt x="661" y="1637"/>
                  </a:cubicBezTo>
                  <a:cubicBezTo>
                    <a:pt x="645" y="1655"/>
                    <a:pt x="642" y="1656"/>
                    <a:pt x="641" y="1658"/>
                  </a:cubicBezTo>
                  <a:cubicBezTo>
                    <a:pt x="623" y="1675"/>
                    <a:pt x="621" y="1677"/>
                    <a:pt x="621" y="1679"/>
                  </a:cubicBezTo>
                  <a:cubicBezTo>
                    <a:pt x="555" y="1747"/>
                    <a:pt x="542" y="1762"/>
                    <a:pt x="529" y="1778"/>
                  </a:cubicBezTo>
                  <a:cubicBezTo>
                    <a:pt x="480" y="1857"/>
                    <a:pt x="477" y="1861"/>
                    <a:pt x="474" y="1865"/>
                  </a:cubicBezTo>
                  <a:cubicBezTo>
                    <a:pt x="457" y="1892"/>
                    <a:pt x="460" y="1898"/>
                    <a:pt x="457" y="1899"/>
                  </a:cubicBezTo>
                  <a:cubicBezTo>
                    <a:pt x="448" y="1926"/>
                    <a:pt x="447" y="1932"/>
                    <a:pt x="444" y="1937"/>
                  </a:cubicBezTo>
                  <a:cubicBezTo>
                    <a:pt x="430" y="1990"/>
                    <a:pt x="434" y="2000"/>
                    <a:pt x="427" y="2001"/>
                  </a:cubicBezTo>
                  <a:cubicBezTo>
                    <a:pt x="428" y="1976"/>
                    <a:pt x="425" y="1969"/>
                    <a:pt x="429" y="1968"/>
                  </a:cubicBezTo>
                  <a:cubicBezTo>
                    <a:pt x="454" y="1873"/>
                    <a:pt x="457" y="1867"/>
                    <a:pt x="458" y="1859"/>
                  </a:cubicBezTo>
                  <a:cubicBezTo>
                    <a:pt x="503" y="1788"/>
                    <a:pt x="500" y="1781"/>
                    <a:pt x="503" y="1779"/>
                  </a:cubicBezTo>
                  <a:cubicBezTo>
                    <a:pt x="526" y="1748"/>
                    <a:pt x="531" y="1743"/>
                    <a:pt x="535" y="1738"/>
                  </a:cubicBezTo>
                  <a:cubicBezTo>
                    <a:pt x="560" y="1712"/>
                    <a:pt x="572" y="1703"/>
                    <a:pt x="580" y="1691"/>
                  </a:cubicBezTo>
                  <a:cubicBezTo>
                    <a:pt x="620" y="1659"/>
                    <a:pt x="620" y="1650"/>
                    <a:pt x="629" y="1648"/>
                  </a:cubicBezTo>
                  <a:cubicBezTo>
                    <a:pt x="643" y="1640"/>
                    <a:pt x="632" y="1634"/>
                    <a:pt x="633" y="1639"/>
                  </a:cubicBezTo>
                  <a:cubicBezTo>
                    <a:pt x="606" y="1659"/>
                    <a:pt x="608" y="1664"/>
                    <a:pt x="602" y="1663"/>
                  </a:cubicBezTo>
                  <a:cubicBezTo>
                    <a:pt x="571" y="1694"/>
                    <a:pt x="560" y="1701"/>
                    <a:pt x="553" y="1713"/>
                  </a:cubicBezTo>
                  <a:cubicBezTo>
                    <a:pt x="520" y="1748"/>
                    <a:pt x="511" y="1751"/>
                    <a:pt x="511" y="1761"/>
                  </a:cubicBezTo>
                  <a:cubicBezTo>
                    <a:pt x="490" y="1789"/>
                    <a:pt x="484" y="1795"/>
                    <a:pt x="481" y="1803"/>
                  </a:cubicBezTo>
                  <a:cubicBezTo>
                    <a:pt x="463" y="1829"/>
                    <a:pt x="463" y="1836"/>
                    <a:pt x="462" y="1841"/>
                  </a:cubicBezTo>
                  <a:cubicBezTo>
                    <a:pt x="437" y="1903"/>
                    <a:pt x="428" y="1911"/>
                    <a:pt x="428" y="1927"/>
                  </a:cubicBezTo>
                  <a:cubicBezTo>
                    <a:pt x="420" y="1948"/>
                    <a:pt x="418" y="1950"/>
                    <a:pt x="417" y="1954"/>
                  </a:cubicBezTo>
                  <a:cubicBezTo>
                    <a:pt x="420" y="1914"/>
                    <a:pt x="417" y="1907"/>
                    <a:pt x="420" y="1905"/>
                  </a:cubicBezTo>
                  <a:cubicBezTo>
                    <a:pt x="435" y="1847"/>
                    <a:pt x="437" y="1844"/>
                    <a:pt x="437" y="1841"/>
                  </a:cubicBezTo>
                  <a:cubicBezTo>
                    <a:pt x="456" y="1795"/>
                    <a:pt x="464" y="1784"/>
                    <a:pt x="470" y="1771"/>
                  </a:cubicBezTo>
                  <a:cubicBezTo>
                    <a:pt x="506" y="1721"/>
                    <a:pt x="509" y="1717"/>
                    <a:pt x="512" y="1713"/>
                  </a:cubicBezTo>
                  <a:cubicBezTo>
                    <a:pt x="521" y="1701"/>
                    <a:pt x="525" y="1702"/>
                    <a:pt x="526" y="1701"/>
                  </a:cubicBezTo>
                  <a:cubicBezTo>
                    <a:pt x="544" y="1677"/>
                    <a:pt x="559" y="1664"/>
                    <a:pt x="570" y="1648"/>
                  </a:cubicBezTo>
                  <a:cubicBezTo>
                    <a:pt x="607" y="1598"/>
                    <a:pt x="604" y="1589"/>
                    <a:pt x="610" y="1588"/>
                  </a:cubicBezTo>
                  <a:cubicBezTo>
                    <a:pt x="621" y="1556"/>
                    <a:pt x="624" y="1555"/>
                    <a:pt x="622" y="1550"/>
                  </a:cubicBezTo>
                  <a:cubicBezTo>
                    <a:pt x="610" y="1569"/>
                    <a:pt x="610" y="1577"/>
                    <a:pt x="605" y="1582"/>
                  </a:cubicBezTo>
                  <a:cubicBezTo>
                    <a:pt x="557" y="1650"/>
                    <a:pt x="554" y="1661"/>
                    <a:pt x="543" y="1665"/>
                  </a:cubicBezTo>
                  <a:cubicBezTo>
                    <a:pt x="512" y="1703"/>
                    <a:pt x="509" y="1704"/>
                    <a:pt x="509" y="1707"/>
                  </a:cubicBezTo>
                  <a:cubicBezTo>
                    <a:pt x="478" y="1744"/>
                    <a:pt x="469" y="1750"/>
                    <a:pt x="467" y="1762"/>
                  </a:cubicBezTo>
                  <a:cubicBezTo>
                    <a:pt x="443" y="1797"/>
                    <a:pt x="439" y="1807"/>
                    <a:pt x="438" y="1821"/>
                  </a:cubicBezTo>
                  <a:cubicBezTo>
                    <a:pt x="429" y="1846"/>
                    <a:pt x="423" y="1846"/>
                    <a:pt x="423" y="1851"/>
                  </a:cubicBezTo>
                  <a:cubicBezTo>
                    <a:pt x="408" y="1895"/>
                    <a:pt x="412" y="1908"/>
                    <a:pt x="405" y="1913"/>
                  </a:cubicBezTo>
                  <a:cubicBezTo>
                    <a:pt x="407" y="1876"/>
                    <a:pt x="415" y="1878"/>
                    <a:pt x="413" y="1871"/>
                  </a:cubicBezTo>
                  <a:cubicBezTo>
                    <a:pt x="418" y="1857"/>
                    <a:pt x="415" y="1850"/>
                    <a:pt x="418" y="1847"/>
                  </a:cubicBezTo>
                  <a:cubicBezTo>
                    <a:pt x="437" y="1792"/>
                    <a:pt x="440" y="1790"/>
                    <a:pt x="440" y="1788"/>
                  </a:cubicBezTo>
                  <a:cubicBezTo>
                    <a:pt x="448" y="1768"/>
                    <a:pt x="451" y="1760"/>
                    <a:pt x="455" y="1752"/>
                  </a:cubicBezTo>
                  <a:cubicBezTo>
                    <a:pt x="476" y="1717"/>
                    <a:pt x="475" y="1712"/>
                    <a:pt x="478" y="1709"/>
                  </a:cubicBezTo>
                  <a:cubicBezTo>
                    <a:pt x="495" y="1687"/>
                    <a:pt x="495" y="1681"/>
                    <a:pt x="498" y="1679"/>
                  </a:cubicBezTo>
                  <a:cubicBezTo>
                    <a:pt x="521" y="1647"/>
                    <a:pt x="524" y="1644"/>
                    <a:pt x="526" y="1640"/>
                  </a:cubicBezTo>
                  <a:cubicBezTo>
                    <a:pt x="551" y="1609"/>
                    <a:pt x="550" y="1603"/>
                    <a:pt x="554" y="1601"/>
                  </a:cubicBezTo>
                  <a:cubicBezTo>
                    <a:pt x="570" y="1563"/>
                    <a:pt x="576" y="1562"/>
                    <a:pt x="575" y="1556"/>
                  </a:cubicBezTo>
                  <a:cubicBezTo>
                    <a:pt x="581" y="1513"/>
                    <a:pt x="584" y="1508"/>
                    <a:pt x="584" y="1500"/>
                  </a:cubicBezTo>
                  <a:cubicBezTo>
                    <a:pt x="573" y="1529"/>
                    <a:pt x="577" y="1544"/>
                    <a:pt x="570" y="1550"/>
                  </a:cubicBezTo>
                  <a:cubicBezTo>
                    <a:pt x="548" y="1600"/>
                    <a:pt x="544" y="1602"/>
                    <a:pt x="541" y="1604"/>
                  </a:cubicBezTo>
                  <a:cubicBezTo>
                    <a:pt x="510" y="1653"/>
                    <a:pt x="506" y="1655"/>
                    <a:pt x="503" y="1657"/>
                  </a:cubicBezTo>
                  <a:cubicBezTo>
                    <a:pt x="481" y="1690"/>
                    <a:pt x="477" y="1696"/>
                    <a:pt x="474" y="1703"/>
                  </a:cubicBezTo>
                  <a:cubicBezTo>
                    <a:pt x="464" y="1717"/>
                    <a:pt x="463" y="1720"/>
                    <a:pt x="462" y="1717"/>
                  </a:cubicBezTo>
                  <a:cubicBezTo>
                    <a:pt x="474" y="1695"/>
                    <a:pt x="475" y="1693"/>
                    <a:pt x="475" y="1690"/>
                  </a:cubicBezTo>
                  <a:cubicBezTo>
                    <a:pt x="494" y="1659"/>
                    <a:pt x="495" y="1654"/>
                    <a:pt x="496" y="1649"/>
                  </a:cubicBezTo>
                  <a:cubicBezTo>
                    <a:pt x="525" y="1599"/>
                    <a:pt x="529" y="1590"/>
                    <a:pt x="533" y="1581"/>
                  </a:cubicBezTo>
                  <a:cubicBezTo>
                    <a:pt x="553" y="1505"/>
                    <a:pt x="553" y="1491"/>
                    <a:pt x="554" y="1479"/>
                  </a:cubicBezTo>
                  <a:cubicBezTo>
                    <a:pt x="544" y="1432"/>
                    <a:pt x="549" y="1437"/>
                    <a:pt x="547" y="1446"/>
                  </a:cubicBezTo>
                  <a:cubicBezTo>
                    <a:pt x="542" y="1527"/>
                    <a:pt x="542" y="1535"/>
                    <a:pt x="541" y="1543"/>
                  </a:cubicBezTo>
                  <a:cubicBezTo>
                    <a:pt x="526" y="1573"/>
                    <a:pt x="529" y="1580"/>
                    <a:pt x="524" y="1581"/>
                  </a:cubicBezTo>
                  <a:cubicBezTo>
                    <a:pt x="508" y="1611"/>
                    <a:pt x="503" y="1625"/>
                    <a:pt x="495" y="1636"/>
                  </a:cubicBezTo>
                  <a:cubicBezTo>
                    <a:pt x="475" y="1680"/>
                    <a:pt x="471" y="1684"/>
                    <a:pt x="466" y="1688"/>
                  </a:cubicBezTo>
                  <a:cubicBezTo>
                    <a:pt x="444" y="1731"/>
                    <a:pt x="441" y="1737"/>
                    <a:pt x="437" y="1743"/>
                  </a:cubicBezTo>
                  <a:cubicBezTo>
                    <a:pt x="416" y="1794"/>
                    <a:pt x="410" y="1794"/>
                    <a:pt x="413" y="1801"/>
                  </a:cubicBezTo>
                  <a:cubicBezTo>
                    <a:pt x="394" y="1860"/>
                    <a:pt x="396" y="1864"/>
                    <a:pt x="396" y="1868"/>
                  </a:cubicBezTo>
                  <a:cubicBezTo>
                    <a:pt x="390" y="1891"/>
                    <a:pt x="394" y="1899"/>
                    <a:pt x="389" y="1899"/>
                  </a:cubicBezTo>
                  <a:cubicBezTo>
                    <a:pt x="391" y="1841"/>
                    <a:pt x="392" y="1826"/>
                    <a:pt x="394" y="1811"/>
                  </a:cubicBezTo>
                  <a:cubicBezTo>
                    <a:pt x="401" y="1785"/>
                    <a:pt x="405" y="1780"/>
                    <a:pt x="404" y="1771"/>
                  </a:cubicBezTo>
                  <a:cubicBezTo>
                    <a:pt x="430" y="1712"/>
                    <a:pt x="435" y="1708"/>
                    <a:pt x="434" y="1699"/>
                  </a:cubicBezTo>
                  <a:cubicBezTo>
                    <a:pt x="451" y="1672"/>
                    <a:pt x="455" y="1665"/>
                    <a:pt x="457" y="1656"/>
                  </a:cubicBezTo>
                  <a:cubicBezTo>
                    <a:pt x="481" y="1622"/>
                    <a:pt x="480" y="1616"/>
                    <a:pt x="480" y="1611"/>
                  </a:cubicBezTo>
                  <a:cubicBezTo>
                    <a:pt x="505" y="1561"/>
                    <a:pt x="502" y="1553"/>
                    <a:pt x="507" y="1552"/>
                  </a:cubicBezTo>
                  <a:cubicBezTo>
                    <a:pt x="519" y="1524"/>
                    <a:pt x="515" y="1515"/>
                    <a:pt x="519" y="1514"/>
                  </a:cubicBezTo>
                  <a:cubicBezTo>
                    <a:pt x="520" y="1449"/>
                    <a:pt x="515" y="1450"/>
                    <a:pt x="517" y="1444"/>
                  </a:cubicBezTo>
                  <a:cubicBezTo>
                    <a:pt x="509" y="1516"/>
                    <a:pt x="509" y="1523"/>
                    <a:pt x="505" y="1526"/>
                  </a:cubicBezTo>
                  <a:cubicBezTo>
                    <a:pt x="494" y="1564"/>
                    <a:pt x="491" y="1568"/>
                    <a:pt x="489" y="1573"/>
                  </a:cubicBezTo>
                  <a:cubicBezTo>
                    <a:pt x="479" y="1592"/>
                    <a:pt x="483" y="1602"/>
                    <a:pt x="475" y="1602"/>
                  </a:cubicBezTo>
                  <a:cubicBezTo>
                    <a:pt x="443" y="1672"/>
                    <a:pt x="434" y="1679"/>
                    <a:pt x="431" y="1690"/>
                  </a:cubicBezTo>
                  <a:cubicBezTo>
                    <a:pt x="406" y="1738"/>
                    <a:pt x="409" y="1747"/>
                    <a:pt x="403" y="1749"/>
                  </a:cubicBezTo>
                  <a:cubicBezTo>
                    <a:pt x="434" y="1663"/>
                    <a:pt x="439" y="1660"/>
                    <a:pt x="440" y="1653"/>
                  </a:cubicBezTo>
                  <a:cubicBezTo>
                    <a:pt x="452" y="1614"/>
                    <a:pt x="459" y="1613"/>
                    <a:pt x="458" y="1606"/>
                  </a:cubicBezTo>
                  <a:cubicBezTo>
                    <a:pt x="480" y="1553"/>
                    <a:pt x="480" y="1545"/>
                    <a:pt x="482" y="1540"/>
                  </a:cubicBezTo>
                  <a:cubicBezTo>
                    <a:pt x="489" y="1465"/>
                    <a:pt x="491" y="1464"/>
                    <a:pt x="491" y="1448"/>
                  </a:cubicBezTo>
                  <a:cubicBezTo>
                    <a:pt x="487" y="1401"/>
                    <a:pt x="485" y="1390"/>
                    <a:pt x="484" y="1379"/>
                  </a:cubicBezTo>
                  <a:cubicBezTo>
                    <a:pt x="474" y="1371"/>
                    <a:pt x="480" y="1385"/>
                    <a:pt x="483" y="1403"/>
                  </a:cubicBezTo>
                  <a:cubicBezTo>
                    <a:pt x="487" y="1491"/>
                    <a:pt x="478" y="1495"/>
                    <a:pt x="482" y="1506"/>
                  </a:cubicBezTo>
                  <a:cubicBezTo>
                    <a:pt x="478" y="1531"/>
                    <a:pt x="477" y="1534"/>
                    <a:pt x="475" y="1537"/>
                  </a:cubicBezTo>
                  <a:cubicBezTo>
                    <a:pt x="459" y="1577"/>
                    <a:pt x="456" y="1591"/>
                    <a:pt x="451" y="1604"/>
                  </a:cubicBezTo>
                  <a:cubicBezTo>
                    <a:pt x="433" y="1645"/>
                    <a:pt x="431" y="1652"/>
                    <a:pt x="429" y="1658"/>
                  </a:cubicBezTo>
                  <a:cubicBezTo>
                    <a:pt x="412" y="1698"/>
                    <a:pt x="411" y="1701"/>
                    <a:pt x="408" y="1703"/>
                  </a:cubicBezTo>
                  <a:cubicBezTo>
                    <a:pt x="390" y="1762"/>
                    <a:pt x="384" y="1769"/>
                    <a:pt x="383" y="1779"/>
                  </a:cubicBezTo>
                  <a:cubicBezTo>
                    <a:pt x="369" y="1821"/>
                    <a:pt x="377" y="1833"/>
                    <a:pt x="371" y="1832"/>
                  </a:cubicBezTo>
                  <a:cubicBezTo>
                    <a:pt x="368" y="1777"/>
                    <a:pt x="371" y="1764"/>
                    <a:pt x="372" y="1749"/>
                  </a:cubicBezTo>
                  <a:cubicBezTo>
                    <a:pt x="382" y="1721"/>
                    <a:pt x="379" y="1714"/>
                    <a:pt x="383" y="1714"/>
                  </a:cubicBezTo>
                  <a:cubicBezTo>
                    <a:pt x="403" y="1659"/>
                    <a:pt x="406" y="1655"/>
                    <a:pt x="406" y="1649"/>
                  </a:cubicBezTo>
                  <a:cubicBezTo>
                    <a:pt x="424" y="1598"/>
                    <a:pt x="431" y="1597"/>
                    <a:pt x="431" y="1590"/>
                  </a:cubicBezTo>
                  <a:cubicBezTo>
                    <a:pt x="461" y="1509"/>
                    <a:pt x="462" y="1500"/>
                    <a:pt x="465" y="1494"/>
                  </a:cubicBezTo>
                  <a:cubicBezTo>
                    <a:pt x="472" y="1470"/>
                    <a:pt x="467" y="1462"/>
                    <a:pt x="472" y="1462"/>
                  </a:cubicBezTo>
                  <a:cubicBezTo>
                    <a:pt x="476" y="1437"/>
                    <a:pt x="471" y="1428"/>
                    <a:pt x="476" y="1427"/>
                  </a:cubicBezTo>
                  <a:cubicBezTo>
                    <a:pt x="473" y="1417"/>
                    <a:pt x="469" y="1447"/>
                    <a:pt x="462" y="1476"/>
                  </a:cubicBezTo>
                  <a:cubicBezTo>
                    <a:pt x="434" y="1564"/>
                    <a:pt x="433" y="1570"/>
                    <a:pt x="430" y="1573"/>
                  </a:cubicBezTo>
                  <a:cubicBezTo>
                    <a:pt x="422" y="1597"/>
                    <a:pt x="416" y="1602"/>
                    <a:pt x="415" y="1611"/>
                  </a:cubicBezTo>
                  <a:cubicBezTo>
                    <a:pt x="391" y="1664"/>
                    <a:pt x="387" y="1672"/>
                    <a:pt x="382" y="1679"/>
                  </a:cubicBezTo>
                  <a:cubicBezTo>
                    <a:pt x="367" y="1716"/>
                    <a:pt x="373" y="1726"/>
                    <a:pt x="366" y="1726"/>
                  </a:cubicBezTo>
                  <a:cubicBezTo>
                    <a:pt x="360" y="1762"/>
                    <a:pt x="364" y="1763"/>
                    <a:pt x="358" y="1766"/>
                  </a:cubicBezTo>
                  <a:cubicBezTo>
                    <a:pt x="381" y="1656"/>
                    <a:pt x="382" y="1648"/>
                    <a:pt x="386" y="1643"/>
                  </a:cubicBezTo>
                  <a:cubicBezTo>
                    <a:pt x="399" y="1610"/>
                    <a:pt x="404" y="1595"/>
                    <a:pt x="408" y="1581"/>
                  </a:cubicBezTo>
                  <a:cubicBezTo>
                    <a:pt x="436" y="1516"/>
                    <a:pt x="433" y="1505"/>
                    <a:pt x="438" y="1500"/>
                  </a:cubicBezTo>
                  <a:cubicBezTo>
                    <a:pt x="456" y="1427"/>
                    <a:pt x="459" y="1420"/>
                    <a:pt x="460" y="1411"/>
                  </a:cubicBezTo>
                  <a:cubicBezTo>
                    <a:pt x="455" y="1378"/>
                    <a:pt x="451" y="1393"/>
                    <a:pt x="453" y="1414"/>
                  </a:cubicBezTo>
                  <a:cubicBezTo>
                    <a:pt x="442" y="1477"/>
                    <a:pt x="433" y="1477"/>
                    <a:pt x="434" y="1487"/>
                  </a:cubicBezTo>
                  <a:cubicBezTo>
                    <a:pt x="416" y="1534"/>
                    <a:pt x="415" y="1548"/>
                    <a:pt x="409" y="1559"/>
                  </a:cubicBezTo>
                  <a:cubicBezTo>
                    <a:pt x="392" y="1598"/>
                    <a:pt x="391" y="1605"/>
                    <a:pt x="388" y="1610"/>
                  </a:cubicBezTo>
                  <a:cubicBezTo>
                    <a:pt x="380" y="1635"/>
                    <a:pt x="375" y="1638"/>
                    <a:pt x="376" y="1646"/>
                  </a:cubicBezTo>
                  <a:cubicBezTo>
                    <a:pt x="352" y="1701"/>
                    <a:pt x="360" y="1712"/>
                    <a:pt x="354" y="1711"/>
                  </a:cubicBezTo>
                  <a:cubicBezTo>
                    <a:pt x="350" y="1730"/>
                    <a:pt x="346" y="1726"/>
                    <a:pt x="345" y="1712"/>
                  </a:cubicBezTo>
                  <a:cubicBezTo>
                    <a:pt x="355" y="1665"/>
                    <a:pt x="358" y="1665"/>
                    <a:pt x="357" y="1661"/>
                  </a:cubicBezTo>
                  <a:cubicBezTo>
                    <a:pt x="366" y="1643"/>
                    <a:pt x="363" y="1637"/>
                    <a:pt x="366" y="1636"/>
                  </a:cubicBezTo>
                  <a:cubicBezTo>
                    <a:pt x="372" y="1617"/>
                    <a:pt x="374" y="1616"/>
                    <a:pt x="373" y="1612"/>
                  </a:cubicBezTo>
                  <a:cubicBezTo>
                    <a:pt x="395" y="1560"/>
                    <a:pt x="394" y="1553"/>
                    <a:pt x="400" y="1551"/>
                  </a:cubicBezTo>
                  <a:cubicBezTo>
                    <a:pt x="425" y="1482"/>
                    <a:pt x="427" y="1477"/>
                    <a:pt x="427" y="1470"/>
                  </a:cubicBezTo>
                  <a:cubicBezTo>
                    <a:pt x="418" y="1498"/>
                    <a:pt x="408" y="1504"/>
                    <a:pt x="408" y="1517"/>
                  </a:cubicBezTo>
                  <a:cubicBezTo>
                    <a:pt x="377" y="1581"/>
                    <a:pt x="373" y="1584"/>
                    <a:pt x="372" y="1590"/>
                  </a:cubicBezTo>
                  <a:cubicBezTo>
                    <a:pt x="363" y="1617"/>
                    <a:pt x="360" y="1628"/>
                    <a:pt x="353" y="1637"/>
                  </a:cubicBezTo>
                  <a:cubicBezTo>
                    <a:pt x="343" y="1676"/>
                    <a:pt x="340" y="1680"/>
                    <a:pt x="341" y="1688"/>
                  </a:cubicBezTo>
                  <a:cubicBezTo>
                    <a:pt x="338" y="1660"/>
                    <a:pt x="342" y="1652"/>
                    <a:pt x="340" y="1640"/>
                  </a:cubicBezTo>
                  <a:cubicBezTo>
                    <a:pt x="360" y="1597"/>
                    <a:pt x="360" y="1592"/>
                    <a:pt x="361" y="1588"/>
                  </a:cubicBezTo>
                  <a:cubicBezTo>
                    <a:pt x="367" y="1561"/>
                    <a:pt x="371" y="1559"/>
                    <a:pt x="371" y="1555"/>
                  </a:cubicBezTo>
                  <a:cubicBezTo>
                    <a:pt x="390" y="1506"/>
                    <a:pt x="387" y="1494"/>
                    <a:pt x="393" y="1490"/>
                  </a:cubicBezTo>
                  <a:cubicBezTo>
                    <a:pt x="403" y="1419"/>
                    <a:pt x="403" y="1406"/>
                    <a:pt x="402" y="1393"/>
                  </a:cubicBezTo>
                  <a:cubicBezTo>
                    <a:pt x="393" y="1354"/>
                    <a:pt x="388" y="1352"/>
                    <a:pt x="389" y="1344"/>
                  </a:cubicBezTo>
                  <a:cubicBezTo>
                    <a:pt x="382" y="1350"/>
                    <a:pt x="386" y="1352"/>
                    <a:pt x="388" y="1357"/>
                  </a:cubicBezTo>
                  <a:cubicBezTo>
                    <a:pt x="396" y="1435"/>
                    <a:pt x="396" y="1441"/>
                    <a:pt x="397" y="1446"/>
                  </a:cubicBezTo>
                  <a:cubicBezTo>
                    <a:pt x="389" y="1476"/>
                    <a:pt x="385" y="1481"/>
                    <a:pt x="384" y="1491"/>
                  </a:cubicBezTo>
                  <a:cubicBezTo>
                    <a:pt x="358" y="1561"/>
                    <a:pt x="358" y="1571"/>
                    <a:pt x="356" y="1578"/>
                  </a:cubicBezTo>
                  <a:cubicBezTo>
                    <a:pt x="341" y="1628"/>
                    <a:pt x="334" y="1627"/>
                    <a:pt x="335" y="1634"/>
                  </a:cubicBezTo>
                  <a:cubicBezTo>
                    <a:pt x="324" y="1665"/>
                    <a:pt x="328" y="1674"/>
                    <a:pt x="321" y="1674"/>
                  </a:cubicBezTo>
                  <a:cubicBezTo>
                    <a:pt x="334" y="1588"/>
                    <a:pt x="337" y="1580"/>
                    <a:pt x="340" y="1570"/>
                  </a:cubicBezTo>
                  <a:cubicBezTo>
                    <a:pt x="350" y="1541"/>
                    <a:pt x="350" y="1536"/>
                    <a:pt x="350" y="1530"/>
                  </a:cubicBezTo>
                  <a:cubicBezTo>
                    <a:pt x="360" y="1499"/>
                    <a:pt x="364" y="1497"/>
                    <a:pt x="363" y="1490"/>
                  </a:cubicBezTo>
                  <a:cubicBezTo>
                    <a:pt x="370" y="1438"/>
                    <a:pt x="375" y="1420"/>
                    <a:pt x="376" y="1397"/>
                  </a:cubicBezTo>
                  <a:cubicBezTo>
                    <a:pt x="365" y="1320"/>
                    <a:pt x="368" y="1312"/>
                    <a:pt x="363" y="1313"/>
                  </a:cubicBezTo>
                  <a:cubicBezTo>
                    <a:pt x="362" y="1332"/>
                    <a:pt x="366" y="1343"/>
                    <a:pt x="368" y="1356"/>
                  </a:cubicBezTo>
                  <a:cubicBezTo>
                    <a:pt x="367" y="1417"/>
                    <a:pt x="365" y="1421"/>
                    <a:pt x="365" y="1426"/>
                  </a:cubicBezTo>
                  <a:cubicBezTo>
                    <a:pt x="359" y="1455"/>
                    <a:pt x="363" y="1465"/>
                    <a:pt x="359" y="1466"/>
                  </a:cubicBezTo>
                  <a:cubicBezTo>
                    <a:pt x="340" y="1539"/>
                    <a:pt x="336" y="1559"/>
                    <a:pt x="329" y="1575"/>
                  </a:cubicBezTo>
                  <a:cubicBezTo>
                    <a:pt x="313" y="1626"/>
                    <a:pt x="312" y="1623"/>
                    <a:pt x="315" y="1622"/>
                  </a:cubicBezTo>
                  <a:cubicBezTo>
                    <a:pt x="321" y="1588"/>
                    <a:pt x="322" y="1576"/>
                    <a:pt x="324" y="1565"/>
                  </a:cubicBezTo>
                  <a:cubicBezTo>
                    <a:pt x="337" y="1477"/>
                    <a:pt x="342" y="1476"/>
                    <a:pt x="341" y="1469"/>
                  </a:cubicBezTo>
                  <a:cubicBezTo>
                    <a:pt x="333" y="1317"/>
                    <a:pt x="332" y="1308"/>
                    <a:pt x="330" y="1302"/>
                  </a:cubicBezTo>
                  <a:cubicBezTo>
                    <a:pt x="318" y="1275"/>
                    <a:pt x="315" y="1268"/>
                    <a:pt x="311" y="1262"/>
                  </a:cubicBezTo>
                  <a:cubicBezTo>
                    <a:pt x="305" y="1258"/>
                    <a:pt x="310" y="1270"/>
                    <a:pt x="317" y="1281"/>
                  </a:cubicBezTo>
                  <a:cubicBezTo>
                    <a:pt x="326" y="1312"/>
                    <a:pt x="326" y="1314"/>
                    <a:pt x="328" y="1315"/>
                  </a:cubicBezTo>
                  <a:cubicBezTo>
                    <a:pt x="329" y="1333"/>
                    <a:pt x="332" y="1343"/>
                    <a:pt x="333" y="1356"/>
                  </a:cubicBezTo>
                  <a:cubicBezTo>
                    <a:pt x="330" y="1464"/>
                    <a:pt x="334" y="1471"/>
                    <a:pt x="331" y="1472"/>
                  </a:cubicBezTo>
                  <a:cubicBezTo>
                    <a:pt x="326" y="1497"/>
                    <a:pt x="326" y="1501"/>
                    <a:pt x="326" y="1506"/>
                  </a:cubicBezTo>
                  <a:cubicBezTo>
                    <a:pt x="320" y="1533"/>
                    <a:pt x="322" y="1543"/>
                    <a:pt x="316" y="1548"/>
                  </a:cubicBezTo>
                  <a:cubicBezTo>
                    <a:pt x="325" y="1483"/>
                    <a:pt x="324" y="1478"/>
                    <a:pt x="326" y="1475"/>
                  </a:cubicBezTo>
                  <a:cubicBezTo>
                    <a:pt x="318" y="1352"/>
                    <a:pt x="312" y="1331"/>
                    <a:pt x="308" y="1301"/>
                  </a:cubicBezTo>
                  <a:cubicBezTo>
                    <a:pt x="295" y="1275"/>
                    <a:pt x="294" y="1264"/>
                    <a:pt x="289" y="1259"/>
                  </a:cubicBezTo>
                  <a:cubicBezTo>
                    <a:pt x="267" y="1237"/>
                    <a:pt x="279" y="1241"/>
                    <a:pt x="283" y="1255"/>
                  </a:cubicBezTo>
                  <a:cubicBezTo>
                    <a:pt x="295" y="1285"/>
                    <a:pt x="296" y="1289"/>
                    <a:pt x="298" y="1291"/>
                  </a:cubicBezTo>
                  <a:cubicBezTo>
                    <a:pt x="309" y="1335"/>
                    <a:pt x="306" y="1343"/>
                    <a:pt x="311" y="1343"/>
                  </a:cubicBezTo>
                  <a:cubicBezTo>
                    <a:pt x="317" y="1393"/>
                    <a:pt x="320" y="1396"/>
                    <a:pt x="319" y="1403"/>
                  </a:cubicBezTo>
                  <a:cubicBezTo>
                    <a:pt x="315" y="1486"/>
                    <a:pt x="316" y="1486"/>
                    <a:pt x="314" y="1491"/>
                  </a:cubicBezTo>
                  <a:cubicBezTo>
                    <a:pt x="313" y="1523"/>
                    <a:pt x="307" y="1531"/>
                    <a:pt x="307" y="1544"/>
                  </a:cubicBezTo>
                  <a:cubicBezTo>
                    <a:pt x="291" y="1555"/>
                    <a:pt x="301" y="1540"/>
                    <a:pt x="301" y="1520"/>
                  </a:cubicBezTo>
                  <a:cubicBezTo>
                    <a:pt x="300" y="1371"/>
                    <a:pt x="298" y="1365"/>
                    <a:pt x="298" y="1357"/>
                  </a:cubicBezTo>
                  <a:cubicBezTo>
                    <a:pt x="292" y="1333"/>
                    <a:pt x="291" y="1319"/>
                    <a:pt x="286" y="1307"/>
                  </a:cubicBezTo>
                  <a:cubicBezTo>
                    <a:pt x="262" y="1254"/>
                    <a:pt x="263" y="1243"/>
                    <a:pt x="258" y="1242"/>
                  </a:cubicBezTo>
                  <a:cubicBezTo>
                    <a:pt x="286" y="1321"/>
                    <a:pt x="285" y="1331"/>
                    <a:pt x="288" y="1336"/>
                  </a:cubicBezTo>
                  <a:cubicBezTo>
                    <a:pt x="293" y="1366"/>
                    <a:pt x="296" y="1381"/>
                    <a:pt x="297" y="1398"/>
                  </a:cubicBezTo>
                  <a:cubicBezTo>
                    <a:pt x="299" y="1489"/>
                    <a:pt x="294" y="1492"/>
                    <a:pt x="295" y="1499"/>
                  </a:cubicBezTo>
                  <a:cubicBezTo>
                    <a:pt x="290" y="1445"/>
                    <a:pt x="287" y="1444"/>
                    <a:pt x="287" y="1441"/>
                  </a:cubicBezTo>
                  <a:cubicBezTo>
                    <a:pt x="283" y="1415"/>
                    <a:pt x="287" y="1416"/>
                    <a:pt x="283" y="1412"/>
                  </a:cubicBezTo>
                  <a:cubicBezTo>
                    <a:pt x="269" y="1353"/>
                    <a:pt x="262" y="1342"/>
                    <a:pt x="259" y="1327"/>
                  </a:cubicBezTo>
                  <a:cubicBezTo>
                    <a:pt x="234" y="1272"/>
                    <a:pt x="238" y="1259"/>
                    <a:pt x="228" y="1261"/>
                  </a:cubicBezTo>
                  <a:cubicBezTo>
                    <a:pt x="239" y="1279"/>
                    <a:pt x="239" y="1288"/>
                    <a:pt x="244" y="1293"/>
                  </a:cubicBezTo>
                  <a:cubicBezTo>
                    <a:pt x="270" y="1419"/>
                    <a:pt x="279" y="1422"/>
                    <a:pt x="277" y="1426"/>
                  </a:cubicBezTo>
                  <a:cubicBezTo>
                    <a:pt x="278" y="1456"/>
                    <a:pt x="282" y="1465"/>
                    <a:pt x="278" y="1465"/>
                  </a:cubicBezTo>
                  <a:cubicBezTo>
                    <a:pt x="250" y="1385"/>
                    <a:pt x="252" y="1374"/>
                    <a:pt x="247" y="1371"/>
                  </a:cubicBezTo>
                  <a:cubicBezTo>
                    <a:pt x="231" y="1330"/>
                    <a:pt x="231" y="1320"/>
                    <a:pt x="224" y="1320"/>
                  </a:cubicBezTo>
                  <a:cubicBezTo>
                    <a:pt x="253" y="1397"/>
                    <a:pt x="257" y="1421"/>
                    <a:pt x="265" y="1440"/>
                  </a:cubicBezTo>
                  <a:cubicBezTo>
                    <a:pt x="281" y="1531"/>
                    <a:pt x="286" y="1534"/>
                    <a:pt x="285" y="1543"/>
                  </a:cubicBezTo>
                  <a:cubicBezTo>
                    <a:pt x="284" y="1556"/>
                    <a:pt x="280" y="1549"/>
                    <a:pt x="281" y="1537"/>
                  </a:cubicBezTo>
                  <a:cubicBezTo>
                    <a:pt x="247" y="1462"/>
                    <a:pt x="249" y="1450"/>
                    <a:pt x="244" y="1448"/>
                  </a:cubicBezTo>
                  <a:cubicBezTo>
                    <a:pt x="221" y="1375"/>
                    <a:pt x="214" y="1365"/>
                    <a:pt x="211" y="1352"/>
                  </a:cubicBezTo>
                  <a:cubicBezTo>
                    <a:pt x="195" y="1325"/>
                    <a:pt x="197" y="1318"/>
                    <a:pt x="193" y="1318"/>
                  </a:cubicBezTo>
                  <a:cubicBezTo>
                    <a:pt x="167" y="1263"/>
                    <a:pt x="166" y="1260"/>
                    <a:pt x="163" y="1259"/>
                  </a:cubicBezTo>
                  <a:cubicBezTo>
                    <a:pt x="165" y="1272"/>
                    <a:pt x="172" y="1286"/>
                    <a:pt x="179" y="1300"/>
                  </a:cubicBezTo>
                  <a:cubicBezTo>
                    <a:pt x="191" y="1329"/>
                    <a:pt x="195" y="1335"/>
                    <a:pt x="199" y="1342"/>
                  </a:cubicBezTo>
                  <a:cubicBezTo>
                    <a:pt x="226" y="1428"/>
                    <a:pt x="232" y="1438"/>
                    <a:pt x="235" y="1451"/>
                  </a:cubicBezTo>
                  <a:cubicBezTo>
                    <a:pt x="247" y="1477"/>
                    <a:pt x="248" y="1489"/>
                    <a:pt x="244" y="1487"/>
                  </a:cubicBezTo>
                  <a:cubicBezTo>
                    <a:pt x="228" y="1464"/>
                    <a:pt x="227" y="1461"/>
                    <a:pt x="227" y="1456"/>
                  </a:cubicBezTo>
                  <a:cubicBezTo>
                    <a:pt x="203" y="1423"/>
                    <a:pt x="201" y="1417"/>
                    <a:pt x="195" y="1414"/>
                  </a:cubicBezTo>
                  <a:cubicBezTo>
                    <a:pt x="155" y="1347"/>
                    <a:pt x="145" y="1324"/>
                    <a:pt x="133" y="1303"/>
                  </a:cubicBezTo>
                  <a:cubicBezTo>
                    <a:pt x="109" y="1262"/>
                    <a:pt x="115" y="1250"/>
                    <a:pt x="110" y="1252"/>
                  </a:cubicBezTo>
                  <a:cubicBezTo>
                    <a:pt x="109" y="1242"/>
                    <a:pt x="105" y="1259"/>
                    <a:pt x="113" y="1263"/>
                  </a:cubicBezTo>
                  <a:cubicBezTo>
                    <a:pt x="127" y="1300"/>
                    <a:pt x="126" y="1302"/>
                    <a:pt x="126" y="1303"/>
                  </a:cubicBezTo>
                  <a:cubicBezTo>
                    <a:pt x="141" y="1331"/>
                    <a:pt x="144" y="1335"/>
                    <a:pt x="146" y="1339"/>
                  </a:cubicBezTo>
                  <a:cubicBezTo>
                    <a:pt x="190" y="1424"/>
                    <a:pt x="196" y="1426"/>
                    <a:pt x="197" y="1434"/>
                  </a:cubicBezTo>
                  <a:cubicBezTo>
                    <a:pt x="210" y="1458"/>
                    <a:pt x="220" y="1459"/>
                    <a:pt x="214" y="1461"/>
                  </a:cubicBezTo>
                  <a:cubicBezTo>
                    <a:pt x="187" y="1433"/>
                    <a:pt x="186" y="1419"/>
                    <a:pt x="176" y="1416"/>
                  </a:cubicBezTo>
                  <a:cubicBezTo>
                    <a:pt x="141" y="1351"/>
                    <a:pt x="132" y="1347"/>
                    <a:pt x="131" y="1333"/>
                  </a:cubicBezTo>
                  <a:cubicBezTo>
                    <a:pt x="111" y="1296"/>
                    <a:pt x="107" y="1286"/>
                    <a:pt x="103" y="1276"/>
                  </a:cubicBezTo>
                  <a:cubicBezTo>
                    <a:pt x="91" y="1264"/>
                    <a:pt x="97" y="1277"/>
                    <a:pt x="102" y="1292"/>
                  </a:cubicBezTo>
                  <a:cubicBezTo>
                    <a:pt x="114" y="1318"/>
                    <a:pt x="118" y="1323"/>
                    <a:pt x="120" y="1332"/>
                  </a:cubicBezTo>
                  <a:cubicBezTo>
                    <a:pt x="155" y="1393"/>
                    <a:pt x="155" y="1404"/>
                    <a:pt x="162" y="1406"/>
                  </a:cubicBezTo>
                  <a:cubicBezTo>
                    <a:pt x="199" y="1459"/>
                    <a:pt x="201" y="1462"/>
                    <a:pt x="201" y="1466"/>
                  </a:cubicBezTo>
                  <a:cubicBezTo>
                    <a:pt x="226" y="1495"/>
                    <a:pt x="229" y="1501"/>
                    <a:pt x="233" y="1508"/>
                  </a:cubicBezTo>
                  <a:cubicBezTo>
                    <a:pt x="258" y="1549"/>
                    <a:pt x="262" y="1552"/>
                    <a:pt x="264" y="1556"/>
                  </a:cubicBezTo>
                  <a:cubicBezTo>
                    <a:pt x="275" y="1581"/>
                    <a:pt x="279" y="1585"/>
                    <a:pt x="280" y="1594"/>
                  </a:cubicBezTo>
                  <a:cubicBezTo>
                    <a:pt x="252" y="1560"/>
                    <a:pt x="253" y="1550"/>
                    <a:pt x="246" y="1548"/>
                  </a:cubicBezTo>
                  <a:cubicBezTo>
                    <a:pt x="206" y="1500"/>
                    <a:pt x="201" y="1497"/>
                    <a:pt x="199" y="1490"/>
                  </a:cubicBezTo>
                  <a:cubicBezTo>
                    <a:pt x="157" y="1432"/>
                    <a:pt x="148" y="1422"/>
                    <a:pt x="143" y="1409"/>
                  </a:cubicBezTo>
                  <a:cubicBezTo>
                    <a:pt x="131" y="1385"/>
                    <a:pt x="125" y="1383"/>
                    <a:pt x="125" y="1373"/>
                  </a:cubicBezTo>
                  <a:cubicBezTo>
                    <a:pt x="105" y="1330"/>
                    <a:pt x="100" y="1329"/>
                    <a:pt x="101" y="1320"/>
                  </a:cubicBezTo>
                  <a:cubicBezTo>
                    <a:pt x="102" y="1331"/>
                    <a:pt x="100" y="1339"/>
                    <a:pt x="103" y="1340"/>
                  </a:cubicBezTo>
                  <a:cubicBezTo>
                    <a:pt x="110" y="1364"/>
                    <a:pt x="115" y="1363"/>
                    <a:pt x="114" y="1370"/>
                  </a:cubicBezTo>
                  <a:cubicBezTo>
                    <a:pt x="137" y="1408"/>
                    <a:pt x="136" y="1419"/>
                    <a:pt x="141" y="1422"/>
                  </a:cubicBezTo>
                  <a:cubicBezTo>
                    <a:pt x="156" y="1453"/>
                    <a:pt x="166" y="1461"/>
                    <a:pt x="173" y="1473"/>
                  </a:cubicBezTo>
                  <a:cubicBezTo>
                    <a:pt x="189" y="1492"/>
                    <a:pt x="192" y="1499"/>
                    <a:pt x="195" y="1504"/>
                  </a:cubicBezTo>
                  <a:cubicBezTo>
                    <a:pt x="213" y="1516"/>
                    <a:pt x="212" y="1522"/>
                    <a:pt x="214" y="1524"/>
                  </a:cubicBezTo>
                  <a:cubicBezTo>
                    <a:pt x="255" y="1589"/>
                    <a:pt x="252" y="1574"/>
                    <a:pt x="239" y="1568"/>
                  </a:cubicBezTo>
                  <a:cubicBezTo>
                    <a:pt x="221" y="1541"/>
                    <a:pt x="214" y="1544"/>
                    <a:pt x="215" y="1537"/>
                  </a:cubicBezTo>
                  <a:cubicBezTo>
                    <a:pt x="180" y="1500"/>
                    <a:pt x="179" y="1495"/>
                    <a:pt x="175" y="1494"/>
                  </a:cubicBezTo>
                  <a:cubicBezTo>
                    <a:pt x="146" y="1459"/>
                    <a:pt x="144" y="1451"/>
                    <a:pt x="139" y="1447"/>
                  </a:cubicBezTo>
                  <a:cubicBezTo>
                    <a:pt x="94" y="1374"/>
                    <a:pt x="93" y="1370"/>
                    <a:pt x="90" y="1369"/>
                  </a:cubicBezTo>
                  <a:cubicBezTo>
                    <a:pt x="78" y="1346"/>
                    <a:pt x="78" y="1341"/>
                    <a:pt x="74" y="1340"/>
                  </a:cubicBezTo>
                  <a:cubicBezTo>
                    <a:pt x="93" y="1394"/>
                    <a:pt x="106" y="1399"/>
                    <a:pt x="108" y="1416"/>
                  </a:cubicBezTo>
                  <a:cubicBezTo>
                    <a:pt x="134" y="1452"/>
                    <a:pt x="138" y="1456"/>
                    <a:pt x="140" y="1464"/>
                  </a:cubicBezTo>
                  <a:cubicBezTo>
                    <a:pt x="169" y="1499"/>
                    <a:pt x="172" y="1505"/>
                    <a:pt x="176" y="1510"/>
                  </a:cubicBezTo>
                  <a:cubicBezTo>
                    <a:pt x="257" y="1606"/>
                    <a:pt x="266" y="1609"/>
                    <a:pt x="269" y="1619"/>
                  </a:cubicBezTo>
                  <a:cubicBezTo>
                    <a:pt x="296" y="1654"/>
                    <a:pt x="301" y="1655"/>
                    <a:pt x="300" y="1663"/>
                  </a:cubicBezTo>
                  <a:cubicBezTo>
                    <a:pt x="312" y="1683"/>
                    <a:pt x="316" y="1685"/>
                    <a:pt x="313" y="1686"/>
                  </a:cubicBezTo>
                  <a:cubicBezTo>
                    <a:pt x="294" y="1663"/>
                    <a:pt x="292" y="1654"/>
                    <a:pt x="286" y="1648"/>
                  </a:cubicBezTo>
                  <a:cubicBezTo>
                    <a:pt x="254" y="1611"/>
                    <a:pt x="253" y="1608"/>
                    <a:pt x="250" y="1605"/>
                  </a:cubicBezTo>
                  <a:cubicBezTo>
                    <a:pt x="221" y="1575"/>
                    <a:pt x="218" y="1567"/>
                    <a:pt x="210" y="1564"/>
                  </a:cubicBezTo>
                  <a:cubicBezTo>
                    <a:pt x="184" y="1536"/>
                    <a:pt x="174" y="1525"/>
                    <a:pt x="165" y="1512"/>
                  </a:cubicBezTo>
                  <a:cubicBezTo>
                    <a:pt x="129" y="1461"/>
                    <a:pt x="115" y="1454"/>
                    <a:pt x="110" y="1438"/>
                  </a:cubicBezTo>
                  <a:cubicBezTo>
                    <a:pt x="87" y="1406"/>
                    <a:pt x="88" y="1398"/>
                    <a:pt x="83" y="1398"/>
                  </a:cubicBezTo>
                  <a:cubicBezTo>
                    <a:pt x="103" y="1435"/>
                    <a:pt x="106" y="1446"/>
                    <a:pt x="113" y="1453"/>
                  </a:cubicBezTo>
                  <a:cubicBezTo>
                    <a:pt x="161" y="1516"/>
                    <a:pt x="160" y="1524"/>
                    <a:pt x="166" y="1526"/>
                  </a:cubicBezTo>
                  <a:cubicBezTo>
                    <a:pt x="208" y="1573"/>
                    <a:pt x="213" y="1575"/>
                    <a:pt x="214" y="1581"/>
                  </a:cubicBezTo>
                  <a:cubicBezTo>
                    <a:pt x="228" y="1594"/>
                    <a:pt x="228" y="1599"/>
                    <a:pt x="233" y="1600"/>
                  </a:cubicBezTo>
                  <a:cubicBezTo>
                    <a:pt x="258" y="1636"/>
                    <a:pt x="268" y="1637"/>
                    <a:pt x="271" y="1645"/>
                  </a:cubicBezTo>
                  <a:cubicBezTo>
                    <a:pt x="283" y="1662"/>
                    <a:pt x="286" y="1663"/>
                    <a:pt x="283" y="1664"/>
                  </a:cubicBezTo>
                  <a:cubicBezTo>
                    <a:pt x="266" y="1645"/>
                    <a:pt x="264" y="1642"/>
                    <a:pt x="262" y="1639"/>
                  </a:cubicBezTo>
                  <a:cubicBezTo>
                    <a:pt x="243" y="1618"/>
                    <a:pt x="229" y="1611"/>
                    <a:pt x="221" y="1596"/>
                  </a:cubicBezTo>
                  <a:cubicBezTo>
                    <a:pt x="199" y="1583"/>
                    <a:pt x="200" y="1572"/>
                    <a:pt x="191" y="1572"/>
                  </a:cubicBezTo>
                  <a:cubicBezTo>
                    <a:pt x="170" y="1549"/>
                    <a:pt x="170" y="1543"/>
                    <a:pt x="165" y="1543"/>
                  </a:cubicBezTo>
                  <a:cubicBezTo>
                    <a:pt x="111" y="1476"/>
                    <a:pt x="109" y="1469"/>
                    <a:pt x="103" y="1467"/>
                  </a:cubicBezTo>
                  <a:cubicBezTo>
                    <a:pt x="65" y="1409"/>
                    <a:pt x="64" y="1401"/>
                    <a:pt x="61" y="1395"/>
                  </a:cubicBezTo>
                  <a:cubicBezTo>
                    <a:pt x="44" y="1364"/>
                    <a:pt x="47" y="1355"/>
                    <a:pt x="43" y="1355"/>
                  </a:cubicBezTo>
                  <a:cubicBezTo>
                    <a:pt x="34" y="1346"/>
                    <a:pt x="41" y="1361"/>
                    <a:pt x="42" y="1375"/>
                  </a:cubicBezTo>
                  <a:cubicBezTo>
                    <a:pt x="70" y="1427"/>
                    <a:pt x="76" y="1441"/>
                    <a:pt x="84" y="1453"/>
                  </a:cubicBezTo>
                  <a:cubicBezTo>
                    <a:pt x="119" y="1498"/>
                    <a:pt x="126" y="1512"/>
                    <a:pt x="137" y="1521"/>
                  </a:cubicBezTo>
                  <a:cubicBezTo>
                    <a:pt x="155" y="1543"/>
                    <a:pt x="158" y="1549"/>
                    <a:pt x="164" y="1554"/>
                  </a:cubicBezTo>
                  <a:cubicBezTo>
                    <a:pt x="202" y="1593"/>
                    <a:pt x="206" y="1594"/>
                    <a:pt x="206" y="1599"/>
                  </a:cubicBezTo>
                  <a:cubicBezTo>
                    <a:pt x="242" y="1635"/>
                    <a:pt x="249" y="1638"/>
                    <a:pt x="253" y="1644"/>
                  </a:cubicBezTo>
                  <a:cubicBezTo>
                    <a:pt x="322" y="1730"/>
                    <a:pt x="324" y="1732"/>
                    <a:pt x="327" y="1733"/>
                  </a:cubicBezTo>
                  <a:cubicBezTo>
                    <a:pt x="330" y="1757"/>
                    <a:pt x="328" y="1750"/>
                    <a:pt x="324" y="1746"/>
                  </a:cubicBezTo>
                  <a:cubicBezTo>
                    <a:pt x="297" y="1716"/>
                    <a:pt x="292" y="1714"/>
                    <a:pt x="290" y="1707"/>
                  </a:cubicBezTo>
                  <a:cubicBezTo>
                    <a:pt x="252" y="1673"/>
                    <a:pt x="244" y="1674"/>
                    <a:pt x="244" y="1667"/>
                  </a:cubicBezTo>
                  <a:cubicBezTo>
                    <a:pt x="222" y="1653"/>
                    <a:pt x="223" y="1647"/>
                    <a:pt x="218" y="1649"/>
                  </a:cubicBezTo>
                  <a:cubicBezTo>
                    <a:pt x="180" y="1612"/>
                    <a:pt x="177" y="1606"/>
                    <a:pt x="172" y="1604"/>
                  </a:cubicBezTo>
                  <a:cubicBezTo>
                    <a:pt x="145" y="1572"/>
                    <a:pt x="138" y="1572"/>
                    <a:pt x="136" y="1565"/>
                  </a:cubicBezTo>
                  <a:cubicBezTo>
                    <a:pt x="94" y="1522"/>
                    <a:pt x="94" y="1514"/>
                    <a:pt x="89" y="1511"/>
                  </a:cubicBezTo>
                  <a:cubicBezTo>
                    <a:pt x="53" y="1462"/>
                    <a:pt x="51" y="1455"/>
                    <a:pt x="47" y="1451"/>
                  </a:cubicBezTo>
                  <a:cubicBezTo>
                    <a:pt x="19" y="1397"/>
                    <a:pt x="20" y="1392"/>
                    <a:pt x="17" y="1392"/>
                  </a:cubicBezTo>
                  <a:cubicBezTo>
                    <a:pt x="29" y="1432"/>
                    <a:pt x="32" y="1437"/>
                    <a:pt x="36" y="1441"/>
                  </a:cubicBezTo>
                  <a:cubicBezTo>
                    <a:pt x="55" y="1476"/>
                    <a:pt x="57" y="1482"/>
                    <a:pt x="63" y="1485"/>
                  </a:cubicBezTo>
                  <a:cubicBezTo>
                    <a:pt x="82" y="1520"/>
                    <a:pt x="91" y="1517"/>
                    <a:pt x="90" y="1527"/>
                  </a:cubicBezTo>
                  <a:cubicBezTo>
                    <a:pt x="130" y="1572"/>
                    <a:pt x="136" y="1582"/>
                    <a:pt x="144" y="1588"/>
                  </a:cubicBezTo>
                  <a:cubicBezTo>
                    <a:pt x="165" y="1605"/>
                    <a:pt x="163" y="1612"/>
                    <a:pt x="168" y="1611"/>
                  </a:cubicBezTo>
                  <a:cubicBezTo>
                    <a:pt x="192" y="1640"/>
                    <a:pt x="200" y="1639"/>
                    <a:pt x="201" y="1645"/>
                  </a:cubicBezTo>
                  <a:cubicBezTo>
                    <a:pt x="223" y="1662"/>
                    <a:pt x="231" y="1669"/>
                    <a:pt x="240" y="1676"/>
                  </a:cubicBezTo>
                  <a:cubicBezTo>
                    <a:pt x="282" y="1709"/>
                    <a:pt x="293" y="1729"/>
                    <a:pt x="308" y="1745"/>
                  </a:cubicBezTo>
                  <a:cubicBezTo>
                    <a:pt x="341" y="1789"/>
                    <a:pt x="348" y="1789"/>
                    <a:pt x="347" y="1799"/>
                  </a:cubicBezTo>
                  <a:cubicBezTo>
                    <a:pt x="249" y="1714"/>
                    <a:pt x="242" y="1702"/>
                    <a:pt x="229" y="1698"/>
                  </a:cubicBezTo>
                  <a:cubicBezTo>
                    <a:pt x="213" y="1681"/>
                    <a:pt x="209" y="1680"/>
                    <a:pt x="205" y="1680"/>
                  </a:cubicBezTo>
                  <a:cubicBezTo>
                    <a:pt x="183" y="1658"/>
                    <a:pt x="175" y="1658"/>
                    <a:pt x="175" y="1649"/>
                  </a:cubicBezTo>
                  <a:cubicBezTo>
                    <a:pt x="144" y="1629"/>
                    <a:pt x="144" y="1625"/>
                    <a:pt x="142" y="1623"/>
                  </a:cubicBezTo>
                  <a:cubicBezTo>
                    <a:pt x="119" y="1604"/>
                    <a:pt x="115" y="1600"/>
                    <a:pt x="112" y="1595"/>
                  </a:cubicBezTo>
                  <a:cubicBezTo>
                    <a:pt x="70" y="1551"/>
                    <a:pt x="64" y="1541"/>
                    <a:pt x="55" y="1533"/>
                  </a:cubicBezTo>
                  <a:cubicBezTo>
                    <a:pt x="43" y="1512"/>
                    <a:pt x="39" y="1508"/>
                    <a:pt x="36" y="1504"/>
                  </a:cubicBezTo>
                  <a:cubicBezTo>
                    <a:pt x="13" y="1470"/>
                    <a:pt x="12" y="1464"/>
                    <a:pt x="9" y="1460"/>
                  </a:cubicBezTo>
                  <a:cubicBezTo>
                    <a:pt x="0" y="1445"/>
                    <a:pt x="0" y="1449"/>
                    <a:pt x="0" y="1452"/>
                  </a:cubicBezTo>
                  <a:cubicBezTo>
                    <a:pt x="16" y="1485"/>
                    <a:pt x="21" y="1494"/>
                    <a:pt x="29" y="1500"/>
                  </a:cubicBezTo>
                  <a:cubicBezTo>
                    <a:pt x="68" y="1562"/>
                    <a:pt x="77" y="1567"/>
                    <a:pt x="80" y="1577"/>
                  </a:cubicBezTo>
                  <a:cubicBezTo>
                    <a:pt x="100" y="1594"/>
                    <a:pt x="101" y="1597"/>
                    <a:pt x="103" y="1598"/>
                  </a:cubicBezTo>
                  <a:cubicBezTo>
                    <a:pt x="135" y="1634"/>
                    <a:pt x="140" y="1632"/>
                    <a:pt x="139" y="1637"/>
                  </a:cubicBezTo>
                  <a:cubicBezTo>
                    <a:pt x="163" y="1650"/>
                    <a:pt x="163" y="1658"/>
                    <a:pt x="167" y="1661"/>
                  </a:cubicBezTo>
                  <a:cubicBezTo>
                    <a:pt x="193" y="1681"/>
                    <a:pt x="195" y="1682"/>
                    <a:pt x="197" y="1683"/>
                  </a:cubicBezTo>
                  <a:cubicBezTo>
                    <a:pt x="215" y="1700"/>
                    <a:pt x="218" y="1698"/>
                    <a:pt x="220" y="1699"/>
                  </a:cubicBezTo>
                  <a:cubicBezTo>
                    <a:pt x="230" y="1711"/>
                    <a:pt x="236" y="1712"/>
                    <a:pt x="239" y="1717"/>
                  </a:cubicBezTo>
                  <a:cubicBezTo>
                    <a:pt x="267" y="1736"/>
                    <a:pt x="274" y="1737"/>
                    <a:pt x="275" y="1743"/>
                  </a:cubicBezTo>
                  <a:cubicBezTo>
                    <a:pt x="302" y="1765"/>
                    <a:pt x="308" y="1766"/>
                    <a:pt x="310" y="1771"/>
                  </a:cubicBezTo>
                  <a:cubicBezTo>
                    <a:pt x="349" y="1821"/>
                    <a:pt x="357" y="1823"/>
                    <a:pt x="356" y="1836"/>
                  </a:cubicBezTo>
                  <a:cubicBezTo>
                    <a:pt x="331" y="1813"/>
                    <a:pt x="332" y="1805"/>
                    <a:pt x="326" y="1805"/>
                  </a:cubicBezTo>
                  <a:cubicBezTo>
                    <a:pt x="304" y="1782"/>
                    <a:pt x="298" y="1782"/>
                    <a:pt x="295" y="1779"/>
                  </a:cubicBezTo>
                  <a:cubicBezTo>
                    <a:pt x="282" y="1769"/>
                    <a:pt x="279" y="1766"/>
                    <a:pt x="277" y="1763"/>
                  </a:cubicBezTo>
                  <a:cubicBezTo>
                    <a:pt x="241" y="1743"/>
                    <a:pt x="238" y="1740"/>
                    <a:pt x="234" y="1739"/>
                  </a:cubicBezTo>
                  <a:cubicBezTo>
                    <a:pt x="227" y="1734"/>
                    <a:pt x="224" y="1735"/>
                    <a:pt x="222" y="1734"/>
                  </a:cubicBezTo>
                  <a:cubicBezTo>
                    <a:pt x="198" y="1718"/>
                    <a:pt x="195" y="1713"/>
                    <a:pt x="190" y="1714"/>
                  </a:cubicBezTo>
                  <a:cubicBezTo>
                    <a:pt x="156" y="1694"/>
                    <a:pt x="153" y="1694"/>
                    <a:pt x="154" y="1690"/>
                  </a:cubicBezTo>
                  <a:cubicBezTo>
                    <a:pt x="95" y="1661"/>
                    <a:pt x="89" y="1655"/>
                    <a:pt x="79" y="1654"/>
                  </a:cubicBezTo>
                  <a:cubicBezTo>
                    <a:pt x="34" y="1618"/>
                    <a:pt x="28" y="1612"/>
                    <a:pt x="21" y="1608"/>
                  </a:cubicBezTo>
                  <a:cubicBezTo>
                    <a:pt x="0" y="1597"/>
                    <a:pt x="0" y="1597"/>
                    <a:pt x="0" y="1597"/>
                  </a:cubicBezTo>
                  <a:cubicBezTo>
                    <a:pt x="18" y="1610"/>
                    <a:pt x="17" y="1616"/>
                    <a:pt x="22" y="1614"/>
                  </a:cubicBezTo>
                  <a:cubicBezTo>
                    <a:pt x="41" y="1634"/>
                    <a:pt x="43" y="1635"/>
                    <a:pt x="43" y="1639"/>
                  </a:cubicBezTo>
                  <a:cubicBezTo>
                    <a:pt x="69" y="1655"/>
                    <a:pt x="73" y="1658"/>
                    <a:pt x="77" y="1661"/>
                  </a:cubicBezTo>
                  <a:cubicBezTo>
                    <a:pt x="131" y="1690"/>
                    <a:pt x="139" y="1698"/>
                    <a:pt x="152" y="1699"/>
                  </a:cubicBezTo>
                  <a:cubicBezTo>
                    <a:pt x="190" y="1724"/>
                    <a:pt x="194" y="1728"/>
                    <a:pt x="200" y="1731"/>
                  </a:cubicBezTo>
                  <a:cubicBezTo>
                    <a:pt x="224" y="1743"/>
                    <a:pt x="229" y="1747"/>
                    <a:pt x="234" y="1750"/>
                  </a:cubicBezTo>
                  <a:cubicBezTo>
                    <a:pt x="259" y="1762"/>
                    <a:pt x="260" y="1770"/>
                    <a:pt x="266" y="1772"/>
                  </a:cubicBezTo>
                  <a:cubicBezTo>
                    <a:pt x="291" y="1792"/>
                    <a:pt x="302" y="1798"/>
                    <a:pt x="312" y="1804"/>
                  </a:cubicBezTo>
                  <a:cubicBezTo>
                    <a:pt x="330" y="1828"/>
                    <a:pt x="336" y="1826"/>
                    <a:pt x="338" y="1828"/>
                  </a:cubicBezTo>
                  <a:cubicBezTo>
                    <a:pt x="352" y="1850"/>
                    <a:pt x="358" y="1852"/>
                    <a:pt x="360" y="1859"/>
                  </a:cubicBezTo>
                  <a:cubicBezTo>
                    <a:pt x="343" y="1847"/>
                    <a:pt x="340" y="1848"/>
                    <a:pt x="340" y="1848"/>
                  </a:cubicBezTo>
                  <a:cubicBezTo>
                    <a:pt x="301" y="1820"/>
                    <a:pt x="296" y="1817"/>
                    <a:pt x="291" y="1812"/>
                  </a:cubicBezTo>
                  <a:cubicBezTo>
                    <a:pt x="261" y="1797"/>
                    <a:pt x="258" y="1795"/>
                    <a:pt x="255" y="1792"/>
                  </a:cubicBezTo>
                  <a:cubicBezTo>
                    <a:pt x="212" y="1770"/>
                    <a:pt x="205" y="1767"/>
                    <a:pt x="200" y="1761"/>
                  </a:cubicBezTo>
                  <a:cubicBezTo>
                    <a:pt x="134" y="1729"/>
                    <a:pt x="125" y="1733"/>
                    <a:pt x="126" y="1727"/>
                  </a:cubicBezTo>
                  <a:cubicBezTo>
                    <a:pt x="85" y="1708"/>
                    <a:pt x="80" y="1702"/>
                    <a:pt x="73" y="1698"/>
                  </a:cubicBezTo>
                  <a:cubicBezTo>
                    <a:pt x="42" y="1677"/>
                    <a:pt x="39" y="1673"/>
                    <a:pt x="34" y="1672"/>
                  </a:cubicBezTo>
                  <a:cubicBezTo>
                    <a:pt x="0" y="1645"/>
                    <a:pt x="0" y="1645"/>
                    <a:pt x="0" y="1645"/>
                  </a:cubicBezTo>
                  <a:cubicBezTo>
                    <a:pt x="11" y="1654"/>
                    <a:pt x="11" y="1662"/>
                    <a:pt x="18" y="1661"/>
                  </a:cubicBezTo>
                  <a:cubicBezTo>
                    <a:pt x="41" y="1686"/>
                    <a:pt x="48" y="1685"/>
                    <a:pt x="49" y="1691"/>
                  </a:cubicBezTo>
                  <a:cubicBezTo>
                    <a:pt x="65" y="1701"/>
                    <a:pt x="69" y="1705"/>
                    <a:pt x="72" y="1709"/>
                  </a:cubicBezTo>
                  <a:cubicBezTo>
                    <a:pt x="121" y="1739"/>
                    <a:pt x="131" y="1736"/>
                    <a:pt x="133" y="1742"/>
                  </a:cubicBezTo>
                  <a:cubicBezTo>
                    <a:pt x="161" y="1752"/>
                    <a:pt x="160" y="1758"/>
                    <a:pt x="167" y="1755"/>
                  </a:cubicBezTo>
                  <a:cubicBezTo>
                    <a:pt x="252" y="1806"/>
                    <a:pt x="263" y="1804"/>
                    <a:pt x="265" y="1814"/>
                  </a:cubicBezTo>
                  <a:cubicBezTo>
                    <a:pt x="307" y="1836"/>
                    <a:pt x="311" y="1835"/>
                    <a:pt x="313" y="1837"/>
                  </a:cubicBezTo>
                  <a:cubicBezTo>
                    <a:pt x="351" y="1865"/>
                    <a:pt x="359" y="1870"/>
                    <a:pt x="366" y="1879"/>
                  </a:cubicBezTo>
                  <a:cubicBezTo>
                    <a:pt x="354" y="1877"/>
                    <a:pt x="351" y="1874"/>
                    <a:pt x="348" y="1871"/>
                  </a:cubicBezTo>
                  <a:cubicBezTo>
                    <a:pt x="323" y="1853"/>
                    <a:pt x="319" y="1850"/>
                    <a:pt x="316" y="1847"/>
                  </a:cubicBezTo>
                  <a:cubicBezTo>
                    <a:pt x="264" y="1815"/>
                    <a:pt x="254" y="1813"/>
                    <a:pt x="249" y="1806"/>
                  </a:cubicBezTo>
                  <a:cubicBezTo>
                    <a:pt x="193" y="1785"/>
                    <a:pt x="191" y="1782"/>
                    <a:pt x="186" y="1782"/>
                  </a:cubicBezTo>
                  <a:cubicBezTo>
                    <a:pt x="162" y="1768"/>
                    <a:pt x="155" y="1771"/>
                    <a:pt x="155" y="1767"/>
                  </a:cubicBezTo>
                  <a:cubicBezTo>
                    <a:pt x="94" y="1748"/>
                    <a:pt x="90" y="1744"/>
                    <a:pt x="85" y="1741"/>
                  </a:cubicBezTo>
                  <a:cubicBezTo>
                    <a:pt x="19" y="1708"/>
                    <a:pt x="17" y="1706"/>
                    <a:pt x="13" y="1707"/>
                  </a:cubicBezTo>
                  <a:cubicBezTo>
                    <a:pt x="0" y="1704"/>
                    <a:pt x="0" y="1704"/>
                    <a:pt x="0" y="1704"/>
                  </a:cubicBezTo>
                  <a:cubicBezTo>
                    <a:pt x="20" y="1720"/>
                    <a:pt x="26" y="1717"/>
                    <a:pt x="25" y="1723"/>
                  </a:cubicBezTo>
                  <a:cubicBezTo>
                    <a:pt x="51" y="1734"/>
                    <a:pt x="56" y="1741"/>
                    <a:pt x="66" y="1742"/>
                  </a:cubicBezTo>
                  <a:cubicBezTo>
                    <a:pt x="119" y="1769"/>
                    <a:pt x="131" y="1768"/>
                    <a:pt x="138" y="1775"/>
                  </a:cubicBezTo>
                  <a:cubicBezTo>
                    <a:pt x="210" y="1795"/>
                    <a:pt x="221" y="1808"/>
                    <a:pt x="241" y="1811"/>
                  </a:cubicBezTo>
                  <a:cubicBezTo>
                    <a:pt x="271" y="1833"/>
                    <a:pt x="277" y="1831"/>
                    <a:pt x="275" y="1837"/>
                  </a:cubicBezTo>
                  <a:cubicBezTo>
                    <a:pt x="318" y="1854"/>
                    <a:pt x="315" y="1864"/>
                    <a:pt x="321" y="1864"/>
                  </a:cubicBezTo>
                  <a:cubicBezTo>
                    <a:pt x="354" y="1897"/>
                    <a:pt x="363" y="1894"/>
                    <a:pt x="363" y="1901"/>
                  </a:cubicBezTo>
                  <a:cubicBezTo>
                    <a:pt x="385" y="1922"/>
                    <a:pt x="387" y="1924"/>
                    <a:pt x="387" y="1927"/>
                  </a:cubicBezTo>
                  <a:cubicBezTo>
                    <a:pt x="376" y="1919"/>
                    <a:pt x="373" y="1920"/>
                    <a:pt x="373" y="1918"/>
                  </a:cubicBezTo>
                  <a:cubicBezTo>
                    <a:pt x="349" y="1899"/>
                    <a:pt x="336" y="1892"/>
                    <a:pt x="327" y="1881"/>
                  </a:cubicBezTo>
                  <a:cubicBezTo>
                    <a:pt x="296" y="1872"/>
                    <a:pt x="295" y="1861"/>
                    <a:pt x="284" y="1863"/>
                  </a:cubicBezTo>
                  <a:cubicBezTo>
                    <a:pt x="256" y="1850"/>
                    <a:pt x="249" y="1846"/>
                    <a:pt x="243" y="1841"/>
                  </a:cubicBezTo>
                  <a:cubicBezTo>
                    <a:pt x="183" y="1819"/>
                    <a:pt x="172" y="1810"/>
                    <a:pt x="153" y="1808"/>
                  </a:cubicBezTo>
                  <a:cubicBezTo>
                    <a:pt x="118" y="1791"/>
                    <a:pt x="112" y="1783"/>
                    <a:pt x="101" y="1781"/>
                  </a:cubicBezTo>
                  <a:cubicBezTo>
                    <a:pt x="59" y="1758"/>
                    <a:pt x="55" y="1755"/>
                    <a:pt x="49" y="1755"/>
                  </a:cubicBezTo>
                  <a:cubicBezTo>
                    <a:pt x="18" y="1735"/>
                    <a:pt x="16" y="1733"/>
                    <a:pt x="14" y="1731"/>
                  </a:cubicBezTo>
                  <a:cubicBezTo>
                    <a:pt x="1" y="1723"/>
                    <a:pt x="0" y="1723"/>
                    <a:pt x="0" y="1722"/>
                  </a:cubicBezTo>
                  <a:cubicBezTo>
                    <a:pt x="20" y="1746"/>
                    <a:pt x="39" y="1755"/>
                    <a:pt x="56" y="1767"/>
                  </a:cubicBezTo>
                  <a:cubicBezTo>
                    <a:pt x="94" y="1787"/>
                    <a:pt x="104" y="1790"/>
                    <a:pt x="113" y="1796"/>
                  </a:cubicBezTo>
                  <a:cubicBezTo>
                    <a:pt x="181" y="1829"/>
                    <a:pt x="191" y="1832"/>
                    <a:pt x="201" y="1836"/>
                  </a:cubicBezTo>
                  <a:cubicBezTo>
                    <a:pt x="242" y="1852"/>
                    <a:pt x="249" y="1859"/>
                    <a:pt x="260" y="1862"/>
                  </a:cubicBezTo>
                  <a:cubicBezTo>
                    <a:pt x="306" y="1885"/>
                    <a:pt x="310" y="1888"/>
                    <a:pt x="316" y="1889"/>
                  </a:cubicBezTo>
                  <a:cubicBezTo>
                    <a:pt x="357" y="1916"/>
                    <a:pt x="358" y="1919"/>
                    <a:pt x="360" y="1921"/>
                  </a:cubicBezTo>
                  <a:cubicBezTo>
                    <a:pt x="377" y="1940"/>
                    <a:pt x="380" y="1940"/>
                    <a:pt x="381" y="1943"/>
                  </a:cubicBezTo>
                  <a:cubicBezTo>
                    <a:pt x="372" y="1941"/>
                    <a:pt x="372" y="1936"/>
                    <a:pt x="368" y="1935"/>
                  </a:cubicBezTo>
                  <a:cubicBezTo>
                    <a:pt x="327" y="1914"/>
                    <a:pt x="329" y="1906"/>
                    <a:pt x="322" y="1908"/>
                  </a:cubicBezTo>
                  <a:cubicBezTo>
                    <a:pt x="289" y="1888"/>
                    <a:pt x="279" y="1888"/>
                    <a:pt x="274" y="1883"/>
                  </a:cubicBezTo>
                  <a:cubicBezTo>
                    <a:pt x="223" y="1860"/>
                    <a:pt x="205" y="1861"/>
                    <a:pt x="198" y="1851"/>
                  </a:cubicBezTo>
                  <a:cubicBezTo>
                    <a:pt x="141" y="1840"/>
                    <a:pt x="132" y="1832"/>
                    <a:pt x="120" y="1828"/>
                  </a:cubicBezTo>
                  <a:cubicBezTo>
                    <a:pt x="62" y="1807"/>
                    <a:pt x="59" y="1807"/>
                    <a:pt x="55" y="1807"/>
                  </a:cubicBezTo>
                  <a:cubicBezTo>
                    <a:pt x="7" y="1785"/>
                    <a:pt x="5" y="1780"/>
                    <a:pt x="0" y="1778"/>
                  </a:cubicBezTo>
                  <a:cubicBezTo>
                    <a:pt x="11" y="1790"/>
                    <a:pt x="14" y="1795"/>
                    <a:pt x="21" y="1796"/>
                  </a:cubicBezTo>
                  <a:cubicBezTo>
                    <a:pt x="69" y="1822"/>
                    <a:pt x="73" y="1822"/>
                    <a:pt x="73" y="1825"/>
                  </a:cubicBezTo>
                  <a:cubicBezTo>
                    <a:pt x="107" y="1837"/>
                    <a:pt x="117" y="1835"/>
                    <a:pt x="121" y="1841"/>
                  </a:cubicBezTo>
                  <a:cubicBezTo>
                    <a:pt x="173" y="1856"/>
                    <a:pt x="180" y="1858"/>
                    <a:pt x="185" y="1863"/>
                  </a:cubicBezTo>
                  <a:cubicBezTo>
                    <a:pt x="244" y="1877"/>
                    <a:pt x="247" y="1885"/>
                    <a:pt x="257" y="1886"/>
                  </a:cubicBezTo>
                  <a:cubicBezTo>
                    <a:pt x="328" y="1923"/>
                    <a:pt x="333" y="1922"/>
                    <a:pt x="334" y="1927"/>
                  </a:cubicBezTo>
                  <a:cubicBezTo>
                    <a:pt x="357" y="1939"/>
                    <a:pt x="358" y="1941"/>
                    <a:pt x="359" y="1943"/>
                  </a:cubicBezTo>
                  <a:cubicBezTo>
                    <a:pt x="389" y="1965"/>
                    <a:pt x="397" y="1968"/>
                    <a:pt x="399" y="1977"/>
                  </a:cubicBezTo>
                  <a:cubicBezTo>
                    <a:pt x="374" y="1960"/>
                    <a:pt x="371" y="1957"/>
                    <a:pt x="367" y="1955"/>
                  </a:cubicBezTo>
                  <a:cubicBezTo>
                    <a:pt x="354" y="1942"/>
                    <a:pt x="348" y="1943"/>
                    <a:pt x="346" y="1939"/>
                  </a:cubicBezTo>
                  <a:cubicBezTo>
                    <a:pt x="304" y="1918"/>
                    <a:pt x="302" y="1914"/>
                    <a:pt x="296" y="1914"/>
                  </a:cubicBezTo>
                  <a:cubicBezTo>
                    <a:pt x="255" y="1891"/>
                    <a:pt x="250" y="1892"/>
                    <a:pt x="246" y="1889"/>
                  </a:cubicBezTo>
                  <a:cubicBezTo>
                    <a:pt x="214" y="1878"/>
                    <a:pt x="207" y="1878"/>
                    <a:pt x="204" y="1875"/>
                  </a:cubicBezTo>
                  <a:cubicBezTo>
                    <a:pt x="145" y="1856"/>
                    <a:pt x="139" y="1862"/>
                    <a:pt x="137" y="1855"/>
                  </a:cubicBezTo>
                  <a:cubicBezTo>
                    <a:pt x="80" y="1844"/>
                    <a:pt x="74" y="1838"/>
                    <a:pt x="63" y="1837"/>
                  </a:cubicBezTo>
                  <a:cubicBezTo>
                    <a:pt x="29" y="1820"/>
                    <a:pt x="21" y="1817"/>
                    <a:pt x="14" y="1812"/>
                  </a:cubicBezTo>
                  <a:cubicBezTo>
                    <a:pt x="3" y="1812"/>
                    <a:pt x="5" y="1813"/>
                    <a:pt x="7" y="1814"/>
                  </a:cubicBezTo>
                  <a:cubicBezTo>
                    <a:pt x="48" y="1839"/>
                    <a:pt x="54" y="1842"/>
                    <a:pt x="62" y="1843"/>
                  </a:cubicBezTo>
                  <a:cubicBezTo>
                    <a:pt x="83" y="1858"/>
                    <a:pt x="95" y="1854"/>
                    <a:pt x="100" y="1858"/>
                  </a:cubicBezTo>
                  <a:cubicBezTo>
                    <a:pt x="168" y="1879"/>
                    <a:pt x="177" y="1875"/>
                    <a:pt x="180" y="1879"/>
                  </a:cubicBezTo>
                  <a:cubicBezTo>
                    <a:pt x="238" y="1897"/>
                    <a:pt x="250" y="1901"/>
                    <a:pt x="261" y="1906"/>
                  </a:cubicBezTo>
                  <a:cubicBezTo>
                    <a:pt x="333" y="1945"/>
                    <a:pt x="345" y="1948"/>
                    <a:pt x="354" y="1956"/>
                  </a:cubicBezTo>
                  <a:cubicBezTo>
                    <a:pt x="371" y="1971"/>
                    <a:pt x="377" y="1972"/>
                    <a:pt x="381" y="1976"/>
                  </a:cubicBezTo>
                  <a:cubicBezTo>
                    <a:pt x="410" y="2003"/>
                    <a:pt x="416" y="2005"/>
                    <a:pt x="421" y="2008"/>
                  </a:cubicBezTo>
                  <a:cubicBezTo>
                    <a:pt x="419" y="2023"/>
                    <a:pt x="415" y="2019"/>
                    <a:pt x="412" y="2013"/>
                  </a:cubicBezTo>
                  <a:cubicBezTo>
                    <a:pt x="396" y="2002"/>
                    <a:pt x="394" y="2001"/>
                    <a:pt x="394" y="1997"/>
                  </a:cubicBezTo>
                  <a:cubicBezTo>
                    <a:pt x="369" y="1981"/>
                    <a:pt x="367" y="1980"/>
                    <a:pt x="366" y="1977"/>
                  </a:cubicBezTo>
                  <a:cubicBezTo>
                    <a:pt x="342" y="1959"/>
                    <a:pt x="331" y="1963"/>
                    <a:pt x="330" y="1956"/>
                  </a:cubicBezTo>
                  <a:cubicBezTo>
                    <a:pt x="293" y="1936"/>
                    <a:pt x="287" y="1934"/>
                    <a:pt x="282" y="1930"/>
                  </a:cubicBezTo>
                  <a:cubicBezTo>
                    <a:pt x="221" y="1911"/>
                    <a:pt x="220" y="1904"/>
                    <a:pt x="208" y="1907"/>
                  </a:cubicBezTo>
                  <a:cubicBezTo>
                    <a:pt x="75" y="1890"/>
                    <a:pt x="83" y="1888"/>
                    <a:pt x="87" y="1890"/>
                  </a:cubicBezTo>
                  <a:cubicBezTo>
                    <a:pt x="138" y="1913"/>
                    <a:pt x="148" y="1916"/>
                    <a:pt x="157" y="1922"/>
                  </a:cubicBezTo>
                  <a:cubicBezTo>
                    <a:pt x="263" y="1960"/>
                    <a:pt x="273" y="1964"/>
                    <a:pt x="285" y="1967"/>
                  </a:cubicBezTo>
                  <a:cubicBezTo>
                    <a:pt x="325" y="1987"/>
                    <a:pt x="336" y="1992"/>
                    <a:pt x="346" y="1998"/>
                  </a:cubicBezTo>
                  <a:cubicBezTo>
                    <a:pt x="383" y="2021"/>
                    <a:pt x="386" y="2023"/>
                    <a:pt x="387" y="2026"/>
                  </a:cubicBezTo>
                  <a:cubicBezTo>
                    <a:pt x="406" y="2038"/>
                    <a:pt x="410" y="2041"/>
                    <a:pt x="415" y="2044"/>
                  </a:cubicBezTo>
                  <a:cubicBezTo>
                    <a:pt x="427" y="2059"/>
                    <a:pt x="430" y="2059"/>
                    <a:pt x="431" y="2062"/>
                  </a:cubicBezTo>
                  <a:cubicBezTo>
                    <a:pt x="435" y="2076"/>
                    <a:pt x="425" y="2066"/>
                    <a:pt x="415" y="2057"/>
                  </a:cubicBezTo>
                  <a:cubicBezTo>
                    <a:pt x="366" y="2016"/>
                    <a:pt x="358" y="2016"/>
                    <a:pt x="355" y="2011"/>
                  </a:cubicBezTo>
                  <a:cubicBezTo>
                    <a:pt x="315" y="1992"/>
                    <a:pt x="305" y="1986"/>
                    <a:pt x="292" y="1984"/>
                  </a:cubicBezTo>
                  <a:cubicBezTo>
                    <a:pt x="225" y="1957"/>
                    <a:pt x="220" y="1954"/>
                    <a:pt x="214" y="1953"/>
                  </a:cubicBezTo>
                  <a:cubicBezTo>
                    <a:pt x="186" y="1938"/>
                    <a:pt x="170" y="1937"/>
                    <a:pt x="160" y="1930"/>
                  </a:cubicBezTo>
                  <a:cubicBezTo>
                    <a:pt x="116" y="1915"/>
                    <a:pt x="111" y="1911"/>
                    <a:pt x="104" y="1910"/>
                  </a:cubicBezTo>
                  <a:cubicBezTo>
                    <a:pt x="63" y="1893"/>
                    <a:pt x="62" y="1885"/>
                    <a:pt x="54" y="1885"/>
                  </a:cubicBezTo>
                  <a:cubicBezTo>
                    <a:pt x="34" y="1870"/>
                    <a:pt x="30" y="1866"/>
                    <a:pt x="26" y="1861"/>
                  </a:cubicBezTo>
                  <a:cubicBezTo>
                    <a:pt x="0" y="1847"/>
                    <a:pt x="1" y="1847"/>
                    <a:pt x="1" y="1848"/>
                  </a:cubicBezTo>
                  <a:cubicBezTo>
                    <a:pt x="22" y="1863"/>
                    <a:pt x="21" y="1872"/>
                    <a:pt x="29" y="1872"/>
                  </a:cubicBezTo>
                  <a:cubicBezTo>
                    <a:pt x="60" y="1894"/>
                    <a:pt x="65" y="1903"/>
                    <a:pt x="75" y="1906"/>
                  </a:cubicBezTo>
                  <a:cubicBezTo>
                    <a:pt x="112" y="1923"/>
                    <a:pt x="122" y="1926"/>
                    <a:pt x="131" y="1930"/>
                  </a:cubicBezTo>
                  <a:cubicBezTo>
                    <a:pt x="168" y="1943"/>
                    <a:pt x="174" y="1948"/>
                    <a:pt x="183" y="1948"/>
                  </a:cubicBezTo>
                  <a:cubicBezTo>
                    <a:pt x="235" y="1971"/>
                    <a:pt x="241" y="1975"/>
                    <a:pt x="252" y="1974"/>
                  </a:cubicBezTo>
                  <a:cubicBezTo>
                    <a:pt x="295" y="1992"/>
                    <a:pt x="297" y="1997"/>
                    <a:pt x="304" y="1995"/>
                  </a:cubicBezTo>
                  <a:cubicBezTo>
                    <a:pt x="355" y="2024"/>
                    <a:pt x="357" y="2025"/>
                    <a:pt x="359" y="2026"/>
                  </a:cubicBezTo>
                  <a:cubicBezTo>
                    <a:pt x="381" y="2040"/>
                    <a:pt x="384" y="2043"/>
                    <a:pt x="388" y="2045"/>
                  </a:cubicBezTo>
                  <a:cubicBezTo>
                    <a:pt x="384" y="2048"/>
                    <a:pt x="369" y="2044"/>
                    <a:pt x="359" y="2034"/>
                  </a:cubicBezTo>
                  <a:cubicBezTo>
                    <a:pt x="320" y="2025"/>
                    <a:pt x="323" y="2016"/>
                    <a:pt x="317" y="2018"/>
                  </a:cubicBezTo>
                  <a:cubicBezTo>
                    <a:pt x="276" y="2006"/>
                    <a:pt x="276" y="2002"/>
                    <a:pt x="274" y="2001"/>
                  </a:cubicBezTo>
                  <a:cubicBezTo>
                    <a:pt x="241" y="1995"/>
                    <a:pt x="240" y="1992"/>
                    <a:pt x="236" y="1993"/>
                  </a:cubicBezTo>
                  <a:cubicBezTo>
                    <a:pt x="210" y="1981"/>
                    <a:pt x="201" y="1985"/>
                    <a:pt x="200" y="1978"/>
                  </a:cubicBezTo>
                  <a:cubicBezTo>
                    <a:pt x="133" y="1960"/>
                    <a:pt x="123" y="1961"/>
                    <a:pt x="118" y="1957"/>
                  </a:cubicBezTo>
                  <a:cubicBezTo>
                    <a:pt x="100" y="1945"/>
                    <a:pt x="90" y="1952"/>
                    <a:pt x="93" y="1944"/>
                  </a:cubicBezTo>
                  <a:cubicBezTo>
                    <a:pt x="49" y="1931"/>
                    <a:pt x="58" y="1932"/>
                    <a:pt x="64" y="1937"/>
                  </a:cubicBezTo>
                  <a:cubicBezTo>
                    <a:pt x="80" y="1947"/>
                    <a:pt x="81" y="1949"/>
                    <a:pt x="82" y="1951"/>
                  </a:cubicBezTo>
                  <a:cubicBezTo>
                    <a:pt x="127" y="1968"/>
                    <a:pt x="132" y="1972"/>
                    <a:pt x="139" y="1973"/>
                  </a:cubicBezTo>
                  <a:cubicBezTo>
                    <a:pt x="182" y="1987"/>
                    <a:pt x="190" y="1982"/>
                    <a:pt x="190" y="1987"/>
                  </a:cubicBezTo>
                  <a:cubicBezTo>
                    <a:pt x="248" y="2008"/>
                    <a:pt x="257" y="2006"/>
                    <a:pt x="263" y="2008"/>
                  </a:cubicBezTo>
                  <a:cubicBezTo>
                    <a:pt x="311" y="2025"/>
                    <a:pt x="318" y="2027"/>
                    <a:pt x="322" y="2033"/>
                  </a:cubicBezTo>
                  <a:cubicBezTo>
                    <a:pt x="370" y="2056"/>
                    <a:pt x="375" y="2055"/>
                    <a:pt x="378" y="2057"/>
                  </a:cubicBezTo>
                  <a:cubicBezTo>
                    <a:pt x="437" y="2104"/>
                    <a:pt x="444" y="2102"/>
                    <a:pt x="443" y="2109"/>
                  </a:cubicBezTo>
                  <a:cubicBezTo>
                    <a:pt x="462" y="2130"/>
                    <a:pt x="464" y="2132"/>
                    <a:pt x="465" y="2134"/>
                  </a:cubicBezTo>
                  <a:cubicBezTo>
                    <a:pt x="457" y="2127"/>
                    <a:pt x="451" y="2128"/>
                    <a:pt x="451" y="2122"/>
                  </a:cubicBezTo>
                  <a:cubicBezTo>
                    <a:pt x="423" y="2104"/>
                    <a:pt x="417" y="2098"/>
                    <a:pt x="411" y="2092"/>
                  </a:cubicBezTo>
                  <a:cubicBezTo>
                    <a:pt x="362" y="2061"/>
                    <a:pt x="351" y="2061"/>
                    <a:pt x="345" y="2055"/>
                  </a:cubicBezTo>
                  <a:cubicBezTo>
                    <a:pt x="286" y="2031"/>
                    <a:pt x="275" y="2027"/>
                    <a:pt x="264" y="2021"/>
                  </a:cubicBezTo>
                  <a:cubicBezTo>
                    <a:pt x="230" y="2007"/>
                    <a:pt x="228" y="2010"/>
                    <a:pt x="226" y="2007"/>
                  </a:cubicBezTo>
                  <a:cubicBezTo>
                    <a:pt x="192" y="1997"/>
                    <a:pt x="187" y="1995"/>
                    <a:pt x="181" y="1992"/>
                  </a:cubicBezTo>
                  <a:cubicBezTo>
                    <a:pt x="108" y="1970"/>
                    <a:pt x="98" y="1960"/>
                    <a:pt x="83" y="1958"/>
                  </a:cubicBezTo>
                  <a:cubicBezTo>
                    <a:pt x="25" y="1928"/>
                    <a:pt x="23" y="1926"/>
                    <a:pt x="19" y="1925"/>
                  </a:cubicBezTo>
                  <a:cubicBezTo>
                    <a:pt x="40" y="1946"/>
                    <a:pt x="48" y="1943"/>
                    <a:pt x="49" y="1949"/>
                  </a:cubicBezTo>
                  <a:cubicBezTo>
                    <a:pt x="103" y="1971"/>
                    <a:pt x="111" y="1978"/>
                    <a:pt x="122" y="1981"/>
                  </a:cubicBezTo>
                  <a:cubicBezTo>
                    <a:pt x="192" y="2004"/>
                    <a:pt x="200" y="2010"/>
                    <a:pt x="211" y="2012"/>
                  </a:cubicBezTo>
                  <a:cubicBezTo>
                    <a:pt x="263" y="2031"/>
                    <a:pt x="270" y="2031"/>
                    <a:pt x="272" y="2036"/>
                  </a:cubicBezTo>
                  <a:cubicBezTo>
                    <a:pt x="314" y="2054"/>
                    <a:pt x="326" y="2056"/>
                    <a:pt x="335" y="2062"/>
                  </a:cubicBezTo>
                  <a:cubicBezTo>
                    <a:pt x="402" y="2103"/>
                    <a:pt x="410" y="2103"/>
                    <a:pt x="413" y="2109"/>
                  </a:cubicBezTo>
                  <a:cubicBezTo>
                    <a:pt x="439" y="2128"/>
                    <a:pt x="442" y="2130"/>
                    <a:pt x="445" y="2131"/>
                  </a:cubicBezTo>
                  <a:cubicBezTo>
                    <a:pt x="473" y="2160"/>
                    <a:pt x="473" y="2160"/>
                    <a:pt x="473" y="2160"/>
                  </a:cubicBezTo>
                  <a:cubicBezTo>
                    <a:pt x="521" y="2147"/>
                    <a:pt x="516" y="2139"/>
                    <a:pt x="524" y="2139"/>
                  </a:cubicBezTo>
                  <a:close/>
                  <a:moveTo>
                    <a:pt x="452" y="1733"/>
                  </a:moveTo>
                  <a:cubicBezTo>
                    <a:pt x="454" y="1730"/>
                    <a:pt x="456" y="1727"/>
                    <a:pt x="458" y="1724"/>
                  </a:cubicBezTo>
                  <a:cubicBezTo>
                    <a:pt x="465" y="1726"/>
                    <a:pt x="453" y="1729"/>
                    <a:pt x="456" y="1735"/>
                  </a:cubicBezTo>
                  <a:cubicBezTo>
                    <a:pt x="453" y="1737"/>
                    <a:pt x="452" y="1741"/>
                    <a:pt x="450" y="1744"/>
                  </a:cubicBezTo>
                  <a:cubicBezTo>
                    <a:pt x="443" y="1741"/>
                    <a:pt x="454" y="1738"/>
                    <a:pt x="452" y="1733"/>
                  </a:cubicBezTo>
                  <a:close/>
                  <a:moveTo>
                    <a:pt x="440" y="1760"/>
                  </a:moveTo>
                  <a:cubicBezTo>
                    <a:pt x="442" y="1755"/>
                    <a:pt x="444" y="1751"/>
                    <a:pt x="446" y="1746"/>
                  </a:cubicBezTo>
                  <a:cubicBezTo>
                    <a:pt x="452" y="1748"/>
                    <a:pt x="442" y="1753"/>
                    <a:pt x="445" y="1759"/>
                  </a:cubicBezTo>
                  <a:cubicBezTo>
                    <a:pt x="441" y="1763"/>
                    <a:pt x="438" y="1767"/>
                    <a:pt x="437" y="1773"/>
                  </a:cubicBezTo>
                  <a:cubicBezTo>
                    <a:pt x="432" y="1771"/>
                    <a:pt x="438" y="1762"/>
                    <a:pt x="440" y="1760"/>
                  </a:cubicBezTo>
                  <a:close/>
                  <a:moveTo>
                    <a:pt x="424" y="1798"/>
                  </a:moveTo>
                  <a:cubicBezTo>
                    <a:pt x="427" y="1792"/>
                    <a:pt x="424" y="1802"/>
                    <a:pt x="424" y="1805"/>
                  </a:cubicBezTo>
                  <a:cubicBezTo>
                    <a:pt x="420" y="1803"/>
                    <a:pt x="423" y="1801"/>
                    <a:pt x="424" y="1798"/>
                  </a:cubicBezTo>
                  <a:close/>
                  <a:moveTo>
                    <a:pt x="399" y="1754"/>
                  </a:moveTo>
                  <a:cubicBezTo>
                    <a:pt x="404" y="1754"/>
                    <a:pt x="400" y="1761"/>
                    <a:pt x="399" y="1763"/>
                  </a:cubicBezTo>
                  <a:cubicBezTo>
                    <a:pt x="393" y="1762"/>
                    <a:pt x="401" y="1758"/>
                    <a:pt x="399" y="1754"/>
                  </a:cubicBezTo>
                  <a:close/>
                  <a:moveTo>
                    <a:pt x="390" y="1787"/>
                  </a:moveTo>
                  <a:cubicBezTo>
                    <a:pt x="394" y="1782"/>
                    <a:pt x="390" y="1791"/>
                    <a:pt x="390" y="1794"/>
                  </a:cubicBezTo>
                  <a:cubicBezTo>
                    <a:pt x="386" y="1793"/>
                    <a:pt x="390" y="1790"/>
                    <a:pt x="390" y="1787"/>
                  </a:cubicBezTo>
                  <a:close/>
                  <a:moveTo>
                    <a:pt x="217" y="1469"/>
                  </a:moveTo>
                  <a:cubicBezTo>
                    <a:pt x="217" y="1468"/>
                    <a:pt x="217" y="1467"/>
                    <a:pt x="216" y="1465"/>
                  </a:cubicBezTo>
                  <a:cubicBezTo>
                    <a:pt x="221" y="1464"/>
                    <a:pt x="221" y="1468"/>
                    <a:pt x="221" y="1471"/>
                  </a:cubicBezTo>
                  <a:cubicBezTo>
                    <a:pt x="220" y="1471"/>
                    <a:pt x="219" y="1469"/>
                    <a:pt x="217" y="1469"/>
                  </a:cubicBezTo>
                  <a:close/>
                  <a:moveTo>
                    <a:pt x="234" y="1492"/>
                  </a:moveTo>
                  <a:cubicBezTo>
                    <a:pt x="235" y="1486"/>
                    <a:pt x="239" y="1497"/>
                    <a:pt x="243" y="1496"/>
                  </a:cubicBezTo>
                  <a:cubicBezTo>
                    <a:pt x="243" y="1499"/>
                    <a:pt x="243" y="1502"/>
                    <a:pt x="245" y="1502"/>
                  </a:cubicBezTo>
                  <a:cubicBezTo>
                    <a:pt x="241" y="1509"/>
                    <a:pt x="239" y="1493"/>
                    <a:pt x="234" y="1492"/>
                  </a:cubicBezTo>
                  <a:close/>
                  <a:moveTo>
                    <a:pt x="288" y="1609"/>
                  </a:moveTo>
                  <a:cubicBezTo>
                    <a:pt x="292" y="1610"/>
                    <a:pt x="294" y="1614"/>
                    <a:pt x="295" y="1619"/>
                  </a:cubicBezTo>
                  <a:cubicBezTo>
                    <a:pt x="291" y="1618"/>
                    <a:pt x="289" y="1614"/>
                    <a:pt x="288" y="1609"/>
                  </a:cubicBezTo>
                  <a:close/>
                  <a:moveTo>
                    <a:pt x="307" y="1605"/>
                  </a:moveTo>
                  <a:cubicBezTo>
                    <a:pt x="302" y="1602"/>
                    <a:pt x="305" y="1590"/>
                    <a:pt x="301" y="1586"/>
                  </a:cubicBezTo>
                  <a:cubicBezTo>
                    <a:pt x="305" y="1588"/>
                    <a:pt x="307" y="1588"/>
                    <a:pt x="310" y="1585"/>
                  </a:cubicBezTo>
                  <a:cubicBezTo>
                    <a:pt x="308" y="1574"/>
                    <a:pt x="312" y="1569"/>
                    <a:pt x="313" y="1561"/>
                  </a:cubicBezTo>
                  <a:cubicBezTo>
                    <a:pt x="313" y="1553"/>
                    <a:pt x="319" y="1567"/>
                    <a:pt x="313" y="1565"/>
                  </a:cubicBezTo>
                  <a:cubicBezTo>
                    <a:pt x="315" y="1582"/>
                    <a:pt x="308" y="1591"/>
                    <a:pt x="307" y="1605"/>
                  </a:cubicBezTo>
                  <a:close/>
                  <a:moveTo>
                    <a:pt x="359" y="1783"/>
                  </a:moveTo>
                  <a:cubicBezTo>
                    <a:pt x="351" y="1782"/>
                    <a:pt x="356" y="1772"/>
                    <a:pt x="358" y="1768"/>
                  </a:cubicBezTo>
                  <a:cubicBezTo>
                    <a:pt x="365" y="1770"/>
                    <a:pt x="356" y="1776"/>
                    <a:pt x="359" y="1783"/>
                  </a:cubicBezTo>
                  <a:close/>
                  <a:moveTo>
                    <a:pt x="388" y="2010"/>
                  </a:moveTo>
                  <a:cubicBezTo>
                    <a:pt x="384" y="2012"/>
                    <a:pt x="382" y="2009"/>
                    <a:pt x="379" y="2009"/>
                  </a:cubicBezTo>
                  <a:cubicBezTo>
                    <a:pt x="376" y="2005"/>
                    <a:pt x="372" y="2001"/>
                    <a:pt x="368" y="1999"/>
                  </a:cubicBezTo>
                  <a:cubicBezTo>
                    <a:pt x="362" y="1998"/>
                    <a:pt x="359" y="1993"/>
                    <a:pt x="354" y="1991"/>
                  </a:cubicBezTo>
                  <a:cubicBezTo>
                    <a:pt x="350" y="1988"/>
                    <a:pt x="344" y="1987"/>
                    <a:pt x="340" y="1983"/>
                  </a:cubicBezTo>
                  <a:cubicBezTo>
                    <a:pt x="330" y="1979"/>
                    <a:pt x="323" y="1971"/>
                    <a:pt x="311" y="1970"/>
                  </a:cubicBezTo>
                  <a:cubicBezTo>
                    <a:pt x="304" y="1963"/>
                    <a:pt x="290" y="1963"/>
                    <a:pt x="284" y="1954"/>
                  </a:cubicBezTo>
                  <a:cubicBezTo>
                    <a:pt x="260" y="1951"/>
                    <a:pt x="240" y="1944"/>
                    <a:pt x="223" y="1932"/>
                  </a:cubicBezTo>
                  <a:cubicBezTo>
                    <a:pt x="211" y="1932"/>
                    <a:pt x="203" y="1927"/>
                    <a:pt x="192" y="1926"/>
                  </a:cubicBezTo>
                  <a:cubicBezTo>
                    <a:pt x="186" y="1920"/>
                    <a:pt x="173" y="1921"/>
                    <a:pt x="167" y="1915"/>
                  </a:cubicBezTo>
                  <a:cubicBezTo>
                    <a:pt x="156" y="1913"/>
                    <a:pt x="149" y="1908"/>
                    <a:pt x="138" y="1906"/>
                  </a:cubicBezTo>
                  <a:cubicBezTo>
                    <a:pt x="129" y="1903"/>
                    <a:pt x="123" y="1897"/>
                    <a:pt x="111" y="1897"/>
                  </a:cubicBezTo>
                  <a:cubicBezTo>
                    <a:pt x="119" y="1888"/>
                    <a:pt x="125" y="1901"/>
                    <a:pt x="135" y="1897"/>
                  </a:cubicBezTo>
                  <a:cubicBezTo>
                    <a:pt x="143" y="1899"/>
                    <a:pt x="151" y="1901"/>
                    <a:pt x="162" y="1900"/>
                  </a:cubicBezTo>
                  <a:cubicBezTo>
                    <a:pt x="165" y="1904"/>
                    <a:pt x="173" y="1902"/>
                    <a:pt x="177" y="1905"/>
                  </a:cubicBezTo>
                  <a:cubicBezTo>
                    <a:pt x="183" y="1906"/>
                    <a:pt x="188" y="1907"/>
                    <a:pt x="191" y="1911"/>
                  </a:cubicBezTo>
                  <a:cubicBezTo>
                    <a:pt x="203" y="1911"/>
                    <a:pt x="209" y="1918"/>
                    <a:pt x="222" y="1917"/>
                  </a:cubicBezTo>
                  <a:cubicBezTo>
                    <a:pt x="230" y="1923"/>
                    <a:pt x="243" y="1923"/>
                    <a:pt x="251" y="1928"/>
                  </a:cubicBezTo>
                  <a:cubicBezTo>
                    <a:pt x="260" y="1933"/>
                    <a:pt x="268" y="1937"/>
                    <a:pt x="278" y="1939"/>
                  </a:cubicBezTo>
                  <a:cubicBezTo>
                    <a:pt x="282" y="1943"/>
                    <a:pt x="288" y="1944"/>
                    <a:pt x="292" y="1947"/>
                  </a:cubicBezTo>
                  <a:cubicBezTo>
                    <a:pt x="294" y="1949"/>
                    <a:pt x="297" y="1949"/>
                    <a:pt x="301" y="1949"/>
                  </a:cubicBezTo>
                  <a:cubicBezTo>
                    <a:pt x="300" y="1953"/>
                    <a:pt x="303" y="1953"/>
                    <a:pt x="305" y="1953"/>
                  </a:cubicBezTo>
                  <a:cubicBezTo>
                    <a:pt x="313" y="1958"/>
                    <a:pt x="323" y="1961"/>
                    <a:pt x="328" y="1969"/>
                  </a:cubicBezTo>
                  <a:cubicBezTo>
                    <a:pt x="335" y="1968"/>
                    <a:pt x="337" y="1973"/>
                    <a:pt x="340" y="1977"/>
                  </a:cubicBezTo>
                  <a:cubicBezTo>
                    <a:pt x="344" y="1976"/>
                    <a:pt x="345" y="1979"/>
                    <a:pt x="349" y="1978"/>
                  </a:cubicBezTo>
                  <a:cubicBezTo>
                    <a:pt x="348" y="1982"/>
                    <a:pt x="351" y="1982"/>
                    <a:pt x="353" y="1982"/>
                  </a:cubicBezTo>
                  <a:cubicBezTo>
                    <a:pt x="354" y="1988"/>
                    <a:pt x="363" y="1986"/>
                    <a:pt x="365" y="1990"/>
                  </a:cubicBezTo>
                  <a:cubicBezTo>
                    <a:pt x="371" y="1991"/>
                    <a:pt x="372" y="1996"/>
                    <a:pt x="378" y="1996"/>
                  </a:cubicBezTo>
                  <a:cubicBezTo>
                    <a:pt x="382" y="2003"/>
                    <a:pt x="388" y="2008"/>
                    <a:pt x="395" y="2012"/>
                  </a:cubicBezTo>
                  <a:cubicBezTo>
                    <a:pt x="395" y="2018"/>
                    <a:pt x="388" y="2013"/>
                    <a:pt x="388" y="2010"/>
                  </a:cubicBezTo>
                  <a:close/>
                  <a:moveTo>
                    <a:pt x="596" y="2107"/>
                  </a:moveTo>
                  <a:cubicBezTo>
                    <a:pt x="598" y="2103"/>
                    <a:pt x="602" y="2098"/>
                    <a:pt x="604" y="2094"/>
                  </a:cubicBezTo>
                  <a:cubicBezTo>
                    <a:pt x="619" y="2080"/>
                    <a:pt x="618" y="2072"/>
                    <a:pt x="622" y="2068"/>
                  </a:cubicBezTo>
                  <a:cubicBezTo>
                    <a:pt x="660" y="2019"/>
                    <a:pt x="661" y="2017"/>
                    <a:pt x="662" y="2015"/>
                  </a:cubicBezTo>
                  <a:cubicBezTo>
                    <a:pt x="680" y="1994"/>
                    <a:pt x="677" y="1985"/>
                    <a:pt x="684" y="1985"/>
                  </a:cubicBezTo>
                  <a:cubicBezTo>
                    <a:pt x="699" y="1956"/>
                    <a:pt x="701" y="1954"/>
                    <a:pt x="703" y="1953"/>
                  </a:cubicBezTo>
                  <a:cubicBezTo>
                    <a:pt x="735" y="1903"/>
                    <a:pt x="744" y="1884"/>
                    <a:pt x="752" y="1865"/>
                  </a:cubicBezTo>
                  <a:cubicBezTo>
                    <a:pt x="765" y="1831"/>
                    <a:pt x="766" y="1825"/>
                    <a:pt x="768" y="1820"/>
                  </a:cubicBezTo>
                  <a:cubicBezTo>
                    <a:pt x="769" y="1817"/>
                    <a:pt x="760" y="1822"/>
                    <a:pt x="761" y="1836"/>
                  </a:cubicBezTo>
                  <a:cubicBezTo>
                    <a:pt x="728" y="1898"/>
                    <a:pt x="723" y="1908"/>
                    <a:pt x="718" y="1917"/>
                  </a:cubicBezTo>
                  <a:cubicBezTo>
                    <a:pt x="702" y="1935"/>
                    <a:pt x="702" y="1939"/>
                    <a:pt x="700" y="1940"/>
                  </a:cubicBezTo>
                  <a:cubicBezTo>
                    <a:pt x="676" y="1974"/>
                    <a:pt x="673" y="1984"/>
                    <a:pt x="667" y="1991"/>
                  </a:cubicBezTo>
                  <a:cubicBezTo>
                    <a:pt x="648" y="2019"/>
                    <a:pt x="646" y="2019"/>
                    <a:pt x="647" y="2023"/>
                  </a:cubicBezTo>
                  <a:cubicBezTo>
                    <a:pt x="633" y="2043"/>
                    <a:pt x="628" y="2045"/>
                    <a:pt x="625" y="2048"/>
                  </a:cubicBezTo>
                  <a:cubicBezTo>
                    <a:pt x="609" y="2076"/>
                    <a:pt x="604" y="2078"/>
                    <a:pt x="601" y="2081"/>
                  </a:cubicBezTo>
                  <a:cubicBezTo>
                    <a:pt x="576" y="2118"/>
                    <a:pt x="578" y="2126"/>
                    <a:pt x="571" y="2127"/>
                  </a:cubicBezTo>
                  <a:cubicBezTo>
                    <a:pt x="556" y="2155"/>
                    <a:pt x="554" y="2157"/>
                    <a:pt x="553" y="2160"/>
                  </a:cubicBezTo>
                  <a:cubicBezTo>
                    <a:pt x="565" y="2157"/>
                    <a:pt x="568" y="2155"/>
                    <a:pt x="566" y="2151"/>
                  </a:cubicBezTo>
                  <a:cubicBezTo>
                    <a:pt x="593" y="2117"/>
                    <a:pt x="590" y="2108"/>
                    <a:pt x="596" y="2107"/>
                  </a:cubicBezTo>
                  <a:close/>
                  <a:moveTo>
                    <a:pt x="556" y="2121"/>
                  </a:moveTo>
                  <a:cubicBezTo>
                    <a:pt x="555" y="2115"/>
                    <a:pt x="559" y="2113"/>
                    <a:pt x="561" y="2110"/>
                  </a:cubicBezTo>
                  <a:cubicBezTo>
                    <a:pt x="585" y="2064"/>
                    <a:pt x="590" y="2064"/>
                    <a:pt x="591" y="2060"/>
                  </a:cubicBezTo>
                  <a:cubicBezTo>
                    <a:pt x="608" y="2038"/>
                    <a:pt x="607" y="2033"/>
                    <a:pt x="610" y="2030"/>
                  </a:cubicBezTo>
                  <a:cubicBezTo>
                    <a:pt x="638" y="2004"/>
                    <a:pt x="636" y="1993"/>
                    <a:pt x="645" y="1992"/>
                  </a:cubicBezTo>
                  <a:cubicBezTo>
                    <a:pt x="664" y="1965"/>
                    <a:pt x="667" y="1963"/>
                    <a:pt x="666" y="1958"/>
                  </a:cubicBezTo>
                  <a:cubicBezTo>
                    <a:pt x="682" y="1941"/>
                    <a:pt x="684" y="1938"/>
                    <a:pt x="687" y="1937"/>
                  </a:cubicBezTo>
                  <a:cubicBezTo>
                    <a:pt x="710" y="1898"/>
                    <a:pt x="721" y="1889"/>
                    <a:pt x="726" y="1875"/>
                  </a:cubicBezTo>
                  <a:cubicBezTo>
                    <a:pt x="749" y="1838"/>
                    <a:pt x="750" y="1835"/>
                    <a:pt x="749" y="1830"/>
                  </a:cubicBezTo>
                  <a:cubicBezTo>
                    <a:pt x="766" y="1792"/>
                    <a:pt x="762" y="1780"/>
                    <a:pt x="770" y="1778"/>
                  </a:cubicBezTo>
                  <a:cubicBezTo>
                    <a:pt x="774" y="1706"/>
                    <a:pt x="781" y="1717"/>
                    <a:pt x="776" y="1719"/>
                  </a:cubicBezTo>
                  <a:cubicBezTo>
                    <a:pt x="771" y="1756"/>
                    <a:pt x="768" y="1760"/>
                    <a:pt x="767" y="1765"/>
                  </a:cubicBezTo>
                  <a:cubicBezTo>
                    <a:pt x="751" y="1811"/>
                    <a:pt x="751" y="1818"/>
                    <a:pt x="746" y="1819"/>
                  </a:cubicBezTo>
                  <a:cubicBezTo>
                    <a:pt x="726" y="1861"/>
                    <a:pt x="723" y="1864"/>
                    <a:pt x="721" y="1869"/>
                  </a:cubicBezTo>
                  <a:cubicBezTo>
                    <a:pt x="686" y="1918"/>
                    <a:pt x="687" y="1914"/>
                    <a:pt x="683" y="1918"/>
                  </a:cubicBezTo>
                  <a:cubicBezTo>
                    <a:pt x="665" y="1944"/>
                    <a:pt x="666" y="1949"/>
                    <a:pt x="661" y="1950"/>
                  </a:cubicBezTo>
                  <a:cubicBezTo>
                    <a:pt x="649" y="1969"/>
                    <a:pt x="647" y="1972"/>
                    <a:pt x="646" y="1975"/>
                  </a:cubicBezTo>
                  <a:cubicBezTo>
                    <a:pt x="622" y="2004"/>
                    <a:pt x="620" y="2011"/>
                    <a:pt x="614" y="2014"/>
                  </a:cubicBezTo>
                  <a:cubicBezTo>
                    <a:pt x="595" y="2042"/>
                    <a:pt x="587" y="2040"/>
                    <a:pt x="590" y="2047"/>
                  </a:cubicBezTo>
                  <a:cubicBezTo>
                    <a:pt x="566" y="2088"/>
                    <a:pt x="559" y="2090"/>
                    <a:pt x="556" y="2097"/>
                  </a:cubicBezTo>
                  <a:cubicBezTo>
                    <a:pt x="535" y="2141"/>
                    <a:pt x="528" y="2144"/>
                    <a:pt x="527" y="2151"/>
                  </a:cubicBezTo>
                  <a:cubicBezTo>
                    <a:pt x="533" y="2157"/>
                    <a:pt x="535" y="2153"/>
                    <a:pt x="538" y="2151"/>
                  </a:cubicBezTo>
                  <a:cubicBezTo>
                    <a:pt x="549" y="2125"/>
                    <a:pt x="552" y="2123"/>
                    <a:pt x="556" y="2121"/>
                  </a:cubicBezTo>
                  <a:close/>
                </a:path>
              </a:pathLst>
            </a:custGeom>
            <a:solidFill>
              <a:schemeClr val="accent1">
                <a:lumMod val="20000"/>
                <a:lumOff val="80000"/>
              </a:schemeClr>
            </a:solidFill>
            <a:ln>
              <a:noFill/>
            </a:ln>
          </p:spPr>
        </p:sp>
      </p:grpSp>
      <p:grpSp>
        <p:nvGrpSpPr>
          <p:cNvPr id="15" name="Group 14" title="Text Container Shape">
            <a:extLst>
              <a:ext uri="{FF2B5EF4-FFF2-40B4-BE49-F238E27FC236}">
                <a16:creationId xmlns:a16="http://schemas.microsoft.com/office/drawing/2014/main" id="{AD746CED-0567-4DF8-AB5A-955539059A38}"/>
              </a:ext>
            </a:extLst>
          </p:cNvPr>
          <p:cNvGrpSpPr>
            <a:grpSpLocks noGrp="1" noUngrp="1" noRot="1" noChangeAspect="1" noMove="1" noResize="1"/>
          </p:cNvGrp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GrpSpPr>
        <p:grpSpPr>
          <a:xfrm>
            <a:off x="2452690" y="1262065"/>
            <a:ext cx="7286625" cy="4333875"/>
            <a:chOff x="2452688" y="1262063"/>
            <a:chExt cx="7286625" cy="4333875"/>
          </a:xfrm>
        </p:grpSpPr>
        <p:sp useBgFill="1">
          <p:nvSpPr>
            <p:cNvPr id="16" name="Freeform 159">
              <a:extLst>
                <a:ext uri="{FF2B5EF4-FFF2-40B4-BE49-F238E27FC236}">
                  <a16:creationId xmlns:a16="http://schemas.microsoft.com/office/drawing/2014/main" id="{ADA5E076-A7C5-4275-A6C5-D0949C89B1B9}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 bwMode="auto">
            <a:xfrm>
              <a:off x="2452688" y="1262063"/>
              <a:ext cx="7286625" cy="4333875"/>
            </a:xfrm>
            <a:custGeom>
              <a:avLst/>
              <a:gdLst/>
              <a:ahLst/>
              <a:cxnLst/>
              <a:rect l="0" t="0" r="r" b="b"/>
              <a:pathLst>
                <a:path w="4590" h="2730">
                  <a:moveTo>
                    <a:pt x="200" y="0"/>
                  </a:moveTo>
                  <a:lnTo>
                    <a:pt x="4390" y="0"/>
                  </a:lnTo>
                  <a:lnTo>
                    <a:pt x="4430" y="4"/>
                  </a:lnTo>
                  <a:lnTo>
                    <a:pt x="4468" y="15"/>
                  </a:lnTo>
                  <a:lnTo>
                    <a:pt x="4501" y="33"/>
                  </a:lnTo>
                  <a:lnTo>
                    <a:pt x="4532" y="59"/>
                  </a:lnTo>
                  <a:lnTo>
                    <a:pt x="4555" y="88"/>
                  </a:lnTo>
                  <a:lnTo>
                    <a:pt x="4575" y="123"/>
                  </a:lnTo>
                  <a:lnTo>
                    <a:pt x="4586" y="160"/>
                  </a:lnTo>
                  <a:lnTo>
                    <a:pt x="4590" y="201"/>
                  </a:lnTo>
                  <a:lnTo>
                    <a:pt x="4590" y="2529"/>
                  </a:lnTo>
                  <a:lnTo>
                    <a:pt x="4586" y="2570"/>
                  </a:lnTo>
                  <a:lnTo>
                    <a:pt x="4575" y="2607"/>
                  </a:lnTo>
                  <a:lnTo>
                    <a:pt x="4555" y="2642"/>
                  </a:lnTo>
                  <a:lnTo>
                    <a:pt x="4532" y="2672"/>
                  </a:lnTo>
                  <a:lnTo>
                    <a:pt x="4501" y="2697"/>
                  </a:lnTo>
                  <a:lnTo>
                    <a:pt x="4468" y="2715"/>
                  </a:lnTo>
                  <a:lnTo>
                    <a:pt x="4430" y="2726"/>
                  </a:lnTo>
                  <a:lnTo>
                    <a:pt x="4390" y="2730"/>
                  </a:lnTo>
                  <a:lnTo>
                    <a:pt x="200" y="2730"/>
                  </a:lnTo>
                  <a:lnTo>
                    <a:pt x="160" y="2726"/>
                  </a:lnTo>
                  <a:lnTo>
                    <a:pt x="122" y="2715"/>
                  </a:lnTo>
                  <a:lnTo>
                    <a:pt x="89" y="2697"/>
                  </a:lnTo>
                  <a:lnTo>
                    <a:pt x="58" y="2672"/>
                  </a:lnTo>
                  <a:lnTo>
                    <a:pt x="35" y="2642"/>
                  </a:lnTo>
                  <a:lnTo>
                    <a:pt x="15" y="2607"/>
                  </a:lnTo>
                  <a:lnTo>
                    <a:pt x="4" y="2570"/>
                  </a:lnTo>
                  <a:lnTo>
                    <a:pt x="0" y="2529"/>
                  </a:lnTo>
                  <a:lnTo>
                    <a:pt x="0" y="201"/>
                  </a:lnTo>
                  <a:lnTo>
                    <a:pt x="4" y="160"/>
                  </a:lnTo>
                  <a:lnTo>
                    <a:pt x="15" y="123"/>
                  </a:lnTo>
                  <a:lnTo>
                    <a:pt x="35" y="88"/>
                  </a:lnTo>
                  <a:lnTo>
                    <a:pt x="58" y="59"/>
                  </a:lnTo>
                  <a:lnTo>
                    <a:pt x="89" y="33"/>
                  </a:lnTo>
                  <a:lnTo>
                    <a:pt x="122" y="15"/>
                  </a:lnTo>
                  <a:lnTo>
                    <a:pt x="160" y="4"/>
                  </a:lnTo>
                  <a:lnTo>
                    <a:pt x="200" y="0"/>
                  </a:lnTo>
                  <a:close/>
                </a:path>
              </a:pathLst>
            </a:custGeom>
            <a:ln w="0">
              <a:noFill/>
              <a:prstDash val="solid"/>
              <a:round/>
              <a:headEnd/>
              <a:tailEnd/>
            </a:ln>
          </p:spPr>
        </p:sp>
        <p:sp>
          <p:nvSpPr>
            <p:cNvPr id="17" name="Freeform 164">
              <a:extLst>
                <a:ext uri="{FF2B5EF4-FFF2-40B4-BE49-F238E27FC236}">
                  <a16:creationId xmlns:a16="http://schemas.microsoft.com/office/drawing/2014/main" id="{8DA0B687-0059-4D26-A341-3533C07D86DA}"/>
                </a:ext>
              </a:extLst>
            </p:cNvPr>
            <p:cNvSpPr>
              <a:spLocks noEditPoints="1"/>
            </p:cNvSpPr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 bwMode="auto">
            <a:xfrm>
              <a:off x="2643188" y="1452563"/>
              <a:ext cx="6905625" cy="3952875"/>
            </a:xfrm>
            <a:custGeom>
              <a:avLst/>
              <a:gdLst/>
              <a:ahLst/>
              <a:cxnLst/>
              <a:rect l="0" t="0" r="r" b="b"/>
              <a:pathLst>
                <a:path w="4350" h="2490">
                  <a:moveTo>
                    <a:pt x="80" y="28"/>
                  </a:moveTo>
                  <a:lnTo>
                    <a:pt x="63" y="30"/>
                  </a:lnTo>
                  <a:lnTo>
                    <a:pt x="50" y="38"/>
                  </a:lnTo>
                  <a:lnTo>
                    <a:pt x="38" y="49"/>
                  </a:lnTo>
                  <a:lnTo>
                    <a:pt x="30" y="63"/>
                  </a:lnTo>
                  <a:lnTo>
                    <a:pt x="28" y="79"/>
                  </a:lnTo>
                  <a:lnTo>
                    <a:pt x="28" y="2411"/>
                  </a:lnTo>
                  <a:lnTo>
                    <a:pt x="30" y="2427"/>
                  </a:lnTo>
                  <a:lnTo>
                    <a:pt x="38" y="2441"/>
                  </a:lnTo>
                  <a:lnTo>
                    <a:pt x="50" y="2452"/>
                  </a:lnTo>
                  <a:lnTo>
                    <a:pt x="63" y="2460"/>
                  </a:lnTo>
                  <a:lnTo>
                    <a:pt x="80" y="2462"/>
                  </a:lnTo>
                  <a:lnTo>
                    <a:pt x="4270" y="2462"/>
                  </a:lnTo>
                  <a:lnTo>
                    <a:pt x="4287" y="2460"/>
                  </a:lnTo>
                  <a:lnTo>
                    <a:pt x="4300" y="2452"/>
                  </a:lnTo>
                  <a:lnTo>
                    <a:pt x="4312" y="2441"/>
                  </a:lnTo>
                  <a:lnTo>
                    <a:pt x="4320" y="2427"/>
                  </a:lnTo>
                  <a:lnTo>
                    <a:pt x="4322" y="2411"/>
                  </a:lnTo>
                  <a:lnTo>
                    <a:pt x="4322" y="79"/>
                  </a:lnTo>
                  <a:lnTo>
                    <a:pt x="4320" y="63"/>
                  </a:lnTo>
                  <a:lnTo>
                    <a:pt x="4312" y="49"/>
                  </a:lnTo>
                  <a:lnTo>
                    <a:pt x="4300" y="38"/>
                  </a:lnTo>
                  <a:lnTo>
                    <a:pt x="4287" y="30"/>
                  </a:lnTo>
                  <a:lnTo>
                    <a:pt x="4270" y="28"/>
                  </a:lnTo>
                  <a:lnTo>
                    <a:pt x="80" y="28"/>
                  </a:lnTo>
                  <a:close/>
                  <a:moveTo>
                    <a:pt x="80" y="0"/>
                  </a:moveTo>
                  <a:lnTo>
                    <a:pt x="4270" y="0"/>
                  </a:lnTo>
                  <a:lnTo>
                    <a:pt x="4295" y="4"/>
                  </a:lnTo>
                  <a:lnTo>
                    <a:pt x="4317" y="16"/>
                  </a:lnTo>
                  <a:lnTo>
                    <a:pt x="4334" y="33"/>
                  </a:lnTo>
                  <a:lnTo>
                    <a:pt x="4346" y="54"/>
                  </a:lnTo>
                  <a:lnTo>
                    <a:pt x="4350" y="79"/>
                  </a:lnTo>
                  <a:lnTo>
                    <a:pt x="4350" y="2411"/>
                  </a:lnTo>
                  <a:lnTo>
                    <a:pt x="4346" y="2436"/>
                  </a:lnTo>
                  <a:lnTo>
                    <a:pt x="4334" y="2457"/>
                  </a:lnTo>
                  <a:lnTo>
                    <a:pt x="4317" y="2474"/>
                  </a:lnTo>
                  <a:lnTo>
                    <a:pt x="4295" y="2486"/>
                  </a:lnTo>
                  <a:lnTo>
                    <a:pt x="4270" y="2490"/>
                  </a:lnTo>
                  <a:lnTo>
                    <a:pt x="80" y="2490"/>
                  </a:lnTo>
                  <a:lnTo>
                    <a:pt x="55" y="2486"/>
                  </a:lnTo>
                  <a:lnTo>
                    <a:pt x="33" y="2474"/>
                  </a:lnTo>
                  <a:lnTo>
                    <a:pt x="16" y="2457"/>
                  </a:lnTo>
                  <a:lnTo>
                    <a:pt x="4" y="2436"/>
                  </a:lnTo>
                  <a:lnTo>
                    <a:pt x="0" y="2411"/>
                  </a:lnTo>
                  <a:lnTo>
                    <a:pt x="0" y="79"/>
                  </a:lnTo>
                  <a:lnTo>
                    <a:pt x="4" y="54"/>
                  </a:lnTo>
                  <a:lnTo>
                    <a:pt x="16" y="33"/>
                  </a:lnTo>
                  <a:lnTo>
                    <a:pt x="33" y="16"/>
                  </a:lnTo>
                  <a:lnTo>
                    <a:pt x="55" y="4"/>
                  </a:lnTo>
                  <a:lnTo>
                    <a:pt x="80" y="0"/>
                  </a:lnTo>
                  <a:close/>
                </a:path>
              </a:pathLst>
            </a:custGeom>
            <a:solidFill>
              <a:schemeClr val="tx2">
                <a:lumMod val="75000"/>
                <a:lumOff val="25000"/>
              </a:schemeClr>
            </a:solidFill>
            <a:ln w="0">
              <a:noFill/>
              <a:prstDash val="solid"/>
              <a:round/>
              <a:headEnd/>
              <a:tailEnd/>
            </a:ln>
          </p:spPr>
        </p:sp>
        <p:cxnSp>
          <p:nvCxnSpPr>
            <p:cNvPr id="18" name="Straight Connector 17">
              <a:extLst>
                <a:ext uri="{FF2B5EF4-FFF2-40B4-BE49-F238E27FC236}">
                  <a16:creationId xmlns:a16="http://schemas.microsoft.com/office/drawing/2014/main" id="{B3CFF822-5B88-4257-86DB-464E3C755FE2}"/>
                </a:ext>
              </a:extLst>
            </p:cNvPr>
            <p:cNvCxn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CxnSpPr>
          <p:spPr>
            <a:xfrm>
              <a:off x="5410200" y="3862794"/>
              <a:ext cx="1371600" cy="0"/>
            </a:xfrm>
            <a:prstGeom prst="line">
              <a:avLst/>
            </a:prstGeom>
            <a:ln w="38100">
              <a:solidFill>
                <a:schemeClr val="tx2">
                  <a:lumMod val="75000"/>
                  <a:lumOff val="2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2" name="Title 1">
            <a:extLst>
              <a:ext uri="{FF2B5EF4-FFF2-40B4-BE49-F238E27FC236}">
                <a16:creationId xmlns:a16="http://schemas.microsoft.com/office/drawing/2014/main" id="{92033CEE-8C0B-4A02-A8C3-2B214E702A58}"/>
              </a:ext>
            </a:extLst>
          </p:cNvPr>
          <p:cNvSpPr>
            <a:spLocks noGrp="1"/>
          </p:cNvSpPr>
          <p:nvPr>
            <p:ph type="ctrTitle"/>
          </p:nvPr>
        </p:nvSpPr>
        <p:spPr>
          <a:xfrm>
            <a:off x="3162303" y="1638301"/>
            <a:ext cx="5860821" cy="2021294"/>
          </a:xfrm>
        </p:spPr>
        <p:txBody>
          <a:bodyPr anchor="ctr">
            <a:normAutofit/>
          </a:bodyPr>
          <a:lstStyle/>
          <a:p>
            <a:pPr algn="ctr"/>
            <a:r>
              <a:rPr lang="tr-TR" dirty="0">
                <a:solidFill>
                  <a:schemeClr val="tx2">
                    <a:lumMod val="75000"/>
                    <a:lumOff val="25000"/>
                  </a:schemeClr>
                </a:solidFill>
              </a:rPr>
              <a:t>Chapter 6</a:t>
            </a:r>
            <a:br>
              <a:rPr lang="tr-TR" dirty="0">
                <a:solidFill>
                  <a:schemeClr val="tx2">
                    <a:lumMod val="75000"/>
                    <a:lumOff val="25000"/>
                  </a:schemeClr>
                </a:solidFill>
              </a:rPr>
            </a:br>
            <a:r>
              <a:rPr lang="tr-TR" dirty="0">
                <a:solidFill>
                  <a:schemeClr val="tx2">
                    <a:lumMod val="75000"/>
                    <a:lumOff val="25000"/>
                  </a:schemeClr>
                </a:solidFill>
              </a:rPr>
              <a:t>Transactions</a:t>
            </a:r>
          </a:p>
        </p:txBody>
      </p:sp>
      <p:sp>
        <p:nvSpPr>
          <p:cNvPr id="3" name="Subtitle 2">
            <a:extLst>
              <a:ext uri="{FF2B5EF4-FFF2-40B4-BE49-F238E27FC236}">
                <a16:creationId xmlns:a16="http://schemas.microsoft.com/office/drawing/2014/main" id="{1E6C8D7C-6313-43D8-910D-51F942EF727D}"/>
              </a:ext>
            </a:extLst>
          </p:cNvPr>
          <p:cNvSpPr>
            <a:spLocks noGrp="1"/>
          </p:cNvSpPr>
          <p:nvPr>
            <p:ph type="subTitle" idx="1"/>
          </p:nvPr>
        </p:nvSpPr>
        <p:spPr>
          <a:xfrm>
            <a:off x="3162303" y="3921295"/>
            <a:ext cx="5860821" cy="1484141"/>
          </a:xfrm>
        </p:spPr>
        <p:txBody>
          <a:bodyPr>
            <a:normAutofit/>
          </a:bodyPr>
          <a:lstStyle/>
          <a:p>
            <a:pPr algn="ctr"/>
            <a:r>
              <a:rPr lang="tr-TR" dirty="0">
                <a:solidFill>
                  <a:schemeClr val="tx2">
                    <a:lumMod val="75000"/>
                    <a:lumOff val="25000"/>
                  </a:schemeClr>
                </a:solidFill>
              </a:rPr>
              <a:t>Course Notes </a:t>
            </a:r>
          </a:p>
          <a:p>
            <a:pPr algn="ctr"/>
            <a:r>
              <a:rPr lang="en-US" dirty="0">
                <a:solidFill>
                  <a:schemeClr val="tx2">
                    <a:lumMod val="75000"/>
                    <a:lumOff val="25000"/>
                  </a:schemeClr>
                </a:solidFill>
              </a:rPr>
              <a:t>CSE0469 Blockchain: Special Topics in SW Engineering</a:t>
            </a:r>
            <a:endParaRPr lang="tr-TR" dirty="0">
              <a:solidFill>
                <a:schemeClr val="tx2">
                  <a:lumMod val="75000"/>
                  <a:lumOff val="25000"/>
                </a:schemeClr>
              </a:solidFill>
            </a:endParaRPr>
          </a:p>
          <a:p>
            <a:pPr algn="ctr"/>
            <a:r>
              <a:rPr lang="tr-TR" dirty="0">
                <a:solidFill>
                  <a:schemeClr val="tx2">
                    <a:lumMod val="75000"/>
                    <a:lumOff val="25000"/>
                  </a:schemeClr>
                </a:solidFill>
              </a:rPr>
              <a:t>Yusuf Altunel</a:t>
            </a:r>
          </a:p>
        </p:txBody>
      </p:sp>
      <p:sp>
        <p:nvSpPr>
          <p:cNvPr id="5" name="Rectangle 4">
            <a:extLst>
              <a:ext uri="{FF2B5EF4-FFF2-40B4-BE49-F238E27FC236}">
                <a16:creationId xmlns:a16="http://schemas.microsoft.com/office/drawing/2014/main" id="{B7DD30FF-86E3-4F78-B54E-14A9BBBB12AC}"/>
              </a:ext>
            </a:extLst>
          </p:cNvPr>
          <p:cNvSpPr/>
          <p:nvPr/>
        </p:nvSpPr>
        <p:spPr>
          <a:xfrm>
            <a:off x="2452690" y="5857637"/>
            <a:ext cx="6996339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tr-TR" dirty="0"/>
              <a:t>Based on </a:t>
            </a:r>
            <a:r>
              <a:rPr lang="en-US" dirty="0"/>
              <a:t>	Mastering Bitcoin 2e; Andreas M. Antonopoulos; O’Reilly, 2017</a:t>
            </a:r>
          </a:p>
        </p:txBody>
      </p:sp>
    </p:spTree>
    <p:extLst>
      <p:ext uri="{BB962C8B-B14F-4D97-AF65-F5344CB8AC3E}">
        <p14:creationId xmlns:p14="http://schemas.microsoft.com/office/powerpoint/2010/main" val="437580384"/>
      </p:ext>
    </p:extLst>
  </p:cSld>
  <p:clrMapOvr>
    <a:masterClrMapping/>
  </p:clrMapOvr>
</p:sld>
</file>

<file path=ppt/slides/slide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 useBgFill="1">
        <p:nvSpPr>
          <p:cNvPr id="17" name="Rectangle 16">
            <a:extLst>
              <a:ext uri="{FF2B5EF4-FFF2-40B4-BE49-F238E27FC236}">
                <a16:creationId xmlns:a16="http://schemas.microsoft.com/office/drawing/2014/main" id="{29F21D33-7C72-4D9D-AB31-56CD5D229EB5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0" y="0"/>
            <a:ext cx="12192000" cy="6858000"/>
          </a:xfrm>
          <a:prstGeom prst="rect">
            <a:avLst/>
          </a:prstGeom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1B591B44-3FCF-4C17-8DC7-C288EB466833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466230" y="2274276"/>
            <a:ext cx="3229574" cy="3821723"/>
          </a:xfrm>
        </p:spPr>
        <p:txBody>
          <a:bodyPr anchor="t">
            <a:normAutofit/>
          </a:bodyPr>
          <a:lstStyle/>
          <a:p>
            <a:r>
              <a:rPr lang="tr-TR" sz="3400" dirty="0"/>
              <a:t>Content</a:t>
            </a:r>
          </a:p>
        </p:txBody>
      </p:sp>
      <p:cxnSp>
        <p:nvCxnSpPr>
          <p:cNvPr id="19" name="Straight Connector 18">
            <a:extLst>
              <a:ext uri="{FF2B5EF4-FFF2-40B4-BE49-F238E27FC236}">
                <a16:creationId xmlns:a16="http://schemas.microsoft.com/office/drawing/2014/main" id="{82F133EB-00E6-4683-85DC-CDF965164262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CxnSpPr>
            <a:cxnSpLocks noGrp="1" noRot="1" noChangeAspect="1" noMove="1" noResize="1" noEditPoints="1" noAdjustHandles="1" noChangeArrowheads="1" noChangeShapeType="1"/>
          </p:cNvCxn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CxnSpPr>
        <p:spPr>
          <a:xfrm>
            <a:off x="8466230" y="2050626"/>
            <a:ext cx="3227832" cy="0"/>
          </a:xfrm>
          <a:prstGeom prst="line">
            <a:avLst/>
          </a:prstGeom>
          <a:ln w="38100">
            <a:solidFill>
              <a:schemeClr val="accent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aphicFrame>
        <p:nvGraphicFramePr>
          <p:cNvPr id="5" name="Content Placeholder 2"/>
          <p:cNvGraphicFramePr>
            <a:graphicFrameLocks noGrp="1"/>
          </p:cNvGraphicFramePr>
          <p:nvPr>
            <p:ph idx="1"/>
            <p:extLst>
              <p:ext uri="{D42A27DB-BD31-4B8C-83A1-F6EECF244321}">
                <p14:modId xmlns:p14="http://schemas.microsoft.com/office/powerpoint/2010/main" val="3351834526"/>
              </p:ext>
            </p:extLst>
          </p:nvPr>
        </p:nvGraphicFramePr>
        <p:xfrm>
          <a:off x="642938" y="642938"/>
          <a:ext cx="7188200" cy="5572125"/>
        </p:xfrm>
        <a:graphic>
          <a:graphicData uri="http://schemas.openxmlformats.org/drawingml/2006/diagram">
            <dgm:relIds xmlns:dgm="http://schemas.openxmlformats.org/drawingml/2006/diagram" xmlns:r="http://schemas.openxmlformats.org/officeDocument/2006/relationships" r:dm="rId2" r:lo="rId3" r:qs="rId4" r:cs="rId5"/>
          </a:graphicData>
        </a:graphic>
      </p:graphicFrame>
    </p:spTree>
    <p:extLst>
      <p:ext uri="{BB962C8B-B14F-4D97-AF65-F5344CB8AC3E}">
        <p14:creationId xmlns:p14="http://schemas.microsoft.com/office/powerpoint/2010/main" val="4176268676"/>
      </p:ext>
    </p:extLst>
  </p:cSld>
  <p:clrMapOvr>
    <a:masterClrMapping/>
  </p:clrMapOvr>
</p:sld>
</file>

<file path=ppt/slides/slide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" name="Rectangle 11">
            <a:extLst>
              <a:ext uri="{FF2B5EF4-FFF2-40B4-BE49-F238E27FC236}">
                <a16:creationId xmlns:a16="http://schemas.microsoft.com/office/drawing/2014/main" id="{8307893A-9361-4AD3-A98C-AB26519D54AD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B13DF6AC-012D-42DE-9240-5D1457CAE557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846580" y="568345"/>
            <a:ext cx="9701953" cy="1560716"/>
          </a:xfrm>
        </p:spPr>
        <p:txBody>
          <a:bodyPr>
            <a:normAutofit/>
          </a:bodyPr>
          <a:lstStyle/>
          <a:p>
            <a:r>
              <a:rPr lang="tr-TR" dirty="0"/>
              <a:t>Bitcoin is Designed for Transactions</a:t>
            </a:r>
          </a:p>
        </p:txBody>
      </p:sp>
      <p:cxnSp>
        <p:nvCxnSpPr>
          <p:cNvPr id="14" name="Straight Connector 13">
            <a:extLst>
              <a:ext uri="{FF2B5EF4-FFF2-40B4-BE49-F238E27FC236}">
                <a16:creationId xmlns:a16="http://schemas.microsoft.com/office/drawing/2014/main" id="{F1534FA6-97DA-4524-BBD3-450AE51EF930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CxnSpPr>
            <a:cxnSpLocks noGrp="1" noRot="1" noChangeAspect="1" noMove="1" noResize="1" noEditPoints="1" noAdjustHandles="1" noChangeArrowheads="1" noChangeShapeType="1"/>
          </p:cNvCxn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CxnSpPr>
        <p:spPr>
          <a:xfrm>
            <a:off x="1846580" y="2176009"/>
            <a:ext cx="9701953" cy="0"/>
          </a:xfrm>
          <a:prstGeom prst="line">
            <a:avLst/>
          </a:prstGeom>
          <a:ln w="38100">
            <a:solidFill>
              <a:schemeClr val="accent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aphicFrame>
        <p:nvGraphicFramePr>
          <p:cNvPr id="7" name="Content Placeholder 2">
            <a:extLst>
              <a:ext uri="{FF2B5EF4-FFF2-40B4-BE49-F238E27FC236}">
                <a16:creationId xmlns:a16="http://schemas.microsoft.com/office/drawing/2014/main" id="{EA76F40C-9B1F-464F-AE54-D679A3511E64}"/>
              </a:ext>
            </a:extLst>
          </p:cNvPr>
          <p:cNvGraphicFramePr>
            <a:graphicFrameLocks noGrp="1"/>
          </p:cNvGraphicFramePr>
          <p:nvPr>
            <p:ph idx="1"/>
            <p:extLst>
              <p:ext uri="{D42A27DB-BD31-4B8C-83A1-F6EECF244321}">
                <p14:modId xmlns:p14="http://schemas.microsoft.com/office/powerpoint/2010/main" val="375812407"/>
              </p:ext>
            </p:extLst>
          </p:nvPr>
        </p:nvGraphicFramePr>
        <p:xfrm>
          <a:off x="1846580" y="2438400"/>
          <a:ext cx="9701953" cy="3651250"/>
        </p:xfrm>
        <a:graphic>
          <a:graphicData uri="http://schemas.openxmlformats.org/drawingml/2006/diagram">
            <dgm:relIds xmlns:dgm="http://schemas.openxmlformats.org/drawingml/2006/diagram" xmlns:r="http://schemas.openxmlformats.org/officeDocument/2006/relationships" r:dm="rId2" r:lo="rId3" r:qs="rId4" r:cs="rId5"/>
          </a:graphicData>
        </a:graphic>
      </p:graphicFrame>
    </p:spTree>
    <p:extLst>
      <p:ext uri="{BB962C8B-B14F-4D97-AF65-F5344CB8AC3E}">
        <p14:creationId xmlns:p14="http://schemas.microsoft.com/office/powerpoint/2010/main" val="2818567106"/>
      </p:ext>
    </p:extLst>
  </p:cSld>
  <p:clrMapOvr>
    <a:masterClrMapping/>
  </p:clrMapOvr>
</p:sld>
</file>

<file path=ppt/slides/slide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3" name="Rectangle 22">
            <a:extLst>
              <a:ext uri="{FF2B5EF4-FFF2-40B4-BE49-F238E27FC236}">
                <a16:creationId xmlns:a16="http://schemas.microsoft.com/office/drawing/2014/main" id="{8307893A-9361-4AD3-A98C-AB26519D54AD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1C302989-30BF-450D-B20B-B2848855CCCC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846580" y="568345"/>
            <a:ext cx="9701953" cy="1560716"/>
          </a:xfrm>
        </p:spPr>
        <p:txBody>
          <a:bodyPr>
            <a:normAutofit/>
          </a:bodyPr>
          <a:lstStyle/>
          <a:p>
            <a:r>
              <a:rPr lang="tr-TR" dirty="0"/>
              <a:t>Transactions are Data Structures</a:t>
            </a:r>
          </a:p>
        </p:txBody>
      </p:sp>
      <p:cxnSp>
        <p:nvCxnSpPr>
          <p:cNvPr id="25" name="Straight Connector 24">
            <a:extLst>
              <a:ext uri="{FF2B5EF4-FFF2-40B4-BE49-F238E27FC236}">
                <a16:creationId xmlns:a16="http://schemas.microsoft.com/office/drawing/2014/main" id="{F1534FA6-97DA-4524-BBD3-450AE51EF930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CxnSpPr>
            <a:cxnSpLocks noGrp="1" noRot="1" noChangeAspect="1" noMove="1" noResize="1" noEditPoints="1" noAdjustHandles="1" noChangeArrowheads="1" noChangeShapeType="1"/>
          </p:cNvCxn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CxnSpPr>
        <p:spPr>
          <a:xfrm>
            <a:off x="1846580" y="2176009"/>
            <a:ext cx="9701953" cy="0"/>
          </a:xfrm>
          <a:prstGeom prst="line">
            <a:avLst/>
          </a:prstGeom>
          <a:ln w="38100">
            <a:solidFill>
              <a:schemeClr val="accent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aphicFrame>
        <p:nvGraphicFramePr>
          <p:cNvPr id="4" name="İçerik Yer Tutucusu 3">
            <a:extLst>
              <a:ext uri="{FF2B5EF4-FFF2-40B4-BE49-F238E27FC236}">
                <a16:creationId xmlns:a16="http://schemas.microsoft.com/office/drawing/2014/main" id="{E47E112C-3A36-4780-8095-5381F533EBB3}"/>
              </a:ext>
            </a:extLst>
          </p:cNvPr>
          <p:cNvGraphicFramePr>
            <a:graphicFrameLocks noGrp="1"/>
          </p:cNvGraphicFramePr>
          <p:nvPr>
            <p:ph idx="1"/>
            <p:extLst>
              <p:ext uri="{D42A27DB-BD31-4B8C-83A1-F6EECF244321}">
                <p14:modId xmlns:p14="http://schemas.microsoft.com/office/powerpoint/2010/main" val="2534518054"/>
              </p:ext>
            </p:extLst>
          </p:nvPr>
        </p:nvGraphicFramePr>
        <p:xfrm>
          <a:off x="1940159" y="1932919"/>
          <a:ext cx="9701953" cy="3651250"/>
        </p:xfrm>
        <a:graphic>
          <a:graphicData uri="http://schemas.openxmlformats.org/drawingml/2006/diagram">
            <dgm:relIds xmlns:dgm="http://schemas.openxmlformats.org/drawingml/2006/diagram" xmlns:r="http://schemas.openxmlformats.org/officeDocument/2006/relationships" r:dm="rId2" r:lo="rId3" r:qs="rId4" r:cs="rId5"/>
          </a:graphicData>
        </a:graphic>
      </p:graphicFrame>
    </p:spTree>
    <p:extLst>
      <p:ext uri="{BB962C8B-B14F-4D97-AF65-F5344CB8AC3E}">
        <p14:creationId xmlns:p14="http://schemas.microsoft.com/office/powerpoint/2010/main" val="3850786984"/>
      </p:ext>
    </p:extLst>
  </p:cSld>
  <p:clrMapOvr>
    <a:masterClrMapping/>
  </p:clrMapOvr>
</p:sld>
</file>

<file path=ppt/slides/slide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3" name="Rectangle 22">
            <a:extLst>
              <a:ext uri="{FF2B5EF4-FFF2-40B4-BE49-F238E27FC236}">
                <a16:creationId xmlns:a16="http://schemas.microsoft.com/office/drawing/2014/main" id="{8307893A-9361-4AD3-A98C-AB26519D54AD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1C302989-30BF-450D-B20B-B2848855CCCC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846580" y="568345"/>
            <a:ext cx="9701953" cy="1560716"/>
          </a:xfrm>
        </p:spPr>
        <p:txBody>
          <a:bodyPr>
            <a:normAutofit/>
          </a:bodyPr>
          <a:lstStyle/>
          <a:p>
            <a:r>
              <a:rPr lang="tr-TR" dirty="0" err="1"/>
              <a:t>Spending</a:t>
            </a:r>
            <a:r>
              <a:rPr lang="tr-TR" dirty="0"/>
              <a:t> </a:t>
            </a:r>
            <a:r>
              <a:rPr lang="tr-TR" dirty="0" err="1"/>
              <a:t>Concept</a:t>
            </a:r>
            <a:r>
              <a:rPr lang="tr-TR" dirty="0"/>
              <a:t> of </a:t>
            </a:r>
            <a:r>
              <a:rPr lang="tr-TR" dirty="0" err="1"/>
              <a:t>Blockchain</a:t>
            </a:r>
            <a:endParaRPr lang="tr-TR" dirty="0"/>
          </a:p>
        </p:txBody>
      </p:sp>
      <p:cxnSp>
        <p:nvCxnSpPr>
          <p:cNvPr id="25" name="Straight Connector 24">
            <a:extLst>
              <a:ext uri="{FF2B5EF4-FFF2-40B4-BE49-F238E27FC236}">
                <a16:creationId xmlns:a16="http://schemas.microsoft.com/office/drawing/2014/main" id="{F1534FA6-97DA-4524-BBD3-450AE51EF930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CxnSpPr>
            <a:cxnSpLocks noGrp="1" noRot="1" noChangeAspect="1" noMove="1" noResize="1" noEditPoints="1" noAdjustHandles="1" noChangeArrowheads="1" noChangeShapeType="1"/>
          </p:cNvCxn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CxnSpPr>
        <p:spPr>
          <a:xfrm>
            <a:off x="1846580" y="2176009"/>
            <a:ext cx="9701953" cy="0"/>
          </a:xfrm>
          <a:prstGeom prst="line">
            <a:avLst/>
          </a:prstGeom>
          <a:ln w="38100">
            <a:solidFill>
              <a:schemeClr val="accent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aphicFrame>
        <p:nvGraphicFramePr>
          <p:cNvPr id="4" name="İçerik Yer Tutucusu 3">
            <a:extLst>
              <a:ext uri="{FF2B5EF4-FFF2-40B4-BE49-F238E27FC236}">
                <a16:creationId xmlns:a16="http://schemas.microsoft.com/office/drawing/2014/main" id="{E47E112C-3A36-4780-8095-5381F533EBB3}"/>
              </a:ext>
            </a:extLst>
          </p:cNvPr>
          <p:cNvGraphicFramePr>
            <a:graphicFrameLocks noGrp="1"/>
          </p:cNvGraphicFramePr>
          <p:nvPr>
            <p:ph idx="1"/>
            <p:extLst>
              <p:ext uri="{D42A27DB-BD31-4B8C-83A1-F6EECF244321}">
                <p14:modId xmlns:p14="http://schemas.microsoft.com/office/powerpoint/2010/main" val="4092812333"/>
              </p:ext>
            </p:extLst>
          </p:nvPr>
        </p:nvGraphicFramePr>
        <p:xfrm>
          <a:off x="1980799" y="1729719"/>
          <a:ext cx="9701953" cy="3651250"/>
        </p:xfrm>
        <a:graphic>
          <a:graphicData uri="http://schemas.openxmlformats.org/drawingml/2006/diagram">
            <dgm:relIds xmlns:dgm="http://schemas.openxmlformats.org/drawingml/2006/diagram" xmlns:r="http://schemas.openxmlformats.org/officeDocument/2006/relationships" r:dm="rId2" r:lo="rId3" r:qs="rId4" r:cs="rId5"/>
          </a:graphicData>
        </a:graphic>
      </p:graphicFrame>
      <p:pic>
        <p:nvPicPr>
          <p:cNvPr id="5" name="Picture 4">
            <a:extLst>
              <a:ext uri="{FF2B5EF4-FFF2-40B4-BE49-F238E27FC236}">
                <a16:creationId xmlns:a16="http://schemas.microsoft.com/office/drawing/2014/main" id="{8DBC902C-464B-4899-A7D9-9B6EAD5F226D}"/>
              </a:ext>
            </a:extLst>
          </p:cNvPr>
          <p:cNvPicPr>
            <a:picLocks noChangeAspect="1"/>
          </p:cNvPicPr>
          <p:nvPr/>
        </p:nvPicPr>
        <p:blipFill>
          <a:blip r:embed="rId7"/>
          <a:stretch>
            <a:fillRect/>
          </a:stretch>
        </p:blipFill>
        <p:spPr>
          <a:xfrm>
            <a:off x="2911776" y="4501526"/>
            <a:ext cx="5715000" cy="2171700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572143672"/>
      </p:ext>
    </p:extLst>
  </p:cSld>
  <p:clrMapOvr>
    <a:masterClrMapping/>
  </p:clrMapOvr>
</p:sld>
</file>

<file path=ppt/slides/slide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3" name="Rectangle 32">
            <a:extLst>
              <a:ext uri="{FF2B5EF4-FFF2-40B4-BE49-F238E27FC236}">
                <a16:creationId xmlns:a16="http://schemas.microsoft.com/office/drawing/2014/main" id="{0BA2247A-E9F8-4143-ADCA-0F842A18E2E5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chemeClr val="bg1">
              <a:alpha val="7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65B74DE7-8613-47D5-997E-F017FA3044A8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846580" y="568345"/>
            <a:ext cx="9701953" cy="1560716"/>
          </a:xfrm>
        </p:spPr>
        <p:txBody>
          <a:bodyPr>
            <a:normAutofit/>
          </a:bodyPr>
          <a:lstStyle/>
          <a:p>
            <a:r>
              <a:rPr lang="tr-TR"/>
              <a:t>Chapter 6</a:t>
            </a:r>
          </a:p>
        </p:txBody>
      </p:sp>
      <p:cxnSp>
        <p:nvCxnSpPr>
          <p:cNvPr id="35" name="Straight Connector 34">
            <a:extLst>
              <a:ext uri="{FF2B5EF4-FFF2-40B4-BE49-F238E27FC236}">
                <a16:creationId xmlns:a16="http://schemas.microsoft.com/office/drawing/2014/main" id="{D6AAB1FD-37D2-44D2-9E77-C42AA85E7829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CxnSpPr>
            <a:cxnSpLocks noGrp="1" noRot="1" noChangeAspect="1" noMove="1" noResize="1" noEditPoints="1" noAdjustHandles="1" noChangeArrowheads="1" noChangeShapeType="1"/>
          </p:cNvCxn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CxnSpPr>
        <p:spPr>
          <a:xfrm>
            <a:off x="1846580" y="2176009"/>
            <a:ext cx="9701953" cy="0"/>
          </a:xfrm>
          <a:prstGeom prst="line">
            <a:avLst/>
          </a:prstGeom>
          <a:ln w="38100">
            <a:solidFill>
              <a:schemeClr val="accent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aphicFrame>
        <p:nvGraphicFramePr>
          <p:cNvPr id="4" name="İçerik Yer Tutucusu 3">
            <a:extLst>
              <a:ext uri="{FF2B5EF4-FFF2-40B4-BE49-F238E27FC236}">
                <a16:creationId xmlns:a16="http://schemas.microsoft.com/office/drawing/2014/main" id="{CB254AE1-036D-4259-886A-6E86DF6063C0}"/>
              </a:ext>
            </a:extLst>
          </p:cNvPr>
          <p:cNvGraphicFramePr>
            <a:graphicFrameLocks noGrp="1"/>
          </p:cNvGraphicFramePr>
          <p:nvPr>
            <p:ph idx="1"/>
            <p:extLst>
              <p:ext uri="{D42A27DB-BD31-4B8C-83A1-F6EECF244321}">
                <p14:modId xmlns:p14="http://schemas.microsoft.com/office/powerpoint/2010/main" val="26853472"/>
              </p:ext>
            </p:extLst>
          </p:nvPr>
        </p:nvGraphicFramePr>
        <p:xfrm>
          <a:off x="1846580" y="2438400"/>
          <a:ext cx="9701953" cy="3651250"/>
        </p:xfrm>
        <a:graphic>
          <a:graphicData uri="http://schemas.openxmlformats.org/drawingml/2006/diagram">
            <dgm:relIds xmlns:dgm="http://schemas.openxmlformats.org/drawingml/2006/diagram" xmlns:r="http://schemas.openxmlformats.org/officeDocument/2006/relationships" r:dm="rId2" r:lo="rId3" r:qs="rId4" r:cs="rId5"/>
          </a:graphicData>
        </a:graphic>
      </p:graphicFrame>
    </p:spTree>
    <p:extLst>
      <p:ext uri="{BB962C8B-B14F-4D97-AF65-F5344CB8AC3E}">
        <p14:creationId xmlns:p14="http://schemas.microsoft.com/office/powerpoint/2010/main" val="1061714271"/>
      </p:ext>
    </p:extLst>
  </p:cSld>
  <p:clrMapOvr>
    <a:masterClrMapping/>
  </p:clrMapOvr>
</p:sld>
</file>

<file path=ppt/slides/slide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2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43" name="Group 42">
            <a:extLst>
              <a:ext uri="{FF2B5EF4-FFF2-40B4-BE49-F238E27FC236}">
                <a16:creationId xmlns:a16="http://schemas.microsoft.com/office/drawing/2014/main" id="{D6881CB0-1221-43BE-BE77-866AB4D5547D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GrpSpPr>
            <a:grpSpLocks noGrp="1" noUngrp="1" noRot="1" noChangeAspect="1" noMove="1" noResize="1"/>
          </p:cNvGrp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GrpSpPr>
        <p:grpSpPr>
          <a:xfrm>
            <a:off x="0" y="3175"/>
            <a:ext cx="12198350" cy="6875463"/>
            <a:chOff x="0" y="3175"/>
            <a:chExt cx="12198350" cy="6875463"/>
          </a:xfrm>
        </p:grpSpPr>
        <p:sp>
          <p:nvSpPr>
            <p:cNvPr id="44" name="Freeform 5">
              <a:extLst>
                <a:ext uri="{FF2B5EF4-FFF2-40B4-BE49-F238E27FC236}">
                  <a16:creationId xmlns:a16="http://schemas.microsoft.com/office/drawing/2014/main" id="{CBD77A15-12B8-4FAB-A167-E0D60E5C92E2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>
              <a:spLocks noEditPoints="1"/>
            </p:cNvSpPr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 bwMode="auto">
            <a:xfrm>
              <a:off x="0" y="3175"/>
              <a:ext cx="12192000" cy="6862763"/>
            </a:xfrm>
            <a:custGeom>
              <a:avLst/>
              <a:gdLst/>
              <a:ahLst/>
              <a:cxnLst/>
              <a:rect l="0" t="0" r="r" b="b"/>
              <a:pathLst>
                <a:path w="3840" h="2160">
                  <a:moveTo>
                    <a:pt x="3150" y="26"/>
                  </a:moveTo>
                  <a:cubicBezTo>
                    <a:pt x="3150" y="29"/>
                    <a:pt x="3149" y="31"/>
                    <a:pt x="3148" y="33"/>
                  </a:cubicBezTo>
                  <a:cubicBezTo>
                    <a:pt x="3130" y="54"/>
                    <a:pt x="3133" y="63"/>
                    <a:pt x="3126" y="63"/>
                  </a:cubicBezTo>
                  <a:cubicBezTo>
                    <a:pt x="3111" y="92"/>
                    <a:pt x="3109" y="94"/>
                    <a:pt x="3107" y="95"/>
                  </a:cubicBezTo>
                  <a:cubicBezTo>
                    <a:pt x="3075" y="145"/>
                    <a:pt x="3066" y="164"/>
                    <a:pt x="3058" y="184"/>
                  </a:cubicBezTo>
                  <a:cubicBezTo>
                    <a:pt x="3045" y="217"/>
                    <a:pt x="3044" y="224"/>
                    <a:pt x="3042" y="229"/>
                  </a:cubicBezTo>
                  <a:cubicBezTo>
                    <a:pt x="3041" y="231"/>
                    <a:pt x="3050" y="226"/>
                    <a:pt x="3049" y="213"/>
                  </a:cubicBezTo>
                  <a:cubicBezTo>
                    <a:pt x="3082" y="150"/>
                    <a:pt x="3087" y="141"/>
                    <a:pt x="3092" y="131"/>
                  </a:cubicBezTo>
                  <a:cubicBezTo>
                    <a:pt x="3108" y="113"/>
                    <a:pt x="3108" y="109"/>
                    <a:pt x="3110" y="108"/>
                  </a:cubicBezTo>
                  <a:cubicBezTo>
                    <a:pt x="3133" y="75"/>
                    <a:pt x="3137" y="65"/>
                    <a:pt x="3143" y="57"/>
                  </a:cubicBezTo>
                  <a:cubicBezTo>
                    <a:pt x="3162" y="30"/>
                    <a:pt x="3164" y="29"/>
                    <a:pt x="3163" y="26"/>
                  </a:cubicBezTo>
                  <a:cubicBezTo>
                    <a:pt x="3177" y="5"/>
                    <a:pt x="3181" y="3"/>
                    <a:pt x="3185" y="0"/>
                  </a:cubicBezTo>
                  <a:cubicBezTo>
                    <a:pt x="3164" y="11"/>
                    <a:pt x="3161" y="22"/>
                    <a:pt x="3150" y="26"/>
                  </a:cubicBezTo>
                  <a:close/>
                  <a:moveTo>
                    <a:pt x="3022" y="73"/>
                  </a:moveTo>
                  <a:cubicBezTo>
                    <a:pt x="3020" y="92"/>
                    <a:pt x="3018" y="104"/>
                    <a:pt x="3017" y="128"/>
                  </a:cubicBezTo>
                  <a:cubicBezTo>
                    <a:pt x="3014" y="201"/>
                    <a:pt x="3015" y="208"/>
                    <a:pt x="3012" y="211"/>
                  </a:cubicBezTo>
                  <a:cubicBezTo>
                    <a:pt x="3017" y="255"/>
                    <a:pt x="3014" y="257"/>
                    <a:pt x="3016" y="263"/>
                  </a:cubicBezTo>
                  <a:cubicBezTo>
                    <a:pt x="3026" y="204"/>
                    <a:pt x="3025" y="199"/>
                    <a:pt x="3026" y="195"/>
                  </a:cubicBezTo>
                  <a:cubicBezTo>
                    <a:pt x="3040" y="153"/>
                    <a:pt x="3037" y="139"/>
                    <a:pt x="3044" y="134"/>
                  </a:cubicBezTo>
                  <a:cubicBezTo>
                    <a:pt x="3062" y="96"/>
                    <a:pt x="3065" y="93"/>
                    <a:pt x="3067" y="89"/>
                  </a:cubicBezTo>
                  <a:cubicBezTo>
                    <a:pt x="3083" y="65"/>
                    <a:pt x="3079" y="56"/>
                    <a:pt x="3086" y="57"/>
                  </a:cubicBezTo>
                  <a:cubicBezTo>
                    <a:pt x="3101" y="34"/>
                    <a:pt x="3103" y="33"/>
                    <a:pt x="3102" y="30"/>
                  </a:cubicBezTo>
                  <a:cubicBezTo>
                    <a:pt x="3111" y="0"/>
                    <a:pt x="3111" y="0"/>
                    <a:pt x="3111" y="0"/>
                  </a:cubicBezTo>
                  <a:cubicBezTo>
                    <a:pt x="3095" y="21"/>
                    <a:pt x="3096" y="29"/>
                    <a:pt x="3089" y="31"/>
                  </a:cubicBezTo>
                  <a:cubicBezTo>
                    <a:pt x="3073" y="69"/>
                    <a:pt x="3062" y="72"/>
                    <a:pt x="3060" y="83"/>
                  </a:cubicBezTo>
                  <a:cubicBezTo>
                    <a:pt x="3064" y="58"/>
                    <a:pt x="3069" y="55"/>
                    <a:pt x="3068" y="47"/>
                  </a:cubicBezTo>
                  <a:cubicBezTo>
                    <a:pt x="3085" y="0"/>
                    <a:pt x="3085" y="0"/>
                    <a:pt x="3085" y="0"/>
                  </a:cubicBezTo>
                  <a:cubicBezTo>
                    <a:pt x="3079" y="13"/>
                    <a:pt x="3075" y="16"/>
                    <a:pt x="3075" y="23"/>
                  </a:cubicBezTo>
                  <a:cubicBezTo>
                    <a:pt x="3058" y="55"/>
                    <a:pt x="3058" y="62"/>
                    <a:pt x="3057" y="68"/>
                  </a:cubicBezTo>
                  <a:cubicBezTo>
                    <a:pt x="3042" y="112"/>
                    <a:pt x="3040" y="124"/>
                    <a:pt x="3035" y="133"/>
                  </a:cubicBezTo>
                  <a:cubicBezTo>
                    <a:pt x="3018" y="179"/>
                    <a:pt x="3022" y="177"/>
                    <a:pt x="3020" y="169"/>
                  </a:cubicBezTo>
                  <a:cubicBezTo>
                    <a:pt x="3028" y="127"/>
                    <a:pt x="3035" y="121"/>
                    <a:pt x="3035" y="109"/>
                  </a:cubicBezTo>
                  <a:cubicBezTo>
                    <a:pt x="3047" y="70"/>
                    <a:pt x="3049" y="60"/>
                    <a:pt x="3053" y="51"/>
                  </a:cubicBezTo>
                  <a:cubicBezTo>
                    <a:pt x="3062" y="0"/>
                    <a:pt x="3062" y="0"/>
                    <a:pt x="3062" y="0"/>
                  </a:cubicBezTo>
                  <a:cubicBezTo>
                    <a:pt x="3048" y="47"/>
                    <a:pt x="3041" y="63"/>
                    <a:pt x="3038" y="82"/>
                  </a:cubicBezTo>
                  <a:cubicBezTo>
                    <a:pt x="3027" y="111"/>
                    <a:pt x="3030" y="119"/>
                    <a:pt x="3025" y="120"/>
                  </a:cubicBezTo>
                  <a:cubicBezTo>
                    <a:pt x="3021" y="108"/>
                    <a:pt x="3025" y="106"/>
                    <a:pt x="3024" y="99"/>
                  </a:cubicBezTo>
                  <a:cubicBezTo>
                    <a:pt x="3037" y="45"/>
                    <a:pt x="3042" y="43"/>
                    <a:pt x="3041" y="36"/>
                  </a:cubicBezTo>
                  <a:cubicBezTo>
                    <a:pt x="3045" y="0"/>
                    <a:pt x="3045" y="0"/>
                    <a:pt x="3045" y="0"/>
                  </a:cubicBezTo>
                  <a:cubicBezTo>
                    <a:pt x="3030" y="52"/>
                    <a:pt x="3028" y="56"/>
                    <a:pt x="3028" y="61"/>
                  </a:cubicBezTo>
                  <a:close/>
                  <a:moveTo>
                    <a:pt x="3116" y="46"/>
                  </a:moveTo>
                  <a:cubicBezTo>
                    <a:pt x="3116" y="49"/>
                    <a:pt x="3113" y="49"/>
                    <a:pt x="3112" y="51"/>
                  </a:cubicBezTo>
                  <a:cubicBezTo>
                    <a:pt x="3103" y="60"/>
                    <a:pt x="3105" y="64"/>
                    <a:pt x="3102" y="65"/>
                  </a:cubicBezTo>
                  <a:cubicBezTo>
                    <a:pt x="3077" y="100"/>
                    <a:pt x="3078" y="112"/>
                    <a:pt x="3069" y="115"/>
                  </a:cubicBezTo>
                  <a:cubicBezTo>
                    <a:pt x="3059" y="148"/>
                    <a:pt x="3051" y="151"/>
                    <a:pt x="3050" y="160"/>
                  </a:cubicBezTo>
                  <a:cubicBezTo>
                    <a:pt x="3033" y="198"/>
                    <a:pt x="3037" y="206"/>
                    <a:pt x="3031" y="207"/>
                  </a:cubicBezTo>
                  <a:cubicBezTo>
                    <a:pt x="3028" y="240"/>
                    <a:pt x="3021" y="246"/>
                    <a:pt x="3028" y="247"/>
                  </a:cubicBezTo>
                  <a:cubicBezTo>
                    <a:pt x="3044" y="193"/>
                    <a:pt x="3046" y="187"/>
                    <a:pt x="3047" y="180"/>
                  </a:cubicBezTo>
                  <a:cubicBezTo>
                    <a:pt x="3066" y="142"/>
                    <a:pt x="3070" y="131"/>
                    <a:pt x="3078" y="123"/>
                  </a:cubicBezTo>
                  <a:cubicBezTo>
                    <a:pt x="3099" y="87"/>
                    <a:pt x="3100" y="84"/>
                    <a:pt x="3101" y="82"/>
                  </a:cubicBezTo>
                  <a:cubicBezTo>
                    <a:pt x="3138" y="36"/>
                    <a:pt x="3139" y="23"/>
                    <a:pt x="3149" y="18"/>
                  </a:cubicBezTo>
                  <a:cubicBezTo>
                    <a:pt x="3145" y="6"/>
                    <a:pt x="3139" y="11"/>
                    <a:pt x="3136" y="19"/>
                  </a:cubicBezTo>
                  <a:close/>
                  <a:moveTo>
                    <a:pt x="3177" y="40"/>
                  </a:moveTo>
                  <a:cubicBezTo>
                    <a:pt x="3172" y="44"/>
                    <a:pt x="3174" y="55"/>
                    <a:pt x="3165" y="56"/>
                  </a:cubicBezTo>
                  <a:cubicBezTo>
                    <a:pt x="3146" y="83"/>
                    <a:pt x="3143" y="85"/>
                    <a:pt x="3143" y="90"/>
                  </a:cubicBezTo>
                  <a:cubicBezTo>
                    <a:pt x="3128" y="108"/>
                    <a:pt x="3126" y="110"/>
                    <a:pt x="3123" y="111"/>
                  </a:cubicBezTo>
                  <a:cubicBezTo>
                    <a:pt x="3100" y="150"/>
                    <a:pt x="3089" y="160"/>
                    <a:pt x="3084" y="173"/>
                  </a:cubicBezTo>
                  <a:cubicBezTo>
                    <a:pt x="3061" y="210"/>
                    <a:pt x="3060" y="214"/>
                    <a:pt x="3061" y="218"/>
                  </a:cubicBezTo>
                  <a:cubicBezTo>
                    <a:pt x="3044" y="256"/>
                    <a:pt x="3048" y="268"/>
                    <a:pt x="3040" y="270"/>
                  </a:cubicBezTo>
                  <a:cubicBezTo>
                    <a:pt x="3036" y="343"/>
                    <a:pt x="3029" y="331"/>
                    <a:pt x="3034" y="330"/>
                  </a:cubicBezTo>
                  <a:cubicBezTo>
                    <a:pt x="3039" y="292"/>
                    <a:pt x="3042" y="288"/>
                    <a:pt x="3043" y="283"/>
                  </a:cubicBezTo>
                  <a:cubicBezTo>
                    <a:pt x="3059" y="238"/>
                    <a:pt x="3058" y="231"/>
                    <a:pt x="3064" y="229"/>
                  </a:cubicBezTo>
                  <a:cubicBezTo>
                    <a:pt x="3084" y="187"/>
                    <a:pt x="3087" y="184"/>
                    <a:pt x="3089" y="179"/>
                  </a:cubicBezTo>
                  <a:cubicBezTo>
                    <a:pt x="3124" y="131"/>
                    <a:pt x="3123" y="135"/>
                    <a:pt x="3127" y="131"/>
                  </a:cubicBezTo>
                  <a:cubicBezTo>
                    <a:pt x="3145" y="105"/>
                    <a:pt x="3144" y="100"/>
                    <a:pt x="3148" y="99"/>
                  </a:cubicBezTo>
                  <a:cubicBezTo>
                    <a:pt x="3161" y="79"/>
                    <a:pt x="3163" y="77"/>
                    <a:pt x="3164" y="74"/>
                  </a:cubicBezTo>
                  <a:cubicBezTo>
                    <a:pt x="3188" y="45"/>
                    <a:pt x="3190" y="38"/>
                    <a:pt x="3196" y="34"/>
                  </a:cubicBezTo>
                  <a:cubicBezTo>
                    <a:pt x="3215" y="7"/>
                    <a:pt x="3223" y="9"/>
                    <a:pt x="3220" y="2"/>
                  </a:cubicBezTo>
                  <a:cubicBezTo>
                    <a:pt x="3209" y="3"/>
                    <a:pt x="3209" y="7"/>
                    <a:pt x="3205" y="7"/>
                  </a:cubicBezTo>
                  <a:cubicBezTo>
                    <a:pt x="3184" y="32"/>
                    <a:pt x="3182" y="37"/>
                    <a:pt x="3177" y="40"/>
                  </a:cubicBezTo>
                  <a:close/>
                  <a:moveTo>
                    <a:pt x="3014" y="80"/>
                  </a:moveTo>
                  <a:cubicBezTo>
                    <a:pt x="3011" y="54"/>
                    <a:pt x="3017" y="36"/>
                    <a:pt x="3018" y="14"/>
                  </a:cubicBezTo>
                  <a:cubicBezTo>
                    <a:pt x="3022" y="13"/>
                    <a:pt x="3019" y="6"/>
                    <a:pt x="3022" y="5"/>
                  </a:cubicBezTo>
                  <a:cubicBezTo>
                    <a:pt x="3023" y="4"/>
                    <a:pt x="3024" y="2"/>
                    <a:pt x="3025" y="0"/>
                  </a:cubicBezTo>
                  <a:cubicBezTo>
                    <a:pt x="3015" y="0"/>
                    <a:pt x="3015" y="0"/>
                    <a:pt x="3015" y="0"/>
                  </a:cubicBezTo>
                  <a:cubicBezTo>
                    <a:pt x="3012" y="6"/>
                    <a:pt x="3014" y="15"/>
                    <a:pt x="3009" y="19"/>
                  </a:cubicBezTo>
                  <a:cubicBezTo>
                    <a:pt x="3009" y="31"/>
                    <a:pt x="3009" y="44"/>
                    <a:pt x="3008" y="56"/>
                  </a:cubicBezTo>
                  <a:cubicBezTo>
                    <a:pt x="3008" y="60"/>
                    <a:pt x="3008" y="65"/>
                    <a:pt x="3009" y="69"/>
                  </a:cubicBezTo>
                  <a:cubicBezTo>
                    <a:pt x="3010" y="73"/>
                    <a:pt x="3007" y="82"/>
                    <a:pt x="3014" y="80"/>
                  </a:cubicBezTo>
                  <a:close/>
                  <a:moveTo>
                    <a:pt x="2154" y="176"/>
                  </a:moveTo>
                  <a:cubicBezTo>
                    <a:pt x="2152" y="182"/>
                    <a:pt x="2146" y="191"/>
                    <a:pt x="2153" y="194"/>
                  </a:cubicBezTo>
                  <a:cubicBezTo>
                    <a:pt x="2159" y="188"/>
                    <a:pt x="2164" y="180"/>
                    <a:pt x="2169" y="171"/>
                  </a:cubicBezTo>
                  <a:cubicBezTo>
                    <a:pt x="2175" y="150"/>
                    <a:pt x="2180" y="133"/>
                    <a:pt x="2186" y="119"/>
                  </a:cubicBezTo>
                  <a:cubicBezTo>
                    <a:pt x="2187" y="111"/>
                    <a:pt x="2188" y="103"/>
                    <a:pt x="2192" y="94"/>
                  </a:cubicBezTo>
                  <a:cubicBezTo>
                    <a:pt x="2190" y="89"/>
                    <a:pt x="2193" y="91"/>
                    <a:pt x="2194" y="85"/>
                  </a:cubicBezTo>
                  <a:cubicBezTo>
                    <a:pt x="2196" y="81"/>
                    <a:pt x="2197" y="76"/>
                    <a:pt x="2199" y="71"/>
                  </a:cubicBezTo>
                  <a:cubicBezTo>
                    <a:pt x="2200" y="47"/>
                    <a:pt x="2202" y="27"/>
                    <a:pt x="2205" y="0"/>
                  </a:cubicBezTo>
                  <a:cubicBezTo>
                    <a:pt x="2197" y="0"/>
                    <a:pt x="2197" y="0"/>
                    <a:pt x="2197" y="0"/>
                  </a:cubicBezTo>
                  <a:cubicBezTo>
                    <a:pt x="2196" y="4"/>
                    <a:pt x="2196" y="9"/>
                    <a:pt x="2195" y="13"/>
                  </a:cubicBezTo>
                  <a:cubicBezTo>
                    <a:pt x="2197" y="21"/>
                    <a:pt x="2191" y="35"/>
                    <a:pt x="2194" y="40"/>
                  </a:cubicBezTo>
                  <a:cubicBezTo>
                    <a:pt x="2195" y="41"/>
                    <a:pt x="2191" y="42"/>
                    <a:pt x="2191" y="41"/>
                  </a:cubicBezTo>
                  <a:cubicBezTo>
                    <a:pt x="2191" y="46"/>
                    <a:pt x="2192" y="50"/>
                    <a:pt x="2192" y="55"/>
                  </a:cubicBezTo>
                  <a:cubicBezTo>
                    <a:pt x="2192" y="55"/>
                    <a:pt x="2189" y="55"/>
                    <a:pt x="2189" y="57"/>
                  </a:cubicBezTo>
                  <a:cubicBezTo>
                    <a:pt x="2189" y="57"/>
                    <a:pt x="2191" y="58"/>
                    <a:pt x="2191" y="59"/>
                  </a:cubicBezTo>
                  <a:cubicBezTo>
                    <a:pt x="2191" y="62"/>
                    <a:pt x="2192" y="64"/>
                    <a:pt x="2190" y="68"/>
                  </a:cubicBezTo>
                  <a:cubicBezTo>
                    <a:pt x="2187" y="76"/>
                    <a:pt x="2186" y="89"/>
                    <a:pt x="2181" y="93"/>
                  </a:cubicBezTo>
                  <a:cubicBezTo>
                    <a:pt x="2185" y="94"/>
                    <a:pt x="2179" y="102"/>
                    <a:pt x="2179" y="106"/>
                  </a:cubicBezTo>
                  <a:cubicBezTo>
                    <a:pt x="2181" y="109"/>
                    <a:pt x="2179" y="114"/>
                    <a:pt x="2177" y="119"/>
                  </a:cubicBezTo>
                  <a:cubicBezTo>
                    <a:pt x="2171" y="131"/>
                    <a:pt x="2167" y="145"/>
                    <a:pt x="2163" y="160"/>
                  </a:cubicBezTo>
                  <a:cubicBezTo>
                    <a:pt x="2162" y="164"/>
                    <a:pt x="2159" y="164"/>
                    <a:pt x="2158" y="168"/>
                  </a:cubicBezTo>
                  <a:cubicBezTo>
                    <a:pt x="2157" y="171"/>
                    <a:pt x="2157" y="176"/>
                    <a:pt x="2154" y="176"/>
                  </a:cubicBezTo>
                  <a:close/>
                  <a:moveTo>
                    <a:pt x="2311" y="845"/>
                  </a:moveTo>
                  <a:cubicBezTo>
                    <a:pt x="2314" y="849"/>
                    <a:pt x="2316" y="854"/>
                    <a:pt x="2323" y="858"/>
                  </a:cubicBezTo>
                  <a:cubicBezTo>
                    <a:pt x="2344" y="898"/>
                    <a:pt x="2346" y="909"/>
                    <a:pt x="2357" y="917"/>
                  </a:cubicBezTo>
                  <a:cubicBezTo>
                    <a:pt x="2373" y="962"/>
                    <a:pt x="2374" y="968"/>
                    <a:pt x="2379" y="974"/>
                  </a:cubicBezTo>
                  <a:cubicBezTo>
                    <a:pt x="2402" y="1039"/>
                    <a:pt x="2405" y="1045"/>
                    <a:pt x="2406" y="1052"/>
                  </a:cubicBezTo>
                  <a:cubicBezTo>
                    <a:pt x="2428" y="1117"/>
                    <a:pt x="2430" y="1124"/>
                    <a:pt x="2429" y="1131"/>
                  </a:cubicBezTo>
                  <a:cubicBezTo>
                    <a:pt x="2441" y="1178"/>
                    <a:pt x="2454" y="1182"/>
                    <a:pt x="2448" y="1190"/>
                  </a:cubicBezTo>
                  <a:cubicBezTo>
                    <a:pt x="2462" y="1236"/>
                    <a:pt x="2466" y="1242"/>
                    <a:pt x="2469" y="1249"/>
                  </a:cubicBezTo>
                  <a:cubicBezTo>
                    <a:pt x="2482" y="1291"/>
                    <a:pt x="2482" y="1294"/>
                    <a:pt x="2486" y="1297"/>
                  </a:cubicBezTo>
                  <a:cubicBezTo>
                    <a:pt x="2499" y="1333"/>
                    <a:pt x="2498" y="1340"/>
                    <a:pt x="2504" y="1345"/>
                  </a:cubicBezTo>
                  <a:cubicBezTo>
                    <a:pt x="2523" y="1391"/>
                    <a:pt x="2526" y="1397"/>
                    <a:pt x="2531" y="1403"/>
                  </a:cubicBezTo>
                  <a:cubicBezTo>
                    <a:pt x="2541" y="1435"/>
                    <a:pt x="2545" y="1437"/>
                    <a:pt x="2548" y="1440"/>
                  </a:cubicBezTo>
                  <a:cubicBezTo>
                    <a:pt x="2563" y="1473"/>
                    <a:pt x="2567" y="1475"/>
                    <a:pt x="2567" y="1479"/>
                  </a:cubicBezTo>
                  <a:cubicBezTo>
                    <a:pt x="2616" y="1536"/>
                    <a:pt x="2619" y="1537"/>
                    <a:pt x="2623" y="1537"/>
                  </a:cubicBezTo>
                  <a:cubicBezTo>
                    <a:pt x="2627" y="1538"/>
                    <a:pt x="2626" y="1536"/>
                    <a:pt x="2624" y="1535"/>
                  </a:cubicBezTo>
                  <a:cubicBezTo>
                    <a:pt x="2576" y="1476"/>
                    <a:pt x="2567" y="1471"/>
                    <a:pt x="2569" y="1465"/>
                  </a:cubicBezTo>
                  <a:cubicBezTo>
                    <a:pt x="2557" y="1435"/>
                    <a:pt x="2550" y="1434"/>
                    <a:pt x="2552" y="1430"/>
                  </a:cubicBezTo>
                  <a:cubicBezTo>
                    <a:pt x="2534" y="1388"/>
                    <a:pt x="2528" y="1383"/>
                    <a:pt x="2527" y="1377"/>
                  </a:cubicBezTo>
                  <a:cubicBezTo>
                    <a:pt x="2513" y="1348"/>
                    <a:pt x="2509" y="1345"/>
                    <a:pt x="2506" y="1342"/>
                  </a:cubicBezTo>
                  <a:cubicBezTo>
                    <a:pt x="2504" y="1319"/>
                    <a:pt x="2497" y="1314"/>
                    <a:pt x="2498" y="1307"/>
                  </a:cubicBezTo>
                  <a:cubicBezTo>
                    <a:pt x="2481" y="1279"/>
                    <a:pt x="2493" y="1274"/>
                    <a:pt x="2484" y="1272"/>
                  </a:cubicBezTo>
                  <a:cubicBezTo>
                    <a:pt x="2476" y="1250"/>
                    <a:pt x="2478" y="1244"/>
                    <a:pt x="2473" y="1238"/>
                  </a:cubicBezTo>
                  <a:cubicBezTo>
                    <a:pt x="2460" y="1192"/>
                    <a:pt x="2460" y="1189"/>
                    <a:pt x="2458" y="1186"/>
                  </a:cubicBezTo>
                  <a:cubicBezTo>
                    <a:pt x="2450" y="1144"/>
                    <a:pt x="2438" y="1140"/>
                    <a:pt x="2441" y="1133"/>
                  </a:cubicBezTo>
                  <a:cubicBezTo>
                    <a:pt x="2428" y="1087"/>
                    <a:pt x="2424" y="1075"/>
                    <a:pt x="2416" y="1064"/>
                  </a:cubicBezTo>
                  <a:cubicBezTo>
                    <a:pt x="2410" y="1041"/>
                    <a:pt x="2411" y="1035"/>
                    <a:pt x="2407" y="1030"/>
                  </a:cubicBezTo>
                  <a:cubicBezTo>
                    <a:pt x="2387" y="974"/>
                    <a:pt x="2384" y="968"/>
                    <a:pt x="2380" y="962"/>
                  </a:cubicBezTo>
                  <a:cubicBezTo>
                    <a:pt x="2366" y="915"/>
                    <a:pt x="2355" y="909"/>
                    <a:pt x="2357" y="902"/>
                  </a:cubicBezTo>
                  <a:cubicBezTo>
                    <a:pt x="2339" y="870"/>
                    <a:pt x="2335" y="867"/>
                    <a:pt x="2335" y="864"/>
                  </a:cubicBezTo>
                  <a:cubicBezTo>
                    <a:pt x="2329" y="853"/>
                    <a:pt x="2327" y="850"/>
                    <a:pt x="2322" y="847"/>
                  </a:cubicBezTo>
                  <a:close/>
                  <a:moveTo>
                    <a:pt x="2226" y="830"/>
                  </a:moveTo>
                  <a:cubicBezTo>
                    <a:pt x="2225" y="835"/>
                    <a:pt x="2237" y="841"/>
                    <a:pt x="2240" y="840"/>
                  </a:cubicBezTo>
                  <a:cubicBezTo>
                    <a:pt x="2280" y="885"/>
                    <a:pt x="2282" y="892"/>
                    <a:pt x="2288" y="898"/>
                  </a:cubicBezTo>
                  <a:cubicBezTo>
                    <a:pt x="2309" y="930"/>
                    <a:pt x="2309" y="932"/>
                    <a:pt x="2309" y="933"/>
                  </a:cubicBezTo>
                  <a:cubicBezTo>
                    <a:pt x="2324" y="964"/>
                    <a:pt x="2328" y="967"/>
                    <a:pt x="2329" y="970"/>
                  </a:cubicBezTo>
                  <a:cubicBezTo>
                    <a:pt x="2351" y="1008"/>
                    <a:pt x="2350" y="1015"/>
                    <a:pt x="2355" y="1021"/>
                  </a:cubicBezTo>
                  <a:cubicBezTo>
                    <a:pt x="2373" y="1067"/>
                    <a:pt x="2375" y="1070"/>
                    <a:pt x="2375" y="1074"/>
                  </a:cubicBezTo>
                  <a:cubicBezTo>
                    <a:pt x="2397" y="1132"/>
                    <a:pt x="2396" y="1135"/>
                    <a:pt x="2401" y="1138"/>
                  </a:cubicBezTo>
                  <a:cubicBezTo>
                    <a:pt x="2407" y="1163"/>
                    <a:pt x="2406" y="1167"/>
                    <a:pt x="2414" y="1170"/>
                  </a:cubicBezTo>
                  <a:cubicBezTo>
                    <a:pt x="2421" y="1203"/>
                    <a:pt x="2425" y="1211"/>
                    <a:pt x="2422" y="1220"/>
                  </a:cubicBezTo>
                  <a:cubicBezTo>
                    <a:pt x="2443" y="1271"/>
                    <a:pt x="2443" y="1273"/>
                    <a:pt x="2443" y="1276"/>
                  </a:cubicBezTo>
                  <a:cubicBezTo>
                    <a:pt x="2453" y="1306"/>
                    <a:pt x="2452" y="1312"/>
                    <a:pt x="2457" y="1317"/>
                  </a:cubicBezTo>
                  <a:cubicBezTo>
                    <a:pt x="2463" y="1344"/>
                    <a:pt x="2471" y="1346"/>
                    <a:pt x="2470" y="1349"/>
                  </a:cubicBezTo>
                  <a:cubicBezTo>
                    <a:pt x="2487" y="1386"/>
                    <a:pt x="2484" y="1392"/>
                    <a:pt x="2494" y="1396"/>
                  </a:cubicBezTo>
                  <a:cubicBezTo>
                    <a:pt x="2510" y="1433"/>
                    <a:pt x="2518" y="1438"/>
                    <a:pt x="2517" y="1443"/>
                  </a:cubicBezTo>
                  <a:cubicBezTo>
                    <a:pt x="2533" y="1461"/>
                    <a:pt x="2535" y="1463"/>
                    <a:pt x="2536" y="1466"/>
                  </a:cubicBezTo>
                  <a:cubicBezTo>
                    <a:pt x="2554" y="1485"/>
                    <a:pt x="2560" y="1493"/>
                    <a:pt x="2563" y="1489"/>
                  </a:cubicBezTo>
                  <a:cubicBezTo>
                    <a:pt x="2530" y="1445"/>
                    <a:pt x="2522" y="1441"/>
                    <a:pt x="2522" y="1436"/>
                  </a:cubicBezTo>
                  <a:cubicBezTo>
                    <a:pt x="2466" y="1320"/>
                    <a:pt x="2462" y="1316"/>
                    <a:pt x="2464" y="1311"/>
                  </a:cubicBezTo>
                  <a:cubicBezTo>
                    <a:pt x="2445" y="1263"/>
                    <a:pt x="2447" y="1258"/>
                    <a:pt x="2442" y="1254"/>
                  </a:cubicBezTo>
                  <a:cubicBezTo>
                    <a:pt x="2435" y="1229"/>
                    <a:pt x="2435" y="1227"/>
                    <a:pt x="2435" y="1224"/>
                  </a:cubicBezTo>
                  <a:cubicBezTo>
                    <a:pt x="2407" y="1143"/>
                    <a:pt x="2407" y="1133"/>
                    <a:pt x="2403" y="1124"/>
                  </a:cubicBezTo>
                  <a:cubicBezTo>
                    <a:pt x="2396" y="1104"/>
                    <a:pt x="2396" y="1099"/>
                    <a:pt x="2394" y="1094"/>
                  </a:cubicBezTo>
                  <a:cubicBezTo>
                    <a:pt x="2379" y="1056"/>
                    <a:pt x="2379" y="1054"/>
                    <a:pt x="2377" y="1052"/>
                  </a:cubicBezTo>
                  <a:cubicBezTo>
                    <a:pt x="2362" y="1018"/>
                    <a:pt x="2360" y="1013"/>
                    <a:pt x="2359" y="1008"/>
                  </a:cubicBezTo>
                  <a:cubicBezTo>
                    <a:pt x="2322" y="939"/>
                    <a:pt x="2316" y="929"/>
                    <a:pt x="2311" y="919"/>
                  </a:cubicBezTo>
                  <a:cubicBezTo>
                    <a:pt x="2268" y="860"/>
                    <a:pt x="2269" y="857"/>
                    <a:pt x="2267" y="855"/>
                  </a:cubicBezTo>
                  <a:cubicBezTo>
                    <a:pt x="2242" y="833"/>
                    <a:pt x="2236" y="829"/>
                    <a:pt x="2230" y="825"/>
                  </a:cubicBezTo>
                  <a:cubicBezTo>
                    <a:pt x="2215" y="829"/>
                    <a:pt x="2217" y="829"/>
                    <a:pt x="2219" y="829"/>
                  </a:cubicBezTo>
                  <a:close/>
                  <a:moveTo>
                    <a:pt x="3510" y="16"/>
                  </a:moveTo>
                  <a:cubicBezTo>
                    <a:pt x="3524" y="18"/>
                    <a:pt x="3535" y="22"/>
                    <a:pt x="3546" y="27"/>
                  </a:cubicBezTo>
                  <a:cubicBezTo>
                    <a:pt x="3580" y="42"/>
                    <a:pt x="3582" y="38"/>
                    <a:pt x="3584" y="42"/>
                  </a:cubicBezTo>
                  <a:cubicBezTo>
                    <a:pt x="3618" y="52"/>
                    <a:pt x="3623" y="54"/>
                    <a:pt x="3628" y="56"/>
                  </a:cubicBezTo>
                  <a:cubicBezTo>
                    <a:pt x="3702" y="78"/>
                    <a:pt x="3712" y="88"/>
                    <a:pt x="3727" y="91"/>
                  </a:cubicBezTo>
                  <a:cubicBezTo>
                    <a:pt x="3785" y="120"/>
                    <a:pt x="3787" y="122"/>
                    <a:pt x="3791" y="123"/>
                  </a:cubicBezTo>
                  <a:cubicBezTo>
                    <a:pt x="3770" y="103"/>
                    <a:pt x="3762" y="105"/>
                    <a:pt x="3760" y="99"/>
                  </a:cubicBezTo>
                  <a:cubicBezTo>
                    <a:pt x="3707" y="77"/>
                    <a:pt x="3699" y="70"/>
                    <a:pt x="3688" y="67"/>
                  </a:cubicBezTo>
                  <a:cubicBezTo>
                    <a:pt x="3618" y="44"/>
                    <a:pt x="3610" y="38"/>
                    <a:pt x="3599" y="36"/>
                  </a:cubicBezTo>
                  <a:cubicBezTo>
                    <a:pt x="3547" y="17"/>
                    <a:pt x="3540" y="18"/>
                    <a:pt x="3538" y="12"/>
                  </a:cubicBezTo>
                  <a:cubicBezTo>
                    <a:pt x="3504" y="1"/>
                    <a:pt x="3503" y="1"/>
                    <a:pt x="3503" y="0"/>
                  </a:cubicBezTo>
                  <a:cubicBezTo>
                    <a:pt x="3495" y="8"/>
                    <a:pt x="3505" y="9"/>
                    <a:pt x="3510" y="16"/>
                  </a:cubicBezTo>
                  <a:close/>
                  <a:moveTo>
                    <a:pt x="3427" y="20"/>
                  </a:moveTo>
                  <a:cubicBezTo>
                    <a:pt x="3431" y="23"/>
                    <a:pt x="3439" y="22"/>
                    <a:pt x="3441" y="28"/>
                  </a:cubicBezTo>
                  <a:cubicBezTo>
                    <a:pt x="3472" y="49"/>
                    <a:pt x="3482" y="47"/>
                    <a:pt x="3484" y="53"/>
                  </a:cubicBezTo>
                  <a:cubicBezTo>
                    <a:pt x="3561" y="81"/>
                    <a:pt x="3567" y="88"/>
                    <a:pt x="3580" y="88"/>
                  </a:cubicBezTo>
                  <a:cubicBezTo>
                    <a:pt x="3610" y="99"/>
                    <a:pt x="3608" y="105"/>
                    <a:pt x="3614" y="103"/>
                  </a:cubicBezTo>
                  <a:cubicBezTo>
                    <a:pt x="3673" y="129"/>
                    <a:pt x="3682" y="128"/>
                    <a:pt x="3686" y="133"/>
                  </a:cubicBezTo>
                  <a:cubicBezTo>
                    <a:pt x="3728" y="150"/>
                    <a:pt x="3736" y="150"/>
                    <a:pt x="3738" y="156"/>
                  </a:cubicBezTo>
                  <a:cubicBezTo>
                    <a:pt x="3766" y="171"/>
                    <a:pt x="3768" y="173"/>
                    <a:pt x="3770" y="175"/>
                  </a:cubicBezTo>
                  <a:cubicBezTo>
                    <a:pt x="3815" y="218"/>
                    <a:pt x="3820" y="221"/>
                    <a:pt x="3824" y="226"/>
                  </a:cubicBezTo>
                  <a:cubicBezTo>
                    <a:pt x="3840" y="232"/>
                    <a:pt x="3826" y="226"/>
                    <a:pt x="3823" y="217"/>
                  </a:cubicBezTo>
                  <a:cubicBezTo>
                    <a:pt x="3809" y="197"/>
                    <a:pt x="3803" y="200"/>
                    <a:pt x="3804" y="195"/>
                  </a:cubicBezTo>
                  <a:cubicBezTo>
                    <a:pt x="3780" y="170"/>
                    <a:pt x="3772" y="173"/>
                    <a:pt x="3772" y="166"/>
                  </a:cubicBezTo>
                  <a:cubicBezTo>
                    <a:pt x="3732" y="139"/>
                    <a:pt x="3725" y="141"/>
                    <a:pt x="3724" y="135"/>
                  </a:cubicBezTo>
                  <a:cubicBezTo>
                    <a:pt x="3672" y="119"/>
                    <a:pt x="3670" y="114"/>
                    <a:pt x="3665" y="113"/>
                  </a:cubicBezTo>
                  <a:cubicBezTo>
                    <a:pt x="3622" y="94"/>
                    <a:pt x="3612" y="93"/>
                    <a:pt x="3607" y="88"/>
                  </a:cubicBezTo>
                  <a:cubicBezTo>
                    <a:pt x="3553" y="69"/>
                    <a:pt x="3545" y="69"/>
                    <a:pt x="3539" y="65"/>
                  </a:cubicBezTo>
                  <a:cubicBezTo>
                    <a:pt x="3500" y="46"/>
                    <a:pt x="3489" y="45"/>
                    <a:pt x="3481" y="40"/>
                  </a:cubicBezTo>
                  <a:cubicBezTo>
                    <a:pt x="3448" y="23"/>
                    <a:pt x="3449" y="17"/>
                    <a:pt x="3444" y="19"/>
                  </a:cubicBezTo>
                  <a:cubicBezTo>
                    <a:pt x="3422" y="2"/>
                    <a:pt x="3421" y="1"/>
                    <a:pt x="3421" y="0"/>
                  </a:cubicBezTo>
                  <a:close/>
                  <a:moveTo>
                    <a:pt x="2120" y="152"/>
                  </a:moveTo>
                  <a:cubicBezTo>
                    <a:pt x="2122" y="149"/>
                    <a:pt x="2127" y="152"/>
                    <a:pt x="2126" y="145"/>
                  </a:cubicBezTo>
                  <a:cubicBezTo>
                    <a:pt x="2128" y="141"/>
                    <a:pt x="2129" y="136"/>
                    <a:pt x="2130" y="132"/>
                  </a:cubicBezTo>
                  <a:cubicBezTo>
                    <a:pt x="2133" y="135"/>
                    <a:pt x="2137" y="123"/>
                    <a:pt x="2133" y="124"/>
                  </a:cubicBezTo>
                  <a:cubicBezTo>
                    <a:pt x="2133" y="119"/>
                    <a:pt x="2138" y="121"/>
                    <a:pt x="2138" y="114"/>
                  </a:cubicBezTo>
                  <a:cubicBezTo>
                    <a:pt x="2137" y="106"/>
                    <a:pt x="2141" y="96"/>
                    <a:pt x="2144" y="86"/>
                  </a:cubicBezTo>
                  <a:cubicBezTo>
                    <a:pt x="2144" y="69"/>
                    <a:pt x="2149" y="48"/>
                    <a:pt x="2154" y="28"/>
                  </a:cubicBezTo>
                  <a:cubicBezTo>
                    <a:pt x="2152" y="20"/>
                    <a:pt x="2156" y="9"/>
                    <a:pt x="2156" y="0"/>
                  </a:cubicBezTo>
                  <a:cubicBezTo>
                    <a:pt x="2146" y="0"/>
                    <a:pt x="2146" y="0"/>
                    <a:pt x="2146" y="0"/>
                  </a:cubicBezTo>
                  <a:cubicBezTo>
                    <a:pt x="2146" y="12"/>
                    <a:pt x="2145" y="24"/>
                    <a:pt x="2146" y="35"/>
                  </a:cubicBezTo>
                  <a:cubicBezTo>
                    <a:pt x="2140" y="38"/>
                    <a:pt x="2145" y="45"/>
                    <a:pt x="2140" y="53"/>
                  </a:cubicBezTo>
                  <a:cubicBezTo>
                    <a:pt x="2143" y="59"/>
                    <a:pt x="2137" y="69"/>
                    <a:pt x="2135" y="77"/>
                  </a:cubicBezTo>
                  <a:cubicBezTo>
                    <a:pt x="2143" y="79"/>
                    <a:pt x="2129" y="83"/>
                    <a:pt x="2136" y="84"/>
                  </a:cubicBezTo>
                  <a:cubicBezTo>
                    <a:pt x="2134" y="88"/>
                    <a:pt x="2133" y="92"/>
                    <a:pt x="2132" y="96"/>
                  </a:cubicBezTo>
                  <a:cubicBezTo>
                    <a:pt x="2127" y="106"/>
                    <a:pt x="2131" y="111"/>
                    <a:pt x="2127" y="120"/>
                  </a:cubicBezTo>
                  <a:cubicBezTo>
                    <a:pt x="2126" y="127"/>
                    <a:pt x="2123" y="131"/>
                    <a:pt x="2120" y="136"/>
                  </a:cubicBezTo>
                  <a:cubicBezTo>
                    <a:pt x="2119" y="142"/>
                    <a:pt x="2114" y="150"/>
                    <a:pt x="2120" y="152"/>
                  </a:cubicBezTo>
                  <a:close/>
                  <a:moveTo>
                    <a:pt x="3473" y="21"/>
                  </a:moveTo>
                  <a:cubicBezTo>
                    <a:pt x="3474" y="26"/>
                    <a:pt x="3481" y="23"/>
                    <a:pt x="3482" y="27"/>
                  </a:cubicBezTo>
                  <a:cubicBezTo>
                    <a:pt x="3525" y="42"/>
                    <a:pt x="3529" y="41"/>
                    <a:pt x="3529" y="43"/>
                  </a:cubicBezTo>
                  <a:cubicBezTo>
                    <a:pt x="3556" y="50"/>
                    <a:pt x="3560" y="53"/>
                    <a:pt x="3565" y="54"/>
                  </a:cubicBezTo>
                  <a:cubicBezTo>
                    <a:pt x="3587" y="59"/>
                    <a:pt x="3590" y="63"/>
                    <a:pt x="3596" y="63"/>
                  </a:cubicBezTo>
                  <a:cubicBezTo>
                    <a:pt x="3658" y="81"/>
                    <a:pt x="3665" y="83"/>
                    <a:pt x="3672" y="84"/>
                  </a:cubicBezTo>
                  <a:cubicBezTo>
                    <a:pt x="3705" y="94"/>
                    <a:pt x="3704" y="100"/>
                    <a:pt x="3710" y="98"/>
                  </a:cubicBezTo>
                  <a:cubicBezTo>
                    <a:pt x="3741" y="113"/>
                    <a:pt x="3750" y="122"/>
                    <a:pt x="3762" y="128"/>
                  </a:cubicBezTo>
                  <a:cubicBezTo>
                    <a:pt x="3734" y="106"/>
                    <a:pt x="3735" y="102"/>
                    <a:pt x="3732" y="101"/>
                  </a:cubicBezTo>
                  <a:cubicBezTo>
                    <a:pt x="3703" y="87"/>
                    <a:pt x="3695" y="86"/>
                    <a:pt x="3691" y="80"/>
                  </a:cubicBezTo>
                  <a:cubicBezTo>
                    <a:pt x="3643" y="67"/>
                    <a:pt x="3634" y="68"/>
                    <a:pt x="3631" y="63"/>
                  </a:cubicBezTo>
                  <a:cubicBezTo>
                    <a:pt x="3595" y="53"/>
                    <a:pt x="3580" y="51"/>
                    <a:pt x="3566" y="45"/>
                  </a:cubicBezTo>
                  <a:cubicBezTo>
                    <a:pt x="3521" y="29"/>
                    <a:pt x="3512" y="29"/>
                    <a:pt x="3506" y="25"/>
                  </a:cubicBezTo>
                  <a:cubicBezTo>
                    <a:pt x="3450" y="1"/>
                    <a:pt x="3450" y="1"/>
                    <a:pt x="3449" y="0"/>
                  </a:cubicBezTo>
                  <a:cubicBezTo>
                    <a:pt x="3460" y="14"/>
                    <a:pt x="3465" y="20"/>
                    <a:pt x="3473" y="21"/>
                  </a:cubicBezTo>
                  <a:close/>
                  <a:moveTo>
                    <a:pt x="3620" y="24"/>
                  </a:moveTo>
                  <a:cubicBezTo>
                    <a:pt x="3631" y="33"/>
                    <a:pt x="3648" y="37"/>
                    <a:pt x="3660" y="45"/>
                  </a:cubicBezTo>
                  <a:cubicBezTo>
                    <a:pt x="3693" y="63"/>
                    <a:pt x="3695" y="64"/>
                    <a:pt x="3697" y="64"/>
                  </a:cubicBezTo>
                  <a:cubicBezTo>
                    <a:pt x="3679" y="44"/>
                    <a:pt x="3672" y="47"/>
                    <a:pt x="3673" y="40"/>
                  </a:cubicBezTo>
                  <a:cubicBezTo>
                    <a:pt x="3676" y="28"/>
                    <a:pt x="3672" y="29"/>
                    <a:pt x="3670" y="27"/>
                  </a:cubicBezTo>
                  <a:cubicBezTo>
                    <a:pt x="3650" y="7"/>
                    <a:pt x="3647" y="4"/>
                    <a:pt x="3644" y="0"/>
                  </a:cubicBezTo>
                  <a:cubicBezTo>
                    <a:pt x="3635" y="4"/>
                    <a:pt x="3633" y="2"/>
                    <a:pt x="3633" y="1"/>
                  </a:cubicBezTo>
                  <a:cubicBezTo>
                    <a:pt x="3612" y="3"/>
                    <a:pt x="3615" y="4"/>
                    <a:pt x="3618" y="7"/>
                  </a:cubicBezTo>
                  <a:cubicBezTo>
                    <a:pt x="3628" y="5"/>
                    <a:pt x="3633" y="12"/>
                    <a:pt x="3636" y="12"/>
                  </a:cubicBezTo>
                  <a:cubicBezTo>
                    <a:pt x="3662" y="38"/>
                    <a:pt x="3670" y="35"/>
                    <a:pt x="3669" y="42"/>
                  </a:cubicBezTo>
                  <a:cubicBezTo>
                    <a:pt x="3626" y="22"/>
                    <a:pt x="3626" y="19"/>
                    <a:pt x="3622" y="19"/>
                  </a:cubicBezTo>
                  <a:cubicBezTo>
                    <a:pt x="3555" y="0"/>
                    <a:pt x="3555" y="0"/>
                    <a:pt x="3555" y="0"/>
                  </a:cubicBezTo>
                  <a:close/>
                  <a:moveTo>
                    <a:pt x="3212" y="33"/>
                  </a:moveTo>
                  <a:cubicBezTo>
                    <a:pt x="3206" y="33"/>
                    <a:pt x="3205" y="37"/>
                    <a:pt x="3203" y="40"/>
                  </a:cubicBezTo>
                  <a:cubicBezTo>
                    <a:pt x="3189" y="62"/>
                    <a:pt x="3182" y="63"/>
                    <a:pt x="3181" y="70"/>
                  </a:cubicBezTo>
                  <a:cubicBezTo>
                    <a:pt x="3156" y="101"/>
                    <a:pt x="3153" y="105"/>
                    <a:pt x="3149" y="110"/>
                  </a:cubicBezTo>
                  <a:cubicBezTo>
                    <a:pt x="3127" y="142"/>
                    <a:pt x="3121" y="145"/>
                    <a:pt x="3117" y="149"/>
                  </a:cubicBezTo>
                  <a:cubicBezTo>
                    <a:pt x="3095" y="182"/>
                    <a:pt x="3097" y="191"/>
                    <a:pt x="3089" y="192"/>
                  </a:cubicBezTo>
                  <a:cubicBezTo>
                    <a:pt x="3072" y="230"/>
                    <a:pt x="3070" y="235"/>
                    <a:pt x="3067" y="240"/>
                  </a:cubicBezTo>
                  <a:cubicBezTo>
                    <a:pt x="3055" y="279"/>
                    <a:pt x="3050" y="279"/>
                    <a:pt x="3052" y="285"/>
                  </a:cubicBezTo>
                  <a:cubicBezTo>
                    <a:pt x="3062" y="273"/>
                    <a:pt x="3059" y="266"/>
                    <a:pt x="3062" y="264"/>
                  </a:cubicBezTo>
                  <a:cubicBezTo>
                    <a:pt x="3091" y="212"/>
                    <a:pt x="3094" y="199"/>
                    <a:pt x="3102" y="189"/>
                  </a:cubicBezTo>
                  <a:cubicBezTo>
                    <a:pt x="3129" y="153"/>
                    <a:pt x="3131" y="147"/>
                    <a:pt x="3134" y="141"/>
                  </a:cubicBezTo>
                  <a:cubicBezTo>
                    <a:pt x="3178" y="91"/>
                    <a:pt x="3180" y="84"/>
                    <a:pt x="3184" y="79"/>
                  </a:cubicBezTo>
                  <a:cubicBezTo>
                    <a:pt x="3206" y="54"/>
                    <a:pt x="3203" y="47"/>
                    <a:pt x="3210" y="48"/>
                  </a:cubicBezTo>
                  <a:cubicBezTo>
                    <a:pt x="3230" y="23"/>
                    <a:pt x="3232" y="21"/>
                    <a:pt x="3235" y="18"/>
                  </a:cubicBezTo>
                  <a:cubicBezTo>
                    <a:pt x="3236" y="0"/>
                    <a:pt x="3236" y="0"/>
                    <a:pt x="3236" y="0"/>
                  </a:cubicBezTo>
                  <a:close/>
                  <a:moveTo>
                    <a:pt x="3233" y="56"/>
                  </a:moveTo>
                  <a:cubicBezTo>
                    <a:pt x="3233" y="58"/>
                    <a:pt x="3230" y="57"/>
                    <a:pt x="3229" y="58"/>
                  </a:cubicBezTo>
                  <a:cubicBezTo>
                    <a:pt x="3216" y="75"/>
                    <a:pt x="3212" y="85"/>
                    <a:pt x="3202" y="90"/>
                  </a:cubicBezTo>
                  <a:cubicBezTo>
                    <a:pt x="3171" y="129"/>
                    <a:pt x="3166" y="132"/>
                    <a:pt x="3164" y="137"/>
                  </a:cubicBezTo>
                  <a:cubicBezTo>
                    <a:pt x="3139" y="170"/>
                    <a:pt x="3133" y="178"/>
                    <a:pt x="3126" y="185"/>
                  </a:cubicBezTo>
                  <a:cubicBezTo>
                    <a:pt x="3100" y="228"/>
                    <a:pt x="3098" y="230"/>
                    <a:pt x="3099" y="233"/>
                  </a:cubicBezTo>
                  <a:cubicBezTo>
                    <a:pt x="3089" y="255"/>
                    <a:pt x="3084" y="261"/>
                    <a:pt x="3082" y="269"/>
                  </a:cubicBezTo>
                  <a:cubicBezTo>
                    <a:pt x="3073" y="289"/>
                    <a:pt x="3070" y="294"/>
                    <a:pt x="3071" y="301"/>
                  </a:cubicBezTo>
                  <a:cubicBezTo>
                    <a:pt x="3061" y="337"/>
                    <a:pt x="3052" y="344"/>
                    <a:pt x="3059" y="348"/>
                  </a:cubicBezTo>
                  <a:cubicBezTo>
                    <a:pt x="3069" y="311"/>
                    <a:pt x="3071" y="307"/>
                    <a:pt x="3073" y="305"/>
                  </a:cubicBezTo>
                  <a:cubicBezTo>
                    <a:pt x="3087" y="271"/>
                    <a:pt x="3088" y="268"/>
                    <a:pt x="3090" y="264"/>
                  </a:cubicBezTo>
                  <a:cubicBezTo>
                    <a:pt x="3111" y="237"/>
                    <a:pt x="3106" y="228"/>
                    <a:pt x="3109" y="226"/>
                  </a:cubicBezTo>
                  <a:cubicBezTo>
                    <a:pt x="3127" y="208"/>
                    <a:pt x="3122" y="199"/>
                    <a:pt x="3129" y="201"/>
                  </a:cubicBezTo>
                  <a:cubicBezTo>
                    <a:pt x="3162" y="155"/>
                    <a:pt x="3164" y="153"/>
                    <a:pt x="3165" y="150"/>
                  </a:cubicBezTo>
                  <a:cubicBezTo>
                    <a:pt x="3190" y="125"/>
                    <a:pt x="3187" y="118"/>
                    <a:pt x="3191" y="117"/>
                  </a:cubicBezTo>
                  <a:cubicBezTo>
                    <a:pt x="3208" y="99"/>
                    <a:pt x="3213" y="99"/>
                    <a:pt x="3214" y="94"/>
                  </a:cubicBezTo>
                  <a:cubicBezTo>
                    <a:pt x="3234" y="64"/>
                    <a:pt x="3239" y="64"/>
                    <a:pt x="3242" y="61"/>
                  </a:cubicBezTo>
                  <a:cubicBezTo>
                    <a:pt x="3259" y="28"/>
                    <a:pt x="3265" y="28"/>
                    <a:pt x="3268" y="25"/>
                  </a:cubicBezTo>
                  <a:cubicBezTo>
                    <a:pt x="3279" y="1"/>
                    <a:pt x="3279" y="1"/>
                    <a:pt x="3279" y="0"/>
                  </a:cubicBezTo>
                  <a:cubicBezTo>
                    <a:pt x="3256" y="19"/>
                    <a:pt x="3257" y="22"/>
                    <a:pt x="3257" y="25"/>
                  </a:cubicBezTo>
                  <a:cubicBezTo>
                    <a:pt x="3238" y="46"/>
                    <a:pt x="3237" y="52"/>
                    <a:pt x="3233" y="56"/>
                  </a:cubicBezTo>
                  <a:close/>
                  <a:moveTo>
                    <a:pt x="3266" y="58"/>
                  </a:moveTo>
                  <a:cubicBezTo>
                    <a:pt x="3268" y="64"/>
                    <a:pt x="3258" y="61"/>
                    <a:pt x="3262" y="69"/>
                  </a:cubicBezTo>
                  <a:cubicBezTo>
                    <a:pt x="3249" y="91"/>
                    <a:pt x="3245" y="92"/>
                    <a:pt x="3242" y="94"/>
                  </a:cubicBezTo>
                  <a:cubicBezTo>
                    <a:pt x="3222" y="121"/>
                    <a:pt x="3222" y="124"/>
                    <a:pt x="3220" y="124"/>
                  </a:cubicBezTo>
                  <a:cubicBezTo>
                    <a:pt x="3204" y="138"/>
                    <a:pt x="3209" y="147"/>
                    <a:pt x="3202" y="145"/>
                  </a:cubicBezTo>
                  <a:cubicBezTo>
                    <a:pt x="3184" y="168"/>
                    <a:pt x="3181" y="176"/>
                    <a:pt x="3176" y="182"/>
                  </a:cubicBezTo>
                  <a:cubicBezTo>
                    <a:pt x="3160" y="206"/>
                    <a:pt x="3156" y="212"/>
                    <a:pt x="3152" y="219"/>
                  </a:cubicBezTo>
                  <a:cubicBezTo>
                    <a:pt x="3130" y="247"/>
                    <a:pt x="3133" y="254"/>
                    <a:pt x="3129" y="255"/>
                  </a:cubicBezTo>
                  <a:cubicBezTo>
                    <a:pt x="3116" y="278"/>
                    <a:pt x="3117" y="283"/>
                    <a:pt x="3116" y="287"/>
                  </a:cubicBezTo>
                  <a:cubicBezTo>
                    <a:pt x="3103" y="309"/>
                    <a:pt x="3107" y="317"/>
                    <a:pt x="3103" y="318"/>
                  </a:cubicBezTo>
                  <a:cubicBezTo>
                    <a:pt x="3104" y="323"/>
                    <a:pt x="3113" y="307"/>
                    <a:pt x="3118" y="289"/>
                  </a:cubicBezTo>
                  <a:cubicBezTo>
                    <a:pt x="3132" y="263"/>
                    <a:pt x="3133" y="261"/>
                    <a:pt x="3133" y="259"/>
                  </a:cubicBezTo>
                  <a:cubicBezTo>
                    <a:pt x="3152" y="235"/>
                    <a:pt x="3156" y="227"/>
                    <a:pt x="3159" y="218"/>
                  </a:cubicBezTo>
                  <a:cubicBezTo>
                    <a:pt x="3212" y="152"/>
                    <a:pt x="3211" y="146"/>
                    <a:pt x="3215" y="144"/>
                  </a:cubicBezTo>
                  <a:cubicBezTo>
                    <a:pt x="3233" y="123"/>
                    <a:pt x="3234" y="121"/>
                    <a:pt x="3235" y="119"/>
                  </a:cubicBezTo>
                  <a:cubicBezTo>
                    <a:pt x="3276" y="61"/>
                    <a:pt x="3281" y="54"/>
                    <a:pt x="3285" y="45"/>
                  </a:cubicBezTo>
                  <a:cubicBezTo>
                    <a:pt x="3304" y="7"/>
                    <a:pt x="3306" y="3"/>
                    <a:pt x="3307" y="0"/>
                  </a:cubicBezTo>
                  <a:cubicBezTo>
                    <a:pt x="3289" y="13"/>
                    <a:pt x="3289" y="20"/>
                    <a:pt x="3288" y="25"/>
                  </a:cubicBezTo>
                  <a:close/>
                  <a:moveTo>
                    <a:pt x="3328" y="44"/>
                  </a:moveTo>
                  <a:cubicBezTo>
                    <a:pt x="3331" y="57"/>
                    <a:pt x="3320" y="58"/>
                    <a:pt x="3321" y="69"/>
                  </a:cubicBezTo>
                  <a:cubicBezTo>
                    <a:pt x="3291" y="125"/>
                    <a:pt x="3285" y="140"/>
                    <a:pt x="3274" y="151"/>
                  </a:cubicBezTo>
                  <a:cubicBezTo>
                    <a:pt x="3246" y="195"/>
                    <a:pt x="3240" y="199"/>
                    <a:pt x="3239" y="206"/>
                  </a:cubicBezTo>
                  <a:cubicBezTo>
                    <a:pt x="3207" y="239"/>
                    <a:pt x="3211" y="249"/>
                    <a:pt x="3203" y="248"/>
                  </a:cubicBezTo>
                  <a:cubicBezTo>
                    <a:pt x="3187" y="277"/>
                    <a:pt x="3183" y="280"/>
                    <a:pt x="3181" y="284"/>
                  </a:cubicBezTo>
                  <a:cubicBezTo>
                    <a:pt x="3135" y="346"/>
                    <a:pt x="3135" y="352"/>
                    <a:pt x="3131" y="356"/>
                  </a:cubicBezTo>
                  <a:cubicBezTo>
                    <a:pt x="3116" y="393"/>
                    <a:pt x="3117" y="386"/>
                    <a:pt x="3120" y="383"/>
                  </a:cubicBezTo>
                  <a:cubicBezTo>
                    <a:pt x="3155" y="333"/>
                    <a:pt x="3159" y="323"/>
                    <a:pt x="3168" y="316"/>
                  </a:cubicBezTo>
                  <a:cubicBezTo>
                    <a:pt x="3194" y="280"/>
                    <a:pt x="3194" y="276"/>
                    <a:pt x="3196" y="275"/>
                  </a:cubicBezTo>
                  <a:cubicBezTo>
                    <a:pt x="3222" y="247"/>
                    <a:pt x="3220" y="237"/>
                    <a:pt x="3226" y="235"/>
                  </a:cubicBezTo>
                  <a:cubicBezTo>
                    <a:pt x="3249" y="205"/>
                    <a:pt x="3250" y="199"/>
                    <a:pt x="3256" y="196"/>
                  </a:cubicBezTo>
                  <a:cubicBezTo>
                    <a:pt x="3279" y="168"/>
                    <a:pt x="3281" y="159"/>
                    <a:pt x="3286" y="152"/>
                  </a:cubicBezTo>
                  <a:cubicBezTo>
                    <a:pt x="3303" y="114"/>
                    <a:pt x="3312" y="117"/>
                    <a:pt x="3311" y="111"/>
                  </a:cubicBezTo>
                  <a:cubicBezTo>
                    <a:pt x="3332" y="68"/>
                    <a:pt x="3332" y="66"/>
                    <a:pt x="3332" y="64"/>
                  </a:cubicBezTo>
                  <a:cubicBezTo>
                    <a:pt x="3341" y="43"/>
                    <a:pt x="3345" y="38"/>
                    <a:pt x="3347" y="30"/>
                  </a:cubicBezTo>
                  <a:cubicBezTo>
                    <a:pt x="3353" y="4"/>
                    <a:pt x="3354" y="3"/>
                    <a:pt x="3355" y="0"/>
                  </a:cubicBezTo>
                  <a:cubicBezTo>
                    <a:pt x="3335" y="30"/>
                    <a:pt x="3335" y="40"/>
                    <a:pt x="3328" y="44"/>
                  </a:cubicBezTo>
                  <a:close/>
                  <a:moveTo>
                    <a:pt x="3306" y="46"/>
                  </a:moveTo>
                  <a:cubicBezTo>
                    <a:pt x="3299" y="56"/>
                    <a:pt x="3294" y="69"/>
                    <a:pt x="3289" y="82"/>
                  </a:cubicBezTo>
                  <a:cubicBezTo>
                    <a:pt x="3270" y="121"/>
                    <a:pt x="3264" y="120"/>
                    <a:pt x="3266" y="125"/>
                  </a:cubicBezTo>
                  <a:cubicBezTo>
                    <a:pt x="3247" y="151"/>
                    <a:pt x="3249" y="157"/>
                    <a:pt x="3247" y="159"/>
                  </a:cubicBezTo>
                  <a:cubicBezTo>
                    <a:pt x="3229" y="187"/>
                    <a:pt x="3227" y="190"/>
                    <a:pt x="3223" y="190"/>
                  </a:cubicBezTo>
                  <a:cubicBezTo>
                    <a:pt x="3198" y="226"/>
                    <a:pt x="3193" y="239"/>
                    <a:pt x="3183" y="247"/>
                  </a:cubicBezTo>
                  <a:cubicBezTo>
                    <a:pt x="3145" y="300"/>
                    <a:pt x="3145" y="309"/>
                    <a:pt x="3137" y="311"/>
                  </a:cubicBezTo>
                  <a:cubicBezTo>
                    <a:pt x="3114" y="353"/>
                    <a:pt x="3112" y="359"/>
                    <a:pt x="3108" y="364"/>
                  </a:cubicBezTo>
                  <a:cubicBezTo>
                    <a:pt x="3095" y="396"/>
                    <a:pt x="3095" y="401"/>
                    <a:pt x="3093" y="404"/>
                  </a:cubicBezTo>
                  <a:cubicBezTo>
                    <a:pt x="3091" y="418"/>
                    <a:pt x="3095" y="414"/>
                    <a:pt x="3096" y="408"/>
                  </a:cubicBezTo>
                  <a:cubicBezTo>
                    <a:pt x="3109" y="368"/>
                    <a:pt x="3117" y="366"/>
                    <a:pt x="3116" y="359"/>
                  </a:cubicBezTo>
                  <a:cubicBezTo>
                    <a:pt x="3148" y="313"/>
                    <a:pt x="3149" y="307"/>
                    <a:pt x="3154" y="304"/>
                  </a:cubicBezTo>
                  <a:cubicBezTo>
                    <a:pt x="3186" y="258"/>
                    <a:pt x="3191" y="256"/>
                    <a:pt x="3192" y="249"/>
                  </a:cubicBezTo>
                  <a:cubicBezTo>
                    <a:pt x="3234" y="190"/>
                    <a:pt x="3236" y="186"/>
                    <a:pt x="3239" y="182"/>
                  </a:cubicBezTo>
                  <a:cubicBezTo>
                    <a:pt x="3255" y="158"/>
                    <a:pt x="3264" y="150"/>
                    <a:pt x="3267" y="138"/>
                  </a:cubicBezTo>
                  <a:cubicBezTo>
                    <a:pt x="3306" y="78"/>
                    <a:pt x="3301" y="66"/>
                    <a:pt x="3308" y="66"/>
                  </a:cubicBezTo>
                  <a:cubicBezTo>
                    <a:pt x="3324" y="32"/>
                    <a:pt x="3322" y="26"/>
                    <a:pt x="3325" y="25"/>
                  </a:cubicBezTo>
                  <a:cubicBezTo>
                    <a:pt x="3322" y="0"/>
                    <a:pt x="3322" y="0"/>
                    <a:pt x="3322" y="0"/>
                  </a:cubicBezTo>
                  <a:cubicBezTo>
                    <a:pt x="3310" y="26"/>
                    <a:pt x="3313" y="33"/>
                    <a:pt x="3310" y="35"/>
                  </a:cubicBezTo>
                  <a:close/>
                  <a:moveTo>
                    <a:pt x="1833" y="144"/>
                  </a:moveTo>
                  <a:cubicBezTo>
                    <a:pt x="1834" y="148"/>
                    <a:pt x="1831" y="154"/>
                    <a:pt x="1834" y="158"/>
                  </a:cubicBezTo>
                  <a:cubicBezTo>
                    <a:pt x="1833" y="176"/>
                    <a:pt x="1836" y="192"/>
                    <a:pt x="1833" y="212"/>
                  </a:cubicBezTo>
                  <a:cubicBezTo>
                    <a:pt x="1835" y="220"/>
                    <a:pt x="1835" y="229"/>
                    <a:pt x="1835" y="238"/>
                  </a:cubicBezTo>
                  <a:cubicBezTo>
                    <a:pt x="1833" y="244"/>
                    <a:pt x="1838" y="245"/>
                    <a:pt x="1835" y="251"/>
                  </a:cubicBezTo>
                  <a:cubicBezTo>
                    <a:pt x="1841" y="253"/>
                    <a:pt x="1829" y="264"/>
                    <a:pt x="1838" y="264"/>
                  </a:cubicBezTo>
                  <a:cubicBezTo>
                    <a:pt x="1842" y="241"/>
                    <a:pt x="1841" y="220"/>
                    <a:pt x="1839" y="200"/>
                  </a:cubicBezTo>
                  <a:cubicBezTo>
                    <a:pt x="1843" y="193"/>
                    <a:pt x="1838" y="190"/>
                    <a:pt x="1842" y="183"/>
                  </a:cubicBezTo>
                  <a:cubicBezTo>
                    <a:pt x="1838" y="180"/>
                    <a:pt x="1844" y="172"/>
                    <a:pt x="1840" y="168"/>
                  </a:cubicBezTo>
                  <a:cubicBezTo>
                    <a:pt x="1842" y="156"/>
                    <a:pt x="1839" y="146"/>
                    <a:pt x="1841" y="135"/>
                  </a:cubicBezTo>
                  <a:cubicBezTo>
                    <a:pt x="1838" y="133"/>
                    <a:pt x="1840" y="132"/>
                    <a:pt x="1842" y="130"/>
                  </a:cubicBezTo>
                  <a:cubicBezTo>
                    <a:pt x="1842" y="128"/>
                    <a:pt x="1841" y="125"/>
                    <a:pt x="1839" y="123"/>
                  </a:cubicBezTo>
                  <a:cubicBezTo>
                    <a:pt x="1838" y="118"/>
                    <a:pt x="1843" y="111"/>
                    <a:pt x="1840" y="107"/>
                  </a:cubicBezTo>
                  <a:cubicBezTo>
                    <a:pt x="1841" y="96"/>
                    <a:pt x="1841" y="85"/>
                    <a:pt x="1840" y="75"/>
                  </a:cubicBezTo>
                  <a:cubicBezTo>
                    <a:pt x="1842" y="53"/>
                    <a:pt x="1847" y="28"/>
                    <a:pt x="1852" y="4"/>
                  </a:cubicBezTo>
                  <a:cubicBezTo>
                    <a:pt x="1853" y="3"/>
                    <a:pt x="1853" y="2"/>
                    <a:pt x="1853" y="0"/>
                  </a:cubicBezTo>
                  <a:cubicBezTo>
                    <a:pt x="1845" y="0"/>
                    <a:pt x="1845" y="0"/>
                    <a:pt x="1845" y="0"/>
                  </a:cubicBezTo>
                  <a:cubicBezTo>
                    <a:pt x="1842" y="19"/>
                    <a:pt x="1837" y="36"/>
                    <a:pt x="1834" y="51"/>
                  </a:cubicBezTo>
                  <a:cubicBezTo>
                    <a:pt x="1833" y="68"/>
                    <a:pt x="1832" y="87"/>
                    <a:pt x="1831" y="105"/>
                  </a:cubicBezTo>
                  <a:cubicBezTo>
                    <a:pt x="1833" y="113"/>
                    <a:pt x="1831" y="122"/>
                    <a:pt x="1833" y="130"/>
                  </a:cubicBezTo>
                  <a:cubicBezTo>
                    <a:pt x="1832" y="135"/>
                    <a:pt x="1833" y="139"/>
                    <a:pt x="1833" y="144"/>
                  </a:cubicBezTo>
                  <a:close/>
                  <a:moveTo>
                    <a:pt x="0" y="2063"/>
                  </a:moveTo>
                  <a:cubicBezTo>
                    <a:pt x="0" y="2074"/>
                    <a:pt x="0" y="2074"/>
                    <a:pt x="0" y="2074"/>
                  </a:cubicBezTo>
                  <a:cubicBezTo>
                    <a:pt x="3" y="2076"/>
                    <a:pt x="5" y="2078"/>
                    <a:pt x="8" y="2080"/>
                  </a:cubicBezTo>
                  <a:cubicBezTo>
                    <a:pt x="33" y="2102"/>
                    <a:pt x="57" y="2123"/>
                    <a:pt x="79" y="2145"/>
                  </a:cubicBezTo>
                  <a:cubicBezTo>
                    <a:pt x="83" y="2150"/>
                    <a:pt x="87" y="2155"/>
                    <a:pt x="91" y="2160"/>
                  </a:cubicBezTo>
                  <a:cubicBezTo>
                    <a:pt x="99" y="2160"/>
                    <a:pt x="99" y="2160"/>
                    <a:pt x="99" y="2160"/>
                  </a:cubicBezTo>
                  <a:cubicBezTo>
                    <a:pt x="91" y="2149"/>
                    <a:pt x="84" y="2139"/>
                    <a:pt x="73" y="2128"/>
                  </a:cubicBezTo>
                  <a:cubicBezTo>
                    <a:pt x="49" y="2106"/>
                    <a:pt x="25" y="2082"/>
                    <a:pt x="0" y="2063"/>
                  </a:cubicBezTo>
                  <a:close/>
                  <a:moveTo>
                    <a:pt x="3426" y="101"/>
                  </a:moveTo>
                  <a:cubicBezTo>
                    <a:pt x="3427" y="105"/>
                    <a:pt x="3433" y="102"/>
                    <a:pt x="3433" y="107"/>
                  </a:cubicBezTo>
                  <a:cubicBezTo>
                    <a:pt x="3466" y="129"/>
                    <a:pt x="3473" y="131"/>
                    <a:pt x="3477" y="137"/>
                  </a:cubicBezTo>
                  <a:cubicBezTo>
                    <a:pt x="3507" y="145"/>
                    <a:pt x="3507" y="155"/>
                    <a:pt x="3517" y="154"/>
                  </a:cubicBezTo>
                  <a:cubicBezTo>
                    <a:pt x="3564" y="174"/>
                    <a:pt x="3568" y="181"/>
                    <a:pt x="3578" y="180"/>
                  </a:cubicBezTo>
                  <a:cubicBezTo>
                    <a:pt x="3640" y="204"/>
                    <a:pt x="3649" y="204"/>
                    <a:pt x="3652" y="210"/>
                  </a:cubicBezTo>
                  <a:cubicBezTo>
                    <a:pt x="3735" y="234"/>
                    <a:pt x="3740" y="237"/>
                    <a:pt x="3746" y="238"/>
                  </a:cubicBezTo>
                  <a:cubicBezTo>
                    <a:pt x="3773" y="254"/>
                    <a:pt x="3787" y="255"/>
                    <a:pt x="3796" y="263"/>
                  </a:cubicBezTo>
                  <a:cubicBezTo>
                    <a:pt x="3834" y="280"/>
                    <a:pt x="3836" y="285"/>
                    <a:pt x="3840" y="287"/>
                  </a:cubicBezTo>
                  <a:cubicBezTo>
                    <a:pt x="3828" y="268"/>
                    <a:pt x="3815" y="266"/>
                    <a:pt x="3807" y="258"/>
                  </a:cubicBezTo>
                  <a:cubicBezTo>
                    <a:pt x="3762" y="240"/>
                    <a:pt x="3755" y="231"/>
                    <a:pt x="3741" y="230"/>
                  </a:cubicBezTo>
                  <a:cubicBezTo>
                    <a:pt x="3722" y="217"/>
                    <a:pt x="3714" y="217"/>
                    <a:pt x="3708" y="217"/>
                  </a:cubicBezTo>
                  <a:cubicBezTo>
                    <a:pt x="3661" y="197"/>
                    <a:pt x="3650" y="199"/>
                    <a:pt x="3645" y="195"/>
                  </a:cubicBezTo>
                  <a:cubicBezTo>
                    <a:pt x="3599" y="178"/>
                    <a:pt x="3586" y="177"/>
                    <a:pt x="3580" y="169"/>
                  </a:cubicBezTo>
                  <a:cubicBezTo>
                    <a:pt x="3514" y="144"/>
                    <a:pt x="3501" y="134"/>
                    <a:pt x="3483" y="130"/>
                  </a:cubicBezTo>
                  <a:cubicBezTo>
                    <a:pt x="3463" y="111"/>
                    <a:pt x="3458" y="112"/>
                    <a:pt x="3455" y="110"/>
                  </a:cubicBezTo>
                  <a:cubicBezTo>
                    <a:pt x="3436" y="101"/>
                    <a:pt x="3434" y="92"/>
                    <a:pt x="3425" y="90"/>
                  </a:cubicBezTo>
                  <a:cubicBezTo>
                    <a:pt x="3423" y="83"/>
                    <a:pt x="3430" y="83"/>
                    <a:pt x="3432" y="87"/>
                  </a:cubicBezTo>
                  <a:cubicBezTo>
                    <a:pt x="3449" y="100"/>
                    <a:pt x="3451" y="102"/>
                    <a:pt x="3455" y="101"/>
                  </a:cubicBezTo>
                  <a:cubicBezTo>
                    <a:pt x="3485" y="120"/>
                    <a:pt x="3492" y="126"/>
                    <a:pt x="3502" y="128"/>
                  </a:cubicBezTo>
                  <a:cubicBezTo>
                    <a:pt x="3535" y="145"/>
                    <a:pt x="3541" y="152"/>
                    <a:pt x="3552" y="153"/>
                  </a:cubicBezTo>
                  <a:cubicBezTo>
                    <a:pt x="3582" y="166"/>
                    <a:pt x="3589" y="165"/>
                    <a:pt x="3591" y="170"/>
                  </a:cubicBezTo>
                  <a:cubicBezTo>
                    <a:pt x="3647" y="181"/>
                    <a:pt x="3653" y="188"/>
                    <a:pt x="3664" y="189"/>
                  </a:cubicBezTo>
                  <a:cubicBezTo>
                    <a:pt x="3699" y="198"/>
                    <a:pt x="3710" y="200"/>
                    <a:pt x="3720" y="203"/>
                  </a:cubicBezTo>
                  <a:cubicBezTo>
                    <a:pt x="3763" y="221"/>
                    <a:pt x="3768" y="222"/>
                    <a:pt x="3774" y="223"/>
                  </a:cubicBezTo>
                  <a:cubicBezTo>
                    <a:pt x="3810" y="245"/>
                    <a:pt x="3813" y="246"/>
                    <a:pt x="3814" y="246"/>
                  </a:cubicBezTo>
                  <a:cubicBezTo>
                    <a:pt x="3799" y="228"/>
                    <a:pt x="3790" y="229"/>
                    <a:pt x="3787" y="222"/>
                  </a:cubicBezTo>
                  <a:cubicBezTo>
                    <a:pt x="3747" y="202"/>
                    <a:pt x="3743" y="201"/>
                    <a:pt x="3739" y="201"/>
                  </a:cubicBezTo>
                  <a:cubicBezTo>
                    <a:pt x="3695" y="187"/>
                    <a:pt x="3682" y="182"/>
                    <a:pt x="3664" y="183"/>
                  </a:cubicBezTo>
                  <a:cubicBezTo>
                    <a:pt x="3625" y="169"/>
                    <a:pt x="3620" y="165"/>
                    <a:pt x="3617" y="168"/>
                  </a:cubicBezTo>
                  <a:cubicBezTo>
                    <a:pt x="3539" y="138"/>
                    <a:pt x="3528" y="132"/>
                    <a:pt x="3518" y="127"/>
                  </a:cubicBezTo>
                  <a:cubicBezTo>
                    <a:pt x="3453" y="92"/>
                    <a:pt x="3452" y="89"/>
                    <a:pt x="3449" y="88"/>
                  </a:cubicBezTo>
                  <a:cubicBezTo>
                    <a:pt x="3426" y="67"/>
                    <a:pt x="3420" y="64"/>
                    <a:pt x="3415" y="62"/>
                  </a:cubicBezTo>
                  <a:cubicBezTo>
                    <a:pt x="3388" y="37"/>
                    <a:pt x="3389" y="32"/>
                    <a:pt x="3386" y="32"/>
                  </a:cubicBezTo>
                  <a:cubicBezTo>
                    <a:pt x="3402" y="34"/>
                    <a:pt x="3402" y="38"/>
                    <a:pt x="3404" y="39"/>
                  </a:cubicBezTo>
                  <a:cubicBezTo>
                    <a:pt x="3422" y="49"/>
                    <a:pt x="3421" y="55"/>
                    <a:pt x="3425" y="55"/>
                  </a:cubicBezTo>
                  <a:cubicBezTo>
                    <a:pt x="3447" y="71"/>
                    <a:pt x="3451" y="71"/>
                    <a:pt x="3451" y="75"/>
                  </a:cubicBezTo>
                  <a:cubicBezTo>
                    <a:pt x="3487" y="93"/>
                    <a:pt x="3490" y="98"/>
                    <a:pt x="3496" y="100"/>
                  </a:cubicBezTo>
                  <a:cubicBezTo>
                    <a:pt x="3542" y="119"/>
                    <a:pt x="3548" y="130"/>
                    <a:pt x="3564" y="131"/>
                  </a:cubicBezTo>
                  <a:cubicBezTo>
                    <a:pt x="3608" y="148"/>
                    <a:pt x="3621" y="146"/>
                    <a:pt x="3626" y="152"/>
                  </a:cubicBezTo>
                  <a:cubicBezTo>
                    <a:pt x="3717" y="160"/>
                    <a:pt x="3716" y="154"/>
                    <a:pt x="3710" y="155"/>
                  </a:cubicBezTo>
                  <a:cubicBezTo>
                    <a:pt x="3630" y="121"/>
                    <a:pt x="3616" y="106"/>
                    <a:pt x="3588" y="107"/>
                  </a:cubicBezTo>
                  <a:cubicBezTo>
                    <a:pt x="3522" y="77"/>
                    <a:pt x="3514" y="79"/>
                    <a:pt x="3512" y="73"/>
                  </a:cubicBezTo>
                  <a:cubicBezTo>
                    <a:pt x="3454" y="45"/>
                    <a:pt x="3444" y="40"/>
                    <a:pt x="3437" y="32"/>
                  </a:cubicBezTo>
                  <a:cubicBezTo>
                    <a:pt x="3419" y="23"/>
                    <a:pt x="3415" y="23"/>
                    <a:pt x="3416" y="19"/>
                  </a:cubicBezTo>
                  <a:cubicBezTo>
                    <a:pt x="3395" y="3"/>
                    <a:pt x="3393" y="2"/>
                    <a:pt x="3392" y="0"/>
                  </a:cubicBezTo>
                  <a:cubicBezTo>
                    <a:pt x="3358" y="12"/>
                    <a:pt x="3359" y="22"/>
                    <a:pt x="3360" y="31"/>
                  </a:cubicBezTo>
                  <a:cubicBezTo>
                    <a:pt x="3336" y="112"/>
                    <a:pt x="3336" y="117"/>
                    <a:pt x="3336" y="123"/>
                  </a:cubicBezTo>
                  <a:cubicBezTo>
                    <a:pt x="3321" y="150"/>
                    <a:pt x="3320" y="156"/>
                    <a:pt x="3317" y="159"/>
                  </a:cubicBezTo>
                  <a:cubicBezTo>
                    <a:pt x="3304" y="194"/>
                    <a:pt x="3296" y="199"/>
                    <a:pt x="3294" y="209"/>
                  </a:cubicBezTo>
                  <a:cubicBezTo>
                    <a:pt x="3283" y="219"/>
                    <a:pt x="3283" y="221"/>
                    <a:pt x="3282" y="223"/>
                  </a:cubicBezTo>
                  <a:cubicBezTo>
                    <a:pt x="3266" y="241"/>
                    <a:pt x="3269" y="250"/>
                    <a:pt x="3262" y="250"/>
                  </a:cubicBezTo>
                  <a:cubicBezTo>
                    <a:pt x="3229" y="295"/>
                    <a:pt x="3223" y="295"/>
                    <a:pt x="3221" y="299"/>
                  </a:cubicBezTo>
                  <a:cubicBezTo>
                    <a:pt x="3170" y="353"/>
                    <a:pt x="3162" y="358"/>
                    <a:pt x="3156" y="365"/>
                  </a:cubicBezTo>
                  <a:cubicBezTo>
                    <a:pt x="3137" y="388"/>
                    <a:pt x="3134" y="391"/>
                    <a:pt x="3132" y="395"/>
                  </a:cubicBezTo>
                  <a:cubicBezTo>
                    <a:pt x="3114" y="416"/>
                    <a:pt x="3113" y="418"/>
                    <a:pt x="3112" y="420"/>
                  </a:cubicBezTo>
                  <a:cubicBezTo>
                    <a:pt x="3122" y="411"/>
                    <a:pt x="3125" y="411"/>
                    <a:pt x="3126" y="408"/>
                  </a:cubicBezTo>
                  <a:cubicBezTo>
                    <a:pt x="3143" y="383"/>
                    <a:pt x="3152" y="383"/>
                    <a:pt x="3153" y="376"/>
                  </a:cubicBezTo>
                  <a:cubicBezTo>
                    <a:pt x="3211" y="324"/>
                    <a:pt x="3215" y="314"/>
                    <a:pt x="3224" y="308"/>
                  </a:cubicBezTo>
                  <a:cubicBezTo>
                    <a:pt x="3267" y="256"/>
                    <a:pt x="3271" y="256"/>
                    <a:pt x="3273" y="254"/>
                  </a:cubicBezTo>
                  <a:cubicBezTo>
                    <a:pt x="3290" y="222"/>
                    <a:pt x="3298" y="217"/>
                    <a:pt x="3300" y="208"/>
                  </a:cubicBezTo>
                  <a:cubicBezTo>
                    <a:pt x="3327" y="156"/>
                    <a:pt x="3333" y="155"/>
                    <a:pt x="3333" y="149"/>
                  </a:cubicBezTo>
                  <a:cubicBezTo>
                    <a:pt x="3360" y="77"/>
                    <a:pt x="3358" y="69"/>
                    <a:pt x="3360" y="66"/>
                  </a:cubicBezTo>
                  <a:cubicBezTo>
                    <a:pt x="3370" y="31"/>
                    <a:pt x="3365" y="21"/>
                    <a:pt x="3372" y="22"/>
                  </a:cubicBezTo>
                  <a:cubicBezTo>
                    <a:pt x="3365" y="85"/>
                    <a:pt x="3358" y="92"/>
                    <a:pt x="3362" y="97"/>
                  </a:cubicBezTo>
                  <a:cubicBezTo>
                    <a:pt x="3350" y="134"/>
                    <a:pt x="3348" y="136"/>
                    <a:pt x="3346" y="137"/>
                  </a:cubicBezTo>
                  <a:cubicBezTo>
                    <a:pt x="3335" y="157"/>
                    <a:pt x="3338" y="164"/>
                    <a:pt x="3334" y="164"/>
                  </a:cubicBezTo>
                  <a:cubicBezTo>
                    <a:pt x="3322" y="190"/>
                    <a:pt x="3320" y="192"/>
                    <a:pt x="3317" y="194"/>
                  </a:cubicBezTo>
                  <a:cubicBezTo>
                    <a:pt x="3288" y="230"/>
                    <a:pt x="3295" y="240"/>
                    <a:pt x="3289" y="240"/>
                  </a:cubicBezTo>
                  <a:cubicBezTo>
                    <a:pt x="3257" y="283"/>
                    <a:pt x="3258" y="287"/>
                    <a:pt x="3256" y="288"/>
                  </a:cubicBezTo>
                  <a:cubicBezTo>
                    <a:pt x="3239" y="311"/>
                    <a:pt x="3231" y="316"/>
                    <a:pt x="3225" y="323"/>
                  </a:cubicBezTo>
                  <a:cubicBezTo>
                    <a:pt x="3168" y="381"/>
                    <a:pt x="3169" y="385"/>
                    <a:pt x="3166" y="386"/>
                  </a:cubicBezTo>
                  <a:cubicBezTo>
                    <a:pt x="3148" y="408"/>
                    <a:pt x="3140" y="413"/>
                    <a:pt x="3136" y="421"/>
                  </a:cubicBezTo>
                  <a:cubicBezTo>
                    <a:pt x="3127" y="443"/>
                    <a:pt x="3128" y="438"/>
                    <a:pt x="3130" y="434"/>
                  </a:cubicBezTo>
                  <a:cubicBezTo>
                    <a:pt x="3153" y="408"/>
                    <a:pt x="3156" y="404"/>
                    <a:pt x="3159" y="400"/>
                  </a:cubicBezTo>
                  <a:cubicBezTo>
                    <a:pt x="3173" y="387"/>
                    <a:pt x="3177" y="383"/>
                    <a:pt x="3179" y="378"/>
                  </a:cubicBezTo>
                  <a:cubicBezTo>
                    <a:pt x="3197" y="369"/>
                    <a:pt x="3196" y="361"/>
                    <a:pt x="3202" y="359"/>
                  </a:cubicBezTo>
                  <a:cubicBezTo>
                    <a:pt x="3289" y="252"/>
                    <a:pt x="3303" y="239"/>
                    <a:pt x="3312" y="220"/>
                  </a:cubicBezTo>
                  <a:cubicBezTo>
                    <a:pt x="3339" y="180"/>
                    <a:pt x="3340" y="174"/>
                    <a:pt x="3344" y="170"/>
                  </a:cubicBezTo>
                  <a:cubicBezTo>
                    <a:pt x="3352" y="146"/>
                    <a:pt x="3355" y="145"/>
                    <a:pt x="3355" y="141"/>
                  </a:cubicBezTo>
                  <a:cubicBezTo>
                    <a:pt x="3368" y="101"/>
                    <a:pt x="3374" y="93"/>
                    <a:pt x="3374" y="81"/>
                  </a:cubicBezTo>
                  <a:cubicBezTo>
                    <a:pt x="3386" y="52"/>
                    <a:pt x="3387" y="59"/>
                    <a:pt x="3391" y="64"/>
                  </a:cubicBezTo>
                  <a:cubicBezTo>
                    <a:pt x="3383" y="109"/>
                    <a:pt x="3368" y="123"/>
                    <a:pt x="3368" y="151"/>
                  </a:cubicBezTo>
                  <a:cubicBezTo>
                    <a:pt x="3344" y="200"/>
                    <a:pt x="3339" y="213"/>
                    <a:pt x="3332" y="226"/>
                  </a:cubicBezTo>
                  <a:cubicBezTo>
                    <a:pt x="3301" y="269"/>
                    <a:pt x="3302" y="274"/>
                    <a:pt x="3301" y="278"/>
                  </a:cubicBezTo>
                  <a:cubicBezTo>
                    <a:pt x="3272" y="313"/>
                    <a:pt x="3268" y="314"/>
                    <a:pt x="3269" y="320"/>
                  </a:cubicBezTo>
                  <a:cubicBezTo>
                    <a:pt x="3225" y="362"/>
                    <a:pt x="3218" y="366"/>
                    <a:pt x="3213" y="372"/>
                  </a:cubicBezTo>
                  <a:cubicBezTo>
                    <a:pt x="3179" y="404"/>
                    <a:pt x="3178" y="407"/>
                    <a:pt x="3172" y="407"/>
                  </a:cubicBezTo>
                  <a:cubicBezTo>
                    <a:pt x="3180" y="408"/>
                    <a:pt x="3182" y="406"/>
                    <a:pt x="3185" y="404"/>
                  </a:cubicBezTo>
                  <a:cubicBezTo>
                    <a:pt x="3205" y="378"/>
                    <a:pt x="3215" y="382"/>
                    <a:pt x="3214" y="376"/>
                  </a:cubicBezTo>
                  <a:cubicBezTo>
                    <a:pt x="3265" y="334"/>
                    <a:pt x="3267" y="327"/>
                    <a:pt x="3271" y="322"/>
                  </a:cubicBezTo>
                  <a:cubicBezTo>
                    <a:pt x="3306" y="287"/>
                    <a:pt x="3304" y="280"/>
                    <a:pt x="3307" y="278"/>
                  </a:cubicBezTo>
                  <a:cubicBezTo>
                    <a:pt x="3333" y="243"/>
                    <a:pt x="3332" y="237"/>
                    <a:pt x="3337" y="236"/>
                  </a:cubicBezTo>
                  <a:cubicBezTo>
                    <a:pt x="3353" y="204"/>
                    <a:pt x="3355" y="198"/>
                    <a:pt x="3358" y="193"/>
                  </a:cubicBezTo>
                  <a:cubicBezTo>
                    <a:pt x="3386" y="121"/>
                    <a:pt x="3383" y="114"/>
                    <a:pt x="3385" y="113"/>
                  </a:cubicBezTo>
                  <a:cubicBezTo>
                    <a:pt x="3391" y="93"/>
                    <a:pt x="3387" y="87"/>
                    <a:pt x="3395" y="88"/>
                  </a:cubicBezTo>
                  <a:cubicBezTo>
                    <a:pt x="3390" y="147"/>
                    <a:pt x="3384" y="146"/>
                    <a:pt x="3386" y="152"/>
                  </a:cubicBezTo>
                  <a:cubicBezTo>
                    <a:pt x="3369" y="209"/>
                    <a:pt x="3374" y="218"/>
                    <a:pt x="3367" y="217"/>
                  </a:cubicBezTo>
                  <a:cubicBezTo>
                    <a:pt x="3331" y="288"/>
                    <a:pt x="3323" y="301"/>
                    <a:pt x="3317" y="314"/>
                  </a:cubicBezTo>
                  <a:cubicBezTo>
                    <a:pt x="3296" y="336"/>
                    <a:pt x="3293" y="336"/>
                    <a:pt x="3294" y="340"/>
                  </a:cubicBezTo>
                  <a:cubicBezTo>
                    <a:pt x="3283" y="348"/>
                    <a:pt x="3285" y="351"/>
                    <a:pt x="3284" y="351"/>
                  </a:cubicBezTo>
                  <a:cubicBezTo>
                    <a:pt x="3230" y="404"/>
                    <a:pt x="3232" y="418"/>
                    <a:pt x="3221" y="421"/>
                  </a:cubicBezTo>
                  <a:cubicBezTo>
                    <a:pt x="3201" y="467"/>
                    <a:pt x="3193" y="468"/>
                    <a:pt x="3195" y="476"/>
                  </a:cubicBezTo>
                  <a:cubicBezTo>
                    <a:pt x="3185" y="499"/>
                    <a:pt x="3182" y="502"/>
                    <a:pt x="3186" y="503"/>
                  </a:cubicBezTo>
                  <a:cubicBezTo>
                    <a:pt x="3209" y="452"/>
                    <a:pt x="3220" y="442"/>
                    <a:pt x="3224" y="428"/>
                  </a:cubicBezTo>
                  <a:cubicBezTo>
                    <a:pt x="3273" y="375"/>
                    <a:pt x="3279" y="367"/>
                    <a:pt x="3287" y="360"/>
                  </a:cubicBezTo>
                  <a:cubicBezTo>
                    <a:pt x="3305" y="342"/>
                    <a:pt x="3305" y="338"/>
                    <a:pt x="3307" y="337"/>
                  </a:cubicBezTo>
                  <a:cubicBezTo>
                    <a:pt x="3348" y="283"/>
                    <a:pt x="3350" y="279"/>
                    <a:pt x="3351" y="272"/>
                  </a:cubicBezTo>
                  <a:cubicBezTo>
                    <a:pt x="3379" y="229"/>
                    <a:pt x="3374" y="220"/>
                    <a:pt x="3378" y="218"/>
                  </a:cubicBezTo>
                  <a:cubicBezTo>
                    <a:pt x="3386" y="191"/>
                    <a:pt x="3387" y="187"/>
                    <a:pt x="3390" y="184"/>
                  </a:cubicBezTo>
                  <a:cubicBezTo>
                    <a:pt x="3406" y="145"/>
                    <a:pt x="3399" y="145"/>
                    <a:pt x="3404" y="153"/>
                  </a:cubicBezTo>
                  <a:cubicBezTo>
                    <a:pt x="3399" y="178"/>
                    <a:pt x="3398" y="180"/>
                    <a:pt x="3397" y="182"/>
                  </a:cubicBezTo>
                  <a:cubicBezTo>
                    <a:pt x="3387" y="219"/>
                    <a:pt x="3380" y="234"/>
                    <a:pt x="3376" y="251"/>
                  </a:cubicBezTo>
                  <a:cubicBezTo>
                    <a:pt x="3369" y="261"/>
                    <a:pt x="3370" y="263"/>
                    <a:pt x="3370" y="264"/>
                  </a:cubicBezTo>
                  <a:cubicBezTo>
                    <a:pt x="3349" y="302"/>
                    <a:pt x="3350" y="312"/>
                    <a:pt x="3343" y="317"/>
                  </a:cubicBezTo>
                  <a:cubicBezTo>
                    <a:pt x="3329" y="342"/>
                    <a:pt x="3327" y="345"/>
                    <a:pt x="3326" y="348"/>
                  </a:cubicBezTo>
                  <a:cubicBezTo>
                    <a:pt x="3309" y="373"/>
                    <a:pt x="3306" y="375"/>
                    <a:pt x="3306" y="380"/>
                  </a:cubicBezTo>
                  <a:cubicBezTo>
                    <a:pt x="3279" y="409"/>
                    <a:pt x="3279" y="415"/>
                    <a:pt x="3276" y="418"/>
                  </a:cubicBezTo>
                  <a:cubicBezTo>
                    <a:pt x="3256" y="453"/>
                    <a:pt x="3249" y="452"/>
                    <a:pt x="3250" y="459"/>
                  </a:cubicBezTo>
                  <a:cubicBezTo>
                    <a:pt x="3231" y="494"/>
                    <a:pt x="3234" y="503"/>
                    <a:pt x="3229" y="504"/>
                  </a:cubicBezTo>
                  <a:cubicBezTo>
                    <a:pt x="3228" y="556"/>
                    <a:pt x="3220" y="565"/>
                    <a:pt x="3229" y="567"/>
                  </a:cubicBezTo>
                  <a:cubicBezTo>
                    <a:pt x="3242" y="488"/>
                    <a:pt x="3247" y="481"/>
                    <a:pt x="3249" y="470"/>
                  </a:cubicBezTo>
                  <a:cubicBezTo>
                    <a:pt x="3269" y="440"/>
                    <a:pt x="3269" y="435"/>
                    <a:pt x="3275" y="435"/>
                  </a:cubicBezTo>
                  <a:cubicBezTo>
                    <a:pt x="3307" y="387"/>
                    <a:pt x="3311" y="385"/>
                    <a:pt x="3313" y="382"/>
                  </a:cubicBezTo>
                  <a:cubicBezTo>
                    <a:pt x="3339" y="343"/>
                    <a:pt x="3340" y="339"/>
                    <a:pt x="3342" y="336"/>
                  </a:cubicBezTo>
                  <a:cubicBezTo>
                    <a:pt x="3348" y="337"/>
                    <a:pt x="3342" y="339"/>
                    <a:pt x="3343" y="345"/>
                  </a:cubicBezTo>
                  <a:cubicBezTo>
                    <a:pt x="3330" y="361"/>
                    <a:pt x="3328" y="366"/>
                    <a:pt x="3327" y="372"/>
                  </a:cubicBezTo>
                  <a:cubicBezTo>
                    <a:pt x="3310" y="403"/>
                    <a:pt x="3307" y="407"/>
                    <a:pt x="3306" y="413"/>
                  </a:cubicBezTo>
                  <a:cubicBezTo>
                    <a:pt x="3272" y="477"/>
                    <a:pt x="3268" y="487"/>
                    <a:pt x="3266" y="499"/>
                  </a:cubicBezTo>
                  <a:cubicBezTo>
                    <a:pt x="3257" y="584"/>
                    <a:pt x="3258" y="602"/>
                    <a:pt x="3259" y="613"/>
                  </a:cubicBezTo>
                  <a:cubicBezTo>
                    <a:pt x="3262" y="591"/>
                    <a:pt x="3261" y="580"/>
                    <a:pt x="3260" y="569"/>
                  </a:cubicBezTo>
                  <a:cubicBezTo>
                    <a:pt x="3274" y="501"/>
                    <a:pt x="3273" y="491"/>
                    <a:pt x="3276" y="485"/>
                  </a:cubicBezTo>
                  <a:cubicBezTo>
                    <a:pt x="3286" y="463"/>
                    <a:pt x="3287" y="460"/>
                    <a:pt x="3290" y="458"/>
                  </a:cubicBezTo>
                  <a:cubicBezTo>
                    <a:pt x="3317" y="406"/>
                    <a:pt x="3319" y="398"/>
                    <a:pt x="3324" y="394"/>
                  </a:cubicBezTo>
                  <a:cubicBezTo>
                    <a:pt x="3347" y="355"/>
                    <a:pt x="3347" y="346"/>
                    <a:pt x="3354" y="342"/>
                  </a:cubicBezTo>
                  <a:cubicBezTo>
                    <a:pt x="3379" y="293"/>
                    <a:pt x="3383" y="279"/>
                    <a:pt x="3390" y="267"/>
                  </a:cubicBezTo>
                  <a:cubicBezTo>
                    <a:pt x="3402" y="242"/>
                    <a:pt x="3400" y="232"/>
                    <a:pt x="3407" y="229"/>
                  </a:cubicBezTo>
                  <a:cubicBezTo>
                    <a:pt x="3419" y="181"/>
                    <a:pt x="3415" y="173"/>
                    <a:pt x="3416" y="169"/>
                  </a:cubicBezTo>
                  <a:cubicBezTo>
                    <a:pt x="3428" y="157"/>
                    <a:pt x="3419" y="164"/>
                    <a:pt x="3420" y="174"/>
                  </a:cubicBezTo>
                  <a:cubicBezTo>
                    <a:pt x="3412" y="238"/>
                    <a:pt x="3415" y="245"/>
                    <a:pt x="3412" y="246"/>
                  </a:cubicBezTo>
                  <a:cubicBezTo>
                    <a:pt x="3399" y="288"/>
                    <a:pt x="3396" y="301"/>
                    <a:pt x="3388" y="311"/>
                  </a:cubicBezTo>
                  <a:cubicBezTo>
                    <a:pt x="3370" y="349"/>
                    <a:pt x="3371" y="354"/>
                    <a:pt x="3370" y="358"/>
                  </a:cubicBezTo>
                  <a:cubicBezTo>
                    <a:pt x="3348" y="399"/>
                    <a:pt x="3344" y="406"/>
                    <a:pt x="3341" y="415"/>
                  </a:cubicBezTo>
                  <a:cubicBezTo>
                    <a:pt x="3323" y="443"/>
                    <a:pt x="3322" y="453"/>
                    <a:pt x="3318" y="460"/>
                  </a:cubicBezTo>
                  <a:cubicBezTo>
                    <a:pt x="3302" y="501"/>
                    <a:pt x="3300" y="505"/>
                    <a:pt x="3300" y="510"/>
                  </a:cubicBezTo>
                  <a:cubicBezTo>
                    <a:pt x="3292" y="547"/>
                    <a:pt x="3289" y="556"/>
                    <a:pt x="3288" y="567"/>
                  </a:cubicBezTo>
                  <a:cubicBezTo>
                    <a:pt x="3294" y="608"/>
                    <a:pt x="3292" y="615"/>
                    <a:pt x="3298" y="613"/>
                  </a:cubicBezTo>
                  <a:cubicBezTo>
                    <a:pt x="3303" y="514"/>
                    <a:pt x="3308" y="512"/>
                    <a:pt x="3308" y="505"/>
                  </a:cubicBezTo>
                  <a:cubicBezTo>
                    <a:pt x="3321" y="471"/>
                    <a:pt x="3323" y="471"/>
                    <a:pt x="3323" y="467"/>
                  </a:cubicBezTo>
                  <a:cubicBezTo>
                    <a:pt x="3336" y="433"/>
                    <a:pt x="3345" y="427"/>
                    <a:pt x="3348" y="415"/>
                  </a:cubicBezTo>
                  <a:cubicBezTo>
                    <a:pt x="3384" y="349"/>
                    <a:pt x="3387" y="338"/>
                    <a:pt x="3392" y="329"/>
                  </a:cubicBezTo>
                  <a:cubicBezTo>
                    <a:pt x="3401" y="322"/>
                    <a:pt x="3392" y="343"/>
                    <a:pt x="3383" y="364"/>
                  </a:cubicBezTo>
                  <a:cubicBezTo>
                    <a:pt x="3368" y="400"/>
                    <a:pt x="3367" y="406"/>
                    <a:pt x="3365" y="411"/>
                  </a:cubicBezTo>
                  <a:cubicBezTo>
                    <a:pt x="3348" y="447"/>
                    <a:pt x="3349" y="456"/>
                    <a:pt x="3344" y="459"/>
                  </a:cubicBezTo>
                  <a:cubicBezTo>
                    <a:pt x="3328" y="515"/>
                    <a:pt x="3325" y="520"/>
                    <a:pt x="3325" y="528"/>
                  </a:cubicBezTo>
                  <a:cubicBezTo>
                    <a:pt x="3318" y="606"/>
                    <a:pt x="3323" y="617"/>
                    <a:pt x="3318" y="620"/>
                  </a:cubicBezTo>
                  <a:cubicBezTo>
                    <a:pt x="3332" y="669"/>
                    <a:pt x="3325" y="683"/>
                    <a:pt x="3332" y="682"/>
                  </a:cubicBezTo>
                  <a:cubicBezTo>
                    <a:pt x="3326" y="633"/>
                    <a:pt x="3325" y="621"/>
                    <a:pt x="3324" y="609"/>
                  </a:cubicBezTo>
                  <a:cubicBezTo>
                    <a:pt x="3333" y="543"/>
                    <a:pt x="3329" y="535"/>
                    <a:pt x="3330" y="532"/>
                  </a:cubicBezTo>
                  <a:cubicBezTo>
                    <a:pt x="3338" y="510"/>
                    <a:pt x="3335" y="503"/>
                    <a:pt x="3339" y="503"/>
                  </a:cubicBezTo>
                  <a:cubicBezTo>
                    <a:pt x="3360" y="438"/>
                    <a:pt x="3365" y="434"/>
                    <a:pt x="3366" y="427"/>
                  </a:cubicBezTo>
                  <a:cubicBezTo>
                    <a:pt x="3388" y="388"/>
                    <a:pt x="3385" y="376"/>
                    <a:pt x="3391" y="372"/>
                  </a:cubicBezTo>
                  <a:cubicBezTo>
                    <a:pt x="3405" y="344"/>
                    <a:pt x="3402" y="337"/>
                    <a:pt x="3406" y="336"/>
                  </a:cubicBezTo>
                  <a:cubicBezTo>
                    <a:pt x="3431" y="261"/>
                    <a:pt x="3430" y="249"/>
                    <a:pt x="3436" y="242"/>
                  </a:cubicBezTo>
                  <a:cubicBezTo>
                    <a:pt x="3440" y="222"/>
                    <a:pt x="3448" y="227"/>
                    <a:pt x="3442" y="233"/>
                  </a:cubicBezTo>
                  <a:cubicBezTo>
                    <a:pt x="3435" y="304"/>
                    <a:pt x="3435" y="312"/>
                    <a:pt x="3433" y="317"/>
                  </a:cubicBezTo>
                  <a:cubicBezTo>
                    <a:pt x="3426" y="349"/>
                    <a:pt x="3415" y="355"/>
                    <a:pt x="3417" y="373"/>
                  </a:cubicBezTo>
                  <a:cubicBezTo>
                    <a:pt x="3398" y="409"/>
                    <a:pt x="3395" y="419"/>
                    <a:pt x="3390" y="429"/>
                  </a:cubicBezTo>
                  <a:cubicBezTo>
                    <a:pt x="3374" y="468"/>
                    <a:pt x="3369" y="477"/>
                    <a:pt x="3364" y="486"/>
                  </a:cubicBezTo>
                  <a:cubicBezTo>
                    <a:pt x="3350" y="555"/>
                    <a:pt x="3342" y="561"/>
                    <a:pt x="3343" y="564"/>
                  </a:cubicBezTo>
                  <a:cubicBezTo>
                    <a:pt x="3337" y="589"/>
                    <a:pt x="3341" y="597"/>
                    <a:pt x="3336" y="597"/>
                  </a:cubicBezTo>
                  <a:cubicBezTo>
                    <a:pt x="3336" y="631"/>
                    <a:pt x="3331" y="635"/>
                    <a:pt x="3333" y="645"/>
                  </a:cubicBezTo>
                  <a:cubicBezTo>
                    <a:pt x="3351" y="557"/>
                    <a:pt x="3354" y="542"/>
                    <a:pt x="3360" y="530"/>
                  </a:cubicBezTo>
                  <a:cubicBezTo>
                    <a:pt x="3380" y="472"/>
                    <a:pt x="3380" y="468"/>
                    <a:pt x="3384" y="469"/>
                  </a:cubicBezTo>
                  <a:cubicBezTo>
                    <a:pt x="3401" y="432"/>
                    <a:pt x="3401" y="421"/>
                    <a:pt x="3407" y="415"/>
                  </a:cubicBezTo>
                  <a:cubicBezTo>
                    <a:pt x="3429" y="360"/>
                    <a:pt x="3431" y="352"/>
                    <a:pt x="3435" y="345"/>
                  </a:cubicBezTo>
                  <a:cubicBezTo>
                    <a:pt x="3442" y="313"/>
                    <a:pt x="3444" y="307"/>
                    <a:pt x="3447" y="301"/>
                  </a:cubicBezTo>
                  <a:cubicBezTo>
                    <a:pt x="3455" y="291"/>
                    <a:pt x="3449" y="295"/>
                    <a:pt x="3453" y="298"/>
                  </a:cubicBezTo>
                  <a:cubicBezTo>
                    <a:pt x="3425" y="410"/>
                    <a:pt x="3420" y="410"/>
                    <a:pt x="3422" y="416"/>
                  </a:cubicBezTo>
                  <a:cubicBezTo>
                    <a:pt x="3393" y="478"/>
                    <a:pt x="3393" y="496"/>
                    <a:pt x="3385" y="506"/>
                  </a:cubicBezTo>
                  <a:cubicBezTo>
                    <a:pt x="3370" y="564"/>
                    <a:pt x="3362" y="575"/>
                    <a:pt x="3360" y="591"/>
                  </a:cubicBezTo>
                  <a:cubicBezTo>
                    <a:pt x="3351" y="652"/>
                    <a:pt x="3352" y="666"/>
                    <a:pt x="3353" y="681"/>
                  </a:cubicBezTo>
                  <a:cubicBezTo>
                    <a:pt x="3358" y="622"/>
                    <a:pt x="3364" y="612"/>
                    <a:pt x="3363" y="597"/>
                  </a:cubicBezTo>
                  <a:cubicBezTo>
                    <a:pt x="3380" y="557"/>
                    <a:pt x="3378" y="549"/>
                    <a:pt x="3383" y="546"/>
                  </a:cubicBezTo>
                  <a:cubicBezTo>
                    <a:pt x="3402" y="483"/>
                    <a:pt x="3407" y="480"/>
                    <a:pt x="3406" y="472"/>
                  </a:cubicBezTo>
                  <a:cubicBezTo>
                    <a:pt x="3425" y="437"/>
                    <a:pt x="3422" y="430"/>
                    <a:pt x="3425" y="429"/>
                  </a:cubicBezTo>
                  <a:cubicBezTo>
                    <a:pt x="3438" y="397"/>
                    <a:pt x="3437" y="388"/>
                    <a:pt x="3442" y="384"/>
                  </a:cubicBezTo>
                  <a:cubicBezTo>
                    <a:pt x="3455" y="332"/>
                    <a:pt x="3460" y="332"/>
                    <a:pt x="3457" y="326"/>
                  </a:cubicBezTo>
                  <a:cubicBezTo>
                    <a:pt x="3463" y="349"/>
                    <a:pt x="3458" y="358"/>
                    <a:pt x="3458" y="372"/>
                  </a:cubicBezTo>
                  <a:cubicBezTo>
                    <a:pt x="3450" y="388"/>
                    <a:pt x="3451" y="393"/>
                    <a:pt x="3451" y="396"/>
                  </a:cubicBezTo>
                  <a:cubicBezTo>
                    <a:pt x="3444" y="416"/>
                    <a:pt x="3442" y="417"/>
                    <a:pt x="3442" y="421"/>
                  </a:cubicBezTo>
                  <a:cubicBezTo>
                    <a:pt x="3431" y="446"/>
                    <a:pt x="3430" y="460"/>
                    <a:pt x="3424" y="468"/>
                  </a:cubicBezTo>
                  <a:cubicBezTo>
                    <a:pt x="3407" y="509"/>
                    <a:pt x="3401" y="518"/>
                    <a:pt x="3397" y="529"/>
                  </a:cubicBezTo>
                  <a:cubicBezTo>
                    <a:pt x="3383" y="583"/>
                    <a:pt x="3376" y="592"/>
                    <a:pt x="3382" y="596"/>
                  </a:cubicBezTo>
                  <a:cubicBezTo>
                    <a:pt x="3409" y="524"/>
                    <a:pt x="3412" y="513"/>
                    <a:pt x="3417" y="504"/>
                  </a:cubicBezTo>
                  <a:cubicBezTo>
                    <a:pt x="3441" y="458"/>
                    <a:pt x="3440" y="453"/>
                    <a:pt x="3440" y="450"/>
                  </a:cubicBezTo>
                  <a:cubicBezTo>
                    <a:pt x="3457" y="405"/>
                    <a:pt x="3457" y="398"/>
                    <a:pt x="3462" y="396"/>
                  </a:cubicBezTo>
                  <a:cubicBezTo>
                    <a:pt x="3472" y="356"/>
                    <a:pt x="3467" y="344"/>
                    <a:pt x="3476" y="344"/>
                  </a:cubicBezTo>
                  <a:cubicBezTo>
                    <a:pt x="3464" y="412"/>
                    <a:pt x="3465" y="422"/>
                    <a:pt x="3460" y="426"/>
                  </a:cubicBezTo>
                  <a:cubicBezTo>
                    <a:pt x="3449" y="464"/>
                    <a:pt x="3445" y="466"/>
                    <a:pt x="3446" y="471"/>
                  </a:cubicBezTo>
                  <a:cubicBezTo>
                    <a:pt x="3438" y="502"/>
                    <a:pt x="3433" y="506"/>
                    <a:pt x="3433" y="516"/>
                  </a:cubicBezTo>
                  <a:cubicBezTo>
                    <a:pt x="3417" y="568"/>
                    <a:pt x="3415" y="576"/>
                    <a:pt x="3410" y="581"/>
                  </a:cubicBezTo>
                  <a:cubicBezTo>
                    <a:pt x="3410" y="660"/>
                    <a:pt x="3412" y="665"/>
                    <a:pt x="3412" y="672"/>
                  </a:cubicBezTo>
                  <a:cubicBezTo>
                    <a:pt x="3426" y="706"/>
                    <a:pt x="3422" y="719"/>
                    <a:pt x="3430" y="717"/>
                  </a:cubicBezTo>
                  <a:cubicBezTo>
                    <a:pt x="3420" y="681"/>
                    <a:pt x="3418" y="669"/>
                    <a:pt x="3415" y="659"/>
                  </a:cubicBezTo>
                  <a:cubicBezTo>
                    <a:pt x="3417" y="602"/>
                    <a:pt x="3414" y="595"/>
                    <a:pt x="3417" y="593"/>
                  </a:cubicBezTo>
                  <a:cubicBezTo>
                    <a:pt x="3434" y="546"/>
                    <a:pt x="3431" y="525"/>
                    <a:pt x="3442" y="515"/>
                  </a:cubicBezTo>
                  <a:cubicBezTo>
                    <a:pt x="3458" y="465"/>
                    <a:pt x="3460" y="456"/>
                    <a:pt x="3461" y="448"/>
                  </a:cubicBezTo>
                  <a:cubicBezTo>
                    <a:pt x="3477" y="411"/>
                    <a:pt x="3477" y="404"/>
                    <a:pt x="3480" y="401"/>
                  </a:cubicBezTo>
                  <a:cubicBezTo>
                    <a:pt x="3493" y="395"/>
                    <a:pt x="3485" y="406"/>
                    <a:pt x="3486" y="425"/>
                  </a:cubicBezTo>
                  <a:cubicBezTo>
                    <a:pt x="3466" y="480"/>
                    <a:pt x="3469" y="488"/>
                    <a:pt x="3464" y="490"/>
                  </a:cubicBezTo>
                  <a:cubicBezTo>
                    <a:pt x="3457" y="522"/>
                    <a:pt x="3453" y="524"/>
                    <a:pt x="3454" y="532"/>
                  </a:cubicBezTo>
                  <a:cubicBezTo>
                    <a:pt x="3444" y="561"/>
                    <a:pt x="3446" y="568"/>
                    <a:pt x="3444" y="572"/>
                  </a:cubicBezTo>
                  <a:cubicBezTo>
                    <a:pt x="3437" y="682"/>
                    <a:pt x="3434" y="691"/>
                    <a:pt x="3439" y="719"/>
                  </a:cubicBezTo>
                  <a:cubicBezTo>
                    <a:pt x="3448" y="743"/>
                    <a:pt x="3450" y="749"/>
                    <a:pt x="3457" y="750"/>
                  </a:cubicBezTo>
                  <a:cubicBezTo>
                    <a:pt x="3444" y="682"/>
                    <a:pt x="3442" y="668"/>
                    <a:pt x="3441" y="655"/>
                  </a:cubicBezTo>
                  <a:cubicBezTo>
                    <a:pt x="3449" y="616"/>
                    <a:pt x="3442" y="615"/>
                    <a:pt x="3447" y="611"/>
                  </a:cubicBezTo>
                  <a:cubicBezTo>
                    <a:pt x="3451" y="571"/>
                    <a:pt x="3456" y="564"/>
                    <a:pt x="3456" y="554"/>
                  </a:cubicBezTo>
                  <a:cubicBezTo>
                    <a:pt x="3482" y="464"/>
                    <a:pt x="3487" y="456"/>
                    <a:pt x="3488" y="446"/>
                  </a:cubicBezTo>
                  <a:cubicBezTo>
                    <a:pt x="3494" y="430"/>
                    <a:pt x="3499" y="432"/>
                    <a:pt x="3495" y="433"/>
                  </a:cubicBezTo>
                  <a:cubicBezTo>
                    <a:pt x="3483" y="507"/>
                    <a:pt x="3473" y="525"/>
                    <a:pt x="3476" y="554"/>
                  </a:cubicBezTo>
                  <a:cubicBezTo>
                    <a:pt x="3469" y="597"/>
                    <a:pt x="3466" y="612"/>
                    <a:pt x="3465" y="629"/>
                  </a:cubicBezTo>
                  <a:cubicBezTo>
                    <a:pt x="3479" y="752"/>
                    <a:pt x="3485" y="750"/>
                    <a:pt x="3485" y="755"/>
                  </a:cubicBezTo>
                  <a:cubicBezTo>
                    <a:pt x="3499" y="791"/>
                    <a:pt x="3500" y="794"/>
                    <a:pt x="3503" y="795"/>
                  </a:cubicBezTo>
                  <a:cubicBezTo>
                    <a:pt x="3492" y="758"/>
                    <a:pt x="3488" y="746"/>
                    <a:pt x="3484" y="744"/>
                  </a:cubicBezTo>
                  <a:cubicBezTo>
                    <a:pt x="3481" y="733"/>
                    <a:pt x="3481" y="729"/>
                    <a:pt x="3481" y="729"/>
                  </a:cubicBezTo>
                  <a:cubicBezTo>
                    <a:pt x="3475" y="679"/>
                    <a:pt x="3475" y="662"/>
                    <a:pt x="3473" y="646"/>
                  </a:cubicBezTo>
                  <a:cubicBezTo>
                    <a:pt x="3481" y="573"/>
                    <a:pt x="3482" y="570"/>
                    <a:pt x="3481" y="565"/>
                  </a:cubicBezTo>
                  <a:cubicBezTo>
                    <a:pt x="3488" y="543"/>
                    <a:pt x="3484" y="535"/>
                    <a:pt x="3485" y="532"/>
                  </a:cubicBezTo>
                  <a:cubicBezTo>
                    <a:pt x="3494" y="519"/>
                    <a:pt x="3487" y="532"/>
                    <a:pt x="3488" y="551"/>
                  </a:cubicBezTo>
                  <a:cubicBezTo>
                    <a:pt x="3483" y="582"/>
                    <a:pt x="3481" y="591"/>
                    <a:pt x="3481" y="600"/>
                  </a:cubicBezTo>
                  <a:cubicBezTo>
                    <a:pt x="3506" y="747"/>
                    <a:pt x="3504" y="754"/>
                    <a:pt x="3507" y="755"/>
                  </a:cubicBezTo>
                  <a:cubicBezTo>
                    <a:pt x="3522" y="799"/>
                    <a:pt x="3528" y="803"/>
                    <a:pt x="3531" y="811"/>
                  </a:cubicBezTo>
                  <a:cubicBezTo>
                    <a:pt x="3524" y="788"/>
                    <a:pt x="3521" y="783"/>
                    <a:pt x="3520" y="776"/>
                  </a:cubicBezTo>
                  <a:cubicBezTo>
                    <a:pt x="3511" y="743"/>
                    <a:pt x="3507" y="733"/>
                    <a:pt x="3503" y="723"/>
                  </a:cubicBezTo>
                  <a:cubicBezTo>
                    <a:pt x="3500" y="696"/>
                    <a:pt x="3497" y="689"/>
                    <a:pt x="3495" y="682"/>
                  </a:cubicBezTo>
                  <a:cubicBezTo>
                    <a:pt x="3491" y="631"/>
                    <a:pt x="3491" y="616"/>
                    <a:pt x="3490" y="599"/>
                  </a:cubicBezTo>
                  <a:cubicBezTo>
                    <a:pt x="3495" y="554"/>
                    <a:pt x="3495" y="550"/>
                    <a:pt x="3497" y="548"/>
                  </a:cubicBezTo>
                  <a:cubicBezTo>
                    <a:pt x="3502" y="498"/>
                    <a:pt x="3505" y="494"/>
                    <a:pt x="3506" y="489"/>
                  </a:cubicBezTo>
                  <a:cubicBezTo>
                    <a:pt x="3506" y="547"/>
                    <a:pt x="3503" y="566"/>
                    <a:pt x="3502" y="585"/>
                  </a:cubicBezTo>
                  <a:cubicBezTo>
                    <a:pt x="3515" y="692"/>
                    <a:pt x="3511" y="695"/>
                    <a:pt x="3512" y="698"/>
                  </a:cubicBezTo>
                  <a:cubicBezTo>
                    <a:pt x="3528" y="752"/>
                    <a:pt x="3532" y="765"/>
                    <a:pt x="3537" y="775"/>
                  </a:cubicBezTo>
                  <a:cubicBezTo>
                    <a:pt x="3550" y="790"/>
                    <a:pt x="3543" y="782"/>
                    <a:pt x="3539" y="771"/>
                  </a:cubicBezTo>
                  <a:cubicBezTo>
                    <a:pt x="3522" y="708"/>
                    <a:pt x="3521" y="704"/>
                    <a:pt x="3519" y="702"/>
                  </a:cubicBezTo>
                  <a:cubicBezTo>
                    <a:pt x="3511" y="634"/>
                    <a:pt x="3511" y="615"/>
                    <a:pt x="3509" y="600"/>
                  </a:cubicBezTo>
                  <a:cubicBezTo>
                    <a:pt x="3520" y="547"/>
                    <a:pt x="3511" y="533"/>
                    <a:pt x="3520" y="534"/>
                  </a:cubicBezTo>
                  <a:cubicBezTo>
                    <a:pt x="3524" y="611"/>
                    <a:pt x="3521" y="619"/>
                    <a:pt x="3526" y="619"/>
                  </a:cubicBezTo>
                  <a:cubicBezTo>
                    <a:pt x="3528" y="645"/>
                    <a:pt x="3532" y="649"/>
                    <a:pt x="3531" y="660"/>
                  </a:cubicBezTo>
                  <a:cubicBezTo>
                    <a:pt x="3556" y="737"/>
                    <a:pt x="3561" y="744"/>
                    <a:pt x="3562" y="760"/>
                  </a:cubicBezTo>
                  <a:cubicBezTo>
                    <a:pt x="3585" y="787"/>
                    <a:pt x="3582" y="784"/>
                    <a:pt x="3579" y="783"/>
                  </a:cubicBezTo>
                  <a:cubicBezTo>
                    <a:pt x="3560" y="729"/>
                    <a:pt x="3552" y="701"/>
                    <a:pt x="3543" y="672"/>
                  </a:cubicBezTo>
                  <a:cubicBezTo>
                    <a:pt x="3532" y="618"/>
                    <a:pt x="3532" y="614"/>
                    <a:pt x="3532" y="609"/>
                  </a:cubicBezTo>
                  <a:cubicBezTo>
                    <a:pt x="3535" y="597"/>
                    <a:pt x="3540" y="609"/>
                    <a:pt x="3544" y="622"/>
                  </a:cubicBezTo>
                  <a:cubicBezTo>
                    <a:pt x="3564" y="685"/>
                    <a:pt x="3567" y="689"/>
                    <a:pt x="3569" y="696"/>
                  </a:cubicBezTo>
                  <a:cubicBezTo>
                    <a:pt x="3585" y="716"/>
                    <a:pt x="3578" y="710"/>
                    <a:pt x="3575" y="700"/>
                  </a:cubicBezTo>
                  <a:cubicBezTo>
                    <a:pt x="3544" y="591"/>
                    <a:pt x="3539" y="578"/>
                    <a:pt x="3533" y="566"/>
                  </a:cubicBezTo>
                  <a:cubicBezTo>
                    <a:pt x="3524" y="501"/>
                    <a:pt x="3524" y="496"/>
                    <a:pt x="3524" y="492"/>
                  </a:cubicBezTo>
                  <a:cubicBezTo>
                    <a:pt x="3538" y="519"/>
                    <a:pt x="3540" y="534"/>
                    <a:pt x="3545" y="545"/>
                  </a:cubicBezTo>
                  <a:cubicBezTo>
                    <a:pt x="3565" y="611"/>
                    <a:pt x="3571" y="614"/>
                    <a:pt x="3572" y="622"/>
                  </a:cubicBezTo>
                  <a:cubicBezTo>
                    <a:pt x="3605" y="698"/>
                    <a:pt x="3603" y="709"/>
                    <a:pt x="3609" y="711"/>
                  </a:cubicBezTo>
                  <a:cubicBezTo>
                    <a:pt x="3621" y="744"/>
                    <a:pt x="3629" y="753"/>
                    <a:pt x="3632" y="766"/>
                  </a:cubicBezTo>
                  <a:cubicBezTo>
                    <a:pt x="3648" y="791"/>
                    <a:pt x="3648" y="793"/>
                    <a:pt x="3650" y="793"/>
                  </a:cubicBezTo>
                  <a:cubicBezTo>
                    <a:pt x="3633" y="742"/>
                    <a:pt x="3627" y="742"/>
                    <a:pt x="3626" y="738"/>
                  </a:cubicBezTo>
                  <a:cubicBezTo>
                    <a:pt x="3609" y="692"/>
                    <a:pt x="3602" y="684"/>
                    <a:pt x="3600" y="670"/>
                  </a:cubicBezTo>
                  <a:cubicBezTo>
                    <a:pt x="3573" y="591"/>
                    <a:pt x="3570" y="586"/>
                    <a:pt x="3569" y="578"/>
                  </a:cubicBezTo>
                  <a:cubicBezTo>
                    <a:pt x="3567" y="568"/>
                    <a:pt x="3571" y="572"/>
                    <a:pt x="3573" y="578"/>
                  </a:cubicBezTo>
                  <a:cubicBezTo>
                    <a:pt x="3589" y="595"/>
                    <a:pt x="3591" y="601"/>
                    <a:pt x="3593" y="607"/>
                  </a:cubicBezTo>
                  <a:cubicBezTo>
                    <a:pt x="3615" y="642"/>
                    <a:pt x="3619" y="647"/>
                    <a:pt x="3622" y="651"/>
                  </a:cubicBezTo>
                  <a:cubicBezTo>
                    <a:pt x="3682" y="757"/>
                    <a:pt x="3686" y="769"/>
                    <a:pt x="3692" y="779"/>
                  </a:cubicBezTo>
                  <a:cubicBezTo>
                    <a:pt x="3700" y="801"/>
                    <a:pt x="3701" y="805"/>
                    <a:pt x="3701" y="809"/>
                  </a:cubicBezTo>
                  <a:cubicBezTo>
                    <a:pt x="3698" y="773"/>
                    <a:pt x="3692" y="767"/>
                    <a:pt x="3689" y="758"/>
                  </a:cubicBezTo>
                  <a:cubicBezTo>
                    <a:pt x="3682" y="741"/>
                    <a:pt x="3677" y="738"/>
                    <a:pt x="3678" y="732"/>
                  </a:cubicBezTo>
                  <a:cubicBezTo>
                    <a:pt x="3657" y="683"/>
                    <a:pt x="3641" y="668"/>
                    <a:pt x="3631" y="646"/>
                  </a:cubicBezTo>
                  <a:cubicBezTo>
                    <a:pt x="3609" y="610"/>
                    <a:pt x="3605" y="606"/>
                    <a:pt x="3603" y="600"/>
                  </a:cubicBezTo>
                  <a:cubicBezTo>
                    <a:pt x="3602" y="588"/>
                    <a:pt x="3604" y="593"/>
                    <a:pt x="3605" y="598"/>
                  </a:cubicBezTo>
                  <a:cubicBezTo>
                    <a:pt x="3636" y="646"/>
                    <a:pt x="3645" y="650"/>
                    <a:pt x="3649" y="660"/>
                  </a:cubicBezTo>
                  <a:cubicBezTo>
                    <a:pt x="3683" y="718"/>
                    <a:pt x="3683" y="724"/>
                    <a:pt x="3687" y="727"/>
                  </a:cubicBezTo>
                  <a:cubicBezTo>
                    <a:pt x="3711" y="775"/>
                    <a:pt x="3709" y="785"/>
                    <a:pt x="3715" y="787"/>
                  </a:cubicBezTo>
                  <a:cubicBezTo>
                    <a:pt x="3704" y="756"/>
                    <a:pt x="3706" y="749"/>
                    <a:pt x="3703" y="748"/>
                  </a:cubicBezTo>
                  <a:cubicBezTo>
                    <a:pt x="3683" y="705"/>
                    <a:pt x="3676" y="692"/>
                    <a:pt x="3670" y="678"/>
                  </a:cubicBezTo>
                  <a:cubicBezTo>
                    <a:pt x="3642" y="629"/>
                    <a:pt x="3632" y="620"/>
                    <a:pt x="3626" y="607"/>
                  </a:cubicBezTo>
                  <a:cubicBezTo>
                    <a:pt x="3605" y="580"/>
                    <a:pt x="3601" y="579"/>
                    <a:pt x="3601" y="574"/>
                  </a:cubicBezTo>
                  <a:cubicBezTo>
                    <a:pt x="3573" y="536"/>
                    <a:pt x="3569" y="530"/>
                    <a:pt x="3565" y="524"/>
                  </a:cubicBezTo>
                  <a:cubicBezTo>
                    <a:pt x="3546" y="487"/>
                    <a:pt x="3541" y="488"/>
                    <a:pt x="3543" y="482"/>
                  </a:cubicBezTo>
                  <a:cubicBezTo>
                    <a:pt x="3536" y="457"/>
                    <a:pt x="3537" y="465"/>
                    <a:pt x="3542" y="469"/>
                  </a:cubicBezTo>
                  <a:cubicBezTo>
                    <a:pt x="3566" y="506"/>
                    <a:pt x="3571" y="510"/>
                    <a:pt x="3575" y="514"/>
                  </a:cubicBezTo>
                  <a:cubicBezTo>
                    <a:pt x="3616" y="563"/>
                    <a:pt x="3621" y="567"/>
                    <a:pt x="3623" y="575"/>
                  </a:cubicBezTo>
                  <a:cubicBezTo>
                    <a:pt x="3671" y="639"/>
                    <a:pt x="3669" y="646"/>
                    <a:pt x="3672" y="648"/>
                  </a:cubicBezTo>
                  <a:cubicBezTo>
                    <a:pt x="3691" y="678"/>
                    <a:pt x="3690" y="689"/>
                    <a:pt x="3695" y="692"/>
                  </a:cubicBezTo>
                  <a:cubicBezTo>
                    <a:pt x="3712" y="731"/>
                    <a:pt x="3709" y="741"/>
                    <a:pt x="3716" y="741"/>
                  </a:cubicBezTo>
                  <a:cubicBezTo>
                    <a:pt x="3708" y="703"/>
                    <a:pt x="3703" y="704"/>
                    <a:pt x="3704" y="698"/>
                  </a:cubicBezTo>
                  <a:cubicBezTo>
                    <a:pt x="3691" y="675"/>
                    <a:pt x="3692" y="664"/>
                    <a:pt x="3686" y="662"/>
                  </a:cubicBezTo>
                  <a:cubicBezTo>
                    <a:pt x="3670" y="620"/>
                    <a:pt x="3664" y="622"/>
                    <a:pt x="3664" y="618"/>
                  </a:cubicBezTo>
                  <a:cubicBezTo>
                    <a:pt x="3633" y="576"/>
                    <a:pt x="3635" y="569"/>
                    <a:pt x="3632" y="567"/>
                  </a:cubicBezTo>
                  <a:cubicBezTo>
                    <a:pt x="3612" y="544"/>
                    <a:pt x="3609" y="542"/>
                    <a:pt x="3608" y="538"/>
                  </a:cubicBezTo>
                  <a:cubicBezTo>
                    <a:pt x="3595" y="520"/>
                    <a:pt x="3590" y="520"/>
                    <a:pt x="3589" y="516"/>
                  </a:cubicBezTo>
                  <a:cubicBezTo>
                    <a:pt x="3575" y="485"/>
                    <a:pt x="3576" y="492"/>
                    <a:pt x="3583" y="494"/>
                  </a:cubicBezTo>
                  <a:cubicBezTo>
                    <a:pt x="3605" y="518"/>
                    <a:pt x="3612" y="530"/>
                    <a:pt x="3621" y="540"/>
                  </a:cubicBezTo>
                  <a:cubicBezTo>
                    <a:pt x="3637" y="562"/>
                    <a:pt x="3646" y="562"/>
                    <a:pt x="3647" y="571"/>
                  </a:cubicBezTo>
                  <a:cubicBezTo>
                    <a:pt x="3679" y="613"/>
                    <a:pt x="3687" y="624"/>
                    <a:pt x="3693" y="637"/>
                  </a:cubicBezTo>
                  <a:cubicBezTo>
                    <a:pt x="3722" y="683"/>
                    <a:pt x="3722" y="688"/>
                    <a:pt x="3725" y="690"/>
                  </a:cubicBezTo>
                  <a:cubicBezTo>
                    <a:pt x="3736" y="699"/>
                    <a:pt x="3730" y="697"/>
                    <a:pt x="3730" y="687"/>
                  </a:cubicBezTo>
                  <a:cubicBezTo>
                    <a:pt x="3696" y="629"/>
                    <a:pt x="3695" y="622"/>
                    <a:pt x="3690" y="618"/>
                  </a:cubicBezTo>
                  <a:cubicBezTo>
                    <a:pt x="3664" y="581"/>
                    <a:pt x="3661" y="574"/>
                    <a:pt x="3658" y="568"/>
                  </a:cubicBezTo>
                  <a:cubicBezTo>
                    <a:pt x="3624" y="530"/>
                    <a:pt x="3617" y="519"/>
                    <a:pt x="3608" y="510"/>
                  </a:cubicBezTo>
                  <a:cubicBezTo>
                    <a:pt x="3534" y="424"/>
                    <a:pt x="3528" y="418"/>
                    <a:pt x="3524" y="409"/>
                  </a:cubicBezTo>
                  <a:cubicBezTo>
                    <a:pt x="3505" y="384"/>
                    <a:pt x="3506" y="376"/>
                    <a:pt x="3500" y="376"/>
                  </a:cubicBezTo>
                  <a:cubicBezTo>
                    <a:pt x="3502" y="363"/>
                    <a:pt x="3500" y="371"/>
                    <a:pt x="3504" y="371"/>
                  </a:cubicBezTo>
                  <a:cubicBezTo>
                    <a:pt x="3530" y="404"/>
                    <a:pt x="3532" y="412"/>
                    <a:pt x="3538" y="417"/>
                  </a:cubicBezTo>
                  <a:cubicBezTo>
                    <a:pt x="3562" y="446"/>
                    <a:pt x="3566" y="447"/>
                    <a:pt x="3567" y="452"/>
                  </a:cubicBezTo>
                  <a:cubicBezTo>
                    <a:pt x="3602" y="487"/>
                    <a:pt x="3602" y="492"/>
                    <a:pt x="3607" y="493"/>
                  </a:cubicBezTo>
                  <a:cubicBezTo>
                    <a:pt x="3650" y="542"/>
                    <a:pt x="3656" y="546"/>
                    <a:pt x="3659" y="555"/>
                  </a:cubicBezTo>
                  <a:cubicBezTo>
                    <a:pt x="3706" y="616"/>
                    <a:pt x="3708" y="625"/>
                    <a:pt x="3715" y="629"/>
                  </a:cubicBezTo>
                  <a:cubicBezTo>
                    <a:pt x="3727" y="644"/>
                    <a:pt x="3724" y="639"/>
                    <a:pt x="3720" y="638"/>
                  </a:cubicBezTo>
                  <a:cubicBezTo>
                    <a:pt x="3689" y="575"/>
                    <a:pt x="3675" y="561"/>
                    <a:pt x="3663" y="546"/>
                  </a:cubicBezTo>
                  <a:cubicBezTo>
                    <a:pt x="3641" y="512"/>
                    <a:pt x="3631" y="508"/>
                    <a:pt x="3625" y="500"/>
                  </a:cubicBezTo>
                  <a:cubicBezTo>
                    <a:pt x="3592" y="468"/>
                    <a:pt x="3591" y="465"/>
                    <a:pt x="3591" y="461"/>
                  </a:cubicBezTo>
                  <a:cubicBezTo>
                    <a:pt x="3577" y="443"/>
                    <a:pt x="3570" y="445"/>
                    <a:pt x="3570" y="438"/>
                  </a:cubicBezTo>
                  <a:cubicBezTo>
                    <a:pt x="3535" y="402"/>
                    <a:pt x="3533" y="398"/>
                    <a:pt x="3532" y="393"/>
                  </a:cubicBezTo>
                  <a:cubicBezTo>
                    <a:pt x="3530" y="387"/>
                    <a:pt x="3532" y="390"/>
                    <a:pt x="3534" y="393"/>
                  </a:cubicBezTo>
                  <a:cubicBezTo>
                    <a:pt x="3549" y="412"/>
                    <a:pt x="3552" y="411"/>
                    <a:pt x="3553" y="413"/>
                  </a:cubicBezTo>
                  <a:cubicBezTo>
                    <a:pt x="3592" y="453"/>
                    <a:pt x="3594" y="455"/>
                    <a:pt x="3596" y="458"/>
                  </a:cubicBezTo>
                  <a:cubicBezTo>
                    <a:pt x="3621" y="483"/>
                    <a:pt x="3627" y="485"/>
                    <a:pt x="3631" y="491"/>
                  </a:cubicBezTo>
                  <a:cubicBezTo>
                    <a:pt x="3653" y="516"/>
                    <a:pt x="3661" y="526"/>
                    <a:pt x="3669" y="536"/>
                  </a:cubicBezTo>
                  <a:cubicBezTo>
                    <a:pt x="3710" y="588"/>
                    <a:pt x="3713" y="595"/>
                    <a:pt x="3719" y="598"/>
                  </a:cubicBezTo>
                  <a:cubicBezTo>
                    <a:pt x="3754" y="657"/>
                    <a:pt x="3756" y="665"/>
                    <a:pt x="3759" y="672"/>
                  </a:cubicBezTo>
                  <a:cubicBezTo>
                    <a:pt x="3769" y="696"/>
                    <a:pt x="3765" y="705"/>
                    <a:pt x="3770" y="704"/>
                  </a:cubicBezTo>
                  <a:cubicBezTo>
                    <a:pt x="3763" y="670"/>
                    <a:pt x="3763" y="659"/>
                    <a:pt x="3758" y="655"/>
                  </a:cubicBezTo>
                  <a:cubicBezTo>
                    <a:pt x="3722" y="590"/>
                    <a:pt x="3717" y="586"/>
                    <a:pt x="3713" y="579"/>
                  </a:cubicBezTo>
                  <a:cubicBezTo>
                    <a:pt x="3668" y="527"/>
                    <a:pt x="3671" y="520"/>
                    <a:pt x="3668" y="519"/>
                  </a:cubicBezTo>
                  <a:cubicBezTo>
                    <a:pt x="3638" y="483"/>
                    <a:pt x="3626" y="475"/>
                    <a:pt x="3618" y="463"/>
                  </a:cubicBezTo>
                  <a:cubicBezTo>
                    <a:pt x="3597" y="446"/>
                    <a:pt x="3593" y="439"/>
                    <a:pt x="3587" y="435"/>
                  </a:cubicBezTo>
                  <a:cubicBezTo>
                    <a:pt x="3544" y="388"/>
                    <a:pt x="3531" y="373"/>
                    <a:pt x="3516" y="359"/>
                  </a:cubicBezTo>
                  <a:cubicBezTo>
                    <a:pt x="3482" y="312"/>
                    <a:pt x="3483" y="307"/>
                    <a:pt x="3480" y="307"/>
                  </a:cubicBezTo>
                  <a:cubicBezTo>
                    <a:pt x="3491" y="306"/>
                    <a:pt x="3495" y="310"/>
                    <a:pt x="3498" y="315"/>
                  </a:cubicBezTo>
                  <a:cubicBezTo>
                    <a:pt x="3528" y="347"/>
                    <a:pt x="3536" y="354"/>
                    <a:pt x="3543" y="362"/>
                  </a:cubicBezTo>
                  <a:cubicBezTo>
                    <a:pt x="3574" y="381"/>
                    <a:pt x="3571" y="392"/>
                    <a:pt x="3580" y="390"/>
                  </a:cubicBezTo>
                  <a:cubicBezTo>
                    <a:pt x="3598" y="407"/>
                    <a:pt x="3606" y="414"/>
                    <a:pt x="3615" y="420"/>
                  </a:cubicBezTo>
                  <a:cubicBezTo>
                    <a:pt x="3642" y="449"/>
                    <a:pt x="3647" y="454"/>
                    <a:pt x="3650" y="457"/>
                  </a:cubicBezTo>
                  <a:cubicBezTo>
                    <a:pt x="3680" y="486"/>
                    <a:pt x="3682" y="493"/>
                    <a:pt x="3686" y="498"/>
                  </a:cubicBezTo>
                  <a:cubicBezTo>
                    <a:pt x="3724" y="544"/>
                    <a:pt x="3729" y="547"/>
                    <a:pt x="3731" y="554"/>
                  </a:cubicBezTo>
                  <a:cubicBezTo>
                    <a:pt x="3765" y="605"/>
                    <a:pt x="3771" y="607"/>
                    <a:pt x="3773" y="614"/>
                  </a:cubicBezTo>
                  <a:cubicBezTo>
                    <a:pt x="3793" y="649"/>
                    <a:pt x="3792" y="642"/>
                    <a:pt x="3790" y="637"/>
                  </a:cubicBezTo>
                  <a:cubicBezTo>
                    <a:pt x="3772" y="601"/>
                    <a:pt x="3770" y="595"/>
                    <a:pt x="3765" y="593"/>
                  </a:cubicBezTo>
                  <a:cubicBezTo>
                    <a:pt x="3747" y="556"/>
                    <a:pt x="3740" y="557"/>
                    <a:pt x="3740" y="549"/>
                  </a:cubicBezTo>
                  <a:cubicBezTo>
                    <a:pt x="3716" y="518"/>
                    <a:pt x="3713" y="513"/>
                    <a:pt x="3708" y="510"/>
                  </a:cubicBezTo>
                  <a:cubicBezTo>
                    <a:pt x="3663" y="455"/>
                    <a:pt x="3658" y="453"/>
                    <a:pt x="3656" y="448"/>
                  </a:cubicBezTo>
                  <a:cubicBezTo>
                    <a:pt x="3639" y="433"/>
                    <a:pt x="3635" y="430"/>
                    <a:pt x="3631" y="428"/>
                  </a:cubicBezTo>
                  <a:cubicBezTo>
                    <a:pt x="3606" y="403"/>
                    <a:pt x="3605" y="400"/>
                    <a:pt x="3602" y="399"/>
                  </a:cubicBezTo>
                  <a:cubicBezTo>
                    <a:pt x="3568" y="367"/>
                    <a:pt x="3560" y="369"/>
                    <a:pt x="3558" y="363"/>
                  </a:cubicBezTo>
                  <a:cubicBezTo>
                    <a:pt x="3494" y="295"/>
                    <a:pt x="3486" y="288"/>
                    <a:pt x="3480" y="279"/>
                  </a:cubicBezTo>
                  <a:cubicBezTo>
                    <a:pt x="3472" y="259"/>
                    <a:pt x="3480" y="269"/>
                    <a:pt x="3487" y="280"/>
                  </a:cubicBezTo>
                  <a:cubicBezTo>
                    <a:pt x="3581" y="355"/>
                    <a:pt x="3584" y="357"/>
                    <a:pt x="3588" y="356"/>
                  </a:cubicBezTo>
                  <a:cubicBezTo>
                    <a:pt x="3607" y="371"/>
                    <a:pt x="3608" y="375"/>
                    <a:pt x="3614" y="374"/>
                  </a:cubicBezTo>
                  <a:cubicBezTo>
                    <a:pt x="3644" y="397"/>
                    <a:pt x="3643" y="407"/>
                    <a:pt x="3651" y="406"/>
                  </a:cubicBezTo>
                  <a:cubicBezTo>
                    <a:pt x="3671" y="425"/>
                    <a:pt x="3673" y="426"/>
                    <a:pt x="3674" y="429"/>
                  </a:cubicBezTo>
                  <a:cubicBezTo>
                    <a:pt x="3702" y="457"/>
                    <a:pt x="3707" y="461"/>
                    <a:pt x="3710" y="466"/>
                  </a:cubicBezTo>
                  <a:cubicBezTo>
                    <a:pt x="3755" y="519"/>
                    <a:pt x="3757" y="520"/>
                    <a:pt x="3760" y="521"/>
                  </a:cubicBezTo>
                  <a:cubicBezTo>
                    <a:pt x="3775" y="552"/>
                    <a:pt x="3783" y="552"/>
                    <a:pt x="3784" y="559"/>
                  </a:cubicBezTo>
                  <a:cubicBezTo>
                    <a:pt x="3802" y="592"/>
                    <a:pt x="3803" y="594"/>
                    <a:pt x="3806" y="594"/>
                  </a:cubicBezTo>
                  <a:cubicBezTo>
                    <a:pt x="3803" y="583"/>
                    <a:pt x="3803" y="576"/>
                    <a:pt x="3798" y="573"/>
                  </a:cubicBezTo>
                  <a:cubicBezTo>
                    <a:pt x="3759" y="513"/>
                    <a:pt x="3754" y="504"/>
                    <a:pt x="3747" y="496"/>
                  </a:cubicBezTo>
                  <a:cubicBezTo>
                    <a:pt x="3718" y="457"/>
                    <a:pt x="3712" y="459"/>
                    <a:pt x="3713" y="455"/>
                  </a:cubicBezTo>
                  <a:cubicBezTo>
                    <a:pt x="3682" y="427"/>
                    <a:pt x="3680" y="421"/>
                    <a:pt x="3676" y="418"/>
                  </a:cubicBezTo>
                  <a:cubicBezTo>
                    <a:pt x="3660" y="405"/>
                    <a:pt x="3655" y="404"/>
                    <a:pt x="3655" y="397"/>
                  </a:cubicBezTo>
                  <a:cubicBezTo>
                    <a:pt x="3624" y="378"/>
                    <a:pt x="3624" y="370"/>
                    <a:pt x="3618" y="369"/>
                  </a:cubicBezTo>
                  <a:cubicBezTo>
                    <a:pt x="3604" y="356"/>
                    <a:pt x="3600" y="353"/>
                    <a:pt x="3595" y="351"/>
                  </a:cubicBezTo>
                  <a:cubicBezTo>
                    <a:pt x="3588" y="343"/>
                    <a:pt x="3585" y="343"/>
                    <a:pt x="3583" y="341"/>
                  </a:cubicBezTo>
                  <a:cubicBezTo>
                    <a:pt x="3552" y="324"/>
                    <a:pt x="3552" y="316"/>
                    <a:pt x="3546" y="315"/>
                  </a:cubicBezTo>
                  <a:cubicBezTo>
                    <a:pt x="3518" y="293"/>
                    <a:pt x="3513" y="292"/>
                    <a:pt x="3511" y="287"/>
                  </a:cubicBezTo>
                  <a:cubicBezTo>
                    <a:pt x="3473" y="249"/>
                    <a:pt x="3471" y="239"/>
                    <a:pt x="3464" y="236"/>
                  </a:cubicBezTo>
                  <a:cubicBezTo>
                    <a:pt x="3464" y="229"/>
                    <a:pt x="3471" y="229"/>
                    <a:pt x="3475" y="233"/>
                  </a:cubicBezTo>
                  <a:cubicBezTo>
                    <a:pt x="3498" y="257"/>
                    <a:pt x="3501" y="260"/>
                    <a:pt x="3505" y="262"/>
                  </a:cubicBezTo>
                  <a:cubicBezTo>
                    <a:pt x="3519" y="277"/>
                    <a:pt x="3523" y="275"/>
                    <a:pt x="3524" y="278"/>
                  </a:cubicBezTo>
                  <a:cubicBezTo>
                    <a:pt x="3556" y="301"/>
                    <a:pt x="3562" y="300"/>
                    <a:pt x="3565" y="303"/>
                  </a:cubicBezTo>
                  <a:cubicBezTo>
                    <a:pt x="3580" y="312"/>
                    <a:pt x="3580" y="313"/>
                    <a:pt x="3581" y="313"/>
                  </a:cubicBezTo>
                  <a:cubicBezTo>
                    <a:pt x="3601" y="325"/>
                    <a:pt x="3604" y="326"/>
                    <a:pt x="3608" y="329"/>
                  </a:cubicBezTo>
                  <a:cubicBezTo>
                    <a:pt x="3643" y="351"/>
                    <a:pt x="3649" y="350"/>
                    <a:pt x="3652" y="354"/>
                  </a:cubicBezTo>
                  <a:cubicBezTo>
                    <a:pt x="3678" y="367"/>
                    <a:pt x="3693" y="375"/>
                    <a:pt x="3708" y="383"/>
                  </a:cubicBezTo>
                  <a:cubicBezTo>
                    <a:pt x="3760" y="411"/>
                    <a:pt x="3762" y="421"/>
                    <a:pt x="3770" y="424"/>
                  </a:cubicBezTo>
                  <a:cubicBezTo>
                    <a:pt x="3809" y="461"/>
                    <a:pt x="3812" y="463"/>
                    <a:pt x="3815" y="467"/>
                  </a:cubicBezTo>
                  <a:cubicBezTo>
                    <a:pt x="3834" y="487"/>
                    <a:pt x="3838" y="487"/>
                    <a:pt x="3840" y="490"/>
                  </a:cubicBezTo>
                  <a:cubicBezTo>
                    <a:pt x="3834" y="475"/>
                    <a:pt x="3825" y="469"/>
                    <a:pt x="3819" y="460"/>
                  </a:cubicBezTo>
                  <a:cubicBezTo>
                    <a:pt x="3792" y="438"/>
                    <a:pt x="3793" y="432"/>
                    <a:pt x="3788" y="434"/>
                  </a:cubicBezTo>
                  <a:cubicBezTo>
                    <a:pt x="3769" y="415"/>
                    <a:pt x="3767" y="413"/>
                    <a:pt x="3767" y="409"/>
                  </a:cubicBezTo>
                  <a:cubicBezTo>
                    <a:pt x="3741" y="393"/>
                    <a:pt x="3737" y="390"/>
                    <a:pt x="3733" y="388"/>
                  </a:cubicBezTo>
                  <a:cubicBezTo>
                    <a:pt x="3678" y="358"/>
                    <a:pt x="3671" y="350"/>
                    <a:pt x="3658" y="349"/>
                  </a:cubicBezTo>
                  <a:cubicBezTo>
                    <a:pt x="3620" y="324"/>
                    <a:pt x="3616" y="320"/>
                    <a:pt x="3610" y="318"/>
                  </a:cubicBezTo>
                  <a:cubicBezTo>
                    <a:pt x="3586" y="305"/>
                    <a:pt x="3581" y="301"/>
                    <a:pt x="3576" y="298"/>
                  </a:cubicBezTo>
                  <a:cubicBezTo>
                    <a:pt x="3551" y="286"/>
                    <a:pt x="3550" y="278"/>
                    <a:pt x="3543" y="276"/>
                  </a:cubicBezTo>
                  <a:cubicBezTo>
                    <a:pt x="3518" y="256"/>
                    <a:pt x="3508" y="251"/>
                    <a:pt x="3497" y="245"/>
                  </a:cubicBezTo>
                  <a:cubicBezTo>
                    <a:pt x="3480" y="220"/>
                    <a:pt x="3474" y="222"/>
                    <a:pt x="3472" y="220"/>
                  </a:cubicBezTo>
                  <a:cubicBezTo>
                    <a:pt x="3458" y="198"/>
                    <a:pt x="3452" y="196"/>
                    <a:pt x="3450" y="189"/>
                  </a:cubicBezTo>
                  <a:cubicBezTo>
                    <a:pt x="3467" y="202"/>
                    <a:pt x="3470" y="200"/>
                    <a:pt x="3470" y="201"/>
                  </a:cubicBezTo>
                  <a:cubicBezTo>
                    <a:pt x="3508" y="228"/>
                    <a:pt x="3514" y="232"/>
                    <a:pt x="3519" y="237"/>
                  </a:cubicBezTo>
                  <a:cubicBezTo>
                    <a:pt x="3549" y="252"/>
                    <a:pt x="3552" y="253"/>
                    <a:pt x="3555" y="256"/>
                  </a:cubicBezTo>
                  <a:cubicBezTo>
                    <a:pt x="3598" y="278"/>
                    <a:pt x="3605" y="282"/>
                    <a:pt x="3610" y="287"/>
                  </a:cubicBezTo>
                  <a:cubicBezTo>
                    <a:pt x="3676" y="320"/>
                    <a:pt x="3685" y="315"/>
                    <a:pt x="3684" y="321"/>
                  </a:cubicBezTo>
                  <a:cubicBezTo>
                    <a:pt x="3725" y="340"/>
                    <a:pt x="3730" y="346"/>
                    <a:pt x="3737" y="350"/>
                  </a:cubicBezTo>
                  <a:cubicBezTo>
                    <a:pt x="3768" y="372"/>
                    <a:pt x="3771" y="375"/>
                    <a:pt x="3776" y="376"/>
                  </a:cubicBezTo>
                  <a:cubicBezTo>
                    <a:pt x="3822" y="416"/>
                    <a:pt x="3821" y="423"/>
                    <a:pt x="3825" y="425"/>
                  </a:cubicBezTo>
                  <a:cubicBezTo>
                    <a:pt x="3836" y="427"/>
                    <a:pt x="3826" y="425"/>
                    <a:pt x="3824" y="414"/>
                  </a:cubicBezTo>
                  <a:cubicBezTo>
                    <a:pt x="3808" y="399"/>
                    <a:pt x="3802" y="401"/>
                    <a:pt x="3803" y="396"/>
                  </a:cubicBezTo>
                  <a:cubicBezTo>
                    <a:pt x="3777" y="374"/>
                    <a:pt x="3776" y="369"/>
                    <a:pt x="3771" y="367"/>
                  </a:cubicBezTo>
                  <a:cubicBezTo>
                    <a:pt x="3753" y="354"/>
                    <a:pt x="3751" y="352"/>
                    <a:pt x="3750" y="349"/>
                  </a:cubicBezTo>
                  <a:cubicBezTo>
                    <a:pt x="3700" y="322"/>
                    <a:pt x="3698" y="317"/>
                    <a:pt x="3690" y="316"/>
                  </a:cubicBezTo>
                  <a:cubicBezTo>
                    <a:pt x="3657" y="299"/>
                    <a:pt x="3656" y="297"/>
                    <a:pt x="3652" y="297"/>
                  </a:cubicBezTo>
                  <a:cubicBezTo>
                    <a:pt x="3597" y="265"/>
                    <a:pt x="3579" y="257"/>
                    <a:pt x="3561" y="251"/>
                  </a:cubicBezTo>
                  <a:cubicBezTo>
                    <a:pt x="3513" y="220"/>
                    <a:pt x="3507" y="220"/>
                    <a:pt x="3504" y="216"/>
                  </a:cubicBezTo>
                  <a:cubicBezTo>
                    <a:pt x="3485" y="199"/>
                    <a:pt x="3474" y="197"/>
                    <a:pt x="3469" y="188"/>
                  </a:cubicBezTo>
                  <a:cubicBezTo>
                    <a:pt x="3442" y="157"/>
                    <a:pt x="3447" y="163"/>
                    <a:pt x="3453" y="169"/>
                  </a:cubicBezTo>
                  <a:cubicBezTo>
                    <a:pt x="3478" y="187"/>
                    <a:pt x="3481" y="189"/>
                    <a:pt x="3483" y="193"/>
                  </a:cubicBezTo>
                  <a:cubicBezTo>
                    <a:pt x="3525" y="218"/>
                    <a:pt x="3531" y="224"/>
                    <a:pt x="3538" y="229"/>
                  </a:cubicBezTo>
                  <a:cubicBezTo>
                    <a:pt x="3595" y="256"/>
                    <a:pt x="3603" y="260"/>
                    <a:pt x="3610" y="265"/>
                  </a:cubicBezTo>
                  <a:cubicBezTo>
                    <a:pt x="3642" y="275"/>
                    <a:pt x="3644" y="276"/>
                    <a:pt x="3646" y="278"/>
                  </a:cubicBezTo>
                  <a:cubicBezTo>
                    <a:pt x="3697" y="296"/>
                    <a:pt x="3705" y="296"/>
                    <a:pt x="3709" y="300"/>
                  </a:cubicBezTo>
                  <a:cubicBezTo>
                    <a:pt x="3768" y="328"/>
                    <a:pt x="3781" y="331"/>
                    <a:pt x="3788" y="340"/>
                  </a:cubicBezTo>
                  <a:cubicBezTo>
                    <a:pt x="3806" y="351"/>
                    <a:pt x="3808" y="353"/>
                    <a:pt x="3811" y="354"/>
                  </a:cubicBezTo>
                  <a:cubicBezTo>
                    <a:pt x="3833" y="374"/>
                    <a:pt x="3837" y="374"/>
                    <a:pt x="3840" y="376"/>
                  </a:cubicBezTo>
                  <a:cubicBezTo>
                    <a:pt x="3829" y="365"/>
                    <a:pt x="3828" y="354"/>
                    <a:pt x="3818" y="353"/>
                  </a:cubicBezTo>
                  <a:cubicBezTo>
                    <a:pt x="3790" y="329"/>
                    <a:pt x="3784" y="331"/>
                    <a:pt x="3785" y="325"/>
                  </a:cubicBezTo>
                  <a:cubicBezTo>
                    <a:pt x="3759" y="314"/>
                    <a:pt x="3754" y="308"/>
                    <a:pt x="3744" y="306"/>
                  </a:cubicBezTo>
                  <a:cubicBezTo>
                    <a:pt x="3691" y="279"/>
                    <a:pt x="3678" y="280"/>
                    <a:pt x="3672" y="274"/>
                  </a:cubicBezTo>
                  <a:cubicBezTo>
                    <a:pt x="3600" y="254"/>
                    <a:pt x="3589" y="241"/>
                    <a:pt x="3569" y="237"/>
                  </a:cubicBezTo>
                  <a:cubicBezTo>
                    <a:pt x="3539" y="215"/>
                    <a:pt x="3533" y="217"/>
                    <a:pt x="3534" y="211"/>
                  </a:cubicBezTo>
                  <a:cubicBezTo>
                    <a:pt x="3492" y="194"/>
                    <a:pt x="3495" y="184"/>
                    <a:pt x="3489" y="184"/>
                  </a:cubicBezTo>
                  <a:cubicBezTo>
                    <a:pt x="3456" y="152"/>
                    <a:pt x="3447" y="155"/>
                    <a:pt x="3447" y="148"/>
                  </a:cubicBezTo>
                  <a:cubicBezTo>
                    <a:pt x="3425" y="126"/>
                    <a:pt x="3423" y="125"/>
                    <a:pt x="3423" y="121"/>
                  </a:cubicBezTo>
                  <a:cubicBezTo>
                    <a:pt x="3434" y="129"/>
                    <a:pt x="3437" y="129"/>
                    <a:pt x="3437" y="131"/>
                  </a:cubicBezTo>
                  <a:cubicBezTo>
                    <a:pt x="3461" y="150"/>
                    <a:pt x="3474" y="156"/>
                    <a:pt x="3483" y="167"/>
                  </a:cubicBezTo>
                  <a:cubicBezTo>
                    <a:pt x="3514" y="176"/>
                    <a:pt x="3515" y="187"/>
                    <a:pt x="3526" y="186"/>
                  </a:cubicBezTo>
                  <a:cubicBezTo>
                    <a:pt x="3554" y="198"/>
                    <a:pt x="3561" y="202"/>
                    <a:pt x="3567" y="207"/>
                  </a:cubicBezTo>
                  <a:cubicBezTo>
                    <a:pt x="3627" y="229"/>
                    <a:pt x="3638" y="238"/>
                    <a:pt x="3657" y="240"/>
                  </a:cubicBezTo>
                  <a:cubicBezTo>
                    <a:pt x="3691" y="257"/>
                    <a:pt x="3698" y="265"/>
                    <a:pt x="3709" y="267"/>
                  </a:cubicBezTo>
                  <a:cubicBezTo>
                    <a:pt x="3751" y="290"/>
                    <a:pt x="3755" y="293"/>
                    <a:pt x="3761" y="294"/>
                  </a:cubicBezTo>
                  <a:cubicBezTo>
                    <a:pt x="3792" y="313"/>
                    <a:pt x="3794" y="315"/>
                    <a:pt x="3795" y="318"/>
                  </a:cubicBezTo>
                  <a:cubicBezTo>
                    <a:pt x="3817" y="331"/>
                    <a:pt x="3824" y="336"/>
                    <a:pt x="3830" y="344"/>
                  </a:cubicBezTo>
                  <a:cubicBezTo>
                    <a:pt x="3837" y="339"/>
                    <a:pt x="3833" y="338"/>
                    <a:pt x="3829" y="335"/>
                  </a:cubicBezTo>
                  <a:cubicBezTo>
                    <a:pt x="3748" y="279"/>
                    <a:pt x="3746" y="274"/>
                    <a:pt x="3738" y="276"/>
                  </a:cubicBezTo>
                  <a:cubicBezTo>
                    <a:pt x="3689" y="246"/>
                    <a:pt x="3677" y="244"/>
                    <a:pt x="3670" y="237"/>
                  </a:cubicBezTo>
                  <a:cubicBezTo>
                    <a:pt x="3605" y="209"/>
                    <a:pt x="3600" y="207"/>
                    <a:pt x="3593" y="207"/>
                  </a:cubicBezTo>
                  <a:cubicBezTo>
                    <a:pt x="3541" y="181"/>
                    <a:pt x="3531" y="177"/>
                    <a:pt x="3521" y="173"/>
                  </a:cubicBezTo>
                  <a:cubicBezTo>
                    <a:pt x="3487" y="152"/>
                    <a:pt x="3476" y="148"/>
                    <a:pt x="3468" y="142"/>
                  </a:cubicBezTo>
                  <a:cubicBezTo>
                    <a:pt x="3450" y="123"/>
                    <a:pt x="3447" y="124"/>
                    <a:pt x="3445" y="122"/>
                  </a:cubicBezTo>
                  <a:cubicBezTo>
                    <a:pt x="3426" y="105"/>
                    <a:pt x="3423" y="102"/>
                    <a:pt x="3426" y="101"/>
                  </a:cubicBezTo>
                  <a:close/>
                  <a:moveTo>
                    <a:pt x="3422" y="38"/>
                  </a:moveTo>
                  <a:cubicBezTo>
                    <a:pt x="3426" y="37"/>
                    <a:pt x="3428" y="39"/>
                    <a:pt x="3431" y="39"/>
                  </a:cubicBezTo>
                  <a:cubicBezTo>
                    <a:pt x="3434" y="44"/>
                    <a:pt x="3437" y="47"/>
                    <a:pt x="3442" y="50"/>
                  </a:cubicBezTo>
                  <a:cubicBezTo>
                    <a:pt x="3448" y="51"/>
                    <a:pt x="3451" y="55"/>
                    <a:pt x="3456" y="57"/>
                  </a:cubicBezTo>
                  <a:cubicBezTo>
                    <a:pt x="3460" y="61"/>
                    <a:pt x="3466" y="61"/>
                    <a:pt x="3470" y="65"/>
                  </a:cubicBezTo>
                  <a:cubicBezTo>
                    <a:pt x="3480" y="69"/>
                    <a:pt x="3486" y="77"/>
                    <a:pt x="3499" y="78"/>
                  </a:cubicBezTo>
                  <a:cubicBezTo>
                    <a:pt x="3506" y="86"/>
                    <a:pt x="3520" y="86"/>
                    <a:pt x="3526" y="94"/>
                  </a:cubicBezTo>
                  <a:cubicBezTo>
                    <a:pt x="3550" y="97"/>
                    <a:pt x="3570" y="105"/>
                    <a:pt x="3587" y="116"/>
                  </a:cubicBezTo>
                  <a:cubicBezTo>
                    <a:pt x="3599" y="116"/>
                    <a:pt x="3607" y="121"/>
                    <a:pt x="3618" y="122"/>
                  </a:cubicBezTo>
                  <a:cubicBezTo>
                    <a:pt x="3624" y="128"/>
                    <a:pt x="3636" y="128"/>
                    <a:pt x="3643" y="134"/>
                  </a:cubicBezTo>
                  <a:cubicBezTo>
                    <a:pt x="3653" y="135"/>
                    <a:pt x="3661" y="141"/>
                    <a:pt x="3672" y="143"/>
                  </a:cubicBezTo>
                  <a:cubicBezTo>
                    <a:pt x="3681" y="145"/>
                    <a:pt x="3687" y="152"/>
                    <a:pt x="3699" y="152"/>
                  </a:cubicBezTo>
                  <a:cubicBezTo>
                    <a:pt x="3691" y="160"/>
                    <a:pt x="3685" y="147"/>
                    <a:pt x="3674" y="151"/>
                  </a:cubicBezTo>
                  <a:cubicBezTo>
                    <a:pt x="3667" y="149"/>
                    <a:pt x="3659" y="148"/>
                    <a:pt x="3648" y="149"/>
                  </a:cubicBezTo>
                  <a:cubicBezTo>
                    <a:pt x="3645" y="145"/>
                    <a:pt x="3637" y="146"/>
                    <a:pt x="3632" y="143"/>
                  </a:cubicBezTo>
                  <a:cubicBezTo>
                    <a:pt x="3627" y="143"/>
                    <a:pt x="3622" y="141"/>
                    <a:pt x="3619" y="138"/>
                  </a:cubicBezTo>
                  <a:cubicBezTo>
                    <a:pt x="3607" y="137"/>
                    <a:pt x="3600" y="131"/>
                    <a:pt x="3588" y="131"/>
                  </a:cubicBezTo>
                  <a:cubicBezTo>
                    <a:pt x="3580" y="125"/>
                    <a:pt x="3567" y="125"/>
                    <a:pt x="3559" y="120"/>
                  </a:cubicBezTo>
                  <a:cubicBezTo>
                    <a:pt x="3550" y="116"/>
                    <a:pt x="3542" y="111"/>
                    <a:pt x="3532" y="109"/>
                  </a:cubicBezTo>
                  <a:cubicBezTo>
                    <a:pt x="3528" y="105"/>
                    <a:pt x="3522" y="104"/>
                    <a:pt x="3518" y="101"/>
                  </a:cubicBezTo>
                  <a:cubicBezTo>
                    <a:pt x="3516" y="100"/>
                    <a:pt x="3513" y="99"/>
                    <a:pt x="3509" y="100"/>
                  </a:cubicBezTo>
                  <a:cubicBezTo>
                    <a:pt x="3510" y="96"/>
                    <a:pt x="3507" y="96"/>
                    <a:pt x="3504" y="95"/>
                  </a:cubicBezTo>
                  <a:cubicBezTo>
                    <a:pt x="3497" y="90"/>
                    <a:pt x="3487" y="87"/>
                    <a:pt x="3481" y="80"/>
                  </a:cubicBezTo>
                  <a:cubicBezTo>
                    <a:pt x="3475" y="80"/>
                    <a:pt x="3473" y="75"/>
                    <a:pt x="3470" y="72"/>
                  </a:cubicBezTo>
                  <a:cubicBezTo>
                    <a:pt x="3466" y="72"/>
                    <a:pt x="3465" y="69"/>
                    <a:pt x="3461" y="70"/>
                  </a:cubicBezTo>
                  <a:cubicBezTo>
                    <a:pt x="3462" y="66"/>
                    <a:pt x="3459" y="66"/>
                    <a:pt x="3456" y="66"/>
                  </a:cubicBezTo>
                  <a:cubicBezTo>
                    <a:pt x="3455" y="60"/>
                    <a:pt x="3447" y="63"/>
                    <a:pt x="3445" y="58"/>
                  </a:cubicBezTo>
                  <a:cubicBezTo>
                    <a:pt x="3439" y="58"/>
                    <a:pt x="3438" y="52"/>
                    <a:pt x="3431" y="53"/>
                  </a:cubicBezTo>
                  <a:cubicBezTo>
                    <a:pt x="3428" y="45"/>
                    <a:pt x="3422" y="40"/>
                    <a:pt x="3415" y="36"/>
                  </a:cubicBezTo>
                  <a:cubicBezTo>
                    <a:pt x="3415" y="31"/>
                    <a:pt x="3422" y="35"/>
                    <a:pt x="3422" y="38"/>
                  </a:cubicBezTo>
                  <a:close/>
                  <a:moveTo>
                    <a:pt x="3358" y="316"/>
                  </a:moveTo>
                  <a:cubicBezTo>
                    <a:pt x="3355" y="318"/>
                    <a:pt x="3354" y="322"/>
                    <a:pt x="3352" y="325"/>
                  </a:cubicBezTo>
                  <a:cubicBezTo>
                    <a:pt x="3345" y="322"/>
                    <a:pt x="3356" y="319"/>
                    <a:pt x="3354" y="314"/>
                  </a:cubicBezTo>
                  <a:cubicBezTo>
                    <a:pt x="3356" y="311"/>
                    <a:pt x="3358" y="308"/>
                    <a:pt x="3360" y="305"/>
                  </a:cubicBezTo>
                  <a:cubicBezTo>
                    <a:pt x="3367" y="307"/>
                    <a:pt x="3355" y="310"/>
                    <a:pt x="3358" y="316"/>
                  </a:cubicBezTo>
                  <a:close/>
                  <a:moveTo>
                    <a:pt x="3369" y="289"/>
                  </a:moveTo>
                  <a:cubicBezTo>
                    <a:pt x="3368" y="293"/>
                    <a:pt x="3366" y="297"/>
                    <a:pt x="3364" y="302"/>
                  </a:cubicBezTo>
                  <a:cubicBezTo>
                    <a:pt x="3358" y="300"/>
                    <a:pt x="3368" y="295"/>
                    <a:pt x="3365" y="289"/>
                  </a:cubicBezTo>
                  <a:cubicBezTo>
                    <a:pt x="3369" y="286"/>
                    <a:pt x="3372" y="281"/>
                    <a:pt x="3373" y="275"/>
                  </a:cubicBezTo>
                  <a:cubicBezTo>
                    <a:pt x="3378" y="277"/>
                    <a:pt x="3371" y="286"/>
                    <a:pt x="3369" y="289"/>
                  </a:cubicBezTo>
                  <a:close/>
                  <a:moveTo>
                    <a:pt x="3386" y="250"/>
                  </a:moveTo>
                  <a:cubicBezTo>
                    <a:pt x="3383" y="256"/>
                    <a:pt x="3386" y="247"/>
                    <a:pt x="3386" y="244"/>
                  </a:cubicBezTo>
                  <a:cubicBezTo>
                    <a:pt x="3390" y="245"/>
                    <a:pt x="3387" y="248"/>
                    <a:pt x="3386" y="250"/>
                  </a:cubicBezTo>
                  <a:close/>
                  <a:moveTo>
                    <a:pt x="3411" y="294"/>
                  </a:moveTo>
                  <a:cubicBezTo>
                    <a:pt x="3406" y="294"/>
                    <a:pt x="3410" y="287"/>
                    <a:pt x="3411" y="286"/>
                  </a:cubicBezTo>
                  <a:cubicBezTo>
                    <a:pt x="3417" y="287"/>
                    <a:pt x="3409" y="290"/>
                    <a:pt x="3411" y="294"/>
                  </a:cubicBezTo>
                  <a:close/>
                  <a:moveTo>
                    <a:pt x="3420" y="261"/>
                  </a:moveTo>
                  <a:cubicBezTo>
                    <a:pt x="3416" y="267"/>
                    <a:pt x="3419" y="257"/>
                    <a:pt x="3419" y="254"/>
                  </a:cubicBezTo>
                  <a:cubicBezTo>
                    <a:pt x="3423" y="256"/>
                    <a:pt x="3420" y="258"/>
                    <a:pt x="3420" y="261"/>
                  </a:cubicBezTo>
                  <a:close/>
                  <a:moveTo>
                    <a:pt x="3593" y="579"/>
                  </a:moveTo>
                  <a:cubicBezTo>
                    <a:pt x="3593" y="580"/>
                    <a:pt x="3593" y="582"/>
                    <a:pt x="3593" y="583"/>
                  </a:cubicBezTo>
                  <a:cubicBezTo>
                    <a:pt x="3589" y="585"/>
                    <a:pt x="3589" y="580"/>
                    <a:pt x="3589" y="577"/>
                  </a:cubicBezTo>
                  <a:cubicBezTo>
                    <a:pt x="3590" y="577"/>
                    <a:pt x="3591" y="579"/>
                    <a:pt x="3593" y="579"/>
                  </a:cubicBezTo>
                  <a:close/>
                  <a:moveTo>
                    <a:pt x="3576" y="556"/>
                  </a:moveTo>
                  <a:cubicBezTo>
                    <a:pt x="3575" y="562"/>
                    <a:pt x="3571" y="551"/>
                    <a:pt x="3567" y="552"/>
                  </a:cubicBezTo>
                  <a:cubicBezTo>
                    <a:pt x="3567" y="549"/>
                    <a:pt x="3567" y="546"/>
                    <a:pt x="3565" y="546"/>
                  </a:cubicBezTo>
                  <a:cubicBezTo>
                    <a:pt x="3569" y="539"/>
                    <a:pt x="3571" y="556"/>
                    <a:pt x="3576" y="556"/>
                  </a:cubicBezTo>
                  <a:close/>
                  <a:moveTo>
                    <a:pt x="3522" y="440"/>
                  </a:moveTo>
                  <a:cubicBezTo>
                    <a:pt x="3518" y="438"/>
                    <a:pt x="3516" y="434"/>
                    <a:pt x="3515" y="429"/>
                  </a:cubicBezTo>
                  <a:cubicBezTo>
                    <a:pt x="3519" y="430"/>
                    <a:pt x="3521" y="435"/>
                    <a:pt x="3522" y="440"/>
                  </a:cubicBezTo>
                  <a:close/>
                  <a:moveTo>
                    <a:pt x="3503" y="443"/>
                  </a:moveTo>
                  <a:cubicBezTo>
                    <a:pt x="3507" y="446"/>
                    <a:pt x="3504" y="458"/>
                    <a:pt x="3508" y="462"/>
                  </a:cubicBezTo>
                  <a:cubicBezTo>
                    <a:pt x="3505" y="460"/>
                    <a:pt x="3503" y="460"/>
                    <a:pt x="3500" y="463"/>
                  </a:cubicBezTo>
                  <a:cubicBezTo>
                    <a:pt x="3502" y="474"/>
                    <a:pt x="3498" y="479"/>
                    <a:pt x="3497" y="487"/>
                  </a:cubicBezTo>
                  <a:cubicBezTo>
                    <a:pt x="3497" y="495"/>
                    <a:pt x="3491" y="481"/>
                    <a:pt x="3497" y="483"/>
                  </a:cubicBezTo>
                  <a:cubicBezTo>
                    <a:pt x="3495" y="466"/>
                    <a:pt x="3502" y="458"/>
                    <a:pt x="3503" y="443"/>
                  </a:cubicBezTo>
                  <a:close/>
                  <a:moveTo>
                    <a:pt x="3451" y="265"/>
                  </a:moveTo>
                  <a:cubicBezTo>
                    <a:pt x="3459" y="267"/>
                    <a:pt x="3454" y="277"/>
                    <a:pt x="3452" y="281"/>
                  </a:cubicBezTo>
                  <a:cubicBezTo>
                    <a:pt x="3445" y="278"/>
                    <a:pt x="3454" y="272"/>
                    <a:pt x="3451" y="265"/>
                  </a:cubicBezTo>
                  <a:close/>
                  <a:moveTo>
                    <a:pt x="57" y="2139"/>
                  </a:moveTo>
                  <a:cubicBezTo>
                    <a:pt x="52" y="2141"/>
                    <a:pt x="48" y="2128"/>
                    <a:pt x="43" y="2130"/>
                  </a:cubicBezTo>
                  <a:cubicBezTo>
                    <a:pt x="38" y="2120"/>
                    <a:pt x="28" y="2117"/>
                    <a:pt x="18" y="2109"/>
                  </a:cubicBezTo>
                  <a:cubicBezTo>
                    <a:pt x="12" y="2104"/>
                    <a:pt x="6" y="2099"/>
                    <a:pt x="0" y="2093"/>
                  </a:cubicBezTo>
                  <a:cubicBezTo>
                    <a:pt x="0" y="2105"/>
                    <a:pt x="0" y="2105"/>
                    <a:pt x="0" y="2105"/>
                  </a:cubicBezTo>
                  <a:cubicBezTo>
                    <a:pt x="5" y="2108"/>
                    <a:pt x="10" y="2111"/>
                    <a:pt x="15" y="2115"/>
                  </a:cubicBezTo>
                  <a:cubicBezTo>
                    <a:pt x="29" y="2128"/>
                    <a:pt x="43" y="2139"/>
                    <a:pt x="58" y="2150"/>
                  </a:cubicBezTo>
                  <a:cubicBezTo>
                    <a:pt x="60" y="2153"/>
                    <a:pt x="64" y="2157"/>
                    <a:pt x="67" y="2160"/>
                  </a:cubicBezTo>
                  <a:cubicBezTo>
                    <a:pt x="74" y="2160"/>
                    <a:pt x="74" y="2160"/>
                    <a:pt x="74" y="2160"/>
                  </a:cubicBezTo>
                  <a:cubicBezTo>
                    <a:pt x="72" y="2157"/>
                    <a:pt x="69" y="2154"/>
                    <a:pt x="67" y="2150"/>
                  </a:cubicBezTo>
                  <a:cubicBezTo>
                    <a:pt x="61" y="2143"/>
                    <a:pt x="59" y="2146"/>
                    <a:pt x="57" y="2139"/>
                  </a:cubicBezTo>
                  <a:close/>
                  <a:moveTo>
                    <a:pt x="0" y="2131"/>
                  </a:moveTo>
                  <a:cubicBezTo>
                    <a:pt x="0" y="2152"/>
                    <a:pt x="0" y="2152"/>
                    <a:pt x="0" y="2152"/>
                  </a:cubicBezTo>
                  <a:cubicBezTo>
                    <a:pt x="2" y="2155"/>
                    <a:pt x="4" y="2158"/>
                    <a:pt x="6" y="2160"/>
                  </a:cubicBezTo>
                  <a:cubicBezTo>
                    <a:pt x="18" y="2160"/>
                    <a:pt x="18" y="2160"/>
                    <a:pt x="18" y="2160"/>
                  </a:cubicBezTo>
                  <a:cubicBezTo>
                    <a:pt x="15" y="2155"/>
                    <a:pt x="11" y="2149"/>
                    <a:pt x="5" y="2144"/>
                  </a:cubicBezTo>
                  <a:cubicBezTo>
                    <a:pt x="4" y="2139"/>
                    <a:pt x="2" y="2135"/>
                    <a:pt x="0" y="2131"/>
                  </a:cubicBezTo>
                  <a:close/>
                  <a:moveTo>
                    <a:pt x="1714" y="33"/>
                  </a:moveTo>
                  <a:cubicBezTo>
                    <a:pt x="1718" y="31"/>
                    <a:pt x="1719" y="23"/>
                    <a:pt x="1721" y="17"/>
                  </a:cubicBezTo>
                  <a:cubicBezTo>
                    <a:pt x="1726" y="16"/>
                    <a:pt x="1724" y="2"/>
                    <a:pt x="1730" y="2"/>
                  </a:cubicBezTo>
                  <a:cubicBezTo>
                    <a:pt x="1730" y="1"/>
                    <a:pt x="1730" y="1"/>
                    <a:pt x="1730" y="0"/>
                  </a:cubicBezTo>
                  <a:cubicBezTo>
                    <a:pt x="1723" y="0"/>
                    <a:pt x="1723" y="0"/>
                    <a:pt x="1723" y="0"/>
                  </a:cubicBezTo>
                  <a:cubicBezTo>
                    <a:pt x="1720" y="5"/>
                    <a:pt x="1718" y="9"/>
                    <a:pt x="1715" y="13"/>
                  </a:cubicBezTo>
                  <a:cubicBezTo>
                    <a:pt x="1710" y="27"/>
                    <a:pt x="1705" y="42"/>
                    <a:pt x="1699" y="54"/>
                  </a:cubicBezTo>
                  <a:cubicBezTo>
                    <a:pt x="1702" y="61"/>
                    <a:pt x="1694" y="63"/>
                    <a:pt x="1693" y="72"/>
                  </a:cubicBezTo>
                  <a:cubicBezTo>
                    <a:pt x="1691" y="82"/>
                    <a:pt x="1692" y="83"/>
                    <a:pt x="1687" y="91"/>
                  </a:cubicBezTo>
                  <a:cubicBezTo>
                    <a:pt x="1685" y="88"/>
                    <a:pt x="1688" y="82"/>
                    <a:pt x="1687" y="77"/>
                  </a:cubicBezTo>
                  <a:cubicBezTo>
                    <a:pt x="1688" y="73"/>
                    <a:pt x="1690" y="68"/>
                    <a:pt x="1691" y="63"/>
                  </a:cubicBezTo>
                  <a:cubicBezTo>
                    <a:pt x="1692" y="53"/>
                    <a:pt x="1693" y="52"/>
                    <a:pt x="1696" y="39"/>
                  </a:cubicBezTo>
                  <a:cubicBezTo>
                    <a:pt x="1699" y="24"/>
                    <a:pt x="1705" y="13"/>
                    <a:pt x="1710" y="0"/>
                  </a:cubicBezTo>
                  <a:cubicBezTo>
                    <a:pt x="1703" y="0"/>
                    <a:pt x="1703" y="0"/>
                    <a:pt x="1703" y="0"/>
                  </a:cubicBezTo>
                  <a:cubicBezTo>
                    <a:pt x="1695" y="24"/>
                    <a:pt x="1693" y="32"/>
                    <a:pt x="1684" y="65"/>
                  </a:cubicBezTo>
                  <a:cubicBezTo>
                    <a:pt x="1684" y="77"/>
                    <a:pt x="1684" y="89"/>
                    <a:pt x="1679" y="103"/>
                  </a:cubicBezTo>
                  <a:cubicBezTo>
                    <a:pt x="1682" y="103"/>
                    <a:pt x="1685" y="103"/>
                    <a:pt x="1682" y="101"/>
                  </a:cubicBezTo>
                  <a:cubicBezTo>
                    <a:pt x="1684" y="98"/>
                    <a:pt x="1686" y="102"/>
                    <a:pt x="1686" y="104"/>
                  </a:cubicBezTo>
                  <a:cubicBezTo>
                    <a:pt x="1686" y="109"/>
                    <a:pt x="1678" y="118"/>
                    <a:pt x="1686" y="118"/>
                  </a:cubicBezTo>
                  <a:cubicBezTo>
                    <a:pt x="1691" y="95"/>
                    <a:pt x="1698" y="83"/>
                    <a:pt x="1700" y="65"/>
                  </a:cubicBezTo>
                  <a:cubicBezTo>
                    <a:pt x="1705" y="57"/>
                    <a:pt x="1709" y="44"/>
                    <a:pt x="1714" y="33"/>
                  </a:cubicBezTo>
                  <a:close/>
                  <a:moveTo>
                    <a:pt x="3158" y="1807"/>
                  </a:moveTo>
                  <a:cubicBezTo>
                    <a:pt x="3155" y="1805"/>
                    <a:pt x="3153" y="1805"/>
                    <a:pt x="3151" y="1805"/>
                  </a:cubicBezTo>
                  <a:cubicBezTo>
                    <a:pt x="3135" y="1790"/>
                    <a:pt x="3132" y="1787"/>
                    <a:pt x="3131" y="1789"/>
                  </a:cubicBezTo>
                  <a:cubicBezTo>
                    <a:pt x="3095" y="1762"/>
                    <a:pt x="3093" y="1759"/>
                    <a:pt x="3083" y="1754"/>
                  </a:cubicBezTo>
                  <a:cubicBezTo>
                    <a:pt x="3060" y="1715"/>
                    <a:pt x="3059" y="1709"/>
                    <a:pt x="3057" y="1703"/>
                  </a:cubicBezTo>
                  <a:cubicBezTo>
                    <a:pt x="3049" y="1705"/>
                    <a:pt x="3054" y="1709"/>
                    <a:pt x="3051" y="1715"/>
                  </a:cubicBezTo>
                  <a:cubicBezTo>
                    <a:pt x="3069" y="1745"/>
                    <a:pt x="3066" y="1750"/>
                    <a:pt x="3073" y="1753"/>
                  </a:cubicBezTo>
                  <a:cubicBezTo>
                    <a:pt x="3064" y="1757"/>
                    <a:pt x="3058" y="1755"/>
                    <a:pt x="3052" y="1750"/>
                  </a:cubicBezTo>
                  <a:cubicBezTo>
                    <a:pt x="3027" y="1719"/>
                    <a:pt x="3031" y="1715"/>
                    <a:pt x="3024" y="1713"/>
                  </a:cubicBezTo>
                  <a:cubicBezTo>
                    <a:pt x="3006" y="1687"/>
                    <a:pt x="3005" y="1680"/>
                    <a:pt x="2998" y="1674"/>
                  </a:cubicBezTo>
                  <a:cubicBezTo>
                    <a:pt x="2974" y="1614"/>
                    <a:pt x="2974" y="1605"/>
                    <a:pt x="2968" y="1597"/>
                  </a:cubicBezTo>
                  <a:cubicBezTo>
                    <a:pt x="2960" y="1561"/>
                    <a:pt x="2955" y="1552"/>
                    <a:pt x="2954" y="1543"/>
                  </a:cubicBezTo>
                  <a:cubicBezTo>
                    <a:pt x="2942" y="1487"/>
                    <a:pt x="2938" y="1485"/>
                    <a:pt x="2939" y="1483"/>
                  </a:cubicBezTo>
                  <a:cubicBezTo>
                    <a:pt x="2932" y="1458"/>
                    <a:pt x="2930" y="1454"/>
                    <a:pt x="2926" y="1451"/>
                  </a:cubicBezTo>
                  <a:cubicBezTo>
                    <a:pt x="2918" y="1423"/>
                    <a:pt x="2918" y="1412"/>
                    <a:pt x="2913" y="1416"/>
                  </a:cubicBezTo>
                  <a:cubicBezTo>
                    <a:pt x="2922" y="1441"/>
                    <a:pt x="2923" y="1444"/>
                    <a:pt x="2924" y="1447"/>
                  </a:cubicBezTo>
                  <a:cubicBezTo>
                    <a:pt x="2933" y="1489"/>
                    <a:pt x="2937" y="1499"/>
                    <a:pt x="2939" y="1510"/>
                  </a:cubicBezTo>
                  <a:cubicBezTo>
                    <a:pt x="2947" y="1546"/>
                    <a:pt x="2946" y="1552"/>
                    <a:pt x="2950" y="1556"/>
                  </a:cubicBezTo>
                  <a:cubicBezTo>
                    <a:pt x="2955" y="1583"/>
                    <a:pt x="2959" y="1585"/>
                    <a:pt x="2955" y="1588"/>
                  </a:cubicBezTo>
                  <a:cubicBezTo>
                    <a:pt x="2965" y="1615"/>
                    <a:pt x="2972" y="1624"/>
                    <a:pt x="2974" y="1635"/>
                  </a:cubicBezTo>
                  <a:cubicBezTo>
                    <a:pt x="3005" y="1703"/>
                    <a:pt x="3014" y="1707"/>
                    <a:pt x="3013" y="1713"/>
                  </a:cubicBezTo>
                  <a:cubicBezTo>
                    <a:pt x="3012" y="1729"/>
                    <a:pt x="3007" y="1712"/>
                    <a:pt x="2996" y="1704"/>
                  </a:cubicBezTo>
                  <a:cubicBezTo>
                    <a:pt x="2983" y="1672"/>
                    <a:pt x="2975" y="1670"/>
                    <a:pt x="2977" y="1666"/>
                  </a:cubicBezTo>
                  <a:cubicBezTo>
                    <a:pt x="2961" y="1640"/>
                    <a:pt x="2961" y="1632"/>
                    <a:pt x="2956" y="1626"/>
                  </a:cubicBezTo>
                  <a:cubicBezTo>
                    <a:pt x="2948" y="1598"/>
                    <a:pt x="2946" y="1591"/>
                    <a:pt x="2945" y="1584"/>
                  </a:cubicBezTo>
                  <a:cubicBezTo>
                    <a:pt x="2934" y="1529"/>
                    <a:pt x="2935" y="1525"/>
                    <a:pt x="2934" y="1522"/>
                  </a:cubicBezTo>
                  <a:cubicBezTo>
                    <a:pt x="2931" y="1493"/>
                    <a:pt x="2927" y="1487"/>
                    <a:pt x="2928" y="1479"/>
                  </a:cubicBezTo>
                  <a:cubicBezTo>
                    <a:pt x="2906" y="1410"/>
                    <a:pt x="2905" y="1403"/>
                    <a:pt x="2902" y="1396"/>
                  </a:cubicBezTo>
                  <a:cubicBezTo>
                    <a:pt x="2891" y="1385"/>
                    <a:pt x="2900" y="1391"/>
                    <a:pt x="2900" y="1400"/>
                  </a:cubicBezTo>
                  <a:cubicBezTo>
                    <a:pt x="2911" y="1442"/>
                    <a:pt x="2915" y="1445"/>
                    <a:pt x="2913" y="1450"/>
                  </a:cubicBezTo>
                  <a:cubicBezTo>
                    <a:pt x="2922" y="1477"/>
                    <a:pt x="2920" y="1480"/>
                    <a:pt x="2921" y="1482"/>
                  </a:cubicBezTo>
                  <a:cubicBezTo>
                    <a:pt x="2923" y="1506"/>
                    <a:pt x="2930" y="1509"/>
                    <a:pt x="2926" y="1514"/>
                  </a:cubicBezTo>
                  <a:cubicBezTo>
                    <a:pt x="2937" y="1582"/>
                    <a:pt x="2936" y="1585"/>
                    <a:pt x="2938" y="1587"/>
                  </a:cubicBezTo>
                  <a:cubicBezTo>
                    <a:pt x="2946" y="1620"/>
                    <a:pt x="2947" y="1623"/>
                    <a:pt x="2947" y="1628"/>
                  </a:cubicBezTo>
                  <a:cubicBezTo>
                    <a:pt x="2952" y="1638"/>
                    <a:pt x="2959" y="1643"/>
                    <a:pt x="2958" y="1648"/>
                  </a:cubicBezTo>
                  <a:cubicBezTo>
                    <a:pt x="2970" y="1669"/>
                    <a:pt x="2970" y="1675"/>
                    <a:pt x="2975" y="1680"/>
                  </a:cubicBezTo>
                  <a:cubicBezTo>
                    <a:pt x="2985" y="1703"/>
                    <a:pt x="2991" y="1708"/>
                    <a:pt x="2992" y="1715"/>
                  </a:cubicBezTo>
                  <a:cubicBezTo>
                    <a:pt x="2960" y="1672"/>
                    <a:pt x="2952" y="1665"/>
                    <a:pt x="2949" y="1657"/>
                  </a:cubicBezTo>
                  <a:cubicBezTo>
                    <a:pt x="2930" y="1604"/>
                    <a:pt x="2923" y="1599"/>
                    <a:pt x="2923" y="1593"/>
                  </a:cubicBezTo>
                  <a:cubicBezTo>
                    <a:pt x="2916" y="1554"/>
                    <a:pt x="2909" y="1552"/>
                    <a:pt x="2911" y="1548"/>
                  </a:cubicBezTo>
                  <a:cubicBezTo>
                    <a:pt x="2903" y="1513"/>
                    <a:pt x="2903" y="1506"/>
                    <a:pt x="2901" y="1500"/>
                  </a:cubicBezTo>
                  <a:cubicBezTo>
                    <a:pt x="2897" y="1475"/>
                    <a:pt x="2894" y="1469"/>
                    <a:pt x="2895" y="1462"/>
                  </a:cubicBezTo>
                  <a:cubicBezTo>
                    <a:pt x="2886" y="1404"/>
                    <a:pt x="2880" y="1402"/>
                    <a:pt x="2879" y="1399"/>
                  </a:cubicBezTo>
                  <a:cubicBezTo>
                    <a:pt x="2849" y="1306"/>
                    <a:pt x="2845" y="1298"/>
                    <a:pt x="2848" y="1289"/>
                  </a:cubicBezTo>
                  <a:cubicBezTo>
                    <a:pt x="2840" y="1270"/>
                    <a:pt x="2841" y="1277"/>
                    <a:pt x="2844" y="1284"/>
                  </a:cubicBezTo>
                  <a:cubicBezTo>
                    <a:pt x="2845" y="1328"/>
                    <a:pt x="2844" y="1332"/>
                    <a:pt x="2849" y="1334"/>
                  </a:cubicBezTo>
                  <a:cubicBezTo>
                    <a:pt x="2853" y="1401"/>
                    <a:pt x="2850" y="1416"/>
                    <a:pt x="2854" y="1429"/>
                  </a:cubicBezTo>
                  <a:cubicBezTo>
                    <a:pt x="2854" y="1447"/>
                    <a:pt x="2859" y="1448"/>
                    <a:pt x="2855" y="1451"/>
                  </a:cubicBezTo>
                  <a:cubicBezTo>
                    <a:pt x="2860" y="1486"/>
                    <a:pt x="2863" y="1500"/>
                    <a:pt x="2863" y="1514"/>
                  </a:cubicBezTo>
                  <a:cubicBezTo>
                    <a:pt x="2878" y="1567"/>
                    <a:pt x="2875" y="1571"/>
                    <a:pt x="2878" y="1574"/>
                  </a:cubicBezTo>
                  <a:cubicBezTo>
                    <a:pt x="2882" y="1588"/>
                    <a:pt x="2881" y="1592"/>
                    <a:pt x="2886" y="1594"/>
                  </a:cubicBezTo>
                  <a:cubicBezTo>
                    <a:pt x="2895" y="1630"/>
                    <a:pt x="2905" y="1631"/>
                    <a:pt x="2897" y="1633"/>
                  </a:cubicBezTo>
                  <a:cubicBezTo>
                    <a:pt x="2887" y="1603"/>
                    <a:pt x="2880" y="1602"/>
                    <a:pt x="2877" y="1599"/>
                  </a:cubicBezTo>
                  <a:cubicBezTo>
                    <a:pt x="2871" y="1576"/>
                    <a:pt x="2870" y="1573"/>
                    <a:pt x="2870" y="1571"/>
                  </a:cubicBezTo>
                  <a:cubicBezTo>
                    <a:pt x="2856" y="1524"/>
                    <a:pt x="2855" y="1519"/>
                    <a:pt x="2855" y="1514"/>
                  </a:cubicBezTo>
                  <a:cubicBezTo>
                    <a:pt x="2847" y="1481"/>
                    <a:pt x="2848" y="1476"/>
                    <a:pt x="2844" y="1472"/>
                  </a:cubicBezTo>
                  <a:cubicBezTo>
                    <a:pt x="2834" y="1424"/>
                    <a:pt x="2823" y="1421"/>
                    <a:pt x="2829" y="1415"/>
                  </a:cubicBezTo>
                  <a:cubicBezTo>
                    <a:pt x="2807" y="1354"/>
                    <a:pt x="2797" y="1336"/>
                    <a:pt x="2792" y="1317"/>
                  </a:cubicBezTo>
                  <a:cubicBezTo>
                    <a:pt x="2772" y="1287"/>
                    <a:pt x="2779" y="1281"/>
                    <a:pt x="2772" y="1278"/>
                  </a:cubicBezTo>
                  <a:cubicBezTo>
                    <a:pt x="2760" y="1259"/>
                    <a:pt x="2763" y="1254"/>
                    <a:pt x="2758" y="1250"/>
                  </a:cubicBezTo>
                  <a:cubicBezTo>
                    <a:pt x="2739" y="1219"/>
                    <a:pt x="2740" y="1214"/>
                    <a:pt x="2733" y="1210"/>
                  </a:cubicBezTo>
                  <a:cubicBezTo>
                    <a:pt x="2704" y="1176"/>
                    <a:pt x="2698" y="1167"/>
                    <a:pt x="2691" y="1158"/>
                  </a:cubicBezTo>
                  <a:cubicBezTo>
                    <a:pt x="2677" y="1152"/>
                    <a:pt x="2667" y="1150"/>
                    <a:pt x="2672" y="1156"/>
                  </a:cubicBezTo>
                  <a:cubicBezTo>
                    <a:pt x="2687" y="1171"/>
                    <a:pt x="2696" y="1174"/>
                    <a:pt x="2701" y="1178"/>
                  </a:cubicBezTo>
                  <a:cubicBezTo>
                    <a:pt x="2719" y="1217"/>
                    <a:pt x="2727" y="1221"/>
                    <a:pt x="2727" y="1227"/>
                  </a:cubicBezTo>
                  <a:cubicBezTo>
                    <a:pt x="2742" y="1266"/>
                    <a:pt x="2752" y="1271"/>
                    <a:pt x="2751" y="1277"/>
                  </a:cubicBezTo>
                  <a:cubicBezTo>
                    <a:pt x="2767" y="1314"/>
                    <a:pt x="2767" y="1317"/>
                    <a:pt x="2771" y="1319"/>
                  </a:cubicBezTo>
                  <a:cubicBezTo>
                    <a:pt x="2780" y="1351"/>
                    <a:pt x="2787" y="1356"/>
                    <a:pt x="2786" y="1363"/>
                  </a:cubicBezTo>
                  <a:cubicBezTo>
                    <a:pt x="2796" y="1382"/>
                    <a:pt x="2794" y="1385"/>
                    <a:pt x="2795" y="1388"/>
                  </a:cubicBezTo>
                  <a:cubicBezTo>
                    <a:pt x="2803" y="1417"/>
                    <a:pt x="2805" y="1420"/>
                    <a:pt x="2809" y="1423"/>
                  </a:cubicBezTo>
                  <a:cubicBezTo>
                    <a:pt x="2813" y="1444"/>
                    <a:pt x="2814" y="1447"/>
                    <a:pt x="2811" y="1450"/>
                  </a:cubicBezTo>
                  <a:cubicBezTo>
                    <a:pt x="2825" y="1491"/>
                    <a:pt x="2828" y="1493"/>
                    <a:pt x="2828" y="1496"/>
                  </a:cubicBezTo>
                  <a:cubicBezTo>
                    <a:pt x="2835" y="1522"/>
                    <a:pt x="2836" y="1525"/>
                    <a:pt x="2839" y="1527"/>
                  </a:cubicBezTo>
                  <a:cubicBezTo>
                    <a:pt x="2851" y="1580"/>
                    <a:pt x="2853" y="1585"/>
                    <a:pt x="2858" y="1589"/>
                  </a:cubicBezTo>
                  <a:cubicBezTo>
                    <a:pt x="2886" y="1644"/>
                    <a:pt x="2890" y="1655"/>
                    <a:pt x="2897" y="1665"/>
                  </a:cubicBezTo>
                  <a:cubicBezTo>
                    <a:pt x="2908" y="1689"/>
                    <a:pt x="2910" y="1697"/>
                    <a:pt x="2906" y="1694"/>
                  </a:cubicBezTo>
                  <a:cubicBezTo>
                    <a:pt x="2862" y="1637"/>
                    <a:pt x="2851" y="1606"/>
                    <a:pt x="2832" y="1577"/>
                  </a:cubicBezTo>
                  <a:cubicBezTo>
                    <a:pt x="2811" y="1528"/>
                    <a:pt x="2810" y="1524"/>
                    <a:pt x="2809" y="1520"/>
                  </a:cubicBezTo>
                  <a:cubicBezTo>
                    <a:pt x="2791" y="1470"/>
                    <a:pt x="2788" y="1454"/>
                    <a:pt x="2785" y="1438"/>
                  </a:cubicBezTo>
                  <a:cubicBezTo>
                    <a:pt x="2763" y="1361"/>
                    <a:pt x="2758" y="1353"/>
                    <a:pt x="2755" y="1345"/>
                  </a:cubicBezTo>
                  <a:cubicBezTo>
                    <a:pt x="2747" y="1318"/>
                    <a:pt x="2739" y="1315"/>
                    <a:pt x="2742" y="1310"/>
                  </a:cubicBezTo>
                  <a:cubicBezTo>
                    <a:pt x="2741" y="1318"/>
                    <a:pt x="2741" y="1322"/>
                    <a:pt x="2742" y="1326"/>
                  </a:cubicBezTo>
                  <a:cubicBezTo>
                    <a:pt x="2761" y="1380"/>
                    <a:pt x="2766" y="1383"/>
                    <a:pt x="2764" y="1388"/>
                  </a:cubicBezTo>
                  <a:cubicBezTo>
                    <a:pt x="2781" y="1433"/>
                    <a:pt x="2773" y="1439"/>
                    <a:pt x="2780" y="1443"/>
                  </a:cubicBezTo>
                  <a:cubicBezTo>
                    <a:pt x="2790" y="1491"/>
                    <a:pt x="2792" y="1496"/>
                    <a:pt x="2793" y="1501"/>
                  </a:cubicBezTo>
                  <a:cubicBezTo>
                    <a:pt x="2787" y="1502"/>
                    <a:pt x="2789" y="1498"/>
                    <a:pt x="2789" y="1496"/>
                  </a:cubicBezTo>
                  <a:cubicBezTo>
                    <a:pt x="2774" y="1451"/>
                    <a:pt x="2763" y="1443"/>
                    <a:pt x="2765" y="1433"/>
                  </a:cubicBezTo>
                  <a:cubicBezTo>
                    <a:pt x="2755" y="1409"/>
                    <a:pt x="2757" y="1406"/>
                    <a:pt x="2756" y="1403"/>
                  </a:cubicBezTo>
                  <a:cubicBezTo>
                    <a:pt x="2750" y="1380"/>
                    <a:pt x="2748" y="1378"/>
                    <a:pt x="2749" y="1375"/>
                  </a:cubicBezTo>
                  <a:cubicBezTo>
                    <a:pt x="2738" y="1336"/>
                    <a:pt x="2739" y="1326"/>
                    <a:pt x="2732" y="1317"/>
                  </a:cubicBezTo>
                  <a:cubicBezTo>
                    <a:pt x="2728" y="1292"/>
                    <a:pt x="2727" y="1288"/>
                    <a:pt x="2730" y="1289"/>
                  </a:cubicBezTo>
                  <a:cubicBezTo>
                    <a:pt x="2732" y="1282"/>
                    <a:pt x="2729" y="1282"/>
                    <a:pt x="2727" y="1282"/>
                  </a:cubicBezTo>
                  <a:cubicBezTo>
                    <a:pt x="2709" y="1224"/>
                    <a:pt x="2705" y="1217"/>
                    <a:pt x="2701" y="1210"/>
                  </a:cubicBezTo>
                  <a:cubicBezTo>
                    <a:pt x="2696" y="1199"/>
                    <a:pt x="2693" y="1203"/>
                    <a:pt x="2696" y="1206"/>
                  </a:cubicBezTo>
                  <a:cubicBezTo>
                    <a:pt x="2702" y="1235"/>
                    <a:pt x="2712" y="1241"/>
                    <a:pt x="2709" y="1249"/>
                  </a:cubicBezTo>
                  <a:cubicBezTo>
                    <a:pt x="2725" y="1297"/>
                    <a:pt x="2724" y="1301"/>
                    <a:pt x="2725" y="1304"/>
                  </a:cubicBezTo>
                  <a:cubicBezTo>
                    <a:pt x="2726" y="1320"/>
                    <a:pt x="2730" y="1323"/>
                    <a:pt x="2728" y="1327"/>
                  </a:cubicBezTo>
                  <a:cubicBezTo>
                    <a:pt x="2735" y="1366"/>
                    <a:pt x="2739" y="1368"/>
                    <a:pt x="2740" y="1372"/>
                  </a:cubicBezTo>
                  <a:cubicBezTo>
                    <a:pt x="2745" y="1391"/>
                    <a:pt x="2748" y="1399"/>
                    <a:pt x="2746" y="1407"/>
                  </a:cubicBezTo>
                  <a:cubicBezTo>
                    <a:pt x="2757" y="1429"/>
                    <a:pt x="2755" y="1432"/>
                    <a:pt x="2756" y="1435"/>
                  </a:cubicBezTo>
                  <a:cubicBezTo>
                    <a:pt x="2761" y="1455"/>
                    <a:pt x="2766" y="1459"/>
                    <a:pt x="2762" y="1465"/>
                  </a:cubicBezTo>
                  <a:cubicBezTo>
                    <a:pt x="2789" y="1521"/>
                    <a:pt x="2792" y="1525"/>
                    <a:pt x="2789" y="1530"/>
                  </a:cubicBezTo>
                  <a:cubicBezTo>
                    <a:pt x="2809" y="1580"/>
                    <a:pt x="2816" y="1588"/>
                    <a:pt x="2818" y="1597"/>
                  </a:cubicBezTo>
                  <a:cubicBezTo>
                    <a:pt x="2846" y="1638"/>
                    <a:pt x="2843" y="1644"/>
                    <a:pt x="2851" y="1647"/>
                  </a:cubicBezTo>
                  <a:cubicBezTo>
                    <a:pt x="2857" y="1651"/>
                    <a:pt x="2858" y="1648"/>
                    <a:pt x="2855" y="1645"/>
                  </a:cubicBezTo>
                  <a:cubicBezTo>
                    <a:pt x="2847" y="1622"/>
                    <a:pt x="2838" y="1620"/>
                    <a:pt x="2840" y="1616"/>
                  </a:cubicBezTo>
                  <a:cubicBezTo>
                    <a:pt x="2807" y="1551"/>
                    <a:pt x="2804" y="1544"/>
                    <a:pt x="2803" y="1537"/>
                  </a:cubicBezTo>
                  <a:cubicBezTo>
                    <a:pt x="2799" y="1521"/>
                    <a:pt x="2796" y="1518"/>
                    <a:pt x="2800" y="1519"/>
                  </a:cubicBezTo>
                  <a:cubicBezTo>
                    <a:pt x="2808" y="1542"/>
                    <a:pt x="2809" y="1548"/>
                    <a:pt x="2813" y="1554"/>
                  </a:cubicBezTo>
                  <a:cubicBezTo>
                    <a:pt x="2824" y="1583"/>
                    <a:pt x="2831" y="1585"/>
                    <a:pt x="2829" y="1588"/>
                  </a:cubicBezTo>
                  <a:cubicBezTo>
                    <a:pt x="2842" y="1611"/>
                    <a:pt x="2844" y="1617"/>
                    <a:pt x="2849" y="1622"/>
                  </a:cubicBezTo>
                  <a:cubicBezTo>
                    <a:pt x="2854" y="1643"/>
                    <a:pt x="2867" y="1644"/>
                    <a:pt x="2863" y="1648"/>
                  </a:cubicBezTo>
                  <a:cubicBezTo>
                    <a:pt x="2874" y="1665"/>
                    <a:pt x="2880" y="1668"/>
                    <a:pt x="2881" y="1672"/>
                  </a:cubicBezTo>
                  <a:cubicBezTo>
                    <a:pt x="2867" y="1679"/>
                    <a:pt x="2862" y="1674"/>
                    <a:pt x="2858" y="1675"/>
                  </a:cubicBezTo>
                  <a:cubicBezTo>
                    <a:pt x="2840" y="1657"/>
                    <a:pt x="2839" y="1651"/>
                    <a:pt x="2833" y="1646"/>
                  </a:cubicBezTo>
                  <a:cubicBezTo>
                    <a:pt x="2813" y="1626"/>
                    <a:pt x="2811" y="1624"/>
                    <a:pt x="2808" y="1621"/>
                  </a:cubicBezTo>
                  <a:cubicBezTo>
                    <a:pt x="2784" y="1586"/>
                    <a:pt x="2782" y="1584"/>
                    <a:pt x="2782" y="1581"/>
                  </a:cubicBezTo>
                  <a:cubicBezTo>
                    <a:pt x="2753" y="1534"/>
                    <a:pt x="2757" y="1527"/>
                    <a:pt x="2750" y="1522"/>
                  </a:cubicBezTo>
                  <a:cubicBezTo>
                    <a:pt x="2742" y="1503"/>
                    <a:pt x="2741" y="1500"/>
                    <a:pt x="2740" y="1498"/>
                  </a:cubicBezTo>
                  <a:cubicBezTo>
                    <a:pt x="2735" y="1477"/>
                    <a:pt x="2729" y="1475"/>
                    <a:pt x="2729" y="1472"/>
                  </a:cubicBezTo>
                  <a:cubicBezTo>
                    <a:pt x="2717" y="1432"/>
                    <a:pt x="2715" y="1427"/>
                    <a:pt x="2713" y="1422"/>
                  </a:cubicBezTo>
                  <a:cubicBezTo>
                    <a:pt x="2707" y="1382"/>
                    <a:pt x="2701" y="1380"/>
                    <a:pt x="2700" y="1377"/>
                  </a:cubicBezTo>
                  <a:cubicBezTo>
                    <a:pt x="2694" y="1327"/>
                    <a:pt x="2686" y="1323"/>
                    <a:pt x="2688" y="1316"/>
                  </a:cubicBezTo>
                  <a:cubicBezTo>
                    <a:pt x="2675" y="1280"/>
                    <a:pt x="2685" y="1274"/>
                    <a:pt x="2678" y="1273"/>
                  </a:cubicBezTo>
                  <a:cubicBezTo>
                    <a:pt x="2664" y="1216"/>
                    <a:pt x="2663" y="1205"/>
                    <a:pt x="2657" y="1194"/>
                  </a:cubicBezTo>
                  <a:cubicBezTo>
                    <a:pt x="2642" y="1140"/>
                    <a:pt x="2641" y="1137"/>
                    <a:pt x="2642" y="1134"/>
                  </a:cubicBezTo>
                  <a:cubicBezTo>
                    <a:pt x="2635" y="1113"/>
                    <a:pt x="2634" y="1110"/>
                    <a:pt x="2634" y="1107"/>
                  </a:cubicBezTo>
                  <a:cubicBezTo>
                    <a:pt x="2615" y="1061"/>
                    <a:pt x="2615" y="1053"/>
                    <a:pt x="2612" y="1045"/>
                  </a:cubicBezTo>
                  <a:cubicBezTo>
                    <a:pt x="2569" y="975"/>
                    <a:pt x="2573" y="967"/>
                    <a:pt x="2565" y="962"/>
                  </a:cubicBezTo>
                  <a:cubicBezTo>
                    <a:pt x="2564" y="964"/>
                    <a:pt x="2567" y="984"/>
                    <a:pt x="2581" y="1001"/>
                  </a:cubicBezTo>
                  <a:cubicBezTo>
                    <a:pt x="2593" y="1031"/>
                    <a:pt x="2587" y="1036"/>
                    <a:pt x="2590" y="1039"/>
                  </a:cubicBezTo>
                  <a:cubicBezTo>
                    <a:pt x="2593" y="1066"/>
                    <a:pt x="2592" y="1072"/>
                    <a:pt x="2598" y="1078"/>
                  </a:cubicBezTo>
                  <a:cubicBezTo>
                    <a:pt x="2600" y="1131"/>
                    <a:pt x="2604" y="1143"/>
                    <a:pt x="2603" y="1157"/>
                  </a:cubicBezTo>
                  <a:cubicBezTo>
                    <a:pt x="2611" y="1222"/>
                    <a:pt x="2612" y="1229"/>
                    <a:pt x="2611" y="1236"/>
                  </a:cubicBezTo>
                  <a:cubicBezTo>
                    <a:pt x="2616" y="1268"/>
                    <a:pt x="2615" y="1272"/>
                    <a:pt x="2616" y="1276"/>
                  </a:cubicBezTo>
                  <a:cubicBezTo>
                    <a:pt x="2627" y="1307"/>
                    <a:pt x="2618" y="1313"/>
                    <a:pt x="2624" y="1315"/>
                  </a:cubicBezTo>
                  <a:cubicBezTo>
                    <a:pt x="2624" y="1341"/>
                    <a:pt x="2628" y="1347"/>
                    <a:pt x="2630" y="1353"/>
                  </a:cubicBezTo>
                  <a:cubicBezTo>
                    <a:pt x="2640" y="1406"/>
                    <a:pt x="2644" y="1418"/>
                    <a:pt x="2648" y="1431"/>
                  </a:cubicBezTo>
                  <a:cubicBezTo>
                    <a:pt x="2672" y="1494"/>
                    <a:pt x="2679" y="1519"/>
                    <a:pt x="2697" y="1542"/>
                  </a:cubicBezTo>
                  <a:cubicBezTo>
                    <a:pt x="2719" y="1582"/>
                    <a:pt x="2726" y="1584"/>
                    <a:pt x="2725" y="1587"/>
                  </a:cubicBezTo>
                  <a:cubicBezTo>
                    <a:pt x="2737" y="1611"/>
                    <a:pt x="2733" y="1608"/>
                    <a:pt x="2729" y="1605"/>
                  </a:cubicBezTo>
                  <a:cubicBezTo>
                    <a:pt x="2723" y="1602"/>
                    <a:pt x="2721" y="1601"/>
                    <a:pt x="2719" y="1601"/>
                  </a:cubicBezTo>
                  <a:cubicBezTo>
                    <a:pt x="2684" y="1558"/>
                    <a:pt x="2688" y="1550"/>
                    <a:pt x="2678" y="1545"/>
                  </a:cubicBezTo>
                  <a:cubicBezTo>
                    <a:pt x="2663" y="1519"/>
                    <a:pt x="2656" y="1513"/>
                    <a:pt x="2657" y="1505"/>
                  </a:cubicBezTo>
                  <a:cubicBezTo>
                    <a:pt x="2638" y="1461"/>
                    <a:pt x="2631" y="1459"/>
                    <a:pt x="2633" y="1455"/>
                  </a:cubicBezTo>
                  <a:cubicBezTo>
                    <a:pt x="2618" y="1407"/>
                    <a:pt x="2611" y="1398"/>
                    <a:pt x="2615" y="1388"/>
                  </a:cubicBezTo>
                  <a:cubicBezTo>
                    <a:pt x="2603" y="1339"/>
                    <a:pt x="2605" y="1334"/>
                    <a:pt x="2601" y="1329"/>
                  </a:cubicBezTo>
                  <a:cubicBezTo>
                    <a:pt x="2603" y="1313"/>
                    <a:pt x="2596" y="1309"/>
                    <a:pt x="2601" y="1302"/>
                  </a:cubicBezTo>
                  <a:cubicBezTo>
                    <a:pt x="2595" y="1232"/>
                    <a:pt x="2596" y="1221"/>
                    <a:pt x="2593" y="1211"/>
                  </a:cubicBezTo>
                  <a:cubicBezTo>
                    <a:pt x="2593" y="1171"/>
                    <a:pt x="2592" y="1168"/>
                    <a:pt x="2592" y="1166"/>
                  </a:cubicBezTo>
                  <a:cubicBezTo>
                    <a:pt x="2585" y="1131"/>
                    <a:pt x="2588" y="1110"/>
                    <a:pt x="2585" y="1090"/>
                  </a:cubicBezTo>
                  <a:cubicBezTo>
                    <a:pt x="2577" y="1051"/>
                    <a:pt x="2577" y="1041"/>
                    <a:pt x="2571" y="1032"/>
                  </a:cubicBezTo>
                  <a:cubicBezTo>
                    <a:pt x="2548" y="965"/>
                    <a:pt x="2541" y="957"/>
                    <a:pt x="2540" y="948"/>
                  </a:cubicBezTo>
                  <a:cubicBezTo>
                    <a:pt x="2522" y="912"/>
                    <a:pt x="2517" y="903"/>
                    <a:pt x="2511" y="894"/>
                  </a:cubicBezTo>
                  <a:cubicBezTo>
                    <a:pt x="2495" y="873"/>
                    <a:pt x="2491" y="870"/>
                    <a:pt x="2489" y="872"/>
                  </a:cubicBezTo>
                  <a:cubicBezTo>
                    <a:pt x="2516" y="912"/>
                    <a:pt x="2519" y="916"/>
                    <a:pt x="2519" y="921"/>
                  </a:cubicBezTo>
                  <a:cubicBezTo>
                    <a:pt x="2535" y="961"/>
                    <a:pt x="2536" y="963"/>
                    <a:pt x="2537" y="964"/>
                  </a:cubicBezTo>
                  <a:cubicBezTo>
                    <a:pt x="2545" y="985"/>
                    <a:pt x="2546" y="987"/>
                    <a:pt x="2547" y="989"/>
                  </a:cubicBezTo>
                  <a:cubicBezTo>
                    <a:pt x="2553" y="1015"/>
                    <a:pt x="2554" y="1019"/>
                    <a:pt x="2556" y="1024"/>
                  </a:cubicBezTo>
                  <a:cubicBezTo>
                    <a:pt x="2563" y="1103"/>
                    <a:pt x="2562" y="1107"/>
                    <a:pt x="2564" y="1110"/>
                  </a:cubicBezTo>
                  <a:cubicBezTo>
                    <a:pt x="2564" y="1125"/>
                    <a:pt x="2564" y="1132"/>
                    <a:pt x="2566" y="1138"/>
                  </a:cubicBezTo>
                  <a:cubicBezTo>
                    <a:pt x="2561" y="1174"/>
                    <a:pt x="2570" y="1176"/>
                    <a:pt x="2567" y="1180"/>
                  </a:cubicBezTo>
                  <a:cubicBezTo>
                    <a:pt x="2571" y="1227"/>
                    <a:pt x="2573" y="1230"/>
                    <a:pt x="2570" y="1235"/>
                  </a:cubicBezTo>
                  <a:cubicBezTo>
                    <a:pt x="2573" y="1249"/>
                    <a:pt x="2574" y="1253"/>
                    <a:pt x="2573" y="1258"/>
                  </a:cubicBezTo>
                  <a:cubicBezTo>
                    <a:pt x="2576" y="1305"/>
                    <a:pt x="2575" y="1313"/>
                    <a:pt x="2575" y="1322"/>
                  </a:cubicBezTo>
                  <a:cubicBezTo>
                    <a:pt x="2578" y="1352"/>
                    <a:pt x="2579" y="1356"/>
                    <a:pt x="2584" y="1359"/>
                  </a:cubicBezTo>
                  <a:cubicBezTo>
                    <a:pt x="2589" y="1406"/>
                    <a:pt x="2594" y="1414"/>
                    <a:pt x="2593" y="1423"/>
                  </a:cubicBezTo>
                  <a:cubicBezTo>
                    <a:pt x="2604" y="1454"/>
                    <a:pt x="2606" y="1459"/>
                    <a:pt x="2608" y="1465"/>
                  </a:cubicBezTo>
                  <a:cubicBezTo>
                    <a:pt x="2608" y="1472"/>
                    <a:pt x="2606" y="1464"/>
                    <a:pt x="2600" y="1457"/>
                  </a:cubicBezTo>
                  <a:cubicBezTo>
                    <a:pt x="2589" y="1423"/>
                    <a:pt x="2580" y="1416"/>
                    <a:pt x="2578" y="1408"/>
                  </a:cubicBezTo>
                  <a:cubicBezTo>
                    <a:pt x="2568" y="1371"/>
                    <a:pt x="2571" y="1367"/>
                    <a:pt x="2570" y="1364"/>
                  </a:cubicBezTo>
                  <a:cubicBezTo>
                    <a:pt x="2564" y="1333"/>
                    <a:pt x="2563" y="1329"/>
                    <a:pt x="2562" y="1324"/>
                  </a:cubicBezTo>
                  <a:cubicBezTo>
                    <a:pt x="2557" y="1275"/>
                    <a:pt x="2551" y="1267"/>
                    <a:pt x="2555" y="1257"/>
                  </a:cubicBezTo>
                  <a:cubicBezTo>
                    <a:pt x="2545" y="1222"/>
                    <a:pt x="2544" y="1213"/>
                    <a:pt x="2543" y="1204"/>
                  </a:cubicBezTo>
                  <a:cubicBezTo>
                    <a:pt x="2538" y="1174"/>
                    <a:pt x="2541" y="1168"/>
                    <a:pt x="2538" y="1164"/>
                  </a:cubicBezTo>
                  <a:cubicBezTo>
                    <a:pt x="2538" y="1118"/>
                    <a:pt x="2536" y="1114"/>
                    <a:pt x="2535" y="1110"/>
                  </a:cubicBezTo>
                  <a:cubicBezTo>
                    <a:pt x="2523" y="1023"/>
                    <a:pt x="2516" y="1004"/>
                    <a:pt x="2513" y="985"/>
                  </a:cubicBezTo>
                  <a:cubicBezTo>
                    <a:pt x="2497" y="937"/>
                    <a:pt x="2492" y="933"/>
                    <a:pt x="2491" y="928"/>
                  </a:cubicBezTo>
                  <a:cubicBezTo>
                    <a:pt x="2456" y="864"/>
                    <a:pt x="2445" y="856"/>
                    <a:pt x="2440" y="847"/>
                  </a:cubicBezTo>
                  <a:cubicBezTo>
                    <a:pt x="2423" y="825"/>
                    <a:pt x="2418" y="822"/>
                    <a:pt x="2416" y="824"/>
                  </a:cubicBezTo>
                  <a:cubicBezTo>
                    <a:pt x="2466" y="889"/>
                    <a:pt x="2465" y="895"/>
                    <a:pt x="2471" y="899"/>
                  </a:cubicBezTo>
                  <a:cubicBezTo>
                    <a:pt x="2480" y="926"/>
                    <a:pt x="2487" y="927"/>
                    <a:pt x="2484" y="931"/>
                  </a:cubicBezTo>
                  <a:cubicBezTo>
                    <a:pt x="2502" y="971"/>
                    <a:pt x="2500" y="978"/>
                    <a:pt x="2504" y="984"/>
                  </a:cubicBezTo>
                  <a:cubicBezTo>
                    <a:pt x="2519" y="1035"/>
                    <a:pt x="2519" y="1048"/>
                    <a:pt x="2521" y="1061"/>
                  </a:cubicBezTo>
                  <a:cubicBezTo>
                    <a:pt x="2523" y="1094"/>
                    <a:pt x="2525" y="1097"/>
                    <a:pt x="2525" y="1101"/>
                  </a:cubicBezTo>
                  <a:cubicBezTo>
                    <a:pt x="2530" y="1187"/>
                    <a:pt x="2534" y="1193"/>
                    <a:pt x="2533" y="1200"/>
                  </a:cubicBezTo>
                  <a:cubicBezTo>
                    <a:pt x="2541" y="1242"/>
                    <a:pt x="2547" y="1244"/>
                    <a:pt x="2542" y="1248"/>
                  </a:cubicBezTo>
                  <a:cubicBezTo>
                    <a:pt x="2540" y="1238"/>
                    <a:pt x="2532" y="1221"/>
                    <a:pt x="2533" y="1203"/>
                  </a:cubicBezTo>
                  <a:cubicBezTo>
                    <a:pt x="2506" y="1094"/>
                    <a:pt x="2505" y="1090"/>
                    <a:pt x="2507" y="1085"/>
                  </a:cubicBezTo>
                  <a:cubicBezTo>
                    <a:pt x="2491" y="1037"/>
                    <a:pt x="2485" y="1030"/>
                    <a:pt x="2484" y="1021"/>
                  </a:cubicBezTo>
                  <a:cubicBezTo>
                    <a:pt x="2470" y="978"/>
                    <a:pt x="2464" y="974"/>
                    <a:pt x="2463" y="970"/>
                  </a:cubicBezTo>
                  <a:cubicBezTo>
                    <a:pt x="2425" y="913"/>
                    <a:pt x="2420" y="905"/>
                    <a:pt x="2415" y="896"/>
                  </a:cubicBezTo>
                  <a:cubicBezTo>
                    <a:pt x="2347" y="844"/>
                    <a:pt x="2367" y="846"/>
                    <a:pt x="2364" y="851"/>
                  </a:cubicBezTo>
                  <a:cubicBezTo>
                    <a:pt x="2398" y="881"/>
                    <a:pt x="2395" y="885"/>
                    <a:pt x="2401" y="887"/>
                  </a:cubicBezTo>
                  <a:cubicBezTo>
                    <a:pt x="2420" y="914"/>
                    <a:pt x="2421" y="917"/>
                    <a:pt x="2423" y="920"/>
                  </a:cubicBezTo>
                  <a:cubicBezTo>
                    <a:pt x="2470" y="1009"/>
                    <a:pt x="2477" y="1021"/>
                    <a:pt x="2479" y="1033"/>
                  </a:cubicBezTo>
                  <a:cubicBezTo>
                    <a:pt x="2487" y="1057"/>
                    <a:pt x="2492" y="1063"/>
                    <a:pt x="2491" y="1070"/>
                  </a:cubicBezTo>
                  <a:cubicBezTo>
                    <a:pt x="2500" y="1118"/>
                    <a:pt x="2507" y="1120"/>
                    <a:pt x="2505" y="1124"/>
                  </a:cubicBezTo>
                  <a:cubicBezTo>
                    <a:pt x="2516" y="1167"/>
                    <a:pt x="2521" y="1173"/>
                    <a:pt x="2519" y="1180"/>
                  </a:cubicBezTo>
                  <a:cubicBezTo>
                    <a:pt x="2529" y="1223"/>
                    <a:pt x="2528" y="1227"/>
                    <a:pt x="2528" y="1231"/>
                  </a:cubicBezTo>
                  <a:cubicBezTo>
                    <a:pt x="2535" y="1259"/>
                    <a:pt x="2536" y="1263"/>
                    <a:pt x="2535" y="1267"/>
                  </a:cubicBezTo>
                  <a:cubicBezTo>
                    <a:pt x="2543" y="1307"/>
                    <a:pt x="2545" y="1311"/>
                    <a:pt x="2545" y="1315"/>
                  </a:cubicBezTo>
                  <a:cubicBezTo>
                    <a:pt x="2549" y="1346"/>
                    <a:pt x="2551" y="1354"/>
                    <a:pt x="2556" y="1362"/>
                  </a:cubicBezTo>
                  <a:cubicBezTo>
                    <a:pt x="2566" y="1400"/>
                    <a:pt x="2567" y="1402"/>
                    <a:pt x="2567" y="1403"/>
                  </a:cubicBezTo>
                  <a:cubicBezTo>
                    <a:pt x="2547" y="1372"/>
                    <a:pt x="2545" y="1368"/>
                    <a:pt x="2541" y="1365"/>
                  </a:cubicBezTo>
                  <a:cubicBezTo>
                    <a:pt x="2530" y="1327"/>
                    <a:pt x="2528" y="1322"/>
                    <a:pt x="2528" y="1317"/>
                  </a:cubicBezTo>
                  <a:cubicBezTo>
                    <a:pt x="2519" y="1281"/>
                    <a:pt x="2515" y="1276"/>
                    <a:pt x="2514" y="1271"/>
                  </a:cubicBezTo>
                  <a:cubicBezTo>
                    <a:pt x="2501" y="1222"/>
                    <a:pt x="2501" y="1220"/>
                    <a:pt x="2503" y="1217"/>
                  </a:cubicBezTo>
                  <a:cubicBezTo>
                    <a:pt x="2493" y="1184"/>
                    <a:pt x="2494" y="1173"/>
                    <a:pt x="2489" y="1163"/>
                  </a:cubicBezTo>
                  <a:cubicBezTo>
                    <a:pt x="2478" y="1123"/>
                    <a:pt x="2479" y="1120"/>
                    <a:pt x="2477" y="1118"/>
                  </a:cubicBezTo>
                  <a:cubicBezTo>
                    <a:pt x="2465" y="1061"/>
                    <a:pt x="2464" y="1050"/>
                    <a:pt x="2458" y="1040"/>
                  </a:cubicBezTo>
                  <a:cubicBezTo>
                    <a:pt x="2438" y="969"/>
                    <a:pt x="2428" y="961"/>
                    <a:pt x="2429" y="950"/>
                  </a:cubicBezTo>
                  <a:cubicBezTo>
                    <a:pt x="2404" y="901"/>
                    <a:pt x="2405" y="895"/>
                    <a:pt x="2398" y="890"/>
                  </a:cubicBezTo>
                  <a:cubicBezTo>
                    <a:pt x="2373" y="865"/>
                    <a:pt x="2373" y="859"/>
                    <a:pt x="2370" y="861"/>
                  </a:cubicBezTo>
                  <a:cubicBezTo>
                    <a:pt x="2414" y="928"/>
                    <a:pt x="2413" y="940"/>
                    <a:pt x="2421" y="950"/>
                  </a:cubicBezTo>
                  <a:cubicBezTo>
                    <a:pt x="2424" y="979"/>
                    <a:pt x="2436" y="980"/>
                    <a:pt x="2433" y="984"/>
                  </a:cubicBezTo>
                  <a:cubicBezTo>
                    <a:pt x="2445" y="1019"/>
                    <a:pt x="2445" y="1021"/>
                    <a:pt x="2449" y="1023"/>
                  </a:cubicBezTo>
                  <a:cubicBezTo>
                    <a:pt x="2456" y="1056"/>
                    <a:pt x="2458" y="1061"/>
                    <a:pt x="2459" y="1067"/>
                  </a:cubicBezTo>
                  <a:cubicBezTo>
                    <a:pt x="2468" y="1089"/>
                    <a:pt x="2462" y="1096"/>
                    <a:pt x="2467" y="1101"/>
                  </a:cubicBezTo>
                  <a:cubicBezTo>
                    <a:pt x="2478" y="1155"/>
                    <a:pt x="2481" y="1157"/>
                    <a:pt x="2481" y="1160"/>
                  </a:cubicBezTo>
                  <a:cubicBezTo>
                    <a:pt x="2486" y="1197"/>
                    <a:pt x="2492" y="1207"/>
                    <a:pt x="2494" y="1218"/>
                  </a:cubicBezTo>
                  <a:cubicBezTo>
                    <a:pt x="2496" y="1246"/>
                    <a:pt x="2503" y="1248"/>
                    <a:pt x="2501" y="1252"/>
                  </a:cubicBezTo>
                  <a:cubicBezTo>
                    <a:pt x="2511" y="1278"/>
                    <a:pt x="2507" y="1282"/>
                    <a:pt x="2510" y="1284"/>
                  </a:cubicBezTo>
                  <a:cubicBezTo>
                    <a:pt x="2521" y="1328"/>
                    <a:pt x="2527" y="1339"/>
                    <a:pt x="2530" y="1350"/>
                  </a:cubicBezTo>
                  <a:cubicBezTo>
                    <a:pt x="2536" y="1372"/>
                    <a:pt x="2540" y="1377"/>
                    <a:pt x="2540" y="1382"/>
                  </a:cubicBezTo>
                  <a:cubicBezTo>
                    <a:pt x="2558" y="1416"/>
                    <a:pt x="2567" y="1421"/>
                    <a:pt x="2564" y="1428"/>
                  </a:cubicBezTo>
                  <a:cubicBezTo>
                    <a:pt x="2586" y="1475"/>
                    <a:pt x="2600" y="1476"/>
                    <a:pt x="2595" y="1480"/>
                  </a:cubicBezTo>
                  <a:cubicBezTo>
                    <a:pt x="2603" y="1500"/>
                    <a:pt x="2610" y="1502"/>
                    <a:pt x="2610" y="1505"/>
                  </a:cubicBezTo>
                  <a:cubicBezTo>
                    <a:pt x="2629" y="1535"/>
                    <a:pt x="2628" y="1540"/>
                    <a:pt x="2635" y="1543"/>
                  </a:cubicBezTo>
                  <a:cubicBezTo>
                    <a:pt x="2632" y="1550"/>
                    <a:pt x="2641" y="1552"/>
                    <a:pt x="2639" y="1556"/>
                  </a:cubicBezTo>
                  <a:cubicBezTo>
                    <a:pt x="2553" y="1493"/>
                    <a:pt x="2545" y="1489"/>
                    <a:pt x="2546" y="1483"/>
                  </a:cubicBezTo>
                  <a:cubicBezTo>
                    <a:pt x="2498" y="1431"/>
                    <a:pt x="2494" y="1426"/>
                    <a:pt x="2491" y="1420"/>
                  </a:cubicBezTo>
                  <a:cubicBezTo>
                    <a:pt x="2460" y="1376"/>
                    <a:pt x="2458" y="1364"/>
                    <a:pt x="2452" y="1353"/>
                  </a:cubicBezTo>
                  <a:cubicBezTo>
                    <a:pt x="2433" y="1313"/>
                    <a:pt x="2438" y="1305"/>
                    <a:pt x="2429" y="1301"/>
                  </a:cubicBezTo>
                  <a:cubicBezTo>
                    <a:pt x="2410" y="1264"/>
                    <a:pt x="2414" y="1260"/>
                    <a:pt x="2414" y="1257"/>
                  </a:cubicBezTo>
                  <a:cubicBezTo>
                    <a:pt x="2405" y="1236"/>
                    <a:pt x="2404" y="1233"/>
                    <a:pt x="2402" y="1231"/>
                  </a:cubicBezTo>
                  <a:cubicBezTo>
                    <a:pt x="2389" y="1192"/>
                    <a:pt x="2377" y="1192"/>
                    <a:pt x="2384" y="1187"/>
                  </a:cubicBezTo>
                  <a:cubicBezTo>
                    <a:pt x="2354" y="1133"/>
                    <a:pt x="2351" y="1121"/>
                    <a:pt x="2343" y="1110"/>
                  </a:cubicBezTo>
                  <a:cubicBezTo>
                    <a:pt x="2320" y="1065"/>
                    <a:pt x="2318" y="1062"/>
                    <a:pt x="2314" y="1060"/>
                  </a:cubicBezTo>
                  <a:cubicBezTo>
                    <a:pt x="2282" y="1003"/>
                    <a:pt x="2272" y="999"/>
                    <a:pt x="2273" y="992"/>
                  </a:cubicBezTo>
                  <a:cubicBezTo>
                    <a:pt x="2249" y="966"/>
                    <a:pt x="2245" y="954"/>
                    <a:pt x="2228" y="945"/>
                  </a:cubicBezTo>
                  <a:cubicBezTo>
                    <a:pt x="2207" y="915"/>
                    <a:pt x="2197" y="908"/>
                    <a:pt x="2190" y="901"/>
                  </a:cubicBezTo>
                  <a:cubicBezTo>
                    <a:pt x="2128" y="855"/>
                    <a:pt x="2122" y="846"/>
                    <a:pt x="2119" y="853"/>
                  </a:cubicBezTo>
                  <a:cubicBezTo>
                    <a:pt x="2131" y="868"/>
                    <a:pt x="2135" y="869"/>
                    <a:pt x="2138" y="869"/>
                  </a:cubicBezTo>
                  <a:cubicBezTo>
                    <a:pt x="2175" y="901"/>
                    <a:pt x="2188" y="909"/>
                    <a:pt x="2196" y="918"/>
                  </a:cubicBezTo>
                  <a:cubicBezTo>
                    <a:pt x="2232" y="953"/>
                    <a:pt x="2235" y="963"/>
                    <a:pt x="2245" y="971"/>
                  </a:cubicBezTo>
                  <a:cubicBezTo>
                    <a:pt x="2282" y="1016"/>
                    <a:pt x="2282" y="1022"/>
                    <a:pt x="2287" y="1026"/>
                  </a:cubicBezTo>
                  <a:cubicBezTo>
                    <a:pt x="2295" y="1045"/>
                    <a:pt x="2301" y="1049"/>
                    <a:pt x="2302" y="1054"/>
                  </a:cubicBezTo>
                  <a:cubicBezTo>
                    <a:pt x="2320" y="1087"/>
                    <a:pt x="2327" y="1091"/>
                    <a:pt x="2327" y="1096"/>
                  </a:cubicBezTo>
                  <a:cubicBezTo>
                    <a:pt x="2346" y="1129"/>
                    <a:pt x="2346" y="1134"/>
                    <a:pt x="2351" y="1139"/>
                  </a:cubicBezTo>
                  <a:cubicBezTo>
                    <a:pt x="2361" y="1163"/>
                    <a:pt x="2363" y="1166"/>
                    <a:pt x="2368" y="1168"/>
                  </a:cubicBezTo>
                  <a:cubicBezTo>
                    <a:pt x="2377" y="1209"/>
                    <a:pt x="2389" y="1211"/>
                    <a:pt x="2385" y="1217"/>
                  </a:cubicBezTo>
                  <a:cubicBezTo>
                    <a:pt x="2399" y="1258"/>
                    <a:pt x="2404" y="1262"/>
                    <a:pt x="2408" y="1266"/>
                  </a:cubicBezTo>
                  <a:cubicBezTo>
                    <a:pt x="2419" y="1293"/>
                    <a:pt x="2415" y="1298"/>
                    <a:pt x="2421" y="1301"/>
                  </a:cubicBezTo>
                  <a:cubicBezTo>
                    <a:pt x="2438" y="1342"/>
                    <a:pt x="2443" y="1346"/>
                    <a:pt x="2443" y="1350"/>
                  </a:cubicBezTo>
                  <a:cubicBezTo>
                    <a:pt x="2439" y="1341"/>
                    <a:pt x="2422" y="1324"/>
                    <a:pt x="2416" y="1305"/>
                  </a:cubicBezTo>
                  <a:cubicBezTo>
                    <a:pt x="2393" y="1273"/>
                    <a:pt x="2396" y="1267"/>
                    <a:pt x="2391" y="1263"/>
                  </a:cubicBezTo>
                  <a:cubicBezTo>
                    <a:pt x="2377" y="1239"/>
                    <a:pt x="2377" y="1237"/>
                    <a:pt x="2373" y="1235"/>
                  </a:cubicBezTo>
                  <a:cubicBezTo>
                    <a:pt x="2347" y="1182"/>
                    <a:pt x="2340" y="1173"/>
                    <a:pt x="2337" y="1164"/>
                  </a:cubicBezTo>
                  <a:cubicBezTo>
                    <a:pt x="2315" y="1131"/>
                    <a:pt x="2310" y="1126"/>
                    <a:pt x="2311" y="1120"/>
                  </a:cubicBezTo>
                  <a:cubicBezTo>
                    <a:pt x="2293" y="1094"/>
                    <a:pt x="2286" y="1084"/>
                    <a:pt x="2279" y="1073"/>
                  </a:cubicBezTo>
                  <a:cubicBezTo>
                    <a:pt x="2235" y="1000"/>
                    <a:pt x="2221" y="991"/>
                    <a:pt x="2215" y="980"/>
                  </a:cubicBezTo>
                  <a:cubicBezTo>
                    <a:pt x="2173" y="942"/>
                    <a:pt x="2176" y="938"/>
                    <a:pt x="2172" y="936"/>
                  </a:cubicBezTo>
                  <a:cubicBezTo>
                    <a:pt x="2117" y="899"/>
                    <a:pt x="2124" y="901"/>
                    <a:pt x="2127" y="904"/>
                  </a:cubicBezTo>
                  <a:cubicBezTo>
                    <a:pt x="2164" y="935"/>
                    <a:pt x="2173" y="946"/>
                    <a:pt x="2184" y="957"/>
                  </a:cubicBezTo>
                  <a:cubicBezTo>
                    <a:pt x="2206" y="984"/>
                    <a:pt x="2215" y="985"/>
                    <a:pt x="2212" y="989"/>
                  </a:cubicBezTo>
                  <a:cubicBezTo>
                    <a:pt x="2239" y="1031"/>
                    <a:pt x="2242" y="1033"/>
                    <a:pt x="2245" y="1034"/>
                  </a:cubicBezTo>
                  <a:cubicBezTo>
                    <a:pt x="2277" y="1078"/>
                    <a:pt x="2278" y="1086"/>
                    <a:pt x="2284" y="1094"/>
                  </a:cubicBezTo>
                  <a:cubicBezTo>
                    <a:pt x="2318" y="1152"/>
                    <a:pt x="2325" y="1160"/>
                    <a:pt x="2328" y="1168"/>
                  </a:cubicBezTo>
                  <a:cubicBezTo>
                    <a:pt x="2348" y="1210"/>
                    <a:pt x="2359" y="1213"/>
                    <a:pt x="2356" y="1218"/>
                  </a:cubicBezTo>
                  <a:cubicBezTo>
                    <a:pt x="2389" y="1274"/>
                    <a:pt x="2392" y="1282"/>
                    <a:pt x="2397" y="1290"/>
                  </a:cubicBezTo>
                  <a:cubicBezTo>
                    <a:pt x="2426" y="1344"/>
                    <a:pt x="2425" y="1350"/>
                    <a:pt x="2431" y="1349"/>
                  </a:cubicBezTo>
                  <a:cubicBezTo>
                    <a:pt x="2442" y="1375"/>
                    <a:pt x="2449" y="1379"/>
                    <a:pt x="2450" y="1383"/>
                  </a:cubicBezTo>
                  <a:cubicBezTo>
                    <a:pt x="2459" y="1401"/>
                    <a:pt x="2449" y="1394"/>
                    <a:pt x="2448" y="1390"/>
                  </a:cubicBezTo>
                  <a:cubicBezTo>
                    <a:pt x="2435" y="1366"/>
                    <a:pt x="2428" y="1370"/>
                    <a:pt x="2426" y="1364"/>
                  </a:cubicBezTo>
                  <a:cubicBezTo>
                    <a:pt x="2402" y="1323"/>
                    <a:pt x="2393" y="1316"/>
                    <a:pt x="2393" y="1308"/>
                  </a:cubicBezTo>
                  <a:cubicBezTo>
                    <a:pt x="2365" y="1270"/>
                    <a:pt x="2358" y="1255"/>
                    <a:pt x="2349" y="1240"/>
                  </a:cubicBezTo>
                  <a:cubicBezTo>
                    <a:pt x="2330" y="1210"/>
                    <a:pt x="2321" y="1202"/>
                    <a:pt x="2319" y="1194"/>
                  </a:cubicBezTo>
                  <a:cubicBezTo>
                    <a:pt x="2298" y="1164"/>
                    <a:pt x="2300" y="1156"/>
                    <a:pt x="2291" y="1149"/>
                  </a:cubicBezTo>
                  <a:cubicBezTo>
                    <a:pt x="2275" y="1118"/>
                    <a:pt x="2269" y="1111"/>
                    <a:pt x="2265" y="1103"/>
                  </a:cubicBezTo>
                  <a:cubicBezTo>
                    <a:pt x="2231" y="1042"/>
                    <a:pt x="2222" y="1040"/>
                    <a:pt x="2223" y="1035"/>
                  </a:cubicBezTo>
                  <a:cubicBezTo>
                    <a:pt x="2208" y="1017"/>
                    <a:pt x="2212" y="1014"/>
                    <a:pt x="2207" y="1012"/>
                  </a:cubicBezTo>
                  <a:cubicBezTo>
                    <a:pt x="2177" y="975"/>
                    <a:pt x="2180" y="972"/>
                    <a:pt x="2175" y="970"/>
                  </a:cubicBezTo>
                  <a:cubicBezTo>
                    <a:pt x="2160" y="950"/>
                    <a:pt x="2156" y="947"/>
                    <a:pt x="2156" y="944"/>
                  </a:cubicBezTo>
                  <a:cubicBezTo>
                    <a:pt x="2135" y="924"/>
                    <a:pt x="2131" y="922"/>
                    <a:pt x="2127" y="919"/>
                  </a:cubicBezTo>
                  <a:cubicBezTo>
                    <a:pt x="2066" y="879"/>
                    <a:pt x="2060" y="875"/>
                    <a:pt x="2053" y="870"/>
                  </a:cubicBezTo>
                  <a:cubicBezTo>
                    <a:pt x="2041" y="864"/>
                    <a:pt x="2045" y="872"/>
                    <a:pt x="2049" y="872"/>
                  </a:cubicBezTo>
                  <a:cubicBezTo>
                    <a:pt x="2083" y="887"/>
                    <a:pt x="2082" y="901"/>
                    <a:pt x="2086" y="895"/>
                  </a:cubicBezTo>
                  <a:cubicBezTo>
                    <a:pt x="2136" y="937"/>
                    <a:pt x="2158" y="956"/>
                    <a:pt x="2170" y="977"/>
                  </a:cubicBezTo>
                  <a:cubicBezTo>
                    <a:pt x="2201" y="1019"/>
                    <a:pt x="2207" y="1030"/>
                    <a:pt x="2215" y="1040"/>
                  </a:cubicBezTo>
                  <a:cubicBezTo>
                    <a:pt x="2242" y="1090"/>
                    <a:pt x="2250" y="1091"/>
                    <a:pt x="2249" y="1095"/>
                  </a:cubicBezTo>
                  <a:cubicBezTo>
                    <a:pt x="2279" y="1146"/>
                    <a:pt x="2287" y="1157"/>
                    <a:pt x="2295" y="1167"/>
                  </a:cubicBezTo>
                  <a:cubicBezTo>
                    <a:pt x="2319" y="1209"/>
                    <a:pt x="2324" y="1220"/>
                    <a:pt x="2334" y="1230"/>
                  </a:cubicBezTo>
                  <a:cubicBezTo>
                    <a:pt x="2378" y="1305"/>
                    <a:pt x="2386" y="1315"/>
                    <a:pt x="2391" y="1326"/>
                  </a:cubicBezTo>
                  <a:cubicBezTo>
                    <a:pt x="2425" y="1379"/>
                    <a:pt x="2446" y="1399"/>
                    <a:pt x="2462" y="1420"/>
                  </a:cubicBezTo>
                  <a:cubicBezTo>
                    <a:pt x="2493" y="1454"/>
                    <a:pt x="2509" y="1456"/>
                    <a:pt x="2502" y="1462"/>
                  </a:cubicBezTo>
                  <a:cubicBezTo>
                    <a:pt x="2420" y="1396"/>
                    <a:pt x="2419" y="1392"/>
                    <a:pt x="2415" y="1388"/>
                  </a:cubicBezTo>
                  <a:cubicBezTo>
                    <a:pt x="2373" y="1338"/>
                    <a:pt x="2363" y="1331"/>
                    <a:pt x="2362" y="1322"/>
                  </a:cubicBezTo>
                  <a:cubicBezTo>
                    <a:pt x="2329" y="1277"/>
                    <a:pt x="2324" y="1268"/>
                    <a:pt x="2317" y="1260"/>
                  </a:cubicBezTo>
                  <a:cubicBezTo>
                    <a:pt x="2273" y="1202"/>
                    <a:pt x="2274" y="1192"/>
                    <a:pt x="2265" y="1184"/>
                  </a:cubicBezTo>
                  <a:cubicBezTo>
                    <a:pt x="2231" y="1128"/>
                    <a:pt x="2228" y="1124"/>
                    <a:pt x="2224" y="1120"/>
                  </a:cubicBezTo>
                  <a:cubicBezTo>
                    <a:pt x="2206" y="1089"/>
                    <a:pt x="2206" y="1085"/>
                    <a:pt x="2201" y="1081"/>
                  </a:cubicBezTo>
                  <a:cubicBezTo>
                    <a:pt x="2145" y="996"/>
                    <a:pt x="2139" y="988"/>
                    <a:pt x="2132" y="980"/>
                  </a:cubicBezTo>
                  <a:cubicBezTo>
                    <a:pt x="2095" y="938"/>
                    <a:pt x="2082" y="921"/>
                    <a:pt x="2063" y="906"/>
                  </a:cubicBezTo>
                  <a:cubicBezTo>
                    <a:pt x="1958" y="846"/>
                    <a:pt x="1958" y="850"/>
                    <a:pt x="1960" y="848"/>
                  </a:cubicBezTo>
                  <a:cubicBezTo>
                    <a:pt x="1964" y="857"/>
                    <a:pt x="1973" y="868"/>
                    <a:pt x="1990" y="875"/>
                  </a:cubicBezTo>
                  <a:cubicBezTo>
                    <a:pt x="2029" y="915"/>
                    <a:pt x="2043" y="917"/>
                    <a:pt x="2042" y="922"/>
                  </a:cubicBezTo>
                  <a:cubicBezTo>
                    <a:pt x="2071" y="951"/>
                    <a:pt x="2074" y="955"/>
                    <a:pt x="2077" y="959"/>
                  </a:cubicBezTo>
                  <a:cubicBezTo>
                    <a:pt x="2113" y="1006"/>
                    <a:pt x="2117" y="1015"/>
                    <a:pt x="2123" y="1024"/>
                  </a:cubicBezTo>
                  <a:cubicBezTo>
                    <a:pt x="2145" y="1069"/>
                    <a:pt x="2158" y="1071"/>
                    <a:pt x="2153" y="1078"/>
                  </a:cubicBezTo>
                  <a:cubicBezTo>
                    <a:pt x="2060" y="980"/>
                    <a:pt x="2026" y="953"/>
                    <a:pt x="2003" y="933"/>
                  </a:cubicBezTo>
                  <a:cubicBezTo>
                    <a:pt x="1997" y="934"/>
                    <a:pt x="2030" y="962"/>
                    <a:pt x="2059" y="987"/>
                  </a:cubicBezTo>
                  <a:cubicBezTo>
                    <a:pt x="2135" y="1070"/>
                    <a:pt x="2141" y="1071"/>
                    <a:pt x="2140" y="1074"/>
                  </a:cubicBezTo>
                  <a:cubicBezTo>
                    <a:pt x="2158" y="1100"/>
                    <a:pt x="2165" y="1104"/>
                    <a:pt x="2166" y="1110"/>
                  </a:cubicBezTo>
                  <a:cubicBezTo>
                    <a:pt x="2185" y="1150"/>
                    <a:pt x="2199" y="1154"/>
                    <a:pt x="2198" y="1160"/>
                  </a:cubicBezTo>
                  <a:cubicBezTo>
                    <a:pt x="2229" y="1202"/>
                    <a:pt x="2233" y="1214"/>
                    <a:pt x="2241" y="1225"/>
                  </a:cubicBezTo>
                  <a:cubicBezTo>
                    <a:pt x="2280" y="1279"/>
                    <a:pt x="2285" y="1284"/>
                    <a:pt x="2287" y="1290"/>
                  </a:cubicBezTo>
                  <a:cubicBezTo>
                    <a:pt x="2310" y="1315"/>
                    <a:pt x="2308" y="1324"/>
                    <a:pt x="2312" y="1320"/>
                  </a:cubicBezTo>
                  <a:cubicBezTo>
                    <a:pt x="2334" y="1347"/>
                    <a:pt x="2343" y="1348"/>
                    <a:pt x="2340" y="1352"/>
                  </a:cubicBezTo>
                  <a:cubicBezTo>
                    <a:pt x="2304" y="1320"/>
                    <a:pt x="2297" y="1317"/>
                    <a:pt x="2298" y="1313"/>
                  </a:cubicBezTo>
                  <a:cubicBezTo>
                    <a:pt x="2267" y="1279"/>
                    <a:pt x="2258" y="1276"/>
                    <a:pt x="2259" y="1272"/>
                  </a:cubicBezTo>
                  <a:cubicBezTo>
                    <a:pt x="2207" y="1202"/>
                    <a:pt x="2201" y="1196"/>
                    <a:pt x="2194" y="1189"/>
                  </a:cubicBezTo>
                  <a:cubicBezTo>
                    <a:pt x="2163" y="1144"/>
                    <a:pt x="2160" y="1140"/>
                    <a:pt x="2155" y="1137"/>
                  </a:cubicBezTo>
                  <a:cubicBezTo>
                    <a:pt x="2105" y="1071"/>
                    <a:pt x="2089" y="1058"/>
                    <a:pt x="2076" y="1045"/>
                  </a:cubicBezTo>
                  <a:cubicBezTo>
                    <a:pt x="1943" y="937"/>
                    <a:pt x="1938" y="939"/>
                    <a:pt x="1930" y="932"/>
                  </a:cubicBezTo>
                  <a:cubicBezTo>
                    <a:pt x="1910" y="924"/>
                    <a:pt x="1912" y="926"/>
                    <a:pt x="1917" y="929"/>
                  </a:cubicBezTo>
                  <a:cubicBezTo>
                    <a:pt x="1950" y="953"/>
                    <a:pt x="1966" y="960"/>
                    <a:pt x="1975" y="967"/>
                  </a:cubicBezTo>
                  <a:cubicBezTo>
                    <a:pt x="2003" y="992"/>
                    <a:pt x="2017" y="997"/>
                    <a:pt x="2022" y="1007"/>
                  </a:cubicBezTo>
                  <a:cubicBezTo>
                    <a:pt x="2034" y="1020"/>
                    <a:pt x="2049" y="1023"/>
                    <a:pt x="2047" y="1028"/>
                  </a:cubicBezTo>
                  <a:cubicBezTo>
                    <a:pt x="2123" y="1110"/>
                    <a:pt x="2134" y="1117"/>
                    <a:pt x="2136" y="1127"/>
                  </a:cubicBezTo>
                  <a:cubicBezTo>
                    <a:pt x="2105" y="1093"/>
                    <a:pt x="2090" y="1093"/>
                    <a:pt x="2094" y="1088"/>
                  </a:cubicBezTo>
                  <a:cubicBezTo>
                    <a:pt x="1994" y="1026"/>
                    <a:pt x="1979" y="1015"/>
                    <a:pt x="1964" y="1007"/>
                  </a:cubicBezTo>
                  <a:cubicBezTo>
                    <a:pt x="1884" y="981"/>
                    <a:pt x="1880" y="980"/>
                    <a:pt x="1875" y="979"/>
                  </a:cubicBezTo>
                  <a:cubicBezTo>
                    <a:pt x="1802" y="959"/>
                    <a:pt x="1794" y="957"/>
                    <a:pt x="1785" y="954"/>
                  </a:cubicBezTo>
                  <a:cubicBezTo>
                    <a:pt x="1780" y="960"/>
                    <a:pt x="1800" y="964"/>
                    <a:pt x="1820" y="969"/>
                  </a:cubicBezTo>
                  <a:cubicBezTo>
                    <a:pt x="1861" y="984"/>
                    <a:pt x="1871" y="985"/>
                    <a:pt x="1882" y="989"/>
                  </a:cubicBezTo>
                  <a:cubicBezTo>
                    <a:pt x="1898" y="991"/>
                    <a:pt x="1904" y="998"/>
                    <a:pt x="1909" y="996"/>
                  </a:cubicBezTo>
                  <a:cubicBezTo>
                    <a:pt x="2016" y="1047"/>
                    <a:pt x="2029" y="1056"/>
                    <a:pt x="2042" y="1064"/>
                  </a:cubicBezTo>
                  <a:cubicBezTo>
                    <a:pt x="2139" y="1152"/>
                    <a:pt x="2153" y="1157"/>
                    <a:pt x="2152" y="1166"/>
                  </a:cubicBezTo>
                  <a:cubicBezTo>
                    <a:pt x="2037" y="1063"/>
                    <a:pt x="2028" y="1057"/>
                    <a:pt x="2019" y="1051"/>
                  </a:cubicBezTo>
                  <a:cubicBezTo>
                    <a:pt x="1918" y="1008"/>
                    <a:pt x="1913" y="1000"/>
                    <a:pt x="1910" y="1002"/>
                  </a:cubicBezTo>
                  <a:cubicBezTo>
                    <a:pt x="1880" y="995"/>
                    <a:pt x="1876" y="992"/>
                    <a:pt x="1872" y="993"/>
                  </a:cubicBezTo>
                  <a:cubicBezTo>
                    <a:pt x="1988" y="1044"/>
                    <a:pt x="1992" y="1046"/>
                    <a:pt x="2005" y="1053"/>
                  </a:cubicBezTo>
                  <a:cubicBezTo>
                    <a:pt x="2110" y="1134"/>
                    <a:pt x="2114" y="1139"/>
                    <a:pt x="2122" y="1144"/>
                  </a:cubicBezTo>
                  <a:cubicBezTo>
                    <a:pt x="2182" y="1205"/>
                    <a:pt x="2180" y="1210"/>
                    <a:pt x="2186" y="1213"/>
                  </a:cubicBezTo>
                  <a:cubicBezTo>
                    <a:pt x="2204" y="1238"/>
                    <a:pt x="2216" y="1240"/>
                    <a:pt x="2212" y="1245"/>
                  </a:cubicBezTo>
                  <a:cubicBezTo>
                    <a:pt x="2180" y="1218"/>
                    <a:pt x="2174" y="1210"/>
                    <a:pt x="2167" y="1202"/>
                  </a:cubicBezTo>
                  <a:cubicBezTo>
                    <a:pt x="2144" y="1177"/>
                    <a:pt x="2130" y="1177"/>
                    <a:pt x="2134" y="1173"/>
                  </a:cubicBezTo>
                  <a:cubicBezTo>
                    <a:pt x="2017" y="1102"/>
                    <a:pt x="2002" y="1093"/>
                    <a:pt x="1988" y="1086"/>
                  </a:cubicBezTo>
                  <a:cubicBezTo>
                    <a:pt x="1953" y="1072"/>
                    <a:pt x="1948" y="1063"/>
                    <a:pt x="1945" y="1071"/>
                  </a:cubicBezTo>
                  <a:cubicBezTo>
                    <a:pt x="2015" y="1108"/>
                    <a:pt x="2016" y="1110"/>
                    <a:pt x="2017" y="1108"/>
                  </a:cubicBezTo>
                  <a:cubicBezTo>
                    <a:pt x="2048" y="1127"/>
                    <a:pt x="2059" y="1131"/>
                    <a:pt x="2070" y="1140"/>
                  </a:cubicBezTo>
                  <a:cubicBezTo>
                    <a:pt x="2124" y="1179"/>
                    <a:pt x="2128" y="1181"/>
                    <a:pt x="2126" y="1185"/>
                  </a:cubicBezTo>
                  <a:cubicBezTo>
                    <a:pt x="1894" y="1067"/>
                    <a:pt x="1862" y="1046"/>
                    <a:pt x="1831" y="1031"/>
                  </a:cubicBezTo>
                  <a:cubicBezTo>
                    <a:pt x="1819" y="1028"/>
                    <a:pt x="1825" y="1032"/>
                    <a:pt x="1830" y="1036"/>
                  </a:cubicBezTo>
                  <a:cubicBezTo>
                    <a:pt x="1878" y="1062"/>
                    <a:pt x="1891" y="1074"/>
                    <a:pt x="1911" y="1079"/>
                  </a:cubicBezTo>
                  <a:cubicBezTo>
                    <a:pt x="2085" y="1172"/>
                    <a:pt x="2097" y="1179"/>
                    <a:pt x="2108" y="1184"/>
                  </a:cubicBezTo>
                  <a:cubicBezTo>
                    <a:pt x="2173" y="1234"/>
                    <a:pt x="2187" y="1235"/>
                    <a:pt x="2182" y="1239"/>
                  </a:cubicBezTo>
                  <a:cubicBezTo>
                    <a:pt x="2062" y="1185"/>
                    <a:pt x="2032" y="1171"/>
                    <a:pt x="2001" y="1152"/>
                  </a:cubicBezTo>
                  <a:cubicBezTo>
                    <a:pt x="1899" y="1094"/>
                    <a:pt x="1870" y="1065"/>
                    <a:pt x="1827" y="1044"/>
                  </a:cubicBezTo>
                  <a:cubicBezTo>
                    <a:pt x="1802" y="1021"/>
                    <a:pt x="1793" y="1020"/>
                    <a:pt x="1796" y="1016"/>
                  </a:cubicBezTo>
                  <a:cubicBezTo>
                    <a:pt x="1765" y="983"/>
                    <a:pt x="1759" y="982"/>
                    <a:pt x="1760" y="979"/>
                  </a:cubicBezTo>
                  <a:cubicBezTo>
                    <a:pt x="1750" y="965"/>
                    <a:pt x="1742" y="962"/>
                    <a:pt x="1742" y="964"/>
                  </a:cubicBezTo>
                  <a:cubicBezTo>
                    <a:pt x="1859" y="1073"/>
                    <a:pt x="1897" y="1098"/>
                    <a:pt x="1927" y="1122"/>
                  </a:cubicBezTo>
                  <a:cubicBezTo>
                    <a:pt x="1984" y="1157"/>
                    <a:pt x="1995" y="1155"/>
                    <a:pt x="1997" y="1163"/>
                  </a:cubicBezTo>
                  <a:cubicBezTo>
                    <a:pt x="2066" y="1192"/>
                    <a:pt x="2073" y="1204"/>
                    <a:pt x="2077" y="1200"/>
                  </a:cubicBezTo>
                  <a:cubicBezTo>
                    <a:pt x="1999" y="1181"/>
                    <a:pt x="1975" y="1172"/>
                    <a:pt x="1952" y="1164"/>
                  </a:cubicBezTo>
                  <a:cubicBezTo>
                    <a:pt x="1812" y="1102"/>
                    <a:pt x="1800" y="1107"/>
                    <a:pt x="1802" y="1101"/>
                  </a:cubicBezTo>
                  <a:cubicBezTo>
                    <a:pt x="1863" y="1135"/>
                    <a:pt x="1871" y="1147"/>
                    <a:pt x="1875" y="1145"/>
                  </a:cubicBezTo>
                  <a:cubicBezTo>
                    <a:pt x="1932" y="1163"/>
                    <a:pt x="1935" y="1166"/>
                    <a:pt x="1938" y="1168"/>
                  </a:cubicBezTo>
                  <a:cubicBezTo>
                    <a:pt x="1958" y="1170"/>
                    <a:pt x="1962" y="1178"/>
                    <a:pt x="1966" y="1178"/>
                  </a:cubicBezTo>
                  <a:cubicBezTo>
                    <a:pt x="1988" y="1181"/>
                    <a:pt x="1995" y="1191"/>
                    <a:pt x="2001" y="1189"/>
                  </a:cubicBezTo>
                  <a:cubicBezTo>
                    <a:pt x="2074" y="1212"/>
                    <a:pt x="2078" y="1217"/>
                    <a:pt x="2080" y="1215"/>
                  </a:cubicBezTo>
                  <a:cubicBezTo>
                    <a:pt x="2117" y="1228"/>
                    <a:pt x="2124" y="1232"/>
                    <a:pt x="2137" y="1235"/>
                  </a:cubicBezTo>
                  <a:cubicBezTo>
                    <a:pt x="2234" y="1279"/>
                    <a:pt x="2245" y="1287"/>
                    <a:pt x="2243" y="1292"/>
                  </a:cubicBezTo>
                  <a:cubicBezTo>
                    <a:pt x="2131" y="1245"/>
                    <a:pt x="2120" y="1242"/>
                    <a:pt x="2108" y="1239"/>
                  </a:cubicBezTo>
                  <a:cubicBezTo>
                    <a:pt x="2028" y="1217"/>
                    <a:pt x="2017" y="1216"/>
                    <a:pt x="2005" y="1213"/>
                  </a:cubicBezTo>
                  <a:cubicBezTo>
                    <a:pt x="1958" y="1197"/>
                    <a:pt x="1947" y="1195"/>
                    <a:pt x="1935" y="1192"/>
                  </a:cubicBezTo>
                  <a:cubicBezTo>
                    <a:pt x="1799" y="1116"/>
                    <a:pt x="1795" y="1118"/>
                    <a:pt x="1793" y="1116"/>
                  </a:cubicBezTo>
                  <a:cubicBezTo>
                    <a:pt x="1777" y="1110"/>
                    <a:pt x="1780" y="1101"/>
                    <a:pt x="1777" y="1100"/>
                  </a:cubicBezTo>
                  <a:cubicBezTo>
                    <a:pt x="1768" y="1091"/>
                    <a:pt x="1766" y="1092"/>
                    <a:pt x="1768" y="1094"/>
                  </a:cubicBezTo>
                  <a:cubicBezTo>
                    <a:pt x="1775" y="1110"/>
                    <a:pt x="1784" y="1111"/>
                    <a:pt x="1786" y="1114"/>
                  </a:cubicBezTo>
                  <a:cubicBezTo>
                    <a:pt x="1836" y="1150"/>
                    <a:pt x="1847" y="1161"/>
                    <a:pt x="1855" y="1163"/>
                  </a:cubicBezTo>
                  <a:cubicBezTo>
                    <a:pt x="1888" y="1188"/>
                    <a:pt x="1893" y="1191"/>
                    <a:pt x="1895" y="1189"/>
                  </a:cubicBezTo>
                  <a:cubicBezTo>
                    <a:pt x="1958" y="1223"/>
                    <a:pt x="1978" y="1230"/>
                    <a:pt x="2003" y="1240"/>
                  </a:cubicBezTo>
                  <a:cubicBezTo>
                    <a:pt x="2041" y="1245"/>
                    <a:pt x="2048" y="1253"/>
                    <a:pt x="2053" y="1252"/>
                  </a:cubicBezTo>
                  <a:cubicBezTo>
                    <a:pt x="2147" y="1279"/>
                    <a:pt x="2157" y="1282"/>
                    <a:pt x="2166" y="1286"/>
                  </a:cubicBezTo>
                  <a:cubicBezTo>
                    <a:pt x="2217" y="1301"/>
                    <a:pt x="2237" y="1308"/>
                    <a:pt x="2257" y="1315"/>
                  </a:cubicBezTo>
                  <a:cubicBezTo>
                    <a:pt x="2324" y="1358"/>
                    <a:pt x="2331" y="1352"/>
                    <a:pt x="2328" y="1357"/>
                  </a:cubicBezTo>
                  <a:cubicBezTo>
                    <a:pt x="2331" y="1361"/>
                    <a:pt x="2323" y="1361"/>
                    <a:pt x="2312" y="1354"/>
                  </a:cubicBezTo>
                  <a:cubicBezTo>
                    <a:pt x="2262" y="1327"/>
                    <a:pt x="2258" y="1327"/>
                    <a:pt x="2253" y="1325"/>
                  </a:cubicBezTo>
                  <a:cubicBezTo>
                    <a:pt x="2222" y="1313"/>
                    <a:pt x="2216" y="1307"/>
                    <a:pt x="2212" y="1308"/>
                  </a:cubicBezTo>
                  <a:cubicBezTo>
                    <a:pt x="2192" y="1303"/>
                    <a:pt x="2187" y="1302"/>
                    <a:pt x="2182" y="1302"/>
                  </a:cubicBezTo>
                  <a:cubicBezTo>
                    <a:pt x="2120" y="1285"/>
                    <a:pt x="2116" y="1290"/>
                    <a:pt x="2111" y="1286"/>
                  </a:cubicBezTo>
                  <a:cubicBezTo>
                    <a:pt x="2062" y="1273"/>
                    <a:pt x="2058" y="1275"/>
                    <a:pt x="2054" y="1274"/>
                  </a:cubicBezTo>
                  <a:cubicBezTo>
                    <a:pt x="2005" y="1263"/>
                    <a:pt x="2001" y="1263"/>
                    <a:pt x="1996" y="1262"/>
                  </a:cubicBezTo>
                  <a:cubicBezTo>
                    <a:pt x="1943" y="1252"/>
                    <a:pt x="1934" y="1249"/>
                    <a:pt x="1924" y="1245"/>
                  </a:cubicBezTo>
                  <a:cubicBezTo>
                    <a:pt x="1874" y="1231"/>
                    <a:pt x="1855" y="1225"/>
                    <a:pt x="1835" y="1217"/>
                  </a:cubicBezTo>
                  <a:cubicBezTo>
                    <a:pt x="1789" y="1181"/>
                    <a:pt x="1784" y="1176"/>
                    <a:pt x="1780" y="1181"/>
                  </a:cubicBezTo>
                  <a:cubicBezTo>
                    <a:pt x="1792" y="1194"/>
                    <a:pt x="1801" y="1197"/>
                    <a:pt x="1800" y="1202"/>
                  </a:cubicBezTo>
                  <a:cubicBezTo>
                    <a:pt x="1724" y="1168"/>
                    <a:pt x="1766" y="1186"/>
                    <a:pt x="1797" y="1207"/>
                  </a:cubicBezTo>
                  <a:cubicBezTo>
                    <a:pt x="1849" y="1237"/>
                    <a:pt x="1860" y="1244"/>
                    <a:pt x="1870" y="1251"/>
                  </a:cubicBezTo>
                  <a:cubicBezTo>
                    <a:pt x="2017" y="1319"/>
                    <a:pt x="2027" y="1321"/>
                    <a:pt x="2038" y="1326"/>
                  </a:cubicBezTo>
                  <a:cubicBezTo>
                    <a:pt x="2062" y="1334"/>
                    <a:pt x="2064" y="1329"/>
                    <a:pt x="2067" y="1332"/>
                  </a:cubicBezTo>
                  <a:cubicBezTo>
                    <a:pt x="2101" y="1345"/>
                    <a:pt x="2109" y="1344"/>
                    <a:pt x="2117" y="1348"/>
                  </a:cubicBezTo>
                  <a:cubicBezTo>
                    <a:pt x="2179" y="1365"/>
                    <a:pt x="2190" y="1363"/>
                    <a:pt x="2202" y="1370"/>
                  </a:cubicBezTo>
                  <a:cubicBezTo>
                    <a:pt x="2239" y="1378"/>
                    <a:pt x="2242" y="1381"/>
                    <a:pt x="2243" y="1379"/>
                  </a:cubicBezTo>
                  <a:cubicBezTo>
                    <a:pt x="2271" y="1395"/>
                    <a:pt x="2279" y="1390"/>
                    <a:pt x="2289" y="1396"/>
                  </a:cubicBezTo>
                  <a:cubicBezTo>
                    <a:pt x="2335" y="1407"/>
                    <a:pt x="2342" y="1415"/>
                    <a:pt x="2346" y="1413"/>
                  </a:cubicBezTo>
                  <a:cubicBezTo>
                    <a:pt x="2436" y="1455"/>
                    <a:pt x="2440" y="1458"/>
                    <a:pt x="2445" y="1461"/>
                  </a:cubicBezTo>
                  <a:cubicBezTo>
                    <a:pt x="2441" y="1460"/>
                    <a:pt x="2440" y="1470"/>
                    <a:pt x="2435" y="1465"/>
                  </a:cubicBezTo>
                  <a:cubicBezTo>
                    <a:pt x="2403" y="1446"/>
                    <a:pt x="2399" y="1444"/>
                    <a:pt x="2396" y="1441"/>
                  </a:cubicBezTo>
                  <a:cubicBezTo>
                    <a:pt x="2345" y="1421"/>
                    <a:pt x="2342" y="1417"/>
                    <a:pt x="2339" y="1419"/>
                  </a:cubicBezTo>
                  <a:cubicBezTo>
                    <a:pt x="2288" y="1400"/>
                    <a:pt x="2278" y="1399"/>
                    <a:pt x="2267" y="1395"/>
                  </a:cubicBezTo>
                  <a:cubicBezTo>
                    <a:pt x="2242" y="1393"/>
                    <a:pt x="2238" y="1387"/>
                    <a:pt x="2236" y="1390"/>
                  </a:cubicBezTo>
                  <a:cubicBezTo>
                    <a:pt x="2185" y="1383"/>
                    <a:pt x="2180" y="1381"/>
                    <a:pt x="2174" y="1380"/>
                  </a:cubicBezTo>
                  <a:cubicBezTo>
                    <a:pt x="2108" y="1367"/>
                    <a:pt x="2100" y="1369"/>
                    <a:pt x="2091" y="1364"/>
                  </a:cubicBezTo>
                  <a:cubicBezTo>
                    <a:pt x="2030" y="1352"/>
                    <a:pt x="2020" y="1345"/>
                    <a:pt x="2012" y="1348"/>
                  </a:cubicBezTo>
                  <a:cubicBezTo>
                    <a:pt x="1921" y="1321"/>
                    <a:pt x="1904" y="1314"/>
                    <a:pt x="1888" y="1310"/>
                  </a:cubicBezTo>
                  <a:cubicBezTo>
                    <a:pt x="1846" y="1294"/>
                    <a:pt x="1847" y="1280"/>
                    <a:pt x="1844" y="1286"/>
                  </a:cubicBezTo>
                  <a:cubicBezTo>
                    <a:pt x="1805" y="1264"/>
                    <a:pt x="1802" y="1260"/>
                    <a:pt x="1799" y="1256"/>
                  </a:cubicBezTo>
                  <a:cubicBezTo>
                    <a:pt x="1792" y="1262"/>
                    <a:pt x="1796" y="1264"/>
                    <a:pt x="1799" y="1267"/>
                  </a:cubicBezTo>
                  <a:cubicBezTo>
                    <a:pt x="1822" y="1281"/>
                    <a:pt x="1831" y="1288"/>
                    <a:pt x="1839" y="1293"/>
                  </a:cubicBezTo>
                  <a:cubicBezTo>
                    <a:pt x="1935" y="1335"/>
                    <a:pt x="1945" y="1339"/>
                    <a:pt x="1956" y="1342"/>
                  </a:cubicBezTo>
                  <a:cubicBezTo>
                    <a:pt x="1993" y="1352"/>
                    <a:pt x="1997" y="1353"/>
                    <a:pt x="2002" y="1352"/>
                  </a:cubicBezTo>
                  <a:cubicBezTo>
                    <a:pt x="2082" y="1371"/>
                    <a:pt x="2083" y="1372"/>
                    <a:pt x="2085" y="1373"/>
                  </a:cubicBezTo>
                  <a:cubicBezTo>
                    <a:pt x="2115" y="1375"/>
                    <a:pt x="2118" y="1381"/>
                    <a:pt x="2120" y="1378"/>
                  </a:cubicBezTo>
                  <a:cubicBezTo>
                    <a:pt x="2155" y="1386"/>
                    <a:pt x="2165" y="1383"/>
                    <a:pt x="2176" y="1389"/>
                  </a:cubicBezTo>
                  <a:cubicBezTo>
                    <a:pt x="2196" y="1393"/>
                    <a:pt x="2201" y="1391"/>
                    <a:pt x="2207" y="1394"/>
                  </a:cubicBezTo>
                  <a:cubicBezTo>
                    <a:pt x="2226" y="1393"/>
                    <a:pt x="2232" y="1397"/>
                    <a:pt x="2237" y="1396"/>
                  </a:cubicBezTo>
                  <a:cubicBezTo>
                    <a:pt x="2289" y="1410"/>
                    <a:pt x="2294" y="1408"/>
                    <a:pt x="2300" y="1412"/>
                  </a:cubicBezTo>
                  <a:cubicBezTo>
                    <a:pt x="2403" y="1451"/>
                    <a:pt x="2407" y="1454"/>
                    <a:pt x="2411" y="1457"/>
                  </a:cubicBezTo>
                  <a:cubicBezTo>
                    <a:pt x="2382" y="1460"/>
                    <a:pt x="2378" y="1455"/>
                    <a:pt x="2375" y="1456"/>
                  </a:cubicBezTo>
                  <a:cubicBezTo>
                    <a:pt x="2349" y="1454"/>
                    <a:pt x="2346" y="1457"/>
                    <a:pt x="2342" y="1455"/>
                  </a:cubicBezTo>
                  <a:cubicBezTo>
                    <a:pt x="2278" y="1447"/>
                    <a:pt x="2273" y="1444"/>
                    <a:pt x="2267" y="1445"/>
                  </a:cubicBezTo>
                  <a:cubicBezTo>
                    <a:pt x="2223" y="1440"/>
                    <a:pt x="2219" y="1437"/>
                    <a:pt x="2215" y="1433"/>
                  </a:cubicBezTo>
                  <a:cubicBezTo>
                    <a:pt x="2193" y="1431"/>
                    <a:pt x="2191" y="1434"/>
                    <a:pt x="2188" y="1434"/>
                  </a:cubicBezTo>
                  <a:cubicBezTo>
                    <a:pt x="2155" y="1427"/>
                    <a:pt x="2148" y="1421"/>
                    <a:pt x="2143" y="1423"/>
                  </a:cubicBezTo>
                  <a:cubicBezTo>
                    <a:pt x="2090" y="1417"/>
                    <a:pt x="2083" y="1408"/>
                    <a:pt x="2079" y="1413"/>
                  </a:cubicBezTo>
                  <a:cubicBezTo>
                    <a:pt x="1999" y="1398"/>
                    <a:pt x="1989" y="1393"/>
                    <a:pt x="1980" y="1392"/>
                  </a:cubicBezTo>
                  <a:cubicBezTo>
                    <a:pt x="1957" y="1385"/>
                    <a:pt x="1954" y="1382"/>
                    <a:pt x="1952" y="1384"/>
                  </a:cubicBezTo>
                  <a:cubicBezTo>
                    <a:pt x="1867" y="1355"/>
                    <a:pt x="1868" y="1352"/>
                    <a:pt x="1868" y="1352"/>
                  </a:cubicBezTo>
                  <a:cubicBezTo>
                    <a:pt x="1854" y="1345"/>
                    <a:pt x="1853" y="1346"/>
                    <a:pt x="1851" y="1346"/>
                  </a:cubicBezTo>
                  <a:cubicBezTo>
                    <a:pt x="1819" y="1330"/>
                    <a:pt x="1814" y="1322"/>
                    <a:pt x="1810" y="1321"/>
                  </a:cubicBezTo>
                  <a:cubicBezTo>
                    <a:pt x="1759" y="1288"/>
                    <a:pt x="1760" y="1285"/>
                    <a:pt x="1757" y="1283"/>
                  </a:cubicBezTo>
                  <a:cubicBezTo>
                    <a:pt x="1737" y="1278"/>
                    <a:pt x="1744" y="1285"/>
                    <a:pt x="1751" y="1292"/>
                  </a:cubicBezTo>
                  <a:cubicBezTo>
                    <a:pt x="1824" y="1336"/>
                    <a:pt x="1820" y="1339"/>
                    <a:pt x="1825" y="1342"/>
                  </a:cubicBezTo>
                  <a:cubicBezTo>
                    <a:pt x="1914" y="1376"/>
                    <a:pt x="1921" y="1385"/>
                    <a:pt x="1926" y="1383"/>
                  </a:cubicBezTo>
                  <a:cubicBezTo>
                    <a:pt x="1966" y="1396"/>
                    <a:pt x="1970" y="1399"/>
                    <a:pt x="1972" y="1397"/>
                  </a:cubicBezTo>
                  <a:cubicBezTo>
                    <a:pt x="2078" y="1420"/>
                    <a:pt x="2102" y="1426"/>
                    <a:pt x="2125" y="1426"/>
                  </a:cubicBezTo>
                  <a:cubicBezTo>
                    <a:pt x="2205" y="1443"/>
                    <a:pt x="2211" y="1443"/>
                    <a:pt x="2217" y="1442"/>
                  </a:cubicBezTo>
                  <a:cubicBezTo>
                    <a:pt x="2256" y="1449"/>
                    <a:pt x="2259" y="1450"/>
                    <a:pt x="2263" y="1452"/>
                  </a:cubicBezTo>
                  <a:cubicBezTo>
                    <a:pt x="2241" y="1449"/>
                    <a:pt x="2235" y="1450"/>
                    <a:pt x="2228" y="1453"/>
                  </a:cubicBezTo>
                  <a:cubicBezTo>
                    <a:pt x="2161" y="1450"/>
                    <a:pt x="2138" y="1452"/>
                    <a:pt x="2115" y="1453"/>
                  </a:cubicBezTo>
                  <a:cubicBezTo>
                    <a:pt x="2033" y="1453"/>
                    <a:pt x="2030" y="1453"/>
                    <a:pt x="2027" y="1452"/>
                  </a:cubicBezTo>
                  <a:cubicBezTo>
                    <a:pt x="1998" y="1450"/>
                    <a:pt x="1996" y="1456"/>
                    <a:pt x="1992" y="1450"/>
                  </a:cubicBezTo>
                  <a:cubicBezTo>
                    <a:pt x="1962" y="1449"/>
                    <a:pt x="1960" y="1455"/>
                    <a:pt x="1955" y="1449"/>
                  </a:cubicBezTo>
                  <a:cubicBezTo>
                    <a:pt x="1918" y="1451"/>
                    <a:pt x="1915" y="1451"/>
                    <a:pt x="1912" y="1452"/>
                  </a:cubicBezTo>
                  <a:cubicBezTo>
                    <a:pt x="1934" y="1456"/>
                    <a:pt x="1942" y="1456"/>
                    <a:pt x="1951" y="1457"/>
                  </a:cubicBezTo>
                  <a:cubicBezTo>
                    <a:pt x="1993" y="1458"/>
                    <a:pt x="1997" y="1456"/>
                    <a:pt x="2001" y="1459"/>
                  </a:cubicBezTo>
                  <a:cubicBezTo>
                    <a:pt x="2056" y="1461"/>
                    <a:pt x="2060" y="1459"/>
                    <a:pt x="2065" y="1462"/>
                  </a:cubicBezTo>
                  <a:cubicBezTo>
                    <a:pt x="2095" y="1465"/>
                    <a:pt x="2098" y="1457"/>
                    <a:pt x="2104" y="1462"/>
                  </a:cubicBezTo>
                  <a:cubicBezTo>
                    <a:pt x="2171" y="1462"/>
                    <a:pt x="2187" y="1459"/>
                    <a:pt x="2205" y="1461"/>
                  </a:cubicBezTo>
                  <a:cubicBezTo>
                    <a:pt x="2239" y="1464"/>
                    <a:pt x="2246" y="1458"/>
                    <a:pt x="2255" y="1463"/>
                  </a:cubicBezTo>
                  <a:cubicBezTo>
                    <a:pt x="2379" y="1467"/>
                    <a:pt x="2385" y="1469"/>
                    <a:pt x="2390" y="1469"/>
                  </a:cubicBezTo>
                  <a:cubicBezTo>
                    <a:pt x="2447" y="1477"/>
                    <a:pt x="2453" y="1485"/>
                    <a:pt x="2456" y="1481"/>
                  </a:cubicBezTo>
                  <a:cubicBezTo>
                    <a:pt x="2471" y="1483"/>
                    <a:pt x="2476" y="1485"/>
                    <a:pt x="2480" y="1484"/>
                  </a:cubicBezTo>
                  <a:cubicBezTo>
                    <a:pt x="2496" y="1492"/>
                    <a:pt x="2489" y="1491"/>
                    <a:pt x="2481" y="1490"/>
                  </a:cubicBezTo>
                  <a:cubicBezTo>
                    <a:pt x="2459" y="1486"/>
                    <a:pt x="2459" y="1488"/>
                    <a:pt x="2457" y="1487"/>
                  </a:cubicBezTo>
                  <a:cubicBezTo>
                    <a:pt x="2436" y="1484"/>
                    <a:pt x="2430" y="1485"/>
                    <a:pt x="2423" y="1483"/>
                  </a:cubicBezTo>
                  <a:cubicBezTo>
                    <a:pt x="2367" y="1482"/>
                    <a:pt x="2348" y="1479"/>
                    <a:pt x="2330" y="1481"/>
                  </a:cubicBezTo>
                  <a:cubicBezTo>
                    <a:pt x="2283" y="1485"/>
                    <a:pt x="2277" y="1479"/>
                    <a:pt x="2273" y="1480"/>
                  </a:cubicBezTo>
                  <a:cubicBezTo>
                    <a:pt x="2200" y="1484"/>
                    <a:pt x="2196" y="1487"/>
                    <a:pt x="2191" y="1488"/>
                  </a:cubicBezTo>
                  <a:cubicBezTo>
                    <a:pt x="2155" y="1488"/>
                    <a:pt x="2153" y="1490"/>
                    <a:pt x="2150" y="1487"/>
                  </a:cubicBezTo>
                  <a:cubicBezTo>
                    <a:pt x="2117" y="1486"/>
                    <a:pt x="2113" y="1490"/>
                    <a:pt x="2108" y="1488"/>
                  </a:cubicBezTo>
                  <a:cubicBezTo>
                    <a:pt x="2069" y="1483"/>
                    <a:pt x="2060" y="1487"/>
                    <a:pt x="2050" y="1484"/>
                  </a:cubicBezTo>
                  <a:cubicBezTo>
                    <a:pt x="1988" y="1472"/>
                    <a:pt x="1985" y="1477"/>
                    <a:pt x="1979" y="1473"/>
                  </a:cubicBezTo>
                  <a:cubicBezTo>
                    <a:pt x="1945" y="1469"/>
                    <a:pt x="1938" y="1456"/>
                    <a:pt x="1935" y="1464"/>
                  </a:cubicBezTo>
                  <a:cubicBezTo>
                    <a:pt x="2001" y="1482"/>
                    <a:pt x="2009" y="1487"/>
                    <a:pt x="2015" y="1486"/>
                  </a:cubicBezTo>
                  <a:cubicBezTo>
                    <a:pt x="2080" y="1493"/>
                    <a:pt x="2086" y="1494"/>
                    <a:pt x="2094" y="1497"/>
                  </a:cubicBezTo>
                  <a:cubicBezTo>
                    <a:pt x="2167" y="1495"/>
                    <a:pt x="2186" y="1498"/>
                    <a:pt x="2203" y="1494"/>
                  </a:cubicBezTo>
                  <a:cubicBezTo>
                    <a:pt x="2239" y="1495"/>
                    <a:pt x="2241" y="1492"/>
                    <a:pt x="2244" y="1492"/>
                  </a:cubicBezTo>
                  <a:cubicBezTo>
                    <a:pt x="2289" y="1487"/>
                    <a:pt x="2294" y="1490"/>
                    <a:pt x="2298" y="1489"/>
                  </a:cubicBezTo>
                  <a:cubicBezTo>
                    <a:pt x="2349" y="1491"/>
                    <a:pt x="2358" y="1488"/>
                    <a:pt x="2368" y="1491"/>
                  </a:cubicBezTo>
                  <a:cubicBezTo>
                    <a:pt x="2408" y="1491"/>
                    <a:pt x="2409" y="1489"/>
                    <a:pt x="2412" y="1491"/>
                  </a:cubicBezTo>
                  <a:cubicBezTo>
                    <a:pt x="2452" y="1494"/>
                    <a:pt x="2456" y="1493"/>
                    <a:pt x="2462" y="1498"/>
                  </a:cubicBezTo>
                  <a:cubicBezTo>
                    <a:pt x="2494" y="1499"/>
                    <a:pt x="2499" y="1504"/>
                    <a:pt x="2504" y="1503"/>
                  </a:cubicBezTo>
                  <a:cubicBezTo>
                    <a:pt x="2539" y="1513"/>
                    <a:pt x="2541" y="1511"/>
                    <a:pt x="2544" y="1514"/>
                  </a:cubicBezTo>
                  <a:cubicBezTo>
                    <a:pt x="2540" y="1522"/>
                    <a:pt x="2534" y="1517"/>
                    <a:pt x="2528" y="1514"/>
                  </a:cubicBezTo>
                  <a:cubicBezTo>
                    <a:pt x="2499" y="1515"/>
                    <a:pt x="2495" y="1516"/>
                    <a:pt x="2491" y="1515"/>
                  </a:cubicBezTo>
                  <a:cubicBezTo>
                    <a:pt x="2470" y="1517"/>
                    <a:pt x="2461" y="1511"/>
                    <a:pt x="2453" y="1516"/>
                  </a:cubicBezTo>
                  <a:cubicBezTo>
                    <a:pt x="2361" y="1511"/>
                    <a:pt x="2358" y="1522"/>
                    <a:pt x="2352" y="1514"/>
                  </a:cubicBezTo>
                  <a:cubicBezTo>
                    <a:pt x="2303" y="1521"/>
                    <a:pt x="2299" y="1520"/>
                    <a:pt x="2295" y="1521"/>
                  </a:cubicBezTo>
                  <a:cubicBezTo>
                    <a:pt x="2268" y="1522"/>
                    <a:pt x="2265" y="1529"/>
                    <a:pt x="2260" y="1526"/>
                  </a:cubicBezTo>
                  <a:cubicBezTo>
                    <a:pt x="2207" y="1533"/>
                    <a:pt x="2198" y="1529"/>
                    <a:pt x="2191" y="1533"/>
                  </a:cubicBezTo>
                  <a:cubicBezTo>
                    <a:pt x="2159" y="1533"/>
                    <a:pt x="2151" y="1531"/>
                    <a:pt x="2144" y="1533"/>
                  </a:cubicBezTo>
                  <a:cubicBezTo>
                    <a:pt x="2122" y="1534"/>
                    <a:pt x="2121" y="1537"/>
                    <a:pt x="2124" y="1535"/>
                  </a:cubicBezTo>
                  <a:cubicBezTo>
                    <a:pt x="2146" y="1533"/>
                    <a:pt x="2152" y="1539"/>
                    <a:pt x="2156" y="1538"/>
                  </a:cubicBezTo>
                  <a:cubicBezTo>
                    <a:pt x="2199" y="1537"/>
                    <a:pt x="2208" y="1537"/>
                    <a:pt x="2217" y="1537"/>
                  </a:cubicBezTo>
                  <a:cubicBezTo>
                    <a:pt x="2258" y="1531"/>
                    <a:pt x="2264" y="1537"/>
                    <a:pt x="2268" y="1534"/>
                  </a:cubicBezTo>
                  <a:cubicBezTo>
                    <a:pt x="2296" y="1526"/>
                    <a:pt x="2301" y="1531"/>
                    <a:pt x="2304" y="1527"/>
                  </a:cubicBezTo>
                  <a:cubicBezTo>
                    <a:pt x="2335" y="1525"/>
                    <a:pt x="2338" y="1528"/>
                    <a:pt x="2341" y="1528"/>
                  </a:cubicBezTo>
                  <a:cubicBezTo>
                    <a:pt x="2369" y="1527"/>
                    <a:pt x="2374" y="1522"/>
                    <a:pt x="2379" y="1525"/>
                  </a:cubicBezTo>
                  <a:cubicBezTo>
                    <a:pt x="2415" y="1519"/>
                    <a:pt x="2422" y="1529"/>
                    <a:pt x="2426" y="1521"/>
                  </a:cubicBezTo>
                  <a:cubicBezTo>
                    <a:pt x="2479" y="1523"/>
                    <a:pt x="2484" y="1524"/>
                    <a:pt x="2489" y="1524"/>
                  </a:cubicBezTo>
                  <a:cubicBezTo>
                    <a:pt x="2510" y="1525"/>
                    <a:pt x="2516" y="1524"/>
                    <a:pt x="2521" y="1524"/>
                  </a:cubicBezTo>
                  <a:cubicBezTo>
                    <a:pt x="2547" y="1526"/>
                    <a:pt x="2559" y="1534"/>
                    <a:pt x="2570" y="1533"/>
                  </a:cubicBezTo>
                  <a:cubicBezTo>
                    <a:pt x="2608" y="1551"/>
                    <a:pt x="2617" y="1556"/>
                    <a:pt x="2627" y="1558"/>
                  </a:cubicBezTo>
                  <a:cubicBezTo>
                    <a:pt x="2654" y="1575"/>
                    <a:pt x="2658" y="1582"/>
                    <a:pt x="2661" y="1578"/>
                  </a:cubicBezTo>
                  <a:cubicBezTo>
                    <a:pt x="2679" y="1592"/>
                    <a:pt x="2668" y="1591"/>
                    <a:pt x="2658" y="1587"/>
                  </a:cubicBezTo>
                  <a:cubicBezTo>
                    <a:pt x="2602" y="1571"/>
                    <a:pt x="2598" y="1576"/>
                    <a:pt x="2592" y="1572"/>
                  </a:cubicBezTo>
                  <a:cubicBezTo>
                    <a:pt x="2493" y="1566"/>
                    <a:pt x="2486" y="1559"/>
                    <a:pt x="2482" y="1564"/>
                  </a:cubicBezTo>
                  <a:cubicBezTo>
                    <a:pt x="2454" y="1559"/>
                    <a:pt x="2452" y="1559"/>
                    <a:pt x="2450" y="1561"/>
                  </a:cubicBezTo>
                  <a:cubicBezTo>
                    <a:pt x="2407" y="1554"/>
                    <a:pt x="2405" y="1561"/>
                    <a:pt x="2401" y="1560"/>
                  </a:cubicBezTo>
                  <a:cubicBezTo>
                    <a:pt x="2363" y="1561"/>
                    <a:pt x="2358" y="1554"/>
                    <a:pt x="2355" y="1558"/>
                  </a:cubicBezTo>
                  <a:cubicBezTo>
                    <a:pt x="2328" y="1563"/>
                    <a:pt x="2323" y="1555"/>
                    <a:pt x="2321" y="1561"/>
                  </a:cubicBezTo>
                  <a:cubicBezTo>
                    <a:pt x="2293" y="1560"/>
                    <a:pt x="2290" y="1562"/>
                    <a:pt x="2286" y="1562"/>
                  </a:cubicBezTo>
                  <a:cubicBezTo>
                    <a:pt x="2243" y="1564"/>
                    <a:pt x="2236" y="1566"/>
                    <a:pt x="2229" y="1566"/>
                  </a:cubicBezTo>
                  <a:cubicBezTo>
                    <a:pt x="2173" y="1564"/>
                    <a:pt x="2167" y="1569"/>
                    <a:pt x="2158" y="1566"/>
                  </a:cubicBezTo>
                  <a:cubicBezTo>
                    <a:pt x="2121" y="1565"/>
                    <a:pt x="2118" y="1572"/>
                    <a:pt x="2113" y="1567"/>
                  </a:cubicBezTo>
                  <a:cubicBezTo>
                    <a:pt x="2076" y="1567"/>
                    <a:pt x="2075" y="1564"/>
                    <a:pt x="2074" y="1562"/>
                  </a:cubicBezTo>
                  <a:cubicBezTo>
                    <a:pt x="2035" y="1553"/>
                    <a:pt x="2033" y="1551"/>
                    <a:pt x="2031" y="1549"/>
                  </a:cubicBezTo>
                  <a:cubicBezTo>
                    <a:pt x="2019" y="1549"/>
                    <a:pt x="2032" y="1553"/>
                    <a:pt x="2045" y="1559"/>
                  </a:cubicBezTo>
                  <a:cubicBezTo>
                    <a:pt x="2068" y="1563"/>
                    <a:pt x="2066" y="1572"/>
                    <a:pt x="2070" y="1568"/>
                  </a:cubicBezTo>
                  <a:cubicBezTo>
                    <a:pt x="2092" y="1572"/>
                    <a:pt x="2098" y="1570"/>
                    <a:pt x="2102" y="1576"/>
                  </a:cubicBezTo>
                  <a:cubicBezTo>
                    <a:pt x="2162" y="1582"/>
                    <a:pt x="2171" y="1587"/>
                    <a:pt x="2179" y="1585"/>
                  </a:cubicBezTo>
                  <a:cubicBezTo>
                    <a:pt x="2207" y="1588"/>
                    <a:pt x="2208" y="1584"/>
                    <a:pt x="2211" y="1585"/>
                  </a:cubicBezTo>
                  <a:cubicBezTo>
                    <a:pt x="2233" y="1583"/>
                    <a:pt x="2239" y="1590"/>
                    <a:pt x="2242" y="1585"/>
                  </a:cubicBezTo>
                  <a:cubicBezTo>
                    <a:pt x="2263" y="1586"/>
                    <a:pt x="2272" y="1586"/>
                    <a:pt x="2280" y="1587"/>
                  </a:cubicBezTo>
                  <a:cubicBezTo>
                    <a:pt x="2313" y="1585"/>
                    <a:pt x="2323" y="1589"/>
                    <a:pt x="2331" y="1589"/>
                  </a:cubicBezTo>
                  <a:cubicBezTo>
                    <a:pt x="2365" y="1592"/>
                    <a:pt x="2367" y="1591"/>
                    <a:pt x="2369" y="1591"/>
                  </a:cubicBezTo>
                  <a:cubicBezTo>
                    <a:pt x="2399" y="1594"/>
                    <a:pt x="2405" y="1600"/>
                    <a:pt x="2408" y="1596"/>
                  </a:cubicBezTo>
                  <a:cubicBezTo>
                    <a:pt x="2442" y="1597"/>
                    <a:pt x="2451" y="1602"/>
                    <a:pt x="2459" y="1598"/>
                  </a:cubicBezTo>
                  <a:cubicBezTo>
                    <a:pt x="2471" y="1601"/>
                    <a:pt x="2473" y="1601"/>
                    <a:pt x="2475" y="1601"/>
                  </a:cubicBezTo>
                  <a:cubicBezTo>
                    <a:pt x="2445" y="1606"/>
                    <a:pt x="2443" y="1607"/>
                    <a:pt x="2439" y="1604"/>
                  </a:cubicBezTo>
                  <a:cubicBezTo>
                    <a:pt x="2395" y="1607"/>
                    <a:pt x="2374" y="1608"/>
                    <a:pt x="2352" y="1609"/>
                  </a:cubicBezTo>
                  <a:cubicBezTo>
                    <a:pt x="2254" y="1621"/>
                    <a:pt x="2247" y="1616"/>
                    <a:pt x="2243" y="1620"/>
                  </a:cubicBezTo>
                  <a:cubicBezTo>
                    <a:pt x="2203" y="1616"/>
                    <a:pt x="2183" y="1620"/>
                    <a:pt x="2161" y="1620"/>
                  </a:cubicBezTo>
                  <a:cubicBezTo>
                    <a:pt x="2112" y="1621"/>
                    <a:pt x="2109" y="1622"/>
                    <a:pt x="2107" y="1623"/>
                  </a:cubicBezTo>
                  <a:cubicBezTo>
                    <a:pt x="2030" y="1621"/>
                    <a:pt x="2026" y="1616"/>
                    <a:pt x="2024" y="1618"/>
                  </a:cubicBezTo>
                  <a:cubicBezTo>
                    <a:pt x="1994" y="1611"/>
                    <a:pt x="1990" y="1617"/>
                    <a:pt x="1983" y="1612"/>
                  </a:cubicBezTo>
                  <a:cubicBezTo>
                    <a:pt x="1985" y="1614"/>
                    <a:pt x="1988" y="1619"/>
                    <a:pt x="1991" y="1617"/>
                  </a:cubicBezTo>
                  <a:cubicBezTo>
                    <a:pt x="2042" y="1624"/>
                    <a:pt x="2053" y="1625"/>
                    <a:pt x="2063" y="1626"/>
                  </a:cubicBezTo>
                  <a:cubicBezTo>
                    <a:pt x="2134" y="1631"/>
                    <a:pt x="2138" y="1625"/>
                    <a:pt x="2144" y="1627"/>
                  </a:cubicBezTo>
                  <a:cubicBezTo>
                    <a:pt x="2193" y="1623"/>
                    <a:pt x="2196" y="1627"/>
                    <a:pt x="2199" y="1627"/>
                  </a:cubicBezTo>
                  <a:cubicBezTo>
                    <a:pt x="2212" y="1625"/>
                    <a:pt x="2218" y="1627"/>
                    <a:pt x="2223" y="1625"/>
                  </a:cubicBezTo>
                  <a:cubicBezTo>
                    <a:pt x="2307" y="1624"/>
                    <a:pt x="2311" y="1617"/>
                    <a:pt x="2317" y="1622"/>
                  </a:cubicBezTo>
                  <a:cubicBezTo>
                    <a:pt x="2338" y="1618"/>
                    <a:pt x="2344" y="1620"/>
                    <a:pt x="2349" y="1617"/>
                  </a:cubicBezTo>
                  <a:cubicBezTo>
                    <a:pt x="2418" y="1614"/>
                    <a:pt x="2424" y="1617"/>
                    <a:pt x="2428" y="1612"/>
                  </a:cubicBezTo>
                  <a:cubicBezTo>
                    <a:pt x="2486" y="1613"/>
                    <a:pt x="2495" y="1611"/>
                    <a:pt x="2504" y="1613"/>
                  </a:cubicBezTo>
                  <a:cubicBezTo>
                    <a:pt x="2538" y="1616"/>
                    <a:pt x="2544" y="1614"/>
                    <a:pt x="2551" y="1618"/>
                  </a:cubicBezTo>
                  <a:cubicBezTo>
                    <a:pt x="2576" y="1617"/>
                    <a:pt x="2582" y="1619"/>
                    <a:pt x="2589" y="1619"/>
                  </a:cubicBezTo>
                  <a:cubicBezTo>
                    <a:pt x="2605" y="1620"/>
                    <a:pt x="2607" y="1617"/>
                    <a:pt x="2606" y="1621"/>
                  </a:cubicBezTo>
                  <a:cubicBezTo>
                    <a:pt x="2570" y="1626"/>
                    <a:pt x="2567" y="1624"/>
                    <a:pt x="2565" y="1624"/>
                  </a:cubicBezTo>
                  <a:cubicBezTo>
                    <a:pt x="2544" y="1626"/>
                    <a:pt x="2543" y="1633"/>
                    <a:pt x="2539" y="1631"/>
                  </a:cubicBezTo>
                  <a:cubicBezTo>
                    <a:pt x="2525" y="1626"/>
                    <a:pt x="2522" y="1626"/>
                    <a:pt x="2519" y="1625"/>
                  </a:cubicBezTo>
                  <a:cubicBezTo>
                    <a:pt x="2488" y="1626"/>
                    <a:pt x="2486" y="1632"/>
                    <a:pt x="2482" y="1630"/>
                  </a:cubicBezTo>
                  <a:cubicBezTo>
                    <a:pt x="2437" y="1636"/>
                    <a:pt x="2418" y="1631"/>
                    <a:pt x="2401" y="1638"/>
                  </a:cubicBezTo>
                  <a:cubicBezTo>
                    <a:pt x="2369" y="1638"/>
                    <a:pt x="2365" y="1641"/>
                    <a:pt x="2360" y="1640"/>
                  </a:cubicBezTo>
                  <a:cubicBezTo>
                    <a:pt x="2288" y="1646"/>
                    <a:pt x="2283" y="1643"/>
                    <a:pt x="2279" y="1644"/>
                  </a:cubicBezTo>
                  <a:cubicBezTo>
                    <a:pt x="2247" y="1646"/>
                    <a:pt x="2241" y="1643"/>
                    <a:pt x="2237" y="1644"/>
                  </a:cubicBezTo>
                  <a:cubicBezTo>
                    <a:pt x="2191" y="1641"/>
                    <a:pt x="2187" y="1648"/>
                    <a:pt x="2181" y="1641"/>
                  </a:cubicBezTo>
                  <a:cubicBezTo>
                    <a:pt x="2122" y="1643"/>
                    <a:pt x="2117" y="1637"/>
                    <a:pt x="2113" y="1638"/>
                  </a:cubicBezTo>
                  <a:cubicBezTo>
                    <a:pt x="2065" y="1636"/>
                    <a:pt x="2061" y="1637"/>
                    <a:pt x="2056" y="1637"/>
                  </a:cubicBezTo>
                  <a:cubicBezTo>
                    <a:pt x="2022" y="1634"/>
                    <a:pt x="2017" y="1630"/>
                    <a:pt x="2012" y="1631"/>
                  </a:cubicBezTo>
                  <a:cubicBezTo>
                    <a:pt x="2047" y="1640"/>
                    <a:pt x="2052" y="1641"/>
                    <a:pt x="2057" y="1640"/>
                  </a:cubicBezTo>
                  <a:cubicBezTo>
                    <a:pt x="2091" y="1647"/>
                    <a:pt x="2095" y="1643"/>
                    <a:pt x="2100" y="1645"/>
                  </a:cubicBezTo>
                  <a:cubicBezTo>
                    <a:pt x="2132" y="1645"/>
                    <a:pt x="2135" y="1647"/>
                    <a:pt x="2137" y="1649"/>
                  </a:cubicBezTo>
                  <a:cubicBezTo>
                    <a:pt x="2164" y="1651"/>
                    <a:pt x="2167" y="1648"/>
                    <a:pt x="2170" y="1650"/>
                  </a:cubicBezTo>
                  <a:cubicBezTo>
                    <a:pt x="2195" y="1655"/>
                    <a:pt x="2198" y="1646"/>
                    <a:pt x="2204" y="1651"/>
                  </a:cubicBezTo>
                  <a:cubicBezTo>
                    <a:pt x="2257" y="1652"/>
                    <a:pt x="2266" y="1651"/>
                    <a:pt x="2276" y="1652"/>
                  </a:cubicBezTo>
                  <a:cubicBezTo>
                    <a:pt x="2344" y="1649"/>
                    <a:pt x="2354" y="1649"/>
                    <a:pt x="2363" y="1647"/>
                  </a:cubicBezTo>
                  <a:cubicBezTo>
                    <a:pt x="2397" y="1650"/>
                    <a:pt x="2400" y="1643"/>
                    <a:pt x="2405" y="1644"/>
                  </a:cubicBezTo>
                  <a:cubicBezTo>
                    <a:pt x="2459" y="1643"/>
                    <a:pt x="2467" y="1634"/>
                    <a:pt x="2478" y="1640"/>
                  </a:cubicBezTo>
                  <a:cubicBezTo>
                    <a:pt x="2425" y="1649"/>
                    <a:pt x="2417" y="1651"/>
                    <a:pt x="2410" y="1652"/>
                  </a:cubicBezTo>
                  <a:cubicBezTo>
                    <a:pt x="2383" y="1656"/>
                    <a:pt x="2381" y="1661"/>
                    <a:pt x="2376" y="1659"/>
                  </a:cubicBezTo>
                  <a:cubicBezTo>
                    <a:pt x="2349" y="1660"/>
                    <a:pt x="2346" y="1666"/>
                    <a:pt x="2341" y="1661"/>
                  </a:cubicBezTo>
                  <a:cubicBezTo>
                    <a:pt x="2303" y="1667"/>
                    <a:pt x="2299" y="1668"/>
                    <a:pt x="2295" y="1667"/>
                  </a:cubicBezTo>
                  <a:cubicBezTo>
                    <a:pt x="2267" y="1667"/>
                    <a:pt x="2260" y="1667"/>
                    <a:pt x="2253" y="1668"/>
                  </a:cubicBezTo>
                  <a:cubicBezTo>
                    <a:pt x="2216" y="1663"/>
                    <a:pt x="2215" y="1672"/>
                    <a:pt x="2210" y="1669"/>
                  </a:cubicBezTo>
                  <a:cubicBezTo>
                    <a:pt x="2143" y="1667"/>
                    <a:pt x="2139" y="1664"/>
                    <a:pt x="2136" y="1669"/>
                  </a:cubicBezTo>
                  <a:cubicBezTo>
                    <a:pt x="2175" y="1676"/>
                    <a:pt x="2181" y="1672"/>
                    <a:pt x="2188" y="1675"/>
                  </a:cubicBezTo>
                  <a:cubicBezTo>
                    <a:pt x="2221" y="1675"/>
                    <a:pt x="2222" y="1675"/>
                    <a:pt x="2223" y="1672"/>
                  </a:cubicBezTo>
                  <a:cubicBezTo>
                    <a:pt x="2253" y="1672"/>
                    <a:pt x="2257" y="1673"/>
                    <a:pt x="2260" y="1676"/>
                  </a:cubicBezTo>
                  <a:cubicBezTo>
                    <a:pt x="2296" y="1677"/>
                    <a:pt x="2293" y="1681"/>
                    <a:pt x="2300" y="1684"/>
                  </a:cubicBezTo>
                  <a:cubicBezTo>
                    <a:pt x="2357" y="1678"/>
                    <a:pt x="2366" y="1682"/>
                    <a:pt x="2374" y="1678"/>
                  </a:cubicBezTo>
                  <a:cubicBezTo>
                    <a:pt x="2435" y="1674"/>
                    <a:pt x="2440" y="1673"/>
                    <a:pt x="2445" y="1673"/>
                  </a:cubicBezTo>
                  <a:cubicBezTo>
                    <a:pt x="2465" y="1667"/>
                    <a:pt x="2471" y="1669"/>
                    <a:pt x="2476" y="1667"/>
                  </a:cubicBezTo>
                  <a:cubicBezTo>
                    <a:pt x="2508" y="1661"/>
                    <a:pt x="2512" y="1666"/>
                    <a:pt x="2514" y="1664"/>
                  </a:cubicBezTo>
                  <a:cubicBezTo>
                    <a:pt x="2547" y="1662"/>
                    <a:pt x="2554" y="1661"/>
                    <a:pt x="2560" y="1658"/>
                  </a:cubicBezTo>
                  <a:cubicBezTo>
                    <a:pt x="2620" y="1652"/>
                    <a:pt x="2623" y="1651"/>
                    <a:pt x="2626" y="1650"/>
                  </a:cubicBezTo>
                  <a:cubicBezTo>
                    <a:pt x="2662" y="1652"/>
                    <a:pt x="2669" y="1652"/>
                    <a:pt x="2675" y="1651"/>
                  </a:cubicBezTo>
                  <a:cubicBezTo>
                    <a:pt x="2724" y="1652"/>
                    <a:pt x="2732" y="1655"/>
                    <a:pt x="2739" y="1654"/>
                  </a:cubicBezTo>
                  <a:cubicBezTo>
                    <a:pt x="2796" y="1661"/>
                    <a:pt x="2800" y="1664"/>
                    <a:pt x="2803" y="1663"/>
                  </a:cubicBezTo>
                  <a:cubicBezTo>
                    <a:pt x="2817" y="1678"/>
                    <a:pt x="2813" y="1673"/>
                    <a:pt x="2811" y="1675"/>
                  </a:cubicBezTo>
                  <a:cubicBezTo>
                    <a:pt x="2770" y="1672"/>
                    <a:pt x="2758" y="1673"/>
                    <a:pt x="2745" y="1671"/>
                  </a:cubicBezTo>
                  <a:cubicBezTo>
                    <a:pt x="2650" y="1676"/>
                    <a:pt x="2646" y="1683"/>
                    <a:pt x="2638" y="1679"/>
                  </a:cubicBezTo>
                  <a:cubicBezTo>
                    <a:pt x="2619" y="1686"/>
                    <a:pt x="2615" y="1682"/>
                    <a:pt x="2613" y="1685"/>
                  </a:cubicBezTo>
                  <a:cubicBezTo>
                    <a:pt x="2593" y="1688"/>
                    <a:pt x="2590" y="1688"/>
                    <a:pt x="2587" y="1689"/>
                  </a:cubicBezTo>
                  <a:cubicBezTo>
                    <a:pt x="2558" y="1695"/>
                    <a:pt x="2555" y="1695"/>
                    <a:pt x="2552" y="1697"/>
                  </a:cubicBezTo>
                  <a:cubicBezTo>
                    <a:pt x="2509" y="1701"/>
                    <a:pt x="2506" y="1705"/>
                    <a:pt x="2501" y="1700"/>
                  </a:cubicBezTo>
                  <a:cubicBezTo>
                    <a:pt x="2459" y="1707"/>
                    <a:pt x="2451" y="1707"/>
                    <a:pt x="2443" y="1708"/>
                  </a:cubicBezTo>
                  <a:cubicBezTo>
                    <a:pt x="2414" y="1713"/>
                    <a:pt x="2406" y="1710"/>
                    <a:pt x="2398" y="1713"/>
                  </a:cubicBezTo>
                  <a:cubicBezTo>
                    <a:pt x="2321" y="1710"/>
                    <a:pt x="2314" y="1713"/>
                    <a:pt x="2305" y="1711"/>
                  </a:cubicBezTo>
                  <a:cubicBezTo>
                    <a:pt x="2241" y="1703"/>
                    <a:pt x="2226" y="1705"/>
                    <a:pt x="2210" y="1700"/>
                  </a:cubicBezTo>
                  <a:cubicBezTo>
                    <a:pt x="2178" y="1697"/>
                    <a:pt x="2168" y="1688"/>
                    <a:pt x="2161" y="1691"/>
                  </a:cubicBezTo>
                  <a:cubicBezTo>
                    <a:pt x="2204" y="1705"/>
                    <a:pt x="2210" y="1706"/>
                    <a:pt x="2216" y="1707"/>
                  </a:cubicBezTo>
                  <a:cubicBezTo>
                    <a:pt x="2314" y="1720"/>
                    <a:pt x="2320" y="1719"/>
                    <a:pt x="2326" y="1719"/>
                  </a:cubicBezTo>
                  <a:cubicBezTo>
                    <a:pt x="2366" y="1716"/>
                    <a:pt x="2374" y="1724"/>
                    <a:pt x="2380" y="1721"/>
                  </a:cubicBezTo>
                  <a:cubicBezTo>
                    <a:pt x="2490" y="1712"/>
                    <a:pt x="2502" y="1711"/>
                    <a:pt x="2514" y="1711"/>
                  </a:cubicBezTo>
                  <a:cubicBezTo>
                    <a:pt x="2560" y="1701"/>
                    <a:pt x="2570" y="1701"/>
                    <a:pt x="2580" y="1700"/>
                  </a:cubicBezTo>
                  <a:cubicBezTo>
                    <a:pt x="2624" y="1689"/>
                    <a:pt x="2627" y="1689"/>
                    <a:pt x="2630" y="1691"/>
                  </a:cubicBezTo>
                  <a:cubicBezTo>
                    <a:pt x="2674" y="1686"/>
                    <a:pt x="2680" y="1685"/>
                    <a:pt x="2687" y="1685"/>
                  </a:cubicBezTo>
                  <a:cubicBezTo>
                    <a:pt x="2721" y="1678"/>
                    <a:pt x="2725" y="1684"/>
                    <a:pt x="2728" y="1681"/>
                  </a:cubicBezTo>
                  <a:cubicBezTo>
                    <a:pt x="2748" y="1684"/>
                    <a:pt x="2750" y="1680"/>
                    <a:pt x="2752" y="1681"/>
                  </a:cubicBezTo>
                  <a:cubicBezTo>
                    <a:pt x="2779" y="1689"/>
                    <a:pt x="2773" y="1678"/>
                    <a:pt x="2772" y="1686"/>
                  </a:cubicBezTo>
                  <a:cubicBezTo>
                    <a:pt x="2733" y="1690"/>
                    <a:pt x="2731" y="1691"/>
                    <a:pt x="2729" y="1692"/>
                  </a:cubicBezTo>
                  <a:cubicBezTo>
                    <a:pt x="2699" y="1696"/>
                    <a:pt x="2691" y="1701"/>
                    <a:pt x="2682" y="1703"/>
                  </a:cubicBezTo>
                  <a:cubicBezTo>
                    <a:pt x="2646" y="1707"/>
                    <a:pt x="2638" y="1713"/>
                    <a:pt x="2630" y="1715"/>
                  </a:cubicBezTo>
                  <a:cubicBezTo>
                    <a:pt x="2586" y="1730"/>
                    <a:pt x="2581" y="1731"/>
                    <a:pt x="2577" y="1732"/>
                  </a:cubicBezTo>
                  <a:cubicBezTo>
                    <a:pt x="2534" y="1747"/>
                    <a:pt x="2530" y="1748"/>
                    <a:pt x="2525" y="1750"/>
                  </a:cubicBezTo>
                  <a:cubicBezTo>
                    <a:pt x="2489" y="1754"/>
                    <a:pt x="2482" y="1764"/>
                    <a:pt x="2472" y="1759"/>
                  </a:cubicBezTo>
                  <a:cubicBezTo>
                    <a:pt x="2413" y="1764"/>
                    <a:pt x="2409" y="1766"/>
                    <a:pt x="2404" y="1766"/>
                  </a:cubicBezTo>
                  <a:cubicBezTo>
                    <a:pt x="2352" y="1766"/>
                    <a:pt x="2342" y="1760"/>
                    <a:pt x="2333" y="1763"/>
                  </a:cubicBezTo>
                  <a:cubicBezTo>
                    <a:pt x="2404" y="1770"/>
                    <a:pt x="2412" y="1772"/>
                    <a:pt x="2419" y="1771"/>
                  </a:cubicBezTo>
                  <a:cubicBezTo>
                    <a:pt x="2475" y="1765"/>
                    <a:pt x="2491" y="1769"/>
                    <a:pt x="2504" y="1762"/>
                  </a:cubicBezTo>
                  <a:cubicBezTo>
                    <a:pt x="2567" y="1744"/>
                    <a:pt x="2571" y="1747"/>
                    <a:pt x="2574" y="1740"/>
                  </a:cubicBezTo>
                  <a:cubicBezTo>
                    <a:pt x="2596" y="1732"/>
                    <a:pt x="2601" y="1738"/>
                    <a:pt x="2603" y="1731"/>
                  </a:cubicBezTo>
                  <a:cubicBezTo>
                    <a:pt x="2653" y="1722"/>
                    <a:pt x="2659" y="1714"/>
                    <a:pt x="2666" y="1712"/>
                  </a:cubicBezTo>
                  <a:cubicBezTo>
                    <a:pt x="2710" y="1703"/>
                    <a:pt x="2727" y="1700"/>
                    <a:pt x="2744" y="1697"/>
                  </a:cubicBezTo>
                  <a:cubicBezTo>
                    <a:pt x="2780" y="1698"/>
                    <a:pt x="2788" y="1692"/>
                    <a:pt x="2797" y="1695"/>
                  </a:cubicBezTo>
                  <a:cubicBezTo>
                    <a:pt x="2832" y="1693"/>
                    <a:pt x="2841" y="1692"/>
                    <a:pt x="2851" y="1697"/>
                  </a:cubicBezTo>
                  <a:cubicBezTo>
                    <a:pt x="2883" y="1700"/>
                    <a:pt x="2887" y="1701"/>
                    <a:pt x="2892" y="1703"/>
                  </a:cubicBezTo>
                  <a:cubicBezTo>
                    <a:pt x="2862" y="1708"/>
                    <a:pt x="2854" y="1704"/>
                    <a:pt x="2847" y="1707"/>
                  </a:cubicBezTo>
                  <a:cubicBezTo>
                    <a:pt x="2795" y="1706"/>
                    <a:pt x="2789" y="1714"/>
                    <a:pt x="2780" y="1710"/>
                  </a:cubicBezTo>
                  <a:cubicBezTo>
                    <a:pt x="2763" y="1715"/>
                    <a:pt x="2760" y="1712"/>
                    <a:pt x="2759" y="1714"/>
                  </a:cubicBezTo>
                  <a:cubicBezTo>
                    <a:pt x="2721" y="1718"/>
                    <a:pt x="2707" y="1724"/>
                    <a:pt x="2692" y="1724"/>
                  </a:cubicBezTo>
                  <a:cubicBezTo>
                    <a:pt x="2667" y="1732"/>
                    <a:pt x="2663" y="1731"/>
                    <a:pt x="2661" y="1735"/>
                  </a:cubicBezTo>
                  <a:cubicBezTo>
                    <a:pt x="2626" y="1745"/>
                    <a:pt x="2625" y="1745"/>
                    <a:pt x="2624" y="1748"/>
                  </a:cubicBezTo>
                  <a:cubicBezTo>
                    <a:pt x="2592" y="1757"/>
                    <a:pt x="2578" y="1764"/>
                    <a:pt x="2563" y="1768"/>
                  </a:cubicBezTo>
                  <a:cubicBezTo>
                    <a:pt x="2535" y="1773"/>
                    <a:pt x="2528" y="1777"/>
                    <a:pt x="2520" y="1781"/>
                  </a:cubicBezTo>
                  <a:cubicBezTo>
                    <a:pt x="2487" y="1781"/>
                    <a:pt x="2479" y="1784"/>
                    <a:pt x="2471" y="1785"/>
                  </a:cubicBezTo>
                  <a:cubicBezTo>
                    <a:pt x="2370" y="1780"/>
                    <a:pt x="2359" y="1771"/>
                    <a:pt x="2349" y="1774"/>
                  </a:cubicBezTo>
                  <a:cubicBezTo>
                    <a:pt x="2390" y="1781"/>
                    <a:pt x="2394" y="1787"/>
                    <a:pt x="2397" y="1785"/>
                  </a:cubicBezTo>
                  <a:cubicBezTo>
                    <a:pt x="2438" y="1786"/>
                    <a:pt x="2451" y="1790"/>
                    <a:pt x="2462" y="1789"/>
                  </a:cubicBezTo>
                  <a:cubicBezTo>
                    <a:pt x="2521" y="1786"/>
                    <a:pt x="2524" y="1785"/>
                    <a:pt x="2528" y="1786"/>
                  </a:cubicBezTo>
                  <a:cubicBezTo>
                    <a:pt x="2579" y="1770"/>
                    <a:pt x="2588" y="1769"/>
                    <a:pt x="2592" y="1768"/>
                  </a:cubicBezTo>
                  <a:cubicBezTo>
                    <a:pt x="2650" y="1747"/>
                    <a:pt x="2654" y="1746"/>
                    <a:pt x="2657" y="1746"/>
                  </a:cubicBezTo>
                  <a:cubicBezTo>
                    <a:pt x="2687" y="1734"/>
                    <a:pt x="2690" y="1734"/>
                    <a:pt x="2694" y="1737"/>
                  </a:cubicBezTo>
                  <a:cubicBezTo>
                    <a:pt x="2724" y="1724"/>
                    <a:pt x="2729" y="1728"/>
                    <a:pt x="2731" y="1727"/>
                  </a:cubicBezTo>
                  <a:cubicBezTo>
                    <a:pt x="2767" y="1722"/>
                    <a:pt x="2772" y="1720"/>
                    <a:pt x="2779" y="1723"/>
                  </a:cubicBezTo>
                  <a:cubicBezTo>
                    <a:pt x="2794" y="1720"/>
                    <a:pt x="2797" y="1718"/>
                    <a:pt x="2796" y="1721"/>
                  </a:cubicBezTo>
                  <a:cubicBezTo>
                    <a:pt x="2776" y="1728"/>
                    <a:pt x="2771" y="1730"/>
                    <a:pt x="2765" y="1732"/>
                  </a:cubicBezTo>
                  <a:cubicBezTo>
                    <a:pt x="2712" y="1755"/>
                    <a:pt x="2708" y="1762"/>
                    <a:pt x="2702" y="1760"/>
                  </a:cubicBezTo>
                  <a:cubicBezTo>
                    <a:pt x="2646" y="1781"/>
                    <a:pt x="2641" y="1788"/>
                    <a:pt x="2635" y="1789"/>
                  </a:cubicBezTo>
                  <a:cubicBezTo>
                    <a:pt x="2575" y="1810"/>
                    <a:pt x="2566" y="1802"/>
                    <a:pt x="2560" y="1807"/>
                  </a:cubicBezTo>
                  <a:cubicBezTo>
                    <a:pt x="2499" y="1820"/>
                    <a:pt x="2504" y="1816"/>
                    <a:pt x="2511" y="1819"/>
                  </a:cubicBezTo>
                  <a:cubicBezTo>
                    <a:pt x="2569" y="1813"/>
                    <a:pt x="2574" y="1809"/>
                    <a:pt x="2580" y="1813"/>
                  </a:cubicBezTo>
                  <a:cubicBezTo>
                    <a:pt x="2618" y="1802"/>
                    <a:pt x="2621" y="1802"/>
                    <a:pt x="2624" y="1803"/>
                  </a:cubicBezTo>
                  <a:cubicBezTo>
                    <a:pt x="2645" y="1797"/>
                    <a:pt x="2648" y="1796"/>
                    <a:pt x="2651" y="1794"/>
                  </a:cubicBezTo>
                  <a:cubicBezTo>
                    <a:pt x="2689" y="1774"/>
                    <a:pt x="2696" y="1779"/>
                    <a:pt x="2701" y="1773"/>
                  </a:cubicBezTo>
                  <a:cubicBezTo>
                    <a:pt x="2741" y="1756"/>
                    <a:pt x="2745" y="1746"/>
                    <a:pt x="2751" y="1749"/>
                  </a:cubicBezTo>
                  <a:cubicBezTo>
                    <a:pt x="2789" y="1733"/>
                    <a:pt x="2792" y="1733"/>
                    <a:pt x="2795" y="1730"/>
                  </a:cubicBezTo>
                  <a:cubicBezTo>
                    <a:pt x="2788" y="1740"/>
                    <a:pt x="2783" y="1735"/>
                    <a:pt x="2780" y="1741"/>
                  </a:cubicBezTo>
                  <a:cubicBezTo>
                    <a:pt x="2731" y="1774"/>
                    <a:pt x="2723" y="1772"/>
                    <a:pt x="2717" y="1781"/>
                  </a:cubicBezTo>
                  <a:cubicBezTo>
                    <a:pt x="2647" y="1806"/>
                    <a:pt x="2644" y="1811"/>
                    <a:pt x="2640" y="1810"/>
                  </a:cubicBezTo>
                  <a:cubicBezTo>
                    <a:pt x="2650" y="1810"/>
                    <a:pt x="2656" y="1813"/>
                    <a:pt x="2661" y="1809"/>
                  </a:cubicBezTo>
                  <a:cubicBezTo>
                    <a:pt x="2708" y="1802"/>
                    <a:pt x="2718" y="1795"/>
                    <a:pt x="2730" y="1797"/>
                  </a:cubicBezTo>
                  <a:cubicBezTo>
                    <a:pt x="2808" y="1776"/>
                    <a:pt x="2811" y="1768"/>
                    <a:pt x="2815" y="1767"/>
                  </a:cubicBezTo>
                  <a:cubicBezTo>
                    <a:pt x="2831" y="1757"/>
                    <a:pt x="2836" y="1762"/>
                    <a:pt x="2840" y="1758"/>
                  </a:cubicBezTo>
                  <a:cubicBezTo>
                    <a:pt x="2870" y="1752"/>
                    <a:pt x="2873" y="1743"/>
                    <a:pt x="2878" y="1747"/>
                  </a:cubicBezTo>
                  <a:cubicBezTo>
                    <a:pt x="2933" y="1737"/>
                    <a:pt x="2936" y="1737"/>
                    <a:pt x="2940" y="1738"/>
                  </a:cubicBezTo>
                  <a:cubicBezTo>
                    <a:pt x="2979" y="1744"/>
                    <a:pt x="2985" y="1741"/>
                    <a:pt x="2993" y="1744"/>
                  </a:cubicBezTo>
                  <a:cubicBezTo>
                    <a:pt x="3006" y="1750"/>
                    <a:pt x="3002" y="1756"/>
                    <a:pt x="2996" y="1751"/>
                  </a:cubicBezTo>
                  <a:cubicBezTo>
                    <a:pt x="2968" y="1752"/>
                    <a:pt x="2964" y="1751"/>
                    <a:pt x="2961" y="1749"/>
                  </a:cubicBezTo>
                  <a:cubicBezTo>
                    <a:pt x="2898" y="1754"/>
                    <a:pt x="2888" y="1762"/>
                    <a:pt x="2876" y="1758"/>
                  </a:cubicBezTo>
                  <a:cubicBezTo>
                    <a:pt x="2827" y="1782"/>
                    <a:pt x="2820" y="1785"/>
                    <a:pt x="2813" y="1787"/>
                  </a:cubicBezTo>
                  <a:cubicBezTo>
                    <a:pt x="2798" y="1797"/>
                    <a:pt x="2801" y="1795"/>
                    <a:pt x="2805" y="1795"/>
                  </a:cubicBezTo>
                  <a:cubicBezTo>
                    <a:pt x="2842" y="1780"/>
                    <a:pt x="2850" y="1784"/>
                    <a:pt x="2856" y="1776"/>
                  </a:cubicBezTo>
                  <a:cubicBezTo>
                    <a:pt x="2907" y="1764"/>
                    <a:pt x="2915" y="1765"/>
                    <a:pt x="2922" y="1760"/>
                  </a:cubicBezTo>
                  <a:cubicBezTo>
                    <a:pt x="2969" y="1757"/>
                    <a:pt x="2974" y="1763"/>
                    <a:pt x="2977" y="1760"/>
                  </a:cubicBezTo>
                  <a:cubicBezTo>
                    <a:pt x="3025" y="1770"/>
                    <a:pt x="3035" y="1767"/>
                    <a:pt x="3047" y="1773"/>
                  </a:cubicBezTo>
                  <a:cubicBezTo>
                    <a:pt x="3015" y="1779"/>
                    <a:pt x="3010" y="1773"/>
                    <a:pt x="3005" y="1776"/>
                  </a:cubicBezTo>
                  <a:cubicBezTo>
                    <a:pt x="3006" y="1780"/>
                    <a:pt x="3009" y="1784"/>
                    <a:pt x="3012" y="1786"/>
                  </a:cubicBezTo>
                  <a:cubicBezTo>
                    <a:pt x="2990" y="1813"/>
                    <a:pt x="2982" y="1817"/>
                    <a:pt x="2975" y="1826"/>
                  </a:cubicBezTo>
                  <a:cubicBezTo>
                    <a:pt x="3010" y="1818"/>
                    <a:pt x="3011" y="1815"/>
                    <a:pt x="3013" y="1816"/>
                  </a:cubicBezTo>
                  <a:cubicBezTo>
                    <a:pt x="3037" y="1804"/>
                    <a:pt x="3040" y="1802"/>
                    <a:pt x="3044" y="1802"/>
                  </a:cubicBezTo>
                  <a:cubicBezTo>
                    <a:pt x="3141" y="1829"/>
                    <a:pt x="3145" y="1819"/>
                    <a:pt x="3151" y="1821"/>
                  </a:cubicBezTo>
                  <a:close/>
                  <a:moveTo>
                    <a:pt x="2862" y="1579"/>
                  </a:moveTo>
                  <a:cubicBezTo>
                    <a:pt x="2853" y="1564"/>
                    <a:pt x="2854" y="1547"/>
                    <a:pt x="2846" y="1531"/>
                  </a:cubicBezTo>
                  <a:cubicBezTo>
                    <a:pt x="2843" y="1511"/>
                    <a:pt x="2840" y="1510"/>
                    <a:pt x="2841" y="1507"/>
                  </a:cubicBezTo>
                  <a:cubicBezTo>
                    <a:pt x="2815" y="1429"/>
                    <a:pt x="2813" y="1421"/>
                    <a:pt x="2813" y="1412"/>
                  </a:cubicBezTo>
                  <a:cubicBezTo>
                    <a:pt x="2793" y="1358"/>
                    <a:pt x="2786" y="1351"/>
                    <a:pt x="2786" y="1342"/>
                  </a:cubicBezTo>
                  <a:cubicBezTo>
                    <a:pt x="2769" y="1304"/>
                    <a:pt x="2769" y="1300"/>
                    <a:pt x="2764" y="1296"/>
                  </a:cubicBezTo>
                  <a:cubicBezTo>
                    <a:pt x="2737" y="1243"/>
                    <a:pt x="2739" y="1234"/>
                    <a:pt x="2732" y="1227"/>
                  </a:cubicBezTo>
                  <a:cubicBezTo>
                    <a:pt x="2719" y="1202"/>
                    <a:pt x="2722" y="1202"/>
                    <a:pt x="2724" y="1204"/>
                  </a:cubicBezTo>
                  <a:cubicBezTo>
                    <a:pt x="2736" y="1222"/>
                    <a:pt x="2739" y="1227"/>
                    <a:pt x="2741" y="1233"/>
                  </a:cubicBezTo>
                  <a:cubicBezTo>
                    <a:pt x="2767" y="1280"/>
                    <a:pt x="2769" y="1283"/>
                    <a:pt x="2769" y="1286"/>
                  </a:cubicBezTo>
                  <a:cubicBezTo>
                    <a:pt x="2790" y="1326"/>
                    <a:pt x="2788" y="1332"/>
                    <a:pt x="2795" y="1337"/>
                  </a:cubicBezTo>
                  <a:cubicBezTo>
                    <a:pt x="2816" y="1408"/>
                    <a:pt x="2821" y="1417"/>
                    <a:pt x="2821" y="1428"/>
                  </a:cubicBezTo>
                  <a:cubicBezTo>
                    <a:pt x="2828" y="1445"/>
                    <a:pt x="2827" y="1448"/>
                    <a:pt x="2827" y="1450"/>
                  </a:cubicBezTo>
                  <a:cubicBezTo>
                    <a:pt x="2840" y="1494"/>
                    <a:pt x="2842" y="1499"/>
                    <a:pt x="2844" y="1504"/>
                  </a:cubicBezTo>
                  <a:cubicBezTo>
                    <a:pt x="2856" y="1554"/>
                    <a:pt x="2859" y="1558"/>
                    <a:pt x="2859" y="1564"/>
                  </a:cubicBezTo>
                  <a:close/>
                  <a:moveTo>
                    <a:pt x="2583" y="1443"/>
                  </a:moveTo>
                  <a:cubicBezTo>
                    <a:pt x="2577" y="1441"/>
                    <a:pt x="2582" y="1437"/>
                    <a:pt x="2578" y="1434"/>
                  </a:cubicBezTo>
                  <a:cubicBezTo>
                    <a:pt x="2574" y="1428"/>
                    <a:pt x="2573" y="1422"/>
                    <a:pt x="2570" y="1416"/>
                  </a:cubicBezTo>
                  <a:cubicBezTo>
                    <a:pt x="2572" y="1413"/>
                    <a:pt x="2573" y="1418"/>
                    <a:pt x="2572" y="1420"/>
                  </a:cubicBezTo>
                  <a:cubicBezTo>
                    <a:pt x="2582" y="1429"/>
                    <a:pt x="2582" y="1440"/>
                    <a:pt x="2589" y="1449"/>
                  </a:cubicBezTo>
                  <a:cubicBezTo>
                    <a:pt x="2586" y="1453"/>
                    <a:pt x="2583" y="1445"/>
                    <a:pt x="2583" y="1443"/>
                  </a:cubicBezTo>
                  <a:close/>
                  <a:moveTo>
                    <a:pt x="2161" y="1164"/>
                  </a:moveTo>
                  <a:cubicBezTo>
                    <a:pt x="2159" y="1156"/>
                    <a:pt x="2149" y="1149"/>
                    <a:pt x="2145" y="1141"/>
                  </a:cubicBezTo>
                  <a:cubicBezTo>
                    <a:pt x="2150" y="1136"/>
                    <a:pt x="2148" y="1145"/>
                    <a:pt x="2152" y="1146"/>
                  </a:cubicBezTo>
                  <a:cubicBezTo>
                    <a:pt x="2153" y="1148"/>
                    <a:pt x="2156" y="1151"/>
                    <a:pt x="2160" y="1153"/>
                  </a:cubicBezTo>
                  <a:cubicBezTo>
                    <a:pt x="2160" y="1160"/>
                    <a:pt x="2166" y="1166"/>
                    <a:pt x="2172" y="1172"/>
                  </a:cubicBezTo>
                  <a:cubicBezTo>
                    <a:pt x="2166" y="1176"/>
                    <a:pt x="2167" y="1165"/>
                    <a:pt x="2161" y="1164"/>
                  </a:cubicBezTo>
                  <a:close/>
                  <a:moveTo>
                    <a:pt x="2176" y="1185"/>
                  </a:moveTo>
                  <a:cubicBezTo>
                    <a:pt x="2179" y="1177"/>
                    <a:pt x="2182" y="1189"/>
                    <a:pt x="2185" y="1191"/>
                  </a:cubicBezTo>
                  <a:cubicBezTo>
                    <a:pt x="2180" y="1195"/>
                    <a:pt x="2182" y="1185"/>
                    <a:pt x="2176" y="1185"/>
                  </a:cubicBezTo>
                  <a:close/>
                  <a:moveTo>
                    <a:pt x="2197" y="1209"/>
                  </a:moveTo>
                  <a:cubicBezTo>
                    <a:pt x="2194" y="1203"/>
                    <a:pt x="2200" y="1211"/>
                    <a:pt x="2202" y="1213"/>
                  </a:cubicBezTo>
                  <a:cubicBezTo>
                    <a:pt x="2199" y="1215"/>
                    <a:pt x="2199" y="1211"/>
                    <a:pt x="2197" y="1209"/>
                  </a:cubicBezTo>
                  <a:close/>
                  <a:moveTo>
                    <a:pt x="2096" y="1210"/>
                  </a:moveTo>
                  <a:cubicBezTo>
                    <a:pt x="2094" y="1207"/>
                    <a:pt x="2099" y="1209"/>
                    <a:pt x="2101" y="1211"/>
                  </a:cubicBezTo>
                  <a:cubicBezTo>
                    <a:pt x="2103" y="1214"/>
                    <a:pt x="2099" y="1212"/>
                    <a:pt x="2096" y="1210"/>
                  </a:cubicBezTo>
                  <a:close/>
                  <a:moveTo>
                    <a:pt x="2214" y="1294"/>
                  </a:moveTo>
                  <a:cubicBezTo>
                    <a:pt x="2209" y="1289"/>
                    <a:pt x="2207" y="1293"/>
                    <a:pt x="2203" y="1289"/>
                  </a:cubicBezTo>
                  <a:cubicBezTo>
                    <a:pt x="2145" y="1278"/>
                    <a:pt x="2137" y="1269"/>
                    <a:pt x="2130" y="1270"/>
                  </a:cubicBezTo>
                  <a:cubicBezTo>
                    <a:pt x="2065" y="1252"/>
                    <a:pt x="2059" y="1244"/>
                    <a:pt x="2056" y="1247"/>
                  </a:cubicBezTo>
                  <a:cubicBezTo>
                    <a:pt x="2032" y="1238"/>
                    <a:pt x="2030" y="1242"/>
                    <a:pt x="2026" y="1237"/>
                  </a:cubicBezTo>
                  <a:cubicBezTo>
                    <a:pt x="1992" y="1231"/>
                    <a:pt x="1987" y="1224"/>
                    <a:pt x="1985" y="1228"/>
                  </a:cubicBezTo>
                  <a:cubicBezTo>
                    <a:pt x="1894" y="1185"/>
                    <a:pt x="1889" y="1182"/>
                    <a:pt x="1884" y="1179"/>
                  </a:cubicBezTo>
                  <a:cubicBezTo>
                    <a:pt x="1936" y="1199"/>
                    <a:pt x="1940" y="1202"/>
                    <a:pt x="1943" y="1200"/>
                  </a:cubicBezTo>
                  <a:cubicBezTo>
                    <a:pt x="1968" y="1208"/>
                    <a:pt x="1973" y="1214"/>
                    <a:pt x="1975" y="1211"/>
                  </a:cubicBezTo>
                  <a:cubicBezTo>
                    <a:pt x="2048" y="1233"/>
                    <a:pt x="2055" y="1236"/>
                    <a:pt x="2062" y="1235"/>
                  </a:cubicBezTo>
                  <a:cubicBezTo>
                    <a:pt x="2108" y="1244"/>
                    <a:pt x="2114" y="1253"/>
                    <a:pt x="2117" y="1250"/>
                  </a:cubicBezTo>
                  <a:cubicBezTo>
                    <a:pt x="2143" y="1262"/>
                    <a:pt x="2145" y="1257"/>
                    <a:pt x="2149" y="1261"/>
                  </a:cubicBezTo>
                  <a:cubicBezTo>
                    <a:pt x="2224" y="1291"/>
                    <a:pt x="2230" y="1292"/>
                    <a:pt x="2235" y="1297"/>
                  </a:cubicBezTo>
                  <a:close/>
                  <a:moveTo>
                    <a:pt x="2235" y="1269"/>
                  </a:moveTo>
                  <a:cubicBezTo>
                    <a:pt x="2230" y="1265"/>
                    <a:pt x="2223" y="1262"/>
                    <a:pt x="2222" y="1257"/>
                  </a:cubicBezTo>
                  <a:cubicBezTo>
                    <a:pt x="2227" y="1254"/>
                    <a:pt x="2226" y="1264"/>
                    <a:pt x="2233" y="1265"/>
                  </a:cubicBezTo>
                  <a:cubicBezTo>
                    <a:pt x="2236" y="1266"/>
                    <a:pt x="2235" y="1268"/>
                    <a:pt x="2237" y="1270"/>
                  </a:cubicBezTo>
                  <a:cubicBezTo>
                    <a:pt x="2240" y="1272"/>
                    <a:pt x="2242" y="1273"/>
                    <a:pt x="2244" y="1275"/>
                  </a:cubicBezTo>
                  <a:cubicBezTo>
                    <a:pt x="2250" y="1281"/>
                    <a:pt x="2232" y="1272"/>
                    <a:pt x="2235" y="1269"/>
                  </a:cubicBezTo>
                  <a:close/>
                  <a:moveTo>
                    <a:pt x="2448" y="1429"/>
                  </a:moveTo>
                  <a:cubicBezTo>
                    <a:pt x="2451" y="1431"/>
                    <a:pt x="2453" y="1432"/>
                    <a:pt x="2456" y="1434"/>
                  </a:cubicBezTo>
                  <a:cubicBezTo>
                    <a:pt x="2458" y="1437"/>
                    <a:pt x="2454" y="1436"/>
                    <a:pt x="2453" y="1434"/>
                  </a:cubicBezTo>
                  <a:cubicBezTo>
                    <a:pt x="2450" y="1433"/>
                    <a:pt x="2448" y="1431"/>
                    <a:pt x="2445" y="1430"/>
                  </a:cubicBezTo>
                  <a:cubicBezTo>
                    <a:pt x="2443" y="1427"/>
                    <a:pt x="2446" y="1428"/>
                    <a:pt x="2448" y="1429"/>
                  </a:cubicBezTo>
                  <a:close/>
                  <a:moveTo>
                    <a:pt x="2359" y="1335"/>
                  </a:moveTo>
                  <a:cubicBezTo>
                    <a:pt x="2355" y="1338"/>
                    <a:pt x="2355" y="1333"/>
                    <a:pt x="2353" y="1332"/>
                  </a:cubicBezTo>
                  <a:cubicBezTo>
                    <a:pt x="2351" y="1325"/>
                    <a:pt x="2356" y="1333"/>
                    <a:pt x="2359" y="1335"/>
                  </a:cubicBezTo>
                  <a:close/>
                  <a:moveTo>
                    <a:pt x="2273" y="1239"/>
                  </a:moveTo>
                  <a:cubicBezTo>
                    <a:pt x="2265" y="1229"/>
                    <a:pt x="2258" y="1219"/>
                    <a:pt x="2252" y="1209"/>
                  </a:cubicBezTo>
                  <a:cubicBezTo>
                    <a:pt x="2209" y="1141"/>
                    <a:pt x="2202" y="1137"/>
                    <a:pt x="2201" y="1131"/>
                  </a:cubicBezTo>
                  <a:cubicBezTo>
                    <a:pt x="2182" y="1105"/>
                    <a:pt x="2183" y="1103"/>
                    <a:pt x="2180" y="1101"/>
                  </a:cubicBezTo>
                  <a:cubicBezTo>
                    <a:pt x="2155" y="1064"/>
                    <a:pt x="2155" y="1058"/>
                    <a:pt x="2148" y="1054"/>
                  </a:cubicBezTo>
                  <a:cubicBezTo>
                    <a:pt x="2108" y="987"/>
                    <a:pt x="2105" y="982"/>
                    <a:pt x="2100" y="977"/>
                  </a:cubicBezTo>
                  <a:cubicBezTo>
                    <a:pt x="2088" y="959"/>
                    <a:pt x="2079" y="954"/>
                    <a:pt x="2077" y="948"/>
                  </a:cubicBezTo>
                  <a:cubicBezTo>
                    <a:pt x="2024" y="896"/>
                    <a:pt x="2010" y="887"/>
                    <a:pt x="2001" y="877"/>
                  </a:cubicBezTo>
                  <a:cubicBezTo>
                    <a:pt x="1972" y="854"/>
                    <a:pt x="1977" y="859"/>
                    <a:pt x="1982" y="859"/>
                  </a:cubicBezTo>
                  <a:cubicBezTo>
                    <a:pt x="2035" y="890"/>
                    <a:pt x="2044" y="903"/>
                    <a:pt x="2063" y="913"/>
                  </a:cubicBezTo>
                  <a:cubicBezTo>
                    <a:pt x="2104" y="956"/>
                    <a:pt x="2107" y="960"/>
                    <a:pt x="2108" y="964"/>
                  </a:cubicBezTo>
                  <a:cubicBezTo>
                    <a:pt x="2144" y="1006"/>
                    <a:pt x="2147" y="1010"/>
                    <a:pt x="2148" y="1014"/>
                  </a:cubicBezTo>
                  <a:cubicBezTo>
                    <a:pt x="2196" y="1085"/>
                    <a:pt x="2195" y="1090"/>
                    <a:pt x="2200" y="1094"/>
                  </a:cubicBezTo>
                  <a:cubicBezTo>
                    <a:pt x="2235" y="1150"/>
                    <a:pt x="2235" y="1155"/>
                    <a:pt x="2240" y="1159"/>
                  </a:cubicBezTo>
                  <a:cubicBezTo>
                    <a:pt x="2266" y="1203"/>
                    <a:pt x="2273" y="1206"/>
                    <a:pt x="2274" y="1211"/>
                  </a:cubicBezTo>
                  <a:cubicBezTo>
                    <a:pt x="2296" y="1240"/>
                    <a:pt x="2302" y="1258"/>
                    <a:pt x="2318" y="1274"/>
                  </a:cubicBezTo>
                  <a:cubicBezTo>
                    <a:pt x="2328" y="1293"/>
                    <a:pt x="2330" y="1297"/>
                    <a:pt x="2334" y="1301"/>
                  </a:cubicBezTo>
                  <a:cubicBezTo>
                    <a:pt x="2328" y="1309"/>
                    <a:pt x="2328" y="1303"/>
                    <a:pt x="2320" y="1299"/>
                  </a:cubicBezTo>
                  <a:cubicBezTo>
                    <a:pt x="2303" y="1273"/>
                    <a:pt x="2296" y="1272"/>
                    <a:pt x="2298" y="1269"/>
                  </a:cubicBezTo>
                  <a:cubicBezTo>
                    <a:pt x="2277" y="1244"/>
                    <a:pt x="2272" y="1242"/>
                    <a:pt x="2273" y="1239"/>
                  </a:cubicBezTo>
                  <a:close/>
                  <a:moveTo>
                    <a:pt x="2317" y="1315"/>
                  </a:moveTo>
                  <a:cubicBezTo>
                    <a:pt x="2316" y="1310"/>
                    <a:pt x="2308" y="1306"/>
                    <a:pt x="2306" y="1300"/>
                  </a:cubicBezTo>
                  <a:cubicBezTo>
                    <a:pt x="2304" y="1295"/>
                    <a:pt x="2300" y="1291"/>
                    <a:pt x="2297" y="1286"/>
                  </a:cubicBezTo>
                  <a:cubicBezTo>
                    <a:pt x="2289" y="1277"/>
                    <a:pt x="2282" y="1267"/>
                    <a:pt x="2274" y="1258"/>
                  </a:cubicBezTo>
                  <a:cubicBezTo>
                    <a:pt x="2277" y="1256"/>
                    <a:pt x="2276" y="1260"/>
                    <a:pt x="2279" y="1262"/>
                  </a:cubicBezTo>
                  <a:cubicBezTo>
                    <a:pt x="2282" y="1263"/>
                    <a:pt x="2284" y="1265"/>
                    <a:pt x="2287" y="1266"/>
                  </a:cubicBezTo>
                  <a:cubicBezTo>
                    <a:pt x="2287" y="1272"/>
                    <a:pt x="2292" y="1277"/>
                    <a:pt x="2298" y="1282"/>
                  </a:cubicBezTo>
                  <a:cubicBezTo>
                    <a:pt x="2299" y="1287"/>
                    <a:pt x="2306" y="1291"/>
                    <a:pt x="2308" y="1297"/>
                  </a:cubicBezTo>
                  <a:cubicBezTo>
                    <a:pt x="2320" y="1305"/>
                    <a:pt x="2321" y="1316"/>
                    <a:pt x="2335" y="1324"/>
                  </a:cubicBezTo>
                  <a:cubicBezTo>
                    <a:pt x="2329" y="1330"/>
                    <a:pt x="2326" y="1318"/>
                    <a:pt x="2317" y="1315"/>
                  </a:cubicBezTo>
                  <a:close/>
                  <a:moveTo>
                    <a:pt x="2334" y="1329"/>
                  </a:moveTo>
                  <a:cubicBezTo>
                    <a:pt x="2335" y="1328"/>
                    <a:pt x="2337" y="1329"/>
                    <a:pt x="2339" y="1330"/>
                  </a:cubicBezTo>
                  <a:cubicBezTo>
                    <a:pt x="2353" y="1342"/>
                    <a:pt x="2363" y="1355"/>
                    <a:pt x="2382" y="1367"/>
                  </a:cubicBezTo>
                  <a:cubicBezTo>
                    <a:pt x="2388" y="1372"/>
                    <a:pt x="2390" y="1378"/>
                    <a:pt x="2398" y="1382"/>
                  </a:cubicBezTo>
                  <a:cubicBezTo>
                    <a:pt x="2404" y="1383"/>
                    <a:pt x="2397" y="1394"/>
                    <a:pt x="2404" y="1389"/>
                  </a:cubicBezTo>
                  <a:cubicBezTo>
                    <a:pt x="2405" y="1393"/>
                    <a:pt x="2410" y="1395"/>
                    <a:pt x="2411" y="1399"/>
                  </a:cubicBezTo>
                  <a:cubicBezTo>
                    <a:pt x="2413" y="1402"/>
                    <a:pt x="2423" y="1404"/>
                    <a:pt x="2420" y="1408"/>
                  </a:cubicBezTo>
                  <a:cubicBezTo>
                    <a:pt x="2423" y="1410"/>
                    <a:pt x="2431" y="1412"/>
                    <a:pt x="2425" y="1416"/>
                  </a:cubicBezTo>
                  <a:cubicBezTo>
                    <a:pt x="2424" y="1411"/>
                    <a:pt x="2420" y="1415"/>
                    <a:pt x="2414" y="1409"/>
                  </a:cubicBezTo>
                  <a:cubicBezTo>
                    <a:pt x="2408" y="1407"/>
                    <a:pt x="2411" y="1402"/>
                    <a:pt x="2405" y="1400"/>
                  </a:cubicBezTo>
                  <a:cubicBezTo>
                    <a:pt x="2398" y="1396"/>
                    <a:pt x="2391" y="1391"/>
                    <a:pt x="2385" y="1387"/>
                  </a:cubicBezTo>
                  <a:cubicBezTo>
                    <a:pt x="2366" y="1368"/>
                    <a:pt x="2351" y="1348"/>
                    <a:pt x="2334" y="1329"/>
                  </a:cubicBezTo>
                  <a:close/>
                  <a:moveTo>
                    <a:pt x="2489" y="1477"/>
                  </a:moveTo>
                  <a:cubicBezTo>
                    <a:pt x="2484" y="1476"/>
                    <a:pt x="2475" y="1475"/>
                    <a:pt x="2474" y="1469"/>
                  </a:cubicBezTo>
                  <a:cubicBezTo>
                    <a:pt x="2394" y="1424"/>
                    <a:pt x="2383" y="1424"/>
                    <a:pt x="2370" y="1413"/>
                  </a:cubicBezTo>
                  <a:cubicBezTo>
                    <a:pt x="2334" y="1402"/>
                    <a:pt x="2329" y="1399"/>
                    <a:pt x="2324" y="1399"/>
                  </a:cubicBezTo>
                  <a:cubicBezTo>
                    <a:pt x="2273" y="1380"/>
                    <a:pt x="2269" y="1381"/>
                    <a:pt x="2264" y="1379"/>
                  </a:cubicBezTo>
                  <a:cubicBezTo>
                    <a:pt x="2221" y="1363"/>
                    <a:pt x="2217" y="1365"/>
                    <a:pt x="2215" y="1363"/>
                  </a:cubicBezTo>
                  <a:cubicBezTo>
                    <a:pt x="2193" y="1359"/>
                    <a:pt x="2189" y="1356"/>
                    <a:pt x="2186" y="1354"/>
                  </a:cubicBezTo>
                  <a:cubicBezTo>
                    <a:pt x="2160" y="1349"/>
                    <a:pt x="2155" y="1345"/>
                    <a:pt x="2150" y="1346"/>
                  </a:cubicBezTo>
                  <a:cubicBezTo>
                    <a:pt x="2069" y="1323"/>
                    <a:pt x="2059" y="1322"/>
                    <a:pt x="2049" y="1320"/>
                  </a:cubicBezTo>
                  <a:cubicBezTo>
                    <a:pt x="2000" y="1301"/>
                    <a:pt x="1995" y="1302"/>
                    <a:pt x="1990" y="1299"/>
                  </a:cubicBezTo>
                  <a:cubicBezTo>
                    <a:pt x="1896" y="1255"/>
                    <a:pt x="1890" y="1251"/>
                    <a:pt x="1885" y="1248"/>
                  </a:cubicBezTo>
                  <a:cubicBezTo>
                    <a:pt x="1873" y="1238"/>
                    <a:pt x="1875" y="1238"/>
                    <a:pt x="1877" y="1240"/>
                  </a:cubicBezTo>
                  <a:cubicBezTo>
                    <a:pt x="1922" y="1254"/>
                    <a:pt x="1926" y="1252"/>
                    <a:pt x="1931" y="1258"/>
                  </a:cubicBezTo>
                  <a:cubicBezTo>
                    <a:pt x="1967" y="1262"/>
                    <a:pt x="1971" y="1268"/>
                    <a:pt x="1973" y="1265"/>
                  </a:cubicBezTo>
                  <a:cubicBezTo>
                    <a:pt x="2029" y="1276"/>
                    <a:pt x="2037" y="1284"/>
                    <a:pt x="2042" y="1279"/>
                  </a:cubicBezTo>
                  <a:cubicBezTo>
                    <a:pt x="2089" y="1292"/>
                    <a:pt x="2094" y="1289"/>
                    <a:pt x="2100" y="1294"/>
                  </a:cubicBezTo>
                  <a:cubicBezTo>
                    <a:pt x="2177" y="1307"/>
                    <a:pt x="2183" y="1311"/>
                    <a:pt x="2187" y="1310"/>
                  </a:cubicBezTo>
                  <a:cubicBezTo>
                    <a:pt x="2256" y="1336"/>
                    <a:pt x="2257" y="1330"/>
                    <a:pt x="2258" y="1337"/>
                  </a:cubicBezTo>
                  <a:cubicBezTo>
                    <a:pt x="2304" y="1360"/>
                    <a:pt x="2324" y="1367"/>
                    <a:pt x="2345" y="1379"/>
                  </a:cubicBezTo>
                  <a:cubicBezTo>
                    <a:pt x="2411" y="1419"/>
                    <a:pt x="2413" y="1422"/>
                    <a:pt x="2414" y="1425"/>
                  </a:cubicBezTo>
                  <a:cubicBezTo>
                    <a:pt x="2449" y="1443"/>
                    <a:pt x="2462" y="1451"/>
                    <a:pt x="2475" y="1460"/>
                  </a:cubicBezTo>
                  <a:close/>
                  <a:moveTo>
                    <a:pt x="2508" y="1489"/>
                  </a:moveTo>
                  <a:cubicBezTo>
                    <a:pt x="2505" y="1480"/>
                    <a:pt x="2519" y="1488"/>
                    <a:pt x="2524" y="1492"/>
                  </a:cubicBezTo>
                  <a:cubicBezTo>
                    <a:pt x="2519" y="1495"/>
                    <a:pt x="2512" y="1487"/>
                    <a:pt x="2508" y="1489"/>
                  </a:cubicBezTo>
                  <a:close/>
                  <a:moveTo>
                    <a:pt x="2534" y="1501"/>
                  </a:moveTo>
                  <a:cubicBezTo>
                    <a:pt x="2531" y="1500"/>
                    <a:pt x="2529" y="1498"/>
                    <a:pt x="2526" y="1497"/>
                  </a:cubicBezTo>
                  <a:cubicBezTo>
                    <a:pt x="2524" y="1494"/>
                    <a:pt x="2527" y="1495"/>
                    <a:pt x="2529" y="1496"/>
                  </a:cubicBezTo>
                  <a:cubicBezTo>
                    <a:pt x="2532" y="1498"/>
                    <a:pt x="2534" y="1499"/>
                    <a:pt x="2537" y="1501"/>
                  </a:cubicBezTo>
                  <a:cubicBezTo>
                    <a:pt x="2539" y="1504"/>
                    <a:pt x="2535" y="1503"/>
                    <a:pt x="2534" y="1501"/>
                  </a:cubicBezTo>
                  <a:close/>
                  <a:moveTo>
                    <a:pt x="2300" y="1676"/>
                  </a:moveTo>
                  <a:cubicBezTo>
                    <a:pt x="2304" y="1674"/>
                    <a:pt x="2308" y="1671"/>
                    <a:pt x="2314" y="1675"/>
                  </a:cubicBezTo>
                  <a:cubicBezTo>
                    <a:pt x="2309" y="1676"/>
                    <a:pt x="2305" y="1679"/>
                    <a:pt x="2300" y="1676"/>
                  </a:cubicBezTo>
                  <a:close/>
                  <a:moveTo>
                    <a:pt x="2329" y="1675"/>
                  </a:moveTo>
                  <a:cubicBezTo>
                    <a:pt x="2326" y="1677"/>
                    <a:pt x="2321" y="1673"/>
                    <a:pt x="2317" y="1677"/>
                  </a:cubicBezTo>
                  <a:cubicBezTo>
                    <a:pt x="2313" y="1672"/>
                    <a:pt x="2324" y="1676"/>
                    <a:pt x="2326" y="1672"/>
                  </a:cubicBezTo>
                  <a:cubicBezTo>
                    <a:pt x="2330" y="1673"/>
                    <a:pt x="2334" y="1672"/>
                    <a:pt x="2338" y="1670"/>
                  </a:cubicBezTo>
                  <a:cubicBezTo>
                    <a:pt x="2342" y="1675"/>
                    <a:pt x="2332" y="1675"/>
                    <a:pt x="2329" y="1675"/>
                  </a:cubicBezTo>
                  <a:close/>
                  <a:moveTo>
                    <a:pt x="2742" y="1593"/>
                  </a:moveTo>
                  <a:cubicBezTo>
                    <a:pt x="2729" y="1584"/>
                    <a:pt x="2729" y="1573"/>
                    <a:pt x="2717" y="1564"/>
                  </a:cubicBezTo>
                  <a:cubicBezTo>
                    <a:pt x="2704" y="1537"/>
                    <a:pt x="2702" y="1535"/>
                    <a:pt x="2699" y="1533"/>
                  </a:cubicBezTo>
                  <a:cubicBezTo>
                    <a:pt x="2684" y="1506"/>
                    <a:pt x="2685" y="1504"/>
                    <a:pt x="2683" y="1501"/>
                  </a:cubicBezTo>
                  <a:cubicBezTo>
                    <a:pt x="2650" y="1418"/>
                    <a:pt x="2654" y="1414"/>
                    <a:pt x="2651" y="1412"/>
                  </a:cubicBezTo>
                  <a:cubicBezTo>
                    <a:pt x="2638" y="1362"/>
                    <a:pt x="2638" y="1351"/>
                    <a:pt x="2636" y="1339"/>
                  </a:cubicBezTo>
                  <a:cubicBezTo>
                    <a:pt x="2625" y="1301"/>
                    <a:pt x="2630" y="1294"/>
                    <a:pt x="2625" y="1290"/>
                  </a:cubicBezTo>
                  <a:cubicBezTo>
                    <a:pt x="2622" y="1250"/>
                    <a:pt x="2621" y="1245"/>
                    <a:pt x="2621" y="1240"/>
                  </a:cubicBezTo>
                  <a:cubicBezTo>
                    <a:pt x="2612" y="1150"/>
                    <a:pt x="2607" y="1129"/>
                    <a:pt x="2608" y="1106"/>
                  </a:cubicBezTo>
                  <a:cubicBezTo>
                    <a:pt x="2616" y="1110"/>
                    <a:pt x="2612" y="1115"/>
                    <a:pt x="2616" y="1119"/>
                  </a:cubicBezTo>
                  <a:cubicBezTo>
                    <a:pt x="2620" y="1134"/>
                    <a:pt x="2621" y="1138"/>
                    <a:pt x="2620" y="1143"/>
                  </a:cubicBezTo>
                  <a:cubicBezTo>
                    <a:pt x="2635" y="1209"/>
                    <a:pt x="2637" y="1213"/>
                    <a:pt x="2636" y="1218"/>
                  </a:cubicBezTo>
                  <a:cubicBezTo>
                    <a:pt x="2642" y="1252"/>
                    <a:pt x="2643" y="1257"/>
                    <a:pt x="2643" y="1263"/>
                  </a:cubicBezTo>
                  <a:cubicBezTo>
                    <a:pt x="2658" y="1309"/>
                    <a:pt x="2657" y="1314"/>
                    <a:pt x="2657" y="1319"/>
                  </a:cubicBezTo>
                  <a:cubicBezTo>
                    <a:pt x="2668" y="1364"/>
                    <a:pt x="2668" y="1366"/>
                    <a:pt x="2666" y="1370"/>
                  </a:cubicBezTo>
                  <a:cubicBezTo>
                    <a:pt x="2671" y="1392"/>
                    <a:pt x="2676" y="1393"/>
                    <a:pt x="2676" y="1394"/>
                  </a:cubicBezTo>
                  <a:cubicBezTo>
                    <a:pt x="2681" y="1409"/>
                    <a:pt x="2673" y="1415"/>
                    <a:pt x="2680" y="1419"/>
                  </a:cubicBezTo>
                  <a:cubicBezTo>
                    <a:pt x="2689" y="1457"/>
                    <a:pt x="2692" y="1466"/>
                    <a:pt x="2698" y="1475"/>
                  </a:cubicBezTo>
                  <a:cubicBezTo>
                    <a:pt x="2724" y="1549"/>
                    <a:pt x="2735" y="1567"/>
                    <a:pt x="2748" y="1584"/>
                  </a:cubicBezTo>
                  <a:cubicBezTo>
                    <a:pt x="2774" y="1618"/>
                    <a:pt x="2781" y="1626"/>
                    <a:pt x="2788" y="1634"/>
                  </a:cubicBezTo>
                  <a:cubicBezTo>
                    <a:pt x="2756" y="1619"/>
                    <a:pt x="2754" y="1614"/>
                    <a:pt x="2750" y="1609"/>
                  </a:cubicBezTo>
                  <a:close/>
                  <a:moveTo>
                    <a:pt x="2716" y="1610"/>
                  </a:moveTo>
                  <a:cubicBezTo>
                    <a:pt x="2718" y="1613"/>
                    <a:pt x="2713" y="1611"/>
                    <a:pt x="2711" y="1609"/>
                  </a:cubicBezTo>
                  <a:cubicBezTo>
                    <a:pt x="2708" y="1605"/>
                    <a:pt x="2713" y="1608"/>
                    <a:pt x="2716" y="1610"/>
                  </a:cubicBezTo>
                  <a:close/>
                  <a:moveTo>
                    <a:pt x="2687" y="1582"/>
                  </a:moveTo>
                  <a:cubicBezTo>
                    <a:pt x="2683" y="1586"/>
                    <a:pt x="2677" y="1577"/>
                    <a:pt x="2673" y="1576"/>
                  </a:cubicBezTo>
                  <a:cubicBezTo>
                    <a:pt x="2647" y="1538"/>
                    <a:pt x="2652" y="1531"/>
                    <a:pt x="2645" y="1526"/>
                  </a:cubicBezTo>
                  <a:cubicBezTo>
                    <a:pt x="2627" y="1486"/>
                    <a:pt x="2621" y="1477"/>
                    <a:pt x="2619" y="1467"/>
                  </a:cubicBezTo>
                  <a:cubicBezTo>
                    <a:pt x="2594" y="1380"/>
                    <a:pt x="2592" y="1371"/>
                    <a:pt x="2592" y="1362"/>
                  </a:cubicBezTo>
                  <a:cubicBezTo>
                    <a:pt x="2580" y="1281"/>
                    <a:pt x="2583" y="1276"/>
                    <a:pt x="2582" y="1272"/>
                  </a:cubicBezTo>
                  <a:cubicBezTo>
                    <a:pt x="2585" y="1242"/>
                    <a:pt x="2578" y="1239"/>
                    <a:pt x="2581" y="1234"/>
                  </a:cubicBezTo>
                  <a:cubicBezTo>
                    <a:pt x="2578" y="1214"/>
                    <a:pt x="2576" y="1213"/>
                    <a:pt x="2575" y="1212"/>
                  </a:cubicBezTo>
                  <a:cubicBezTo>
                    <a:pt x="2574" y="1144"/>
                    <a:pt x="2577" y="1139"/>
                    <a:pt x="2572" y="1137"/>
                  </a:cubicBezTo>
                  <a:cubicBezTo>
                    <a:pt x="2574" y="1098"/>
                    <a:pt x="2569" y="1092"/>
                    <a:pt x="2573" y="1085"/>
                  </a:cubicBezTo>
                  <a:cubicBezTo>
                    <a:pt x="2570" y="1056"/>
                    <a:pt x="2569" y="1050"/>
                    <a:pt x="2566" y="1044"/>
                  </a:cubicBezTo>
                  <a:cubicBezTo>
                    <a:pt x="2572" y="1064"/>
                    <a:pt x="2576" y="1069"/>
                    <a:pt x="2574" y="1075"/>
                  </a:cubicBezTo>
                  <a:cubicBezTo>
                    <a:pt x="2582" y="1149"/>
                    <a:pt x="2583" y="1152"/>
                    <a:pt x="2584" y="1155"/>
                  </a:cubicBezTo>
                  <a:cubicBezTo>
                    <a:pt x="2588" y="1193"/>
                    <a:pt x="2583" y="1206"/>
                    <a:pt x="2587" y="1217"/>
                  </a:cubicBezTo>
                  <a:cubicBezTo>
                    <a:pt x="2589" y="1273"/>
                    <a:pt x="2591" y="1275"/>
                    <a:pt x="2592" y="1276"/>
                  </a:cubicBezTo>
                  <a:cubicBezTo>
                    <a:pt x="2589" y="1301"/>
                    <a:pt x="2594" y="1311"/>
                    <a:pt x="2592" y="1323"/>
                  </a:cubicBezTo>
                  <a:cubicBezTo>
                    <a:pt x="2594" y="1347"/>
                    <a:pt x="2599" y="1352"/>
                    <a:pt x="2598" y="1358"/>
                  </a:cubicBezTo>
                  <a:cubicBezTo>
                    <a:pt x="2604" y="1388"/>
                    <a:pt x="2602" y="1391"/>
                    <a:pt x="2606" y="1393"/>
                  </a:cubicBezTo>
                  <a:cubicBezTo>
                    <a:pt x="2611" y="1423"/>
                    <a:pt x="2611" y="1425"/>
                    <a:pt x="2615" y="1427"/>
                  </a:cubicBezTo>
                  <a:cubicBezTo>
                    <a:pt x="2628" y="1467"/>
                    <a:pt x="2631" y="1472"/>
                    <a:pt x="2633" y="1478"/>
                  </a:cubicBezTo>
                  <a:cubicBezTo>
                    <a:pt x="2651" y="1517"/>
                    <a:pt x="2656" y="1521"/>
                    <a:pt x="2658" y="1527"/>
                  </a:cubicBezTo>
                  <a:cubicBezTo>
                    <a:pt x="2697" y="1593"/>
                    <a:pt x="2691" y="1584"/>
                    <a:pt x="2687" y="1582"/>
                  </a:cubicBezTo>
                  <a:close/>
                  <a:moveTo>
                    <a:pt x="2144" y="1575"/>
                  </a:moveTo>
                  <a:cubicBezTo>
                    <a:pt x="2148" y="1570"/>
                    <a:pt x="2154" y="1577"/>
                    <a:pt x="2158" y="1574"/>
                  </a:cubicBezTo>
                  <a:cubicBezTo>
                    <a:pt x="2160" y="1578"/>
                    <a:pt x="2149" y="1578"/>
                    <a:pt x="2144" y="1575"/>
                  </a:cubicBezTo>
                  <a:close/>
                  <a:moveTo>
                    <a:pt x="2526" y="1607"/>
                  </a:moveTo>
                  <a:cubicBezTo>
                    <a:pt x="2524" y="1607"/>
                    <a:pt x="2522" y="1607"/>
                    <a:pt x="2520" y="1605"/>
                  </a:cubicBezTo>
                  <a:cubicBezTo>
                    <a:pt x="2516" y="1609"/>
                    <a:pt x="2511" y="1603"/>
                    <a:pt x="2508" y="1607"/>
                  </a:cubicBezTo>
                  <a:cubicBezTo>
                    <a:pt x="2499" y="1605"/>
                    <a:pt x="2490" y="1605"/>
                    <a:pt x="2482" y="1606"/>
                  </a:cubicBezTo>
                  <a:cubicBezTo>
                    <a:pt x="2480" y="1603"/>
                    <a:pt x="2484" y="1601"/>
                    <a:pt x="2486" y="1604"/>
                  </a:cubicBezTo>
                  <a:cubicBezTo>
                    <a:pt x="2489" y="1602"/>
                    <a:pt x="2492" y="1603"/>
                    <a:pt x="2494" y="1601"/>
                  </a:cubicBezTo>
                  <a:cubicBezTo>
                    <a:pt x="2507" y="1605"/>
                    <a:pt x="2518" y="1601"/>
                    <a:pt x="2531" y="1604"/>
                  </a:cubicBezTo>
                  <a:cubicBezTo>
                    <a:pt x="2533" y="1608"/>
                    <a:pt x="2528" y="1604"/>
                    <a:pt x="2526" y="1607"/>
                  </a:cubicBezTo>
                  <a:close/>
                  <a:moveTo>
                    <a:pt x="2567" y="1613"/>
                  </a:moveTo>
                  <a:cubicBezTo>
                    <a:pt x="2559" y="1606"/>
                    <a:pt x="2555" y="1614"/>
                    <a:pt x="2547" y="1607"/>
                  </a:cubicBezTo>
                  <a:cubicBezTo>
                    <a:pt x="2553" y="1605"/>
                    <a:pt x="2561" y="1610"/>
                    <a:pt x="2568" y="1608"/>
                  </a:cubicBezTo>
                  <a:cubicBezTo>
                    <a:pt x="2574" y="1610"/>
                    <a:pt x="2580" y="1607"/>
                    <a:pt x="2587" y="1610"/>
                  </a:cubicBezTo>
                  <a:cubicBezTo>
                    <a:pt x="2581" y="1615"/>
                    <a:pt x="2573" y="1607"/>
                    <a:pt x="2567" y="1613"/>
                  </a:cubicBezTo>
                  <a:close/>
                  <a:moveTo>
                    <a:pt x="2540" y="1598"/>
                  </a:moveTo>
                  <a:cubicBezTo>
                    <a:pt x="2525" y="1593"/>
                    <a:pt x="2512" y="1597"/>
                    <a:pt x="2497" y="1592"/>
                  </a:cubicBezTo>
                  <a:cubicBezTo>
                    <a:pt x="2450" y="1595"/>
                    <a:pt x="2441" y="1586"/>
                    <a:pt x="2435" y="1590"/>
                  </a:cubicBezTo>
                  <a:cubicBezTo>
                    <a:pt x="2387" y="1588"/>
                    <a:pt x="2379" y="1582"/>
                    <a:pt x="2372" y="1583"/>
                  </a:cubicBezTo>
                  <a:cubicBezTo>
                    <a:pt x="2312" y="1577"/>
                    <a:pt x="2305" y="1580"/>
                    <a:pt x="2296" y="1579"/>
                  </a:cubicBezTo>
                  <a:cubicBezTo>
                    <a:pt x="2241" y="1575"/>
                    <a:pt x="2238" y="1581"/>
                    <a:pt x="2233" y="1579"/>
                  </a:cubicBezTo>
                  <a:cubicBezTo>
                    <a:pt x="2204" y="1581"/>
                    <a:pt x="2199" y="1578"/>
                    <a:pt x="2196" y="1580"/>
                  </a:cubicBezTo>
                  <a:cubicBezTo>
                    <a:pt x="2167" y="1578"/>
                    <a:pt x="2165" y="1578"/>
                    <a:pt x="2162" y="1576"/>
                  </a:cubicBezTo>
                  <a:cubicBezTo>
                    <a:pt x="2207" y="1569"/>
                    <a:pt x="2214" y="1577"/>
                    <a:pt x="2219" y="1572"/>
                  </a:cubicBezTo>
                  <a:cubicBezTo>
                    <a:pt x="2278" y="1569"/>
                    <a:pt x="2290" y="1571"/>
                    <a:pt x="2300" y="1569"/>
                  </a:cubicBezTo>
                  <a:cubicBezTo>
                    <a:pt x="2323" y="1569"/>
                    <a:pt x="2329" y="1569"/>
                    <a:pt x="2335" y="1568"/>
                  </a:cubicBezTo>
                  <a:cubicBezTo>
                    <a:pt x="2440" y="1571"/>
                    <a:pt x="2444" y="1568"/>
                    <a:pt x="2449" y="1566"/>
                  </a:cubicBezTo>
                  <a:cubicBezTo>
                    <a:pt x="2502" y="1575"/>
                    <a:pt x="2506" y="1569"/>
                    <a:pt x="2512" y="1573"/>
                  </a:cubicBezTo>
                  <a:cubicBezTo>
                    <a:pt x="2567" y="1582"/>
                    <a:pt x="2574" y="1579"/>
                    <a:pt x="2583" y="1581"/>
                  </a:cubicBezTo>
                  <a:cubicBezTo>
                    <a:pt x="2641" y="1590"/>
                    <a:pt x="2646" y="1593"/>
                    <a:pt x="2652" y="1596"/>
                  </a:cubicBezTo>
                  <a:cubicBezTo>
                    <a:pt x="2707" y="1622"/>
                    <a:pt x="2702" y="1616"/>
                    <a:pt x="2699" y="1619"/>
                  </a:cubicBezTo>
                  <a:cubicBezTo>
                    <a:pt x="2672" y="1612"/>
                    <a:pt x="2669" y="1612"/>
                    <a:pt x="2666" y="1613"/>
                  </a:cubicBezTo>
                  <a:cubicBezTo>
                    <a:pt x="2637" y="1606"/>
                    <a:pt x="2631" y="1611"/>
                    <a:pt x="2624" y="1606"/>
                  </a:cubicBezTo>
                  <a:close/>
                  <a:moveTo>
                    <a:pt x="2597" y="1611"/>
                  </a:moveTo>
                  <a:cubicBezTo>
                    <a:pt x="2606" y="1607"/>
                    <a:pt x="2618" y="1619"/>
                    <a:pt x="2627" y="1613"/>
                  </a:cubicBezTo>
                  <a:cubicBezTo>
                    <a:pt x="2633" y="1619"/>
                    <a:pt x="2636" y="1614"/>
                    <a:pt x="2642" y="1618"/>
                  </a:cubicBezTo>
                  <a:cubicBezTo>
                    <a:pt x="2633" y="1621"/>
                    <a:pt x="2623" y="1619"/>
                    <a:pt x="2614" y="1621"/>
                  </a:cubicBezTo>
                  <a:cubicBezTo>
                    <a:pt x="2608" y="1613"/>
                    <a:pt x="2605" y="1615"/>
                    <a:pt x="2597" y="1611"/>
                  </a:cubicBezTo>
                  <a:close/>
                  <a:moveTo>
                    <a:pt x="2763" y="1649"/>
                  </a:moveTo>
                  <a:cubicBezTo>
                    <a:pt x="2754" y="1649"/>
                    <a:pt x="2745" y="1646"/>
                    <a:pt x="2735" y="1643"/>
                  </a:cubicBezTo>
                  <a:cubicBezTo>
                    <a:pt x="2676" y="1644"/>
                    <a:pt x="2666" y="1642"/>
                    <a:pt x="2656" y="1643"/>
                  </a:cubicBezTo>
                  <a:cubicBezTo>
                    <a:pt x="2619" y="1644"/>
                    <a:pt x="2610" y="1645"/>
                    <a:pt x="2601" y="1648"/>
                  </a:cubicBezTo>
                  <a:cubicBezTo>
                    <a:pt x="2566" y="1648"/>
                    <a:pt x="2563" y="1648"/>
                    <a:pt x="2560" y="1650"/>
                  </a:cubicBezTo>
                  <a:cubicBezTo>
                    <a:pt x="2515" y="1653"/>
                    <a:pt x="2510" y="1656"/>
                    <a:pt x="2503" y="1654"/>
                  </a:cubicBezTo>
                  <a:cubicBezTo>
                    <a:pt x="2451" y="1659"/>
                    <a:pt x="2440" y="1669"/>
                    <a:pt x="2426" y="1663"/>
                  </a:cubicBezTo>
                  <a:cubicBezTo>
                    <a:pt x="2376" y="1673"/>
                    <a:pt x="2369" y="1667"/>
                    <a:pt x="2365" y="1672"/>
                  </a:cubicBezTo>
                  <a:cubicBezTo>
                    <a:pt x="2379" y="1668"/>
                    <a:pt x="2384" y="1667"/>
                    <a:pt x="2389" y="1664"/>
                  </a:cubicBezTo>
                  <a:cubicBezTo>
                    <a:pt x="2438" y="1657"/>
                    <a:pt x="2443" y="1656"/>
                    <a:pt x="2448" y="1654"/>
                  </a:cubicBezTo>
                  <a:cubicBezTo>
                    <a:pt x="2508" y="1641"/>
                    <a:pt x="2511" y="1645"/>
                    <a:pt x="2512" y="1644"/>
                  </a:cubicBezTo>
                  <a:cubicBezTo>
                    <a:pt x="2542" y="1641"/>
                    <a:pt x="2546" y="1637"/>
                    <a:pt x="2551" y="1636"/>
                  </a:cubicBezTo>
                  <a:cubicBezTo>
                    <a:pt x="2604" y="1630"/>
                    <a:pt x="2614" y="1631"/>
                    <a:pt x="2623" y="1627"/>
                  </a:cubicBezTo>
                  <a:cubicBezTo>
                    <a:pt x="2687" y="1626"/>
                    <a:pt x="2697" y="1629"/>
                    <a:pt x="2705" y="1626"/>
                  </a:cubicBezTo>
                  <a:cubicBezTo>
                    <a:pt x="2750" y="1637"/>
                    <a:pt x="2753" y="1632"/>
                    <a:pt x="2757" y="1637"/>
                  </a:cubicBezTo>
                  <a:cubicBezTo>
                    <a:pt x="2783" y="1654"/>
                    <a:pt x="2773" y="1651"/>
                    <a:pt x="2763" y="1649"/>
                  </a:cubicBezTo>
                  <a:close/>
                  <a:moveTo>
                    <a:pt x="2805" y="1637"/>
                  </a:moveTo>
                  <a:cubicBezTo>
                    <a:pt x="2800" y="1634"/>
                    <a:pt x="2797" y="1631"/>
                    <a:pt x="2796" y="1626"/>
                  </a:cubicBezTo>
                  <a:cubicBezTo>
                    <a:pt x="2758" y="1589"/>
                    <a:pt x="2761" y="1584"/>
                    <a:pt x="2756" y="1581"/>
                  </a:cubicBezTo>
                  <a:cubicBezTo>
                    <a:pt x="2746" y="1568"/>
                    <a:pt x="2747" y="1564"/>
                    <a:pt x="2740" y="1561"/>
                  </a:cubicBezTo>
                  <a:cubicBezTo>
                    <a:pt x="2730" y="1535"/>
                    <a:pt x="2730" y="1532"/>
                    <a:pt x="2727" y="1530"/>
                  </a:cubicBezTo>
                  <a:cubicBezTo>
                    <a:pt x="2718" y="1506"/>
                    <a:pt x="2718" y="1503"/>
                    <a:pt x="2714" y="1501"/>
                  </a:cubicBezTo>
                  <a:cubicBezTo>
                    <a:pt x="2687" y="1421"/>
                    <a:pt x="2685" y="1400"/>
                    <a:pt x="2677" y="1380"/>
                  </a:cubicBezTo>
                  <a:cubicBezTo>
                    <a:pt x="2674" y="1353"/>
                    <a:pt x="2671" y="1351"/>
                    <a:pt x="2673" y="1348"/>
                  </a:cubicBezTo>
                  <a:cubicBezTo>
                    <a:pt x="2646" y="1236"/>
                    <a:pt x="2645" y="1214"/>
                    <a:pt x="2642" y="1194"/>
                  </a:cubicBezTo>
                  <a:cubicBezTo>
                    <a:pt x="2628" y="1129"/>
                    <a:pt x="2621" y="1127"/>
                    <a:pt x="2623" y="1123"/>
                  </a:cubicBezTo>
                  <a:cubicBezTo>
                    <a:pt x="2620" y="1109"/>
                    <a:pt x="2614" y="1106"/>
                    <a:pt x="2617" y="1101"/>
                  </a:cubicBezTo>
                  <a:cubicBezTo>
                    <a:pt x="2600" y="1060"/>
                    <a:pt x="2601" y="1047"/>
                    <a:pt x="2596" y="1035"/>
                  </a:cubicBezTo>
                  <a:cubicBezTo>
                    <a:pt x="2606" y="1050"/>
                    <a:pt x="2612" y="1052"/>
                    <a:pt x="2608" y="1056"/>
                  </a:cubicBezTo>
                  <a:cubicBezTo>
                    <a:pt x="2633" y="1119"/>
                    <a:pt x="2633" y="1126"/>
                    <a:pt x="2632" y="1133"/>
                  </a:cubicBezTo>
                  <a:cubicBezTo>
                    <a:pt x="2642" y="1158"/>
                    <a:pt x="2644" y="1164"/>
                    <a:pt x="2643" y="1171"/>
                  </a:cubicBezTo>
                  <a:cubicBezTo>
                    <a:pt x="2653" y="1196"/>
                    <a:pt x="2654" y="1203"/>
                    <a:pt x="2657" y="1209"/>
                  </a:cubicBezTo>
                  <a:cubicBezTo>
                    <a:pt x="2667" y="1272"/>
                    <a:pt x="2677" y="1274"/>
                    <a:pt x="2671" y="1279"/>
                  </a:cubicBezTo>
                  <a:cubicBezTo>
                    <a:pt x="2685" y="1333"/>
                    <a:pt x="2681" y="1340"/>
                    <a:pt x="2688" y="1345"/>
                  </a:cubicBezTo>
                  <a:cubicBezTo>
                    <a:pt x="2693" y="1378"/>
                    <a:pt x="2694" y="1381"/>
                    <a:pt x="2696" y="1384"/>
                  </a:cubicBezTo>
                  <a:cubicBezTo>
                    <a:pt x="2700" y="1418"/>
                    <a:pt x="2706" y="1420"/>
                    <a:pt x="2703" y="1423"/>
                  </a:cubicBezTo>
                  <a:cubicBezTo>
                    <a:pt x="2722" y="1475"/>
                    <a:pt x="2722" y="1478"/>
                    <a:pt x="2723" y="1481"/>
                  </a:cubicBezTo>
                  <a:cubicBezTo>
                    <a:pt x="2751" y="1548"/>
                    <a:pt x="2760" y="1560"/>
                    <a:pt x="2766" y="1573"/>
                  </a:cubicBezTo>
                  <a:cubicBezTo>
                    <a:pt x="2784" y="1604"/>
                    <a:pt x="2791" y="1605"/>
                    <a:pt x="2789" y="1609"/>
                  </a:cubicBezTo>
                  <a:close/>
                  <a:moveTo>
                    <a:pt x="2817" y="1654"/>
                  </a:moveTo>
                  <a:cubicBezTo>
                    <a:pt x="2819" y="1652"/>
                    <a:pt x="2819" y="1650"/>
                    <a:pt x="2818" y="1649"/>
                  </a:cubicBezTo>
                  <a:cubicBezTo>
                    <a:pt x="2824" y="1647"/>
                    <a:pt x="2833" y="1657"/>
                    <a:pt x="2836" y="1661"/>
                  </a:cubicBezTo>
                  <a:cubicBezTo>
                    <a:pt x="2827" y="1663"/>
                    <a:pt x="2826" y="1655"/>
                    <a:pt x="2817" y="1654"/>
                  </a:cubicBezTo>
                  <a:close/>
                  <a:moveTo>
                    <a:pt x="2828" y="1677"/>
                  </a:moveTo>
                  <a:cubicBezTo>
                    <a:pt x="2829" y="1675"/>
                    <a:pt x="2831" y="1673"/>
                    <a:pt x="2832" y="1671"/>
                  </a:cubicBezTo>
                  <a:cubicBezTo>
                    <a:pt x="2835" y="1671"/>
                    <a:pt x="2840" y="1673"/>
                    <a:pt x="2844" y="1677"/>
                  </a:cubicBezTo>
                  <a:cubicBezTo>
                    <a:pt x="2839" y="1679"/>
                    <a:pt x="2834" y="1679"/>
                    <a:pt x="2828" y="1677"/>
                  </a:cubicBezTo>
                  <a:close/>
                  <a:moveTo>
                    <a:pt x="2900" y="1640"/>
                  </a:moveTo>
                  <a:cubicBezTo>
                    <a:pt x="2895" y="1633"/>
                    <a:pt x="2905" y="1639"/>
                    <a:pt x="2904" y="1641"/>
                  </a:cubicBezTo>
                  <a:cubicBezTo>
                    <a:pt x="2904" y="1642"/>
                    <a:pt x="2900" y="1641"/>
                    <a:pt x="2900" y="1640"/>
                  </a:cubicBezTo>
                  <a:close/>
                  <a:moveTo>
                    <a:pt x="2864" y="1737"/>
                  </a:moveTo>
                  <a:cubicBezTo>
                    <a:pt x="2860" y="1739"/>
                    <a:pt x="2856" y="1743"/>
                    <a:pt x="2851" y="1741"/>
                  </a:cubicBezTo>
                  <a:cubicBezTo>
                    <a:pt x="2847" y="1745"/>
                    <a:pt x="2843" y="1748"/>
                    <a:pt x="2837" y="1746"/>
                  </a:cubicBezTo>
                  <a:cubicBezTo>
                    <a:pt x="2834" y="1753"/>
                    <a:pt x="2829" y="1752"/>
                    <a:pt x="2825" y="1753"/>
                  </a:cubicBezTo>
                  <a:cubicBezTo>
                    <a:pt x="2822" y="1759"/>
                    <a:pt x="2817" y="1754"/>
                    <a:pt x="2813" y="1758"/>
                  </a:cubicBezTo>
                  <a:cubicBezTo>
                    <a:pt x="2811" y="1757"/>
                    <a:pt x="2810" y="1760"/>
                    <a:pt x="2809" y="1761"/>
                  </a:cubicBezTo>
                  <a:cubicBezTo>
                    <a:pt x="2807" y="1762"/>
                    <a:pt x="2807" y="1761"/>
                    <a:pt x="2806" y="1761"/>
                  </a:cubicBezTo>
                  <a:cubicBezTo>
                    <a:pt x="2804" y="1762"/>
                    <a:pt x="2799" y="1763"/>
                    <a:pt x="2797" y="1766"/>
                  </a:cubicBezTo>
                  <a:cubicBezTo>
                    <a:pt x="2796" y="1768"/>
                    <a:pt x="2791" y="1771"/>
                    <a:pt x="2787" y="1770"/>
                  </a:cubicBezTo>
                  <a:cubicBezTo>
                    <a:pt x="2779" y="1776"/>
                    <a:pt x="2771" y="1778"/>
                    <a:pt x="2762" y="1779"/>
                  </a:cubicBezTo>
                  <a:cubicBezTo>
                    <a:pt x="2761" y="1784"/>
                    <a:pt x="2757" y="1780"/>
                    <a:pt x="2755" y="1782"/>
                  </a:cubicBezTo>
                  <a:cubicBezTo>
                    <a:pt x="2753" y="1784"/>
                    <a:pt x="2751" y="1785"/>
                    <a:pt x="2749" y="1784"/>
                  </a:cubicBezTo>
                  <a:cubicBezTo>
                    <a:pt x="2745" y="1785"/>
                    <a:pt x="2741" y="1789"/>
                    <a:pt x="2736" y="1788"/>
                  </a:cubicBezTo>
                  <a:cubicBezTo>
                    <a:pt x="2732" y="1791"/>
                    <a:pt x="2726" y="1789"/>
                    <a:pt x="2722" y="1792"/>
                  </a:cubicBezTo>
                  <a:cubicBezTo>
                    <a:pt x="2720" y="1791"/>
                    <a:pt x="2719" y="1795"/>
                    <a:pt x="2716" y="1793"/>
                  </a:cubicBezTo>
                  <a:cubicBezTo>
                    <a:pt x="2714" y="1793"/>
                    <a:pt x="2712" y="1793"/>
                    <a:pt x="2710" y="1795"/>
                  </a:cubicBezTo>
                  <a:cubicBezTo>
                    <a:pt x="2707" y="1789"/>
                    <a:pt x="2717" y="1789"/>
                    <a:pt x="2720" y="1788"/>
                  </a:cubicBezTo>
                  <a:cubicBezTo>
                    <a:pt x="2724" y="1786"/>
                    <a:pt x="2726" y="1778"/>
                    <a:pt x="2732" y="1783"/>
                  </a:cubicBezTo>
                  <a:cubicBezTo>
                    <a:pt x="2734" y="1775"/>
                    <a:pt x="2739" y="1776"/>
                    <a:pt x="2742" y="1774"/>
                  </a:cubicBezTo>
                  <a:cubicBezTo>
                    <a:pt x="2745" y="1768"/>
                    <a:pt x="2750" y="1771"/>
                    <a:pt x="2753" y="1766"/>
                  </a:cubicBezTo>
                  <a:cubicBezTo>
                    <a:pt x="2762" y="1766"/>
                    <a:pt x="2768" y="1758"/>
                    <a:pt x="2776" y="1755"/>
                  </a:cubicBezTo>
                  <a:cubicBezTo>
                    <a:pt x="2783" y="1749"/>
                    <a:pt x="2792" y="1749"/>
                    <a:pt x="2799" y="1741"/>
                  </a:cubicBezTo>
                  <a:cubicBezTo>
                    <a:pt x="2810" y="1740"/>
                    <a:pt x="2821" y="1735"/>
                    <a:pt x="2831" y="1731"/>
                  </a:cubicBezTo>
                  <a:cubicBezTo>
                    <a:pt x="2836" y="1732"/>
                    <a:pt x="2840" y="1731"/>
                    <a:pt x="2843" y="1729"/>
                  </a:cubicBezTo>
                  <a:cubicBezTo>
                    <a:pt x="2849" y="1735"/>
                    <a:pt x="2851" y="1724"/>
                    <a:pt x="2856" y="1729"/>
                  </a:cubicBezTo>
                  <a:cubicBezTo>
                    <a:pt x="2864" y="1725"/>
                    <a:pt x="2872" y="1724"/>
                    <a:pt x="2880" y="1721"/>
                  </a:cubicBezTo>
                  <a:cubicBezTo>
                    <a:pt x="2893" y="1726"/>
                    <a:pt x="2905" y="1722"/>
                    <a:pt x="2918" y="1726"/>
                  </a:cubicBezTo>
                  <a:cubicBezTo>
                    <a:pt x="2900" y="1729"/>
                    <a:pt x="2882" y="1734"/>
                    <a:pt x="2864" y="1737"/>
                  </a:cubicBezTo>
                  <a:close/>
                  <a:moveTo>
                    <a:pt x="2915" y="1687"/>
                  </a:moveTo>
                  <a:cubicBezTo>
                    <a:pt x="2914" y="1684"/>
                    <a:pt x="2912" y="1681"/>
                    <a:pt x="2912" y="1677"/>
                  </a:cubicBezTo>
                  <a:cubicBezTo>
                    <a:pt x="2906" y="1672"/>
                    <a:pt x="2907" y="1664"/>
                    <a:pt x="2900" y="1659"/>
                  </a:cubicBezTo>
                  <a:cubicBezTo>
                    <a:pt x="2904" y="1655"/>
                    <a:pt x="2909" y="1664"/>
                    <a:pt x="2908" y="1667"/>
                  </a:cubicBezTo>
                  <a:cubicBezTo>
                    <a:pt x="2913" y="1670"/>
                    <a:pt x="2912" y="1673"/>
                    <a:pt x="2915" y="1677"/>
                  </a:cubicBezTo>
                  <a:cubicBezTo>
                    <a:pt x="2917" y="1678"/>
                    <a:pt x="2915" y="1681"/>
                    <a:pt x="2916" y="1683"/>
                  </a:cubicBezTo>
                  <a:cubicBezTo>
                    <a:pt x="2916" y="1684"/>
                    <a:pt x="2919" y="1684"/>
                    <a:pt x="2920" y="1685"/>
                  </a:cubicBezTo>
                  <a:cubicBezTo>
                    <a:pt x="2920" y="1685"/>
                    <a:pt x="2918" y="1686"/>
                    <a:pt x="2918" y="1687"/>
                  </a:cubicBezTo>
                  <a:cubicBezTo>
                    <a:pt x="2920" y="1690"/>
                    <a:pt x="2927" y="1693"/>
                    <a:pt x="2922" y="1697"/>
                  </a:cubicBezTo>
                  <a:cubicBezTo>
                    <a:pt x="2915" y="1695"/>
                    <a:pt x="2918" y="1691"/>
                    <a:pt x="2915" y="1687"/>
                  </a:cubicBezTo>
                  <a:close/>
                  <a:moveTo>
                    <a:pt x="2921" y="1726"/>
                  </a:moveTo>
                  <a:cubicBezTo>
                    <a:pt x="2924" y="1725"/>
                    <a:pt x="2927" y="1725"/>
                    <a:pt x="2929" y="1726"/>
                  </a:cubicBezTo>
                  <a:cubicBezTo>
                    <a:pt x="2933" y="1729"/>
                    <a:pt x="2924" y="1727"/>
                    <a:pt x="2921" y="1726"/>
                  </a:cubicBezTo>
                  <a:close/>
                  <a:moveTo>
                    <a:pt x="2925" y="1704"/>
                  </a:moveTo>
                  <a:cubicBezTo>
                    <a:pt x="2926" y="1701"/>
                    <a:pt x="2929" y="1702"/>
                    <a:pt x="2931" y="1703"/>
                  </a:cubicBezTo>
                  <a:cubicBezTo>
                    <a:pt x="2930" y="1704"/>
                    <a:pt x="2931" y="1705"/>
                    <a:pt x="2932" y="1706"/>
                  </a:cubicBezTo>
                  <a:cubicBezTo>
                    <a:pt x="2930" y="1708"/>
                    <a:pt x="2927" y="1706"/>
                    <a:pt x="2925" y="1704"/>
                  </a:cubicBezTo>
                  <a:close/>
                  <a:moveTo>
                    <a:pt x="2954" y="1716"/>
                  </a:moveTo>
                  <a:cubicBezTo>
                    <a:pt x="2953" y="1717"/>
                    <a:pt x="2950" y="1716"/>
                    <a:pt x="2949" y="1715"/>
                  </a:cubicBezTo>
                  <a:cubicBezTo>
                    <a:pt x="2945" y="1708"/>
                    <a:pt x="2955" y="1714"/>
                    <a:pt x="2954" y="1716"/>
                  </a:cubicBezTo>
                  <a:close/>
                  <a:moveTo>
                    <a:pt x="2973" y="1726"/>
                  </a:moveTo>
                  <a:cubicBezTo>
                    <a:pt x="2968" y="1724"/>
                    <a:pt x="2972" y="1720"/>
                    <a:pt x="2969" y="1718"/>
                  </a:cubicBezTo>
                  <a:cubicBezTo>
                    <a:pt x="2938" y="1683"/>
                    <a:pt x="2930" y="1679"/>
                    <a:pt x="2927" y="1674"/>
                  </a:cubicBezTo>
                  <a:cubicBezTo>
                    <a:pt x="2915" y="1643"/>
                    <a:pt x="2912" y="1636"/>
                    <a:pt x="2907" y="1629"/>
                  </a:cubicBezTo>
                  <a:cubicBezTo>
                    <a:pt x="2892" y="1579"/>
                    <a:pt x="2886" y="1575"/>
                    <a:pt x="2887" y="1569"/>
                  </a:cubicBezTo>
                  <a:cubicBezTo>
                    <a:pt x="2883" y="1542"/>
                    <a:pt x="2877" y="1540"/>
                    <a:pt x="2879" y="1538"/>
                  </a:cubicBezTo>
                  <a:cubicBezTo>
                    <a:pt x="2871" y="1501"/>
                    <a:pt x="2870" y="1496"/>
                    <a:pt x="2868" y="1491"/>
                  </a:cubicBezTo>
                  <a:cubicBezTo>
                    <a:pt x="2853" y="1392"/>
                    <a:pt x="2859" y="1387"/>
                    <a:pt x="2855" y="1385"/>
                  </a:cubicBezTo>
                  <a:cubicBezTo>
                    <a:pt x="2851" y="1351"/>
                    <a:pt x="2854" y="1340"/>
                    <a:pt x="2850" y="1330"/>
                  </a:cubicBezTo>
                  <a:cubicBezTo>
                    <a:pt x="2857" y="1350"/>
                    <a:pt x="2862" y="1353"/>
                    <a:pt x="2863" y="1357"/>
                  </a:cubicBezTo>
                  <a:cubicBezTo>
                    <a:pt x="2872" y="1389"/>
                    <a:pt x="2874" y="1392"/>
                    <a:pt x="2874" y="1395"/>
                  </a:cubicBezTo>
                  <a:cubicBezTo>
                    <a:pt x="2880" y="1418"/>
                    <a:pt x="2877" y="1423"/>
                    <a:pt x="2880" y="1426"/>
                  </a:cubicBezTo>
                  <a:cubicBezTo>
                    <a:pt x="2883" y="1449"/>
                    <a:pt x="2885" y="1452"/>
                    <a:pt x="2886" y="1456"/>
                  </a:cubicBezTo>
                  <a:cubicBezTo>
                    <a:pt x="2887" y="1491"/>
                    <a:pt x="2897" y="1495"/>
                    <a:pt x="2892" y="1502"/>
                  </a:cubicBezTo>
                  <a:cubicBezTo>
                    <a:pt x="2901" y="1537"/>
                    <a:pt x="2901" y="1540"/>
                    <a:pt x="2899" y="1543"/>
                  </a:cubicBezTo>
                  <a:cubicBezTo>
                    <a:pt x="2907" y="1572"/>
                    <a:pt x="2913" y="1576"/>
                    <a:pt x="2910" y="1582"/>
                  </a:cubicBezTo>
                  <a:cubicBezTo>
                    <a:pt x="2913" y="1604"/>
                    <a:pt x="2924" y="1607"/>
                    <a:pt x="2918" y="1613"/>
                  </a:cubicBezTo>
                  <a:cubicBezTo>
                    <a:pt x="2937" y="1642"/>
                    <a:pt x="2934" y="1651"/>
                    <a:pt x="2941" y="1657"/>
                  </a:cubicBezTo>
                  <a:cubicBezTo>
                    <a:pt x="2993" y="1738"/>
                    <a:pt x="2982" y="1726"/>
                    <a:pt x="2973" y="1726"/>
                  </a:cubicBezTo>
                  <a:close/>
                  <a:moveTo>
                    <a:pt x="3024" y="1736"/>
                  </a:moveTo>
                  <a:cubicBezTo>
                    <a:pt x="3029" y="1728"/>
                    <a:pt x="3032" y="1742"/>
                    <a:pt x="3035" y="1744"/>
                  </a:cubicBezTo>
                  <a:cubicBezTo>
                    <a:pt x="3030" y="1747"/>
                    <a:pt x="3028" y="1738"/>
                    <a:pt x="3024" y="1736"/>
                  </a:cubicBezTo>
                  <a:close/>
                  <a:moveTo>
                    <a:pt x="3115" y="1805"/>
                  </a:moveTo>
                  <a:cubicBezTo>
                    <a:pt x="3110" y="1802"/>
                    <a:pt x="3105" y="1802"/>
                    <a:pt x="3100" y="1803"/>
                  </a:cubicBezTo>
                  <a:cubicBezTo>
                    <a:pt x="3096" y="1798"/>
                    <a:pt x="3093" y="1800"/>
                    <a:pt x="3088" y="1797"/>
                  </a:cubicBezTo>
                  <a:cubicBezTo>
                    <a:pt x="3084" y="1796"/>
                    <a:pt x="3080" y="1793"/>
                    <a:pt x="3077" y="1795"/>
                  </a:cubicBezTo>
                  <a:cubicBezTo>
                    <a:pt x="3074" y="1791"/>
                    <a:pt x="3079" y="1792"/>
                    <a:pt x="3080" y="1790"/>
                  </a:cubicBezTo>
                  <a:cubicBezTo>
                    <a:pt x="3084" y="1789"/>
                    <a:pt x="3088" y="1790"/>
                    <a:pt x="3091" y="1789"/>
                  </a:cubicBezTo>
                  <a:cubicBezTo>
                    <a:pt x="3096" y="1792"/>
                    <a:pt x="3101" y="1795"/>
                    <a:pt x="3106" y="1799"/>
                  </a:cubicBezTo>
                  <a:cubicBezTo>
                    <a:pt x="3108" y="1801"/>
                    <a:pt x="3110" y="1799"/>
                    <a:pt x="3113" y="1800"/>
                  </a:cubicBezTo>
                  <a:cubicBezTo>
                    <a:pt x="3114" y="1802"/>
                    <a:pt x="3116" y="1803"/>
                    <a:pt x="3118" y="1804"/>
                  </a:cubicBezTo>
                  <a:cubicBezTo>
                    <a:pt x="3120" y="1805"/>
                    <a:pt x="3122" y="1806"/>
                    <a:pt x="3123" y="1808"/>
                  </a:cubicBezTo>
                  <a:cubicBezTo>
                    <a:pt x="3121" y="1810"/>
                    <a:pt x="3118" y="1806"/>
                    <a:pt x="3115" y="1805"/>
                  </a:cubicBezTo>
                  <a:close/>
                  <a:moveTo>
                    <a:pt x="1680" y="9"/>
                  </a:moveTo>
                  <a:cubicBezTo>
                    <a:pt x="1681" y="6"/>
                    <a:pt x="1682" y="3"/>
                    <a:pt x="1683" y="0"/>
                  </a:cubicBezTo>
                  <a:cubicBezTo>
                    <a:pt x="1678" y="0"/>
                    <a:pt x="1678" y="0"/>
                    <a:pt x="1678" y="0"/>
                  </a:cubicBezTo>
                  <a:cubicBezTo>
                    <a:pt x="1678" y="2"/>
                    <a:pt x="1677" y="4"/>
                    <a:pt x="1676" y="6"/>
                  </a:cubicBezTo>
                  <a:cubicBezTo>
                    <a:pt x="1676" y="9"/>
                    <a:pt x="1678" y="11"/>
                    <a:pt x="1676" y="15"/>
                  </a:cubicBezTo>
                  <a:cubicBezTo>
                    <a:pt x="1672" y="19"/>
                    <a:pt x="1676" y="26"/>
                    <a:pt x="1679" y="20"/>
                  </a:cubicBezTo>
                  <a:cubicBezTo>
                    <a:pt x="1674" y="19"/>
                    <a:pt x="1680" y="13"/>
                    <a:pt x="1680" y="9"/>
                  </a:cubicBezTo>
                  <a:close/>
                  <a:moveTo>
                    <a:pt x="974" y="1507"/>
                  </a:moveTo>
                  <a:cubicBezTo>
                    <a:pt x="972" y="1503"/>
                    <a:pt x="969" y="1505"/>
                    <a:pt x="966" y="1504"/>
                  </a:cubicBezTo>
                  <a:cubicBezTo>
                    <a:pt x="931" y="1480"/>
                    <a:pt x="929" y="1480"/>
                    <a:pt x="927" y="1479"/>
                  </a:cubicBezTo>
                  <a:cubicBezTo>
                    <a:pt x="911" y="1456"/>
                    <a:pt x="903" y="1450"/>
                    <a:pt x="900" y="1449"/>
                  </a:cubicBezTo>
                  <a:cubicBezTo>
                    <a:pt x="891" y="1420"/>
                    <a:pt x="892" y="1413"/>
                    <a:pt x="887" y="1405"/>
                  </a:cubicBezTo>
                  <a:cubicBezTo>
                    <a:pt x="899" y="1346"/>
                    <a:pt x="894" y="1342"/>
                    <a:pt x="900" y="1340"/>
                  </a:cubicBezTo>
                  <a:cubicBezTo>
                    <a:pt x="889" y="1354"/>
                    <a:pt x="882" y="1359"/>
                    <a:pt x="883" y="1365"/>
                  </a:cubicBezTo>
                  <a:cubicBezTo>
                    <a:pt x="879" y="1379"/>
                    <a:pt x="873" y="1375"/>
                    <a:pt x="876" y="1373"/>
                  </a:cubicBezTo>
                  <a:cubicBezTo>
                    <a:pt x="867" y="1315"/>
                    <a:pt x="864" y="1303"/>
                    <a:pt x="861" y="1290"/>
                  </a:cubicBezTo>
                  <a:cubicBezTo>
                    <a:pt x="844" y="1227"/>
                    <a:pt x="849" y="1225"/>
                    <a:pt x="845" y="1221"/>
                  </a:cubicBezTo>
                  <a:cubicBezTo>
                    <a:pt x="820" y="1167"/>
                    <a:pt x="816" y="1162"/>
                    <a:pt x="812" y="1156"/>
                  </a:cubicBezTo>
                  <a:cubicBezTo>
                    <a:pt x="782" y="1111"/>
                    <a:pt x="775" y="1106"/>
                    <a:pt x="777" y="1103"/>
                  </a:cubicBezTo>
                  <a:cubicBezTo>
                    <a:pt x="763" y="1061"/>
                    <a:pt x="767" y="1054"/>
                    <a:pt x="760" y="1046"/>
                  </a:cubicBezTo>
                  <a:cubicBezTo>
                    <a:pt x="758" y="1037"/>
                    <a:pt x="754" y="1047"/>
                    <a:pt x="761" y="1059"/>
                  </a:cubicBezTo>
                  <a:cubicBezTo>
                    <a:pt x="759" y="1081"/>
                    <a:pt x="757" y="1079"/>
                    <a:pt x="755" y="1076"/>
                  </a:cubicBezTo>
                  <a:cubicBezTo>
                    <a:pt x="746" y="1052"/>
                    <a:pt x="751" y="1050"/>
                    <a:pt x="749" y="1046"/>
                  </a:cubicBezTo>
                  <a:cubicBezTo>
                    <a:pt x="743" y="1005"/>
                    <a:pt x="744" y="997"/>
                    <a:pt x="744" y="990"/>
                  </a:cubicBezTo>
                  <a:cubicBezTo>
                    <a:pt x="720" y="917"/>
                    <a:pt x="722" y="913"/>
                    <a:pt x="719" y="909"/>
                  </a:cubicBezTo>
                  <a:cubicBezTo>
                    <a:pt x="724" y="939"/>
                    <a:pt x="724" y="944"/>
                    <a:pt x="729" y="950"/>
                  </a:cubicBezTo>
                  <a:cubicBezTo>
                    <a:pt x="742" y="1033"/>
                    <a:pt x="743" y="1042"/>
                    <a:pt x="742" y="1051"/>
                  </a:cubicBezTo>
                  <a:cubicBezTo>
                    <a:pt x="748" y="1098"/>
                    <a:pt x="747" y="1116"/>
                    <a:pt x="751" y="1135"/>
                  </a:cubicBezTo>
                  <a:cubicBezTo>
                    <a:pt x="760" y="1183"/>
                    <a:pt x="759" y="1188"/>
                    <a:pt x="763" y="1193"/>
                  </a:cubicBezTo>
                  <a:cubicBezTo>
                    <a:pt x="774" y="1226"/>
                    <a:pt x="771" y="1231"/>
                    <a:pt x="772" y="1236"/>
                  </a:cubicBezTo>
                  <a:cubicBezTo>
                    <a:pt x="781" y="1282"/>
                    <a:pt x="794" y="1289"/>
                    <a:pt x="786" y="1293"/>
                  </a:cubicBezTo>
                  <a:cubicBezTo>
                    <a:pt x="799" y="1326"/>
                    <a:pt x="799" y="1331"/>
                    <a:pt x="801" y="1336"/>
                  </a:cubicBezTo>
                  <a:cubicBezTo>
                    <a:pt x="825" y="1401"/>
                    <a:pt x="829" y="1406"/>
                    <a:pt x="830" y="1411"/>
                  </a:cubicBezTo>
                  <a:cubicBezTo>
                    <a:pt x="830" y="1413"/>
                    <a:pt x="823" y="1404"/>
                    <a:pt x="816" y="1394"/>
                  </a:cubicBezTo>
                  <a:cubicBezTo>
                    <a:pt x="781" y="1320"/>
                    <a:pt x="783" y="1315"/>
                    <a:pt x="776" y="1308"/>
                  </a:cubicBezTo>
                  <a:cubicBezTo>
                    <a:pt x="769" y="1284"/>
                    <a:pt x="767" y="1277"/>
                    <a:pt x="765" y="1270"/>
                  </a:cubicBezTo>
                  <a:cubicBezTo>
                    <a:pt x="743" y="1187"/>
                    <a:pt x="741" y="1180"/>
                    <a:pt x="742" y="1174"/>
                  </a:cubicBezTo>
                  <a:cubicBezTo>
                    <a:pt x="735" y="1142"/>
                    <a:pt x="733" y="1130"/>
                    <a:pt x="734" y="1118"/>
                  </a:cubicBezTo>
                  <a:cubicBezTo>
                    <a:pt x="731" y="1086"/>
                    <a:pt x="725" y="1082"/>
                    <a:pt x="728" y="1080"/>
                  </a:cubicBezTo>
                  <a:cubicBezTo>
                    <a:pt x="722" y="1018"/>
                    <a:pt x="715" y="1010"/>
                    <a:pt x="717" y="1004"/>
                  </a:cubicBezTo>
                  <a:cubicBezTo>
                    <a:pt x="713" y="1033"/>
                    <a:pt x="724" y="1038"/>
                    <a:pt x="716" y="1040"/>
                  </a:cubicBezTo>
                  <a:cubicBezTo>
                    <a:pt x="717" y="1070"/>
                    <a:pt x="724" y="1074"/>
                    <a:pt x="721" y="1077"/>
                  </a:cubicBezTo>
                  <a:cubicBezTo>
                    <a:pt x="722" y="1126"/>
                    <a:pt x="728" y="1130"/>
                    <a:pt x="725" y="1132"/>
                  </a:cubicBezTo>
                  <a:cubicBezTo>
                    <a:pt x="721" y="1146"/>
                    <a:pt x="726" y="1142"/>
                    <a:pt x="720" y="1136"/>
                  </a:cubicBezTo>
                  <a:cubicBezTo>
                    <a:pt x="713" y="1098"/>
                    <a:pt x="714" y="1093"/>
                    <a:pt x="712" y="1088"/>
                  </a:cubicBezTo>
                  <a:cubicBezTo>
                    <a:pt x="704" y="1052"/>
                    <a:pt x="713" y="1048"/>
                    <a:pt x="706" y="1042"/>
                  </a:cubicBezTo>
                  <a:cubicBezTo>
                    <a:pt x="704" y="1006"/>
                    <a:pt x="702" y="1001"/>
                    <a:pt x="703" y="996"/>
                  </a:cubicBezTo>
                  <a:cubicBezTo>
                    <a:pt x="697" y="954"/>
                    <a:pt x="698" y="944"/>
                    <a:pt x="696" y="934"/>
                  </a:cubicBezTo>
                  <a:cubicBezTo>
                    <a:pt x="689" y="896"/>
                    <a:pt x="689" y="891"/>
                    <a:pt x="689" y="885"/>
                  </a:cubicBezTo>
                  <a:cubicBezTo>
                    <a:pt x="677" y="832"/>
                    <a:pt x="675" y="827"/>
                    <a:pt x="676" y="822"/>
                  </a:cubicBezTo>
                  <a:cubicBezTo>
                    <a:pt x="670" y="849"/>
                    <a:pt x="681" y="857"/>
                    <a:pt x="677" y="862"/>
                  </a:cubicBezTo>
                  <a:cubicBezTo>
                    <a:pt x="682" y="891"/>
                    <a:pt x="679" y="902"/>
                    <a:pt x="682" y="914"/>
                  </a:cubicBezTo>
                  <a:cubicBezTo>
                    <a:pt x="675" y="936"/>
                    <a:pt x="679" y="939"/>
                    <a:pt x="675" y="941"/>
                  </a:cubicBezTo>
                  <a:cubicBezTo>
                    <a:pt x="676" y="951"/>
                    <a:pt x="674" y="953"/>
                    <a:pt x="677" y="955"/>
                  </a:cubicBezTo>
                  <a:cubicBezTo>
                    <a:pt x="671" y="1001"/>
                    <a:pt x="666" y="1006"/>
                    <a:pt x="669" y="1012"/>
                  </a:cubicBezTo>
                  <a:cubicBezTo>
                    <a:pt x="670" y="1042"/>
                    <a:pt x="665" y="1044"/>
                    <a:pt x="671" y="1048"/>
                  </a:cubicBezTo>
                  <a:cubicBezTo>
                    <a:pt x="675" y="1091"/>
                    <a:pt x="668" y="1096"/>
                    <a:pt x="672" y="1103"/>
                  </a:cubicBezTo>
                  <a:cubicBezTo>
                    <a:pt x="675" y="1163"/>
                    <a:pt x="676" y="1169"/>
                    <a:pt x="676" y="1176"/>
                  </a:cubicBezTo>
                  <a:cubicBezTo>
                    <a:pt x="682" y="1236"/>
                    <a:pt x="694" y="1244"/>
                    <a:pt x="688" y="1250"/>
                  </a:cubicBezTo>
                  <a:cubicBezTo>
                    <a:pt x="698" y="1281"/>
                    <a:pt x="699" y="1284"/>
                    <a:pt x="696" y="1287"/>
                  </a:cubicBezTo>
                  <a:cubicBezTo>
                    <a:pt x="690" y="1298"/>
                    <a:pt x="692" y="1293"/>
                    <a:pt x="688" y="1287"/>
                  </a:cubicBezTo>
                  <a:cubicBezTo>
                    <a:pt x="672" y="1252"/>
                    <a:pt x="668" y="1243"/>
                    <a:pt x="666" y="1233"/>
                  </a:cubicBezTo>
                  <a:cubicBezTo>
                    <a:pt x="651" y="1146"/>
                    <a:pt x="645" y="1138"/>
                    <a:pt x="646" y="1130"/>
                  </a:cubicBezTo>
                  <a:cubicBezTo>
                    <a:pt x="640" y="1069"/>
                    <a:pt x="643" y="1054"/>
                    <a:pt x="643" y="1039"/>
                  </a:cubicBezTo>
                  <a:cubicBezTo>
                    <a:pt x="647" y="987"/>
                    <a:pt x="648" y="980"/>
                    <a:pt x="646" y="972"/>
                  </a:cubicBezTo>
                  <a:cubicBezTo>
                    <a:pt x="652" y="935"/>
                    <a:pt x="651" y="931"/>
                    <a:pt x="652" y="928"/>
                  </a:cubicBezTo>
                  <a:cubicBezTo>
                    <a:pt x="656" y="852"/>
                    <a:pt x="648" y="843"/>
                    <a:pt x="653" y="836"/>
                  </a:cubicBezTo>
                  <a:cubicBezTo>
                    <a:pt x="643" y="816"/>
                    <a:pt x="650" y="822"/>
                    <a:pt x="647" y="827"/>
                  </a:cubicBezTo>
                  <a:cubicBezTo>
                    <a:pt x="644" y="882"/>
                    <a:pt x="649" y="888"/>
                    <a:pt x="645" y="892"/>
                  </a:cubicBezTo>
                  <a:cubicBezTo>
                    <a:pt x="642" y="928"/>
                    <a:pt x="644" y="934"/>
                    <a:pt x="641" y="938"/>
                  </a:cubicBezTo>
                  <a:cubicBezTo>
                    <a:pt x="641" y="965"/>
                    <a:pt x="638" y="967"/>
                    <a:pt x="639" y="969"/>
                  </a:cubicBezTo>
                  <a:cubicBezTo>
                    <a:pt x="633" y="1038"/>
                    <a:pt x="633" y="1043"/>
                    <a:pt x="633" y="1048"/>
                  </a:cubicBezTo>
                  <a:cubicBezTo>
                    <a:pt x="633" y="1085"/>
                    <a:pt x="635" y="1090"/>
                    <a:pt x="635" y="1095"/>
                  </a:cubicBezTo>
                  <a:cubicBezTo>
                    <a:pt x="642" y="1123"/>
                    <a:pt x="631" y="1124"/>
                    <a:pt x="637" y="1128"/>
                  </a:cubicBezTo>
                  <a:cubicBezTo>
                    <a:pt x="638" y="1156"/>
                    <a:pt x="642" y="1169"/>
                    <a:pt x="642" y="1181"/>
                  </a:cubicBezTo>
                  <a:cubicBezTo>
                    <a:pt x="652" y="1203"/>
                    <a:pt x="648" y="1205"/>
                    <a:pt x="651" y="1209"/>
                  </a:cubicBezTo>
                  <a:cubicBezTo>
                    <a:pt x="670" y="1264"/>
                    <a:pt x="669" y="1270"/>
                    <a:pt x="673" y="1277"/>
                  </a:cubicBezTo>
                  <a:cubicBezTo>
                    <a:pt x="675" y="1288"/>
                    <a:pt x="670" y="1291"/>
                    <a:pt x="665" y="1285"/>
                  </a:cubicBezTo>
                  <a:cubicBezTo>
                    <a:pt x="650" y="1251"/>
                    <a:pt x="642" y="1245"/>
                    <a:pt x="645" y="1241"/>
                  </a:cubicBezTo>
                  <a:cubicBezTo>
                    <a:pt x="624" y="1186"/>
                    <a:pt x="627" y="1177"/>
                    <a:pt x="624" y="1167"/>
                  </a:cubicBezTo>
                  <a:cubicBezTo>
                    <a:pt x="617" y="1119"/>
                    <a:pt x="620" y="1115"/>
                    <a:pt x="615" y="1109"/>
                  </a:cubicBezTo>
                  <a:cubicBezTo>
                    <a:pt x="612" y="1061"/>
                    <a:pt x="616" y="1043"/>
                    <a:pt x="609" y="1022"/>
                  </a:cubicBezTo>
                  <a:cubicBezTo>
                    <a:pt x="623" y="949"/>
                    <a:pt x="617" y="941"/>
                    <a:pt x="624" y="934"/>
                  </a:cubicBezTo>
                  <a:cubicBezTo>
                    <a:pt x="640" y="866"/>
                    <a:pt x="634" y="861"/>
                    <a:pt x="637" y="858"/>
                  </a:cubicBezTo>
                  <a:cubicBezTo>
                    <a:pt x="635" y="834"/>
                    <a:pt x="646" y="833"/>
                    <a:pt x="640" y="829"/>
                  </a:cubicBezTo>
                  <a:cubicBezTo>
                    <a:pt x="642" y="801"/>
                    <a:pt x="647" y="799"/>
                    <a:pt x="643" y="795"/>
                  </a:cubicBezTo>
                  <a:cubicBezTo>
                    <a:pt x="643" y="761"/>
                    <a:pt x="645" y="757"/>
                    <a:pt x="645" y="753"/>
                  </a:cubicBezTo>
                  <a:cubicBezTo>
                    <a:pt x="634" y="744"/>
                    <a:pt x="632" y="755"/>
                    <a:pt x="638" y="766"/>
                  </a:cubicBezTo>
                  <a:cubicBezTo>
                    <a:pt x="632" y="820"/>
                    <a:pt x="632" y="834"/>
                    <a:pt x="632" y="848"/>
                  </a:cubicBezTo>
                  <a:cubicBezTo>
                    <a:pt x="621" y="875"/>
                    <a:pt x="625" y="883"/>
                    <a:pt x="619" y="889"/>
                  </a:cubicBezTo>
                  <a:cubicBezTo>
                    <a:pt x="609" y="963"/>
                    <a:pt x="606" y="993"/>
                    <a:pt x="601" y="1022"/>
                  </a:cubicBezTo>
                  <a:cubicBezTo>
                    <a:pt x="607" y="1061"/>
                    <a:pt x="599" y="1069"/>
                    <a:pt x="604" y="1079"/>
                  </a:cubicBezTo>
                  <a:cubicBezTo>
                    <a:pt x="607" y="1103"/>
                    <a:pt x="605" y="1105"/>
                    <a:pt x="606" y="1108"/>
                  </a:cubicBezTo>
                  <a:cubicBezTo>
                    <a:pt x="615" y="1176"/>
                    <a:pt x="616" y="1186"/>
                    <a:pt x="621" y="1196"/>
                  </a:cubicBezTo>
                  <a:cubicBezTo>
                    <a:pt x="630" y="1230"/>
                    <a:pt x="630" y="1235"/>
                    <a:pt x="634" y="1240"/>
                  </a:cubicBezTo>
                  <a:cubicBezTo>
                    <a:pt x="624" y="1245"/>
                    <a:pt x="627" y="1241"/>
                    <a:pt x="623" y="1237"/>
                  </a:cubicBezTo>
                  <a:cubicBezTo>
                    <a:pt x="611" y="1184"/>
                    <a:pt x="605" y="1176"/>
                    <a:pt x="607" y="1169"/>
                  </a:cubicBezTo>
                  <a:cubicBezTo>
                    <a:pt x="596" y="1116"/>
                    <a:pt x="594" y="1108"/>
                    <a:pt x="593" y="1101"/>
                  </a:cubicBezTo>
                  <a:cubicBezTo>
                    <a:pt x="593" y="1067"/>
                    <a:pt x="588" y="1054"/>
                    <a:pt x="589" y="1042"/>
                  </a:cubicBezTo>
                  <a:cubicBezTo>
                    <a:pt x="591" y="964"/>
                    <a:pt x="591" y="961"/>
                    <a:pt x="590" y="958"/>
                  </a:cubicBezTo>
                  <a:cubicBezTo>
                    <a:pt x="590" y="927"/>
                    <a:pt x="596" y="925"/>
                    <a:pt x="593" y="921"/>
                  </a:cubicBezTo>
                  <a:cubicBezTo>
                    <a:pt x="605" y="892"/>
                    <a:pt x="595" y="887"/>
                    <a:pt x="603" y="885"/>
                  </a:cubicBezTo>
                  <a:cubicBezTo>
                    <a:pt x="602" y="863"/>
                    <a:pt x="614" y="862"/>
                    <a:pt x="607" y="858"/>
                  </a:cubicBezTo>
                  <a:cubicBezTo>
                    <a:pt x="613" y="834"/>
                    <a:pt x="614" y="828"/>
                    <a:pt x="616" y="822"/>
                  </a:cubicBezTo>
                  <a:cubicBezTo>
                    <a:pt x="615" y="800"/>
                    <a:pt x="620" y="797"/>
                    <a:pt x="618" y="794"/>
                  </a:cubicBezTo>
                  <a:cubicBezTo>
                    <a:pt x="608" y="817"/>
                    <a:pt x="609" y="822"/>
                    <a:pt x="609" y="827"/>
                  </a:cubicBezTo>
                  <a:cubicBezTo>
                    <a:pt x="597" y="876"/>
                    <a:pt x="594" y="885"/>
                    <a:pt x="590" y="894"/>
                  </a:cubicBezTo>
                  <a:cubicBezTo>
                    <a:pt x="584" y="957"/>
                    <a:pt x="578" y="965"/>
                    <a:pt x="581" y="975"/>
                  </a:cubicBezTo>
                  <a:cubicBezTo>
                    <a:pt x="579" y="1012"/>
                    <a:pt x="580" y="1021"/>
                    <a:pt x="580" y="1030"/>
                  </a:cubicBezTo>
                  <a:cubicBezTo>
                    <a:pt x="582" y="1091"/>
                    <a:pt x="586" y="1096"/>
                    <a:pt x="585" y="1101"/>
                  </a:cubicBezTo>
                  <a:cubicBezTo>
                    <a:pt x="600" y="1177"/>
                    <a:pt x="598" y="1181"/>
                    <a:pt x="604" y="1187"/>
                  </a:cubicBezTo>
                  <a:cubicBezTo>
                    <a:pt x="606" y="1230"/>
                    <a:pt x="603" y="1224"/>
                    <a:pt x="600" y="1219"/>
                  </a:cubicBezTo>
                  <a:cubicBezTo>
                    <a:pt x="585" y="1180"/>
                    <a:pt x="590" y="1172"/>
                    <a:pt x="586" y="1170"/>
                  </a:cubicBezTo>
                  <a:cubicBezTo>
                    <a:pt x="581" y="1151"/>
                    <a:pt x="584" y="1149"/>
                    <a:pt x="579" y="1145"/>
                  </a:cubicBezTo>
                  <a:cubicBezTo>
                    <a:pt x="573" y="1114"/>
                    <a:pt x="573" y="1112"/>
                    <a:pt x="573" y="1110"/>
                  </a:cubicBezTo>
                  <a:cubicBezTo>
                    <a:pt x="566" y="1082"/>
                    <a:pt x="569" y="1078"/>
                    <a:pt x="568" y="1073"/>
                  </a:cubicBezTo>
                  <a:cubicBezTo>
                    <a:pt x="566" y="1036"/>
                    <a:pt x="563" y="1033"/>
                    <a:pt x="567" y="1031"/>
                  </a:cubicBezTo>
                  <a:cubicBezTo>
                    <a:pt x="569" y="979"/>
                    <a:pt x="563" y="969"/>
                    <a:pt x="565" y="960"/>
                  </a:cubicBezTo>
                  <a:cubicBezTo>
                    <a:pt x="568" y="930"/>
                    <a:pt x="564" y="927"/>
                    <a:pt x="566" y="924"/>
                  </a:cubicBezTo>
                  <a:cubicBezTo>
                    <a:pt x="574" y="895"/>
                    <a:pt x="569" y="889"/>
                    <a:pt x="573" y="885"/>
                  </a:cubicBezTo>
                  <a:cubicBezTo>
                    <a:pt x="579" y="847"/>
                    <a:pt x="578" y="841"/>
                    <a:pt x="578" y="836"/>
                  </a:cubicBezTo>
                  <a:cubicBezTo>
                    <a:pt x="583" y="808"/>
                    <a:pt x="590" y="806"/>
                    <a:pt x="590" y="803"/>
                  </a:cubicBezTo>
                  <a:cubicBezTo>
                    <a:pt x="597" y="749"/>
                    <a:pt x="598" y="743"/>
                    <a:pt x="599" y="738"/>
                  </a:cubicBezTo>
                  <a:cubicBezTo>
                    <a:pt x="600" y="694"/>
                    <a:pt x="601" y="691"/>
                    <a:pt x="601" y="688"/>
                  </a:cubicBezTo>
                  <a:cubicBezTo>
                    <a:pt x="594" y="675"/>
                    <a:pt x="596" y="680"/>
                    <a:pt x="600" y="686"/>
                  </a:cubicBezTo>
                  <a:cubicBezTo>
                    <a:pt x="595" y="733"/>
                    <a:pt x="590" y="739"/>
                    <a:pt x="592" y="746"/>
                  </a:cubicBezTo>
                  <a:cubicBezTo>
                    <a:pt x="570" y="852"/>
                    <a:pt x="563" y="853"/>
                    <a:pt x="567" y="857"/>
                  </a:cubicBezTo>
                  <a:cubicBezTo>
                    <a:pt x="563" y="882"/>
                    <a:pt x="561" y="885"/>
                    <a:pt x="563" y="889"/>
                  </a:cubicBezTo>
                  <a:cubicBezTo>
                    <a:pt x="558" y="915"/>
                    <a:pt x="558" y="918"/>
                    <a:pt x="558" y="920"/>
                  </a:cubicBezTo>
                  <a:cubicBezTo>
                    <a:pt x="554" y="958"/>
                    <a:pt x="558" y="966"/>
                    <a:pt x="555" y="972"/>
                  </a:cubicBezTo>
                  <a:cubicBezTo>
                    <a:pt x="558" y="1019"/>
                    <a:pt x="555" y="1023"/>
                    <a:pt x="557" y="1027"/>
                  </a:cubicBezTo>
                  <a:cubicBezTo>
                    <a:pt x="558" y="1059"/>
                    <a:pt x="561" y="1064"/>
                    <a:pt x="556" y="1068"/>
                  </a:cubicBezTo>
                  <a:cubicBezTo>
                    <a:pt x="562" y="1093"/>
                    <a:pt x="560" y="1096"/>
                    <a:pt x="563" y="1100"/>
                  </a:cubicBezTo>
                  <a:cubicBezTo>
                    <a:pt x="564" y="1121"/>
                    <a:pt x="568" y="1131"/>
                    <a:pt x="571" y="1141"/>
                  </a:cubicBezTo>
                  <a:cubicBezTo>
                    <a:pt x="580" y="1181"/>
                    <a:pt x="584" y="1184"/>
                    <a:pt x="582" y="1186"/>
                  </a:cubicBezTo>
                  <a:cubicBezTo>
                    <a:pt x="564" y="1172"/>
                    <a:pt x="561" y="1161"/>
                    <a:pt x="558" y="1150"/>
                  </a:cubicBezTo>
                  <a:cubicBezTo>
                    <a:pt x="546" y="1104"/>
                    <a:pt x="550" y="1101"/>
                    <a:pt x="545" y="1097"/>
                  </a:cubicBezTo>
                  <a:cubicBezTo>
                    <a:pt x="543" y="1058"/>
                    <a:pt x="539" y="1047"/>
                    <a:pt x="540" y="1037"/>
                  </a:cubicBezTo>
                  <a:cubicBezTo>
                    <a:pt x="536" y="987"/>
                    <a:pt x="533" y="982"/>
                    <a:pt x="534" y="977"/>
                  </a:cubicBezTo>
                  <a:cubicBezTo>
                    <a:pt x="533" y="942"/>
                    <a:pt x="535" y="938"/>
                    <a:pt x="535" y="933"/>
                  </a:cubicBezTo>
                  <a:cubicBezTo>
                    <a:pt x="540" y="908"/>
                    <a:pt x="534" y="897"/>
                    <a:pt x="541" y="889"/>
                  </a:cubicBezTo>
                  <a:cubicBezTo>
                    <a:pt x="544" y="865"/>
                    <a:pt x="544" y="862"/>
                    <a:pt x="547" y="860"/>
                  </a:cubicBezTo>
                  <a:cubicBezTo>
                    <a:pt x="546" y="829"/>
                    <a:pt x="552" y="826"/>
                    <a:pt x="552" y="822"/>
                  </a:cubicBezTo>
                  <a:cubicBezTo>
                    <a:pt x="565" y="779"/>
                    <a:pt x="565" y="775"/>
                    <a:pt x="567" y="771"/>
                  </a:cubicBezTo>
                  <a:cubicBezTo>
                    <a:pt x="575" y="741"/>
                    <a:pt x="570" y="736"/>
                    <a:pt x="577" y="732"/>
                  </a:cubicBezTo>
                  <a:cubicBezTo>
                    <a:pt x="577" y="702"/>
                    <a:pt x="583" y="698"/>
                    <a:pt x="578" y="693"/>
                  </a:cubicBezTo>
                  <a:cubicBezTo>
                    <a:pt x="583" y="675"/>
                    <a:pt x="583" y="671"/>
                    <a:pt x="583" y="666"/>
                  </a:cubicBezTo>
                  <a:cubicBezTo>
                    <a:pt x="575" y="703"/>
                    <a:pt x="574" y="710"/>
                    <a:pt x="571" y="717"/>
                  </a:cubicBezTo>
                  <a:cubicBezTo>
                    <a:pt x="570" y="735"/>
                    <a:pt x="567" y="736"/>
                    <a:pt x="568" y="739"/>
                  </a:cubicBezTo>
                  <a:cubicBezTo>
                    <a:pt x="561" y="763"/>
                    <a:pt x="562" y="767"/>
                    <a:pt x="561" y="770"/>
                  </a:cubicBezTo>
                  <a:cubicBezTo>
                    <a:pt x="549" y="802"/>
                    <a:pt x="549" y="804"/>
                    <a:pt x="549" y="806"/>
                  </a:cubicBezTo>
                  <a:cubicBezTo>
                    <a:pt x="540" y="840"/>
                    <a:pt x="537" y="858"/>
                    <a:pt x="532" y="876"/>
                  </a:cubicBezTo>
                  <a:cubicBezTo>
                    <a:pt x="524" y="936"/>
                    <a:pt x="527" y="941"/>
                    <a:pt x="525" y="946"/>
                  </a:cubicBezTo>
                  <a:cubicBezTo>
                    <a:pt x="526" y="979"/>
                    <a:pt x="524" y="983"/>
                    <a:pt x="526" y="988"/>
                  </a:cubicBezTo>
                  <a:cubicBezTo>
                    <a:pt x="528" y="1026"/>
                    <a:pt x="534" y="1036"/>
                    <a:pt x="529" y="1045"/>
                  </a:cubicBezTo>
                  <a:cubicBezTo>
                    <a:pt x="544" y="1143"/>
                    <a:pt x="552" y="1151"/>
                    <a:pt x="548" y="1157"/>
                  </a:cubicBezTo>
                  <a:cubicBezTo>
                    <a:pt x="539" y="1126"/>
                    <a:pt x="532" y="1132"/>
                    <a:pt x="527" y="1121"/>
                  </a:cubicBezTo>
                  <a:cubicBezTo>
                    <a:pt x="526" y="1098"/>
                    <a:pt x="526" y="1092"/>
                    <a:pt x="524" y="1086"/>
                  </a:cubicBezTo>
                  <a:cubicBezTo>
                    <a:pt x="522" y="1028"/>
                    <a:pt x="517" y="1022"/>
                    <a:pt x="520" y="1017"/>
                  </a:cubicBezTo>
                  <a:cubicBezTo>
                    <a:pt x="518" y="993"/>
                    <a:pt x="516" y="987"/>
                    <a:pt x="519" y="982"/>
                  </a:cubicBezTo>
                  <a:cubicBezTo>
                    <a:pt x="517" y="890"/>
                    <a:pt x="517" y="878"/>
                    <a:pt x="522" y="865"/>
                  </a:cubicBezTo>
                  <a:cubicBezTo>
                    <a:pt x="524" y="834"/>
                    <a:pt x="523" y="830"/>
                    <a:pt x="523" y="826"/>
                  </a:cubicBezTo>
                  <a:cubicBezTo>
                    <a:pt x="528" y="766"/>
                    <a:pt x="535" y="764"/>
                    <a:pt x="533" y="761"/>
                  </a:cubicBezTo>
                  <a:cubicBezTo>
                    <a:pt x="541" y="726"/>
                    <a:pt x="537" y="718"/>
                    <a:pt x="541" y="712"/>
                  </a:cubicBezTo>
                  <a:cubicBezTo>
                    <a:pt x="551" y="692"/>
                    <a:pt x="546" y="688"/>
                    <a:pt x="549" y="685"/>
                  </a:cubicBezTo>
                  <a:cubicBezTo>
                    <a:pt x="542" y="713"/>
                    <a:pt x="530" y="716"/>
                    <a:pt x="535" y="722"/>
                  </a:cubicBezTo>
                  <a:cubicBezTo>
                    <a:pt x="526" y="743"/>
                    <a:pt x="531" y="749"/>
                    <a:pt x="525" y="753"/>
                  </a:cubicBezTo>
                  <a:cubicBezTo>
                    <a:pt x="518" y="809"/>
                    <a:pt x="514" y="815"/>
                    <a:pt x="518" y="822"/>
                  </a:cubicBezTo>
                  <a:cubicBezTo>
                    <a:pt x="513" y="854"/>
                    <a:pt x="513" y="856"/>
                    <a:pt x="510" y="857"/>
                  </a:cubicBezTo>
                  <a:cubicBezTo>
                    <a:pt x="508" y="870"/>
                    <a:pt x="511" y="872"/>
                    <a:pt x="509" y="874"/>
                  </a:cubicBezTo>
                  <a:cubicBezTo>
                    <a:pt x="509" y="898"/>
                    <a:pt x="507" y="901"/>
                    <a:pt x="507" y="905"/>
                  </a:cubicBezTo>
                  <a:cubicBezTo>
                    <a:pt x="503" y="954"/>
                    <a:pt x="508" y="962"/>
                    <a:pt x="504" y="969"/>
                  </a:cubicBezTo>
                  <a:cubicBezTo>
                    <a:pt x="508" y="1018"/>
                    <a:pt x="511" y="1031"/>
                    <a:pt x="509" y="1043"/>
                  </a:cubicBezTo>
                  <a:cubicBezTo>
                    <a:pt x="511" y="1074"/>
                    <a:pt x="512" y="1078"/>
                    <a:pt x="515" y="1081"/>
                  </a:cubicBezTo>
                  <a:cubicBezTo>
                    <a:pt x="518" y="1112"/>
                    <a:pt x="517" y="1113"/>
                    <a:pt x="517" y="1115"/>
                  </a:cubicBezTo>
                  <a:cubicBezTo>
                    <a:pt x="503" y="1090"/>
                    <a:pt x="497" y="1080"/>
                    <a:pt x="501" y="1073"/>
                  </a:cubicBezTo>
                  <a:cubicBezTo>
                    <a:pt x="492" y="1033"/>
                    <a:pt x="486" y="1028"/>
                    <a:pt x="490" y="1024"/>
                  </a:cubicBezTo>
                  <a:cubicBezTo>
                    <a:pt x="487" y="996"/>
                    <a:pt x="483" y="991"/>
                    <a:pt x="485" y="987"/>
                  </a:cubicBezTo>
                  <a:cubicBezTo>
                    <a:pt x="484" y="972"/>
                    <a:pt x="482" y="969"/>
                    <a:pt x="484" y="967"/>
                  </a:cubicBezTo>
                  <a:cubicBezTo>
                    <a:pt x="483" y="926"/>
                    <a:pt x="486" y="914"/>
                    <a:pt x="486" y="901"/>
                  </a:cubicBezTo>
                  <a:cubicBezTo>
                    <a:pt x="486" y="872"/>
                    <a:pt x="486" y="869"/>
                    <a:pt x="487" y="866"/>
                  </a:cubicBezTo>
                  <a:cubicBezTo>
                    <a:pt x="491" y="841"/>
                    <a:pt x="492" y="835"/>
                    <a:pt x="496" y="830"/>
                  </a:cubicBezTo>
                  <a:cubicBezTo>
                    <a:pt x="497" y="808"/>
                    <a:pt x="497" y="805"/>
                    <a:pt x="498" y="802"/>
                  </a:cubicBezTo>
                  <a:cubicBezTo>
                    <a:pt x="501" y="781"/>
                    <a:pt x="502" y="777"/>
                    <a:pt x="502" y="774"/>
                  </a:cubicBezTo>
                  <a:cubicBezTo>
                    <a:pt x="509" y="743"/>
                    <a:pt x="503" y="739"/>
                    <a:pt x="507" y="736"/>
                  </a:cubicBezTo>
                  <a:cubicBezTo>
                    <a:pt x="513" y="714"/>
                    <a:pt x="508" y="710"/>
                    <a:pt x="514" y="708"/>
                  </a:cubicBezTo>
                  <a:cubicBezTo>
                    <a:pt x="516" y="672"/>
                    <a:pt x="518" y="666"/>
                    <a:pt x="514" y="659"/>
                  </a:cubicBezTo>
                  <a:cubicBezTo>
                    <a:pt x="522" y="620"/>
                    <a:pt x="511" y="615"/>
                    <a:pt x="515" y="613"/>
                  </a:cubicBezTo>
                  <a:cubicBezTo>
                    <a:pt x="513" y="576"/>
                    <a:pt x="517" y="570"/>
                    <a:pt x="514" y="562"/>
                  </a:cubicBezTo>
                  <a:cubicBezTo>
                    <a:pt x="512" y="540"/>
                    <a:pt x="511" y="537"/>
                    <a:pt x="513" y="534"/>
                  </a:cubicBezTo>
                  <a:cubicBezTo>
                    <a:pt x="508" y="542"/>
                    <a:pt x="509" y="547"/>
                    <a:pt x="510" y="552"/>
                  </a:cubicBezTo>
                  <a:cubicBezTo>
                    <a:pt x="511" y="613"/>
                    <a:pt x="510" y="618"/>
                    <a:pt x="509" y="622"/>
                  </a:cubicBezTo>
                  <a:cubicBezTo>
                    <a:pt x="509" y="654"/>
                    <a:pt x="508" y="658"/>
                    <a:pt x="509" y="663"/>
                  </a:cubicBezTo>
                  <a:cubicBezTo>
                    <a:pt x="499" y="722"/>
                    <a:pt x="502" y="727"/>
                    <a:pt x="499" y="732"/>
                  </a:cubicBezTo>
                  <a:cubicBezTo>
                    <a:pt x="490" y="794"/>
                    <a:pt x="488" y="801"/>
                    <a:pt x="486" y="808"/>
                  </a:cubicBezTo>
                  <a:cubicBezTo>
                    <a:pt x="484" y="836"/>
                    <a:pt x="481" y="842"/>
                    <a:pt x="480" y="849"/>
                  </a:cubicBezTo>
                  <a:cubicBezTo>
                    <a:pt x="477" y="885"/>
                    <a:pt x="474" y="888"/>
                    <a:pt x="476" y="892"/>
                  </a:cubicBezTo>
                  <a:cubicBezTo>
                    <a:pt x="475" y="941"/>
                    <a:pt x="477" y="949"/>
                    <a:pt x="474" y="956"/>
                  </a:cubicBezTo>
                  <a:cubicBezTo>
                    <a:pt x="478" y="1007"/>
                    <a:pt x="478" y="1015"/>
                    <a:pt x="481" y="1023"/>
                  </a:cubicBezTo>
                  <a:cubicBezTo>
                    <a:pt x="485" y="1060"/>
                    <a:pt x="486" y="1063"/>
                    <a:pt x="489" y="1068"/>
                  </a:cubicBezTo>
                  <a:cubicBezTo>
                    <a:pt x="477" y="1065"/>
                    <a:pt x="473" y="1058"/>
                    <a:pt x="472" y="1051"/>
                  </a:cubicBezTo>
                  <a:cubicBezTo>
                    <a:pt x="469" y="1021"/>
                    <a:pt x="469" y="1014"/>
                    <a:pt x="467" y="1006"/>
                  </a:cubicBezTo>
                  <a:cubicBezTo>
                    <a:pt x="464" y="956"/>
                    <a:pt x="462" y="949"/>
                    <a:pt x="460" y="941"/>
                  </a:cubicBezTo>
                  <a:cubicBezTo>
                    <a:pt x="460" y="879"/>
                    <a:pt x="462" y="877"/>
                    <a:pt x="461" y="874"/>
                  </a:cubicBezTo>
                  <a:cubicBezTo>
                    <a:pt x="468" y="826"/>
                    <a:pt x="463" y="820"/>
                    <a:pt x="467" y="815"/>
                  </a:cubicBezTo>
                  <a:cubicBezTo>
                    <a:pt x="474" y="789"/>
                    <a:pt x="470" y="786"/>
                    <a:pt x="474" y="784"/>
                  </a:cubicBezTo>
                  <a:cubicBezTo>
                    <a:pt x="479" y="746"/>
                    <a:pt x="482" y="724"/>
                    <a:pt x="486" y="703"/>
                  </a:cubicBezTo>
                  <a:cubicBezTo>
                    <a:pt x="490" y="666"/>
                    <a:pt x="494" y="661"/>
                    <a:pt x="493" y="656"/>
                  </a:cubicBezTo>
                  <a:cubicBezTo>
                    <a:pt x="494" y="600"/>
                    <a:pt x="491" y="594"/>
                    <a:pt x="490" y="588"/>
                  </a:cubicBezTo>
                  <a:cubicBezTo>
                    <a:pt x="482" y="572"/>
                    <a:pt x="482" y="575"/>
                    <a:pt x="485" y="578"/>
                  </a:cubicBezTo>
                  <a:cubicBezTo>
                    <a:pt x="489" y="615"/>
                    <a:pt x="484" y="625"/>
                    <a:pt x="488" y="638"/>
                  </a:cubicBezTo>
                  <a:cubicBezTo>
                    <a:pt x="482" y="691"/>
                    <a:pt x="474" y="695"/>
                    <a:pt x="477" y="701"/>
                  </a:cubicBezTo>
                  <a:cubicBezTo>
                    <a:pt x="478" y="728"/>
                    <a:pt x="467" y="729"/>
                    <a:pt x="473" y="734"/>
                  </a:cubicBezTo>
                  <a:cubicBezTo>
                    <a:pt x="466" y="787"/>
                    <a:pt x="456" y="807"/>
                    <a:pt x="456" y="829"/>
                  </a:cubicBezTo>
                  <a:cubicBezTo>
                    <a:pt x="452" y="864"/>
                    <a:pt x="453" y="867"/>
                    <a:pt x="452" y="869"/>
                  </a:cubicBezTo>
                  <a:cubicBezTo>
                    <a:pt x="452" y="898"/>
                    <a:pt x="451" y="901"/>
                    <a:pt x="450" y="903"/>
                  </a:cubicBezTo>
                  <a:cubicBezTo>
                    <a:pt x="454" y="926"/>
                    <a:pt x="448" y="928"/>
                    <a:pt x="454" y="932"/>
                  </a:cubicBezTo>
                  <a:cubicBezTo>
                    <a:pt x="453" y="980"/>
                    <a:pt x="457" y="993"/>
                    <a:pt x="458" y="1005"/>
                  </a:cubicBezTo>
                  <a:cubicBezTo>
                    <a:pt x="460" y="1036"/>
                    <a:pt x="452" y="1028"/>
                    <a:pt x="453" y="1021"/>
                  </a:cubicBezTo>
                  <a:cubicBezTo>
                    <a:pt x="440" y="968"/>
                    <a:pt x="437" y="966"/>
                    <a:pt x="439" y="964"/>
                  </a:cubicBezTo>
                  <a:cubicBezTo>
                    <a:pt x="438" y="947"/>
                    <a:pt x="437" y="944"/>
                    <a:pt x="437" y="942"/>
                  </a:cubicBezTo>
                  <a:cubicBezTo>
                    <a:pt x="434" y="894"/>
                    <a:pt x="436" y="890"/>
                    <a:pt x="437" y="885"/>
                  </a:cubicBezTo>
                  <a:cubicBezTo>
                    <a:pt x="442" y="839"/>
                    <a:pt x="439" y="834"/>
                    <a:pt x="440" y="830"/>
                  </a:cubicBezTo>
                  <a:cubicBezTo>
                    <a:pt x="450" y="793"/>
                    <a:pt x="446" y="783"/>
                    <a:pt x="451" y="774"/>
                  </a:cubicBezTo>
                  <a:cubicBezTo>
                    <a:pt x="454" y="744"/>
                    <a:pt x="457" y="742"/>
                    <a:pt x="457" y="740"/>
                  </a:cubicBezTo>
                  <a:cubicBezTo>
                    <a:pt x="463" y="717"/>
                    <a:pt x="463" y="715"/>
                    <a:pt x="464" y="713"/>
                  </a:cubicBezTo>
                  <a:cubicBezTo>
                    <a:pt x="468" y="697"/>
                    <a:pt x="463" y="694"/>
                    <a:pt x="468" y="692"/>
                  </a:cubicBezTo>
                  <a:cubicBezTo>
                    <a:pt x="474" y="647"/>
                    <a:pt x="473" y="645"/>
                    <a:pt x="473" y="643"/>
                  </a:cubicBezTo>
                  <a:cubicBezTo>
                    <a:pt x="475" y="617"/>
                    <a:pt x="478" y="612"/>
                    <a:pt x="474" y="607"/>
                  </a:cubicBezTo>
                  <a:cubicBezTo>
                    <a:pt x="467" y="544"/>
                    <a:pt x="471" y="539"/>
                    <a:pt x="465" y="538"/>
                  </a:cubicBezTo>
                  <a:cubicBezTo>
                    <a:pt x="461" y="511"/>
                    <a:pt x="460" y="507"/>
                    <a:pt x="462" y="503"/>
                  </a:cubicBezTo>
                  <a:cubicBezTo>
                    <a:pt x="457" y="538"/>
                    <a:pt x="470" y="546"/>
                    <a:pt x="465" y="552"/>
                  </a:cubicBezTo>
                  <a:cubicBezTo>
                    <a:pt x="470" y="582"/>
                    <a:pt x="469" y="588"/>
                    <a:pt x="468" y="595"/>
                  </a:cubicBezTo>
                  <a:cubicBezTo>
                    <a:pt x="465" y="622"/>
                    <a:pt x="467" y="628"/>
                    <a:pt x="467" y="634"/>
                  </a:cubicBezTo>
                  <a:cubicBezTo>
                    <a:pt x="460" y="664"/>
                    <a:pt x="461" y="676"/>
                    <a:pt x="459" y="687"/>
                  </a:cubicBezTo>
                  <a:cubicBezTo>
                    <a:pt x="444" y="731"/>
                    <a:pt x="452" y="736"/>
                    <a:pt x="447" y="739"/>
                  </a:cubicBezTo>
                  <a:cubicBezTo>
                    <a:pt x="444" y="764"/>
                    <a:pt x="442" y="767"/>
                    <a:pt x="441" y="770"/>
                  </a:cubicBezTo>
                  <a:cubicBezTo>
                    <a:pt x="433" y="806"/>
                    <a:pt x="437" y="810"/>
                    <a:pt x="433" y="813"/>
                  </a:cubicBezTo>
                  <a:cubicBezTo>
                    <a:pt x="430" y="841"/>
                    <a:pt x="429" y="849"/>
                    <a:pt x="426" y="855"/>
                  </a:cubicBezTo>
                  <a:cubicBezTo>
                    <a:pt x="427" y="895"/>
                    <a:pt x="426" y="897"/>
                    <a:pt x="425" y="899"/>
                  </a:cubicBezTo>
                  <a:cubicBezTo>
                    <a:pt x="422" y="888"/>
                    <a:pt x="419" y="883"/>
                    <a:pt x="419" y="879"/>
                  </a:cubicBezTo>
                  <a:cubicBezTo>
                    <a:pt x="422" y="840"/>
                    <a:pt x="418" y="835"/>
                    <a:pt x="419" y="831"/>
                  </a:cubicBezTo>
                  <a:cubicBezTo>
                    <a:pt x="420" y="773"/>
                    <a:pt x="425" y="741"/>
                    <a:pt x="432" y="709"/>
                  </a:cubicBezTo>
                  <a:cubicBezTo>
                    <a:pt x="433" y="669"/>
                    <a:pt x="436" y="665"/>
                    <a:pt x="432" y="661"/>
                  </a:cubicBezTo>
                  <a:cubicBezTo>
                    <a:pt x="438" y="624"/>
                    <a:pt x="435" y="620"/>
                    <a:pt x="438" y="617"/>
                  </a:cubicBezTo>
                  <a:cubicBezTo>
                    <a:pt x="438" y="601"/>
                    <a:pt x="437" y="597"/>
                    <a:pt x="437" y="593"/>
                  </a:cubicBezTo>
                  <a:cubicBezTo>
                    <a:pt x="433" y="602"/>
                    <a:pt x="434" y="608"/>
                    <a:pt x="433" y="613"/>
                  </a:cubicBezTo>
                  <a:cubicBezTo>
                    <a:pt x="423" y="677"/>
                    <a:pt x="424" y="683"/>
                    <a:pt x="425" y="688"/>
                  </a:cubicBezTo>
                  <a:cubicBezTo>
                    <a:pt x="418" y="711"/>
                    <a:pt x="423" y="715"/>
                    <a:pt x="418" y="717"/>
                  </a:cubicBezTo>
                  <a:cubicBezTo>
                    <a:pt x="411" y="765"/>
                    <a:pt x="414" y="768"/>
                    <a:pt x="414" y="771"/>
                  </a:cubicBezTo>
                  <a:cubicBezTo>
                    <a:pt x="415" y="805"/>
                    <a:pt x="408" y="814"/>
                    <a:pt x="413" y="825"/>
                  </a:cubicBezTo>
                  <a:cubicBezTo>
                    <a:pt x="409" y="843"/>
                    <a:pt x="411" y="847"/>
                    <a:pt x="408" y="852"/>
                  </a:cubicBezTo>
                  <a:cubicBezTo>
                    <a:pt x="413" y="907"/>
                    <a:pt x="416" y="911"/>
                    <a:pt x="415" y="915"/>
                  </a:cubicBezTo>
                  <a:cubicBezTo>
                    <a:pt x="424" y="956"/>
                    <a:pt x="423" y="963"/>
                    <a:pt x="426" y="971"/>
                  </a:cubicBezTo>
                  <a:cubicBezTo>
                    <a:pt x="422" y="973"/>
                    <a:pt x="413" y="966"/>
                    <a:pt x="416" y="962"/>
                  </a:cubicBezTo>
                  <a:cubicBezTo>
                    <a:pt x="398" y="901"/>
                    <a:pt x="390" y="896"/>
                    <a:pt x="397" y="893"/>
                  </a:cubicBezTo>
                  <a:cubicBezTo>
                    <a:pt x="393" y="859"/>
                    <a:pt x="388" y="854"/>
                    <a:pt x="387" y="849"/>
                  </a:cubicBezTo>
                  <a:cubicBezTo>
                    <a:pt x="388" y="825"/>
                    <a:pt x="387" y="822"/>
                    <a:pt x="387" y="819"/>
                  </a:cubicBezTo>
                  <a:cubicBezTo>
                    <a:pt x="387" y="781"/>
                    <a:pt x="387" y="778"/>
                    <a:pt x="385" y="775"/>
                  </a:cubicBezTo>
                  <a:cubicBezTo>
                    <a:pt x="385" y="740"/>
                    <a:pt x="388" y="735"/>
                    <a:pt x="388" y="730"/>
                  </a:cubicBezTo>
                  <a:cubicBezTo>
                    <a:pt x="396" y="683"/>
                    <a:pt x="389" y="676"/>
                    <a:pt x="394" y="672"/>
                  </a:cubicBezTo>
                  <a:cubicBezTo>
                    <a:pt x="397" y="622"/>
                    <a:pt x="400" y="617"/>
                    <a:pt x="397" y="611"/>
                  </a:cubicBezTo>
                  <a:cubicBezTo>
                    <a:pt x="404" y="586"/>
                    <a:pt x="406" y="584"/>
                    <a:pt x="405" y="581"/>
                  </a:cubicBezTo>
                  <a:cubicBezTo>
                    <a:pt x="415" y="540"/>
                    <a:pt x="413" y="537"/>
                    <a:pt x="414" y="535"/>
                  </a:cubicBezTo>
                  <a:cubicBezTo>
                    <a:pt x="414" y="477"/>
                    <a:pt x="420" y="468"/>
                    <a:pt x="416" y="458"/>
                  </a:cubicBezTo>
                  <a:cubicBezTo>
                    <a:pt x="412" y="435"/>
                    <a:pt x="414" y="431"/>
                    <a:pt x="411" y="432"/>
                  </a:cubicBezTo>
                  <a:cubicBezTo>
                    <a:pt x="412" y="490"/>
                    <a:pt x="409" y="495"/>
                    <a:pt x="411" y="500"/>
                  </a:cubicBezTo>
                  <a:cubicBezTo>
                    <a:pt x="408" y="524"/>
                    <a:pt x="408" y="526"/>
                    <a:pt x="408" y="529"/>
                  </a:cubicBezTo>
                  <a:cubicBezTo>
                    <a:pt x="405" y="563"/>
                    <a:pt x="397" y="567"/>
                    <a:pt x="402" y="573"/>
                  </a:cubicBezTo>
                  <a:cubicBezTo>
                    <a:pt x="394" y="607"/>
                    <a:pt x="390" y="612"/>
                    <a:pt x="391" y="618"/>
                  </a:cubicBezTo>
                  <a:cubicBezTo>
                    <a:pt x="389" y="640"/>
                    <a:pt x="389" y="643"/>
                    <a:pt x="389" y="646"/>
                  </a:cubicBezTo>
                  <a:cubicBezTo>
                    <a:pt x="386" y="667"/>
                    <a:pt x="380" y="670"/>
                    <a:pt x="385" y="673"/>
                  </a:cubicBezTo>
                  <a:cubicBezTo>
                    <a:pt x="376" y="720"/>
                    <a:pt x="380" y="734"/>
                    <a:pt x="377" y="746"/>
                  </a:cubicBezTo>
                  <a:cubicBezTo>
                    <a:pt x="382" y="786"/>
                    <a:pt x="376" y="788"/>
                    <a:pt x="378" y="791"/>
                  </a:cubicBezTo>
                  <a:cubicBezTo>
                    <a:pt x="372" y="812"/>
                    <a:pt x="384" y="817"/>
                    <a:pt x="379" y="819"/>
                  </a:cubicBezTo>
                  <a:cubicBezTo>
                    <a:pt x="384" y="878"/>
                    <a:pt x="385" y="881"/>
                    <a:pt x="382" y="884"/>
                  </a:cubicBezTo>
                  <a:cubicBezTo>
                    <a:pt x="375" y="870"/>
                    <a:pt x="378" y="866"/>
                    <a:pt x="377" y="861"/>
                  </a:cubicBezTo>
                  <a:cubicBezTo>
                    <a:pt x="373" y="822"/>
                    <a:pt x="370" y="812"/>
                    <a:pt x="373" y="803"/>
                  </a:cubicBezTo>
                  <a:cubicBezTo>
                    <a:pt x="369" y="752"/>
                    <a:pt x="366" y="739"/>
                    <a:pt x="370" y="727"/>
                  </a:cubicBezTo>
                  <a:cubicBezTo>
                    <a:pt x="374" y="678"/>
                    <a:pt x="368" y="674"/>
                    <a:pt x="373" y="671"/>
                  </a:cubicBezTo>
                  <a:cubicBezTo>
                    <a:pt x="375" y="650"/>
                    <a:pt x="376" y="644"/>
                    <a:pt x="375" y="637"/>
                  </a:cubicBezTo>
                  <a:cubicBezTo>
                    <a:pt x="385" y="618"/>
                    <a:pt x="376" y="613"/>
                    <a:pt x="383" y="611"/>
                  </a:cubicBezTo>
                  <a:cubicBezTo>
                    <a:pt x="392" y="583"/>
                    <a:pt x="382" y="577"/>
                    <a:pt x="389" y="574"/>
                  </a:cubicBezTo>
                  <a:cubicBezTo>
                    <a:pt x="394" y="539"/>
                    <a:pt x="393" y="537"/>
                    <a:pt x="394" y="536"/>
                  </a:cubicBezTo>
                  <a:cubicBezTo>
                    <a:pt x="399" y="513"/>
                    <a:pt x="397" y="506"/>
                    <a:pt x="397" y="499"/>
                  </a:cubicBezTo>
                  <a:cubicBezTo>
                    <a:pt x="395" y="482"/>
                    <a:pt x="393" y="485"/>
                    <a:pt x="394" y="487"/>
                  </a:cubicBezTo>
                  <a:cubicBezTo>
                    <a:pt x="386" y="537"/>
                    <a:pt x="387" y="542"/>
                    <a:pt x="386" y="547"/>
                  </a:cubicBezTo>
                  <a:cubicBezTo>
                    <a:pt x="384" y="570"/>
                    <a:pt x="381" y="575"/>
                    <a:pt x="380" y="580"/>
                  </a:cubicBezTo>
                  <a:cubicBezTo>
                    <a:pt x="374" y="608"/>
                    <a:pt x="372" y="618"/>
                    <a:pt x="369" y="629"/>
                  </a:cubicBezTo>
                  <a:cubicBezTo>
                    <a:pt x="362" y="701"/>
                    <a:pt x="362" y="711"/>
                    <a:pt x="360" y="721"/>
                  </a:cubicBezTo>
                  <a:cubicBezTo>
                    <a:pt x="357" y="790"/>
                    <a:pt x="360" y="800"/>
                    <a:pt x="362" y="810"/>
                  </a:cubicBezTo>
                  <a:cubicBezTo>
                    <a:pt x="364" y="835"/>
                    <a:pt x="365" y="838"/>
                    <a:pt x="365" y="840"/>
                  </a:cubicBezTo>
                  <a:cubicBezTo>
                    <a:pt x="372" y="877"/>
                    <a:pt x="366" y="881"/>
                    <a:pt x="371" y="887"/>
                  </a:cubicBezTo>
                  <a:cubicBezTo>
                    <a:pt x="360" y="876"/>
                    <a:pt x="349" y="866"/>
                    <a:pt x="352" y="857"/>
                  </a:cubicBezTo>
                  <a:cubicBezTo>
                    <a:pt x="349" y="832"/>
                    <a:pt x="341" y="829"/>
                    <a:pt x="344" y="823"/>
                  </a:cubicBezTo>
                  <a:cubicBezTo>
                    <a:pt x="342" y="804"/>
                    <a:pt x="343" y="799"/>
                    <a:pt x="340" y="794"/>
                  </a:cubicBezTo>
                  <a:cubicBezTo>
                    <a:pt x="344" y="767"/>
                    <a:pt x="335" y="758"/>
                    <a:pt x="342" y="752"/>
                  </a:cubicBezTo>
                  <a:cubicBezTo>
                    <a:pt x="344" y="689"/>
                    <a:pt x="344" y="687"/>
                    <a:pt x="342" y="685"/>
                  </a:cubicBezTo>
                  <a:cubicBezTo>
                    <a:pt x="346" y="665"/>
                    <a:pt x="346" y="662"/>
                    <a:pt x="348" y="659"/>
                  </a:cubicBezTo>
                  <a:cubicBezTo>
                    <a:pt x="351" y="634"/>
                    <a:pt x="353" y="631"/>
                    <a:pt x="358" y="628"/>
                  </a:cubicBezTo>
                  <a:cubicBezTo>
                    <a:pt x="364" y="573"/>
                    <a:pt x="367" y="568"/>
                    <a:pt x="364" y="562"/>
                  </a:cubicBezTo>
                  <a:cubicBezTo>
                    <a:pt x="375" y="527"/>
                    <a:pt x="370" y="521"/>
                    <a:pt x="375" y="517"/>
                  </a:cubicBezTo>
                  <a:cubicBezTo>
                    <a:pt x="381" y="476"/>
                    <a:pt x="381" y="466"/>
                    <a:pt x="382" y="456"/>
                  </a:cubicBezTo>
                  <a:cubicBezTo>
                    <a:pt x="383" y="391"/>
                    <a:pt x="380" y="388"/>
                    <a:pt x="380" y="385"/>
                  </a:cubicBezTo>
                  <a:cubicBezTo>
                    <a:pt x="380" y="365"/>
                    <a:pt x="378" y="363"/>
                    <a:pt x="375" y="362"/>
                  </a:cubicBezTo>
                  <a:cubicBezTo>
                    <a:pt x="377" y="320"/>
                    <a:pt x="375" y="314"/>
                    <a:pt x="376" y="308"/>
                  </a:cubicBezTo>
                  <a:cubicBezTo>
                    <a:pt x="366" y="262"/>
                    <a:pt x="371" y="257"/>
                    <a:pt x="364" y="249"/>
                  </a:cubicBezTo>
                  <a:cubicBezTo>
                    <a:pt x="357" y="219"/>
                    <a:pt x="350" y="209"/>
                    <a:pt x="348" y="212"/>
                  </a:cubicBezTo>
                  <a:cubicBezTo>
                    <a:pt x="361" y="263"/>
                    <a:pt x="365" y="271"/>
                    <a:pt x="365" y="278"/>
                  </a:cubicBezTo>
                  <a:cubicBezTo>
                    <a:pt x="373" y="347"/>
                    <a:pt x="367" y="353"/>
                    <a:pt x="370" y="360"/>
                  </a:cubicBezTo>
                  <a:cubicBezTo>
                    <a:pt x="368" y="383"/>
                    <a:pt x="362" y="385"/>
                    <a:pt x="367" y="389"/>
                  </a:cubicBezTo>
                  <a:cubicBezTo>
                    <a:pt x="359" y="426"/>
                    <a:pt x="354" y="432"/>
                    <a:pt x="354" y="438"/>
                  </a:cubicBezTo>
                  <a:cubicBezTo>
                    <a:pt x="346" y="471"/>
                    <a:pt x="341" y="484"/>
                    <a:pt x="339" y="497"/>
                  </a:cubicBezTo>
                  <a:cubicBezTo>
                    <a:pt x="329" y="543"/>
                    <a:pt x="322" y="548"/>
                    <a:pt x="325" y="556"/>
                  </a:cubicBezTo>
                  <a:cubicBezTo>
                    <a:pt x="320" y="592"/>
                    <a:pt x="315" y="606"/>
                    <a:pt x="315" y="621"/>
                  </a:cubicBezTo>
                  <a:cubicBezTo>
                    <a:pt x="312" y="648"/>
                    <a:pt x="309" y="651"/>
                    <a:pt x="313" y="655"/>
                  </a:cubicBezTo>
                  <a:cubicBezTo>
                    <a:pt x="309" y="675"/>
                    <a:pt x="311" y="683"/>
                    <a:pt x="309" y="690"/>
                  </a:cubicBezTo>
                  <a:cubicBezTo>
                    <a:pt x="304" y="717"/>
                    <a:pt x="313" y="722"/>
                    <a:pt x="306" y="724"/>
                  </a:cubicBezTo>
                  <a:cubicBezTo>
                    <a:pt x="307" y="752"/>
                    <a:pt x="314" y="757"/>
                    <a:pt x="308" y="761"/>
                  </a:cubicBezTo>
                  <a:cubicBezTo>
                    <a:pt x="301" y="681"/>
                    <a:pt x="302" y="674"/>
                    <a:pt x="300" y="667"/>
                  </a:cubicBezTo>
                  <a:cubicBezTo>
                    <a:pt x="303" y="622"/>
                    <a:pt x="302" y="618"/>
                    <a:pt x="306" y="615"/>
                  </a:cubicBezTo>
                  <a:cubicBezTo>
                    <a:pt x="315" y="560"/>
                    <a:pt x="315" y="557"/>
                    <a:pt x="316" y="554"/>
                  </a:cubicBezTo>
                  <a:cubicBezTo>
                    <a:pt x="318" y="529"/>
                    <a:pt x="325" y="526"/>
                    <a:pt x="320" y="522"/>
                  </a:cubicBezTo>
                  <a:cubicBezTo>
                    <a:pt x="330" y="478"/>
                    <a:pt x="331" y="475"/>
                    <a:pt x="333" y="472"/>
                  </a:cubicBezTo>
                  <a:cubicBezTo>
                    <a:pt x="334" y="447"/>
                    <a:pt x="338" y="444"/>
                    <a:pt x="339" y="441"/>
                  </a:cubicBezTo>
                  <a:cubicBezTo>
                    <a:pt x="341" y="417"/>
                    <a:pt x="344" y="414"/>
                    <a:pt x="342" y="410"/>
                  </a:cubicBezTo>
                  <a:cubicBezTo>
                    <a:pt x="343" y="371"/>
                    <a:pt x="341" y="364"/>
                    <a:pt x="344" y="357"/>
                  </a:cubicBezTo>
                  <a:cubicBezTo>
                    <a:pt x="331" y="289"/>
                    <a:pt x="326" y="279"/>
                    <a:pt x="324" y="269"/>
                  </a:cubicBezTo>
                  <a:cubicBezTo>
                    <a:pt x="317" y="254"/>
                    <a:pt x="314" y="265"/>
                    <a:pt x="322" y="277"/>
                  </a:cubicBezTo>
                  <a:cubicBezTo>
                    <a:pt x="324" y="297"/>
                    <a:pt x="329" y="300"/>
                    <a:pt x="327" y="303"/>
                  </a:cubicBezTo>
                  <a:cubicBezTo>
                    <a:pt x="335" y="347"/>
                    <a:pt x="336" y="355"/>
                    <a:pt x="335" y="363"/>
                  </a:cubicBezTo>
                  <a:cubicBezTo>
                    <a:pt x="329" y="420"/>
                    <a:pt x="334" y="428"/>
                    <a:pt x="330" y="434"/>
                  </a:cubicBezTo>
                  <a:cubicBezTo>
                    <a:pt x="324" y="463"/>
                    <a:pt x="322" y="470"/>
                    <a:pt x="322" y="477"/>
                  </a:cubicBezTo>
                  <a:cubicBezTo>
                    <a:pt x="311" y="526"/>
                    <a:pt x="312" y="534"/>
                    <a:pt x="309" y="540"/>
                  </a:cubicBezTo>
                  <a:cubicBezTo>
                    <a:pt x="295" y="624"/>
                    <a:pt x="294" y="627"/>
                    <a:pt x="292" y="630"/>
                  </a:cubicBezTo>
                  <a:cubicBezTo>
                    <a:pt x="291" y="652"/>
                    <a:pt x="292" y="656"/>
                    <a:pt x="292" y="659"/>
                  </a:cubicBezTo>
                  <a:cubicBezTo>
                    <a:pt x="292" y="705"/>
                    <a:pt x="293" y="711"/>
                    <a:pt x="293" y="717"/>
                  </a:cubicBezTo>
                  <a:cubicBezTo>
                    <a:pt x="293" y="733"/>
                    <a:pt x="294" y="736"/>
                    <a:pt x="292" y="734"/>
                  </a:cubicBezTo>
                  <a:cubicBezTo>
                    <a:pt x="289" y="694"/>
                    <a:pt x="277" y="695"/>
                    <a:pt x="284" y="689"/>
                  </a:cubicBezTo>
                  <a:cubicBezTo>
                    <a:pt x="283" y="634"/>
                    <a:pt x="284" y="631"/>
                    <a:pt x="283" y="628"/>
                  </a:cubicBezTo>
                  <a:cubicBezTo>
                    <a:pt x="285" y="596"/>
                    <a:pt x="290" y="592"/>
                    <a:pt x="288" y="587"/>
                  </a:cubicBezTo>
                  <a:cubicBezTo>
                    <a:pt x="296" y="555"/>
                    <a:pt x="294" y="550"/>
                    <a:pt x="297" y="546"/>
                  </a:cubicBezTo>
                  <a:cubicBezTo>
                    <a:pt x="302" y="524"/>
                    <a:pt x="300" y="521"/>
                    <a:pt x="301" y="519"/>
                  </a:cubicBezTo>
                  <a:cubicBezTo>
                    <a:pt x="305" y="475"/>
                    <a:pt x="304" y="473"/>
                    <a:pt x="308" y="471"/>
                  </a:cubicBezTo>
                  <a:cubicBezTo>
                    <a:pt x="306" y="439"/>
                    <a:pt x="313" y="430"/>
                    <a:pt x="309" y="420"/>
                  </a:cubicBezTo>
                  <a:cubicBezTo>
                    <a:pt x="312" y="383"/>
                    <a:pt x="309" y="373"/>
                    <a:pt x="312" y="364"/>
                  </a:cubicBezTo>
                  <a:cubicBezTo>
                    <a:pt x="304" y="330"/>
                    <a:pt x="309" y="326"/>
                    <a:pt x="305" y="321"/>
                  </a:cubicBezTo>
                  <a:cubicBezTo>
                    <a:pt x="294" y="266"/>
                    <a:pt x="291" y="256"/>
                    <a:pt x="286" y="246"/>
                  </a:cubicBezTo>
                  <a:cubicBezTo>
                    <a:pt x="272" y="214"/>
                    <a:pt x="274" y="209"/>
                    <a:pt x="270" y="204"/>
                  </a:cubicBezTo>
                  <a:cubicBezTo>
                    <a:pt x="263" y="201"/>
                    <a:pt x="269" y="213"/>
                    <a:pt x="274" y="225"/>
                  </a:cubicBezTo>
                  <a:cubicBezTo>
                    <a:pt x="284" y="267"/>
                    <a:pt x="290" y="274"/>
                    <a:pt x="291" y="279"/>
                  </a:cubicBezTo>
                  <a:cubicBezTo>
                    <a:pt x="298" y="309"/>
                    <a:pt x="296" y="320"/>
                    <a:pt x="303" y="333"/>
                  </a:cubicBezTo>
                  <a:cubicBezTo>
                    <a:pt x="301" y="383"/>
                    <a:pt x="302" y="396"/>
                    <a:pt x="301" y="409"/>
                  </a:cubicBezTo>
                  <a:cubicBezTo>
                    <a:pt x="298" y="441"/>
                    <a:pt x="299" y="444"/>
                    <a:pt x="299" y="448"/>
                  </a:cubicBezTo>
                  <a:cubicBezTo>
                    <a:pt x="292" y="469"/>
                    <a:pt x="302" y="474"/>
                    <a:pt x="295" y="475"/>
                  </a:cubicBezTo>
                  <a:cubicBezTo>
                    <a:pt x="282" y="575"/>
                    <a:pt x="277" y="588"/>
                    <a:pt x="277" y="601"/>
                  </a:cubicBezTo>
                  <a:cubicBezTo>
                    <a:pt x="270" y="621"/>
                    <a:pt x="277" y="626"/>
                    <a:pt x="272" y="628"/>
                  </a:cubicBezTo>
                  <a:cubicBezTo>
                    <a:pt x="265" y="615"/>
                    <a:pt x="270" y="596"/>
                    <a:pt x="270" y="576"/>
                  </a:cubicBezTo>
                  <a:cubicBezTo>
                    <a:pt x="279" y="502"/>
                    <a:pt x="277" y="498"/>
                    <a:pt x="277" y="496"/>
                  </a:cubicBezTo>
                  <a:cubicBezTo>
                    <a:pt x="279" y="469"/>
                    <a:pt x="282" y="464"/>
                    <a:pt x="280" y="459"/>
                  </a:cubicBezTo>
                  <a:cubicBezTo>
                    <a:pt x="285" y="425"/>
                    <a:pt x="282" y="419"/>
                    <a:pt x="283" y="414"/>
                  </a:cubicBezTo>
                  <a:cubicBezTo>
                    <a:pt x="284" y="394"/>
                    <a:pt x="281" y="389"/>
                    <a:pt x="283" y="384"/>
                  </a:cubicBezTo>
                  <a:cubicBezTo>
                    <a:pt x="276" y="328"/>
                    <a:pt x="271" y="317"/>
                    <a:pt x="271" y="307"/>
                  </a:cubicBezTo>
                  <a:cubicBezTo>
                    <a:pt x="257" y="256"/>
                    <a:pt x="255" y="250"/>
                    <a:pt x="254" y="245"/>
                  </a:cubicBezTo>
                  <a:cubicBezTo>
                    <a:pt x="220" y="175"/>
                    <a:pt x="210" y="168"/>
                    <a:pt x="208" y="162"/>
                  </a:cubicBezTo>
                  <a:cubicBezTo>
                    <a:pt x="233" y="223"/>
                    <a:pt x="239" y="222"/>
                    <a:pt x="237" y="225"/>
                  </a:cubicBezTo>
                  <a:cubicBezTo>
                    <a:pt x="254" y="264"/>
                    <a:pt x="253" y="276"/>
                    <a:pt x="260" y="288"/>
                  </a:cubicBezTo>
                  <a:cubicBezTo>
                    <a:pt x="264" y="326"/>
                    <a:pt x="267" y="331"/>
                    <a:pt x="267" y="335"/>
                  </a:cubicBezTo>
                  <a:cubicBezTo>
                    <a:pt x="272" y="407"/>
                    <a:pt x="275" y="411"/>
                    <a:pt x="272" y="414"/>
                  </a:cubicBezTo>
                  <a:cubicBezTo>
                    <a:pt x="276" y="454"/>
                    <a:pt x="267" y="456"/>
                    <a:pt x="271" y="460"/>
                  </a:cubicBezTo>
                  <a:cubicBezTo>
                    <a:pt x="270" y="503"/>
                    <a:pt x="264" y="509"/>
                    <a:pt x="266" y="517"/>
                  </a:cubicBezTo>
                  <a:cubicBezTo>
                    <a:pt x="257" y="543"/>
                    <a:pt x="265" y="548"/>
                    <a:pt x="260" y="551"/>
                  </a:cubicBezTo>
                  <a:cubicBezTo>
                    <a:pt x="259" y="593"/>
                    <a:pt x="259" y="601"/>
                    <a:pt x="258" y="608"/>
                  </a:cubicBezTo>
                  <a:cubicBezTo>
                    <a:pt x="259" y="636"/>
                    <a:pt x="262" y="640"/>
                    <a:pt x="259" y="643"/>
                  </a:cubicBezTo>
                  <a:cubicBezTo>
                    <a:pt x="249" y="634"/>
                    <a:pt x="251" y="618"/>
                    <a:pt x="247" y="600"/>
                  </a:cubicBezTo>
                  <a:cubicBezTo>
                    <a:pt x="240" y="541"/>
                    <a:pt x="241" y="533"/>
                    <a:pt x="241" y="524"/>
                  </a:cubicBezTo>
                  <a:cubicBezTo>
                    <a:pt x="248" y="492"/>
                    <a:pt x="240" y="482"/>
                    <a:pt x="246" y="475"/>
                  </a:cubicBezTo>
                  <a:cubicBezTo>
                    <a:pt x="244" y="453"/>
                    <a:pt x="250" y="452"/>
                    <a:pt x="246" y="448"/>
                  </a:cubicBezTo>
                  <a:cubicBezTo>
                    <a:pt x="247" y="407"/>
                    <a:pt x="254" y="404"/>
                    <a:pt x="251" y="399"/>
                  </a:cubicBezTo>
                  <a:cubicBezTo>
                    <a:pt x="254" y="383"/>
                    <a:pt x="250" y="378"/>
                    <a:pt x="252" y="374"/>
                  </a:cubicBezTo>
                  <a:cubicBezTo>
                    <a:pt x="251" y="314"/>
                    <a:pt x="248" y="306"/>
                    <a:pt x="251" y="298"/>
                  </a:cubicBezTo>
                  <a:cubicBezTo>
                    <a:pt x="240" y="257"/>
                    <a:pt x="233" y="260"/>
                    <a:pt x="238" y="264"/>
                  </a:cubicBezTo>
                  <a:cubicBezTo>
                    <a:pt x="247" y="313"/>
                    <a:pt x="244" y="319"/>
                    <a:pt x="248" y="327"/>
                  </a:cubicBezTo>
                  <a:cubicBezTo>
                    <a:pt x="248" y="356"/>
                    <a:pt x="242" y="359"/>
                    <a:pt x="245" y="364"/>
                  </a:cubicBezTo>
                  <a:cubicBezTo>
                    <a:pt x="241" y="405"/>
                    <a:pt x="239" y="409"/>
                    <a:pt x="242" y="414"/>
                  </a:cubicBezTo>
                  <a:cubicBezTo>
                    <a:pt x="239" y="435"/>
                    <a:pt x="240" y="438"/>
                    <a:pt x="240" y="440"/>
                  </a:cubicBezTo>
                  <a:cubicBezTo>
                    <a:pt x="236" y="486"/>
                    <a:pt x="234" y="494"/>
                    <a:pt x="234" y="503"/>
                  </a:cubicBezTo>
                  <a:cubicBezTo>
                    <a:pt x="231" y="524"/>
                    <a:pt x="232" y="526"/>
                    <a:pt x="231" y="529"/>
                  </a:cubicBezTo>
                  <a:cubicBezTo>
                    <a:pt x="230" y="471"/>
                    <a:pt x="222" y="464"/>
                    <a:pt x="227" y="459"/>
                  </a:cubicBezTo>
                  <a:cubicBezTo>
                    <a:pt x="228" y="431"/>
                    <a:pt x="222" y="427"/>
                    <a:pt x="226" y="425"/>
                  </a:cubicBezTo>
                  <a:cubicBezTo>
                    <a:pt x="227" y="372"/>
                    <a:pt x="228" y="367"/>
                    <a:pt x="225" y="362"/>
                  </a:cubicBezTo>
                  <a:cubicBezTo>
                    <a:pt x="226" y="313"/>
                    <a:pt x="223" y="308"/>
                    <a:pt x="225" y="303"/>
                  </a:cubicBezTo>
                  <a:cubicBezTo>
                    <a:pt x="215" y="226"/>
                    <a:pt x="202" y="221"/>
                    <a:pt x="208" y="219"/>
                  </a:cubicBezTo>
                  <a:cubicBezTo>
                    <a:pt x="202" y="192"/>
                    <a:pt x="193" y="187"/>
                    <a:pt x="197" y="184"/>
                  </a:cubicBezTo>
                  <a:cubicBezTo>
                    <a:pt x="159" y="111"/>
                    <a:pt x="161" y="108"/>
                    <a:pt x="158" y="104"/>
                  </a:cubicBezTo>
                  <a:cubicBezTo>
                    <a:pt x="162" y="120"/>
                    <a:pt x="165" y="126"/>
                    <a:pt x="165" y="132"/>
                  </a:cubicBezTo>
                  <a:cubicBezTo>
                    <a:pt x="195" y="203"/>
                    <a:pt x="200" y="209"/>
                    <a:pt x="199" y="214"/>
                  </a:cubicBezTo>
                  <a:cubicBezTo>
                    <a:pt x="212" y="270"/>
                    <a:pt x="215" y="275"/>
                    <a:pt x="215" y="281"/>
                  </a:cubicBezTo>
                  <a:cubicBezTo>
                    <a:pt x="212" y="317"/>
                    <a:pt x="220" y="324"/>
                    <a:pt x="217" y="330"/>
                  </a:cubicBezTo>
                  <a:cubicBezTo>
                    <a:pt x="219" y="372"/>
                    <a:pt x="217" y="383"/>
                    <a:pt x="215" y="393"/>
                  </a:cubicBezTo>
                  <a:cubicBezTo>
                    <a:pt x="221" y="422"/>
                    <a:pt x="210" y="424"/>
                    <a:pt x="216" y="429"/>
                  </a:cubicBezTo>
                  <a:cubicBezTo>
                    <a:pt x="216" y="474"/>
                    <a:pt x="220" y="483"/>
                    <a:pt x="217" y="491"/>
                  </a:cubicBezTo>
                  <a:cubicBezTo>
                    <a:pt x="226" y="548"/>
                    <a:pt x="218" y="555"/>
                    <a:pt x="224" y="564"/>
                  </a:cubicBezTo>
                  <a:cubicBezTo>
                    <a:pt x="214" y="556"/>
                    <a:pt x="221" y="553"/>
                    <a:pt x="218" y="549"/>
                  </a:cubicBezTo>
                  <a:cubicBezTo>
                    <a:pt x="213" y="498"/>
                    <a:pt x="206" y="488"/>
                    <a:pt x="209" y="480"/>
                  </a:cubicBezTo>
                  <a:cubicBezTo>
                    <a:pt x="200" y="416"/>
                    <a:pt x="200" y="407"/>
                    <a:pt x="200" y="399"/>
                  </a:cubicBezTo>
                  <a:cubicBezTo>
                    <a:pt x="200" y="341"/>
                    <a:pt x="197" y="337"/>
                    <a:pt x="198" y="333"/>
                  </a:cubicBezTo>
                  <a:cubicBezTo>
                    <a:pt x="199" y="312"/>
                    <a:pt x="203" y="310"/>
                    <a:pt x="198" y="306"/>
                  </a:cubicBezTo>
                  <a:cubicBezTo>
                    <a:pt x="198" y="275"/>
                    <a:pt x="194" y="269"/>
                    <a:pt x="195" y="265"/>
                  </a:cubicBezTo>
                  <a:cubicBezTo>
                    <a:pt x="175" y="191"/>
                    <a:pt x="172" y="186"/>
                    <a:pt x="170" y="181"/>
                  </a:cubicBezTo>
                  <a:cubicBezTo>
                    <a:pt x="122" y="111"/>
                    <a:pt x="132" y="117"/>
                    <a:pt x="134" y="122"/>
                  </a:cubicBezTo>
                  <a:cubicBezTo>
                    <a:pt x="153" y="151"/>
                    <a:pt x="153" y="155"/>
                    <a:pt x="155" y="160"/>
                  </a:cubicBezTo>
                  <a:cubicBezTo>
                    <a:pt x="182" y="243"/>
                    <a:pt x="187" y="248"/>
                    <a:pt x="187" y="252"/>
                  </a:cubicBezTo>
                  <a:cubicBezTo>
                    <a:pt x="190" y="282"/>
                    <a:pt x="193" y="287"/>
                    <a:pt x="190" y="291"/>
                  </a:cubicBezTo>
                  <a:cubicBezTo>
                    <a:pt x="194" y="347"/>
                    <a:pt x="192" y="351"/>
                    <a:pt x="190" y="355"/>
                  </a:cubicBezTo>
                  <a:cubicBezTo>
                    <a:pt x="191" y="394"/>
                    <a:pt x="194" y="397"/>
                    <a:pt x="192" y="399"/>
                  </a:cubicBezTo>
                  <a:cubicBezTo>
                    <a:pt x="193" y="428"/>
                    <a:pt x="194" y="436"/>
                    <a:pt x="195" y="445"/>
                  </a:cubicBezTo>
                  <a:cubicBezTo>
                    <a:pt x="197" y="504"/>
                    <a:pt x="204" y="514"/>
                    <a:pt x="202" y="522"/>
                  </a:cubicBezTo>
                  <a:cubicBezTo>
                    <a:pt x="195" y="496"/>
                    <a:pt x="192" y="492"/>
                    <a:pt x="191" y="488"/>
                  </a:cubicBezTo>
                  <a:cubicBezTo>
                    <a:pt x="182" y="442"/>
                    <a:pt x="186" y="437"/>
                    <a:pt x="185" y="430"/>
                  </a:cubicBezTo>
                  <a:cubicBezTo>
                    <a:pt x="186" y="370"/>
                    <a:pt x="181" y="363"/>
                    <a:pt x="183" y="357"/>
                  </a:cubicBezTo>
                  <a:cubicBezTo>
                    <a:pt x="182" y="325"/>
                    <a:pt x="175" y="321"/>
                    <a:pt x="177" y="318"/>
                  </a:cubicBezTo>
                  <a:cubicBezTo>
                    <a:pt x="173" y="294"/>
                    <a:pt x="175" y="288"/>
                    <a:pt x="172" y="281"/>
                  </a:cubicBezTo>
                  <a:cubicBezTo>
                    <a:pt x="170" y="250"/>
                    <a:pt x="163" y="245"/>
                    <a:pt x="166" y="243"/>
                  </a:cubicBezTo>
                  <a:cubicBezTo>
                    <a:pt x="117" y="146"/>
                    <a:pt x="115" y="136"/>
                    <a:pt x="110" y="138"/>
                  </a:cubicBezTo>
                  <a:cubicBezTo>
                    <a:pt x="158" y="251"/>
                    <a:pt x="166" y="268"/>
                    <a:pt x="163" y="283"/>
                  </a:cubicBezTo>
                  <a:cubicBezTo>
                    <a:pt x="170" y="315"/>
                    <a:pt x="167" y="323"/>
                    <a:pt x="173" y="332"/>
                  </a:cubicBezTo>
                  <a:cubicBezTo>
                    <a:pt x="172" y="391"/>
                    <a:pt x="174" y="397"/>
                    <a:pt x="174" y="404"/>
                  </a:cubicBezTo>
                  <a:cubicBezTo>
                    <a:pt x="174" y="419"/>
                    <a:pt x="175" y="423"/>
                    <a:pt x="172" y="421"/>
                  </a:cubicBezTo>
                  <a:cubicBezTo>
                    <a:pt x="157" y="335"/>
                    <a:pt x="157" y="325"/>
                    <a:pt x="156" y="322"/>
                  </a:cubicBezTo>
                  <a:cubicBezTo>
                    <a:pt x="154" y="304"/>
                    <a:pt x="152" y="301"/>
                    <a:pt x="152" y="298"/>
                  </a:cubicBezTo>
                  <a:cubicBezTo>
                    <a:pt x="121" y="215"/>
                    <a:pt x="124" y="220"/>
                    <a:pt x="126" y="224"/>
                  </a:cubicBezTo>
                  <a:cubicBezTo>
                    <a:pt x="142" y="278"/>
                    <a:pt x="141" y="294"/>
                    <a:pt x="149" y="312"/>
                  </a:cubicBezTo>
                  <a:cubicBezTo>
                    <a:pt x="152" y="360"/>
                    <a:pt x="149" y="372"/>
                    <a:pt x="155" y="385"/>
                  </a:cubicBezTo>
                  <a:cubicBezTo>
                    <a:pt x="164" y="425"/>
                    <a:pt x="163" y="427"/>
                    <a:pt x="166" y="430"/>
                  </a:cubicBezTo>
                  <a:cubicBezTo>
                    <a:pt x="166" y="449"/>
                    <a:pt x="160" y="441"/>
                    <a:pt x="155" y="433"/>
                  </a:cubicBezTo>
                  <a:cubicBezTo>
                    <a:pt x="52" y="216"/>
                    <a:pt x="51" y="203"/>
                    <a:pt x="42" y="189"/>
                  </a:cubicBezTo>
                  <a:cubicBezTo>
                    <a:pt x="33" y="158"/>
                    <a:pt x="33" y="148"/>
                    <a:pt x="29" y="151"/>
                  </a:cubicBezTo>
                  <a:cubicBezTo>
                    <a:pt x="101" y="327"/>
                    <a:pt x="104" y="346"/>
                    <a:pt x="123" y="370"/>
                  </a:cubicBezTo>
                  <a:cubicBezTo>
                    <a:pt x="135" y="395"/>
                    <a:pt x="130" y="397"/>
                    <a:pt x="134" y="400"/>
                  </a:cubicBezTo>
                  <a:cubicBezTo>
                    <a:pt x="148" y="437"/>
                    <a:pt x="157" y="443"/>
                    <a:pt x="154" y="447"/>
                  </a:cubicBezTo>
                  <a:cubicBezTo>
                    <a:pt x="151" y="451"/>
                    <a:pt x="156" y="444"/>
                    <a:pt x="151" y="447"/>
                  </a:cubicBezTo>
                  <a:cubicBezTo>
                    <a:pt x="132" y="420"/>
                    <a:pt x="125" y="405"/>
                    <a:pt x="116" y="394"/>
                  </a:cubicBezTo>
                  <a:cubicBezTo>
                    <a:pt x="47" y="271"/>
                    <a:pt x="45" y="264"/>
                    <a:pt x="39" y="256"/>
                  </a:cubicBezTo>
                  <a:cubicBezTo>
                    <a:pt x="23" y="217"/>
                    <a:pt x="19" y="203"/>
                    <a:pt x="8" y="187"/>
                  </a:cubicBezTo>
                  <a:cubicBezTo>
                    <a:pt x="0" y="172"/>
                    <a:pt x="0" y="172"/>
                    <a:pt x="0" y="172"/>
                  </a:cubicBezTo>
                  <a:cubicBezTo>
                    <a:pt x="13" y="212"/>
                    <a:pt x="18" y="217"/>
                    <a:pt x="17" y="221"/>
                  </a:cubicBezTo>
                  <a:cubicBezTo>
                    <a:pt x="38" y="262"/>
                    <a:pt x="42" y="277"/>
                    <a:pt x="49" y="292"/>
                  </a:cubicBezTo>
                  <a:cubicBezTo>
                    <a:pt x="88" y="361"/>
                    <a:pt x="84" y="375"/>
                    <a:pt x="89" y="371"/>
                  </a:cubicBezTo>
                  <a:cubicBezTo>
                    <a:pt x="157" y="471"/>
                    <a:pt x="164" y="481"/>
                    <a:pt x="172" y="491"/>
                  </a:cubicBezTo>
                  <a:cubicBezTo>
                    <a:pt x="187" y="517"/>
                    <a:pt x="186" y="518"/>
                    <a:pt x="186" y="518"/>
                  </a:cubicBezTo>
                  <a:cubicBezTo>
                    <a:pt x="198" y="535"/>
                    <a:pt x="201" y="544"/>
                    <a:pt x="199" y="552"/>
                  </a:cubicBezTo>
                  <a:cubicBezTo>
                    <a:pt x="156" y="486"/>
                    <a:pt x="141" y="472"/>
                    <a:pt x="130" y="459"/>
                  </a:cubicBezTo>
                  <a:cubicBezTo>
                    <a:pt x="110" y="430"/>
                    <a:pt x="107" y="427"/>
                    <a:pt x="105" y="423"/>
                  </a:cubicBezTo>
                  <a:cubicBezTo>
                    <a:pt x="50" y="348"/>
                    <a:pt x="55" y="346"/>
                    <a:pt x="50" y="342"/>
                  </a:cubicBezTo>
                  <a:cubicBezTo>
                    <a:pt x="3" y="267"/>
                    <a:pt x="5" y="258"/>
                    <a:pt x="0" y="254"/>
                  </a:cubicBezTo>
                  <a:cubicBezTo>
                    <a:pt x="11" y="297"/>
                    <a:pt x="19" y="301"/>
                    <a:pt x="20" y="304"/>
                  </a:cubicBezTo>
                  <a:cubicBezTo>
                    <a:pt x="37" y="330"/>
                    <a:pt x="35" y="333"/>
                    <a:pt x="38" y="337"/>
                  </a:cubicBezTo>
                  <a:cubicBezTo>
                    <a:pt x="94" y="423"/>
                    <a:pt x="98" y="426"/>
                    <a:pt x="101" y="429"/>
                  </a:cubicBezTo>
                  <a:cubicBezTo>
                    <a:pt x="129" y="469"/>
                    <a:pt x="132" y="472"/>
                    <a:pt x="134" y="475"/>
                  </a:cubicBezTo>
                  <a:cubicBezTo>
                    <a:pt x="155" y="502"/>
                    <a:pt x="157" y="504"/>
                    <a:pt x="159" y="507"/>
                  </a:cubicBezTo>
                  <a:cubicBezTo>
                    <a:pt x="167" y="526"/>
                    <a:pt x="176" y="523"/>
                    <a:pt x="172" y="528"/>
                  </a:cubicBezTo>
                  <a:cubicBezTo>
                    <a:pt x="127" y="476"/>
                    <a:pt x="107" y="458"/>
                    <a:pt x="85" y="432"/>
                  </a:cubicBezTo>
                  <a:cubicBezTo>
                    <a:pt x="42" y="373"/>
                    <a:pt x="30" y="364"/>
                    <a:pt x="27" y="355"/>
                  </a:cubicBezTo>
                  <a:cubicBezTo>
                    <a:pt x="0" y="328"/>
                    <a:pt x="0" y="328"/>
                    <a:pt x="0" y="328"/>
                  </a:cubicBezTo>
                  <a:cubicBezTo>
                    <a:pt x="26" y="363"/>
                    <a:pt x="25" y="368"/>
                    <a:pt x="32" y="373"/>
                  </a:cubicBezTo>
                  <a:cubicBezTo>
                    <a:pt x="69" y="424"/>
                    <a:pt x="79" y="434"/>
                    <a:pt x="89" y="450"/>
                  </a:cubicBezTo>
                  <a:cubicBezTo>
                    <a:pt x="187" y="565"/>
                    <a:pt x="194" y="574"/>
                    <a:pt x="200" y="583"/>
                  </a:cubicBezTo>
                  <a:cubicBezTo>
                    <a:pt x="195" y="580"/>
                    <a:pt x="178" y="573"/>
                    <a:pt x="164" y="552"/>
                  </a:cubicBezTo>
                  <a:cubicBezTo>
                    <a:pt x="130" y="519"/>
                    <a:pt x="122" y="508"/>
                    <a:pt x="114" y="500"/>
                  </a:cubicBezTo>
                  <a:cubicBezTo>
                    <a:pt x="18" y="376"/>
                    <a:pt x="19" y="374"/>
                    <a:pt x="16" y="374"/>
                  </a:cubicBezTo>
                  <a:cubicBezTo>
                    <a:pt x="7" y="360"/>
                    <a:pt x="5" y="354"/>
                    <a:pt x="0" y="347"/>
                  </a:cubicBezTo>
                  <a:cubicBezTo>
                    <a:pt x="0" y="358"/>
                    <a:pt x="0" y="358"/>
                    <a:pt x="0" y="359"/>
                  </a:cubicBezTo>
                  <a:cubicBezTo>
                    <a:pt x="16" y="378"/>
                    <a:pt x="13" y="388"/>
                    <a:pt x="20" y="387"/>
                  </a:cubicBezTo>
                  <a:cubicBezTo>
                    <a:pt x="147" y="544"/>
                    <a:pt x="149" y="552"/>
                    <a:pt x="153" y="555"/>
                  </a:cubicBezTo>
                  <a:cubicBezTo>
                    <a:pt x="205" y="609"/>
                    <a:pt x="209" y="614"/>
                    <a:pt x="213" y="620"/>
                  </a:cubicBezTo>
                  <a:cubicBezTo>
                    <a:pt x="248" y="673"/>
                    <a:pt x="250" y="678"/>
                    <a:pt x="249" y="682"/>
                  </a:cubicBezTo>
                  <a:cubicBezTo>
                    <a:pt x="215" y="648"/>
                    <a:pt x="211" y="642"/>
                    <a:pt x="207" y="642"/>
                  </a:cubicBezTo>
                  <a:cubicBezTo>
                    <a:pt x="173" y="607"/>
                    <a:pt x="159" y="599"/>
                    <a:pt x="145" y="585"/>
                  </a:cubicBezTo>
                  <a:cubicBezTo>
                    <a:pt x="89" y="539"/>
                    <a:pt x="87" y="528"/>
                    <a:pt x="82" y="530"/>
                  </a:cubicBezTo>
                  <a:cubicBezTo>
                    <a:pt x="10" y="445"/>
                    <a:pt x="5" y="438"/>
                    <a:pt x="0" y="430"/>
                  </a:cubicBezTo>
                  <a:cubicBezTo>
                    <a:pt x="7" y="448"/>
                    <a:pt x="10" y="450"/>
                    <a:pt x="12" y="455"/>
                  </a:cubicBezTo>
                  <a:cubicBezTo>
                    <a:pt x="63" y="516"/>
                    <a:pt x="68" y="529"/>
                    <a:pt x="76" y="532"/>
                  </a:cubicBezTo>
                  <a:cubicBezTo>
                    <a:pt x="109" y="563"/>
                    <a:pt x="112" y="569"/>
                    <a:pt x="116" y="574"/>
                  </a:cubicBezTo>
                  <a:cubicBezTo>
                    <a:pt x="151" y="606"/>
                    <a:pt x="166" y="613"/>
                    <a:pt x="180" y="630"/>
                  </a:cubicBezTo>
                  <a:cubicBezTo>
                    <a:pt x="239" y="683"/>
                    <a:pt x="241" y="686"/>
                    <a:pt x="243" y="689"/>
                  </a:cubicBezTo>
                  <a:cubicBezTo>
                    <a:pt x="155" y="616"/>
                    <a:pt x="134" y="603"/>
                    <a:pt x="114" y="586"/>
                  </a:cubicBezTo>
                  <a:cubicBezTo>
                    <a:pt x="37" y="519"/>
                    <a:pt x="35" y="503"/>
                    <a:pt x="30" y="506"/>
                  </a:cubicBezTo>
                  <a:cubicBezTo>
                    <a:pt x="76" y="567"/>
                    <a:pt x="91" y="576"/>
                    <a:pt x="105" y="592"/>
                  </a:cubicBezTo>
                  <a:cubicBezTo>
                    <a:pt x="129" y="611"/>
                    <a:pt x="137" y="616"/>
                    <a:pt x="145" y="622"/>
                  </a:cubicBezTo>
                  <a:cubicBezTo>
                    <a:pt x="163" y="636"/>
                    <a:pt x="167" y="641"/>
                    <a:pt x="165" y="643"/>
                  </a:cubicBezTo>
                  <a:cubicBezTo>
                    <a:pt x="119" y="612"/>
                    <a:pt x="116" y="612"/>
                    <a:pt x="114" y="612"/>
                  </a:cubicBezTo>
                  <a:cubicBezTo>
                    <a:pt x="88" y="593"/>
                    <a:pt x="82" y="591"/>
                    <a:pt x="77" y="587"/>
                  </a:cubicBezTo>
                  <a:cubicBezTo>
                    <a:pt x="13" y="544"/>
                    <a:pt x="7" y="538"/>
                    <a:pt x="0" y="533"/>
                  </a:cubicBezTo>
                  <a:cubicBezTo>
                    <a:pt x="17" y="555"/>
                    <a:pt x="24" y="560"/>
                    <a:pt x="31" y="567"/>
                  </a:cubicBezTo>
                  <a:cubicBezTo>
                    <a:pt x="78" y="600"/>
                    <a:pt x="82" y="597"/>
                    <a:pt x="86" y="603"/>
                  </a:cubicBezTo>
                  <a:cubicBezTo>
                    <a:pt x="126" y="627"/>
                    <a:pt x="133" y="631"/>
                    <a:pt x="141" y="636"/>
                  </a:cubicBezTo>
                  <a:cubicBezTo>
                    <a:pt x="168" y="656"/>
                    <a:pt x="171" y="658"/>
                    <a:pt x="173" y="658"/>
                  </a:cubicBezTo>
                  <a:cubicBezTo>
                    <a:pt x="213" y="686"/>
                    <a:pt x="215" y="691"/>
                    <a:pt x="217" y="694"/>
                  </a:cubicBezTo>
                  <a:cubicBezTo>
                    <a:pt x="241" y="718"/>
                    <a:pt x="246" y="717"/>
                    <a:pt x="251" y="723"/>
                  </a:cubicBezTo>
                  <a:cubicBezTo>
                    <a:pt x="272" y="754"/>
                    <a:pt x="281" y="753"/>
                    <a:pt x="277" y="759"/>
                  </a:cubicBezTo>
                  <a:cubicBezTo>
                    <a:pt x="250" y="738"/>
                    <a:pt x="248" y="731"/>
                    <a:pt x="245" y="733"/>
                  </a:cubicBezTo>
                  <a:cubicBezTo>
                    <a:pt x="215" y="709"/>
                    <a:pt x="205" y="703"/>
                    <a:pt x="195" y="696"/>
                  </a:cubicBezTo>
                  <a:cubicBezTo>
                    <a:pt x="156" y="670"/>
                    <a:pt x="145" y="670"/>
                    <a:pt x="135" y="661"/>
                  </a:cubicBezTo>
                  <a:cubicBezTo>
                    <a:pt x="98" y="642"/>
                    <a:pt x="87" y="639"/>
                    <a:pt x="78" y="630"/>
                  </a:cubicBezTo>
                  <a:cubicBezTo>
                    <a:pt x="44" y="608"/>
                    <a:pt x="39" y="604"/>
                    <a:pt x="35" y="599"/>
                  </a:cubicBezTo>
                  <a:cubicBezTo>
                    <a:pt x="64" y="632"/>
                    <a:pt x="77" y="634"/>
                    <a:pt x="88" y="647"/>
                  </a:cubicBezTo>
                  <a:cubicBezTo>
                    <a:pt x="113" y="663"/>
                    <a:pt x="120" y="661"/>
                    <a:pt x="126" y="668"/>
                  </a:cubicBezTo>
                  <a:cubicBezTo>
                    <a:pt x="179" y="700"/>
                    <a:pt x="192" y="704"/>
                    <a:pt x="205" y="714"/>
                  </a:cubicBezTo>
                  <a:cubicBezTo>
                    <a:pt x="252" y="749"/>
                    <a:pt x="256" y="748"/>
                    <a:pt x="259" y="752"/>
                  </a:cubicBezTo>
                  <a:cubicBezTo>
                    <a:pt x="309" y="812"/>
                    <a:pt x="313" y="815"/>
                    <a:pt x="311" y="817"/>
                  </a:cubicBezTo>
                  <a:cubicBezTo>
                    <a:pt x="287" y="793"/>
                    <a:pt x="281" y="789"/>
                    <a:pt x="275" y="782"/>
                  </a:cubicBezTo>
                  <a:cubicBezTo>
                    <a:pt x="238" y="756"/>
                    <a:pt x="233" y="745"/>
                    <a:pt x="226" y="744"/>
                  </a:cubicBezTo>
                  <a:cubicBezTo>
                    <a:pt x="179" y="713"/>
                    <a:pt x="167" y="709"/>
                    <a:pt x="155" y="701"/>
                  </a:cubicBezTo>
                  <a:cubicBezTo>
                    <a:pt x="130" y="689"/>
                    <a:pt x="124" y="688"/>
                    <a:pt x="118" y="682"/>
                  </a:cubicBezTo>
                  <a:cubicBezTo>
                    <a:pt x="87" y="673"/>
                    <a:pt x="85" y="666"/>
                    <a:pt x="81" y="668"/>
                  </a:cubicBezTo>
                  <a:cubicBezTo>
                    <a:pt x="6" y="628"/>
                    <a:pt x="4" y="626"/>
                    <a:pt x="0" y="626"/>
                  </a:cubicBezTo>
                  <a:cubicBezTo>
                    <a:pt x="2" y="634"/>
                    <a:pt x="4" y="634"/>
                    <a:pt x="5" y="633"/>
                  </a:cubicBezTo>
                  <a:cubicBezTo>
                    <a:pt x="34" y="652"/>
                    <a:pt x="37" y="657"/>
                    <a:pt x="41" y="656"/>
                  </a:cubicBezTo>
                  <a:cubicBezTo>
                    <a:pt x="82" y="671"/>
                    <a:pt x="86" y="684"/>
                    <a:pt x="93" y="681"/>
                  </a:cubicBezTo>
                  <a:cubicBezTo>
                    <a:pt x="148" y="714"/>
                    <a:pt x="153" y="704"/>
                    <a:pt x="155" y="711"/>
                  </a:cubicBezTo>
                  <a:cubicBezTo>
                    <a:pt x="188" y="727"/>
                    <a:pt x="193" y="733"/>
                    <a:pt x="199" y="736"/>
                  </a:cubicBezTo>
                  <a:cubicBezTo>
                    <a:pt x="227" y="758"/>
                    <a:pt x="231" y="754"/>
                    <a:pt x="233" y="760"/>
                  </a:cubicBezTo>
                  <a:cubicBezTo>
                    <a:pt x="290" y="813"/>
                    <a:pt x="296" y="820"/>
                    <a:pt x="302" y="824"/>
                  </a:cubicBezTo>
                  <a:cubicBezTo>
                    <a:pt x="314" y="839"/>
                    <a:pt x="311" y="840"/>
                    <a:pt x="308" y="836"/>
                  </a:cubicBezTo>
                  <a:cubicBezTo>
                    <a:pt x="294" y="829"/>
                    <a:pt x="288" y="817"/>
                    <a:pt x="281" y="817"/>
                  </a:cubicBezTo>
                  <a:cubicBezTo>
                    <a:pt x="229" y="777"/>
                    <a:pt x="227" y="773"/>
                    <a:pt x="223" y="773"/>
                  </a:cubicBezTo>
                  <a:cubicBezTo>
                    <a:pt x="175" y="741"/>
                    <a:pt x="167" y="743"/>
                    <a:pt x="160" y="734"/>
                  </a:cubicBezTo>
                  <a:cubicBezTo>
                    <a:pt x="133" y="722"/>
                    <a:pt x="125" y="722"/>
                    <a:pt x="118" y="716"/>
                  </a:cubicBezTo>
                  <a:cubicBezTo>
                    <a:pt x="83" y="708"/>
                    <a:pt x="81" y="695"/>
                    <a:pt x="75" y="701"/>
                  </a:cubicBezTo>
                  <a:cubicBezTo>
                    <a:pt x="102" y="718"/>
                    <a:pt x="105" y="719"/>
                    <a:pt x="108" y="721"/>
                  </a:cubicBezTo>
                  <a:cubicBezTo>
                    <a:pt x="162" y="747"/>
                    <a:pt x="164" y="749"/>
                    <a:pt x="168" y="748"/>
                  </a:cubicBezTo>
                  <a:cubicBezTo>
                    <a:pt x="198" y="770"/>
                    <a:pt x="205" y="770"/>
                    <a:pt x="210" y="774"/>
                  </a:cubicBezTo>
                  <a:cubicBezTo>
                    <a:pt x="297" y="836"/>
                    <a:pt x="302" y="842"/>
                    <a:pt x="307" y="846"/>
                  </a:cubicBezTo>
                  <a:cubicBezTo>
                    <a:pt x="324" y="865"/>
                    <a:pt x="312" y="860"/>
                    <a:pt x="303" y="847"/>
                  </a:cubicBezTo>
                  <a:cubicBezTo>
                    <a:pt x="244" y="813"/>
                    <a:pt x="238" y="807"/>
                    <a:pt x="232" y="801"/>
                  </a:cubicBezTo>
                  <a:cubicBezTo>
                    <a:pt x="172" y="765"/>
                    <a:pt x="165" y="768"/>
                    <a:pt x="159" y="759"/>
                  </a:cubicBezTo>
                  <a:cubicBezTo>
                    <a:pt x="124" y="742"/>
                    <a:pt x="119" y="747"/>
                    <a:pt x="115" y="742"/>
                  </a:cubicBezTo>
                  <a:cubicBezTo>
                    <a:pt x="80" y="724"/>
                    <a:pt x="77" y="723"/>
                    <a:pt x="75" y="720"/>
                  </a:cubicBezTo>
                  <a:cubicBezTo>
                    <a:pt x="43" y="707"/>
                    <a:pt x="39" y="696"/>
                    <a:pt x="34" y="699"/>
                  </a:cubicBezTo>
                  <a:cubicBezTo>
                    <a:pt x="17" y="698"/>
                    <a:pt x="31" y="699"/>
                    <a:pt x="42" y="711"/>
                  </a:cubicBezTo>
                  <a:cubicBezTo>
                    <a:pt x="73" y="726"/>
                    <a:pt x="76" y="731"/>
                    <a:pt x="80" y="730"/>
                  </a:cubicBezTo>
                  <a:cubicBezTo>
                    <a:pt x="143" y="758"/>
                    <a:pt x="148" y="769"/>
                    <a:pt x="155" y="768"/>
                  </a:cubicBezTo>
                  <a:cubicBezTo>
                    <a:pt x="195" y="790"/>
                    <a:pt x="198" y="792"/>
                    <a:pt x="201" y="791"/>
                  </a:cubicBezTo>
                  <a:cubicBezTo>
                    <a:pt x="241" y="822"/>
                    <a:pt x="254" y="823"/>
                    <a:pt x="266" y="833"/>
                  </a:cubicBezTo>
                  <a:cubicBezTo>
                    <a:pt x="321" y="881"/>
                    <a:pt x="327" y="880"/>
                    <a:pt x="332" y="885"/>
                  </a:cubicBezTo>
                  <a:cubicBezTo>
                    <a:pt x="358" y="919"/>
                    <a:pt x="348" y="917"/>
                    <a:pt x="340" y="904"/>
                  </a:cubicBezTo>
                  <a:cubicBezTo>
                    <a:pt x="310" y="881"/>
                    <a:pt x="307" y="882"/>
                    <a:pt x="305" y="877"/>
                  </a:cubicBezTo>
                  <a:cubicBezTo>
                    <a:pt x="278" y="859"/>
                    <a:pt x="271" y="855"/>
                    <a:pt x="263" y="852"/>
                  </a:cubicBezTo>
                  <a:cubicBezTo>
                    <a:pt x="217" y="825"/>
                    <a:pt x="212" y="819"/>
                    <a:pt x="208" y="816"/>
                  </a:cubicBezTo>
                  <a:cubicBezTo>
                    <a:pt x="170" y="802"/>
                    <a:pt x="169" y="799"/>
                    <a:pt x="167" y="799"/>
                  </a:cubicBezTo>
                  <a:cubicBezTo>
                    <a:pt x="126" y="782"/>
                    <a:pt x="119" y="775"/>
                    <a:pt x="110" y="776"/>
                  </a:cubicBezTo>
                  <a:cubicBezTo>
                    <a:pt x="70" y="760"/>
                    <a:pt x="67" y="754"/>
                    <a:pt x="62" y="754"/>
                  </a:cubicBezTo>
                  <a:cubicBezTo>
                    <a:pt x="18" y="739"/>
                    <a:pt x="25" y="738"/>
                    <a:pt x="31" y="744"/>
                  </a:cubicBezTo>
                  <a:cubicBezTo>
                    <a:pt x="75" y="767"/>
                    <a:pt x="81" y="772"/>
                    <a:pt x="88" y="772"/>
                  </a:cubicBezTo>
                  <a:cubicBezTo>
                    <a:pt x="132" y="793"/>
                    <a:pt x="139" y="794"/>
                    <a:pt x="145" y="799"/>
                  </a:cubicBezTo>
                  <a:cubicBezTo>
                    <a:pt x="158" y="805"/>
                    <a:pt x="163" y="802"/>
                    <a:pt x="166" y="806"/>
                  </a:cubicBezTo>
                  <a:cubicBezTo>
                    <a:pt x="217" y="829"/>
                    <a:pt x="228" y="842"/>
                    <a:pt x="241" y="848"/>
                  </a:cubicBezTo>
                  <a:cubicBezTo>
                    <a:pt x="293" y="879"/>
                    <a:pt x="304" y="894"/>
                    <a:pt x="317" y="898"/>
                  </a:cubicBezTo>
                  <a:cubicBezTo>
                    <a:pt x="372" y="946"/>
                    <a:pt x="386" y="963"/>
                    <a:pt x="400" y="976"/>
                  </a:cubicBezTo>
                  <a:cubicBezTo>
                    <a:pt x="392" y="979"/>
                    <a:pt x="371" y="960"/>
                    <a:pt x="349" y="943"/>
                  </a:cubicBezTo>
                  <a:cubicBezTo>
                    <a:pt x="329" y="924"/>
                    <a:pt x="322" y="926"/>
                    <a:pt x="317" y="917"/>
                  </a:cubicBezTo>
                  <a:cubicBezTo>
                    <a:pt x="278" y="892"/>
                    <a:pt x="274" y="883"/>
                    <a:pt x="269" y="882"/>
                  </a:cubicBezTo>
                  <a:cubicBezTo>
                    <a:pt x="213" y="844"/>
                    <a:pt x="206" y="850"/>
                    <a:pt x="202" y="841"/>
                  </a:cubicBezTo>
                  <a:cubicBezTo>
                    <a:pt x="179" y="829"/>
                    <a:pt x="173" y="827"/>
                    <a:pt x="167" y="823"/>
                  </a:cubicBezTo>
                  <a:cubicBezTo>
                    <a:pt x="145" y="809"/>
                    <a:pt x="140" y="807"/>
                    <a:pt x="135" y="803"/>
                  </a:cubicBezTo>
                  <a:cubicBezTo>
                    <a:pt x="94" y="787"/>
                    <a:pt x="88" y="786"/>
                    <a:pt x="82" y="782"/>
                  </a:cubicBezTo>
                  <a:cubicBezTo>
                    <a:pt x="18" y="768"/>
                    <a:pt x="25" y="763"/>
                    <a:pt x="31" y="770"/>
                  </a:cubicBezTo>
                  <a:cubicBezTo>
                    <a:pt x="72" y="789"/>
                    <a:pt x="76" y="784"/>
                    <a:pt x="78" y="788"/>
                  </a:cubicBezTo>
                  <a:cubicBezTo>
                    <a:pt x="101" y="793"/>
                    <a:pt x="103" y="801"/>
                    <a:pt x="107" y="799"/>
                  </a:cubicBezTo>
                  <a:cubicBezTo>
                    <a:pt x="130" y="808"/>
                    <a:pt x="135" y="815"/>
                    <a:pt x="142" y="817"/>
                  </a:cubicBezTo>
                  <a:cubicBezTo>
                    <a:pt x="170" y="836"/>
                    <a:pt x="179" y="838"/>
                    <a:pt x="187" y="844"/>
                  </a:cubicBezTo>
                  <a:cubicBezTo>
                    <a:pt x="233" y="870"/>
                    <a:pt x="251" y="880"/>
                    <a:pt x="268" y="893"/>
                  </a:cubicBezTo>
                  <a:cubicBezTo>
                    <a:pt x="303" y="920"/>
                    <a:pt x="313" y="923"/>
                    <a:pt x="321" y="933"/>
                  </a:cubicBezTo>
                  <a:cubicBezTo>
                    <a:pt x="355" y="961"/>
                    <a:pt x="358" y="960"/>
                    <a:pt x="359" y="965"/>
                  </a:cubicBezTo>
                  <a:cubicBezTo>
                    <a:pt x="330" y="953"/>
                    <a:pt x="328" y="946"/>
                    <a:pt x="325" y="946"/>
                  </a:cubicBezTo>
                  <a:cubicBezTo>
                    <a:pt x="294" y="928"/>
                    <a:pt x="291" y="926"/>
                    <a:pt x="288" y="928"/>
                  </a:cubicBezTo>
                  <a:cubicBezTo>
                    <a:pt x="253" y="905"/>
                    <a:pt x="246" y="907"/>
                    <a:pt x="240" y="902"/>
                  </a:cubicBezTo>
                  <a:cubicBezTo>
                    <a:pt x="196" y="874"/>
                    <a:pt x="189" y="878"/>
                    <a:pt x="183" y="871"/>
                  </a:cubicBezTo>
                  <a:cubicBezTo>
                    <a:pt x="151" y="863"/>
                    <a:pt x="149" y="853"/>
                    <a:pt x="145" y="855"/>
                  </a:cubicBezTo>
                  <a:cubicBezTo>
                    <a:pt x="101" y="836"/>
                    <a:pt x="95" y="830"/>
                    <a:pt x="89" y="825"/>
                  </a:cubicBezTo>
                  <a:cubicBezTo>
                    <a:pt x="75" y="820"/>
                    <a:pt x="78" y="824"/>
                    <a:pt x="81" y="829"/>
                  </a:cubicBezTo>
                  <a:cubicBezTo>
                    <a:pt x="125" y="851"/>
                    <a:pt x="134" y="857"/>
                    <a:pt x="143" y="859"/>
                  </a:cubicBezTo>
                  <a:cubicBezTo>
                    <a:pt x="177" y="878"/>
                    <a:pt x="186" y="880"/>
                    <a:pt x="195" y="884"/>
                  </a:cubicBezTo>
                  <a:cubicBezTo>
                    <a:pt x="207" y="892"/>
                    <a:pt x="211" y="897"/>
                    <a:pt x="218" y="897"/>
                  </a:cubicBezTo>
                  <a:cubicBezTo>
                    <a:pt x="249" y="916"/>
                    <a:pt x="257" y="920"/>
                    <a:pt x="265" y="922"/>
                  </a:cubicBezTo>
                  <a:cubicBezTo>
                    <a:pt x="296" y="944"/>
                    <a:pt x="307" y="946"/>
                    <a:pt x="317" y="954"/>
                  </a:cubicBezTo>
                  <a:cubicBezTo>
                    <a:pt x="372" y="983"/>
                    <a:pt x="377" y="991"/>
                    <a:pt x="383" y="991"/>
                  </a:cubicBezTo>
                  <a:cubicBezTo>
                    <a:pt x="407" y="1010"/>
                    <a:pt x="410" y="1011"/>
                    <a:pt x="412" y="1013"/>
                  </a:cubicBezTo>
                  <a:cubicBezTo>
                    <a:pt x="429" y="1029"/>
                    <a:pt x="432" y="1032"/>
                    <a:pt x="434" y="1035"/>
                  </a:cubicBezTo>
                  <a:cubicBezTo>
                    <a:pt x="391" y="1012"/>
                    <a:pt x="379" y="1003"/>
                    <a:pt x="366" y="1000"/>
                  </a:cubicBezTo>
                  <a:cubicBezTo>
                    <a:pt x="282" y="959"/>
                    <a:pt x="273" y="956"/>
                    <a:pt x="265" y="952"/>
                  </a:cubicBezTo>
                  <a:cubicBezTo>
                    <a:pt x="208" y="925"/>
                    <a:pt x="204" y="923"/>
                    <a:pt x="199" y="924"/>
                  </a:cubicBezTo>
                  <a:cubicBezTo>
                    <a:pt x="168" y="902"/>
                    <a:pt x="164" y="897"/>
                    <a:pt x="160" y="895"/>
                  </a:cubicBezTo>
                  <a:cubicBezTo>
                    <a:pt x="119" y="863"/>
                    <a:pt x="114" y="861"/>
                    <a:pt x="110" y="856"/>
                  </a:cubicBezTo>
                  <a:cubicBezTo>
                    <a:pt x="97" y="853"/>
                    <a:pt x="111" y="861"/>
                    <a:pt x="124" y="875"/>
                  </a:cubicBezTo>
                  <a:cubicBezTo>
                    <a:pt x="187" y="933"/>
                    <a:pt x="199" y="943"/>
                    <a:pt x="211" y="952"/>
                  </a:cubicBezTo>
                  <a:cubicBezTo>
                    <a:pt x="237" y="972"/>
                    <a:pt x="244" y="976"/>
                    <a:pt x="251" y="978"/>
                  </a:cubicBezTo>
                  <a:cubicBezTo>
                    <a:pt x="355" y="1037"/>
                    <a:pt x="362" y="1036"/>
                    <a:pt x="369" y="1041"/>
                  </a:cubicBezTo>
                  <a:cubicBezTo>
                    <a:pt x="396" y="1053"/>
                    <a:pt x="402" y="1057"/>
                    <a:pt x="410" y="1057"/>
                  </a:cubicBezTo>
                  <a:cubicBezTo>
                    <a:pt x="443" y="1078"/>
                    <a:pt x="446" y="1080"/>
                    <a:pt x="450" y="1080"/>
                  </a:cubicBezTo>
                  <a:cubicBezTo>
                    <a:pt x="498" y="1117"/>
                    <a:pt x="507" y="1122"/>
                    <a:pt x="503" y="1125"/>
                  </a:cubicBezTo>
                  <a:cubicBezTo>
                    <a:pt x="426" y="1084"/>
                    <a:pt x="415" y="1078"/>
                    <a:pt x="403" y="1075"/>
                  </a:cubicBezTo>
                  <a:cubicBezTo>
                    <a:pt x="382" y="1065"/>
                    <a:pt x="376" y="1061"/>
                    <a:pt x="370" y="1062"/>
                  </a:cubicBezTo>
                  <a:cubicBezTo>
                    <a:pt x="331" y="1045"/>
                    <a:pt x="325" y="1046"/>
                    <a:pt x="320" y="1041"/>
                  </a:cubicBezTo>
                  <a:cubicBezTo>
                    <a:pt x="300" y="1035"/>
                    <a:pt x="297" y="1034"/>
                    <a:pt x="295" y="1035"/>
                  </a:cubicBezTo>
                  <a:cubicBezTo>
                    <a:pt x="257" y="1018"/>
                    <a:pt x="244" y="1017"/>
                    <a:pt x="232" y="1015"/>
                  </a:cubicBezTo>
                  <a:cubicBezTo>
                    <a:pt x="276" y="1032"/>
                    <a:pt x="287" y="1038"/>
                    <a:pt x="298" y="1040"/>
                  </a:cubicBezTo>
                  <a:cubicBezTo>
                    <a:pt x="343" y="1060"/>
                    <a:pt x="355" y="1062"/>
                    <a:pt x="366" y="1067"/>
                  </a:cubicBezTo>
                  <a:cubicBezTo>
                    <a:pt x="421" y="1094"/>
                    <a:pt x="428" y="1089"/>
                    <a:pt x="433" y="1097"/>
                  </a:cubicBezTo>
                  <a:cubicBezTo>
                    <a:pt x="477" y="1120"/>
                    <a:pt x="488" y="1124"/>
                    <a:pt x="499" y="1130"/>
                  </a:cubicBezTo>
                  <a:cubicBezTo>
                    <a:pt x="530" y="1153"/>
                    <a:pt x="538" y="1158"/>
                    <a:pt x="534" y="1161"/>
                  </a:cubicBezTo>
                  <a:cubicBezTo>
                    <a:pt x="497" y="1142"/>
                    <a:pt x="495" y="1135"/>
                    <a:pt x="492" y="1135"/>
                  </a:cubicBezTo>
                  <a:cubicBezTo>
                    <a:pt x="453" y="1119"/>
                    <a:pt x="442" y="1110"/>
                    <a:pt x="430" y="1105"/>
                  </a:cubicBezTo>
                  <a:cubicBezTo>
                    <a:pt x="399" y="1091"/>
                    <a:pt x="395" y="1089"/>
                    <a:pt x="392" y="1089"/>
                  </a:cubicBezTo>
                  <a:cubicBezTo>
                    <a:pt x="366" y="1080"/>
                    <a:pt x="361" y="1073"/>
                    <a:pt x="354" y="1073"/>
                  </a:cubicBezTo>
                  <a:cubicBezTo>
                    <a:pt x="272" y="1038"/>
                    <a:pt x="264" y="1045"/>
                    <a:pt x="258" y="1037"/>
                  </a:cubicBezTo>
                  <a:cubicBezTo>
                    <a:pt x="228" y="1020"/>
                    <a:pt x="224" y="1018"/>
                    <a:pt x="221" y="1018"/>
                  </a:cubicBezTo>
                  <a:cubicBezTo>
                    <a:pt x="190" y="1001"/>
                    <a:pt x="188" y="991"/>
                    <a:pt x="184" y="993"/>
                  </a:cubicBezTo>
                  <a:cubicBezTo>
                    <a:pt x="154" y="965"/>
                    <a:pt x="150" y="962"/>
                    <a:pt x="146" y="962"/>
                  </a:cubicBezTo>
                  <a:cubicBezTo>
                    <a:pt x="188" y="1003"/>
                    <a:pt x="191" y="1002"/>
                    <a:pt x="193" y="1006"/>
                  </a:cubicBezTo>
                  <a:cubicBezTo>
                    <a:pt x="231" y="1027"/>
                    <a:pt x="233" y="1033"/>
                    <a:pt x="236" y="1031"/>
                  </a:cubicBezTo>
                  <a:cubicBezTo>
                    <a:pt x="256" y="1046"/>
                    <a:pt x="258" y="1053"/>
                    <a:pt x="261" y="1051"/>
                  </a:cubicBezTo>
                  <a:cubicBezTo>
                    <a:pt x="284" y="1067"/>
                    <a:pt x="286" y="1072"/>
                    <a:pt x="288" y="1075"/>
                  </a:cubicBezTo>
                  <a:cubicBezTo>
                    <a:pt x="317" y="1095"/>
                    <a:pt x="323" y="1099"/>
                    <a:pt x="330" y="1104"/>
                  </a:cubicBezTo>
                  <a:cubicBezTo>
                    <a:pt x="350" y="1113"/>
                    <a:pt x="352" y="1114"/>
                    <a:pt x="355" y="1115"/>
                  </a:cubicBezTo>
                  <a:cubicBezTo>
                    <a:pt x="387" y="1132"/>
                    <a:pt x="392" y="1132"/>
                    <a:pt x="396" y="1137"/>
                  </a:cubicBezTo>
                  <a:cubicBezTo>
                    <a:pt x="442" y="1160"/>
                    <a:pt x="445" y="1159"/>
                    <a:pt x="447" y="1162"/>
                  </a:cubicBezTo>
                  <a:cubicBezTo>
                    <a:pt x="495" y="1178"/>
                    <a:pt x="504" y="1188"/>
                    <a:pt x="514" y="1189"/>
                  </a:cubicBezTo>
                  <a:cubicBezTo>
                    <a:pt x="545" y="1207"/>
                    <a:pt x="548" y="1205"/>
                    <a:pt x="550" y="1206"/>
                  </a:cubicBezTo>
                  <a:cubicBezTo>
                    <a:pt x="576" y="1222"/>
                    <a:pt x="581" y="1223"/>
                    <a:pt x="586" y="1229"/>
                  </a:cubicBezTo>
                  <a:cubicBezTo>
                    <a:pt x="606" y="1238"/>
                    <a:pt x="610" y="1248"/>
                    <a:pt x="615" y="1248"/>
                  </a:cubicBezTo>
                  <a:cubicBezTo>
                    <a:pt x="617" y="1257"/>
                    <a:pt x="606" y="1255"/>
                    <a:pt x="597" y="1245"/>
                  </a:cubicBezTo>
                  <a:cubicBezTo>
                    <a:pt x="545" y="1221"/>
                    <a:pt x="540" y="1217"/>
                    <a:pt x="534" y="1218"/>
                  </a:cubicBezTo>
                  <a:cubicBezTo>
                    <a:pt x="485" y="1200"/>
                    <a:pt x="482" y="1196"/>
                    <a:pt x="479" y="1193"/>
                  </a:cubicBezTo>
                  <a:cubicBezTo>
                    <a:pt x="454" y="1186"/>
                    <a:pt x="450" y="1184"/>
                    <a:pt x="446" y="1184"/>
                  </a:cubicBezTo>
                  <a:cubicBezTo>
                    <a:pt x="389" y="1155"/>
                    <a:pt x="374" y="1155"/>
                    <a:pt x="361" y="1140"/>
                  </a:cubicBezTo>
                  <a:cubicBezTo>
                    <a:pt x="332" y="1126"/>
                    <a:pt x="326" y="1117"/>
                    <a:pt x="318" y="1117"/>
                  </a:cubicBezTo>
                  <a:cubicBezTo>
                    <a:pt x="296" y="1099"/>
                    <a:pt x="291" y="1096"/>
                    <a:pt x="284" y="1096"/>
                  </a:cubicBezTo>
                  <a:cubicBezTo>
                    <a:pt x="297" y="1108"/>
                    <a:pt x="302" y="1107"/>
                    <a:pt x="305" y="1110"/>
                  </a:cubicBezTo>
                  <a:cubicBezTo>
                    <a:pt x="326" y="1125"/>
                    <a:pt x="329" y="1128"/>
                    <a:pt x="333" y="1134"/>
                  </a:cubicBezTo>
                  <a:cubicBezTo>
                    <a:pt x="387" y="1166"/>
                    <a:pt x="394" y="1176"/>
                    <a:pt x="401" y="1181"/>
                  </a:cubicBezTo>
                  <a:cubicBezTo>
                    <a:pt x="430" y="1196"/>
                    <a:pt x="433" y="1199"/>
                    <a:pt x="437" y="1204"/>
                  </a:cubicBezTo>
                  <a:cubicBezTo>
                    <a:pt x="480" y="1225"/>
                    <a:pt x="488" y="1230"/>
                    <a:pt x="496" y="1231"/>
                  </a:cubicBezTo>
                  <a:cubicBezTo>
                    <a:pt x="512" y="1244"/>
                    <a:pt x="515" y="1239"/>
                    <a:pt x="516" y="1244"/>
                  </a:cubicBezTo>
                  <a:cubicBezTo>
                    <a:pt x="550" y="1257"/>
                    <a:pt x="553" y="1259"/>
                    <a:pt x="557" y="1260"/>
                  </a:cubicBezTo>
                  <a:cubicBezTo>
                    <a:pt x="595" y="1278"/>
                    <a:pt x="602" y="1276"/>
                    <a:pt x="608" y="1283"/>
                  </a:cubicBezTo>
                  <a:cubicBezTo>
                    <a:pt x="633" y="1289"/>
                    <a:pt x="638" y="1292"/>
                    <a:pt x="642" y="1290"/>
                  </a:cubicBezTo>
                  <a:cubicBezTo>
                    <a:pt x="671" y="1306"/>
                    <a:pt x="673" y="1306"/>
                    <a:pt x="672" y="1309"/>
                  </a:cubicBezTo>
                  <a:cubicBezTo>
                    <a:pt x="688" y="1331"/>
                    <a:pt x="675" y="1322"/>
                    <a:pt x="660" y="1323"/>
                  </a:cubicBezTo>
                  <a:cubicBezTo>
                    <a:pt x="632" y="1317"/>
                    <a:pt x="625" y="1308"/>
                    <a:pt x="617" y="1311"/>
                  </a:cubicBezTo>
                  <a:cubicBezTo>
                    <a:pt x="588" y="1307"/>
                    <a:pt x="582" y="1296"/>
                    <a:pt x="574" y="1299"/>
                  </a:cubicBezTo>
                  <a:cubicBezTo>
                    <a:pt x="545" y="1291"/>
                    <a:pt x="539" y="1284"/>
                    <a:pt x="531" y="1284"/>
                  </a:cubicBezTo>
                  <a:cubicBezTo>
                    <a:pt x="518" y="1276"/>
                    <a:pt x="514" y="1277"/>
                    <a:pt x="511" y="1275"/>
                  </a:cubicBezTo>
                  <a:cubicBezTo>
                    <a:pt x="466" y="1250"/>
                    <a:pt x="462" y="1253"/>
                    <a:pt x="459" y="1247"/>
                  </a:cubicBezTo>
                  <a:cubicBezTo>
                    <a:pt x="425" y="1226"/>
                    <a:pt x="420" y="1229"/>
                    <a:pt x="418" y="1223"/>
                  </a:cubicBezTo>
                  <a:cubicBezTo>
                    <a:pt x="384" y="1200"/>
                    <a:pt x="381" y="1195"/>
                    <a:pt x="377" y="1196"/>
                  </a:cubicBezTo>
                  <a:cubicBezTo>
                    <a:pt x="435" y="1244"/>
                    <a:pt x="446" y="1249"/>
                    <a:pt x="456" y="1258"/>
                  </a:cubicBezTo>
                  <a:cubicBezTo>
                    <a:pt x="492" y="1278"/>
                    <a:pt x="498" y="1276"/>
                    <a:pt x="504" y="1280"/>
                  </a:cubicBezTo>
                  <a:cubicBezTo>
                    <a:pt x="525" y="1289"/>
                    <a:pt x="530" y="1291"/>
                    <a:pt x="536" y="1294"/>
                  </a:cubicBezTo>
                  <a:cubicBezTo>
                    <a:pt x="557" y="1301"/>
                    <a:pt x="562" y="1305"/>
                    <a:pt x="568" y="1306"/>
                  </a:cubicBezTo>
                  <a:cubicBezTo>
                    <a:pt x="590" y="1309"/>
                    <a:pt x="595" y="1319"/>
                    <a:pt x="601" y="1315"/>
                  </a:cubicBezTo>
                  <a:cubicBezTo>
                    <a:pt x="677" y="1338"/>
                    <a:pt x="682" y="1337"/>
                    <a:pt x="686" y="1337"/>
                  </a:cubicBezTo>
                  <a:cubicBezTo>
                    <a:pt x="717" y="1352"/>
                    <a:pt x="722" y="1353"/>
                    <a:pt x="726" y="1359"/>
                  </a:cubicBezTo>
                  <a:cubicBezTo>
                    <a:pt x="698" y="1354"/>
                    <a:pt x="691" y="1350"/>
                    <a:pt x="684" y="1349"/>
                  </a:cubicBezTo>
                  <a:cubicBezTo>
                    <a:pt x="670" y="1348"/>
                    <a:pt x="667" y="1343"/>
                    <a:pt x="663" y="1345"/>
                  </a:cubicBezTo>
                  <a:cubicBezTo>
                    <a:pt x="627" y="1341"/>
                    <a:pt x="624" y="1336"/>
                    <a:pt x="620" y="1338"/>
                  </a:cubicBezTo>
                  <a:cubicBezTo>
                    <a:pt x="560" y="1320"/>
                    <a:pt x="556" y="1320"/>
                    <a:pt x="553" y="1319"/>
                  </a:cubicBezTo>
                  <a:cubicBezTo>
                    <a:pt x="518" y="1303"/>
                    <a:pt x="512" y="1300"/>
                    <a:pt x="505" y="1300"/>
                  </a:cubicBezTo>
                  <a:cubicBezTo>
                    <a:pt x="488" y="1293"/>
                    <a:pt x="487" y="1289"/>
                    <a:pt x="485" y="1290"/>
                  </a:cubicBezTo>
                  <a:cubicBezTo>
                    <a:pt x="521" y="1315"/>
                    <a:pt x="524" y="1319"/>
                    <a:pt x="528" y="1318"/>
                  </a:cubicBezTo>
                  <a:cubicBezTo>
                    <a:pt x="566" y="1335"/>
                    <a:pt x="569" y="1341"/>
                    <a:pt x="572" y="1346"/>
                  </a:cubicBezTo>
                  <a:cubicBezTo>
                    <a:pt x="604" y="1356"/>
                    <a:pt x="608" y="1362"/>
                    <a:pt x="611" y="1366"/>
                  </a:cubicBezTo>
                  <a:cubicBezTo>
                    <a:pt x="652" y="1386"/>
                    <a:pt x="660" y="1398"/>
                    <a:pt x="669" y="1400"/>
                  </a:cubicBezTo>
                  <a:cubicBezTo>
                    <a:pt x="717" y="1420"/>
                    <a:pt x="721" y="1423"/>
                    <a:pt x="726" y="1423"/>
                  </a:cubicBezTo>
                  <a:cubicBezTo>
                    <a:pt x="789" y="1445"/>
                    <a:pt x="794" y="1444"/>
                    <a:pt x="799" y="1446"/>
                  </a:cubicBezTo>
                  <a:cubicBezTo>
                    <a:pt x="834" y="1455"/>
                    <a:pt x="839" y="1460"/>
                    <a:pt x="844" y="1460"/>
                  </a:cubicBezTo>
                  <a:cubicBezTo>
                    <a:pt x="868" y="1469"/>
                    <a:pt x="872" y="1468"/>
                    <a:pt x="870" y="1471"/>
                  </a:cubicBezTo>
                  <a:cubicBezTo>
                    <a:pt x="799" y="1494"/>
                    <a:pt x="796" y="1495"/>
                    <a:pt x="792" y="1497"/>
                  </a:cubicBezTo>
                  <a:cubicBezTo>
                    <a:pt x="807" y="1500"/>
                    <a:pt x="814" y="1498"/>
                    <a:pt x="821" y="1492"/>
                  </a:cubicBezTo>
                  <a:cubicBezTo>
                    <a:pt x="853" y="1487"/>
                    <a:pt x="846" y="1492"/>
                    <a:pt x="840" y="1492"/>
                  </a:cubicBezTo>
                  <a:cubicBezTo>
                    <a:pt x="845" y="1498"/>
                    <a:pt x="850" y="1500"/>
                    <a:pt x="857" y="1494"/>
                  </a:cubicBezTo>
                  <a:cubicBezTo>
                    <a:pt x="896" y="1495"/>
                    <a:pt x="902" y="1495"/>
                    <a:pt x="906" y="1499"/>
                  </a:cubicBezTo>
                  <a:cubicBezTo>
                    <a:pt x="937" y="1499"/>
                    <a:pt x="939" y="1509"/>
                    <a:pt x="944" y="1507"/>
                  </a:cubicBezTo>
                  <a:cubicBezTo>
                    <a:pt x="979" y="1513"/>
                    <a:pt x="980" y="1525"/>
                    <a:pt x="984" y="1518"/>
                  </a:cubicBezTo>
                  <a:close/>
                  <a:moveTo>
                    <a:pt x="194" y="560"/>
                  </a:moveTo>
                  <a:cubicBezTo>
                    <a:pt x="193" y="556"/>
                    <a:pt x="197" y="560"/>
                    <a:pt x="199" y="563"/>
                  </a:cubicBezTo>
                  <a:cubicBezTo>
                    <a:pt x="200" y="567"/>
                    <a:pt x="196" y="563"/>
                    <a:pt x="194" y="560"/>
                  </a:cubicBezTo>
                  <a:close/>
                  <a:moveTo>
                    <a:pt x="272" y="655"/>
                  </a:moveTo>
                  <a:cubicBezTo>
                    <a:pt x="271" y="660"/>
                    <a:pt x="274" y="665"/>
                    <a:pt x="273" y="670"/>
                  </a:cubicBezTo>
                  <a:cubicBezTo>
                    <a:pt x="266" y="671"/>
                    <a:pt x="272" y="661"/>
                    <a:pt x="269" y="657"/>
                  </a:cubicBezTo>
                  <a:cubicBezTo>
                    <a:pt x="270" y="652"/>
                    <a:pt x="269" y="647"/>
                    <a:pt x="268" y="641"/>
                  </a:cubicBezTo>
                  <a:cubicBezTo>
                    <a:pt x="275" y="641"/>
                    <a:pt x="269" y="651"/>
                    <a:pt x="272" y="655"/>
                  </a:cubicBezTo>
                  <a:close/>
                  <a:moveTo>
                    <a:pt x="268" y="727"/>
                  </a:moveTo>
                  <a:cubicBezTo>
                    <a:pt x="276" y="724"/>
                    <a:pt x="273" y="733"/>
                    <a:pt x="279" y="738"/>
                  </a:cubicBezTo>
                  <a:cubicBezTo>
                    <a:pt x="274" y="741"/>
                    <a:pt x="272" y="730"/>
                    <a:pt x="268" y="727"/>
                  </a:cubicBezTo>
                  <a:close/>
                  <a:moveTo>
                    <a:pt x="290" y="751"/>
                  </a:moveTo>
                  <a:cubicBezTo>
                    <a:pt x="298" y="753"/>
                    <a:pt x="300" y="766"/>
                    <a:pt x="303" y="772"/>
                  </a:cubicBezTo>
                  <a:cubicBezTo>
                    <a:pt x="296" y="771"/>
                    <a:pt x="298" y="758"/>
                    <a:pt x="290" y="751"/>
                  </a:cubicBezTo>
                  <a:close/>
                  <a:moveTo>
                    <a:pt x="308" y="784"/>
                  </a:moveTo>
                  <a:cubicBezTo>
                    <a:pt x="319" y="781"/>
                    <a:pt x="311" y="795"/>
                    <a:pt x="318" y="801"/>
                  </a:cubicBezTo>
                  <a:cubicBezTo>
                    <a:pt x="308" y="801"/>
                    <a:pt x="317" y="790"/>
                    <a:pt x="308" y="784"/>
                  </a:cubicBezTo>
                  <a:close/>
                  <a:moveTo>
                    <a:pt x="335" y="731"/>
                  </a:moveTo>
                  <a:cubicBezTo>
                    <a:pt x="331" y="739"/>
                    <a:pt x="333" y="748"/>
                    <a:pt x="329" y="756"/>
                  </a:cubicBezTo>
                  <a:cubicBezTo>
                    <a:pt x="331" y="839"/>
                    <a:pt x="330" y="829"/>
                    <a:pt x="331" y="827"/>
                  </a:cubicBezTo>
                  <a:cubicBezTo>
                    <a:pt x="322" y="788"/>
                    <a:pt x="320" y="778"/>
                    <a:pt x="322" y="769"/>
                  </a:cubicBezTo>
                  <a:cubicBezTo>
                    <a:pt x="318" y="724"/>
                    <a:pt x="317" y="720"/>
                    <a:pt x="317" y="717"/>
                  </a:cubicBezTo>
                  <a:cubicBezTo>
                    <a:pt x="318" y="666"/>
                    <a:pt x="315" y="662"/>
                    <a:pt x="318" y="659"/>
                  </a:cubicBezTo>
                  <a:cubicBezTo>
                    <a:pt x="321" y="617"/>
                    <a:pt x="325" y="610"/>
                    <a:pt x="326" y="603"/>
                  </a:cubicBezTo>
                  <a:cubicBezTo>
                    <a:pt x="329" y="554"/>
                    <a:pt x="337" y="551"/>
                    <a:pt x="334" y="546"/>
                  </a:cubicBezTo>
                  <a:cubicBezTo>
                    <a:pt x="340" y="528"/>
                    <a:pt x="337" y="525"/>
                    <a:pt x="340" y="524"/>
                  </a:cubicBezTo>
                  <a:cubicBezTo>
                    <a:pt x="358" y="455"/>
                    <a:pt x="361" y="441"/>
                    <a:pt x="367" y="427"/>
                  </a:cubicBezTo>
                  <a:cubicBezTo>
                    <a:pt x="372" y="400"/>
                    <a:pt x="369" y="396"/>
                    <a:pt x="372" y="393"/>
                  </a:cubicBezTo>
                  <a:cubicBezTo>
                    <a:pt x="373" y="371"/>
                    <a:pt x="375" y="370"/>
                    <a:pt x="377" y="374"/>
                  </a:cubicBezTo>
                  <a:cubicBezTo>
                    <a:pt x="377" y="403"/>
                    <a:pt x="376" y="410"/>
                    <a:pt x="376" y="417"/>
                  </a:cubicBezTo>
                  <a:cubicBezTo>
                    <a:pt x="376" y="432"/>
                    <a:pt x="379" y="436"/>
                    <a:pt x="376" y="439"/>
                  </a:cubicBezTo>
                  <a:cubicBezTo>
                    <a:pt x="374" y="475"/>
                    <a:pt x="370" y="478"/>
                    <a:pt x="372" y="482"/>
                  </a:cubicBezTo>
                  <a:cubicBezTo>
                    <a:pt x="363" y="531"/>
                    <a:pt x="358" y="537"/>
                    <a:pt x="363" y="545"/>
                  </a:cubicBezTo>
                  <a:cubicBezTo>
                    <a:pt x="349" y="586"/>
                    <a:pt x="354" y="590"/>
                    <a:pt x="351" y="593"/>
                  </a:cubicBezTo>
                  <a:cubicBezTo>
                    <a:pt x="346" y="626"/>
                    <a:pt x="344" y="633"/>
                    <a:pt x="342" y="640"/>
                  </a:cubicBezTo>
                  <a:cubicBezTo>
                    <a:pt x="338" y="668"/>
                    <a:pt x="336" y="675"/>
                    <a:pt x="335" y="682"/>
                  </a:cubicBezTo>
                  <a:close/>
                  <a:moveTo>
                    <a:pt x="377" y="918"/>
                  </a:moveTo>
                  <a:cubicBezTo>
                    <a:pt x="384" y="917"/>
                    <a:pt x="377" y="927"/>
                    <a:pt x="384" y="931"/>
                  </a:cubicBezTo>
                  <a:cubicBezTo>
                    <a:pt x="377" y="932"/>
                    <a:pt x="376" y="921"/>
                    <a:pt x="377" y="918"/>
                  </a:cubicBezTo>
                  <a:close/>
                  <a:moveTo>
                    <a:pt x="383" y="897"/>
                  </a:moveTo>
                  <a:cubicBezTo>
                    <a:pt x="382" y="892"/>
                    <a:pt x="387" y="897"/>
                    <a:pt x="385" y="899"/>
                  </a:cubicBezTo>
                  <a:cubicBezTo>
                    <a:pt x="387" y="902"/>
                    <a:pt x="385" y="904"/>
                    <a:pt x="388" y="907"/>
                  </a:cubicBezTo>
                  <a:cubicBezTo>
                    <a:pt x="387" y="914"/>
                    <a:pt x="383" y="899"/>
                    <a:pt x="383" y="897"/>
                  </a:cubicBezTo>
                  <a:close/>
                  <a:moveTo>
                    <a:pt x="454" y="1071"/>
                  </a:moveTo>
                  <a:cubicBezTo>
                    <a:pt x="452" y="1070"/>
                    <a:pt x="449" y="1072"/>
                    <a:pt x="447" y="1068"/>
                  </a:cubicBezTo>
                  <a:cubicBezTo>
                    <a:pt x="405" y="1048"/>
                    <a:pt x="400" y="1045"/>
                    <a:pt x="395" y="1044"/>
                  </a:cubicBezTo>
                  <a:cubicBezTo>
                    <a:pt x="344" y="1022"/>
                    <a:pt x="338" y="1021"/>
                    <a:pt x="333" y="1018"/>
                  </a:cubicBezTo>
                  <a:cubicBezTo>
                    <a:pt x="314" y="1012"/>
                    <a:pt x="310" y="1001"/>
                    <a:pt x="304" y="1004"/>
                  </a:cubicBezTo>
                  <a:cubicBezTo>
                    <a:pt x="227" y="958"/>
                    <a:pt x="222" y="952"/>
                    <a:pt x="217" y="949"/>
                  </a:cubicBezTo>
                  <a:cubicBezTo>
                    <a:pt x="187" y="918"/>
                    <a:pt x="197" y="935"/>
                    <a:pt x="210" y="935"/>
                  </a:cubicBezTo>
                  <a:cubicBezTo>
                    <a:pt x="249" y="953"/>
                    <a:pt x="254" y="958"/>
                    <a:pt x="260" y="960"/>
                  </a:cubicBezTo>
                  <a:cubicBezTo>
                    <a:pt x="301" y="977"/>
                    <a:pt x="306" y="982"/>
                    <a:pt x="311" y="983"/>
                  </a:cubicBezTo>
                  <a:cubicBezTo>
                    <a:pt x="357" y="1005"/>
                    <a:pt x="360" y="1006"/>
                    <a:pt x="363" y="1007"/>
                  </a:cubicBezTo>
                  <a:cubicBezTo>
                    <a:pt x="404" y="1025"/>
                    <a:pt x="402" y="1033"/>
                    <a:pt x="409" y="1031"/>
                  </a:cubicBezTo>
                  <a:cubicBezTo>
                    <a:pt x="437" y="1049"/>
                    <a:pt x="439" y="1056"/>
                    <a:pt x="441" y="1053"/>
                  </a:cubicBezTo>
                  <a:cubicBezTo>
                    <a:pt x="464" y="1081"/>
                    <a:pt x="459" y="1076"/>
                    <a:pt x="454" y="1071"/>
                  </a:cubicBezTo>
                  <a:close/>
                  <a:moveTo>
                    <a:pt x="268" y="1051"/>
                  </a:moveTo>
                  <a:cubicBezTo>
                    <a:pt x="271" y="1051"/>
                    <a:pt x="273" y="1052"/>
                    <a:pt x="276" y="1054"/>
                  </a:cubicBezTo>
                  <a:cubicBezTo>
                    <a:pt x="278" y="1059"/>
                    <a:pt x="270" y="1054"/>
                    <a:pt x="268" y="1051"/>
                  </a:cubicBezTo>
                  <a:close/>
                  <a:moveTo>
                    <a:pt x="580" y="1214"/>
                  </a:moveTo>
                  <a:cubicBezTo>
                    <a:pt x="573" y="1211"/>
                    <a:pt x="567" y="1205"/>
                    <a:pt x="560" y="1205"/>
                  </a:cubicBezTo>
                  <a:cubicBezTo>
                    <a:pt x="529" y="1186"/>
                    <a:pt x="526" y="1184"/>
                    <a:pt x="522" y="1186"/>
                  </a:cubicBezTo>
                  <a:cubicBezTo>
                    <a:pt x="481" y="1169"/>
                    <a:pt x="479" y="1162"/>
                    <a:pt x="475" y="1164"/>
                  </a:cubicBezTo>
                  <a:cubicBezTo>
                    <a:pt x="441" y="1147"/>
                    <a:pt x="434" y="1148"/>
                    <a:pt x="428" y="1143"/>
                  </a:cubicBezTo>
                  <a:cubicBezTo>
                    <a:pt x="404" y="1135"/>
                    <a:pt x="402" y="1125"/>
                    <a:pt x="398" y="1127"/>
                  </a:cubicBezTo>
                  <a:cubicBezTo>
                    <a:pt x="345" y="1102"/>
                    <a:pt x="339" y="1102"/>
                    <a:pt x="333" y="1096"/>
                  </a:cubicBezTo>
                  <a:cubicBezTo>
                    <a:pt x="282" y="1057"/>
                    <a:pt x="286" y="1056"/>
                    <a:pt x="289" y="1061"/>
                  </a:cubicBezTo>
                  <a:cubicBezTo>
                    <a:pt x="303" y="1065"/>
                    <a:pt x="306" y="1064"/>
                    <a:pt x="309" y="1067"/>
                  </a:cubicBezTo>
                  <a:cubicBezTo>
                    <a:pt x="329" y="1073"/>
                    <a:pt x="332" y="1077"/>
                    <a:pt x="336" y="1075"/>
                  </a:cubicBezTo>
                  <a:cubicBezTo>
                    <a:pt x="382" y="1096"/>
                    <a:pt x="389" y="1094"/>
                    <a:pt x="395" y="1100"/>
                  </a:cubicBezTo>
                  <a:cubicBezTo>
                    <a:pt x="420" y="1110"/>
                    <a:pt x="426" y="1117"/>
                    <a:pt x="433" y="1116"/>
                  </a:cubicBezTo>
                  <a:cubicBezTo>
                    <a:pt x="475" y="1138"/>
                    <a:pt x="479" y="1137"/>
                    <a:pt x="482" y="1140"/>
                  </a:cubicBezTo>
                  <a:cubicBezTo>
                    <a:pt x="503" y="1150"/>
                    <a:pt x="505" y="1157"/>
                    <a:pt x="509" y="1155"/>
                  </a:cubicBezTo>
                  <a:cubicBezTo>
                    <a:pt x="552" y="1189"/>
                    <a:pt x="558" y="1193"/>
                    <a:pt x="565" y="1196"/>
                  </a:cubicBezTo>
                  <a:close/>
                  <a:moveTo>
                    <a:pt x="617" y="1274"/>
                  </a:moveTo>
                  <a:cubicBezTo>
                    <a:pt x="613" y="1273"/>
                    <a:pt x="608" y="1272"/>
                    <a:pt x="604" y="1270"/>
                  </a:cubicBezTo>
                  <a:cubicBezTo>
                    <a:pt x="596" y="1264"/>
                    <a:pt x="587" y="1264"/>
                    <a:pt x="579" y="1258"/>
                  </a:cubicBezTo>
                  <a:cubicBezTo>
                    <a:pt x="575" y="1258"/>
                    <a:pt x="570" y="1256"/>
                    <a:pt x="566" y="1254"/>
                  </a:cubicBezTo>
                  <a:cubicBezTo>
                    <a:pt x="562" y="1252"/>
                    <a:pt x="558" y="1249"/>
                    <a:pt x="554" y="1249"/>
                  </a:cubicBezTo>
                  <a:cubicBezTo>
                    <a:pt x="546" y="1247"/>
                    <a:pt x="537" y="1243"/>
                    <a:pt x="529" y="1240"/>
                  </a:cubicBezTo>
                  <a:cubicBezTo>
                    <a:pt x="513" y="1231"/>
                    <a:pt x="495" y="1229"/>
                    <a:pt x="480" y="1216"/>
                  </a:cubicBezTo>
                  <a:cubicBezTo>
                    <a:pt x="475" y="1215"/>
                    <a:pt x="471" y="1216"/>
                    <a:pt x="467" y="1209"/>
                  </a:cubicBezTo>
                  <a:cubicBezTo>
                    <a:pt x="462" y="1214"/>
                    <a:pt x="460" y="1202"/>
                    <a:pt x="455" y="1204"/>
                  </a:cubicBezTo>
                  <a:cubicBezTo>
                    <a:pt x="447" y="1200"/>
                    <a:pt x="439" y="1194"/>
                    <a:pt x="431" y="1192"/>
                  </a:cubicBezTo>
                  <a:cubicBezTo>
                    <a:pt x="427" y="1188"/>
                    <a:pt x="424" y="1185"/>
                    <a:pt x="420" y="1184"/>
                  </a:cubicBezTo>
                  <a:cubicBezTo>
                    <a:pt x="419" y="1181"/>
                    <a:pt x="421" y="1183"/>
                    <a:pt x="423" y="1182"/>
                  </a:cubicBezTo>
                  <a:cubicBezTo>
                    <a:pt x="425" y="1182"/>
                    <a:pt x="427" y="1183"/>
                    <a:pt x="429" y="1186"/>
                  </a:cubicBezTo>
                  <a:cubicBezTo>
                    <a:pt x="434" y="1181"/>
                    <a:pt x="436" y="1194"/>
                    <a:pt x="441" y="1188"/>
                  </a:cubicBezTo>
                  <a:cubicBezTo>
                    <a:pt x="447" y="1196"/>
                    <a:pt x="456" y="1192"/>
                    <a:pt x="462" y="1199"/>
                  </a:cubicBezTo>
                  <a:cubicBezTo>
                    <a:pt x="464" y="1201"/>
                    <a:pt x="467" y="1198"/>
                    <a:pt x="468" y="1200"/>
                  </a:cubicBezTo>
                  <a:cubicBezTo>
                    <a:pt x="470" y="1204"/>
                    <a:pt x="472" y="1203"/>
                    <a:pt x="475" y="1201"/>
                  </a:cubicBezTo>
                  <a:cubicBezTo>
                    <a:pt x="477" y="1208"/>
                    <a:pt x="482" y="1201"/>
                    <a:pt x="484" y="1208"/>
                  </a:cubicBezTo>
                  <a:cubicBezTo>
                    <a:pt x="492" y="1207"/>
                    <a:pt x="499" y="1213"/>
                    <a:pt x="506" y="1216"/>
                  </a:cubicBezTo>
                  <a:cubicBezTo>
                    <a:pt x="515" y="1216"/>
                    <a:pt x="522" y="1222"/>
                    <a:pt x="530" y="1226"/>
                  </a:cubicBezTo>
                  <a:cubicBezTo>
                    <a:pt x="538" y="1225"/>
                    <a:pt x="545" y="1230"/>
                    <a:pt x="552" y="1235"/>
                  </a:cubicBezTo>
                  <a:cubicBezTo>
                    <a:pt x="556" y="1235"/>
                    <a:pt x="559" y="1239"/>
                    <a:pt x="563" y="1240"/>
                  </a:cubicBezTo>
                  <a:cubicBezTo>
                    <a:pt x="567" y="1242"/>
                    <a:pt x="571" y="1239"/>
                    <a:pt x="573" y="1246"/>
                  </a:cubicBezTo>
                  <a:cubicBezTo>
                    <a:pt x="581" y="1247"/>
                    <a:pt x="588" y="1254"/>
                    <a:pt x="595" y="1254"/>
                  </a:cubicBezTo>
                  <a:cubicBezTo>
                    <a:pt x="597" y="1256"/>
                    <a:pt x="598" y="1258"/>
                    <a:pt x="599" y="1260"/>
                  </a:cubicBezTo>
                  <a:cubicBezTo>
                    <a:pt x="604" y="1262"/>
                    <a:pt x="609" y="1265"/>
                    <a:pt x="614" y="1265"/>
                  </a:cubicBezTo>
                  <a:cubicBezTo>
                    <a:pt x="618" y="1269"/>
                    <a:pt x="623" y="1274"/>
                    <a:pt x="628" y="1274"/>
                  </a:cubicBezTo>
                  <a:cubicBezTo>
                    <a:pt x="629" y="1283"/>
                    <a:pt x="620" y="1272"/>
                    <a:pt x="617" y="1274"/>
                  </a:cubicBezTo>
                  <a:close/>
                  <a:moveTo>
                    <a:pt x="805" y="1319"/>
                  </a:moveTo>
                  <a:cubicBezTo>
                    <a:pt x="807" y="1316"/>
                    <a:pt x="803" y="1312"/>
                    <a:pt x="802" y="1308"/>
                  </a:cubicBezTo>
                  <a:cubicBezTo>
                    <a:pt x="798" y="1300"/>
                    <a:pt x="801" y="1294"/>
                    <a:pt x="795" y="1286"/>
                  </a:cubicBezTo>
                  <a:cubicBezTo>
                    <a:pt x="796" y="1283"/>
                    <a:pt x="793" y="1279"/>
                    <a:pt x="792" y="1275"/>
                  </a:cubicBezTo>
                  <a:cubicBezTo>
                    <a:pt x="792" y="1271"/>
                    <a:pt x="789" y="1267"/>
                    <a:pt x="789" y="1263"/>
                  </a:cubicBezTo>
                  <a:cubicBezTo>
                    <a:pt x="784" y="1259"/>
                    <a:pt x="792" y="1257"/>
                    <a:pt x="786" y="1252"/>
                  </a:cubicBezTo>
                  <a:cubicBezTo>
                    <a:pt x="788" y="1249"/>
                    <a:pt x="782" y="1245"/>
                    <a:pt x="785" y="1242"/>
                  </a:cubicBezTo>
                  <a:cubicBezTo>
                    <a:pt x="779" y="1240"/>
                    <a:pt x="788" y="1232"/>
                    <a:pt x="782" y="1234"/>
                  </a:cubicBezTo>
                  <a:cubicBezTo>
                    <a:pt x="780" y="1230"/>
                    <a:pt x="785" y="1227"/>
                    <a:pt x="779" y="1223"/>
                  </a:cubicBezTo>
                  <a:cubicBezTo>
                    <a:pt x="777" y="1216"/>
                    <a:pt x="771" y="1208"/>
                    <a:pt x="775" y="1202"/>
                  </a:cubicBezTo>
                  <a:cubicBezTo>
                    <a:pt x="766" y="1186"/>
                    <a:pt x="772" y="1173"/>
                    <a:pt x="762" y="1157"/>
                  </a:cubicBezTo>
                  <a:cubicBezTo>
                    <a:pt x="762" y="1151"/>
                    <a:pt x="764" y="1145"/>
                    <a:pt x="759" y="1138"/>
                  </a:cubicBezTo>
                  <a:cubicBezTo>
                    <a:pt x="763" y="1133"/>
                    <a:pt x="757" y="1126"/>
                    <a:pt x="757" y="1120"/>
                  </a:cubicBezTo>
                  <a:cubicBezTo>
                    <a:pt x="762" y="1115"/>
                    <a:pt x="752" y="1107"/>
                    <a:pt x="757" y="1102"/>
                  </a:cubicBezTo>
                  <a:cubicBezTo>
                    <a:pt x="753" y="1095"/>
                    <a:pt x="756" y="1090"/>
                    <a:pt x="752" y="1084"/>
                  </a:cubicBezTo>
                  <a:cubicBezTo>
                    <a:pt x="757" y="1082"/>
                    <a:pt x="759" y="1092"/>
                    <a:pt x="763" y="1095"/>
                  </a:cubicBezTo>
                  <a:cubicBezTo>
                    <a:pt x="764" y="1101"/>
                    <a:pt x="771" y="1108"/>
                    <a:pt x="771" y="1113"/>
                  </a:cubicBezTo>
                  <a:cubicBezTo>
                    <a:pt x="774" y="1123"/>
                    <a:pt x="774" y="1132"/>
                    <a:pt x="777" y="1141"/>
                  </a:cubicBezTo>
                  <a:cubicBezTo>
                    <a:pt x="776" y="1145"/>
                    <a:pt x="777" y="1150"/>
                    <a:pt x="779" y="1155"/>
                  </a:cubicBezTo>
                  <a:cubicBezTo>
                    <a:pt x="776" y="1159"/>
                    <a:pt x="783" y="1164"/>
                    <a:pt x="780" y="1168"/>
                  </a:cubicBezTo>
                  <a:cubicBezTo>
                    <a:pt x="783" y="1178"/>
                    <a:pt x="783" y="1186"/>
                    <a:pt x="787" y="1196"/>
                  </a:cubicBezTo>
                  <a:cubicBezTo>
                    <a:pt x="784" y="1199"/>
                    <a:pt x="791" y="1205"/>
                    <a:pt x="788" y="1208"/>
                  </a:cubicBezTo>
                  <a:cubicBezTo>
                    <a:pt x="790" y="1213"/>
                    <a:pt x="790" y="1217"/>
                    <a:pt x="795" y="1222"/>
                  </a:cubicBezTo>
                  <a:cubicBezTo>
                    <a:pt x="789" y="1226"/>
                    <a:pt x="793" y="1231"/>
                    <a:pt x="797" y="1237"/>
                  </a:cubicBezTo>
                  <a:cubicBezTo>
                    <a:pt x="791" y="1240"/>
                    <a:pt x="797" y="1245"/>
                    <a:pt x="798" y="1249"/>
                  </a:cubicBezTo>
                  <a:cubicBezTo>
                    <a:pt x="792" y="1257"/>
                    <a:pt x="805" y="1267"/>
                    <a:pt x="800" y="1275"/>
                  </a:cubicBezTo>
                  <a:cubicBezTo>
                    <a:pt x="807" y="1281"/>
                    <a:pt x="801" y="1284"/>
                    <a:pt x="805" y="1290"/>
                  </a:cubicBezTo>
                  <a:cubicBezTo>
                    <a:pt x="807" y="1294"/>
                    <a:pt x="806" y="1298"/>
                    <a:pt x="806" y="1302"/>
                  </a:cubicBezTo>
                  <a:cubicBezTo>
                    <a:pt x="808" y="1311"/>
                    <a:pt x="809" y="1319"/>
                    <a:pt x="811" y="1328"/>
                  </a:cubicBezTo>
                  <a:cubicBezTo>
                    <a:pt x="805" y="1330"/>
                    <a:pt x="808" y="1322"/>
                    <a:pt x="805" y="1319"/>
                  </a:cubicBezTo>
                  <a:close/>
                  <a:moveTo>
                    <a:pt x="825" y="1377"/>
                  </a:moveTo>
                  <a:cubicBezTo>
                    <a:pt x="822" y="1373"/>
                    <a:pt x="823" y="1369"/>
                    <a:pt x="818" y="1364"/>
                  </a:cubicBezTo>
                  <a:cubicBezTo>
                    <a:pt x="822" y="1360"/>
                    <a:pt x="813" y="1353"/>
                    <a:pt x="816" y="1349"/>
                  </a:cubicBezTo>
                  <a:cubicBezTo>
                    <a:pt x="810" y="1344"/>
                    <a:pt x="813" y="1340"/>
                    <a:pt x="808" y="1335"/>
                  </a:cubicBezTo>
                  <a:cubicBezTo>
                    <a:pt x="816" y="1330"/>
                    <a:pt x="814" y="1343"/>
                    <a:pt x="816" y="1346"/>
                  </a:cubicBezTo>
                  <a:cubicBezTo>
                    <a:pt x="821" y="1352"/>
                    <a:pt x="818" y="1356"/>
                    <a:pt x="824" y="1362"/>
                  </a:cubicBezTo>
                  <a:cubicBezTo>
                    <a:pt x="821" y="1369"/>
                    <a:pt x="831" y="1379"/>
                    <a:pt x="832" y="1388"/>
                  </a:cubicBezTo>
                  <a:cubicBezTo>
                    <a:pt x="826" y="1390"/>
                    <a:pt x="828" y="1380"/>
                    <a:pt x="825" y="1377"/>
                  </a:cubicBezTo>
                  <a:close/>
                  <a:moveTo>
                    <a:pt x="750" y="1257"/>
                  </a:moveTo>
                  <a:cubicBezTo>
                    <a:pt x="752" y="1260"/>
                    <a:pt x="755" y="1264"/>
                    <a:pt x="757" y="1267"/>
                  </a:cubicBezTo>
                  <a:cubicBezTo>
                    <a:pt x="754" y="1272"/>
                    <a:pt x="762" y="1279"/>
                    <a:pt x="761" y="1284"/>
                  </a:cubicBezTo>
                  <a:cubicBezTo>
                    <a:pt x="759" y="1289"/>
                    <a:pt x="763" y="1294"/>
                    <a:pt x="764" y="1300"/>
                  </a:cubicBezTo>
                  <a:cubicBezTo>
                    <a:pt x="765" y="1305"/>
                    <a:pt x="771" y="1311"/>
                    <a:pt x="771" y="1317"/>
                  </a:cubicBezTo>
                  <a:cubicBezTo>
                    <a:pt x="774" y="1320"/>
                    <a:pt x="773" y="1322"/>
                    <a:pt x="774" y="1325"/>
                  </a:cubicBezTo>
                  <a:cubicBezTo>
                    <a:pt x="776" y="1327"/>
                    <a:pt x="778" y="1330"/>
                    <a:pt x="776" y="1332"/>
                  </a:cubicBezTo>
                  <a:cubicBezTo>
                    <a:pt x="783" y="1341"/>
                    <a:pt x="783" y="1356"/>
                    <a:pt x="792" y="1361"/>
                  </a:cubicBezTo>
                  <a:cubicBezTo>
                    <a:pt x="790" y="1363"/>
                    <a:pt x="793" y="1366"/>
                    <a:pt x="795" y="1369"/>
                  </a:cubicBezTo>
                  <a:cubicBezTo>
                    <a:pt x="797" y="1372"/>
                    <a:pt x="795" y="1374"/>
                    <a:pt x="798" y="1377"/>
                  </a:cubicBezTo>
                  <a:cubicBezTo>
                    <a:pt x="798" y="1382"/>
                    <a:pt x="807" y="1388"/>
                    <a:pt x="801" y="1392"/>
                  </a:cubicBezTo>
                  <a:cubicBezTo>
                    <a:pt x="779" y="1365"/>
                    <a:pt x="778" y="1342"/>
                    <a:pt x="763" y="1317"/>
                  </a:cubicBezTo>
                  <a:cubicBezTo>
                    <a:pt x="764" y="1312"/>
                    <a:pt x="764" y="1307"/>
                    <a:pt x="760" y="1301"/>
                  </a:cubicBezTo>
                  <a:cubicBezTo>
                    <a:pt x="762" y="1296"/>
                    <a:pt x="756" y="1291"/>
                    <a:pt x="757" y="1286"/>
                  </a:cubicBezTo>
                  <a:cubicBezTo>
                    <a:pt x="757" y="1281"/>
                    <a:pt x="754" y="1276"/>
                    <a:pt x="752" y="1271"/>
                  </a:cubicBezTo>
                  <a:cubicBezTo>
                    <a:pt x="754" y="1267"/>
                    <a:pt x="749" y="1261"/>
                    <a:pt x="750" y="1257"/>
                  </a:cubicBezTo>
                  <a:cubicBezTo>
                    <a:pt x="743" y="1251"/>
                    <a:pt x="755" y="1253"/>
                    <a:pt x="750" y="1257"/>
                  </a:cubicBezTo>
                  <a:close/>
                  <a:moveTo>
                    <a:pt x="732" y="1176"/>
                  </a:moveTo>
                  <a:cubicBezTo>
                    <a:pt x="734" y="1178"/>
                    <a:pt x="734" y="1179"/>
                    <a:pt x="733" y="1180"/>
                  </a:cubicBezTo>
                  <a:cubicBezTo>
                    <a:pt x="737" y="1184"/>
                    <a:pt x="732" y="1187"/>
                    <a:pt x="737" y="1191"/>
                  </a:cubicBezTo>
                  <a:cubicBezTo>
                    <a:pt x="733" y="1195"/>
                    <a:pt x="740" y="1200"/>
                    <a:pt x="737" y="1205"/>
                  </a:cubicBezTo>
                  <a:cubicBezTo>
                    <a:pt x="734" y="1200"/>
                    <a:pt x="733" y="1196"/>
                    <a:pt x="736" y="1192"/>
                  </a:cubicBezTo>
                  <a:cubicBezTo>
                    <a:pt x="731" y="1185"/>
                    <a:pt x="731" y="1179"/>
                    <a:pt x="730" y="1172"/>
                  </a:cubicBezTo>
                  <a:cubicBezTo>
                    <a:pt x="733" y="1171"/>
                    <a:pt x="730" y="1174"/>
                    <a:pt x="732" y="1176"/>
                  </a:cubicBezTo>
                  <a:close/>
                  <a:moveTo>
                    <a:pt x="727" y="1158"/>
                  </a:moveTo>
                  <a:cubicBezTo>
                    <a:pt x="726" y="1149"/>
                    <a:pt x="735" y="1168"/>
                    <a:pt x="728" y="1162"/>
                  </a:cubicBezTo>
                  <a:cubicBezTo>
                    <a:pt x="725" y="1160"/>
                    <a:pt x="728" y="1159"/>
                    <a:pt x="727" y="1158"/>
                  </a:cubicBezTo>
                  <a:close/>
                  <a:moveTo>
                    <a:pt x="687" y="988"/>
                  </a:moveTo>
                  <a:cubicBezTo>
                    <a:pt x="686" y="980"/>
                    <a:pt x="691" y="972"/>
                    <a:pt x="688" y="963"/>
                  </a:cubicBezTo>
                  <a:cubicBezTo>
                    <a:pt x="690" y="939"/>
                    <a:pt x="692" y="942"/>
                    <a:pt x="690" y="943"/>
                  </a:cubicBezTo>
                  <a:cubicBezTo>
                    <a:pt x="691" y="958"/>
                    <a:pt x="690" y="959"/>
                    <a:pt x="692" y="961"/>
                  </a:cubicBezTo>
                  <a:cubicBezTo>
                    <a:pt x="692" y="977"/>
                    <a:pt x="693" y="981"/>
                    <a:pt x="692" y="985"/>
                  </a:cubicBezTo>
                  <a:cubicBezTo>
                    <a:pt x="698" y="1018"/>
                    <a:pt x="694" y="1026"/>
                    <a:pt x="698" y="1034"/>
                  </a:cubicBezTo>
                  <a:cubicBezTo>
                    <a:pt x="707" y="1091"/>
                    <a:pt x="704" y="1098"/>
                    <a:pt x="708" y="1107"/>
                  </a:cubicBezTo>
                  <a:cubicBezTo>
                    <a:pt x="711" y="1139"/>
                    <a:pt x="716" y="1148"/>
                    <a:pt x="715" y="1156"/>
                  </a:cubicBezTo>
                  <a:cubicBezTo>
                    <a:pt x="725" y="1197"/>
                    <a:pt x="729" y="1214"/>
                    <a:pt x="734" y="1231"/>
                  </a:cubicBezTo>
                  <a:cubicBezTo>
                    <a:pt x="749" y="1288"/>
                    <a:pt x="747" y="1296"/>
                    <a:pt x="752" y="1306"/>
                  </a:cubicBezTo>
                  <a:cubicBezTo>
                    <a:pt x="764" y="1347"/>
                    <a:pt x="773" y="1364"/>
                    <a:pt x="782" y="1381"/>
                  </a:cubicBezTo>
                  <a:cubicBezTo>
                    <a:pt x="746" y="1345"/>
                    <a:pt x="746" y="1340"/>
                    <a:pt x="740" y="1333"/>
                  </a:cubicBezTo>
                  <a:cubicBezTo>
                    <a:pt x="729" y="1298"/>
                    <a:pt x="730" y="1290"/>
                    <a:pt x="721" y="1280"/>
                  </a:cubicBezTo>
                  <a:cubicBezTo>
                    <a:pt x="713" y="1238"/>
                    <a:pt x="715" y="1234"/>
                    <a:pt x="712" y="1230"/>
                  </a:cubicBezTo>
                  <a:cubicBezTo>
                    <a:pt x="706" y="1195"/>
                    <a:pt x="704" y="1194"/>
                    <a:pt x="704" y="1193"/>
                  </a:cubicBezTo>
                  <a:cubicBezTo>
                    <a:pt x="701" y="1173"/>
                    <a:pt x="699" y="1164"/>
                    <a:pt x="699" y="1156"/>
                  </a:cubicBezTo>
                  <a:cubicBezTo>
                    <a:pt x="691" y="1100"/>
                    <a:pt x="690" y="1092"/>
                    <a:pt x="691" y="1084"/>
                  </a:cubicBezTo>
                  <a:close/>
                  <a:moveTo>
                    <a:pt x="736" y="1347"/>
                  </a:moveTo>
                  <a:cubicBezTo>
                    <a:pt x="730" y="1348"/>
                    <a:pt x="730" y="1337"/>
                    <a:pt x="727" y="1334"/>
                  </a:cubicBezTo>
                  <a:cubicBezTo>
                    <a:pt x="734" y="1333"/>
                    <a:pt x="734" y="1344"/>
                    <a:pt x="736" y="1347"/>
                  </a:cubicBezTo>
                  <a:close/>
                  <a:moveTo>
                    <a:pt x="678" y="1070"/>
                  </a:moveTo>
                  <a:cubicBezTo>
                    <a:pt x="684" y="1068"/>
                    <a:pt x="678" y="1073"/>
                    <a:pt x="680" y="1076"/>
                  </a:cubicBezTo>
                  <a:cubicBezTo>
                    <a:pt x="684" y="1082"/>
                    <a:pt x="675" y="1078"/>
                    <a:pt x="678" y="1070"/>
                  </a:cubicBezTo>
                  <a:close/>
                  <a:moveTo>
                    <a:pt x="716" y="1310"/>
                  </a:moveTo>
                  <a:cubicBezTo>
                    <a:pt x="716" y="1305"/>
                    <a:pt x="710" y="1299"/>
                    <a:pt x="709" y="1294"/>
                  </a:cubicBezTo>
                  <a:cubicBezTo>
                    <a:pt x="710" y="1289"/>
                    <a:pt x="705" y="1283"/>
                    <a:pt x="706" y="1278"/>
                  </a:cubicBezTo>
                  <a:cubicBezTo>
                    <a:pt x="703" y="1275"/>
                    <a:pt x="704" y="1272"/>
                    <a:pt x="705" y="1270"/>
                  </a:cubicBezTo>
                  <a:cubicBezTo>
                    <a:pt x="702" y="1269"/>
                    <a:pt x="703" y="1267"/>
                    <a:pt x="702" y="1264"/>
                  </a:cubicBezTo>
                  <a:cubicBezTo>
                    <a:pt x="697" y="1253"/>
                    <a:pt x="697" y="1242"/>
                    <a:pt x="693" y="1230"/>
                  </a:cubicBezTo>
                  <a:cubicBezTo>
                    <a:pt x="694" y="1225"/>
                    <a:pt x="691" y="1219"/>
                    <a:pt x="693" y="1214"/>
                  </a:cubicBezTo>
                  <a:cubicBezTo>
                    <a:pt x="689" y="1208"/>
                    <a:pt x="692" y="1204"/>
                    <a:pt x="692" y="1199"/>
                  </a:cubicBezTo>
                  <a:cubicBezTo>
                    <a:pt x="686" y="1180"/>
                    <a:pt x="684" y="1162"/>
                    <a:pt x="683" y="1144"/>
                  </a:cubicBezTo>
                  <a:cubicBezTo>
                    <a:pt x="684" y="1135"/>
                    <a:pt x="679" y="1126"/>
                    <a:pt x="682" y="1117"/>
                  </a:cubicBezTo>
                  <a:cubicBezTo>
                    <a:pt x="676" y="1107"/>
                    <a:pt x="683" y="1100"/>
                    <a:pt x="679" y="1090"/>
                  </a:cubicBezTo>
                  <a:cubicBezTo>
                    <a:pt x="684" y="1088"/>
                    <a:pt x="681" y="1096"/>
                    <a:pt x="682" y="1099"/>
                  </a:cubicBezTo>
                  <a:cubicBezTo>
                    <a:pt x="682" y="1102"/>
                    <a:pt x="683" y="1106"/>
                    <a:pt x="682" y="1109"/>
                  </a:cubicBezTo>
                  <a:cubicBezTo>
                    <a:pt x="684" y="1117"/>
                    <a:pt x="686" y="1124"/>
                    <a:pt x="683" y="1130"/>
                  </a:cubicBezTo>
                  <a:cubicBezTo>
                    <a:pt x="686" y="1138"/>
                    <a:pt x="688" y="1145"/>
                    <a:pt x="689" y="1153"/>
                  </a:cubicBezTo>
                  <a:cubicBezTo>
                    <a:pt x="687" y="1156"/>
                    <a:pt x="691" y="1160"/>
                    <a:pt x="692" y="1164"/>
                  </a:cubicBezTo>
                  <a:cubicBezTo>
                    <a:pt x="687" y="1167"/>
                    <a:pt x="693" y="1171"/>
                    <a:pt x="690" y="1173"/>
                  </a:cubicBezTo>
                  <a:cubicBezTo>
                    <a:pt x="694" y="1180"/>
                    <a:pt x="697" y="1187"/>
                    <a:pt x="696" y="1193"/>
                  </a:cubicBezTo>
                  <a:cubicBezTo>
                    <a:pt x="697" y="1196"/>
                    <a:pt x="697" y="1199"/>
                    <a:pt x="698" y="1203"/>
                  </a:cubicBezTo>
                  <a:cubicBezTo>
                    <a:pt x="696" y="1206"/>
                    <a:pt x="702" y="1210"/>
                    <a:pt x="699" y="1212"/>
                  </a:cubicBezTo>
                  <a:cubicBezTo>
                    <a:pt x="702" y="1225"/>
                    <a:pt x="703" y="1237"/>
                    <a:pt x="707" y="1250"/>
                  </a:cubicBezTo>
                  <a:cubicBezTo>
                    <a:pt x="708" y="1274"/>
                    <a:pt x="726" y="1302"/>
                    <a:pt x="727" y="1326"/>
                  </a:cubicBezTo>
                  <a:cubicBezTo>
                    <a:pt x="721" y="1327"/>
                    <a:pt x="718" y="1315"/>
                    <a:pt x="716" y="1310"/>
                  </a:cubicBezTo>
                  <a:close/>
                  <a:moveTo>
                    <a:pt x="591" y="1343"/>
                  </a:moveTo>
                  <a:cubicBezTo>
                    <a:pt x="583" y="1344"/>
                    <a:pt x="576" y="1334"/>
                    <a:pt x="568" y="1336"/>
                  </a:cubicBezTo>
                  <a:cubicBezTo>
                    <a:pt x="565" y="1330"/>
                    <a:pt x="572" y="1336"/>
                    <a:pt x="574" y="1334"/>
                  </a:cubicBezTo>
                  <a:cubicBezTo>
                    <a:pt x="577" y="1336"/>
                    <a:pt x="579" y="1334"/>
                    <a:pt x="582" y="1336"/>
                  </a:cubicBezTo>
                  <a:cubicBezTo>
                    <a:pt x="587" y="1339"/>
                    <a:pt x="593" y="1337"/>
                    <a:pt x="598" y="1344"/>
                  </a:cubicBezTo>
                  <a:cubicBezTo>
                    <a:pt x="607" y="1344"/>
                    <a:pt x="617" y="1346"/>
                    <a:pt x="627" y="1347"/>
                  </a:cubicBezTo>
                  <a:cubicBezTo>
                    <a:pt x="632" y="1349"/>
                    <a:pt x="637" y="1350"/>
                    <a:pt x="642" y="1350"/>
                  </a:cubicBezTo>
                  <a:cubicBezTo>
                    <a:pt x="646" y="1353"/>
                    <a:pt x="651" y="1353"/>
                    <a:pt x="655" y="1354"/>
                  </a:cubicBezTo>
                  <a:cubicBezTo>
                    <a:pt x="661" y="1352"/>
                    <a:pt x="665" y="1356"/>
                    <a:pt x="671" y="1356"/>
                  </a:cubicBezTo>
                  <a:cubicBezTo>
                    <a:pt x="675" y="1357"/>
                    <a:pt x="680" y="1358"/>
                    <a:pt x="684" y="1360"/>
                  </a:cubicBezTo>
                  <a:cubicBezTo>
                    <a:pt x="693" y="1361"/>
                    <a:pt x="702" y="1366"/>
                    <a:pt x="711" y="1364"/>
                  </a:cubicBezTo>
                  <a:cubicBezTo>
                    <a:pt x="722" y="1373"/>
                    <a:pt x="735" y="1372"/>
                    <a:pt x="746" y="1380"/>
                  </a:cubicBezTo>
                  <a:cubicBezTo>
                    <a:pt x="750" y="1379"/>
                    <a:pt x="753" y="1379"/>
                    <a:pt x="755" y="1381"/>
                  </a:cubicBezTo>
                  <a:cubicBezTo>
                    <a:pt x="757" y="1389"/>
                    <a:pt x="762" y="1379"/>
                    <a:pt x="764" y="1386"/>
                  </a:cubicBezTo>
                  <a:cubicBezTo>
                    <a:pt x="770" y="1383"/>
                    <a:pt x="774" y="1394"/>
                    <a:pt x="781" y="1390"/>
                  </a:cubicBezTo>
                  <a:cubicBezTo>
                    <a:pt x="782" y="1393"/>
                    <a:pt x="784" y="1395"/>
                    <a:pt x="786" y="1394"/>
                  </a:cubicBezTo>
                  <a:cubicBezTo>
                    <a:pt x="786" y="1397"/>
                    <a:pt x="786" y="1399"/>
                    <a:pt x="789" y="1398"/>
                  </a:cubicBezTo>
                  <a:cubicBezTo>
                    <a:pt x="792" y="1398"/>
                    <a:pt x="795" y="1403"/>
                    <a:pt x="798" y="1407"/>
                  </a:cubicBezTo>
                  <a:cubicBezTo>
                    <a:pt x="791" y="1410"/>
                    <a:pt x="786" y="1403"/>
                    <a:pt x="780" y="1404"/>
                  </a:cubicBezTo>
                  <a:cubicBezTo>
                    <a:pt x="774" y="1399"/>
                    <a:pt x="768" y="1401"/>
                    <a:pt x="763" y="1395"/>
                  </a:cubicBezTo>
                  <a:cubicBezTo>
                    <a:pt x="758" y="1394"/>
                    <a:pt x="753" y="1395"/>
                    <a:pt x="749" y="1391"/>
                  </a:cubicBezTo>
                  <a:cubicBezTo>
                    <a:pt x="745" y="1391"/>
                    <a:pt x="741" y="1390"/>
                    <a:pt x="737" y="1389"/>
                  </a:cubicBezTo>
                  <a:cubicBezTo>
                    <a:pt x="729" y="1388"/>
                    <a:pt x="721" y="1384"/>
                    <a:pt x="713" y="1382"/>
                  </a:cubicBezTo>
                  <a:cubicBezTo>
                    <a:pt x="705" y="1380"/>
                    <a:pt x="696" y="1378"/>
                    <a:pt x="688" y="1376"/>
                  </a:cubicBezTo>
                  <a:cubicBezTo>
                    <a:pt x="679" y="1375"/>
                    <a:pt x="671" y="1373"/>
                    <a:pt x="664" y="1369"/>
                  </a:cubicBezTo>
                  <a:cubicBezTo>
                    <a:pt x="661" y="1368"/>
                    <a:pt x="658" y="1370"/>
                    <a:pt x="656" y="1366"/>
                  </a:cubicBezTo>
                  <a:cubicBezTo>
                    <a:pt x="654" y="1367"/>
                    <a:pt x="653" y="1364"/>
                    <a:pt x="650" y="1365"/>
                  </a:cubicBezTo>
                  <a:cubicBezTo>
                    <a:pt x="647" y="1361"/>
                    <a:pt x="642" y="1366"/>
                    <a:pt x="639" y="1360"/>
                  </a:cubicBezTo>
                  <a:cubicBezTo>
                    <a:pt x="630" y="1360"/>
                    <a:pt x="623" y="1356"/>
                    <a:pt x="615" y="1353"/>
                  </a:cubicBezTo>
                  <a:cubicBezTo>
                    <a:pt x="607" y="1348"/>
                    <a:pt x="599" y="1348"/>
                    <a:pt x="591" y="1343"/>
                  </a:cubicBezTo>
                  <a:close/>
                  <a:moveTo>
                    <a:pt x="862" y="1455"/>
                  </a:moveTo>
                  <a:cubicBezTo>
                    <a:pt x="859" y="1456"/>
                    <a:pt x="857" y="1456"/>
                    <a:pt x="854" y="1453"/>
                  </a:cubicBezTo>
                  <a:cubicBezTo>
                    <a:pt x="849" y="1453"/>
                    <a:pt x="844" y="1449"/>
                    <a:pt x="838" y="1448"/>
                  </a:cubicBezTo>
                  <a:cubicBezTo>
                    <a:pt x="828" y="1443"/>
                    <a:pt x="817" y="1443"/>
                    <a:pt x="807" y="1438"/>
                  </a:cubicBezTo>
                  <a:cubicBezTo>
                    <a:pt x="796" y="1436"/>
                    <a:pt x="786" y="1431"/>
                    <a:pt x="775" y="1431"/>
                  </a:cubicBezTo>
                  <a:cubicBezTo>
                    <a:pt x="771" y="1424"/>
                    <a:pt x="764" y="1431"/>
                    <a:pt x="759" y="1424"/>
                  </a:cubicBezTo>
                  <a:cubicBezTo>
                    <a:pt x="754" y="1427"/>
                    <a:pt x="750" y="1419"/>
                    <a:pt x="744" y="1422"/>
                  </a:cubicBezTo>
                  <a:cubicBezTo>
                    <a:pt x="734" y="1413"/>
                    <a:pt x="722" y="1416"/>
                    <a:pt x="712" y="1410"/>
                  </a:cubicBezTo>
                  <a:cubicBezTo>
                    <a:pt x="707" y="1405"/>
                    <a:pt x="700" y="1410"/>
                    <a:pt x="696" y="1402"/>
                  </a:cubicBezTo>
                  <a:cubicBezTo>
                    <a:pt x="690" y="1403"/>
                    <a:pt x="685" y="1401"/>
                    <a:pt x="681" y="1397"/>
                  </a:cubicBezTo>
                  <a:cubicBezTo>
                    <a:pt x="670" y="1394"/>
                    <a:pt x="660" y="1389"/>
                    <a:pt x="650" y="1384"/>
                  </a:cubicBezTo>
                  <a:cubicBezTo>
                    <a:pt x="646" y="1377"/>
                    <a:pt x="639" y="1382"/>
                    <a:pt x="635" y="1374"/>
                  </a:cubicBezTo>
                  <a:cubicBezTo>
                    <a:pt x="629" y="1374"/>
                    <a:pt x="625" y="1367"/>
                    <a:pt x="620" y="1368"/>
                  </a:cubicBezTo>
                  <a:cubicBezTo>
                    <a:pt x="619" y="1366"/>
                    <a:pt x="618" y="1364"/>
                    <a:pt x="616" y="1363"/>
                  </a:cubicBezTo>
                  <a:cubicBezTo>
                    <a:pt x="626" y="1363"/>
                    <a:pt x="635" y="1369"/>
                    <a:pt x="644" y="1372"/>
                  </a:cubicBezTo>
                  <a:cubicBezTo>
                    <a:pt x="654" y="1376"/>
                    <a:pt x="663" y="1379"/>
                    <a:pt x="673" y="1381"/>
                  </a:cubicBezTo>
                  <a:cubicBezTo>
                    <a:pt x="677" y="1385"/>
                    <a:pt x="682" y="1385"/>
                    <a:pt x="687" y="1387"/>
                  </a:cubicBezTo>
                  <a:cubicBezTo>
                    <a:pt x="690" y="1386"/>
                    <a:pt x="693" y="1387"/>
                    <a:pt x="695" y="1390"/>
                  </a:cubicBezTo>
                  <a:cubicBezTo>
                    <a:pt x="697" y="1387"/>
                    <a:pt x="699" y="1389"/>
                    <a:pt x="701" y="1391"/>
                  </a:cubicBezTo>
                  <a:cubicBezTo>
                    <a:pt x="706" y="1386"/>
                    <a:pt x="709" y="1395"/>
                    <a:pt x="715" y="1392"/>
                  </a:cubicBezTo>
                  <a:cubicBezTo>
                    <a:pt x="716" y="1396"/>
                    <a:pt x="720" y="1392"/>
                    <a:pt x="722" y="1394"/>
                  </a:cubicBezTo>
                  <a:cubicBezTo>
                    <a:pt x="724" y="1395"/>
                    <a:pt x="726" y="1396"/>
                    <a:pt x="728" y="1398"/>
                  </a:cubicBezTo>
                  <a:cubicBezTo>
                    <a:pt x="733" y="1400"/>
                    <a:pt x="738" y="1398"/>
                    <a:pt x="743" y="1401"/>
                  </a:cubicBezTo>
                  <a:cubicBezTo>
                    <a:pt x="748" y="1400"/>
                    <a:pt x="751" y="1407"/>
                    <a:pt x="757" y="1402"/>
                  </a:cubicBezTo>
                  <a:cubicBezTo>
                    <a:pt x="766" y="1410"/>
                    <a:pt x="776" y="1411"/>
                    <a:pt x="786" y="1416"/>
                  </a:cubicBezTo>
                  <a:cubicBezTo>
                    <a:pt x="796" y="1416"/>
                    <a:pt x="804" y="1425"/>
                    <a:pt x="814" y="1425"/>
                  </a:cubicBezTo>
                  <a:cubicBezTo>
                    <a:pt x="822" y="1434"/>
                    <a:pt x="833" y="1431"/>
                    <a:pt x="841" y="1438"/>
                  </a:cubicBezTo>
                  <a:cubicBezTo>
                    <a:pt x="850" y="1444"/>
                    <a:pt x="859" y="1451"/>
                    <a:pt x="868" y="1453"/>
                  </a:cubicBezTo>
                  <a:cubicBezTo>
                    <a:pt x="871" y="1458"/>
                    <a:pt x="863" y="1458"/>
                    <a:pt x="862" y="1455"/>
                  </a:cubicBezTo>
                  <a:close/>
                  <a:moveTo>
                    <a:pt x="840" y="1425"/>
                  </a:moveTo>
                  <a:cubicBezTo>
                    <a:pt x="842" y="1424"/>
                    <a:pt x="844" y="1423"/>
                    <a:pt x="846" y="1421"/>
                  </a:cubicBezTo>
                  <a:cubicBezTo>
                    <a:pt x="847" y="1424"/>
                    <a:pt x="849" y="1426"/>
                    <a:pt x="851" y="1428"/>
                  </a:cubicBezTo>
                  <a:cubicBezTo>
                    <a:pt x="846" y="1432"/>
                    <a:pt x="843" y="1428"/>
                    <a:pt x="840" y="1425"/>
                  </a:cubicBezTo>
                  <a:close/>
                  <a:moveTo>
                    <a:pt x="860" y="1430"/>
                  </a:moveTo>
                  <a:cubicBezTo>
                    <a:pt x="863" y="1427"/>
                    <a:pt x="855" y="1422"/>
                    <a:pt x="857" y="1419"/>
                  </a:cubicBezTo>
                  <a:cubicBezTo>
                    <a:pt x="837" y="1377"/>
                    <a:pt x="840" y="1373"/>
                    <a:pt x="834" y="1368"/>
                  </a:cubicBezTo>
                  <a:cubicBezTo>
                    <a:pt x="825" y="1337"/>
                    <a:pt x="822" y="1332"/>
                    <a:pt x="822" y="1328"/>
                  </a:cubicBezTo>
                  <a:cubicBezTo>
                    <a:pt x="816" y="1281"/>
                    <a:pt x="809" y="1272"/>
                    <a:pt x="808" y="1263"/>
                  </a:cubicBezTo>
                  <a:cubicBezTo>
                    <a:pt x="805" y="1231"/>
                    <a:pt x="802" y="1222"/>
                    <a:pt x="799" y="1214"/>
                  </a:cubicBezTo>
                  <a:cubicBezTo>
                    <a:pt x="788" y="1155"/>
                    <a:pt x="788" y="1147"/>
                    <a:pt x="784" y="1139"/>
                  </a:cubicBezTo>
                  <a:cubicBezTo>
                    <a:pt x="801" y="1169"/>
                    <a:pt x="802" y="1172"/>
                    <a:pt x="804" y="1175"/>
                  </a:cubicBezTo>
                  <a:cubicBezTo>
                    <a:pt x="817" y="1231"/>
                    <a:pt x="820" y="1237"/>
                    <a:pt x="819" y="1242"/>
                  </a:cubicBezTo>
                  <a:cubicBezTo>
                    <a:pt x="835" y="1298"/>
                    <a:pt x="831" y="1303"/>
                    <a:pt x="835" y="1309"/>
                  </a:cubicBezTo>
                  <a:cubicBezTo>
                    <a:pt x="846" y="1364"/>
                    <a:pt x="845" y="1369"/>
                    <a:pt x="847" y="1375"/>
                  </a:cubicBezTo>
                  <a:cubicBezTo>
                    <a:pt x="855" y="1404"/>
                    <a:pt x="856" y="1406"/>
                    <a:pt x="859" y="1409"/>
                  </a:cubicBezTo>
                  <a:close/>
                  <a:moveTo>
                    <a:pt x="866" y="1401"/>
                  </a:moveTo>
                  <a:cubicBezTo>
                    <a:pt x="866" y="1396"/>
                    <a:pt x="864" y="1391"/>
                    <a:pt x="863" y="1385"/>
                  </a:cubicBezTo>
                  <a:cubicBezTo>
                    <a:pt x="855" y="1379"/>
                    <a:pt x="863" y="1375"/>
                    <a:pt x="856" y="1368"/>
                  </a:cubicBezTo>
                  <a:cubicBezTo>
                    <a:pt x="856" y="1363"/>
                    <a:pt x="852" y="1357"/>
                    <a:pt x="856" y="1353"/>
                  </a:cubicBezTo>
                  <a:cubicBezTo>
                    <a:pt x="852" y="1352"/>
                    <a:pt x="853" y="1350"/>
                    <a:pt x="852" y="1347"/>
                  </a:cubicBezTo>
                  <a:cubicBezTo>
                    <a:pt x="854" y="1345"/>
                    <a:pt x="848" y="1345"/>
                    <a:pt x="851" y="1343"/>
                  </a:cubicBezTo>
                  <a:cubicBezTo>
                    <a:pt x="850" y="1337"/>
                    <a:pt x="848" y="1332"/>
                    <a:pt x="848" y="1326"/>
                  </a:cubicBezTo>
                  <a:cubicBezTo>
                    <a:pt x="845" y="1321"/>
                    <a:pt x="846" y="1316"/>
                    <a:pt x="844" y="1310"/>
                  </a:cubicBezTo>
                  <a:cubicBezTo>
                    <a:pt x="841" y="1304"/>
                    <a:pt x="846" y="1300"/>
                    <a:pt x="840" y="1294"/>
                  </a:cubicBezTo>
                  <a:cubicBezTo>
                    <a:pt x="845" y="1289"/>
                    <a:pt x="838" y="1283"/>
                    <a:pt x="837" y="1278"/>
                  </a:cubicBezTo>
                  <a:cubicBezTo>
                    <a:pt x="837" y="1272"/>
                    <a:pt x="834" y="1267"/>
                    <a:pt x="833" y="1261"/>
                  </a:cubicBezTo>
                  <a:cubicBezTo>
                    <a:pt x="833" y="1251"/>
                    <a:pt x="827" y="1240"/>
                    <a:pt x="829" y="1230"/>
                  </a:cubicBezTo>
                  <a:cubicBezTo>
                    <a:pt x="823" y="1208"/>
                    <a:pt x="819" y="1186"/>
                    <a:pt x="806" y="1163"/>
                  </a:cubicBezTo>
                  <a:cubicBezTo>
                    <a:pt x="810" y="1161"/>
                    <a:pt x="812" y="1170"/>
                    <a:pt x="815" y="1172"/>
                  </a:cubicBezTo>
                  <a:cubicBezTo>
                    <a:pt x="819" y="1171"/>
                    <a:pt x="816" y="1174"/>
                    <a:pt x="818" y="1176"/>
                  </a:cubicBezTo>
                  <a:cubicBezTo>
                    <a:pt x="819" y="1178"/>
                    <a:pt x="821" y="1180"/>
                    <a:pt x="822" y="1181"/>
                  </a:cubicBezTo>
                  <a:cubicBezTo>
                    <a:pt x="823" y="1187"/>
                    <a:pt x="828" y="1193"/>
                    <a:pt x="828" y="1198"/>
                  </a:cubicBezTo>
                  <a:cubicBezTo>
                    <a:pt x="828" y="1203"/>
                    <a:pt x="835" y="1209"/>
                    <a:pt x="834" y="1213"/>
                  </a:cubicBezTo>
                  <a:cubicBezTo>
                    <a:pt x="837" y="1218"/>
                    <a:pt x="836" y="1223"/>
                    <a:pt x="839" y="1228"/>
                  </a:cubicBezTo>
                  <a:cubicBezTo>
                    <a:pt x="846" y="1234"/>
                    <a:pt x="837" y="1237"/>
                    <a:pt x="844" y="1243"/>
                  </a:cubicBezTo>
                  <a:cubicBezTo>
                    <a:pt x="842" y="1245"/>
                    <a:pt x="847" y="1249"/>
                    <a:pt x="845" y="1251"/>
                  </a:cubicBezTo>
                  <a:cubicBezTo>
                    <a:pt x="845" y="1253"/>
                    <a:pt x="845" y="1255"/>
                    <a:pt x="847" y="1257"/>
                  </a:cubicBezTo>
                  <a:cubicBezTo>
                    <a:pt x="845" y="1262"/>
                    <a:pt x="849" y="1267"/>
                    <a:pt x="849" y="1272"/>
                  </a:cubicBezTo>
                  <a:cubicBezTo>
                    <a:pt x="851" y="1282"/>
                    <a:pt x="851" y="1291"/>
                    <a:pt x="856" y="1301"/>
                  </a:cubicBezTo>
                  <a:cubicBezTo>
                    <a:pt x="855" y="1321"/>
                    <a:pt x="863" y="1343"/>
                    <a:pt x="860" y="1363"/>
                  </a:cubicBezTo>
                  <a:cubicBezTo>
                    <a:pt x="865" y="1372"/>
                    <a:pt x="865" y="1380"/>
                    <a:pt x="868" y="1389"/>
                  </a:cubicBezTo>
                  <a:cubicBezTo>
                    <a:pt x="870" y="1398"/>
                    <a:pt x="875" y="1407"/>
                    <a:pt x="873" y="1415"/>
                  </a:cubicBezTo>
                  <a:cubicBezTo>
                    <a:pt x="867" y="1416"/>
                    <a:pt x="868" y="1405"/>
                    <a:pt x="866" y="1401"/>
                  </a:cubicBezTo>
                  <a:close/>
                  <a:moveTo>
                    <a:pt x="872" y="1421"/>
                  </a:moveTo>
                  <a:cubicBezTo>
                    <a:pt x="878" y="1421"/>
                    <a:pt x="879" y="1433"/>
                    <a:pt x="881" y="1437"/>
                  </a:cubicBezTo>
                  <a:cubicBezTo>
                    <a:pt x="873" y="1437"/>
                    <a:pt x="876" y="1426"/>
                    <a:pt x="872" y="1421"/>
                  </a:cubicBezTo>
                  <a:close/>
                  <a:moveTo>
                    <a:pt x="0" y="157"/>
                  </a:moveTo>
                  <a:cubicBezTo>
                    <a:pt x="0" y="158"/>
                    <a:pt x="0" y="158"/>
                    <a:pt x="0" y="158"/>
                  </a:cubicBezTo>
                  <a:cubicBezTo>
                    <a:pt x="0" y="158"/>
                    <a:pt x="1" y="157"/>
                    <a:pt x="1" y="157"/>
                  </a:cubicBezTo>
                  <a:cubicBezTo>
                    <a:pt x="1" y="157"/>
                    <a:pt x="0" y="157"/>
                    <a:pt x="0" y="157"/>
                  </a:cubicBezTo>
                  <a:close/>
                  <a:moveTo>
                    <a:pt x="1990" y="177"/>
                  </a:moveTo>
                  <a:cubicBezTo>
                    <a:pt x="1986" y="177"/>
                    <a:pt x="1989" y="180"/>
                    <a:pt x="1988" y="183"/>
                  </a:cubicBezTo>
                  <a:cubicBezTo>
                    <a:pt x="1987" y="200"/>
                    <a:pt x="1977" y="199"/>
                    <a:pt x="1977" y="203"/>
                  </a:cubicBezTo>
                  <a:cubicBezTo>
                    <a:pt x="1972" y="214"/>
                    <a:pt x="1973" y="215"/>
                    <a:pt x="1974" y="213"/>
                  </a:cubicBezTo>
                  <a:cubicBezTo>
                    <a:pt x="1987" y="201"/>
                    <a:pt x="1986" y="193"/>
                    <a:pt x="1988" y="190"/>
                  </a:cubicBezTo>
                  <a:cubicBezTo>
                    <a:pt x="2008" y="131"/>
                    <a:pt x="2015" y="118"/>
                    <a:pt x="2014" y="109"/>
                  </a:cubicBezTo>
                  <a:cubicBezTo>
                    <a:pt x="2029" y="70"/>
                    <a:pt x="2030" y="64"/>
                    <a:pt x="2028" y="63"/>
                  </a:cubicBezTo>
                  <a:cubicBezTo>
                    <a:pt x="2038" y="12"/>
                    <a:pt x="2039" y="6"/>
                    <a:pt x="2040" y="0"/>
                  </a:cubicBezTo>
                  <a:cubicBezTo>
                    <a:pt x="2031" y="29"/>
                    <a:pt x="2029" y="44"/>
                    <a:pt x="2027" y="60"/>
                  </a:cubicBezTo>
                  <a:cubicBezTo>
                    <a:pt x="2025" y="57"/>
                    <a:pt x="2024" y="42"/>
                    <a:pt x="2025" y="26"/>
                  </a:cubicBezTo>
                  <a:cubicBezTo>
                    <a:pt x="2026" y="2"/>
                    <a:pt x="2026" y="1"/>
                    <a:pt x="2026" y="0"/>
                  </a:cubicBezTo>
                  <a:cubicBezTo>
                    <a:pt x="2013" y="63"/>
                    <a:pt x="2011" y="101"/>
                    <a:pt x="2002" y="142"/>
                  </a:cubicBezTo>
                  <a:close/>
                  <a:moveTo>
                    <a:pt x="1971" y="192"/>
                  </a:moveTo>
                  <a:cubicBezTo>
                    <a:pt x="1982" y="160"/>
                    <a:pt x="1984" y="143"/>
                    <a:pt x="1990" y="113"/>
                  </a:cubicBezTo>
                  <a:cubicBezTo>
                    <a:pt x="1986" y="110"/>
                    <a:pt x="1995" y="99"/>
                    <a:pt x="1991" y="95"/>
                  </a:cubicBezTo>
                  <a:cubicBezTo>
                    <a:pt x="1992" y="88"/>
                    <a:pt x="1993" y="81"/>
                    <a:pt x="1992" y="75"/>
                  </a:cubicBezTo>
                  <a:cubicBezTo>
                    <a:pt x="1995" y="62"/>
                    <a:pt x="1995" y="49"/>
                    <a:pt x="1995" y="37"/>
                  </a:cubicBezTo>
                  <a:cubicBezTo>
                    <a:pt x="1992" y="36"/>
                    <a:pt x="1994" y="32"/>
                    <a:pt x="1995" y="28"/>
                  </a:cubicBezTo>
                  <a:cubicBezTo>
                    <a:pt x="1995" y="25"/>
                    <a:pt x="1993" y="23"/>
                    <a:pt x="1996" y="19"/>
                  </a:cubicBezTo>
                  <a:cubicBezTo>
                    <a:pt x="1993" y="18"/>
                    <a:pt x="1995" y="14"/>
                    <a:pt x="1996" y="10"/>
                  </a:cubicBezTo>
                  <a:cubicBezTo>
                    <a:pt x="1992" y="9"/>
                    <a:pt x="1996" y="4"/>
                    <a:pt x="1997" y="0"/>
                  </a:cubicBezTo>
                  <a:cubicBezTo>
                    <a:pt x="1988" y="0"/>
                    <a:pt x="1988" y="0"/>
                    <a:pt x="1988" y="0"/>
                  </a:cubicBezTo>
                  <a:cubicBezTo>
                    <a:pt x="1987" y="6"/>
                    <a:pt x="1987" y="11"/>
                    <a:pt x="1987" y="17"/>
                  </a:cubicBezTo>
                  <a:cubicBezTo>
                    <a:pt x="1989" y="40"/>
                    <a:pt x="1987" y="66"/>
                    <a:pt x="1985" y="91"/>
                  </a:cubicBezTo>
                  <a:cubicBezTo>
                    <a:pt x="1985" y="113"/>
                    <a:pt x="1977" y="140"/>
                    <a:pt x="1977" y="166"/>
                  </a:cubicBezTo>
                  <a:cubicBezTo>
                    <a:pt x="1969" y="169"/>
                    <a:pt x="1977" y="178"/>
                    <a:pt x="1971" y="178"/>
                  </a:cubicBezTo>
                  <a:cubicBezTo>
                    <a:pt x="1975" y="184"/>
                    <a:pt x="1964" y="188"/>
                    <a:pt x="1971" y="192"/>
                  </a:cubicBezTo>
                  <a:close/>
                  <a:moveTo>
                    <a:pt x="1900" y="50"/>
                  </a:moveTo>
                  <a:cubicBezTo>
                    <a:pt x="1902" y="34"/>
                    <a:pt x="1906" y="17"/>
                    <a:pt x="1908" y="0"/>
                  </a:cubicBezTo>
                  <a:cubicBezTo>
                    <a:pt x="1903" y="0"/>
                    <a:pt x="1903" y="0"/>
                    <a:pt x="1903" y="0"/>
                  </a:cubicBezTo>
                  <a:cubicBezTo>
                    <a:pt x="1902" y="2"/>
                    <a:pt x="1902" y="4"/>
                    <a:pt x="1902" y="5"/>
                  </a:cubicBezTo>
                  <a:cubicBezTo>
                    <a:pt x="1900" y="13"/>
                    <a:pt x="1899" y="20"/>
                    <a:pt x="1900" y="27"/>
                  </a:cubicBezTo>
                  <a:cubicBezTo>
                    <a:pt x="1900" y="31"/>
                    <a:pt x="1894" y="37"/>
                    <a:pt x="1899" y="38"/>
                  </a:cubicBezTo>
                  <a:cubicBezTo>
                    <a:pt x="1899" y="42"/>
                    <a:pt x="1892" y="50"/>
                    <a:pt x="1900" y="50"/>
                  </a:cubicBezTo>
                  <a:close/>
                  <a:moveTo>
                    <a:pt x="1772" y="0"/>
                  </a:moveTo>
                  <a:cubicBezTo>
                    <a:pt x="1766" y="0"/>
                    <a:pt x="1766" y="0"/>
                    <a:pt x="1766" y="0"/>
                  </a:cubicBezTo>
                  <a:cubicBezTo>
                    <a:pt x="1761" y="13"/>
                    <a:pt x="1756" y="25"/>
                    <a:pt x="1752" y="35"/>
                  </a:cubicBezTo>
                  <a:cubicBezTo>
                    <a:pt x="1750" y="40"/>
                    <a:pt x="1748" y="48"/>
                    <a:pt x="1746" y="54"/>
                  </a:cubicBezTo>
                  <a:cubicBezTo>
                    <a:pt x="1744" y="62"/>
                    <a:pt x="1740" y="68"/>
                    <a:pt x="1743" y="74"/>
                  </a:cubicBezTo>
                  <a:cubicBezTo>
                    <a:pt x="1751" y="51"/>
                    <a:pt x="1761" y="26"/>
                    <a:pt x="1772" y="0"/>
                  </a:cubicBezTo>
                  <a:close/>
                  <a:moveTo>
                    <a:pt x="2038" y="266"/>
                  </a:moveTo>
                  <a:cubicBezTo>
                    <a:pt x="2058" y="233"/>
                    <a:pt x="2063" y="188"/>
                    <a:pt x="2074" y="152"/>
                  </a:cubicBezTo>
                  <a:cubicBezTo>
                    <a:pt x="2076" y="145"/>
                    <a:pt x="2072" y="141"/>
                    <a:pt x="2075" y="134"/>
                  </a:cubicBezTo>
                  <a:cubicBezTo>
                    <a:pt x="2079" y="120"/>
                    <a:pt x="2079" y="118"/>
                    <a:pt x="2084" y="105"/>
                  </a:cubicBezTo>
                  <a:cubicBezTo>
                    <a:pt x="2087" y="93"/>
                    <a:pt x="2091" y="81"/>
                    <a:pt x="2094" y="69"/>
                  </a:cubicBezTo>
                  <a:cubicBezTo>
                    <a:pt x="2098" y="46"/>
                    <a:pt x="2102" y="24"/>
                    <a:pt x="2107" y="0"/>
                  </a:cubicBezTo>
                  <a:cubicBezTo>
                    <a:pt x="2098" y="0"/>
                    <a:pt x="2098" y="0"/>
                    <a:pt x="2098" y="0"/>
                  </a:cubicBezTo>
                  <a:cubicBezTo>
                    <a:pt x="2096" y="14"/>
                    <a:pt x="2093" y="27"/>
                    <a:pt x="2092" y="39"/>
                  </a:cubicBezTo>
                  <a:cubicBezTo>
                    <a:pt x="2091" y="44"/>
                    <a:pt x="2089" y="50"/>
                    <a:pt x="2087" y="56"/>
                  </a:cubicBezTo>
                  <a:cubicBezTo>
                    <a:pt x="2085" y="62"/>
                    <a:pt x="2082" y="67"/>
                    <a:pt x="2085" y="71"/>
                  </a:cubicBezTo>
                  <a:cubicBezTo>
                    <a:pt x="2084" y="75"/>
                    <a:pt x="2082" y="75"/>
                    <a:pt x="2082" y="72"/>
                  </a:cubicBezTo>
                  <a:cubicBezTo>
                    <a:pt x="2081" y="70"/>
                    <a:pt x="2081" y="68"/>
                    <a:pt x="2082" y="66"/>
                  </a:cubicBezTo>
                  <a:cubicBezTo>
                    <a:pt x="2081" y="61"/>
                    <a:pt x="2084" y="55"/>
                    <a:pt x="2081" y="52"/>
                  </a:cubicBezTo>
                  <a:cubicBezTo>
                    <a:pt x="2085" y="41"/>
                    <a:pt x="2079" y="34"/>
                    <a:pt x="2083" y="23"/>
                  </a:cubicBezTo>
                  <a:cubicBezTo>
                    <a:pt x="2083" y="18"/>
                    <a:pt x="2079" y="16"/>
                    <a:pt x="2083" y="9"/>
                  </a:cubicBezTo>
                  <a:cubicBezTo>
                    <a:pt x="2081" y="7"/>
                    <a:pt x="2081" y="4"/>
                    <a:pt x="2081" y="0"/>
                  </a:cubicBezTo>
                  <a:cubicBezTo>
                    <a:pt x="2074" y="0"/>
                    <a:pt x="2074" y="0"/>
                    <a:pt x="2074" y="0"/>
                  </a:cubicBezTo>
                  <a:cubicBezTo>
                    <a:pt x="2074" y="7"/>
                    <a:pt x="2074" y="13"/>
                    <a:pt x="2073" y="20"/>
                  </a:cubicBezTo>
                  <a:cubicBezTo>
                    <a:pt x="2077" y="23"/>
                    <a:pt x="2070" y="32"/>
                    <a:pt x="2075" y="34"/>
                  </a:cubicBezTo>
                  <a:cubicBezTo>
                    <a:pt x="2073" y="40"/>
                    <a:pt x="2073" y="46"/>
                    <a:pt x="2075" y="50"/>
                  </a:cubicBezTo>
                  <a:cubicBezTo>
                    <a:pt x="2074" y="71"/>
                    <a:pt x="2074" y="91"/>
                    <a:pt x="2072" y="113"/>
                  </a:cubicBezTo>
                  <a:cubicBezTo>
                    <a:pt x="2068" y="119"/>
                    <a:pt x="2065" y="134"/>
                    <a:pt x="2058" y="145"/>
                  </a:cubicBezTo>
                  <a:cubicBezTo>
                    <a:pt x="2057" y="151"/>
                    <a:pt x="2055" y="156"/>
                    <a:pt x="2053" y="162"/>
                  </a:cubicBezTo>
                  <a:cubicBezTo>
                    <a:pt x="2052" y="167"/>
                    <a:pt x="2048" y="174"/>
                    <a:pt x="2054" y="175"/>
                  </a:cubicBezTo>
                  <a:cubicBezTo>
                    <a:pt x="2055" y="173"/>
                    <a:pt x="2057" y="173"/>
                    <a:pt x="2058" y="170"/>
                  </a:cubicBezTo>
                  <a:cubicBezTo>
                    <a:pt x="2058" y="166"/>
                    <a:pt x="2062" y="165"/>
                    <a:pt x="2059" y="164"/>
                  </a:cubicBezTo>
                  <a:cubicBezTo>
                    <a:pt x="2063" y="161"/>
                    <a:pt x="2063" y="151"/>
                    <a:pt x="2068" y="150"/>
                  </a:cubicBezTo>
                  <a:cubicBezTo>
                    <a:pt x="2058" y="193"/>
                    <a:pt x="2055" y="210"/>
                    <a:pt x="2042" y="252"/>
                  </a:cubicBezTo>
                  <a:cubicBezTo>
                    <a:pt x="2041" y="255"/>
                    <a:pt x="2033" y="262"/>
                    <a:pt x="2038" y="266"/>
                  </a:cubicBezTo>
                  <a:close/>
                  <a:moveTo>
                    <a:pt x="1895" y="189"/>
                  </a:moveTo>
                  <a:cubicBezTo>
                    <a:pt x="1897" y="183"/>
                    <a:pt x="1898" y="177"/>
                    <a:pt x="1900" y="171"/>
                  </a:cubicBezTo>
                  <a:cubicBezTo>
                    <a:pt x="1902" y="165"/>
                    <a:pt x="1905" y="159"/>
                    <a:pt x="1903" y="155"/>
                  </a:cubicBezTo>
                  <a:cubicBezTo>
                    <a:pt x="1908" y="155"/>
                    <a:pt x="1907" y="144"/>
                    <a:pt x="1910" y="139"/>
                  </a:cubicBezTo>
                  <a:cubicBezTo>
                    <a:pt x="1911" y="117"/>
                    <a:pt x="1919" y="102"/>
                    <a:pt x="1918" y="80"/>
                  </a:cubicBezTo>
                  <a:cubicBezTo>
                    <a:pt x="1925" y="53"/>
                    <a:pt x="1931" y="26"/>
                    <a:pt x="1935" y="0"/>
                  </a:cubicBezTo>
                  <a:cubicBezTo>
                    <a:pt x="1927" y="0"/>
                    <a:pt x="1927" y="0"/>
                    <a:pt x="1927" y="0"/>
                  </a:cubicBezTo>
                  <a:cubicBezTo>
                    <a:pt x="1924" y="22"/>
                    <a:pt x="1917" y="43"/>
                    <a:pt x="1916" y="66"/>
                  </a:cubicBezTo>
                  <a:cubicBezTo>
                    <a:pt x="1911" y="100"/>
                    <a:pt x="1901" y="137"/>
                    <a:pt x="1896" y="171"/>
                  </a:cubicBezTo>
                  <a:cubicBezTo>
                    <a:pt x="1890" y="184"/>
                    <a:pt x="1893" y="192"/>
                    <a:pt x="1885" y="198"/>
                  </a:cubicBezTo>
                  <a:cubicBezTo>
                    <a:pt x="1892" y="201"/>
                    <a:pt x="1893" y="196"/>
                    <a:pt x="1895" y="189"/>
                  </a:cubicBezTo>
                  <a:close/>
                  <a:moveTo>
                    <a:pt x="1767" y="129"/>
                  </a:moveTo>
                  <a:cubicBezTo>
                    <a:pt x="1770" y="127"/>
                    <a:pt x="1772" y="124"/>
                    <a:pt x="1772" y="119"/>
                  </a:cubicBezTo>
                  <a:cubicBezTo>
                    <a:pt x="1772" y="117"/>
                    <a:pt x="1771" y="107"/>
                    <a:pt x="1776" y="108"/>
                  </a:cubicBezTo>
                  <a:cubicBezTo>
                    <a:pt x="1778" y="97"/>
                    <a:pt x="1778" y="98"/>
                    <a:pt x="1780" y="87"/>
                  </a:cubicBezTo>
                  <a:cubicBezTo>
                    <a:pt x="1787" y="80"/>
                    <a:pt x="1788" y="63"/>
                    <a:pt x="1792" y="52"/>
                  </a:cubicBezTo>
                  <a:cubicBezTo>
                    <a:pt x="1797" y="50"/>
                    <a:pt x="1795" y="46"/>
                    <a:pt x="1795" y="42"/>
                  </a:cubicBezTo>
                  <a:cubicBezTo>
                    <a:pt x="1801" y="41"/>
                    <a:pt x="1800" y="29"/>
                    <a:pt x="1803" y="23"/>
                  </a:cubicBezTo>
                  <a:cubicBezTo>
                    <a:pt x="1807" y="19"/>
                    <a:pt x="1808" y="9"/>
                    <a:pt x="1813" y="0"/>
                  </a:cubicBezTo>
                  <a:cubicBezTo>
                    <a:pt x="1807" y="0"/>
                    <a:pt x="1807" y="0"/>
                    <a:pt x="1807" y="0"/>
                  </a:cubicBezTo>
                  <a:cubicBezTo>
                    <a:pt x="1802" y="14"/>
                    <a:pt x="1797" y="27"/>
                    <a:pt x="1791" y="40"/>
                  </a:cubicBezTo>
                  <a:cubicBezTo>
                    <a:pt x="1787" y="56"/>
                    <a:pt x="1782" y="71"/>
                    <a:pt x="1778" y="86"/>
                  </a:cubicBezTo>
                  <a:cubicBezTo>
                    <a:pt x="1773" y="92"/>
                    <a:pt x="1776" y="96"/>
                    <a:pt x="1772" y="105"/>
                  </a:cubicBezTo>
                  <a:cubicBezTo>
                    <a:pt x="1771" y="109"/>
                    <a:pt x="1770" y="113"/>
                    <a:pt x="1768" y="118"/>
                  </a:cubicBezTo>
                  <a:cubicBezTo>
                    <a:pt x="1769" y="121"/>
                    <a:pt x="1763" y="128"/>
                    <a:pt x="1767" y="129"/>
                  </a:cubicBezTo>
                  <a:close/>
                  <a:moveTo>
                    <a:pt x="1848" y="80"/>
                  </a:moveTo>
                  <a:cubicBezTo>
                    <a:pt x="1847" y="84"/>
                    <a:pt x="1845" y="88"/>
                    <a:pt x="1844" y="92"/>
                  </a:cubicBezTo>
                  <a:cubicBezTo>
                    <a:pt x="1848" y="94"/>
                    <a:pt x="1842" y="102"/>
                    <a:pt x="1845" y="104"/>
                  </a:cubicBezTo>
                  <a:cubicBezTo>
                    <a:pt x="1847" y="108"/>
                    <a:pt x="1844" y="114"/>
                    <a:pt x="1843" y="119"/>
                  </a:cubicBezTo>
                  <a:cubicBezTo>
                    <a:pt x="1845" y="122"/>
                    <a:pt x="1846" y="126"/>
                    <a:pt x="1844" y="131"/>
                  </a:cubicBezTo>
                  <a:cubicBezTo>
                    <a:pt x="1846" y="134"/>
                    <a:pt x="1845" y="140"/>
                    <a:pt x="1847" y="143"/>
                  </a:cubicBezTo>
                  <a:cubicBezTo>
                    <a:pt x="1851" y="119"/>
                    <a:pt x="1849" y="97"/>
                    <a:pt x="1852" y="72"/>
                  </a:cubicBezTo>
                  <a:cubicBezTo>
                    <a:pt x="1854" y="60"/>
                    <a:pt x="1855" y="47"/>
                    <a:pt x="1857" y="35"/>
                  </a:cubicBezTo>
                  <a:cubicBezTo>
                    <a:pt x="1862" y="18"/>
                    <a:pt x="1862" y="14"/>
                    <a:pt x="1865" y="0"/>
                  </a:cubicBezTo>
                  <a:cubicBezTo>
                    <a:pt x="1858" y="0"/>
                    <a:pt x="1858" y="0"/>
                    <a:pt x="1858" y="0"/>
                  </a:cubicBezTo>
                  <a:cubicBezTo>
                    <a:pt x="1853" y="28"/>
                    <a:pt x="1846" y="56"/>
                    <a:pt x="1848" y="80"/>
                  </a:cubicBezTo>
                  <a:close/>
                  <a:moveTo>
                    <a:pt x="1862" y="259"/>
                  </a:moveTo>
                  <a:cubicBezTo>
                    <a:pt x="1858" y="265"/>
                    <a:pt x="1862" y="266"/>
                    <a:pt x="1858" y="267"/>
                  </a:cubicBezTo>
                  <a:cubicBezTo>
                    <a:pt x="1856" y="268"/>
                    <a:pt x="1856" y="277"/>
                    <a:pt x="1857" y="276"/>
                  </a:cubicBezTo>
                  <a:cubicBezTo>
                    <a:pt x="1867" y="260"/>
                    <a:pt x="1877" y="244"/>
                    <a:pt x="1888" y="228"/>
                  </a:cubicBezTo>
                  <a:cubicBezTo>
                    <a:pt x="1900" y="211"/>
                    <a:pt x="1905" y="198"/>
                    <a:pt x="1914" y="177"/>
                  </a:cubicBezTo>
                  <a:cubicBezTo>
                    <a:pt x="1927" y="132"/>
                    <a:pt x="1941" y="88"/>
                    <a:pt x="1954" y="52"/>
                  </a:cubicBezTo>
                  <a:cubicBezTo>
                    <a:pt x="1954" y="42"/>
                    <a:pt x="1959" y="30"/>
                    <a:pt x="1959" y="20"/>
                  </a:cubicBezTo>
                  <a:cubicBezTo>
                    <a:pt x="1962" y="9"/>
                    <a:pt x="1964" y="8"/>
                    <a:pt x="1965" y="0"/>
                  </a:cubicBezTo>
                  <a:cubicBezTo>
                    <a:pt x="1957" y="0"/>
                    <a:pt x="1957" y="0"/>
                    <a:pt x="1957" y="0"/>
                  </a:cubicBezTo>
                  <a:cubicBezTo>
                    <a:pt x="1955" y="6"/>
                    <a:pt x="1953" y="13"/>
                    <a:pt x="1952" y="20"/>
                  </a:cubicBezTo>
                  <a:cubicBezTo>
                    <a:pt x="1952" y="30"/>
                    <a:pt x="1948" y="34"/>
                    <a:pt x="1948" y="42"/>
                  </a:cubicBezTo>
                  <a:cubicBezTo>
                    <a:pt x="1936" y="87"/>
                    <a:pt x="1917" y="124"/>
                    <a:pt x="1909" y="171"/>
                  </a:cubicBezTo>
                  <a:cubicBezTo>
                    <a:pt x="1904" y="174"/>
                    <a:pt x="1904" y="184"/>
                    <a:pt x="1901" y="191"/>
                  </a:cubicBezTo>
                  <a:cubicBezTo>
                    <a:pt x="1900" y="195"/>
                    <a:pt x="1897" y="195"/>
                    <a:pt x="1896" y="199"/>
                  </a:cubicBezTo>
                  <a:cubicBezTo>
                    <a:pt x="1894" y="202"/>
                    <a:pt x="1896" y="211"/>
                    <a:pt x="1891" y="209"/>
                  </a:cubicBezTo>
                  <a:cubicBezTo>
                    <a:pt x="1890" y="218"/>
                    <a:pt x="1886" y="223"/>
                    <a:pt x="1881" y="226"/>
                  </a:cubicBezTo>
                  <a:cubicBezTo>
                    <a:pt x="1880" y="236"/>
                    <a:pt x="1874" y="238"/>
                    <a:pt x="1872" y="249"/>
                  </a:cubicBezTo>
                  <a:cubicBezTo>
                    <a:pt x="1869" y="248"/>
                    <a:pt x="1870" y="254"/>
                    <a:pt x="1866" y="254"/>
                  </a:cubicBezTo>
                  <a:cubicBezTo>
                    <a:pt x="1861" y="255"/>
                    <a:pt x="1868" y="260"/>
                    <a:pt x="1862" y="259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</p:sp>
        <p:sp>
          <p:nvSpPr>
            <p:cNvPr id="45" name="Freeform 9">
              <a:extLst>
                <a:ext uri="{FF2B5EF4-FFF2-40B4-BE49-F238E27FC236}">
                  <a16:creationId xmlns:a16="http://schemas.microsoft.com/office/drawing/2014/main" id="{A5D0DD1E-3DFD-459C-AF93-74007A3D1275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>
              <a:spLocks noEditPoints="1"/>
            </p:cNvSpPr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 bwMode="auto">
            <a:xfrm>
              <a:off x="0" y="3175"/>
              <a:ext cx="12192000" cy="6862763"/>
            </a:xfrm>
            <a:custGeom>
              <a:avLst/>
              <a:gdLst/>
              <a:ahLst/>
              <a:cxnLst/>
              <a:rect l="0" t="0" r="r" b="b"/>
              <a:pathLst>
                <a:path w="3840" h="2160">
                  <a:moveTo>
                    <a:pt x="31" y="1111"/>
                  </a:moveTo>
                  <a:cubicBezTo>
                    <a:pt x="45" y="1096"/>
                    <a:pt x="58" y="1080"/>
                    <a:pt x="69" y="1061"/>
                  </a:cubicBezTo>
                  <a:cubicBezTo>
                    <a:pt x="72" y="1054"/>
                    <a:pt x="75" y="1047"/>
                    <a:pt x="78" y="1040"/>
                  </a:cubicBezTo>
                  <a:cubicBezTo>
                    <a:pt x="69" y="1034"/>
                    <a:pt x="72" y="1054"/>
                    <a:pt x="66" y="1052"/>
                  </a:cubicBezTo>
                  <a:cubicBezTo>
                    <a:pt x="66" y="1060"/>
                    <a:pt x="61" y="1061"/>
                    <a:pt x="58" y="1070"/>
                  </a:cubicBezTo>
                  <a:cubicBezTo>
                    <a:pt x="53" y="1075"/>
                    <a:pt x="48" y="1080"/>
                    <a:pt x="44" y="1086"/>
                  </a:cubicBezTo>
                  <a:cubicBezTo>
                    <a:pt x="43" y="1091"/>
                    <a:pt x="39" y="1088"/>
                    <a:pt x="38" y="1095"/>
                  </a:cubicBezTo>
                  <a:cubicBezTo>
                    <a:pt x="33" y="1091"/>
                    <a:pt x="35" y="1105"/>
                    <a:pt x="31" y="1101"/>
                  </a:cubicBezTo>
                  <a:cubicBezTo>
                    <a:pt x="26" y="1106"/>
                    <a:pt x="21" y="1111"/>
                    <a:pt x="17" y="1117"/>
                  </a:cubicBezTo>
                  <a:cubicBezTo>
                    <a:pt x="15" y="1119"/>
                    <a:pt x="12" y="1120"/>
                    <a:pt x="9" y="1123"/>
                  </a:cubicBezTo>
                  <a:cubicBezTo>
                    <a:pt x="6" y="1123"/>
                    <a:pt x="6" y="1131"/>
                    <a:pt x="2" y="1129"/>
                  </a:cubicBezTo>
                  <a:cubicBezTo>
                    <a:pt x="1" y="1130"/>
                    <a:pt x="1" y="1131"/>
                    <a:pt x="0" y="1131"/>
                  </a:cubicBezTo>
                  <a:cubicBezTo>
                    <a:pt x="0" y="1141"/>
                    <a:pt x="0" y="1141"/>
                    <a:pt x="0" y="1141"/>
                  </a:cubicBezTo>
                  <a:cubicBezTo>
                    <a:pt x="4" y="1138"/>
                    <a:pt x="7" y="1136"/>
                    <a:pt x="10" y="1133"/>
                  </a:cubicBezTo>
                  <a:cubicBezTo>
                    <a:pt x="17" y="1124"/>
                    <a:pt x="24" y="1117"/>
                    <a:pt x="31" y="1111"/>
                  </a:cubicBezTo>
                  <a:close/>
                  <a:moveTo>
                    <a:pt x="15" y="1054"/>
                  </a:moveTo>
                  <a:cubicBezTo>
                    <a:pt x="19" y="1046"/>
                    <a:pt x="26" y="1046"/>
                    <a:pt x="31" y="1040"/>
                  </a:cubicBezTo>
                  <a:cubicBezTo>
                    <a:pt x="35" y="1041"/>
                    <a:pt x="36" y="1033"/>
                    <a:pt x="40" y="1034"/>
                  </a:cubicBezTo>
                  <a:cubicBezTo>
                    <a:pt x="43" y="1031"/>
                    <a:pt x="45" y="1026"/>
                    <a:pt x="48" y="1026"/>
                  </a:cubicBezTo>
                  <a:cubicBezTo>
                    <a:pt x="49" y="1024"/>
                    <a:pt x="51" y="1024"/>
                    <a:pt x="53" y="1025"/>
                  </a:cubicBezTo>
                  <a:cubicBezTo>
                    <a:pt x="54" y="1023"/>
                    <a:pt x="52" y="1021"/>
                    <a:pt x="54" y="1018"/>
                  </a:cubicBezTo>
                  <a:cubicBezTo>
                    <a:pt x="57" y="1018"/>
                    <a:pt x="60" y="1015"/>
                    <a:pt x="62" y="1010"/>
                  </a:cubicBezTo>
                  <a:cubicBezTo>
                    <a:pt x="68" y="1004"/>
                    <a:pt x="72" y="998"/>
                    <a:pt x="73" y="989"/>
                  </a:cubicBezTo>
                  <a:cubicBezTo>
                    <a:pt x="67" y="986"/>
                    <a:pt x="65" y="992"/>
                    <a:pt x="62" y="998"/>
                  </a:cubicBezTo>
                  <a:cubicBezTo>
                    <a:pt x="58" y="1003"/>
                    <a:pt x="54" y="1005"/>
                    <a:pt x="51" y="1013"/>
                  </a:cubicBezTo>
                  <a:cubicBezTo>
                    <a:pt x="46" y="1012"/>
                    <a:pt x="43" y="1019"/>
                    <a:pt x="38" y="1021"/>
                  </a:cubicBezTo>
                  <a:cubicBezTo>
                    <a:pt x="36" y="1031"/>
                    <a:pt x="28" y="1027"/>
                    <a:pt x="25" y="1035"/>
                  </a:cubicBezTo>
                  <a:cubicBezTo>
                    <a:pt x="17" y="1041"/>
                    <a:pt x="7" y="1044"/>
                    <a:pt x="0" y="1056"/>
                  </a:cubicBezTo>
                  <a:cubicBezTo>
                    <a:pt x="0" y="1064"/>
                    <a:pt x="0" y="1064"/>
                    <a:pt x="0" y="1064"/>
                  </a:cubicBezTo>
                  <a:cubicBezTo>
                    <a:pt x="5" y="1062"/>
                    <a:pt x="8" y="1054"/>
                    <a:pt x="15" y="1054"/>
                  </a:cubicBezTo>
                  <a:close/>
                  <a:moveTo>
                    <a:pt x="21" y="1107"/>
                  </a:moveTo>
                  <a:cubicBezTo>
                    <a:pt x="25" y="1101"/>
                    <a:pt x="31" y="1100"/>
                    <a:pt x="34" y="1093"/>
                  </a:cubicBezTo>
                  <a:cubicBezTo>
                    <a:pt x="39" y="1092"/>
                    <a:pt x="40" y="1081"/>
                    <a:pt x="46" y="1082"/>
                  </a:cubicBezTo>
                  <a:cubicBezTo>
                    <a:pt x="48" y="1073"/>
                    <a:pt x="54" y="1072"/>
                    <a:pt x="58" y="1065"/>
                  </a:cubicBezTo>
                  <a:cubicBezTo>
                    <a:pt x="54" y="1063"/>
                    <a:pt x="60" y="1062"/>
                    <a:pt x="57" y="1060"/>
                  </a:cubicBezTo>
                  <a:cubicBezTo>
                    <a:pt x="57" y="1056"/>
                    <a:pt x="66" y="1056"/>
                    <a:pt x="61" y="1052"/>
                  </a:cubicBezTo>
                  <a:cubicBezTo>
                    <a:pt x="44" y="1073"/>
                    <a:pt x="28" y="1095"/>
                    <a:pt x="7" y="1105"/>
                  </a:cubicBezTo>
                  <a:cubicBezTo>
                    <a:pt x="5" y="1108"/>
                    <a:pt x="3" y="1110"/>
                    <a:pt x="0" y="1112"/>
                  </a:cubicBezTo>
                  <a:cubicBezTo>
                    <a:pt x="0" y="1121"/>
                    <a:pt x="0" y="1121"/>
                    <a:pt x="0" y="1121"/>
                  </a:cubicBezTo>
                  <a:cubicBezTo>
                    <a:pt x="3" y="1119"/>
                    <a:pt x="5" y="1117"/>
                    <a:pt x="8" y="1115"/>
                  </a:cubicBezTo>
                  <a:cubicBezTo>
                    <a:pt x="13" y="1114"/>
                    <a:pt x="15" y="1106"/>
                    <a:pt x="21" y="1107"/>
                  </a:cubicBezTo>
                  <a:close/>
                  <a:moveTo>
                    <a:pt x="37" y="962"/>
                  </a:moveTo>
                  <a:cubicBezTo>
                    <a:pt x="39" y="959"/>
                    <a:pt x="42" y="960"/>
                    <a:pt x="44" y="958"/>
                  </a:cubicBezTo>
                  <a:cubicBezTo>
                    <a:pt x="46" y="955"/>
                    <a:pt x="46" y="950"/>
                    <a:pt x="49" y="950"/>
                  </a:cubicBezTo>
                  <a:cubicBezTo>
                    <a:pt x="55" y="942"/>
                    <a:pt x="52" y="942"/>
                    <a:pt x="58" y="935"/>
                  </a:cubicBezTo>
                  <a:cubicBezTo>
                    <a:pt x="61" y="928"/>
                    <a:pt x="64" y="922"/>
                    <a:pt x="67" y="915"/>
                  </a:cubicBezTo>
                  <a:cubicBezTo>
                    <a:pt x="72" y="913"/>
                    <a:pt x="72" y="903"/>
                    <a:pt x="66" y="900"/>
                  </a:cubicBezTo>
                  <a:cubicBezTo>
                    <a:pt x="64" y="900"/>
                    <a:pt x="63" y="899"/>
                    <a:pt x="62" y="899"/>
                  </a:cubicBezTo>
                  <a:cubicBezTo>
                    <a:pt x="60" y="902"/>
                    <a:pt x="61" y="904"/>
                    <a:pt x="61" y="906"/>
                  </a:cubicBezTo>
                  <a:cubicBezTo>
                    <a:pt x="54" y="905"/>
                    <a:pt x="62" y="911"/>
                    <a:pt x="61" y="913"/>
                  </a:cubicBezTo>
                  <a:cubicBezTo>
                    <a:pt x="56" y="913"/>
                    <a:pt x="53" y="926"/>
                    <a:pt x="54" y="929"/>
                  </a:cubicBezTo>
                  <a:cubicBezTo>
                    <a:pt x="46" y="930"/>
                    <a:pt x="45" y="945"/>
                    <a:pt x="38" y="948"/>
                  </a:cubicBezTo>
                  <a:cubicBezTo>
                    <a:pt x="34" y="957"/>
                    <a:pt x="27" y="962"/>
                    <a:pt x="22" y="970"/>
                  </a:cubicBezTo>
                  <a:cubicBezTo>
                    <a:pt x="17" y="976"/>
                    <a:pt x="11" y="979"/>
                    <a:pt x="6" y="986"/>
                  </a:cubicBezTo>
                  <a:cubicBezTo>
                    <a:pt x="4" y="987"/>
                    <a:pt x="2" y="989"/>
                    <a:pt x="0" y="991"/>
                  </a:cubicBezTo>
                  <a:cubicBezTo>
                    <a:pt x="0" y="1003"/>
                    <a:pt x="0" y="1003"/>
                    <a:pt x="0" y="1003"/>
                  </a:cubicBezTo>
                  <a:cubicBezTo>
                    <a:pt x="5" y="998"/>
                    <a:pt x="9" y="994"/>
                    <a:pt x="14" y="990"/>
                  </a:cubicBezTo>
                  <a:cubicBezTo>
                    <a:pt x="22" y="982"/>
                    <a:pt x="30" y="972"/>
                    <a:pt x="37" y="962"/>
                  </a:cubicBezTo>
                  <a:close/>
                  <a:moveTo>
                    <a:pt x="126" y="0"/>
                  </a:moveTo>
                  <a:cubicBezTo>
                    <a:pt x="129" y="4"/>
                    <a:pt x="131" y="8"/>
                    <a:pt x="137" y="8"/>
                  </a:cubicBezTo>
                  <a:cubicBezTo>
                    <a:pt x="137" y="5"/>
                    <a:pt x="136" y="3"/>
                    <a:pt x="135" y="0"/>
                  </a:cubicBezTo>
                  <a:lnTo>
                    <a:pt x="126" y="0"/>
                  </a:lnTo>
                  <a:close/>
                  <a:moveTo>
                    <a:pt x="23" y="823"/>
                  </a:moveTo>
                  <a:cubicBezTo>
                    <a:pt x="18" y="820"/>
                    <a:pt x="26" y="813"/>
                    <a:pt x="18" y="812"/>
                  </a:cubicBezTo>
                  <a:cubicBezTo>
                    <a:pt x="15" y="810"/>
                    <a:pt x="15" y="817"/>
                    <a:pt x="11" y="816"/>
                  </a:cubicBezTo>
                  <a:cubicBezTo>
                    <a:pt x="9" y="820"/>
                    <a:pt x="9" y="824"/>
                    <a:pt x="9" y="827"/>
                  </a:cubicBezTo>
                  <a:cubicBezTo>
                    <a:pt x="6" y="826"/>
                    <a:pt x="6" y="831"/>
                    <a:pt x="7" y="833"/>
                  </a:cubicBezTo>
                  <a:cubicBezTo>
                    <a:pt x="1" y="831"/>
                    <a:pt x="8" y="838"/>
                    <a:pt x="3" y="841"/>
                  </a:cubicBezTo>
                  <a:cubicBezTo>
                    <a:pt x="2" y="843"/>
                    <a:pt x="1" y="844"/>
                    <a:pt x="0" y="846"/>
                  </a:cubicBezTo>
                  <a:cubicBezTo>
                    <a:pt x="0" y="863"/>
                    <a:pt x="0" y="863"/>
                    <a:pt x="0" y="863"/>
                  </a:cubicBezTo>
                  <a:cubicBezTo>
                    <a:pt x="6" y="853"/>
                    <a:pt x="11" y="843"/>
                    <a:pt x="18" y="835"/>
                  </a:cubicBezTo>
                  <a:cubicBezTo>
                    <a:pt x="13" y="831"/>
                    <a:pt x="22" y="827"/>
                    <a:pt x="23" y="823"/>
                  </a:cubicBezTo>
                  <a:close/>
                  <a:moveTo>
                    <a:pt x="78" y="1128"/>
                  </a:moveTo>
                  <a:cubicBezTo>
                    <a:pt x="67" y="1132"/>
                    <a:pt x="63" y="1150"/>
                    <a:pt x="51" y="1152"/>
                  </a:cubicBezTo>
                  <a:cubicBezTo>
                    <a:pt x="48" y="1159"/>
                    <a:pt x="42" y="1159"/>
                    <a:pt x="39" y="1166"/>
                  </a:cubicBezTo>
                  <a:cubicBezTo>
                    <a:pt x="34" y="1169"/>
                    <a:pt x="29" y="1171"/>
                    <a:pt x="25" y="1177"/>
                  </a:cubicBezTo>
                  <a:cubicBezTo>
                    <a:pt x="23" y="1180"/>
                    <a:pt x="19" y="1176"/>
                    <a:pt x="18" y="1181"/>
                  </a:cubicBezTo>
                  <a:cubicBezTo>
                    <a:pt x="14" y="1180"/>
                    <a:pt x="14" y="1187"/>
                    <a:pt x="9" y="1184"/>
                  </a:cubicBezTo>
                  <a:cubicBezTo>
                    <a:pt x="7" y="1189"/>
                    <a:pt x="3" y="1189"/>
                    <a:pt x="0" y="1192"/>
                  </a:cubicBezTo>
                  <a:cubicBezTo>
                    <a:pt x="0" y="1200"/>
                    <a:pt x="0" y="1200"/>
                    <a:pt x="0" y="1200"/>
                  </a:cubicBezTo>
                  <a:cubicBezTo>
                    <a:pt x="0" y="1200"/>
                    <a:pt x="0" y="1200"/>
                    <a:pt x="1" y="1200"/>
                  </a:cubicBezTo>
                  <a:cubicBezTo>
                    <a:pt x="6" y="1199"/>
                    <a:pt x="9" y="1193"/>
                    <a:pt x="14" y="1191"/>
                  </a:cubicBezTo>
                  <a:cubicBezTo>
                    <a:pt x="22" y="1186"/>
                    <a:pt x="30" y="1180"/>
                    <a:pt x="38" y="1173"/>
                  </a:cubicBezTo>
                  <a:cubicBezTo>
                    <a:pt x="46" y="1165"/>
                    <a:pt x="56" y="1161"/>
                    <a:pt x="62" y="1150"/>
                  </a:cubicBezTo>
                  <a:cubicBezTo>
                    <a:pt x="70" y="1145"/>
                    <a:pt x="76" y="1133"/>
                    <a:pt x="84" y="1126"/>
                  </a:cubicBezTo>
                  <a:cubicBezTo>
                    <a:pt x="87" y="1119"/>
                    <a:pt x="93" y="1121"/>
                    <a:pt x="95" y="1112"/>
                  </a:cubicBezTo>
                  <a:cubicBezTo>
                    <a:pt x="98" y="1113"/>
                    <a:pt x="99" y="1108"/>
                    <a:pt x="100" y="1104"/>
                  </a:cubicBezTo>
                  <a:cubicBezTo>
                    <a:pt x="103" y="1106"/>
                    <a:pt x="105" y="1100"/>
                    <a:pt x="103" y="1098"/>
                  </a:cubicBezTo>
                  <a:cubicBezTo>
                    <a:pt x="95" y="1109"/>
                    <a:pt x="86" y="1118"/>
                    <a:pt x="78" y="1128"/>
                  </a:cubicBezTo>
                  <a:close/>
                  <a:moveTo>
                    <a:pt x="8" y="1255"/>
                  </a:moveTo>
                  <a:cubicBezTo>
                    <a:pt x="5" y="1257"/>
                    <a:pt x="3" y="1259"/>
                    <a:pt x="0" y="1261"/>
                  </a:cubicBezTo>
                  <a:cubicBezTo>
                    <a:pt x="0" y="1267"/>
                    <a:pt x="0" y="1267"/>
                    <a:pt x="0" y="1267"/>
                  </a:cubicBezTo>
                  <a:cubicBezTo>
                    <a:pt x="1" y="1267"/>
                    <a:pt x="3" y="1266"/>
                    <a:pt x="4" y="1265"/>
                  </a:cubicBezTo>
                  <a:cubicBezTo>
                    <a:pt x="4" y="1261"/>
                    <a:pt x="13" y="1259"/>
                    <a:pt x="8" y="1255"/>
                  </a:cubicBezTo>
                  <a:close/>
                  <a:moveTo>
                    <a:pt x="48" y="1199"/>
                  </a:moveTo>
                  <a:cubicBezTo>
                    <a:pt x="45" y="1203"/>
                    <a:pt x="42" y="1207"/>
                    <a:pt x="37" y="1208"/>
                  </a:cubicBezTo>
                  <a:cubicBezTo>
                    <a:pt x="34" y="1213"/>
                    <a:pt x="31" y="1216"/>
                    <a:pt x="26" y="1218"/>
                  </a:cubicBezTo>
                  <a:cubicBezTo>
                    <a:pt x="20" y="1225"/>
                    <a:pt x="12" y="1230"/>
                    <a:pt x="5" y="1235"/>
                  </a:cubicBezTo>
                  <a:cubicBezTo>
                    <a:pt x="3" y="1234"/>
                    <a:pt x="1" y="1235"/>
                    <a:pt x="0" y="1236"/>
                  </a:cubicBezTo>
                  <a:cubicBezTo>
                    <a:pt x="0" y="1245"/>
                    <a:pt x="0" y="1245"/>
                    <a:pt x="0" y="1245"/>
                  </a:cubicBezTo>
                  <a:cubicBezTo>
                    <a:pt x="1" y="1244"/>
                    <a:pt x="2" y="1244"/>
                    <a:pt x="3" y="1243"/>
                  </a:cubicBezTo>
                  <a:cubicBezTo>
                    <a:pt x="7" y="1240"/>
                    <a:pt x="10" y="1236"/>
                    <a:pt x="15" y="1234"/>
                  </a:cubicBezTo>
                  <a:cubicBezTo>
                    <a:pt x="19" y="1232"/>
                    <a:pt x="23" y="1227"/>
                    <a:pt x="28" y="1225"/>
                  </a:cubicBezTo>
                  <a:cubicBezTo>
                    <a:pt x="36" y="1219"/>
                    <a:pt x="44" y="1212"/>
                    <a:pt x="51" y="1204"/>
                  </a:cubicBezTo>
                  <a:cubicBezTo>
                    <a:pt x="53" y="1198"/>
                    <a:pt x="59" y="1200"/>
                    <a:pt x="61" y="1192"/>
                  </a:cubicBezTo>
                  <a:cubicBezTo>
                    <a:pt x="64" y="1193"/>
                    <a:pt x="64" y="1187"/>
                    <a:pt x="67" y="1188"/>
                  </a:cubicBezTo>
                  <a:cubicBezTo>
                    <a:pt x="68" y="1184"/>
                    <a:pt x="71" y="1181"/>
                    <a:pt x="69" y="1179"/>
                  </a:cubicBezTo>
                  <a:cubicBezTo>
                    <a:pt x="62" y="1186"/>
                    <a:pt x="56" y="1194"/>
                    <a:pt x="48" y="1199"/>
                  </a:cubicBezTo>
                  <a:close/>
                  <a:moveTo>
                    <a:pt x="920" y="10"/>
                  </a:moveTo>
                  <a:cubicBezTo>
                    <a:pt x="925" y="12"/>
                    <a:pt x="931" y="14"/>
                    <a:pt x="935" y="17"/>
                  </a:cubicBezTo>
                  <a:cubicBezTo>
                    <a:pt x="954" y="28"/>
                    <a:pt x="960" y="29"/>
                    <a:pt x="963" y="33"/>
                  </a:cubicBezTo>
                  <a:cubicBezTo>
                    <a:pt x="1027" y="64"/>
                    <a:pt x="1029" y="69"/>
                    <a:pt x="1034" y="71"/>
                  </a:cubicBezTo>
                  <a:cubicBezTo>
                    <a:pt x="1068" y="87"/>
                    <a:pt x="1071" y="88"/>
                    <a:pt x="1073" y="90"/>
                  </a:cubicBezTo>
                  <a:cubicBezTo>
                    <a:pt x="1128" y="114"/>
                    <a:pt x="1137" y="122"/>
                    <a:pt x="1151" y="124"/>
                  </a:cubicBezTo>
                  <a:cubicBezTo>
                    <a:pt x="1235" y="156"/>
                    <a:pt x="1245" y="163"/>
                    <a:pt x="1261" y="164"/>
                  </a:cubicBezTo>
                  <a:cubicBezTo>
                    <a:pt x="1288" y="169"/>
                    <a:pt x="1293" y="172"/>
                    <a:pt x="1303" y="171"/>
                  </a:cubicBezTo>
                  <a:cubicBezTo>
                    <a:pt x="1331" y="172"/>
                    <a:pt x="1327" y="172"/>
                    <a:pt x="1322" y="171"/>
                  </a:cubicBezTo>
                  <a:cubicBezTo>
                    <a:pt x="1251" y="157"/>
                    <a:pt x="1246" y="152"/>
                    <a:pt x="1238" y="152"/>
                  </a:cubicBezTo>
                  <a:cubicBezTo>
                    <a:pt x="1203" y="142"/>
                    <a:pt x="1194" y="133"/>
                    <a:pt x="1177" y="131"/>
                  </a:cubicBezTo>
                  <a:cubicBezTo>
                    <a:pt x="1162" y="122"/>
                    <a:pt x="1157" y="121"/>
                    <a:pt x="1153" y="118"/>
                  </a:cubicBezTo>
                  <a:cubicBezTo>
                    <a:pt x="1092" y="91"/>
                    <a:pt x="1083" y="87"/>
                    <a:pt x="1076" y="81"/>
                  </a:cubicBezTo>
                  <a:cubicBezTo>
                    <a:pt x="1016" y="51"/>
                    <a:pt x="1006" y="48"/>
                    <a:pt x="998" y="44"/>
                  </a:cubicBezTo>
                  <a:cubicBezTo>
                    <a:pt x="966" y="24"/>
                    <a:pt x="957" y="21"/>
                    <a:pt x="951" y="15"/>
                  </a:cubicBezTo>
                  <a:cubicBezTo>
                    <a:pt x="901" y="0"/>
                    <a:pt x="901" y="0"/>
                    <a:pt x="901" y="0"/>
                  </a:cubicBezTo>
                  <a:close/>
                  <a:moveTo>
                    <a:pt x="1096" y="23"/>
                  </a:moveTo>
                  <a:cubicBezTo>
                    <a:pt x="1108" y="25"/>
                    <a:pt x="1112" y="33"/>
                    <a:pt x="1125" y="34"/>
                  </a:cubicBezTo>
                  <a:cubicBezTo>
                    <a:pt x="1154" y="53"/>
                    <a:pt x="1163" y="51"/>
                    <a:pt x="1163" y="57"/>
                  </a:cubicBezTo>
                  <a:cubicBezTo>
                    <a:pt x="1224" y="83"/>
                    <a:pt x="1241" y="93"/>
                    <a:pt x="1261" y="100"/>
                  </a:cubicBezTo>
                  <a:cubicBezTo>
                    <a:pt x="1309" y="119"/>
                    <a:pt x="1319" y="116"/>
                    <a:pt x="1321" y="121"/>
                  </a:cubicBezTo>
                  <a:cubicBezTo>
                    <a:pt x="1483" y="135"/>
                    <a:pt x="1494" y="132"/>
                    <a:pt x="1508" y="132"/>
                  </a:cubicBezTo>
                  <a:cubicBezTo>
                    <a:pt x="1513" y="124"/>
                    <a:pt x="1524" y="129"/>
                    <a:pt x="1522" y="121"/>
                  </a:cubicBezTo>
                  <a:cubicBezTo>
                    <a:pt x="1429" y="114"/>
                    <a:pt x="1421" y="115"/>
                    <a:pt x="1415" y="115"/>
                  </a:cubicBezTo>
                  <a:cubicBezTo>
                    <a:pt x="1377" y="104"/>
                    <a:pt x="1367" y="106"/>
                    <a:pt x="1365" y="100"/>
                  </a:cubicBezTo>
                  <a:cubicBezTo>
                    <a:pt x="1321" y="90"/>
                    <a:pt x="1313" y="84"/>
                    <a:pt x="1302" y="82"/>
                  </a:cubicBezTo>
                  <a:cubicBezTo>
                    <a:pt x="1242" y="52"/>
                    <a:pt x="1240" y="47"/>
                    <a:pt x="1233" y="47"/>
                  </a:cubicBezTo>
                  <a:cubicBezTo>
                    <a:pt x="1284" y="57"/>
                    <a:pt x="1302" y="60"/>
                    <a:pt x="1318" y="64"/>
                  </a:cubicBezTo>
                  <a:cubicBezTo>
                    <a:pt x="1452" y="80"/>
                    <a:pt x="1459" y="83"/>
                    <a:pt x="1464" y="79"/>
                  </a:cubicBezTo>
                  <a:cubicBezTo>
                    <a:pt x="1275" y="49"/>
                    <a:pt x="1260" y="41"/>
                    <a:pt x="1240" y="39"/>
                  </a:cubicBezTo>
                  <a:cubicBezTo>
                    <a:pt x="1219" y="31"/>
                    <a:pt x="1217" y="26"/>
                    <a:pt x="1208" y="27"/>
                  </a:cubicBezTo>
                  <a:cubicBezTo>
                    <a:pt x="1171" y="4"/>
                    <a:pt x="1160" y="6"/>
                    <a:pt x="1156" y="2"/>
                  </a:cubicBezTo>
                  <a:cubicBezTo>
                    <a:pt x="1119" y="4"/>
                    <a:pt x="1126" y="9"/>
                    <a:pt x="1136" y="10"/>
                  </a:cubicBezTo>
                  <a:cubicBezTo>
                    <a:pt x="1169" y="30"/>
                    <a:pt x="1176" y="28"/>
                    <a:pt x="1177" y="31"/>
                  </a:cubicBezTo>
                  <a:cubicBezTo>
                    <a:pt x="1206" y="45"/>
                    <a:pt x="1215" y="46"/>
                    <a:pt x="1220" y="49"/>
                  </a:cubicBezTo>
                  <a:cubicBezTo>
                    <a:pt x="1280" y="78"/>
                    <a:pt x="1290" y="84"/>
                    <a:pt x="1302" y="88"/>
                  </a:cubicBezTo>
                  <a:cubicBezTo>
                    <a:pt x="1327" y="100"/>
                    <a:pt x="1331" y="99"/>
                    <a:pt x="1335" y="100"/>
                  </a:cubicBezTo>
                  <a:cubicBezTo>
                    <a:pt x="1385" y="116"/>
                    <a:pt x="1401" y="116"/>
                    <a:pt x="1413" y="121"/>
                  </a:cubicBezTo>
                  <a:cubicBezTo>
                    <a:pt x="1486" y="126"/>
                    <a:pt x="1486" y="125"/>
                    <a:pt x="1495" y="127"/>
                  </a:cubicBezTo>
                  <a:cubicBezTo>
                    <a:pt x="1458" y="133"/>
                    <a:pt x="1456" y="132"/>
                    <a:pt x="1443" y="133"/>
                  </a:cubicBezTo>
                  <a:cubicBezTo>
                    <a:pt x="1346" y="119"/>
                    <a:pt x="1337" y="119"/>
                    <a:pt x="1334" y="115"/>
                  </a:cubicBezTo>
                  <a:cubicBezTo>
                    <a:pt x="1283" y="98"/>
                    <a:pt x="1273" y="101"/>
                    <a:pt x="1274" y="94"/>
                  </a:cubicBezTo>
                  <a:cubicBezTo>
                    <a:pt x="1197" y="60"/>
                    <a:pt x="1189" y="61"/>
                    <a:pt x="1185" y="57"/>
                  </a:cubicBezTo>
                  <a:cubicBezTo>
                    <a:pt x="1136" y="33"/>
                    <a:pt x="1127" y="28"/>
                    <a:pt x="1118" y="23"/>
                  </a:cubicBezTo>
                  <a:cubicBezTo>
                    <a:pt x="1081" y="8"/>
                    <a:pt x="1076" y="3"/>
                    <a:pt x="1068" y="0"/>
                  </a:cubicBezTo>
                  <a:cubicBezTo>
                    <a:pt x="1077" y="14"/>
                    <a:pt x="1089" y="16"/>
                    <a:pt x="1096" y="23"/>
                  </a:cubicBezTo>
                  <a:close/>
                  <a:moveTo>
                    <a:pt x="979" y="13"/>
                  </a:moveTo>
                  <a:cubicBezTo>
                    <a:pt x="986" y="13"/>
                    <a:pt x="987" y="17"/>
                    <a:pt x="992" y="18"/>
                  </a:cubicBezTo>
                  <a:cubicBezTo>
                    <a:pt x="1035" y="35"/>
                    <a:pt x="1037" y="39"/>
                    <a:pt x="1039" y="43"/>
                  </a:cubicBezTo>
                  <a:cubicBezTo>
                    <a:pt x="1082" y="59"/>
                    <a:pt x="1083" y="64"/>
                    <a:pt x="1089" y="64"/>
                  </a:cubicBezTo>
                  <a:cubicBezTo>
                    <a:pt x="1163" y="104"/>
                    <a:pt x="1170" y="102"/>
                    <a:pt x="1173" y="105"/>
                  </a:cubicBezTo>
                  <a:cubicBezTo>
                    <a:pt x="1200" y="116"/>
                    <a:pt x="1202" y="117"/>
                    <a:pt x="1203" y="119"/>
                  </a:cubicBezTo>
                  <a:cubicBezTo>
                    <a:pt x="1236" y="133"/>
                    <a:pt x="1244" y="134"/>
                    <a:pt x="1249" y="139"/>
                  </a:cubicBezTo>
                  <a:cubicBezTo>
                    <a:pt x="1273" y="146"/>
                    <a:pt x="1277" y="147"/>
                    <a:pt x="1279" y="149"/>
                  </a:cubicBezTo>
                  <a:cubicBezTo>
                    <a:pt x="1302" y="160"/>
                    <a:pt x="1315" y="152"/>
                    <a:pt x="1314" y="158"/>
                  </a:cubicBezTo>
                  <a:cubicBezTo>
                    <a:pt x="1355" y="161"/>
                    <a:pt x="1375" y="162"/>
                    <a:pt x="1394" y="162"/>
                  </a:cubicBezTo>
                  <a:cubicBezTo>
                    <a:pt x="1429" y="161"/>
                    <a:pt x="1435" y="155"/>
                    <a:pt x="1429" y="154"/>
                  </a:cubicBezTo>
                  <a:cubicBezTo>
                    <a:pt x="1393" y="155"/>
                    <a:pt x="1392" y="157"/>
                    <a:pt x="1381" y="155"/>
                  </a:cubicBezTo>
                  <a:cubicBezTo>
                    <a:pt x="1358" y="157"/>
                    <a:pt x="1347" y="153"/>
                    <a:pt x="1338" y="154"/>
                  </a:cubicBezTo>
                  <a:cubicBezTo>
                    <a:pt x="1234" y="126"/>
                    <a:pt x="1232" y="119"/>
                    <a:pt x="1223" y="119"/>
                  </a:cubicBezTo>
                  <a:cubicBezTo>
                    <a:pt x="1147" y="88"/>
                    <a:pt x="1147" y="80"/>
                    <a:pt x="1139" y="80"/>
                  </a:cubicBezTo>
                  <a:cubicBezTo>
                    <a:pt x="1111" y="65"/>
                    <a:pt x="1099" y="60"/>
                    <a:pt x="1087" y="55"/>
                  </a:cubicBezTo>
                  <a:cubicBezTo>
                    <a:pt x="1033" y="27"/>
                    <a:pt x="1028" y="24"/>
                    <a:pt x="1022" y="21"/>
                  </a:cubicBezTo>
                  <a:cubicBezTo>
                    <a:pt x="956" y="0"/>
                    <a:pt x="956" y="0"/>
                    <a:pt x="956" y="0"/>
                  </a:cubicBezTo>
                  <a:close/>
                  <a:moveTo>
                    <a:pt x="1304" y="25"/>
                  </a:moveTo>
                  <a:cubicBezTo>
                    <a:pt x="1335" y="32"/>
                    <a:pt x="1379" y="35"/>
                    <a:pt x="1419" y="41"/>
                  </a:cubicBezTo>
                  <a:cubicBezTo>
                    <a:pt x="1435" y="41"/>
                    <a:pt x="1451" y="41"/>
                    <a:pt x="1467" y="42"/>
                  </a:cubicBezTo>
                  <a:cubicBezTo>
                    <a:pt x="1473" y="45"/>
                    <a:pt x="1476" y="40"/>
                    <a:pt x="1486" y="42"/>
                  </a:cubicBezTo>
                  <a:cubicBezTo>
                    <a:pt x="1491" y="42"/>
                    <a:pt x="1495" y="42"/>
                    <a:pt x="1499" y="42"/>
                  </a:cubicBezTo>
                  <a:cubicBezTo>
                    <a:pt x="1503" y="41"/>
                    <a:pt x="1511" y="45"/>
                    <a:pt x="1510" y="40"/>
                  </a:cubicBezTo>
                  <a:cubicBezTo>
                    <a:pt x="1508" y="38"/>
                    <a:pt x="1505" y="37"/>
                    <a:pt x="1500" y="38"/>
                  </a:cubicBezTo>
                  <a:cubicBezTo>
                    <a:pt x="1498" y="39"/>
                    <a:pt x="1489" y="43"/>
                    <a:pt x="1489" y="38"/>
                  </a:cubicBezTo>
                  <a:cubicBezTo>
                    <a:pt x="1477" y="38"/>
                    <a:pt x="1478" y="38"/>
                    <a:pt x="1467" y="39"/>
                  </a:cubicBezTo>
                  <a:cubicBezTo>
                    <a:pt x="1458" y="35"/>
                    <a:pt x="1442" y="38"/>
                    <a:pt x="1430" y="36"/>
                  </a:cubicBezTo>
                  <a:cubicBezTo>
                    <a:pt x="1426" y="33"/>
                    <a:pt x="1423" y="35"/>
                    <a:pt x="1419" y="36"/>
                  </a:cubicBezTo>
                  <a:cubicBezTo>
                    <a:pt x="1417" y="31"/>
                    <a:pt x="1405" y="35"/>
                    <a:pt x="1399" y="34"/>
                  </a:cubicBezTo>
                  <a:cubicBezTo>
                    <a:pt x="1393" y="30"/>
                    <a:pt x="1379" y="33"/>
                    <a:pt x="1369" y="29"/>
                  </a:cubicBezTo>
                  <a:cubicBezTo>
                    <a:pt x="1366" y="28"/>
                    <a:pt x="1363" y="28"/>
                    <a:pt x="1360" y="28"/>
                  </a:cubicBezTo>
                  <a:cubicBezTo>
                    <a:pt x="1356" y="29"/>
                    <a:pt x="1355" y="25"/>
                    <a:pt x="1354" y="28"/>
                  </a:cubicBezTo>
                  <a:cubicBezTo>
                    <a:pt x="1352" y="23"/>
                    <a:pt x="1338" y="29"/>
                    <a:pt x="1336" y="23"/>
                  </a:cubicBezTo>
                  <a:cubicBezTo>
                    <a:pt x="1311" y="21"/>
                    <a:pt x="1288" y="17"/>
                    <a:pt x="1269" y="9"/>
                  </a:cubicBezTo>
                  <a:cubicBezTo>
                    <a:pt x="1257" y="8"/>
                    <a:pt x="1250" y="4"/>
                    <a:pt x="1241" y="0"/>
                  </a:cubicBezTo>
                  <a:cubicBezTo>
                    <a:pt x="1214" y="0"/>
                    <a:pt x="1214" y="0"/>
                    <a:pt x="1214" y="0"/>
                  </a:cubicBezTo>
                  <a:cubicBezTo>
                    <a:pt x="1225" y="4"/>
                    <a:pt x="1237" y="7"/>
                    <a:pt x="1249" y="11"/>
                  </a:cubicBezTo>
                  <a:cubicBezTo>
                    <a:pt x="1265" y="18"/>
                    <a:pt x="1285" y="21"/>
                    <a:pt x="1304" y="25"/>
                  </a:cubicBezTo>
                  <a:close/>
                  <a:moveTo>
                    <a:pt x="883" y="9"/>
                  </a:moveTo>
                  <a:cubicBezTo>
                    <a:pt x="887" y="14"/>
                    <a:pt x="895" y="14"/>
                    <a:pt x="898" y="20"/>
                  </a:cubicBezTo>
                  <a:cubicBezTo>
                    <a:pt x="913" y="36"/>
                    <a:pt x="920" y="33"/>
                    <a:pt x="922" y="36"/>
                  </a:cubicBezTo>
                  <a:cubicBezTo>
                    <a:pt x="951" y="55"/>
                    <a:pt x="953" y="62"/>
                    <a:pt x="960" y="63"/>
                  </a:cubicBezTo>
                  <a:cubicBezTo>
                    <a:pt x="985" y="82"/>
                    <a:pt x="997" y="88"/>
                    <a:pt x="1008" y="95"/>
                  </a:cubicBezTo>
                  <a:cubicBezTo>
                    <a:pt x="1077" y="135"/>
                    <a:pt x="1084" y="133"/>
                    <a:pt x="1085" y="136"/>
                  </a:cubicBezTo>
                  <a:cubicBezTo>
                    <a:pt x="1124" y="154"/>
                    <a:pt x="1130" y="165"/>
                    <a:pt x="1148" y="165"/>
                  </a:cubicBezTo>
                  <a:cubicBezTo>
                    <a:pt x="1177" y="180"/>
                    <a:pt x="1184" y="177"/>
                    <a:pt x="1185" y="182"/>
                  </a:cubicBezTo>
                  <a:cubicBezTo>
                    <a:pt x="1245" y="198"/>
                    <a:pt x="1249" y="200"/>
                    <a:pt x="1254" y="200"/>
                  </a:cubicBezTo>
                  <a:cubicBezTo>
                    <a:pt x="1350" y="212"/>
                    <a:pt x="1357" y="219"/>
                    <a:pt x="1360" y="218"/>
                  </a:cubicBezTo>
                  <a:cubicBezTo>
                    <a:pt x="1358" y="204"/>
                    <a:pt x="1355" y="205"/>
                    <a:pt x="1352" y="207"/>
                  </a:cubicBezTo>
                  <a:cubicBezTo>
                    <a:pt x="1328" y="204"/>
                    <a:pt x="1321" y="204"/>
                    <a:pt x="1306" y="204"/>
                  </a:cubicBezTo>
                  <a:cubicBezTo>
                    <a:pt x="1249" y="187"/>
                    <a:pt x="1239" y="190"/>
                    <a:pt x="1237" y="185"/>
                  </a:cubicBezTo>
                  <a:cubicBezTo>
                    <a:pt x="1165" y="161"/>
                    <a:pt x="1154" y="164"/>
                    <a:pt x="1152" y="159"/>
                  </a:cubicBezTo>
                  <a:cubicBezTo>
                    <a:pt x="1126" y="149"/>
                    <a:pt x="1124" y="147"/>
                    <a:pt x="1120" y="147"/>
                  </a:cubicBezTo>
                  <a:cubicBezTo>
                    <a:pt x="1087" y="129"/>
                    <a:pt x="1085" y="124"/>
                    <a:pt x="1077" y="125"/>
                  </a:cubicBezTo>
                  <a:cubicBezTo>
                    <a:pt x="1047" y="103"/>
                    <a:pt x="1040" y="103"/>
                    <a:pt x="1036" y="100"/>
                  </a:cubicBezTo>
                  <a:cubicBezTo>
                    <a:pt x="1008" y="81"/>
                    <a:pt x="1003" y="82"/>
                    <a:pt x="999" y="81"/>
                  </a:cubicBezTo>
                  <a:cubicBezTo>
                    <a:pt x="968" y="59"/>
                    <a:pt x="965" y="56"/>
                    <a:pt x="961" y="54"/>
                  </a:cubicBezTo>
                  <a:cubicBezTo>
                    <a:pt x="925" y="28"/>
                    <a:pt x="920" y="26"/>
                    <a:pt x="915" y="25"/>
                  </a:cubicBezTo>
                  <a:cubicBezTo>
                    <a:pt x="893" y="5"/>
                    <a:pt x="887" y="4"/>
                    <a:pt x="885" y="1"/>
                  </a:cubicBezTo>
                  <a:cubicBezTo>
                    <a:pt x="872" y="5"/>
                    <a:pt x="878" y="6"/>
                    <a:pt x="883" y="9"/>
                  </a:cubicBezTo>
                  <a:close/>
                  <a:moveTo>
                    <a:pt x="1280" y="0"/>
                  </a:moveTo>
                  <a:cubicBezTo>
                    <a:pt x="1280" y="0"/>
                    <a:pt x="1280" y="0"/>
                    <a:pt x="1280" y="0"/>
                  </a:cubicBezTo>
                  <a:cubicBezTo>
                    <a:pt x="1280" y="0"/>
                    <a:pt x="1280" y="0"/>
                    <a:pt x="1280" y="0"/>
                  </a:cubicBezTo>
                  <a:cubicBezTo>
                    <a:pt x="1280" y="0"/>
                    <a:pt x="1280" y="0"/>
                    <a:pt x="1280" y="0"/>
                  </a:cubicBezTo>
                  <a:close/>
                  <a:moveTo>
                    <a:pt x="833" y="8"/>
                  </a:moveTo>
                  <a:cubicBezTo>
                    <a:pt x="837" y="12"/>
                    <a:pt x="843" y="13"/>
                    <a:pt x="846" y="17"/>
                  </a:cubicBezTo>
                  <a:cubicBezTo>
                    <a:pt x="882" y="51"/>
                    <a:pt x="891" y="50"/>
                    <a:pt x="893" y="55"/>
                  </a:cubicBezTo>
                  <a:cubicBezTo>
                    <a:pt x="911" y="66"/>
                    <a:pt x="911" y="74"/>
                    <a:pt x="916" y="75"/>
                  </a:cubicBezTo>
                  <a:cubicBezTo>
                    <a:pt x="986" y="136"/>
                    <a:pt x="988" y="138"/>
                    <a:pt x="991" y="138"/>
                  </a:cubicBezTo>
                  <a:cubicBezTo>
                    <a:pt x="1014" y="162"/>
                    <a:pt x="1027" y="164"/>
                    <a:pt x="1032" y="172"/>
                  </a:cubicBezTo>
                  <a:cubicBezTo>
                    <a:pt x="1049" y="184"/>
                    <a:pt x="1054" y="186"/>
                    <a:pt x="1056" y="192"/>
                  </a:cubicBezTo>
                  <a:cubicBezTo>
                    <a:pt x="1096" y="211"/>
                    <a:pt x="1102" y="220"/>
                    <a:pt x="1114" y="224"/>
                  </a:cubicBezTo>
                  <a:cubicBezTo>
                    <a:pt x="1182" y="262"/>
                    <a:pt x="1192" y="266"/>
                    <a:pt x="1202" y="271"/>
                  </a:cubicBezTo>
                  <a:cubicBezTo>
                    <a:pt x="1247" y="288"/>
                    <a:pt x="1251" y="287"/>
                    <a:pt x="1252" y="290"/>
                  </a:cubicBezTo>
                  <a:cubicBezTo>
                    <a:pt x="1295" y="297"/>
                    <a:pt x="1305" y="294"/>
                    <a:pt x="1304" y="287"/>
                  </a:cubicBezTo>
                  <a:cubicBezTo>
                    <a:pt x="1296" y="277"/>
                    <a:pt x="1294" y="287"/>
                    <a:pt x="1291" y="286"/>
                  </a:cubicBezTo>
                  <a:cubicBezTo>
                    <a:pt x="1240" y="278"/>
                    <a:pt x="1233" y="274"/>
                    <a:pt x="1224" y="272"/>
                  </a:cubicBezTo>
                  <a:cubicBezTo>
                    <a:pt x="1177" y="250"/>
                    <a:pt x="1172" y="250"/>
                    <a:pt x="1170" y="247"/>
                  </a:cubicBezTo>
                  <a:cubicBezTo>
                    <a:pt x="1150" y="240"/>
                    <a:pt x="1150" y="230"/>
                    <a:pt x="1138" y="231"/>
                  </a:cubicBezTo>
                  <a:cubicBezTo>
                    <a:pt x="1116" y="211"/>
                    <a:pt x="1101" y="214"/>
                    <a:pt x="1099" y="206"/>
                  </a:cubicBezTo>
                  <a:cubicBezTo>
                    <a:pt x="1054" y="177"/>
                    <a:pt x="1048" y="173"/>
                    <a:pt x="1043" y="168"/>
                  </a:cubicBezTo>
                  <a:cubicBezTo>
                    <a:pt x="1011" y="146"/>
                    <a:pt x="999" y="136"/>
                    <a:pt x="987" y="127"/>
                  </a:cubicBezTo>
                  <a:cubicBezTo>
                    <a:pt x="971" y="108"/>
                    <a:pt x="966" y="108"/>
                    <a:pt x="962" y="107"/>
                  </a:cubicBezTo>
                  <a:cubicBezTo>
                    <a:pt x="940" y="87"/>
                    <a:pt x="938" y="84"/>
                    <a:pt x="934" y="82"/>
                  </a:cubicBezTo>
                  <a:cubicBezTo>
                    <a:pt x="885" y="38"/>
                    <a:pt x="878" y="37"/>
                    <a:pt x="876" y="31"/>
                  </a:cubicBezTo>
                  <a:cubicBezTo>
                    <a:pt x="860" y="15"/>
                    <a:pt x="853" y="14"/>
                    <a:pt x="850" y="8"/>
                  </a:cubicBezTo>
                  <a:cubicBezTo>
                    <a:pt x="828" y="2"/>
                    <a:pt x="832" y="4"/>
                    <a:pt x="833" y="8"/>
                  </a:cubicBezTo>
                  <a:close/>
                  <a:moveTo>
                    <a:pt x="750" y="19"/>
                  </a:moveTo>
                  <a:cubicBezTo>
                    <a:pt x="756" y="21"/>
                    <a:pt x="760" y="24"/>
                    <a:pt x="763" y="28"/>
                  </a:cubicBezTo>
                  <a:cubicBezTo>
                    <a:pt x="795" y="48"/>
                    <a:pt x="793" y="58"/>
                    <a:pt x="801" y="58"/>
                  </a:cubicBezTo>
                  <a:cubicBezTo>
                    <a:pt x="830" y="88"/>
                    <a:pt x="839" y="94"/>
                    <a:pt x="846" y="102"/>
                  </a:cubicBezTo>
                  <a:cubicBezTo>
                    <a:pt x="861" y="116"/>
                    <a:pt x="865" y="120"/>
                    <a:pt x="867" y="124"/>
                  </a:cubicBezTo>
                  <a:cubicBezTo>
                    <a:pt x="917" y="168"/>
                    <a:pt x="917" y="172"/>
                    <a:pt x="919" y="174"/>
                  </a:cubicBezTo>
                  <a:cubicBezTo>
                    <a:pt x="944" y="198"/>
                    <a:pt x="950" y="207"/>
                    <a:pt x="957" y="214"/>
                  </a:cubicBezTo>
                  <a:cubicBezTo>
                    <a:pt x="1014" y="262"/>
                    <a:pt x="1021" y="270"/>
                    <a:pt x="1032" y="274"/>
                  </a:cubicBezTo>
                  <a:cubicBezTo>
                    <a:pt x="1086" y="317"/>
                    <a:pt x="1095" y="316"/>
                    <a:pt x="1096" y="321"/>
                  </a:cubicBezTo>
                  <a:cubicBezTo>
                    <a:pt x="1138" y="334"/>
                    <a:pt x="1141" y="339"/>
                    <a:pt x="1148" y="340"/>
                  </a:cubicBezTo>
                  <a:cubicBezTo>
                    <a:pt x="1136" y="331"/>
                    <a:pt x="1110" y="323"/>
                    <a:pt x="1092" y="308"/>
                  </a:cubicBezTo>
                  <a:cubicBezTo>
                    <a:pt x="1045" y="279"/>
                    <a:pt x="1047" y="273"/>
                    <a:pt x="1041" y="274"/>
                  </a:cubicBezTo>
                  <a:cubicBezTo>
                    <a:pt x="1014" y="255"/>
                    <a:pt x="1012" y="250"/>
                    <a:pt x="1006" y="247"/>
                  </a:cubicBezTo>
                  <a:cubicBezTo>
                    <a:pt x="990" y="232"/>
                    <a:pt x="985" y="227"/>
                    <a:pt x="981" y="223"/>
                  </a:cubicBezTo>
                  <a:cubicBezTo>
                    <a:pt x="959" y="204"/>
                    <a:pt x="956" y="201"/>
                    <a:pt x="955" y="198"/>
                  </a:cubicBezTo>
                  <a:cubicBezTo>
                    <a:pt x="920" y="167"/>
                    <a:pt x="916" y="155"/>
                    <a:pt x="904" y="151"/>
                  </a:cubicBezTo>
                  <a:cubicBezTo>
                    <a:pt x="889" y="134"/>
                    <a:pt x="887" y="129"/>
                    <a:pt x="880" y="127"/>
                  </a:cubicBezTo>
                  <a:cubicBezTo>
                    <a:pt x="843" y="89"/>
                    <a:pt x="841" y="87"/>
                    <a:pt x="840" y="85"/>
                  </a:cubicBezTo>
                  <a:cubicBezTo>
                    <a:pt x="818" y="66"/>
                    <a:pt x="818" y="62"/>
                    <a:pt x="817" y="60"/>
                  </a:cubicBezTo>
                  <a:cubicBezTo>
                    <a:pt x="790" y="41"/>
                    <a:pt x="790" y="33"/>
                    <a:pt x="782" y="33"/>
                  </a:cubicBezTo>
                  <a:cubicBezTo>
                    <a:pt x="747" y="6"/>
                    <a:pt x="748" y="2"/>
                    <a:pt x="746" y="0"/>
                  </a:cubicBezTo>
                  <a:cubicBezTo>
                    <a:pt x="739" y="12"/>
                    <a:pt x="750" y="11"/>
                    <a:pt x="750" y="19"/>
                  </a:cubicBezTo>
                  <a:close/>
                  <a:moveTo>
                    <a:pt x="709" y="12"/>
                  </a:moveTo>
                  <a:cubicBezTo>
                    <a:pt x="713" y="13"/>
                    <a:pt x="713" y="18"/>
                    <a:pt x="715" y="21"/>
                  </a:cubicBezTo>
                  <a:cubicBezTo>
                    <a:pt x="737" y="43"/>
                    <a:pt x="740" y="46"/>
                    <a:pt x="743" y="50"/>
                  </a:cubicBezTo>
                  <a:cubicBezTo>
                    <a:pt x="773" y="89"/>
                    <a:pt x="783" y="92"/>
                    <a:pt x="785" y="103"/>
                  </a:cubicBezTo>
                  <a:cubicBezTo>
                    <a:pt x="812" y="126"/>
                    <a:pt x="818" y="134"/>
                    <a:pt x="823" y="141"/>
                  </a:cubicBezTo>
                  <a:cubicBezTo>
                    <a:pt x="844" y="164"/>
                    <a:pt x="844" y="170"/>
                    <a:pt x="849" y="172"/>
                  </a:cubicBezTo>
                  <a:cubicBezTo>
                    <a:pt x="873" y="211"/>
                    <a:pt x="877" y="213"/>
                    <a:pt x="881" y="216"/>
                  </a:cubicBezTo>
                  <a:cubicBezTo>
                    <a:pt x="937" y="283"/>
                    <a:pt x="953" y="295"/>
                    <a:pt x="966" y="310"/>
                  </a:cubicBezTo>
                  <a:cubicBezTo>
                    <a:pt x="1005" y="341"/>
                    <a:pt x="1012" y="342"/>
                    <a:pt x="1015" y="346"/>
                  </a:cubicBezTo>
                  <a:cubicBezTo>
                    <a:pt x="1079" y="381"/>
                    <a:pt x="1093" y="382"/>
                    <a:pt x="1102" y="387"/>
                  </a:cubicBezTo>
                  <a:cubicBezTo>
                    <a:pt x="1128" y="397"/>
                    <a:pt x="1134" y="397"/>
                    <a:pt x="1134" y="394"/>
                  </a:cubicBezTo>
                  <a:cubicBezTo>
                    <a:pt x="1057" y="366"/>
                    <a:pt x="1055" y="360"/>
                    <a:pt x="1048" y="360"/>
                  </a:cubicBezTo>
                  <a:cubicBezTo>
                    <a:pt x="1026" y="342"/>
                    <a:pt x="1019" y="344"/>
                    <a:pt x="1020" y="339"/>
                  </a:cubicBezTo>
                  <a:cubicBezTo>
                    <a:pt x="983" y="316"/>
                    <a:pt x="981" y="309"/>
                    <a:pt x="975" y="306"/>
                  </a:cubicBezTo>
                  <a:cubicBezTo>
                    <a:pt x="934" y="271"/>
                    <a:pt x="928" y="260"/>
                    <a:pt x="919" y="250"/>
                  </a:cubicBezTo>
                  <a:cubicBezTo>
                    <a:pt x="900" y="223"/>
                    <a:pt x="896" y="222"/>
                    <a:pt x="894" y="219"/>
                  </a:cubicBezTo>
                  <a:cubicBezTo>
                    <a:pt x="844" y="149"/>
                    <a:pt x="837" y="146"/>
                    <a:pt x="834" y="139"/>
                  </a:cubicBezTo>
                  <a:cubicBezTo>
                    <a:pt x="805" y="108"/>
                    <a:pt x="799" y="109"/>
                    <a:pt x="800" y="103"/>
                  </a:cubicBezTo>
                  <a:cubicBezTo>
                    <a:pt x="808" y="110"/>
                    <a:pt x="824" y="120"/>
                    <a:pt x="832" y="137"/>
                  </a:cubicBezTo>
                  <a:cubicBezTo>
                    <a:pt x="914" y="214"/>
                    <a:pt x="916" y="217"/>
                    <a:pt x="918" y="221"/>
                  </a:cubicBezTo>
                  <a:cubicBezTo>
                    <a:pt x="957" y="254"/>
                    <a:pt x="966" y="257"/>
                    <a:pt x="971" y="264"/>
                  </a:cubicBezTo>
                  <a:cubicBezTo>
                    <a:pt x="1006" y="292"/>
                    <a:pt x="1013" y="292"/>
                    <a:pt x="1016" y="296"/>
                  </a:cubicBezTo>
                  <a:cubicBezTo>
                    <a:pt x="1079" y="324"/>
                    <a:pt x="1087" y="328"/>
                    <a:pt x="1096" y="332"/>
                  </a:cubicBezTo>
                  <a:cubicBezTo>
                    <a:pt x="1182" y="339"/>
                    <a:pt x="1164" y="349"/>
                    <a:pt x="1164" y="342"/>
                  </a:cubicBezTo>
                  <a:cubicBezTo>
                    <a:pt x="1119" y="336"/>
                    <a:pt x="1120" y="331"/>
                    <a:pt x="1114" y="333"/>
                  </a:cubicBezTo>
                  <a:cubicBezTo>
                    <a:pt x="1082" y="320"/>
                    <a:pt x="1080" y="318"/>
                    <a:pt x="1077" y="317"/>
                  </a:cubicBezTo>
                  <a:cubicBezTo>
                    <a:pt x="989" y="266"/>
                    <a:pt x="977" y="261"/>
                    <a:pt x="969" y="251"/>
                  </a:cubicBezTo>
                  <a:cubicBezTo>
                    <a:pt x="950" y="235"/>
                    <a:pt x="942" y="233"/>
                    <a:pt x="939" y="226"/>
                  </a:cubicBezTo>
                  <a:cubicBezTo>
                    <a:pt x="906" y="190"/>
                    <a:pt x="899" y="192"/>
                    <a:pt x="899" y="188"/>
                  </a:cubicBezTo>
                  <a:cubicBezTo>
                    <a:pt x="866" y="157"/>
                    <a:pt x="859" y="155"/>
                    <a:pt x="856" y="148"/>
                  </a:cubicBezTo>
                  <a:cubicBezTo>
                    <a:pt x="825" y="117"/>
                    <a:pt x="824" y="114"/>
                    <a:pt x="822" y="110"/>
                  </a:cubicBezTo>
                  <a:cubicBezTo>
                    <a:pt x="801" y="90"/>
                    <a:pt x="798" y="87"/>
                    <a:pt x="796" y="84"/>
                  </a:cubicBezTo>
                  <a:cubicBezTo>
                    <a:pt x="768" y="53"/>
                    <a:pt x="765" y="51"/>
                    <a:pt x="762" y="48"/>
                  </a:cubicBezTo>
                  <a:cubicBezTo>
                    <a:pt x="742" y="24"/>
                    <a:pt x="737" y="18"/>
                    <a:pt x="728" y="15"/>
                  </a:cubicBezTo>
                  <a:cubicBezTo>
                    <a:pt x="704" y="1"/>
                    <a:pt x="705" y="2"/>
                    <a:pt x="707" y="3"/>
                  </a:cubicBezTo>
                  <a:close/>
                  <a:moveTo>
                    <a:pt x="781" y="5"/>
                  </a:moveTo>
                  <a:cubicBezTo>
                    <a:pt x="780" y="9"/>
                    <a:pt x="783" y="9"/>
                    <a:pt x="785" y="11"/>
                  </a:cubicBezTo>
                  <a:cubicBezTo>
                    <a:pt x="813" y="32"/>
                    <a:pt x="815" y="38"/>
                    <a:pt x="821" y="41"/>
                  </a:cubicBezTo>
                  <a:cubicBezTo>
                    <a:pt x="837" y="55"/>
                    <a:pt x="839" y="56"/>
                    <a:pt x="843" y="56"/>
                  </a:cubicBezTo>
                  <a:cubicBezTo>
                    <a:pt x="873" y="83"/>
                    <a:pt x="883" y="90"/>
                    <a:pt x="892" y="99"/>
                  </a:cubicBezTo>
                  <a:cubicBezTo>
                    <a:pt x="909" y="114"/>
                    <a:pt x="916" y="117"/>
                    <a:pt x="918" y="123"/>
                  </a:cubicBezTo>
                  <a:cubicBezTo>
                    <a:pt x="952" y="150"/>
                    <a:pt x="958" y="152"/>
                    <a:pt x="960" y="157"/>
                  </a:cubicBezTo>
                  <a:cubicBezTo>
                    <a:pt x="1007" y="194"/>
                    <a:pt x="1009" y="196"/>
                    <a:pt x="1010" y="199"/>
                  </a:cubicBezTo>
                  <a:cubicBezTo>
                    <a:pt x="1034" y="220"/>
                    <a:pt x="1042" y="221"/>
                    <a:pt x="1044" y="226"/>
                  </a:cubicBezTo>
                  <a:cubicBezTo>
                    <a:pt x="1095" y="265"/>
                    <a:pt x="1104" y="266"/>
                    <a:pt x="1108" y="271"/>
                  </a:cubicBezTo>
                  <a:cubicBezTo>
                    <a:pt x="1152" y="297"/>
                    <a:pt x="1154" y="304"/>
                    <a:pt x="1162" y="305"/>
                  </a:cubicBezTo>
                  <a:cubicBezTo>
                    <a:pt x="1183" y="317"/>
                    <a:pt x="1184" y="319"/>
                    <a:pt x="1184" y="321"/>
                  </a:cubicBezTo>
                  <a:cubicBezTo>
                    <a:pt x="1209" y="327"/>
                    <a:pt x="1216" y="329"/>
                    <a:pt x="1225" y="326"/>
                  </a:cubicBezTo>
                  <a:cubicBezTo>
                    <a:pt x="1193" y="309"/>
                    <a:pt x="1186" y="309"/>
                    <a:pt x="1182" y="306"/>
                  </a:cubicBezTo>
                  <a:cubicBezTo>
                    <a:pt x="1131" y="277"/>
                    <a:pt x="1126" y="272"/>
                    <a:pt x="1119" y="270"/>
                  </a:cubicBezTo>
                  <a:cubicBezTo>
                    <a:pt x="1082" y="240"/>
                    <a:pt x="1074" y="237"/>
                    <a:pt x="1068" y="233"/>
                  </a:cubicBezTo>
                  <a:cubicBezTo>
                    <a:pt x="1015" y="191"/>
                    <a:pt x="1009" y="187"/>
                    <a:pt x="1004" y="182"/>
                  </a:cubicBezTo>
                  <a:cubicBezTo>
                    <a:pt x="952" y="138"/>
                    <a:pt x="945" y="135"/>
                    <a:pt x="941" y="128"/>
                  </a:cubicBezTo>
                  <a:cubicBezTo>
                    <a:pt x="904" y="100"/>
                    <a:pt x="901" y="93"/>
                    <a:pt x="894" y="90"/>
                  </a:cubicBezTo>
                  <a:cubicBezTo>
                    <a:pt x="858" y="58"/>
                    <a:pt x="853" y="54"/>
                    <a:pt x="847" y="50"/>
                  </a:cubicBezTo>
                  <a:cubicBezTo>
                    <a:pt x="822" y="26"/>
                    <a:pt x="817" y="26"/>
                    <a:pt x="813" y="25"/>
                  </a:cubicBezTo>
                  <a:cubicBezTo>
                    <a:pt x="781" y="0"/>
                    <a:pt x="781" y="0"/>
                    <a:pt x="781" y="0"/>
                  </a:cubicBezTo>
                  <a:close/>
                  <a:moveTo>
                    <a:pt x="429" y="17"/>
                  </a:moveTo>
                  <a:cubicBezTo>
                    <a:pt x="434" y="17"/>
                    <a:pt x="433" y="24"/>
                    <a:pt x="440" y="23"/>
                  </a:cubicBezTo>
                  <a:cubicBezTo>
                    <a:pt x="504" y="85"/>
                    <a:pt x="517" y="96"/>
                    <a:pt x="530" y="106"/>
                  </a:cubicBezTo>
                  <a:cubicBezTo>
                    <a:pt x="570" y="139"/>
                    <a:pt x="576" y="139"/>
                    <a:pt x="579" y="142"/>
                  </a:cubicBezTo>
                  <a:cubicBezTo>
                    <a:pt x="604" y="156"/>
                    <a:pt x="606" y="167"/>
                    <a:pt x="609" y="160"/>
                  </a:cubicBezTo>
                  <a:cubicBezTo>
                    <a:pt x="583" y="140"/>
                    <a:pt x="574" y="135"/>
                    <a:pt x="569" y="129"/>
                  </a:cubicBezTo>
                  <a:cubicBezTo>
                    <a:pt x="531" y="105"/>
                    <a:pt x="533" y="96"/>
                    <a:pt x="526" y="97"/>
                  </a:cubicBezTo>
                  <a:cubicBezTo>
                    <a:pt x="493" y="61"/>
                    <a:pt x="489" y="59"/>
                    <a:pt x="487" y="53"/>
                  </a:cubicBezTo>
                  <a:cubicBezTo>
                    <a:pt x="450" y="20"/>
                    <a:pt x="443" y="19"/>
                    <a:pt x="442" y="13"/>
                  </a:cubicBezTo>
                  <a:cubicBezTo>
                    <a:pt x="463" y="26"/>
                    <a:pt x="465" y="28"/>
                    <a:pt x="466" y="31"/>
                  </a:cubicBezTo>
                  <a:cubicBezTo>
                    <a:pt x="519" y="68"/>
                    <a:pt x="521" y="73"/>
                    <a:pt x="526" y="76"/>
                  </a:cubicBezTo>
                  <a:cubicBezTo>
                    <a:pt x="542" y="88"/>
                    <a:pt x="542" y="94"/>
                    <a:pt x="547" y="96"/>
                  </a:cubicBezTo>
                  <a:cubicBezTo>
                    <a:pt x="565" y="108"/>
                    <a:pt x="564" y="115"/>
                    <a:pt x="571" y="116"/>
                  </a:cubicBezTo>
                  <a:cubicBezTo>
                    <a:pt x="606" y="152"/>
                    <a:pt x="609" y="155"/>
                    <a:pt x="614" y="158"/>
                  </a:cubicBezTo>
                  <a:cubicBezTo>
                    <a:pt x="619" y="167"/>
                    <a:pt x="612" y="162"/>
                    <a:pt x="611" y="167"/>
                  </a:cubicBezTo>
                  <a:cubicBezTo>
                    <a:pt x="629" y="174"/>
                    <a:pt x="629" y="177"/>
                    <a:pt x="633" y="176"/>
                  </a:cubicBezTo>
                  <a:cubicBezTo>
                    <a:pt x="695" y="224"/>
                    <a:pt x="698" y="233"/>
                    <a:pt x="708" y="234"/>
                  </a:cubicBezTo>
                  <a:cubicBezTo>
                    <a:pt x="693" y="216"/>
                    <a:pt x="685" y="219"/>
                    <a:pt x="684" y="214"/>
                  </a:cubicBezTo>
                  <a:cubicBezTo>
                    <a:pt x="649" y="191"/>
                    <a:pt x="648" y="181"/>
                    <a:pt x="639" y="178"/>
                  </a:cubicBezTo>
                  <a:cubicBezTo>
                    <a:pt x="616" y="151"/>
                    <a:pt x="612" y="152"/>
                    <a:pt x="612" y="149"/>
                  </a:cubicBezTo>
                  <a:cubicBezTo>
                    <a:pt x="596" y="135"/>
                    <a:pt x="596" y="129"/>
                    <a:pt x="593" y="127"/>
                  </a:cubicBezTo>
                  <a:cubicBezTo>
                    <a:pt x="564" y="105"/>
                    <a:pt x="565" y="101"/>
                    <a:pt x="563" y="100"/>
                  </a:cubicBezTo>
                  <a:cubicBezTo>
                    <a:pt x="537" y="78"/>
                    <a:pt x="536" y="72"/>
                    <a:pt x="531" y="71"/>
                  </a:cubicBezTo>
                  <a:cubicBezTo>
                    <a:pt x="517" y="59"/>
                    <a:pt x="516" y="57"/>
                    <a:pt x="516" y="53"/>
                  </a:cubicBezTo>
                  <a:cubicBezTo>
                    <a:pt x="486" y="37"/>
                    <a:pt x="484" y="26"/>
                    <a:pt x="473" y="24"/>
                  </a:cubicBezTo>
                  <a:cubicBezTo>
                    <a:pt x="427" y="0"/>
                    <a:pt x="427" y="0"/>
                    <a:pt x="427" y="0"/>
                  </a:cubicBezTo>
                  <a:cubicBezTo>
                    <a:pt x="438" y="11"/>
                    <a:pt x="441" y="12"/>
                    <a:pt x="438" y="13"/>
                  </a:cubicBezTo>
                  <a:cubicBezTo>
                    <a:pt x="423" y="1"/>
                    <a:pt x="422" y="1"/>
                    <a:pt x="422" y="0"/>
                  </a:cubicBezTo>
                  <a:cubicBezTo>
                    <a:pt x="424" y="10"/>
                    <a:pt x="427" y="13"/>
                    <a:pt x="429" y="17"/>
                  </a:cubicBezTo>
                  <a:close/>
                  <a:moveTo>
                    <a:pt x="385" y="151"/>
                  </a:moveTo>
                  <a:cubicBezTo>
                    <a:pt x="384" y="148"/>
                    <a:pt x="382" y="146"/>
                    <a:pt x="378" y="146"/>
                  </a:cubicBezTo>
                  <a:cubicBezTo>
                    <a:pt x="359" y="123"/>
                    <a:pt x="353" y="121"/>
                    <a:pt x="349" y="117"/>
                  </a:cubicBezTo>
                  <a:cubicBezTo>
                    <a:pt x="312" y="78"/>
                    <a:pt x="306" y="76"/>
                    <a:pt x="304" y="71"/>
                  </a:cubicBezTo>
                  <a:cubicBezTo>
                    <a:pt x="278" y="47"/>
                    <a:pt x="276" y="45"/>
                    <a:pt x="276" y="42"/>
                  </a:cubicBezTo>
                  <a:cubicBezTo>
                    <a:pt x="256" y="35"/>
                    <a:pt x="262" y="26"/>
                    <a:pt x="255" y="28"/>
                  </a:cubicBezTo>
                  <a:cubicBezTo>
                    <a:pt x="207" y="0"/>
                    <a:pt x="207" y="0"/>
                    <a:pt x="207" y="0"/>
                  </a:cubicBezTo>
                  <a:cubicBezTo>
                    <a:pt x="240" y="25"/>
                    <a:pt x="245" y="33"/>
                    <a:pt x="254" y="37"/>
                  </a:cubicBezTo>
                  <a:cubicBezTo>
                    <a:pt x="280" y="63"/>
                    <a:pt x="289" y="68"/>
                    <a:pt x="295" y="75"/>
                  </a:cubicBezTo>
                  <a:cubicBezTo>
                    <a:pt x="336" y="116"/>
                    <a:pt x="339" y="115"/>
                    <a:pt x="340" y="117"/>
                  </a:cubicBezTo>
                  <a:cubicBezTo>
                    <a:pt x="359" y="135"/>
                    <a:pt x="363" y="137"/>
                    <a:pt x="368" y="137"/>
                  </a:cubicBezTo>
                  <a:cubicBezTo>
                    <a:pt x="389" y="157"/>
                    <a:pt x="395" y="166"/>
                    <a:pt x="398" y="160"/>
                  </a:cubicBezTo>
                  <a:close/>
                  <a:moveTo>
                    <a:pt x="1507" y="2099"/>
                  </a:moveTo>
                  <a:cubicBezTo>
                    <a:pt x="1503" y="2109"/>
                    <a:pt x="1496" y="2117"/>
                    <a:pt x="1494" y="2129"/>
                  </a:cubicBezTo>
                  <a:cubicBezTo>
                    <a:pt x="1487" y="2132"/>
                    <a:pt x="1486" y="2141"/>
                    <a:pt x="1481" y="2145"/>
                  </a:cubicBezTo>
                  <a:cubicBezTo>
                    <a:pt x="1478" y="2151"/>
                    <a:pt x="1471" y="2153"/>
                    <a:pt x="1468" y="2160"/>
                  </a:cubicBezTo>
                  <a:cubicBezTo>
                    <a:pt x="1468" y="2160"/>
                    <a:pt x="1467" y="2160"/>
                    <a:pt x="1467" y="2160"/>
                  </a:cubicBezTo>
                  <a:cubicBezTo>
                    <a:pt x="1479" y="2160"/>
                    <a:pt x="1479" y="2160"/>
                    <a:pt x="1479" y="2160"/>
                  </a:cubicBezTo>
                  <a:cubicBezTo>
                    <a:pt x="1481" y="2159"/>
                    <a:pt x="1482" y="2158"/>
                    <a:pt x="1481" y="2155"/>
                  </a:cubicBezTo>
                  <a:cubicBezTo>
                    <a:pt x="1488" y="2155"/>
                    <a:pt x="1487" y="2146"/>
                    <a:pt x="1494" y="2145"/>
                  </a:cubicBezTo>
                  <a:cubicBezTo>
                    <a:pt x="1495" y="2139"/>
                    <a:pt x="1496" y="2135"/>
                    <a:pt x="1501" y="2134"/>
                  </a:cubicBezTo>
                  <a:cubicBezTo>
                    <a:pt x="1501" y="2128"/>
                    <a:pt x="1505" y="2126"/>
                    <a:pt x="1507" y="2123"/>
                  </a:cubicBezTo>
                  <a:cubicBezTo>
                    <a:pt x="1505" y="2116"/>
                    <a:pt x="1511" y="2116"/>
                    <a:pt x="1509" y="2110"/>
                  </a:cubicBezTo>
                  <a:cubicBezTo>
                    <a:pt x="1512" y="2107"/>
                    <a:pt x="1513" y="2099"/>
                    <a:pt x="1507" y="2099"/>
                  </a:cubicBezTo>
                  <a:close/>
                  <a:moveTo>
                    <a:pt x="1509" y="2042"/>
                  </a:moveTo>
                  <a:cubicBezTo>
                    <a:pt x="1498" y="2041"/>
                    <a:pt x="1501" y="2053"/>
                    <a:pt x="1494" y="2055"/>
                  </a:cubicBezTo>
                  <a:cubicBezTo>
                    <a:pt x="1489" y="2060"/>
                    <a:pt x="1487" y="2067"/>
                    <a:pt x="1481" y="2070"/>
                  </a:cubicBezTo>
                  <a:cubicBezTo>
                    <a:pt x="1478" y="2077"/>
                    <a:pt x="1471" y="2079"/>
                    <a:pt x="1468" y="2086"/>
                  </a:cubicBezTo>
                  <a:cubicBezTo>
                    <a:pt x="1463" y="2091"/>
                    <a:pt x="1460" y="2098"/>
                    <a:pt x="1453" y="2101"/>
                  </a:cubicBezTo>
                  <a:cubicBezTo>
                    <a:pt x="1435" y="2123"/>
                    <a:pt x="1408" y="2135"/>
                    <a:pt x="1389" y="2155"/>
                  </a:cubicBezTo>
                  <a:cubicBezTo>
                    <a:pt x="1389" y="2159"/>
                    <a:pt x="1384" y="2158"/>
                    <a:pt x="1383" y="2160"/>
                  </a:cubicBezTo>
                  <a:cubicBezTo>
                    <a:pt x="1396" y="2160"/>
                    <a:pt x="1396" y="2160"/>
                    <a:pt x="1396" y="2160"/>
                  </a:cubicBezTo>
                  <a:cubicBezTo>
                    <a:pt x="1400" y="2158"/>
                    <a:pt x="1402" y="2154"/>
                    <a:pt x="1405" y="2151"/>
                  </a:cubicBezTo>
                  <a:cubicBezTo>
                    <a:pt x="1409" y="2147"/>
                    <a:pt x="1415" y="2146"/>
                    <a:pt x="1418" y="2140"/>
                  </a:cubicBezTo>
                  <a:cubicBezTo>
                    <a:pt x="1420" y="2139"/>
                    <a:pt x="1423" y="2138"/>
                    <a:pt x="1424" y="2136"/>
                  </a:cubicBezTo>
                  <a:cubicBezTo>
                    <a:pt x="1425" y="2132"/>
                    <a:pt x="1432" y="2134"/>
                    <a:pt x="1433" y="2131"/>
                  </a:cubicBezTo>
                  <a:cubicBezTo>
                    <a:pt x="1440" y="2124"/>
                    <a:pt x="1449" y="2117"/>
                    <a:pt x="1457" y="2110"/>
                  </a:cubicBezTo>
                  <a:cubicBezTo>
                    <a:pt x="1459" y="2104"/>
                    <a:pt x="1466" y="2102"/>
                    <a:pt x="1468" y="2097"/>
                  </a:cubicBezTo>
                  <a:cubicBezTo>
                    <a:pt x="1471" y="2091"/>
                    <a:pt x="1475" y="2087"/>
                    <a:pt x="1479" y="2083"/>
                  </a:cubicBezTo>
                  <a:cubicBezTo>
                    <a:pt x="1485" y="2075"/>
                    <a:pt x="1493" y="2067"/>
                    <a:pt x="1498" y="2057"/>
                  </a:cubicBezTo>
                  <a:cubicBezTo>
                    <a:pt x="1501" y="2056"/>
                    <a:pt x="1503" y="2055"/>
                    <a:pt x="1503" y="2051"/>
                  </a:cubicBezTo>
                  <a:cubicBezTo>
                    <a:pt x="1505" y="2049"/>
                    <a:pt x="1507" y="2046"/>
                    <a:pt x="1509" y="2044"/>
                  </a:cubicBezTo>
                  <a:cubicBezTo>
                    <a:pt x="1513" y="2044"/>
                    <a:pt x="1510" y="2038"/>
                    <a:pt x="1514" y="2038"/>
                  </a:cubicBezTo>
                  <a:cubicBezTo>
                    <a:pt x="1512" y="2032"/>
                    <a:pt x="1518" y="2033"/>
                    <a:pt x="1518" y="2029"/>
                  </a:cubicBezTo>
                  <a:cubicBezTo>
                    <a:pt x="1511" y="2029"/>
                    <a:pt x="1510" y="2035"/>
                    <a:pt x="1509" y="2042"/>
                  </a:cubicBezTo>
                  <a:close/>
                  <a:moveTo>
                    <a:pt x="1392" y="2125"/>
                  </a:moveTo>
                  <a:cubicBezTo>
                    <a:pt x="1392" y="2119"/>
                    <a:pt x="1401" y="2121"/>
                    <a:pt x="1402" y="2116"/>
                  </a:cubicBezTo>
                  <a:cubicBezTo>
                    <a:pt x="1434" y="2086"/>
                    <a:pt x="1442" y="2088"/>
                    <a:pt x="1444" y="2083"/>
                  </a:cubicBezTo>
                  <a:cubicBezTo>
                    <a:pt x="1462" y="2059"/>
                    <a:pt x="1469" y="2060"/>
                    <a:pt x="1470" y="2055"/>
                  </a:cubicBezTo>
                  <a:cubicBezTo>
                    <a:pt x="1490" y="2036"/>
                    <a:pt x="1492" y="2034"/>
                    <a:pt x="1494" y="2033"/>
                  </a:cubicBezTo>
                  <a:cubicBezTo>
                    <a:pt x="1512" y="2017"/>
                    <a:pt x="1514" y="2004"/>
                    <a:pt x="1509" y="2003"/>
                  </a:cubicBezTo>
                  <a:cubicBezTo>
                    <a:pt x="1466" y="2054"/>
                    <a:pt x="1462" y="2055"/>
                    <a:pt x="1461" y="2059"/>
                  </a:cubicBezTo>
                  <a:cubicBezTo>
                    <a:pt x="1449" y="2068"/>
                    <a:pt x="1446" y="2069"/>
                    <a:pt x="1446" y="2075"/>
                  </a:cubicBezTo>
                  <a:cubicBezTo>
                    <a:pt x="1423" y="2087"/>
                    <a:pt x="1422" y="2091"/>
                    <a:pt x="1420" y="2094"/>
                  </a:cubicBezTo>
                  <a:cubicBezTo>
                    <a:pt x="1397" y="2111"/>
                    <a:pt x="1395" y="2113"/>
                    <a:pt x="1394" y="2114"/>
                  </a:cubicBezTo>
                  <a:cubicBezTo>
                    <a:pt x="1343" y="2159"/>
                    <a:pt x="1342" y="2159"/>
                    <a:pt x="1341" y="2160"/>
                  </a:cubicBezTo>
                  <a:cubicBezTo>
                    <a:pt x="1360" y="2155"/>
                    <a:pt x="1362" y="2153"/>
                    <a:pt x="1365" y="2153"/>
                  </a:cubicBezTo>
                  <a:cubicBezTo>
                    <a:pt x="1382" y="2127"/>
                    <a:pt x="1389" y="2128"/>
                    <a:pt x="1392" y="2125"/>
                  </a:cubicBezTo>
                  <a:close/>
                  <a:moveTo>
                    <a:pt x="1461" y="2131"/>
                  </a:moveTo>
                  <a:cubicBezTo>
                    <a:pt x="1458" y="2140"/>
                    <a:pt x="1448" y="2143"/>
                    <a:pt x="1446" y="2153"/>
                  </a:cubicBezTo>
                  <a:cubicBezTo>
                    <a:pt x="1441" y="2153"/>
                    <a:pt x="1438" y="2157"/>
                    <a:pt x="1436" y="2160"/>
                  </a:cubicBezTo>
                  <a:cubicBezTo>
                    <a:pt x="1445" y="2160"/>
                    <a:pt x="1445" y="2160"/>
                    <a:pt x="1445" y="2160"/>
                  </a:cubicBezTo>
                  <a:cubicBezTo>
                    <a:pt x="1446" y="2158"/>
                    <a:pt x="1448" y="2156"/>
                    <a:pt x="1450" y="2155"/>
                  </a:cubicBezTo>
                  <a:cubicBezTo>
                    <a:pt x="1453" y="2153"/>
                    <a:pt x="1451" y="2147"/>
                    <a:pt x="1457" y="2149"/>
                  </a:cubicBezTo>
                  <a:cubicBezTo>
                    <a:pt x="1455" y="2143"/>
                    <a:pt x="1461" y="2144"/>
                    <a:pt x="1461" y="2140"/>
                  </a:cubicBezTo>
                  <a:cubicBezTo>
                    <a:pt x="1462" y="2139"/>
                    <a:pt x="1467" y="2132"/>
                    <a:pt x="1461" y="2131"/>
                  </a:cubicBezTo>
                  <a:close/>
                  <a:moveTo>
                    <a:pt x="1527" y="1857"/>
                  </a:moveTo>
                  <a:cubicBezTo>
                    <a:pt x="1525" y="1861"/>
                    <a:pt x="1521" y="1863"/>
                    <a:pt x="1522" y="1870"/>
                  </a:cubicBezTo>
                  <a:cubicBezTo>
                    <a:pt x="1494" y="1913"/>
                    <a:pt x="1484" y="1917"/>
                    <a:pt x="1481" y="1927"/>
                  </a:cubicBezTo>
                  <a:cubicBezTo>
                    <a:pt x="1462" y="1952"/>
                    <a:pt x="1458" y="1955"/>
                    <a:pt x="1457" y="1959"/>
                  </a:cubicBezTo>
                  <a:cubicBezTo>
                    <a:pt x="1426" y="2000"/>
                    <a:pt x="1415" y="2003"/>
                    <a:pt x="1411" y="2012"/>
                  </a:cubicBezTo>
                  <a:cubicBezTo>
                    <a:pt x="1383" y="2042"/>
                    <a:pt x="1371" y="2050"/>
                    <a:pt x="1363" y="2062"/>
                  </a:cubicBezTo>
                  <a:cubicBezTo>
                    <a:pt x="1339" y="2088"/>
                    <a:pt x="1333" y="2088"/>
                    <a:pt x="1330" y="2090"/>
                  </a:cubicBezTo>
                  <a:cubicBezTo>
                    <a:pt x="1301" y="2125"/>
                    <a:pt x="1296" y="2125"/>
                    <a:pt x="1296" y="2129"/>
                  </a:cubicBezTo>
                  <a:cubicBezTo>
                    <a:pt x="1275" y="2157"/>
                    <a:pt x="1274" y="2159"/>
                    <a:pt x="1273" y="2160"/>
                  </a:cubicBezTo>
                  <a:cubicBezTo>
                    <a:pt x="1296" y="2148"/>
                    <a:pt x="1296" y="2140"/>
                    <a:pt x="1302" y="2138"/>
                  </a:cubicBezTo>
                  <a:cubicBezTo>
                    <a:pt x="1317" y="2122"/>
                    <a:pt x="1315" y="2116"/>
                    <a:pt x="1320" y="2116"/>
                  </a:cubicBezTo>
                  <a:cubicBezTo>
                    <a:pt x="1339" y="2093"/>
                    <a:pt x="1344" y="2092"/>
                    <a:pt x="1346" y="2090"/>
                  </a:cubicBezTo>
                  <a:cubicBezTo>
                    <a:pt x="1359" y="2073"/>
                    <a:pt x="1366" y="2075"/>
                    <a:pt x="1365" y="2070"/>
                  </a:cubicBezTo>
                  <a:cubicBezTo>
                    <a:pt x="1383" y="2053"/>
                    <a:pt x="1385" y="2045"/>
                    <a:pt x="1392" y="2042"/>
                  </a:cubicBezTo>
                  <a:cubicBezTo>
                    <a:pt x="1407" y="2027"/>
                    <a:pt x="1409" y="2025"/>
                    <a:pt x="1411" y="2022"/>
                  </a:cubicBezTo>
                  <a:cubicBezTo>
                    <a:pt x="1429" y="2007"/>
                    <a:pt x="1427" y="2001"/>
                    <a:pt x="1433" y="2003"/>
                  </a:cubicBezTo>
                  <a:cubicBezTo>
                    <a:pt x="1463" y="1970"/>
                    <a:pt x="1461" y="1959"/>
                    <a:pt x="1468" y="1957"/>
                  </a:cubicBezTo>
                  <a:cubicBezTo>
                    <a:pt x="1484" y="1929"/>
                    <a:pt x="1489" y="1929"/>
                    <a:pt x="1487" y="1922"/>
                  </a:cubicBezTo>
                  <a:cubicBezTo>
                    <a:pt x="1509" y="1885"/>
                    <a:pt x="1518" y="1890"/>
                    <a:pt x="1516" y="1883"/>
                  </a:cubicBezTo>
                  <a:cubicBezTo>
                    <a:pt x="1524" y="1862"/>
                    <a:pt x="1533" y="1859"/>
                    <a:pt x="1527" y="1857"/>
                  </a:cubicBezTo>
                  <a:close/>
                  <a:moveTo>
                    <a:pt x="1352" y="2127"/>
                  </a:moveTo>
                  <a:cubicBezTo>
                    <a:pt x="1354" y="2125"/>
                    <a:pt x="1357" y="2123"/>
                    <a:pt x="1359" y="2121"/>
                  </a:cubicBezTo>
                  <a:cubicBezTo>
                    <a:pt x="1395" y="2078"/>
                    <a:pt x="1399" y="2074"/>
                    <a:pt x="1405" y="2070"/>
                  </a:cubicBezTo>
                  <a:cubicBezTo>
                    <a:pt x="1423" y="2052"/>
                    <a:pt x="1427" y="2047"/>
                    <a:pt x="1431" y="2042"/>
                  </a:cubicBezTo>
                  <a:cubicBezTo>
                    <a:pt x="1457" y="2023"/>
                    <a:pt x="1460" y="2021"/>
                    <a:pt x="1459" y="2016"/>
                  </a:cubicBezTo>
                  <a:cubicBezTo>
                    <a:pt x="1462" y="2009"/>
                    <a:pt x="1456" y="2017"/>
                    <a:pt x="1446" y="2022"/>
                  </a:cubicBezTo>
                  <a:cubicBezTo>
                    <a:pt x="1424" y="2038"/>
                    <a:pt x="1427" y="2045"/>
                    <a:pt x="1422" y="2044"/>
                  </a:cubicBezTo>
                  <a:cubicBezTo>
                    <a:pt x="1392" y="2075"/>
                    <a:pt x="1382" y="2080"/>
                    <a:pt x="1374" y="2088"/>
                  </a:cubicBezTo>
                  <a:cubicBezTo>
                    <a:pt x="1345" y="2122"/>
                    <a:pt x="1343" y="2124"/>
                    <a:pt x="1341" y="2127"/>
                  </a:cubicBezTo>
                  <a:cubicBezTo>
                    <a:pt x="1332" y="2135"/>
                    <a:pt x="1333" y="2138"/>
                    <a:pt x="1330" y="2138"/>
                  </a:cubicBezTo>
                  <a:cubicBezTo>
                    <a:pt x="1315" y="2150"/>
                    <a:pt x="1317" y="2157"/>
                    <a:pt x="1313" y="2158"/>
                  </a:cubicBezTo>
                  <a:cubicBezTo>
                    <a:pt x="1328" y="2154"/>
                    <a:pt x="1334" y="2147"/>
                    <a:pt x="1341" y="2142"/>
                  </a:cubicBezTo>
                  <a:close/>
                  <a:moveTo>
                    <a:pt x="1579" y="1510"/>
                  </a:moveTo>
                  <a:cubicBezTo>
                    <a:pt x="1576" y="1516"/>
                    <a:pt x="1577" y="1527"/>
                    <a:pt x="1572" y="1532"/>
                  </a:cubicBezTo>
                  <a:cubicBezTo>
                    <a:pt x="1553" y="1580"/>
                    <a:pt x="1549" y="1586"/>
                    <a:pt x="1546" y="1593"/>
                  </a:cubicBezTo>
                  <a:cubicBezTo>
                    <a:pt x="1508" y="1646"/>
                    <a:pt x="1502" y="1650"/>
                    <a:pt x="1501" y="1652"/>
                  </a:cubicBezTo>
                  <a:cubicBezTo>
                    <a:pt x="1485" y="1663"/>
                    <a:pt x="1489" y="1672"/>
                    <a:pt x="1483" y="1671"/>
                  </a:cubicBezTo>
                  <a:cubicBezTo>
                    <a:pt x="1448" y="1697"/>
                    <a:pt x="1450" y="1704"/>
                    <a:pt x="1446" y="1704"/>
                  </a:cubicBezTo>
                  <a:cubicBezTo>
                    <a:pt x="1400" y="1740"/>
                    <a:pt x="1393" y="1742"/>
                    <a:pt x="1392" y="1750"/>
                  </a:cubicBezTo>
                  <a:cubicBezTo>
                    <a:pt x="1354" y="1774"/>
                    <a:pt x="1358" y="1783"/>
                    <a:pt x="1352" y="1783"/>
                  </a:cubicBezTo>
                  <a:cubicBezTo>
                    <a:pt x="1309" y="1823"/>
                    <a:pt x="1313" y="1832"/>
                    <a:pt x="1306" y="1831"/>
                  </a:cubicBezTo>
                  <a:cubicBezTo>
                    <a:pt x="1291" y="1850"/>
                    <a:pt x="1288" y="1851"/>
                    <a:pt x="1289" y="1855"/>
                  </a:cubicBezTo>
                  <a:cubicBezTo>
                    <a:pt x="1269" y="1881"/>
                    <a:pt x="1265" y="1882"/>
                    <a:pt x="1263" y="1885"/>
                  </a:cubicBezTo>
                  <a:cubicBezTo>
                    <a:pt x="1247" y="1908"/>
                    <a:pt x="1244" y="1910"/>
                    <a:pt x="1241" y="1913"/>
                  </a:cubicBezTo>
                  <a:cubicBezTo>
                    <a:pt x="1232" y="1921"/>
                    <a:pt x="1240" y="1911"/>
                    <a:pt x="1245" y="1900"/>
                  </a:cubicBezTo>
                  <a:cubicBezTo>
                    <a:pt x="1283" y="1849"/>
                    <a:pt x="1286" y="1842"/>
                    <a:pt x="1289" y="1835"/>
                  </a:cubicBezTo>
                  <a:cubicBezTo>
                    <a:pt x="1309" y="1806"/>
                    <a:pt x="1318" y="1810"/>
                    <a:pt x="1317" y="1804"/>
                  </a:cubicBezTo>
                  <a:cubicBezTo>
                    <a:pt x="1359" y="1769"/>
                    <a:pt x="1359" y="1764"/>
                    <a:pt x="1363" y="1763"/>
                  </a:cubicBezTo>
                  <a:cubicBezTo>
                    <a:pt x="1384" y="1744"/>
                    <a:pt x="1387" y="1737"/>
                    <a:pt x="1392" y="1732"/>
                  </a:cubicBezTo>
                  <a:cubicBezTo>
                    <a:pt x="1416" y="1708"/>
                    <a:pt x="1420" y="1707"/>
                    <a:pt x="1422" y="1704"/>
                  </a:cubicBezTo>
                  <a:cubicBezTo>
                    <a:pt x="1441" y="1688"/>
                    <a:pt x="1443" y="1686"/>
                    <a:pt x="1444" y="1682"/>
                  </a:cubicBezTo>
                  <a:cubicBezTo>
                    <a:pt x="1465" y="1668"/>
                    <a:pt x="1461" y="1659"/>
                    <a:pt x="1468" y="1660"/>
                  </a:cubicBezTo>
                  <a:cubicBezTo>
                    <a:pt x="1491" y="1612"/>
                    <a:pt x="1503" y="1610"/>
                    <a:pt x="1503" y="1597"/>
                  </a:cubicBezTo>
                  <a:cubicBezTo>
                    <a:pt x="1527" y="1537"/>
                    <a:pt x="1531" y="1534"/>
                    <a:pt x="1531" y="1527"/>
                  </a:cubicBezTo>
                  <a:cubicBezTo>
                    <a:pt x="1517" y="1548"/>
                    <a:pt x="1518" y="1552"/>
                    <a:pt x="1518" y="1556"/>
                  </a:cubicBezTo>
                  <a:cubicBezTo>
                    <a:pt x="1510" y="1576"/>
                    <a:pt x="1505" y="1576"/>
                    <a:pt x="1507" y="1582"/>
                  </a:cubicBezTo>
                  <a:cubicBezTo>
                    <a:pt x="1476" y="1632"/>
                    <a:pt x="1471" y="1639"/>
                    <a:pt x="1468" y="1647"/>
                  </a:cubicBezTo>
                  <a:cubicBezTo>
                    <a:pt x="1436" y="1686"/>
                    <a:pt x="1427" y="1682"/>
                    <a:pt x="1429" y="1689"/>
                  </a:cubicBezTo>
                  <a:cubicBezTo>
                    <a:pt x="1397" y="1713"/>
                    <a:pt x="1396" y="1723"/>
                    <a:pt x="1387" y="1724"/>
                  </a:cubicBezTo>
                  <a:cubicBezTo>
                    <a:pt x="1347" y="1765"/>
                    <a:pt x="1336" y="1774"/>
                    <a:pt x="1324" y="1783"/>
                  </a:cubicBezTo>
                  <a:cubicBezTo>
                    <a:pt x="1294" y="1825"/>
                    <a:pt x="1284" y="1819"/>
                    <a:pt x="1287" y="1826"/>
                  </a:cubicBezTo>
                  <a:cubicBezTo>
                    <a:pt x="1269" y="1846"/>
                    <a:pt x="1267" y="1852"/>
                    <a:pt x="1263" y="1857"/>
                  </a:cubicBezTo>
                  <a:cubicBezTo>
                    <a:pt x="1241" y="1894"/>
                    <a:pt x="1235" y="1892"/>
                    <a:pt x="1237" y="1898"/>
                  </a:cubicBezTo>
                  <a:cubicBezTo>
                    <a:pt x="1230" y="1892"/>
                    <a:pt x="1235" y="1886"/>
                    <a:pt x="1239" y="1879"/>
                  </a:cubicBezTo>
                  <a:cubicBezTo>
                    <a:pt x="1256" y="1846"/>
                    <a:pt x="1268" y="1835"/>
                    <a:pt x="1274" y="1820"/>
                  </a:cubicBezTo>
                  <a:cubicBezTo>
                    <a:pt x="1287" y="1807"/>
                    <a:pt x="1290" y="1804"/>
                    <a:pt x="1293" y="1800"/>
                  </a:cubicBezTo>
                  <a:cubicBezTo>
                    <a:pt x="1318" y="1779"/>
                    <a:pt x="1319" y="1773"/>
                    <a:pt x="1324" y="1772"/>
                  </a:cubicBezTo>
                  <a:cubicBezTo>
                    <a:pt x="1347" y="1749"/>
                    <a:pt x="1349" y="1744"/>
                    <a:pt x="1354" y="1743"/>
                  </a:cubicBezTo>
                  <a:cubicBezTo>
                    <a:pt x="1365" y="1728"/>
                    <a:pt x="1371" y="1728"/>
                    <a:pt x="1372" y="1722"/>
                  </a:cubicBezTo>
                  <a:cubicBezTo>
                    <a:pt x="1395" y="1693"/>
                    <a:pt x="1399" y="1693"/>
                    <a:pt x="1400" y="1691"/>
                  </a:cubicBezTo>
                  <a:cubicBezTo>
                    <a:pt x="1433" y="1656"/>
                    <a:pt x="1430" y="1647"/>
                    <a:pt x="1437" y="1647"/>
                  </a:cubicBezTo>
                  <a:cubicBezTo>
                    <a:pt x="1461" y="1606"/>
                    <a:pt x="1467" y="1605"/>
                    <a:pt x="1468" y="1599"/>
                  </a:cubicBezTo>
                  <a:cubicBezTo>
                    <a:pt x="1488" y="1573"/>
                    <a:pt x="1484" y="1562"/>
                    <a:pt x="1490" y="1560"/>
                  </a:cubicBezTo>
                  <a:cubicBezTo>
                    <a:pt x="1512" y="1498"/>
                    <a:pt x="1513" y="1492"/>
                    <a:pt x="1514" y="1486"/>
                  </a:cubicBezTo>
                  <a:cubicBezTo>
                    <a:pt x="1523" y="1457"/>
                    <a:pt x="1522" y="1452"/>
                    <a:pt x="1522" y="1449"/>
                  </a:cubicBezTo>
                  <a:cubicBezTo>
                    <a:pt x="1510" y="1484"/>
                    <a:pt x="1507" y="1489"/>
                    <a:pt x="1507" y="1497"/>
                  </a:cubicBezTo>
                  <a:cubicBezTo>
                    <a:pt x="1490" y="1532"/>
                    <a:pt x="1493" y="1538"/>
                    <a:pt x="1490" y="1538"/>
                  </a:cubicBezTo>
                  <a:cubicBezTo>
                    <a:pt x="1467" y="1585"/>
                    <a:pt x="1465" y="1592"/>
                    <a:pt x="1461" y="1597"/>
                  </a:cubicBezTo>
                  <a:cubicBezTo>
                    <a:pt x="1423" y="1648"/>
                    <a:pt x="1419" y="1653"/>
                    <a:pt x="1416" y="1658"/>
                  </a:cubicBezTo>
                  <a:cubicBezTo>
                    <a:pt x="1397" y="1673"/>
                    <a:pt x="1404" y="1684"/>
                    <a:pt x="1396" y="1680"/>
                  </a:cubicBezTo>
                  <a:cubicBezTo>
                    <a:pt x="1383" y="1699"/>
                    <a:pt x="1379" y="1700"/>
                    <a:pt x="1376" y="1702"/>
                  </a:cubicBezTo>
                  <a:cubicBezTo>
                    <a:pt x="1295" y="1789"/>
                    <a:pt x="1288" y="1786"/>
                    <a:pt x="1289" y="1791"/>
                  </a:cubicBezTo>
                  <a:cubicBezTo>
                    <a:pt x="1276" y="1807"/>
                    <a:pt x="1274" y="1807"/>
                    <a:pt x="1274" y="1809"/>
                  </a:cubicBezTo>
                  <a:cubicBezTo>
                    <a:pt x="1315" y="1744"/>
                    <a:pt x="1330" y="1731"/>
                    <a:pt x="1341" y="1715"/>
                  </a:cubicBezTo>
                  <a:cubicBezTo>
                    <a:pt x="1359" y="1699"/>
                    <a:pt x="1361" y="1697"/>
                    <a:pt x="1361" y="1693"/>
                  </a:cubicBezTo>
                  <a:cubicBezTo>
                    <a:pt x="1387" y="1671"/>
                    <a:pt x="1383" y="1661"/>
                    <a:pt x="1392" y="1663"/>
                  </a:cubicBezTo>
                  <a:cubicBezTo>
                    <a:pt x="1413" y="1636"/>
                    <a:pt x="1410" y="1630"/>
                    <a:pt x="1413" y="1630"/>
                  </a:cubicBezTo>
                  <a:cubicBezTo>
                    <a:pt x="1427" y="1606"/>
                    <a:pt x="1434" y="1606"/>
                    <a:pt x="1433" y="1597"/>
                  </a:cubicBezTo>
                  <a:cubicBezTo>
                    <a:pt x="1464" y="1531"/>
                    <a:pt x="1472" y="1526"/>
                    <a:pt x="1472" y="1512"/>
                  </a:cubicBezTo>
                  <a:cubicBezTo>
                    <a:pt x="1485" y="1469"/>
                    <a:pt x="1487" y="1458"/>
                    <a:pt x="1490" y="1447"/>
                  </a:cubicBezTo>
                  <a:cubicBezTo>
                    <a:pt x="1496" y="1386"/>
                    <a:pt x="1498" y="1372"/>
                    <a:pt x="1494" y="1371"/>
                  </a:cubicBezTo>
                  <a:cubicBezTo>
                    <a:pt x="1481" y="1459"/>
                    <a:pt x="1480" y="1462"/>
                    <a:pt x="1479" y="1464"/>
                  </a:cubicBezTo>
                  <a:cubicBezTo>
                    <a:pt x="1458" y="1526"/>
                    <a:pt x="1455" y="1533"/>
                    <a:pt x="1453" y="1541"/>
                  </a:cubicBezTo>
                  <a:cubicBezTo>
                    <a:pt x="1435" y="1576"/>
                    <a:pt x="1428" y="1591"/>
                    <a:pt x="1420" y="1604"/>
                  </a:cubicBezTo>
                  <a:cubicBezTo>
                    <a:pt x="1397" y="1633"/>
                    <a:pt x="1397" y="1638"/>
                    <a:pt x="1394" y="1641"/>
                  </a:cubicBezTo>
                  <a:cubicBezTo>
                    <a:pt x="1371" y="1672"/>
                    <a:pt x="1364" y="1671"/>
                    <a:pt x="1365" y="1678"/>
                  </a:cubicBezTo>
                  <a:cubicBezTo>
                    <a:pt x="1330" y="1711"/>
                    <a:pt x="1331" y="1717"/>
                    <a:pt x="1326" y="1717"/>
                  </a:cubicBezTo>
                  <a:cubicBezTo>
                    <a:pt x="1310" y="1739"/>
                    <a:pt x="1306" y="1742"/>
                    <a:pt x="1304" y="1746"/>
                  </a:cubicBezTo>
                  <a:cubicBezTo>
                    <a:pt x="1274" y="1783"/>
                    <a:pt x="1272" y="1787"/>
                    <a:pt x="1269" y="1789"/>
                  </a:cubicBezTo>
                  <a:cubicBezTo>
                    <a:pt x="1256" y="1812"/>
                    <a:pt x="1254" y="1812"/>
                    <a:pt x="1254" y="1815"/>
                  </a:cubicBezTo>
                  <a:cubicBezTo>
                    <a:pt x="1275" y="1759"/>
                    <a:pt x="1280" y="1753"/>
                    <a:pt x="1282" y="1743"/>
                  </a:cubicBezTo>
                  <a:cubicBezTo>
                    <a:pt x="1316" y="1701"/>
                    <a:pt x="1316" y="1695"/>
                    <a:pt x="1320" y="1693"/>
                  </a:cubicBezTo>
                  <a:cubicBezTo>
                    <a:pt x="1345" y="1660"/>
                    <a:pt x="1348" y="1658"/>
                    <a:pt x="1350" y="1654"/>
                  </a:cubicBezTo>
                  <a:cubicBezTo>
                    <a:pt x="1368" y="1640"/>
                    <a:pt x="1369" y="1630"/>
                    <a:pt x="1376" y="1626"/>
                  </a:cubicBezTo>
                  <a:cubicBezTo>
                    <a:pt x="1392" y="1603"/>
                    <a:pt x="1395" y="1604"/>
                    <a:pt x="1396" y="1602"/>
                  </a:cubicBezTo>
                  <a:cubicBezTo>
                    <a:pt x="1412" y="1579"/>
                    <a:pt x="1417" y="1571"/>
                    <a:pt x="1422" y="1565"/>
                  </a:cubicBezTo>
                  <a:cubicBezTo>
                    <a:pt x="1456" y="1505"/>
                    <a:pt x="1465" y="1490"/>
                    <a:pt x="1470" y="1471"/>
                  </a:cubicBezTo>
                  <a:cubicBezTo>
                    <a:pt x="1457" y="1496"/>
                    <a:pt x="1452" y="1500"/>
                    <a:pt x="1450" y="1508"/>
                  </a:cubicBezTo>
                  <a:cubicBezTo>
                    <a:pt x="1424" y="1544"/>
                    <a:pt x="1425" y="1550"/>
                    <a:pt x="1422" y="1554"/>
                  </a:cubicBezTo>
                  <a:cubicBezTo>
                    <a:pt x="1402" y="1574"/>
                    <a:pt x="1402" y="1580"/>
                    <a:pt x="1398" y="1582"/>
                  </a:cubicBezTo>
                  <a:cubicBezTo>
                    <a:pt x="1368" y="1611"/>
                    <a:pt x="1371" y="1621"/>
                    <a:pt x="1365" y="1621"/>
                  </a:cubicBezTo>
                  <a:cubicBezTo>
                    <a:pt x="1354" y="1633"/>
                    <a:pt x="1354" y="1639"/>
                    <a:pt x="1350" y="1641"/>
                  </a:cubicBezTo>
                  <a:cubicBezTo>
                    <a:pt x="1312" y="1680"/>
                    <a:pt x="1314" y="1689"/>
                    <a:pt x="1309" y="1689"/>
                  </a:cubicBezTo>
                  <a:cubicBezTo>
                    <a:pt x="1303" y="1687"/>
                    <a:pt x="1312" y="1679"/>
                    <a:pt x="1317" y="1669"/>
                  </a:cubicBezTo>
                  <a:cubicBezTo>
                    <a:pt x="1338" y="1634"/>
                    <a:pt x="1343" y="1631"/>
                    <a:pt x="1346" y="1626"/>
                  </a:cubicBezTo>
                  <a:cubicBezTo>
                    <a:pt x="1362" y="1602"/>
                    <a:pt x="1370" y="1594"/>
                    <a:pt x="1374" y="1582"/>
                  </a:cubicBezTo>
                  <a:cubicBezTo>
                    <a:pt x="1400" y="1555"/>
                    <a:pt x="1402" y="1543"/>
                    <a:pt x="1411" y="1538"/>
                  </a:cubicBezTo>
                  <a:cubicBezTo>
                    <a:pt x="1430" y="1502"/>
                    <a:pt x="1436" y="1494"/>
                    <a:pt x="1442" y="1486"/>
                  </a:cubicBezTo>
                  <a:cubicBezTo>
                    <a:pt x="1463" y="1430"/>
                    <a:pt x="1462" y="1425"/>
                    <a:pt x="1466" y="1423"/>
                  </a:cubicBezTo>
                  <a:cubicBezTo>
                    <a:pt x="1476" y="1383"/>
                    <a:pt x="1478" y="1365"/>
                    <a:pt x="1481" y="1349"/>
                  </a:cubicBezTo>
                  <a:cubicBezTo>
                    <a:pt x="1488" y="1306"/>
                    <a:pt x="1492" y="1305"/>
                    <a:pt x="1485" y="1303"/>
                  </a:cubicBezTo>
                  <a:cubicBezTo>
                    <a:pt x="1480" y="1348"/>
                    <a:pt x="1473" y="1361"/>
                    <a:pt x="1472" y="1373"/>
                  </a:cubicBezTo>
                  <a:cubicBezTo>
                    <a:pt x="1455" y="1430"/>
                    <a:pt x="1453" y="1436"/>
                    <a:pt x="1453" y="1442"/>
                  </a:cubicBezTo>
                  <a:cubicBezTo>
                    <a:pt x="1426" y="1491"/>
                    <a:pt x="1427" y="1499"/>
                    <a:pt x="1422" y="1501"/>
                  </a:cubicBezTo>
                  <a:cubicBezTo>
                    <a:pt x="1403" y="1536"/>
                    <a:pt x="1397" y="1537"/>
                    <a:pt x="1396" y="1543"/>
                  </a:cubicBezTo>
                  <a:cubicBezTo>
                    <a:pt x="1363" y="1583"/>
                    <a:pt x="1363" y="1588"/>
                    <a:pt x="1359" y="1589"/>
                  </a:cubicBezTo>
                  <a:cubicBezTo>
                    <a:pt x="1340" y="1611"/>
                    <a:pt x="1343" y="1619"/>
                    <a:pt x="1337" y="1619"/>
                  </a:cubicBezTo>
                  <a:cubicBezTo>
                    <a:pt x="1308" y="1668"/>
                    <a:pt x="1302" y="1674"/>
                    <a:pt x="1298" y="1680"/>
                  </a:cubicBezTo>
                  <a:cubicBezTo>
                    <a:pt x="1268" y="1729"/>
                    <a:pt x="1267" y="1740"/>
                    <a:pt x="1261" y="1746"/>
                  </a:cubicBezTo>
                  <a:cubicBezTo>
                    <a:pt x="1277" y="1701"/>
                    <a:pt x="1282" y="1699"/>
                    <a:pt x="1285" y="1695"/>
                  </a:cubicBezTo>
                  <a:cubicBezTo>
                    <a:pt x="1316" y="1640"/>
                    <a:pt x="1317" y="1629"/>
                    <a:pt x="1324" y="1623"/>
                  </a:cubicBezTo>
                  <a:cubicBezTo>
                    <a:pt x="1354" y="1567"/>
                    <a:pt x="1362" y="1563"/>
                    <a:pt x="1365" y="1554"/>
                  </a:cubicBezTo>
                  <a:cubicBezTo>
                    <a:pt x="1392" y="1519"/>
                    <a:pt x="1393" y="1513"/>
                    <a:pt x="1396" y="1510"/>
                  </a:cubicBezTo>
                  <a:cubicBezTo>
                    <a:pt x="1407" y="1498"/>
                    <a:pt x="1409" y="1493"/>
                    <a:pt x="1411" y="1488"/>
                  </a:cubicBezTo>
                  <a:cubicBezTo>
                    <a:pt x="1431" y="1446"/>
                    <a:pt x="1440" y="1431"/>
                    <a:pt x="1444" y="1410"/>
                  </a:cubicBezTo>
                  <a:cubicBezTo>
                    <a:pt x="1455" y="1371"/>
                    <a:pt x="1457" y="1361"/>
                    <a:pt x="1459" y="1351"/>
                  </a:cubicBezTo>
                  <a:cubicBezTo>
                    <a:pt x="1456" y="1316"/>
                    <a:pt x="1460" y="1326"/>
                    <a:pt x="1455" y="1327"/>
                  </a:cubicBezTo>
                  <a:cubicBezTo>
                    <a:pt x="1450" y="1376"/>
                    <a:pt x="1442" y="1392"/>
                    <a:pt x="1439" y="1412"/>
                  </a:cubicBezTo>
                  <a:cubicBezTo>
                    <a:pt x="1419" y="1450"/>
                    <a:pt x="1422" y="1459"/>
                    <a:pt x="1418" y="1460"/>
                  </a:cubicBezTo>
                  <a:cubicBezTo>
                    <a:pt x="1403" y="1493"/>
                    <a:pt x="1394" y="1496"/>
                    <a:pt x="1392" y="1506"/>
                  </a:cubicBezTo>
                  <a:cubicBezTo>
                    <a:pt x="1367" y="1540"/>
                    <a:pt x="1364" y="1542"/>
                    <a:pt x="1361" y="1545"/>
                  </a:cubicBezTo>
                  <a:cubicBezTo>
                    <a:pt x="1341" y="1571"/>
                    <a:pt x="1342" y="1575"/>
                    <a:pt x="1339" y="1575"/>
                  </a:cubicBezTo>
                  <a:cubicBezTo>
                    <a:pt x="1315" y="1617"/>
                    <a:pt x="1314" y="1628"/>
                    <a:pt x="1306" y="1632"/>
                  </a:cubicBezTo>
                  <a:cubicBezTo>
                    <a:pt x="1281" y="1673"/>
                    <a:pt x="1283" y="1669"/>
                    <a:pt x="1285" y="1665"/>
                  </a:cubicBezTo>
                  <a:cubicBezTo>
                    <a:pt x="1293" y="1637"/>
                    <a:pt x="1298" y="1629"/>
                    <a:pt x="1298" y="1621"/>
                  </a:cubicBezTo>
                  <a:cubicBezTo>
                    <a:pt x="1327" y="1583"/>
                    <a:pt x="1332" y="1570"/>
                    <a:pt x="1341" y="1562"/>
                  </a:cubicBezTo>
                  <a:cubicBezTo>
                    <a:pt x="1362" y="1525"/>
                    <a:pt x="1368" y="1521"/>
                    <a:pt x="1370" y="1514"/>
                  </a:cubicBezTo>
                  <a:cubicBezTo>
                    <a:pt x="1382" y="1497"/>
                    <a:pt x="1380" y="1491"/>
                    <a:pt x="1383" y="1490"/>
                  </a:cubicBezTo>
                  <a:cubicBezTo>
                    <a:pt x="1400" y="1460"/>
                    <a:pt x="1402" y="1453"/>
                    <a:pt x="1405" y="1447"/>
                  </a:cubicBezTo>
                  <a:cubicBezTo>
                    <a:pt x="1421" y="1403"/>
                    <a:pt x="1428" y="1375"/>
                    <a:pt x="1431" y="1344"/>
                  </a:cubicBezTo>
                  <a:cubicBezTo>
                    <a:pt x="1424" y="1331"/>
                    <a:pt x="1428" y="1347"/>
                    <a:pt x="1422" y="1364"/>
                  </a:cubicBezTo>
                  <a:cubicBezTo>
                    <a:pt x="1389" y="1467"/>
                    <a:pt x="1384" y="1467"/>
                    <a:pt x="1383" y="1471"/>
                  </a:cubicBezTo>
                  <a:cubicBezTo>
                    <a:pt x="1360" y="1505"/>
                    <a:pt x="1363" y="1514"/>
                    <a:pt x="1357" y="1514"/>
                  </a:cubicBezTo>
                  <a:cubicBezTo>
                    <a:pt x="1325" y="1568"/>
                    <a:pt x="1323" y="1570"/>
                    <a:pt x="1322" y="1573"/>
                  </a:cubicBezTo>
                  <a:cubicBezTo>
                    <a:pt x="1318" y="1562"/>
                    <a:pt x="1327" y="1553"/>
                    <a:pt x="1330" y="1538"/>
                  </a:cubicBezTo>
                  <a:cubicBezTo>
                    <a:pt x="1360" y="1485"/>
                    <a:pt x="1360" y="1483"/>
                    <a:pt x="1361" y="1480"/>
                  </a:cubicBezTo>
                  <a:cubicBezTo>
                    <a:pt x="1374" y="1460"/>
                    <a:pt x="1374" y="1453"/>
                    <a:pt x="1378" y="1447"/>
                  </a:cubicBezTo>
                  <a:cubicBezTo>
                    <a:pt x="1390" y="1394"/>
                    <a:pt x="1388" y="1398"/>
                    <a:pt x="1387" y="1403"/>
                  </a:cubicBezTo>
                  <a:cubicBezTo>
                    <a:pt x="1351" y="1475"/>
                    <a:pt x="1354" y="1486"/>
                    <a:pt x="1348" y="1488"/>
                  </a:cubicBezTo>
                  <a:cubicBezTo>
                    <a:pt x="1316" y="1541"/>
                    <a:pt x="1317" y="1550"/>
                    <a:pt x="1313" y="1554"/>
                  </a:cubicBezTo>
                  <a:cubicBezTo>
                    <a:pt x="1303" y="1582"/>
                    <a:pt x="1298" y="1589"/>
                    <a:pt x="1302" y="1589"/>
                  </a:cubicBezTo>
                  <a:cubicBezTo>
                    <a:pt x="1311" y="1542"/>
                    <a:pt x="1309" y="1486"/>
                    <a:pt x="1322" y="1445"/>
                  </a:cubicBezTo>
                  <a:cubicBezTo>
                    <a:pt x="1347" y="1309"/>
                    <a:pt x="1348" y="1301"/>
                    <a:pt x="1350" y="1294"/>
                  </a:cubicBezTo>
                  <a:cubicBezTo>
                    <a:pt x="1342" y="1297"/>
                    <a:pt x="1337" y="1326"/>
                    <a:pt x="1328" y="1353"/>
                  </a:cubicBezTo>
                  <a:cubicBezTo>
                    <a:pt x="1301" y="1512"/>
                    <a:pt x="1302" y="1520"/>
                    <a:pt x="1300" y="1525"/>
                  </a:cubicBezTo>
                  <a:cubicBezTo>
                    <a:pt x="1294" y="1548"/>
                    <a:pt x="1295" y="1546"/>
                    <a:pt x="1293" y="1554"/>
                  </a:cubicBezTo>
                  <a:cubicBezTo>
                    <a:pt x="1283" y="1594"/>
                    <a:pt x="1287" y="1604"/>
                    <a:pt x="1282" y="1606"/>
                  </a:cubicBezTo>
                  <a:cubicBezTo>
                    <a:pt x="1281" y="1580"/>
                    <a:pt x="1286" y="1581"/>
                    <a:pt x="1285" y="1575"/>
                  </a:cubicBezTo>
                  <a:cubicBezTo>
                    <a:pt x="1283" y="1509"/>
                    <a:pt x="1285" y="1500"/>
                    <a:pt x="1282" y="1488"/>
                  </a:cubicBezTo>
                  <a:cubicBezTo>
                    <a:pt x="1307" y="1366"/>
                    <a:pt x="1303" y="1357"/>
                    <a:pt x="1304" y="1353"/>
                  </a:cubicBezTo>
                  <a:cubicBezTo>
                    <a:pt x="1322" y="1288"/>
                    <a:pt x="1323" y="1280"/>
                    <a:pt x="1324" y="1272"/>
                  </a:cubicBezTo>
                  <a:cubicBezTo>
                    <a:pt x="1320" y="1266"/>
                    <a:pt x="1318" y="1285"/>
                    <a:pt x="1311" y="1299"/>
                  </a:cubicBezTo>
                  <a:cubicBezTo>
                    <a:pt x="1303" y="1329"/>
                    <a:pt x="1307" y="1338"/>
                    <a:pt x="1302" y="1338"/>
                  </a:cubicBezTo>
                  <a:cubicBezTo>
                    <a:pt x="1288" y="1420"/>
                    <a:pt x="1282" y="1435"/>
                    <a:pt x="1278" y="1451"/>
                  </a:cubicBezTo>
                  <a:cubicBezTo>
                    <a:pt x="1274" y="1519"/>
                    <a:pt x="1277" y="1544"/>
                    <a:pt x="1276" y="1586"/>
                  </a:cubicBezTo>
                  <a:cubicBezTo>
                    <a:pt x="1275" y="1640"/>
                    <a:pt x="1270" y="1639"/>
                    <a:pt x="1272" y="1645"/>
                  </a:cubicBezTo>
                  <a:cubicBezTo>
                    <a:pt x="1269" y="1666"/>
                    <a:pt x="1272" y="1667"/>
                    <a:pt x="1272" y="1667"/>
                  </a:cubicBezTo>
                  <a:cubicBezTo>
                    <a:pt x="1263" y="1686"/>
                    <a:pt x="1260" y="1671"/>
                    <a:pt x="1261" y="1654"/>
                  </a:cubicBezTo>
                  <a:cubicBezTo>
                    <a:pt x="1259" y="1577"/>
                    <a:pt x="1257" y="1567"/>
                    <a:pt x="1261" y="1562"/>
                  </a:cubicBezTo>
                  <a:cubicBezTo>
                    <a:pt x="1258" y="1525"/>
                    <a:pt x="1261" y="1505"/>
                    <a:pt x="1256" y="1493"/>
                  </a:cubicBezTo>
                  <a:cubicBezTo>
                    <a:pt x="1259" y="1422"/>
                    <a:pt x="1264" y="1408"/>
                    <a:pt x="1263" y="1388"/>
                  </a:cubicBezTo>
                  <a:cubicBezTo>
                    <a:pt x="1266" y="1353"/>
                    <a:pt x="1260" y="1365"/>
                    <a:pt x="1261" y="1384"/>
                  </a:cubicBezTo>
                  <a:cubicBezTo>
                    <a:pt x="1254" y="1407"/>
                    <a:pt x="1258" y="1415"/>
                    <a:pt x="1256" y="1418"/>
                  </a:cubicBezTo>
                  <a:cubicBezTo>
                    <a:pt x="1251" y="1496"/>
                    <a:pt x="1249" y="1512"/>
                    <a:pt x="1250" y="1530"/>
                  </a:cubicBezTo>
                  <a:cubicBezTo>
                    <a:pt x="1249" y="1585"/>
                    <a:pt x="1251" y="1587"/>
                    <a:pt x="1252" y="1589"/>
                  </a:cubicBezTo>
                  <a:cubicBezTo>
                    <a:pt x="1252" y="1622"/>
                    <a:pt x="1256" y="1623"/>
                    <a:pt x="1254" y="1630"/>
                  </a:cubicBezTo>
                  <a:cubicBezTo>
                    <a:pt x="1254" y="1651"/>
                    <a:pt x="1255" y="1655"/>
                    <a:pt x="1252" y="1656"/>
                  </a:cubicBezTo>
                  <a:cubicBezTo>
                    <a:pt x="1249" y="1641"/>
                    <a:pt x="1246" y="1637"/>
                    <a:pt x="1245" y="1630"/>
                  </a:cubicBezTo>
                  <a:cubicBezTo>
                    <a:pt x="1238" y="1483"/>
                    <a:pt x="1233" y="1484"/>
                    <a:pt x="1235" y="1477"/>
                  </a:cubicBezTo>
                  <a:cubicBezTo>
                    <a:pt x="1237" y="1385"/>
                    <a:pt x="1236" y="1379"/>
                    <a:pt x="1237" y="1362"/>
                  </a:cubicBezTo>
                  <a:cubicBezTo>
                    <a:pt x="1241" y="1335"/>
                    <a:pt x="1237" y="1341"/>
                    <a:pt x="1235" y="1349"/>
                  </a:cubicBezTo>
                  <a:cubicBezTo>
                    <a:pt x="1228" y="1434"/>
                    <a:pt x="1228" y="1434"/>
                    <a:pt x="1228" y="1434"/>
                  </a:cubicBezTo>
                  <a:cubicBezTo>
                    <a:pt x="1229" y="1493"/>
                    <a:pt x="1228" y="1494"/>
                    <a:pt x="1230" y="1506"/>
                  </a:cubicBezTo>
                  <a:cubicBezTo>
                    <a:pt x="1241" y="1659"/>
                    <a:pt x="1243" y="1673"/>
                    <a:pt x="1243" y="1693"/>
                  </a:cubicBezTo>
                  <a:cubicBezTo>
                    <a:pt x="1244" y="1744"/>
                    <a:pt x="1248" y="1748"/>
                    <a:pt x="1241" y="1750"/>
                  </a:cubicBezTo>
                  <a:cubicBezTo>
                    <a:pt x="1230" y="1656"/>
                    <a:pt x="1225" y="1654"/>
                    <a:pt x="1226" y="1645"/>
                  </a:cubicBezTo>
                  <a:cubicBezTo>
                    <a:pt x="1215" y="1495"/>
                    <a:pt x="1215" y="1476"/>
                    <a:pt x="1215" y="1460"/>
                  </a:cubicBezTo>
                  <a:cubicBezTo>
                    <a:pt x="1217" y="1441"/>
                    <a:pt x="1215" y="1440"/>
                    <a:pt x="1215" y="1440"/>
                  </a:cubicBezTo>
                  <a:cubicBezTo>
                    <a:pt x="1217" y="1406"/>
                    <a:pt x="1212" y="1407"/>
                    <a:pt x="1213" y="1414"/>
                  </a:cubicBezTo>
                  <a:cubicBezTo>
                    <a:pt x="1212" y="1453"/>
                    <a:pt x="1204" y="1459"/>
                    <a:pt x="1211" y="1462"/>
                  </a:cubicBezTo>
                  <a:cubicBezTo>
                    <a:pt x="1223" y="1664"/>
                    <a:pt x="1219" y="1671"/>
                    <a:pt x="1221" y="1676"/>
                  </a:cubicBezTo>
                  <a:cubicBezTo>
                    <a:pt x="1232" y="1763"/>
                    <a:pt x="1232" y="1763"/>
                    <a:pt x="1232" y="1763"/>
                  </a:cubicBezTo>
                  <a:cubicBezTo>
                    <a:pt x="1230" y="1827"/>
                    <a:pt x="1229" y="1832"/>
                    <a:pt x="1226" y="1835"/>
                  </a:cubicBezTo>
                  <a:cubicBezTo>
                    <a:pt x="1217" y="1788"/>
                    <a:pt x="1219" y="1780"/>
                    <a:pt x="1215" y="1778"/>
                  </a:cubicBezTo>
                  <a:cubicBezTo>
                    <a:pt x="1208" y="1730"/>
                    <a:pt x="1200" y="1715"/>
                    <a:pt x="1197" y="1695"/>
                  </a:cubicBezTo>
                  <a:cubicBezTo>
                    <a:pt x="1179" y="1625"/>
                    <a:pt x="1183" y="1616"/>
                    <a:pt x="1178" y="1615"/>
                  </a:cubicBezTo>
                  <a:cubicBezTo>
                    <a:pt x="1169" y="1471"/>
                    <a:pt x="1169" y="1471"/>
                    <a:pt x="1169" y="1471"/>
                  </a:cubicBezTo>
                  <a:cubicBezTo>
                    <a:pt x="1168" y="1443"/>
                    <a:pt x="1165" y="1446"/>
                    <a:pt x="1165" y="1451"/>
                  </a:cubicBezTo>
                  <a:cubicBezTo>
                    <a:pt x="1164" y="1504"/>
                    <a:pt x="1165" y="1507"/>
                    <a:pt x="1165" y="1512"/>
                  </a:cubicBezTo>
                  <a:cubicBezTo>
                    <a:pt x="1171" y="1591"/>
                    <a:pt x="1168" y="1605"/>
                    <a:pt x="1171" y="1613"/>
                  </a:cubicBezTo>
                  <a:cubicBezTo>
                    <a:pt x="1181" y="1657"/>
                    <a:pt x="1180" y="1663"/>
                    <a:pt x="1180" y="1669"/>
                  </a:cubicBezTo>
                  <a:cubicBezTo>
                    <a:pt x="1190" y="1716"/>
                    <a:pt x="1198" y="1731"/>
                    <a:pt x="1200" y="1752"/>
                  </a:cubicBezTo>
                  <a:cubicBezTo>
                    <a:pt x="1217" y="1837"/>
                    <a:pt x="1217" y="1837"/>
                    <a:pt x="1217" y="1837"/>
                  </a:cubicBezTo>
                  <a:cubicBezTo>
                    <a:pt x="1188" y="1727"/>
                    <a:pt x="1178" y="1704"/>
                    <a:pt x="1171" y="1678"/>
                  </a:cubicBezTo>
                  <a:cubicBezTo>
                    <a:pt x="1148" y="1580"/>
                    <a:pt x="1156" y="1565"/>
                    <a:pt x="1150" y="1565"/>
                  </a:cubicBezTo>
                  <a:cubicBezTo>
                    <a:pt x="1152" y="1641"/>
                    <a:pt x="1159" y="1657"/>
                    <a:pt x="1160" y="1678"/>
                  </a:cubicBezTo>
                  <a:cubicBezTo>
                    <a:pt x="1169" y="1708"/>
                    <a:pt x="1173" y="1716"/>
                    <a:pt x="1176" y="1726"/>
                  </a:cubicBezTo>
                  <a:cubicBezTo>
                    <a:pt x="1183" y="1748"/>
                    <a:pt x="1183" y="1754"/>
                    <a:pt x="1180" y="1754"/>
                  </a:cubicBezTo>
                  <a:cubicBezTo>
                    <a:pt x="1161" y="1703"/>
                    <a:pt x="1159" y="1701"/>
                    <a:pt x="1156" y="1700"/>
                  </a:cubicBezTo>
                  <a:cubicBezTo>
                    <a:pt x="1146" y="1669"/>
                    <a:pt x="1143" y="1664"/>
                    <a:pt x="1141" y="1658"/>
                  </a:cubicBezTo>
                  <a:cubicBezTo>
                    <a:pt x="1113" y="1583"/>
                    <a:pt x="1111" y="1573"/>
                    <a:pt x="1108" y="1562"/>
                  </a:cubicBezTo>
                  <a:cubicBezTo>
                    <a:pt x="1100" y="1553"/>
                    <a:pt x="1105" y="1570"/>
                    <a:pt x="1108" y="1589"/>
                  </a:cubicBezTo>
                  <a:cubicBezTo>
                    <a:pt x="1127" y="1648"/>
                    <a:pt x="1131" y="1655"/>
                    <a:pt x="1134" y="1663"/>
                  </a:cubicBezTo>
                  <a:cubicBezTo>
                    <a:pt x="1149" y="1694"/>
                    <a:pt x="1149" y="1704"/>
                    <a:pt x="1154" y="1711"/>
                  </a:cubicBezTo>
                  <a:cubicBezTo>
                    <a:pt x="1172" y="1752"/>
                    <a:pt x="1171" y="1761"/>
                    <a:pt x="1176" y="1763"/>
                  </a:cubicBezTo>
                  <a:cubicBezTo>
                    <a:pt x="1183" y="1795"/>
                    <a:pt x="1188" y="1805"/>
                    <a:pt x="1191" y="1817"/>
                  </a:cubicBezTo>
                  <a:cubicBezTo>
                    <a:pt x="1200" y="1838"/>
                    <a:pt x="1197" y="1849"/>
                    <a:pt x="1202" y="1852"/>
                  </a:cubicBezTo>
                  <a:cubicBezTo>
                    <a:pt x="1205" y="1895"/>
                    <a:pt x="1209" y="1903"/>
                    <a:pt x="1204" y="1903"/>
                  </a:cubicBezTo>
                  <a:cubicBezTo>
                    <a:pt x="1200" y="1891"/>
                    <a:pt x="1196" y="1889"/>
                    <a:pt x="1197" y="1881"/>
                  </a:cubicBezTo>
                  <a:cubicBezTo>
                    <a:pt x="1190" y="1859"/>
                    <a:pt x="1188" y="1854"/>
                    <a:pt x="1187" y="1848"/>
                  </a:cubicBezTo>
                  <a:cubicBezTo>
                    <a:pt x="1163" y="1796"/>
                    <a:pt x="1164" y="1787"/>
                    <a:pt x="1158" y="1785"/>
                  </a:cubicBezTo>
                  <a:cubicBezTo>
                    <a:pt x="1131" y="1733"/>
                    <a:pt x="1135" y="1732"/>
                    <a:pt x="1130" y="1726"/>
                  </a:cubicBezTo>
                  <a:cubicBezTo>
                    <a:pt x="1106" y="1674"/>
                    <a:pt x="1105" y="1667"/>
                    <a:pt x="1104" y="1660"/>
                  </a:cubicBezTo>
                  <a:cubicBezTo>
                    <a:pt x="1092" y="1645"/>
                    <a:pt x="1099" y="1656"/>
                    <a:pt x="1102" y="1671"/>
                  </a:cubicBezTo>
                  <a:cubicBezTo>
                    <a:pt x="1122" y="1723"/>
                    <a:pt x="1122" y="1728"/>
                    <a:pt x="1126" y="1730"/>
                  </a:cubicBezTo>
                  <a:cubicBezTo>
                    <a:pt x="1148" y="1779"/>
                    <a:pt x="1152" y="1785"/>
                    <a:pt x="1154" y="1793"/>
                  </a:cubicBezTo>
                  <a:cubicBezTo>
                    <a:pt x="1188" y="1879"/>
                    <a:pt x="1186" y="1886"/>
                    <a:pt x="1189" y="1887"/>
                  </a:cubicBezTo>
                  <a:cubicBezTo>
                    <a:pt x="1200" y="1972"/>
                    <a:pt x="1200" y="1972"/>
                    <a:pt x="1200" y="1972"/>
                  </a:cubicBezTo>
                  <a:cubicBezTo>
                    <a:pt x="1197" y="1978"/>
                    <a:pt x="1194" y="1969"/>
                    <a:pt x="1191" y="1959"/>
                  </a:cubicBezTo>
                  <a:cubicBezTo>
                    <a:pt x="1179" y="1903"/>
                    <a:pt x="1182" y="1899"/>
                    <a:pt x="1180" y="1892"/>
                  </a:cubicBezTo>
                  <a:cubicBezTo>
                    <a:pt x="1163" y="1845"/>
                    <a:pt x="1160" y="1839"/>
                    <a:pt x="1156" y="1833"/>
                  </a:cubicBezTo>
                  <a:cubicBezTo>
                    <a:pt x="1131" y="1785"/>
                    <a:pt x="1130" y="1781"/>
                    <a:pt x="1128" y="1778"/>
                  </a:cubicBezTo>
                  <a:cubicBezTo>
                    <a:pt x="1111" y="1736"/>
                    <a:pt x="1101" y="1742"/>
                    <a:pt x="1104" y="1735"/>
                  </a:cubicBezTo>
                  <a:cubicBezTo>
                    <a:pt x="1071" y="1679"/>
                    <a:pt x="1067" y="1666"/>
                    <a:pt x="1060" y="1654"/>
                  </a:cubicBezTo>
                  <a:cubicBezTo>
                    <a:pt x="1049" y="1627"/>
                    <a:pt x="1050" y="1617"/>
                    <a:pt x="1043" y="1615"/>
                  </a:cubicBezTo>
                  <a:cubicBezTo>
                    <a:pt x="1056" y="1663"/>
                    <a:pt x="1061" y="1667"/>
                    <a:pt x="1062" y="1674"/>
                  </a:cubicBezTo>
                  <a:cubicBezTo>
                    <a:pt x="1073" y="1700"/>
                    <a:pt x="1076" y="1705"/>
                    <a:pt x="1080" y="1711"/>
                  </a:cubicBezTo>
                  <a:cubicBezTo>
                    <a:pt x="1100" y="1752"/>
                    <a:pt x="1107" y="1755"/>
                    <a:pt x="1108" y="1763"/>
                  </a:cubicBezTo>
                  <a:cubicBezTo>
                    <a:pt x="1132" y="1809"/>
                    <a:pt x="1138" y="1807"/>
                    <a:pt x="1136" y="1813"/>
                  </a:cubicBezTo>
                  <a:cubicBezTo>
                    <a:pt x="1156" y="1857"/>
                    <a:pt x="1160" y="1861"/>
                    <a:pt x="1160" y="1870"/>
                  </a:cubicBezTo>
                  <a:cubicBezTo>
                    <a:pt x="1171" y="1894"/>
                    <a:pt x="1171" y="1904"/>
                    <a:pt x="1176" y="1909"/>
                  </a:cubicBezTo>
                  <a:cubicBezTo>
                    <a:pt x="1188" y="1985"/>
                    <a:pt x="1184" y="1994"/>
                    <a:pt x="1189" y="1994"/>
                  </a:cubicBezTo>
                  <a:cubicBezTo>
                    <a:pt x="1181" y="1994"/>
                    <a:pt x="1184" y="1992"/>
                    <a:pt x="1184" y="1992"/>
                  </a:cubicBezTo>
                  <a:cubicBezTo>
                    <a:pt x="1171" y="1946"/>
                    <a:pt x="1164" y="1932"/>
                    <a:pt x="1163" y="1913"/>
                  </a:cubicBezTo>
                  <a:cubicBezTo>
                    <a:pt x="1151" y="1884"/>
                    <a:pt x="1143" y="1881"/>
                    <a:pt x="1143" y="1870"/>
                  </a:cubicBezTo>
                  <a:cubicBezTo>
                    <a:pt x="1120" y="1824"/>
                    <a:pt x="1119" y="1821"/>
                    <a:pt x="1119" y="1815"/>
                  </a:cubicBezTo>
                  <a:cubicBezTo>
                    <a:pt x="1093" y="1783"/>
                    <a:pt x="1091" y="1775"/>
                    <a:pt x="1086" y="1770"/>
                  </a:cubicBezTo>
                  <a:cubicBezTo>
                    <a:pt x="1073" y="1758"/>
                    <a:pt x="1078" y="1761"/>
                    <a:pt x="1080" y="1767"/>
                  </a:cubicBezTo>
                  <a:cubicBezTo>
                    <a:pt x="1094" y="1796"/>
                    <a:pt x="1105" y="1803"/>
                    <a:pt x="1108" y="1817"/>
                  </a:cubicBezTo>
                  <a:cubicBezTo>
                    <a:pt x="1124" y="1843"/>
                    <a:pt x="1121" y="1850"/>
                    <a:pt x="1126" y="1850"/>
                  </a:cubicBezTo>
                  <a:cubicBezTo>
                    <a:pt x="1151" y="1911"/>
                    <a:pt x="1161" y="1936"/>
                    <a:pt x="1165" y="1966"/>
                  </a:cubicBezTo>
                  <a:cubicBezTo>
                    <a:pt x="1177" y="2011"/>
                    <a:pt x="1185" y="2016"/>
                    <a:pt x="1180" y="2022"/>
                  </a:cubicBezTo>
                  <a:cubicBezTo>
                    <a:pt x="1165" y="1991"/>
                    <a:pt x="1163" y="1975"/>
                    <a:pt x="1158" y="1961"/>
                  </a:cubicBezTo>
                  <a:cubicBezTo>
                    <a:pt x="1134" y="1913"/>
                    <a:pt x="1135" y="1894"/>
                    <a:pt x="1126" y="1885"/>
                  </a:cubicBezTo>
                  <a:cubicBezTo>
                    <a:pt x="1101" y="1842"/>
                    <a:pt x="1098" y="1834"/>
                    <a:pt x="1095" y="1826"/>
                  </a:cubicBezTo>
                  <a:cubicBezTo>
                    <a:pt x="1079" y="1795"/>
                    <a:pt x="1071" y="1790"/>
                    <a:pt x="1069" y="1778"/>
                  </a:cubicBezTo>
                  <a:cubicBezTo>
                    <a:pt x="1059" y="1761"/>
                    <a:pt x="1059" y="1754"/>
                    <a:pt x="1054" y="1752"/>
                  </a:cubicBezTo>
                  <a:cubicBezTo>
                    <a:pt x="1039" y="1719"/>
                    <a:pt x="1039" y="1712"/>
                    <a:pt x="1034" y="1711"/>
                  </a:cubicBezTo>
                  <a:cubicBezTo>
                    <a:pt x="1046" y="1743"/>
                    <a:pt x="1046" y="1752"/>
                    <a:pt x="1051" y="1756"/>
                  </a:cubicBezTo>
                  <a:cubicBezTo>
                    <a:pt x="1065" y="1790"/>
                    <a:pt x="1073" y="1801"/>
                    <a:pt x="1078" y="1815"/>
                  </a:cubicBezTo>
                  <a:cubicBezTo>
                    <a:pt x="1100" y="1859"/>
                    <a:pt x="1108" y="1861"/>
                    <a:pt x="1108" y="1870"/>
                  </a:cubicBezTo>
                  <a:cubicBezTo>
                    <a:pt x="1125" y="1900"/>
                    <a:pt x="1124" y="1905"/>
                    <a:pt x="1128" y="1907"/>
                  </a:cubicBezTo>
                  <a:cubicBezTo>
                    <a:pt x="1156" y="1984"/>
                    <a:pt x="1160" y="1999"/>
                    <a:pt x="1167" y="2012"/>
                  </a:cubicBezTo>
                  <a:cubicBezTo>
                    <a:pt x="1177" y="2063"/>
                    <a:pt x="1183" y="2072"/>
                    <a:pt x="1184" y="2086"/>
                  </a:cubicBezTo>
                  <a:cubicBezTo>
                    <a:pt x="1167" y="2065"/>
                    <a:pt x="1168" y="2057"/>
                    <a:pt x="1165" y="2053"/>
                  </a:cubicBezTo>
                  <a:cubicBezTo>
                    <a:pt x="1156" y="2026"/>
                    <a:pt x="1153" y="2023"/>
                    <a:pt x="1156" y="2022"/>
                  </a:cubicBezTo>
                  <a:cubicBezTo>
                    <a:pt x="1136" y="1970"/>
                    <a:pt x="1130" y="1962"/>
                    <a:pt x="1128" y="1950"/>
                  </a:cubicBezTo>
                  <a:cubicBezTo>
                    <a:pt x="1109" y="1914"/>
                    <a:pt x="1105" y="1907"/>
                    <a:pt x="1102" y="1898"/>
                  </a:cubicBezTo>
                  <a:cubicBezTo>
                    <a:pt x="1087" y="1883"/>
                    <a:pt x="1089" y="1877"/>
                    <a:pt x="1086" y="1876"/>
                  </a:cubicBezTo>
                  <a:cubicBezTo>
                    <a:pt x="1054" y="1823"/>
                    <a:pt x="1051" y="1814"/>
                    <a:pt x="1045" y="1809"/>
                  </a:cubicBezTo>
                  <a:cubicBezTo>
                    <a:pt x="1027" y="1777"/>
                    <a:pt x="1023" y="1769"/>
                    <a:pt x="1019" y="1761"/>
                  </a:cubicBezTo>
                  <a:cubicBezTo>
                    <a:pt x="1015" y="1765"/>
                    <a:pt x="1017" y="1772"/>
                    <a:pt x="1021" y="1778"/>
                  </a:cubicBezTo>
                  <a:cubicBezTo>
                    <a:pt x="1046" y="1821"/>
                    <a:pt x="1048" y="1829"/>
                    <a:pt x="1054" y="1833"/>
                  </a:cubicBezTo>
                  <a:cubicBezTo>
                    <a:pt x="1076" y="1869"/>
                    <a:pt x="1074" y="1873"/>
                    <a:pt x="1075" y="1874"/>
                  </a:cubicBezTo>
                  <a:cubicBezTo>
                    <a:pt x="1088" y="1895"/>
                    <a:pt x="1093" y="1899"/>
                    <a:pt x="1095" y="1907"/>
                  </a:cubicBezTo>
                  <a:cubicBezTo>
                    <a:pt x="1125" y="1974"/>
                    <a:pt x="1129" y="1979"/>
                    <a:pt x="1132" y="1985"/>
                  </a:cubicBezTo>
                  <a:cubicBezTo>
                    <a:pt x="1155" y="2062"/>
                    <a:pt x="1160" y="2069"/>
                    <a:pt x="1163" y="2077"/>
                  </a:cubicBezTo>
                  <a:cubicBezTo>
                    <a:pt x="1199" y="2160"/>
                    <a:pt x="1199" y="2160"/>
                    <a:pt x="1199" y="2160"/>
                  </a:cubicBezTo>
                  <a:cubicBezTo>
                    <a:pt x="1207" y="2118"/>
                    <a:pt x="1213" y="2112"/>
                    <a:pt x="1215" y="2101"/>
                  </a:cubicBezTo>
                  <a:cubicBezTo>
                    <a:pt x="1231" y="2073"/>
                    <a:pt x="1235" y="2071"/>
                    <a:pt x="1235" y="2064"/>
                  </a:cubicBezTo>
                  <a:cubicBezTo>
                    <a:pt x="1253" y="2040"/>
                    <a:pt x="1251" y="2034"/>
                    <a:pt x="1256" y="2036"/>
                  </a:cubicBezTo>
                  <a:cubicBezTo>
                    <a:pt x="1278" y="2002"/>
                    <a:pt x="1278" y="1999"/>
                    <a:pt x="1278" y="1996"/>
                  </a:cubicBezTo>
                  <a:cubicBezTo>
                    <a:pt x="1296" y="1974"/>
                    <a:pt x="1297" y="1970"/>
                    <a:pt x="1302" y="1968"/>
                  </a:cubicBezTo>
                  <a:cubicBezTo>
                    <a:pt x="1332" y="1928"/>
                    <a:pt x="1337" y="1926"/>
                    <a:pt x="1337" y="1920"/>
                  </a:cubicBezTo>
                  <a:cubicBezTo>
                    <a:pt x="1372" y="1885"/>
                    <a:pt x="1376" y="1881"/>
                    <a:pt x="1378" y="1876"/>
                  </a:cubicBezTo>
                  <a:cubicBezTo>
                    <a:pt x="1404" y="1854"/>
                    <a:pt x="1402" y="1849"/>
                    <a:pt x="1407" y="1850"/>
                  </a:cubicBezTo>
                  <a:cubicBezTo>
                    <a:pt x="1438" y="1821"/>
                    <a:pt x="1440" y="1819"/>
                    <a:pt x="1439" y="1815"/>
                  </a:cubicBezTo>
                  <a:cubicBezTo>
                    <a:pt x="1465" y="1793"/>
                    <a:pt x="1467" y="1780"/>
                    <a:pt x="1479" y="1776"/>
                  </a:cubicBezTo>
                  <a:cubicBezTo>
                    <a:pt x="1501" y="1736"/>
                    <a:pt x="1500" y="1733"/>
                    <a:pt x="1503" y="1732"/>
                  </a:cubicBezTo>
                  <a:cubicBezTo>
                    <a:pt x="1484" y="1757"/>
                    <a:pt x="1476" y="1761"/>
                    <a:pt x="1474" y="1772"/>
                  </a:cubicBezTo>
                  <a:cubicBezTo>
                    <a:pt x="1452" y="1794"/>
                    <a:pt x="1452" y="1796"/>
                    <a:pt x="1448" y="1796"/>
                  </a:cubicBezTo>
                  <a:cubicBezTo>
                    <a:pt x="1431" y="1818"/>
                    <a:pt x="1426" y="1820"/>
                    <a:pt x="1422" y="1822"/>
                  </a:cubicBezTo>
                  <a:cubicBezTo>
                    <a:pt x="1399" y="1848"/>
                    <a:pt x="1393" y="1849"/>
                    <a:pt x="1389" y="1852"/>
                  </a:cubicBezTo>
                  <a:cubicBezTo>
                    <a:pt x="1370" y="1874"/>
                    <a:pt x="1368" y="1876"/>
                    <a:pt x="1365" y="1879"/>
                  </a:cubicBezTo>
                  <a:cubicBezTo>
                    <a:pt x="1352" y="1896"/>
                    <a:pt x="1346" y="1894"/>
                    <a:pt x="1348" y="1900"/>
                  </a:cubicBezTo>
                  <a:cubicBezTo>
                    <a:pt x="1328" y="1926"/>
                    <a:pt x="1317" y="1924"/>
                    <a:pt x="1317" y="1933"/>
                  </a:cubicBezTo>
                  <a:cubicBezTo>
                    <a:pt x="1282" y="1982"/>
                    <a:pt x="1277" y="1986"/>
                    <a:pt x="1272" y="1990"/>
                  </a:cubicBezTo>
                  <a:cubicBezTo>
                    <a:pt x="1260" y="2009"/>
                    <a:pt x="1259" y="2012"/>
                    <a:pt x="1259" y="2016"/>
                  </a:cubicBezTo>
                  <a:cubicBezTo>
                    <a:pt x="1227" y="2056"/>
                    <a:pt x="1228" y="2066"/>
                    <a:pt x="1221" y="2068"/>
                  </a:cubicBezTo>
                  <a:cubicBezTo>
                    <a:pt x="1213" y="2075"/>
                    <a:pt x="1217" y="2073"/>
                    <a:pt x="1219" y="2068"/>
                  </a:cubicBezTo>
                  <a:cubicBezTo>
                    <a:pt x="1238" y="2041"/>
                    <a:pt x="1236" y="2032"/>
                    <a:pt x="1239" y="2027"/>
                  </a:cubicBezTo>
                  <a:cubicBezTo>
                    <a:pt x="1264" y="1978"/>
                    <a:pt x="1273" y="1978"/>
                    <a:pt x="1274" y="1970"/>
                  </a:cubicBezTo>
                  <a:cubicBezTo>
                    <a:pt x="1319" y="1906"/>
                    <a:pt x="1329" y="1912"/>
                    <a:pt x="1326" y="1905"/>
                  </a:cubicBezTo>
                  <a:cubicBezTo>
                    <a:pt x="1347" y="1891"/>
                    <a:pt x="1335" y="1884"/>
                    <a:pt x="1341" y="1885"/>
                  </a:cubicBezTo>
                  <a:cubicBezTo>
                    <a:pt x="1371" y="1867"/>
                    <a:pt x="1360" y="1858"/>
                    <a:pt x="1365" y="1859"/>
                  </a:cubicBezTo>
                  <a:cubicBezTo>
                    <a:pt x="1388" y="1843"/>
                    <a:pt x="1391" y="1840"/>
                    <a:pt x="1392" y="1835"/>
                  </a:cubicBezTo>
                  <a:cubicBezTo>
                    <a:pt x="1413" y="1810"/>
                    <a:pt x="1424" y="1812"/>
                    <a:pt x="1424" y="1802"/>
                  </a:cubicBezTo>
                  <a:cubicBezTo>
                    <a:pt x="1434" y="1791"/>
                    <a:pt x="1439" y="1791"/>
                    <a:pt x="1439" y="1787"/>
                  </a:cubicBezTo>
                  <a:cubicBezTo>
                    <a:pt x="1465" y="1752"/>
                    <a:pt x="1463" y="1753"/>
                    <a:pt x="1461" y="1754"/>
                  </a:cubicBezTo>
                  <a:cubicBezTo>
                    <a:pt x="1440" y="1779"/>
                    <a:pt x="1432" y="1785"/>
                    <a:pt x="1429" y="1796"/>
                  </a:cubicBezTo>
                  <a:cubicBezTo>
                    <a:pt x="1407" y="1811"/>
                    <a:pt x="1408" y="1817"/>
                    <a:pt x="1402" y="1815"/>
                  </a:cubicBezTo>
                  <a:cubicBezTo>
                    <a:pt x="1380" y="1832"/>
                    <a:pt x="1382" y="1838"/>
                    <a:pt x="1378" y="1839"/>
                  </a:cubicBezTo>
                  <a:cubicBezTo>
                    <a:pt x="1326" y="1895"/>
                    <a:pt x="1317" y="1899"/>
                    <a:pt x="1313" y="1909"/>
                  </a:cubicBezTo>
                  <a:cubicBezTo>
                    <a:pt x="1270" y="1963"/>
                    <a:pt x="1262" y="1968"/>
                    <a:pt x="1259" y="1979"/>
                  </a:cubicBezTo>
                  <a:cubicBezTo>
                    <a:pt x="1234" y="2019"/>
                    <a:pt x="1235" y="2023"/>
                    <a:pt x="1230" y="2022"/>
                  </a:cubicBezTo>
                  <a:cubicBezTo>
                    <a:pt x="1217" y="2047"/>
                    <a:pt x="1216" y="2054"/>
                    <a:pt x="1213" y="2057"/>
                  </a:cubicBezTo>
                  <a:cubicBezTo>
                    <a:pt x="1203" y="2078"/>
                    <a:pt x="1196" y="2069"/>
                    <a:pt x="1195" y="2062"/>
                  </a:cubicBezTo>
                  <a:cubicBezTo>
                    <a:pt x="1212" y="2023"/>
                    <a:pt x="1212" y="2017"/>
                    <a:pt x="1217" y="2016"/>
                  </a:cubicBezTo>
                  <a:cubicBezTo>
                    <a:pt x="1225" y="1996"/>
                    <a:pt x="1229" y="1996"/>
                    <a:pt x="1230" y="1994"/>
                  </a:cubicBezTo>
                  <a:cubicBezTo>
                    <a:pt x="1246" y="1972"/>
                    <a:pt x="1245" y="1966"/>
                    <a:pt x="1248" y="1964"/>
                  </a:cubicBezTo>
                  <a:cubicBezTo>
                    <a:pt x="1289" y="1906"/>
                    <a:pt x="1295" y="1902"/>
                    <a:pt x="1298" y="1896"/>
                  </a:cubicBezTo>
                  <a:cubicBezTo>
                    <a:pt x="1307" y="1885"/>
                    <a:pt x="1311" y="1884"/>
                    <a:pt x="1313" y="1881"/>
                  </a:cubicBezTo>
                  <a:cubicBezTo>
                    <a:pt x="1330" y="1864"/>
                    <a:pt x="1332" y="1861"/>
                    <a:pt x="1337" y="1861"/>
                  </a:cubicBezTo>
                  <a:cubicBezTo>
                    <a:pt x="1366" y="1832"/>
                    <a:pt x="1372" y="1824"/>
                    <a:pt x="1381" y="1817"/>
                  </a:cubicBezTo>
                  <a:cubicBezTo>
                    <a:pt x="1402" y="1788"/>
                    <a:pt x="1410" y="1789"/>
                    <a:pt x="1411" y="1783"/>
                  </a:cubicBezTo>
                  <a:cubicBezTo>
                    <a:pt x="1435" y="1755"/>
                    <a:pt x="1442" y="1756"/>
                    <a:pt x="1444" y="1750"/>
                  </a:cubicBezTo>
                  <a:cubicBezTo>
                    <a:pt x="1487" y="1692"/>
                    <a:pt x="1498" y="1687"/>
                    <a:pt x="1501" y="1676"/>
                  </a:cubicBezTo>
                  <a:cubicBezTo>
                    <a:pt x="1513" y="1663"/>
                    <a:pt x="1510" y="1657"/>
                    <a:pt x="1514" y="1656"/>
                  </a:cubicBezTo>
                  <a:cubicBezTo>
                    <a:pt x="1531" y="1632"/>
                    <a:pt x="1531" y="1623"/>
                    <a:pt x="1535" y="1619"/>
                  </a:cubicBezTo>
                  <a:cubicBezTo>
                    <a:pt x="1560" y="1583"/>
                    <a:pt x="1561" y="1575"/>
                    <a:pt x="1564" y="1569"/>
                  </a:cubicBezTo>
                  <a:cubicBezTo>
                    <a:pt x="1579" y="1527"/>
                    <a:pt x="1580" y="1524"/>
                    <a:pt x="1579" y="1519"/>
                  </a:cubicBezTo>
                  <a:close/>
                  <a:moveTo>
                    <a:pt x="1256" y="1826"/>
                  </a:moveTo>
                  <a:cubicBezTo>
                    <a:pt x="1260" y="1823"/>
                    <a:pt x="1263" y="1818"/>
                    <a:pt x="1265" y="1813"/>
                  </a:cubicBezTo>
                  <a:cubicBezTo>
                    <a:pt x="1271" y="1817"/>
                    <a:pt x="1260" y="1821"/>
                    <a:pt x="1261" y="1826"/>
                  </a:cubicBezTo>
                  <a:cubicBezTo>
                    <a:pt x="1257" y="1829"/>
                    <a:pt x="1256" y="1836"/>
                    <a:pt x="1252" y="1839"/>
                  </a:cubicBezTo>
                  <a:cubicBezTo>
                    <a:pt x="1246" y="1836"/>
                    <a:pt x="1257" y="1831"/>
                    <a:pt x="1256" y="1826"/>
                  </a:cubicBezTo>
                  <a:close/>
                  <a:moveTo>
                    <a:pt x="1252" y="1704"/>
                  </a:moveTo>
                  <a:cubicBezTo>
                    <a:pt x="1254" y="1700"/>
                    <a:pt x="1254" y="1705"/>
                    <a:pt x="1254" y="1708"/>
                  </a:cubicBezTo>
                  <a:cubicBezTo>
                    <a:pt x="1252" y="1712"/>
                    <a:pt x="1252" y="1707"/>
                    <a:pt x="1252" y="1704"/>
                  </a:cubicBezTo>
                  <a:close/>
                  <a:moveTo>
                    <a:pt x="1211" y="2088"/>
                  </a:moveTo>
                  <a:cubicBezTo>
                    <a:pt x="1212" y="2084"/>
                    <a:pt x="1214" y="2090"/>
                    <a:pt x="1211" y="2090"/>
                  </a:cubicBezTo>
                  <a:cubicBezTo>
                    <a:pt x="1211" y="2094"/>
                    <a:pt x="1208" y="2095"/>
                    <a:pt x="1208" y="2099"/>
                  </a:cubicBezTo>
                  <a:cubicBezTo>
                    <a:pt x="1203" y="2104"/>
                    <a:pt x="1209" y="2089"/>
                    <a:pt x="1211" y="2088"/>
                  </a:cubicBezTo>
                  <a:close/>
                  <a:moveTo>
                    <a:pt x="1191" y="2116"/>
                  </a:moveTo>
                  <a:cubicBezTo>
                    <a:pt x="1185" y="2113"/>
                    <a:pt x="1191" y="2103"/>
                    <a:pt x="1193" y="2101"/>
                  </a:cubicBezTo>
                  <a:cubicBezTo>
                    <a:pt x="1199" y="2105"/>
                    <a:pt x="1188" y="2109"/>
                    <a:pt x="1191" y="2116"/>
                  </a:cubicBezTo>
                  <a:close/>
                  <a:moveTo>
                    <a:pt x="1219" y="1916"/>
                  </a:moveTo>
                  <a:cubicBezTo>
                    <a:pt x="1225" y="1921"/>
                    <a:pt x="1218" y="1933"/>
                    <a:pt x="1217" y="1940"/>
                  </a:cubicBezTo>
                  <a:cubicBezTo>
                    <a:pt x="1212" y="1935"/>
                    <a:pt x="1222" y="1926"/>
                    <a:pt x="1219" y="1916"/>
                  </a:cubicBezTo>
                  <a:close/>
                  <a:moveTo>
                    <a:pt x="1215" y="1883"/>
                  </a:moveTo>
                  <a:cubicBezTo>
                    <a:pt x="1223" y="1885"/>
                    <a:pt x="1215" y="1890"/>
                    <a:pt x="1217" y="1898"/>
                  </a:cubicBezTo>
                  <a:cubicBezTo>
                    <a:pt x="1212" y="1897"/>
                    <a:pt x="1216" y="1887"/>
                    <a:pt x="1215" y="1883"/>
                  </a:cubicBezTo>
                  <a:close/>
                  <a:moveTo>
                    <a:pt x="1215" y="1953"/>
                  </a:moveTo>
                  <a:cubicBezTo>
                    <a:pt x="1225" y="1956"/>
                    <a:pt x="1210" y="1963"/>
                    <a:pt x="1213" y="1972"/>
                  </a:cubicBezTo>
                  <a:cubicBezTo>
                    <a:pt x="1205" y="1966"/>
                    <a:pt x="1218" y="1962"/>
                    <a:pt x="1215" y="1953"/>
                  </a:cubicBezTo>
                  <a:close/>
                  <a:moveTo>
                    <a:pt x="1503" y="1667"/>
                  </a:moveTo>
                  <a:cubicBezTo>
                    <a:pt x="1497" y="1666"/>
                    <a:pt x="1501" y="1675"/>
                    <a:pt x="1496" y="1676"/>
                  </a:cubicBezTo>
                  <a:cubicBezTo>
                    <a:pt x="1479" y="1700"/>
                    <a:pt x="1478" y="1701"/>
                    <a:pt x="1477" y="1702"/>
                  </a:cubicBezTo>
                  <a:cubicBezTo>
                    <a:pt x="1453" y="1729"/>
                    <a:pt x="1455" y="1737"/>
                    <a:pt x="1448" y="1735"/>
                  </a:cubicBezTo>
                  <a:cubicBezTo>
                    <a:pt x="1421" y="1763"/>
                    <a:pt x="1414" y="1767"/>
                    <a:pt x="1411" y="1774"/>
                  </a:cubicBezTo>
                  <a:cubicBezTo>
                    <a:pt x="1382" y="1802"/>
                    <a:pt x="1374" y="1808"/>
                    <a:pt x="1370" y="1817"/>
                  </a:cubicBezTo>
                  <a:cubicBezTo>
                    <a:pt x="1349" y="1831"/>
                    <a:pt x="1347" y="1837"/>
                    <a:pt x="1344" y="1841"/>
                  </a:cubicBezTo>
                  <a:cubicBezTo>
                    <a:pt x="1317" y="1866"/>
                    <a:pt x="1313" y="1866"/>
                    <a:pt x="1311" y="1870"/>
                  </a:cubicBezTo>
                  <a:cubicBezTo>
                    <a:pt x="1280" y="1911"/>
                    <a:pt x="1267" y="1911"/>
                    <a:pt x="1267" y="1924"/>
                  </a:cubicBezTo>
                  <a:cubicBezTo>
                    <a:pt x="1224" y="1976"/>
                    <a:pt x="1220" y="1998"/>
                    <a:pt x="1206" y="2012"/>
                  </a:cubicBezTo>
                  <a:cubicBezTo>
                    <a:pt x="1215" y="1984"/>
                    <a:pt x="1215" y="1976"/>
                    <a:pt x="1221" y="1974"/>
                  </a:cubicBezTo>
                  <a:cubicBezTo>
                    <a:pt x="1251" y="1919"/>
                    <a:pt x="1250" y="1913"/>
                    <a:pt x="1254" y="1911"/>
                  </a:cubicBezTo>
                  <a:cubicBezTo>
                    <a:pt x="1282" y="1880"/>
                    <a:pt x="1282" y="1869"/>
                    <a:pt x="1289" y="1865"/>
                  </a:cubicBezTo>
                  <a:cubicBezTo>
                    <a:pt x="1309" y="1844"/>
                    <a:pt x="1311" y="1835"/>
                    <a:pt x="1320" y="1833"/>
                  </a:cubicBezTo>
                  <a:cubicBezTo>
                    <a:pt x="1356" y="1793"/>
                    <a:pt x="1359" y="1786"/>
                    <a:pt x="1365" y="1783"/>
                  </a:cubicBezTo>
                  <a:cubicBezTo>
                    <a:pt x="1384" y="1765"/>
                    <a:pt x="1385" y="1763"/>
                    <a:pt x="1387" y="1763"/>
                  </a:cubicBezTo>
                  <a:cubicBezTo>
                    <a:pt x="1411" y="1742"/>
                    <a:pt x="1423" y="1733"/>
                    <a:pt x="1435" y="1724"/>
                  </a:cubicBezTo>
                  <a:cubicBezTo>
                    <a:pt x="1481" y="1684"/>
                    <a:pt x="1482" y="1680"/>
                    <a:pt x="1485" y="1678"/>
                  </a:cubicBezTo>
                  <a:cubicBezTo>
                    <a:pt x="1501" y="1660"/>
                    <a:pt x="1504" y="1659"/>
                    <a:pt x="1505" y="1656"/>
                  </a:cubicBezTo>
                  <a:close/>
                  <a:moveTo>
                    <a:pt x="3827" y="1689"/>
                  </a:moveTo>
                  <a:cubicBezTo>
                    <a:pt x="3822" y="1681"/>
                    <a:pt x="3815" y="1679"/>
                    <a:pt x="3810" y="1674"/>
                  </a:cubicBezTo>
                  <a:cubicBezTo>
                    <a:pt x="3786" y="1654"/>
                    <a:pt x="3779" y="1651"/>
                    <a:pt x="3773" y="1648"/>
                  </a:cubicBezTo>
                  <a:cubicBezTo>
                    <a:pt x="3732" y="1620"/>
                    <a:pt x="3724" y="1621"/>
                    <a:pt x="3718" y="1614"/>
                  </a:cubicBezTo>
                  <a:cubicBezTo>
                    <a:pt x="3671" y="1584"/>
                    <a:pt x="3666" y="1588"/>
                    <a:pt x="3664" y="1582"/>
                  </a:cubicBezTo>
                  <a:cubicBezTo>
                    <a:pt x="3623" y="1550"/>
                    <a:pt x="3616" y="1549"/>
                    <a:pt x="3611" y="1541"/>
                  </a:cubicBezTo>
                  <a:cubicBezTo>
                    <a:pt x="3587" y="1524"/>
                    <a:pt x="3582" y="1515"/>
                    <a:pt x="3576" y="1512"/>
                  </a:cubicBezTo>
                  <a:cubicBezTo>
                    <a:pt x="3523" y="1447"/>
                    <a:pt x="3522" y="1437"/>
                    <a:pt x="3517" y="1439"/>
                  </a:cubicBezTo>
                  <a:cubicBezTo>
                    <a:pt x="3524" y="1435"/>
                    <a:pt x="3522" y="1438"/>
                    <a:pt x="3523" y="1439"/>
                  </a:cubicBezTo>
                  <a:cubicBezTo>
                    <a:pt x="3560" y="1475"/>
                    <a:pt x="3574" y="1484"/>
                    <a:pt x="3586" y="1501"/>
                  </a:cubicBezTo>
                  <a:cubicBezTo>
                    <a:pt x="3613" y="1523"/>
                    <a:pt x="3622" y="1521"/>
                    <a:pt x="3628" y="1532"/>
                  </a:cubicBezTo>
                  <a:cubicBezTo>
                    <a:pt x="3674" y="1562"/>
                    <a:pt x="3677" y="1565"/>
                    <a:pt x="3680" y="1570"/>
                  </a:cubicBezTo>
                  <a:cubicBezTo>
                    <a:pt x="3722" y="1587"/>
                    <a:pt x="3728" y="1593"/>
                    <a:pt x="3735" y="1596"/>
                  </a:cubicBezTo>
                  <a:cubicBezTo>
                    <a:pt x="3754" y="1599"/>
                    <a:pt x="3748" y="1599"/>
                    <a:pt x="3743" y="1594"/>
                  </a:cubicBezTo>
                  <a:cubicBezTo>
                    <a:pt x="3713" y="1575"/>
                    <a:pt x="3700" y="1574"/>
                    <a:pt x="3689" y="1562"/>
                  </a:cubicBezTo>
                  <a:cubicBezTo>
                    <a:pt x="3660" y="1547"/>
                    <a:pt x="3659" y="1539"/>
                    <a:pt x="3655" y="1541"/>
                  </a:cubicBezTo>
                  <a:cubicBezTo>
                    <a:pt x="3598" y="1497"/>
                    <a:pt x="3575" y="1479"/>
                    <a:pt x="3555" y="1453"/>
                  </a:cubicBezTo>
                  <a:cubicBezTo>
                    <a:pt x="3519" y="1416"/>
                    <a:pt x="3508" y="1416"/>
                    <a:pt x="3510" y="1407"/>
                  </a:cubicBezTo>
                  <a:cubicBezTo>
                    <a:pt x="3541" y="1429"/>
                    <a:pt x="3552" y="1443"/>
                    <a:pt x="3564" y="1453"/>
                  </a:cubicBezTo>
                  <a:cubicBezTo>
                    <a:pt x="3613" y="1486"/>
                    <a:pt x="3622" y="1505"/>
                    <a:pt x="3636" y="1508"/>
                  </a:cubicBezTo>
                  <a:cubicBezTo>
                    <a:pt x="3682" y="1535"/>
                    <a:pt x="3689" y="1542"/>
                    <a:pt x="3697" y="1547"/>
                  </a:cubicBezTo>
                  <a:cubicBezTo>
                    <a:pt x="3728" y="1568"/>
                    <a:pt x="3739" y="1569"/>
                    <a:pt x="3747" y="1578"/>
                  </a:cubicBezTo>
                  <a:cubicBezTo>
                    <a:pt x="3766" y="1589"/>
                    <a:pt x="3770" y="1596"/>
                    <a:pt x="3776" y="1595"/>
                  </a:cubicBezTo>
                  <a:cubicBezTo>
                    <a:pt x="3808" y="1618"/>
                    <a:pt x="3811" y="1625"/>
                    <a:pt x="3817" y="1623"/>
                  </a:cubicBezTo>
                  <a:cubicBezTo>
                    <a:pt x="3788" y="1599"/>
                    <a:pt x="3783" y="1590"/>
                    <a:pt x="3775" y="1589"/>
                  </a:cubicBezTo>
                  <a:cubicBezTo>
                    <a:pt x="3744" y="1565"/>
                    <a:pt x="3731" y="1560"/>
                    <a:pt x="3719" y="1548"/>
                  </a:cubicBezTo>
                  <a:cubicBezTo>
                    <a:pt x="3674" y="1518"/>
                    <a:pt x="3666" y="1521"/>
                    <a:pt x="3661" y="1513"/>
                  </a:cubicBezTo>
                  <a:cubicBezTo>
                    <a:pt x="3629" y="1493"/>
                    <a:pt x="3626" y="1488"/>
                    <a:pt x="3622" y="1488"/>
                  </a:cubicBezTo>
                  <a:cubicBezTo>
                    <a:pt x="3554" y="1431"/>
                    <a:pt x="3542" y="1419"/>
                    <a:pt x="3528" y="1411"/>
                  </a:cubicBezTo>
                  <a:cubicBezTo>
                    <a:pt x="3491" y="1368"/>
                    <a:pt x="3481" y="1362"/>
                    <a:pt x="3472" y="1350"/>
                  </a:cubicBezTo>
                  <a:cubicBezTo>
                    <a:pt x="3499" y="1360"/>
                    <a:pt x="3503" y="1368"/>
                    <a:pt x="3508" y="1370"/>
                  </a:cubicBezTo>
                  <a:cubicBezTo>
                    <a:pt x="3531" y="1391"/>
                    <a:pt x="3535" y="1392"/>
                    <a:pt x="3533" y="1395"/>
                  </a:cubicBezTo>
                  <a:cubicBezTo>
                    <a:pt x="3580" y="1434"/>
                    <a:pt x="3590" y="1438"/>
                    <a:pt x="3599" y="1447"/>
                  </a:cubicBezTo>
                  <a:cubicBezTo>
                    <a:pt x="3636" y="1472"/>
                    <a:pt x="3644" y="1476"/>
                    <a:pt x="3652" y="1483"/>
                  </a:cubicBezTo>
                  <a:cubicBezTo>
                    <a:pt x="3673" y="1489"/>
                    <a:pt x="3674" y="1496"/>
                    <a:pt x="3678" y="1495"/>
                  </a:cubicBezTo>
                  <a:cubicBezTo>
                    <a:pt x="3737" y="1528"/>
                    <a:pt x="3745" y="1534"/>
                    <a:pt x="3753" y="1536"/>
                  </a:cubicBezTo>
                  <a:cubicBezTo>
                    <a:pt x="3787" y="1557"/>
                    <a:pt x="3796" y="1562"/>
                    <a:pt x="3804" y="1568"/>
                  </a:cubicBezTo>
                  <a:cubicBezTo>
                    <a:pt x="3805" y="1561"/>
                    <a:pt x="3799" y="1556"/>
                    <a:pt x="3793" y="1552"/>
                  </a:cubicBezTo>
                  <a:cubicBezTo>
                    <a:pt x="3745" y="1525"/>
                    <a:pt x="3740" y="1519"/>
                    <a:pt x="3732" y="1518"/>
                  </a:cubicBezTo>
                  <a:cubicBezTo>
                    <a:pt x="3691" y="1496"/>
                    <a:pt x="3691" y="1492"/>
                    <a:pt x="3689" y="1491"/>
                  </a:cubicBezTo>
                  <a:cubicBezTo>
                    <a:pt x="3666" y="1478"/>
                    <a:pt x="3659" y="1477"/>
                    <a:pt x="3653" y="1471"/>
                  </a:cubicBezTo>
                  <a:cubicBezTo>
                    <a:pt x="3589" y="1424"/>
                    <a:pt x="3582" y="1422"/>
                    <a:pt x="3576" y="1417"/>
                  </a:cubicBezTo>
                  <a:cubicBezTo>
                    <a:pt x="3512" y="1356"/>
                    <a:pt x="3504" y="1353"/>
                    <a:pt x="3497" y="1347"/>
                  </a:cubicBezTo>
                  <a:cubicBezTo>
                    <a:pt x="3434" y="1269"/>
                    <a:pt x="3431" y="1265"/>
                    <a:pt x="3432" y="1261"/>
                  </a:cubicBezTo>
                  <a:cubicBezTo>
                    <a:pt x="3490" y="1320"/>
                    <a:pt x="3493" y="1321"/>
                    <a:pt x="3496" y="1320"/>
                  </a:cubicBezTo>
                  <a:cubicBezTo>
                    <a:pt x="3526" y="1349"/>
                    <a:pt x="3531" y="1358"/>
                    <a:pt x="3536" y="1362"/>
                  </a:cubicBezTo>
                  <a:cubicBezTo>
                    <a:pt x="3574" y="1397"/>
                    <a:pt x="3581" y="1398"/>
                    <a:pt x="3586" y="1405"/>
                  </a:cubicBezTo>
                  <a:cubicBezTo>
                    <a:pt x="3640" y="1440"/>
                    <a:pt x="3643" y="1443"/>
                    <a:pt x="3645" y="1448"/>
                  </a:cubicBezTo>
                  <a:cubicBezTo>
                    <a:pt x="3673" y="1473"/>
                    <a:pt x="3678" y="1469"/>
                    <a:pt x="3681" y="1471"/>
                  </a:cubicBezTo>
                  <a:cubicBezTo>
                    <a:pt x="3713" y="1487"/>
                    <a:pt x="3716" y="1501"/>
                    <a:pt x="3724" y="1499"/>
                  </a:cubicBezTo>
                  <a:cubicBezTo>
                    <a:pt x="3772" y="1524"/>
                    <a:pt x="3783" y="1533"/>
                    <a:pt x="3796" y="1534"/>
                  </a:cubicBezTo>
                  <a:cubicBezTo>
                    <a:pt x="3807" y="1534"/>
                    <a:pt x="3800" y="1533"/>
                    <a:pt x="3794" y="1527"/>
                  </a:cubicBezTo>
                  <a:cubicBezTo>
                    <a:pt x="3760" y="1515"/>
                    <a:pt x="3759" y="1505"/>
                    <a:pt x="3754" y="1509"/>
                  </a:cubicBezTo>
                  <a:cubicBezTo>
                    <a:pt x="3728" y="1498"/>
                    <a:pt x="3734" y="1492"/>
                    <a:pt x="3729" y="1493"/>
                  </a:cubicBezTo>
                  <a:cubicBezTo>
                    <a:pt x="3697" y="1467"/>
                    <a:pt x="3690" y="1476"/>
                    <a:pt x="3689" y="1467"/>
                  </a:cubicBezTo>
                  <a:cubicBezTo>
                    <a:pt x="3648" y="1438"/>
                    <a:pt x="3643" y="1437"/>
                    <a:pt x="3640" y="1429"/>
                  </a:cubicBezTo>
                  <a:cubicBezTo>
                    <a:pt x="3565" y="1379"/>
                    <a:pt x="3562" y="1371"/>
                    <a:pt x="3557" y="1370"/>
                  </a:cubicBezTo>
                  <a:cubicBezTo>
                    <a:pt x="3508" y="1322"/>
                    <a:pt x="3500" y="1312"/>
                    <a:pt x="3492" y="1303"/>
                  </a:cubicBezTo>
                  <a:cubicBezTo>
                    <a:pt x="3476" y="1289"/>
                    <a:pt x="3465" y="1285"/>
                    <a:pt x="3469" y="1278"/>
                  </a:cubicBezTo>
                  <a:cubicBezTo>
                    <a:pt x="3519" y="1313"/>
                    <a:pt x="3521" y="1321"/>
                    <a:pt x="3525" y="1319"/>
                  </a:cubicBezTo>
                  <a:cubicBezTo>
                    <a:pt x="3556" y="1344"/>
                    <a:pt x="3559" y="1347"/>
                    <a:pt x="3563" y="1347"/>
                  </a:cubicBezTo>
                  <a:cubicBezTo>
                    <a:pt x="3609" y="1374"/>
                    <a:pt x="3615" y="1384"/>
                    <a:pt x="3623" y="1384"/>
                  </a:cubicBezTo>
                  <a:cubicBezTo>
                    <a:pt x="3668" y="1413"/>
                    <a:pt x="3673" y="1420"/>
                    <a:pt x="3680" y="1422"/>
                  </a:cubicBezTo>
                  <a:cubicBezTo>
                    <a:pt x="3706" y="1438"/>
                    <a:pt x="3712" y="1443"/>
                    <a:pt x="3720" y="1444"/>
                  </a:cubicBezTo>
                  <a:cubicBezTo>
                    <a:pt x="3762" y="1470"/>
                    <a:pt x="3764" y="1478"/>
                    <a:pt x="3768" y="1476"/>
                  </a:cubicBezTo>
                  <a:cubicBezTo>
                    <a:pt x="3762" y="1471"/>
                    <a:pt x="3759" y="1466"/>
                    <a:pt x="3757" y="1461"/>
                  </a:cubicBezTo>
                  <a:cubicBezTo>
                    <a:pt x="3697" y="1429"/>
                    <a:pt x="3695" y="1419"/>
                    <a:pt x="3689" y="1420"/>
                  </a:cubicBezTo>
                  <a:cubicBezTo>
                    <a:pt x="3648" y="1395"/>
                    <a:pt x="3648" y="1394"/>
                    <a:pt x="3647" y="1392"/>
                  </a:cubicBezTo>
                  <a:cubicBezTo>
                    <a:pt x="3623" y="1371"/>
                    <a:pt x="3617" y="1377"/>
                    <a:pt x="3614" y="1370"/>
                  </a:cubicBezTo>
                  <a:cubicBezTo>
                    <a:pt x="3570" y="1344"/>
                    <a:pt x="3576" y="1338"/>
                    <a:pt x="3568" y="1342"/>
                  </a:cubicBezTo>
                  <a:cubicBezTo>
                    <a:pt x="3511" y="1303"/>
                    <a:pt x="3501" y="1291"/>
                    <a:pt x="3490" y="1285"/>
                  </a:cubicBezTo>
                  <a:cubicBezTo>
                    <a:pt x="3458" y="1254"/>
                    <a:pt x="3448" y="1254"/>
                    <a:pt x="3445" y="1245"/>
                  </a:cubicBezTo>
                  <a:cubicBezTo>
                    <a:pt x="3425" y="1230"/>
                    <a:pt x="3423" y="1227"/>
                    <a:pt x="3420" y="1226"/>
                  </a:cubicBezTo>
                  <a:cubicBezTo>
                    <a:pt x="3406" y="1202"/>
                    <a:pt x="3396" y="1204"/>
                    <a:pt x="3402" y="1199"/>
                  </a:cubicBezTo>
                  <a:cubicBezTo>
                    <a:pt x="3488" y="1263"/>
                    <a:pt x="3502" y="1269"/>
                    <a:pt x="3515" y="1276"/>
                  </a:cubicBezTo>
                  <a:cubicBezTo>
                    <a:pt x="3590" y="1319"/>
                    <a:pt x="3598" y="1326"/>
                    <a:pt x="3608" y="1330"/>
                  </a:cubicBezTo>
                  <a:cubicBezTo>
                    <a:pt x="3652" y="1363"/>
                    <a:pt x="3658" y="1360"/>
                    <a:pt x="3662" y="1367"/>
                  </a:cubicBezTo>
                  <a:cubicBezTo>
                    <a:pt x="3696" y="1396"/>
                    <a:pt x="3705" y="1402"/>
                    <a:pt x="3712" y="1412"/>
                  </a:cubicBezTo>
                  <a:cubicBezTo>
                    <a:pt x="3742" y="1439"/>
                    <a:pt x="3745" y="1445"/>
                    <a:pt x="3750" y="1448"/>
                  </a:cubicBezTo>
                  <a:cubicBezTo>
                    <a:pt x="3710" y="1400"/>
                    <a:pt x="3696" y="1387"/>
                    <a:pt x="3682" y="1372"/>
                  </a:cubicBezTo>
                  <a:cubicBezTo>
                    <a:pt x="3635" y="1319"/>
                    <a:pt x="3632" y="1314"/>
                    <a:pt x="3628" y="1313"/>
                  </a:cubicBezTo>
                  <a:cubicBezTo>
                    <a:pt x="3572" y="1267"/>
                    <a:pt x="3545" y="1249"/>
                    <a:pt x="3518" y="1230"/>
                  </a:cubicBezTo>
                  <a:cubicBezTo>
                    <a:pt x="3473" y="1209"/>
                    <a:pt x="3472" y="1198"/>
                    <a:pt x="3467" y="1203"/>
                  </a:cubicBezTo>
                  <a:cubicBezTo>
                    <a:pt x="3428" y="1181"/>
                    <a:pt x="3422" y="1174"/>
                    <a:pt x="3414" y="1173"/>
                  </a:cubicBezTo>
                  <a:cubicBezTo>
                    <a:pt x="3381" y="1146"/>
                    <a:pt x="3367" y="1135"/>
                    <a:pt x="3354" y="1125"/>
                  </a:cubicBezTo>
                  <a:cubicBezTo>
                    <a:pt x="3351" y="1113"/>
                    <a:pt x="3364" y="1118"/>
                    <a:pt x="3374" y="1127"/>
                  </a:cubicBezTo>
                  <a:cubicBezTo>
                    <a:pt x="3446" y="1170"/>
                    <a:pt x="3448" y="1171"/>
                    <a:pt x="3451" y="1170"/>
                  </a:cubicBezTo>
                  <a:cubicBezTo>
                    <a:pt x="3483" y="1191"/>
                    <a:pt x="3489" y="1192"/>
                    <a:pt x="3495" y="1195"/>
                  </a:cubicBezTo>
                  <a:cubicBezTo>
                    <a:pt x="3535" y="1210"/>
                    <a:pt x="3536" y="1218"/>
                    <a:pt x="3540" y="1215"/>
                  </a:cubicBezTo>
                  <a:cubicBezTo>
                    <a:pt x="3559" y="1230"/>
                    <a:pt x="3565" y="1220"/>
                    <a:pt x="3566" y="1228"/>
                  </a:cubicBezTo>
                  <a:cubicBezTo>
                    <a:pt x="3619" y="1240"/>
                    <a:pt x="3611" y="1246"/>
                    <a:pt x="3606" y="1241"/>
                  </a:cubicBezTo>
                  <a:cubicBezTo>
                    <a:pt x="3548" y="1214"/>
                    <a:pt x="3543" y="1208"/>
                    <a:pt x="3536" y="1209"/>
                  </a:cubicBezTo>
                  <a:cubicBezTo>
                    <a:pt x="3471" y="1175"/>
                    <a:pt x="3461" y="1165"/>
                    <a:pt x="3449" y="1161"/>
                  </a:cubicBezTo>
                  <a:cubicBezTo>
                    <a:pt x="3408" y="1139"/>
                    <a:pt x="3402" y="1137"/>
                    <a:pt x="3398" y="1130"/>
                  </a:cubicBezTo>
                  <a:cubicBezTo>
                    <a:pt x="3340" y="1089"/>
                    <a:pt x="3334" y="1084"/>
                    <a:pt x="3327" y="1077"/>
                  </a:cubicBezTo>
                  <a:cubicBezTo>
                    <a:pt x="3317" y="1064"/>
                    <a:pt x="3323" y="1067"/>
                    <a:pt x="3328" y="1074"/>
                  </a:cubicBezTo>
                  <a:cubicBezTo>
                    <a:pt x="3358" y="1090"/>
                    <a:pt x="3360" y="1098"/>
                    <a:pt x="3363" y="1098"/>
                  </a:cubicBezTo>
                  <a:cubicBezTo>
                    <a:pt x="3425" y="1134"/>
                    <a:pt x="3432" y="1139"/>
                    <a:pt x="3438" y="1142"/>
                  </a:cubicBezTo>
                  <a:cubicBezTo>
                    <a:pt x="3460" y="1158"/>
                    <a:pt x="3463" y="1159"/>
                    <a:pt x="3468" y="1156"/>
                  </a:cubicBezTo>
                  <a:cubicBezTo>
                    <a:pt x="3511" y="1180"/>
                    <a:pt x="3525" y="1185"/>
                    <a:pt x="3538" y="1192"/>
                  </a:cubicBezTo>
                  <a:cubicBezTo>
                    <a:pt x="3604" y="1225"/>
                    <a:pt x="3609" y="1234"/>
                    <a:pt x="3616" y="1235"/>
                  </a:cubicBezTo>
                  <a:cubicBezTo>
                    <a:pt x="3641" y="1254"/>
                    <a:pt x="3647" y="1261"/>
                    <a:pt x="3653" y="1266"/>
                  </a:cubicBezTo>
                  <a:cubicBezTo>
                    <a:pt x="3677" y="1288"/>
                    <a:pt x="3684" y="1291"/>
                    <a:pt x="3690" y="1296"/>
                  </a:cubicBezTo>
                  <a:cubicBezTo>
                    <a:pt x="3703" y="1302"/>
                    <a:pt x="3693" y="1298"/>
                    <a:pt x="3684" y="1286"/>
                  </a:cubicBezTo>
                  <a:cubicBezTo>
                    <a:pt x="3660" y="1267"/>
                    <a:pt x="3659" y="1260"/>
                    <a:pt x="3656" y="1261"/>
                  </a:cubicBezTo>
                  <a:cubicBezTo>
                    <a:pt x="3619" y="1228"/>
                    <a:pt x="3616" y="1229"/>
                    <a:pt x="3614" y="1225"/>
                  </a:cubicBezTo>
                  <a:cubicBezTo>
                    <a:pt x="3594" y="1204"/>
                    <a:pt x="3591" y="1205"/>
                    <a:pt x="3589" y="1201"/>
                  </a:cubicBezTo>
                  <a:cubicBezTo>
                    <a:pt x="3566" y="1181"/>
                    <a:pt x="3564" y="1176"/>
                    <a:pt x="3562" y="1173"/>
                  </a:cubicBezTo>
                  <a:cubicBezTo>
                    <a:pt x="3525" y="1143"/>
                    <a:pt x="3523" y="1142"/>
                    <a:pt x="3522" y="1141"/>
                  </a:cubicBezTo>
                  <a:cubicBezTo>
                    <a:pt x="3496" y="1126"/>
                    <a:pt x="3491" y="1125"/>
                    <a:pt x="3488" y="1120"/>
                  </a:cubicBezTo>
                  <a:cubicBezTo>
                    <a:pt x="3448" y="1095"/>
                    <a:pt x="3439" y="1087"/>
                    <a:pt x="3428" y="1082"/>
                  </a:cubicBezTo>
                  <a:cubicBezTo>
                    <a:pt x="3403" y="1070"/>
                    <a:pt x="3402" y="1063"/>
                    <a:pt x="3399" y="1064"/>
                  </a:cubicBezTo>
                  <a:cubicBezTo>
                    <a:pt x="3332" y="1024"/>
                    <a:pt x="3325" y="1028"/>
                    <a:pt x="3322" y="1020"/>
                  </a:cubicBezTo>
                  <a:cubicBezTo>
                    <a:pt x="3297" y="1005"/>
                    <a:pt x="3295" y="1003"/>
                    <a:pt x="3292" y="1002"/>
                  </a:cubicBezTo>
                  <a:cubicBezTo>
                    <a:pt x="3260" y="981"/>
                    <a:pt x="3258" y="977"/>
                    <a:pt x="3255" y="976"/>
                  </a:cubicBezTo>
                  <a:cubicBezTo>
                    <a:pt x="3231" y="953"/>
                    <a:pt x="3229" y="949"/>
                    <a:pt x="3227" y="946"/>
                  </a:cubicBezTo>
                  <a:cubicBezTo>
                    <a:pt x="3264" y="965"/>
                    <a:pt x="3274" y="976"/>
                    <a:pt x="3286" y="981"/>
                  </a:cubicBezTo>
                  <a:cubicBezTo>
                    <a:pt x="3328" y="1007"/>
                    <a:pt x="3340" y="1010"/>
                    <a:pt x="3351" y="1014"/>
                  </a:cubicBezTo>
                  <a:cubicBezTo>
                    <a:pt x="3379" y="1029"/>
                    <a:pt x="3382" y="1034"/>
                    <a:pt x="3385" y="1036"/>
                  </a:cubicBezTo>
                  <a:cubicBezTo>
                    <a:pt x="3416" y="1052"/>
                    <a:pt x="3425" y="1050"/>
                    <a:pt x="3431" y="1059"/>
                  </a:cubicBezTo>
                  <a:cubicBezTo>
                    <a:pt x="3502" y="1097"/>
                    <a:pt x="3503" y="1108"/>
                    <a:pt x="3507" y="1106"/>
                  </a:cubicBezTo>
                  <a:cubicBezTo>
                    <a:pt x="3543" y="1136"/>
                    <a:pt x="3545" y="1138"/>
                    <a:pt x="3548" y="1140"/>
                  </a:cubicBezTo>
                  <a:cubicBezTo>
                    <a:pt x="3574" y="1156"/>
                    <a:pt x="3573" y="1153"/>
                    <a:pt x="3571" y="1154"/>
                  </a:cubicBezTo>
                  <a:cubicBezTo>
                    <a:pt x="3558" y="1134"/>
                    <a:pt x="3548" y="1133"/>
                    <a:pt x="3546" y="1130"/>
                  </a:cubicBezTo>
                  <a:cubicBezTo>
                    <a:pt x="3518" y="1109"/>
                    <a:pt x="3511" y="1099"/>
                    <a:pt x="3503" y="1094"/>
                  </a:cubicBezTo>
                  <a:cubicBezTo>
                    <a:pt x="3453" y="1053"/>
                    <a:pt x="3451" y="1043"/>
                    <a:pt x="3445" y="1045"/>
                  </a:cubicBezTo>
                  <a:cubicBezTo>
                    <a:pt x="3417" y="1024"/>
                    <a:pt x="3413" y="1021"/>
                    <a:pt x="3410" y="1016"/>
                  </a:cubicBezTo>
                  <a:cubicBezTo>
                    <a:pt x="3358" y="980"/>
                    <a:pt x="3354" y="981"/>
                    <a:pt x="3351" y="976"/>
                  </a:cubicBezTo>
                  <a:cubicBezTo>
                    <a:pt x="3337" y="968"/>
                    <a:pt x="3333" y="968"/>
                    <a:pt x="3329" y="967"/>
                  </a:cubicBezTo>
                  <a:cubicBezTo>
                    <a:pt x="3294" y="946"/>
                    <a:pt x="3290" y="949"/>
                    <a:pt x="3288" y="941"/>
                  </a:cubicBezTo>
                  <a:cubicBezTo>
                    <a:pt x="3241" y="919"/>
                    <a:pt x="3237" y="920"/>
                    <a:pt x="3234" y="915"/>
                  </a:cubicBezTo>
                  <a:cubicBezTo>
                    <a:pt x="3205" y="900"/>
                    <a:pt x="3200" y="898"/>
                    <a:pt x="3195" y="899"/>
                  </a:cubicBezTo>
                  <a:cubicBezTo>
                    <a:pt x="3175" y="884"/>
                    <a:pt x="3172" y="884"/>
                    <a:pt x="3170" y="883"/>
                  </a:cubicBezTo>
                  <a:cubicBezTo>
                    <a:pt x="3195" y="875"/>
                    <a:pt x="3199" y="875"/>
                    <a:pt x="3203" y="875"/>
                  </a:cubicBezTo>
                  <a:cubicBezTo>
                    <a:pt x="3240" y="895"/>
                    <a:pt x="3246" y="887"/>
                    <a:pt x="3249" y="893"/>
                  </a:cubicBezTo>
                  <a:cubicBezTo>
                    <a:pt x="3288" y="904"/>
                    <a:pt x="3290" y="912"/>
                    <a:pt x="3294" y="910"/>
                  </a:cubicBezTo>
                  <a:cubicBezTo>
                    <a:pt x="3330" y="928"/>
                    <a:pt x="3331" y="930"/>
                    <a:pt x="3333" y="929"/>
                  </a:cubicBezTo>
                  <a:cubicBezTo>
                    <a:pt x="3357" y="941"/>
                    <a:pt x="3364" y="949"/>
                    <a:pt x="3372" y="951"/>
                  </a:cubicBezTo>
                  <a:cubicBezTo>
                    <a:pt x="3408" y="970"/>
                    <a:pt x="3410" y="979"/>
                    <a:pt x="3414" y="981"/>
                  </a:cubicBezTo>
                  <a:cubicBezTo>
                    <a:pt x="3449" y="1003"/>
                    <a:pt x="3451" y="1013"/>
                    <a:pt x="3456" y="1012"/>
                  </a:cubicBezTo>
                  <a:cubicBezTo>
                    <a:pt x="3489" y="1044"/>
                    <a:pt x="3492" y="1048"/>
                    <a:pt x="3497" y="1049"/>
                  </a:cubicBezTo>
                  <a:cubicBezTo>
                    <a:pt x="3401" y="963"/>
                    <a:pt x="3396" y="957"/>
                    <a:pt x="3390" y="954"/>
                  </a:cubicBezTo>
                  <a:cubicBezTo>
                    <a:pt x="3354" y="936"/>
                    <a:pt x="3353" y="929"/>
                    <a:pt x="3350" y="930"/>
                  </a:cubicBezTo>
                  <a:cubicBezTo>
                    <a:pt x="3324" y="912"/>
                    <a:pt x="3322" y="914"/>
                    <a:pt x="3321" y="914"/>
                  </a:cubicBezTo>
                  <a:cubicBezTo>
                    <a:pt x="3289" y="894"/>
                    <a:pt x="3285" y="896"/>
                    <a:pt x="3283" y="895"/>
                  </a:cubicBezTo>
                  <a:cubicBezTo>
                    <a:pt x="3251" y="882"/>
                    <a:pt x="3244" y="883"/>
                    <a:pt x="3238" y="879"/>
                  </a:cubicBezTo>
                  <a:cubicBezTo>
                    <a:pt x="3163" y="843"/>
                    <a:pt x="3156" y="848"/>
                    <a:pt x="3152" y="844"/>
                  </a:cubicBezTo>
                  <a:cubicBezTo>
                    <a:pt x="3129" y="824"/>
                    <a:pt x="3133" y="823"/>
                    <a:pt x="3136" y="829"/>
                  </a:cubicBezTo>
                  <a:cubicBezTo>
                    <a:pt x="3171" y="839"/>
                    <a:pt x="3173" y="840"/>
                    <a:pt x="3174" y="842"/>
                  </a:cubicBezTo>
                  <a:cubicBezTo>
                    <a:pt x="3201" y="845"/>
                    <a:pt x="3208" y="851"/>
                    <a:pt x="3217" y="851"/>
                  </a:cubicBezTo>
                  <a:cubicBezTo>
                    <a:pt x="3244" y="863"/>
                    <a:pt x="3252" y="861"/>
                    <a:pt x="3258" y="865"/>
                  </a:cubicBezTo>
                  <a:cubicBezTo>
                    <a:pt x="3312" y="888"/>
                    <a:pt x="3315" y="890"/>
                    <a:pt x="3319" y="891"/>
                  </a:cubicBezTo>
                  <a:cubicBezTo>
                    <a:pt x="3360" y="920"/>
                    <a:pt x="3365" y="916"/>
                    <a:pt x="3368" y="920"/>
                  </a:cubicBezTo>
                  <a:cubicBezTo>
                    <a:pt x="3374" y="912"/>
                    <a:pt x="3365" y="914"/>
                    <a:pt x="3358" y="907"/>
                  </a:cubicBezTo>
                  <a:cubicBezTo>
                    <a:pt x="3329" y="880"/>
                    <a:pt x="3319" y="883"/>
                    <a:pt x="3314" y="872"/>
                  </a:cubicBezTo>
                  <a:cubicBezTo>
                    <a:pt x="3285" y="856"/>
                    <a:pt x="3281" y="852"/>
                    <a:pt x="3276" y="850"/>
                  </a:cubicBezTo>
                  <a:cubicBezTo>
                    <a:pt x="3245" y="827"/>
                    <a:pt x="3239" y="825"/>
                    <a:pt x="3235" y="816"/>
                  </a:cubicBezTo>
                  <a:cubicBezTo>
                    <a:pt x="3182" y="776"/>
                    <a:pt x="3171" y="775"/>
                    <a:pt x="3161" y="768"/>
                  </a:cubicBezTo>
                  <a:cubicBezTo>
                    <a:pt x="3121" y="750"/>
                    <a:pt x="3110" y="747"/>
                    <a:pt x="3101" y="739"/>
                  </a:cubicBezTo>
                  <a:cubicBezTo>
                    <a:pt x="3052" y="714"/>
                    <a:pt x="3044" y="719"/>
                    <a:pt x="3040" y="714"/>
                  </a:cubicBezTo>
                  <a:cubicBezTo>
                    <a:pt x="3003" y="699"/>
                    <a:pt x="2998" y="697"/>
                    <a:pt x="2993" y="694"/>
                  </a:cubicBezTo>
                  <a:cubicBezTo>
                    <a:pt x="3002" y="688"/>
                    <a:pt x="3024" y="683"/>
                    <a:pt x="3048" y="671"/>
                  </a:cubicBezTo>
                  <a:cubicBezTo>
                    <a:pt x="3075" y="669"/>
                    <a:pt x="3083" y="661"/>
                    <a:pt x="3080" y="655"/>
                  </a:cubicBezTo>
                  <a:cubicBezTo>
                    <a:pt x="3030" y="667"/>
                    <a:pt x="3022" y="671"/>
                    <a:pt x="3014" y="674"/>
                  </a:cubicBezTo>
                  <a:cubicBezTo>
                    <a:pt x="3024" y="659"/>
                    <a:pt x="3033" y="668"/>
                    <a:pt x="3036" y="659"/>
                  </a:cubicBezTo>
                  <a:cubicBezTo>
                    <a:pt x="2993" y="660"/>
                    <a:pt x="2986" y="663"/>
                    <a:pt x="2980" y="666"/>
                  </a:cubicBezTo>
                  <a:cubicBezTo>
                    <a:pt x="2939" y="653"/>
                    <a:pt x="2932" y="657"/>
                    <a:pt x="2928" y="652"/>
                  </a:cubicBezTo>
                  <a:cubicBezTo>
                    <a:pt x="2898" y="634"/>
                    <a:pt x="2890" y="634"/>
                    <a:pt x="2883" y="626"/>
                  </a:cubicBezTo>
                  <a:cubicBezTo>
                    <a:pt x="2861" y="631"/>
                    <a:pt x="2869" y="634"/>
                    <a:pt x="2873" y="637"/>
                  </a:cubicBezTo>
                  <a:cubicBezTo>
                    <a:pt x="2898" y="653"/>
                    <a:pt x="2909" y="660"/>
                    <a:pt x="2918" y="668"/>
                  </a:cubicBezTo>
                  <a:cubicBezTo>
                    <a:pt x="2928" y="687"/>
                    <a:pt x="2934" y="689"/>
                    <a:pt x="2939" y="695"/>
                  </a:cubicBezTo>
                  <a:cubicBezTo>
                    <a:pt x="2944" y="721"/>
                    <a:pt x="2952" y="728"/>
                    <a:pt x="2948" y="731"/>
                  </a:cubicBezTo>
                  <a:cubicBezTo>
                    <a:pt x="2950" y="798"/>
                    <a:pt x="2944" y="807"/>
                    <a:pt x="2940" y="817"/>
                  </a:cubicBezTo>
                  <a:cubicBezTo>
                    <a:pt x="2938" y="837"/>
                    <a:pt x="2940" y="824"/>
                    <a:pt x="2950" y="820"/>
                  </a:cubicBezTo>
                  <a:cubicBezTo>
                    <a:pt x="2961" y="789"/>
                    <a:pt x="2962" y="779"/>
                    <a:pt x="2965" y="784"/>
                  </a:cubicBezTo>
                  <a:cubicBezTo>
                    <a:pt x="2967" y="814"/>
                    <a:pt x="2969" y="828"/>
                    <a:pt x="2968" y="842"/>
                  </a:cubicBezTo>
                  <a:cubicBezTo>
                    <a:pt x="2974" y="934"/>
                    <a:pt x="2982" y="943"/>
                    <a:pt x="2978" y="949"/>
                  </a:cubicBezTo>
                  <a:cubicBezTo>
                    <a:pt x="2990" y="987"/>
                    <a:pt x="2993" y="1001"/>
                    <a:pt x="2999" y="1016"/>
                  </a:cubicBezTo>
                  <a:cubicBezTo>
                    <a:pt x="3032" y="1065"/>
                    <a:pt x="3034" y="1074"/>
                    <a:pt x="3041" y="1085"/>
                  </a:cubicBezTo>
                  <a:cubicBezTo>
                    <a:pt x="3045" y="1117"/>
                    <a:pt x="3048" y="1125"/>
                    <a:pt x="3047" y="1133"/>
                  </a:cubicBezTo>
                  <a:cubicBezTo>
                    <a:pt x="3052" y="1173"/>
                    <a:pt x="3059" y="1185"/>
                    <a:pt x="3062" y="1183"/>
                  </a:cubicBezTo>
                  <a:cubicBezTo>
                    <a:pt x="3055" y="1114"/>
                    <a:pt x="3058" y="1119"/>
                    <a:pt x="3061" y="1120"/>
                  </a:cubicBezTo>
                  <a:cubicBezTo>
                    <a:pt x="3064" y="1132"/>
                    <a:pt x="3070" y="1142"/>
                    <a:pt x="3064" y="1148"/>
                  </a:cubicBezTo>
                  <a:cubicBezTo>
                    <a:pt x="3067" y="1182"/>
                    <a:pt x="3066" y="1190"/>
                    <a:pt x="3065" y="1197"/>
                  </a:cubicBezTo>
                  <a:cubicBezTo>
                    <a:pt x="3076" y="1282"/>
                    <a:pt x="3077" y="1290"/>
                    <a:pt x="3079" y="1299"/>
                  </a:cubicBezTo>
                  <a:cubicBezTo>
                    <a:pt x="3087" y="1310"/>
                    <a:pt x="3085" y="1298"/>
                    <a:pt x="3082" y="1286"/>
                  </a:cubicBezTo>
                  <a:cubicBezTo>
                    <a:pt x="3078" y="1227"/>
                    <a:pt x="3069" y="1205"/>
                    <a:pt x="3075" y="1186"/>
                  </a:cubicBezTo>
                  <a:cubicBezTo>
                    <a:pt x="3073" y="1135"/>
                    <a:pt x="3072" y="1130"/>
                    <a:pt x="3076" y="1125"/>
                  </a:cubicBezTo>
                  <a:cubicBezTo>
                    <a:pt x="3075" y="1028"/>
                    <a:pt x="3067" y="1020"/>
                    <a:pt x="3071" y="1016"/>
                  </a:cubicBezTo>
                  <a:cubicBezTo>
                    <a:pt x="3067" y="980"/>
                    <a:pt x="3066" y="975"/>
                    <a:pt x="3063" y="969"/>
                  </a:cubicBezTo>
                  <a:cubicBezTo>
                    <a:pt x="3057" y="926"/>
                    <a:pt x="3056" y="916"/>
                    <a:pt x="3054" y="905"/>
                  </a:cubicBezTo>
                  <a:cubicBezTo>
                    <a:pt x="3049" y="868"/>
                    <a:pt x="3041" y="861"/>
                    <a:pt x="3046" y="858"/>
                  </a:cubicBezTo>
                  <a:cubicBezTo>
                    <a:pt x="3031" y="797"/>
                    <a:pt x="3030" y="786"/>
                    <a:pt x="3022" y="773"/>
                  </a:cubicBezTo>
                  <a:cubicBezTo>
                    <a:pt x="3014" y="747"/>
                    <a:pt x="3011" y="747"/>
                    <a:pt x="3016" y="744"/>
                  </a:cubicBezTo>
                  <a:cubicBezTo>
                    <a:pt x="3050" y="839"/>
                    <a:pt x="3059" y="847"/>
                    <a:pt x="3056" y="852"/>
                  </a:cubicBezTo>
                  <a:cubicBezTo>
                    <a:pt x="3070" y="887"/>
                    <a:pt x="3065" y="889"/>
                    <a:pt x="3069" y="894"/>
                  </a:cubicBezTo>
                  <a:cubicBezTo>
                    <a:pt x="3084" y="974"/>
                    <a:pt x="3084" y="987"/>
                    <a:pt x="3087" y="1001"/>
                  </a:cubicBezTo>
                  <a:cubicBezTo>
                    <a:pt x="3086" y="1036"/>
                    <a:pt x="3093" y="1041"/>
                    <a:pt x="3089" y="1044"/>
                  </a:cubicBezTo>
                  <a:cubicBezTo>
                    <a:pt x="3093" y="1109"/>
                    <a:pt x="3094" y="1113"/>
                    <a:pt x="3092" y="1116"/>
                  </a:cubicBezTo>
                  <a:cubicBezTo>
                    <a:pt x="3094" y="1174"/>
                    <a:pt x="3095" y="1181"/>
                    <a:pt x="3095" y="1188"/>
                  </a:cubicBezTo>
                  <a:cubicBezTo>
                    <a:pt x="3102" y="1188"/>
                    <a:pt x="3095" y="1183"/>
                    <a:pt x="3099" y="1180"/>
                  </a:cubicBezTo>
                  <a:cubicBezTo>
                    <a:pt x="3098" y="1147"/>
                    <a:pt x="3098" y="1144"/>
                    <a:pt x="3101" y="1141"/>
                  </a:cubicBezTo>
                  <a:cubicBezTo>
                    <a:pt x="3103" y="1088"/>
                    <a:pt x="3096" y="1082"/>
                    <a:pt x="3099" y="1079"/>
                  </a:cubicBezTo>
                  <a:cubicBezTo>
                    <a:pt x="3102" y="1056"/>
                    <a:pt x="3097" y="1051"/>
                    <a:pt x="3103" y="1049"/>
                  </a:cubicBezTo>
                  <a:cubicBezTo>
                    <a:pt x="3108" y="1090"/>
                    <a:pt x="3111" y="1096"/>
                    <a:pt x="3108" y="1101"/>
                  </a:cubicBezTo>
                  <a:cubicBezTo>
                    <a:pt x="3109" y="1140"/>
                    <a:pt x="3116" y="1148"/>
                    <a:pt x="3110" y="1152"/>
                  </a:cubicBezTo>
                  <a:cubicBezTo>
                    <a:pt x="3112" y="1193"/>
                    <a:pt x="3113" y="1198"/>
                    <a:pt x="3112" y="1203"/>
                  </a:cubicBezTo>
                  <a:cubicBezTo>
                    <a:pt x="3115" y="1245"/>
                    <a:pt x="3109" y="1249"/>
                    <a:pt x="3112" y="1255"/>
                  </a:cubicBezTo>
                  <a:cubicBezTo>
                    <a:pt x="3109" y="1311"/>
                    <a:pt x="3117" y="1319"/>
                    <a:pt x="3115" y="1324"/>
                  </a:cubicBezTo>
                  <a:cubicBezTo>
                    <a:pt x="3117" y="1370"/>
                    <a:pt x="3120" y="1383"/>
                    <a:pt x="3117" y="1394"/>
                  </a:cubicBezTo>
                  <a:cubicBezTo>
                    <a:pt x="3127" y="1414"/>
                    <a:pt x="3128" y="1401"/>
                    <a:pt x="3121" y="1387"/>
                  </a:cubicBezTo>
                  <a:cubicBezTo>
                    <a:pt x="3122" y="1355"/>
                    <a:pt x="3121" y="1352"/>
                    <a:pt x="3124" y="1349"/>
                  </a:cubicBezTo>
                  <a:cubicBezTo>
                    <a:pt x="3129" y="1294"/>
                    <a:pt x="3130" y="1292"/>
                    <a:pt x="3132" y="1290"/>
                  </a:cubicBezTo>
                  <a:cubicBezTo>
                    <a:pt x="3132" y="1271"/>
                    <a:pt x="3133" y="1275"/>
                    <a:pt x="3136" y="1274"/>
                  </a:cubicBezTo>
                  <a:cubicBezTo>
                    <a:pt x="3145" y="1244"/>
                    <a:pt x="3144" y="1234"/>
                    <a:pt x="3149" y="1226"/>
                  </a:cubicBezTo>
                  <a:cubicBezTo>
                    <a:pt x="3150" y="1183"/>
                    <a:pt x="3156" y="1181"/>
                    <a:pt x="3152" y="1178"/>
                  </a:cubicBezTo>
                  <a:cubicBezTo>
                    <a:pt x="3155" y="1141"/>
                    <a:pt x="3153" y="1134"/>
                    <a:pt x="3157" y="1128"/>
                  </a:cubicBezTo>
                  <a:cubicBezTo>
                    <a:pt x="3158" y="1062"/>
                    <a:pt x="3159" y="1055"/>
                    <a:pt x="3157" y="1049"/>
                  </a:cubicBezTo>
                  <a:cubicBezTo>
                    <a:pt x="3160" y="982"/>
                    <a:pt x="3153" y="974"/>
                    <a:pt x="3155" y="968"/>
                  </a:cubicBezTo>
                  <a:cubicBezTo>
                    <a:pt x="3145" y="922"/>
                    <a:pt x="3151" y="920"/>
                    <a:pt x="3150" y="916"/>
                  </a:cubicBezTo>
                  <a:cubicBezTo>
                    <a:pt x="3147" y="883"/>
                    <a:pt x="3153" y="880"/>
                    <a:pt x="3156" y="888"/>
                  </a:cubicBezTo>
                  <a:cubicBezTo>
                    <a:pt x="3165" y="928"/>
                    <a:pt x="3166" y="926"/>
                    <a:pt x="3169" y="935"/>
                  </a:cubicBezTo>
                  <a:cubicBezTo>
                    <a:pt x="3187" y="1039"/>
                    <a:pt x="3186" y="1046"/>
                    <a:pt x="3189" y="1055"/>
                  </a:cubicBezTo>
                  <a:cubicBezTo>
                    <a:pt x="3185" y="1114"/>
                    <a:pt x="3188" y="1123"/>
                    <a:pt x="3185" y="1131"/>
                  </a:cubicBezTo>
                  <a:cubicBezTo>
                    <a:pt x="3179" y="1213"/>
                    <a:pt x="3173" y="1220"/>
                    <a:pt x="3176" y="1229"/>
                  </a:cubicBezTo>
                  <a:cubicBezTo>
                    <a:pt x="3163" y="1280"/>
                    <a:pt x="3160" y="1284"/>
                    <a:pt x="3163" y="1289"/>
                  </a:cubicBezTo>
                  <a:cubicBezTo>
                    <a:pt x="3153" y="1341"/>
                    <a:pt x="3148" y="1356"/>
                    <a:pt x="3149" y="1373"/>
                  </a:cubicBezTo>
                  <a:cubicBezTo>
                    <a:pt x="3151" y="1417"/>
                    <a:pt x="3144" y="1420"/>
                    <a:pt x="3149" y="1425"/>
                  </a:cubicBezTo>
                  <a:cubicBezTo>
                    <a:pt x="3155" y="1378"/>
                    <a:pt x="3156" y="1367"/>
                    <a:pt x="3154" y="1354"/>
                  </a:cubicBezTo>
                  <a:cubicBezTo>
                    <a:pt x="3165" y="1316"/>
                    <a:pt x="3166" y="1311"/>
                    <a:pt x="3167" y="1305"/>
                  </a:cubicBezTo>
                  <a:cubicBezTo>
                    <a:pt x="3176" y="1270"/>
                    <a:pt x="3175" y="1267"/>
                    <a:pt x="3177" y="1264"/>
                  </a:cubicBezTo>
                  <a:cubicBezTo>
                    <a:pt x="3187" y="1210"/>
                    <a:pt x="3189" y="1199"/>
                    <a:pt x="3191" y="1188"/>
                  </a:cubicBezTo>
                  <a:cubicBezTo>
                    <a:pt x="3195" y="1149"/>
                    <a:pt x="3193" y="1142"/>
                    <a:pt x="3194" y="1137"/>
                  </a:cubicBezTo>
                  <a:cubicBezTo>
                    <a:pt x="3196" y="1100"/>
                    <a:pt x="3196" y="1097"/>
                    <a:pt x="3197" y="1094"/>
                  </a:cubicBezTo>
                  <a:cubicBezTo>
                    <a:pt x="3195" y="1071"/>
                    <a:pt x="3197" y="1069"/>
                    <a:pt x="3195" y="1066"/>
                  </a:cubicBezTo>
                  <a:cubicBezTo>
                    <a:pt x="3196" y="1014"/>
                    <a:pt x="3190" y="1009"/>
                    <a:pt x="3193" y="1006"/>
                  </a:cubicBezTo>
                  <a:cubicBezTo>
                    <a:pt x="3187" y="970"/>
                    <a:pt x="3186" y="957"/>
                    <a:pt x="3181" y="942"/>
                  </a:cubicBezTo>
                  <a:cubicBezTo>
                    <a:pt x="3172" y="905"/>
                    <a:pt x="3165" y="899"/>
                    <a:pt x="3169" y="897"/>
                  </a:cubicBezTo>
                  <a:cubicBezTo>
                    <a:pt x="3193" y="936"/>
                    <a:pt x="3197" y="938"/>
                    <a:pt x="3200" y="945"/>
                  </a:cubicBezTo>
                  <a:cubicBezTo>
                    <a:pt x="3205" y="988"/>
                    <a:pt x="3213" y="1001"/>
                    <a:pt x="3210" y="1011"/>
                  </a:cubicBezTo>
                  <a:cubicBezTo>
                    <a:pt x="3216" y="1080"/>
                    <a:pt x="3212" y="1084"/>
                    <a:pt x="3217" y="1091"/>
                  </a:cubicBezTo>
                  <a:cubicBezTo>
                    <a:pt x="3214" y="1126"/>
                    <a:pt x="3219" y="1133"/>
                    <a:pt x="3217" y="1138"/>
                  </a:cubicBezTo>
                  <a:cubicBezTo>
                    <a:pt x="3206" y="1258"/>
                    <a:pt x="3194" y="1263"/>
                    <a:pt x="3198" y="1272"/>
                  </a:cubicBezTo>
                  <a:cubicBezTo>
                    <a:pt x="3179" y="1351"/>
                    <a:pt x="3173" y="1358"/>
                    <a:pt x="3172" y="1366"/>
                  </a:cubicBezTo>
                  <a:cubicBezTo>
                    <a:pt x="3163" y="1392"/>
                    <a:pt x="3160" y="1394"/>
                    <a:pt x="3160" y="1397"/>
                  </a:cubicBezTo>
                  <a:cubicBezTo>
                    <a:pt x="3154" y="1428"/>
                    <a:pt x="3159" y="1432"/>
                    <a:pt x="3153" y="1434"/>
                  </a:cubicBezTo>
                  <a:cubicBezTo>
                    <a:pt x="3150" y="1467"/>
                    <a:pt x="3150" y="1472"/>
                    <a:pt x="3147" y="1475"/>
                  </a:cubicBezTo>
                  <a:cubicBezTo>
                    <a:pt x="3151" y="1507"/>
                    <a:pt x="3154" y="1515"/>
                    <a:pt x="3160" y="1512"/>
                  </a:cubicBezTo>
                  <a:cubicBezTo>
                    <a:pt x="3159" y="1447"/>
                    <a:pt x="3165" y="1441"/>
                    <a:pt x="3164" y="1433"/>
                  </a:cubicBezTo>
                  <a:cubicBezTo>
                    <a:pt x="3173" y="1372"/>
                    <a:pt x="3184" y="1371"/>
                    <a:pt x="3180" y="1366"/>
                  </a:cubicBezTo>
                  <a:cubicBezTo>
                    <a:pt x="3201" y="1314"/>
                    <a:pt x="3194" y="1304"/>
                    <a:pt x="3201" y="1297"/>
                  </a:cubicBezTo>
                  <a:cubicBezTo>
                    <a:pt x="3225" y="1182"/>
                    <a:pt x="3222" y="1176"/>
                    <a:pt x="3225" y="1171"/>
                  </a:cubicBezTo>
                  <a:cubicBezTo>
                    <a:pt x="3228" y="1123"/>
                    <a:pt x="3230" y="1121"/>
                    <a:pt x="3227" y="1118"/>
                  </a:cubicBezTo>
                  <a:cubicBezTo>
                    <a:pt x="3225" y="1065"/>
                    <a:pt x="3224" y="1055"/>
                    <a:pt x="3223" y="1044"/>
                  </a:cubicBezTo>
                  <a:cubicBezTo>
                    <a:pt x="3215" y="989"/>
                    <a:pt x="3220" y="986"/>
                    <a:pt x="3216" y="979"/>
                  </a:cubicBezTo>
                  <a:cubicBezTo>
                    <a:pt x="3216" y="948"/>
                    <a:pt x="3217" y="958"/>
                    <a:pt x="3221" y="955"/>
                  </a:cubicBezTo>
                  <a:cubicBezTo>
                    <a:pt x="3228" y="1001"/>
                    <a:pt x="3229" y="1009"/>
                    <a:pt x="3230" y="1018"/>
                  </a:cubicBezTo>
                  <a:cubicBezTo>
                    <a:pt x="3236" y="1076"/>
                    <a:pt x="3243" y="1086"/>
                    <a:pt x="3241" y="1094"/>
                  </a:cubicBezTo>
                  <a:cubicBezTo>
                    <a:pt x="3239" y="1134"/>
                    <a:pt x="3241" y="1139"/>
                    <a:pt x="3245" y="1144"/>
                  </a:cubicBezTo>
                  <a:cubicBezTo>
                    <a:pt x="3236" y="1237"/>
                    <a:pt x="3231" y="1250"/>
                    <a:pt x="3231" y="1264"/>
                  </a:cubicBezTo>
                  <a:cubicBezTo>
                    <a:pt x="3225" y="1290"/>
                    <a:pt x="3224" y="1296"/>
                    <a:pt x="3220" y="1302"/>
                  </a:cubicBezTo>
                  <a:cubicBezTo>
                    <a:pt x="3214" y="1328"/>
                    <a:pt x="3216" y="1336"/>
                    <a:pt x="3213" y="1342"/>
                  </a:cubicBezTo>
                  <a:cubicBezTo>
                    <a:pt x="3207" y="1365"/>
                    <a:pt x="3199" y="1366"/>
                    <a:pt x="3202" y="1370"/>
                  </a:cubicBezTo>
                  <a:cubicBezTo>
                    <a:pt x="3194" y="1393"/>
                    <a:pt x="3193" y="1396"/>
                    <a:pt x="3191" y="1399"/>
                  </a:cubicBezTo>
                  <a:cubicBezTo>
                    <a:pt x="3182" y="1431"/>
                    <a:pt x="3186" y="1436"/>
                    <a:pt x="3180" y="1438"/>
                  </a:cubicBezTo>
                  <a:cubicBezTo>
                    <a:pt x="3184" y="1446"/>
                    <a:pt x="3192" y="1438"/>
                    <a:pt x="3188" y="1427"/>
                  </a:cubicBezTo>
                  <a:cubicBezTo>
                    <a:pt x="3201" y="1389"/>
                    <a:pt x="3204" y="1380"/>
                    <a:pt x="3210" y="1371"/>
                  </a:cubicBezTo>
                  <a:cubicBezTo>
                    <a:pt x="3234" y="1306"/>
                    <a:pt x="3232" y="1295"/>
                    <a:pt x="3235" y="1286"/>
                  </a:cubicBezTo>
                  <a:cubicBezTo>
                    <a:pt x="3246" y="1236"/>
                    <a:pt x="3245" y="1231"/>
                    <a:pt x="3245" y="1226"/>
                  </a:cubicBezTo>
                  <a:cubicBezTo>
                    <a:pt x="3252" y="1156"/>
                    <a:pt x="3254" y="1146"/>
                    <a:pt x="3251" y="1135"/>
                  </a:cubicBezTo>
                  <a:cubicBezTo>
                    <a:pt x="3253" y="1084"/>
                    <a:pt x="3246" y="1062"/>
                    <a:pt x="3243" y="1041"/>
                  </a:cubicBezTo>
                  <a:cubicBezTo>
                    <a:pt x="3240" y="998"/>
                    <a:pt x="3234" y="986"/>
                    <a:pt x="3236" y="976"/>
                  </a:cubicBezTo>
                  <a:cubicBezTo>
                    <a:pt x="3253" y="1016"/>
                    <a:pt x="3250" y="1025"/>
                    <a:pt x="3251" y="1036"/>
                  </a:cubicBezTo>
                  <a:cubicBezTo>
                    <a:pt x="3259" y="1058"/>
                    <a:pt x="3260" y="1059"/>
                    <a:pt x="3260" y="1061"/>
                  </a:cubicBezTo>
                  <a:cubicBezTo>
                    <a:pt x="3265" y="1094"/>
                    <a:pt x="3262" y="1098"/>
                    <a:pt x="3263" y="1103"/>
                  </a:cubicBezTo>
                  <a:cubicBezTo>
                    <a:pt x="3267" y="1125"/>
                    <a:pt x="3264" y="1130"/>
                    <a:pt x="3264" y="1135"/>
                  </a:cubicBezTo>
                  <a:cubicBezTo>
                    <a:pt x="3265" y="1184"/>
                    <a:pt x="3263" y="1186"/>
                    <a:pt x="3262" y="1188"/>
                  </a:cubicBezTo>
                  <a:cubicBezTo>
                    <a:pt x="3264" y="1224"/>
                    <a:pt x="3258" y="1233"/>
                    <a:pt x="3261" y="1244"/>
                  </a:cubicBezTo>
                  <a:cubicBezTo>
                    <a:pt x="3258" y="1295"/>
                    <a:pt x="3252" y="1299"/>
                    <a:pt x="3248" y="1303"/>
                  </a:cubicBezTo>
                  <a:cubicBezTo>
                    <a:pt x="3248" y="1327"/>
                    <a:pt x="3244" y="1332"/>
                    <a:pt x="3247" y="1339"/>
                  </a:cubicBezTo>
                  <a:cubicBezTo>
                    <a:pt x="3235" y="1378"/>
                    <a:pt x="3233" y="1384"/>
                    <a:pt x="3235" y="1390"/>
                  </a:cubicBezTo>
                  <a:cubicBezTo>
                    <a:pt x="3220" y="1427"/>
                    <a:pt x="3219" y="1429"/>
                    <a:pt x="3218" y="1432"/>
                  </a:cubicBezTo>
                  <a:cubicBezTo>
                    <a:pt x="3202" y="1481"/>
                    <a:pt x="3197" y="1486"/>
                    <a:pt x="3198" y="1493"/>
                  </a:cubicBezTo>
                  <a:cubicBezTo>
                    <a:pt x="3188" y="1549"/>
                    <a:pt x="3188" y="1552"/>
                    <a:pt x="3190" y="1555"/>
                  </a:cubicBezTo>
                  <a:cubicBezTo>
                    <a:pt x="3191" y="1578"/>
                    <a:pt x="3185" y="1580"/>
                    <a:pt x="3187" y="1584"/>
                  </a:cubicBezTo>
                  <a:cubicBezTo>
                    <a:pt x="3198" y="1539"/>
                    <a:pt x="3196" y="1531"/>
                    <a:pt x="3200" y="1525"/>
                  </a:cubicBezTo>
                  <a:cubicBezTo>
                    <a:pt x="3215" y="1451"/>
                    <a:pt x="3233" y="1424"/>
                    <a:pt x="3240" y="1395"/>
                  </a:cubicBezTo>
                  <a:cubicBezTo>
                    <a:pt x="3242" y="1369"/>
                    <a:pt x="3253" y="1367"/>
                    <a:pt x="3249" y="1362"/>
                  </a:cubicBezTo>
                  <a:cubicBezTo>
                    <a:pt x="3258" y="1328"/>
                    <a:pt x="3257" y="1326"/>
                    <a:pt x="3258" y="1325"/>
                  </a:cubicBezTo>
                  <a:cubicBezTo>
                    <a:pt x="3263" y="1299"/>
                    <a:pt x="3264" y="1292"/>
                    <a:pt x="3265" y="1285"/>
                  </a:cubicBezTo>
                  <a:cubicBezTo>
                    <a:pt x="3273" y="1232"/>
                    <a:pt x="3267" y="1222"/>
                    <a:pt x="3275" y="1216"/>
                  </a:cubicBezTo>
                  <a:cubicBezTo>
                    <a:pt x="3273" y="1181"/>
                    <a:pt x="3272" y="1177"/>
                    <a:pt x="3275" y="1173"/>
                  </a:cubicBezTo>
                  <a:cubicBezTo>
                    <a:pt x="3271" y="1142"/>
                    <a:pt x="3276" y="1139"/>
                    <a:pt x="3275" y="1135"/>
                  </a:cubicBezTo>
                  <a:cubicBezTo>
                    <a:pt x="3275" y="1115"/>
                    <a:pt x="3277" y="1113"/>
                    <a:pt x="3275" y="1110"/>
                  </a:cubicBezTo>
                  <a:cubicBezTo>
                    <a:pt x="3266" y="1042"/>
                    <a:pt x="3265" y="1039"/>
                    <a:pt x="3265" y="1036"/>
                  </a:cubicBezTo>
                  <a:cubicBezTo>
                    <a:pt x="3265" y="1022"/>
                    <a:pt x="3274" y="1018"/>
                    <a:pt x="3279" y="1031"/>
                  </a:cubicBezTo>
                  <a:cubicBezTo>
                    <a:pt x="3283" y="1112"/>
                    <a:pt x="3292" y="1110"/>
                    <a:pt x="3289" y="1116"/>
                  </a:cubicBezTo>
                  <a:cubicBezTo>
                    <a:pt x="3295" y="1149"/>
                    <a:pt x="3288" y="1153"/>
                    <a:pt x="3292" y="1160"/>
                  </a:cubicBezTo>
                  <a:cubicBezTo>
                    <a:pt x="3290" y="1231"/>
                    <a:pt x="3294" y="1237"/>
                    <a:pt x="3293" y="1242"/>
                  </a:cubicBezTo>
                  <a:cubicBezTo>
                    <a:pt x="3292" y="1281"/>
                    <a:pt x="3291" y="1286"/>
                    <a:pt x="3288" y="1291"/>
                  </a:cubicBezTo>
                  <a:cubicBezTo>
                    <a:pt x="3287" y="1318"/>
                    <a:pt x="3281" y="1319"/>
                    <a:pt x="3284" y="1323"/>
                  </a:cubicBezTo>
                  <a:cubicBezTo>
                    <a:pt x="3273" y="1372"/>
                    <a:pt x="3269" y="1374"/>
                    <a:pt x="3268" y="1376"/>
                  </a:cubicBezTo>
                  <a:cubicBezTo>
                    <a:pt x="3258" y="1401"/>
                    <a:pt x="3267" y="1409"/>
                    <a:pt x="3258" y="1412"/>
                  </a:cubicBezTo>
                  <a:cubicBezTo>
                    <a:pt x="3246" y="1448"/>
                    <a:pt x="3240" y="1456"/>
                    <a:pt x="3240" y="1466"/>
                  </a:cubicBezTo>
                  <a:cubicBezTo>
                    <a:pt x="3232" y="1498"/>
                    <a:pt x="3226" y="1501"/>
                    <a:pt x="3224" y="1505"/>
                  </a:cubicBezTo>
                  <a:cubicBezTo>
                    <a:pt x="3214" y="1537"/>
                    <a:pt x="3214" y="1542"/>
                    <a:pt x="3213" y="1547"/>
                  </a:cubicBezTo>
                  <a:cubicBezTo>
                    <a:pt x="3210" y="1570"/>
                    <a:pt x="3207" y="1572"/>
                    <a:pt x="3207" y="1575"/>
                  </a:cubicBezTo>
                  <a:cubicBezTo>
                    <a:pt x="3206" y="1587"/>
                    <a:pt x="3213" y="1574"/>
                    <a:pt x="3217" y="1559"/>
                  </a:cubicBezTo>
                  <a:cubicBezTo>
                    <a:pt x="3226" y="1523"/>
                    <a:pt x="3228" y="1522"/>
                    <a:pt x="3227" y="1520"/>
                  </a:cubicBezTo>
                  <a:cubicBezTo>
                    <a:pt x="3236" y="1499"/>
                    <a:pt x="3235" y="1495"/>
                    <a:pt x="3238" y="1492"/>
                  </a:cubicBezTo>
                  <a:cubicBezTo>
                    <a:pt x="3249" y="1462"/>
                    <a:pt x="3251" y="1454"/>
                    <a:pt x="3254" y="1447"/>
                  </a:cubicBezTo>
                  <a:cubicBezTo>
                    <a:pt x="3266" y="1434"/>
                    <a:pt x="3259" y="1428"/>
                    <a:pt x="3267" y="1426"/>
                  </a:cubicBezTo>
                  <a:cubicBezTo>
                    <a:pt x="3291" y="1328"/>
                    <a:pt x="3293" y="1319"/>
                    <a:pt x="3295" y="1309"/>
                  </a:cubicBezTo>
                  <a:cubicBezTo>
                    <a:pt x="3295" y="1272"/>
                    <a:pt x="3304" y="1270"/>
                    <a:pt x="3299" y="1263"/>
                  </a:cubicBezTo>
                  <a:cubicBezTo>
                    <a:pt x="3300" y="1227"/>
                    <a:pt x="3303" y="1222"/>
                    <a:pt x="3300" y="1216"/>
                  </a:cubicBezTo>
                  <a:cubicBezTo>
                    <a:pt x="3306" y="1096"/>
                    <a:pt x="3289" y="1092"/>
                    <a:pt x="3296" y="1084"/>
                  </a:cubicBezTo>
                  <a:cubicBezTo>
                    <a:pt x="3307" y="1085"/>
                    <a:pt x="3304" y="1080"/>
                    <a:pt x="3302" y="1086"/>
                  </a:cubicBezTo>
                  <a:cubicBezTo>
                    <a:pt x="3316" y="1116"/>
                    <a:pt x="3310" y="1118"/>
                    <a:pt x="3315" y="1123"/>
                  </a:cubicBezTo>
                  <a:cubicBezTo>
                    <a:pt x="3320" y="1188"/>
                    <a:pt x="3309" y="1192"/>
                    <a:pt x="3315" y="1199"/>
                  </a:cubicBezTo>
                  <a:cubicBezTo>
                    <a:pt x="3308" y="1229"/>
                    <a:pt x="3313" y="1234"/>
                    <a:pt x="3311" y="1237"/>
                  </a:cubicBezTo>
                  <a:cubicBezTo>
                    <a:pt x="3302" y="1311"/>
                    <a:pt x="3307" y="1327"/>
                    <a:pt x="3302" y="1340"/>
                  </a:cubicBezTo>
                  <a:cubicBezTo>
                    <a:pt x="3290" y="1405"/>
                    <a:pt x="3289" y="1408"/>
                    <a:pt x="3288" y="1411"/>
                  </a:cubicBezTo>
                  <a:cubicBezTo>
                    <a:pt x="3277" y="1471"/>
                    <a:pt x="3275" y="1477"/>
                    <a:pt x="3272" y="1483"/>
                  </a:cubicBezTo>
                  <a:cubicBezTo>
                    <a:pt x="3265" y="1511"/>
                    <a:pt x="3263" y="1517"/>
                    <a:pt x="3263" y="1524"/>
                  </a:cubicBezTo>
                  <a:cubicBezTo>
                    <a:pt x="3248" y="1557"/>
                    <a:pt x="3247" y="1560"/>
                    <a:pt x="3250" y="1564"/>
                  </a:cubicBezTo>
                  <a:cubicBezTo>
                    <a:pt x="3251" y="1572"/>
                    <a:pt x="3252" y="1561"/>
                    <a:pt x="3259" y="1551"/>
                  </a:cubicBezTo>
                  <a:cubicBezTo>
                    <a:pt x="3271" y="1525"/>
                    <a:pt x="3265" y="1520"/>
                    <a:pt x="3270" y="1518"/>
                  </a:cubicBezTo>
                  <a:cubicBezTo>
                    <a:pt x="3282" y="1472"/>
                    <a:pt x="3288" y="1462"/>
                    <a:pt x="3291" y="1450"/>
                  </a:cubicBezTo>
                  <a:cubicBezTo>
                    <a:pt x="3301" y="1403"/>
                    <a:pt x="3302" y="1399"/>
                    <a:pt x="3301" y="1396"/>
                  </a:cubicBezTo>
                  <a:cubicBezTo>
                    <a:pt x="3305" y="1383"/>
                    <a:pt x="3304" y="1381"/>
                    <a:pt x="3306" y="1379"/>
                  </a:cubicBezTo>
                  <a:cubicBezTo>
                    <a:pt x="3314" y="1359"/>
                    <a:pt x="3308" y="1354"/>
                    <a:pt x="3311" y="1352"/>
                  </a:cubicBezTo>
                  <a:cubicBezTo>
                    <a:pt x="3312" y="1308"/>
                    <a:pt x="3320" y="1302"/>
                    <a:pt x="3317" y="1294"/>
                  </a:cubicBezTo>
                  <a:cubicBezTo>
                    <a:pt x="3325" y="1246"/>
                    <a:pt x="3318" y="1237"/>
                    <a:pt x="3322" y="1231"/>
                  </a:cubicBezTo>
                  <a:cubicBezTo>
                    <a:pt x="3327" y="1166"/>
                    <a:pt x="3326" y="1162"/>
                    <a:pt x="3324" y="1158"/>
                  </a:cubicBezTo>
                  <a:cubicBezTo>
                    <a:pt x="3326" y="1124"/>
                    <a:pt x="3320" y="1119"/>
                    <a:pt x="3325" y="1117"/>
                  </a:cubicBezTo>
                  <a:cubicBezTo>
                    <a:pt x="3331" y="1117"/>
                    <a:pt x="3335" y="1124"/>
                    <a:pt x="3339" y="1131"/>
                  </a:cubicBezTo>
                  <a:cubicBezTo>
                    <a:pt x="3344" y="1190"/>
                    <a:pt x="3346" y="1195"/>
                    <a:pt x="3344" y="1199"/>
                  </a:cubicBezTo>
                  <a:cubicBezTo>
                    <a:pt x="3344" y="1229"/>
                    <a:pt x="3347" y="1235"/>
                    <a:pt x="3346" y="1239"/>
                  </a:cubicBezTo>
                  <a:cubicBezTo>
                    <a:pt x="3345" y="1262"/>
                    <a:pt x="3347" y="1265"/>
                    <a:pt x="3348" y="1268"/>
                  </a:cubicBezTo>
                  <a:cubicBezTo>
                    <a:pt x="3344" y="1292"/>
                    <a:pt x="3342" y="1299"/>
                    <a:pt x="3340" y="1305"/>
                  </a:cubicBezTo>
                  <a:cubicBezTo>
                    <a:pt x="3337" y="1369"/>
                    <a:pt x="3330" y="1371"/>
                    <a:pt x="3330" y="1374"/>
                  </a:cubicBezTo>
                  <a:cubicBezTo>
                    <a:pt x="3325" y="1397"/>
                    <a:pt x="3324" y="1400"/>
                    <a:pt x="3325" y="1404"/>
                  </a:cubicBezTo>
                  <a:cubicBezTo>
                    <a:pt x="3316" y="1437"/>
                    <a:pt x="3315" y="1438"/>
                    <a:pt x="3314" y="1443"/>
                  </a:cubicBezTo>
                  <a:cubicBezTo>
                    <a:pt x="3305" y="1465"/>
                    <a:pt x="3312" y="1470"/>
                    <a:pt x="3306" y="1472"/>
                  </a:cubicBezTo>
                  <a:cubicBezTo>
                    <a:pt x="3300" y="1507"/>
                    <a:pt x="3299" y="1510"/>
                    <a:pt x="3297" y="1513"/>
                  </a:cubicBezTo>
                  <a:cubicBezTo>
                    <a:pt x="3293" y="1537"/>
                    <a:pt x="3285" y="1538"/>
                    <a:pt x="3290" y="1544"/>
                  </a:cubicBezTo>
                  <a:cubicBezTo>
                    <a:pt x="3287" y="1572"/>
                    <a:pt x="3276" y="1576"/>
                    <a:pt x="3281" y="1585"/>
                  </a:cubicBezTo>
                  <a:cubicBezTo>
                    <a:pt x="3277" y="1633"/>
                    <a:pt x="3271" y="1638"/>
                    <a:pt x="3275" y="1646"/>
                  </a:cubicBezTo>
                  <a:cubicBezTo>
                    <a:pt x="3268" y="1674"/>
                    <a:pt x="3272" y="1682"/>
                    <a:pt x="3268" y="1688"/>
                  </a:cubicBezTo>
                  <a:cubicBezTo>
                    <a:pt x="3263" y="1723"/>
                    <a:pt x="3269" y="1728"/>
                    <a:pt x="3266" y="1730"/>
                  </a:cubicBezTo>
                  <a:cubicBezTo>
                    <a:pt x="3271" y="1746"/>
                    <a:pt x="3274" y="1743"/>
                    <a:pt x="3269" y="1737"/>
                  </a:cubicBezTo>
                  <a:cubicBezTo>
                    <a:pt x="3272" y="1680"/>
                    <a:pt x="3280" y="1672"/>
                    <a:pt x="3278" y="1661"/>
                  </a:cubicBezTo>
                  <a:cubicBezTo>
                    <a:pt x="3282" y="1626"/>
                    <a:pt x="3284" y="1622"/>
                    <a:pt x="3283" y="1617"/>
                  </a:cubicBezTo>
                  <a:cubicBezTo>
                    <a:pt x="3289" y="1561"/>
                    <a:pt x="3298" y="1553"/>
                    <a:pt x="3298" y="1543"/>
                  </a:cubicBezTo>
                  <a:cubicBezTo>
                    <a:pt x="3308" y="1499"/>
                    <a:pt x="3315" y="1485"/>
                    <a:pt x="3316" y="1469"/>
                  </a:cubicBezTo>
                  <a:cubicBezTo>
                    <a:pt x="3325" y="1431"/>
                    <a:pt x="3330" y="1428"/>
                    <a:pt x="3331" y="1425"/>
                  </a:cubicBezTo>
                  <a:cubicBezTo>
                    <a:pt x="3340" y="1376"/>
                    <a:pt x="3345" y="1373"/>
                    <a:pt x="3343" y="1369"/>
                  </a:cubicBezTo>
                  <a:cubicBezTo>
                    <a:pt x="3349" y="1326"/>
                    <a:pt x="3347" y="1318"/>
                    <a:pt x="3352" y="1312"/>
                  </a:cubicBezTo>
                  <a:cubicBezTo>
                    <a:pt x="3355" y="1256"/>
                    <a:pt x="3358" y="1249"/>
                    <a:pt x="3354" y="1240"/>
                  </a:cubicBezTo>
                  <a:cubicBezTo>
                    <a:pt x="3356" y="1187"/>
                    <a:pt x="3353" y="1182"/>
                    <a:pt x="3352" y="1178"/>
                  </a:cubicBezTo>
                  <a:cubicBezTo>
                    <a:pt x="3350" y="1152"/>
                    <a:pt x="3358" y="1157"/>
                    <a:pt x="3365" y="1163"/>
                  </a:cubicBezTo>
                  <a:cubicBezTo>
                    <a:pt x="3365" y="1201"/>
                    <a:pt x="3368" y="1206"/>
                    <a:pt x="3367" y="1210"/>
                  </a:cubicBezTo>
                  <a:cubicBezTo>
                    <a:pt x="3365" y="1266"/>
                    <a:pt x="3369" y="1274"/>
                    <a:pt x="3367" y="1281"/>
                  </a:cubicBezTo>
                  <a:cubicBezTo>
                    <a:pt x="3359" y="1358"/>
                    <a:pt x="3362" y="1365"/>
                    <a:pt x="3360" y="1370"/>
                  </a:cubicBezTo>
                  <a:cubicBezTo>
                    <a:pt x="3357" y="1401"/>
                    <a:pt x="3353" y="1413"/>
                    <a:pt x="3354" y="1426"/>
                  </a:cubicBezTo>
                  <a:cubicBezTo>
                    <a:pt x="3342" y="1462"/>
                    <a:pt x="3341" y="1465"/>
                    <a:pt x="3339" y="1467"/>
                  </a:cubicBezTo>
                  <a:cubicBezTo>
                    <a:pt x="3337" y="1487"/>
                    <a:pt x="3329" y="1488"/>
                    <a:pt x="3332" y="1493"/>
                  </a:cubicBezTo>
                  <a:cubicBezTo>
                    <a:pt x="3311" y="1584"/>
                    <a:pt x="3307" y="1589"/>
                    <a:pt x="3306" y="1595"/>
                  </a:cubicBezTo>
                  <a:cubicBezTo>
                    <a:pt x="3297" y="1642"/>
                    <a:pt x="3295" y="1653"/>
                    <a:pt x="3297" y="1666"/>
                  </a:cubicBezTo>
                  <a:cubicBezTo>
                    <a:pt x="3296" y="1697"/>
                    <a:pt x="3297" y="1701"/>
                    <a:pt x="3300" y="1705"/>
                  </a:cubicBezTo>
                  <a:cubicBezTo>
                    <a:pt x="3307" y="1683"/>
                    <a:pt x="3299" y="1675"/>
                    <a:pt x="3305" y="1670"/>
                  </a:cubicBezTo>
                  <a:cubicBezTo>
                    <a:pt x="3314" y="1592"/>
                    <a:pt x="3317" y="1587"/>
                    <a:pt x="3320" y="1582"/>
                  </a:cubicBezTo>
                  <a:cubicBezTo>
                    <a:pt x="3327" y="1544"/>
                    <a:pt x="3331" y="1542"/>
                    <a:pt x="3331" y="1540"/>
                  </a:cubicBezTo>
                  <a:cubicBezTo>
                    <a:pt x="3333" y="1506"/>
                    <a:pt x="3344" y="1502"/>
                    <a:pt x="3342" y="1496"/>
                  </a:cubicBezTo>
                  <a:cubicBezTo>
                    <a:pt x="3368" y="1406"/>
                    <a:pt x="3367" y="1399"/>
                    <a:pt x="3368" y="1393"/>
                  </a:cubicBezTo>
                  <a:cubicBezTo>
                    <a:pt x="3372" y="1369"/>
                    <a:pt x="3370" y="1362"/>
                    <a:pt x="3374" y="1357"/>
                  </a:cubicBezTo>
                  <a:cubicBezTo>
                    <a:pt x="3370" y="1333"/>
                    <a:pt x="3376" y="1331"/>
                    <a:pt x="3374" y="1327"/>
                  </a:cubicBezTo>
                  <a:cubicBezTo>
                    <a:pt x="3375" y="1290"/>
                    <a:pt x="3379" y="1285"/>
                    <a:pt x="3375" y="1277"/>
                  </a:cubicBezTo>
                  <a:cubicBezTo>
                    <a:pt x="3380" y="1210"/>
                    <a:pt x="3373" y="1201"/>
                    <a:pt x="3378" y="1196"/>
                  </a:cubicBezTo>
                  <a:cubicBezTo>
                    <a:pt x="3387" y="1254"/>
                    <a:pt x="3398" y="1267"/>
                    <a:pt x="3391" y="1276"/>
                  </a:cubicBezTo>
                  <a:cubicBezTo>
                    <a:pt x="3393" y="1294"/>
                    <a:pt x="3394" y="1297"/>
                    <a:pt x="3390" y="1298"/>
                  </a:cubicBezTo>
                  <a:cubicBezTo>
                    <a:pt x="3386" y="1342"/>
                    <a:pt x="3393" y="1349"/>
                    <a:pt x="3389" y="1354"/>
                  </a:cubicBezTo>
                  <a:cubicBezTo>
                    <a:pt x="3387" y="1405"/>
                    <a:pt x="3377" y="1408"/>
                    <a:pt x="3380" y="1414"/>
                  </a:cubicBezTo>
                  <a:cubicBezTo>
                    <a:pt x="3373" y="1448"/>
                    <a:pt x="3368" y="1452"/>
                    <a:pt x="3369" y="1458"/>
                  </a:cubicBezTo>
                  <a:cubicBezTo>
                    <a:pt x="3348" y="1506"/>
                    <a:pt x="3357" y="1514"/>
                    <a:pt x="3351" y="1517"/>
                  </a:cubicBezTo>
                  <a:cubicBezTo>
                    <a:pt x="3346" y="1537"/>
                    <a:pt x="3342" y="1541"/>
                    <a:pt x="3344" y="1546"/>
                  </a:cubicBezTo>
                  <a:cubicBezTo>
                    <a:pt x="3339" y="1563"/>
                    <a:pt x="3338" y="1565"/>
                    <a:pt x="3336" y="1567"/>
                  </a:cubicBezTo>
                  <a:cubicBezTo>
                    <a:pt x="3327" y="1612"/>
                    <a:pt x="3322" y="1615"/>
                    <a:pt x="3323" y="1621"/>
                  </a:cubicBezTo>
                  <a:cubicBezTo>
                    <a:pt x="3319" y="1641"/>
                    <a:pt x="3315" y="1645"/>
                    <a:pt x="3319" y="1651"/>
                  </a:cubicBezTo>
                  <a:cubicBezTo>
                    <a:pt x="3313" y="1707"/>
                    <a:pt x="3315" y="1719"/>
                    <a:pt x="3311" y="1729"/>
                  </a:cubicBezTo>
                  <a:cubicBezTo>
                    <a:pt x="3316" y="1758"/>
                    <a:pt x="3318" y="1763"/>
                    <a:pt x="3316" y="1767"/>
                  </a:cubicBezTo>
                  <a:cubicBezTo>
                    <a:pt x="3321" y="1777"/>
                    <a:pt x="3325" y="1764"/>
                    <a:pt x="3316" y="1748"/>
                  </a:cubicBezTo>
                  <a:cubicBezTo>
                    <a:pt x="3319" y="1710"/>
                    <a:pt x="3319" y="1706"/>
                    <a:pt x="3320" y="1702"/>
                  </a:cubicBezTo>
                  <a:cubicBezTo>
                    <a:pt x="3317" y="1662"/>
                    <a:pt x="3326" y="1661"/>
                    <a:pt x="3321" y="1655"/>
                  </a:cubicBezTo>
                  <a:cubicBezTo>
                    <a:pt x="3331" y="1625"/>
                    <a:pt x="3332" y="1621"/>
                    <a:pt x="3333" y="1618"/>
                  </a:cubicBezTo>
                  <a:cubicBezTo>
                    <a:pt x="3354" y="1553"/>
                    <a:pt x="3353" y="1545"/>
                    <a:pt x="3355" y="1537"/>
                  </a:cubicBezTo>
                  <a:cubicBezTo>
                    <a:pt x="3359" y="1510"/>
                    <a:pt x="3369" y="1509"/>
                    <a:pt x="3366" y="1504"/>
                  </a:cubicBezTo>
                  <a:cubicBezTo>
                    <a:pt x="3373" y="1465"/>
                    <a:pt x="3384" y="1464"/>
                    <a:pt x="3378" y="1458"/>
                  </a:cubicBezTo>
                  <a:cubicBezTo>
                    <a:pt x="3390" y="1433"/>
                    <a:pt x="3381" y="1427"/>
                    <a:pt x="3389" y="1425"/>
                  </a:cubicBezTo>
                  <a:cubicBezTo>
                    <a:pt x="3399" y="1371"/>
                    <a:pt x="3400" y="1367"/>
                    <a:pt x="3399" y="1362"/>
                  </a:cubicBezTo>
                  <a:cubicBezTo>
                    <a:pt x="3402" y="1354"/>
                    <a:pt x="3405" y="1359"/>
                    <a:pt x="3406" y="1363"/>
                  </a:cubicBezTo>
                  <a:cubicBezTo>
                    <a:pt x="3407" y="1409"/>
                    <a:pt x="3398" y="1411"/>
                    <a:pt x="3403" y="1417"/>
                  </a:cubicBezTo>
                  <a:cubicBezTo>
                    <a:pt x="3397" y="1447"/>
                    <a:pt x="3396" y="1452"/>
                    <a:pt x="3396" y="1456"/>
                  </a:cubicBezTo>
                  <a:cubicBezTo>
                    <a:pt x="3371" y="1591"/>
                    <a:pt x="3367" y="1595"/>
                    <a:pt x="3366" y="1599"/>
                  </a:cubicBezTo>
                  <a:cubicBezTo>
                    <a:pt x="3363" y="1632"/>
                    <a:pt x="3356" y="1639"/>
                    <a:pt x="3361" y="1649"/>
                  </a:cubicBezTo>
                  <a:cubicBezTo>
                    <a:pt x="3355" y="1669"/>
                    <a:pt x="3358" y="1672"/>
                    <a:pt x="3356" y="1673"/>
                  </a:cubicBezTo>
                  <a:cubicBezTo>
                    <a:pt x="3352" y="1690"/>
                    <a:pt x="3360" y="1687"/>
                    <a:pt x="3361" y="1682"/>
                  </a:cubicBezTo>
                  <a:cubicBezTo>
                    <a:pt x="3372" y="1622"/>
                    <a:pt x="3371" y="1610"/>
                    <a:pt x="3374" y="1600"/>
                  </a:cubicBezTo>
                  <a:cubicBezTo>
                    <a:pt x="3382" y="1565"/>
                    <a:pt x="3383" y="1563"/>
                    <a:pt x="3385" y="1561"/>
                  </a:cubicBezTo>
                  <a:cubicBezTo>
                    <a:pt x="3392" y="1525"/>
                    <a:pt x="3396" y="1515"/>
                    <a:pt x="3399" y="1504"/>
                  </a:cubicBezTo>
                  <a:cubicBezTo>
                    <a:pt x="3409" y="1484"/>
                    <a:pt x="3400" y="1475"/>
                    <a:pt x="3404" y="1471"/>
                  </a:cubicBezTo>
                  <a:cubicBezTo>
                    <a:pt x="3407" y="1422"/>
                    <a:pt x="3415" y="1422"/>
                    <a:pt x="3417" y="1422"/>
                  </a:cubicBezTo>
                  <a:cubicBezTo>
                    <a:pt x="3414" y="1376"/>
                    <a:pt x="3413" y="1364"/>
                    <a:pt x="3416" y="1352"/>
                  </a:cubicBezTo>
                  <a:cubicBezTo>
                    <a:pt x="3415" y="1319"/>
                    <a:pt x="3409" y="1310"/>
                    <a:pt x="3412" y="1302"/>
                  </a:cubicBezTo>
                  <a:cubicBezTo>
                    <a:pt x="3410" y="1257"/>
                    <a:pt x="3415" y="1264"/>
                    <a:pt x="3415" y="1270"/>
                  </a:cubicBezTo>
                  <a:cubicBezTo>
                    <a:pt x="3433" y="1332"/>
                    <a:pt x="3430" y="1341"/>
                    <a:pt x="3435" y="1352"/>
                  </a:cubicBezTo>
                  <a:cubicBezTo>
                    <a:pt x="3435" y="1387"/>
                    <a:pt x="3432" y="1391"/>
                    <a:pt x="3436" y="1398"/>
                  </a:cubicBezTo>
                  <a:cubicBezTo>
                    <a:pt x="3432" y="1431"/>
                    <a:pt x="3436" y="1435"/>
                    <a:pt x="3431" y="1436"/>
                  </a:cubicBezTo>
                  <a:cubicBezTo>
                    <a:pt x="3428" y="1480"/>
                    <a:pt x="3430" y="1482"/>
                    <a:pt x="3432" y="1485"/>
                  </a:cubicBezTo>
                  <a:cubicBezTo>
                    <a:pt x="3427" y="1515"/>
                    <a:pt x="3428" y="1521"/>
                    <a:pt x="3424" y="1525"/>
                  </a:cubicBezTo>
                  <a:cubicBezTo>
                    <a:pt x="3417" y="1579"/>
                    <a:pt x="3414" y="1583"/>
                    <a:pt x="3417" y="1589"/>
                  </a:cubicBezTo>
                  <a:cubicBezTo>
                    <a:pt x="3403" y="1642"/>
                    <a:pt x="3402" y="1647"/>
                    <a:pt x="3402" y="1653"/>
                  </a:cubicBezTo>
                  <a:cubicBezTo>
                    <a:pt x="3390" y="1687"/>
                    <a:pt x="3394" y="1691"/>
                    <a:pt x="3389" y="1693"/>
                  </a:cubicBezTo>
                  <a:cubicBezTo>
                    <a:pt x="3375" y="1737"/>
                    <a:pt x="3375" y="1740"/>
                    <a:pt x="3377" y="1743"/>
                  </a:cubicBezTo>
                  <a:cubicBezTo>
                    <a:pt x="3364" y="1778"/>
                    <a:pt x="3370" y="1792"/>
                    <a:pt x="3361" y="1802"/>
                  </a:cubicBezTo>
                  <a:cubicBezTo>
                    <a:pt x="3361" y="1851"/>
                    <a:pt x="3364" y="1854"/>
                    <a:pt x="3362" y="1856"/>
                  </a:cubicBezTo>
                  <a:cubicBezTo>
                    <a:pt x="3366" y="1823"/>
                    <a:pt x="3372" y="1815"/>
                    <a:pt x="3367" y="1803"/>
                  </a:cubicBezTo>
                  <a:cubicBezTo>
                    <a:pt x="3376" y="1771"/>
                    <a:pt x="3375" y="1768"/>
                    <a:pt x="3379" y="1767"/>
                  </a:cubicBezTo>
                  <a:cubicBezTo>
                    <a:pt x="3383" y="1736"/>
                    <a:pt x="3387" y="1732"/>
                    <a:pt x="3390" y="1728"/>
                  </a:cubicBezTo>
                  <a:cubicBezTo>
                    <a:pt x="3397" y="1691"/>
                    <a:pt x="3403" y="1687"/>
                    <a:pt x="3404" y="1681"/>
                  </a:cubicBezTo>
                  <a:cubicBezTo>
                    <a:pt x="3411" y="1650"/>
                    <a:pt x="3412" y="1647"/>
                    <a:pt x="3413" y="1644"/>
                  </a:cubicBezTo>
                  <a:cubicBezTo>
                    <a:pt x="3415" y="1620"/>
                    <a:pt x="3422" y="1618"/>
                    <a:pt x="3417" y="1614"/>
                  </a:cubicBezTo>
                  <a:cubicBezTo>
                    <a:pt x="3423" y="1579"/>
                    <a:pt x="3434" y="1575"/>
                    <a:pt x="3429" y="1566"/>
                  </a:cubicBezTo>
                  <a:cubicBezTo>
                    <a:pt x="3436" y="1500"/>
                    <a:pt x="3438" y="1494"/>
                    <a:pt x="3441" y="1488"/>
                  </a:cubicBezTo>
                  <a:cubicBezTo>
                    <a:pt x="3442" y="1464"/>
                    <a:pt x="3441" y="1460"/>
                    <a:pt x="3440" y="1456"/>
                  </a:cubicBezTo>
                  <a:cubicBezTo>
                    <a:pt x="3448" y="1401"/>
                    <a:pt x="3441" y="1392"/>
                    <a:pt x="3446" y="1387"/>
                  </a:cubicBezTo>
                  <a:cubicBezTo>
                    <a:pt x="3451" y="1376"/>
                    <a:pt x="3448" y="1380"/>
                    <a:pt x="3448" y="1385"/>
                  </a:cubicBezTo>
                  <a:cubicBezTo>
                    <a:pt x="3445" y="1422"/>
                    <a:pt x="3452" y="1429"/>
                    <a:pt x="3452" y="1435"/>
                  </a:cubicBezTo>
                  <a:cubicBezTo>
                    <a:pt x="3455" y="1495"/>
                    <a:pt x="3447" y="1500"/>
                    <a:pt x="3450" y="1508"/>
                  </a:cubicBezTo>
                  <a:cubicBezTo>
                    <a:pt x="3441" y="1592"/>
                    <a:pt x="3429" y="1592"/>
                    <a:pt x="3436" y="1598"/>
                  </a:cubicBezTo>
                  <a:cubicBezTo>
                    <a:pt x="3423" y="1621"/>
                    <a:pt x="3439" y="1621"/>
                    <a:pt x="3432" y="1624"/>
                  </a:cubicBezTo>
                  <a:cubicBezTo>
                    <a:pt x="3413" y="1657"/>
                    <a:pt x="3429" y="1660"/>
                    <a:pt x="3423" y="1662"/>
                  </a:cubicBezTo>
                  <a:cubicBezTo>
                    <a:pt x="3410" y="1689"/>
                    <a:pt x="3409" y="1694"/>
                    <a:pt x="3412" y="1699"/>
                  </a:cubicBezTo>
                  <a:cubicBezTo>
                    <a:pt x="3404" y="1734"/>
                    <a:pt x="3393" y="1739"/>
                    <a:pt x="3398" y="1748"/>
                  </a:cubicBezTo>
                  <a:cubicBezTo>
                    <a:pt x="3395" y="1763"/>
                    <a:pt x="3390" y="1766"/>
                    <a:pt x="3392" y="1770"/>
                  </a:cubicBezTo>
                  <a:cubicBezTo>
                    <a:pt x="3387" y="1817"/>
                    <a:pt x="3388" y="1815"/>
                    <a:pt x="3389" y="1813"/>
                  </a:cubicBezTo>
                  <a:cubicBezTo>
                    <a:pt x="3396" y="1778"/>
                    <a:pt x="3400" y="1768"/>
                    <a:pt x="3398" y="1756"/>
                  </a:cubicBezTo>
                  <a:cubicBezTo>
                    <a:pt x="3410" y="1730"/>
                    <a:pt x="3405" y="1725"/>
                    <a:pt x="3412" y="1723"/>
                  </a:cubicBezTo>
                  <a:cubicBezTo>
                    <a:pt x="3424" y="1695"/>
                    <a:pt x="3419" y="1691"/>
                    <a:pt x="3422" y="1688"/>
                  </a:cubicBezTo>
                  <a:cubicBezTo>
                    <a:pt x="3441" y="1607"/>
                    <a:pt x="3447" y="1598"/>
                    <a:pt x="3446" y="1586"/>
                  </a:cubicBezTo>
                  <a:cubicBezTo>
                    <a:pt x="3457" y="1512"/>
                    <a:pt x="3462" y="1503"/>
                    <a:pt x="3460" y="1491"/>
                  </a:cubicBezTo>
                  <a:cubicBezTo>
                    <a:pt x="3461" y="1440"/>
                    <a:pt x="3458" y="1436"/>
                    <a:pt x="3463" y="1435"/>
                  </a:cubicBezTo>
                  <a:cubicBezTo>
                    <a:pt x="3462" y="1404"/>
                    <a:pt x="3459" y="1398"/>
                    <a:pt x="3460" y="1392"/>
                  </a:cubicBezTo>
                  <a:cubicBezTo>
                    <a:pt x="3458" y="1367"/>
                    <a:pt x="3470" y="1372"/>
                    <a:pt x="3475" y="1379"/>
                  </a:cubicBezTo>
                  <a:cubicBezTo>
                    <a:pt x="3480" y="1425"/>
                    <a:pt x="3483" y="1430"/>
                    <a:pt x="3479" y="1434"/>
                  </a:cubicBezTo>
                  <a:cubicBezTo>
                    <a:pt x="3482" y="1457"/>
                    <a:pt x="3478" y="1458"/>
                    <a:pt x="3478" y="1461"/>
                  </a:cubicBezTo>
                  <a:cubicBezTo>
                    <a:pt x="3476" y="1491"/>
                    <a:pt x="3479" y="1496"/>
                    <a:pt x="3478" y="1500"/>
                  </a:cubicBezTo>
                  <a:cubicBezTo>
                    <a:pt x="3470" y="1576"/>
                    <a:pt x="3467" y="1583"/>
                    <a:pt x="3467" y="1591"/>
                  </a:cubicBezTo>
                  <a:cubicBezTo>
                    <a:pt x="3464" y="1606"/>
                    <a:pt x="3461" y="1609"/>
                    <a:pt x="3461" y="1613"/>
                  </a:cubicBezTo>
                  <a:cubicBezTo>
                    <a:pt x="3454" y="1638"/>
                    <a:pt x="3454" y="1642"/>
                    <a:pt x="3449" y="1645"/>
                  </a:cubicBezTo>
                  <a:cubicBezTo>
                    <a:pt x="3438" y="1688"/>
                    <a:pt x="3436" y="1699"/>
                    <a:pt x="3431" y="1710"/>
                  </a:cubicBezTo>
                  <a:cubicBezTo>
                    <a:pt x="3427" y="1749"/>
                    <a:pt x="3419" y="1753"/>
                    <a:pt x="3421" y="1759"/>
                  </a:cubicBezTo>
                  <a:cubicBezTo>
                    <a:pt x="3414" y="1798"/>
                    <a:pt x="3406" y="1801"/>
                    <a:pt x="3408" y="1808"/>
                  </a:cubicBezTo>
                  <a:cubicBezTo>
                    <a:pt x="3398" y="1886"/>
                    <a:pt x="3391" y="1896"/>
                    <a:pt x="3394" y="1908"/>
                  </a:cubicBezTo>
                  <a:cubicBezTo>
                    <a:pt x="3390" y="1927"/>
                    <a:pt x="3395" y="1932"/>
                    <a:pt x="3393" y="1934"/>
                  </a:cubicBezTo>
                  <a:cubicBezTo>
                    <a:pt x="3390" y="1966"/>
                    <a:pt x="3394" y="1974"/>
                    <a:pt x="3392" y="1981"/>
                  </a:cubicBezTo>
                  <a:cubicBezTo>
                    <a:pt x="3388" y="2028"/>
                    <a:pt x="3392" y="2036"/>
                    <a:pt x="3392" y="2043"/>
                  </a:cubicBezTo>
                  <a:cubicBezTo>
                    <a:pt x="3401" y="2091"/>
                    <a:pt x="3402" y="2095"/>
                    <a:pt x="3405" y="2099"/>
                  </a:cubicBezTo>
                  <a:cubicBezTo>
                    <a:pt x="3401" y="2074"/>
                    <a:pt x="3404" y="2067"/>
                    <a:pt x="3397" y="2057"/>
                  </a:cubicBezTo>
                  <a:cubicBezTo>
                    <a:pt x="3400" y="1997"/>
                    <a:pt x="3395" y="1981"/>
                    <a:pt x="3401" y="1967"/>
                  </a:cubicBezTo>
                  <a:cubicBezTo>
                    <a:pt x="3408" y="1929"/>
                    <a:pt x="3404" y="1925"/>
                    <a:pt x="3409" y="1924"/>
                  </a:cubicBezTo>
                  <a:cubicBezTo>
                    <a:pt x="3415" y="1896"/>
                    <a:pt x="3417" y="1889"/>
                    <a:pt x="3421" y="1882"/>
                  </a:cubicBezTo>
                  <a:cubicBezTo>
                    <a:pt x="3432" y="1848"/>
                    <a:pt x="3435" y="1845"/>
                    <a:pt x="3435" y="1841"/>
                  </a:cubicBezTo>
                  <a:cubicBezTo>
                    <a:pt x="3464" y="1774"/>
                    <a:pt x="3463" y="1766"/>
                    <a:pt x="3468" y="1760"/>
                  </a:cubicBezTo>
                  <a:cubicBezTo>
                    <a:pt x="3481" y="1724"/>
                    <a:pt x="3478" y="1719"/>
                    <a:pt x="3482" y="1716"/>
                  </a:cubicBezTo>
                  <a:cubicBezTo>
                    <a:pt x="3494" y="1652"/>
                    <a:pt x="3496" y="1648"/>
                    <a:pt x="3495" y="1643"/>
                  </a:cubicBezTo>
                  <a:cubicBezTo>
                    <a:pt x="3500" y="1623"/>
                    <a:pt x="3502" y="1622"/>
                    <a:pt x="3500" y="1619"/>
                  </a:cubicBezTo>
                  <a:cubicBezTo>
                    <a:pt x="3506" y="1577"/>
                    <a:pt x="3508" y="1573"/>
                    <a:pt x="3506" y="1568"/>
                  </a:cubicBezTo>
                  <a:cubicBezTo>
                    <a:pt x="3512" y="1540"/>
                    <a:pt x="3511" y="1535"/>
                    <a:pt x="3513" y="1532"/>
                  </a:cubicBezTo>
                  <a:cubicBezTo>
                    <a:pt x="3515" y="1572"/>
                    <a:pt x="3510" y="1584"/>
                    <a:pt x="3515" y="1599"/>
                  </a:cubicBezTo>
                  <a:cubicBezTo>
                    <a:pt x="3504" y="1650"/>
                    <a:pt x="3506" y="1658"/>
                    <a:pt x="3504" y="1665"/>
                  </a:cubicBezTo>
                  <a:cubicBezTo>
                    <a:pt x="3496" y="1703"/>
                    <a:pt x="3488" y="1716"/>
                    <a:pt x="3485" y="1731"/>
                  </a:cubicBezTo>
                  <a:cubicBezTo>
                    <a:pt x="3479" y="1756"/>
                    <a:pt x="3474" y="1759"/>
                    <a:pt x="3476" y="1763"/>
                  </a:cubicBezTo>
                  <a:cubicBezTo>
                    <a:pt x="3463" y="1803"/>
                    <a:pt x="3464" y="1811"/>
                    <a:pt x="3457" y="1818"/>
                  </a:cubicBezTo>
                  <a:cubicBezTo>
                    <a:pt x="3452" y="1843"/>
                    <a:pt x="3449" y="1846"/>
                    <a:pt x="3449" y="1850"/>
                  </a:cubicBezTo>
                  <a:cubicBezTo>
                    <a:pt x="3437" y="1873"/>
                    <a:pt x="3443" y="1879"/>
                    <a:pt x="3440" y="1882"/>
                  </a:cubicBezTo>
                  <a:cubicBezTo>
                    <a:pt x="3435" y="1913"/>
                    <a:pt x="3436" y="1921"/>
                    <a:pt x="3433" y="1927"/>
                  </a:cubicBezTo>
                  <a:cubicBezTo>
                    <a:pt x="3431" y="1993"/>
                    <a:pt x="3438" y="2005"/>
                    <a:pt x="3437" y="2015"/>
                  </a:cubicBezTo>
                  <a:cubicBezTo>
                    <a:pt x="3445" y="2068"/>
                    <a:pt x="3449" y="2081"/>
                    <a:pt x="3454" y="2079"/>
                  </a:cubicBezTo>
                  <a:cubicBezTo>
                    <a:pt x="3446" y="2029"/>
                    <a:pt x="3445" y="2025"/>
                    <a:pt x="3442" y="2020"/>
                  </a:cubicBezTo>
                  <a:cubicBezTo>
                    <a:pt x="3442" y="1992"/>
                    <a:pt x="3443" y="1983"/>
                    <a:pt x="3440" y="1973"/>
                  </a:cubicBezTo>
                  <a:cubicBezTo>
                    <a:pt x="3445" y="1909"/>
                    <a:pt x="3446" y="1899"/>
                    <a:pt x="3445" y="1891"/>
                  </a:cubicBezTo>
                  <a:cubicBezTo>
                    <a:pt x="3461" y="1854"/>
                    <a:pt x="3460" y="1850"/>
                    <a:pt x="3460" y="1846"/>
                  </a:cubicBezTo>
                  <a:cubicBezTo>
                    <a:pt x="3475" y="1793"/>
                    <a:pt x="3479" y="1786"/>
                    <a:pt x="3482" y="1779"/>
                  </a:cubicBezTo>
                  <a:cubicBezTo>
                    <a:pt x="3507" y="1698"/>
                    <a:pt x="3509" y="1684"/>
                    <a:pt x="3513" y="1671"/>
                  </a:cubicBezTo>
                  <a:cubicBezTo>
                    <a:pt x="3520" y="1649"/>
                    <a:pt x="3514" y="1643"/>
                    <a:pt x="3518" y="1641"/>
                  </a:cubicBezTo>
                  <a:cubicBezTo>
                    <a:pt x="3521" y="1601"/>
                    <a:pt x="3525" y="1595"/>
                    <a:pt x="3522" y="1586"/>
                  </a:cubicBezTo>
                  <a:cubicBezTo>
                    <a:pt x="3525" y="1554"/>
                    <a:pt x="3525" y="1552"/>
                    <a:pt x="3523" y="1550"/>
                  </a:cubicBezTo>
                  <a:cubicBezTo>
                    <a:pt x="3531" y="1579"/>
                    <a:pt x="3531" y="1583"/>
                    <a:pt x="3531" y="1587"/>
                  </a:cubicBezTo>
                  <a:cubicBezTo>
                    <a:pt x="3529" y="1651"/>
                    <a:pt x="3527" y="1653"/>
                    <a:pt x="3529" y="1656"/>
                  </a:cubicBezTo>
                  <a:cubicBezTo>
                    <a:pt x="3522" y="1684"/>
                    <a:pt x="3521" y="1689"/>
                    <a:pt x="3521" y="1694"/>
                  </a:cubicBezTo>
                  <a:cubicBezTo>
                    <a:pt x="3516" y="1729"/>
                    <a:pt x="3504" y="1731"/>
                    <a:pt x="3507" y="1737"/>
                  </a:cubicBezTo>
                  <a:cubicBezTo>
                    <a:pt x="3498" y="1768"/>
                    <a:pt x="3498" y="1771"/>
                    <a:pt x="3498" y="1773"/>
                  </a:cubicBezTo>
                  <a:cubicBezTo>
                    <a:pt x="3485" y="1804"/>
                    <a:pt x="3490" y="1816"/>
                    <a:pt x="3483" y="1825"/>
                  </a:cubicBezTo>
                  <a:cubicBezTo>
                    <a:pt x="3480" y="1845"/>
                    <a:pt x="3479" y="1850"/>
                    <a:pt x="3479" y="1855"/>
                  </a:cubicBezTo>
                  <a:cubicBezTo>
                    <a:pt x="3475" y="1908"/>
                    <a:pt x="3465" y="1910"/>
                    <a:pt x="3470" y="1917"/>
                  </a:cubicBezTo>
                  <a:cubicBezTo>
                    <a:pt x="3465" y="1968"/>
                    <a:pt x="3468" y="1974"/>
                    <a:pt x="3464" y="1978"/>
                  </a:cubicBezTo>
                  <a:cubicBezTo>
                    <a:pt x="3472" y="2023"/>
                    <a:pt x="3468" y="2033"/>
                    <a:pt x="3472" y="2044"/>
                  </a:cubicBezTo>
                  <a:cubicBezTo>
                    <a:pt x="3481" y="2100"/>
                    <a:pt x="3492" y="2101"/>
                    <a:pt x="3486" y="2107"/>
                  </a:cubicBezTo>
                  <a:cubicBezTo>
                    <a:pt x="3498" y="2137"/>
                    <a:pt x="3500" y="2142"/>
                    <a:pt x="3503" y="2141"/>
                  </a:cubicBezTo>
                  <a:cubicBezTo>
                    <a:pt x="3487" y="2075"/>
                    <a:pt x="3484" y="2068"/>
                    <a:pt x="3482" y="2061"/>
                  </a:cubicBezTo>
                  <a:cubicBezTo>
                    <a:pt x="3474" y="2027"/>
                    <a:pt x="3481" y="2026"/>
                    <a:pt x="3478" y="2022"/>
                  </a:cubicBezTo>
                  <a:cubicBezTo>
                    <a:pt x="3476" y="1955"/>
                    <a:pt x="3478" y="1948"/>
                    <a:pt x="3476" y="1941"/>
                  </a:cubicBezTo>
                  <a:cubicBezTo>
                    <a:pt x="3484" y="1875"/>
                    <a:pt x="3485" y="1872"/>
                    <a:pt x="3487" y="1869"/>
                  </a:cubicBezTo>
                  <a:cubicBezTo>
                    <a:pt x="3489" y="1844"/>
                    <a:pt x="3495" y="1842"/>
                    <a:pt x="3490" y="1837"/>
                  </a:cubicBezTo>
                  <a:cubicBezTo>
                    <a:pt x="3500" y="1788"/>
                    <a:pt x="3510" y="1762"/>
                    <a:pt x="3520" y="1735"/>
                  </a:cubicBezTo>
                  <a:cubicBezTo>
                    <a:pt x="3536" y="1682"/>
                    <a:pt x="3530" y="1677"/>
                    <a:pt x="3535" y="1675"/>
                  </a:cubicBezTo>
                  <a:cubicBezTo>
                    <a:pt x="3539" y="1659"/>
                    <a:pt x="3538" y="1655"/>
                    <a:pt x="3541" y="1658"/>
                  </a:cubicBezTo>
                  <a:cubicBezTo>
                    <a:pt x="3517" y="1789"/>
                    <a:pt x="3524" y="1796"/>
                    <a:pt x="3518" y="1799"/>
                  </a:cubicBezTo>
                  <a:cubicBezTo>
                    <a:pt x="3515" y="1821"/>
                    <a:pt x="3511" y="1825"/>
                    <a:pt x="3515" y="1831"/>
                  </a:cubicBezTo>
                  <a:cubicBezTo>
                    <a:pt x="3509" y="1869"/>
                    <a:pt x="3503" y="1873"/>
                    <a:pt x="3507" y="1880"/>
                  </a:cubicBezTo>
                  <a:cubicBezTo>
                    <a:pt x="3503" y="1908"/>
                    <a:pt x="3500" y="1910"/>
                    <a:pt x="3501" y="1913"/>
                  </a:cubicBezTo>
                  <a:cubicBezTo>
                    <a:pt x="3498" y="1956"/>
                    <a:pt x="3499" y="1968"/>
                    <a:pt x="3500" y="1979"/>
                  </a:cubicBezTo>
                  <a:cubicBezTo>
                    <a:pt x="3506" y="2052"/>
                    <a:pt x="3514" y="2059"/>
                    <a:pt x="3510" y="2063"/>
                  </a:cubicBezTo>
                  <a:cubicBezTo>
                    <a:pt x="3538" y="2132"/>
                    <a:pt x="3538" y="2143"/>
                    <a:pt x="3548" y="2157"/>
                  </a:cubicBezTo>
                  <a:cubicBezTo>
                    <a:pt x="3547" y="2144"/>
                    <a:pt x="3540" y="2128"/>
                    <a:pt x="3532" y="2111"/>
                  </a:cubicBezTo>
                  <a:cubicBezTo>
                    <a:pt x="3530" y="2090"/>
                    <a:pt x="3523" y="2082"/>
                    <a:pt x="3523" y="2076"/>
                  </a:cubicBezTo>
                  <a:cubicBezTo>
                    <a:pt x="3515" y="2007"/>
                    <a:pt x="3512" y="2002"/>
                    <a:pt x="3511" y="1998"/>
                  </a:cubicBezTo>
                  <a:cubicBezTo>
                    <a:pt x="3511" y="1925"/>
                    <a:pt x="3511" y="1917"/>
                    <a:pt x="3513" y="1909"/>
                  </a:cubicBezTo>
                  <a:cubicBezTo>
                    <a:pt x="3519" y="1876"/>
                    <a:pt x="3513" y="1866"/>
                    <a:pt x="3519" y="1859"/>
                  </a:cubicBezTo>
                  <a:cubicBezTo>
                    <a:pt x="3526" y="1827"/>
                    <a:pt x="3521" y="1817"/>
                    <a:pt x="3527" y="1811"/>
                  </a:cubicBezTo>
                  <a:cubicBezTo>
                    <a:pt x="3533" y="1769"/>
                    <a:pt x="3540" y="1767"/>
                    <a:pt x="3537" y="1761"/>
                  </a:cubicBezTo>
                  <a:cubicBezTo>
                    <a:pt x="3544" y="1729"/>
                    <a:pt x="3544" y="1721"/>
                    <a:pt x="3545" y="1713"/>
                  </a:cubicBezTo>
                  <a:cubicBezTo>
                    <a:pt x="3553" y="1672"/>
                    <a:pt x="3550" y="1667"/>
                    <a:pt x="3552" y="1662"/>
                  </a:cubicBezTo>
                  <a:cubicBezTo>
                    <a:pt x="3554" y="1642"/>
                    <a:pt x="3553" y="1638"/>
                    <a:pt x="3556" y="1641"/>
                  </a:cubicBezTo>
                  <a:cubicBezTo>
                    <a:pt x="3564" y="1736"/>
                    <a:pt x="3565" y="1745"/>
                    <a:pt x="3563" y="1754"/>
                  </a:cubicBezTo>
                  <a:cubicBezTo>
                    <a:pt x="3558" y="1799"/>
                    <a:pt x="3551" y="1802"/>
                    <a:pt x="3556" y="1808"/>
                  </a:cubicBezTo>
                  <a:cubicBezTo>
                    <a:pt x="3546" y="1849"/>
                    <a:pt x="3547" y="1852"/>
                    <a:pt x="3547" y="1854"/>
                  </a:cubicBezTo>
                  <a:cubicBezTo>
                    <a:pt x="3542" y="1894"/>
                    <a:pt x="3541" y="1898"/>
                    <a:pt x="3536" y="1902"/>
                  </a:cubicBezTo>
                  <a:cubicBezTo>
                    <a:pt x="3535" y="1925"/>
                    <a:pt x="3535" y="1927"/>
                    <a:pt x="3535" y="1929"/>
                  </a:cubicBezTo>
                  <a:cubicBezTo>
                    <a:pt x="3525" y="1979"/>
                    <a:pt x="3527" y="1989"/>
                    <a:pt x="3525" y="1998"/>
                  </a:cubicBezTo>
                  <a:cubicBezTo>
                    <a:pt x="3539" y="2083"/>
                    <a:pt x="3540" y="2080"/>
                    <a:pt x="3537" y="2076"/>
                  </a:cubicBezTo>
                  <a:cubicBezTo>
                    <a:pt x="3532" y="2032"/>
                    <a:pt x="3531" y="2024"/>
                    <a:pt x="3533" y="2018"/>
                  </a:cubicBezTo>
                  <a:cubicBezTo>
                    <a:pt x="3537" y="1977"/>
                    <a:pt x="3538" y="1973"/>
                    <a:pt x="3538" y="1968"/>
                  </a:cubicBezTo>
                  <a:cubicBezTo>
                    <a:pt x="3543" y="1933"/>
                    <a:pt x="3545" y="1924"/>
                    <a:pt x="3546" y="1915"/>
                  </a:cubicBezTo>
                  <a:cubicBezTo>
                    <a:pt x="3550" y="1884"/>
                    <a:pt x="3554" y="1883"/>
                    <a:pt x="3553" y="1880"/>
                  </a:cubicBezTo>
                  <a:cubicBezTo>
                    <a:pt x="3559" y="1851"/>
                    <a:pt x="3560" y="1841"/>
                    <a:pt x="3561" y="1832"/>
                  </a:cubicBezTo>
                  <a:cubicBezTo>
                    <a:pt x="3568" y="1790"/>
                    <a:pt x="3567" y="1787"/>
                    <a:pt x="3571" y="1786"/>
                  </a:cubicBezTo>
                  <a:cubicBezTo>
                    <a:pt x="3572" y="1822"/>
                    <a:pt x="3568" y="1827"/>
                    <a:pt x="3571" y="1835"/>
                  </a:cubicBezTo>
                  <a:cubicBezTo>
                    <a:pt x="3568" y="1875"/>
                    <a:pt x="3568" y="1878"/>
                    <a:pt x="3567" y="1881"/>
                  </a:cubicBezTo>
                  <a:cubicBezTo>
                    <a:pt x="3563" y="1933"/>
                    <a:pt x="3559" y="1938"/>
                    <a:pt x="3562" y="1944"/>
                  </a:cubicBezTo>
                  <a:cubicBezTo>
                    <a:pt x="3557" y="1996"/>
                    <a:pt x="3552" y="2000"/>
                    <a:pt x="3554" y="2006"/>
                  </a:cubicBezTo>
                  <a:cubicBezTo>
                    <a:pt x="3559" y="2073"/>
                    <a:pt x="3554" y="2087"/>
                    <a:pt x="3562" y="2105"/>
                  </a:cubicBezTo>
                  <a:cubicBezTo>
                    <a:pt x="3569" y="2134"/>
                    <a:pt x="3564" y="2137"/>
                    <a:pt x="3569" y="2142"/>
                  </a:cubicBezTo>
                  <a:cubicBezTo>
                    <a:pt x="3579" y="2160"/>
                    <a:pt x="3579" y="2160"/>
                    <a:pt x="3579" y="2160"/>
                  </a:cubicBezTo>
                  <a:cubicBezTo>
                    <a:pt x="3570" y="2116"/>
                    <a:pt x="3569" y="2110"/>
                    <a:pt x="3566" y="2103"/>
                  </a:cubicBezTo>
                  <a:cubicBezTo>
                    <a:pt x="3565" y="2043"/>
                    <a:pt x="3560" y="2036"/>
                    <a:pt x="3563" y="2031"/>
                  </a:cubicBezTo>
                  <a:cubicBezTo>
                    <a:pt x="3562" y="1988"/>
                    <a:pt x="3567" y="1984"/>
                    <a:pt x="3565" y="1977"/>
                  </a:cubicBezTo>
                  <a:cubicBezTo>
                    <a:pt x="3575" y="1922"/>
                    <a:pt x="3572" y="1917"/>
                    <a:pt x="3576" y="1914"/>
                  </a:cubicBezTo>
                  <a:cubicBezTo>
                    <a:pt x="3581" y="1883"/>
                    <a:pt x="3574" y="1877"/>
                    <a:pt x="3580" y="1874"/>
                  </a:cubicBezTo>
                  <a:cubicBezTo>
                    <a:pt x="3581" y="1811"/>
                    <a:pt x="3583" y="1803"/>
                    <a:pt x="3584" y="1795"/>
                  </a:cubicBezTo>
                  <a:cubicBezTo>
                    <a:pt x="3586" y="1732"/>
                    <a:pt x="3581" y="1721"/>
                    <a:pt x="3583" y="1713"/>
                  </a:cubicBezTo>
                  <a:cubicBezTo>
                    <a:pt x="3592" y="1764"/>
                    <a:pt x="3588" y="1768"/>
                    <a:pt x="3588" y="1773"/>
                  </a:cubicBezTo>
                  <a:cubicBezTo>
                    <a:pt x="3588" y="1842"/>
                    <a:pt x="3593" y="1853"/>
                    <a:pt x="3590" y="1862"/>
                  </a:cubicBezTo>
                  <a:cubicBezTo>
                    <a:pt x="3591" y="1932"/>
                    <a:pt x="3586" y="1940"/>
                    <a:pt x="3588" y="1951"/>
                  </a:cubicBezTo>
                  <a:cubicBezTo>
                    <a:pt x="3582" y="1998"/>
                    <a:pt x="3584" y="2004"/>
                    <a:pt x="3583" y="2008"/>
                  </a:cubicBezTo>
                  <a:cubicBezTo>
                    <a:pt x="3579" y="2026"/>
                    <a:pt x="3580" y="2032"/>
                    <a:pt x="3580" y="2037"/>
                  </a:cubicBezTo>
                  <a:cubicBezTo>
                    <a:pt x="3584" y="2088"/>
                    <a:pt x="3584" y="2107"/>
                    <a:pt x="3592" y="2129"/>
                  </a:cubicBezTo>
                  <a:cubicBezTo>
                    <a:pt x="3605" y="2160"/>
                    <a:pt x="3605" y="2160"/>
                    <a:pt x="3605" y="2160"/>
                  </a:cubicBezTo>
                  <a:cubicBezTo>
                    <a:pt x="3593" y="2092"/>
                    <a:pt x="3588" y="2086"/>
                    <a:pt x="3589" y="2081"/>
                  </a:cubicBezTo>
                  <a:cubicBezTo>
                    <a:pt x="3589" y="2049"/>
                    <a:pt x="3586" y="2043"/>
                    <a:pt x="3590" y="2040"/>
                  </a:cubicBezTo>
                  <a:cubicBezTo>
                    <a:pt x="3592" y="1978"/>
                    <a:pt x="3594" y="1974"/>
                    <a:pt x="3597" y="1970"/>
                  </a:cubicBezTo>
                  <a:cubicBezTo>
                    <a:pt x="3600" y="1927"/>
                    <a:pt x="3597" y="1924"/>
                    <a:pt x="3599" y="1922"/>
                  </a:cubicBezTo>
                  <a:cubicBezTo>
                    <a:pt x="3602" y="1891"/>
                    <a:pt x="3601" y="1882"/>
                    <a:pt x="3601" y="1872"/>
                  </a:cubicBezTo>
                  <a:cubicBezTo>
                    <a:pt x="3605" y="1808"/>
                    <a:pt x="3598" y="1796"/>
                    <a:pt x="3601" y="1787"/>
                  </a:cubicBezTo>
                  <a:cubicBezTo>
                    <a:pt x="3606" y="1817"/>
                    <a:pt x="3609" y="1821"/>
                    <a:pt x="3610" y="1826"/>
                  </a:cubicBezTo>
                  <a:cubicBezTo>
                    <a:pt x="3615" y="1876"/>
                    <a:pt x="3610" y="1882"/>
                    <a:pt x="3610" y="1889"/>
                  </a:cubicBezTo>
                  <a:cubicBezTo>
                    <a:pt x="3603" y="1955"/>
                    <a:pt x="3607" y="1963"/>
                    <a:pt x="3604" y="1969"/>
                  </a:cubicBezTo>
                  <a:cubicBezTo>
                    <a:pt x="3602" y="2003"/>
                    <a:pt x="3609" y="2008"/>
                    <a:pt x="3606" y="2011"/>
                  </a:cubicBezTo>
                  <a:cubicBezTo>
                    <a:pt x="3608" y="2038"/>
                    <a:pt x="3605" y="2044"/>
                    <a:pt x="3608" y="2052"/>
                  </a:cubicBezTo>
                  <a:cubicBezTo>
                    <a:pt x="3607" y="2086"/>
                    <a:pt x="3614" y="2092"/>
                    <a:pt x="3610" y="2094"/>
                  </a:cubicBezTo>
                  <a:cubicBezTo>
                    <a:pt x="3629" y="2141"/>
                    <a:pt x="3624" y="2122"/>
                    <a:pt x="3621" y="2104"/>
                  </a:cubicBezTo>
                  <a:cubicBezTo>
                    <a:pt x="3617" y="2034"/>
                    <a:pt x="3614" y="2029"/>
                    <a:pt x="3617" y="2025"/>
                  </a:cubicBezTo>
                  <a:cubicBezTo>
                    <a:pt x="3613" y="1967"/>
                    <a:pt x="3616" y="1954"/>
                    <a:pt x="3617" y="1940"/>
                  </a:cubicBezTo>
                  <a:cubicBezTo>
                    <a:pt x="3620" y="1907"/>
                    <a:pt x="3620" y="1906"/>
                    <a:pt x="3619" y="1903"/>
                  </a:cubicBezTo>
                  <a:cubicBezTo>
                    <a:pt x="3625" y="1960"/>
                    <a:pt x="3635" y="1977"/>
                    <a:pt x="3626" y="1989"/>
                  </a:cubicBezTo>
                  <a:cubicBezTo>
                    <a:pt x="3632" y="2019"/>
                    <a:pt x="3629" y="2022"/>
                    <a:pt x="3629" y="2023"/>
                  </a:cubicBezTo>
                  <a:cubicBezTo>
                    <a:pt x="3639" y="2083"/>
                    <a:pt x="3643" y="2106"/>
                    <a:pt x="3650" y="2131"/>
                  </a:cubicBezTo>
                  <a:cubicBezTo>
                    <a:pt x="3646" y="2095"/>
                    <a:pt x="3648" y="2087"/>
                    <a:pt x="3644" y="2077"/>
                  </a:cubicBezTo>
                  <a:cubicBezTo>
                    <a:pt x="3642" y="1997"/>
                    <a:pt x="3638" y="1989"/>
                    <a:pt x="3642" y="1983"/>
                  </a:cubicBezTo>
                  <a:cubicBezTo>
                    <a:pt x="3636" y="1915"/>
                    <a:pt x="3635" y="1908"/>
                    <a:pt x="3633" y="1900"/>
                  </a:cubicBezTo>
                  <a:cubicBezTo>
                    <a:pt x="3632" y="1877"/>
                    <a:pt x="3626" y="1869"/>
                    <a:pt x="3628" y="1862"/>
                  </a:cubicBezTo>
                  <a:cubicBezTo>
                    <a:pt x="3704" y="2064"/>
                    <a:pt x="3715" y="2091"/>
                    <a:pt x="3723" y="2120"/>
                  </a:cubicBezTo>
                  <a:cubicBezTo>
                    <a:pt x="3738" y="2147"/>
                    <a:pt x="3735" y="2134"/>
                    <a:pt x="3732" y="2120"/>
                  </a:cubicBezTo>
                  <a:cubicBezTo>
                    <a:pt x="3671" y="1955"/>
                    <a:pt x="3666" y="1948"/>
                    <a:pt x="3665" y="1942"/>
                  </a:cubicBezTo>
                  <a:cubicBezTo>
                    <a:pt x="3658" y="1918"/>
                    <a:pt x="3659" y="1920"/>
                    <a:pt x="3656" y="1912"/>
                  </a:cubicBezTo>
                  <a:cubicBezTo>
                    <a:pt x="3644" y="1868"/>
                    <a:pt x="3634" y="1861"/>
                    <a:pt x="3638" y="1856"/>
                  </a:cubicBezTo>
                  <a:cubicBezTo>
                    <a:pt x="3654" y="1880"/>
                    <a:pt x="3649" y="1882"/>
                    <a:pt x="3653" y="1886"/>
                  </a:cubicBezTo>
                  <a:cubicBezTo>
                    <a:pt x="3690" y="1949"/>
                    <a:pt x="3693" y="1958"/>
                    <a:pt x="3702" y="1968"/>
                  </a:cubicBezTo>
                  <a:cubicBezTo>
                    <a:pt x="3745" y="2097"/>
                    <a:pt x="3753" y="2103"/>
                    <a:pt x="3754" y="2107"/>
                  </a:cubicBezTo>
                  <a:cubicBezTo>
                    <a:pt x="3776" y="2160"/>
                    <a:pt x="3776" y="2160"/>
                    <a:pt x="3776" y="2160"/>
                  </a:cubicBezTo>
                  <a:cubicBezTo>
                    <a:pt x="3769" y="2130"/>
                    <a:pt x="3760" y="2123"/>
                    <a:pt x="3765" y="2121"/>
                  </a:cubicBezTo>
                  <a:cubicBezTo>
                    <a:pt x="3734" y="2035"/>
                    <a:pt x="3731" y="2018"/>
                    <a:pt x="3726" y="2000"/>
                  </a:cubicBezTo>
                  <a:cubicBezTo>
                    <a:pt x="3693" y="1934"/>
                    <a:pt x="3677" y="1912"/>
                    <a:pt x="3655" y="1871"/>
                  </a:cubicBezTo>
                  <a:cubicBezTo>
                    <a:pt x="3628" y="1820"/>
                    <a:pt x="3632" y="1818"/>
                    <a:pt x="3627" y="1813"/>
                  </a:cubicBezTo>
                  <a:cubicBezTo>
                    <a:pt x="3618" y="1792"/>
                    <a:pt x="3615" y="1792"/>
                    <a:pt x="3616" y="1793"/>
                  </a:cubicBezTo>
                  <a:cubicBezTo>
                    <a:pt x="3614" y="1770"/>
                    <a:pt x="3625" y="1783"/>
                    <a:pt x="3633" y="1799"/>
                  </a:cubicBezTo>
                  <a:cubicBezTo>
                    <a:pt x="3676" y="1871"/>
                    <a:pt x="3684" y="1880"/>
                    <a:pt x="3682" y="1886"/>
                  </a:cubicBezTo>
                  <a:cubicBezTo>
                    <a:pt x="3706" y="1920"/>
                    <a:pt x="3713" y="1940"/>
                    <a:pt x="3724" y="1950"/>
                  </a:cubicBezTo>
                  <a:cubicBezTo>
                    <a:pt x="3760" y="2018"/>
                    <a:pt x="3762" y="2034"/>
                    <a:pt x="3775" y="2052"/>
                  </a:cubicBezTo>
                  <a:cubicBezTo>
                    <a:pt x="3791" y="2087"/>
                    <a:pt x="3790" y="2072"/>
                    <a:pt x="3779" y="2055"/>
                  </a:cubicBezTo>
                  <a:cubicBezTo>
                    <a:pt x="3773" y="2029"/>
                    <a:pt x="3765" y="2023"/>
                    <a:pt x="3764" y="2020"/>
                  </a:cubicBezTo>
                  <a:cubicBezTo>
                    <a:pt x="3727" y="1943"/>
                    <a:pt x="3720" y="1927"/>
                    <a:pt x="3710" y="1911"/>
                  </a:cubicBezTo>
                  <a:cubicBezTo>
                    <a:pt x="3681" y="1859"/>
                    <a:pt x="3679" y="1858"/>
                    <a:pt x="3677" y="1856"/>
                  </a:cubicBezTo>
                  <a:cubicBezTo>
                    <a:pt x="3659" y="1825"/>
                    <a:pt x="3654" y="1826"/>
                    <a:pt x="3652" y="1818"/>
                  </a:cubicBezTo>
                  <a:cubicBezTo>
                    <a:pt x="3641" y="1799"/>
                    <a:pt x="3638" y="1795"/>
                    <a:pt x="3640" y="1793"/>
                  </a:cubicBezTo>
                  <a:cubicBezTo>
                    <a:pt x="3651" y="1805"/>
                    <a:pt x="3656" y="1807"/>
                    <a:pt x="3660" y="1814"/>
                  </a:cubicBezTo>
                  <a:cubicBezTo>
                    <a:pt x="3747" y="1948"/>
                    <a:pt x="3751" y="1945"/>
                    <a:pt x="3753" y="1952"/>
                  </a:cubicBezTo>
                  <a:cubicBezTo>
                    <a:pt x="3801" y="2041"/>
                    <a:pt x="3805" y="2046"/>
                    <a:pt x="3813" y="2063"/>
                  </a:cubicBezTo>
                  <a:cubicBezTo>
                    <a:pt x="3824" y="2090"/>
                    <a:pt x="3825" y="2083"/>
                    <a:pt x="3823" y="2074"/>
                  </a:cubicBezTo>
                  <a:cubicBezTo>
                    <a:pt x="3793" y="2008"/>
                    <a:pt x="3788" y="1999"/>
                    <a:pt x="3783" y="1990"/>
                  </a:cubicBezTo>
                  <a:cubicBezTo>
                    <a:pt x="3750" y="1934"/>
                    <a:pt x="3750" y="1933"/>
                    <a:pt x="3742" y="1923"/>
                  </a:cubicBezTo>
                  <a:cubicBezTo>
                    <a:pt x="3649" y="1784"/>
                    <a:pt x="3640" y="1771"/>
                    <a:pt x="3628" y="1753"/>
                  </a:cubicBezTo>
                  <a:cubicBezTo>
                    <a:pt x="3600" y="1705"/>
                    <a:pt x="3594" y="1703"/>
                    <a:pt x="3600" y="1698"/>
                  </a:cubicBezTo>
                  <a:cubicBezTo>
                    <a:pt x="3661" y="1781"/>
                    <a:pt x="3667" y="1780"/>
                    <a:pt x="3671" y="1789"/>
                  </a:cubicBezTo>
                  <a:cubicBezTo>
                    <a:pt x="3762" y="1925"/>
                    <a:pt x="3772" y="1943"/>
                    <a:pt x="3781" y="1958"/>
                  </a:cubicBezTo>
                  <a:cubicBezTo>
                    <a:pt x="3789" y="1977"/>
                    <a:pt x="3792" y="1977"/>
                    <a:pt x="3792" y="1977"/>
                  </a:cubicBezTo>
                  <a:cubicBezTo>
                    <a:pt x="3808" y="2010"/>
                    <a:pt x="3813" y="2006"/>
                    <a:pt x="3808" y="2000"/>
                  </a:cubicBezTo>
                  <a:cubicBezTo>
                    <a:pt x="3787" y="1964"/>
                    <a:pt x="3792" y="1953"/>
                    <a:pt x="3784" y="1954"/>
                  </a:cubicBezTo>
                  <a:cubicBezTo>
                    <a:pt x="3664" y="1770"/>
                    <a:pt x="3663" y="1761"/>
                    <a:pt x="3658" y="1758"/>
                  </a:cubicBezTo>
                  <a:cubicBezTo>
                    <a:pt x="3608" y="1693"/>
                    <a:pt x="3604" y="1687"/>
                    <a:pt x="3601" y="1681"/>
                  </a:cubicBezTo>
                  <a:cubicBezTo>
                    <a:pt x="3568" y="1619"/>
                    <a:pt x="3567" y="1614"/>
                    <a:pt x="3568" y="1609"/>
                  </a:cubicBezTo>
                  <a:cubicBezTo>
                    <a:pt x="3602" y="1650"/>
                    <a:pt x="3605" y="1657"/>
                    <a:pt x="3609" y="1657"/>
                  </a:cubicBezTo>
                  <a:cubicBezTo>
                    <a:pt x="3642" y="1699"/>
                    <a:pt x="3657" y="1709"/>
                    <a:pt x="3670" y="1726"/>
                  </a:cubicBezTo>
                  <a:cubicBezTo>
                    <a:pt x="3726" y="1782"/>
                    <a:pt x="3727" y="1793"/>
                    <a:pt x="3732" y="1792"/>
                  </a:cubicBezTo>
                  <a:cubicBezTo>
                    <a:pt x="3804" y="1897"/>
                    <a:pt x="3811" y="1910"/>
                    <a:pt x="3818" y="1923"/>
                  </a:cubicBezTo>
                  <a:cubicBezTo>
                    <a:pt x="3834" y="1949"/>
                    <a:pt x="3835" y="1944"/>
                    <a:pt x="3833" y="1939"/>
                  </a:cubicBezTo>
                  <a:cubicBezTo>
                    <a:pt x="3805" y="1889"/>
                    <a:pt x="3802" y="1887"/>
                    <a:pt x="3800" y="1881"/>
                  </a:cubicBezTo>
                  <a:cubicBezTo>
                    <a:pt x="3752" y="1810"/>
                    <a:pt x="3747" y="1795"/>
                    <a:pt x="3740" y="1790"/>
                  </a:cubicBezTo>
                  <a:cubicBezTo>
                    <a:pt x="3707" y="1754"/>
                    <a:pt x="3704" y="1747"/>
                    <a:pt x="3701" y="1741"/>
                  </a:cubicBezTo>
                  <a:cubicBezTo>
                    <a:pt x="3666" y="1702"/>
                    <a:pt x="3650" y="1693"/>
                    <a:pt x="3638" y="1674"/>
                  </a:cubicBezTo>
                  <a:cubicBezTo>
                    <a:pt x="3579" y="1610"/>
                    <a:pt x="3577" y="1606"/>
                    <a:pt x="3575" y="1603"/>
                  </a:cubicBezTo>
                  <a:cubicBezTo>
                    <a:pt x="3662" y="1692"/>
                    <a:pt x="3684" y="1707"/>
                    <a:pt x="3705" y="1728"/>
                  </a:cubicBezTo>
                  <a:cubicBezTo>
                    <a:pt x="3780" y="1809"/>
                    <a:pt x="3780" y="1827"/>
                    <a:pt x="3786" y="1824"/>
                  </a:cubicBezTo>
                  <a:cubicBezTo>
                    <a:pt x="3743" y="1752"/>
                    <a:pt x="3728" y="1741"/>
                    <a:pt x="3715" y="1723"/>
                  </a:cubicBezTo>
                  <a:cubicBezTo>
                    <a:pt x="3691" y="1699"/>
                    <a:pt x="3682" y="1693"/>
                    <a:pt x="3674" y="1685"/>
                  </a:cubicBezTo>
                  <a:cubicBezTo>
                    <a:pt x="3656" y="1669"/>
                    <a:pt x="3653" y="1663"/>
                    <a:pt x="3655" y="1661"/>
                  </a:cubicBezTo>
                  <a:cubicBezTo>
                    <a:pt x="3701" y="1699"/>
                    <a:pt x="3704" y="1700"/>
                    <a:pt x="3707" y="1700"/>
                  </a:cubicBezTo>
                  <a:cubicBezTo>
                    <a:pt x="3733" y="1723"/>
                    <a:pt x="3739" y="1726"/>
                    <a:pt x="3744" y="1730"/>
                  </a:cubicBezTo>
                  <a:cubicBezTo>
                    <a:pt x="3810" y="1787"/>
                    <a:pt x="3819" y="1795"/>
                    <a:pt x="3827" y="1803"/>
                  </a:cubicBezTo>
                  <a:cubicBezTo>
                    <a:pt x="3840" y="1813"/>
                    <a:pt x="3840" y="1813"/>
                    <a:pt x="3840" y="1813"/>
                  </a:cubicBezTo>
                  <a:cubicBezTo>
                    <a:pt x="3784" y="1755"/>
                    <a:pt x="3778" y="1742"/>
                    <a:pt x="3769" y="1741"/>
                  </a:cubicBezTo>
                  <a:cubicBezTo>
                    <a:pt x="3733" y="1710"/>
                    <a:pt x="3728" y="1711"/>
                    <a:pt x="3725" y="1703"/>
                  </a:cubicBezTo>
                  <a:cubicBezTo>
                    <a:pt x="3677" y="1667"/>
                    <a:pt x="3672" y="1665"/>
                    <a:pt x="3670" y="1658"/>
                  </a:cubicBezTo>
                  <a:cubicBezTo>
                    <a:pt x="3644" y="1644"/>
                    <a:pt x="3643" y="1636"/>
                    <a:pt x="3639" y="1637"/>
                  </a:cubicBezTo>
                  <a:cubicBezTo>
                    <a:pt x="3601" y="1601"/>
                    <a:pt x="3599" y="1596"/>
                    <a:pt x="3597" y="1593"/>
                  </a:cubicBezTo>
                  <a:cubicBezTo>
                    <a:pt x="3566" y="1555"/>
                    <a:pt x="3560" y="1554"/>
                    <a:pt x="3556" y="1545"/>
                  </a:cubicBezTo>
                  <a:cubicBezTo>
                    <a:pt x="3552" y="1522"/>
                    <a:pt x="3553" y="1536"/>
                    <a:pt x="3559" y="1536"/>
                  </a:cubicBezTo>
                  <a:cubicBezTo>
                    <a:pt x="3580" y="1559"/>
                    <a:pt x="3583" y="1558"/>
                    <a:pt x="3585" y="1562"/>
                  </a:cubicBezTo>
                  <a:cubicBezTo>
                    <a:pt x="3634" y="1600"/>
                    <a:pt x="3637" y="1610"/>
                    <a:pt x="3644" y="1607"/>
                  </a:cubicBezTo>
                  <a:cubicBezTo>
                    <a:pt x="3695" y="1644"/>
                    <a:pt x="3699" y="1652"/>
                    <a:pt x="3705" y="1652"/>
                  </a:cubicBezTo>
                  <a:cubicBezTo>
                    <a:pt x="3754" y="1683"/>
                    <a:pt x="3757" y="1694"/>
                    <a:pt x="3762" y="1695"/>
                  </a:cubicBezTo>
                  <a:cubicBezTo>
                    <a:pt x="3798" y="1722"/>
                    <a:pt x="3801" y="1735"/>
                    <a:pt x="3808" y="1732"/>
                  </a:cubicBezTo>
                  <a:cubicBezTo>
                    <a:pt x="3735" y="1667"/>
                    <a:pt x="3734" y="1659"/>
                    <a:pt x="3730" y="1662"/>
                  </a:cubicBezTo>
                  <a:cubicBezTo>
                    <a:pt x="3691" y="1638"/>
                    <a:pt x="3686" y="1628"/>
                    <a:pt x="3679" y="1626"/>
                  </a:cubicBezTo>
                  <a:cubicBezTo>
                    <a:pt x="3606" y="1569"/>
                    <a:pt x="3593" y="1561"/>
                    <a:pt x="3584" y="1546"/>
                  </a:cubicBezTo>
                  <a:cubicBezTo>
                    <a:pt x="3554" y="1514"/>
                    <a:pt x="3542" y="1501"/>
                    <a:pt x="3531" y="1486"/>
                  </a:cubicBezTo>
                  <a:cubicBezTo>
                    <a:pt x="3515" y="1452"/>
                    <a:pt x="3508" y="1447"/>
                    <a:pt x="3512" y="1445"/>
                  </a:cubicBezTo>
                  <a:cubicBezTo>
                    <a:pt x="3556" y="1505"/>
                    <a:pt x="3567" y="1513"/>
                    <a:pt x="3566" y="1520"/>
                  </a:cubicBezTo>
                  <a:cubicBezTo>
                    <a:pt x="3605" y="1552"/>
                    <a:pt x="3611" y="1553"/>
                    <a:pt x="3616" y="1560"/>
                  </a:cubicBezTo>
                  <a:cubicBezTo>
                    <a:pt x="3676" y="1598"/>
                    <a:pt x="3677" y="1606"/>
                    <a:pt x="3681" y="1605"/>
                  </a:cubicBezTo>
                  <a:cubicBezTo>
                    <a:pt x="3717" y="1624"/>
                    <a:pt x="3722" y="1631"/>
                    <a:pt x="3729" y="1632"/>
                  </a:cubicBezTo>
                  <a:cubicBezTo>
                    <a:pt x="3761" y="1652"/>
                    <a:pt x="3773" y="1659"/>
                    <a:pt x="3786" y="1665"/>
                  </a:cubicBezTo>
                  <a:cubicBezTo>
                    <a:pt x="3834" y="1700"/>
                    <a:pt x="3837" y="1704"/>
                    <a:pt x="3840" y="1705"/>
                  </a:cubicBezTo>
                  <a:close/>
                  <a:moveTo>
                    <a:pt x="3587" y="1208"/>
                  </a:moveTo>
                  <a:cubicBezTo>
                    <a:pt x="3585" y="1207"/>
                    <a:pt x="3582" y="1206"/>
                    <a:pt x="3580" y="1204"/>
                  </a:cubicBezTo>
                  <a:cubicBezTo>
                    <a:pt x="3578" y="1198"/>
                    <a:pt x="3586" y="1205"/>
                    <a:pt x="3587" y="1208"/>
                  </a:cubicBezTo>
                  <a:close/>
                  <a:moveTo>
                    <a:pt x="3234" y="928"/>
                  </a:moveTo>
                  <a:cubicBezTo>
                    <a:pt x="3238" y="930"/>
                    <a:pt x="3243" y="932"/>
                    <a:pt x="3248" y="934"/>
                  </a:cubicBezTo>
                  <a:cubicBezTo>
                    <a:pt x="3256" y="941"/>
                    <a:pt x="3265" y="942"/>
                    <a:pt x="3273" y="950"/>
                  </a:cubicBezTo>
                  <a:cubicBezTo>
                    <a:pt x="3278" y="950"/>
                    <a:pt x="3283" y="953"/>
                    <a:pt x="3287" y="955"/>
                  </a:cubicBezTo>
                  <a:cubicBezTo>
                    <a:pt x="3291" y="957"/>
                    <a:pt x="3295" y="962"/>
                    <a:pt x="3299" y="962"/>
                  </a:cubicBezTo>
                  <a:cubicBezTo>
                    <a:pt x="3308" y="965"/>
                    <a:pt x="3317" y="970"/>
                    <a:pt x="3326" y="974"/>
                  </a:cubicBezTo>
                  <a:cubicBezTo>
                    <a:pt x="3342" y="986"/>
                    <a:pt x="3361" y="990"/>
                    <a:pt x="3376" y="1006"/>
                  </a:cubicBezTo>
                  <a:cubicBezTo>
                    <a:pt x="3381" y="1008"/>
                    <a:pt x="3386" y="1007"/>
                    <a:pt x="3389" y="1014"/>
                  </a:cubicBezTo>
                  <a:cubicBezTo>
                    <a:pt x="3395" y="1010"/>
                    <a:pt x="3396" y="1023"/>
                    <a:pt x="3402" y="1021"/>
                  </a:cubicBezTo>
                  <a:cubicBezTo>
                    <a:pt x="3410" y="1027"/>
                    <a:pt x="3418" y="1034"/>
                    <a:pt x="3427" y="1037"/>
                  </a:cubicBezTo>
                  <a:cubicBezTo>
                    <a:pt x="3430" y="1042"/>
                    <a:pt x="3434" y="1046"/>
                    <a:pt x="3438" y="1047"/>
                  </a:cubicBezTo>
                  <a:cubicBezTo>
                    <a:pt x="3439" y="1050"/>
                    <a:pt x="3436" y="1048"/>
                    <a:pt x="3434" y="1049"/>
                  </a:cubicBezTo>
                  <a:cubicBezTo>
                    <a:pt x="3432" y="1048"/>
                    <a:pt x="3430" y="1047"/>
                    <a:pt x="3428" y="1044"/>
                  </a:cubicBezTo>
                  <a:cubicBezTo>
                    <a:pt x="3422" y="1049"/>
                    <a:pt x="3422" y="1034"/>
                    <a:pt x="3415" y="1041"/>
                  </a:cubicBezTo>
                  <a:cubicBezTo>
                    <a:pt x="3409" y="1031"/>
                    <a:pt x="3400" y="1034"/>
                    <a:pt x="3393" y="1026"/>
                  </a:cubicBezTo>
                  <a:cubicBezTo>
                    <a:pt x="3392" y="1024"/>
                    <a:pt x="3388" y="1027"/>
                    <a:pt x="3387" y="1024"/>
                  </a:cubicBezTo>
                  <a:cubicBezTo>
                    <a:pt x="3386" y="1020"/>
                    <a:pt x="3383" y="1021"/>
                    <a:pt x="3380" y="1022"/>
                  </a:cubicBezTo>
                  <a:cubicBezTo>
                    <a:pt x="3378" y="1015"/>
                    <a:pt x="3372" y="1022"/>
                    <a:pt x="3370" y="1014"/>
                  </a:cubicBezTo>
                  <a:cubicBezTo>
                    <a:pt x="3362" y="1014"/>
                    <a:pt x="3355" y="1007"/>
                    <a:pt x="3347" y="1003"/>
                  </a:cubicBezTo>
                  <a:cubicBezTo>
                    <a:pt x="3338" y="1002"/>
                    <a:pt x="3331" y="995"/>
                    <a:pt x="3323" y="989"/>
                  </a:cubicBezTo>
                  <a:cubicBezTo>
                    <a:pt x="3315" y="989"/>
                    <a:pt x="3307" y="983"/>
                    <a:pt x="3300" y="978"/>
                  </a:cubicBezTo>
                  <a:cubicBezTo>
                    <a:pt x="3296" y="977"/>
                    <a:pt x="3293" y="972"/>
                    <a:pt x="3288" y="971"/>
                  </a:cubicBezTo>
                  <a:cubicBezTo>
                    <a:pt x="3285" y="968"/>
                    <a:pt x="3280" y="971"/>
                    <a:pt x="3278" y="963"/>
                  </a:cubicBezTo>
                  <a:cubicBezTo>
                    <a:pt x="3270" y="961"/>
                    <a:pt x="3264" y="953"/>
                    <a:pt x="3255" y="952"/>
                  </a:cubicBezTo>
                  <a:cubicBezTo>
                    <a:pt x="3254" y="950"/>
                    <a:pt x="3253" y="948"/>
                    <a:pt x="3252" y="946"/>
                  </a:cubicBezTo>
                  <a:cubicBezTo>
                    <a:pt x="3247" y="942"/>
                    <a:pt x="3242" y="939"/>
                    <a:pt x="3236" y="938"/>
                  </a:cubicBezTo>
                  <a:cubicBezTo>
                    <a:pt x="3232" y="933"/>
                    <a:pt x="3228" y="927"/>
                    <a:pt x="3222" y="927"/>
                  </a:cubicBezTo>
                  <a:cubicBezTo>
                    <a:pt x="3222" y="917"/>
                    <a:pt x="3230" y="930"/>
                    <a:pt x="3234" y="928"/>
                  </a:cubicBezTo>
                  <a:close/>
                  <a:moveTo>
                    <a:pt x="3269" y="856"/>
                  </a:moveTo>
                  <a:cubicBezTo>
                    <a:pt x="3278" y="856"/>
                    <a:pt x="3285" y="867"/>
                    <a:pt x="3294" y="867"/>
                  </a:cubicBezTo>
                  <a:cubicBezTo>
                    <a:pt x="3296" y="873"/>
                    <a:pt x="3289" y="865"/>
                    <a:pt x="3287" y="868"/>
                  </a:cubicBezTo>
                  <a:cubicBezTo>
                    <a:pt x="3284" y="866"/>
                    <a:pt x="3281" y="867"/>
                    <a:pt x="3279" y="864"/>
                  </a:cubicBezTo>
                  <a:cubicBezTo>
                    <a:pt x="3274" y="860"/>
                    <a:pt x="3267" y="862"/>
                    <a:pt x="3263" y="855"/>
                  </a:cubicBezTo>
                  <a:cubicBezTo>
                    <a:pt x="3252" y="853"/>
                    <a:pt x="3242" y="851"/>
                    <a:pt x="3231" y="848"/>
                  </a:cubicBezTo>
                  <a:cubicBezTo>
                    <a:pt x="3226" y="845"/>
                    <a:pt x="3221" y="843"/>
                    <a:pt x="3215" y="843"/>
                  </a:cubicBezTo>
                  <a:cubicBezTo>
                    <a:pt x="3211" y="839"/>
                    <a:pt x="3206" y="839"/>
                    <a:pt x="3201" y="838"/>
                  </a:cubicBezTo>
                  <a:cubicBezTo>
                    <a:pt x="3195" y="839"/>
                    <a:pt x="3190" y="834"/>
                    <a:pt x="3185" y="833"/>
                  </a:cubicBezTo>
                  <a:cubicBezTo>
                    <a:pt x="3180" y="832"/>
                    <a:pt x="3175" y="831"/>
                    <a:pt x="3171" y="828"/>
                  </a:cubicBezTo>
                  <a:cubicBezTo>
                    <a:pt x="3161" y="826"/>
                    <a:pt x="3152" y="820"/>
                    <a:pt x="3142" y="820"/>
                  </a:cubicBezTo>
                  <a:cubicBezTo>
                    <a:pt x="3130" y="810"/>
                    <a:pt x="3117" y="809"/>
                    <a:pt x="3105" y="799"/>
                  </a:cubicBezTo>
                  <a:cubicBezTo>
                    <a:pt x="3102" y="800"/>
                    <a:pt x="3098" y="799"/>
                    <a:pt x="3096" y="797"/>
                  </a:cubicBezTo>
                  <a:cubicBezTo>
                    <a:pt x="3094" y="789"/>
                    <a:pt x="3088" y="799"/>
                    <a:pt x="3087" y="791"/>
                  </a:cubicBezTo>
                  <a:cubicBezTo>
                    <a:pt x="3080" y="793"/>
                    <a:pt x="3077" y="781"/>
                    <a:pt x="3069" y="784"/>
                  </a:cubicBezTo>
                  <a:cubicBezTo>
                    <a:pt x="3068" y="781"/>
                    <a:pt x="3066" y="778"/>
                    <a:pt x="3064" y="779"/>
                  </a:cubicBezTo>
                  <a:cubicBezTo>
                    <a:pt x="3064" y="777"/>
                    <a:pt x="3064" y="774"/>
                    <a:pt x="3061" y="775"/>
                  </a:cubicBezTo>
                  <a:cubicBezTo>
                    <a:pt x="3058" y="774"/>
                    <a:pt x="3055" y="769"/>
                    <a:pt x="3052" y="764"/>
                  </a:cubicBezTo>
                  <a:cubicBezTo>
                    <a:pt x="3060" y="762"/>
                    <a:pt x="3065" y="770"/>
                    <a:pt x="3072" y="769"/>
                  </a:cubicBezTo>
                  <a:cubicBezTo>
                    <a:pt x="3077" y="776"/>
                    <a:pt x="3084" y="774"/>
                    <a:pt x="3089" y="781"/>
                  </a:cubicBezTo>
                  <a:cubicBezTo>
                    <a:pt x="3094" y="782"/>
                    <a:pt x="3100" y="782"/>
                    <a:pt x="3104" y="787"/>
                  </a:cubicBezTo>
                  <a:cubicBezTo>
                    <a:pt x="3108" y="787"/>
                    <a:pt x="3112" y="789"/>
                    <a:pt x="3117" y="790"/>
                  </a:cubicBezTo>
                  <a:cubicBezTo>
                    <a:pt x="3125" y="792"/>
                    <a:pt x="3133" y="798"/>
                    <a:pt x="3142" y="801"/>
                  </a:cubicBezTo>
                  <a:cubicBezTo>
                    <a:pt x="3151" y="803"/>
                    <a:pt x="3160" y="806"/>
                    <a:pt x="3169" y="810"/>
                  </a:cubicBezTo>
                  <a:cubicBezTo>
                    <a:pt x="3177" y="812"/>
                    <a:pt x="3186" y="815"/>
                    <a:pt x="3194" y="820"/>
                  </a:cubicBezTo>
                  <a:cubicBezTo>
                    <a:pt x="3196" y="821"/>
                    <a:pt x="3200" y="820"/>
                    <a:pt x="3201" y="824"/>
                  </a:cubicBezTo>
                  <a:cubicBezTo>
                    <a:pt x="3204" y="823"/>
                    <a:pt x="3205" y="827"/>
                    <a:pt x="3208" y="826"/>
                  </a:cubicBezTo>
                  <a:cubicBezTo>
                    <a:pt x="3211" y="830"/>
                    <a:pt x="3217" y="825"/>
                    <a:pt x="3220" y="832"/>
                  </a:cubicBezTo>
                  <a:cubicBezTo>
                    <a:pt x="3229" y="834"/>
                    <a:pt x="3237" y="839"/>
                    <a:pt x="3245" y="843"/>
                  </a:cubicBezTo>
                  <a:cubicBezTo>
                    <a:pt x="3253" y="849"/>
                    <a:pt x="3262" y="849"/>
                    <a:pt x="3269" y="856"/>
                  </a:cubicBezTo>
                  <a:close/>
                  <a:moveTo>
                    <a:pt x="3121" y="851"/>
                  </a:moveTo>
                  <a:cubicBezTo>
                    <a:pt x="3114" y="851"/>
                    <a:pt x="3115" y="840"/>
                    <a:pt x="3113" y="836"/>
                  </a:cubicBezTo>
                  <a:cubicBezTo>
                    <a:pt x="3120" y="836"/>
                    <a:pt x="3119" y="847"/>
                    <a:pt x="3121" y="851"/>
                  </a:cubicBezTo>
                  <a:close/>
                  <a:moveTo>
                    <a:pt x="2966" y="723"/>
                  </a:moveTo>
                  <a:cubicBezTo>
                    <a:pt x="2974" y="724"/>
                    <a:pt x="2969" y="736"/>
                    <a:pt x="2973" y="741"/>
                  </a:cubicBezTo>
                  <a:cubicBezTo>
                    <a:pt x="2967" y="741"/>
                    <a:pt x="2968" y="728"/>
                    <a:pt x="2966" y="723"/>
                  </a:cubicBezTo>
                  <a:close/>
                  <a:moveTo>
                    <a:pt x="3008" y="1016"/>
                  </a:moveTo>
                  <a:cubicBezTo>
                    <a:pt x="3004" y="1017"/>
                    <a:pt x="3007" y="1015"/>
                    <a:pt x="3006" y="1012"/>
                  </a:cubicBezTo>
                  <a:cubicBezTo>
                    <a:pt x="3004" y="1010"/>
                    <a:pt x="3003" y="1008"/>
                    <a:pt x="3002" y="1006"/>
                  </a:cubicBezTo>
                  <a:cubicBezTo>
                    <a:pt x="3001" y="1000"/>
                    <a:pt x="2996" y="993"/>
                    <a:pt x="2997" y="987"/>
                  </a:cubicBezTo>
                  <a:cubicBezTo>
                    <a:pt x="2997" y="982"/>
                    <a:pt x="2990" y="975"/>
                    <a:pt x="2993" y="971"/>
                  </a:cubicBezTo>
                  <a:cubicBezTo>
                    <a:pt x="2990" y="965"/>
                    <a:pt x="2991" y="960"/>
                    <a:pt x="2988" y="954"/>
                  </a:cubicBezTo>
                  <a:cubicBezTo>
                    <a:pt x="2982" y="947"/>
                    <a:pt x="2991" y="944"/>
                    <a:pt x="2984" y="937"/>
                  </a:cubicBezTo>
                  <a:cubicBezTo>
                    <a:pt x="2987" y="935"/>
                    <a:pt x="2982" y="930"/>
                    <a:pt x="2985" y="928"/>
                  </a:cubicBezTo>
                  <a:cubicBezTo>
                    <a:pt x="2985" y="926"/>
                    <a:pt x="2985" y="924"/>
                    <a:pt x="2983" y="921"/>
                  </a:cubicBezTo>
                  <a:cubicBezTo>
                    <a:pt x="2985" y="916"/>
                    <a:pt x="2981" y="910"/>
                    <a:pt x="2983" y="905"/>
                  </a:cubicBezTo>
                  <a:cubicBezTo>
                    <a:pt x="2981" y="894"/>
                    <a:pt x="2982" y="884"/>
                    <a:pt x="2978" y="872"/>
                  </a:cubicBezTo>
                  <a:cubicBezTo>
                    <a:pt x="2981" y="851"/>
                    <a:pt x="2975" y="827"/>
                    <a:pt x="2980" y="805"/>
                  </a:cubicBezTo>
                  <a:cubicBezTo>
                    <a:pt x="2976" y="795"/>
                    <a:pt x="2977" y="786"/>
                    <a:pt x="2974" y="776"/>
                  </a:cubicBezTo>
                  <a:cubicBezTo>
                    <a:pt x="2973" y="766"/>
                    <a:pt x="2969" y="756"/>
                    <a:pt x="2972" y="747"/>
                  </a:cubicBezTo>
                  <a:cubicBezTo>
                    <a:pt x="2979" y="747"/>
                    <a:pt x="2976" y="759"/>
                    <a:pt x="2978" y="763"/>
                  </a:cubicBezTo>
                  <a:cubicBezTo>
                    <a:pt x="2977" y="769"/>
                    <a:pt x="2980" y="775"/>
                    <a:pt x="2980" y="781"/>
                  </a:cubicBezTo>
                  <a:cubicBezTo>
                    <a:pt x="2988" y="789"/>
                    <a:pt x="2979" y="792"/>
                    <a:pt x="2985" y="800"/>
                  </a:cubicBezTo>
                  <a:cubicBezTo>
                    <a:pt x="2984" y="805"/>
                    <a:pt x="2988" y="812"/>
                    <a:pt x="2984" y="817"/>
                  </a:cubicBezTo>
                  <a:cubicBezTo>
                    <a:pt x="2988" y="818"/>
                    <a:pt x="2987" y="820"/>
                    <a:pt x="2988" y="823"/>
                  </a:cubicBezTo>
                  <a:cubicBezTo>
                    <a:pt x="2985" y="826"/>
                    <a:pt x="2991" y="826"/>
                    <a:pt x="2988" y="828"/>
                  </a:cubicBezTo>
                  <a:cubicBezTo>
                    <a:pt x="2988" y="834"/>
                    <a:pt x="2990" y="841"/>
                    <a:pt x="2990" y="846"/>
                  </a:cubicBezTo>
                  <a:cubicBezTo>
                    <a:pt x="2992" y="853"/>
                    <a:pt x="2990" y="858"/>
                    <a:pt x="2992" y="864"/>
                  </a:cubicBezTo>
                  <a:cubicBezTo>
                    <a:pt x="2994" y="871"/>
                    <a:pt x="2988" y="875"/>
                    <a:pt x="2994" y="882"/>
                  </a:cubicBezTo>
                  <a:cubicBezTo>
                    <a:pt x="2989" y="887"/>
                    <a:pt x="2996" y="894"/>
                    <a:pt x="2996" y="900"/>
                  </a:cubicBezTo>
                  <a:cubicBezTo>
                    <a:pt x="2996" y="906"/>
                    <a:pt x="2998" y="912"/>
                    <a:pt x="2998" y="918"/>
                  </a:cubicBezTo>
                  <a:cubicBezTo>
                    <a:pt x="2997" y="930"/>
                    <a:pt x="3002" y="942"/>
                    <a:pt x="2999" y="953"/>
                  </a:cubicBezTo>
                  <a:cubicBezTo>
                    <a:pt x="3003" y="978"/>
                    <a:pt x="3006" y="1001"/>
                    <a:pt x="3017" y="1028"/>
                  </a:cubicBezTo>
                  <a:cubicBezTo>
                    <a:pt x="3012" y="1030"/>
                    <a:pt x="3011" y="1019"/>
                    <a:pt x="3008" y="1016"/>
                  </a:cubicBezTo>
                  <a:close/>
                  <a:moveTo>
                    <a:pt x="3027" y="1036"/>
                  </a:moveTo>
                  <a:cubicBezTo>
                    <a:pt x="3032" y="1033"/>
                    <a:pt x="3024" y="1028"/>
                    <a:pt x="3023" y="1024"/>
                  </a:cubicBezTo>
                  <a:cubicBezTo>
                    <a:pt x="3013" y="970"/>
                    <a:pt x="3013" y="964"/>
                    <a:pt x="3010" y="958"/>
                  </a:cubicBezTo>
                  <a:cubicBezTo>
                    <a:pt x="3009" y="898"/>
                    <a:pt x="3001" y="890"/>
                    <a:pt x="3007" y="886"/>
                  </a:cubicBezTo>
                  <a:cubicBezTo>
                    <a:pt x="2992" y="822"/>
                    <a:pt x="3003" y="819"/>
                    <a:pt x="2998" y="812"/>
                  </a:cubicBezTo>
                  <a:cubicBezTo>
                    <a:pt x="2992" y="771"/>
                    <a:pt x="2986" y="766"/>
                    <a:pt x="2990" y="764"/>
                  </a:cubicBezTo>
                  <a:cubicBezTo>
                    <a:pt x="2983" y="719"/>
                    <a:pt x="2985" y="730"/>
                    <a:pt x="2988" y="733"/>
                  </a:cubicBezTo>
                  <a:cubicBezTo>
                    <a:pt x="3000" y="776"/>
                    <a:pt x="3004" y="782"/>
                    <a:pt x="3003" y="787"/>
                  </a:cubicBezTo>
                  <a:cubicBezTo>
                    <a:pt x="3014" y="823"/>
                    <a:pt x="3013" y="827"/>
                    <a:pt x="3018" y="833"/>
                  </a:cubicBezTo>
                  <a:cubicBezTo>
                    <a:pt x="3023" y="872"/>
                    <a:pt x="3015" y="879"/>
                    <a:pt x="3023" y="890"/>
                  </a:cubicBezTo>
                  <a:cubicBezTo>
                    <a:pt x="3027" y="937"/>
                    <a:pt x="3022" y="940"/>
                    <a:pt x="3027" y="945"/>
                  </a:cubicBezTo>
                  <a:cubicBezTo>
                    <a:pt x="3036" y="1011"/>
                    <a:pt x="3031" y="1019"/>
                    <a:pt x="3037" y="1030"/>
                  </a:cubicBezTo>
                  <a:close/>
                  <a:moveTo>
                    <a:pt x="2998" y="735"/>
                  </a:moveTo>
                  <a:cubicBezTo>
                    <a:pt x="3003" y="732"/>
                    <a:pt x="3005" y="737"/>
                    <a:pt x="3008" y="740"/>
                  </a:cubicBezTo>
                  <a:cubicBezTo>
                    <a:pt x="3006" y="741"/>
                    <a:pt x="3004" y="742"/>
                    <a:pt x="3002" y="744"/>
                  </a:cubicBezTo>
                  <a:cubicBezTo>
                    <a:pt x="3001" y="741"/>
                    <a:pt x="2999" y="738"/>
                    <a:pt x="2998" y="735"/>
                  </a:cubicBezTo>
                  <a:close/>
                  <a:moveTo>
                    <a:pt x="3035" y="859"/>
                  </a:moveTo>
                  <a:cubicBezTo>
                    <a:pt x="3033" y="862"/>
                    <a:pt x="3036" y="867"/>
                    <a:pt x="3037" y="871"/>
                  </a:cubicBezTo>
                  <a:cubicBezTo>
                    <a:pt x="3040" y="880"/>
                    <a:pt x="3037" y="886"/>
                    <a:pt x="3043" y="895"/>
                  </a:cubicBezTo>
                  <a:cubicBezTo>
                    <a:pt x="3041" y="899"/>
                    <a:pt x="3043" y="904"/>
                    <a:pt x="3044" y="908"/>
                  </a:cubicBezTo>
                  <a:cubicBezTo>
                    <a:pt x="3044" y="912"/>
                    <a:pt x="3047" y="917"/>
                    <a:pt x="3046" y="921"/>
                  </a:cubicBezTo>
                  <a:cubicBezTo>
                    <a:pt x="3051" y="926"/>
                    <a:pt x="3043" y="928"/>
                    <a:pt x="3048" y="933"/>
                  </a:cubicBezTo>
                  <a:cubicBezTo>
                    <a:pt x="3046" y="936"/>
                    <a:pt x="3052" y="942"/>
                    <a:pt x="3049" y="944"/>
                  </a:cubicBezTo>
                  <a:cubicBezTo>
                    <a:pt x="3054" y="948"/>
                    <a:pt x="3044" y="955"/>
                    <a:pt x="3051" y="953"/>
                  </a:cubicBezTo>
                  <a:cubicBezTo>
                    <a:pt x="3053" y="958"/>
                    <a:pt x="3047" y="961"/>
                    <a:pt x="3053" y="966"/>
                  </a:cubicBezTo>
                  <a:cubicBezTo>
                    <a:pt x="3054" y="974"/>
                    <a:pt x="3060" y="983"/>
                    <a:pt x="3055" y="989"/>
                  </a:cubicBezTo>
                  <a:cubicBezTo>
                    <a:pt x="3063" y="1007"/>
                    <a:pt x="3055" y="1021"/>
                    <a:pt x="3064" y="1039"/>
                  </a:cubicBezTo>
                  <a:cubicBezTo>
                    <a:pt x="3064" y="1046"/>
                    <a:pt x="3060" y="1052"/>
                    <a:pt x="3066" y="1060"/>
                  </a:cubicBezTo>
                  <a:cubicBezTo>
                    <a:pt x="3061" y="1065"/>
                    <a:pt x="3066" y="1073"/>
                    <a:pt x="3066" y="1079"/>
                  </a:cubicBezTo>
                  <a:cubicBezTo>
                    <a:pt x="3059" y="1084"/>
                    <a:pt x="3069" y="1094"/>
                    <a:pt x="3064" y="1100"/>
                  </a:cubicBezTo>
                  <a:cubicBezTo>
                    <a:pt x="3067" y="1107"/>
                    <a:pt x="3063" y="1112"/>
                    <a:pt x="3067" y="1120"/>
                  </a:cubicBezTo>
                  <a:cubicBezTo>
                    <a:pt x="3062" y="1121"/>
                    <a:pt x="3060" y="1110"/>
                    <a:pt x="3056" y="1106"/>
                  </a:cubicBezTo>
                  <a:cubicBezTo>
                    <a:pt x="3056" y="1100"/>
                    <a:pt x="3049" y="1092"/>
                    <a:pt x="3050" y="1085"/>
                  </a:cubicBezTo>
                  <a:cubicBezTo>
                    <a:pt x="3047" y="1075"/>
                    <a:pt x="3049" y="1065"/>
                    <a:pt x="3046" y="1055"/>
                  </a:cubicBezTo>
                  <a:cubicBezTo>
                    <a:pt x="3048" y="1050"/>
                    <a:pt x="3047" y="1045"/>
                    <a:pt x="3045" y="1039"/>
                  </a:cubicBezTo>
                  <a:cubicBezTo>
                    <a:pt x="3050" y="1035"/>
                    <a:pt x="3042" y="1029"/>
                    <a:pt x="3046" y="1025"/>
                  </a:cubicBezTo>
                  <a:cubicBezTo>
                    <a:pt x="3043" y="1014"/>
                    <a:pt x="3045" y="1005"/>
                    <a:pt x="3042" y="994"/>
                  </a:cubicBezTo>
                  <a:cubicBezTo>
                    <a:pt x="3045" y="991"/>
                    <a:pt x="3038" y="984"/>
                    <a:pt x="3042" y="981"/>
                  </a:cubicBezTo>
                  <a:cubicBezTo>
                    <a:pt x="3040" y="975"/>
                    <a:pt x="3041" y="971"/>
                    <a:pt x="3036" y="965"/>
                  </a:cubicBezTo>
                  <a:cubicBezTo>
                    <a:pt x="3042" y="961"/>
                    <a:pt x="3038" y="955"/>
                    <a:pt x="3035" y="949"/>
                  </a:cubicBezTo>
                  <a:cubicBezTo>
                    <a:pt x="3042" y="946"/>
                    <a:pt x="3035" y="940"/>
                    <a:pt x="3035" y="935"/>
                  </a:cubicBezTo>
                  <a:cubicBezTo>
                    <a:pt x="3042" y="928"/>
                    <a:pt x="3030" y="915"/>
                    <a:pt x="3036" y="908"/>
                  </a:cubicBezTo>
                  <a:cubicBezTo>
                    <a:pt x="3029" y="900"/>
                    <a:pt x="3036" y="897"/>
                    <a:pt x="3032" y="891"/>
                  </a:cubicBezTo>
                  <a:cubicBezTo>
                    <a:pt x="3031" y="886"/>
                    <a:pt x="3032" y="882"/>
                    <a:pt x="3032" y="877"/>
                  </a:cubicBezTo>
                  <a:cubicBezTo>
                    <a:pt x="3031" y="867"/>
                    <a:pt x="3031" y="858"/>
                    <a:pt x="3029" y="848"/>
                  </a:cubicBezTo>
                  <a:cubicBezTo>
                    <a:pt x="3036" y="847"/>
                    <a:pt x="3032" y="856"/>
                    <a:pt x="3035" y="859"/>
                  </a:cubicBezTo>
                  <a:close/>
                  <a:moveTo>
                    <a:pt x="3020" y="794"/>
                  </a:moveTo>
                  <a:cubicBezTo>
                    <a:pt x="3022" y="799"/>
                    <a:pt x="3021" y="803"/>
                    <a:pt x="3026" y="809"/>
                  </a:cubicBezTo>
                  <a:cubicBezTo>
                    <a:pt x="3021" y="813"/>
                    <a:pt x="3030" y="821"/>
                    <a:pt x="3027" y="825"/>
                  </a:cubicBezTo>
                  <a:cubicBezTo>
                    <a:pt x="3033" y="831"/>
                    <a:pt x="3028" y="835"/>
                    <a:pt x="3033" y="841"/>
                  </a:cubicBezTo>
                  <a:cubicBezTo>
                    <a:pt x="3025" y="846"/>
                    <a:pt x="3028" y="832"/>
                    <a:pt x="3026" y="828"/>
                  </a:cubicBezTo>
                  <a:cubicBezTo>
                    <a:pt x="3022" y="822"/>
                    <a:pt x="3025" y="818"/>
                    <a:pt x="3019" y="811"/>
                  </a:cubicBezTo>
                  <a:cubicBezTo>
                    <a:pt x="3023" y="803"/>
                    <a:pt x="3013" y="791"/>
                    <a:pt x="3013" y="781"/>
                  </a:cubicBezTo>
                  <a:cubicBezTo>
                    <a:pt x="3020" y="780"/>
                    <a:pt x="3017" y="790"/>
                    <a:pt x="3020" y="794"/>
                  </a:cubicBezTo>
                  <a:close/>
                  <a:moveTo>
                    <a:pt x="3009" y="726"/>
                  </a:moveTo>
                  <a:cubicBezTo>
                    <a:pt x="3000" y="718"/>
                    <a:pt x="2991" y="710"/>
                    <a:pt x="2981" y="706"/>
                  </a:cubicBezTo>
                  <a:cubicBezTo>
                    <a:pt x="2978" y="701"/>
                    <a:pt x="2988" y="702"/>
                    <a:pt x="2988" y="705"/>
                  </a:cubicBezTo>
                  <a:cubicBezTo>
                    <a:pt x="2991" y="704"/>
                    <a:pt x="2994" y="705"/>
                    <a:pt x="2996" y="709"/>
                  </a:cubicBezTo>
                  <a:cubicBezTo>
                    <a:pt x="3002" y="709"/>
                    <a:pt x="3008" y="713"/>
                    <a:pt x="3013" y="715"/>
                  </a:cubicBezTo>
                  <a:cubicBezTo>
                    <a:pt x="3024" y="722"/>
                    <a:pt x="3036" y="723"/>
                    <a:pt x="3046" y="729"/>
                  </a:cubicBezTo>
                  <a:cubicBezTo>
                    <a:pt x="3057" y="733"/>
                    <a:pt x="3068" y="740"/>
                    <a:pt x="3080" y="740"/>
                  </a:cubicBezTo>
                  <a:cubicBezTo>
                    <a:pt x="3084" y="749"/>
                    <a:pt x="3092" y="742"/>
                    <a:pt x="3096" y="750"/>
                  </a:cubicBezTo>
                  <a:cubicBezTo>
                    <a:pt x="3103" y="748"/>
                    <a:pt x="3106" y="756"/>
                    <a:pt x="3112" y="754"/>
                  </a:cubicBezTo>
                  <a:cubicBezTo>
                    <a:pt x="3122" y="765"/>
                    <a:pt x="3136" y="763"/>
                    <a:pt x="3146" y="771"/>
                  </a:cubicBezTo>
                  <a:cubicBezTo>
                    <a:pt x="3151" y="776"/>
                    <a:pt x="3159" y="772"/>
                    <a:pt x="3163" y="780"/>
                  </a:cubicBezTo>
                  <a:cubicBezTo>
                    <a:pt x="3168" y="781"/>
                    <a:pt x="3174" y="783"/>
                    <a:pt x="3178" y="788"/>
                  </a:cubicBezTo>
                  <a:cubicBezTo>
                    <a:pt x="3189" y="792"/>
                    <a:pt x="3199" y="799"/>
                    <a:pt x="3210" y="805"/>
                  </a:cubicBezTo>
                  <a:cubicBezTo>
                    <a:pt x="3214" y="814"/>
                    <a:pt x="3222" y="809"/>
                    <a:pt x="3225" y="818"/>
                  </a:cubicBezTo>
                  <a:cubicBezTo>
                    <a:pt x="3231" y="818"/>
                    <a:pt x="3235" y="826"/>
                    <a:pt x="3241" y="826"/>
                  </a:cubicBezTo>
                  <a:cubicBezTo>
                    <a:pt x="3242" y="828"/>
                    <a:pt x="3243" y="830"/>
                    <a:pt x="3244" y="832"/>
                  </a:cubicBezTo>
                  <a:cubicBezTo>
                    <a:pt x="3234" y="831"/>
                    <a:pt x="3225" y="823"/>
                    <a:pt x="3215" y="819"/>
                  </a:cubicBezTo>
                  <a:cubicBezTo>
                    <a:pt x="3205" y="814"/>
                    <a:pt x="3195" y="810"/>
                    <a:pt x="3185" y="806"/>
                  </a:cubicBezTo>
                  <a:cubicBezTo>
                    <a:pt x="3181" y="801"/>
                    <a:pt x="3175" y="801"/>
                    <a:pt x="3170" y="798"/>
                  </a:cubicBezTo>
                  <a:cubicBezTo>
                    <a:pt x="3167" y="799"/>
                    <a:pt x="3164" y="798"/>
                    <a:pt x="3162" y="794"/>
                  </a:cubicBezTo>
                  <a:cubicBezTo>
                    <a:pt x="3159" y="797"/>
                    <a:pt x="3158" y="795"/>
                    <a:pt x="3156" y="792"/>
                  </a:cubicBezTo>
                  <a:cubicBezTo>
                    <a:pt x="3150" y="797"/>
                    <a:pt x="3147" y="787"/>
                    <a:pt x="3141" y="790"/>
                  </a:cubicBezTo>
                  <a:cubicBezTo>
                    <a:pt x="3139" y="785"/>
                    <a:pt x="3135" y="789"/>
                    <a:pt x="3133" y="786"/>
                  </a:cubicBezTo>
                  <a:cubicBezTo>
                    <a:pt x="3131" y="785"/>
                    <a:pt x="3129" y="784"/>
                    <a:pt x="3128" y="781"/>
                  </a:cubicBezTo>
                  <a:cubicBezTo>
                    <a:pt x="3122" y="779"/>
                    <a:pt x="3116" y="781"/>
                    <a:pt x="3112" y="777"/>
                  </a:cubicBezTo>
                  <a:cubicBezTo>
                    <a:pt x="3106" y="777"/>
                    <a:pt x="3103" y="770"/>
                    <a:pt x="3097" y="774"/>
                  </a:cubicBezTo>
                  <a:cubicBezTo>
                    <a:pt x="3088" y="764"/>
                    <a:pt x="3077" y="763"/>
                    <a:pt x="3067" y="756"/>
                  </a:cubicBezTo>
                  <a:cubicBezTo>
                    <a:pt x="3056" y="755"/>
                    <a:pt x="3048" y="745"/>
                    <a:pt x="3037" y="743"/>
                  </a:cubicBezTo>
                  <a:cubicBezTo>
                    <a:pt x="3029" y="733"/>
                    <a:pt x="3018" y="734"/>
                    <a:pt x="3009" y="726"/>
                  </a:cubicBezTo>
                  <a:close/>
                  <a:moveTo>
                    <a:pt x="3088" y="932"/>
                  </a:moveTo>
                  <a:cubicBezTo>
                    <a:pt x="3086" y="928"/>
                    <a:pt x="3084" y="924"/>
                    <a:pt x="3081" y="920"/>
                  </a:cubicBezTo>
                  <a:cubicBezTo>
                    <a:pt x="3085" y="915"/>
                    <a:pt x="3078" y="907"/>
                    <a:pt x="3079" y="902"/>
                  </a:cubicBezTo>
                  <a:cubicBezTo>
                    <a:pt x="3082" y="897"/>
                    <a:pt x="3078" y="890"/>
                    <a:pt x="3077" y="884"/>
                  </a:cubicBezTo>
                  <a:cubicBezTo>
                    <a:pt x="3077" y="878"/>
                    <a:pt x="3071" y="871"/>
                    <a:pt x="3072" y="865"/>
                  </a:cubicBezTo>
                  <a:cubicBezTo>
                    <a:pt x="3068" y="861"/>
                    <a:pt x="3070" y="859"/>
                    <a:pt x="3069" y="856"/>
                  </a:cubicBezTo>
                  <a:cubicBezTo>
                    <a:pt x="3067" y="853"/>
                    <a:pt x="3065" y="850"/>
                    <a:pt x="3068" y="848"/>
                  </a:cubicBezTo>
                  <a:cubicBezTo>
                    <a:pt x="3062" y="838"/>
                    <a:pt x="3063" y="821"/>
                    <a:pt x="3054" y="815"/>
                  </a:cubicBezTo>
                  <a:cubicBezTo>
                    <a:pt x="3057" y="813"/>
                    <a:pt x="3053" y="809"/>
                    <a:pt x="3051" y="806"/>
                  </a:cubicBezTo>
                  <a:cubicBezTo>
                    <a:pt x="3049" y="802"/>
                    <a:pt x="3051" y="800"/>
                    <a:pt x="3049" y="796"/>
                  </a:cubicBezTo>
                  <a:cubicBezTo>
                    <a:pt x="3050" y="791"/>
                    <a:pt x="3041" y="784"/>
                    <a:pt x="3048" y="780"/>
                  </a:cubicBezTo>
                  <a:cubicBezTo>
                    <a:pt x="3068" y="811"/>
                    <a:pt x="3067" y="836"/>
                    <a:pt x="3080" y="866"/>
                  </a:cubicBezTo>
                  <a:cubicBezTo>
                    <a:pt x="3079" y="871"/>
                    <a:pt x="3078" y="877"/>
                    <a:pt x="3082" y="884"/>
                  </a:cubicBezTo>
                  <a:cubicBezTo>
                    <a:pt x="3080" y="888"/>
                    <a:pt x="3085" y="895"/>
                    <a:pt x="3083" y="900"/>
                  </a:cubicBezTo>
                  <a:cubicBezTo>
                    <a:pt x="3083" y="905"/>
                    <a:pt x="3086" y="911"/>
                    <a:pt x="3087" y="916"/>
                  </a:cubicBezTo>
                  <a:cubicBezTo>
                    <a:pt x="3085" y="921"/>
                    <a:pt x="3090" y="927"/>
                    <a:pt x="3088" y="932"/>
                  </a:cubicBezTo>
                  <a:cubicBezTo>
                    <a:pt x="3095" y="940"/>
                    <a:pt x="3082" y="936"/>
                    <a:pt x="3088" y="932"/>
                  </a:cubicBezTo>
                  <a:close/>
                  <a:moveTo>
                    <a:pt x="3098" y="1017"/>
                  </a:moveTo>
                  <a:cubicBezTo>
                    <a:pt x="3095" y="1012"/>
                    <a:pt x="3099" y="1010"/>
                    <a:pt x="3094" y="1005"/>
                  </a:cubicBezTo>
                  <a:cubicBezTo>
                    <a:pt x="3100" y="1001"/>
                    <a:pt x="3093" y="994"/>
                    <a:pt x="3097" y="990"/>
                  </a:cubicBezTo>
                  <a:cubicBezTo>
                    <a:pt x="3099" y="995"/>
                    <a:pt x="3100" y="1000"/>
                    <a:pt x="3097" y="1004"/>
                  </a:cubicBezTo>
                  <a:cubicBezTo>
                    <a:pt x="3101" y="1012"/>
                    <a:pt x="3100" y="1019"/>
                    <a:pt x="3101" y="1026"/>
                  </a:cubicBezTo>
                  <a:cubicBezTo>
                    <a:pt x="3097" y="1027"/>
                    <a:pt x="3100" y="1024"/>
                    <a:pt x="3099" y="1022"/>
                  </a:cubicBezTo>
                  <a:cubicBezTo>
                    <a:pt x="3097" y="1020"/>
                    <a:pt x="3097" y="1018"/>
                    <a:pt x="3098" y="1017"/>
                  </a:cubicBezTo>
                  <a:close/>
                  <a:moveTo>
                    <a:pt x="3102" y="1037"/>
                  </a:moveTo>
                  <a:cubicBezTo>
                    <a:pt x="3104" y="1040"/>
                    <a:pt x="3102" y="1040"/>
                    <a:pt x="3102" y="1042"/>
                  </a:cubicBezTo>
                  <a:cubicBezTo>
                    <a:pt x="3103" y="1051"/>
                    <a:pt x="3095" y="1030"/>
                    <a:pt x="3102" y="1037"/>
                  </a:cubicBezTo>
                  <a:close/>
                  <a:moveTo>
                    <a:pt x="3133" y="1125"/>
                  </a:moveTo>
                  <a:cubicBezTo>
                    <a:pt x="3136" y="1144"/>
                    <a:pt x="3134" y="1162"/>
                    <a:pt x="3134" y="1180"/>
                  </a:cubicBezTo>
                  <a:cubicBezTo>
                    <a:pt x="3121" y="1261"/>
                    <a:pt x="3124" y="1266"/>
                    <a:pt x="3120" y="1270"/>
                  </a:cubicBezTo>
                  <a:cubicBezTo>
                    <a:pt x="3117" y="1275"/>
                    <a:pt x="3119" y="1274"/>
                    <a:pt x="3118" y="1271"/>
                  </a:cubicBezTo>
                  <a:cubicBezTo>
                    <a:pt x="3121" y="1257"/>
                    <a:pt x="3119" y="1254"/>
                    <a:pt x="3118" y="1252"/>
                  </a:cubicBezTo>
                  <a:cubicBezTo>
                    <a:pt x="3118" y="1228"/>
                    <a:pt x="3121" y="1224"/>
                    <a:pt x="3121" y="1220"/>
                  </a:cubicBezTo>
                  <a:cubicBezTo>
                    <a:pt x="3122" y="1171"/>
                    <a:pt x="3120" y="1162"/>
                    <a:pt x="3122" y="1154"/>
                  </a:cubicBezTo>
                  <a:cubicBezTo>
                    <a:pt x="3120" y="1095"/>
                    <a:pt x="3117" y="1089"/>
                    <a:pt x="3118" y="1085"/>
                  </a:cubicBezTo>
                  <a:cubicBezTo>
                    <a:pt x="3110" y="1040"/>
                    <a:pt x="3113" y="1036"/>
                    <a:pt x="3112" y="1031"/>
                  </a:cubicBezTo>
                  <a:cubicBezTo>
                    <a:pt x="3101" y="953"/>
                    <a:pt x="3102" y="945"/>
                    <a:pt x="3098" y="935"/>
                  </a:cubicBezTo>
                  <a:cubicBezTo>
                    <a:pt x="3089" y="874"/>
                    <a:pt x="3092" y="870"/>
                    <a:pt x="3088" y="864"/>
                  </a:cubicBezTo>
                  <a:cubicBezTo>
                    <a:pt x="3074" y="793"/>
                    <a:pt x="3077" y="807"/>
                    <a:pt x="3084" y="806"/>
                  </a:cubicBezTo>
                  <a:cubicBezTo>
                    <a:pt x="3106" y="855"/>
                    <a:pt x="3107" y="860"/>
                    <a:pt x="3110" y="865"/>
                  </a:cubicBezTo>
                  <a:cubicBezTo>
                    <a:pt x="3119" y="919"/>
                    <a:pt x="3123" y="929"/>
                    <a:pt x="3125" y="939"/>
                  </a:cubicBezTo>
                  <a:cubicBezTo>
                    <a:pt x="3124" y="973"/>
                    <a:pt x="3130" y="984"/>
                    <a:pt x="3128" y="992"/>
                  </a:cubicBezTo>
                  <a:cubicBezTo>
                    <a:pt x="3131" y="1008"/>
                    <a:pt x="3129" y="1011"/>
                    <a:pt x="3129" y="1013"/>
                  </a:cubicBezTo>
                  <a:cubicBezTo>
                    <a:pt x="3134" y="1056"/>
                    <a:pt x="3135" y="1065"/>
                    <a:pt x="3133" y="1073"/>
                  </a:cubicBezTo>
                  <a:close/>
                  <a:moveTo>
                    <a:pt x="3146" y="1143"/>
                  </a:moveTo>
                  <a:cubicBezTo>
                    <a:pt x="3139" y="1144"/>
                    <a:pt x="3146" y="1139"/>
                    <a:pt x="3144" y="1135"/>
                  </a:cubicBezTo>
                  <a:cubicBezTo>
                    <a:pt x="3141" y="1129"/>
                    <a:pt x="3149" y="1134"/>
                    <a:pt x="3146" y="1143"/>
                  </a:cubicBezTo>
                  <a:close/>
                  <a:moveTo>
                    <a:pt x="3147" y="967"/>
                  </a:moveTo>
                  <a:cubicBezTo>
                    <a:pt x="3145" y="973"/>
                    <a:pt x="3147" y="979"/>
                    <a:pt x="3145" y="984"/>
                  </a:cubicBezTo>
                  <a:cubicBezTo>
                    <a:pt x="3149" y="991"/>
                    <a:pt x="3145" y="996"/>
                    <a:pt x="3144" y="1001"/>
                  </a:cubicBezTo>
                  <a:cubicBezTo>
                    <a:pt x="3149" y="1023"/>
                    <a:pt x="3149" y="1042"/>
                    <a:pt x="3149" y="1062"/>
                  </a:cubicBezTo>
                  <a:cubicBezTo>
                    <a:pt x="3146" y="1071"/>
                    <a:pt x="3150" y="1082"/>
                    <a:pt x="3146" y="1091"/>
                  </a:cubicBezTo>
                  <a:cubicBezTo>
                    <a:pt x="3152" y="1102"/>
                    <a:pt x="3144" y="1110"/>
                    <a:pt x="3147" y="1120"/>
                  </a:cubicBezTo>
                  <a:cubicBezTo>
                    <a:pt x="3141" y="1123"/>
                    <a:pt x="3146" y="1114"/>
                    <a:pt x="3144" y="1111"/>
                  </a:cubicBezTo>
                  <a:cubicBezTo>
                    <a:pt x="3144" y="1107"/>
                    <a:pt x="3144" y="1103"/>
                    <a:pt x="3145" y="1099"/>
                  </a:cubicBezTo>
                  <a:cubicBezTo>
                    <a:pt x="3144" y="1091"/>
                    <a:pt x="3143" y="1084"/>
                    <a:pt x="3146" y="1077"/>
                  </a:cubicBezTo>
                  <a:cubicBezTo>
                    <a:pt x="3144" y="1068"/>
                    <a:pt x="3143" y="1060"/>
                    <a:pt x="3143" y="1051"/>
                  </a:cubicBezTo>
                  <a:cubicBezTo>
                    <a:pt x="3145" y="1048"/>
                    <a:pt x="3142" y="1043"/>
                    <a:pt x="3141" y="1039"/>
                  </a:cubicBezTo>
                  <a:cubicBezTo>
                    <a:pt x="3146" y="1037"/>
                    <a:pt x="3140" y="1032"/>
                    <a:pt x="3144" y="1029"/>
                  </a:cubicBezTo>
                  <a:cubicBezTo>
                    <a:pt x="3140" y="1021"/>
                    <a:pt x="3138" y="1014"/>
                    <a:pt x="3139" y="1007"/>
                  </a:cubicBezTo>
                  <a:cubicBezTo>
                    <a:pt x="3139" y="1003"/>
                    <a:pt x="3139" y="1000"/>
                    <a:pt x="3139" y="996"/>
                  </a:cubicBezTo>
                  <a:cubicBezTo>
                    <a:pt x="3141" y="994"/>
                    <a:pt x="3134" y="988"/>
                    <a:pt x="3138" y="986"/>
                  </a:cubicBezTo>
                  <a:cubicBezTo>
                    <a:pt x="3136" y="972"/>
                    <a:pt x="3137" y="959"/>
                    <a:pt x="3134" y="945"/>
                  </a:cubicBezTo>
                  <a:cubicBezTo>
                    <a:pt x="3135" y="918"/>
                    <a:pt x="3119" y="886"/>
                    <a:pt x="3120" y="859"/>
                  </a:cubicBezTo>
                  <a:cubicBezTo>
                    <a:pt x="3127" y="860"/>
                    <a:pt x="3129" y="873"/>
                    <a:pt x="3131" y="878"/>
                  </a:cubicBezTo>
                  <a:cubicBezTo>
                    <a:pt x="3130" y="883"/>
                    <a:pt x="3136" y="891"/>
                    <a:pt x="3136" y="897"/>
                  </a:cubicBezTo>
                  <a:cubicBezTo>
                    <a:pt x="3134" y="902"/>
                    <a:pt x="3140" y="909"/>
                    <a:pt x="3138" y="915"/>
                  </a:cubicBezTo>
                  <a:cubicBezTo>
                    <a:pt x="3140" y="918"/>
                    <a:pt x="3140" y="921"/>
                    <a:pt x="3138" y="923"/>
                  </a:cubicBezTo>
                  <a:cubicBezTo>
                    <a:pt x="3142" y="924"/>
                    <a:pt x="3140" y="926"/>
                    <a:pt x="3141" y="929"/>
                  </a:cubicBezTo>
                  <a:cubicBezTo>
                    <a:pt x="3145" y="943"/>
                    <a:pt x="3143" y="954"/>
                    <a:pt x="3147" y="967"/>
                  </a:cubicBezTo>
                  <a:close/>
                  <a:moveTo>
                    <a:pt x="3300" y="1035"/>
                  </a:moveTo>
                  <a:cubicBezTo>
                    <a:pt x="3295" y="1028"/>
                    <a:pt x="3289" y="1022"/>
                    <a:pt x="3282" y="1018"/>
                  </a:cubicBezTo>
                  <a:cubicBezTo>
                    <a:pt x="3274" y="1001"/>
                    <a:pt x="3280" y="1009"/>
                    <a:pt x="3288" y="1009"/>
                  </a:cubicBezTo>
                  <a:cubicBezTo>
                    <a:pt x="3320" y="1033"/>
                    <a:pt x="3323" y="1035"/>
                    <a:pt x="3327" y="1034"/>
                  </a:cubicBezTo>
                  <a:cubicBezTo>
                    <a:pt x="3370" y="1056"/>
                    <a:pt x="3372" y="1065"/>
                    <a:pt x="3376" y="1063"/>
                  </a:cubicBezTo>
                  <a:cubicBezTo>
                    <a:pt x="3411" y="1085"/>
                    <a:pt x="3419" y="1084"/>
                    <a:pt x="3425" y="1090"/>
                  </a:cubicBezTo>
                  <a:cubicBezTo>
                    <a:pt x="3450" y="1102"/>
                    <a:pt x="3451" y="1113"/>
                    <a:pt x="3455" y="1111"/>
                  </a:cubicBezTo>
                  <a:cubicBezTo>
                    <a:pt x="3509" y="1144"/>
                    <a:pt x="3517" y="1145"/>
                    <a:pt x="3523" y="1152"/>
                  </a:cubicBezTo>
                  <a:cubicBezTo>
                    <a:pt x="3573" y="1200"/>
                    <a:pt x="3569" y="1200"/>
                    <a:pt x="3566" y="1195"/>
                  </a:cubicBezTo>
                  <a:cubicBezTo>
                    <a:pt x="3552" y="1189"/>
                    <a:pt x="3548" y="1189"/>
                    <a:pt x="3545" y="1185"/>
                  </a:cubicBezTo>
                  <a:cubicBezTo>
                    <a:pt x="3524" y="1178"/>
                    <a:pt x="3521" y="1172"/>
                    <a:pt x="3516" y="1174"/>
                  </a:cubicBezTo>
                  <a:cubicBezTo>
                    <a:pt x="3469" y="1147"/>
                    <a:pt x="3462" y="1147"/>
                    <a:pt x="3456" y="1140"/>
                  </a:cubicBezTo>
                  <a:cubicBezTo>
                    <a:pt x="3430" y="1127"/>
                    <a:pt x="3424" y="1119"/>
                    <a:pt x="3417" y="1119"/>
                  </a:cubicBezTo>
                  <a:cubicBezTo>
                    <a:pt x="3373" y="1091"/>
                    <a:pt x="3369" y="1091"/>
                    <a:pt x="3366" y="1088"/>
                  </a:cubicBezTo>
                  <a:cubicBezTo>
                    <a:pt x="3343" y="1075"/>
                    <a:pt x="3342" y="1066"/>
                    <a:pt x="3338" y="1068"/>
                  </a:cubicBezTo>
                  <a:close/>
                  <a:moveTo>
                    <a:pt x="3392" y="1172"/>
                  </a:moveTo>
                  <a:cubicBezTo>
                    <a:pt x="3385" y="1167"/>
                    <a:pt x="3378" y="1163"/>
                    <a:pt x="3372" y="1156"/>
                  </a:cubicBezTo>
                  <a:cubicBezTo>
                    <a:pt x="3399" y="1168"/>
                    <a:pt x="3400" y="1175"/>
                    <a:pt x="3404" y="1173"/>
                  </a:cubicBezTo>
                  <a:cubicBezTo>
                    <a:pt x="3454" y="1209"/>
                    <a:pt x="3460" y="1205"/>
                    <a:pt x="3464" y="1212"/>
                  </a:cubicBezTo>
                  <a:cubicBezTo>
                    <a:pt x="3514" y="1237"/>
                    <a:pt x="3515" y="1240"/>
                    <a:pt x="3516" y="1240"/>
                  </a:cubicBezTo>
                  <a:cubicBezTo>
                    <a:pt x="3547" y="1261"/>
                    <a:pt x="3553" y="1261"/>
                    <a:pt x="3558" y="1266"/>
                  </a:cubicBezTo>
                  <a:cubicBezTo>
                    <a:pt x="3637" y="1326"/>
                    <a:pt x="3641" y="1334"/>
                    <a:pt x="3647" y="1335"/>
                  </a:cubicBezTo>
                  <a:cubicBezTo>
                    <a:pt x="3634" y="1330"/>
                    <a:pt x="3626" y="1332"/>
                    <a:pt x="3621" y="1328"/>
                  </a:cubicBezTo>
                  <a:cubicBezTo>
                    <a:pt x="3579" y="1307"/>
                    <a:pt x="3575" y="1297"/>
                    <a:pt x="3568" y="1298"/>
                  </a:cubicBezTo>
                  <a:cubicBezTo>
                    <a:pt x="3521" y="1272"/>
                    <a:pt x="3509" y="1264"/>
                    <a:pt x="3498" y="1256"/>
                  </a:cubicBezTo>
                  <a:cubicBezTo>
                    <a:pt x="3474" y="1243"/>
                    <a:pt x="3469" y="1237"/>
                    <a:pt x="3463" y="1235"/>
                  </a:cubicBezTo>
                  <a:cubicBezTo>
                    <a:pt x="3427" y="1207"/>
                    <a:pt x="3421" y="1204"/>
                    <a:pt x="3416" y="1199"/>
                  </a:cubicBezTo>
                  <a:cubicBezTo>
                    <a:pt x="3398" y="1177"/>
                    <a:pt x="3390" y="1177"/>
                    <a:pt x="3392" y="1172"/>
                  </a:cubicBezTo>
                  <a:close/>
                  <a:moveTo>
                    <a:pt x="3445" y="1360"/>
                  </a:moveTo>
                  <a:cubicBezTo>
                    <a:pt x="3442" y="1357"/>
                    <a:pt x="3445" y="1354"/>
                    <a:pt x="3442" y="1351"/>
                  </a:cubicBezTo>
                  <a:cubicBezTo>
                    <a:pt x="3444" y="1343"/>
                    <a:pt x="3447" y="1359"/>
                    <a:pt x="3446" y="1362"/>
                  </a:cubicBezTo>
                  <a:cubicBezTo>
                    <a:pt x="3447" y="1367"/>
                    <a:pt x="3442" y="1362"/>
                    <a:pt x="3445" y="1360"/>
                  </a:cubicBezTo>
                  <a:close/>
                  <a:moveTo>
                    <a:pt x="3455" y="1340"/>
                  </a:moveTo>
                  <a:cubicBezTo>
                    <a:pt x="3447" y="1340"/>
                    <a:pt x="3456" y="1330"/>
                    <a:pt x="3449" y="1325"/>
                  </a:cubicBezTo>
                  <a:cubicBezTo>
                    <a:pt x="3457" y="1325"/>
                    <a:pt x="3457" y="1337"/>
                    <a:pt x="3455" y="1340"/>
                  </a:cubicBezTo>
                  <a:close/>
                  <a:moveTo>
                    <a:pt x="3500" y="1553"/>
                  </a:moveTo>
                  <a:cubicBezTo>
                    <a:pt x="3499" y="1556"/>
                    <a:pt x="3499" y="1560"/>
                    <a:pt x="3499" y="1564"/>
                  </a:cubicBezTo>
                  <a:cubicBezTo>
                    <a:pt x="3491" y="1619"/>
                    <a:pt x="3494" y="1624"/>
                    <a:pt x="3490" y="1627"/>
                  </a:cubicBezTo>
                  <a:cubicBezTo>
                    <a:pt x="3483" y="1671"/>
                    <a:pt x="3478" y="1679"/>
                    <a:pt x="3476" y="1687"/>
                  </a:cubicBezTo>
                  <a:cubicBezTo>
                    <a:pt x="3467" y="1740"/>
                    <a:pt x="3458" y="1742"/>
                    <a:pt x="3461" y="1747"/>
                  </a:cubicBezTo>
                  <a:cubicBezTo>
                    <a:pt x="3453" y="1766"/>
                    <a:pt x="3455" y="1770"/>
                    <a:pt x="3453" y="1771"/>
                  </a:cubicBezTo>
                  <a:cubicBezTo>
                    <a:pt x="3426" y="1843"/>
                    <a:pt x="3420" y="1858"/>
                    <a:pt x="3413" y="1873"/>
                  </a:cubicBezTo>
                  <a:cubicBezTo>
                    <a:pt x="3404" y="1901"/>
                    <a:pt x="3407" y="1906"/>
                    <a:pt x="3403" y="1909"/>
                  </a:cubicBezTo>
                  <a:cubicBezTo>
                    <a:pt x="3400" y="1933"/>
                    <a:pt x="3398" y="1933"/>
                    <a:pt x="3396" y="1929"/>
                  </a:cubicBezTo>
                  <a:cubicBezTo>
                    <a:pt x="3399" y="1898"/>
                    <a:pt x="3401" y="1890"/>
                    <a:pt x="3402" y="1882"/>
                  </a:cubicBezTo>
                  <a:cubicBezTo>
                    <a:pt x="3404" y="1867"/>
                    <a:pt x="3401" y="1862"/>
                    <a:pt x="3404" y="1859"/>
                  </a:cubicBezTo>
                  <a:cubicBezTo>
                    <a:pt x="3410" y="1820"/>
                    <a:pt x="3415" y="1817"/>
                    <a:pt x="3414" y="1813"/>
                  </a:cubicBezTo>
                  <a:cubicBezTo>
                    <a:pt x="3428" y="1760"/>
                    <a:pt x="3435" y="1755"/>
                    <a:pt x="3430" y="1746"/>
                  </a:cubicBezTo>
                  <a:cubicBezTo>
                    <a:pt x="3449" y="1702"/>
                    <a:pt x="3445" y="1698"/>
                    <a:pt x="3447" y="1695"/>
                  </a:cubicBezTo>
                  <a:cubicBezTo>
                    <a:pt x="3457" y="1660"/>
                    <a:pt x="3460" y="1653"/>
                    <a:pt x="3463" y="1645"/>
                  </a:cubicBezTo>
                  <a:cubicBezTo>
                    <a:pt x="3471" y="1615"/>
                    <a:pt x="3473" y="1607"/>
                    <a:pt x="3475" y="1600"/>
                  </a:cubicBezTo>
                  <a:cubicBezTo>
                    <a:pt x="3486" y="1539"/>
                    <a:pt x="3485" y="1529"/>
                    <a:pt x="3490" y="1520"/>
                  </a:cubicBezTo>
                  <a:cubicBezTo>
                    <a:pt x="3496" y="1430"/>
                    <a:pt x="3496" y="1441"/>
                    <a:pt x="3495" y="1443"/>
                  </a:cubicBezTo>
                  <a:cubicBezTo>
                    <a:pt x="3501" y="1487"/>
                    <a:pt x="3502" y="1497"/>
                    <a:pt x="3499" y="1507"/>
                  </a:cubicBezTo>
                  <a:close/>
                  <a:moveTo>
                    <a:pt x="3614" y="1747"/>
                  </a:moveTo>
                  <a:cubicBezTo>
                    <a:pt x="3615" y="1752"/>
                    <a:pt x="3611" y="1747"/>
                    <a:pt x="3610" y="1744"/>
                  </a:cubicBezTo>
                  <a:cubicBezTo>
                    <a:pt x="3609" y="1740"/>
                    <a:pt x="3613" y="1744"/>
                    <a:pt x="3614" y="1747"/>
                  </a:cubicBezTo>
                  <a:close/>
                  <a:moveTo>
                    <a:pt x="3553" y="1558"/>
                  </a:moveTo>
                  <a:cubicBezTo>
                    <a:pt x="3543" y="1561"/>
                    <a:pt x="3548" y="1551"/>
                    <a:pt x="3542" y="1545"/>
                  </a:cubicBezTo>
                  <a:cubicBezTo>
                    <a:pt x="3547" y="1543"/>
                    <a:pt x="3549" y="1555"/>
                    <a:pt x="3553" y="1558"/>
                  </a:cubicBezTo>
                  <a:close/>
                  <a:moveTo>
                    <a:pt x="3540" y="1637"/>
                  </a:moveTo>
                  <a:cubicBezTo>
                    <a:pt x="3542" y="1631"/>
                    <a:pt x="3540" y="1625"/>
                    <a:pt x="3541" y="1619"/>
                  </a:cubicBezTo>
                  <a:cubicBezTo>
                    <a:pt x="3549" y="1619"/>
                    <a:pt x="3541" y="1630"/>
                    <a:pt x="3544" y="1634"/>
                  </a:cubicBezTo>
                  <a:cubicBezTo>
                    <a:pt x="3542" y="1640"/>
                    <a:pt x="3542" y="1645"/>
                    <a:pt x="3543" y="1651"/>
                  </a:cubicBezTo>
                  <a:cubicBezTo>
                    <a:pt x="3535" y="1651"/>
                    <a:pt x="3543" y="1641"/>
                    <a:pt x="3540" y="1637"/>
                  </a:cubicBezTo>
                  <a:close/>
                  <a:moveTo>
                    <a:pt x="3531" y="1530"/>
                  </a:moveTo>
                  <a:cubicBezTo>
                    <a:pt x="3523" y="1527"/>
                    <a:pt x="3522" y="1512"/>
                    <a:pt x="3520" y="1506"/>
                  </a:cubicBezTo>
                  <a:cubicBezTo>
                    <a:pt x="3527" y="1508"/>
                    <a:pt x="3523" y="1522"/>
                    <a:pt x="3531" y="1530"/>
                  </a:cubicBezTo>
                  <a:close/>
                  <a:moveTo>
                    <a:pt x="3515" y="1492"/>
                  </a:moveTo>
                  <a:cubicBezTo>
                    <a:pt x="3503" y="1494"/>
                    <a:pt x="3514" y="1480"/>
                    <a:pt x="3506" y="1473"/>
                  </a:cubicBezTo>
                  <a:cubicBezTo>
                    <a:pt x="3517" y="1475"/>
                    <a:pt x="3507" y="1485"/>
                    <a:pt x="3515" y="1492"/>
                  </a:cubicBezTo>
                  <a:close/>
                  <a:moveTo>
                    <a:pt x="3814" y="0"/>
                  </a:moveTo>
                  <a:cubicBezTo>
                    <a:pt x="3805" y="0"/>
                    <a:pt x="3805" y="0"/>
                    <a:pt x="3805" y="0"/>
                  </a:cubicBezTo>
                  <a:cubicBezTo>
                    <a:pt x="3810" y="6"/>
                    <a:pt x="3814" y="12"/>
                    <a:pt x="3821" y="18"/>
                  </a:cubicBezTo>
                  <a:cubicBezTo>
                    <a:pt x="3827" y="24"/>
                    <a:pt x="3834" y="30"/>
                    <a:pt x="3840" y="36"/>
                  </a:cubicBezTo>
                  <a:cubicBezTo>
                    <a:pt x="3840" y="26"/>
                    <a:pt x="3840" y="26"/>
                    <a:pt x="3840" y="26"/>
                  </a:cubicBezTo>
                  <a:cubicBezTo>
                    <a:pt x="3831" y="18"/>
                    <a:pt x="3823" y="9"/>
                    <a:pt x="3814" y="1"/>
                  </a:cubicBezTo>
                  <a:cubicBezTo>
                    <a:pt x="3814" y="1"/>
                    <a:pt x="3814" y="1"/>
                    <a:pt x="3814" y="0"/>
                  </a:cubicBezTo>
                  <a:close/>
                  <a:moveTo>
                    <a:pt x="3831" y="0"/>
                  </a:moveTo>
                  <a:cubicBezTo>
                    <a:pt x="3834" y="2"/>
                    <a:pt x="3835" y="3"/>
                    <a:pt x="3837" y="7"/>
                  </a:cubicBezTo>
                  <a:cubicBezTo>
                    <a:pt x="3838" y="7"/>
                    <a:pt x="3839" y="7"/>
                    <a:pt x="3840" y="8"/>
                  </a:cubicBezTo>
                  <a:cubicBezTo>
                    <a:pt x="3840" y="0"/>
                    <a:pt x="3840" y="0"/>
                    <a:pt x="3840" y="0"/>
                  </a:cubicBezTo>
                  <a:lnTo>
                    <a:pt x="3831" y="0"/>
                  </a:lnTo>
                  <a:close/>
                  <a:moveTo>
                    <a:pt x="740" y="250"/>
                  </a:moveTo>
                  <a:cubicBezTo>
                    <a:pt x="740" y="254"/>
                    <a:pt x="736" y="252"/>
                    <a:pt x="734" y="250"/>
                  </a:cubicBezTo>
                  <a:cubicBezTo>
                    <a:pt x="700" y="243"/>
                    <a:pt x="693" y="242"/>
                    <a:pt x="688" y="238"/>
                  </a:cubicBezTo>
                  <a:cubicBezTo>
                    <a:pt x="649" y="218"/>
                    <a:pt x="646" y="213"/>
                    <a:pt x="639" y="211"/>
                  </a:cubicBezTo>
                  <a:cubicBezTo>
                    <a:pt x="605" y="186"/>
                    <a:pt x="597" y="185"/>
                    <a:pt x="594" y="179"/>
                  </a:cubicBezTo>
                  <a:cubicBezTo>
                    <a:pt x="566" y="166"/>
                    <a:pt x="569" y="159"/>
                    <a:pt x="564" y="159"/>
                  </a:cubicBezTo>
                  <a:cubicBezTo>
                    <a:pt x="529" y="136"/>
                    <a:pt x="526" y="135"/>
                    <a:pt x="525" y="132"/>
                  </a:cubicBezTo>
                  <a:cubicBezTo>
                    <a:pt x="512" y="117"/>
                    <a:pt x="505" y="119"/>
                    <a:pt x="506" y="114"/>
                  </a:cubicBezTo>
                  <a:cubicBezTo>
                    <a:pt x="484" y="93"/>
                    <a:pt x="478" y="94"/>
                    <a:pt x="478" y="90"/>
                  </a:cubicBezTo>
                  <a:cubicBezTo>
                    <a:pt x="454" y="72"/>
                    <a:pt x="447" y="64"/>
                    <a:pt x="437" y="58"/>
                  </a:cubicBezTo>
                  <a:cubicBezTo>
                    <a:pt x="424" y="42"/>
                    <a:pt x="416" y="42"/>
                    <a:pt x="414" y="36"/>
                  </a:cubicBezTo>
                  <a:cubicBezTo>
                    <a:pt x="402" y="18"/>
                    <a:pt x="391" y="21"/>
                    <a:pt x="390" y="14"/>
                  </a:cubicBezTo>
                  <a:cubicBezTo>
                    <a:pt x="372" y="9"/>
                    <a:pt x="380" y="20"/>
                    <a:pt x="392" y="27"/>
                  </a:cubicBezTo>
                  <a:cubicBezTo>
                    <a:pt x="405" y="43"/>
                    <a:pt x="409" y="42"/>
                    <a:pt x="409" y="45"/>
                  </a:cubicBezTo>
                  <a:cubicBezTo>
                    <a:pt x="474" y="97"/>
                    <a:pt x="479" y="102"/>
                    <a:pt x="484" y="109"/>
                  </a:cubicBezTo>
                  <a:cubicBezTo>
                    <a:pt x="530" y="145"/>
                    <a:pt x="540" y="147"/>
                    <a:pt x="544" y="154"/>
                  </a:cubicBezTo>
                  <a:cubicBezTo>
                    <a:pt x="580" y="177"/>
                    <a:pt x="581" y="181"/>
                    <a:pt x="587" y="182"/>
                  </a:cubicBezTo>
                  <a:cubicBezTo>
                    <a:pt x="639" y="211"/>
                    <a:pt x="642" y="220"/>
                    <a:pt x="652" y="222"/>
                  </a:cubicBezTo>
                  <a:cubicBezTo>
                    <a:pt x="676" y="237"/>
                    <a:pt x="673" y="238"/>
                    <a:pt x="671" y="238"/>
                  </a:cubicBezTo>
                  <a:cubicBezTo>
                    <a:pt x="651" y="229"/>
                    <a:pt x="645" y="226"/>
                    <a:pt x="641" y="222"/>
                  </a:cubicBezTo>
                  <a:cubicBezTo>
                    <a:pt x="594" y="197"/>
                    <a:pt x="590" y="195"/>
                    <a:pt x="589" y="192"/>
                  </a:cubicBezTo>
                  <a:cubicBezTo>
                    <a:pt x="550" y="170"/>
                    <a:pt x="548" y="164"/>
                    <a:pt x="539" y="163"/>
                  </a:cubicBezTo>
                  <a:cubicBezTo>
                    <a:pt x="484" y="114"/>
                    <a:pt x="474" y="110"/>
                    <a:pt x="469" y="100"/>
                  </a:cubicBezTo>
                  <a:cubicBezTo>
                    <a:pt x="454" y="90"/>
                    <a:pt x="453" y="87"/>
                    <a:pt x="452" y="85"/>
                  </a:cubicBezTo>
                  <a:cubicBezTo>
                    <a:pt x="417" y="55"/>
                    <a:pt x="413" y="52"/>
                    <a:pt x="409" y="49"/>
                  </a:cubicBezTo>
                  <a:cubicBezTo>
                    <a:pt x="372" y="13"/>
                    <a:pt x="367" y="11"/>
                    <a:pt x="364" y="7"/>
                  </a:cubicBezTo>
                  <a:cubicBezTo>
                    <a:pt x="344" y="1"/>
                    <a:pt x="344" y="1"/>
                    <a:pt x="345" y="2"/>
                  </a:cubicBezTo>
                  <a:cubicBezTo>
                    <a:pt x="378" y="27"/>
                    <a:pt x="378" y="34"/>
                    <a:pt x="383" y="35"/>
                  </a:cubicBezTo>
                  <a:cubicBezTo>
                    <a:pt x="407" y="60"/>
                    <a:pt x="411" y="64"/>
                    <a:pt x="415" y="67"/>
                  </a:cubicBezTo>
                  <a:cubicBezTo>
                    <a:pt x="446" y="91"/>
                    <a:pt x="451" y="100"/>
                    <a:pt x="460" y="105"/>
                  </a:cubicBezTo>
                  <a:cubicBezTo>
                    <a:pt x="490" y="130"/>
                    <a:pt x="498" y="136"/>
                    <a:pt x="505" y="143"/>
                  </a:cubicBezTo>
                  <a:cubicBezTo>
                    <a:pt x="570" y="188"/>
                    <a:pt x="575" y="191"/>
                    <a:pt x="578" y="194"/>
                  </a:cubicBezTo>
                  <a:cubicBezTo>
                    <a:pt x="601" y="206"/>
                    <a:pt x="601" y="209"/>
                    <a:pt x="604" y="210"/>
                  </a:cubicBezTo>
                  <a:cubicBezTo>
                    <a:pt x="635" y="227"/>
                    <a:pt x="639" y="230"/>
                    <a:pt x="645" y="231"/>
                  </a:cubicBezTo>
                  <a:cubicBezTo>
                    <a:pt x="681" y="244"/>
                    <a:pt x="685" y="247"/>
                    <a:pt x="690" y="249"/>
                  </a:cubicBezTo>
                  <a:cubicBezTo>
                    <a:pt x="728" y="254"/>
                    <a:pt x="731" y="254"/>
                    <a:pt x="734" y="255"/>
                  </a:cubicBezTo>
                  <a:close/>
                  <a:moveTo>
                    <a:pt x="989" y="371"/>
                  </a:moveTo>
                  <a:cubicBezTo>
                    <a:pt x="998" y="376"/>
                    <a:pt x="1006" y="381"/>
                    <a:pt x="1017" y="385"/>
                  </a:cubicBezTo>
                  <a:cubicBezTo>
                    <a:pt x="1041" y="394"/>
                    <a:pt x="1046" y="395"/>
                    <a:pt x="1047" y="392"/>
                  </a:cubicBezTo>
                  <a:cubicBezTo>
                    <a:pt x="1003" y="373"/>
                    <a:pt x="998" y="371"/>
                    <a:pt x="995" y="367"/>
                  </a:cubicBezTo>
                  <a:cubicBezTo>
                    <a:pt x="960" y="342"/>
                    <a:pt x="958" y="341"/>
                    <a:pt x="956" y="340"/>
                  </a:cubicBezTo>
                  <a:cubicBezTo>
                    <a:pt x="939" y="327"/>
                    <a:pt x="937" y="326"/>
                    <a:pt x="935" y="324"/>
                  </a:cubicBezTo>
                  <a:cubicBezTo>
                    <a:pt x="917" y="306"/>
                    <a:pt x="913" y="302"/>
                    <a:pt x="909" y="300"/>
                  </a:cubicBezTo>
                  <a:cubicBezTo>
                    <a:pt x="861" y="237"/>
                    <a:pt x="859" y="233"/>
                    <a:pt x="856" y="231"/>
                  </a:cubicBezTo>
                  <a:cubicBezTo>
                    <a:pt x="848" y="219"/>
                    <a:pt x="845" y="213"/>
                    <a:pt x="839" y="209"/>
                  </a:cubicBezTo>
                  <a:cubicBezTo>
                    <a:pt x="825" y="175"/>
                    <a:pt x="815" y="179"/>
                    <a:pt x="816" y="173"/>
                  </a:cubicBezTo>
                  <a:cubicBezTo>
                    <a:pt x="788" y="136"/>
                    <a:pt x="784" y="135"/>
                    <a:pt x="784" y="129"/>
                  </a:cubicBezTo>
                  <a:cubicBezTo>
                    <a:pt x="774" y="119"/>
                    <a:pt x="771" y="116"/>
                    <a:pt x="770" y="111"/>
                  </a:cubicBezTo>
                  <a:cubicBezTo>
                    <a:pt x="742" y="73"/>
                    <a:pt x="738" y="66"/>
                    <a:pt x="734" y="58"/>
                  </a:cubicBezTo>
                  <a:cubicBezTo>
                    <a:pt x="714" y="35"/>
                    <a:pt x="711" y="32"/>
                    <a:pt x="706" y="31"/>
                  </a:cubicBezTo>
                  <a:cubicBezTo>
                    <a:pt x="680" y="2"/>
                    <a:pt x="679" y="1"/>
                    <a:pt x="679" y="0"/>
                  </a:cubicBezTo>
                  <a:cubicBezTo>
                    <a:pt x="686" y="20"/>
                    <a:pt x="692" y="26"/>
                    <a:pt x="697" y="33"/>
                  </a:cubicBezTo>
                  <a:cubicBezTo>
                    <a:pt x="751" y="95"/>
                    <a:pt x="751" y="101"/>
                    <a:pt x="754" y="104"/>
                  </a:cubicBezTo>
                  <a:cubicBezTo>
                    <a:pt x="768" y="131"/>
                    <a:pt x="775" y="130"/>
                    <a:pt x="776" y="135"/>
                  </a:cubicBezTo>
                  <a:cubicBezTo>
                    <a:pt x="788" y="151"/>
                    <a:pt x="791" y="151"/>
                    <a:pt x="793" y="151"/>
                  </a:cubicBezTo>
                  <a:cubicBezTo>
                    <a:pt x="829" y="208"/>
                    <a:pt x="829" y="214"/>
                    <a:pt x="835" y="213"/>
                  </a:cubicBezTo>
                  <a:cubicBezTo>
                    <a:pt x="854" y="247"/>
                    <a:pt x="861" y="249"/>
                    <a:pt x="862" y="257"/>
                  </a:cubicBezTo>
                  <a:cubicBezTo>
                    <a:pt x="880" y="280"/>
                    <a:pt x="884" y="285"/>
                    <a:pt x="890" y="288"/>
                  </a:cubicBezTo>
                  <a:cubicBezTo>
                    <a:pt x="874" y="275"/>
                    <a:pt x="868" y="272"/>
                    <a:pt x="867" y="266"/>
                  </a:cubicBezTo>
                  <a:cubicBezTo>
                    <a:pt x="820" y="208"/>
                    <a:pt x="817" y="207"/>
                    <a:pt x="816" y="204"/>
                  </a:cubicBezTo>
                  <a:cubicBezTo>
                    <a:pt x="792" y="174"/>
                    <a:pt x="789" y="161"/>
                    <a:pt x="780" y="153"/>
                  </a:cubicBezTo>
                  <a:cubicBezTo>
                    <a:pt x="748" y="107"/>
                    <a:pt x="745" y="107"/>
                    <a:pt x="744" y="106"/>
                  </a:cubicBezTo>
                  <a:cubicBezTo>
                    <a:pt x="733" y="84"/>
                    <a:pt x="723" y="78"/>
                    <a:pt x="718" y="67"/>
                  </a:cubicBezTo>
                  <a:cubicBezTo>
                    <a:pt x="703" y="47"/>
                    <a:pt x="697" y="46"/>
                    <a:pt x="695" y="40"/>
                  </a:cubicBezTo>
                  <a:cubicBezTo>
                    <a:pt x="673" y="18"/>
                    <a:pt x="673" y="15"/>
                    <a:pt x="669" y="15"/>
                  </a:cubicBezTo>
                  <a:cubicBezTo>
                    <a:pt x="644" y="0"/>
                    <a:pt x="644" y="0"/>
                    <a:pt x="644" y="0"/>
                  </a:cubicBezTo>
                  <a:cubicBezTo>
                    <a:pt x="675" y="28"/>
                    <a:pt x="679" y="37"/>
                    <a:pt x="686" y="44"/>
                  </a:cubicBezTo>
                  <a:cubicBezTo>
                    <a:pt x="707" y="69"/>
                    <a:pt x="710" y="70"/>
                    <a:pt x="707" y="71"/>
                  </a:cubicBezTo>
                  <a:cubicBezTo>
                    <a:pt x="730" y="96"/>
                    <a:pt x="734" y="106"/>
                    <a:pt x="741" y="113"/>
                  </a:cubicBezTo>
                  <a:cubicBezTo>
                    <a:pt x="782" y="170"/>
                    <a:pt x="787" y="179"/>
                    <a:pt x="794" y="186"/>
                  </a:cubicBezTo>
                  <a:cubicBezTo>
                    <a:pt x="806" y="199"/>
                    <a:pt x="804" y="205"/>
                    <a:pt x="807" y="206"/>
                  </a:cubicBezTo>
                  <a:cubicBezTo>
                    <a:pt x="854" y="262"/>
                    <a:pt x="852" y="269"/>
                    <a:pt x="860" y="268"/>
                  </a:cubicBezTo>
                  <a:cubicBezTo>
                    <a:pt x="896" y="311"/>
                    <a:pt x="905" y="316"/>
                    <a:pt x="913" y="322"/>
                  </a:cubicBezTo>
                  <a:cubicBezTo>
                    <a:pt x="967" y="358"/>
                    <a:pt x="972" y="359"/>
                    <a:pt x="976" y="362"/>
                  </a:cubicBezTo>
                  <a:close/>
                  <a:moveTo>
                    <a:pt x="1027" y="2129"/>
                  </a:moveTo>
                  <a:cubicBezTo>
                    <a:pt x="1022" y="2125"/>
                    <a:pt x="1022" y="2116"/>
                    <a:pt x="1017" y="2112"/>
                  </a:cubicBezTo>
                  <a:cubicBezTo>
                    <a:pt x="1016" y="2108"/>
                    <a:pt x="1019" y="2101"/>
                    <a:pt x="1012" y="2103"/>
                  </a:cubicBezTo>
                  <a:cubicBezTo>
                    <a:pt x="1012" y="2098"/>
                    <a:pt x="1011" y="2094"/>
                    <a:pt x="1008" y="2092"/>
                  </a:cubicBezTo>
                  <a:cubicBezTo>
                    <a:pt x="1006" y="2085"/>
                    <a:pt x="1004" y="2077"/>
                    <a:pt x="1001" y="2070"/>
                  </a:cubicBezTo>
                  <a:cubicBezTo>
                    <a:pt x="997" y="2070"/>
                    <a:pt x="1000" y="2063"/>
                    <a:pt x="997" y="2062"/>
                  </a:cubicBezTo>
                  <a:cubicBezTo>
                    <a:pt x="993" y="2060"/>
                    <a:pt x="997" y="2051"/>
                    <a:pt x="993" y="2051"/>
                  </a:cubicBezTo>
                  <a:cubicBezTo>
                    <a:pt x="993" y="2041"/>
                    <a:pt x="988" y="2036"/>
                    <a:pt x="986" y="2029"/>
                  </a:cubicBezTo>
                  <a:cubicBezTo>
                    <a:pt x="988" y="2022"/>
                    <a:pt x="982" y="2023"/>
                    <a:pt x="984" y="2016"/>
                  </a:cubicBezTo>
                  <a:cubicBezTo>
                    <a:pt x="984" y="2010"/>
                    <a:pt x="983" y="2005"/>
                    <a:pt x="979" y="2003"/>
                  </a:cubicBezTo>
                  <a:cubicBezTo>
                    <a:pt x="978" y="2019"/>
                    <a:pt x="984" y="2027"/>
                    <a:pt x="986" y="2040"/>
                  </a:cubicBezTo>
                  <a:cubicBezTo>
                    <a:pt x="987" y="2046"/>
                    <a:pt x="989" y="2051"/>
                    <a:pt x="990" y="2057"/>
                  </a:cubicBezTo>
                  <a:cubicBezTo>
                    <a:pt x="990" y="2061"/>
                    <a:pt x="993" y="2062"/>
                    <a:pt x="993" y="2066"/>
                  </a:cubicBezTo>
                  <a:cubicBezTo>
                    <a:pt x="996" y="2066"/>
                    <a:pt x="994" y="2072"/>
                    <a:pt x="997" y="2073"/>
                  </a:cubicBezTo>
                  <a:cubicBezTo>
                    <a:pt x="998" y="2086"/>
                    <a:pt x="1006" y="2093"/>
                    <a:pt x="1008" y="2105"/>
                  </a:cubicBezTo>
                  <a:cubicBezTo>
                    <a:pt x="1011" y="2105"/>
                    <a:pt x="1009" y="2111"/>
                    <a:pt x="1012" y="2112"/>
                  </a:cubicBezTo>
                  <a:cubicBezTo>
                    <a:pt x="1012" y="2116"/>
                    <a:pt x="1015" y="2117"/>
                    <a:pt x="1014" y="2121"/>
                  </a:cubicBezTo>
                  <a:cubicBezTo>
                    <a:pt x="1016" y="2125"/>
                    <a:pt x="1020" y="2133"/>
                    <a:pt x="1017" y="2136"/>
                  </a:cubicBezTo>
                  <a:cubicBezTo>
                    <a:pt x="1020" y="2136"/>
                    <a:pt x="1018" y="2142"/>
                    <a:pt x="1021" y="2142"/>
                  </a:cubicBezTo>
                  <a:cubicBezTo>
                    <a:pt x="1020" y="2146"/>
                    <a:pt x="1023" y="2147"/>
                    <a:pt x="1023" y="2151"/>
                  </a:cubicBezTo>
                  <a:cubicBezTo>
                    <a:pt x="1023" y="2155"/>
                    <a:pt x="1024" y="2158"/>
                    <a:pt x="1025" y="2160"/>
                  </a:cubicBezTo>
                  <a:cubicBezTo>
                    <a:pt x="1032" y="2160"/>
                    <a:pt x="1032" y="2160"/>
                    <a:pt x="1032" y="2160"/>
                  </a:cubicBezTo>
                  <a:cubicBezTo>
                    <a:pt x="1032" y="2159"/>
                    <a:pt x="1032" y="2159"/>
                    <a:pt x="1032" y="2158"/>
                  </a:cubicBezTo>
                  <a:cubicBezTo>
                    <a:pt x="1033" y="2158"/>
                    <a:pt x="1035" y="2159"/>
                    <a:pt x="1036" y="2160"/>
                  </a:cubicBezTo>
                  <a:cubicBezTo>
                    <a:pt x="1045" y="2160"/>
                    <a:pt x="1045" y="2160"/>
                    <a:pt x="1045" y="2160"/>
                  </a:cubicBezTo>
                  <a:cubicBezTo>
                    <a:pt x="1043" y="2156"/>
                    <a:pt x="1040" y="2152"/>
                    <a:pt x="1036" y="2149"/>
                  </a:cubicBezTo>
                  <a:cubicBezTo>
                    <a:pt x="1037" y="2138"/>
                    <a:pt x="1027" y="2139"/>
                    <a:pt x="1027" y="2129"/>
                  </a:cubicBezTo>
                  <a:close/>
                  <a:moveTo>
                    <a:pt x="1027" y="2147"/>
                  </a:moveTo>
                  <a:cubicBezTo>
                    <a:pt x="1029" y="2148"/>
                    <a:pt x="1031" y="2151"/>
                    <a:pt x="1032" y="2153"/>
                  </a:cubicBezTo>
                  <a:cubicBezTo>
                    <a:pt x="1031" y="2159"/>
                    <a:pt x="1027" y="2150"/>
                    <a:pt x="1027" y="2147"/>
                  </a:cubicBezTo>
                  <a:close/>
                  <a:moveTo>
                    <a:pt x="887" y="319"/>
                  </a:moveTo>
                  <a:cubicBezTo>
                    <a:pt x="888" y="314"/>
                    <a:pt x="881" y="316"/>
                    <a:pt x="881" y="312"/>
                  </a:cubicBezTo>
                  <a:cubicBezTo>
                    <a:pt x="860" y="299"/>
                    <a:pt x="864" y="290"/>
                    <a:pt x="857" y="292"/>
                  </a:cubicBezTo>
                  <a:cubicBezTo>
                    <a:pt x="829" y="256"/>
                    <a:pt x="827" y="249"/>
                    <a:pt x="821" y="246"/>
                  </a:cubicBezTo>
                  <a:cubicBezTo>
                    <a:pt x="769" y="177"/>
                    <a:pt x="766" y="171"/>
                    <a:pt x="762" y="166"/>
                  </a:cubicBezTo>
                  <a:cubicBezTo>
                    <a:pt x="731" y="135"/>
                    <a:pt x="734" y="128"/>
                    <a:pt x="730" y="128"/>
                  </a:cubicBezTo>
                  <a:cubicBezTo>
                    <a:pt x="708" y="102"/>
                    <a:pt x="706" y="100"/>
                    <a:pt x="704" y="97"/>
                  </a:cubicBezTo>
                  <a:cubicBezTo>
                    <a:pt x="687" y="81"/>
                    <a:pt x="689" y="75"/>
                    <a:pt x="683" y="77"/>
                  </a:cubicBezTo>
                  <a:cubicBezTo>
                    <a:pt x="649" y="44"/>
                    <a:pt x="648" y="36"/>
                    <a:pt x="643" y="32"/>
                  </a:cubicBezTo>
                  <a:cubicBezTo>
                    <a:pt x="595" y="0"/>
                    <a:pt x="595" y="0"/>
                    <a:pt x="595" y="0"/>
                  </a:cubicBezTo>
                  <a:cubicBezTo>
                    <a:pt x="618" y="17"/>
                    <a:pt x="617" y="23"/>
                    <a:pt x="621" y="23"/>
                  </a:cubicBezTo>
                  <a:cubicBezTo>
                    <a:pt x="659" y="58"/>
                    <a:pt x="665" y="68"/>
                    <a:pt x="672" y="77"/>
                  </a:cubicBezTo>
                  <a:cubicBezTo>
                    <a:pt x="702" y="103"/>
                    <a:pt x="701" y="111"/>
                    <a:pt x="708" y="112"/>
                  </a:cubicBezTo>
                  <a:cubicBezTo>
                    <a:pt x="732" y="144"/>
                    <a:pt x="736" y="147"/>
                    <a:pt x="738" y="152"/>
                  </a:cubicBezTo>
                  <a:cubicBezTo>
                    <a:pt x="794" y="223"/>
                    <a:pt x="810" y="239"/>
                    <a:pt x="821" y="259"/>
                  </a:cubicBezTo>
                  <a:cubicBezTo>
                    <a:pt x="812" y="259"/>
                    <a:pt x="813" y="253"/>
                    <a:pt x="808" y="252"/>
                  </a:cubicBezTo>
                  <a:cubicBezTo>
                    <a:pt x="796" y="241"/>
                    <a:pt x="793" y="238"/>
                    <a:pt x="791" y="234"/>
                  </a:cubicBezTo>
                  <a:cubicBezTo>
                    <a:pt x="743" y="186"/>
                    <a:pt x="739" y="183"/>
                    <a:pt x="738" y="178"/>
                  </a:cubicBezTo>
                  <a:cubicBezTo>
                    <a:pt x="714" y="153"/>
                    <a:pt x="710" y="150"/>
                    <a:pt x="708" y="145"/>
                  </a:cubicBezTo>
                  <a:cubicBezTo>
                    <a:pt x="670" y="114"/>
                    <a:pt x="668" y="109"/>
                    <a:pt x="665" y="105"/>
                  </a:cubicBezTo>
                  <a:cubicBezTo>
                    <a:pt x="633" y="73"/>
                    <a:pt x="631" y="71"/>
                    <a:pt x="631" y="67"/>
                  </a:cubicBezTo>
                  <a:cubicBezTo>
                    <a:pt x="615" y="51"/>
                    <a:pt x="610" y="52"/>
                    <a:pt x="610" y="51"/>
                  </a:cubicBezTo>
                  <a:cubicBezTo>
                    <a:pt x="597" y="42"/>
                    <a:pt x="601" y="32"/>
                    <a:pt x="592" y="33"/>
                  </a:cubicBezTo>
                  <a:cubicBezTo>
                    <a:pt x="567" y="8"/>
                    <a:pt x="562" y="4"/>
                    <a:pt x="557" y="0"/>
                  </a:cubicBezTo>
                  <a:cubicBezTo>
                    <a:pt x="552" y="10"/>
                    <a:pt x="563" y="13"/>
                    <a:pt x="569" y="22"/>
                  </a:cubicBezTo>
                  <a:cubicBezTo>
                    <a:pt x="629" y="79"/>
                    <a:pt x="629" y="83"/>
                    <a:pt x="633" y="82"/>
                  </a:cubicBezTo>
                  <a:cubicBezTo>
                    <a:pt x="676" y="124"/>
                    <a:pt x="689" y="140"/>
                    <a:pt x="705" y="154"/>
                  </a:cubicBezTo>
                  <a:cubicBezTo>
                    <a:pt x="778" y="231"/>
                    <a:pt x="785" y="238"/>
                    <a:pt x="793" y="245"/>
                  </a:cubicBezTo>
                  <a:cubicBezTo>
                    <a:pt x="808" y="256"/>
                    <a:pt x="807" y="260"/>
                    <a:pt x="808" y="261"/>
                  </a:cubicBezTo>
                  <a:cubicBezTo>
                    <a:pt x="834" y="279"/>
                    <a:pt x="840" y="280"/>
                    <a:pt x="844" y="283"/>
                  </a:cubicBezTo>
                  <a:cubicBezTo>
                    <a:pt x="859" y="314"/>
                    <a:pt x="859" y="308"/>
                    <a:pt x="855" y="307"/>
                  </a:cubicBezTo>
                  <a:cubicBezTo>
                    <a:pt x="822" y="280"/>
                    <a:pt x="808" y="275"/>
                    <a:pt x="801" y="263"/>
                  </a:cubicBezTo>
                  <a:cubicBezTo>
                    <a:pt x="778" y="238"/>
                    <a:pt x="768" y="243"/>
                    <a:pt x="771" y="236"/>
                  </a:cubicBezTo>
                  <a:cubicBezTo>
                    <a:pt x="741" y="218"/>
                    <a:pt x="746" y="208"/>
                    <a:pt x="739" y="211"/>
                  </a:cubicBezTo>
                  <a:cubicBezTo>
                    <a:pt x="700" y="175"/>
                    <a:pt x="692" y="164"/>
                    <a:pt x="681" y="155"/>
                  </a:cubicBezTo>
                  <a:cubicBezTo>
                    <a:pt x="658" y="131"/>
                    <a:pt x="649" y="121"/>
                    <a:pt x="641" y="111"/>
                  </a:cubicBezTo>
                  <a:cubicBezTo>
                    <a:pt x="610" y="82"/>
                    <a:pt x="609" y="78"/>
                    <a:pt x="605" y="77"/>
                  </a:cubicBezTo>
                  <a:cubicBezTo>
                    <a:pt x="581" y="54"/>
                    <a:pt x="580" y="50"/>
                    <a:pt x="575" y="50"/>
                  </a:cubicBezTo>
                  <a:cubicBezTo>
                    <a:pt x="534" y="16"/>
                    <a:pt x="534" y="11"/>
                    <a:pt x="530" y="10"/>
                  </a:cubicBezTo>
                  <a:cubicBezTo>
                    <a:pt x="503" y="0"/>
                    <a:pt x="503" y="0"/>
                    <a:pt x="503" y="0"/>
                  </a:cubicBezTo>
                  <a:cubicBezTo>
                    <a:pt x="515" y="14"/>
                    <a:pt x="521" y="12"/>
                    <a:pt x="523" y="14"/>
                  </a:cubicBezTo>
                  <a:cubicBezTo>
                    <a:pt x="555" y="41"/>
                    <a:pt x="559" y="45"/>
                    <a:pt x="564" y="48"/>
                  </a:cubicBezTo>
                  <a:cubicBezTo>
                    <a:pt x="590" y="78"/>
                    <a:pt x="596" y="77"/>
                    <a:pt x="598" y="79"/>
                  </a:cubicBezTo>
                  <a:cubicBezTo>
                    <a:pt x="631" y="118"/>
                    <a:pt x="640" y="117"/>
                    <a:pt x="641" y="124"/>
                  </a:cubicBezTo>
                  <a:cubicBezTo>
                    <a:pt x="671" y="148"/>
                    <a:pt x="666" y="158"/>
                    <a:pt x="673" y="155"/>
                  </a:cubicBezTo>
                  <a:cubicBezTo>
                    <a:pt x="715" y="195"/>
                    <a:pt x="722" y="205"/>
                    <a:pt x="733" y="211"/>
                  </a:cubicBezTo>
                  <a:cubicBezTo>
                    <a:pt x="774" y="248"/>
                    <a:pt x="776" y="250"/>
                    <a:pt x="777" y="253"/>
                  </a:cubicBezTo>
                  <a:cubicBezTo>
                    <a:pt x="795" y="267"/>
                    <a:pt x="797" y="269"/>
                    <a:pt x="799" y="271"/>
                  </a:cubicBezTo>
                  <a:cubicBezTo>
                    <a:pt x="840" y="300"/>
                    <a:pt x="844" y="307"/>
                    <a:pt x="850" y="312"/>
                  </a:cubicBezTo>
                  <a:cubicBezTo>
                    <a:pt x="924" y="348"/>
                    <a:pt x="925" y="357"/>
                    <a:pt x="934" y="357"/>
                  </a:cubicBezTo>
                  <a:cubicBezTo>
                    <a:pt x="934" y="355"/>
                    <a:pt x="921" y="340"/>
                    <a:pt x="900" y="332"/>
                  </a:cubicBezTo>
                  <a:close/>
                  <a:moveTo>
                    <a:pt x="417" y="167"/>
                  </a:moveTo>
                  <a:cubicBezTo>
                    <a:pt x="412" y="160"/>
                    <a:pt x="403" y="156"/>
                    <a:pt x="398" y="149"/>
                  </a:cubicBezTo>
                  <a:cubicBezTo>
                    <a:pt x="374" y="130"/>
                    <a:pt x="375" y="123"/>
                    <a:pt x="368" y="124"/>
                  </a:cubicBezTo>
                  <a:cubicBezTo>
                    <a:pt x="353" y="108"/>
                    <a:pt x="352" y="106"/>
                    <a:pt x="351" y="104"/>
                  </a:cubicBezTo>
                  <a:cubicBezTo>
                    <a:pt x="329" y="83"/>
                    <a:pt x="329" y="77"/>
                    <a:pt x="326" y="73"/>
                  </a:cubicBezTo>
                  <a:cubicBezTo>
                    <a:pt x="286" y="24"/>
                    <a:pt x="279" y="26"/>
                    <a:pt x="279" y="22"/>
                  </a:cubicBezTo>
                  <a:cubicBezTo>
                    <a:pt x="240" y="0"/>
                    <a:pt x="240" y="0"/>
                    <a:pt x="240" y="0"/>
                  </a:cubicBezTo>
                  <a:cubicBezTo>
                    <a:pt x="256" y="19"/>
                    <a:pt x="265" y="15"/>
                    <a:pt x="263" y="22"/>
                  </a:cubicBezTo>
                  <a:cubicBezTo>
                    <a:pt x="312" y="70"/>
                    <a:pt x="314" y="72"/>
                    <a:pt x="317" y="73"/>
                  </a:cubicBezTo>
                  <a:cubicBezTo>
                    <a:pt x="335" y="90"/>
                    <a:pt x="331" y="99"/>
                    <a:pt x="338" y="98"/>
                  </a:cubicBezTo>
                  <a:cubicBezTo>
                    <a:pt x="376" y="141"/>
                    <a:pt x="389" y="148"/>
                    <a:pt x="400" y="158"/>
                  </a:cubicBezTo>
                  <a:cubicBezTo>
                    <a:pt x="428" y="181"/>
                    <a:pt x="429" y="185"/>
                    <a:pt x="434" y="185"/>
                  </a:cubicBezTo>
                  <a:close/>
                  <a:moveTo>
                    <a:pt x="527" y="235"/>
                  </a:moveTo>
                  <a:cubicBezTo>
                    <a:pt x="526" y="226"/>
                    <a:pt x="513" y="224"/>
                    <a:pt x="519" y="215"/>
                  </a:cubicBezTo>
                  <a:cubicBezTo>
                    <a:pt x="496" y="189"/>
                    <a:pt x="492" y="188"/>
                    <a:pt x="491" y="184"/>
                  </a:cubicBezTo>
                  <a:cubicBezTo>
                    <a:pt x="440" y="113"/>
                    <a:pt x="434" y="113"/>
                    <a:pt x="434" y="108"/>
                  </a:cubicBezTo>
                  <a:cubicBezTo>
                    <a:pt x="423" y="99"/>
                    <a:pt x="423" y="94"/>
                    <a:pt x="421" y="91"/>
                  </a:cubicBezTo>
                  <a:cubicBezTo>
                    <a:pt x="377" y="41"/>
                    <a:pt x="367" y="32"/>
                    <a:pt x="357" y="22"/>
                  </a:cubicBezTo>
                  <a:cubicBezTo>
                    <a:pt x="342" y="7"/>
                    <a:pt x="340" y="6"/>
                    <a:pt x="338" y="6"/>
                  </a:cubicBezTo>
                  <a:cubicBezTo>
                    <a:pt x="319" y="0"/>
                    <a:pt x="319" y="0"/>
                    <a:pt x="319" y="0"/>
                  </a:cubicBezTo>
                  <a:cubicBezTo>
                    <a:pt x="343" y="19"/>
                    <a:pt x="344" y="25"/>
                    <a:pt x="348" y="28"/>
                  </a:cubicBezTo>
                  <a:cubicBezTo>
                    <a:pt x="367" y="41"/>
                    <a:pt x="366" y="48"/>
                    <a:pt x="374" y="48"/>
                  </a:cubicBezTo>
                  <a:cubicBezTo>
                    <a:pt x="399" y="84"/>
                    <a:pt x="410" y="89"/>
                    <a:pt x="414" y="99"/>
                  </a:cubicBezTo>
                  <a:cubicBezTo>
                    <a:pt x="464" y="158"/>
                    <a:pt x="467" y="158"/>
                    <a:pt x="468" y="161"/>
                  </a:cubicBezTo>
                  <a:cubicBezTo>
                    <a:pt x="497" y="204"/>
                    <a:pt x="491" y="197"/>
                    <a:pt x="489" y="197"/>
                  </a:cubicBezTo>
                  <a:cubicBezTo>
                    <a:pt x="469" y="181"/>
                    <a:pt x="467" y="179"/>
                    <a:pt x="465" y="177"/>
                  </a:cubicBezTo>
                  <a:cubicBezTo>
                    <a:pt x="441" y="152"/>
                    <a:pt x="434" y="155"/>
                    <a:pt x="435" y="150"/>
                  </a:cubicBezTo>
                  <a:cubicBezTo>
                    <a:pt x="421" y="129"/>
                    <a:pt x="412" y="132"/>
                    <a:pt x="414" y="125"/>
                  </a:cubicBezTo>
                  <a:cubicBezTo>
                    <a:pt x="401" y="106"/>
                    <a:pt x="395" y="108"/>
                    <a:pt x="395" y="103"/>
                  </a:cubicBezTo>
                  <a:cubicBezTo>
                    <a:pt x="363" y="74"/>
                    <a:pt x="362" y="68"/>
                    <a:pt x="356" y="65"/>
                  </a:cubicBezTo>
                  <a:cubicBezTo>
                    <a:pt x="338" y="45"/>
                    <a:pt x="336" y="44"/>
                    <a:pt x="335" y="41"/>
                  </a:cubicBezTo>
                  <a:cubicBezTo>
                    <a:pt x="308" y="17"/>
                    <a:pt x="306" y="15"/>
                    <a:pt x="303" y="14"/>
                  </a:cubicBezTo>
                  <a:cubicBezTo>
                    <a:pt x="275" y="0"/>
                    <a:pt x="275" y="0"/>
                    <a:pt x="275" y="0"/>
                  </a:cubicBezTo>
                  <a:cubicBezTo>
                    <a:pt x="299" y="19"/>
                    <a:pt x="304" y="24"/>
                    <a:pt x="307" y="29"/>
                  </a:cubicBezTo>
                  <a:cubicBezTo>
                    <a:pt x="332" y="48"/>
                    <a:pt x="330" y="56"/>
                    <a:pt x="337" y="54"/>
                  </a:cubicBezTo>
                  <a:cubicBezTo>
                    <a:pt x="368" y="81"/>
                    <a:pt x="367" y="87"/>
                    <a:pt x="369" y="90"/>
                  </a:cubicBezTo>
                  <a:cubicBezTo>
                    <a:pt x="398" y="119"/>
                    <a:pt x="406" y="128"/>
                    <a:pt x="413" y="138"/>
                  </a:cubicBezTo>
                  <a:cubicBezTo>
                    <a:pt x="435" y="161"/>
                    <a:pt x="441" y="161"/>
                    <a:pt x="441" y="165"/>
                  </a:cubicBezTo>
                  <a:cubicBezTo>
                    <a:pt x="525" y="234"/>
                    <a:pt x="526" y="240"/>
                    <a:pt x="529" y="243"/>
                  </a:cubicBezTo>
                  <a:close/>
                  <a:moveTo>
                    <a:pt x="1152" y="2099"/>
                  </a:moveTo>
                  <a:cubicBezTo>
                    <a:pt x="1150" y="2096"/>
                    <a:pt x="1154" y="2087"/>
                    <a:pt x="1150" y="2088"/>
                  </a:cubicBezTo>
                  <a:cubicBezTo>
                    <a:pt x="1138" y="2039"/>
                    <a:pt x="1133" y="2035"/>
                    <a:pt x="1134" y="2025"/>
                  </a:cubicBezTo>
                  <a:cubicBezTo>
                    <a:pt x="1111" y="1981"/>
                    <a:pt x="1109" y="1965"/>
                    <a:pt x="1102" y="1955"/>
                  </a:cubicBezTo>
                  <a:cubicBezTo>
                    <a:pt x="1091" y="1924"/>
                    <a:pt x="1085" y="1926"/>
                    <a:pt x="1086" y="1920"/>
                  </a:cubicBezTo>
                  <a:cubicBezTo>
                    <a:pt x="1073" y="1890"/>
                    <a:pt x="1072" y="1887"/>
                    <a:pt x="1069" y="1885"/>
                  </a:cubicBezTo>
                  <a:cubicBezTo>
                    <a:pt x="1052" y="1843"/>
                    <a:pt x="1043" y="1843"/>
                    <a:pt x="1043" y="1835"/>
                  </a:cubicBezTo>
                  <a:cubicBezTo>
                    <a:pt x="1003" y="1780"/>
                    <a:pt x="996" y="1770"/>
                    <a:pt x="988" y="1761"/>
                  </a:cubicBezTo>
                  <a:cubicBezTo>
                    <a:pt x="1012" y="1803"/>
                    <a:pt x="1016" y="1808"/>
                    <a:pt x="1021" y="1813"/>
                  </a:cubicBezTo>
                  <a:cubicBezTo>
                    <a:pt x="1030" y="1837"/>
                    <a:pt x="1036" y="1835"/>
                    <a:pt x="1036" y="1839"/>
                  </a:cubicBezTo>
                  <a:cubicBezTo>
                    <a:pt x="1046" y="1859"/>
                    <a:pt x="1050" y="1860"/>
                    <a:pt x="1049" y="1865"/>
                  </a:cubicBezTo>
                  <a:cubicBezTo>
                    <a:pt x="1067" y="1896"/>
                    <a:pt x="1069" y="1900"/>
                    <a:pt x="1071" y="1903"/>
                  </a:cubicBezTo>
                  <a:cubicBezTo>
                    <a:pt x="1092" y="1948"/>
                    <a:pt x="1092" y="1955"/>
                    <a:pt x="1095" y="1959"/>
                  </a:cubicBezTo>
                  <a:cubicBezTo>
                    <a:pt x="1123" y="2041"/>
                    <a:pt x="1129" y="2042"/>
                    <a:pt x="1130" y="2049"/>
                  </a:cubicBezTo>
                  <a:cubicBezTo>
                    <a:pt x="1150" y="2114"/>
                    <a:pt x="1150" y="2117"/>
                    <a:pt x="1150" y="2121"/>
                  </a:cubicBezTo>
                  <a:cubicBezTo>
                    <a:pt x="1151" y="2128"/>
                    <a:pt x="1142" y="2118"/>
                    <a:pt x="1139" y="2103"/>
                  </a:cubicBezTo>
                  <a:cubicBezTo>
                    <a:pt x="1126" y="2078"/>
                    <a:pt x="1123" y="2071"/>
                    <a:pt x="1119" y="2066"/>
                  </a:cubicBezTo>
                  <a:cubicBezTo>
                    <a:pt x="1108" y="2039"/>
                    <a:pt x="1106" y="2032"/>
                    <a:pt x="1099" y="2029"/>
                  </a:cubicBezTo>
                  <a:cubicBezTo>
                    <a:pt x="1078" y="1982"/>
                    <a:pt x="1076" y="1975"/>
                    <a:pt x="1071" y="1970"/>
                  </a:cubicBezTo>
                  <a:cubicBezTo>
                    <a:pt x="1048" y="1932"/>
                    <a:pt x="1047" y="1928"/>
                    <a:pt x="1047" y="1924"/>
                  </a:cubicBezTo>
                  <a:cubicBezTo>
                    <a:pt x="1030" y="1888"/>
                    <a:pt x="1021" y="1887"/>
                    <a:pt x="1021" y="1879"/>
                  </a:cubicBezTo>
                  <a:cubicBezTo>
                    <a:pt x="1008" y="1846"/>
                    <a:pt x="1000" y="1840"/>
                    <a:pt x="999" y="1846"/>
                  </a:cubicBezTo>
                  <a:cubicBezTo>
                    <a:pt x="1015" y="1873"/>
                    <a:pt x="1017" y="1885"/>
                    <a:pt x="1023" y="1892"/>
                  </a:cubicBezTo>
                  <a:cubicBezTo>
                    <a:pt x="1045" y="1935"/>
                    <a:pt x="1047" y="1939"/>
                    <a:pt x="1049" y="1944"/>
                  </a:cubicBezTo>
                  <a:cubicBezTo>
                    <a:pt x="1065" y="1974"/>
                    <a:pt x="1066" y="1974"/>
                    <a:pt x="1067" y="1974"/>
                  </a:cubicBezTo>
                  <a:cubicBezTo>
                    <a:pt x="1082" y="2010"/>
                    <a:pt x="1086" y="2011"/>
                    <a:pt x="1086" y="2018"/>
                  </a:cubicBezTo>
                  <a:cubicBezTo>
                    <a:pt x="1103" y="2056"/>
                    <a:pt x="1107" y="2058"/>
                    <a:pt x="1110" y="2062"/>
                  </a:cubicBezTo>
                  <a:cubicBezTo>
                    <a:pt x="1141" y="2137"/>
                    <a:pt x="1147" y="2139"/>
                    <a:pt x="1147" y="2147"/>
                  </a:cubicBezTo>
                  <a:cubicBezTo>
                    <a:pt x="1165" y="2142"/>
                    <a:pt x="1161" y="2123"/>
                    <a:pt x="1156" y="2105"/>
                  </a:cubicBezTo>
                  <a:close/>
                  <a:moveTo>
                    <a:pt x="1282" y="2121"/>
                  </a:moveTo>
                  <a:cubicBezTo>
                    <a:pt x="1283" y="2117"/>
                    <a:pt x="1286" y="2117"/>
                    <a:pt x="1287" y="2114"/>
                  </a:cubicBezTo>
                  <a:cubicBezTo>
                    <a:pt x="1321" y="2080"/>
                    <a:pt x="1320" y="2072"/>
                    <a:pt x="1326" y="2070"/>
                  </a:cubicBezTo>
                  <a:cubicBezTo>
                    <a:pt x="1347" y="2053"/>
                    <a:pt x="1345" y="2047"/>
                    <a:pt x="1350" y="2049"/>
                  </a:cubicBezTo>
                  <a:cubicBezTo>
                    <a:pt x="1377" y="2021"/>
                    <a:pt x="1391" y="2005"/>
                    <a:pt x="1407" y="1990"/>
                  </a:cubicBezTo>
                  <a:cubicBezTo>
                    <a:pt x="1432" y="1962"/>
                    <a:pt x="1438" y="1960"/>
                    <a:pt x="1439" y="1955"/>
                  </a:cubicBezTo>
                  <a:cubicBezTo>
                    <a:pt x="1473" y="1911"/>
                    <a:pt x="1474" y="1904"/>
                    <a:pt x="1477" y="1898"/>
                  </a:cubicBezTo>
                  <a:cubicBezTo>
                    <a:pt x="1479" y="1880"/>
                    <a:pt x="1478" y="1883"/>
                    <a:pt x="1479" y="1887"/>
                  </a:cubicBezTo>
                  <a:cubicBezTo>
                    <a:pt x="1460" y="1920"/>
                    <a:pt x="1450" y="1925"/>
                    <a:pt x="1446" y="1937"/>
                  </a:cubicBezTo>
                  <a:cubicBezTo>
                    <a:pt x="1410" y="1977"/>
                    <a:pt x="1401" y="1976"/>
                    <a:pt x="1400" y="1983"/>
                  </a:cubicBezTo>
                  <a:cubicBezTo>
                    <a:pt x="1385" y="2005"/>
                    <a:pt x="1376" y="2000"/>
                    <a:pt x="1378" y="2007"/>
                  </a:cubicBezTo>
                  <a:cubicBezTo>
                    <a:pt x="1342" y="2047"/>
                    <a:pt x="1322" y="2057"/>
                    <a:pt x="1309" y="2075"/>
                  </a:cubicBezTo>
                  <a:cubicBezTo>
                    <a:pt x="1286" y="2101"/>
                    <a:pt x="1285" y="2104"/>
                    <a:pt x="1282" y="2105"/>
                  </a:cubicBezTo>
                  <a:cubicBezTo>
                    <a:pt x="1265" y="2129"/>
                    <a:pt x="1263" y="2131"/>
                    <a:pt x="1261" y="2131"/>
                  </a:cubicBezTo>
                  <a:cubicBezTo>
                    <a:pt x="1251" y="2152"/>
                    <a:pt x="1245" y="2151"/>
                    <a:pt x="1248" y="2158"/>
                  </a:cubicBezTo>
                  <a:cubicBezTo>
                    <a:pt x="1262" y="2152"/>
                    <a:pt x="1267" y="2142"/>
                    <a:pt x="1272" y="2131"/>
                  </a:cubicBezTo>
                  <a:close/>
                  <a:moveTo>
                    <a:pt x="1252" y="2121"/>
                  </a:moveTo>
                  <a:cubicBezTo>
                    <a:pt x="1253" y="2116"/>
                    <a:pt x="1258" y="2113"/>
                    <a:pt x="1261" y="2110"/>
                  </a:cubicBezTo>
                  <a:cubicBezTo>
                    <a:pt x="1292" y="2075"/>
                    <a:pt x="1292" y="2069"/>
                    <a:pt x="1296" y="2066"/>
                  </a:cubicBezTo>
                  <a:cubicBezTo>
                    <a:pt x="1325" y="2042"/>
                    <a:pt x="1328" y="2032"/>
                    <a:pt x="1337" y="2027"/>
                  </a:cubicBezTo>
                  <a:cubicBezTo>
                    <a:pt x="1357" y="2004"/>
                    <a:pt x="1360" y="2005"/>
                    <a:pt x="1361" y="2003"/>
                  </a:cubicBezTo>
                  <a:cubicBezTo>
                    <a:pt x="1379" y="1988"/>
                    <a:pt x="1381" y="1987"/>
                    <a:pt x="1383" y="1985"/>
                  </a:cubicBezTo>
                  <a:cubicBezTo>
                    <a:pt x="1395" y="1974"/>
                    <a:pt x="1393" y="1969"/>
                    <a:pt x="1398" y="1970"/>
                  </a:cubicBezTo>
                  <a:cubicBezTo>
                    <a:pt x="1429" y="1937"/>
                    <a:pt x="1430" y="1935"/>
                    <a:pt x="1431" y="1933"/>
                  </a:cubicBezTo>
                  <a:cubicBezTo>
                    <a:pt x="1448" y="1913"/>
                    <a:pt x="1452" y="1911"/>
                    <a:pt x="1453" y="1905"/>
                  </a:cubicBezTo>
                  <a:cubicBezTo>
                    <a:pt x="1484" y="1849"/>
                    <a:pt x="1489" y="1848"/>
                    <a:pt x="1485" y="1844"/>
                  </a:cubicBezTo>
                  <a:cubicBezTo>
                    <a:pt x="1498" y="1819"/>
                    <a:pt x="1499" y="1815"/>
                    <a:pt x="1503" y="1813"/>
                  </a:cubicBezTo>
                  <a:cubicBezTo>
                    <a:pt x="1479" y="1838"/>
                    <a:pt x="1484" y="1853"/>
                    <a:pt x="1477" y="1855"/>
                  </a:cubicBezTo>
                  <a:cubicBezTo>
                    <a:pt x="1464" y="1882"/>
                    <a:pt x="1459" y="1886"/>
                    <a:pt x="1455" y="1892"/>
                  </a:cubicBezTo>
                  <a:cubicBezTo>
                    <a:pt x="1437" y="1912"/>
                    <a:pt x="1434" y="1918"/>
                    <a:pt x="1431" y="1922"/>
                  </a:cubicBezTo>
                  <a:cubicBezTo>
                    <a:pt x="1408" y="1942"/>
                    <a:pt x="1402" y="1953"/>
                    <a:pt x="1394" y="1961"/>
                  </a:cubicBezTo>
                  <a:cubicBezTo>
                    <a:pt x="1356" y="1988"/>
                    <a:pt x="1360" y="1997"/>
                    <a:pt x="1354" y="1996"/>
                  </a:cubicBezTo>
                  <a:cubicBezTo>
                    <a:pt x="1337" y="2014"/>
                    <a:pt x="1333" y="2016"/>
                    <a:pt x="1330" y="2018"/>
                  </a:cubicBezTo>
                  <a:cubicBezTo>
                    <a:pt x="1304" y="2043"/>
                    <a:pt x="1304" y="2048"/>
                    <a:pt x="1300" y="2049"/>
                  </a:cubicBezTo>
                  <a:cubicBezTo>
                    <a:pt x="1281" y="2070"/>
                    <a:pt x="1275" y="2075"/>
                    <a:pt x="1269" y="2079"/>
                  </a:cubicBezTo>
                  <a:cubicBezTo>
                    <a:pt x="1247" y="2112"/>
                    <a:pt x="1245" y="2113"/>
                    <a:pt x="1243" y="2114"/>
                  </a:cubicBezTo>
                  <a:cubicBezTo>
                    <a:pt x="1247" y="2103"/>
                    <a:pt x="1247" y="2098"/>
                    <a:pt x="1250" y="2094"/>
                  </a:cubicBezTo>
                  <a:cubicBezTo>
                    <a:pt x="1275" y="2064"/>
                    <a:pt x="1275" y="2058"/>
                    <a:pt x="1278" y="2055"/>
                  </a:cubicBezTo>
                  <a:cubicBezTo>
                    <a:pt x="1312" y="2008"/>
                    <a:pt x="1335" y="1985"/>
                    <a:pt x="1359" y="1964"/>
                  </a:cubicBezTo>
                  <a:cubicBezTo>
                    <a:pt x="1384" y="1931"/>
                    <a:pt x="1387" y="1930"/>
                    <a:pt x="1387" y="1924"/>
                  </a:cubicBezTo>
                  <a:cubicBezTo>
                    <a:pt x="1413" y="1898"/>
                    <a:pt x="1413" y="1892"/>
                    <a:pt x="1418" y="1892"/>
                  </a:cubicBezTo>
                  <a:cubicBezTo>
                    <a:pt x="1427" y="1879"/>
                    <a:pt x="1429" y="1875"/>
                    <a:pt x="1431" y="1872"/>
                  </a:cubicBezTo>
                  <a:cubicBezTo>
                    <a:pt x="1422" y="1877"/>
                    <a:pt x="1419" y="1882"/>
                    <a:pt x="1416" y="1885"/>
                  </a:cubicBezTo>
                  <a:cubicBezTo>
                    <a:pt x="1370" y="1932"/>
                    <a:pt x="1368" y="1937"/>
                    <a:pt x="1365" y="1942"/>
                  </a:cubicBezTo>
                  <a:cubicBezTo>
                    <a:pt x="1347" y="1957"/>
                    <a:pt x="1348" y="1963"/>
                    <a:pt x="1344" y="1961"/>
                  </a:cubicBezTo>
                  <a:cubicBezTo>
                    <a:pt x="1310" y="1997"/>
                    <a:pt x="1311" y="2001"/>
                    <a:pt x="1309" y="2003"/>
                  </a:cubicBezTo>
                  <a:cubicBezTo>
                    <a:pt x="1290" y="2031"/>
                    <a:pt x="1278" y="2034"/>
                    <a:pt x="1276" y="2046"/>
                  </a:cubicBezTo>
                  <a:cubicBezTo>
                    <a:pt x="1263" y="2059"/>
                    <a:pt x="1262" y="2063"/>
                    <a:pt x="1256" y="2066"/>
                  </a:cubicBezTo>
                  <a:cubicBezTo>
                    <a:pt x="1229" y="2114"/>
                    <a:pt x="1229" y="2119"/>
                    <a:pt x="1226" y="2121"/>
                  </a:cubicBezTo>
                  <a:cubicBezTo>
                    <a:pt x="1210" y="2155"/>
                    <a:pt x="1209" y="2158"/>
                    <a:pt x="1208" y="2160"/>
                  </a:cubicBezTo>
                  <a:cubicBezTo>
                    <a:pt x="1234" y="2148"/>
                    <a:pt x="1239" y="2141"/>
                    <a:pt x="1243" y="2131"/>
                  </a:cubicBezTo>
                  <a:close/>
                  <a:moveTo>
                    <a:pt x="1095" y="2090"/>
                  </a:moveTo>
                  <a:cubicBezTo>
                    <a:pt x="1092" y="2080"/>
                    <a:pt x="1087" y="2072"/>
                    <a:pt x="1082" y="2064"/>
                  </a:cubicBezTo>
                  <a:cubicBezTo>
                    <a:pt x="1051" y="2009"/>
                    <a:pt x="1049" y="2005"/>
                    <a:pt x="1045" y="2003"/>
                  </a:cubicBezTo>
                  <a:cubicBezTo>
                    <a:pt x="1032" y="1967"/>
                    <a:pt x="1032" y="1961"/>
                    <a:pt x="1030" y="1957"/>
                  </a:cubicBezTo>
                  <a:cubicBezTo>
                    <a:pt x="1015" y="1906"/>
                    <a:pt x="1012" y="1903"/>
                    <a:pt x="1012" y="1896"/>
                  </a:cubicBezTo>
                  <a:cubicBezTo>
                    <a:pt x="1003" y="1886"/>
                    <a:pt x="1010" y="1901"/>
                    <a:pt x="1012" y="1920"/>
                  </a:cubicBezTo>
                  <a:cubicBezTo>
                    <a:pt x="1029" y="2003"/>
                    <a:pt x="1034" y="2018"/>
                    <a:pt x="1038" y="2033"/>
                  </a:cubicBezTo>
                  <a:cubicBezTo>
                    <a:pt x="1048" y="2064"/>
                    <a:pt x="1051" y="2072"/>
                    <a:pt x="1056" y="2077"/>
                  </a:cubicBezTo>
                  <a:cubicBezTo>
                    <a:pt x="1101" y="2160"/>
                    <a:pt x="1101" y="2160"/>
                    <a:pt x="1101" y="2160"/>
                  </a:cubicBezTo>
                  <a:cubicBezTo>
                    <a:pt x="1097" y="2151"/>
                    <a:pt x="1093" y="2150"/>
                    <a:pt x="1093" y="2142"/>
                  </a:cubicBezTo>
                  <a:cubicBezTo>
                    <a:pt x="1069" y="2093"/>
                    <a:pt x="1058" y="2074"/>
                    <a:pt x="1051" y="2051"/>
                  </a:cubicBezTo>
                  <a:cubicBezTo>
                    <a:pt x="1037" y="2005"/>
                    <a:pt x="1030" y="1997"/>
                    <a:pt x="1030" y="1983"/>
                  </a:cubicBezTo>
                  <a:cubicBezTo>
                    <a:pt x="1058" y="2041"/>
                    <a:pt x="1062" y="2045"/>
                    <a:pt x="1064" y="2051"/>
                  </a:cubicBezTo>
                  <a:cubicBezTo>
                    <a:pt x="1085" y="2092"/>
                    <a:pt x="1091" y="2094"/>
                    <a:pt x="1093" y="2101"/>
                  </a:cubicBezTo>
                  <a:cubicBezTo>
                    <a:pt x="1127" y="2147"/>
                    <a:pt x="1120" y="2159"/>
                    <a:pt x="1126" y="2158"/>
                  </a:cubicBezTo>
                  <a:cubicBezTo>
                    <a:pt x="1131" y="2147"/>
                    <a:pt x="1123" y="2137"/>
                    <a:pt x="1117" y="2125"/>
                  </a:cubicBezTo>
                  <a:close/>
                  <a:moveTo>
                    <a:pt x="1062" y="2155"/>
                  </a:moveTo>
                  <a:cubicBezTo>
                    <a:pt x="1062" y="2152"/>
                    <a:pt x="1061" y="2150"/>
                    <a:pt x="1058" y="2149"/>
                  </a:cubicBezTo>
                  <a:cubicBezTo>
                    <a:pt x="1061" y="2142"/>
                    <a:pt x="1051" y="2147"/>
                    <a:pt x="1054" y="2140"/>
                  </a:cubicBezTo>
                  <a:cubicBezTo>
                    <a:pt x="1048" y="2137"/>
                    <a:pt x="1047" y="2129"/>
                    <a:pt x="1040" y="2127"/>
                  </a:cubicBezTo>
                  <a:cubicBezTo>
                    <a:pt x="1037" y="2113"/>
                    <a:pt x="1027" y="2105"/>
                    <a:pt x="1019" y="2097"/>
                  </a:cubicBezTo>
                  <a:cubicBezTo>
                    <a:pt x="1017" y="2106"/>
                    <a:pt x="1026" y="2106"/>
                    <a:pt x="1027" y="2112"/>
                  </a:cubicBezTo>
                  <a:cubicBezTo>
                    <a:pt x="1028" y="2119"/>
                    <a:pt x="1036" y="2120"/>
                    <a:pt x="1036" y="2127"/>
                  </a:cubicBezTo>
                  <a:cubicBezTo>
                    <a:pt x="1045" y="2135"/>
                    <a:pt x="1050" y="2146"/>
                    <a:pt x="1058" y="2155"/>
                  </a:cubicBezTo>
                  <a:cubicBezTo>
                    <a:pt x="1059" y="2157"/>
                    <a:pt x="1060" y="2159"/>
                    <a:pt x="1061" y="2160"/>
                  </a:cubicBezTo>
                  <a:cubicBezTo>
                    <a:pt x="1067" y="2160"/>
                    <a:pt x="1067" y="2160"/>
                    <a:pt x="1067" y="2160"/>
                  </a:cubicBezTo>
                  <a:cubicBezTo>
                    <a:pt x="1066" y="2158"/>
                    <a:pt x="1066" y="2155"/>
                    <a:pt x="1062" y="215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</p:sp>
        <p:sp>
          <p:nvSpPr>
            <p:cNvPr id="46" name="Freeform 13">
              <a:extLst>
                <a:ext uri="{FF2B5EF4-FFF2-40B4-BE49-F238E27FC236}">
                  <a16:creationId xmlns:a16="http://schemas.microsoft.com/office/drawing/2014/main" id="{C1E32EF0-93A9-42DF-953A-1574E58C5864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>
              <a:spLocks noEditPoints="1"/>
            </p:cNvSpPr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 bwMode="auto">
            <a:xfrm>
              <a:off x="0" y="3175"/>
              <a:ext cx="12198350" cy="6875463"/>
            </a:xfrm>
            <a:custGeom>
              <a:avLst/>
              <a:gdLst/>
              <a:ahLst/>
              <a:cxnLst/>
              <a:rect l="0" t="0" r="r" b="b"/>
              <a:pathLst>
                <a:path w="3840" h="2163">
                  <a:moveTo>
                    <a:pt x="3809" y="960"/>
                  </a:moveTo>
                  <a:cubicBezTo>
                    <a:pt x="3796" y="975"/>
                    <a:pt x="3783" y="990"/>
                    <a:pt x="3772" y="1010"/>
                  </a:cubicBezTo>
                  <a:cubicBezTo>
                    <a:pt x="3769" y="1017"/>
                    <a:pt x="3766" y="1024"/>
                    <a:pt x="3763" y="1030"/>
                  </a:cubicBezTo>
                  <a:cubicBezTo>
                    <a:pt x="3771" y="1037"/>
                    <a:pt x="3769" y="1017"/>
                    <a:pt x="3775" y="1019"/>
                  </a:cubicBezTo>
                  <a:cubicBezTo>
                    <a:pt x="3774" y="1010"/>
                    <a:pt x="3779" y="1009"/>
                    <a:pt x="3783" y="1001"/>
                  </a:cubicBezTo>
                  <a:cubicBezTo>
                    <a:pt x="3787" y="996"/>
                    <a:pt x="3792" y="991"/>
                    <a:pt x="3796" y="985"/>
                  </a:cubicBezTo>
                  <a:cubicBezTo>
                    <a:pt x="3798" y="980"/>
                    <a:pt x="3802" y="982"/>
                    <a:pt x="3803" y="976"/>
                  </a:cubicBezTo>
                  <a:cubicBezTo>
                    <a:pt x="3807" y="980"/>
                    <a:pt x="3805" y="966"/>
                    <a:pt x="3810" y="970"/>
                  </a:cubicBezTo>
                  <a:cubicBezTo>
                    <a:pt x="3815" y="965"/>
                    <a:pt x="3819" y="960"/>
                    <a:pt x="3824" y="954"/>
                  </a:cubicBezTo>
                  <a:cubicBezTo>
                    <a:pt x="3826" y="952"/>
                    <a:pt x="3829" y="950"/>
                    <a:pt x="3831" y="948"/>
                  </a:cubicBezTo>
                  <a:cubicBezTo>
                    <a:pt x="3834" y="948"/>
                    <a:pt x="3835" y="940"/>
                    <a:pt x="3838" y="942"/>
                  </a:cubicBezTo>
                  <a:cubicBezTo>
                    <a:pt x="3839" y="941"/>
                    <a:pt x="3840" y="940"/>
                    <a:pt x="3840" y="940"/>
                  </a:cubicBezTo>
                  <a:cubicBezTo>
                    <a:pt x="3840" y="930"/>
                    <a:pt x="3840" y="930"/>
                    <a:pt x="3840" y="930"/>
                  </a:cubicBezTo>
                  <a:cubicBezTo>
                    <a:pt x="3837" y="933"/>
                    <a:pt x="3833" y="935"/>
                    <a:pt x="3830" y="938"/>
                  </a:cubicBezTo>
                  <a:cubicBezTo>
                    <a:pt x="3824" y="947"/>
                    <a:pt x="3817" y="953"/>
                    <a:pt x="3809" y="960"/>
                  </a:cubicBezTo>
                  <a:close/>
                  <a:moveTo>
                    <a:pt x="3827" y="880"/>
                  </a:moveTo>
                  <a:cubicBezTo>
                    <a:pt x="3818" y="885"/>
                    <a:pt x="3810" y="891"/>
                    <a:pt x="3802" y="898"/>
                  </a:cubicBezTo>
                  <a:cubicBezTo>
                    <a:pt x="3795" y="906"/>
                    <a:pt x="3785" y="910"/>
                    <a:pt x="3779" y="921"/>
                  </a:cubicBezTo>
                  <a:cubicBezTo>
                    <a:pt x="3770" y="926"/>
                    <a:pt x="3764" y="938"/>
                    <a:pt x="3757" y="945"/>
                  </a:cubicBezTo>
                  <a:cubicBezTo>
                    <a:pt x="3754" y="951"/>
                    <a:pt x="3748" y="950"/>
                    <a:pt x="3746" y="959"/>
                  </a:cubicBezTo>
                  <a:cubicBezTo>
                    <a:pt x="3743" y="958"/>
                    <a:pt x="3742" y="963"/>
                    <a:pt x="3740" y="966"/>
                  </a:cubicBezTo>
                  <a:cubicBezTo>
                    <a:pt x="3738" y="965"/>
                    <a:pt x="3735" y="971"/>
                    <a:pt x="3738" y="972"/>
                  </a:cubicBezTo>
                  <a:cubicBezTo>
                    <a:pt x="3746" y="962"/>
                    <a:pt x="3754" y="953"/>
                    <a:pt x="3762" y="942"/>
                  </a:cubicBezTo>
                  <a:cubicBezTo>
                    <a:pt x="3773" y="939"/>
                    <a:pt x="3778" y="921"/>
                    <a:pt x="3789" y="918"/>
                  </a:cubicBezTo>
                  <a:cubicBezTo>
                    <a:pt x="3792" y="911"/>
                    <a:pt x="3799" y="912"/>
                    <a:pt x="3802" y="905"/>
                  </a:cubicBezTo>
                  <a:cubicBezTo>
                    <a:pt x="3807" y="902"/>
                    <a:pt x="3812" y="899"/>
                    <a:pt x="3816" y="894"/>
                  </a:cubicBezTo>
                  <a:cubicBezTo>
                    <a:pt x="3817" y="891"/>
                    <a:pt x="3822" y="895"/>
                    <a:pt x="3822" y="890"/>
                  </a:cubicBezTo>
                  <a:cubicBezTo>
                    <a:pt x="3826" y="891"/>
                    <a:pt x="3827" y="884"/>
                    <a:pt x="3831" y="886"/>
                  </a:cubicBezTo>
                  <a:cubicBezTo>
                    <a:pt x="3833" y="882"/>
                    <a:pt x="3837" y="881"/>
                    <a:pt x="3840" y="879"/>
                  </a:cubicBezTo>
                  <a:cubicBezTo>
                    <a:pt x="3840" y="871"/>
                    <a:pt x="3840" y="871"/>
                    <a:pt x="3840" y="871"/>
                  </a:cubicBezTo>
                  <a:cubicBezTo>
                    <a:pt x="3840" y="871"/>
                    <a:pt x="3840" y="871"/>
                    <a:pt x="3840" y="871"/>
                  </a:cubicBezTo>
                  <a:cubicBezTo>
                    <a:pt x="3835" y="872"/>
                    <a:pt x="3831" y="878"/>
                    <a:pt x="3827" y="880"/>
                  </a:cubicBezTo>
                  <a:close/>
                  <a:moveTo>
                    <a:pt x="3837" y="806"/>
                  </a:moveTo>
                  <a:cubicBezTo>
                    <a:pt x="3836" y="810"/>
                    <a:pt x="3827" y="812"/>
                    <a:pt x="3832" y="816"/>
                  </a:cubicBezTo>
                  <a:cubicBezTo>
                    <a:pt x="3835" y="814"/>
                    <a:pt x="3837" y="812"/>
                    <a:pt x="3840" y="810"/>
                  </a:cubicBezTo>
                  <a:cubicBezTo>
                    <a:pt x="3840" y="804"/>
                    <a:pt x="3840" y="804"/>
                    <a:pt x="3840" y="804"/>
                  </a:cubicBezTo>
                  <a:cubicBezTo>
                    <a:pt x="3839" y="804"/>
                    <a:pt x="3838" y="805"/>
                    <a:pt x="3837" y="806"/>
                  </a:cubicBezTo>
                  <a:close/>
                  <a:moveTo>
                    <a:pt x="2318" y="205"/>
                  </a:moveTo>
                  <a:cubicBezTo>
                    <a:pt x="2319" y="200"/>
                    <a:pt x="2323" y="198"/>
                    <a:pt x="2322" y="192"/>
                  </a:cubicBezTo>
                  <a:cubicBezTo>
                    <a:pt x="2351" y="148"/>
                    <a:pt x="2361" y="145"/>
                    <a:pt x="2364" y="135"/>
                  </a:cubicBezTo>
                  <a:cubicBezTo>
                    <a:pt x="2383" y="109"/>
                    <a:pt x="2387" y="107"/>
                    <a:pt x="2388" y="102"/>
                  </a:cubicBezTo>
                  <a:cubicBezTo>
                    <a:pt x="2419" y="61"/>
                    <a:pt x="2429" y="59"/>
                    <a:pt x="2434" y="50"/>
                  </a:cubicBezTo>
                  <a:cubicBezTo>
                    <a:pt x="2462" y="20"/>
                    <a:pt x="2474" y="12"/>
                    <a:pt x="2481" y="0"/>
                  </a:cubicBezTo>
                  <a:cubicBezTo>
                    <a:pt x="2462" y="9"/>
                    <a:pt x="2460" y="16"/>
                    <a:pt x="2453" y="19"/>
                  </a:cubicBezTo>
                  <a:cubicBezTo>
                    <a:pt x="2438" y="35"/>
                    <a:pt x="2436" y="37"/>
                    <a:pt x="2434" y="39"/>
                  </a:cubicBezTo>
                  <a:cubicBezTo>
                    <a:pt x="2416" y="54"/>
                    <a:pt x="2418" y="60"/>
                    <a:pt x="2412" y="59"/>
                  </a:cubicBezTo>
                  <a:cubicBezTo>
                    <a:pt x="2382" y="92"/>
                    <a:pt x="2384" y="103"/>
                    <a:pt x="2377" y="104"/>
                  </a:cubicBezTo>
                  <a:cubicBezTo>
                    <a:pt x="2361" y="133"/>
                    <a:pt x="2355" y="132"/>
                    <a:pt x="2357" y="139"/>
                  </a:cubicBezTo>
                  <a:cubicBezTo>
                    <a:pt x="2336" y="177"/>
                    <a:pt x="2326" y="171"/>
                    <a:pt x="2329" y="179"/>
                  </a:cubicBezTo>
                  <a:cubicBezTo>
                    <a:pt x="2321" y="199"/>
                    <a:pt x="2312" y="203"/>
                    <a:pt x="2318" y="205"/>
                  </a:cubicBezTo>
                  <a:close/>
                  <a:moveTo>
                    <a:pt x="3826" y="837"/>
                  </a:moveTo>
                  <a:cubicBezTo>
                    <a:pt x="3821" y="839"/>
                    <a:pt x="3818" y="844"/>
                    <a:pt x="3813" y="845"/>
                  </a:cubicBezTo>
                  <a:cubicBezTo>
                    <a:pt x="3805" y="852"/>
                    <a:pt x="3797" y="858"/>
                    <a:pt x="3790" y="867"/>
                  </a:cubicBezTo>
                  <a:cubicBezTo>
                    <a:pt x="3787" y="873"/>
                    <a:pt x="3782" y="871"/>
                    <a:pt x="3780" y="879"/>
                  </a:cubicBezTo>
                  <a:cubicBezTo>
                    <a:pt x="3776" y="877"/>
                    <a:pt x="3776" y="884"/>
                    <a:pt x="3773" y="883"/>
                  </a:cubicBezTo>
                  <a:cubicBezTo>
                    <a:pt x="3772" y="886"/>
                    <a:pt x="3769" y="890"/>
                    <a:pt x="3772" y="892"/>
                  </a:cubicBezTo>
                  <a:cubicBezTo>
                    <a:pt x="3778" y="885"/>
                    <a:pt x="3784" y="877"/>
                    <a:pt x="3792" y="872"/>
                  </a:cubicBezTo>
                  <a:cubicBezTo>
                    <a:pt x="3795" y="867"/>
                    <a:pt x="3799" y="864"/>
                    <a:pt x="3803" y="863"/>
                  </a:cubicBezTo>
                  <a:cubicBezTo>
                    <a:pt x="3806" y="858"/>
                    <a:pt x="3810" y="855"/>
                    <a:pt x="3814" y="853"/>
                  </a:cubicBezTo>
                  <a:cubicBezTo>
                    <a:pt x="3821" y="846"/>
                    <a:pt x="3828" y="841"/>
                    <a:pt x="3836" y="836"/>
                  </a:cubicBezTo>
                  <a:cubicBezTo>
                    <a:pt x="3837" y="837"/>
                    <a:pt x="3839" y="836"/>
                    <a:pt x="3840" y="835"/>
                  </a:cubicBezTo>
                  <a:cubicBezTo>
                    <a:pt x="3840" y="826"/>
                    <a:pt x="3840" y="826"/>
                    <a:pt x="3840" y="826"/>
                  </a:cubicBezTo>
                  <a:cubicBezTo>
                    <a:pt x="3839" y="827"/>
                    <a:pt x="3838" y="827"/>
                    <a:pt x="3837" y="827"/>
                  </a:cubicBezTo>
                  <a:cubicBezTo>
                    <a:pt x="3834" y="831"/>
                    <a:pt x="3830" y="835"/>
                    <a:pt x="3826" y="837"/>
                  </a:cubicBezTo>
                  <a:close/>
                  <a:moveTo>
                    <a:pt x="3819" y="964"/>
                  </a:moveTo>
                  <a:cubicBezTo>
                    <a:pt x="3816" y="970"/>
                    <a:pt x="3810" y="971"/>
                    <a:pt x="3807" y="978"/>
                  </a:cubicBezTo>
                  <a:cubicBezTo>
                    <a:pt x="3801" y="978"/>
                    <a:pt x="3800" y="989"/>
                    <a:pt x="3795" y="989"/>
                  </a:cubicBezTo>
                  <a:cubicBezTo>
                    <a:pt x="3792" y="998"/>
                    <a:pt x="3786" y="999"/>
                    <a:pt x="3783" y="1006"/>
                  </a:cubicBezTo>
                  <a:cubicBezTo>
                    <a:pt x="3787" y="1008"/>
                    <a:pt x="3780" y="1008"/>
                    <a:pt x="3783" y="1011"/>
                  </a:cubicBezTo>
                  <a:cubicBezTo>
                    <a:pt x="3784" y="1015"/>
                    <a:pt x="3774" y="1015"/>
                    <a:pt x="3780" y="1019"/>
                  </a:cubicBezTo>
                  <a:cubicBezTo>
                    <a:pt x="3796" y="998"/>
                    <a:pt x="3813" y="976"/>
                    <a:pt x="3833" y="965"/>
                  </a:cubicBezTo>
                  <a:cubicBezTo>
                    <a:pt x="3835" y="963"/>
                    <a:pt x="3838" y="961"/>
                    <a:pt x="3840" y="959"/>
                  </a:cubicBezTo>
                  <a:cubicBezTo>
                    <a:pt x="3840" y="950"/>
                    <a:pt x="3840" y="950"/>
                    <a:pt x="3840" y="950"/>
                  </a:cubicBezTo>
                  <a:cubicBezTo>
                    <a:pt x="3837" y="952"/>
                    <a:pt x="3835" y="954"/>
                    <a:pt x="3833" y="956"/>
                  </a:cubicBezTo>
                  <a:cubicBezTo>
                    <a:pt x="3827" y="957"/>
                    <a:pt x="3825" y="965"/>
                    <a:pt x="3819" y="964"/>
                  </a:cubicBezTo>
                  <a:close/>
                  <a:moveTo>
                    <a:pt x="3803" y="1109"/>
                  </a:moveTo>
                  <a:cubicBezTo>
                    <a:pt x="3801" y="1112"/>
                    <a:pt x="3798" y="1111"/>
                    <a:pt x="3797" y="1113"/>
                  </a:cubicBezTo>
                  <a:cubicBezTo>
                    <a:pt x="3795" y="1116"/>
                    <a:pt x="3794" y="1121"/>
                    <a:pt x="3791" y="1120"/>
                  </a:cubicBezTo>
                  <a:cubicBezTo>
                    <a:pt x="3786" y="1128"/>
                    <a:pt x="3788" y="1129"/>
                    <a:pt x="3782" y="1136"/>
                  </a:cubicBezTo>
                  <a:cubicBezTo>
                    <a:pt x="3780" y="1142"/>
                    <a:pt x="3777" y="1149"/>
                    <a:pt x="3774" y="1156"/>
                  </a:cubicBezTo>
                  <a:cubicBezTo>
                    <a:pt x="3769" y="1158"/>
                    <a:pt x="3768" y="1168"/>
                    <a:pt x="3775" y="1170"/>
                  </a:cubicBezTo>
                  <a:cubicBezTo>
                    <a:pt x="3776" y="1171"/>
                    <a:pt x="3778" y="1171"/>
                    <a:pt x="3779" y="1172"/>
                  </a:cubicBezTo>
                  <a:cubicBezTo>
                    <a:pt x="3780" y="1169"/>
                    <a:pt x="3780" y="1167"/>
                    <a:pt x="3779" y="1165"/>
                  </a:cubicBezTo>
                  <a:cubicBezTo>
                    <a:pt x="3787" y="1166"/>
                    <a:pt x="3779" y="1160"/>
                    <a:pt x="3780" y="1158"/>
                  </a:cubicBezTo>
                  <a:cubicBezTo>
                    <a:pt x="3785" y="1158"/>
                    <a:pt x="3788" y="1145"/>
                    <a:pt x="3787" y="1142"/>
                  </a:cubicBezTo>
                  <a:cubicBezTo>
                    <a:pt x="3794" y="1141"/>
                    <a:pt x="3796" y="1126"/>
                    <a:pt x="3802" y="1123"/>
                  </a:cubicBezTo>
                  <a:cubicBezTo>
                    <a:pt x="3807" y="1114"/>
                    <a:pt x="3813" y="1109"/>
                    <a:pt x="3818" y="1101"/>
                  </a:cubicBezTo>
                  <a:cubicBezTo>
                    <a:pt x="3823" y="1095"/>
                    <a:pt x="3830" y="1091"/>
                    <a:pt x="3835" y="1084"/>
                  </a:cubicBezTo>
                  <a:cubicBezTo>
                    <a:pt x="3837" y="1084"/>
                    <a:pt x="3838" y="1082"/>
                    <a:pt x="3840" y="1081"/>
                  </a:cubicBezTo>
                  <a:cubicBezTo>
                    <a:pt x="3840" y="1069"/>
                    <a:pt x="3840" y="1069"/>
                    <a:pt x="3840" y="1069"/>
                  </a:cubicBezTo>
                  <a:cubicBezTo>
                    <a:pt x="3836" y="1073"/>
                    <a:pt x="3831" y="1077"/>
                    <a:pt x="3827" y="1081"/>
                  </a:cubicBezTo>
                  <a:cubicBezTo>
                    <a:pt x="3818" y="1089"/>
                    <a:pt x="3811" y="1099"/>
                    <a:pt x="3803" y="1109"/>
                  </a:cubicBezTo>
                  <a:close/>
                  <a:moveTo>
                    <a:pt x="3818" y="1248"/>
                  </a:moveTo>
                  <a:cubicBezTo>
                    <a:pt x="3822" y="1250"/>
                    <a:pt x="3815" y="1258"/>
                    <a:pt x="3822" y="1259"/>
                  </a:cubicBezTo>
                  <a:cubicBezTo>
                    <a:pt x="3826" y="1261"/>
                    <a:pt x="3826" y="1254"/>
                    <a:pt x="3829" y="1255"/>
                  </a:cubicBezTo>
                  <a:cubicBezTo>
                    <a:pt x="3832" y="1250"/>
                    <a:pt x="3832" y="1247"/>
                    <a:pt x="3831" y="1244"/>
                  </a:cubicBezTo>
                  <a:cubicBezTo>
                    <a:pt x="3835" y="1245"/>
                    <a:pt x="3835" y="1240"/>
                    <a:pt x="3834" y="1238"/>
                  </a:cubicBezTo>
                  <a:cubicBezTo>
                    <a:pt x="3839" y="1240"/>
                    <a:pt x="3833" y="1233"/>
                    <a:pt x="3837" y="1230"/>
                  </a:cubicBezTo>
                  <a:cubicBezTo>
                    <a:pt x="3838" y="1228"/>
                    <a:pt x="3839" y="1227"/>
                    <a:pt x="3840" y="1226"/>
                  </a:cubicBezTo>
                  <a:cubicBezTo>
                    <a:pt x="3840" y="1209"/>
                    <a:pt x="3840" y="1209"/>
                    <a:pt x="3840" y="1209"/>
                  </a:cubicBezTo>
                  <a:cubicBezTo>
                    <a:pt x="3835" y="1219"/>
                    <a:pt x="3829" y="1228"/>
                    <a:pt x="3823" y="1236"/>
                  </a:cubicBezTo>
                  <a:cubicBezTo>
                    <a:pt x="3828" y="1240"/>
                    <a:pt x="3819" y="1244"/>
                    <a:pt x="3818" y="1248"/>
                  </a:cubicBezTo>
                  <a:close/>
                  <a:moveTo>
                    <a:pt x="3121" y="2109"/>
                  </a:moveTo>
                  <a:cubicBezTo>
                    <a:pt x="3119" y="2105"/>
                    <a:pt x="3124" y="2102"/>
                    <a:pt x="3118" y="2098"/>
                  </a:cubicBezTo>
                  <a:cubicBezTo>
                    <a:pt x="3121" y="2094"/>
                    <a:pt x="3113" y="2089"/>
                    <a:pt x="3115" y="2086"/>
                  </a:cubicBezTo>
                  <a:cubicBezTo>
                    <a:pt x="3114" y="2077"/>
                    <a:pt x="3111" y="2069"/>
                    <a:pt x="3108" y="2060"/>
                  </a:cubicBezTo>
                  <a:cubicBezTo>
                    <a:pt x="3108" y="2056"/>
                    <a:pt x="3105" y="2053"/>
                    <a:pt x="3104" y="2049"/>
                  </a:cubicBezTo>
                  <a:cubicBezTo>
                    <a:pt x="3103" y="2048"/>
                    <a:pt x="3105" y="2045"/>
                    <a:pt x="3104" y="2043"/>
                  </a:cubicBezTo>
                  <a:cubicBezTo>
                    <a:pt x="3103" y="2041"/>
                    <a:pt x="3099" y="2039"/>
                    <a:pt x="3102" y="2037"/>
                  </a:cubicBezTo>
                  <a:cubicBezTo>
                    <a:pt x="3096" y="2032"/>
                    <a:pt x="3099" y="2028"/>
                    <a:pt x="3093" y="2024"/>
                  </a:cubicBezTo>
                  <a:cubicBezTo>
                    <a:pt x="3095" y="2020"/>
                    <a:pt x="3092" y="2014"/>
                    <a:pt x="3087" y="2017"/>
                  </a:cubicBezTo>
                  <a:cubicBezTo>
                    <a:pt x="3092" y="2025"/>
                    <a:pt x="3088" y="2032"/>
                    <a:pt x="3095" y="2039"/>
                  </a:cubicBezTo>
                  <a:cubicBezTo>
                    <a:pt x="3093" y="2041"/>
                    <a:pt x="3096" y="2042"/>
                    <a:pt x="3096" y="2044"/>
                  </a:cubicBezTo>
                  <a:cubicBezTo>
                    <a:pt x="3097" y="2045"/>
                    <a:pt x="3096" y="2049"/>
                    <a:pt x="3096" y="2050"/>
                  </a:cubicBezTo>
                  <a:cubicBezTo>
                    <a:pt x="3096" y="2051"/>
                    <a:pt x="3098" y="2052"/>
                    <a:pt x="3099" y="2054"/>
                  </a:cubicBezTo>
                  <a:cubicBezTo>
                    <a:pt x="3101" y="2058"/>
                    <a:pt x="3097" y="2059"/>
                    <a:pt x="3101" y="2063"/>
                  </a:cubicBezTo>
                  <a:cubicBezTo>
                    <a:pt x="3106" y="2071"/>
                    <a:pt x="3101" y="2078"/>
                    <a:pt x="3107" y="2087"/>
                  </a:cubicBezTo>
                  <a:cubicBezTo>
                    <a:pt x="3108" y="2094"/>
                    <a:pt x="3109" y="2102"/>
                    <a:pt x="3114" y="2110"/>
                  </a:cubicBezTo>
                  <a:cubicBezTo>
                    <a:pt x="3112" y="2117"/>
                    <a:pt x="3115" y="2125"/>
                    <a:pt x="3115" y="2132"/>
                  </a:cubicBezTo>
                  <a:cubicBezTo>
                    <a:pt x="3119" y="2136"/>
                    <a:pt x="3117" y="2139"/>
                    <a:pt x="3119" y="2143"/>
                  </a:cubicBezTo>
                  <a:cubicBezTo>
                    <a:pt x="3118" y="2145"/>
                    <a:pt x="3120" y="2147"/>
                    <a:pt x="3122" y="2149"/>
                  </a:cubicBezTo>
                  <a:cubicBezTo>
                    <a:pt x="3124" y="2152"/>
                    <a:pt x="3120" y="2153"/>
                    <a:pt x="3121" y="2155"/>
                  </a:cubicBezTo>
                  <a:cubicBezTo>
                    <a:pt x="3122" y="2157"/>
                    <a:pt x="3123" y="2159"/>
                    <a:pt x="3123" y="2160"/>
                  </a:cubicBezTo>
                  <a:cubicBezTo>
                    <a:pt x="3132" y="2160"/>
                    <a:pt x="3132" y="2160"/>
                    <a:pt x="3132" y="2160"/>
                  </a:cubicBezTo>
                  <a:cubicBezTo>
                    <a:pt x="3132" y="2160"/>
                    <a:pt x="3132" y="2159"/>
                    <a:pt x="3132" y="2158"/>
                  </a:cubicBezTo>
                  <a:cubicBezTo>
                    <a:pt x="3129" y="2142"/>
                    <a:pt x="3124" y="2125"/>
                    <a:pt x="3121" y="2109"/>
                  </a:cubicBezTo>
                  <a:close/>
                  <a:moveTo>
                    <a:pt x="3826" y="1017"/>
                  </a:moveTo>
                  <a:cubicBezTo>
                    <a:pt x="3822" y="1025"/>
                    <a:pt x="3814" y="1024"/>
                    <a:pt x="3810" y="1031"/>
                  </a:cubicBezTo>
                  <a:cubicBezTo>
                    <a:pt x="3806" y="1030"/>
                    <a:pt x="3805" y="1038"/>
                    <a:pt x="3801" y="1037"/>
                  </a:cubicBezTo>
                  <a:cubicBezTo>
                    <a:pt x="3798" y="1040"/>
                    <a:pt x="3796" y="1045"/>
                    <a:pt x="3792" y="1045"/>
                  </a:cubicBezTo>
                  <a:cubicBezTo>
                    <a:pt x="3791" y="1047"/>
                    <a:pt x="3790" y="1047"/>
                    <a:pt x="3787" y="1045"/>
                  </a:cubicBezTo>
                  <a:cubicBezTo>
                    <a:pt x="3786" y="1048"/>
                    <a:pt x="3789" y="1049"/>
                    <a:pt x="3787" y="1052"/>
                  </a:cubicBezTo>
                  <a:cubicBezTo>
                    <a:pt x="3783" y="1053"/>
                    <a:pt x="3780" y="1056"/>
                    <a:pt x="3779" y="1061"/>
                  </a:cubicBezTo>
                  <a:cubicBezTo>
                    <a:pt x="3772" y="1066"/>
                    <a:pt x="3768" y="1072"/>
                    <a:pt x="3767" y="1082"/>
                  </a:cubicBezTo>
                  <a:cubicBezTo>
                    <a:pt x="3773" y="1085"/>
                    <a:pt x="3776" y="1078"/>
                    <a:pt x="3778" y="1072"/>
                  </a:cubicBezTo>
                  <a:cubicBezTo>
                    <a:pt x="3782" y="1068"/>
                    <a:pt x="3787" y="1066"/>
                    <a:pt x="3789" y="1058"/>
                  </a:cubicBezTo>
                  <a:cubicBezTo>
                    <a:pt x="3795" y="1059"/>
                    <a:pt x="3798" y="1052"/>
                    <a:pt x="3802" y="1049"/>
                  </a:cubicBezTo>
                  <a:cubicBezTo>
                    <a:pt x="3805" y="1040"/>
                    <a:pt x="3812" y="1044"/>
                    <a:pt x="3815" y="1036"/>
                  </a:cubicBezTo>
                  <a:cubicBezTo>
                    <a:pt x="3824" y="1030"/>
                    <a:pt x="3833" y="1026"/>
                    <a:pt x="3840" y="1015"/>
                  </a:cubicBezTo>
                  <a:cubicBezTo>
                    <a:pt x="3840" y="1007"/>
                    <a:pt x="3840" y="1007"/>
                    <a:pt x="3840" y="1007"/>
                  </a:cubicBezTo>
                  <a:cubicBezTo>
                    <a:pt x="3835" y="1010"/>
                    <a:pt x="3832" y="1017"/>
                    <a:pt x="3826" y="1017"/>
                  </a:cubicBezTo>
                  <a:close/>
                  <a:moveTo>
                    <a:pt x="450" y="2148"/>
                  </a:moveTo>
                  <a:cubicBezTo>
                    <a:pt x="443" y="2147"/>
                    <a:pt x="440" y="2141"/>
                    <a:pt x="432" y="2141"/>
                  </a:cubicBezTo>
                  <a:cubicBezTo>
                    <a:pt x="398" y="2115"/>
                    <a:pt x="391" y="2113"/>
                    <a:pt x="386" y="2109"/>
                  </a:cubicBezTo>
                  <a:cubicBezTo>
                    <a:pt x="312" y="2071"/>
                    <a:pt x="301" y="2066"/>
                    <a:pt x="298" y="2063"/>
                  </a:cubicBezTo>
                  <a:cubicBezTo>
                    <a:pt x="286" y="2058"/>
                    <a:pt x="284" y="2061"/>
                    <a:pt x="285" y="2061"/>
                  </a:cubicBezTo>
                  <a:cubicBezTo>
                    <a:pt x="253" y="2044"/>
                    <a:pt x="241" y="2046"/>
                    <a:pt x="235" y="2041"/>
                  </a:cubicBezTo>
                  <a:cubicBezTo>
                    <a:pt x="141" y="2001"/>
                    <a:pt x="136" y="1995"/>
                    <a:pt x="127" y="1994"/>
                  </a:cubicBezTo>
                  <a:cubicBezTo>
                    <a:pt x="113" y="1982"/>
                    <a:pt x="110" y="1982"/>
                    <a:pt x="111" y="1986"/>
                  </a:cubicBezTo>
                  <a:cubicBezTo>
                    <a:pt x="141" y="2010"/>
                    <a:pt x="141" y="2016"/>
                    <a:pt x="144" y="2019"/>
                  </a:cubicBezTo>
                  <a:cubicBezTo>
                    <a:pt x="143" y="2021"/>
                    <a:pt x="142" y="2027"/>
                    <a:pt x="147" y="2025"/>
                  </a:cubicBezTo>
                  <a:cubicBezTo>
                    <a:pt x="177" y="2058"/>
                    <a:pt x="180" y="2066"/>
                    <a:pt x="187" y="2070"/>
                  </a:cubicBezTo>
                  <a:cubicBezTo>
                    <a:pt x="244" y="2123"/>
                    <a:pt x="247" y="2132"/>
                    <a:pt x="253" y="2138"/>
                  </a:cubicBezTo>
                  <a:cubicBezTo>
                    <a:pt x="283" y="2160"/>
                    <a:pt x="283" y="2160"/>
                    <a:pt x="283" y="2160"/>
                  </a:cubicBezTo>
                  <a:cubicBezTo>
                    <a:pt x="254" y="2126"/>
                    <a:pt x="250" y="2124"/>
                    <a:pt x="247" y="2121"/>
                  </a:cubicBezTo>
                  <a:cubicBezTo>
                    <a:pt x="268" y="2130"/>
                    <a:pt x="274" y="2132"/>
                    <a:pt x="279" y="2136"/>
                  </a:cubicBezTo>
                  <a:cubicBezTo>
                    <a:pt x="313" y="2158"/>
                    <a:pt x="315" y="2159"/>
                    <a:pt x="318" y="2160"/>
                  </a:cubicBezTo>
                  <a:cubicBezTo>
                    <a:pt x="329" y="2157"/>
                    <a:pt x="326" y="2149"/>
                    <a:pt x="315" y="2149"/>
                  </a:cubicBezTo>
                  <a:cubicBezTo>
                    <a:pt x="288" y="2131"/>
                    <a:pt x="286" y="2130"/>
                    <a:pt x="285" y="2127"/>
                  </a:cubicBezTo>
                  <a:cubicBezTo>
                    <a:pt x="259" y="2117"/>
                    <a:pt x="260" y="2107"/>
                    <a:pt x="251" y="2110"/>
                  </a:cubicBezTo>
                  <a:cubicBezTo>
                    <a:pt x="223" y="2093"/>
                    <a:pt x="222" y="2087"/>
                    <a:pt x="216" y="2086"/>
                  </a:cubicBezTo>
                  <a:cubicBezTo>
                    <a:pt x="193" y="2069"/>
                    <a:pt x="184" y="2057"/>
                    <a:pt x="174" y="2047"/>
                  </a:cubicBezTo>
                  <a:cubicBezTo>
                    <a:pt x="206" y="2062"/>
                    <a:pt x="209" y="2064"/>
                    <a:pt x="211" y="2069"/>
                  </a:cubicBezTo>
                  <a:cubicBezTo>
                    <a:pt x="250" y="2097"/>
                    <a:pt x="255" y="2097"/>
                    <a:pt x="259" y="2100"/>
                  </a:cubicBezTo>
                  <a:cubicBezTo>
                    <a:pt x="299" y="2125"/>
                    <a:pt x="305" y="2125"/>
                    <a:pt x="309" y="2127"/>
                  </a:cubicBezTo>
                  <a:cubicBezTo>
                    <a:pt x="332" y="2140"/>
                    <a:pt x="331" y="2143"/>
                    <a:pt x="334" y="2143"/>
                  </a:cubicBezTo>
                  <a:cubicBezTo>
                    <a:pt x="363" y="2158"/>
                    <a:pt x="366" y="2159"/>
                    <a:pt x="369" y="2160"/>
                  </a:cubicBezTo>
                  <a:cubicBezTo>
                    <a:pt x="382" y="2154"/>
                    <a:pt x="375" y="2154"/>
                    <a:pt x="372" y="2149"/>
                  </a:cubicBezTo>
                  <a:cubicBezTo>
                    <a:pt x="323" y="2123"/>
                    <a:pt x="317" y="2125"/>
                    <a:pt x="313" y="2121"/>
                  </a:cubicBezTo>
                  <a:cubicBezTo>
                    <a:pt x="300" y="2113"/>
                    <a:pt x="295" y="2114"/>
                    <a:pt x="295" y="2111"/>
                  </a:cubicBezTo>
                  <a:cubicBezTo>
                    <a:pt x="234" y="2076"/>
                    <a:pt x="233" y="2074"/>
                    <a:pt x="231" y="2074"/>
                  </a:cubicBezTo>
                  <a:cubicBezTo>
                    <a:pt x="259" y="2083"/>
                    <a:pt x="261" y="2087"/>
                    <a:pt x="265" y="2089"/>
                  </a:cubicBezTo>
                  <a:cubicBezTo>
                    <a:pt x="310" y="2106"/>
                    <a:pt x="319" y="2108"/>
                    <a:pt x="325" y="2113"/>
                  </a:cubicBezTo>
                  <a:cubicBezTo>
                    <a:pt x="367" y="2126"/>
                    <a:pt x="366" y="2132"/>
                    <a:pt x="370" y="2132"/>
                  </a:cubicBezTo>
                  <a:cubicBezTo>
                    <a:pt x="395" y="2147"/>
                    <a:pt x="398" y="2148"/>
                    <a:pt x="400" y="2149"/>
                  </a:cubicBezTo>
                  <a:cubicBezTo>
                    <a:pt x="412" y="2155"/>
                    <a:pt x="413" y="2157"/>
                    <a:pt x="414" y="2157"/>
                  </a:cubicBezTo>
                  <a:cubicBezTo>
                    <a:pt x="439" y="2160"/>
                    <a:pt x="439" y="2160"/>
                    <a:pt x="439" y="2160"/>
                  </a:cubicBezTo>
                  <a:cubicBezTo>
                    <a:pt x="427" y="2149"/>
                    <a:pt x="421" y="2151"/>
                    <a:pt x="418" y="2148"/>
                  </a:cubicBezTo>
                  <a:cubicBezTo>
                    <a:pt x="389" y="2135"/>
                    <a:pt x="387" y="2131"/>
                    <a:pt x="383" y="2129"/>
                  </a:cubicBezTo>
                  <a:cubicBezTo>
                    <a:pt x="334" y="2106"/>
                    <a:pt x="329" y="2103"/>
                    <a:pt x="322" y="2100"/>
                  </a:cubicBezTo>
                  <a:cubicBezTo>
                    <a:pt x="300" y="2091"/>
                    <a:pt x="295" y="2088"/>
                    <a:pt x="289" y="2087"/>
                  </a:cubicBezTo>
                  <a:cubicBezTo>
                    <a:pt x="263" y="2072"/>
                    <a:pt x="256" y="2075"/>
                    <a:pt x="255" y="2072"/>
                  </a:cubicBezTo>
                  <a:cubicBezTo>
                    <a:pt x="202" y="2047"/>
                    <a:pt x="196" y="2045"/>
                    <a:pt x="191" y="2042"/>
                  </a:cubicBezTo>
                  <a:cubicBezTo>
                    <a:pt x="182" y="2043"/>
                    <a:pt x="176" y="2036"/>
                    <a:pt x="174" y="2036"/>
                  </a:cubicBezTo>
                  <a:cubicBezTo>
                    <a:pt x="148" y="2010"/>
                    <a:pt x="140" y="2013"/>
                    <a:pt x="141" y="2006"/>
                  </a:cubicBezTo>
                  <a:cubicBezTo>
                    <a:pt x="184" y="2026"/>
                    <a:pt x="184" y="2030"/>
                    <a:pt x="188" y="2029"/>
                  </a:cubicBezTo>
                  <a:cubicBezTo>
                    <a:pt x="278" y="2065"/>
                    <a:pt x="282" y="2074"/>
                    <a:pt x="296" y="2072"/>
                  </a:cubicBezTo>
                  <a:cubicBezTo>
                    <a:pt x="324" y="2086"/>
                    <a:pt x="331" y="2089"/>
                    <a:pt x="337" y="2093"/>
                  </a:cubicBezTo>
                  <a:cubicBezTo>
                    <a:pt x="364" y="2108"/>
                    <a:pt x="372" y="2110"/>
                    <a:pt x="376" y="2116"/>
                  </a:cubicBezTo>
                  <a:cubicBezTo>
                    <a:pt x="390" y="2124"/>
                    <a:pt x="394" y="2125"/>
                    <a:pt x="396" y="2128"/>
                  </a:cubicBezTo>
                  <a:cubicBezTo>
                    <a:pt x="426" y="2151"/>
                    <a:pt x="435" y="2147"/>
                    <a:pt x="433" y="2154"/>
                  </a:cubicBezTo>
                  <a:cubicBezTo>
                    <a:pt x="456" y="2157"/>
                    <a:pt x="452" y="2154"/>
                    <a:pt x="450" y="2148"/>
                  </a:cubicBezTo>
                  <a:close/>
                  <a:moveTo>
                    <a:pt x="2266" y="551"/>
                  </a:moveTo>
                  <a:cubicBezTo>
                    <a:pt x="2269" y="545"/>
                    <a:pt x="2268" y="535"/>
                    <a:pt x="2272" y="530"/>
                  </a:cubicBezTo>
                  <a:cubicBezTo>
                    <a:pt x="2292" y="481"/>
                    <a:pt x="2296" y="476"/>
                    <a:pt x="2298" y="469"/>
                  </a:cubicBezTo>
                  <a:cubicBezTo>
                    <a:pt x="2337" y="415"/>
                    <a:pt x="2342" y="412"/>
                    <a:pt x="2344" y="410"/>
                  </a:cubicBezTo>
                  <a:cubicBezTo>
                    <a:pt x="2360" y="398"/>
                    <a:pt x="2356" y="389"/>
                    <a:pt x="2362" y="390"/>
                  </a:cubicBezTo>
                  <a:cubicBezTo>
                    <a:pt x="2397" y="365"/>
                    <a:pt x="2395" y="358"/>
                    <a:pt x="2399" y="357"/>
                  </a:cubicBezTo>
                  <a:cubicBezTo>
                    <a:pt x="2444" y="321"/>
                    <a:pt x="2452" y="319"/>
                    <a:pt x="2453" y="312"/>
                  </a:cubicBezTo>
                  <a:cubicBezTo>
                    <a:pt x="2491" y="287"/>
                    <a:pt x="2487" y="278"/>
                    <a:pt x="2493" y="279"/>
                  </a:cubicBezTo>
                  <a:cubicBezTo>
                    <a:pt x="2535" y="238"/>
                    <a:pt x="2531" y="229"/>
                    <a:pt x="2538" y="231"/>
                  </a:cubicBezTo>
                  <a:cubicBezTo>
                    <a:pt x="2554" y="211"/>
                    <a:pt x="2557" y="211"/>
                    <a:pt x="2556" y="207"/>
                  </a:cubicBezTo>
                  <a:cubicBezTo>
                    <a:pt x="2576" y="181"/>
                    <a:pt x="2580" y="179"/>
                    <a:pt x="2582" y="176"/>
                  </a:cubicBezTo>
                  <a:cubicBezTo>
                    <a:pt x="2597" y="153"/>
                    <a:pt x="2601" y="151"/>
                    <a:pt x="2604" y="148"/>
                  </a:cubicBezTo>
                  <a:cubicBezTo>
                    <a:pt x="2613" y="141"/>
                    <a:pt x="2605" y="150"/>
                    <a:pt x="2599" y="161"/>
                  </a:cubicBezTo>
                  <a:cubicBezTo>
                    <a:pt x="2562" y="212"/>
                    <a:pt x="2559" y="220"/>
                    <a:pt x="2556" y="226"/>
                  </a:cubicBezTo>
                  <a:cubicBezTo>
                    <a:pt x="2536" y="255"/>
                    <a:pt x="2527" y="251"/>
                    <a:pt x="2527" y="257"/>
                  </a:cubicBezTo>
                  <a:cubicBezTo>
                    <a:pt x="2486" y="293"/>
                    <a:pt x="2486" y="298"/>
                    <a:pt x="2482" y="298"/>
                  </a:cubicBezTo>
                  <a:cubicBezTo>
                    <a:pt x="2460" y="317"/>
                    <a:pt x="2458" y="324"/>
                    <a:pt x="2453" y="329"/>
                  </a:cubicBezTo>
                  <a:cubicBezTo>
                    <a:pt x="2429" y="353"/>
                    <a:pt x="2425" y="354"/>
                    <a:pt x="2423" y="357"/>
                  </a:cubicBezTo>
                  <a:cubicBezTo>
                    <a:pt x="2404" y="374"/>
                    <a:pt x="2402" y="376"/>
                    <a:pt x="2401" y="379"/>
                  </a:cubicBezTo>
                  <a:cubicBezTo>
                    <a:pt x="2380" y="394"/>
                    <a:pt x="2384" y="403"/>
                    <a:pt x="2377" y="401"/>
                  </a:cubicBezTo>
                  <a:cubicBezTo>
                    <a:pt x="2353" y="449"/>
                    <a:pt x="2342" y="451"/>
                    <a:pt x="2342" y="464"/>
                  </a:cubicBezTo>
                  <a:cubicBezTo>
                    <a:pt x="2318" y="525"/>
                    <a:pt x="2314" y="528"/>
                    <a:pt x="2314" y="534"/>
                  </a:cubicBezTo>
                  <a:cubicBezTo>
                    <a:pt x="2328" y="514"/>
                    <a:pt x="2327" y="509"/>
                    <a:pt x="2327" y="506"/>
                  </a:cubicBezTo>
                  <a:cubicBezTo>
                    <a:pt x="2335" y="485"/>
                    <a:pt x="2339" y="486"/>
                    <a:pt x="2338" y="479"/>
                  </a:cubicBezTo>
                  <a:cubicBezTo>
                    <a:pt x="2369" y="429"/>
                    <a:pt x="2374" y="423"/>
                    <a:pt x="2377" y="414"/>
                  </a:cubicBezTo>
                  <a:cubicBezTo>
                    <a:pt x="2409" y="376"/>
                    <a:pt x="2418" y="380"/>
                    <a:pt x="2416" y="373"/>
                  </a:cubicBezTo>
                  <a:cubicBezTo>
                    <a:pt x="2448" y="348"/>
                    <a:pt x="2448" y="339"/>
                    <a:pt x="2458" y="338"/>
                  </a:cubicBezTo>
                  <a:cubicBezTo>
                    <a:pt x="2497" y="296"/>
                    <a:pt x="2509" y="287"/>
                    <a:pt x="2521" y="279"/>
                  </a:cubicBezTo>
                  <a:cubicBezTo>
                    <a:pt x="2551" y="237"/>
                    <a:pt x="2561" y="242"/>
                    <a:pt x="2558" y="235"/>
                  </a:cubicBezTo>
                  <a:cubicBezTo>
                    <a:pt x="2575" y="216"/>
                    <a:pt x="2578" y="210"/>
                    <a:pt x="2582" y="205"/>
                  </a:cubicBezTo>
                  <a:cubicBezTo>
                    <a:pt x="2604" y="168"/>
                    <a:pt x="2610" y="169"/>
                    <a:pt x="2608" y="163"/>
                  </a:cubicBezTo>
                  <a:cubicBezTo>
                    <a:pt x="2614" y="170"/>
                    <a:pt x="2610" y="176"/>
                    <a:pt x="2606" y="183"/>
                  </a:cubicBezTo>
                  <a:cubicBezTo>
                    <a:pt x="2589" y="216"/>
                    <a:pt x="2577" y="226"/>
                    <a:pt x="2571" y="242"/>
                  </a:cubicBezTo>
                  <a:cubicBezTo>
                    <a:pt x="2558" y="254"/>
                    <a:pt x="2554" y="258"/>
                    <a:pt x="2551" y="261"/>
                  </a:cubicBezTo>
                  <a:cubicBezTo>
                    <a:pt x="2527" y="282"/>
                    <a:pt x="2526" y="288"/>
                    <a:pt x="2521" y="290"/>
                  </a:cubicBezTo>
                  <a:cubicBezTo>
                    <a:pt x="2498" y="313"/>
                    <a:pt x="2496" y="317"/>
                    <a:pt x="2490" y="318"/>
                  </a:cubicBezTo>
                  <a:cubicBezTo>
                    <a:pt x="2480" y="334"/>
                    <a:pt x="2473" y="334"/>
                    <a:pt x="2473" y="340"/>
                  </a:cubicBezTo>
                  <a:cubicBezTo>
                    <a:pt x="2450" y="368"/>
                    <a:pt x="2446" y="368"/>
                    <a:pt x="2445" y="370"/>
                  </a:cubicBezTo>
                  <a:cubicBezTo>
                    <a:pt x="2412" y="406"/>
                    <a:pt x="2415" y="415"/>
                    <a:pt x="2407" y="414"/>
                  </a:cubicBezTo>
                  <a:cubicBezTo>
                    <a:pt x="2383" y="455"/>
                    <a:pt x="2378" y="456"/>
                    <a:pt x="2377" y="462"/>
                  </a:cubicBezTo>
                  <a:cubicBezTo>
                    <a:pt x="2357" y="489"/>
                    <a:pt x="2361" y="500"/>
                    <a:pt x="2355" y="501"/>
                  </a:cubicBezTo>
                  <a:cubicBezTo>
                    <a:pt x="2332" y="563"/>
                    <a:pt x="2332" y="570"/>
                    <a:pt x="2331" y="575"/>
                  </a:cubicBezTo>
                  <a:cubicBezTo>
                    <a:pt x="2321" y="604"/>
                    <a:pt x="2323" y="609"/>
                    <a:pt x="2322" y="612"/>
                  </a:cubicBezTo>
                  <a:cubicBezTo>
                    <a:pt x="2334" y="577"/>
                    <a:pt x="2338" y="572"/>
                    <a:pt x="2338" y="564"/>
                  </a:cubicBezTo>
                  <a:cubicBezTo>
                    <a:pt x="2354" y="530"/>
                    <a:pt x="2352" y="524"/>
                    <a:pt x="2355" y="523"/>
                  </a:cubicBezTo>
                  <a:cubicBezTo>
                    <a:pt x="2378" y="476"/>
                    <a:pt x="2380" y="470"/>
                    <a:pt x="2383" y="464"/>
                  </a:cubicBezTo>
                  <a:cubicBezTo>
                    <a:pt x="2422" y="413"/>
                    <a:pt x="2426" y="409"/>
                    <a:pt x="2429" y="403"/>
                  </a:cubicBezTo>
                  <a:cubicBezTo>
                    <a:pt x="2448" y="389"/>
                    <a:pt x="2441" y="378"/>
                    <a:pt x="2449" y="381"/>
                  </a:cubicBezTo>
                  <a:cubicBezTo>
                    <a:pt x="2462" y="363"/>
                    <a:pt x="2465" y="361"/>
                    <a:pt x="2469" y="359"/>
                  </a:cubicBezTo>
                  <a:cubicBezTo>
                    <a:pt x="2549" y="273"/>
                    <a:pt x="2556" y="275"/>
                    <a:pt x="2556" y="270"/>
                  </a:cubicBezTo>
                  <a:cubicBezTo>
                    <a:pt x="2569" y="255"/>
                    <a:pt x="2571" y="254"/>
                    <a:pt x="2571" y="253"/>
                  </a:cubicBezTo>
                  <a:cubicBezTo>
                    <a:pt x="2530" y="317"/>
                    <a:pt x="2515" y="330"/>
                    <a:pt x="2503" y="346"/>
                  </a:cubicBezTo>
                  <a:cubicBezTo>
                    <a:pt x="2485" y="363"/>
                    <a:pt x="2484" y="364"/>
                    <a:pt x="2484" y="368"/>
                  </a:cubicBezTo>
                  <a:cubicBezTo>
                    <a:pt x="2458" y="390"/>
                    <a:pt x="2461" y="400"/>
                    <a:pt x="2453" y="399"/>
                  </a:cubicBezTo>
                  <a:cubicBezTo>
                    <a:pt x="2432" y="425"/>
                    <a:pt x="2435" y="431"/>
                    <a:pt x="2431" y="431"/>
                  </a:cubicBezTo>
                  <a:cubicBezTo>
                    <a:pt x="2417" y="455"/>
                    <a:pt x="2411" y="456"/>
                    <a:pt x="2412" y="464"/>
                  </a:cubicBezTo>
                  <a:cubicBezTo>
                    <a:pt x="2381" y="530"/>
                    <a:pt x="2373" y="536"/>
                    <a:pt x="2373" y="549"/>
                  </a:cubicBezTo>
                  <a:cubicBezTo>
                    <a:pt x="2360" y="592"/>
                    <a:pt x="2358" y="604"/>
                    <a:pt x="2355" y="615"/>
                  </a:cubicBezTo>
                  <a:cubicBezTo>
                    <a:pt x="2348" y="676"/>
                    <a:pt x="2346" y="689"/>
                    <a:pt x="2351" y="691"/>
                  </a:cubicBezTo>
                  <a:cubicBezTo>
                    <a:pt x="2364" y="602"/>
                    <a:pt x="2364" y="599"/>
                    <a:pt x="2366" y="597"/>
                  </a:cubicBezTo>
                  <a:cubicBezTo>
                    <a:pt x="2387" y="536"/>
                    <a:pt x="2389" y="528"/>
                    <a:pt x="2392" y="521"/>
                  </a:cubicBezTo>
                  <a:cubicBezTo>
                    <a:pt x="2410" y="485"/>
                    <a:pt x="2417" y="471"/>
                    <a:pt x="2425" y="458"/>
                  </a:cubicBezTo>
                  <a:cubicBezTo>
                    <a:pt x="2448" y="429"/>
                    <a:pt x="2448" y="423"/>
                    <a:pt x="2451" y="421"/>
                  </a:cubicBezTo>
                  <a:cubicBezTo>
                    <a:pt x="2474" y="389"/>
                    <a:pt x="2480" y="390"/>
                    <a:pt x="2479" y="383"/>
                  </a:cubicBezTo>
                  <a:cubicBezTo>
                    <a:pt x="2514" y="350"/>
                    <a:pt x="2514" y="345"/>
                    <a:pt x="2519" y="344"/>
                  </a:cubicBezTo>
                  <a:cubicBezTo>
                    <a:pt x="2535" y="322"/>
                    <a:pt x="2539" y="320"/>
                    <a:pt x="2540" y="316"/>
                  </a:cubicBezTo>
                  <a:cubicBezTo>
                    <a:pt x="2571" y="278"/>
                    <a:pt x="2572" y="274"/>
                    <a:pt x="2575" y="272"/>
                  </a:cubicBezTo>
                  <a:cubicBezTo>
                    <a:pt x="2589" y="250"/>
                    <a:pt x="2591" y="250"/>
                    <a:pt x="2591" y="246"/>
                  </a:cubicBezTo>
                  <a:cubicBezTo>
                    <a:pt x="2570" y="303"/>
                    <a:pt x="2565" y="309"/>
                    <a:pt x="2562" y="318"/>
                  </a:cubicBezTo>
                  <a:cubicBezTo>
                    <a:pt x="2529" y="360"/>
                    <a:pt x="2529" y="366"/>
                    <a:pt x="2525" y="368"/>
                  </a:cubicBezTo>
                  <a:cubicBezTo>
                    <a:pt x="2500" y="401"/>
                    <a:pt x="2497" y="404"/>
                    <a:pt x="2495" y="407"/>
                  </a:cubicBezTo>
                  <a:cubicBezTo>
                    <a:pt x="2477" y="421"/>
                    <a:pt x="2475" y="431"/>
                    <a:pt x="2469" y="436"/>
                  </a:cubicBezTo>
                  <a:cubicBezTo>
                    <a:pt x="2453" y="458"/>
                    <a:pt x="2449" y="457"/>
                    <a:pt x="2449" y="460"/>
                  </a:cubicBezTo>
                  <a:cubicBezTo>
                    <a:pt x="2433" y="483"/>
                    <a:pt x="2428" y="490"/>
                    <a:pt x="2423" y="497"/>
                  </a:cubicBezTo>
                  <a:cubicBezTo>
                    <a:pt x="2389" y="557"/>
                    <a:pt x="2380" y="572"/>
                    <a:pt x="2375" y="591"/>
                  </a:cubicBezTo>
                  <a:cubicBezTo>
                    <a:pt x="2388" y="566"/>
                    <a:pt x="2393" y="561"/>
                    <a:pt x="2394" y="554"/>
                  </a:cubicBezTo>
                  <a:cubicBezTo>
                    <a:pt x="2421" y="517"/>
                    <a:pt x="2420" y="511"/>
                    <a:pt x="2423" y="508"/>
                  </a:cubicBezTo>
                  <a:cubicBezTo>
                    <a:pt x="2443" y="487"/>
                    <a:pt x="2443" y="481"/>
                    <a:pt x="2447" y="479"/>
                  </a:cubicBezTo>
                  <a:cubicBezTo>
                    <a:pt x="2477" y="451"/>
                    <a:pt x="2473" y="441"/>
                    <a:pt x="2479" y="440"/>
                  </a:cubicBezTo>
                  <a:cubicBezTo>
                    <a:pt x="2491" y="429"/>
                    <a:pt x="2491" y="423"/>
                    <a:pt x="2495" y="421"/>
                  </a:cubicBezTo>
                  <a:cubicBezTo>
                    <a:pt x="2533" y="381"/>
                    <a:pt x="2531" y="373"/>
                    <a:pt x="2536" y="373"/>
                  </a:cubicBezTo>
                  <a:cubicBezTo>
                    <a:pt x="2542" y="375"/>
                    <a:pt x="2533" y="382"/>
                    <a:pt x="2527" y="392"/>
                  </a:cubicBezTo>
                  <a:cubicBezTo>
                    <a:pt x="2507" y="428"/>
                    <a:pt x="2501" y="430"/>
                    <a:pt x="2499" y="436"/>
                  </a:cubicBezTo>
                  <a:cubicBezTo>
                    <a:pt x="2483" y="460"/>
                    <a:pt x="2475" y="467"/>
                    <a:pt x="2471" y="479"/>
                  </a:cubicBezTo>
                  <a:cubicBezTo>
                    <a:pt x="2444" y="506"/>
                    <a:pt x="2443" y="518"/>
                    <a:pt x="2434" y="523"/>
                  </a:cubicBezTo>
                  <a:cubicBezTo>
                    <a:pt x="2415" y="560"/>
                    <a:pt x="2409" y="568"/>
                    <a:pt x="2403" y="575"/>
                  </a:cubicBezTo>
                  <a:cubicBezTo>
                    <a:pt x="2382" y="632"/>
                    <a:pt x="2382" y="637"/>
                    <a:pt x="2379" y="639"/>
                  </a:cubicBezTo>
                  <a:cubicBezTo>
                    <a:pt x="2369" y="679"/>
                    <a:pt x="2367" y="696"/>
                    <a:pt x="2364" y="713"/>
                  </a:cubicBezTo>
                  <a:cubicBezTo>
                    <a:pt x="2357" y="755"/>
                    <a:pt x="2353" y="757"/>
                    <a:pt x="2359" y="758"/>
                  </a:cubicBezTo>
                  <a:cubicBezTo>
                    <a:pt x="2365" y="714"/>
                    <a:pt x="2371" y="701"/>
                    <a:pt x="2373" y="689"/>
                  </a:cubicBezTo>
                  <a:cubicBezTo>
                    <a:pt x="2390" y="631"/>
                    <a:pt x="2392" y="626"/>
                    <a:pt x="2392" y="619"/>
                  </a:cubicBezTo>
                  <a:cubicBezTo>
                    <a:pt x="2419" y="571"/>
                    <a:pt x="2418" y="562"/>
                    <a:pt x="2423" y="560"/>
                  </a:cubicBezTo>
                  <a:cubicBezTo>
                    <a:pt x="2441" y="526"/>
                    <a:pt x="2448" y="525"/>
                    <a:pt x="2449" y="519"/>
                  </a:cubicBezTo>
                  <a:cubicBezTo>
                    <a:pt x="2482" y="479"/>
                    <a:pt x="2481" y="473"/>
                    <a:pt x="2486" y="473"/>
                  </a:cubicBezTo>
                  <a:cubicBezTo>
                    <a:pt x="2505" y="451"/>
                    <a:pt x="2502" y="443"/>
                    <a:pt x="2508" y="442"/>
                  </a:cubicBezTo>
                  <a:cubicBezTo>
                    <a:pt x="2537" y="393"/>
                    <a:pt x="2543" y="388"/>
                    <a:pt x="2547" y="381"/>
                  </a:cubicBezTo>
                  <a:cubicBezTo>
                    <a:pt x="2577" y="332"/>
                    <a:pt x="2578" y="321"/>
                    <a:pt x="2584" y="316"/>
                  </a:cubicBezTo>
                  <a:cubicBezTo>
                    <a:pt x="2567" y="360"/>
                    <a:pt x="2563" y="362"/>
                    <a:pt x="2560" y="366"/>
                  </a:cubicBezTo>
                  <a:cubicBezTo>
                    <a:pt x="2529" y="421"/>
                    <a:pt x="2528" y="432"/>
                    <a:pt x="2521" y="438"/>
                  </a:cubicBezTo>
                  <a:cubicBezTo>
                    <a:pt x="2490" y="494"/>
                    <a:pt x="2482" y="498"/>
                    <a:pt x="2479" y="508"/>
                  </a:cubicBezTo>
                  <a:cubicBezTo>
                    <a:pt x="2453" y="542"/>
                    <a:pt x="2452" y="548"/>
                    <a:pt x="2449" y="551"/>
                  </a:cubicBezTo>
                  <a:cubicBezTo>
                    <a:pt x="2437" y="564"/>
                    <a:pt x="2436" y="569"/>
                    <a:pt x="2434" y="573"/>
                  </a:cubicBezTo>
                  <a:cubicBezTo>
                    <a:pt x="2414" y="615"/>
                    <a:pt x="2404" y="630"/>
                    <a:pt x="2401" y="652"/>
                  </a:cubicBezTo>
                  <a:cubicBezTo>
                    <a:pt x="2390" y="690"/>
                    <a:pt x="2387" y="700"/>
                    <a:pt x="2386" y="711"/>
                  </a:cubicBezTo>
                  <a:cubicBezTo>
                    <a:pt x="2389" y="745"/>
                    <a:pt x="2385" y="735"/>
                    <a:pt x="2390" y="734"/>
                  </a:cubicBezTo>
                  <a:cubicBezTo>
                    <a:pt x="2395" y="685"/>
                    <a:pt x="2402" y="670"/>
                    <a:pt x="2405" y="649"/>
                  </a:cubicBezTo>
                  <a:cubicBezTo>
                    <a:pt x="2426" y="612"/>
                    <a:pt x="2423" y="603"/>
                    <a:pt x="2427" y="602"/>
                  </a:cubicBezTo>
                  <a:cubicBezTo>
                    <a:pt x="2441" y="569"/>
                    <a:pt x="2451" y="566"/>
                    <a:pt x="2453" y="556"/>
                  </a:cubicBezTo>
                  <a:cubicBezTo>
                    <a:pt x="2477" y="522"/>
                    <a:pt x="2481" y="520"/>
                    <a:pt x="2484" y="516"/>
                  </a:cubicBezTo>
                  <a:cubicBezTo>
                    <a:pt x="2504" y="490"/>
                    <a:pt x="2503" y="486"/>
                    <a:pt x="2506" y="486"/>
                  </a:cubicBezTo>
                  <a:cubicBezTo>
                    <a:pt x="2530" y="444"/>
                    <a:pt x="2531" y="434"/>
                    <a:pt x="2538" y="429"/>
                  </a:cubicBezTo>
                  <a:cubicBezTo>
                    <a:pt x="2564" y="389"/>
                    <a:pt x="2562" y="392"/>
                    <a:pt x="2560" y="397"/>
                  </a:cubicBezTo>
                  <a:cubicBezTo>
                    <a:pt x="2551" y="425"/>
                    <a:pt x="2547" y="432"/>
                    <a:pt x="2547" y="440"/>
                  </a:cubicBezTo>
                  <a:cubicBezTo>
                    <a:pt x="2518" y="479"/>
                    <a:pt x="2513" y="491"/>
                    <a:pt x="2503" y="499"/>
                  </a:cubicBezTo>
                  <a:cubicBezTo>
                    <a:pt x="2482" y="537"/>
                    <a:pt x="2477" y="540"/>
                    <a:pt x="2475" y="547"/>
                  </a:cubicBezTo>
                  <a:cubicBezTo>
                    <a:pt x="2463" y="564"/>
                    <a:pt x="2465" y="570"/>
                    <a:pt x="2462" y="571"/>
                  </a:cubicBezTo>
                  <a:cubicBezTo>
                    <a:pt x="2445" y="602"/>
                    <a:pt x="2443" y="608"/>
                    <a:pt x="2440" y="615"/>
                  </a:cubicBezTo>
                  <a:cubicBezTo>
                    <a:pt x="2423" y="658"/>
                    <a:pt x="2417" y="686"/>
                    <a:pt x="2414" y="717"/>
                  </a:cubicBezTo>
                  <a:cubicBezTo>
                    <a:pt x="2421" y="730"/>
                    <a:pt x="2417" y="715"/>
                    <a:pt x="2423" y="697"/>
                  </a:cubicBezTo>
                  <a:cubicBezTo>
                    <a:pt x="2456" y="595"/>
                    <a:pt x="2461" y="595"/>
                    <a:pt x="2462" y="591"/>
                  </a:cubicBezTo>
                  <a:cubicBezTo>
                    <a:pt x="2484" y="556"/>
                    <a:pt x="2482" y="547"/>
                    <a:pt x="2488" y="547"/>
                  </a:cubicBezTo>
                  <a:cubicBezTo>
                    <a:pt x="2520" y="494"/>
                    <a:pt x="2522" y="491"/>
                    <a:pt x="2523" y="488"/>
                  </a:cubicBezTo>
                  <a:cubicBezTo>
                    <a:pt x="2527" y="499"/>
                    <a:pt x="2518" y="509"/>
                    <a:pt x="2514" y="523"/>
                  </a:cubicBezTo>
                  <a:cubicBezTo>
                    <a:pt x="2485" y="577"/>
                    <a:pt x="2485" y="579"/>
                    <a:pt x="2484" y="582"/>
                  </a:cubicBezTo>
                  <a:cubicBezTo>
                    <a:pt x="2471" y="601"/>
                    <a:pt x="2471" y="608"/>
                    <a:pt x="2466" y="615"/>
                  </a:cubicBezTo>
                  <a:cubicBezTo>
                    <a:pt x="2455" y="667"/>
                    <a:pt x="2457" y="663"/>
                    <a:pt x="2458" y="658"/>
                  </a:cubicBezTo>
                  <a:cubicBezTo>
                    <a:pt x="2494" y="586"/>
                    <a:pt x="2491" y="575"/>
                    <a:pt x="2497" y="573"/>
                  </a:cubicBezTo>
                  <a:cubicBezTo>
                    <a:pt x="2528" y="520"/>
                    <a:pt x="2527" y="511"/>
                    <a:pt x="2532" y="508"/>
                  </a:cubicBezTo>
                  <a:cubicBezTo>
                    <a:pt x="2542" y="479"/>
                    <a:pt x="2547" y="472"/>
                    <a:pt x="2543" y="473"/>
                  </a:cubicBezTo>
                  <a:cubicBezTo>
                    <a:pt x="2533" y="519"/>
                    <a:pt x="2535" y="575"/>
                    <a:pt x="2523" y="617"/>
                  </a:cubicBezTo>
                  <a:cubicBezTo>
                    <a:pt x="2498" y="753"/>
                    <a:pt x="2496" y="760"/>
                    <a:pt x="2495" y="767"/>
                  </a:cubicBezTo>
                  <a:cubicBezTo>
                    <a:pt x="2503" y="765"/>
                    <a:pt x="2508" y="735"/>
                    <a:pt x="2516" y="708"/>
                  </a:cubicBezTo>
                  <a:cubicBezTo>
                    <a:pt x="2543" y="549"/>
                    <a:pt x="2543" y="541"/>
                    <a:pt x="2545" y="536"/>
                  </a:cubicBezTo>
                  <a:cubicBezTo>
                    <a:pt x="2550" y="513"/>
                    <a:pt x="2550" y="516"/>
                    <a:pt x="2551" y="508"/>
                  </a:cubicBezTo>
                  <a:cubicBezTo>
                    <a:pt x="2561" y="468"/>
                    <a:pt x="2557" y="457"/>
                    <a:pt x="2562" y="455"/>
                  </a:cubicBezTo>
                  <a:cubicBezTo>
                    <a:pt x="2564" y="481"/>
                    <a:pt x="2559" y="481"/>
                    <a:pt x="2560" y="486"/>
                  </a:cubicBezTo>
                  <a:cubicBezTo>
                    <a:pt x="2561" y="552"/>
                    <a:pt x="2560" y="561"/>
                    <a:pt x="2562" y="573"/>
                  </a:cubicBezTo>
                  <a:cubicBezTo>
                    <a:pt x="2538" y="696"/>
                    <a:pt x="2542" y="705"/>
                    <a:pt x="2540" y="708"/>
                  </a:cubicBezTo>
                  <a:cubicBezTo>
                    <a:pt x="2522" y="773"/>
                    <a:pt x="2522" y="782"/>
                    <a:pt x="2521" y="789"/>
                  </a:cubicBezTo>
                  <a:cubicBezTo>
                    <a:pt x="2525" y="796"/>
                    <a:pt x="2527" y="777"/>
                    <a:pt x="2534" y="763"/>
                  </a:cubicBezTo>
                  <a:cubicBezTo>
                    <a:pt x="2542" y="733"/>
                    <a:pt x="2538" y="724"/>
                    <a:pt x="2543" y="724"/>
                  </a:cubicBezTo>
                  <a:cubicBezTo>
                    <a:pt x="2557" y="641"/>
                    <a:pt x="2562" y="626"/>
                    <a:pt x="2567" y="610"/>
                  </a:cubicBezTo>
                  <a:cubicBezTo>
                    <a:pt x="2571" y="542"/>
                    <a:pt x="2568" y="518"/>
                    <a:pt x="2569" y="475"/>
                  </a:cubicBezTo>
                  <a:cubicBezTo>
                    <a:pt x="2570" y="422"/>
                    <a:pt x="2575" y="422"/>
                    <a:pt x="2573" y="416"/>
                  </a:cubicBezTo>
                  <a:cubicBezTo>
                    <a:pt x="2576" y="395"/>
                    <a:pt x="2573" y="394"/>
                    <a:pt x="2573" y="394"/>
                  </a:cubicBezTo>
                  <a:cubicBezTo>
                    <a:pt x="2582" y="376"/>
                    <a:pt x="2585" y="391"/>
                    <a:pt x="2584" y="407"/>
                  </a:cubicBezTo>
                  <a:cubicBezTo>
                    <a:pt x="2586" y="485"/>
                    <a:pt x="2588" y="495"/>
                    <a:pt x="2584" y="499"/>
                  </a:cubicBezTo>
                  <a:cubicBezTo>
                    <a:pt x="2587" y="537"/>
                    <a:pt x="2584" y="556"/>
                    <a:pt x="2588" y="569"/>
                  </a:cubicBezTo>
                  <a:cubicBezTo>
                    <a:pt x="2586" y="639"/>
                    <a:pt x="2581" y="653"/>
                    <a:pt x="2582" y="673"/>
                  </a:cubicBezTo>
                  <a:cubicBezTo>
                    <a:pt x="2579" y="709"/>
                    <a:pt x="2585" y="697"/>
                    <a:pt x="2584" y="678"/>
                  </a:cubicBezTo>
                  <a:cubicBezTo>
                    <a:pt x="2591" y="654"/>
                    <a:pt x="2587" y="646"/>
                    <a:pt x="2588" y="643"/>
                  </a:cubicBezTo>
                  <a:cubicBezTo>
                    <a:pt x="2594" y="565"/>
                    <a:pt x="2596" y="549"/>
                    <a:pt x="2595" y="532"/>
                  </a:cubicBezTo>
                  <a:cubicBezTo>
                    <a:pt x="2595" y="477"/>
                    <a:pt x="2594" y="475"/>
                    <a:pt x="2593" y="473"/>
                  </a:cubicBezTo>
                  <a:cubicBezTo>
                    <a:pt x="2593" y="439"/>
                    <a:pt x="2589" y="438"/>
                    <a:pt x="2591" y="431"/>
                  </a:cubicBezTo>
                  <a:cubicBezTo>
                    <a:pt x="2591" y="411"/>
                    <a:pt x="2590" y="406"/>
                    <a:pt x="2593" y="405"/>
                  </a:cubicBezTo>
                  <a:cubicBezTo>
                    <a:pt x="2596" y="421"/>
                    <a:pt x="2599" y="424"/>
                    <a:pt x="2599" y="431"/>
                  </a:cubicBezTo>
                  <a:cubicBezTo>
                    <a:pt x="2607" y="578"/>
                    <a:pt x="2612" y="578"/>
                    <a:pt x="2610" y="584"/>
                  </a:cubicBezTo>
                  <a:cubicBezTo>
                    <a:pt x="2608" y="676"/>
                    <a:pt x="2609" y="683"/>
                    <a:pt x="2608" y="700"/>
                  </a:cubicBezTo>
                  <a:cubicBezTo>
                    <a:pt x="2604" y="727"/>
                    <a:pt x="2608" y="721"/>
                    <a:pt x="2610" y="713"/>
                  </a:cubicBezTo>
                  <a:cubicBezTo>
                    <a:pt x="2617" y="628"/>
                    <a:pt x="2617" y="628"/>
                    <a:pt x="2617" y="628"/>
                  </a:cubicBezTo>
                  <a:cubicBezTo>
                    <a:pt x="2616" y="568"/>
                    <a:pt x="2617" y="567"/>
                    <a:pt x="2615" y="556"/>
                  </a:cubicBezTo>
                  <a:cubicBezTo>
                    <a:pt x="2604" y="402"/>
                    <a:pt x="2602" y="388"/>
                    <a:pt x="2602" y="368"/>
                  </a:cubicBezTo>
                  <a:cubicBezTo>
                    <a:pt x="2601" y="317"/>
                    <a:pt x="2597" y="313"/>
                    <a:pt x="2604" y="312"/>
                  </a:cubicBezTo>
                  <a:cubicBezTo>
                    <a:pt x="2615" y="406"/>
                    <a:pt x="2620" y="408"/>
                    <a:pt x="2619" y="416"/>
                  </a:cubicBezTo>
                  <a:cubicBezTo>
                    <a:pt x="2630" y="567"/>
                    <a:pt x="2630" y="585"/>
                    <a:pt x="2630" y="602"/>
                  </a:cubicBezTo>
                  <a:cubicBezTo>
                    <a:pt x="2627" y="621"/>
                    <a:pt x="2630" y="621"/>
                    <a:pt x="2630" y="621"/>
                  </a:cubicBezTo>
                  <a:cubicBezTo>
                    <a:pt x="2628" y="655"/>
                    <a:pt x="2633" y="654"/>
                    <a:pt x="2632" y="647"/>
                  </a:cubicBezTo>
                  <a:cubicBezTo>
                    <a:pt x="2632" y="609"/>
                    <a:pt x="2641" y="603"/>
                    <a:pt x="2634" y="599"/>
                  </a:cubicBezTo>
                  <a:cubicBezTo>
                    <a:pt x="2622" y="398"/>
                    <a:pt x="2625" y="390"/>
                    <a:pt x="2623" y="386"/>
                  </a:cubicBezTo>
                  <a:cubicBezTo>
                    <a:pt x="2612" y="298"/>
                    <a:pt x="2612" y="298"/>
                    <a:pt x="2612" y="298"/>
                  </a:cubicBezTo>
                  <a:cubicBezTo>
                    <a:pt x="2615" y="234"/>
                    <a:pt x="2616" y="229"/>
                    <a:pt x="2619" y="226"/>
                  </a:cubicBezTo>
                  <a:cubicBezTo>
                    <a:pt x="2627" y="274"/>
                    <a:pt x="2626" y="281"/>
                    <a:pt x="2630" y="283"/>
                  </a:cubicBezTo>
                  <a:cubicBezTo>
                    <a:pt x="2637" y="331"/>
                    <a:pt x="2644" y="346"/>
                    <a:pt x="2647" y="366"/>
                  </a:cubicBezTo>
                  <a:cubicBezTo>
                    <a:pt x="2666" y="436"/>
                    <a:pt x="2662" y="446"/>
                    <a:pt x="2667" y="447"/>
                  </a:cubicBezTo>
                  <a:cubicBezTo>
                    <a:pt x="2676" y="591"/>
                    <a:pt x="2676" y="591"/>
                    <a:pt x="2676" y="591"/>
                  </a:cubicBezTo>
                  <a:cubicBezTo>
                    <a:pt x="2677" y="618"/>
                    <a:pt x="2679" y="615"/>
                    <a:pt x="2680" y="610"/>
                  </a:cubicBezTo>
                  <a:cubicBezTo>
                    <a:pt x="2680" y="558"/>
                    <a:pt x="2679" y="554"/>
                    <a:pt x="2680" y="549"/>
                  </a:cubicBezTo>
                  <a:cubicBezTo>
                    <a:pt x="2674" y="470"/>
                    <a:pt x="2677" y="456"/>
                    <a:pt x="2673" y="449"/>
                  </a:cubicBezTo>
                  <a:cubicBezTo>
                    <a:pt x="2664" y="405"/>
                    <a:pt x="2665" y="398"/>
                    <a:pt x="2665" y="392"/>
                  </a:cubicBezTo>
                  <a:cubicBezTo>
                    <a:pt x="2654" y="345"/>
                    <a:pt x="2647" y="330"/>
                    <a:pt x="2645" y="309"/>
                  </a:cubicBezTo>
                  <a:cubicBezTo>
                    <a:pt x="2628" y="224"/>
                    <a:pt x="2628" y="224"/>
                    <a:pt x="2628" y="224"/>
                  </a:cubicBezTo>
                  <a:cubicBezTo>
                    <a:pt x="2657" y="335"/>
                    <a:pt x="2667" y="357"/>
                    <a:pt x="2673" y="383"/>
                  </a:cubicBezTo>
                  <a:cubicBezTo>
                    <a:pt x="2697" y="482"/>
                    <a:pt x="2689" y="497"/>
                    <a:pt x="2695" y="497"/>
                  </a:cubicBezTo>
                  <a:cubicBezTo>
                    <a:pt x="2693" y="420"/>
                    <a:pt x="2686" y="404"/>
                    <a:pt x="2684" y="383"/>
                  </a:cubicBezTo>
                  <a:cubicBezTo>
                    <a:pt x="2676" y="354"/>
                    <a:pt x="2672" y="345"/>
                    <a:pt x="2669" y="335"/>
                  </a:cubicBezTo>
                  <a:cubicBezTo>
                    <a:pt x="2662" y="314"/>
                    <a:pt x="2662" y="308"/>
                    <a:pt x="2665" y="307"/>
                  </a:cubicBezTo>
                  <a:cubicBezTo>
                    <a:pt x="2684" y="359"/>
                    <a:pt x="2686" y="361"/>
                    <a:pt x="2689" y="362"/>
                  </a:cubicBezTo>
                  <a:cubicBezTo>
                    <a:pt x="2699" y="392"/>
                    <a:pt x="2702" y="397"/>
                    <a:pt x="2704" y="403"/>
                  </a:cubicBezTo>
                  <a:cubicBezTo>
                    <a:pt x="2731" y="478"/>
                    <a:pt x="2734" y="489"/>
                    <a:pt x="2737" y="499"/>
                  </a:cubicBezTo>
                  <a:cubicBezTo>
                    <a:pt x="2745" y="509"/>
                    <a:pt x="2740" y="492"/>
                    <a:pt x="2737" y="473"/>
                  </a:cubicBezTo>
                  <a:cubicBezTo>
                    <a:pt x="2718" y="414"/>
                    <a:pt x="2713" y="407"/>
                    <a:pt x="2711" y="399"/>
                  </a:cubicBezTo>
                  <a:cubicBezTo>
                    <a:pt x="2696" y="368"/>
                    <a:pt x="2695" y="357"/>
                    <a:pt x="2691" y="351"/>
                  </a:cubicBezTo>
                  <a:cubicBezTo>
                    <a:pt x="2673" y="309"/>
                    <a:pt x="2674" y="301"/>
                    <a:pt x="2669" y="298"/>
                  </a:cubicBezTo>
                  <a:cubicBezTo>
                    <a:pt x="2662" y="267"/>
                    <a:pt x="2657" y="256"/>
                    <a:pt x="2654" y="244"/>
                  </a:cubicBezTo>
                  <a:cubicBezTo>
                    <a:pt x="2645" y="223"/>
                    <a:pt x="2648" y="212"/>
                    <a:pt x="2643" y="209"/>
                  </a:cubicBezTo>
                  <a:cubicBezTo>
                    <a:pt x="2640" y="167"/>
                    <a:pt x="2636" y="159"/>
                    <a:pt x="2641" y="159"/>
                  </a:cubicBezTo>
                  <a:cubicBezTo>
                    <a:pt x="2645" y="170"/>
                    <a:pt x="2649" y="172"/>
                    <a:pt x="2647" y="181"/>
                  </a:cubicBezTo>
                  <a:cubicBezTo>
                    <a:pt x="2655" y="202"/>
                    <a:pt x="2657" y="207"/>
                    <a:pt x="2658" y="213"/>
                  </a:cubicBezTo>
                  <a:cubicBezTo>
                    <a:pt x="2682" y="266"/>
                    <a:pt x="2681" y="275"/>
                    <a:pt x="2687" y="277"/>
                  </a:cubicBezTo>
                  <a:cubicBezTo>
                    <a:pt x="2714" y="328"/>
                    <a:pt x="2710" y="330"/>
                    <a:pt x="2715" y="335"/>
                  </a:cubicBezTo>
                  <a:cubicBezTo>
                    <a:pt x="2739" y="387"/>
                    <a:pt x="2739" y="394"/>
                    <a:pt x="2741" y="401"/>
                  </a:cubicBezTo>
                  <a:cubicBezTo>
                    <a:pt x="2753" y="416"/>
                    <a:pt x="2746" y="406"/>
                    <a:pt x="2743" y="390"/>
                  </a:cubicBezTo>
                  <a:cubicBezTo>
                    <a:pt x="2722" y="338"/>
                    <a:pt x="2722" y="333"/>
                    <a:pt x="2719" y="331"/>
                  </a:cubicBezTo>
                  <a:cubicBezTo>
                    <a:pt x="2696" y="283"/>
                    <a:pt x="2692" y="277"/>
                    <a:pt x="2691" y="268"/>
                  </a:cubicBezTo>
                  <a:cubicBezTo>
                    <a:pt x="2656" y="183"/>
                    <a:pt x="2659" y="175"/>
                    <a:pt x="2656" y="174"/>
                  </a:cubicBezTo>
                  <a:cubicBezTo>
                    <a:pt x="2645" y="89"/>
                    <a:pt x="2645" y="89"/>
                    <a:pt x="2645" y="89"/>
                  </a:cubicBezTo>
                  <a:cubicBezTo>
                    <a:pt x="2648" y="83"/>
                    <a:pt x="2651" y="92"/>
                    <a:pt x="2654" y="102"/>
                  </a:cubicBezTo>
                  <a:cubicBezTo>
                    <a:pt x="2666" y="159"/>
                    <a:pt x="2662" y="163"/>
                    <a:pt x="2665" y="170"/>
                  </a:cubicBezTo>
                  <a:cubicBezTo>
                    <a:pt x="2682" y="216"/>
                    <a:pt x="2685" y="223"/>
                    <a:pt x="2689" y="229"/>
                  </a:cubicBezTo>
                  <a:cubicBezTo>
                    <a:pt x="2713" y="277"/>
                    <a:pt x="2715" y="280"/>
                    <a:pt x="2717" y="283"/>
                  </a:cubicBezTo>
                  <a:cubicBezTo>
                    <a:pt x="2734" y="325"/>
                    <a:pt x="2744" y="320"/>
                    <a:pt x="2741" y="327"/>
                  </a:cubicBezTo>
                  <a:cubicBezTo>
                    <a:pt x="2773" y="382"/>
                    <a:pt x="2778" y="396"/>
                    <a:pt x="2785" y="407"/>
                  </a:cubicBezTo>
                  <a:cubicBezTo>
                    <a:pt x="2796" y="434"/>
                    <a:pt x="2795" y="444"/>
                    <a:pt x="2802" y="447"/>
                  </a:cubicBezTo>
                  <a:cubicBezTo>
                    <a:pt x="2789" y="399"/>
                    <a:pt x="2784" y="395"/>
                    <a:pt x="2782" y="388"/>
                  </a:cubicBezTo>
                  <a:cubicBezTo>
                    <a:pt x="2772" y="361"/>
                    <a:pt x="2768" y="356"/>
                    <a:pt x="2765" y="351"/>
                  </a:cubicBezTo>
                  <a:cubicBezTo>
                    <a:pt x="2745" y="309"/>
                    <a:pt x="2738" y="307"/>
                    <a:pt x="2737" y="298"/>
                  </a:cubicBezTo>
                  <a:cubicBezTo>
                    <a:pt x="2713" y="253"/>
                    <a:pt x="2707" y="254"/>
                    <a:pt x="2708" y="248"/>
                  </a:cubicBezTo>
                  <a:cubicBezTo>
                    <a:pt x="2689" y="204"/>
                    <a:pt x="2684" y="200"/>
                    <a:pt x="2684" y="192"/>
                  </a:cubicBezTo>
                  <a:cubicBezTo>
                    <a:pt x="2673" y="167"/>
                    <a:pt x="2673" y="158"/>
                    <a:pt x="2669" y="152"/>
                  </a:cubicBezTo>
                  <a:cubicBezTo>
                    <a:pt x="2657" y="77"/>
                    <a:pt x="2661" y="68"/>
                    <a:pt x="2656" y="67"/>
                  </a:cubicBezTo>
                  <a:cubicBezTo>
                    <a:pt x="2664" y="67"/>
                    <a:pt x="2660" y="69"/>
                    <a:pt x="2660" y="70"/>
                  </a:cubicBezTo>
                  <a:cubicBezTo>
                    <a:pt x="2674" y="116"/>
                    <a:pt x="2681" y="129"/>
                    <a:pt x="2682" y="148"/>
                  </a:cubicBezTo>
                  <a:cubicBezTo>
                    <a:pt x="2694" y="178"/>
                    <a:pt x="2702" y="181"/>
                    <a:pt x="2702" y="192"/>
                  </a:cubicBezTo>
                  <a:cubicBezTo>
                    <a:pt x="2725" y="237"/>
                    <a:pt x="2726" y="241"/>
                    <a:pt x="2726" y="246"/>
                  </a:cubicBezTo>
                  <a:cubicBezTo>
                    <a:pt x="2752" y="278"/>
                    <a:pt x="2754" y="286"/>
                    <a:pt x="2759" y="292"/>
                  </a:cubicBezTo>
                  <a:cubicBezTo>
                    <a:pt x="2772" y="303"/>
                    <a:pt x="2767" y="300"/>
                    <a:pt x="2765" y="294"/>
                  </a:cubicBezTo>
                  <a:cubicBezTo>
                    <a:pt x="2750" y="265"/>
                    <a:pt x="2740" y="258"/>
                    <a:pt x="2737" y="244"/>
                  </a:cubicBezTo>
                  <a:cubicBezTo>
                    <a:pt x="2721" y="219"/>
                    <a:pt x="2723" y="212"/>
                    <a:pt x="2719" y="211"/>
                  </a:cubicBezTo>
                  <a:cubicBezTo>
                    <a:pt x="2694" y="150"/>
                    <a:pt x="2684" y="126"/>
                    <a:pt x="2680" y="96"/>
                  </a:cubicBezTo>
                  <a:cubicBezTo>
                    <a:pt x="2668" y="50"/>
                    <a:pt x="2659" y="45"/>
                    <a:pt x="2665" y="39"/>
                  </a:cubicBezTo>
                  <a:cubicBezTo>
                    <a:pt x="2680" y="70"/>
                    <a:pt x="2682" y="86"/>
                    <a:pt x="2687" y="100"/>
                  </a:cubicBezTo>
                  <a:cubicBezTo>
                    <a:pt x="2711" y="149"/>
                    <a:pt x="2710" y="168"/>
                    <a:pt x="2719" y="176"/>
                  </a:cubicBezTo>
                  <a:cubicBezTo>
                    <a:pt x="2744" y="219"/>
                    <a:pt x="2747" y="228"/>
                    <a:pt x="2750" y="235"/>
                  </a:cubicBezTo>
                  <a:cubicBezTo>
                    <a:pt x="2765" y="266"/>
                    <a:pt x="2774" y="272"/>
                    <a:pt x="2776" y="283"/>
                  </a:cubicBezTo>
                  <a:cubicBezTo>
                    <a:pt x="2786" y="300"/>
                    <a:pt x="2786" y="308"/>
                    <a:pt x="2791" y="309"/>
                  </a:cubicBezTo>
                  <a:cubicBezTo>
                    <a:pt x="2806" y="343"/>
                    <a:pt x="2806" y="350"/>
                    <a:pt x="2811" y="351"/>
                  </a:cubicBezTo>
                  <a:cubicBezTo>
                    <a:pt x="2799" y="318"/>
                    <a:pt x="2799" y="309"/>
                    <a:pt x="2793" y="305"/>
                  </a:cubicBezTo>
                  <a:cubicBezTo>
                    <a:pt x="2780" y="271"/>
                    <a:pt x="2771" y="261"/>
                    <a:pt x="2767" y="246"/>
                  </a:cubicBezTo>
                  <a:cubicBezTo>
                    <a:pt x="2745" y="202"/>
                    <a:pt x="2737" y="201"/>
                    <a:pt x="2737" y="192"/>
                  </a:cubicBezTo>
                  <a:cubicBezTo>
                    <a:pt x="2720" y="162"/>
                    <a:pt x="2720" y="156"/>
                    <a:pt x="2717" y="155"/>
                  </a:cubicBezTo>
                  <a:cubicBezTo>
                    <a:pt x="2689" y="78"/>
                    <a:pt x="2685" y="62"/>
                    <a:pt x="2678" y="50"/>
                  </a:cubicBezTo>
                  <a:cubicBezTo>
                    <a:pt x="2669" y="8"/>
                    <a:pt x="2668" y="4"/>
                    <a:pt x="2667" y="0"/>
                  </a:cubicBezTo>
                  <a:cubicBezTo>
                    <a:pt x="2643" y="26"/>
                    <a:pt x="2634" y="31"/>
                    <a:pt x="2636" y="37"/>
                  </a:cubicBezTo>
                  <a:cubicBezTo>
                    <a:pt x="2621" y="57"/>
                    <a:pt x="2620" y="59"/>
                    <a:pt x="2619" y="61"/>
                  </a:cubicBezTo>
                  <a:cubicBezTo>
                    <a:pt x="2604" y="81"/>
                    <a:pt x="2606" y="87"/>
                    <a:pt x="2604" y="89"/>
                  </a:cubicBezTo>
                  <a:cubicBezTo>
                    <a:pt x="2577" y="128"/>
                    <a:pt x="2568" y="139"/>
                    <a:pt x="2560" y="150"/>
                  </a:cubicBezTo>
                  <a:cubicBezTo>
                    <a:pt x="2542" y="170"/>
                    <a:pt x="2540" y="170"/>
                    <a:pt x="2540" y="174"/>
                  </a:cubicBezTo>
                  <a:cubicBezTo>
                    <a:pt x="2521" y="188"/>
                    <a:pt x="2523" y="196"/>
                    <a:pt x="2516" y="194"/>
                  </a:cubicBezTo>
                  <a:cubicBezTo>
                    <a:pt x="2500" y="217"/>
                    <a:pt x="2490" y="217"/>
                    <a:pt x="2488" y="224"/>
                  </a:cubicBezTo>
                  <a:cubicBezTo>
                    <a:pt x="2447" y="256"/>
                    <a:pt x="2450" y="266"/>
                    <a:pt x="2442" y="266"/>
                  </a:cubicBezTo>
                  <a:cubicBezTo>
                    <a:pt x="2420" y="294"/>
                    <a:pt x="2413" y="295"/>
                    <a:pt x="2410" y="298"/>
                  </a:cubicBezTo>
                  <a:cubicBezTo>
                    <a:pt x="2372" y="341"/>
                    <a:pt x="2367" y="350"/>
                    <a:pt x="2359" y="357"/>
                  </a:cubicBezTo>
                  <a:cubicBezTo>
                    <a:pt x="2337" y="393"/>
                    <a:pt x="2335" y="395"/>
                    <a:pt x="2336" y="399"/>
                  </a:cubicBezTo>
                  <a:cubicBezTo>
                    <a:pt x="2321" y="412"/>
                    <a:pt x="2325" y="424"/>
                    <a:pt x="2320" y="427"/>
                  </a:cubicBezTo>
                  <a:cubicBezTo>
                    <a:pt x="2297" y="465"/>
                    <a:pt x="2291" y="468"/>
                    <a:pt x="2290" y="475"/>
                  </a:cubicBezTo>
                  <a:cubicBezTo>
                    <a:pt x="2269" y="516"/>
                    <a:pt x="2269" y="524"/>
                    <a:pt x="2268" y="532"/>
                  </a:cubicBezTo>
                  <a:close/>
                  <a:moveTo>
                    <a:pt x="2588" y="235"/>
                  </a:moveTo>
                  <a:cubicBezTo>
                    <a:pt x="2585" y="239"/>
                    <a:pt x="2582" y="243"/>
                    <a:pt x="2580" y="248"/>
                  </a:cubicBezTo>
                  <a:cubicBezTo>
                    <a:pt x="2574" y="245"/>
                    <a:pt x="2584" y="240"/>
                    <a:pt x="2584" y="235"/>
                  </a:cubicBezTo>
                  <a:cubicBezTo>
                    <a:pt x="2588" y="232"/>
                    <a:pt x="2589" y="226"/>
                    <a:pt x="2593" y="222"/>
                  </a:cubicBezTo>
                  <a:cubicBezTo>
                    <a:pt x="2599" y="226"/>
                    <a:pt x="2588" y="230"/>
                    <a:pt x="2588" y="235"/>
                  </a:cubicBezTo>
                  <a:close/>
                  <a:moveTo>
                    <a:pt x="2593" y="357"/>
                  </a:moveTo>
                  <a:cubicBezTo>
                    <a:pt x="2591" y="361"/>
                    <a:pt x="2590" y="356"/>
                    <a:pt x="2591" y="353"/>
                  </a:cubicBezTo>
                  <a:cubicBezTo>
                    <a:pt x="2592" y="349"/>
                    <a:pt x="2593" y="354"/>
                    <a:pt x="2593" y="357"/>
                  </a:cubicBezTo>
                  <a:close/>
                  <a:moveTo>
                    <a:pt x="2626" y="146"/>
                  </a:moveTo>
                  <a:cubicBezTo>
                    <a:pt x="2620" y="140"/>
                    <a:pt x="2626" y="128"/>
                    <a:pt x="2628" y="122"/>
                  </a:cubicBezTo>
                  <a:cubicBezTo>
                    <a:pt x="2633" y="127"/>
                    <a:pt x="2623" y="136"/>
                    <a:pt x="2626" y="146"/>
                  </a:cubicBezTo>
                  <a:close/>
                  <a:moveTo>
                    <a:pt x="2630" y="179"/>
                  </a:moveTo>
                  <a:cubicBezTo>
                    <a:pt x="2621" y="176"/>
                    <a:pt x="2630" y="171"/>
                    <a:pt x="2628" y="163"/>
                  </a:cubicBezTo>
                  <a:cubicBezTo>
                    <a:pt x="2633" y="164"/>
                    <a:pt x="2629" y="174"/>
                    <a:pt x="2630" y="179"/>
                  </a:cubicBezTo>
                  <a:close/>
                  <a:moveTo>
                    <a:pt x="2630" y="109"/>
                  </a:moveTo>
                  <a:cubicBezTo>
                    <a:pt x="2620" y="105"/>
                    <a:pt x="2634" y="99"/>
                    <a:pt x="2632" y="89"/>
                  </a:cubicBezTo>
                  <a:cubicBezTo>
                    <a:pt x="2640" y="96"/>
                    <a:pt x="2627" y="99"/>
                    <a:pt x="2630" y="109"/>
                  </a:cubicBezTo>
                  <a:close/>
                  <a:moveTo>
                    <a:pt x="2342" y="394"/>
                  </a:moveTo>
                  <a:cubicBezTo>
                    <a:pt x="2348" y="395"/>
                    <a:pt x="2344" y="386"/>
                    <a:pt x="2349" y="386"/>
                  </a:cubicBezTo>
                  <a:cubicBezTo>
                    <a:pt x="2366" y="361"/>
                    <a:pt x="2367" y="360"/>
                    <a:pt x="2368" y="359"/>
                  </a:cubicBezTo>
                  <a:cubicBezTo>
                    <a:pt x="2392" y="332"/>
                    <a:pt x="2390" y="325"/>
                    <a:pt x="2397" y="327"/>
                  </a:cubicBezTo>
                  <a:cubicBezTo>
                    <a:pt x="2424" y="298"/>
                    <a:pt x="2431" y="295"/>
                    <a:pt x="2434" y="288"/>
                  </a:cubicBezTo>
                  <a:cubicBezTo>
                    <a:pt x="2463" y="259"/>
                    <a:pt x="2471" y="253"/>
                    <a:pt x="2475" y="244"/>
                  </a:cubicBezTo>
                  <a:cubicBezTo>
                    <a:pt x="2495" y="230"/>
                    <a:pt x="2497" y="224"/>
                    <a:pt x="2501" y="220"/>
                  </a:cubicBezTo>
                  <a:cubicBezTo>
                    <a:pt x="2528" y="196"/>
                    <a:pt x="2532" y="195"/>
                    <a:pt x="2534" y="192"/>
                  </a:cubicBezTo>
                  <a:cubicBezTo>
                    <a:pt x="2564" y="150"/>
                    <a:pt x="2578" y="151"/>
                    <a:pt x="2578" y="137"/>
                  </a:cubicBezTo>
                  <a:cubicBezTo>
                    <a:pt x="2621" y="86"/>
                    <a:pt x="2625" y="63"/>
                    <a:pt x="2639" y="50"/>
                  </a:cubicBezTo>
                  <a:cubicBezTo>
                    <a:pt x="2629" y="77"/>
                    <a:pt x="2629" y="85"/>
                    <a:pt x="2623" y="87"/>
                  </a:cubicBezTo>
                  <a:cubicBezTo>
                    <a:pt x="2594" y="142"/>
                    <a:pt x="2594" y="148"/>
                    <a:pt x="2591" y="150"/>
                  </a:cubicBezTo>
                  <a:cubicBezTo>
                    <a:pt x="2563" y="181"/>
                    <a:pt x="2563" y="192"/>
                    <a:pt x="2556" y="196"/>
                  </a:cubicBezTo>
                  <a:cubicBezTo>
                    <a:pt x="2535" y="217"/>
                    <a:pt x="2534" y="226"/>
                    <a:pt x="2525" y="229"/>
                  </a:cubicBezTo>
                  <a:cubicBezTo>
                    <a:pt x="2489" y="268"/>
                    <a:pt x="2486" y="275"/>
                    <a:pt x="2479" y="279"/>
                  </a:cubicBezTo>
                  <a:cubicBezTo>
                    <a:pt x="2461" y="296"/>
                    <a:pt x="2460" y="298"/>
                    <a:pt x="2458" y="298"/>
                  </a:cubicBezTo>
                  <a:cubicBezTo>
                    <a:pt x="2433" y="319"/>
                    <a:pt x="2422" y="329"/>
                    <a:pt x="2410" y="338"/>
                  </a:cubicBezTo>
                  <a:cubicBezTo>
                    <a:pt x="2364" y="378"/>
                    <a:pt x="2362" y="381"/>
                    <a:pt x="2359" y="383"/>
                  </a:cubicBezTo>
                  <a:cubicBezTo>
                    <a:pt x="2343" y="402"/>
                    <a:pt x="2340" y="402"/>
                    <a:pt x="2340" y="405"/>
                  </a:cubicBezTo>
                  <a:close/>
                  <a:moveTo>
                    <a:pt x="2551" y="26"/>
                  </a:moveTo>
                  <a:cubicBezTo>
                    <a:pt x="2533" y="53"/>
                    <a:pt x="2510" y="76"/>
                    <a:pt x="2486" y="98"/>
                  </a:cubicBezTo>
                  <a:cubicBezTo>
                    <a:pt x="2461" y="130"/>
                    <a:pt x="2457" y="132"/>
                    <a:pt x="2458" y="137"/>
                  </a:cubicBezTo>
                  <a:cubicBezTo>
                    <a:pt x="2431" y="164"/>
                    <a:pt x="2432" y="169"/>
                    <a:pt x="2427" y="170"/>
                  </a:cubicBezTo>
                  <a:cubicBezTo>
                    <a:pt x="2418" y="183"/>
                    <a:pt x="2416" y="187"/>
                    <a:pt x="2414" y="189"/>
                  </a:cubicBezTo>
                  <a:cubicBezTo>
                    <a:pt x="2423" y="184"/>
                    <a:pt x="2425" y="180"/>
                    <a:pt x="2429" y="176"/>
                  </a:cubicBezTo>
                  <a:cubicBezTo>
                    <a:pt x="2474" y="129"/>
                    <a:pt x="2477" y="124"/>
                    <a:pt x="2479" y="120"/>
                  </a:cubicBezTo>
                  <a:cubicBezTo>
                    <a:pt x="2498" y="104"/>
                    <a:pt x="2496" y="99"/>
                    <a:pt x="2501" y="100"/>
                  </a:cubicBezTo>
                  <a:cubicBezTo>
                    <a:pt x="2535" y="65"/>
                    <a:pt x="2534" y="60"/>
                    <a:pt x="2536" y="59"/>
                  </a:cubicBezTo>
                  <a:cubicBezTo>
                    <a:pt x="2555" y="30"/>
                    <a:pt x="2566" y="27"/>
                    <a:pt x="2569" y="15"/>
                  </a:cubicBezTo>
                  <a:cubicBezTo>
                    <a:pt x="2583" y="5"/>
                    <a:pt x="2583" y="3"/>
                    <a:pt x="2583" y="0"/>
                  </a:cubicBezTo>
                  <a:cubicBezTo>
                    <a:pt x="2563" y="8"/>
                    <a:pt x="2563" y="14"/>
                    <a:pt x="2560" y="17"/>
                  </a:cubicBezTo>
                  <a:close/>
                  <a:moveTo>
                    <a:pt x="2711" y="37"/>
                  </a:moveTo>
                  <a:cubicBezTo>
                    <a:pt x="2717" y="39"/>
                    <a:pt x="2715" y="48"/>
                    <a:pt x="2719" y="52"/>
                  </a:cubicBezTo>
                  <a:cubicBezTo>
                    <a:pt x="2743" y="115"/>
                    <a:pt x="2751" y="115"/>
                    <a:pt x="2750" y="124"/>
                  </a:cubicBezTo>
                  <a:cubicBezTo>
                    <a:pt x="2761" y="147"/>
                    <a:pt x="2765" y="152"/>
                    <a:pt x="2767" y="159"/>
                  </a:cubicBezTo>
                  <a:cubicBezTo>
                    <a:pt x="2777" y="183"/>
                    <a:pt x="2781" y="188"/>
                    <a:pt x="2782" y="194"/>
                  </a:cubicBezTo>
                  <a:cubicBezTo>
                    <a:pt x="2806" y="231"/>
                    <a:pt x="2811" y="235"/>
                    <a:pt x="2813" y="242"/>
                  </a:cubicBezTo>
                  <a:cubicBezTo>
                    <a:pt x="2858" y="290"/>
                    <a:pt x="2848" y="290"/>
                    <a:pt x="2848" y="281"/>
                  </a:cubicBezTo>
                  <a:cubicBezTo>
                    <a:pt x="2826" y="242"/>
                    <a:pt x="2820" y="244"/>
                    <a:pt x="2820" y="240"/>
                  </a:cubicBezTo>
                  <a:cubicBezTo>
                    <a:pt x="2804" y="222"/>
                    <a:pt x="2807" y="214"/>
                    <a:pt x="2802" y="213"/>
                  </a:cubicBezTo>
                  <a:cubicBezTo>
                    <a:pt x="2789" y="193"/>
                    <a:pt x="2789" y="184"/>
                    <a:pt x="2785" y="179"/>
                  </a:cubicBezTo>
                  <a:cubicBezTo>
                    <a:pt x="2773" y="147"/>
                    <a:pt x="2767" y="140"/>
                    <a:pt x="2763" y="131"/>
                  </a:cubicBezTo>
                  <a:cubicBezTo>
                    <a:pt x="2742" y="83"/>
                    <a:pt x="2732" y="64"/>
                    <a:pt x="2726" y="43"/>
                  </a:cubicBezTo>
                  <a:cubicBezTo>
                    <a:pt x="2714" y="8"/>
                    <a:pt x="2713" y="4"/>
                    <a:pt x="2712" y="0"/>
                  </a:cubicBezTo>
                  <a:cubicBezTo>
                    <a:pt x="2707" y="23"/>
                    <a:pt x="2712" y="27"/>
                    <a:pt x="2711" y="37"/>
                  </a:cubicBezTo>
                  <a:close/>
                  <a:moveTo>
                    <a:pt x="1591" y="997"/>
                  </a:moveTo>
                  <a:cubicBezTo>
                    <a:pt x="1591" y="991"/>
                    <a:pt x="1595" y="988"/>
                    <a:pt x="1595" y="981"/>
                  </a:cubicBezTo>
                  <a:cubicBezTo>
                    <a:pt x="1610" y="933"/>
                    <a:pt x="1607" y="925"/>
                    <a:pt x="1613" y="923"/>
                  </a:cubicBezTo>
                  <a:cubicBezTo>
                    <a:pt x="1626" y="868"/>
                    <a:pt x="1627" y="859"/>
                    <a:pt x="1631" y="853"/>
                  </a:cubicBezTo>
                  <a:cubicBezTo>
                    <a:pt x="1644" y="801"/>
                    <a:pt x="1644" y="793"/>
                    <a:pt x="1648" y="788"/>
                  </a:cubicBezTo>
                  <a:cubicBezTo>
                    <a:pt x="1660" y="736"/>
                    <a:pt x="1667" y="729"/>
                    <a:pt x="1669" y="720"/>
                  </a:cubicBezTo>
                  <a:cubicBezTo>
                    <a:pt x="1682" y="706"/>
                    <a:pt x="1681" y="700"/>
                    <a:pt x="1683" y="695"/>
                  </a:cubicBezTo>
                  <a:cubicBezTo>
                    <a:pt x="1695" y="675"/>
                    <a:pt x="1697" y="672"/>
                    <a:pt x="1699" y="674"/>
                  </a:cubicBezTo>
                  <a:cubicBezTo>
                    <a:pt x="1672" y="737"/>
                    <a:pt x="1676" y="744"/>
                    <a:pt x="1672" y="746"/>
                  </a:cubicBezTo>
                  <a:cubicBezTo>
                    <a:pt x="1661" y="790"/>
                    <a:pt x="1663" y="793"/>
                    <a:pt x="1661" y="794"/>
                  </a:cubicBezTo>
                  <a:cubicBezTo>
                    <a:pt x="1657" y="822"/>
                    <a:pt x="1655" y="826"/>
                    <a:pt x="1654" y="831"/>
                  </a:cubicBezTo>
                  <a:cubicBezTo>
                    <a:pt x="1651" y="853"/>
                    <a:pt x="1648" y="857"/>
                    <a:pt x="1649" y="863"/>
                  </a:cubicBezTo>
                  <a:cubicBezTo>
                    <a:pt x="1637" y="927"/>
                    <a:pt x="1636" y="933"/>
                    <a:pt x="1636" y="941"/>
                  </a:cubicBezTo>
                  <a:cubicBezTo>
                    <a:pt x="1629" y="975"/>
                    <a:pt x="1623" y="975"/>
                    <a:pt x="1625" y="980"/>
                  </a:cubicBezTo>
                  <a:cubicBezTo>
                    <a:pt x="1614" y="1012"/>
                    <a:pt x="1607" y="1023"/>
                    <a:pt x="1602" y="1035"/>
                  </a:cubicBezTo>
                  <a:cubicBezTo>
                    <a:pt x="1621" y="1005"/>
                    <a:pt x="1625" y="1005"/>
                    <a:pt x="1625" y="1002"/>
                  </a:cubicBezTo>
                  <a:cubicBezTo>
                    <a:pt x="1636" y="972"/>
                    <a:pt x="1636" y="964"/>
                    <a:pt x="1642" y="960"/>
                  </a:cubicBezTo>
                  <a:cubicBezTo>
                    <a:pt x="1649" y="910"/>
                    <a:pt x="1647" y="901"/>
                    <a:pt x="1653" y="898"/>
                  </a:cubicBezTo>
                  <a:cubicBezTo>
                    <a:pt x="1658" y="861"/>
                    <a:pt x="1659" y="845"/>
                    <a:pt x="1663" y="832"/>
                  </a:cubicBezTo>
                  <a:cubicBezTo>
                    <a:pt x="1674" y="785"/>
                    <a:pt x="1673" y="775"/>
                    <a:pt x="1676" y="769"/>
                  </a:cubicBezTo>
                  <a:cubicBezTo>
                    <a:pt x="1698" y="710"/>
                    <a:pt x="1694" y="703"/>
                    <a:pt x="1697" y="701"/>
                  </a:cubicBezTo>
                  <a:cubicBezTo>
                    <a:pt x="1721" y="660"/>
                    <a:pt x="1728" y="644"/>
                    <a:pt x="1737" y="630"/>
                  </a:cubicBezTo>
                  <a:cubicBezTo>
                    <a:pt x="1757" y="606"/>
                    <a:pt x="1761" y="604"/>
                    <a:pt x="1766" y="603"/>
                  </a:cubicBezTo>
                  <a:cubicBezTo>
                    <a:pt x="1773" y="599"/>
                    <a:pt x="1768" y="600"/>
                    <a:pt x="1766" y="603"/>
                  </a:cubicBezTo>
                  <a:cubicBezTo>
                    <a:pt x="1749" y="626"/>
                    <a:pt x="1750" y="632"/>
                    <a:pt x="1747" y="635"/>
                  </a:cubicBezTo>
                  <a:cubicBezTo>
                    <a:pt x="1719" y="686"/>
                    <a:pt x="1715" y="692"/>
                    <a:pt x="1712" y="701"/>
                  </a:cubicBezTo>
                  <a:cubicBezTo>
                    <a:pt x="1692" y="757"/>
                    <a:pt x="1692" y="767"/>
                    <a:pt x="1685" y="772"/>
                  </a:cubicBezTo>
                  <a:cubicBezTo>
                    <a:pt x="1669" y="830"/>
                    <a:pt x="1673" y="839"/>
                    <a:pt x="1667" y="842"/>
                  </a:cubicBezTo>
                  <a:cubicBezTo>
                    <a:pt x="1665" y="865"/>
                    <a:pt x="1664" y="870"/>
                    <a:pt x="1662" y="876"/>
                  </a:cubicBezTo>
                  <a:cubicBezTo>
                    <a:pt x="1650" y="927"/>
                    <a:pt x="1654" y="945"/>
                    <a:pt x="1645" y="954"/>
                  </a:cubicBezTo>
                  <a:cubicBezTo>
                    <a:pt x="1621" y="1043"/>
                    <a:pt x="1613" y="1046"/>
                    <a:pt x="1615" y="1055"/>
                  </a:cubicBezTo>
                  <a:cubicBezTo>
                    <a:pt x="1614" y="1060"/>
                    <a:pt x="1622" y="1054"/>
                    <a:pt x="1623" y="1043"/>
                  </a:cubicBezTo>
                  <a:cubicBezTo>
                    <a:pt x="1639" y="1006"/>
                    <a:pt x="1641" y="995"/>
                    <a:pt x="1647" y="987"/>
                  </a:cubicBezTo>
                  <a:cubicBezTo>
                    <a:pt x="1662" y="913"/>
                    <a:pt x="1670" y="906"/>
                    <a:pt x="1670" y="895"/>
                  </a:cubicBezTo>
                  <a:cubicBezTo>
                    <a:pt x="1687" y="827"/>
                    <a:pt x="1683" y="818"/>
                    <a:pt x="1686" y="814"/>
                  </a:cubicBezTo>
                  <a:cubicBezTo>
                    <a:pt x="1693" y="775"/>
                    <a:pt x="1702" y="773"/>
                    <a:pt x="1700" y="765"/>
                  </a:cubicBezTo>
                  <a:cubicBezTo>
                    <a:pt x="1730" y="692"/>
                    <a:pt x="1734" y="679"/>
                    <a:pt x="1740" y="667"/>
                  </a:cubicBezTo>
                  <a:cubicBezTo>
                    <a:pt x="1764" y="633"/>
                    <a:pt x="1761" y="628"/>
                    <a:pt x="1763" y="625"/>
                  </a:cubicBezTo>
                  <a:cubicBezTo>
                    <a:pt x="1784" y="596"/>
                    <a:pt x="1791" y="593"/>
                    <a:pt x="1794" y="586"/>
                  </a:cubicBezTo>
                  <a:cubicBezTo>
                    <a:pt x="1808" y="577"/>
                    <a:pt x="1808" y="574"/>
                    <a:pt x="1810" y="577"/>
                  </a:cubicBezTo>
                  <a:cubicBezTo>
                    <a:pt x="1785" y="618"/>
                    <a:pt x="1779" y="621"/>
                    <a:pt x="1779" y="629"/>
                  </a:cubicBezTo>
                  <a:cubicBezTo>
                    <a:pt x="1757" y="666"/>
                    <a:pt x="1756" y="673"/>
                    <a:pt x="1753" y="678"/>
                  </a:cubicBezTo>
                  <a:cubicBezTo>
                    <a:pt x="1723" y="756"/>
                    <a:pt x="1719" y="768"/>
                    <a:pt x="1716" y="771"/>
                  </a:cubicBezTo>
                  <a:cubicBezTo>
                    <a:pt x="1713" y="784"/>
                    <a:pt x="1716" y="785"/>
                    <a:pt x="1716" y="784"/>
                  </a:cubicBezTo>
                  <a:cubicBezTo>
                    <a:pt x="1703" y="818"/>
                    <a:pt x="1705" y="829"/>
                    <a:pt x="1701" y="836"/>
                  </a:cubicBezTo>
                  <a:cubicBezTo>
                    <a:pt x="1672" y="934"/>
                    <a:pt x="1666" y="939"/>
                    <a:pt x="1666" y="948"/>
                  </a:cubicBezTo>
                  <a:cubicBezTo>
                    <a:pt x="1656" y="964"/>
                    <a:pt x="1657" y="966"/>
                    <a:pt x="1660" y="965"/>
                  </a:cubicBezTo>
                  <a:cubicBezTo>
                    <a:pt x="1681" y="933"/>
                    <a:pt x="1686" y="932"/>
                    <a:pt x="1689" y="929"/>
                  </a:cubicBezTo>
                  <a:cubicBezTo>
                    <a:pt x="1692" y="929"/>
                    <a:pt x="1697" y="930"/>
                    <a:pt x="1695" y="925"/>
                  </a:cubicBezTo>
                  <a:cubicBezTo>
                    <a:pt x="1725" y="892"/>
                    <a:pt x="1733" y="888"/>
                    <a:pt x="1736" y="880"/>
                  </a:cubicBezTo>
                  <a:cubicBezTo>
                    <a:pt x="1782" y="818"/>
                    <a:pt x="1791" y="814"/>
                    <a:pt x="1796" y="808"/>
                  </a:cubicBezTo>
                  <a:cubicBezTo>
                    <a:pt x="1839" y="758"/>
                    <a:pt x="1838" y="752"/>
                    <a:pt x="1841" y="749"/>
                  </a:cubicBezTo>
                  <a:cubicBezTo>
                    <a:pt x="1855" y="724"/>
                    <a:pt x="1858" y="721"/>
                    <a:pt x="1859" y="716"/>
                  </a:cubicBezTo>
                  <a:cubicBezTo>
                    <a:pt x="1868" y="703"/>
                    <a:pt x="1872" y="700"/>
                    <a:pt x="1871" y="694"/>
                  </a:cubicBezTo>
                  <a:cubicBezTo>
                    <a:pt x="1887" y="668"/>
                    <a:pt x="1889" y="664"/>
                    <a:pt x="1891" y="660"/>
                  </a:cubicBezTo>
                  <a:cubicBezTo>
                    <a:pt x="1907" y="625"/>
                    <a:pt x="1908" y="623"/>
                    <a:pt x="1909" y="621"/>
                  </a:cubicBezTo>
                  <a:cubicBezTo>
                    <a:pt x="1919" y="591"/>
                    <a:pt x="1927" y="591"/>
                    <a:pt x="1924" y="583"/>
                  </a:cubicBezTo>
                  <a:cubicBezTo>
                    <a:pt x="1943" y="565"/>
                    <a:pt x="1936" y="556"/>
                    <a:pt x="1944" y="557"/>
                  </a:cubicBezTo>
                  <a:cubicBezTo>
                    <a:pt x="1961" y="515"/>
                    <a:pt x="1963" y="513"/>
                    <a:pt x="1964" y="509"/>
                  </a:cubicBezTo>
                  <a:cubicBezTo>
                    <a:pt x="1974" y="496"/>
                    <a:pt x="1971" y="486"/>
                    <a:pt x="1979" y="484"/>
                  </a:cubicBezTo>
                  <a:cubicBezTo>
                    <a:pt x="1987" y="478"/>
                    <a:pt x="1983" y="488"/>
                    <a:pt x="1982" y="499"/>
                  </a:cubicBezTo>
                  <a:cubicBezTo>
                    <a:pt x="1984" y="525"/>
                    <a:pt x="1985" y="528"/>
                    <a:pt x="1985" y="532"/>
                  </a:cubicBezTo>
                  <a:cubicBezTo>
                    <a:pt x="1992" y="482"/>
                    <a:pt x="1998" y="479"/>
                    <a:pt x="1997" y="470"/>
                  </a:cubicBezTo>
                  <a:cubicBezTo>
                    <a:pt x="2016" y="476"/>
                    <a:pt x="2011" y="464"/>
                    <a:pt x="2014" y="458"/>
                  </a:cubicBezTo>
                  <a:cubicBezTo>
                    <a:pt x="2023" y="444"/>
                    <a:pt x="2017" y="446"/>
                    <a:pt x="2020" y="455"/>
                  </a:cubicBezTo>
                  <a:cubicBezTo>
                    <a:pt x="2028" y="470"/>
                    <a:pt x="2025" y="476"/>
                    <a:pt x="2029" y="478"/>
                  </a:cubicBezTo>
                  <a:cubicBezTo>
                    <a:pt x="2037" y="428"/>
                    <a:pt x="2041" y="425"/>
                    <a:pt x="2040" y="418"/>
                  </a:cubicBezTo>
                  <a:cubicBezTo>
                    <a:pt x="2053" y="391"/>
                    <a:pt x="2065" y="395"/>
                    <a:pt x="2061" y="388"/>
                  </a:cubicBezTo>
                  <a:cubicBezTo>
                    <a:pt x="2076" y="361"/>
                    <a:pt x="2072" y="363"/>
                    <a:pt x="2071" y="357"/>
                  </a:cubicBezTo>
                  <a:cubicBezTo>
                    <a:pt x="2019" y="368"/>
                    <a:pt x="2016" y="366"/>
                    <a:pt x="2013" y="365"/>
                  </a:cubicBezTo>
                  <a:cubicBezTo>
                    <a:pt x="1985" y="336"/>
                    <a:pt x="1974" y="340"/>
                    <a:pt x="1973" y="328"/>
                  </a:cubicBezTo>
                  <a:cubicBezTo>
                    <a:pt x="1978" y="346"/>
                    <a:pt x="1981" y="350"/>
                    <a:pt x="1985" y="355"/>
                  </a:cubicBezTo>
                  <a:cubicBezTo>
                    <a:pt x="2009" y="380"/>
                    <a:pt x="2013" y="383"/>
                    <a:pt x="2017" y="387"/>
                  </a:cubicBezTo>
                  <a:cubicBezTo>
                    <a:pt x="1983" y="404"/>
                    <a:pt x="1984" y="398"/>
                    <a:pt x="1979" y="400"/>
                  </a:cubicBezTo>
                  <a:cubicBezTo>
                    <a:pt x="1942" y="400"/>
                    <a:pt x="1943" y="392"/>
                    <a:pt x="1936" y="395"/>
                  </a:cubicBezTo>
                  <a:cubicBezTo>
                    <a:pt x="1910" y="389"/>
                    <a:pt x="1906" y="388"/>
                    <a:pt x="1904" y="385"/>
                  </a:cubicBezTo>
                  <a:cubicBezTo>
                    <a:pt x="1835" y="360"/>
                    <a:pt x="1828" y="358"/>
                    <a:pt x="1823" y="353"/>
                  </a:cubicBezTo>
                  <a:cubicBezTo>
                    <a:pt x="1774" y="332"/>
                    <a:pt x="1774" y="325"/>
                    <a:pt x="1769" y="325"/>
                  </a:cubicBezTo>
                  <a:cubicBezTo>
                    <a:pt x="1728" y="306"/>
                    <a:pt x="1722" y="307"/>
                    <a:pt x="1719" y="305"/>
                  </a:cubicBezTo>
                  <a:cubicBezTo>
                    <a:pt x="1684" y="287"/>
                    <a:pt x="1676" y="287"/>
                    <a:pt x="1670" y="283"/>
                  </a:cubicBezTo>
                  <a:cubicBezTo>
                    <a:pt x="1616" y="276"/>
                    <a:pt x="1604" y="277"/>
                    <a:pt x="1592" y="277"/>
                  </a:cubicBezTo>
                  <a:cubicBezTo>
                    <a:pt x="1594" y="280"/>
                    <a:pt x="1613" y="284"/>
                    <a:pt x="1635" y="283"/>
                  </a:cubicBezTo>
                  <a:cubicBezTo>
                    <a:pt x="1657" y="292"/>
                    <a:pt x="1663" y="288"/>
                    <a:pt x="1665" y="291"/>
                  </a:cubicBezTo>
                  <a:cubicBezTo>
                    <a:pt x="1741" y="318"/>
                    <a:pt x="1767" y="337"/>
                    <a:pt x="1797" y="349"/>
                  </a:cubicBezTo>
                  <a:cubicBezTo>
                    <a:pt x="1813" y="360"/>
                    <a:pt x="1814" y="361"/>
                    <a:pt x="1816" y="363"/>
                  </a:cubicBezTo>
                  <a:cubicBezTo>
                    <a:pt x="1887" y="388"/>
                    <a:pt x="1889" y="392"/>
                    <a:pt x="1892" y="394"/>
                  </a:cubicBezTo>
                  <a:cubicBezTo>
                    <a:pt x="1944" y="403"/>
                    <a:pt x="1955" y="411"/>
                    <a:pt x="1970" y="411"/>
                  </a:cubicBezTo>
                  <a:cubicBezTo>
                    <a:pt x="2004" y="413"/>
                    <a:pt x="2006" y="413"/>
                    <a:pt x="2008" y="413"/>
                  </a:cubicBezTo>
                  <a:cubicBezTo>
                    <a:pt x="2000" y="416"/>
                    <a:pt x="1998" y="418"/>
                    <a:pt x="1996" y="419"/>
                  </a:cubicBezTo>
                  <a:cubicBezTo>
                    <a:pt x="1935" y="417"/>
                    <a:pt x="1925" y="412"/>
                    <a:pt x="1914" y="407"/>
                  </a:cubicBezTo>
                  <a:cubicBezTo>
                    <a:pt x="1886" y="400"/>
                    <a:pt x="1868" y="398"/>
                    <a:pt x="1856" y="389"/>
                  </a:cubicBezTo>
                  <a:cubicBezTo>
                    <a:pt x="1831" y="377"/>
                    <a:pt x="1825" y="378"/>
                    <a:pt x="1822" y="375"/>
                  </a:cubicBezTo>
                  <a:cubicBezTo>
                    <a:pt x="1787" y="357"/>
                    <a:pt x="1782" y="358"/>
                    <a:pt x="1779" y="357"/>
                  </a:cubicBezTo>
                  <a:cubicBezTo>
                    <a:pt x="1762" y="352"/>
                    <a:pt x="1764" y="344"/>
                    <a:pt x="1757" y="347"/>
                  </a:cubicBezTo>
                  <a:cubicBezTo>
                    <a:pt x="1743" y="338"/>
                    <a:pt x="1738" y="339"/>
                    <a:pt x="1735" y="336"/>
                  </a:cubicBezTo>
                  <a:cubicBezTo>
                    <a:pt x="1708" y="326"/>
                    <a:pt x="1693" y="321"/>
                    <a:pt x="1678" y="315"/>
                  </a:cubicBezTo>
                  <a:cubicBezTo>
                    <a:pt x="1644" y="309"/>
                    <a:pt x="1637" y="305"/>
                    <a:pt x="1628" y="304"/>
                  </a:cubicBezTo>
                  <a:cubicBezTo>
                    <a:pt x="1587" y="293"/>
                    <a:pt x="1579" y="297"/>
                    <a:pt x="1577" y="293"/>
                  </a:cubicBezTo>
                  <a:cubicBezTo>
                    <a:pt x="1478" y="297"/>
                    <a:pt x="1469" y="299"/>
                    <a:pt x="1454" y="298"/>
                  </a:cubicBezTo>
                  <a:cubicBezTo>
                    <a:pt x="1420" y="304"/>
                    <a:pt x="1411" y="305"/>
                    <a:pt x="1400" y="307"/>
                  </a:cubicBezTo>
                  <a:cubicBezTo>
                    <a:pt x="1397" y="310"/>
                    <a:pt x="1420" y="310"/>
                    <a:pt x="1444" y="308"/>
                  </a:cubicBezTo>
                  <a:cubicBezTo>
                    <a:pt x="1478" y="310"/>
                    <a:pt x="1483" y="317"/>
                    <a:pt x="1494" y="313"/>
                  </a:cubicBezTo>
                  <a:cubicBezTo>
                    <a:pt x="1547" y="330"/>
                    <a:pt x="1550" y="333"/>
                    <a:pt x="1555" y="333"/>
                  </a:cubicBezTo>
                  <a:cubicBezTo>
                    <a:pt x="1582" y="345"/>
                    <a:pt x="1585" y="347"/>
                    <a:pt x="1589" y="349"/>
                  </a:cubicBezTo>
                  <a:cubicBezTo>
                    <a:pt x="1616" y="360"/>
                    <a:pt x="1616" y="367"/>
                    <a:pt x="1623" y="365"/>
                  </a:cubicBezTo>
                  <a:cubicBezTo>
                    <a:pt x="1648" y="381"/>
                    <a:pt x="1665" y="385"/>
                    <a:pt x="1678" y="397"/>
                  </a:cubicBezTo>
                  <a:cubicBezTo>
                    <a:pt x="1726" y="414"/>
                    <a:pt x="1728" y="418"/>
                    <a:pt x="1731" y="421"/>
                  </a:cubicBezTo>
                  <a:cubicBezTo>
                    <a:pt x="1755" y="430"/>
                    <a:pt x="1759" y="430"/>
                    <a:pt x="1762" y="433"/>
                  </a:cubicBezTo>
                  <a:cubicBezTo>
                    <a:pt x="1807" y="456"/>
                    <a:pt x="1816" y="455"/>
                    <a:pt x="1822" y="460"/>
                  </a:cubicBezTo>
                  <a:cubicBezTo>
                    <a:pt x="1852" y="468"/>
                    <a:pt x="1860" y="470"/>
                    <a:pt x="1866" y="474"/>
                  </a:cubicBezTo>
                  <a:cubicBezTo>
                    <a:pt x="1905" y="475"/>
                    <a:pt x="1910" y="476"/>
                    <a:pt x="1914" y="478"/>
                  </a:cubicBezTo>
                  <a:cubicBezTo>
                    <a:pt x="1913" y="492"/>
                    <a:pt x="1911" y="496"/>
                    <a:pt x="1904" y="498"/>
                  </a:cubicBezTo>
                  <a:cubicBezTo>
                    <a:pt x="1850" y="489"/>
                    <a:pt x="1841" y="492"/>
                    <a:pt x="1834" y="491"/>
                  </a:cubicBezTo>
                  <a:cubicBezTo>
                    <a:pt x="1794" y="478"/>
                    <a:pt x="1788" y="478"/>
                    <a:pt x="1784" y="473"/>
                  </a:cubicBezTo>
                  <a:cubicBezTo>
                    <a:pt x="1745" y="457"/>
                    <a:pt x="1727" y="442"/>
                    <a:pt x="1702" y="437"/>
                  </a:cubicBezTo>
                  <a:cubicBezTo>
                    <a:pt x="1656" y="409"/>
                    <a:pt x="1651" y="403"/>
                    <a:pt x="1643" y="401"/>
                  </a:cubicBezTo>
                  <a:cubicBezTo>
                    <a:pt x="1610" y="385"/>
                    <a:pt x="1611" y="381"/>
                    <a:pt x="1608" y="381"/>
                  </a:cubicBezTo>
                  <a:cubicBezTo>
                    <a:pt x="1598" y="373"/>
                    <a:pt x="1594" y="374"/>
                    <a:pt x="1593" y="372"/>
                  </a:cubicBezTo>
                  <a:cubicBezTo>
                    <a:pt x="1555" y="351"/>
                    <a:pt x="1543" y="353"/>
                    <a:pt x="1540" y="344"/>
                  </a:cubicBezTo>
                  <a:cubicBezTo>
                    <a:pt x="1506" y="339"/>
                    <a:pt x="1502" y="331"/>
                    <a:pt x="1493" y="331"/>
                  </a:cubicBezTo>
                  <a:cubicBezTo>
                    <a:pt x="1454" y="318"/>
                    <a:pt x="1445" y="322"/>
                    <a:pt x="1444" y="317"/>
                  </a:cubicBezTo>
                  <a:cubicBezTo>
                    <a:pt x="1411" y="318"/>
                    <a:pt x="1405" y="311"/>
                    <a:pt x="1404" y="318"/>
                  </a:cubicBezTo>
                  <a:cubicBezTo>
                    <a:pt x="1460" y="329"/>
                    <a:pt x="1466" y="329"/>
                    <a:pt x="1473" y="330"/>
                  </a:cubicBezTo>
                  <a:cubicBezTo>
                    <a:pt x="1513" y="345"/>
                    <a:pt x="1524" y="347"/>
                    <a:pt x="1533" y="354"/>
                  </a:cubicBezTo>
                  <a:cubicBezTo>
                    <a:pt x="1571" y="372"/>
                    <a:pt x="1574" y="372"/>
                    <a:pt x="1576" y="373"/>
                  </a:cubicBezTo>
                  <a:cubicBezTo>
                    <a:pt x="1626" y="404"/>
                    <a:pt x="1639" y="404"/>
                    <a:pt x="1645" y="414"/>
                  </a:cubicBezTo>
                  <a:cubicBezTo>
                    <a:pt x="1705" y="444"/>
                    <a:pt x="1706" y="446"/>
                    <a:pt x="1709" y="447"/>
                  </a:cubicBezTo>
                  <a:cubicBezTo>
                    <a:pt x="1733" y="461"/>
                    <a:pt x="1738" y="463"/>
                    <a:pt x="1745" y="462"/>
                  </a:cubicBezTo>
                  <a:cubicBezTo>
                    <a:pt x="1768" y="476"/>
                    <a:pt x="1770" y="478"/>
                    <a:pt x="1774" y="477"/>
                  </a:cubicBezTo>
                  <a:cubicBezTo>
                    <a:pt x="1806" y="494"/>
                    <a:pt x="1815" y="492"/>
                    <a:pt x="1819" y="495"/>
                  </a:cubicBezTo>
                  <a:cubicBezTo>
                    <a:pt x="1873" y="511"/>
                    <a:pt x="1884" y="506"/>
                    <a:pt x="1888" y="510"/>
                  </a:cubicBezTo>
                  <a:cubicBezTo>
                    <a:pt x="1869" y="516"/>
                    <a:pt x="1866" y="515"/>
                    <a:pt x="1863" y="514"/>
                  </a:cubicBezTo>
                  <a:cubicBezTo>
                    <a:pt x="1835" y="516"/>
                    <a:pt x="1831" y="512"/>
                    <a:pt x="1825" y="512"/>
                  </a:cubicBezTo>
                  <a:cubicBezTo>
                    <a:pt x="1781" y="495"/>
                    <a:pt x="1779" y="493"/>
                    <a:pt x="1775" y="495"/>
                  </a:cubicBezTo>
                  <a:cubicBezTo>
                    <a:pt x="1738" y="472"/>
                    <a:pt x="1730" y="475"/>
                    <a:pt x="1728" y="470"/>
                  </a:cubicBezTo>
                  <a:cubicBezTo>
                    <a:pt x="1705" y="458"/>
                    <a:pt x="1703" y="456"/>
                    <a:pt x="1700" y="457"/>
                  </a:cubicBezTo>
                  <a:cubicBezTo>
                    <a:pt x="1653" y="427"/>
                    <a:pt x="1642" y="426"/>
                    <a:pt x="1637" y="415"/>
                  </a:cubicBezTo>
                  <a:cubicBezTo>
                    <a:pt x="1618" y="408"/>
                    <a:pt x="1613" y="406"/>
                    <a:pt x="1608" y="405"/>
                  </a:cubicBezTo>
                  <a:cubicBezTo>
                    <a:pt x="1580" y="386"/>
                    <a:pt x="1573" y="389"/>
                    <a:pt x="1571" y="383"/>
                  </a:cubicBezTo>
                  <a:cubicBezTo>
                    <a:pt x="1546" y="373"/>
                    <a:pt x="1538" y="367"/>
                    <a:pt x="1528" y="364"/>
                  </a:cubicBezTo>
                  <a:cubicBezTo>
                    <a:pt x="1452" y="335"/>
                    <a:pt x="1444" y="337"/>
                    <a:pt x="1440" y="333"/>
                  </a:cubicBezTo>
                  <a:cubicBezTo>
                    <a:pt x="1412" y="329"/>
                    <a:pt x="1409" y="326"/>
                    <a:pt x="1409" y="330"/>
                  </a:cubicBezTo>
                  <a:cubicBezTo>
                    <a:pt x="1478" y="351"/>
                    <a:pt x="1489" y="352"/>
                    <a:pt x="1497" y="356"/>
                  </a:cubicBezTo>
                  <a:cubicBezTo>
                    <a:pt x="1540" y="378"/>
                    <a:pt x="1541" y="380"/>
                    <a:pt x="1546" y="379"/>
                  </a:cubicBezTo>
                  <a:cubicBezTo>
                    <a:pt x="1569" y="394"/>
                    <a:pt x="1574" y="397"/>
                    <a:pt x="1580" y="397"/>
                  </a:cubicBezTo>
                  <a:cubicBezTo>
                    <a:pt x="1624" y="422"/>
                    <a:pt x="1629" y="423"/>
                    <a:pt x="1634" y="425"/>
                  </a:cubicBezTo>
                  <a:cubicBezTo>
                    <a:pt x="1646" y="437"/>
                    <a:pt x="1652" y="436"/>
                    <a:pt x="1655" y="441"/>
                  </a:cubicBezTo>
                  <a:cubicBezTo>
                    <a:pt x="1683" y="456"/>
                    <a:pt x="1689" y="454"/>
                    <a:pt x="1689" y="461"/>
                  </a:cubicBezTo>
                  <a:cubicBezTo>
                    <a:pt x="1731" y="481"/>
                    <a:pt x="1736" y="482"/>
                    <a:pt x="1738" y="486"/>
                  </a:cubicBezTo>
                  <a:cubicBezTo>
                    <a:pt x="1766" y="502"/>
                    <a:pt x="1774" y="499"/>
                    <a:pt x="1776" y="503"/>
                  </a:cubicBezTo>
                  <a:cubicBezTo>
                    <a:pt x="1808" y="514"/>
                    <a:pt x="1813" y="515"/>
                    <a:pt x="1817" y="518"/>
                  </a:cubicBezTo>
                  <a:cubicBezTo>
                    <a:pt x="1835" y="524"/>
                    <a:pt x="1840" y="524"/>
                    <a:pt x="1843" y="527"/>
                  </a:cubicBezTo>
                  <a:cubicBezTo>
                    <a:pt x="1844" y="539"/>
                    <a:pt x="1833" y="532"/>
                    <a:pt x="1822" y="537"/>
                  </a:cubicBezTo>
                  <a:cubicBezTo>
                    <a:pt x="1763" y="519"/>
                    <a:pt x="1760" y="515"/>
                    <a:pt x="1756" y="513"/>
                  </a:cubicBezTo>
                  <a:cubicBezTo>
                    <a:pt x="1726" y="503"/>
                    <a:pt x="1719" y="500"/>
                    <a:pt x="1713" y="495"/>
                  </a:cubicBezTo>
                  <a:cubicBezTo>
                    <a:pt x="1680" y="476"/>
                    <a:pt x="1674" y="477"/>
                    <a:pt x="1671" y="473"/>
                  </a:cubicBezTo>
                  <a:cubicBezTo>
                    <a:pt x="1645" y="461"/>
                    <a:pt x="1644" y="455"/>
                    <a:pt x="1637" y="455"/>
                  </a:cubicBezTo>
                  <a:cubicBezTo>
                    <a:pt x="1601" y="434"/>
                    <a:pt x="1598" y="425"/>
                    <a:pt x="1590" y="426"/>
                  </a:cubicBezTo>
                  <a:cubicBezTo>
                    <a:pt x="1571" y="413"/>
                    <a:pt x="1568" y="411"/>
                    <a:pt x="1565" y="411"/>
                  </a:cubicBezTo>
                  <a:cubicBezTo>
                    <a:pt x="1547" y="395"/>
                    <a:pt x="1543" y="395"/>
                    <a:pt x="1540" y="393"/>
                  </a:cubicBezTo>
                  <a:cubicBezTo>
                    <a:pt x="1478" y="362"/>
                    <a:pt x="1474" y="356"/>
                    <a:pt x="1464" y="358"/>
                  </a:cubicBezTo>
                  <a:cubicBezTo>
                    <a:pt x="1433" y="346"/>
                    <a:pt x="1429" y="345"/>
                    <a:pt x="1426" y="343"/>
                  </a:cubicBezTo>
                  <a:cubicBezTo>
                    <a:pt x="1374" y="333"/>
                    <a:pt x="1366" y="332"/>
                    <a:pt x="1360" y="330"/>
                  </a:cubicBezTo>
                  <a:cubicBezTo>
                    <a:pt x="1329" y="331"/>
                    <a:pt x="1332" y="335"/>
                    <a:pt x="1340" y="331"/>
                  </a:cubicBezTo>
                  <a:cubicBezTo>
                    <a:pt x="1379" y="339"/>
                    <a:pt x="1390" y="339"/>
                    <a:pt x="1398" y="343"/>
                  </a:cubicBezTo>
                  <a:cubicBezTo>
                    <a:pt x="1435" y="353"/>
                    <a:pt x="1445" y="354"/>
                    <a:pt x="1452" y="360"/>
                  </a:cubicBezTo>
                  <a:cubicBezTo>
                    <a:pt x="1485" y="377"/>
                    <a:pt x="1496" y="378"/>
                    <a:pt x="1502" y="384"/>
                  </a:cubicBezTo>
                  <a:cubicBezTo>
                    <a:pt x="1541" y="399"/>
                    <a:pt x="1542" y="408"/>
                    <a:pt x="1549" y="409"/>
                  </a:cubicBezTo>
                  <a:cubicBezTo>
                    <a:pt x="1571" y="418"/>
                    <a:pt x="1568" y="428"/>
                    <a:pt x="1574" y="424"/>
                  </a:cubicBezTo>
                  <a:cubicBezTo>
                    <a:pt x="1592" y="440"/>
                    <a:pt x="1600" y="435"/>
                    <a:pt x="1599" y="442"/>
                  </a:cubicBezTo>
                  <a:cubicBezTo>
                    <a:pt x="1641" y="464"/>
                    <a:pt x="1644" y="471"/>
                    <a:pt x="1651" y="473"/>
                  </a:cubicBezTo>
                  <a:cubicBezTo>
                    <a:pt x="1673" y="488"/>
                    <a:pt x="1680" y="489"/>
                    <a:pt x="1686" y="493"/>
                  </a:cubicBezTo>
                  <a:cubicBezTo>
                    <a:pt x="1729" y="513"/>
                    <a:pt x="1736" y="515"/>
                    <a:pt x="1742" y="518"/>
                  </a:cubicBezTo>
                  <a:cubicBezTo>
                    <a:pt x="1788" y="534"/>
                    <a:pt x="1792" y="539"/>
                    <a:pt x="1801" y="539"/>
                  </a:cubicBezTo>
                  <a:cubicBezTo>
                    <a:pt x="1790" y="544"/>
                    <a:pt x="1783" y="547"/>
                    <a:pt x="1780" y="545"/>
                  </a:cubicBezTo>
                  <a:cubicBezTo>
                    <a:pt x="1738" y="528"/>
                    <a:pt x="1721" y="530"/>
                    <a:pt x="1713" y="519"/>
                  </a:cubicBezTo>
                  <a:cubicBezTo>
                    <a:pt x="1690" y="508"/>
                    <a:pt x="1683" y="507"/>
                    <a:pt x="1679" y="501"/>
                  </a:cubicBezTo>
                  <a:cubicBezTo>
                    <a:pt x="1636" y="472"/>
                    <a:pt x="1632" y="471"/>
                    <a:pt x="1629" y="470"/>
                  </a:cubicBezTo>
                  <a:cubicBezTo>
                    <a:pt x="1606" y="458"/>
                    <a:pt x="1604" y="451"/>
                    <a:pt x="1597" y="451"/>
                  </a:cubicBezTo>
                  <a:cubicBezTo>
                    <a:pt x="1563" y="430"/>
                    <a:pt x="1559" y="427"/>
                    <a:pt x="1554" y="424"/>
                  </a:cubicBezTo>
                  <a:cubicBezTo>
                    <a:pt x="1519" y="405"/>
                    <a:pt x="1516" y="400"/>
                    <a:pt x="1511" y="396"/>
                  </a:cubicBezTo>
                  <a:cubicBezTo>
                    <a:pt x="1476" y="378"/>
                    <a:pt x="1467" y="380"/>
                    <a:pt x="1465" y="373"/>
                  </a:cubicBezTo>
                  <a:cubicBezTo>
                    <a:pt x="1426" y="360"/>
                    <a:pt x="1420" y="358"/>
                    <a:pt x="1415" y="356"/>
                  </a:cubicBezTo>
                  <a:cubicBezTo>
                    <a:pt x="1375" y="348"/>
                    <a:pt x="1375" y="343"/>
                    <a:pt x="1369" y="346"/>
                  </a:cubicBezTo>
                  <a:cubicBezTo>
                    <a:pt x="1382" y="355"/>
                    <a:pt x="1389" y="351"/>
                    <a:pt x="1391" y="353"/>
                  </a:cubicBezTo>
                  <a:cubicBezTo>
                    <a:pt x="1446" y="377"/>
                    <a:pt x="1459" y="379"/>
                    <a:pt x="1470" y="386"/>
                  </a:cubicBezTo>
                  <a:cubicBezTo>
                    <a:pt x="1508" y="408"/>
                    <a:pt x="1515" y="409"/>
                    <a:pt x="1521" y="412"/>
                  </a:cubicBezTo>
                  <a:cubicBezTo>
                    <a:pt x="1575" y="451"/>
                    <a:pt x="1583" y="451"/>
                    <a:pt x="1588" y="455"/>
                  </a:cubicBezTo>
                  <a:cubicBezTo>
                    <a:pt x="1615" y="475"/>
                    <a:pt x="1622" y="471"/>
                    <a:pt x="1621" y="478"/>
                  </a:cubicBezTo>
                  <a:cubicBezTo>
                    <a:pt x="1649" y="495"/>
                    <a:pt x="1651" y="497"/>
                    <a:pt x="1654" y="499"/>
                  </a:cubicBezTo>
                  <a:cubicBezTo>
                    <a:pt x="1711" y="527"/>
                    <a:pt x="1711" y="533"/>
                    <a:pt x="1715" y="532"/>
                  </a:cubicBezTo>
                  <a:cubicBezTo>
                    <a:pt x="1752" y="544"/>
                    <a:pt x="1758" y="548"/>
                    <a:pt x="1765" y="550"/>
                  </a:cubicBezTo>
                  <a:cubicBezTo>
                    <a:pt x="1779" y="556"/>
                    <a:pt x="1783" y="556"/>
                    <a:pt x="1780" y="558"/>
                  </a:cubicBezTo>
                  <a:cubicBezTo>
                    <a:pt x="1702" y="547"/>
                    <a:pt x="1695" y="539"/>
                    <a:pt x="1685" y="535"/>
                  </a:cubicBezTo>
                  <a:cubicBezTo>
                    <a:pt x="1649" y="518"/>
                    <a:pt x="1646" y="517"/>
                    <a:pt x="1644" y="516"/>
                  </a:cubicBezTo>
                  <a:cubicBezTo>
                    <a:pt x="1614" y="502"/>
                    <a:pt x="1615" y="498"/>
                    <a:pt x="1614" y="497"/>
                  </a:cubicBezTo>
                  <a:cubicBezTo>
                    <a:pt x="1595" y="486"/>
                    <a:pt x="1585" y="484"/>
                    <a:pt x="1579" y="475"/>
                  </a:cubicBezTo>
                  <a:cubicBezTo>
                    <a:pt x="1537" y="447"/>
                    <a:pt x="1533" y="443"/>
                    <a:pt x="1528" y="442"/>
                  </a:cubicBezTo>
                  <a:cubicBezTo>
                    <a:pt x="1493" y="420"/>
                    <a:pt x="1484" y="415"/>
                    <a:pt x="1476" y="409"/>
                  </a:cubicBezTo>
                  <a:cubicBezTo>
                    <a:pt x="1431" y="388"/>
                    <a:pt x="1429" y="386"/>
                    <a:pt x="1425" y="387"/>
                  </a:cubicBezTo>
                  <a:cubicBezTo>
                    <a:pt x="1403" y="379"/>
                    <a:pt x="1396" y="375"/>
                    <a:pt x="1388" y="374"/>
                  </a:cubicBezTo>
                  <a:cubicBezTo>
                    <a:pt x="1367" y="367"/>
                    <a:pt x="1362" y="365"/>
                    <a:pt x="1355" y="366"/>
                  </a:cubicBezTo>
                  <a:cubicBezTo>
                    <a:pt x="1318" y="360"/>
                    <a:pt x="1310" y="352"/>
                    <a:pt x="1307" y="360"/>
                  </a:cubicBezTo>
                  <a:cubicBezTo>
                    <a:pt x="1345" y="366"/>
                    <a:pt x="1349" y="367"/>
                    <a:pt x="1351" y="369"/>
                  </a:cubicBezTo>
                  <a:cubicBezTo>
                    <a:pt x="1386" y="379"/>
                    <a:pt x="1390" y="380"/>
                    <a:pt x="1393" y="382"/>
                  </a:cubicBezTo>
                  <a:cubicBezTo>
                    <a:pt x="1423" y="399"/>
                    <a:pt x="1432" y="393"/>
                    <a:pt x="1434" y="397"/>
                  </a:cubicBezTo>
                  <a:cubicBezTo>
                    <a:pt x="1454" y="412"/>
                    <a:pt x="1462" y="407"/>
                    <a:pt x="1461" y="414"/>
                  </a:cubicBezTo>
                  <a:cubicBezTo>
                    <a:pt x="1510" y="441"/>
                    <a:pt x="1512" y="443"/>
                    <a:pt x="1515" y="444"/>
                  </a:cubicBezTo>
                  <a:cubicBezTo>
                    <a:pt x="1543" y="466"/>
                    <a:pt x="1550" y="462"/>
                    <a:pt x="1551" y="466"/>
                  </a:cubicBezTo>
                  <a:cubicBezTo>
                    <a:pt x="1571" y="481"/>
                    <a:pt x="1572" y="486"/>
                    <a:pt x="1576" y="486"/>
                  </a:cubicBezTo>
                  <a:cubicBezTo>
                    <a:pt x="1608" y="503"/>
                    <a:pt x="1609" y="508"/>
                    <a:pt x="1612" y="511"/>
                  </a:cubicBezTo>
                  <a:cubicBezTo>
                    <a:pt x="1647" y="524"/>
                    <a:pt x="1647" y="530"/>
                    <a:pt x="1651" y="532"/>
                  </a:cubicBezTo>
                  <a:cubicBezTo>
                    <a:pt x="1681" y="539"/>
                    <a:pt x="1682" y="546"/>
                    <a:pt x="1687" y="546"/>
                  </a:cubicBezTo>
                  <a:cubicBezTo>
                    <a:pt x="1722" y="557"/>
                    <a:pt x="1728" y="560"/>
                    <a:pt x="1734" y="562"/>
                  </a:cubicBezTo>
                  <a:cubicBezTo>
                    <a:pt x="1758" y="569"/>
                    <a:pt x="1752" y="572"/>
                    <a:pt x="1738" y="570"/>
                  </a:cubicBezTo>
                  <a:cubicBezTo>
                    <a:pt x="1665" y="552"/>
                    <a:pt x="1658" y="553"/>
                    <a:pt x="1652" y="552"/>
                  </a:cubicBezTo>
                  <a:cubicBezTo>
                    <a:pt x="1612" y="537"/>
                    <a:pt x="1614" y="527"/>
                    <a:pt x="1607" y="532"/>
                  </a:cubicBezTo>
                  <a:cubicBezTo>
                    <a:pt x="1584" y="521"/>
                    <a:pt x="1582" y="517"/>
                    <a:pt x="1579" y="514"/>
                  </a:cubicBezTo>
                  <a:cubicBezTo>
                    <a:pt x="1550" y="497"/>
                    <a:pt x="1547" y="498"/>
                    <a:pt x="1547" y="496"/>
                  </a:cubicBezTo>
                  <a:cubicBezTo>
                    <a:pt x="1532" y="482"/>
                    <a:pt x="1524" y="487"/>
                    <a:pt x="1524" y="480"/>
                  </a:cubicBezTo>
                  <a:cubicBezTo>
                    <a:pt x="1499" y="464"/>
                    <a:pt x="1491" y="463"/>
                    <a:pt x="1485" y="458"/>
                  </a:cubicBezTo>
                  <a:cubicBezTo>
                    <a:pt x="1459" y="445"/>
                    <a:pt x="1453" y="441"/>
                    <a:pt x="1446" y="439"/>
                  </a:cubicBezTo>
                  <a:cubicBezTo>
                    <a:pt x="1415" y="420"/>
                    <a:pt x="1408" y="423"/>
                    <a:pt x="1407" y="419"/>
                  </a:cubicBezTo>
                  <a:cubicBezTo>
                    <a:pt x="1383" y="409"/>
                    <a:pt x="1378" y="410"/>
                    <a:pt x="1374" y="410"/>
                  </a:cubicBezTo>
                  <a:cubicBezTo>
                    <a:pt x="1351" y="399"/>
                    <a:pt x="1343" y="404"/>
                    <a:pt x="1341" y="400"/>
                  </a:cubicBezTo>
                  <a:cubicBezTo>
                    <a:pt x="1337" y="401"/>
                    <a:pt x="1353" y="409"/>
                    <a:pt x="1372" y="412"/>
                  </a:cubicBezTo>
                  <a:cubicBezTo>
                    <a:pt x="1399" y="423"/>
                    <a:pt x="1401" y="424"/>
                    <a:pt x="1403" y="424"/>
                  </a:cubicBezTo>
                  <a:cubicBezTo>
                    <a:pt x="1429" y="440"/>
                    <a:pt x="1438" y="443"/>
                    <a:pt x="1447" y="445"/>
                  </a:cubicBezTo>
                  <a:cubicBezTo>
                    <a:pt x="1518" y="491"/>
                    <a:pt x="1524" y="489"/>
                    <a:pt x="1526" y="493"/>
                  </a:cubicBezTo>
                  <a:cubicBezTo>
                    <a:pt x="1550" y="509"/>
                    <a:pt x="1552" y="509"/>
                    <a:pt x="1554" y="510"/>
                  </a:cubicBezTo>
                  <a:cubicBezTo>
                    <a:pt x="1616" y="544"/>
                    <a:pt x="1623" y="549"/>
                    <a:pt x="1632" y="551"/>
                  </a:cubicBezTo>
                  <a:cubicBezTo>
                    <a:pt x="1674" y="567"/>
                    <a:pt x="1679" y="568"/>
                    <a:pt x="1682" y="571"/>
                  </a:cubicBezTo>
                  <a:cubicBezTo>
                    <a:pt x="1723" y="576"/>
                    <a:pt x="1729" y="583"/>
                    <a:pt x="1742" y="580"/>
                  </a:cubicBezTo>
                  <a:cubicBezTo>
                    <a:pt x="1759" y="590"/>
                    <a:pt x="1755" y="592"/>
                    <a:pt x="1754" y="589"/>
                  </a:cubicBezTo>
                  <a:cubicBezTo>
                    <a:pt x="1713" y="591"/>
                    <a:pt x="1708" y="586"/>
                    <a:pt x="1698" y="586"/>
                  </a:cubicBezTo>
                  <a:cubicBezTo>
                    <a:pt x="1654" y="574"/>
                    <a:pt x="1647" y="578"/>
                    <a:pt x="1646" y="576"/>
                  </a:cubicBezTo>
                  <a:cubicBezTo>
                    <a:pt x="1591" y="557"/>
                    <a:pt x="1586" y="553"/>
                    <a:pt x="1577" y="555"/>
                  </a:cubicBezTo>
                  <a:cubicBezTo>
                    <a:pt x="1551" y="536"/>
                    <a:pt x="1541" y="545"/>
                    <a:pt x="1543" y="536"/>
                  </a:cubicBezTo>
                  <a:cubicBezTo>
                    <a:pt x="1513" y="523"/>
                    <a:pt x="1510" y="521"/>
                    <a:pt x="1507" y="521"/>
                  </a:cubicBezTo>
                  <a:cubicBezTo>
                    <a:pt x="1477" y="507"/>
                    <a:pt x="1473" y="506"/>
                    <a:pt x="1472" y="500"/>
                  </a:cubicBezTo>
                  <a:cubicBezTo>
                    <a:pt x="1408" y="467"/>
                    <a:pt x="1397" y="459"/>
                    <a:pt x="1384" y="454"/>
                  </a:cubicBezTo>
                  <a:cubicBezTo>
                    <a:pt x="1343" y="434"/>
                    <a:pt x="1341" y="426"/>
                    <a:pt x="1333" y="426"/>
                  </a:cubicBezTo>
                  <a:cubicBezTo>
                    <a:pt x="1289" y="410"/>
                    <a:pt x="1284" y="405"/>
                    <a:pt x="1276" y="405"/>
                  </a:cubicBezTo>
                  <a:cubicBezTo>
                    <a:pt x="1253" y="397"/>
                    <a:pt x="1247" y="401"/>
                    <a:pt x="1246" y="397"/>
                  </a:cubicBezTo>
                  <a:cubicBezTo>
                    <a:pt x="1257" y="404"/>
                    <a:pt x="1261" y="408"/>
                    <a:pt x="1269" y="406"/>
                  </a:cubicBezTo>
                  <a:cubicBezTo>
                    <a:pt x="1312" y="423"/>
                    <a:pt x="1323" y="427"/>
                    <a:pt x="1332" y="433"/>
                  </a:cubicBezTo>
                  <a:cubicBezTo>
                    <a:pt x="1373" y="452"/>
                    <a:pt x="1380" y="461"/>
                    <a:pt x="1391" y="464"/>
                  </a:cubicBezTo>
                  <a:cubicBezTo>
                    <a:pt x="1429" y="487"/>
                    <a:pt x="1438" y="493"/>
                    <a:pt x="1448" y="498"/>
                  </a:cubicBezTo>
                  <a:cubicBezTo>
                    <a:pt x="1495" y="522"/>
                    <a:pt x="1497" y="523"/>
                    <a:pt x="1497" y="527"/>
                  </a:cubicBezTo>
                  <a:cubicBezTo>
                    <a:pt x="1546" y="551"/>
                    <a:pt x="1559" y="551"/>
                    <a:pt x="1567" y="559"/>
                  </a:cubicBezTo>
                  <a:cubicBezTo>
                    <a:pt x="1622" y="576"/>
                    <a:pt x="1626" y="580"/>
                    <a:pt x="1631" y="583"/>
                  </a:cubicBezTo>
                  <a:cubicBezTo>
                    <a:pt x="1662" y="587"/>
                    <a:pt x="1662" y="592"/>
                    <a:pt x="1668" y="589"/>
                  </a:cubicBezTo>
                  <a:cubicBezTo>
                    <a:pt x="1709" y="600"/>
                    <a:pt x="1718" y="597"/>
                    <a:pt x="1723" y="599"/>
                  </a:cubicBezTo>
                  <a:cubicBezTo>
                    <a:pt x="1724" y="608"/>
                    <a:pt x="1723" y="608"/>
                    <a:pt x="1722" y="606"/>
                  </a:cubicBezTo>
                  <a:cubicBezTo>
                    <a:pt x="1682" y="603"/>
                    <a:pt x="1670" y="604"/>
                    <a:pt x="1660" y="604"/>
                  </a:cubicBezTo>
                  <a:cubicBezTo>
                    <a:pt x="1606" y="587"/>
                    <a:pt x="1598" y="585"/>
                    <a:pt x="1591" y="581"/>
                  </a:cubicBezTo>
                  <a:cubicBezTo>
                    <a:pt x="1518" y="552"/>
                    <a:pt x="1512" y="547"/>
                    <a:pt x="1505" y="543"/>
                  </a:cubicBezTo>
                  <a:cubicBezTo>
                    <a:pt x="1461" y="517"/>
                    <a:pt x="1453" y="512"/>
                    <a:pt x="1445" y="508"/>
                  </a:cubicBezTo>
                  <a:cubicBezTo>
                    <a:pt x="1416" y="493"/>
                    <a:pt x="1413" y="488"/>
                    <a:pt x="1410" y="485"/>
                  </a:cubicBezTo>
                  <a:cubicBezTo>
                    <a:pt x="1380" y="471"/>
                    <a:pt x="1374" y="471"/>
                    <a:pt x="1371" y="466"/>
                  </a:cubicBezTo>
                  <a:cubicBezTo>
                    <a:pt x="1302" y="432"/>
                    <a:pt x="1301" y="425"/>
                    <a:pt x="1293" y="429"/>
                  </a:cubicBezTo>
                  <a:cubicBezTo>
                    <a:pt x="1283" y="430"/>
                    <a:pt x="1290" y="428"/>
                    <a:pt x="1294" y="433"/>
                  </a:cubicBezTo>
                  <a:cubicBezTo>
                    <a:pt x="1362" y="468"/>
                    <a:pt x="1370" y="477"/>
                    <a:pt x="1382" y="479"/>
                  </a:cubicBezTo>
                  <a:cubicBezTo>
                    <a:pt x="1400" y="491"/>
                    <a:pt x="1406" y="491"/>
                    <a:pt x="1410" y="496"/>
                  </a:cubicBezTo>
                  <a:cubicBezTo>
                    <a:pt x="1443" y="513"/>
                    <a:pt x="1445" y="520"/>
                    <a:pt x="1452" y="520"/>
                  </a:cubicBezTo>
                  <a:cubicBezTo>
                    <a:pt x="1488" y="537"/>
                    <a:pt x="1488" y="547"/>
                    <a:pt x="1496" y="545"/>
                  </a:cubicBezTo>
                  <a:cubicBezTo>
                    <a:pt x="1533" y="569"/>
                    <a:pt x="1543" y="571"/>
                    <a:pt x="1548" y="578"/>
                  </a:cubicBezTo>
                  <a:cubicBezTo>
                    <a:pt x="1580" y="584"/>
                    <a:pt x="1582" y="594"/>
                    <a:pt x="1593" y="592"/>
                  </a:cubicBezTo>
                  <a:cubicBezTo>
                    <a:pt x="1620" y="603"/>
                    <a:pt x="1621" y="605"/>
                    <a:pt x="1624" y="604"/>
                  </a:cubicBezTo>
                  <a:cubicBezTo>
                    <a:pt x="1657" y="614"/>
                    <a:pt x="1662" y="613"/>
                    <a:pt x="1667" y="611"/>
                  </a:cubicBezTo>
                  <a:cubicBezTo>
                    <a:pt x="1692" y="626"/>
                    <a:pt x="1685" y="617"/>
                    <a:pt x="1681" y="622"/>
                  </a:cubicBezTo>
                  <a:cubicBezTo>
                    <a:pt x="1593" y="615"/>
                    <a:pt x="1584" y="614"/>
                    <a:pt x="1575" y="613"/>
                  </a:cubicBezTo>
                  <a:cubicBezTo>
                    <a:pt x="1546" y="601"/>
                    <a:pt x="1538" y="605"/>
                    <a:pt x="1535" y="602"/>
                  </a:cubicBezTo>
                  <a:cubicBezTo>
                    <a:pt x="1505" y="591"/>
                    <a:pt x="1501" y="590"/>
                    <a:pt x="1497" y="587"/>
                  </a:cubicBezTo>
                  <a:cubicBezTo>
                    <a:pt x="1464" y="574"/>
                    <a:pt x="1462" y="573"/>
                    <a:pt x="1461" y="571"/>
                  </a:cubicBezTo>
                  <a:cubicBezTo>
                    <a:pt x="1444" y="564"/>
                    <a:pt x="1441" y="561"/>
                    <a:pt x="1437" y="560"/>
                  </a:cubicBezTo>
                  <a:cubicBezTo>
                    <a:pt x="1396" y="533"/>
                    <a:pt x="1390" y="529"/>
                    <a:pt x="1384" y="523"/>
                  </a:cubicBezTo>
                  <a:cubicBezTo>
                    <a:pt x="1348" y="497"/>
                    <a:pt x="1334" y="487"/>
                    <a:pt x="1322" y="474"/>
                  </a:cubicBezTo>
                  <a:cubicBezTo>
                    <a:pt x="1288" y="447"/>
                    <a:pt x="1282" y="448"/>
                    <a:pt x="1280" y="442"/>
                  </a:cubicBezTo>
                  <a:cubicBezTo>
                    <a:pt x="1254" y="427"/>
                    <a:pt x="1251" y="424"/>
                    <a:pt x="1246" y="424"/>
                  </a:cubicBezTo>
                  <a:cubicBezTo>
                    <a:pt x="1239" y="423"/>
                    <a:pt x="1244" y="426"/>
                    <a:pt x="1247" y="430"/>
                  </a:cubicBezTo>
                  <a:cubicBezTo>
                    <a:pt x="1267" y="440"/>
                    <a:pt x="1271" y="443"/>
                    <a:pt x="1275" y="447"/>
                  </a:cubicBezTo>
                  <a:cubicBezTo>
                    <a:pt x="1323" y="484"/>
                    <a:pt x="1331" y="493"/>
                    <a:pt x="1339" y="500"/>
                  </a:cubicBezTo>
                  <a:cubicBezTo>
                    <a:pt x="1401" y="544"/>
                    <a:pt x="1408" y="552"/>
                    <a:pt x="1418" y="557"/>
                  </a:cubicBezTo>
                  <a:cubicBezTo>
                    <a:pt x="1436" y="571"/>
                    <a:pt x="1444" y="569"/>
                    <a:pt x="1446" y="576"/>
                  </a:cubicBezTo>
                  <a:cubicBezTo>
                    <a:pt x="1503" y="601"/>
                    <a:pt x="1515" y="599"/>
                    <a:pt x="1520" y="607"/>
                  </a:cubicBezTo>
                  <a:cubicBezTo>
                    <a:pt x="1568" y="619"/>
                    <a:pt x="1585" y="625"/>
                    <a:pt x="1606" y="627"/>
                  </a:cubicBezTo>
                  <a:cubicBezTo>
                    <a:pt x="1641" y="631"/>
                    <a:pt x="1645" y="634"/>
                    <a:pt x="1651" y="632"/>
                  </a:cubicBezTo>
                  <a:cubicBezTo>
                    <a:pt x="1618" y="637"/>
                    <a:pt x="1616" y="637"/>
                    <a:pt x="1608" y="636"/>
                  </a:cubicBezTo>
                  <a:cubicBezTo>
                    <a:pt x="1567" y="628"/>
                    <a:pt x="1562" y="625"/>
                    <a:pt x="1555" y="625"/>
                  </a:cubicBezTo>
                  <a:cubicBezTo>
                    <a:pt x="1534" y="620"/>
                    <a:pt x="1531" y="619"/>
                    <a:pt x="1529" y="616"/>
                  </a:cubicBezTo>
                  <a:cubicBezTo>
                    <a:pt x="1499" y="609"/>
                    <a:pt x="1498" y="606"/>
                    <a:pt x="1496" y="605"/>
                  </a:cubicBezTo>
                  <a:cubicBezTo>
                    <a:pt x="1453" y="583"/>
                    <a:pt x="1451" y="582"/>
                    <a:pt x="1447" y="582"/>
                  </a:cubicBezTo>
                  <a:cubicBezTo>
                    <a:pt x="1415" y="563"/>
                    <a:pt x="1404" y="558"/>
                    <a:pt x="1393" y="552"/>
                  </a:cubicBezTo>
                  <a:cubicBezTo>
                    <a:pt x="1381" y="541"/>
                    <a:pt x="1375" y="541"/>
                    <a:pt x="1373" y="536"/>
                  </a:cubicBezTo>
                  <a:cubicBezTo>
                    <a:pt x="1299" y="486"/>
                    <a:pt x="1294" y="478"/>
                    <a:pt x="1286" y="474"/>
                  </a:cubicBezTo>
                  <a:cubicBezTo>
                    <a:pt x="1274" y="462"/>
                    <a:pt x="1268" y="463"/>
                    <a:pt x="1265" y="458"/>
                  </a:cubicBezTo>
                  <a:cubicBezTo>
                    <a:pt x="1227" y="434"/>
                    <a:pt x="1225" y="430"/>
                    <a:pt x="1218" y="431"/>
                  </a:cubicBezTo>
                  <a:cubicBezTo>
                    <a:pt x="1245" y="452"/>
                    <a:pt x="1249" y="454"/>
                    <a:pt x="1254" y="456"/>
                  </a:cubicBezTo>
                  <a:cubicBezTo>
                    <a:pt x="1273" y="470"/>
                    <a:pt x="1275" y="472"/>
                    <a:pt x="1277" y="474"/>
                  </a:cubicBezTo>
                  <a:cubicBezTo>
                    <a:pt x="1295" y="490"/>
                    <a:pt x="1297" y="491"/>
                    <a:pt x="1300" y="492"/>
                  </a:cubicBezTo>
                  <a:cubicBezTo>
                    <a:pt x="1374" y="550"/>
                    <a:pt x="1391" y="560"/>
                    <a:pt x="1408" y="572"/>
                  </a:cubicBezTo>
                  <a:cubicBezTo>
                    <a:pt x="1492" y="612"/>
                    <a:pt x="1496" y="615"/>
                    <a:pt x="1500" y="617"/>
                  </a:cubicBezTo>
                  <a:cubicBezTo>
                    <a:pt x="1529" y="631"/>
                    <a:pt x="1535" y="628"/>
                    <a:pt x="1536" y="631"/>
                  </a:cubicBezTo>
                  <a:cubicBezTo>
                    <a:pt x="1564" y="637"/>
                    <a:pt x="1570" y="637"/>
                    <a:pt x="1575" y="639"/>
                  </a:cubicBezTo>
                  <a:cubicBezTo>
                    <a:pt x="1630" y="648"/>
                    <a:pt x="1639" y="643"/>
                    <a:pt x="1641" y="649"/>
                  </a:cubicBezTo>
                  <a:cubicBezTo>
                    <a:pt x="1616" y="651"/>
                    <a:pt x="1609" y="655"/>
                    <a:pt x="1608" y="651"/>
                  </a:cubicBezTo>
                  <a:cubicBezTo>
                    <a:pt x="1511" y="636"/>
                    <a:pt x="1504" y="634"/>
                    <a:pt x="1496" y="633"/>
                  </a:cubicBezTo>
                  <a:cubicBezTo>
                    <a:pt x="1421" y="596"/>
                    <a:pt x="1414" y="600"/>
                    <a:pt x="1412" y="598"/>
                  </a:cubicBezTo>
                  <a:cubicBezTo>
                    <a:pt x="1378" y="578"/>
                    <a:pt x="1373" y="574"/>
                    <a:pt x="1368" y="570"/>
                  </a:cubicBezTo>
                  <a:cubicBezTo>
                    <a:pt x="1339" y="548"/>
                    <a:pt x="1329" y="538"/>
                    <a:pt x="1316" y="531"/>
                  </a:cubicBezTo>
                  <a:cubicBezTo>
                    <a:pt x="1280" y="494"/>
                    <a:pt x="1271" y="495"/>
                    <a:pt x="1268" y="486"/>
                  </a:cubicBezTo>
                  <a:cubicBezTo>
                    <a:pt x="1258" y="473"/>
                    <a:pt x="1254" y="485"/>
                    <a:pt x="1259" y="483"/>
                  </a:cubicBezTo>
                  <a:cubicBezTo>
                    <a:pt x="1281" y="508"/>
                    <a:pt x="1287" y="506"/>
                    <a:pt x="1286" y="512"/>
                  </a:cubicBezTo>
                  <a:cubicBezTo>
                    <a:pt x="1320" y="539"/>
                    <a:pt x="1329" y="550"/>
                    <a:pt x="1341" y="555"/>
                  </a:cubicBezTo>
                  <a:cubicBezTo>
                    <a:pt x="1379" y="584"/>
                    <a:pt x="1383" y="593"/>
                    <a:pt x="1394" y="592"/>
                  </a:cubicBezTo>
                  <a:cubicBezTo>
                    <a:pt x="1424" y="609"/>
                    <a:pt x="1430" y="615"/>
                    <a:pt x="1438" y="617"/>
                  </a:cubicBezTo>
                  <a:cubicBezTo>
                    <a:pt x="1466" y="632"/>
                    <a:pt x="1473" y="632"/>
                    <a:pt x="1478" y="632"/>
                  </a:cubicBezTo>
                  <a:cubicBezTo>
                    <a:pt x="1542" y="650"/>
                    <a:pt x="1551" y="659"/>
                    <a:pt x="1567" y="656"/>
                  </a:cubicBezTo>
                  <a:cubicBezTo>
                    <a:pt x="1589" y="662"/>
                    <a:pt x="1592" y="664"/>
                    <a:pt x="1595" y="664"/>
                  </a:cubicBezTo>
                  <a:cubicBezTo>
                    <a:pt x="1555" y="665"/>
                    <a:pt x="1549" y="669"/>
                    <a:pt x="1547" y="666"/>
                  </a:cubicBezTo>
                  <a:cubicBezTo>
                    <a:pt x="1487" y="658"/>
                    <a:pt x="1484" y="657"/>
                    <a:pt x="1481" y="656"/>
                  </a:cubicBezTo>
                  <a:cubicBezTo>
                    <a:pt x="1433" y="643"/>
                    <a:pt x="1421" y="636"/>
                    <a:pt x="1408" y="632"/>
                  </a:cubicBezTo>
                  <a:cubicBezTo>
                    <a:pt x="1354" y="601"/>
                    <a:pt x="1350" y="598"/>
                    <a:pt x="1346" y="596"/>
                  </a:cubicBezTo>
                  <a:cubicBezTo>
                    <a:pt x="1333" y="588"/>
                    <a:pt x="1334" y="584"/>
                    <a:pt x="1332" y="583"/>
                  </a:cubicBezTo>
                  <a:cubicBezTo>
                    <a:pt x="1306" y="568"/>
                    <a:pt x="1292" y="554"/>
                    <a:pt x="1274" y="545"/>
                  </a:cubicBezTo>
                  <a:cubicBezTo>
                    <a:pt x="1221" y="514"/>
                    <a:pt x="1213" y="518"/>
                    <a:pt x="1211" y="512"/>
                  </a:cubicBezTo>
                  <a:cubicBezTo>
                    <a:pt x="1178" y="504"/>
                    <a:pt x="1176" y="502"/>
                    <a:pt x="1172" y="504"/>
                  </a:cubicBezTo>
                  <a:cubicBezTo>
                    <a:pt x="1192" y="514"/>
                    <a:pt x="1200" y="513"/>
                    <a:pt x="1205" y="518"/>
                  </a:cubicBezTo>
                  <a:cubicBezTo>
                    <a:pt x="1278" y="558"/>
                    <a:pt x="1289" y="560"/>
                    <a:pt x="1294" y="570"/>
                  </a:cubicBezTo>
                  <a:cubicBezTo>
                    <a:pt x="1336" y="596"/>
                    <a:pt x="1337" y="599"/>
                    <a:pt x="1340" y="600"/>
                  </a:cubicBezTo>
                  <a:cubicBezTo>
                    <a:pt x="1380" y="627"/>
                    <a:pt x="1387" y="635"/>
                    <a:pt x="1399" y="635"/>
                  </a:cubicBezTo>
                  <a:cubicBezTo>
                    <a:pt x="1436" y="655"/>
                    <a:pt x="1447" y="659"/>
                    <a:pt x="1461" y="658"/>
                  </a:cubicBezTo>
                  <a:cubicBezTo>
                    <a:pt x="1487" y="664"/>
                    <a:pt x="1488" y="669"/>
                    <a:pt x="1492" y="670"/>
                  </a:cubicBezTo>
                  <a:cubicBezTo>
                    <a:pt x="1538" y="679"/>
                    <a:pt x="1550" y="675"/>
                    <a:pt x="1556" y="680"/>
                  </a:cubicBezTo>
                  <a:cubicBezTo>
                    <a:pt x="1519" y="683"/>
                    <a:pt x="1520" y="675"/>
                    <a:pt x="1513" y="677"/>
                  </a:cubicBezTo>
                  <a:cubicBezTo>
                    <a:pt x="1499" y="674"/>
                    <a:pt x="1492" y="677"/>
                    <a:pt x="1488" y="675"/>
                  </a:cubicBezTo>
                  <a:cubicBezTo>
                    <a:pt x="1432" y="662"/>
                    <a:pt x="1430" y="659"/>
                    <a:pt x="1428" y="659"/>
                  </a:cubicBezTo>
                  <a:cubicBezTo>
                    <a:pt x="1407" y="653"/>
                    <a:pt x="1398" y="651"/>
                    <a:pt x="1391" y="648"/>
                  </a:cubicBezTo>
                  <a:cubicBezTo>
                    <a:pt x="1354" y="632"/>
                    <a:pt x="1348" y="632"/>
                    <a:pt x="1345" y="630"/>
                  </a:cubicBezTo>
                  <a:cubicBezTo>
                    <a:pt x="1322" y="615"/>
                    <a:pt x="1316" y="617"/>
                    <a:pt x="1313" y="613"/>
                  </a:cubicBezTo>
                  <a:cubicBezTo>
                    <a:pt x="1279" y="594"/>
                    <a:pt x="1276" y="591"/>
                    <a:pt x="1271" y="590"/>
                  </a:cubicBezTo>
                  <a:cubicBezTo>
                    <a:pt x="1238" y="568"/>
                    <a:pt x="1232" y="570"/>
                    <a:pt x="1230" y="566"/>
                  </a:cubicBezTo>
                  <a:cubicBezTo>
                    <a:pt x="1190" y="554"/>
                    <a:pt x="1189" y="549"/>
                    <a:pt x="1182" y="550"/>
                  </a:cubicBezTo>
                  <a:cubicBezTo>
                    <a:pt x="1139" y="548"/>
                    <a:pt x="1134" y="547"/>
                    <a:pt x="1126" y="547"/>
                  </a:cubicBezTo>
                  <a:cubicBezTo>
                    <a:pt x="1156" y="555"/>
                    <a:pt x="1170" y="550"/>
                    <a:pt x="1177" y="556"/>
                  </a:cubicBezTo>
                  <a:cubicBezTo>
                    <a:pt x="1230" y="573"/>
                    <a:pt x="1232" y="576"/>
                    <a:pt x="1234" y="579"/>
                  </a:cubicBezTo>
                  <a:cubicBezTo>
                    <a:pt x="1286" y="604"/>
                    <a:pt x="1288" y="608"/>
                    <a:pt x="1291" y="611"/>
                  </a:cubicBezTo>
                  <a:cubicBezTo>
                    <a:pt x="1326" y="629"/>
                    <a:pt x="1333" y="632"/>
                    <a:pt x="1339" y="635"/>
                  </a:cubicBezTo>
                  <a:cubicBezTo>
                    <a:pt x="1354" y="643"/>
                    <a:pt x="1358" y="644"/>
                    <a:pt x="1355" y="646"/>
                  </a:cubicBezTo>
                  <a:cubicBezTo>
                    <a:pt x="1332" y="636"/>
                    <a:pt x="1330" y="635"/>
                    <a:pt x="1326" y="635"/>
                  </a:cubicBezTo>
                  <a:cubicBezTo>
                    <a:pt x="1294" y="620"/>
                    <a:pt x="1289" y="619"/>
                    <a:pt x="1283" y="619"/>
                  </a:cubicBezTo>
                  <a:cubicBezTo>
                    <a:pt x="1231" y="596"/>
                    <a:pt x="1222" y="592"/>
                    <a:pt x="1212" y="589"/>
                  </a:cubicBezTo>
                  <a:cubicBezTo>
                    <a:pt x="1134" y="577"/>
                    <a:pt x="1120" y="579"/>
                    <a:pt x="1108" y="579"/>
                  </a:cubicBezTo>
                  <a:cubicBezTo>
                    <a:pt x="1062" y="594"/>
                    <a:pt x="1067" y="589"/>
                    <a:pt x="1076" y="589"/>
                  </a:cubicBezTo>
                  <a:cubicBezTo>
                    <a:pt x="1157" y="587"/>
                    <a:pt x="1166" y="585"/>
                    <a:pt x="1173" y="585"/>
                  </a:cubicBezTo>
                  <a:cubicBezTo>
                    <a:pt x="1205" y="597"/>
                    <a:pt x="1212" y="594"/>
                    <a:pt x="1213" y="598"/>
                  </a:cubicBezTo>
                  <a:cubicBezTo>
                    <a:pt x="1245" y="611"/>
                    <a:pt x="1259" y="614"/>
                    <a:pt x="1270" y="621"/>
                  </a:cubicBezTo>
                  <a:cubicBezTo>
                    <a:pt x="1316" y="636"/>
                    <a:pt x="1321" y="639"/>
                    <a:pt x="1326" y="644"/>
                  </a:cubicBezTo>
                  <a:cubicBezTo>
                    <a:pt x="1370" y="662"/>
                    <a:pt x="1377" y="664"/>
                    <a:pt x="1383" y="667"/>
                  </a:cubicBezTo>
                  <a:cubicBezTo>
                    <a:pt x="1436" y="683"/>
                    <a:pt x="1437" y="688"/>
                    <a:pt x="1444" y="685"/>
                  </a:cubicBezTo>
                  <a:cubicBezTo>
                    <a:pt x="1504" y="697"/>
                    <a:pt x="1508" y="695"/>
                    <a:pt x="1512" y="695"/>
                  </a:cubicBezTo>
                  <a:cubicBezTo>
                    <a:pt x="1536" y="698"/>
                    <a:pt x="1543" y="693"/>
                    <a:pt x="1544" y="698"/>
                  </a:cubicBezTo>
                  <a:cubicBezTo>
                    <a:pt x="1486" y="702"/>
                    <a:pt x="1471" y="703"/>
                    <a:pt x="1456" y="703"/>
                  </a:cubicBezTo>
                  <a:cubicBezTo>
                    <a:pt x="1429" y="698"/>
                    <a:pt x="1423" y="696"/>
                    <a:pt x="1415" y="697"/>
                  </a:cubicBezTo>
                  <a:cubicBezTo>
                    <a:pt x="1353" y="677"/>
                    <a:pt x="1348" y="673"/>
                    <a:pt x="1340" y="675"/>
                  </a:cubicBezTo>
                  <a:cubicBezTo>
                    <a:pt x="1312" y="661"/>
                    <a:pt x="1304" y="658"/>
                    <a:pt x="1295" y="656"/>
                  </a:cubicBezTo>
                  <a:cubicBezTo>
                    <a:pt x="1258" y="637"/>
                    <a:pt x="1253" y="638"/>
                    <a:pt x="1247" y="638"/>
                  </a:cubicBezTo>
                  <a:cubicBezTo>
                    <a:pt x="1196" y="619"/>
                    <a:pt x="1187" y="623"/>
                    <a:pt x="1186" y="618"/>
                  </a:cubicBezTo>
                  <a:cubicBezTo>
                    <a:pt x="1157" y="610"/>
                    <a:pt x="1149" y="614"/>
                    <a:pt x="1147" y="610"/>
                  </a:cubicBezTo>
                  <a:cubicBezTo>
                    <a:pt x="1083" y="616"/>
                    <a:pt x="1084" y="621"/>
                    <a:pt x="1078" y="620"/>
                  </a:cubicBezTo>
                  <a:cubicBezTo>
                    <a:pt x="1150" y="620"/>
                    <a:pt x="1157" y="619"/>
                    <a:pt x="1160" y="623"/>
                  </a:cubicBezTo>
                  <a:cubicBezTo>
                    <a:pt x="1199" y="630"/>
                    <a:pt x="1204" y="632"/>
                    <a:pt x="1209" y="634"/>
                  </a:cubicBezTo>
                  <a:cubicBezTo>
                    <a:pt x="1228" y="642"/>
                    <a:pt x="1238" y="637"/>
                    <a:pt x="1239" y="644"/>
                  </a:cubicBezTo>
                  <a:cubicBezTo>
                    <a:pt x="1313" y="668"/>
                    <a:pt x="1320" y="677"/>
                    <a:pt x="1332" y="679"/>
                  </a:cubicBezTo>
                  <a:cubicBezTo>
                    <a:pt x="1381" y="698"/>
                    <a:pt x="1390" y="695"/>
                    <a:pt x="1393" y="701"/>
                  </a:cubicBezTo>
                  <a:cubicBezTo>
                    <a:pt x="1304" y="679"/>
                    <a:pt x="1301" y="674"/>
                    <a:pt x="1293" y="674"/>
                  </a:cubicBezTo>
                  <a:cubicBezTo>
                    <a:pt x="1253" y="666"/>
                    <a:pt x="1252" y="659"/>
                    <a:pt x="1244" y="661"/>
                  </a:cubicBezTo>
                  <a:cubicBezTo>
                    <a:pt x="1190" y="645"/>
                    <a:pt x="1182" y="646"/>
                    <a:pt x="1177" y="644"/>
                  </a:cubicBezTo>
                  <a:cubicBezTo>
                    <a:pt x="1102" y="645"/>
                    <a:pt x="1100" y="643"/>
                    <a:pt x="1084" y="646"/>
                  </a:cubicBezTo>
                  <a:cubicBezTo>
                    <a:pt x="1038" y="654"/>
                    <a:pt x="1027" y="657"/>
                    <a:pt x="1016" y="660"/>
                  </a:cubicBezTo>
                  <a:cubicBezTo>
                    <a:pt x="1009" y="671"/>
                    <a:pt x="1023" y="663"/>
                    <a:pt x="1040" y="658"/>
                  </a:cubicBezTo>
                  <a:cubicBezTo>
                    <a:pt x="1127" y="644"/>
                    <a:pt x="1133" y="653"/>
                    <a:pt x="1142" y="648"/>
                  </a:cubicBezTo>
                  <a:cubicBezTo>
                    <a:pt x="1168" y="650"/>
                    <a:pt x="1171" y="650"/>
                    <a:pt x="1174" y="652"/>
                  </a:cubicBezTo>
                  <a:cubicBezTo>
                    <a:pt x="1216" y="663"/>
                    <a:pt x="1230" y="664"/>
                    <a:pt x="1243" y="668"/>
                  </a:cubicBezTo>
                  <a:cubicBezTo>
                    <a:pt x="1286" y="682"/>
                    <a:pt x="1293" y="683"/>
                    <a:pt x="1300" y="684"/>
                  </a:cubicBezTo>
                  <a:cubicBezTo>
                    <a:pt x="1341" y="697"/>
                    <a:pt x="1345" y="698"/>
                    <a:pt x="1347" y="700"/>
                  </a:cubicBezTo>
                  <a:cubicBezTo>
                    <a:pt x="1407" y="712"/>
                    <a:pt x="1415" y="717"/>
                    <a:pt x="1425" y="717"/>
                  </a:cubicBezTo>
                  <a:cubicBezTo>
                    <a:pt x="1468" y="727"/>
                    <a:pt x="1479" y="717"/>
                    <a:pt x="1479" y="723"/>
                  </a:cubicBezTo>
                  <a:cubicBezTo>
                    <a:pt x="1425" y="732"/>
                    <a:pt x="1411" y="731"/>
                    <a:pt x="1397" y="731"/>
                  </a:cubicBezTo>
                  <a:cubicBezTo>
                    <a:pt x="1367" y="724"/>
                    <a:pt x="1361" y="728"/>
                    <a:pt x="1360" y="724"/>
                  </a:cubicBezTo>
                  <a:cubicBezTo>
                    <a:pt x="1304" y="710"/>
                    <a:pt x="1299" y="708"/>
                    <a:pt x="1293" y="708"/>
                  </a:cubicBezTo>
                  <a:cubicBezTo>
                    <a:pt x="1240" y="696"/>
                    <a:pt x="1239" y="689"/>
                    <a:pt x="1232" y="690"/>
                  </a:cubicBezTo>
                  <a:cubicBezTo>
                    <a:pt x="1148" y="668"/>
                    <a:pt x="1139" y="669"/>
                    <a:pt x="1132" y="666"/>
                  </a:cubicBezTo>
                  <a:cubicBezTo>
                    <a:pt x="1108" y="662"/>
                    <a:pt x="1101" y="667"/>
                    <a:pt x="1101" y="663"/>
                  </a:cubicBezTo>
                  <a:cubicBezTo>
                    <a:pt x="1074" y="662"/>
                    <a:pt x="1066" y="667"/>
                    <a:pt x="1065" y="662"/>
                  </a:cubicBezTo>
                  <a:cubicBezTo>
                    <a:pt x="1055" y="666"/>
                    <a:pt x="1086" y="668"/>
                    <a:pt x="1116" y="671"/>
                  </a:cubicBezTo>
                  <a:cubicBezTo>
                    <a:pt x="1206" y="690"/>
                    <a:pt x="1212" y="689"/>
                    <a:pt x="1215" y="693"/>
                  </a:cubicBezTo>
                  <a:cubicBezTo>
                    <a:pt x="1240" y="698"/>
                    <a:pt x="1245" y="703"/>
                    <a:pt x="1254" y="704"/>
                  </a:cubicBezTo>
                  <a:cubicBezTo>
                    <a:pt x="1310" y="722"/>
                    <a:pt x="1318" y="725"/>
                    <a:pt x="1325" y="729"/>
                  </a:cubicBezTo>
                  <a:cubicBezTo>
                    <a:pt x="1364" y="740"/>
                    <a:pt x="1374" y="733"/>
                    <a:pt x="1374" y="740"/>
                  </a:cubicBezTo>
                  <a:cubicBezTo>
                    <a:pt x="1411" y="742"/>
                    <a:pt x="1411" y="738"/>
                    <a:pt x="1414" y="743"/>
                  </a:cubicBezTo>
                  <a:cubicBezTo>
                    <a:pt x="1303" y="732"/>
                    <a:pt x="1295" y="732"/>
                    <a:pt x="1290" y="728"/>
                  </a:cubicBezTo>
                  <a:cubicBezTo>
                    <a:pt x="1255" y="719"/>
                    <a:pt x="1240" y="716"/>
                    <a:pt x="1225" y="713"/>
                  </a:cubicBezTo>
                  <a:cubicBezTo>
                    <a:pt x="1158" y="693"/>
                    <a:pt x="1147" y="697"/>
                    <a:pt x="1142" y="693"/>
                  </a:cubicBezTo>
                  <a:cubicBezTo>
                    <a:pt x="1067" y="682"/>
                    <a:pt x="1060" y="680"/>
                    <a:pt x="1051" y="680"/>
                  </a:cubicBezTo>
                  <a:cubicBezTo>
                    <a:pt x="1019" y="689"/>
                    <a:pt x="1034" y="691"/>
                    <a:pt x="1054" y="687"/>
                  </a:cubicBezTo>
                  <a:cubicBezTo>
                    <a:pt x="1119" y="691"/>
                    <a:pt x="1120" y="700"/>
                    <a:pt x="1129" y="697"/>
                  </a:cubicBezTo>
                  <a:cubicBezTo>
                    <a:pt x="1178" y="710"/>
                    <a:pt x="1192" y="710"/>
                    <a:pt x="1203" y="715"/>
                  </a:cubicBezTo>
                  <a:cubicBezTo>
                    <a:pt x="1244" y="728"/>
                    <a:pt x="1252" y="727"/>
                    <a:pt x="1257" y="730"/>
                  </a:cubicBezTo>
                  <a:cubicBezTo>
                    <a:pt x="1283" y="735"/>
                    <a:pt x="1286" y="740"/>
                    <a:pt x="1294" y="739"/>
                  </a:cubicBezTo>
                  <a:cubicBezTo>
                    <a:pt x="1351" y="756"/>
                    <a:pt x="1361" y="747"/>
                    <a:pt x="1361" y="753"/>
                  </a:cubicBezTo>
                  <a:cubicBezTo>
                    <a:pt x="1380" y="756"/>
                    <a:pt x="1376" y="760"/>
                    <a:pt x="1362" y="762"/>
                  </a:cubicBezTo>
                  <a:cubicBezTo>
                    <a:pt x="1315" y="757"/>
                    <a:pt x="1314" y="755"/>
                    <a:pt x="1310" y="756"/>
                  </a:cubicBezTo>
                  <a:cubicBezTo>
                    <a:pt x="1291" y="749"/>
                    <a:pt x="1286" y="752"/>
                    <a:pt x="1285" y="749"/>
                  </a:cubicBezTo>
                  <a:cubicBezTo>
                    <a:pt x="1265" y="745"/>
                    <a:pt x="1264" y="743"/>
                    <a:pt x="1260" y="745"/>
                  </a:cubicBezTo>
                  <a:cubicBezTo>
                    <a:pt x="1206" y="729"/>
                    <a:pt x="1199" y="730"/>
                    <a:pt x="1196" y="725"/>
                  </a:cubicBezTo>
                  <a:cubicBezTo>
                    <a:pt x="1126" y="707"/>
                    <a:pt x="1120" y="706"/>
                    <a:pt x="1113" y="707"/>
                  </a:cubicBezTo>
                  <a:cubicBezTo>
                    <a:pt x="1142" y="713"/>
                    <a:pt x="1148" y="722"/>
                    <a:pt x="1162" y="720"/>
                  </a:cubicBezTo>
                  <a:cubicBezTo>
                    <a:pt x="1229" y="744"/>
                    <a:pt x="1232" y="748"/>
                    <a:pt x="1238" y="749"/>
                  </a:cubicBezTo>
                  <a:cubicBezTo>
                    <a:pt x="1266" y="755"/>
                    <a:pt x="1278" y="756"/>
                    <a:pt x="1287" y="762"/>
                  </a:cubicBezTo>
                  <a:cubicBezTo>
                    <a:pt x="1327" y="768"/>
                    <a:pt x="1331" y="770"/>
                    <a:pt x="1339" y="768"/>
                  </a:cubicBezTo>
                  <a:cubicBezTo>
                    <a:pt x="1311" y="775"/>
                    <a:pt x="1304" y="771"/>
                    <a:pt x="1291" y="774"/>
                  </a:cubicBezTo>
                  <a:cubicBezTo>
                    <a:pt x="1247" y="759"/>
                    <a:pt x="1242" y="760"/>
                    <a:pt x="1238" y="760"/>
                  </a:cubicBezTo>
                  <a:cubicBezTo>
                    <a:pt x="1210" y="756"/>
                    <a:pt x="1208" y="753"/>
                    <a:pt x="1203" y="753"/>
                  </a:cubicBezTo>
                  <a:cubicBezTo>
                    <a:pt x="1153" y="739"/>
                    <a:pt x="1142" y="743"/>
                    <a:pt x="1136" y="738"/>
                  </a:cubicBezTo>
                  <a:cubicBezTo>
                    <a:pt x="1065" y="736"/>
                    <a:pt x="1052" y="738"/>
                    <a:pt x="1039" y="740"/>
                  </a:cubicBezTo>
                  <a:cubicBezTo>
                    <a:pt x="1001" y="753"/>
                    <a:pt x="1000" y="758"/>
                    <a:pt x="992" y="758"/>
                  </a:cubicBezTo>
                  <a:cubicBezTo>
                    <a:pt x="998" y="764"/>
                    <a:pt x="1000" y="760"/>
                    <a:pt x="1005" y="757"/>
                  </a:cubicBezTo>
                  <a:cubicBezTo>
                    <a:pt x="1082" y="742"/>
                    <a:pt x="1087" y="741"/>
                    <a:pt x="1092" y="739"/>
                  </a:cubicBezTo>
                  <a:cubicBezTo>
                    <a:pt x="1123" y="744"/>
                    <a:pt x="1129" y="748"/>
                    <a:pt x="1138" y="747"/>
                  </a:cubicBezTo>
                  <a:cubicBezTo>
                    <a:pt x="1211" y="765"/>
                    <a:pt x="1220" y="764"/>
                    <a:pt x="1228" y="766"/>
                  </a:cubicBezTo>
                  <a:cubicBezTo>
                    <a:pt x="1279" y="775"/>
                    <a:pt x="1279" y="782"/>
                    <a:pt x="1286" y="780"/>
                  </a:cubicBezTo>
                  <a:cubicBezTo>
                    <a:pt x="1318" y="788"/>
                    <a:pt x="1327" y="783"/>
                    <a:pt x="1328" y="790"/>
                  </a:cubicBezTo>
                  <a:cubicBezTo>
                    <a:pt x="1241" y="786"/>
                    <a:pt x="1232" y="784"/>
                    <a:pt x="1222" y="783"/>
                  </a:cubicBezTo>
                  <a:cubicBezTo>
                    <a:pt x="1192" y="776"/>
                    <a:pt x="1187" y="776"/>
                    <a:pt x="1181" y="777"/>
                  </a:cubicBezTo>
                  <a:cubicBezTo>
                    <a:pt x="1149" y="770"/>
                    <a:pt x="1146" y="766"/>
                    <a:pt x="1140" y="769"/>
                  </a:cubicBezTo>
                  <a:cubicBezTo>
                    <a:pt x="1088" y="767"/>
                    <a:pt x="1068" y="764"/>
                    <a:pt x="1046" y="766"/>
                  </a:cubicBezTo>
                  <a:cubicBezTo>
                    <a:pt x="971" y="785"/>
                    <a:pt x="962" y="782"/>
                    <a:pt x="964" y="787"/>
                  </a:cubicBezTo>
                  <a:cubicBezTo>
                    <a:pt x="983" y="786"/>
                    <a:pt x="994" y="781"/>
                    <a:pt x="1006" y="777"/>
                  </a:cubicBezTo>
                  <a:cubicBezTo>
                    <a:pt x="1067" y="772"/>
                    <a:pt x="1071" y="774"/>
                    <a:pt x="1076" y="773"/>
                  </a:cubicBezTo>
                  <a:cubicBezTo>
                    <a:pt x="1106" y="776"/>
                    <a:pt x="1115" y="770"/>
                    <a:pt x="1117" y="775"/>
                  </a:cubicBezTo>
                  <a:cubicBezTo>
                    <a:pt x="1191" y="786"/>
                    <a:pt x="1211" y="787"/>
                    <a:pt x="1228" y="793"/>
                  </a:cubicBezTo>
                  <a:cubicBezTo>
                    <a:pt x="1281" y="803"/>
                    <a:pt x="1277" y="804"/>
                    <a:pt x="1276" y="802"/>
                  </a:cubicBezTo>
                  <a:cubicBezTo>
                    <a:pt x="1242" y="800"/>
                    <a:pt x="1229" y="800"/>
                    <a:pt x="1218" y="799"/>
                  </a:cubicBezTo>
                  <a:cubicBezTo>
                    <a:pt x="1129" y="795"/>
                    <a:pt x="1128" y="790"/>
                    <a:pt x="1122" y="792"/>
                  </a:cubicBezTo>
                  <a:cubicBezTo>
                    <a:pt x="971" y="817"/>
                    <a:pt x="962" y="818"/>
                    <a:pt x="957" y="822"/>
                  </a:cubicBezTo>
                  <a:cubicBezTo>
                    <a:pt x="931" y="836"/>
                    <a:pt x="925" y="840"/>
                    <a:pt x="918" y="844"/>
                  </a:cubicBezTo>
                  <a:cubicBezTo>
                    <a:pt x="915" y="851"/>
                    <a:pt x="927" y="844"/>
                    <a:pt x="937" y="836"/>
                  </a:cubicBezTo>
                  <a:cubicBezTo>
                    <a:pt x="967" y="824"/>
                    <a:pt x="968" y="824"/>
                    <a:pt x="970" y="821"/>
                  </a:cubicBezTo>
                  <a:cubicBezTo>
                    <a:pt x="988" y="819"/>
                    <a:pt x="997" y="815"/>
                    <a:pt x="1010" y="812"/>
                  </a:cubicBezTo>
                  <a:cubicBezTo>
                    <a:pt x="1118" y="803"/>
                    <a:pt x="1124" y="799"/>
                    <a:pt x="1126" y="802"/>
                  </a:cubicBezTo>
                  <a:cubicBezTo>
                    <a:pt x="1151" y="804"/>
                    <a:pt x="1155" y="804"/>
                    <a:pt x="1159" y="803"/>
                  </a:cubicBezTo>
                  <a:cubicBezTo>
                    <a:pt x="1188" y="806"/>
                    <a:pt x="1197" y="803"/>
                    <a:pt x="1202" y="808"/>
                  </a:cubicBezTo>
                  <a:cubicBezTo>
                    <a:pt x="1137" y="807"/>
                    <a:pt x="1132" y="808"/>
                    <a:pt x="1129" y="806"/>
                  </a:cubicBezTo>
                  <a:cubicBezTo>
                    <a:pt x="1007" y="827"/>
                    <a:pt x="987" y="836"/>
                    <a:pt x="958" y="843"/>
                  </a:cubicBezTo>
                  <a:cubicBezTo>
                    <a:pt x="933" y="859"/>
                    <a:pt x="923" y="861"/>
                    <a:pt x="918" y="866"/>
                  </a:cubicBezTo>
                  <a:cubicBezTo>
                    <a:pt x="898" y="891"/>
                    <a:pt x="901" y="878"/>
                    <a:pt x="915" y="873"/>
                  </a:cubicBezTo>
                  <a:cubicBezTo>
                    <a:pt x="944" y="858"/>
                    <a:pt x="947" y="856"/>
                    <a:pt x="949" y="854"/>
                  </a:cubicBezTo>
                  <a:cubicBezTo>
                    <a:pt x="992" y="838"/>
                    <a:pt x="1000" y="841"/>
                    <a:pt x="999" y="836"/>
                  </a:cubicBezTo>
                  <a:cubicBezTo>
                    <a:pt x="1049" y="824"/>
                    <a:pt x="1051" y="821"/>
                    <a:pt x="1058" y="821"/>
                  </a:cubicBezTo>
                  <a:cubicBezTo>
                    <a:pt x="1141" y="816"/>
                    <a:pt x="1140" y="815"/>
                    <a:pt x="1146" y="816"/>
                  </a:cubicBezTo>
                  <a:cubicBezTo>
                    <a:pt x="1178" y="815"/>
                    <a:pt x="1186" y="820"/>
                    <a:pt x="1200" y="818"/>
                  </a:cubicBezTo>
                  <a:cubicBezTo>
                    <a:pt x="1212" y="833"/>
                    <a:pt x="1196" y="824"/>
                    <a:pt x="1177" y="826"/>
                  </a:cubicBezTo>
                  <a:cubicBezTo>
                    <a:pt x="1028" y="844"/>
                    <a:pt x="1022" y="846"/>
                    <a:pt x="1014" y="847"/>
                  </a:cubicBezTo>
                  <a:cubicBezTo>
                    <a:pt x="992" y="855"/>
                    <a:pt x="977" y="859"/>
                    <a:pt x="966" y="864"/>
                  </a:cubicBezTo>
                  <a:cubicBezTo>
                    <a:pt x="916" y="894"/>
                    <a:pt x="905" y="894"/>
                    <a:pt x="904" y="900"/>
                  </a:cubicBezTo>
                  <a:cubicBezTo>
                    <a:pt x="980" y="863"/>
                    <a:pt x="990" y="863"/>
                    <a:pt x="994" y="859"/>
                  </a:cubicBezTo>
                  <a:cubicBezTo>
                    <a:pt x="1024" y="851"/>
                    <a:pt x="1039" y="847"/>
                    <a:pt x="1056" y="844"/>
                  </a:cubicBezTo>
                  <a:cubicBezTo>
                    <a:pt x="1146" y="832"/>
                    <a:pt x="1149" y="836"/>
                    <a:pt x="1156" y="834"/>
                  </a:cubicBezTo>
                  <a:cubicBezTo>
                    <a:pt x="1103" y="846"/>
                    <a:pt x="1103" y="849"/>
                    <a:pt x="1099" y="849"/>
                  </a:cubicBezTo>
                  <a:cubicBezTo>
                    <a:pt x="1074" y="856"/>
                    <a:pt x="1075" y="852"/>
                    <a:pt x="1071" y="856"/>
                  </a:cubicBezTo>
                  <a:cubicBezTo>
                    <a:pt x="1014" y="877"/>
                    <a:pt x="1004" y="885"/>
                    <a:pt x="989" y="889"/>
                  </a:cubicBezTo>
                  <a:cubicBezTo>
                    <a:pt x="937" y="920"/>
                    <a:pt x="924" y="917"/>
                    <a:pt x="927" y="927"/>
                  </a:cubicBezTo>
                  <a:cubicBezTo>
                    <a:pt x="944" y="914"/>
                    <a:pt x="953" y="913"/>
                    <a:pt x="957" y="908"/>
                  </a:cubicBezTo>
                  <a:cubicBezTo>
                    <a:pt x="1079" y="868"/>
                    <a:pt x="1081" y="859"/>
                    <a:pt x="1085" y="860"/>
                  </a:cubicBezTo>
                  <a:cubicBezTo>
                    <a:pt x="1115" y="856"/>
                    <a:pt x="1123" y="851"/>
                    <a:pt x="1124" y="856"/>
                  </a:cubicBezTo>
                  <a:cubicBezTo>
                    <a:pt x="1048" y="892"/>
                    <a:pt x="1037" y="891"/>
                    <a:pt x="1034" y="896"/>
                  </a:cubicBezTo>
                  <a:cubicBezTo>
                    <a:pt x="995" y="917"/>
                    <a:pt x="985" y="917"/>
                    <a:pt x="986" y="925"/>
                  </a:cubicBezTo>
                  <a:cubicBezTo>
                    <a:pt x="1060" y="887"/>
                    <a:pt x="1082" y="881"/>
                    <a:pt x="1101" y="871"/>
                  </a:cubicBezTo>
                  <a:cubicBezTo>
                    <a:pt x="1190" y="845"/>
                    <a:pt x="1192" y="840"/>
                    <a:pt x="1201" y="839"/>
                  </a:cubicBezTo>
                  <a:cubicBezTo>
                    <a:pt x="1214" y="839"/>
                    <a:pt x="1208" y="844"/>
                    <a:pt x="1196" y="845"/>
                  </a:cubicBezTo>
                  <a:cubicBezTo>
                    <a:pt x="1124" y="887"/>
                    <a:pt x="1112" y="885"/>
                    <a:pt x="1111" y="891"/>
                  </a:cubicBezTo>
                  <a:cubicBezTo>
                    <a:pt x="1040" y="922"/>
                    <a:pt x="1032" y="930"/>
                    <a:pt x="1019" y="934"/>
                  </a:cubicBezTo>
                  <a:cubicBezTo>
                    <a:pt x="994" y="953"/>
                    <a:pt x="987" y="952"/>
                    <a:pt x="987" y="956"/>
                  </a:cubicBezTo>
                  <a:cubicBezTo>
                    <a:pt x="936" y="987"/>
                    <a:pt x="933" y="989"/>
                    <a:pt x="932" y="992"/>
                  </a:cubicBezTo>
                  <a:cubicBezTo>
                    <a:pt x="945" y="988"/>
                    <a:pt x="958" y="980"/>
                    <a:pt x="970" y="972"/>
                  </a:cubicBezTo>
                  <a:cubicBezTo>
                    <a:pt x="999" y="956"/>
                    <a:pt x="1004" y="952"/>
                    <a:pt x="1010" y="947"/>
                  </a:cubicBezTo>
                  <a:cubicBezTo>
                    <a:pt x="1093" y="911"/>
                    <a:pt x="1102" y="904"/>
                    <a:pt x="1115" y="899"/>
                  </a:cubicBezTo>
                  <a:cubicBezTo>
                    <a:pt x="1139" y="885"/>
                    <a:pt x="1151" y="883"/>
                    <a:pt x="1150" y="886"/>
                  </a:cubicBezTo>
                  <a:cubicBezTo>
                    <a:pt x="1128" y="905"/>
                    <a:pt x="1125" y="907"/>
                    <a:pt x="1120" y="907"/>
                  </a:cubicBezTo>
                  <a:cubicBezTo>
                    <a:pt x="1090" y="934"/>
                    <a:pt x="1084" y="937"/>
                    <a:pt x="1082" y="943"/>
                  </a:cubicBezTo>
                  <a:cubicBezTo>
                    <a:pt x="1020" y="991"/>
                    <a:pt x="998" y="1003"/>
                    <a:pt x="978" y="1017"/>
                  </a:cubicBezTo>
                  <a:cubicBezTo>
                    <a:pt x="941" y="1045"/>
                    <a:pt x="928" y="1040"/>
                    <a:pt x="930" y="1046"/>
                  </a:cubicBezTo>
                  <a:cubicBezTo>
                    <a:pt x="921" y="1048"/>
                    <a:pt x="938" y="1050"/>
                    <a:pt x="941" y="1042"/>
                  </a:cubicBezTo>
                  <a:cubicBezTo>
                    <a:pt x="977" y="1024"/>
                    <a:pt x="978" y="1024"/>
                    <a:pt x="980" y="1023"/>
                  </a:cubicBezTo>
                  <a:cubicBezTo>
                    <a:pt x="1005" y="1006"/>
                    <a:pt x="1009" y="1003"/>
                    <a:pt x="1013" y="1000"/>
                  </a:cubicBezTo>
                  <a:cubicBezTo>
                    <a:pt x="1093" y="947"/>
                    <a:pt x="1094" y="941"/>
                    <a:pt x="1102" y="939"/>
                  </a:cubicBezTo>
                  <a:cubicBezTo>
                    <a:pt x="1124" y="923"/>
                    <a:pt x="1125" y="913"/>
                    <a:pt x="1127" y="919"/>
                  </a:cubicBezTo>
                  <a:cubicBezTo>
                    <a:pt x="1102" y="949"/>
                    <a:pt x="1088" y="952"/>
                    <a:pt x="1086" y="962"/>
                  </a:cubicBezTo>
                  <a:cubicBezTo>
                    <a:pt x="1026" y="1003"/>
                    <a:pt x="1022" y="1013"/>
                    <a:pt x="1009" y="1016"/>
                  </a:cubicBezTo>
                  <a:cubicBezTo>
                    <a:pt x="974" y="1039"/>
                    <a:pt x="965" y="1044"/>
                    <a:pt x="956" y="1050"/>
                  </a:cubicBezTo>
                  <a:cubicBezTo>
                    <a:pt x="944" y="1063"/>
                    <a:pt x="956" y="1056"/>
                    <a:pt x="971" y="1049"/>
                  </a:cubicBezTo>
                  <a:cubicBezTo>
                    <a:pt x="996" y="1034"/>
                    <a:pt x="1001" y="1029"/>
                    <a:pt x="1009" y="1027"/>
                  </a:cubicBezTo>
                  <a:cubicBezTo>
                    <a:pt x="1066" y="985"/>
                    <a:pt x="1076" y="984"/>
                    <a:pt x="1078" y="977"/>
                  </a:cubicBezTo>
                  <a:cubicBezTo>
                    <a:pt x="1127" y="934"/>
                    <a:pt x="1130" y="932"/>
                    <a:pt x="1134" y="931"/>
                  </a:cubicBezTo>
                  <a:cubicBezTo>
                    <a:pt x="1159" y="903"/>
                    <a:pt x="1165" y="900"/>
                    <a:pt x="1172" y="896"/>
                  </a:cubicBezTo>
                  <a:cubicBezTo>
                    <a:pt x="1209" y="866"/>
                    <a:pt x="1212" y="862"/>
                    <a:pt x="1216" y="859"/>
                  </a:cubicBezTo>
                  <a:cubicBezTo>
                    <a:pt x="1239" y="845"/>
                    <a:pt x="1244" y="841"/>
                    <a:pt x="1252" y="839"/>
                  </a:cubicBezTo>
                  <a:cubicBezTo>
                    <a:pt x="1222" y="871"/>
                    <a:pt x="1212" y="871"/>
                    <a:pt x="1210" y="878"/>
                  </a:cubicBezTo>
                  <a:cubicBezTo>
                    <a:pt x="1167" y="923"/>
                    <a:pt x="1164" y="928"/>
                    <a:pt x="1158" y="931"/>
                  </a:cubicBezTo>
                  <a:cubicBezTo>
                    <a:pt x="1105" y="979"/>
                    <a:pt x="1096" y="989"/>
                    <a:pt x="1083" y="996"/>
                  </a:cubicBezTo>
                  <a:cubicBezTo>
                    <a:pt x="1060" y="1010"/>
                    <a:pt x="1059" y="1017"/>
                    <a:pt x="1049" y="1017"/>
                  </a:cubicBezTo>
                  <a:cubicBezTo>
                    <a:pt x="1009" y="1042"/>
                    <a:pt x="1008" y="1047"/>
                    <a:pt x="999" y="1046"/>
                  </a:cubicBezTo>
                  <a:cubicBezTo>
                    <a:pt x="1010" y="1045"/>
                    <a:pt x="1018" y="1046"/>
                    <a:pt x="1019" y="1043"/>
                  </a:cubicBezTo>
                  <a:cubicBezTo>
                    <a:pt x="1042" y="1033"/>
                    <a:pt x="1041" y="1028"/>
                    <a:pt x="1047" y="1029"/>
                  </a:cubicBezTo>
                  <a:cubicBezTo>
                    <a:pt x="1083" y="1001"/>
                    <a:pt x="1094" y="1001"/>
                    <a:pt x="1096" y="996"/>
                  </a:cubicBezTo>
                  <a:cubicBezTo>
                    <a:pt x="1125" y="978"/>
                    <a:pt x="1132" y="967"/>
                    <a:pt x="1143" y="959"/>
                  </a:cubicBezTo>
                  <a:cubicBezTo>
                    <a:pt x="1161" y="941"/>
                    <a:pt x="1167" y="938"/>
                    <a:pt x="1172" y="933"/>
                  </a:cubicBezTo>
                  <a:cubicBezTo>
                    <a:pt x="1182" y="914"/>
                    <a:pt x="1188" y="915"/>
                    <a:pt x="1190" y="912"/>
                  </a:cubicBezTo>
                  <a:cubicBezTo>
                    <a:pt x="1250" y="864"/>
                    <a:pt x="1235" y="870"/>
                    <a:pt x="1231" y="883"/>
                  </a:cubicBezTo>
                  <a:cubicBezTo>
                    <a:pt x="1206" y="904"/>
                    <a:pt x="1210" y="911"/>
                    <a:pt x="1203" y="910"/>
                  </a:cubicBezTo>
                  <a:cubicBezTo>
                    <a:pt x="1169" y="949"/>
                    <a:pt x="1164" y="950"/>
                    <a:pt x="1164" y="955"/>
                  </a:cubicBezTo>
                  <a:cubicBezTo>
                    <a:pt x="1132" y="987"/>
                    <a:pt x="1124" y="990"/>
                    <a:pt x="1121" y="996"/>
                  </a:cubicBezTo>
                  <a:cubicBezTo>
                    <a:pt x="1053" y="1048"/>
                    <a:pt x="1050" y="1050"/>
                    <a:pt x="1049" y="1053"/>
                  </a:cubicBezTo>
                  <a:cubicBezTo>
                    <a:pt x="1028" y="1067"/>
                    <a:pt x="1023" y="1068"/>
                    <a:pt x="1021" y="1071"/>
                  </a:cubicBezTo>
                  <a:cubicBezTo>
                    <a:pt x="1074" y="1047"/>
                    <a:pt x="1077" y="1034"/>
                    <a:pt x="1094" y="1029"/>
                  </a:cubicBezTo>
                  <a:cubicBezTo>
                    <a:pt x="1127" y="1000"/>
                    <a:pt x="1131" y="995"/>
                    <a:pt x="1138" y="993"/>
                  </a:cubicBezTo>
                  <a:cubicBezTo>
                    <a:pt x="1170" y="960"/>
                    <a:pt x="1175" y="957"/>
                    <a:pt x="1179" y="952"/>
                  </a:cubicBezTo>
                  <a:cubicBezTo>
                    <a:pt x="1266" y="861"/>
                    <a:pt x="1268" y="852"/>
                    <a:pt x="1278" y="848"/>
                  </a:cubicBezTo>
                  <a:cubicBezTo>
                    <a:pt x="1310" y="817"/>
                    <a:pt x="1311" y="812"/>
                    <a:pt x="1318" y="812"/>
                  </a:cubicBezTo>
                  <a:cubicBezTo>
                    <a:pt x="1337" y="798"/>
                    <a:pt x="1338" y="794"/>
                    <a:pt x="1340" y="797"/>
                  </a:cubicBezTo>
                  <a:cubicBezTo>
                    <a:pt x="1320" y="818"/>
                    <a:pt x="1310" y="821"/>
                    <a:pt x="1305" y="827"/>
                  </a:cubicBezTo>
                  <a:cubicBezTo>
                    <a:pt x="1272" y="863"/>
                    <a:pt x="1269" y="865"/>
                    <a:pt x="1266" y="868"/>
                  </a:cubicBezTo>
                  <a:cubicBezTo>
                    <a:pt x="1240" y="900"/>
                    <a:pt x="1232" y="904"/>
                    <a:pt x="1230" y="912"/>
                  </a:cubicBezTo>
                  <a:cubicBezTo>
                    <a:pt x="1205" y="941"/>
                    <a:pt x="1195" y="952"/>
                    <a:pt x="1184" y="962"/>
                  </a:cubicBezTo>
                  <a:cubicBezTo>
                    <a:pt x="1136" y="1004"/>
                    <a:pt x="1131" y="1018"/>
                    <a:pt x="1115" y="1026"/>
                  </a:cubicBezTo>
                  <a:cubicBezTo>
                    <a:pt x="1086" y="1052"/>
                    <a:pt x="1078" y="1051"/>
                    <a:pt x="1079" y="1057"/>
                  </a:cubicBezTo>
                  <a:cubicBezTo>
                    <a:pt x="1113" y="1033"/>
                    <a:pt x="1124" y="1028"/>
                    <a:pt x="1130" y="1021"/>
                  </a:cubicBezTo>
                  <a:cubicBezTo>
                    <a:pt x="1187" y="966"/>
                    <a:pt x="1196" y="966"/>
                    <a:pt x="1196" y="960"/>
                  </a:cubicBezTo>
                  <a:cubicBezTo>
                    <a:pt x="1240" y="913"/>
                    <a:pt x="1240" y="908"/>
                    <a:pt x="1247" y="907"/>
                  </a:cubicBezTo>
                  <a:cubicBezTo>
                    <a:pt x="1258" y="891"/>
                    <a:pt x="1263" y="890"/>
                    <a:pt x="1263" y="886"/>
                  </a:cubicBezTo>
                  <a:cubicBezTo>
                    <a:pt x="1296" y="857"/>
                    <a:pt x="1296" y="847"/>
                    <a:pt x="1304" y="843"/>
                  </a:cubicBezTo>
                  <a:cubicBezTo>
                    <a:pt x="1319" y="829"/>
                    <a:pt x="1320" y="826"/>
                    <a:pt x="1321" y="829"/>
                  </a:cubicBezTo>
                  <a:cubicBezTo>
                    <a:pt x="1305" y="848"/>
                    <a:pt x="1301" y="850"/>
                    <a:pt x="1299" y="853"/>
                  </a:cubicBezTo>
                  <a:cubicBezTo>
                    <a:pt x="1280" y="873"/>
                    <a:pt x="1274" y="888"/>
                    <a:pt x="1260" y="897"/>
                  </a:cubicBezTo>
                  <a:cubicBezTo>
                    <a:pt x="1250" y="921"/>
                    <a:pt x="1239" y="921"/>
                    <a:pt x="1240" y="930"/>
                  </a:cubicBezTo>
                  <a:cubicBezTo>
                    <a:pt x="1219" y="954"/>
                    <a:pt x="1214" y="955"/>
                    <a:pt x="1214" y="959"/>
                  </a:cubicBezTo>
                  <a:cubicBezTo>
                    <a:pt x="1153" y="1020"/>
                    <a:pt x="1147" y="1023"/>
                    <a:pt x="1145" y="1029"/>
                  </a:cubicBezTo>
                  <a:cubicBezTo>
                    <a:pt x="1092" y="1073"/>
                    <a:pt x="1084" y="1075"/>
                    <a:pt x="1078" y="1079"/>
                  </a:cubicBezTo>
                  <a:cubicBezTo>
                    <a:pt x="1049" y="1099"/>
                    <a:pt x="1040" y="1097"/>
                    <a:pt x="1040" y="1101"/>
                  </a:cubicBezTo>
                  <a:cubicBezTo>
                    <a:pt x="1032" y="1111"/>
                    <a:pt x="1047" y="1102"/>
                    <a:pt x="1060" y="1100"/>
                  </a:cubicBezTo>
                  <a:cubicBezTo>
                    <a:pt x="1109" y="1066"/>
                    <a:pt x="1122" y="1059"/>
                    <a:pt x="1133" y="1049"/>
                  </a:cubicBezTo>
                  <a:cubicBezTo>
                    <a:pt x="1174" y="1010"/>
                    <a:pt x="1187" y="1001"/>
                    <a:pt x="1195" y="989"/>
                  </a:cubicBezTo>
                  <a:cubicBezTo>
                    <a:pt x="1215" y="970"/>
                    <a:pt x="1221" y="965"/>
                    <a:pt x="1225" y="959"/>
                  </a:cubicBezTo>
                  <a:cubicBezTo>
                    <a:pt x="1259" y="917"/>
                    <a:pt x="1260" y="913"/>
                    <a:pt x="1265" y="912"/>
                  </a:cubicBezTo>
                  <a:cubicBezTo>
                    <a:pt x="1297" y="873"/>
                    <a:pt x="1300" y="866"/>
                    <a:pt x="1305" y="861"/>
                  </a:cubicBezTo>
                  <a:cubicBezTo>
                    <a:pt x="1383" y="782"/>
                    <a:pt x="1385" y="780"/>
                    <a:pt x="1385" y="778"/>
                  </a:cubicBezTo>
                  <a:cubicBezTo>
                    <a:pt x="1409" y="773"/>
                    <a:pt x="1402" y="775"/>
                    <a:pt x="1399" y="780"/>
                  </a:cubicBezTo>
                  <a:cubicBezTo>
                    <a:pt x="1372" y="809"/>
                    <a:pt x="1370" y="815"/>
                    <a:pt x="1363" y="817"/>
                  </a:cubicBezTo>
                  <a:cubicBezTo>
                    <a:pt x="1334" y="859"/>
                    <a:pt x="1336" y="867"/>
                    <a:pt x="1328" y="868"/>
                  </a:cubicBezTo>
                  <a:cubicBezTo>
                    <a:pt x="1317" y="891"/>
                    <a:pt x="1311" y="890"/>
                    <a:pt x="1313" y="895"/>
                  </a:cubicBezTo>
                  <a:cubicBezTo>
                    <a:pt x="1281" y="937"/>
                    <a:pt x="1275" y="940"/>
                    <a:pt x="1274" y="946"/>
                  </a:cubicBezTo>
                  <a:cubicBezTo>
                    <a:pt x="1245" y="976"/>
                    <a:pt x="1245" y="983"/>
                    <a:pt x="1239" y="986"/>
                  </a:cubicBezTo>
                  <a:cubicBezTo>
                    <a:pt x="1200" y="1032"/>
                    <a:pt x="1193" y="1033"/>
                    <a:pt x="1191" y="1039"/>
                  </a:cubicBezTo>
                  <a:cubicBezTo>
                    <a:pt x="1145" y="1080"/>
                    <a:pt x="1138" y="1082"/>
                    <a:pt x="1135" y="1086"/>
                  </a:cubicBezTo>
                  <a:cubicBezTo>
                    <a:pt x="1085" y="1120"/>
                    <a:pt x="1080" y="1120"/>
                    <a:pt x="1079" y="1123"/>
                  </a:cubicBezTo>
                  <a:cubicBezTo>
                    <a:pt x="1119" y="1106"/>
                    <a:pt x="1123" y="1103"/>
                    <a:pt x="1126" y="1099"/>
                  </a:cubicBezTo>
                  <a:cubicBezTo>
                    <a:pt x="1159" y="1076"/>
                    <a:pt x="1165" y="1073"/>
                    <a:pt x="1167" y="1067"/>
                  </a:cubicBezTo>
                  <a:cubicBezTo>
                    <a:pt x="1200" y="1044"/>
                    <a:pt x="1196" y="1035"/>
                    <a:pt x="1206" y="1036"/>
                  </a:cubicBezTo>
                  <a:cubicBezTo>
                    <a:pt x="1247" y="991"/>
                    <a:pt x="1255" y="984"/>
                    <a:pt x="1261" y="975"/>
                  </a:cubicBezTo>
                  <a:cubicBezTo>
                    <a:pt x="1275" y="953"/>
                    <a:pt x="1282" y="954"/>
                    <a:pt x="1281" y="949"/>
                  </a:cubicBezTo>
                  <a:cubicBezTo>
                    <a:pt x="1307" y="922"/>
                    <a:pt x="1306" y="914"/>
                    <a:pt x="1312" y="913"/>
                  </a:cubicBezTo>
                  <a:cubicBezTo>
                    <a:pt x="1326" y="889"/>
                    <a:pt x="1332" y="880"/>
                    <a:pt x="1338" y="870"/>
                  </a:cubicBezTo>
                  <a:cubicBezTo>
                    <a:pt x="1367" y="825"/>
                    <a:pt x="1385" y="812"/>
                    <a:pt x="1399" y="795"/>
                  </a:cubicBezTo>
                  <a:cubicBezTo>
                    <a:pt x="1439" y="757"/>
                    <a:pt x="1439" y="750"/>
                    <a:pt x="1449" y="751"/>
                  </a:cubicBezTo>
                  <a:cubicBezTo>
                    <a:pt x="1375" y="857"/>
                    <a:pt x="1363" y="865"/>
                    <a:pt x="1361" y="879"/>
                  </a:cubicBezTo>
                  <a:cubicBezTo>
                    <a:pt x="1346" y="897"/>
                    <a:pt x="1345" y="900"/>
                    <a:pt x="1346" y="904"/>
                  </a:cubicBezTo>
                  <a:cubicBezTo>
                    <a:pt x="1326" y="929"/>
                    <a:pt x="1328" y="937"/>
                    <a:pt x="1319" y="938"/>
                  </a:cubicBezTo>
                  <a:cubicBezTo>
                    <a:pt x="1302" y="971"/>
                    <a:pt x="1298" y="971"/>
                    <a:pt x="1296" y="973"/>
                  </a:cubicBezTo>
                  <a:cubicBezTo>
                    <a:pt x="1279" y="998"/>
                    <a:pt x="1276" y="1003"/>
                    <a:pt x="1271" y="1006"/>
                  </a:cubicBezTo>
                  <a:cubicBezTo>
                    <a:pt x="1232" y="1053"/>
                    <a:pt x="1222" y="1060"/>
                    <a:pt x="1216" y="1069"/>
                  </a:cubicBezTo>
                  <a:cubicBezTo>
                    <a:pt x="1197" y="1083"/>
                    <a:pt x="1193" y="1088"/>
                    <a:pt x="1189" y="1092"/>
                  </a:cubicBezTo>
                  <a:cubicBezTo>
                    <a:pt x="1158" y="1118"/>
                    <a:pt x="1152" y="1120"/>
                    <a:pt x="1148" y="1124"/>
                  </a:cubicBezTo>
                  <a:cubicBezTo>
                    <a:pt x="1140" y="1133"/>
                    <a:pt x="1146" y="1132"/>
                    <a:pt x="1149" y="1128"/>
                  </a:cubicBezTo>
                  <a:cubicBezTo>
                    <a:pt x="1198" y="1096"/>
                    <a:pt x="1201" y="1086"/>
                    <a:pt x="1212" y="1081"/>
                  </a:cubicBezTo>
                  <a:cubicBezTo>
                    <a:pt x="1258" y="1034"/>
                    <a:pt x="1262" y="1031"/>
                    <a:pt x="1266" y="1027"/>
                  </a:cubicBezTo>
                  <a:cubicBezTo>
                    <a:pt x="1285" y="1010"/>
                    <a:pt x="1287" y="999"/>
                    <a:pt x="1295" y="993"/>
                  </a:cubicBezTo>
                  <a:cubicBezTo>
                    <a:pt x="1309" y="971"/>
                    <a:pt x="1311" y="969"/>
                    <a:pt x="1313" y="968"/>
                  </a:cubicBezTo>
                  <a:cubicBezTo>
                    <a:pt x="1331" y="939"/>
                    <a:pt x="1336" y="936"/>
                    <a:pt x="1340" y="932"/>
                  </a:cubicBezTo>
                  <a:cubicBezTo>
                    <a:pt x="1349" y="909"/>
                    <a:pt x="1355" y="910"/>
                    <a:pt x="1353" y="905"/>
                  </a:cubicBezTo>
                  <a:cubicBezTo>
                    <a:pt x="1363" y="887"/>
                    <a:pt x="1367" y="888"/>
                    <a:pt x="1367" y="887"/>
                  </a:cubicBezTo>
                  <a:cubicBezTo>
                    <a:pt x="1378" y="861"/>
                    <a:pt x="1381" y="858"/>
                    <a:pt x="1386" y="855"/>
                  </a:cubicBezTo>
                  <a:cubicBezTo>
                    <a:pt x="1404" y="824"/>
                    <a:pt x="1403" y="817"/>
                    <a:pt x="1410" y="815"/>
                  </a:cubicBezTo>
                  <a:cubicBezTo>
                    <a:pt x="1431" y="782"/>
                    <a:pt x="1438" y="775"/>
                    <a:pt x="1445" y="767"/>
                  </a:cubicBezTo>
                  <a:cubicBezTo>
                    <a:pt x="1483" y="743"/>
                    <a:pt x="1475" y="742"/>
                    <a:pt x="1475" y="748"/>
                  </a:cubicBezTo>
                  <a:cubicBezTo>
                    <a:pt x="1453" y="775"/>
                    <a:pt x="1451" y="780"/>
                    <a:pt x="1446" y="782"/>
                  </a:cubicBezTo>
                  <a:cubicBezTo>
                    <a:pt x="1434" y="807"/>
                    <a:pt x="1432" y="808"/>
                    <a:pt x="1431" y="809"/>
                  </a:cubicBezTo>
                  <a:cubicBezTo>
                    <a:pt x="1421" y="835"/>
                    <a:pt x="1414" y="839"/>
                    <a:pt x="1413" y="848"/>
                  </a:cubicBezTo>
                  <a:cubicBezTo>
                    <a:pt x="1399" y="870"/>
                    <a:pt x="1400" y="871"/>
                    <a:pt x="1400" y="872"/>
                  </a:cubicBezTo>
                  <a:cubicBezTo>
                    <a:pt x="1396" y="885"/>
                    <a:pt x="1392" y="888"/>
                    <a:pt x="1390" y="892"/>
                  </a:cubicBezTo>
                  <a:cubicBezTo>
                    <a:pt x="1377" y="923"/>
                    <a:pt x="1372" y="929"/>
                    <a:pt x="1372" y="939"/>
                  </a:cubicBezTo>
                  <a:cubicBezTo>
                    <a:pt x="1362" y="957"/>
                    <a:pt x="1363" y="961"/>
                    <a:pt x="1361" y="961"/>
                  </a:cubicBezTo>
                  <a:cubicBezTo>
                    <a:pt x="1326" y="1038"/>
                    <a:pt x="1327" y="1048"/>
                    <a:pt x="1319" y="1053"/>
                  </a:cubicBezTo>
                  <a:cubicBezTo>
                    <a:pt x="1288" y="1101"/>
                    <a:pt x="1283" y="1108"/>
                    <a:pt x="1280" y="1116"/>
                  </a:cubicBezTo>
                  <a:cubicBezTo>
                    <a:pt x="1261" y="1138"/>
                    <a:pt x="1258" y="1140"/>
                    <a:pt x="1256" y="1144"/>
                  </a:cubicBezTo>
                  <a:cubicBezTo>
                    <a:pt x="1240" y="1168"/>
                    <a:pt x="1231" y="1166"/>
                    <a:pt x="1230" y="1171"/>
                  </a:cubicBezTo>
                  <a:cubicBezTo>
                    <a:pt x="1264" y="1144"/>
                    <a:pt x="1269" y="1134"/>
                    <a:pt x="1277" y="1127"/>
                  </a:cubicBezTo>
                  <a:cubicBezTo>
                    <a:pt x="1297" y="1098"/>
                    <a:pt x="1302" y="1099"/>
                    <a:pt x="1300" y="1094"/>
                  </a:cubicBezTo>
                  <a:cubicBezTo>
                    <a:pt x="1317" y="1073"/>
                    <a:pt x="1319" y="1071"/>
                    <a:pt x="1323" y="1070"/>
                  </a:cubicBezTo>
                  <a:cubicBezTo>
                    <a:pt x="1336" y="1043"/>
                    <a:pt x="1339" y="1039"/>
                    <a:pt x="1340" y="1034"/>
                  </a:cubicBezTo>
                  <a:cubicBezTo>
                    <a:pt x="1364" y="977"/>
                    <a:pt x="1371" y="968"/>
                    <a:pt x="1371" y="955"/>
                  </a:cubicBezTo>
                  <a:cubicBezTo>
                    <a:pt x="1391" y="915"/>
                    <a:pt x="1395" y="910"/>
                    <a:pt x="1397" y="904"/>
                  </a:cubicBezTo>
                  <a:cubicBezTo>
                    <a:pt x="1407" y="879"/>
                    <a:pt x="1410" y="874"/>
                    <a:pt x="1412" y="868"/>
                  </a:cubicBezTo>
                  <a:cubicBezTo>
                    <a:pt x="1421" y="842"/>
                    <a:pt x="1430" y="841"/>
                    <a:pt x="1431" y="834"/>
                  </a:cubicBezTo>
                  <a:cubicBezTo>
                    <a:pt x="1448" y="807"/>
                    <a:pt x="1452" y="796"/>
                    <a:pt x="1457" y="784"/>
                  </a:cubicBezTo>
                  <a:cubicBezTo>
                    <a:pt x="1479" y="764"/>
                    <a:pt x="1477" y="759"/>
                    <a:pt x="1479" y="756"/>
                  </a:cubicBezTo>
                  <a:cubicBezTo>
                    <a:pt x="1499" y="740"/>
                    <a:pt x="1500" y="734"/>
                    <a:pt x="1507" y="731"/>
                  </a:cubicBezTo>
                  <a:cubicBezTo>
                    <a:pt x="1497" y="749"/>
                    <a:pt x="1499" y="752"/>
                    <a:pt x="1498" y="753"/>
                  </a:cubicBezTo>
                  <a:cubicBezTo>
                    <a:pt x="1475" y="794"/>
                    <a:pt x="1472" y="800"/>
                    <a:pt x="1467" y="805"/>
                  </a:cubicBezTo>
                  <a:cubicBezTo>
                    <a:pt x="1456" y="837"/>
                    <a:pt x="1455" y="840"/>
                    <a:pt x="1452" y="843"/>
                  </a:cubicBezTo>
                  <a:cubicBezTo>
                    <a:pt x="1435" y="888"/>
                    <a:pt x="1432" y="895"/>
                    <a:pt x="1427" y="901"/>
                  </a:cubicBezTo>
                  <a:cubicBezTo>
                    <a:pt x="1402" y="970"/>
                    <a:pt x="1407" y="978"/>
                    <a:pt x="1401" y="978"/>
                  </a:cubicBezTo>
                  <a:cubicBezTo>
                    <a:pt x="1387" y="1021"/>
                    <a:pt x="1381" y="1027"/>
                    <a:pt x="1378" y="1034"/>
                  </a:cubicBezTo>
                  <a:cubicBezTo>
                    <a:pt x="1360" y="1067"/>
                    <a:pt x="1357" y="1070"/>
                    <a:pt x="1357" y="1075"/>
                  </a:cubicBezTo>
                  <a:cubicBezTo>
                    <a:pt x="1322" y="1125"/>
                    <a:pt x="1315" y="1126"/>
                    <a:pt x="1313" y="1129"/>
                  </a:cubicBezTo>
                  <a:cubicBezTo>
                    <a:pt x="1325" y="1123"/>
                    <a:pt x="1326" y="1118"/>
                    <a:pt x="1331" y="1115"/>
                  </a:cubicBezTo>
                  <a:cubicBezTo>
                    <a:pt x="1341" y="1100"/>
                    <a:pt x="1349" y="1100"/>
                    <a:pt x="1347" y="1092"/>
                  </a:cubicBezTo>
                  <a:cubicBezTo>
                    <a:pt x="1369" y="1067"/>
                    <a:pt x="1368" y="1060"/>
                    <a:pt x="1374" y="1059"/>
                  </a:cubicBezTo>
                  <a:cubicBezTo>
                    <a:pt x="1382" y="1041"/>
                    <a:pt x="1385" y="1037"/>
                    <a:pt x="1389" y="1034"/>
                  </a:cubicBezTo>
                  <a:cubicBezTo>
                    <a:pt x="1413" y="982"/>
                    <a:pt x="1409" y="972"/>
                    <a:pt x="1415" y="969"/>
                  </a:cubicBezTo>
                  <a:cubicBezTo>
                    <a:pt x="1422" y="940"/>
                    <a:pt x="1428" y="941"/>
                    <a:pt x="1424" y="934"/>
                  </a:cubicBezTo>
                  <a:cubicBezTo>
                    <a:pt x="1466" y="845"/>
                    <a:pt x="1463" y="834"/>
                    <a:pt x="1472" y="831"/>
                  </a:cubicBezTo>
                  <a:cubicBezTo>
                    <a:pt x="1490" y="787"/>
                    <a:pt x="1488" y="783"/>
                    <a:pt x="1490" y="781"/>
                  </a:cubicBezTo>
                  <a:cubicBezTo>
                    <a:pt x="1514" y="740"/>
                    <a:pt x="1518" y="731"/>
                    <a:pt x="1526" y="723"/>
                  </a:cubicBezTo>
                  <a:cubicBezTo>
                    <a:pt x="1526" y="736"/>
                    <a:pt x="1523" y="739"/>
                    <a:pt x="1520" y="742"/>
                  </a:cubicBezTo>
                  <a:cubicBezTo>
                    <a:pt x="1505" y="769"/>
                    <a:pt x="1502" y="773"/>
                    <a:pt x="1500" y="777"/>
                  </a:cubicBezTo>
                  <a:cubicBezTo>
                    <a:pt x="1474" y="831"/>
                    <a:pt x="1473" y="841"/>
                    <a:pt x="1466" y="847"/>
                  </a:cubicBezTo>
                  <a:cubicBezTo>
                    <a:pt x="1452" y="905"/>
                    <a:pt x="1448" y="907"/>
                    <a:pt x="1449" y="912"/>
                  </a:cubicBezTo>
                  <a:cubicBezTo>
                    <a:pt x="1437" y="938"/>
                    <a:pt x="1441" y="944"/>
                    <a:pt x="1437" y="945"/>
                  </a:cubicBezTo>
                  <a:cubicBezTo>
                    <a:pt x="1425" y="1007"/>
                    <a:pt x="1422" y="1012"/>
                    <a:pt x="1419" y="1017"/>
                  </a:cubicBezTo>
                  <a:cubicBezTo>
                    <a:pt x="1394" y="1087"/>
                    <a:pt x="1391" y="1089"/>
                    <a:pt x="1393" y="1093"/>
                  </a:cubicBezTo>
                  <a:cubicBezTo>
                    <a:pt x="1381" y="1111"/>
                    <a:pt x="1379" y="1113"/>
                    <a:pt x="1377" y="1116"/>
                  </a:cubicBezTo>
                  <a:cubicBezTo>
                    <a:pt x="1358" y="1151"/>
                    <a:pt x="1350" y="1152"/>
                    <a:pt x="1350" y="1158"/>
                  </a:cubicBezTo>
                  <a:cubicBezTo>
                    <a:pt x="1373" y="1127"/>
                    <a:pt x="1385" y="1125"/>
                    <a:pt x="1384" y="1115"/>
                  </a:cubicBezTo>
                  <a:cubicBezTo>
                    <a:pt x="1405" y="1084"/>
                    <a:pt x="1402" y="1079"/>
                    <a:pt x="1408" y="1079"/>
                  </a:cubicBezTo>
                  <a:cubicBezTo>
                    <a:pt x="1416" y="1052"/>
                    <a:pt x="1422" y="1046"/>
                    <a:pt x="1423" y="1037"/>
                  </a:cubicBezTo>
                  <a:cubicBezTo>
                    <a:pt x="1444" y="980"/>
                    <a:pt x="1442" y="968"/>
                    <a:pt x="1447" y="961"/>
                  </a:cubicBezTo>
                  <a:cubicBezTo>
                    <a:pt x="1459" y="887"/>
                    <a:pt x="1471" y="875"/>
                    <a:pt x="1472" y="855"/>
                  </a:cubicBezTo>
                  <a:cubicBezTo>
                    <a:pt x="1491" y="823"/>
                    <a:pt x="1488" y="817"/>
                    <a:pt x="1494" y="818"/>
                  </a:cubicBezTo>
                  <a:cubicBezTo>
                    <a:pt x="1507" y="774"/>
                    <a:pt x="1517" y="775"/>
                    <a:pt x="1516" y="769"/>
                  </a:cubicBezTo>
                  <a:cubicBezTo>
                    <a:pt x="1545" y="733"/>
                    <a:pt x="1541" y="724"/>
                    <a:pt x="1548" y="724"/>
                  </a:cubicBezTo>
                  <a:cubicBezTo>
                    <a:pt x="1567" y="700"/>
                    <a:pt x="1568" y="698"/>
                    <a:pt x="1572" y="697"/>
                  </a:cubicBezTo>
                  <a:cubicBezTo>
                    <a:pt x="1565" y="709"/>
                    <a:pt x="1566" y="712"/>
                    <a:pt x="1564" y="712"/>
                  </a:cubicBezTo>
                  <a:cubicBezTo>
                    <a:pt x="1548" y="738"/>
                    <a:pt x="1542" y="752"/>
                    <a:pt x="1533" y="762"/>
                  </a:cubicBezTo>
                  <a:cubicBezTo>
                    <a:pt x="1527" y="793"/>
                    <a:pt x="1516" y="796"/>
                    <a:pt x="1519" y="807"/>
                  </a:cubicBezTo>
                  <a:cubicBezTo>
                    <a:pt x="1509" y="836"/>
                    <a:pt x="1506" y="843"/>
                    <a:pt x="1502" y="849"/>
                  </a:cubicBezTo>
                  <a:cubicBezTo>
                    <a:pt x="1486" y="911"/>
                    <a:pt x="1479" y="924"/>
                    <a:pt x="1479" y="942"/>
                  </a:cubicBezTo>
                  <a:cubicBezTo>
                    <a:pt x="1466" y="979"/>
                    <a:pt x="1459" y="986"/>
                    <a:pt x="1458" y="997"/>
                  </a:cubicBezTo>
                  <a:cubicBezTo>
                    <a:pt x="1439" y="1041"/>
                    <a:pt x="1437" y="1046"/>
                    <a:pt x="1437" y="1052"/>
                  </a:cubicBezTo>
                  <a:cubicBezTo>
                    <a:pt x="1421" y="1085"/>
                    <a:pt x="1419" y="1087"/>
                    <a:pt x="1417" y="1089"/>
                  </a:cubicBezTo>
                  <a:cubicBezTo>
                    <a:pt x="1406" y="1111"/>
                    <a:pt x="1401" y="1119"/>
                    <a:pt x="1395" y="1126"/>
                  </a:cubicBezTo>
                  <a:cubicBezTo>
                    <a:pt x="1373" y="1155"/>
                    <a:pt x="1373" y="1163"/>
                    <a:pt x="1364" y="1165"/>
                  </a:cubicBezTo>
                  <a:cubicBezTo>
                    <a:pt x="1358" y="1177"/>
                    <a:pt x="1365" y="1179"/>
                    <a:pt x="1366" y="1175"/>
                  </a:cubicBezTo>
                  <a:cubicBezTo>
                    <a:pt x="1386" y="1144"/>
                    <a:pt x="1394" y="1143"/>
                    <a:pt x="1394" y="1137"/>
                  </a:cubicBezTo>
                  <a:cubicBezTo>
                    <a:pt x="1431" y="1081"/>
                    <a:pt x="1439" y="1061"/>
                    <a:pt x="1448" y="1043"/>
                  </a:cubicBezTo>
                  <a:cubicBezTo>
                    <a:pt x="1464" y="1004"/>
                    <a:pt x="1466" y="993"/>
                    <a:pt x="1471" y="984"/>
                  </a:cubicBezTo>
                  <a:cubicBezTo>
                    <a:pt x="1496" y="912"/>
                    <a:pt x="1499" y="902"/>
                    <a:pt x="1501" y="892"/>
                  </a:cubicBezTo>
                  <a:cubicBezTo>
                    <a:pt x="1512" y="850"/>
                    <a:pt x="1519" y="842"/>
                    <a:pt x="1521" y="831"/>
                  </a:cubicBezTo>
                  <a:cubicBezTo>
                    <a:pt x="1539" y="782"/>
                    <a:pt x="1541" y="778"/>
                    <a:pt x="1541" y="772"/>
                  </a:cubicBezTo>
                  <a:cubicBezTo>
                    <a:pt x="1564" y="728"/>
                    <a:pt x="1567" y="727"/>
                    <a:pt x="1568" y="725"/>
                  </a:cubicBezTo>
                  <a:cubicBezTo>
                    <a:pt x="1586" y="705"/>
                    <a:pt x="1586" y="702"/>
                    <a:pt x="1588" y="701"/>
                  </a:cubicBezTo>
                  <a:cubicBezTo>
                    <a:pt x="1587" y="710"/>
                    <a:pt x="1582" y="711"/>
                    <a:pt x="1582" y="715"/>
                  </a:cubicBezTo>
                  <a:cubicBezTo>
                    <a:pt x="1565" y="759"/>
                    <a:pt x="1557" y="757"/>
                    <a:pt x="1560" y="764"/>
                  </a:cubicBezTo>
                  <a:cubicBezTo>
                    <a:pt x="1544" y="799"/>
                    <a:pt x="1545" y="808"/>
                    <a:pt x="1540" y="814"/>
                  </a:cubicBezTo>
                  <a:cubicBezTo>
                    <a:pt x="1522" y="867"/>
                    <a:pt x="1526" y="885"/>
                    <a:pt x="1517" y="893"/>
                  </a:cubicBezTo>
                  <a:cubicBezTo>
                    <a:pt x="1511" y="951"/>
                    <a:pt x="1505" y="961"/>
                    <a:pt x="1502" y="974"/>
                  </a:cubicBezTo>
                  <a:cubicBezTo>
                    <a:pt x="1488" y="1033"/>
                    <a:pt x="1487" y="1036"/>
                    <a:pt x="1488" y="1040"/>
                  </a:cubicBezTo>
                  <a:cubicBezTo>
                    <a:pt x="1472" y="1091"/>
                    <a:pt x="1465" y="1093"/>
                    <a:pt x="1465" y="1100"/>
                  </a:cubicBezTo>
                  <a:cubicBezTo>
                    <a:pt x="1449" y="1137"/>
                    <a:pt x="1447" y="1140"/>
                    <a:pt x="1446" y="1143"/>
                  </a:cubicBezTo>
                  <a:cubicBezTo>
                    <a:pt x="1454" y="1132"/>
                    <a:pt x="1459" y="1129"/>
                    <a:pt x="1461" y="1123"/>
                  </a:cubicBezTo>
                  <a:cubicBezTo>
                    <a:pt x="1487" y="1072"/>
                    <a:pt x="1483" y="1063"/>
                    <a:pt x="1489" y="1060"/>
                  </a:cubicBezTo>
                  <a:cubicBezTo>
                    <a:pt x="1500" y="1013"/>
                    <a:pt x="1511" y="1017"/>
                    <a:pt x="1507" y="1010"/>
                  </a:cubicBezTo>
                  <a:cubicBezTo>
                    <a:pt x="1511" y="959"/>
                    <a:pt x="1522" y="958"/>
                    <a:pt x="1517" y="946"/>
                  </a:cubicBezTo>
                  <a:cubicBezTo>
                    <a:pt x="1527" y="897"/>
                    <a:pt x="1531" y="894"/>
                    <a:pt x="1529" y="887"/>
                  </a:cubicBezTo>
                  <a:cubicBezTo>
                    <a:pt x="1547" y="822"/>
                    <a:pt x="1551" y="815"/>
                    <a:pt x="1554" y="807"/>
                  </a:cubicBezTo>
                  <a:cubicBezTo>
                    <a:pt x="1573" y="742"/>
                    <a:pt x="1585" y="745"/>
                    <a:pt x="1582" y="738"/>
                  </a:cubicBezTo>
                  <a:cubicBezTo>
                    <a:pt x="1593" y="722"/>
                    <a:pt x="1591" y="719"/>
                    <a:pt x="1594" y="718"/>
                  </a:cubicBezTo>
                  <a:cubicBezTo>
                    <a:pt x="1619" y="684"/>
                    <a:pt x="1616" y="687"/>
                    <a:pt x="1615" y="692"/>
                  </a:cubicBezTo>
                  <a:cubicBezTo>
                    <a:pt x="1599" y="715"/>
                    <a:pt x="1601" y="718"/>
                    <a:pt x="1598" y="719"/>
                  </a:cubicBezTo>
                  <a:cubicBezTo>
                    <a:pt x="1585" y="740"/>
                    <a:pt x="1585" y="746"/>
                    <a:pt x="1581" y="749"/>
                  </a:cubicBezTo>
                  <a:cubicBezTo>
                    <a:pt x="1568" y="794"/>
                    <a:pt x="1561" y="795"/>
                    <a:pt x="1562" y="801"/>
                  </a:cubicBezTo>
                  <a:cubicBezTo>
                    <a:pt x="1546" y="844"/>
                    <a:pt x="1548" y="851"/>
                    <a:pt x="1545" y="855"/>
                  </a:cubicBezTo>
                  <a:cubicBezTo>
                    <a:pt x="1538" y="894"/>
                    <a:pt x="1537" y="904"/>
                    <a:pt x="1536" y="914"/>
                  </a:cubicBezTo>
                  <a:cubicBezTo>
                    <a:pt x="1529" y="960"/>
                    <a:pt x="1529" y="966"/>
                    <a:pt x="1526" y="969"/>
                  </a:cubicBezTo>
                  <a:cubicBezTo>
                    <a:pt x="1512" y="1031"/>
                    <a:pt x="1515" y="1039"/>
                    <a:pt x="1513" y="1043"/>
                  </a:cubicBezTo>
                  <a:cubicBezTo>
                    <a:pt x="1500" y="1088"/>
                    <a:pt x="1491" y="1087"/>
                    <a:pt x="1493" y="1095"/>
                  </a:cubicBezTo>
                  <a:cubicBezTo>
                    <a:pt x="1496" y="1099"/>
                    <a:pt x="1498" y="1092"/>
                    <a:pt x="1501" y="1087"/>
                  </a:cubicBezTo>
                  <a:cubicBezTo>
                    <a:pt x="1520" y="1044"/>
                    <a:pt x="1523" y="1037"/>
                    <a:pt x="1524" y="1030"/>
                  </a:cubicBezTo>
                  <a:cubicBezTo>
                    <a:pt x="1535" y="1007"/>
                    <a:pt x="1530" y="996"/>
                    <a:pt x="1534" y="990"/>
                  </a:cubicBezTo>
                  <a:cubicBezTo>
                    <a:pt x="1547" y="920"/>
                    <a:pt x="1543" y="912"/>
                    <a:pt x="1546" y="908"/>
                  </a:cubicBezTo>
                  <a:cubicBezTo>
                    <a:pt x="1558" y="848"/>
                    <a:pt x="1560" y="836"/>
                    <a:pt x="1564" y="825"/>
                  </a:cubicBezTo>
                  <a:cubicBezTo>
                    <a:pt x="1596" y="749"/>
                    <a:pt x="1597" y="736"/>
                    <a:pt x="1604" y="727"/>
                  </a:cubicBezTo>
                  <a:cubicBezTo>
                    <a:pt x="1617" y="708"/>
                    <a:pt x="1618" y="702"/>
                    <a:pt x="1621" y="697"/>
                  </a:cubicBezTo>
                  <a:cubicBezTo>
                    <a:pt x="1645" y="666"/>
                    <a:pt x="1646" y="660"/>
                    <a:pt x="1649" y="655"/>
                  </a:cubicBezTo>
                  <a:cubicBezTo>
                    <a:pt x="1664" y="655"/>
                    <a:pt x="1660" y="659"/>
                    <a:pt x="1655" y="663"/>
                  </a:cubicBezTo>
                  <a:cubicBezTo>
                    <a:pt x="1646" y="680"/>
                    <a:pt x="1644" y="682"/>
                    <a:pt x="1640" y="683"/>
                  </a:cubicBezTo>
                  <a:cubicBezTo>
                    <a:pt x="1628" y="709"/>
                    <a:pt x="1626" y="711"/>
                    <a:pt x="1624" y="712"/>
                  </a:cubicBezTo>
                  <a:cubicBezTo>
                    <a:pt x="1609" y="739"/>
                    <a:pt x="1613" y="749"/>
                    <a:pt x="1606" y="751"/>
                  </a:cubicBezTo>
                  <a:cubicBezTo>
                    <a:pt x="1591" y="789"/>
                    <a:pt x="1590" y="796"/>
                    <a:pt x="1586" y="801"/>
                  </a:cubicBezTo>
                  <a:cubicBezTo>
                    <a:pt x="1573" y="863"/>
                    <a:pt x="1567" y="866"/>
                    <a:pt x="1571" y="877"/>
                  </a:cubicBezTo>
                  <a:cubicBezTo>
                    <a:pt x="1569" y="1011"/>
                    <a:pt x="1566" y="1004"/>
                    <a:pt x="1567" y="1000"/>
                  </a:cubicBezTo>
                  <a:cubicBezTo>
                    <a:pt x="1584" y="947"/>
                    <a:pt x="1586" y="936"/>
                    <a:pt x="1591" y="926"/>
                  </a:cubicBezTo>
                  <a:cubicBezTo>
                    <a:pt x="1618" y="817"/>
                    <a:pt x="1621" y="806"/>
                    <a:pt x="1623" y="794"/>
                  </a:cubicBezTo>
                  <a:cubicBezTo>
                    <a:pt x="1638" y="752"/>
                    <a:pt x="1642" y="741"/>
                    <a:pt x="1647" y="730"/>
                  </a:cubicBezTo>
                  <a:cubicBezTo>
                    <a:pt x="1665" y="691"/>
                    <a:pt x="1667" y="688"/>
                    <a:pt x="1670" y="686"/>
                  </a:cubicBezTo>
                  <a:cubicBezTo>
                    <a:pt x="1680" y="666"/>
                    <a:pt x="1683" y="662"/>
                    <a:pt x="1685" y="657"/>
                  </a:cubicBezTo>
                  <a:cubicBezTo>
                    <a:pt x="1698" y="643"/>
                    <a:pt x="1698" y="640"/>
                    <a:pt x="1701" y="639"/>
                  </a:cubicBezTo>
                  <a:cubicBezTo>
                    <a:pt x="1715" y="633"/>
                    <a:pt x="1706" y="644"/>
                    <a:pt x="1697" y="655"/>
                  </a:cubicBezTo>
                  <a:cubicBezTo>
                    <a:pt x="1662" y="708"/>
                    <a:pt x="1663" y="716"/>
                    <a:pt x="1658" y="719"/>
                  </a:cubicBezTo>
                  <a:cubicBezTo>
                    <a:pt x="1644" y="762"/>
                    <a:pt x="1639" y="772"/>
                    <a:pt x="1639" y="785"/>
                  </a:cubicBezTo>
                  <a:cubicBezTo>
                    <a:pt x="1619" y="855"/>
                    <a:pt x="1616" y="860"/>
                    <a:pt x="1616" y="867"/>
                  </a:cubicBezTo>
                  <a:cubicBezTo>
                    <a:pt x="1604" y="896"/>
                    <a:pt x="1606" y="912"/>
                    <a:pt x="1600" y="923"/>
                  </a:cubicBezTo>
                  <a:cubicBezTo>
                    <a:pt x="1589" y="968"/>
                    <a:pt x="1585" y="973"/>
                    <a:pt x="1586" y="981"/>
                  </a:cubicBezTo>
                  <a:cubicBezTo>
                    <a:pt x="1573" y="1022"/>
                    <a:pt x="1565" y="1025"/>
                    <a:pt x="1566" y="1033"/>
                  </a:cubicBezTo>
                  <a:cubicBezTo>
                    <a:pt x="1553" y="1054"/>
                    <a:pt x="1550" y="1059"/>
                    <a:pt x="1545" y="1063"/>
                  </a:cubicBezTo>
                  <a:cubicBezTo>
                    <a:pt x="1509" y="1110"/>
                    <a:pt x="1503" y="1109"/>
                    <a:pt x="1506" y="1115"/>
                  </a:cubicBezTo>
                  <a:cubicBezTo>
                    <a:pt x="1523" y="1102"/>
                    <a:pt x="1526" y="1099"/>
                    <a:pt x="1529" y="1095"/>
                  </a:cubicBezTo>
                  <a:cubicBezTo>
                    <a:pt x="1541" y="1079"/>
                    <a:pt x="1546" y="1077"/>
                    <a:pt x="1547" y="1072"/>
                  </a:cubicBezTo>
                  <a:cubicBezTo>
                    <a:pt x="1566" y="1044"/>
                    <a:pt x="1569" y="1040"/>
                    <a:pt x="1573" y="1036"/>
                  </a:cubicBezTo>
                  <a:close/>
                  <a:moveTo>
                    <a:pt x="1704" y="888"/>
                  </a:moveTo>
                  <a:cubicBezTo>
                    <a:pt x="1709" y="888"/>
                    <a:pt x="1703" y="895"/>
                    <a:pt x="1704" y="897"/>
                  </a:cubicBezTo>
                  <a:cubicBezTo>
                    <a:pt x="1680" y="926"/>
                    <a:pt x="1684" y="933"/>
                    <a:pt x="1677" y="933"/>
                  </a:cubicBezTo>
                  <a:cubicBezTo>
                    <a:pt x="1692" y="888"/>
                    <a:pt x="1696" y="888"/>
                    <a:pt x="1694" y="884"/>
                  </a:cubicBezTo>
                  <a:cubicBezTo>
                    <a:pt x="1720" y="791"/>
                    <a:pt x="1729" y="785"/>
                    <a:pt x="1725" y="772"/>
                  </a:cubicBezTo>
                  <a:cubicBezTo>
                    <a:pt x="1737" y="743"/>
                    <a:pt x="1738" y="735"/>
                    <a:pt x="1742" y="729"/>
                  </a:cubicBezTo>
                  <a:cubicBezTo>
                    <a:pt x="1754" y="700"/>
                    <a:pt x="1755" y="692"/>
                    <a:pt x="1761" y="688"/>
                  </a:cubicBezTo>
                  <a:cubicBezTo>
                    <a:pt x="1767" y="673"/>
                    <a:pt x="1768" y="669"/>
                    <a:pt x="1770" y="666"/>
                  </a:cubicBezTo>
                  <a:cubicBezTo>
                    <a:pt x="1790" y="634"/>
                    <a:pt x="1785" y="626"/>
                    <a:pt x="1792" y="627"/>
                  </a:cubicBezTo>
                  <a:cubicBezTo>
                    <a:pt x="1795" y="624"/>
                    <a:pt x="1796" y="629"/>
                    <a:pt x="1795" y="633"/>
                  </a:cubicBezTo>
                  <a:cubicBezTo>
                    <a:pt x="1779" y="657"/>
                    <a:pt x="1783" y="666"/>
                    <a:pt x="1777" y="667"/>
                  </a:cubicBezTo>
                  <a:cubicBezTo>
                    <a:pt x="1760" y="709"/>
                    <a:pt x="1759" y="717"/>
                    <a:pt x="1754" y="722"/>
                  </a:cubicBezTo>
                  <a:cubicBezTo>
                    <a:pt x="1745" y="753"/>
                    <a:pt x="1749" y="759"/>
                    <a:pt x="1745" y="759"/>
                  </a:cubicBezTo>
                  <a:cubicBezTo>
                    <a:pt x="1733" y="796"/>
                    <a:pt x="1737" y="802"/>
                    <a:pt x="1733" y="803"/>
                  </a:cubicBezTo>
                  <a:cubicBezTo>
                    <a:pt x="1722" y="841"/>
                    <a:pt x="1717" y="851"/>
                    <a:pt x="1715" y="864"/>
                  </a:cubicBezTo>
                  <a:cubicBezTo>
                    <a:pt x="1700" y="892"/>
                    <a:pt x="1704" y="892"/>
                    <a:pt x="1704" y="888"/>
                  </a:cubicBezTo>
                  <a:close/>
                  <a:moveTo>
                    <a:pt x="1534" y="299"/>
                  </a:moveTo>
                  <a:cubicBezTo>
                    <a:pt x="1541" y="296"/>
                    <a:pt x="1544" y="300"/>
                    <a:pt x="1551" y="298"/>
                  </a:cubicBezTo>
                  <a:cubicBezTo>
                    <a:pt x="1606" y="305"/>
                    <a:pt x="1609" y="310"/>
                    <a:pt x="1615" y="309"/>
                  </a:cubicBezTo>
                  <a:cubicBezTo>
                    <a:pt x="1665" y="320"/>
                    <a:pt x="1668" y="324"/>
                    <a:pt x="1675" y="322"/>
                  </a:cubicBezTo>
                  <a:cubicBezTo>
                    <a:pt x="1725" y="336"/>
                    <a:pt x="1725" y="345"/>
                    <a:pt x="1732" y="343"/>
                  </a:cubicBezTo>
                  <a:cubicBezTo>
                    <a:pt x="1776" y="364"/>
                    <a:pt x="1782" y="363"/>
                    <a:pt x="1783" y="369"/>
                  </a:cubicBezTo>
                  <a:cubicBezTo>
                    <a:pt x="1805" y="373"/>
                    <a:pt x="1804" y="382"/>
                    <a:pt x="1812" y="379"/>
                  </a:cubicBezTo>
                  <a:cubicBezTo>
                    <a:pt x="1845" y="400"/>
                    <a:pt x="1856" y="399"/>
                    <a:pt x="1863" y="406"/>
                  </a:cubicBezTo>
                  <a:cubicBezTo>
                    <a:pt x="1911" y="424"/>
                    <a:pt x="1920" y="418"/>
                    <a:pt x="1923" y="421"/>
                  </a:cubicBezTo>
                  <a:cubicBezTo>
                    <a:pt x="1958" y="431"/>
                    <a:pt x="1968" y="425"/>
                    <a:pt x="1969" y="431"/>
                  </a:cubicBezTo>
                  <a:cubicBezTo>
                    <a:pt x="1954" y="441"/>
                    <a:pt x="1952" y="436"/>
                    <a:pt x="1948" y="435"/>
                  </a:cubicBezTo>
                  <a:cubicBezTo>
                    <a:pt x="1904" y="430"/>
                    <a:pt x="1898" y="426"/>
                    <a:pt x="1891" y="425"/>
                  </a:cubicBezTo>
                  <a:cubicBezTo>
                    <a:pt x="1826" y="407"/>
                    <a:pt x="1828" y="397"/>
                    <a:pt x="1822" y="400"/>
                  </a:cubicBezTo>
                  <a:cubicBezTo>
                    <a:pt x="1792" y="385"/>
                    <a:pt x="1790" y="382"/>
                    <a:pt x="1786" y="382"/>
                  </a:cubicBezTo>
                  <a:cubicBezTo>
                    <a:pt x="1758" y="367"/>
                    <a:pt x="1754" y="368"/>
                    <a:pt x="1754" y="365"/>
                  </a:cubicBezTo>
                  <a:cubicBezTo>
                    <a:pt x="1735" y="356"/>
                    <a:pt x="1730" y="353"/>
                    <a:pt x="1723" y="351"/>
                  </a:cubicBezTo>
                  <a:cubicBezTo>
                    <a:pt x="1699" y="338"/>
                    <a:pt x="1689" y="341"/>
                    <a:pt x="1684" y="336"/>
                  </a:cubicBezTo>
                  <a:cubicBezTo>
                    <a:pt x="1637" y="322"/>
                    <a:pt x="1631" y="319"/>
                    <a:pt x="1625" y="316"/>
                  </a:cubicBezTo>
                  <a:cubicBezTo>
                    <a:pt x="1552" y="306"/>
                    <a:pt x="1547" y="305"/>
                    <a:pt x="1542" y="306"/>
                  </a:cubicBezTo>
                  <a:cubicBezTo>
                    <a:pt x="1519" y="295"/>
                    <a:pt x="1527" y="303"/>
                    <a:pt x="1534" y="299"/>
                  </a:cubicBezTo>
                  <a:close/>
                  <a:moveTo>
                    <a:pt x="1968" y="449"/>
                  </a:moveTo>
                  <a:cubicBezTo>
                    <a:pt x="1969" y="454"/>
                    <a:pt x="1963" y="455"/>
                    <a:pt x="1960" y="452"/>
                  </a:cubicBezTo>
                  <a:cubicBezTo>
                    <a:pt x="1960" y="449"/>
                    <a:pt x="1965" y="450"/>
                    <a:pt x="1968" y="449"/>
                  </a:cubicBezTo>
                  <a:close/>
                  <a:moveTo>
                    <a:pt x="1567" y="324"/>
                  </a:moveTo>
                  <a:cubicBezTo>
                    <a:pt x="1564" y="319"/>
                    <a:pt x="1555" y="323"/>
                    <a:pt x="1551" y="320"/>
                  </a:cubicBezTo>
                  <a:cubicBezTo>
                    <a:pt x="1450" y="299"/>
                    <a:pt x="1460" y="303"/>
                    <a:pt x="1463" y="303"/>
                  </a:cubicBezTo>
                  <a:cubicBezTo>
                    <a:pt x="1502" y="303"/>
                    <a:pt x="1506" y="306"/>
                    <a:pt x="1511" y="307"/>
                  </a:cubicBezTo>
                  <a:cubicBezTo>
                    <a:pt x="1565" y="311"/>
                    <a:pt x="1566" y="318"/>
                    <a:pt x="1572" y="316"/>
                  </a:cubicBezTo>
                  <a:cubicBezTo>
                    <a:pt x="1642" y="329"/>
                    <a:pt x="1649" y="335"/>
                    <a:pt x="1660" y="336"/>
                  </a:cubicBezTo>
                  <a:cubicBezTo>
                    <a:pt x="1704" y="352"/>
                    <a:pt x="1706" y="355"/>
                    <a:pt x="1710" y="354"/>
                  </a:cubicBezTo>
                  <a:cubicBezTo>
                    <a:pt x="1734" y="367"/>
                    <a:pt x="1739" y="368"/>
                    <a:pt x="1744" y="370"/>
                  </a:cubicBezTo>
                  <a:cubicBezTo>
                    <a:pt x="1759" y="383"/>
                    <a:pt x="1767" y="380"/>
                    <a:pt x="1770" y="382"/>
                  </a:cubicBezTo>
                  <a:cubicBezTo>
                    <a:pt x="1788" y="392"/>
                    <a:pt x="1791" y="396"/>
                    <a:pt x="1797" y="395"/>
                  </a:cubicBezTo>
                  <a:cubicBezTo>
                    <a:pt x="1858" y="428"/>
                    <a:pt x="1872" y="424"/>
                    <a:pt x="1879" y="432"/>
                  </a:cubicBezTo>
                  <a:cubicBezTo>
                    <a:pt x="1917" y="440"/>
                    <a:pt x="1925" y="442"/>
                    <a:pt x="1932" y="444"/>
                  </a:cubicBezTo>
                  <a:cubicBezTo>
                    <a:pt x="1950" y="451"/>
                    <a:pt x="1943" y="456"/>
                    <a:pt x="1942" y="451"/>
                  </a:cubicBezTo>
                  <a:cubicBezTo>
                    <a:pt x="1913" y="449"/>
                    <a:pt x="1907" y="449"/>
                    <a:pt x="1902" y="447"/>
                  </a:cubicBezTo>
                  <a:cubicBezTo>
                    <a:pt x="1879" y="443"/>
                    <a:pt x="1872" y="443"/>
                    <a:pt x="1869" y="438"/>
                  </a:cubicBezTo>
                  <a:cubicBezTo>
                    <a:pt x="1814" y="426"/>
                    <a:pt x="1813" y="418"/>
                    <a:pt x="1804" y="421"/>
                  </a:cubicBezTo>
                  <a:cubicBezTo>
                    <a:pt x="1757" y="398"/>
                    <a:pt x="1753" y="395"/>
                    <a:pt x="1748" y="393"/>
                  </a:cubicBezTo>
                  <a:cubicBezTo>
                    <a:pt x="1726" y="379"/>
                    <a:pt x="1714" y="379"/>
                    <a:pt x="1706" y="372"/>
                  </a:cubicBezTo>
                  <a:cubicBezTo>
                    <a:pt x="1669" y="351"/>
                    <a:pt x="1663" y="354"/>
                    <a:pt x="1663" y="351"/>
                  </a:cubicBezTo>
                  <a:cubicBezTo>
                    <a:pt x="1643" y="344"/>
                    <a:pt x="1639" y="340"/>
                    <a:pt x="1632" y="341"/>
                  </a:cubicBezTo>
                  <a:cubicBezTo>
                    <a:pt x="1598" y="327"/>
                    <a:pt x="1591" y="328"/>
                    <a:pt x="1585" y="327"/>
                  </a:cubicBezTo>
                  <a:close/>
                  <a:moveTo>
                    <a:pt x="1948" y="481"/>
                  </a:moveTo>
                  <a:cubicBezTo>
                    <a:pt x="1943" y="482"/>
                    <a:pt x="1946" y="488"/>
                    <a:pt x="1940" y="487"/>
                  </a:cubicBezTo>
                  <a:cubicBezTo>
                    <a:pt x="1944" y="482"/>
                    <a:pt x="1944" y="475"/>
                    <a:pt x="1953" y="474"/>
                  </a:cubicBezTo>
                  <a:cubicBezTo>
                    <a:pt x="1955" y="479"/>
                    <a:pt x="1949" y="479"/>
                    <a:pt x="1948" y="481"/>
                  </a:cubicBezTo>
                  <a:close/>
                  <a:moveTo>
                    <a:pt x="1923" y="470"/>
                  </a:moveTo>
                  <a:cubicBezTo>
                    <a:pt x="1920" y="466"/>
                    <a:pt x="1912" y="469"/>
                    <a:pt x="1907" y="466"/>
                  </a:cubicBezTo>
                  <a:cubicBezTo>
                    <a:pt x="1879" y="465"/>
                    <a:pt x="1874" y="467"/>
                    <a:pt x="1873" y="464"/>
                  </a:cubicBezTo>
                  <a:cubicBezTo>
                    <a:pt x="1838" y="455"/>
                    <a:pt x="1833" y="454"/>
                    <a:pt x="1829" y="452"/>
                  </a:cubicBezTo>
                  <a:cubicBezTo>
                    <a:pt x="1753" y="419"/>
                    <a:pt x="1749" y="416"/>
                    <a:pt x="1745" y="414"/>
                  </a:cubicBezTo>
                  <a:cubicBezTo>
                    <a:pt x="1687" y="386"/>
                    <a:pt x="1681" y="389"/>
                    <a:pt x="1680" y="385"/>
                  </a:cubicBezTo>
                  <a:cubicBezTo>
                    <a:pt x="1662" y="375"/>
                    <a:pt x="1659" y="374"/>
                    <a:pt x="1656" y="374"/>
                  </a:cubicBezTo>
                  <a:cubicBezTo>
                    <a:pt x="1619" y="357"/>
                    <a:pt x="1617" y="350"/>
                    <a:pt x="1610" y="352"/>
                  </a:cubicBezTo>
                  <a:cubicBezTo>
                    <a:pt x="1571" y="325"/>
                    <a:pt x="1576" y="333"/>
                    <a:pt x="1579" y="330"/>
                  </a:cubicBezTo>
                  <a:cubicBezTo>
                    <a:pt x="1615" y="345"/>
                    <a:pt x="1630" y="345"/>
                    <a:pt x="1640" y="350"/>
                  </a:cubicBezTo>
                  <a:cubicBezTo>
                    <a:pt x="1669" y="363"/>
                    <a:pt x="1671" y="364"/>
                    <a:pt x="1672" y="367"/>
                  </a:cubicBezTo>
                  <a:cubicBezTo>
                    <a:pt x="1726" y="389"/>
                    <a:pt x="1726" y="395"/>
                    <a:pt x="1730" y="394"/>
                  </a:cubicBezTo>
                  <a:cubicBezTo>
                    <a:pt x="1758" y="411"/>
                    <a:pt x="1765" y="409"/>
                    <a:pt x="1769" y="414"/>
                  </a:cubicBezTo>
                  <a:cubicBezTo>
                    <a:pt x="1815" y="430"/>
                    <a:pt x="1822" y="439"/>
                    <a:pt x="1838" y="437"/>
                  </a:cubicBezTo>
                  <a:cubicBezTo>
                    <a:pt x="1891" y="455"/>
                    <a:pt x="1892" y="458"/>
                    <a:pt x="1895" y="458"/>
                  </a:cubicBezTo>
                  <a:cubicBezTo>
                    <a:pt x="1925" y="456"/>
                    <a:pt x="1939" y="461"/>
                    <a:pt x="1947" y="464"/>
                  </a:cubicBezTo>
                  <a:cubicBezTo>
                    <a:pt x="1946" y="472"/>
                    <a:pt x="1931" y="465"/>
                    <a:pt x="1923" y="470"/>
                  </a:cubicBezTo>
                  <a:close/>
                  <a:moveTo>
                    <a:pt x="1923" y="528"/>
                  </a:moveTo>
                  <a:cubicBezTo>
                    <a:pt x="1926" y="518"/>
                    <a:pt x="1933" y="511"/>
                    <a:pt x="1938" y="503"/>
                  </a:cubicBezTo>
                  <a:cubicBezTo>
                    <a:pt x="1972" y="476"/>
                    <a:pt x="1969" y="477"/>
                    <a:pt x="1969" y="479"/>
                  </a:cubicBezTo>
                  <a:cubicBezTo>
                    <a:pt x="1958" y="497"/>
                    <a:pt x="1958" y="501"/>
                    <a:pt x="1956" y="504"/>
                  </a:cubicBezTo>
                  <a:cubicBezTo>
                    <a:pt x="1932" y="538"/>
                    <a:pt x="1936" y="549"/>
                    <a:pt x="1929" y="553"/>
                  </a:cubicBezTo>
                  <a:cubicBezTo>
                    <a:pt x="1901" y="608"/>
                    <a:pt x="1903" y="613"/>
                    <a:pt x="1901" y="616"/>
                  </a:cubicBezTo>
                  <a:cubicBezTo>
                    <a:pt x="1866" y="694"/>
                    <a:pt x="1857" y="699"/>
                    <a:pt x="1856" y="708"/>
                  </a:cubicBezTo>
                  <a:cubicBezTo>
                    <a:pt x="1838" y="738"/>
                    <a:pt x="1833" y="746"/>
                    <a:pt x="1828" y="753"/>
                  </a:cubicBezTo>
                  <a:cubicBezTo>
                    <a:pt x="1818" y="768"/>
                    <a:pt x="1816" y="771"/>
                    <a:pt x="1814" y="775"/>
                  </a:cubicBezTo>
                  <a:cubicBezTo>
                    <a:pt x="1784" y="808"/>
                    <a:pt x="1782" y="812"/>
                    <a:pt x="1780" y="815"/>
                  </a:cubicBezTo>
                  <a:cubicBezTo>
                    <a:pt x="1787" y="794"/>
                    <a:pt x="1788" y="787"/>
                    <a:pt x="1791" y="782"/>
                  </a:cubicBezTo>
                  <a:cubicBezTo>
                    <a:pt x="1812" y="744"/>
                    <a:pt x="1811" y="736"/>
                    <a:pt x="1815" y="731"/>
                  </a:cubicBezTo>
                  <a:cubicBezTo>
                    <a:pt x="1845" y="671"/>
                    <a:pt x="1848" y="658"/>
                    <a:pt x="1853" y="647"/>
                  </a:cubicBezTo>
                  <a:cubicBezTo>
                    <a:pt x="1865" y="618"/>
                    <a:pt x="1870" y="618"/>
                    <a:pt x="1870" y="615"/>
                  </a:cubicBezTo>
                  <a:cubicBezTo>
                    <a:pt x="1884" y="588"/>
                    <a:pt x="1881" y="581"/>
                    <a:pt x="1886" y="581"/>
                  </a:cubicBezTo>
                  <a:cubicBezTo>
                    <a:pt x="1902" y="555"/>
                    <a:pt x="1903" y="553"/>
                    <a:pt x="1902" y="549"/>
                  </a:cubicBezTo>
                  <a:close/>
                  <a:moveTo>
                    <a:pt x="1897" y="530"/>
                  </a:moveTo>
                  <a:cubicBezTo>
                    <a:pt x="1900" y="530"/>
                    <a:pt x="1902" y="528"/>
                    <a:pt x="1902" y="525"/>
                  </a:cubicBezTo>
                  <a:cubicBezTo>
                    <a:pt x="1921" y="520"/>
                    <a:pt x="1910" y="520"/>
                    <a:pt x="1909" y="526"/>
                  </a:cubicBezTo>
                  <a:cubicBezTo>
                    <a:pt x="1880" y="565"/>
                    <a:pt x="1883" y="570"/>
                    <a:pt x="1880" y="571"/>
                  </a:cubicBezTo>
                  <a:cubicBezTo>
                    <a:pt x="1866" y="602"/>
                    <a:pt x="1857" y="609"/>
                    <a:pt x="1858" y="621"/>
                  </a:cubicBezTo>
                  <a:cubicBezTo>
                    <a:pt x="1825" y="682"/>
                    <a:pt x="1824" y="691"/>
                    <a:pt x="1818" y="697"/>
                  </a:cubicBezTo>
                  <a:cubicBezTo>
                    <a:pt x="1794" y="747"/>
                    <a:pt x="1794" y="753"/>
                    <a:pt x="1791" y="758"/>
                  </a:cubicBezTo>
                  <a:cubicBezTo>
                    <a:pt x="1780" y="779"/>
                    <a:pt x="1781" y="783"/>
                    <a:pt x="1778" y="784"/>
                  </a:cubicBezTo>
                  <a:cubicBezTo>
                    <a:pt x="1763" y="815"/>
                    <a:pt x="1763" y="820"/>
                    <a:pt x="1761" y="825"/>
                  </a:cubicBezTo>
                  <a:cubicBezTo>
                    <a:pt x="1742" y="853"/>
                    <a:pt x="1738" y="859"/>
                    <a:pt x="1730" y="862"/>
                  </a:cubicBezTo>
                  <a:cubicBezTo>
                    <a:pt x="1712" y="896"/>
                    <a:pt x="1713" y="894"/>
                    <a:pt x="1714" y="893"/>
                  </a:cubicBezTo>
                  <a:cubicBezTo>
                    <a:pt x="1733" y="846"/>
                    <a:pt x="1741" y="839"/>
                    <a:pt x="1745" y="830"/>
                  </a:cubicBezTo>
                  <a:cubicBezTo>
                    <a:pt x="1765" y="800"/>
                    <a:pt x="1765" y="788"/>
                    <a:pt x="1771" y="781"/>
                  </a:cubicBezTo>
                  <a:cubicBezTo>
                    <a:pt x="1785" y="750"/>
                    <a:pt x="1782" y="742"/>
                    <a:pt x="1786" y="739"/>
                  </a:cubicBezTo>
                  <a:cubicBezTo>
                    <a:pt x="1790" y="719"/>
                    <a:pt x="1799" y="720"/>
                    <a:pt x="1796" y="712"/>
                  </a:cubicBezTo>
                  <a:cubicBezTo>
                    <a:pt x="1816" y="669"/>
                    <a:pt x="1812" y="661"/>
                    <a:pt x="1818" y="660"/>
                  </a:cubicBezTo>
                  <a:cubicBezTo>
                    <a:pt x="1829" y="643"/>
                    <a:pt x="1826" y="635"/>
                    <a:pt x="1833" y="633"/>
                  </a:cubicBezTo>
                  <a:cubicBezTo>
                    <a:pt x="1843" y="612"/>
                    <a:pt x="1842" y="605"/>
                    <a:pt x="1845" y="599"/>
                  </a:cubicBezTo>
                  <a:cubicBezTo>
                    <a:pt x="1856" y="588"/>
                    <a:pt x="1855" y="583"/>
                    <a:pt x="1859" y="581"/>
                  </a:cubicBezTo>
                  <a:cubicBezTo>
                    <a:pt x="1885" y="546"/>
                    <a:pt x="1893" y="540"/>
                    <a:pt x="1897" y="530"/>
                  </a:cubicBezTo>
                  <a:close/>
                  <a:moveTo>
                    <a:pt x="1824" y="596"/>
                  </a:moveTo>
                  <a:cubicBezTo>
                    <a:pt x="1827" y="593"/>
                    <a:pt x="1832" y="591"/>
                    <a:pt x="1831" y="584"/>
                  </a:cubicBezTo>
                  <a:cubicBezTo>
                    <a:pt x="1861" y="547"/>
                    <a:pt x="1867" y="544"/>
                    <a:pt x="1869" y="540"/>
                  </a:cubicBezTo>
                  <a:cubicBezTo>
                    <a:pt x="1888" y="530"/>
                    <a:pt x="1879" y="535"/>
                    <a:pt x="1880" y="538"/>
                  </a:cubicBezTo>
                  <a:cubicBezTo>
                    <a:pt x="1870" y="552"/>
                    <a:pt x="1866" y="551"/>
                    <a:pt x="1867" y="553"/>
                  </a:cubicBezTo>
                  <a:cubicBezTo>
                    <a:pt x="1850" y="569"/>
                    <a:pt x="1854" y="575"/>
                    <a:pt x="1850" y="576"/>
                  </a:cubicBezTo>
                  <a:cubicBezTo>
                    <a:pt x="1822" y="623"/>
                    <a:pt x="1825" y="632"/>
                    <a:pt x="1818" y="633"/>
                  </a:cubicBezTo>
                  <a:cubicBezTo>
                    <a:pt x="1805" y="665"/>
                    <a:pt x="1801" y="669"/>
                    <a:pt x="1801" y="674"/>
                  </a:cubicBezTo>
                  <a:cubicBezTo>
                    <a:pt x="1786" y="713"/>
                    <a:pt x="1784" y="727"/>
                    <a:pt x="1776" y="736"/>
                  </a:cubicBezTo>
                  <a:cubicBezTo>
                    <a:pt x="1773" y="758"/>
                    <a:pt x="1767" y="757"/>
                    <a:pt x="1768" y="762"/>
                  </a:cubicBezTo>
                  <a:cubicBezTo>
                    <a:pt x="1745" y="811"/>
                    <a:pt x="1743" y="823"/>
                    <a:pt x="1736" y="832"/>
                  </a:cubicBezTo>
                  <a:cubicBezTo>
                    <a:pt x="1737" y="820"/>
                    <a:pt x="1738" y="815"/>
                    <a:pt x="1741" y="813"/>
                  </a:cubicBezTo>
                  <a:cubicBezTo>
                    <a:pt x="1751" y="780"/>
                    <a:pt x="1752" y="770"/>
                    <a:pt x="1754" y="762"/>
                  </a:cubicBezTo>
                  <a:cubicBezTo>
                    <a:pt x="1769" y="712"/>
                    <a:pt x="1770" y="705"/>
                    <a:pt x="1774" y="701"/>
                  </a:cubicBezTo>
                  <a:cubicBezTo>
                    <a:pt x="1782" y="677"/>
                    <a:pt x="1787" y="673"/>
                    <a:pt x="1791" y="669"/>
                  </a:cubicBezTo>
                  <a:cubicBezTo>
                    <a:pt x="1796" y="652"/>
                    <a:pt x="1795" y="650"/>
                    <a:pt x="1796" y="648"/>
                  </a:cubicBezTo>
                  <a:cubicBezTo>
                    <a:pt x="1802" y="634"/>
                    <a:pt x="1807" y="627"/>
                    <a:pt x="1811" y="619"/>
                  </a:cubicBezTo>
                  <a:close/>
                  <a:moveTo>
                    <a:pt x="1818" y="584"/>
                  </a:moveTo>
                  <a:cubicBezTo>
                    <a:pt x="1823" y="584"/>
                    <a:pt x="1819" y="591"/>
                    <a:pt x="1817" y="591"/>
                  </a:cubicBezTo>
                  <a:cubicBezTo>
                    <a:pt x="1813" y="593"/>
                    <a:pt x="1817" y="600"/>
                    <a:pt x="1809" y="599"/>
                  </a:cubicBezTo>
                  <a:cubicBezTo>
                    <a:pt x="1809" y="592"/>
                    <a:pt x="1818" y="591"/>
                    <a:pt x="1818" y="584"/>
                  </a:cubicBezTo>
                  <a:close/>
                  <a:moveTo>
                    <a:pt x="1372" y="654"/>
                  </a:moveTo>
                  <a:cubicBezTo>
                    <a:pt x="1369" y="651"/>
                    <a:pt x="1365" y="650"/>
                    <a:pt x="1362" y="649"/>
                  </a:cubicBezTo>
                  <a:cubicBezTo>
                    <a:pt x="1364" y="641"/>
                    <a:pt x="1368" y="652"/>
                    <a:pt x="1373" y="649"/>
                  </a:cubicBezTo>
                  <a:cubicBezTo>
                    <a:pt x="1376" y="652"/>
                    <a:pt x="1379" y="652"/>
                    <a:pt x="1383" y="654"/>
                  </a:cubicBezTo>
                  <a:cubicBezTo>
                    <a:pt x="1381" y="662"/>
                    <a:pt x="1377" y="650"/>
                    <a:pt x="1372" y="654"/>
                  </a:cubicBezTo>
                  <a:close/>
                  <a:moveTo>
                    <a:pt x="1400" y="662"/>
                  </a:moveTo>
                  <a:cubicBezTo>
                    <a:pt x="1395" y="661"/>
                    <a:pt x="1390" y="659"/>
                    <a:pt x="1386" y="658"/>
                  </a:cubicBezTo>
                  <a:cubicBezTo>
                    <a:pt x="1387" y="652"/>
                    <a:pt x="1393" y="662"/>
                    <a:pt x="1399" y="658"/>
                  </a:cubicBezTo>
                  <a:cubicBezTo>
                    <a:pt x="1402" y="661"/>
                    <a:pt x="1407" y="664"/>
                    <a:pt x="1413" y="664"/>
                  </a:cubicBezTo>
                  <a:cubicBezTo>
                    <a:pt x="1412" y="669"/>
                    <a:pt x="1402" y="664"/>
                    <a:pt x="1400" y="662"/>
                  </a:cubicBezTo>
                  <a:close/>
                  <a:moveTo>
                    <a:pt x="1440" y="675"/>
                  </a:moveTo>
                  <a:cubicBezTo>
                    <a:pt x="1434" y="672"/>
                    <a:pt x="1443" y="674"/>
                    <a:pt x="1446" y="674"/>
                  </a:cubicBezTo>
                  <a:cubicBezTo>
                    <a:pt x="1445" y="678"/>
                    <a:pt x="1442" y="675"/>
                    <a:pt x="1440" y="675"/>
                  </a:cubicBezTo>
                  <a:close/>
                  <a:moveTo>
                    <a:pt x="1398" y="704"/>
                  </a:moveTo>
                  <a:cubicBezTo>
                    <a:pt x="1398" y="699"/>
                    <a:pt x="1406" y="702"/>
                    <a:pt x="1407" y="703"/>
                  </a:cubicBezTo>
                  <a:cubicBezTo>
                    <a:pt x="1407" y="709"/>
                    <a:pt x="1402" y="701"/>
                    <a:pt x="1398" y="704"/>
                  </a:cubicBezTo>
                  <a:close/>
                  <a:moveTo>
                    <a:pt x="1433" y="709"/>
                  </a:moveTo>
                  <a:cubicBezTo>
                    <a:pt x="1426" y="706"/>
                    <a:pt x="1436" y="708"/>
                    <a:pt x="1439" y="708"/>
                  </a:cubicBezTo>
                  <a:cubicBezTo>
                    <a:pt x="1438" y="712"/>
                    <a:pt x="1435" y="709"/>
                    <a:pt x="1433" y="709"/>
                  </a:cubicBezTo>
                  <a:close/>
                  <a:moveTo>
                    <a:pt x="1135" y="916"/>
                  </a:moveTo>
                  <a:cubicBezTo>
                    <a:pt x="1134" y="916"/>
                    <a:pt x="1132" y="916"/>
                    <a:pt x="1131" y="916"/>
                  </a:cubicBezTo>
                  <a:cubicBezTo>
                    <a:pt x="1129" y="912"/>
                    <a:pt x="1133" y="912"/>
                    <a:pt x="1137" y="911"/>
                  </a:cubicBezTo>
                  <a:cubicBezTo>
                    <a:pt x="1137" y="913"/>
                    <a:pt x="1135" y="913"/>
                    <a:pt x="1135" y="916"/>
                  </a:cubicBezTo>
                  <a:close/>
                  <a:moveTo>
                    <a:pt x="1156" y="896"/>
                  </a:moveTo>
                  <a:cubicBezTo>
                    <a:pt x="1150" y="895"/>
                    <a:pt x="1160" y="891"/>
                    <a:pt x="1159" y="887"/>
                  </a:cubicBezTo>
                  <a:cubicBezTo>
                    <a:pt x="1162" y="887"/>
                    <a:pt x="1165" y="886"/>
                    <a:pt x="1165" y="884"/>
                  </a:cubicBezTo>
                  <a:cubicBezTo>
                    <a:pt x="1172" y="888"/>
                    <a:pt x="1156" y="891"/>
                    <a:pt x="1156" y="896"/>
                  </a:cubicBezTo>
                  <a:close/>
                  <a:moveTo>
                    <a:pt x="1242" y="819"/>
                  </a:moveTo>
                  <a:cubicBezTo>
                    <a:pt x="1244" y="815"/>
                    <a:pt x="1243" y="813"/>
                    <a:pt x="1240" y="810"/>
                  </a:cubicBezTo>
                  <a:cubicBezTo>
                    <a:pt x="1230" y="814"/>
                    <a:pt x="1224" y="810"/>
                    <a:pt x="1216" y="810"/>
                  </a:cubicBezTo>
                  <a:cubicBezTo>
                    <a:pt x="1208" y="811"/>
                    <a:pt x="1221" y="804"/>
                    <a:pt x="1220" y="809"/>
                  </a:cubicBezTo>
                  <a:cubicBezTo>
                    <a:pt x="1236" y="806"/>
                    <a:pt x="1246" y="812"/>
                    <a:pt x="1260" y="811"/>
                  </a:cubicBezTo>
                  <a:cubicBezTo>
                    <a:pt x="1258" y="816"/>
                    <a:pt x="1246" y="815"/>
                    <a:pt x="1242" y="819"/>
                  </a:cubicBezTo>
                  <a:close/>
                  <a:moveTo>
                    <a:pt x="1266" y="830"/>
                  </a:moveTo>
                  <a:cubicBezTo>
                    <a:pt x="1267" y="826"/>
                    <a:pt x="1271" y="823"/>
                    <a:pt x="1276" y="822"/>
                  </a:cubicBezTo>
                  <a:cubicBezTo>
                    <a:pt x="1275" y="826"/>
                    <a:pt x="1271" y="828"/>
                    <a:pt x="1266" y="830"/>
                  </a:cubicBezTo>
                  <a:close/>
                  <a:moveTo>
                    <a:pt x="1416" y="743"/>
                  </a:moveTo>
                  <a:cubicBezTo>
                    <a:pt x="1418" y="736"/>
                    <a:pt x="1425" y="744"/>
                    <a:pt x="1432" y="740"/>
                  </a:cubicBezTo>
                  <a:cubicBezTo>
                    <a:pt x="1431" y="749"/>
                    <a:pt x="1421" y="745"/>
                    <a:pt x="1416" y="743"/>
                  </a:cubicBezTo>
                  <a:close/>
                  <a:moveTo>
                    <a:pt x="1655" y="687"/>
                  </a:moveTo>
                  <a:cubicBezTo>
                    <a:pt x="1656" y="691"/>
                    <a:pt x="1654" y="693"/>
                    <a:pt x="1654" y="696"/>
                  </a:cubicBezTo>
                  <a:cubicBezTo>
                    <a:pt x="1650" y="699"/>
                    <a:pt x="1647" y="704"/>
                    <a:pt x="1645" y="709"/>
                  </a:cubicBezTo>
                  <a:cubicBezTo>
                    <a:pt x="1645" y="715"/>
                    <a:pt x="1640" y="718"/>
                    <a:pt x="1639" y="723"/>
                  </a:cubicBezTo>
                  <a:cubicBezTo>
                    <a:pt x="1636" y="727"/>
                    <a:pt x="1636" y="733"/>
                    <a:pt x="1633" y="737"/>
                  </a:cubicBezTo>
                  <a:cubicBezTo>
                    <a:pt x="1630" y="748"/>
                    <a:pt x="1623" y="755"/>
                    <a:pt x="1623" y="768"/>
                  </a:cubicBezTo>
                  <a:cubicBezTo>
                    <a:pt x="1616" y="776"/>
                    <a:pt x="1617" y="789"/>
                    <a:pt x="1610" y="797"/>
                  </a:cubicBezTo>
                  <a:cubicBezTo>
                    <a:pt x="1609" y="821"/>
                    <a:pt x="1604" y="841"/>
                    <a:pt x="1595" y="859"/>
                  </a:cubicBezTo>
                  <a:cubicBezTo>
                    <a:pt x="1596" y="871"/>
                    <a:pt x="1592" y="880"/>
                    <a:pt x="1592" y="891"/>
                  </a:cubicBezTo>
                  <a:cubicBezTo>
                    <a:pt x="1586" y="898"/>
                    <a:pt x="1588" y="910"/>
                    <a:pt x="1583" y="917"/>
                  </a:cubicBezTo>
                  <a:cubicBezTo>
                    <a:pt x="1583" y="928"/>
                    <a:pt x="1578" y="936"/>
                    <a:pt x="1577" y="947"/>
                  </a:cubicBezTo>
                  <a:cubicBezTo>
                    <a:pt x="1576" y="956"/>
                    <a:pt x="1570" y="963"/>
                    <a:pt x="1571" y="974"/>
                  </a:cubicBezTo>
                  <a:cubicBezTo>
                    <a:pt x="1562" y="968"/>
                    <a:pt x="1575" y="961"/>
                    <a:pt x="1569" y="950"/>
                  </a:cubicBezTo>
                  <a:cubicBezTo>
                    <a:pt x="1570" y="943"/>
                    <a:pt x="1571" y="934"/>
                    <a:pt x="1569" y="924"/>
                  </a:cubicBezTo>
                  <a:cubicBezTo>
                    <a:pt x="1572" y="920"/>
                    <a:pt x="1570" y="912"/>
                    <a:pt x="1572" y="908"/>
                  </a:cubicBezTo>
                  <a:cubicBezTo>
                    <a:pt x="1572" y="902"/>
                    <a:pt x="1574" y="897"/>
                    <a:pt x="1577" y="894"/>
                  </a:cubicBezTo>
                  <a:cubicBezTo>
                    <a:pt x="1575" y="882"/>
                    <a:pt x="1582" y="875"/>
                    <a:pt x="1580" y="862"/>
                  </a:cubicBezTo>
                  <a:cubicBezTo>
                    <a:pt x="1585" y="854"/>
                    <a:pt x="1584" y="841"/>
                    <a:pt x="1588" y="832"/>
                  </a:cubicBezTo>
                  <a:cubicBezTo>
                    <a:pt x="1591" y="823"/>
                    <a:pt x="1595" y="814"/>
                    <a:pt x="1596" y="804"/>
                  </a:cubicBezTo>
                  <a:cubicBezTo>
                    <a:pt x="1599" y="800"/>
                    <a:pt x="1599" y="794"/>
                    <a:pt x="1602" y="789"/>
                  </a:cubicBezTo>
                  <a:cubicBezTo>
                    <a:pt x="1603" y="787"/>
                    <a:pt x="1604" y="784"/>
                    <a:pt x="1603" y="780"/>
                  </a:cubicBezTo>
                  <a:cubicBezTo>
                    <a:pt x="1606" y="781"/>
                    <a:pt x="1606" y="778"/>
                    <a:pt x="1606" y="775"/>
                  </a:cubicBezTo>
                  <a:cubicBezTo>
                    <a:pt x="1611" y="767"/>
                    <a:pt x="1612" y="757"/>
                    <a:pt x="1619" y="751"/>
                  </a:cubicBezTo>
                  <a:cubicBezTo>
                    <a:pt x="1619" y="744"/>
                    <a:pt x="1623" y="742"/>
                    <a:pt x="1626" y="739"/>
                  </a:cubicBezTo>
                  <a:cubicBezTo>
                    <a:pt x="1625" y="735"/>
                    <a:pt x="1628" y="734"/>
                    <a:pt x="1627" y="730"/>
                  </a:cubicBezTo>
                  <a:cubicBezTo>
                    <a:pt x="1631" y="730"/>
                    <a:pt x="1630" y="727"/>
                    <a:pt x="1630" y="724"/>
                  </a:cubicBezTo>
                  <a:cubicBezTo>
                    <a:pt x="1636" y="723"/>
                    <a:pt x="1632" y="715"/>
                    <a:pt x="1637" y="712"/>
                  </a:cubicBezTo>
                  <a:cubicBezTo>
                    <a:pt x="1637" y="706"/>
                    <a:pt x="1642" y="705"/>
                    <a:pt x="1641" y="698"/>
                  </a:cubicBezTo>
                  <a:cubicBezTo>
                    <a:pt x="1648" y="694"/>
                    <a:pt x="1652" y="687"/>
                    <a:pt x="1656" y="680"/>
                  </a:cubicBezTo>
                  <a:cubicBezTo>
                    <a:pt x="1661" y="679"/>
                    <a:pt x="1657" y="687"/>
                    <a:pt x="1655" y="687"/>
                  </a:cubicBezTo>
                  <a:close/>
                  <a:moveTo>
                    <a:pt x="2606" y="35"/>
                  </a:moveTo>
                  <a:cubicBezTo>
                    <a:pt x="2599" y="41"/>
                    <a:pt x="2596" y="51"/>
                    <a:pt x="2588" y="56"/>
                  </a:cubicBezTo>
                  <a:cubicBezTo>
                    <a:pt x="2562" y="100"/>
                    <a:pt x="2557" y="112"/>
                    <a:pt x="2547" y="120"/>
                  </a:cubicBezTo>
                  <a:cubicBezTo>
                    <a:pt x="2515" y="157"/>
                    <a:pt x="2517" y="164"/>
                    <a:pt x="2512" y="163"/>
                  </a:cubicBezTo>
                  <a:cubicBezTo>
                    <a:pt x="2498" y="179"/>
                    <a:pt x="2493" y="184"/>
                    <a:pt x="2490" y="189"/>
                  </a:cubicBezTo>
                  <a:cubicBezTo>
                    <a:pt x="2471" y="199"/>
                    <a:pt x="2475" y="208"/>
                    <a:pt x="2469" y="207"/>
                  </a:cubicBezTo>
                  <a:cubicBezTo>
                    <a:pt x="2445" y="224"/>
                    <a:pt x="2450" y="235"/>
                    <a:pt x="2442" y="233"/>
                  </a:cubicBezTo>
                  <a:cubicBezTo>
                    <a:pt x="2418" y="259"/>
                    <a:pt x="2417" y="261"/>
                    <a:pt x="2416" y="261"/>
                  </a:cubicBezTo>
                  <a:cubicBezTo>
                    <a:pt x="2399" y="277"/>
                    <a:pt x="2396" y="284"/>
                    <a:pt x="2392" y="290"/>
                  </a:cubicBezTo>
                  <a:cubicBezTo>
                    <a:pt x="2384" y="304"/>
                    <a:pt x="2387" y="303"/>
                    <a:pt x="2388" y="301"/>
                  </a:cubicBezTo>
                  <a:cubicBezTo>
                    <a:pt x="2423" y="265"/>
                    <a:pt x="2425" y="260"/>
                    <a:pt x="2429" y="257"/>
                  </a:cubicBezTo>
                  <a:cubicBezTo>
                    <a:pt x="2444" y="240"/>
                    <a:pt x="2450" y="237"/>
                    <a:pt x="2453" y="233"/>
                  </a:cubicBezTo>
                  <a:cubicBezTo>
                    <a:pt x="2474" y="214"/>
                    <a:pt x="2481" y="207"/>
                    <a:pt x="2490" y="200"/>
                  </a:cubicBezTo>
                  <a:cubicBezTo>
                    <a:pt x="2538" y="145"/>
                    <a:pt x="2544" y="137"/>
                    <a:pt x="2551" y="131"/>
                  </a:cubicBezTo>
                  <a:cubicBezTo>
                    <a:pt x="2594" y="76"/>
                    <a:pt x="2597" y="66"/>
                    <a:pt x="2602" y="56"/>
                  </a:cubicBezTo>
                  <a:cubicBezTo>
                    <a:pt x="2614" y="35"/>
                    <a:pt x="2615" y="32"/>
                    <a:pt x="2617" y="30"/>
                  </a:cubicBezTo>
                  <a:cubicBezTo>
                    <a:pt x="2632" y="3"/>
                    <a:pt x="2632" y="1"/>
                    <a:pt x="2633" y="0"/>
                  </a:cubicBezTo>
                  <a:cubicBezTo>
                    <a:pt x="2619" y="13"/>
                    <a:pt x="2613" y="14"/>
                    <a:pt x="2612" y="19"/>
                  </a:cubicBezTo>
                  <a:close/>
                  <a:moveTo>
                    <a:pt x="2684" y="26"/>
                  </a:moveTo>
                  <a:cubicBezTo>
                    <a:pt x="2685" y="29"/>
                    <a:pt x="2687" y="30"/>
                    <a:pt x="2687" y="35"/>
                  </a:cubicBezTo>
                  <a:cubicBezTo>
                    <a:pt x="2698" y="65"/>
                    <a:pt x="2702" y="73"/>
                    <a:pt x="2706" y="80"/>
                  </a:cubicBezTo>
                  <a:cubicBezTo>
                    <a:pt x="2728" y="129"/>
                    <a:pt x="2728" y="136"/>
                    <a:pt x="2730" y="141"/>
                  </a:cubicBezTo>
                  <a:cubicBezTo>
                    <a:pt x="2753" y="174"/>
                    <a:pt x="2752" y="178"/>
                    <a:pt x="2754" y="179"/>
                  </a:cubicBezTo>
                  <a:cubicBezTo>
                    <a:pt x="2777" y="216"/>
                    <a:pt x="2779" y="226"/>
                    <a:pt x="2787" y="231"/>
                  </a:cubicBezTo>
                  <a:cubicBezTo>
                    <a:pt x="2810" y="267"/>
                    <a:pt x="2809" y="274"/>
                    <a:pt x="2813" y="277"/>
                  </a:cubicBezTo>
                  <a:cubicBezTo>
                    <a:pt x="2841" y="314"/>
                    <a:pt x="2834" y="311"/>
                    <a:pt x="2833" y="303"/>
                  </a:cubicBezTo>
                  <a:cubicBezTo>
                    <a:pt x="2810" y="258"/>
                    <a:pt x="2808" y="251"/>
                    <a:pt x="2802" y="246"/>
                  </a:cubicBezTo>
                  <a:cubicBezTo>
                    <a:pt x="2778" y="204"/>
                    <a:pt x="2773" y="199"/>
                    <a:pt x="2772" y="192"/>
                  </a:cubicBezTo>
                  <a:cubicBezTo>
                    <a:pt x="2764" y="178"/>
                    <a:pt x="2759" y="179"/>
                    <a:pt x="2759" y="174"/>
                  </a:cubicBezTo>
                  <a:cubicBezTo>
                    <a:pt x="2730" y="126"/>
                    <a:pt x="2729" y="108"/>
                    <a:pt x="2721" y="96"/>
                  </a:cubicBezTo>
                  <a:cubicBezTo>
                    <a:pt x="2698" y="41"/>
                    <a:pt x="2697" y="22"/>
                    <a:pt x="2689" y="11"/>
                  </a:cubicBezTo>
                  <a:cubicBezTo>
                    <a:pt x="2678" y="3"/>
                    <a:pt x="2678" y="6"/>
                    <a:pt x="2680" y="8"/>
                  </a:cubicBezTo>
                  <a:close/>
                  <a:moveTo>
                    <a:pt x="2336" y="19"/>
                  </a:moveTo>
                  <a:cubicBezTo>
                    <a:pt x="2346" y="21"/>
                    <a:pt x="2343" y="8"/>
                    <a:pt x="2351" y="6"/>
                  </a:cubicBezTo>
                  <a:cubicBezTo>
                    <a:pt x="2352" y="5"/>
                    <a:pt x="2354" y="2"/>
                    <a:pt x="2355" y="0"/>
                  </a:cubicBezTo>
                  <a:cubicBezTo>
                    <a:pt x="2349" y="0"/>
                    <a:pt x="2349" y="0"/>
                    <a:pt x="2349" y="0"/>
                  </a:cubicBezTo>
                  <a:cubicBezTo>
                    <a:pt x="2348" y="2"/>
                    <a:pt x="2347" y="3"/>
                    <a:pt x="2346" y="4"/>
                  </a:cubicBezTo>
                  <a:cubicBezTo>
                    <a:pt x="2344" y="5"/>
                    <a:pt x="2342" y="7"/>
                    <a:pt x="2342" y="11"/>
                  </a:cubicBezTo>
                  <a:cubicBezTo>
                    <a:pt x="2340" y="13"/>
                    <a:pt x="2338" y="15"/>
                    <a:pt x="2336" y="17"/>
                  </a:cubicBezTo>
                  <a:cubicBezTo>
                    <a:pt x="2332" y="17"/>
                    <a:pt x="2334" y="23"/>
                    <a:pt x="2331" y="24"/>
                  </a:cubicBezTo>
                  <a:cubicBezTo>
                    <a:pt x="2333" y="30"/>
                    <a:pt x="2327" y="28"/>
                    <a:pt x="2327" y="32"/>
                  </a:cubicBezTo>
                  <a:cubicBezTo>
                    <a:pt x="2334" y="32"/>
                    <a:pt x="2335" y="26"/>
                    <a:pt x="2336" y="19"/>
                  </a:cubicBezTo>
                  <a:close/>
                  <a:moveTo>
                    <a:pt x="2793" y="46"/>
                  </a:moveTo>
                  <a:cubicBezTo>
                    <a:pt x="2793" y="52"/>
                    <a:pt x="2795" y="57"/>
                    <a:pt x="2800" y="59"/>
                  </a:cubicBezTo>
                  <a:cubicBezTo>
                    <a:pt x="2798" y="68"/>
                    <a:pt x="2804" y="69"/>
                    <a:pt x="2804" y="76"/>
                  </a:cubicBezTo>
                  <a:cubicBezTo>
                    <a:pt x="2809" y="78"/>
                    <a:pt x="2806" y="87"/>
                    <a:pt x="2811" y="89"/>
                  </a:cubicBezTo>
                  <a:cubicBezTo>
                    <a:pt x="2812" y="94"/>
                    <a:pt x="2813" y="100"/>
                    <a:pt x="2815" y="104"/>
                  </a:cubicBezTo>
                  <a:cubicBezTo>
                    <a:pt x="2818" y="115"/>
                    <a:pt x="2822" y="123"/>
                    <a:pt x="2824" y="135"/>
                  </a:cubicBezTo>
                  <a:cubicBezTo>
                    <a:pt x="2827" y="138"/>
                    <a:pt x="2827" y="144"/>
                    <a:pt x="2828" y="150"/>
                  </a:cubicBezTo>
                  <a:cubicBezTo>
                    <a:pt x="2830" y="155"/>
                    <a:pt x="2833" y="159"/>
                    <a:pt x="2833" y="165"/>
                  </a:cubicBezTo>
                  <a:cubicBezTo>
                    <a:pt x="2835" y="170"/>
                    <a:pt x="2835" y="176"/>
                    <a:pt x="2837" y="181"/>
                  </a:cubicBezTo>
                  <a:cubicBezTo>
                    <a:pt x="2841" y="184"/>
                    <a:pt x="2836" y="197"/>
                    <a:pt x="2844" y="196"/>
                  </a:cubicBezTo>
                  <a:cubicBezTo>
                    <a:pt x="2842" y="176"/>
                    <a:pt x="2835" y="161"/>
                    <a:pt x="2833" y="141"/>
                  </a:cubicBezTo>
                  <a:cubicBezTo>
                    <a:pt x="2827" y="124"/>
                    <a:pt x="2822" y="107"/>
                    <a:pt x="2817" y="89"/>
                  </a:cubicBezTo>
                  <a:cubicBezTo>
                    <a:pt x="2818" y="84"/>
                    <a:pt x="2821" y="81"/>
                    <a:pt x="2820" y="74"/>
                  </a:cubicBezTo>
                  <a:cubicBezTo>
                    <a:pt x="2815" y="58"/>
                    <a:pt x="2811" y="43"/>
                    <a:pt x="2806" y="28"/>
                  </a:cubicBezTo>
                  <a:cubicBezTo>
                    <a:pt x="2804" y="25"/>
                    <a:pt x="2804" y="20"/>
                    <a:pt x="2802" y="17"/>
                  </a:cubicBezTo>
                  <a:cubicBezTo>
                    <a:pt x="2801" y="13"/>
                    <a:pt x="2801" y="8"/>
                    <a:pt x="2798" y="6"/>
                  </a:cubicBezTo>
                  <a:cubicBezTo>
                    <a:pt x="2798" y="4"/>
                    <a:pt x="2797" y="2"/>
                    <a:pt x="2797" y="0"/>
                  </a:cubicBezTo>
                  <a:cubicBezTo>
                    <a:pt x="2790" y="0"/>
                    <a:pt x="2790" y="0"/>
                    <a:pt x="2790" y="0"/>
                  </a:cubicBezTo>
                  <a:cubicBezTo>
                    <a:pt x="2791" y="4"/>
                    <a:pt x="2792" y="7"/>
                    <a:pt x="2793" y="11"/>
                  </a:cubicBezTo>
                  <a:cubicBezTo>
                    <a:pt x="2797" y="15"/>
                    <a:pt x="2798" y="22"/>
                    <a:pt x="2800" y="28"/>
                  </a:cubicBezTo>
                  <a:cubicBezTo>
                    <a:pt x="2803" y="32"/>
                    <a:pt x="2802" y="40"/>
                    <a:pt x="2806" y="43"/>
                  </a:cubicBezTo>
                  <a:cubicBezTo>
                    <a:pt x="2808" y="56"/>
                    <a:pt x="2814" y="65"/>
                    <a:pt x="2815" y="78"/>
                  </a:cubicBezTo>
                  <a:cubicBezTo>
                    <a:pt x="2806" y="70"/>
                    <a:pt x="2808" y="50"/>
                    <a:pt x="2798" y="43"/>
                  </a:cubicBezTo>
                  <a:cubicBezTo>
                    <a:pt x="2799" y="34"/>
                    <a:pt x="2792" y="32"/>
                    <a:pt x="2789" y="26"/>
                  </a:cubicBezTo>
                  <a:cubicBezTo>
                    <a:pt x="2787" y="20"/>
                    <a:pt x="2782" y="17"/>
                    <a:pt x="2780" y="11"/>
                  </a:cubicBezTo>
                  <a:cubicBezTo>
                    <a:pt x="2778" y="8"/>
                    <a:pt x="2776" y="4"/>
                    <a:pt x="2775" y="0"/>
                  </a:cubicBezTo>
                  <a:cubicBezTo>
                    <a:pt x="2765" y="0"/>
                    <a:pt x="2765" y="0"/>
                    <a:pt x="2765" y="0"/>
                  </a:cubicBezTo>
                  <a:cubicBezTo>
                    <a:pt x="2770" y="7"/>
                    <a:pt x="2773" y="15"/>
                    <a:pt x="2778" y="22"/>
                  </a:cubicBezTo>
                  <a:cubicBezTo>
                    <a:pt x="2783" y="30"/>
                    <a:pt x="2786" y="40"/>
                    <a:pt x="2793" y="46"/>
                  </a:cubicBezTo>
                  <a:close/>
                  <a:moveTo>
                    <a:pt x="2852" y="11"/>
                  </a:moveTo>
                  <a:cubicBezTo>
                    <a:pt x="2852" y="20"/>
                    <a:pt x="2857" y="25"/>
                    <a:pt x="2859" y="32"/>
                  </a:cubicBezTo>
                  <a:cubicBezTo>
                    <a:pt x="2857" y="39"/>
                    <a:pt x="2863" y="39"/>
                    <a:pt x="2861" y="46"/>
                  </a:cubicBezTo>
                  <a:cubicBezTo>
                    <a:pt x="2861" y="51"/>
                    <a:pt x="2862" y="56"/>
                    <a:pt x="2865" y="59"/>
                  </a:cubicBezTo>
                  <a:cubicBezTo>
                    <a:pt x="2867" y="43"/>
                    <a:pt x="2860" y="35"/>
                    <a:pt x="2859" y="22"/>
                  </a:cubicBezTo>
                  <a:cubicBezTo>
                    <a:pt x="2858" y="15"/>
                    <a:pt x="2856" y="10"/>
                    <a:pt x="2854" y="4"/>
                  </a:cubicBezTo>
                  <a:cubicBezTo>
                    <a:pt x="2855" y="2"/>
                    <a:pt x="2854" y="1"/>
                    <a:pt x="2854" y="0"/>
                  </a:cubicBezTo>
                  <a:cubicBezTo>
                    <a:pt x="2849" y="0"/>
                    <a:pt x="2849" y="0"/>
                    <a:pt x="2849" y="0"/>
                  </a:cubicBezTo>
                  <a:cubicBezTo>
                    <a:pt x="2851" y="3"/>
                    <a:pt x="2848" y="10"/>
                    <a:pt x="2852" y="11"/>
                  </a:cubicBezTo>
                  <a:close/>
                  <a:moveTo>
                    <a:pt x="2386" y="46"/>
                  </a:moveTo>
                  <a:cubicBezTo>
                    <a:pt x="2379" y="43"/>
                    <a:pt x="2380" y="49"/>
                    <a:pt x="2377" y="50"/>
                  </a:cubicBezTo>
                  <a:cubicBezTo>
                    <a:pt x="2377" y="53"/>
                    <a:pt x="2370" y="58"/>
                    <a:pt x="2375" y="59"/>
                  </a:cubicBezTo>
                  <a:cubicBezTo>
                    <a:pt x="2383" y="52"/>
                    <a:pt x="2389" y="44"/>
                    <a:pt x="2399" y="39"/>
                  </a:cubicBezTo>
                  <a:cubicBezTo>
                    <a:pt x="2399" y="32"/>
                    <a:pt x="2410" y="36"/>
                    <a:pt x="2410" y="28"/>
                  </a:cubicBezTo>
                  <a:cubicBezTo>
                    <a:pt x="2413" y="28"/>
                    <a:pt x="2413" y="24"/>
                    <a:pt x="2416" y="24"/>
                  </a:cubicBezTo>
                  <a:cubicBezTo>
                    <a:pt x="2420" y="23"/>
                    <a:pt x="2418" y="16"/>
                    <a:pt x="2423" y="17"/>
                  </a:cubicBezTo>
                  <a:cubicBezTo>
                    <a:pt x="2429" y="16"/>
                    <a:pt x="2428" y="8"/>
                    <a:pt x="2436" y="8"/>
                  </a:cubicBezTo>
                  <a:cubicBezTo>
                    <a:pt x="2436" y="5"/>
                    <a:pt x="2438" y="2"/>
                    <a:pt x="2440" y="0"/>
                  </a:cubicBezTo>
                  <a:cubicBezTo>
                    <a:pt x="2432" y="0"/>
                    <a:pt x="2432" y="0"/>
                    <a:pt x="2432" y="0"/>
                  </a:cubicBezTo>
                  <a:cubicBezTo>
                    <a:pt x="2430" y="2"/>
                    <a:pt x="2428" y="3"/>
                    <a:pt x="2427" y="6"/>
                  </a:cubicBezTo>
                  <a:cubicBezTo>
                    <a:pt x="2422" y="10"/>
                    <a:pt x="2417" y="14"/>
                    <a:pt x="2414" y="19"/>
                  </a:cubicBezTo>
                  <a:cubicBezTo>
                    <a:pt x="2406" y="21"/>
                    <a:pt x="2406" y="30"/>
                    <a:pt x="2399" y="32"/>
                  </a:cubicBezTo>
                  <a:cubicBezTo>
                    <a:pt x="2393" y="31"/>
                    <a:pt x="2395" y="37"/>
                    <a:pt x="2392" y="39"/>
                  </a:cubicBezTo>
                  <a:cubicBezTo>
                    <a:pt x="2387" y="39"/>
                    <a:pt x="2385" y="41"/>
                    <a:pt x="2386" y="46"/>
                  </a:cubicBezTo>
                  <a:close/>
                  <a:moveTo>
                    <a:pt x="2569" y="59"/>
                  </a:moveTo>
                  <a:cubicBezTo>
                    <a:pt x="2566" y="59"/>
                    <a:pt x="2566" y="62"/>
                    <a:pt x="2567" y="65"/>
                  </a:cubicBezTo>
                  <a:cubicBezTo>
                    <a:pt x="2549" y="87"/>
                    <a:pt x="2548" y="92"/>
                    <a:pt x="2543" y="93"/>
                  </a:cubicBezTo>
                  <a:cubicBezTo>
                    <a:pt x="2513" y="133"/>
                    <a:pt x="2508" y="135"/>
                    <a:pt x="2508" y="141"/>
                  </a:cubicBezTo>
                  <a:cubicBezTo>
                    <a:pt x="2473" y="177"/>
                    <a:pt x="2469" y="180"/>
                    <a:pt x="2466" y="185"/>
                  </a:cubicBezTo>
                  <a:cubicBezTo>
                    <a:pt x="2441" y="207"/>
                    <a:pt x="2443" y="212"/>
                    <a:pt x="2438" y="211"/>
                  </a:cubicBezTo>
                  <a:cubicBezTo>
                    <a:pt x="2407" y="240"/>
                    <a:pt x="2405" y="242"/>
                    <a:pt x="2405" y="246"/>
                  </a:cubicBezTo>
                  <a:cubicBezTo>
                    <a:pt x="2379" y="268"/>
                    <a:pt x="2378" y="282"/>
                    <a:pt x="2366" y="285"/>
                  </a:cubicBezTo>
                  <a:cubicBezTo>
                    <a:pt x="2344" y="325"/>
                    <a:pt x="2345" y="329"/>
                    <a:pt x="2342" y="329"/>
                  </a:cubicBezTo>
                  <a:cubicBezTo>
                    <a:pt x="2361" y="305"/>
                    <a:pt x="2369" y="301"/>
                    <a:pt x="2370" y="290"/>
                  </a:cubicBezTo>
                  <a:cubicBezTo>
                    <a:pt x="2392" y="267"/>
                    <a:pt x="2393" y="265"/>
                    <a:pt x="2397" y="266"/>
                  </a:cubicBezTo>
                  <a:cubicBezTo>
                    <a:pt x="2413" y="243"/>
                    <a:pt x="2418" y="242"/>
                    <a:pt x="2423" y="240"/>
                  </a:cubicBezTo>
                  <a:cubicBezTo>
                    <a:pt x="2446" y="214"/>
                    <a:pt x="2452" y="213"/>
                    <a:pt x="2455" y="209"/>
                  </a:cubicBezTo>
                  <a:cubicBezTo>
                    <a:pt x="2475" y="187"/>
                    <a:pt x="2477" y="185"/>
                    <a:pt x="2479" y="183"/>
                  </a:cubicBezTo>
                  <a:cubicBezTo>
                    <a:pt x="2492" y="165"/>
                    <a:pt x="2498" y="167"/>
                    <a:pt x="2497" y="161"/>
                  </a:cubicBezTo>
                  <a:cubicBezTo>
                    <a:pt x="2517" y="136"/>
                    <a:pt x="2528" y="137"/>
                    <a:pt x="2527" y="128"/>
                  </a:cubicBezTo>
                  <a:cubicBezTo>
                    <a:pt x="2563" y="79"/>
                    <a:pt x="2568" y="75"/>
                    <a:pt x="2573" y="72"/>
                  </a:cubicBezTo>
                  <a:cubicBezTo>
                    <a:pt x="2585" y="53"/>
                    <a:pt x="2586" y="50"/>
                    <a:pt x="2586" y="46"/>
                  </a:cubicBezTo>
                  <a:cubicBezTo>
                    <a:pt x="2615" y="7"/>
                    <a:pt x="2616" y="4"/>
                    <a:pt x="2617" y="0"/>
                  </a:cubicBezTo>
                  <a:cubicBezTo>
                    <a:pt x="2600" y="13"/>
                    <a:pt x="2595" y="15"/>
                    <a:pt x="2595" y="22"/>
                  </a:cubicBezTo>
                  <a:cubicBezTo>
                    <a:pt x="2579" y="41"/>
                    <a:pt x="2576" y="52"/>
                    <a:pt x="2569" y="59"/>
                  </a:cubicBezTo>
                  <a:close/>
                  <a:moveTo>
                    <a:pt x="2351" y="28"/>
                  </a:moveTo>
                  <a:cubicBezTo>
                    <a:pt x="2351" y="32"/>
                    <a:pt x="2348" y="32"/>
                    <a:pt x="2346" y="35"/>
                  </a:cubicBezTo>
                  <a:cubicBezTo>
                    <a:pt x="2343" y="38"/>
                    <a:pt x="2340" y="42"/>
                    <a:pt x="2338" y="46"/>
                  </a:cubicBezTo>
                  <a:cubicBezTo>
                    <a:pt x="2333" y="44"/>
                    <a:pt x="2331" y="57"/>
                    <a:pt x="2336" y="59"/>
                  </a:cubicBezTo>
                  <a:cubicBezTo>
                    <a:pt x="2341" y="44"/>
                    <a:pt x="2352" y="36"/>
                    <a:pt x="2362" y="26"/>
                  </a:cubicBezTo>
                  <a:cubicBezTo>
                    <a:pt x="2366" y="20"/>
                    <a:pt x="2371" y="15"/>
                    <a:pt x="2377" y="11"/>
                  </a:cubicBezTo>
                  <a:cubicBezTo>
                    <a:pt x="2379" y="8"/>
                    <a:pt x="2383" y="6"/>
                    <a:pt x="2383" y="2"/>
                  </a:cubicBezTo>
                  <a:cubicBezTo>
                    <a:pt x="2385" y="1"/>
                    <a:pt x="2387" y="2"/>
                    <a:pt x="2388" y="0"/>
                  </a:cubicBezTo>
                  <a:cubicBezTo>
                    <a:pt x="2380" y="0"/>
                    <a:pt x="2380" y="0"/>
                    <a:pt x="2380" y="0"/>
                  </a:cubicBezTo>
                  <a:cubicBezTo>
                    <a:pt x="2378" y="2"/>
                    <a:pt x="2375" y="3"/>
                    <a:pt x="2375" y="6"/>
                  </a:cubicBezTo>
                  <a:cubicBezTo>
                    <a:pt x="2369" y="7"/>
                    <a:pt x="2367" y="12"/>
                    <a:pt x="2364" y="15"/>
                  </a:cubicBezTo>
                  <a:cubicBezTo>
                    <a:pt x="2363" y="20"/>
                    <a:pt x="2356" y="19"/>
                    <a:pt x="2357" y="26"/>
                  </a:cubicBezTo>
                  <a:cubicBezTo>
                    <a:pt x="2354" y="26"/>
                    <a:pt x="2353" y="27"/>
                    <a:pt x="2351" y="28"/>
                  </a:cubicBezTo>
                  <a:close/>
                  <a:moveTo>
                    <a:pt x="2438" y="72"/>
                  </a:moveTo>
                  <a:cubicBezTo>
                    <a:pt x="2435" y="76"/>
                    <a:pt x="2432" y="80"/>
                    <a:pt x="2427" y="83"/>
                  </a:cubicBezTo>
                  <a:cubicBezTo>
                    <a:pt x="2425" y="89"/>
                    <a:pt x="2420" y="91"/>
                    <a:pt x="2416" y="96"/>
                  </a:cubicBezTo>
                  <a:cubicBezTo>
                    <a:pt x="2413" y="100"/>
                    <a:pt x="2407" y="101"/>
                    <a:pt x="2405" y="107"/>
                  </a:cubicBezTo>
                  <a:cubicBezTo>
                    <a:pt x="2403" y="112"/>
                    <a:pt x="2397" y="114"/>
                    <a:pt x="2394" y="120"/>
                  </a:cubicBezTo>
                  <a:cubicBezTo>
                    <a:pt x="2388" y="128"/>
                    <a:pt x="2381" y="137"/>
                    <a:pt x="2377" y="148"/>
                  </a:cubicBezTo>
                  <a:cubicBezTo>
                    <a:pt x="2372" y="151"/>
                    <a:pt x="2371" y="158"/>
                    <a:pt x="2368" y="163"/>
                  </a:cubicBezTo>
                  <a:cubicBezTo>
                    <a:pt x="2365" y="163"/>
                    <a:pt x="2367" y="169"/>
                    <a:pt x="2364" y="170"/>
                  </a:cubicBezTo>
                  <a:cubicBezTo>
                    <a:pt x="2362" y="172"/>
                    <a:pt x="2361" y="176"/>
                    <a:pt x="2362" y="181"/>
                  </a:cubicBezTo>
                  <a:cubicBezTo>
                    <a:pt x="2366" y="181"/>
                    <a:pt x="2367" y="179"/>
                    <a:pt x="2366" y="174"/>
                  </a:cubicBezTo>
                  <a:cubicBezTo>
                    <a:pt x="2369" y="173"/>
                    <a:pt x="2370" y="171"/>
                    <a:pt x="2370" y="168"/>
                  </a:cubicBezTo>
                  <a:cubicBezTo>
                    <a:pt x="2377" y="166"/>
                    <a:pt x="2375" y="156"/>
                    <a:pt x="2381" y="155"/>
                  </a:cubicBezTo>
                  <a:cubicBezTo>
                    <a:pt x="2385" y="142"/>
                    <a:pt x="2395" y="136"/>
                    <a:pt x="2399" y="124"/>
                  </a:cubicBezTo>
                  <a:cubicBezTo>
                    <a:pt x="2408" y="118"/>
                    <a:pt x="2413" y="108"/>
                    <a:pt x="2423" y="102"/>
                  </a:cubicBezTo>
                  <a:cubicBezTo>
                    <a:pt x="2424" y="96"/>
                    <a:pt x="2429" y="94"/>
                    <a:pt x="2434" y="91"/>
                  </a:cubicBezTo>
                  <a:cubicBezTo>
                    <a:pt x="2434" y="84"/>
                    <a:pt x="2443" y="85"/>
                    <a:pt x="2445" y="78"/>
                  </a:cubicBezTo>
                  <a:cubicBezTo>
                    <a:pt x="2449" y="76"/>
                    <a:pt x="2453" y="72"/>
                    <a:pt x="2455" y="67"/>
                  </a:cubicBezTo>
                  <a:cubicBezTo>
                    <a:pt x="2456" y="64"/>
                    <a:pt x="2460" y="65"/>
                    <a:pt x="2462" y="63"/>
                  </a:cubicBezTo>
                  <a:cubicBezTo>
                    <a:pt x="2459" y="56"/>
                    <a:pt x="2469" y="61"/>
                    <a:pt x="2466" y="54"/>
                  </a:cubicBezTo>
                  <a:cubicBezTo>
                    <a:pt x="2472" y="53"/>
                    <a:pt x="2475" y="48"/>
                    <a:pt x="2479" y="46"/>
                  </a:cubicBezTo>
                  <a:cubicBezTo>
                    <a:pt x="2479" y="37"/>
                    <a:pt x="2489" y="39"/>
                    <a:pt x="2490" y="32"/>
                  </a:cubicBezTo>
                  <a:cubicBezTo>
                    <a:pt x="2500" y="20"/>
                    <a:pt x="2512" y="11"/>
                    <a:pt x="2523" y="0"/>
                  </a:cubicBezTo>
                  <a:cubicBezTo>
                    <a:pt x="2509" y="0"/>
                    <a:pt x="2509" y="0"/>
                    <a:pt x="2509" y="0"/>
                  </a:cubicBezTo>
                  <a:cubicBezTo>
                    <a:pt x="2508" y="1"/>
                    <a:pt x="2507" y="2"/>
                    <a:pt x="2506" y="2"/>
                  </a:cubicBezTo>
                  <a:cubicBezTo>
                    <a:pt x="2506" y="6"/>
                    <a:pt x="2504" y="8"/>
                    <a:pt x="2501" y="8"/>
                  </a:cubicBezTo>
                  <a:cubicBezTo>
                    <a:pt x="2498" y="9"/>
                    <a:pt x="2500" y="14"/>
                    <a:pt x="2495" y="13"/>
                  </a:cubicBezTo>
                  <a:cubicBezTo>
                    <a:pt x="2494" y="16"/>
                    <a:pt x="2491" y="16"/>
                    <a:pt x="2490" y="19"/>
                  </a:cubicBezTo>
                  <a:cubicBezTo>
                    <a:pt x="2490" y="23"/>
                    <a:pt x="2483" y="21"/>
                    <a:pt x="2484" y="26"/>
                  </a:cubicBezTo>
                  <a:cubicBezTo>
                    <a:pt x="2468" y="41"/>
                    <a:pt x="2454" y="57"/>
                    <a:pt x="2438" y="72"/>
                  </a:cubicBezTo>
                  <a:close/>
                  <a:moveTo>
                    <a:pt x="2508" y="35"/>
                  </a:moveTo>
                  <a:cubicBezTo>
                    <a:pt x="2506" y="40"/>
                    <a:pt x="2501" y="40"/>
                    <a:pt x="2499" y="46"/>
                  </a:cubicBezTo>
                  <a:cubicBezTo>
                    <a:pt x="2484" y="62"/>
                    <a:pt x="2478" y="60"/>
                    <a:pt x="2479" y="65"/>
                  </a:cubicBezTo>
                  <a:cubicBezTo>
                    <a:pt x="2463" y="80"/>
                    <a:pt x="2459" y="80"/>
                    <a:pt x="2458" y="83"/>
                  </a:cubicBezTo>
                  <a:cubicBezTo>
                    <a:pt x="2444" y="102"/>
                    <a:pt x="2434" y="106"/>
                    <a:pt x="2427" y="113"/>
                  </a:cubicBezTo>
                  <a:cubicBezTo>
                    <a:pt x="2414" y="132"/>
                    <a:pt x="2408" y="130"/>
                    <a:pt x="2410" y="135"/>
                  </a:cubicBezTo>
                  <a:cubicBezTo>
                    <a:pt x="2383" y="161"/>
                    <a:pt x="2382" y="173"/>
                    <a:pt x="2375" y="179"/>
                  </a:cubicBezTo>
                  <a:cubicBezTo>
                    <a:pt x="2355" y="218"/>
                    <a:pt x="2355" y="224"/>
                    <a:pt x="2351" y="224"/>
                  </a:cubicBezTo>
                  <a:cubicBezTo>
                    <a:pt x="2344" y="254"/>
                    <a:pt x="2335" y="259"/>
                    <a:pt x="2342" y="261"/>
                  </a:cubicBezTo>
                  <a:cubicBezTo>
                    <a:pt x="2366" y="200"/>
                    <a:pt x="2372" y="200"/>
                    <a:pt x="2373" y="196"/>
                  </a:cubicBezTo>
                  <a:cubicBezTo>
                    <a:pt x="2395" y="169"/>
                    <a:pt x="2391" y="160"/>
                    <a:pt x="2397" y="161"/>
                  </a:cubicBezTo>
                  <a:cubicBezTo>
                    <a:pt x="2420" y="141"/>
                    <a:pt x="2418" y="135"/>
                    <a:pt x="2421" y="133"/>
                  </a:cubicBezTo>
                  <a:cubicBezTo>
                    <a:pt x="2456" y="96"/>
                    <a:pt x="2463" y="93"/>
                    <a:pt x="2466" y="87"/>
                  </a:cubicBezTo>
                  <a:cubicBezTo>
                    <a:pt x="2495" y="64"/>
                    <a:pt x="2495" y="59"/>
                    <a:pt x="2499" y="59"/>
                  </a:cubicBezTo>
                  <a:cubicBezTo>
                    <a:pt x="2518" y="37"/>
                    <a:pt x="2524" y="32"/>
                    <a:pt x="2530" y="28"/>
                  </a:cubicBezTo>
                  <a:cubicBezTo>
                    <a:pt x="2545" y="8"/>
                    <a:pt x="2549" y="7"/>
                    <a:pt x="2551" y="4"/>
                  </a:cubicBezTo>
                  <a:cubicBezTo>
                    <a:pt x="2541" y="2"/>
                    <a:pt x="2540" y="3"/>
                    <a:pt x="2538" y="4"/>
                  </a:cubicBezTo>
                  <a:close/>
                  <a:moveTo>
                    <a:pt x="3098" y="2129"/>
                  </a:moveTo>
                  <a:cubicBezTo>
                    <a:pt x="3093" y="2124"/>
                    <a:pt x="3098" y="2119"/>
                    <a:pt x="3093" y="2113"/>
                  </a:cubicBezTo>
                  <a:cubicBezTo>
                    <a:pt x="3086" y="2064"/>
                    <a:pt x="3077" y="2058"/>
                    <a:pt x="3079" y="2054"/>
                  </a:cubicBezTo>
                  <a:cubicBezTo>
                    <a:pt x="3040" y="1980"/>
                    <a:pt x="3047" y="1984"/>
                    <a:pt x="3048" y="1988"/>
                  </a:cubicBezTo>
                  <a:cubicBezTo>
                    <a:pt x="3064" y="2024"/>
                    <a:pt x="3062" y="2030"/>
                    <a:pt x="3069" y="2036"/>
                  </a:cubicBezTo>
                  <a:cubicBezTo>
                    <a:pt x="3073" y="2062"/>
                    <a:pt x="3074" y="2065"/>
                    <a:pt x="3078" y="2069"/>
                  </a:cubicBezTo>
                  <a:cubicBezTo>
                    <a:pt x="3075" y="2066"/>
                    <a:pt x="3067" y="2062"/>
                    <a:pt x="3071" y="2058"/>
                  </a:cubicBezTo>
                  <a:cubicBezTo>
                    <a:pt x="3019" y="1980"/>
                    <a:pt x="3021" y="1968"/>
                    <a:pt x="3011" y="1974"/>
                  </a:cubicBezTo>
                  <a:cubicBezTo>
                    <a:pt x="3035" y="2011"/>
                    <a:pt x="3044" y="2015"/>
                    <a:pt x="3046" y="2019"/>
                  </a:cubicBezTo>
                  <a:cubicBezTo>
                    <a:pt x="3060" y="2063"/>
                    <a:pt x="3065" y="2068"/>
                    <a:pt x="3067" y="2073"/>
                  </a:cubicBezTo>
                  <a:cubicBezTo>
                    <a:pt x="3073" y="2103"/>
                    <a:pt x="3074" y="2105"/>
                    <a:pt x="3071" y="2107"/>
                  </a:cubicBezTo>
                  <a:cubicBezTo>
                    <a:pt x="3078" y="2130"/>
                    <a:pt x="3077" y="2132"/>
                    <a:pt x="3077" y="2134"/>
                  </a:cubicBezTo>
                  <a:cubicBezTo>
                    <a:pt x="3065" y="2103"/>
                    <a:pt x="3062" y="2098"/>
                    <a:pt x="3061" y="2093"/>
                  </a:cubicBezTo>
                  <a:cubicBezTo>
                    <a:pt x="3054" y="2074"/>
                    <a:pt x="3050" y="2071"/>
                    <a:pt x="3051" y="2069"/>
                  </a:cubicBezTo>
                  <a:cubicBezTo>
                    <a:pt x="2992" y="2001"/>
                    <a:pt x="2987" y="1997"/>
                    <a:pt x="2983" y="1990"/>
                  </a:cubicBezTo>
                  <a:cubicBezTo>
                    <a:pt x="3043" y="2076"/>
                    <a:pt x="3050" y="2086"/>
                    <a:pt x="3056" y="2097"/>
                  </a:cubicBezTo>
                  <a:cubicBezTo>
                    <a:pt x="3062" y="2124"/>
                    <a:pt x="3060" y="2124"/>
                    <a:pt x="3060" y="2125"/>
                  </a:cubicBezTo>
                  <a:cubicBezTo>
                    <a:pt x="3064" y="2144"/>
                    <a:pt x="3068" y="2146"/>
                    <a:pt x="3068" y="2147"/>
                  </a:cubicBezTo>
                  <a:cubicBezTo>
                    <a:pt x="3078" y="2160"/>
                    <a:pt x="3078" y="2160"/>
                    <a:pt x="3078" y="2160"/>
                  </a:cubicBezTo>
                  <a:cubicBezTo>
                    <a:pt x="3079" y="2148"/>
                    <a:pt x="3079" y="2154"/>
                    <a:pt x="3079" y="2160"/>
                  </a:cubicBezTo>
                  <a:cubicBezTo>
                    <a:pt x="3087" y="2158"/>
                    <a:pt x="3088" y="2155"/>
                    <a:pt x="3088" y="2153"/>
                  </a:cubicBezTo>
                  <a:cubicBezTo>
                    <a:pt x="3082" y="2102"/>
                    <a:pt x="3079" y="2093"/>
                    <a:pt x="3077" y="2085"/>
                  </a:cubicBezTo>
                  <a:cubicBezTo>
                    <a:pt x="3087" y="2106"/>
                    <a:pt x="3084" y="2112"/>
                    <a:pt x="3088" y="2118"/>
                  </a:cubicBezTo>
                  <a:cubicBezTo>
                    <a:pt x="3091" y="2155"/>
                    <a:pt x="3092" y="2158"/>
                    <a:pt x="3093" y="2160"/>
                  </a:cubicBezTo>
                  <a:cubicBezTo>
                    <a:pt x="3101" y="2149"/>
                    <a:pt x="3096" y="2139"/>
                    <a:pt x="3098" y="2129"/>
                  </a:cubicBezTo>
                  <a:close/>
                  <a:moveTo>
                    <a:pt x="2730" y="4"/>
                  </a:moveTo>
                  <a:cubicBezTo>
                    <a:pt x="2730" y="10"/>
                    <a:pt x="2731" y="13"/>
                    <a:pt x="2735" y="15"/>
                  </a:cubicBezTo>
                  <a:cubicBezTo>
                    <a:pt x="2759" y="58"/>
                    <a:pt x="2759" y="68"/>
                    <a:pt x="2765" y="72"/>
                  </a:cubicBezTo>
                  <a:cubicBezTo>
                    <a:pt x="2788" y="115"/>
                    <a:pt x="2789" y="123"/>
                    <a:pt x="2793" y="128"/>
                  </a:cubicBezTo>
                  <a:cubicBezTo>
                    <a:pt x="2807" y="153"/>
                    <a:pt x="2810" y="159"/>
                    <a:pt x="2815" y="163"/>
                  </a:cubicBezTo>
                  <a:cubicBezTo>
                    <a:pt x="2837" y="203"/>
                    <a:pt x="2835" y="211"/>
                    <a:pt x="2839" y="211"/>
                  </a:cubicBezTo>
                  <a:cubicBezTo>
                    <a:pt x="2837" y="204"/>
                    <a:pt x="2837" y="199"/>
                    <a:pt x="2837" y="194"/>
                  </a:cubicBezTo>
                  <a:cubicBezTo>
                    <a:pt x="2804" y="142"/>
                    <a:pt x="2807" y="132"/>
                    <a:pt x="2802" y="131"/>
                  </a:cubicBezTo>
                  <a:cubicBezTo>
                    <a:pt x="2780" y="92"/>
                    <a:pt x="2781" y="90"/>
                    <a:pt x="2780" y="89"/>
                  </a:cubicBezTo>
                  <a:cubicBezTo>
                    <a:pt x="2772" y="61"/>
                    <a:pt x="2764" y="63"/>
                    <a:pt x="2765" y="56"/>
                  </a:cubicBezTo>
                  <a:cubicBezTo>
                    <a:pt x="2742" y="16"/>
                    <a:pt x="2749" y="13"/>
                    <a:pt x="2741" y="13"/>
                  </a:cubicBezTo>
                  <a:cubicBezTo>
                    <a:pt x="2727" y="2"/>
                    <a:pt x="2728" y="4"/>
                    <a:pt x="2730" y="4"/>
                  </a:cubicBezTo>
                  <a:close/>
                  <a:moveTo>
                    <a:pt x="2729" y="2032"/>
                  </a:moveTo>
                  <a:cubicBezTo>
                    <a:pt x="2713" y="2020"/>
                    <a:pt x="2697" y="2002"/>
                    <a:pt x="2681" y="1987"/>
                  </a:cubicBezTo>
                  <a:cubicBezTo>
                    <a:pt x="2676" y="1986"/>
                    <a:pt x="2671" y="1980"/>
                    <a:pt x="2665" y="1978"/>
                  </a:cubicBezTo>
                  <a:cubicBezTo>
                    <a:pt x="2660" y="1970"/>
                    <a:pt x="2655" y="1972"/>
                    <a:pt x="2650" y="1965"/>
                  </a:cubicBezTo>
                  <a:cubicBezTo>
                    <a:pt x="2648" y="1962"/>
                    <a:pt x="2645" y="1963"/>
                    <a:pt x="2643" y="1960"/>
                  </a:cubicBezTo>
                  <a:cubicBezTo>
                    <a:pt x="2642" y="1961"/>
                    <a:pt x="2634" y="1956"/>
                    <a:pt x="2637" y="1962"/>
                  </a:cubicBezTo>
                  <a:cubicBezTo>
                    <a:pt x="2645" y="1963"/>
                    <a:pt x="2653" y="1974"/>
                    <a:pt x="2662" y="1978"/>
                  </a:cubicBezTo>
                  <a:cubicBezTo>
                    <a:pt x="2672" y="1992"/>
                    <a:pt x="2683" y="1992"/>
                    <a:pt x="2693" y="2006"/>
                  </a:cubicBezTo>
                  <a:cubicBezTo>
                    <a:pt x="2696" y="2004"/>
                    <a:pt x="2694" y="2010"/>
                    <a:pt x="2697" y="2008"/>
                  </a:cubicBezTo>
                  <a:cubicBezTo>
                    <a:pt x="2699" y="2011"/>
                    <a:pt x="2702" y="2014"/>
                    <a:pt x="2704" y="2016"/>
                  </a:cubicBezTo>
                  <a:cubicBezTo>
                    <a:pt x="2709" y="2024"/>
                    <a:pt x="2715" y="2026"/>
                    <a:pt x="2720" y="2031"/>
                  </a:cubicBezTo>
                  <a:cubicBezTo>
                    <a:pt x="2743" y="2058"/>
                    <a:pt x="2766" y="2084"/>
                    <a:pt x="2789" y="2110"/>
                  </a:cubicBezTo>
                  <a:cubicBezTo>
                    <a:pt x="2794" y="2119"/>
                    <a:pt x="2805" y="2136"/>
                    <a:pt x="2811" y="2146"/>
                  </a:cubicBezTo>
                  <a:cubicBezTo>
                    <a:pt x="2815" y="2150"/>
                    <a:pt x="2819" y="2155"/>
                    <a:pt x="2822" y="2160"/>
                  </a:cubicBezTo>
                  <a:cubicBezTo>
                    <a:pt x="2833" y="2160"/>
                    <a:pt x="2833" y="2160"/>
                    <a:pt x="2833" y="2160"/>
                  </a:cubicBezTo>
                  <a:cubicBezTo>
                    <a:pt x="2819" y="2141"/>
                    <a:pt x="2808" y="2121"/>
                    <a:pt x="2793" y="2101"/>
                  </a:cubicBezTo>
                  <a:cubicBezTo>
                    <a:pt x="2769" y="2071"/>
                    <a:pt x="2752" y="2059"/>
                    <a:pt x="2729" y="2032"/>
                  </a:cubicBezTo>
                  <a:close/>
                  <a:moveTo>
                    <a:pt x="2593" y="2068"/>
                  </a:moveTo>
                  <a:cubicBezTo>
                    <a:pt x="2590" y="2060"/>
                    <a:pt x="2586" y="2052"/>
                    <a:pt x="2577" y="2043"/>
                  </a:cubicBezTo>
                  <a:cubicBezTo>
                    <a:pt x="2574" y="2034"/>
                    <a:pt x="2569" y="2024"/>
                    <a:pt x="2561" y="2015"/>
                  </a:cubicBezTo>
                  <a:cubicBezTo>
                    <a:pt x="2556" y="2010"/>
                    <a:pt x="2562" y="2004"/>
                    <a:pt x="2554" y="2003"/>
                  </a:cubicBezTo>
                  <a:cubicBezTo>
                    <a:pt x="2558" y="1999"/>
                    <a:pt x="2542" y="1993"/>
                    <a:pt x="2547" y="1989"/>
                  </a:cubicBezTo>
                  <a:cubicBezTo>
                    <a:pt x="2539" y="1985"/>
                    <a:pt x="2535" y="1972"/>
                    <a:pt x="2527" y="1963"/>
                  </a:cubicBezTo>
                  <a:cubicBezTo>
                    <a:pt x="2522" y="1953"/>
                    <a:pt x="2513" y="1943"/>
                    <a:pt x="2507" y="1934"/>
                  </a:cubicBezTo>
                  <a:cubicBezTo>
                    <a:pt x="2502" y="1938"/>
                    <a:pt x="2505" y="1942"/>
                    <a:pt x="2510" y="1946"/>
                  </a:cubicBezTo>
                  <a:cubicBezTo>
                    <a:pt x="2509" y="1950"/>
                    <a:pt x="2514" y="1955"/>
                    <a:pt x="2518" y="1959"/>
                  </a:cubicBezTo>
                  <a:cubicBezTo>
                    <a:pt x="2522" y="1968"/>
                    <a:pt x="2528" y="1977"/>
                    <a:pt x="2536" y="1987"/>
                  </a:cubicBezTo>
                  <a:cubicBezTo>
                    <a:pt x="2535" y="1994"/>
                    <a:pt x="2547" y="2003"/>
                    <a:pt x="2549" y="2011"/>
                  </a:cubicBezTo>
                  <a:cubicBezTo>
                    <a:pt x="2552" y="2015"/>
                    <a:pt x="2550" y="2018"/>
                    <a:pt x="2556" y="2022"/>
                  </a:cubicBezTo>
                  <a:cubicBezTo>
                    <a:pt x="2553" y="2026"/>
                    <a:pt x="2564" y="2031"/>
                    <a:pt x="2561" y="2035"/>
                  </a:cubicBezTo>
                  <a:cubicBezTo>
                    <a:pt x="2574" y="2053"/>
                    <a:pt x="2580" y="2063"/>
                    <a:pt x="2590" y="2081"/>
                  </a:cubicBezTo>
                  <a:cubicBezTo>
                    <a:pt x="2617" y="2114"/>
                    <a:pt x="2628" y="2123"/>
                    <a:pt x="2652" y="2158"/>
                  </a:cubicBezTo>
                  <a:cubicBezTo>
                    <a:pt x="2653" y="2159"/>
                    <a:pt x="2654" y="2160"/>
                    <a:pt x="2655" y="2160"/>
                  </a:cubicBezTo>
                  <a:cubicBezTo>
                    <a:pt x="2668" y="2160"/>
                    <a:pt x="2668" y="2160"/>
                    <a:pt x="2668" y="2160"/>
                  </a:cubicBezTo>
                  <a:cubicBezTo>
                    <a:pt x="2649" y="2138"/>
                    <a:pt x="2635" y="2118"/>
                    <a:pt x="2614" y="2095"/>
                  </a:cubicBezTo>
                  <a:cubicBezTo>
                    <a:pt x="2611" y="2088"/>
                    <a:pt x="2603" y="2079"/>
                    <a:pt x="2593" y="2068"/>
                  </a:cubicBezTo>
                  <a:close/>
                  <a:moveTo>
                    <a:pt x="2526" y="2071"/>
                  </a:moveTo>
                  <a:cubicBezTo>
                    <a:pt x="2526" y="2071"/>
                    <a:pt x="2524" y="2072"/>
                    <a:pt x="2524" y="2072"/>
                  </a:cubicBezTo>
                  <a:cubicBezTo>
                    <a:pt x="2524" y="2072"/>
                    <a:pt x="2519" y="2060"/>
                    <a:pt x="2519" y="2060"/>
                  </a:cubicBezTo>
                  <a:cubicBezTo>
                    <a:pt x="2518" y="2058"/>
                    <a:pt x="2517" y="2058"/>
                    <a:pt x="2516" y="2056"/>
                  </a:cubicBezTo>
                  <a:cubicBezTo>
                    <a:pt x="2506" y="2038"/>
                    <a:pt x="2496" y="2020"/>
                    <a:pt x="2481" y="2000"/>
                  </a:cubicBezTo>
                  <a:cubicBezTo>
                    <a:pt x="2460" y="1977"/>
                    <a:pt x="2453" y="1962"/>
                    <a:pt x="2430" y="1938"/>
                  </a:cubicBezTo>
                  <a:cubicBezTo>
                    <a:pt x="2422" y="1935"/>
                    <a:pt x="2415" y="1922"/>
                    <a:pt x="2408" y="1922"/>
                  </a:cubicBezTo>
                  <a:cubicBezTo>
                    <a:pt x="2410" y="1925"/>
                    <a:pt x="2411" y="1927"/>
                    <a:pt x="2413" y="1929"/>
                  </a:cubicBezTo>
                  <a:cubicBezTo>
                    <a:pt x="2415" y="1931"/>
                    <a:pt x="2418" y="1930"/>
                    <a:pt x="2416" y="1932"/>
                  </a:cubicBezTo>
                  <a:cubicBezTo>
                    <a:pt x="2421" y="1940"/>
                    <a:pt x="2420" y="1938"/>
                    <a:pt x="2426" y="1944"/>
                  </a:cubicBezTo>
                  <a:cubicBezTo>
                    <a:pt x="2435" y="1954"/>
                    <a:pt x="2444" y="1964"/>
                    <a:pt x="2452" y="1973"/>
                  </a:cubicBezTo>
                  <a:cubicBezTo>
                    <a:pt x="2451" y="1975"/>
                    <a:pt x="2451" y="1975"/>
                    <a:pt x="2452" y="1976"/>
                  </a:cubicBezTo>
                  <a:cubicBezTo>
                    <a:pt x="2455" y="1979"/>
                    <a:pt x="2459" y="1978"/>
                    <a:pt x="2458" y="1983"/>
                  </a:cubicBezTo>
                  <a:cubicBezTo>
                    <a:pt x="2462" y="1988"/>
                    <a:pt x="2466" y="1993"/>
                    <a:pt x="2471" y="1998"/>
                  </a:cubicBezTo>
                  <a:cubicBezTo>
                    <a:pt x="2468" y="2002"/>
                    <a:pt x="2478" y="2008"/>
                    <a:pt x="2480" y="2012"/>
                  </a:cubicBezTo>
                  <a:cubicBezTo>
                    <a:pt x="2478" y="2017"/>
                    <a:pt x="2488" y="2022"/>
                    <a:pt x="2490" y="2027"/>
                  </a:cubicBezTo>
                  <a:cubicBezTo>
                    <a:pt x="2495" y="2040"/>
                    <a:pt x="2506" y="2054"/>
                    <a:pt x="2511" y="2067"/>
                  </a:cubicBezTo>
                  <a:cubicBezTo>
                    <a:pt x="2516" y="2080"/>
                    <a:pt x="2531" y="2094"/>
                    <a:pt x="2534" y="2107"/>
                  </a:cubicBezTo>
                  <a:cubicBezTo>
                    <a:pt x="2540" y="2104"/>
                    <a:pt x="2536" y="2112"/>
                    <a:pt x="2540" y="2114"/>
                  </a:cubicBezTo>
                  <a:cubicBezTo>
                    <a:pt x="2544" y="2118"/>
                    <a:pt x="2540" y="2119"/>
                    <a:pt x="2546" y="2120"/>
                  </a:cubicBezTo>
                  <a:cubicBezTo>
                    <a:pt x="2542" y="2123"/>
                    <a:pt x="2550" y="2127"/>
                    <a:pt x="2551" y="2130"/>
                  </a:cubicBezTo>
                  <a:cubicBezTo>
                    <a:pt x="2557" y="2134"/>
                    <a:pt x="2555" y="2137"/>
                    <a:pt x="2558" y="2141"/>
                  </a:cubicBezTo>
                  <a:cubicBezTo>
                    <a:pt x="2564" y="2148"/>
                    <a:pt x="2569" y="2154"/>
                    <a:pt x="2573" y="2160"/>
                  </a:cubicBezTo>
                  <a:cubicBezTo>
                    <a:pt x="2586" y="2160"/>
                    <a:pt x="2586" y="2160"/>
                    <a:pt x="2586" y="2160"/>
                  </a:cubicBezTo>
                  <a:cubicBezTo>
                    <a:pt x="2570" y="2139"/>
                    <a:pt x="2553" y="2118"/>
                    <a:pt x="2541" y="2095"/>
                  </a:cubicBezTo>
                  <a:cubicBezTo>
                    <a:pt x="2533" y="2089"/>
                    <a:pt x="2531" y="2079"/>
                    <a:pt x="2526" y="2071"/>
                  </a:cubicBezTo>
                  <a:close/>
                  <a:moveTo>
                    <a:pt x="2594" y="2142"/>
                  </a:moveTo>
                  <a:cubicBezTo>
                    <a:pt x="2588" y="2138"/>
                    <a:pt x="2596" y="2135"/>
                    <a:pt x="2590" y="2131"/>
                  </a:cubicBezTo>
                  <a:cubicBezTo>
                    <a:pt x="2586" y="2134"/>
                    <a:pt x="2585" y="2126"/>
                    <a:pt x="2584" y="2124"/>
                  </a:cubicBezTo>
                  <a:cubicBezTo>
                    <a:pt x="2581" y="2120"/>
                    <a:pt x="2578" y="2123"/>
                    <a:pt x="2575" y="2118"/>
                  </a:cubicBezTo>
                  <a:cubicBezTo>
                    <a:pt x="2581" y="2115"/>
                    <a:pt x="2567" y="2111"/>
                    <a:pt x="2573" y="2108"/>
                  </a:cubicBezTo>
                  <a:cubicBezTo>
                    <a:pt x="2572" y="2105"/>
                    <a:pt x="2564" y="2101"/>
                    <a:pt x="2567" y="2098"/>
                  </a:cubicBezTo>
                  <a:cubicBezTo>
                    <a:pt x="2564" y="2092"/>
                    <a:pt x="2558" y="2085"/>
                    <a:pt x="2556" y="2079"/>
                  </a:cubicBezTo>
                  <a:cubicBezTo>
                    <a:pt x="2545" y="2066"/>
                    <a:pt x="2543" y="2053"/>
                    <a:pt x="2530" y="2039"/>
                  </a:cubicBezTo>
                  <a:cubicBezTo>
                    <a:pt x="2520" y="2018"/>
                    <a:pt x="2508" y="1996"/>
                    <a:pt x="2494" y="1975"/>
                  </a:cubicBezTo>
                  <a:cubicBezTo>
                    <a:pt x="2486" y="1969"/>
                    <a:pt x="2487" y="1968"/>
                    <a:pt x="2481" y="1960"/>
                  </a:cubicBezTo>
                  <a:cubicBezTo>
                    <a:pt x="2474" y="1955"/>
                    <a:pt x="2476" y="1956"/>
                    <a:pt x="2469" y="1950"/>
                  </a:cubicBezTo>
                  <a:cubicBezTo>
                    <a:pt x="2464" y="1944"/>
                    <a:pt x="2459" y="1938"/>
                    <a:pt x="2453" y="1932"/>
                  </a:cubicBezTo>
                  <a:cubicBezTo>
                    <a:pt x="2450" y="1930"/>
                    <a:pt x="2448" y="1922"/>
                    <a:pt x="2445" y="1925"/>
                  </a:cubicBezTo>
                  <a:cubicBezTo>
                    <a:pt x="2442" y="1923"/>
                    <a:pt x="2439" y="1915"/>
                    <a:pt x="2436" y="1918"/>
                  </a:cubicBezTo>
                  <a:cubicBezTo>
                    <a:pt x="2438" y="1927"/>
                    <a:pt x="2447" y="1931"/>
                    <a:pt x="2453" y="1938"/>
                  </a:cubicBezTo>
                  <a:cubicBezTo>
                    <a:pt x="2469" y="1956"/>
                    <a:pt x="2486" y="1976"/>
                    <a:pt x="2499" y="1993"/>
                  </a:cubicBezTo>
                  <a:cubicBezTo>
                    <a:pt x="2501" y="2004"/>
                    <a:pt x="2507" y="2011"/>
                    <a:pt x="2511" y="2017"/>
                  </a:cubicBezTo>
                  <a:cubicBezTo>
                    <a:pt x="2515" y="2027"/>
                    <a:pt x="2522" y="2037"/>
                    <a:pt x="2525" y="2046"/>
                  </a:cubicBezTo>
                  <a:cubicBezTo>
                    <a:pt x="2532" y="2052"/>
                    <a:pt x="2530" y="2058"/>
                    <a:pt x="2537" y="2064"/>
                  </a:cubicBezTo>
                  <a:cubicBezTo>
                    <a:pt x="2536" y="2070"/>
                    <a:pt x="2547" y="2077"/>
                    <a:pt x="2545" y="2083"/>
                  </a:cubicBezTo>
                  <a:cubicBezTo>
                    <a:pt x="2554" y="2096"/>
                    <a:pt x="2560" y="2108"/>
                    <a:pt x="2566" y="2120"/>
                  </a:cubicBezTo>
                  <a:cubicBezTo>
                    <a:pt x="2570" y="2125"/>
                    <a:pt x="2575" y="2130"/>
                    <a:pt x="2579" y="2135"/>
                  </a:cubicBezTo>
                  <a:cubicBezTo>
                    <a:pt x="2583" y="2143"/>
                    <a:pt x="2590" y="2152"/>
                    <a:pt x="2595" y="2160"/>
                  </a:cubicBezTo>
                  <a:cubicBezTo>
                    <a:pt x="2607" y="2160"/>
                    <a:pt x="2607" y="2160"/>
                    <a:pt x="2607" y="2160"/>
                  </a:cubicBezTo>
                  <a:cubicBezTo>
                    <a:pt x="2605" y="2158"/>
                    <a:pt x="2603" y="2156"/>
                    <a:pt x="2601" y="2153"/>
                  </a:cubicBezTo>
                  <a:cubicBezTo>
                    <a:pt x="2601" y="2150"/>
                    <a:pt x="2598" y="2146"/>
                    <a:pt x="2594" y="2142"/>
                  </a:cubicBezTo>
                  <a:close/>
                  <a:moveTo>
                    <a:pt x="2754" y="2103"/>
                  </a:moveTo>
                  <a:cubicBezTo>
                    <a:pt x="2742" y="2089"/>
                    <a:pt x="2730" y="2080"/>
                    <a:pt x="2724" y="2069"/>
                  </a:cubicBezTo>
                  <a:cubicBezTo>
                    <a:pt x="2673" y="2020"/>
                    <a:pt x="2658" y="2006"/>
                    <a:pt x="2642" y="1992"/>
                  </a:cubicBezTo>
                  <a:cubicBezTo>
                    <a:pt x="2611" y="1967"/>
                    <a:pt x="2603" y="1971"/>
                    <a:pt x="2595" y="1958"/>
                  </a:cubicBezTo>
                  <a:cubicBezTo>
                    <a:pt x="2552" y="1947"/>
                    <a:pt x="2570" y="1954"/>
                    <a:pt x="2579" y="1969"/>
                  </a:cubicBezTo>
                  <a:cubicBezTo>
                    <a:pt x="2603" y="1993"/>
                    <a:pt x="2607" y="1992"/>
                    <a:pt x="2605" y="1996"/>
                  </a:cubicBezTo>
                  <a:cubicBezTo>
                    <a:pt x="2621" y="2013"/>
                    <a:pt x="2630" y="2011"/>
                    <a:pt x="2630" y="2018"/>
                  </a:cubicBezTo>
                  <a:cubicBezTo>
                    <a:pt x="2705" y="2088"/>
                    <a:pt x="2711" y="2097"/>
                    <a:pt x="2730" y="2115"/>
                  </a:cubicBezTo>
                  <a:cubicBezTo>
                    <a:pt x="2774" y="2160"/>
                    <a:pt x="2774" y="2160"/>
                    <a:pt x="2774" y="2160"/>
                  </a:cubicBezTo>
                  <a:cubicBezTo>
                    <a:pt x="2687" y="2056"/>
                    <a:pt x="2675" y="2048"/>
                    <a:pt x="2664" y="2034"/>
                  </a:cubicBezTo>
                  <a:cubicBezTo>
                    <a:pt x="2639" y="2016"/>
                    <a:pt x="2640" y="2011"/>
                    <a:pt x="2634" y="2009"/>
                  </a:cubicBezTo>
                  <a:cubicBezTo>
                    <a:pt x="2590" y="1961"/>
                    <a:pt x="2592" y="1965"/>
                    <a:pt x="2595" y="1967"/>
                  </a:cubicBezTo>
                  <a:cubicBezTo>
                    <a:pt x="2643" y="2000"/>
                    <a:pt x="2660" y="2019"/>
                    <a:pt x="2677" y="2032"/>
                  </a:cubicBezTo>
                  <a:cubicBezTo>
                    <a:pt x="2722" y="2081"/>
                    <a:pt x="2728" y="2091"/>
                    <a:pt x="2740" y="2104"/>
                  </a:cubicBezTo>
                  <a:cubicBezTo>
                    <a:pt x="2743" y="2107"/>
                    <a:pt x="2746" y="2106"/>
                    <a:pt x="2746" y="2107"/>
                  </a:cubicBezTo>
                  <a:cubicBezTo>
                    <a:pt x="2776" y="2144"/>
                    <a:pt x="2782" y="2152"/>
                    <a:pt x="2788" y="2160"/>
                  </a:cubicBezTo>
                  <a:cubicBezTo>
                    <a:pt x="2766" y="2118"/>
                    <a:pt x="2761" y="2111"/>
                    <a:pt x="2754" y="2103"/>
                  </a:cubicBezTo>
                  <a:close/>
                  <a:moveTo>
                    <a:pt x="2693" y="2110"/>
                  </a:moveTo>
                  <a:cubicBezTo>
                    <a:pt x="2696" y="2104"/>
                    <a:pt x="2682" y="2098"/>
                    <a:pt x="2684" y="2092"/>
                  </a:cubicBezTo>
                  <a:cubicBezTo>
                    <a:pt x="2662" y="2071"/>
                    <a:pt x="2655" y="2066"/>
                    <a:pt x="2644" y="2057"/>
                  </a:cubicBezTo>
                  <a:cubicBezTo>
                    <a:pt x="2578" y="1981"/>
                    <a:pt x="2570" y="1972"/>
                    <a:pt x="2560" y="1960"/>
                  </a:cubicBezTo>
                  <a:cubicBezTo>
                    <a:pt x="2548" y="1932"/>
                    <a:pt x="2535" y="1928"/>
                    <a:pt x="2540" y="1925"/>
                  </a:cubicBezTo>
                  <a:cubicBezTo>
                    <a:pt x="2520" y="1893"/>
                    <a:pt x="2526" y="1881"/>
                    <a:pt x="2517" y="1885"/>
                  </a:cubicBezTo>
                  <a:cubicBezTo>
                    <a:pt x="2536" y="1948"/>
                    <a:pt x="2536" y="1956"/>
                    <a:pt x="2544" y="1966"/>
                  </a:cubicBezTo>
                  <a:cubicBezTo>
                    <a:pt x="2562" y="2002"/>
                    <a:pt x="2567" y="2009"/>
                    <a:pt x="2571" y="2017"/>
                  </a:cubicBezTo>
                  <a:cubicBezTo>
                    <a:pt x="2647" y="2106"/>
                    <a:pt x="2655" y="2116"/>
                    <a:pt x="2663" y="2125"/>
                  </a:cubicBezTo>
                  <a:cubicBezTo>
                    <a:pt x="2703" y="2158"/>
                    <a:pt x="2696" y="2155"/>
                    <a:pt x="2695" y="2152"/>
                  </a:cubicBezTo>
                  <a:cubicBezTo>
                    <a:pt x="2672" y="2122"/>
                    <a:pt x="2670" y="2119"/>
                    <a:pt x="2667" y="2116"/>
                  </a:cubicBezTo>
                  <a:cubicBezTo>
                    <a:pt x="2636" y="2077"/>
                    <a:pt x="2632" y="2073"/>
                    <a:pt x="2628" y="2069"/>
                  </a:cubicBezTo>
                  <a:cubicBezTo>
                    <a:pt x="2551" y="1971"/>
                    <a:pt x="2541" y="1952"/>
                    <a:pt x="2535" y="1933"/>
                  </a:cubicBezTo>
                  <a:cubicBezTo>
                    <a:pt x="2537" y="1931"/>
                    <a:pt x="2537" y="1933"/>
                    <a:pt x="2538" y="1936"/>
                  </a:cubicBezTo>
                  <a:cubicBezTo>
                    <a:pt x="2555" y="1961"/>
                    <a:pt x="2559" y="1971"/>
                    <a:pt x="2566" y="1981"/>
                  </a:cubicBezTo>
                  <a:cubicBezTo>
                    <a:pt x="2684" y="2109"/>
                    <a:pt x="2700" y="2128"/>
                    <a:pt x="2712" y="2137"/>
                  </a:cubicBezTo>
                  <a:cubicBezTo>
                    <a:pt x="2738" y="2156"/>
                    <a:pt x="2735" y="2152"/>
                    <a:pt x="2733" y="2148"/>
                  </a:cubicBezTo>
                  <a:close/>
                  <a:moveTo>
                    <a:pt x="2591" y="2098"/>
                  </a:moveTo>
                  <a:cubicBezTo>
                    <a:pt x="2574" y="2082"/>
                    <a:pt x="2569" y="2066"/>
                    <a:pt x="2557" y="2050"/>
                  </a:cubicBezTo>
                  <a:cubicBezTo>
                    <a:pt x="2542" y="2025"/>
                    <a:pt x="2544" y="2022"/>
                    <a:pt x="2540" y="2018"/>
                  </a:cubicBezTo>
                  <a:cubicBezTo>
                    <a:pt x="2518" y="1973"/>
                    <a:pt x="2511" y="1965"/>
                    <a:pt x="2510" y="1957"/>
                  </a:cubicBezTo>
                  <a:cubicBezTo>
                    <a:pt x="2495" y="1931"/>
                    <a:pt x="2489" y="1936"/>
                    <a:pt x="2497" y="1942"/>
                  </a:cubicBezTo>
                  <a:cubicBezTo>
                    <a:pt x="2510" y="1978"/>
                    <a:pt x="2514" y="1981"/>
                    <a:pt x="2516" y="1984"/>
                  </a:cubicBezTo>
                  <a:cubicBezTo>
                    <a:pt x="2525" y="2012"/>
                    <a:pt x="2529" y="2015"/>
                    <a:pt x="2531" y="2017"/>
                  </a:cubicBezTo>
                  <a:cubicBezTo>
                    <a:pt x="2543" y="2038"/>
                    <a:pt x="2539" y="2041"/>
                    <a:pt x="2543" y="2044"/>
                  </a:cubicBezTo>
                  <a:cubicBezTo>
                    <a:pt x="2576" y="2100"/>
                    <a:pt x="2580" y="2103"/>
                    <a:pt x="2582" y="2106"/>
                  </a:cubicBezTo>
                  <a:cubicBezTo>
                    <a:pt x="2599" y="2132"/>
                    <a:pt x="2603" y="2135"/>
                    <a:pt x="2605" y="2138"/>
                  </a:cubicBezTo>
                  <a:cubicBezTo>
                    <a:pt x="2623" y="2154"/>
                    <a:pt x="2621" y="2156"/>
                    <a:pt x="2622" y="2158"/>
                  </a:cubicBezTo>
                  <a:cubicBezTo>
                    <a:pt x="2623" y="2145"/>
                    <a:pt x="2610" y="2129"/>
                    <a:pt x="2597" y="2113"/>
                  </a:cubicBezTo>
                  <a:close/>
                  <a:moveTo>
                    <a:pt x="3033" y="2114"/>
                  </a:moveTo>
                  <a:cubicBezTo>
                    <a:pt x="3034" y="2107"/>
                    <a:pt x="3026" y="2100"/>
                    <a:pt x="3027" y="2094"/>
                  </a:cubicBezTo>
                  <a:cubicBezTo>
                    <a:pt x="3015" y="2078"/>
                    <a:pt x="3010" y="2064"/>
                    <a:pt x="2999" y="2048"/>
                  </a:cubicBezTo>
                  <a:cubicBezTo>
                    <a:pt x="2993" y="2042"/>
                    <a:pt x="2987" y="2035"/>
                    <a:pt x="2982" y="2029"/>
                  </a:cubicBezTo>
                  <a:cubicBezTo>
                    <a:pt x="2976" y="2019"/>
                    <a:pt x="2974" y="2020"/>
                    <a:pt x="2966" y="2011"/>
                  </a:cubicBezTo>
                  <a:cubicBezTo>
                    <a:pt x="2959" y="2006"/>
                    <a:pt x="2963" y="2002"/>
                    <a:pt x="2957" y="1998"/>
                  </a:cubicBezTo>
                  <a:cubicBezTo>
                    <a:pt x="2951" y="1998"/>
                    <a:pt x="2953" y="1992"/>
                    <a:pt x="2952" y="1991"/>
                  </a:cubicBezTo>
                  <a:cubicBezTo>
                    <a:pt x="2951" y="1991"/>
                    <a:pt x="2950" y="1993"/>
                    <a:pt x="2949" y="1991"/>
                  </a:cubicBezTo>
                  <a:cubicBezTo>
                    <a:pt x="2945" y="1988"/>
                    <a:pt x="2942" y="1983"/>
                    <a:pt x="2937" y="1978"/>
                  </a:cubicBezTo>
                  <a:cubicBezTo>
                    <a:pt x="2933" y="1980"/>
                    <a:pt x="2929" y="1969"/>
                    <a:pt x="2925" y="1971"/>
                  </a:cubicBezTo>
                  <a:cubicBezTo>
                    <a:pt x="2921" y="1969"/>
                    <a:pt x="2917" y="1962"/>
                    <a:pt x="2913" y="1967"/>
                  </a:cubicBezTo>
                  <a:cubicBezTo>
                    <a:pt x="2922" y="1978"/>
                    <a:pt x="2932" y="1982"/>
                    <a:pt x="2941" y="1989"/>
                  </a:cubicBezTo>
                  <a:cubicBezTo>
                    <a:pt x="2945" y="1997"/>
                    <a:pt x="2946" y="1998"/>
                    <a:pt x="2955" y="2005"/>
                  </a:cubicBezTo>
                  <a:cubicBezTo>
                    <a:pt x="2959" y="2009"/>
                    <a:pt x="2957" y="2013"/>
                    <a:pt x="2962" y="2017"/>
                  </a:cubicBezTo>
                  <a:cubicBezTo>
                    <a:pt x="2976" y="2032"/>
                    <a:pt x="2989" y="2047"/>
                    <a:pt x="2995" y="2057"/>
                  </a:cubicBezTo>
                  <a:cubicBezTo>
                    <a:pt x="3002" y="2065"/>
                    <a:pt x="3006" y="2073"/>
                    <a:pt x="3009" y="2080"/>
                  </a:cubicBezTo>
                  <a:cubicBezTo>
                    <a:pt x="3013" y="2084"/>
                    <a:pt x="3016" y="2088"/>
                    <a:pt x="3013" y="2091"/>
                  </a:cubicBezTo>
                  <a:cubicBezTo>
                    <a:pt x="3017" y="2095"/>
                    <a:pt x="3020" y="2099"/>
                    <a:pt x="3020" y="2102"/>
                  </a:cubicBezTo>
                  <a:cubicBezTo>
                    <a:pt x="3026" y="2117"/>
                    <a:pt x="3033" y="2132"/>
                    <a:pt x="3039" y="2147"/>
                  </a:cubicBezTo>
                  <a:cubicBezTo>
                    <a:pt x="3040" y="2151"/>
                    <a:pt x="3041" y="2156"/>
                    <a:pt x="3042" y="2160"/>
                  </a:cubicBezTo>
                  <a:cubicBezTo>
                    <a:pt x="3052" y="2160"/>
                    <a:pt x="3052" y="2160"/>
                    <a:pt x="3052" y="2160"/>
                  </a:cubicBezTo>
                  <a:cubicBezTo>
                    <a:pt x="3049" y="2152"/>
                    <a:pt x="3045" y="2143"/>
                    <a:pt x="3046" y="2135"/>
                  </a:cubicBezTo>
                  <a:cubicBezTo>
                    <a:pt x="3039" y="2128"/>
                    <a:pt x="3040" y="2121"/>
                    <a:pt x="3033" y="2114"/>
                  </a:cubicBezTo>
                  <a:close/>
                  <a:moveTo>
                    <a:pt x="2537" y="2130"/>
                  </a:moveTo>
                  <a:cubicBezTo>
                    <a:pt x="2524" y="2116"/>
                    <a:pt x="2523" y="2103"/>
                    <a:pt x="2514" y="2093"/>
                  </a:cubicBezTo>
                  <a:cubicBezTo>
                    <a:pt x="2504" y="2070"/>
                    <a:pt x="2497" y="2066"/>
                    <a:pt x="2499" y="2063"/>
                  </a:cubicBezTo>
                  <a:cubicBezTo>
                    <a:pt x="2497" y="2052"/>
                    <a:pt x="2484" y="2048"/>
                    <a:pt x="2489" y="2045"/>
                  </a:cubicBezTo>
                  <a:cubicBezTo>
                    <a:pt x="2476" y="2022"/>
                    <a:pt x="2468" y="2018"/>
                    <a:pt x="2471" y="2015"/>
                  </a:cubicBezTo>
                  <a:cubicBezTo>
                    <a:pt x="2435" y="1967"/>
                    <a:pt x="2425" y="1955"/>
                    <a:pt x="2414" y="1943"/>
                  </a:cubicBezTo>
                  <a:cubicBezTo>
                    <a:pt x="2373" y="1912"/>
                    <a:pt x="2369" y="1896"/>
                    <a:pt x="2364" y="1900"/>
                  </a:cubicBezTo>
                  <a:cubicBezTo>
                    <a:pt x="2381" y="1915"/>
                    <a:pt x="2378" y="1916"/>
                    <a:pt x="2380" y="1918"/>
                  </a:cubicBezTo>
                  <a:cubicBezTo>
                    <a:pt x="2388" y="1923"/>
                    <a:pt x="2388" y="1926"/>
                    <a:pt x="2389" y="1927"/>
                  </a:cubicBezTo>
                  <a:cubicBezTo>
                    <a:pt x="2400" y="1940"/>
                    <a:pt x="2408" y="1942"/>
                    <a:pt x="2409" y="1947"/>
                  </a:cubicBezTo>
                  <a:cubicBezTo>
                    <a:pt x="2443" y="1995"/>
                    <a:pt x="2452" y="1999"/>
                    <a:pt x="2449" y="2002"/>
                  </a:cubicBezTo>
                  <a:cubicBezTo>
                    <a:pt x="2487" y="2063"/>
                    <a:pt x="2491" y="2067"/>
                    <a:pt x="2487" y="2070"/>
                  </a:cubicBezTo>
                  <a:cubicBezTo>
                    <a:pt x="2506" y="2104"/>
                    <a:pt x="2514" y="2108"/>
                    <a:pt x="2512" y="2112"/>
                  </a:cubicBezTo>
                  <a:cubicBezTo>
                    <a:pt x="2539" y="2152"/>
                    <a:pt x="2543" y="2157"/>
                    <a:pt x="2546" y="2160"/>
                  </a:cubicBezTo>
                  <a:cubicBezTo>
                    <a:pt x="2540" y="2140"/>
                    <a:pt x="2541" y="2135"/>
                    <a:pt x="2537" y="2130"/>
                  </a:cubicBezTo>
                  <a:close/>
                  <a:moveTo>
                    <a:pt x="2359" y="2098"/>
                  </a:moveTo>
                  <a:cubicBezTo>
                    <a:pt x="2355" y="2093"/>
                    <a:pt x="2356" y="2088"/>
                    <a:pt x="2351" y="2082"/>
                  </a:cubicBezTo>
                  <a:cubicBezTo>
                    <a:pt x="2335" y="2044"/>
                    <a:pt x="2331" y="2038"/>
                    <a:pt x="2328" y="2033"/>
                  </a:cubicBezTo>
                  <a:cubicBezTo>
                    <a:pt x="2301" y="1982"/>
                    <a:pt x="2293" y="1965"/>
                    <a:pt x="2285" y="1948"/>
                  </a:cubicBezTo>
                  <a:cubicBezTo>
                    <a:pt x="2224" y="1882"/>
                    <a:pt x="2221" y="1878"/>
                    <a:pt x="2218" y="1874"/>
                  </a:cubicBezTo>
                  <a:cubicBezTo>
                    <a:pt x="2188" y="1841"/>
                    <a:pt x="2182" y="1834"/>
                    <a:pt x="2176" y="1827"/>
                  </a:cubicBezTo>
                  <a:cubicBezTo>
                    <a:pt x="2168" y="1800"/>
                    <a:pt x="2167" y="1797"/>
                    <a:pt x="2164" y="1793"/>
                  </a:cubicBezTo>
                  <a:cubicBezTo>
                    <a:pt x="2171" y="1829"/>
                    <a:pt x="2175" y="1832"/>
                    <a:pt x="2177" y="1835"/>
                  </a:cubicBezTo>
                  <a:cubicBezTo>
                    <a:pt x="2193" y="1872"/>
                    <a:pt x="2204" y="1885"/>
                    <a:pt x="2212" y="1897"/>
                  </a:cubicBezTo>
                  <a:cubicBezTo>
                    <a:pt x="2261" y="1978"/>
                    <a:pt x="2271" y="1983"/>
                    <a:pt x="2264" y="1987"/>
                  </a:cubicBezTo>
                  <a:cubicBezTo>
                    <a:pt x="2277" y="2021"/>
                    <a:pt x="2288" y="2026"/>
                    <a:pt x="2285" y="2030"/>
                  </a:cubicBezTo>
                  <a:cubicBezTo>
                    <a:pt x="2303" y="2068"/>
                    <a:pt x="2301" y="2072"/>
                    <a:pt x="2302" y="2076"/>
                  </a:cubicBezTo>
                  <a:cubicBezTo>
                    <a:pt x="2322" y="2110"/>
                    <a:pt x="2320" y="2114"/>
                    <a:pt x="2324" y="2118"/>
                  </a:cubicBezTo>
                  <a:cubicBezTo>
                    <a:pt x="2337" y="2145"/>
                    <a:pt x="2350" y="2149"/>
                    <a:pt x="2344" y="2152"/>
                  </a:cubicBezTo>
                  <a:cubicBezTo>
                    <a:pt x="2314" y="2125"/>
                    <a:pt x="2312" y="2120"/>
                    <a:pt x="2308" y="2120"/>
                  </a:cubicBezTo>
                  <a:cubicBezTo>
                    <a:pt x="2286" y="2084"/>
                    <a:pt x="2287" y="2074"/>
                    <a:pt x="2278" y="2062"/>
                  </a:cubicBezTo>
                  <a:cubicBezTo>
                    <a:pt x="2250" y="1984"/>
                    <a:pt x="2245" y="1972"/>
                    <a:pt x="2241" y="1961"/>
                  </a:cubicBezTo>
                  <a:cubicBezTo>
                    <a:pt x="2207" y="1901"/>
                    <a:pt x="2203" y="1897"/>
                    <a:pt x="2199" y="1893"/>
                  </a:cubicBezTo>
                  <a:cubicBezTo>
                    <a:pt x="2180" y="1859"/>
                    <a:pt x="2173" y="1847"/>
                    <a:pt x="2168" y="1834"/>
                  </a:cubicBezTo>
                  <a:cubicBezTo>
                    <a:pt x="2156" y="1801"/>
                    <a:pt x="2161" y="1800"/>
                    <a:pt x="2155" y="1799"/>
                  </a:cubicBezTo>
                  <a:cubicBezTo>
                    <a:pt x="2162" y="1855"/>
                    <a:pt x="2173" y="1859"/>
                    <a:pt x="2171" y="1863"/>
                  </a:cubicBezTo>
                  <a:cubicBezTo>
                    <a:pt x="2220" y="1937"/>
                    <a:pt x="2218" y="1940"/>
                    <a:pt x="2219" y="1942"/>
                  </a:cubicBezTo>
                  <a:cubicBezTo>
                    <a:pt x="2235" y="1976"/>
                    <a:pt x="2242" y="1984"/>
                    <a:pt x="2242" y="1992"/>
                  </a:cubicBezTo>
                  <a:cubicBezTo>
                    <a:pt x="2250" y="2025"/>
                    <a:pt x="2261" y="2035"/>
                    <a:pt x="2259" y="2044"/>
                  </a:cubicBezTo>
                  <a:cubicBezTo>
                    <a:pt x="2271" y="2072"/>
                    <a:pt x="2281" y="2080"/>
                    <a:pt x="2279" y="2087"/>
                  </a:cubicBezTo>
                  <a:cubicBezTo>
                    <a:pt x="2297" y="2123"/>
                    <a:pt x="2306" y="2127"/>
                    <a:pt x="2303" y="2130"/>
                  </a:cubicBezTo>
                  <a:cubicBezTo>
                    <a:pt x="2288" y="2117"/>
                    <a:pt x="2278" y="2115"/>
                    <a:pt x="2273" y="2107"/>
                  </a:cubicBezTo>
                  <a:cubicBezTo>
                    <a:pt x="2244" y="2046"/>
                    <a:pt x="2250" y="2043"/>
                    <a:pt x="2247" y="2040"/>
                  </a:cubicBezTo>
                  <a:cubicBezTo>
                    <a:pt x="2239" y="2016"/>
                    <a:pt x="2232" y="2013"/>
                    <a:pt x="2235" y="2010"/>
                  </a:cubicBezTo>
                  <a:cubicBezTo>
                    <a:pt x="2222" y="1977"/>
                    <a:pt x="2214" y="1973"/>
                    <a:pt x="2218" y="1970"/>
                  </a:cubicBezTo>
                  <a:cubicBezTo>
                    <a:pt x="2196" y="1923"/>
                    <a:pt x="2187" y="1916"/>
                    <a:pt x="2188" y="1909"/>
                  </a:cubicBezTo>
                  <a:cubicBezTo>
                    <a:pt x="2172" y="1880"/>
                    <a:pt x="2172" y="1877"/>
                    <a:pt x="2170" y="1879"/>
                  </a:cubicBezTo>
                  <a:cubicBezTo>
                    <a:pt x="2148" y="1849"/>
                    <a:pt x="2146" y="1846"/>
                    <a:pt x="2140" y="1841"/>
                  </a:cubicBezTo>
                  <a:cubicBezTo>
                    <a:pt x="2122" y="1818"/>
                    <a:pt x="2120" y="1815"/>
                    <a:pt x="2120" y="1812"/>
                  </a:cubicBezTo>
                  <a:cubicBezTo>
                    <a:pt x="2133" y="1844"/>
                    <a:pt x="2148" y="1854"/>
                    <a:pt x="2149" y="1862"/>
                  </a:cubicBezTo>
                  <a:cubicBezTo>
                    <a:pt x="2163" y="1878"/>
                    <a:pt x="2160" y="1878"/>
                    <a:pt x="2166" y="1882"/>
                  </a:cubicBezTo>
                  <a:cubicBezTo>
                    <a:pt x="2182" y="1914"/>
                    <a:pt x="2180" y="1918"/>
                    <a:pt x="2184" y="1921"/>
                  </a:cubicBezTo>
                  <a:cubicBezTo>
                    <a:pt x="2203" y="1968"/>
                    <a:pt x="2210" y="1974"/>
                    <a:pt x="2209" y="1980"/>
                  </a:cubicBezTo>
                  <a:cubicBezTo>
                    <a:pt x="2222" y="2004"/>
                    <a:pt x="2224" y="2008"/>
                    <a:pt x="2224" y="2011"/>
                  </a:cubicBezTo>
                  <a:cubicBezTo>
                    <a:pt x="2245" y="2053"/>
                    <a:pt x="2243" y="2065"/>
                    <a:pt x="2251" y="2077"/>
                  </a:cubicBezTo>
                  <a:cubicBezTo>
                    <a:pt x="2258" y="2112"/>
                    <a:pt x="2252" y="2108"/>
                    <a:pt x="2246" y="2105"/>
                  </a:cubicBezTo>
                  <a:cubicBezTo>
                    <a:pt x="2234" y="2075"/>
                    <a:pt x="2228" y="2071"/>
                    <a:pt x="2230" y="2067"/>
                  </a:cubicBezTo>
                  <a:cubicBezTo>
                    <a:pt x="2214" y="2023"/>
                    <a:pt x="2210" y="2019"/>
                    <a:pt x="2210" y="2014"/>
                  </a:cubicBezTo>
                  <a:cubicBezTo>
                    <a:pt x="2191" y="1966"/>
                    <a:pt x="2190" y="1957"/>
                    <a:pt x="2183" y="1948"/>
                  </a:cubicBezTo>
                  <a:cubicBezTo>
                    <a:pt x="2115" y="1843"/>
                    <a:pt x="2109" y="1836"/>
                    <a:pt x="2102" y="1828"/>
                  </a:cubicBezTo>
                  <a:cubicBezTo>
                    <a:pt x="2084" y="1810"/>
                    <a:pt x="2089" y="1820"/>
                    <a:pt x="2100" y="1829"/>
                  </a:cubicBezTo>
                  <a:cubicBezTo>
                    <a:pt x="2180" y="1968"/>
                    <a:pt x="2187" y="1974"/>
                    <a:pt x="2184" y="1979"/>
                  </a:cubicBezTo>
                  <a:cubicBezTo>
                    <a:pt x="2204" y="2026"/>
                    <a:pt x="2202" y="2030"/>
                    <a:pt x="2207" y="2034"/>
                  </a:cubicBezTo>
                  <a:cubicBezTo>
                    <a:pt x="2222" y="2075"/>
                    <a:pt x="2224" y="2079"/>
                    <a:pt x="2224" y="2083"/>
                  </a:cubicBezTo>
                  <a:cubicBezTo>
                    <a:pt x="2213" y="2080"/>
                    <a:pt x="2204" y="2073"/>
                    <a:pt x="2206" y="2067"/>
                  </a:cubicBezTo>
                  <a:cubicBezTo>
                    <a:pt x="2183" y="2022"/>
                    <a:pt x="2178" y="2013"/>
                    <a:pt x="2178" y="2005"/>
                  </a:cubicBezTo>
                  <a:cubicBezTo>
                    <a:pt x="2150" y="1952"/>
                    <a:pt x="2156" y="1949"/>
                    <a:pt x="2153" y="1946"/>
                  </a:cubicBezTo>
                  <a:cubicBezTo>
                    <a:pt x="2092" y="1848"/>
                    <a:pt x="2086" y="1839"/>
                    <a:pt x="2080" y="1830"/>
                  </a:cubicBezTo>
                  <a:cubicBezTo>
                    <a:pt x="2028" y="1770"/>
                    <a:pt x="2025" y="1766"/>
                    <a:pt x="2021" y="1765"/>
                  </a:cubicBezTo>
                  <a:cubicBezTo>
                    <a:pt x="2015" y="1759"/>
                    <a:pt x="2018" y="1765"/>
                    <a:pt x="2019" y="1767"/>
                  </a:cubicBezTo>
                  <a:cubicBezTo>
                    <a:pt x="2031" y="1783"/>
                    <a:pt x="2032" y="1782"/>
                    <a:pt x="2034" y="1783"/>
                  </a:cubicBezTo>
                  <a:cubicBezTo>
                    <a:pt x="2080" y="1843"/>
                    <a:pt x="2084" y="1849"/>
                    <a:pt x="2088" y="1855"/>
                  </a:cubicBezTo>
                  <a:cubicBezTo>
                    <a:pt x="2107" y="1882"/>
                    <a:pt x="2113" y="1894"/>
                    <a:pt x="2121" y="1907"/>
                  </a:cubicBezTo>
                  <a:cubicBezTo>
                    <a:pt x="2133" y="1930"/>
                    <a:pt x="2135" y="1937"/>
                    <a:pt x="2142" y="1943"/>
                  </a:cubicBezTo>
                  <a:cubicBezTo>
                    <a:pt x="2150" y="1967"/>
                    <a:pt x="2149" y="1968"/>
                    <a:pt x="2153" y="1969"/>
                  </a:cubicBezTo>
                  <a:cubicBezTo>
                    <a:pt x="2176" y="2038"/>
                    <a:pt x="2182" y="2045"/>
                    <a:pt x="2184" y="2051"/>
                  </a:cubicBezTo>
                  <a:cubicBezTo>
                    <a:pt x="2178" y="2070"/>
                    <a:pt x="2180" y="2060"/>
                    <a:pt x="2175" y="2057"/>
                  </a:cubicBezTo>
                  <a:cubicBezTo>
                    <a:pt x="2153" y="2021"/>
                    <a:pt x="2158" y="2016"/>
                    <a:pt x="2151" y="2010"/>
                  </a:cubicBezTo>
                  <a:cubicBezTo>
                    <a:pt x="2121" y="1936"/>
                    <a:pt x="2119" y="1926"/>
                    <a:pt x="2108" y="1915"/>
                  </a:cubicBezTo>
                  <a:cubicBezTo>
                    <a:pt x="2036" y="1803"/>
                    <a:pt x="2040" y="1801"/>
                    <a:pt x="2034" y="1797"/>
                  </a:cubicBezTo>
                  <a:cubicBezTo>
                    <a:pt x="2007" y="1765"/>
                    <a:pt x="2005" y="1763"/>
                    <a:pt x="2003" y="1761"/>
                  </a:cubicBezTo>
                  <a:cubicBezTo>
                    <a:pt x="1972" y="1730"/>
                    <a:pt x="1967" y="1720"/>
                    <a:pt x="1962" y="1724"/>
                  </a:cubicBezTo>
                  <a:cubicBezTo>
                    <a:pt x="1992" y="1755"/>
                    <a:pt x="1992" y="1758"/>
                    <a:pt x="1992" y="1759"/>
                  </a:cubicBezTo>
                  <a:cubicBezTo>
                    <a:pt x="2021" y="1792"/>
                    <a:pt x="2020" y="1796"/>
                    <a:pt x="2026" y="1801"/>
                  </a:cubicBezTo>
                  <a:cubicBezTo>
                    <a:pt x="2060" y="1845"/>
                    <a:pt x="2062" y="1850"/>
                    <a:pt x="2064" y="1855"/>
                  </a:cubicBezTo>
                  <a:cubicBezTo>
                    <a:pt x="2095" y="1898"/>
                    <a:pt x="2096" y="1916"/>
                    <a:pt x="2112" y="1935"/>
                  </a:cubicBezTo>
                  <a:cubicBezTo>
                    <a:pt x="2128" y="1975"/>
                    <a:pt x="2126" y="1980"/>
                    <a:pt x="2133" y="1986"/>
                  </a:cubicBezTo>
                  <a:cubicBezTo>
                    <a:pt x="2155" y="2039"/>
                    <a:pt x="2153" y="2043"/>
                    <a:pt x="2157" y="2046"/>
                  </a:cubicBezTo>
                  <a:cubicBezTo>
                    <a:pt x="2137" y="2045"/>
                    <a:pt x="2142" y="2043"/>
                    <a:pt x="2142" y="2042"/>
                  </a:cubicBezTo>
                  <a:cubicBezTo>
                    <a:pt x="2135" y="2030"/>
                    <a:pt x="2128" y="2031"/>
                    <a:pt x="2127" y="2026"/>
                  </a:cubicBezTo>
                  <a:cubicBezTo>
                    <a:pt x="2111" y="1989"/>
                    <a:pt x="2109" y="1986"/>
                    <a:pt x="2107" y="1983"/>
                  </a:cubicBezTo>
                  <a:cubicBezTo>
                    <a:pt x="2085" y="1918"/>
                    <a:pt x="2078" y="1914"/>
                    <a:pt x="2079" y="1911"/>
                  </a:cubicBezTo>
                  <a:cubicBezTo>
                    <a:pt x="2055" y="1866"/>
                    <a:pt x="2049" y="1852"/>
                    <a:pt x="2041" y="1838"/>
                  </a:cubicBezTo>
                  <a:cubicBezTo>
                    <a:pt x="1965" y="1757"/>
                    <a:pt x="1962" y="1741"/>
                    <a:pt x="1957" y="1746"/>
                  </a:cubicBezTo>
                  <a:cubicBezTo>
                    <a:pt x="2003" y="1791"/>
                    <a:pt x="2001" y="1802"/>
                    <a:pt x="2007" y="1806"/>
                  </a:cubicBezTo>
                  <a:cubicBezTo>
                    <a:pt x="2039" y="1854"/>
                    <a:pt x="2043" y="1857"/>
                    <a:pt x="2046" y="1860"/>
                  </a:cubicBezTo>
                  <a:cubicBezTo>
                    <a:pt x="2065" y="1901"/>
                    <a:pt x="2070" y="1913"/>
                    <a:pt x="2074" y="1925"/>
                  </a:cubicBezTo>
                  <a:cubicBezTo>
                    <a:pt x="2084" y="1955"/>
                    <a:pt x="2091" y="1959"/>
                    <a:pt x="2088" y="1961"/>
                  </a:cubicBezTo>
                  <a:cubicBezTo>
                    <a:pt x="2109" y="2008"/>
                    <a:pt x="2111" y="2011"/>
                    <a:pt x="2111" y="2014"/>
                  </a:cubicBezTo>
                  <a:cubicBezTo>
                    <a:pt x="2084" y="2001"/>
                    <a:pt x="2083" y="1990"/>
                    <a:pt x="2078" y="1979"/>
                  </a:cubicBezTo>
                  <a:cubicBezTo>
                    <a:pt x="2058" y="1935"/>
                    <a:pt x="2059" y="1924"/>
                    <a:pt x="2051" y="1913"/>
                  </a:cubicBezTo>
                  <a:cubicBezTo>
                    <a:pt x="2005" y="1834"/>
                    <a:pt x="1999" y="1823"/>
                    <a:pt x="1992" y="1811"/>
                  </a:cubicBezTo>
                  <a:cubicBezTo>
                    <a:pt x="1942" y="1756"/>
                    <a:pt x="1938" y="1745"/>
                    <a:pt x="1934" y="1752"/>
                  </a:cubicBezTo>
                  <a:cubicBezTo>
                    <a:pt x="2017" y="1869"/>
                    <a:pt x="2028" y="1877"/>
                    <a:pt x="2027" y="1885"/>
                  </a:cubicBezTo>
                  <a:cubicBezTo>
                    <a:pt x="2063" y="1966"/>
                    <a:pt x="2065" y="1973"/>
                    <a:pt x="2067" y="1980"/>
                  </a:cubicBezTo>
                  <a:cubicBezTo>
                    <a:pt x="2065" y="1992"/>
                    <a:pt x="2057" y="1989"/>
                    <a:pt x="2060" y="1986"/>
                  </a:cubicBezTo>
                  <a:cubicBezTo>
                    <a:pt x="2045" y="1948"/>
                    <a:pt x="2043" y="1946"/>
                    <a:pt x="2043" y="1943"/>
                  </a:cubicBezTo>
                  <a:cubicBezTo>
                    <a:pt x="2023" y="1902"/>
                    <a:pt x="2017" y="1897"/>
                    <a:pt x="2017" y="1893"/>
                  </a:cubicBezTo>
                  <a:cubicBezTo>
                    <a:pt x="2004" y="1865"/>
                    <a:pt x="1997" y="1860"/>
                    <a:pt x="1998" y="1855"/>
                  </a:cubicBezTo>
                  <a:cubicBezTo>
                    <a:pt x="1963" y="1808"/>
                    <a:pt x="1953" y="1796"/>
                    <a:pt x="1940" y="1775"/>
                  </a:cubicBezTo>
                  <a:cubicBezTo>
                    <a:pt x="1905" y="1717"/>
                    <a:pt x="1893" y="1717"/>
                    <a:pt x="1896" y="1709"/>
                  </a:cubicBezTo>
                  <a:cubicBezTo>
                    <a:pt x="1877" y="1696"/>
                    <a:pt x="1887" y="1701"/>
                    <a:pt x="1884" y="1705"/>
                  </a:cubicBezTo>
                  <a:cubicBezTo>
                    <a:pt x="1901" y="1729"/>
                    <a:pt x="1903" y="1740"/>
                    <a:pt x="1915" y="1751"/>
                  </a:cubicBezTo>
                  <a:cubicBezTo>
                    <a:pt x="1973" y="1832"/>
                    <a:pt x="1981" y="1851"/>
                    <a:pt x="1997" y="1870"/>
                  </a:cubicBezTo>
                  <a:cubicBezTo>
                    <a:pt x="2010" y="1904"/>
                    <a:pt x="2014" y="1909"/>
                    <a:pt x="2017" y="1913"/>
                  </a:cubicBezTo>
                  <a:cubicBezTo>
                    <a:pt x="2030" y="1939"/>
                    <a:pt x="2036" y="1949"/>
                    <a:pt x="2039" y="1958"/>
                  </a:cubicBezTo>
                  <a:cubicBezTo>
                    <a:pt x="2048" y="1982"/>
                    <a:pt x="2048" y="1987"/>
                    <a:pt x="2045" y="1985"/>
                  </a:cubicBezTo>
                  <a:cubicBezTo>
                    <a:pt x="2031" y="1963"/>
                    <a:pt x="2024" y="1958"/>
                    <a:pt x="2019" y="1952"/>
                  </a:cubicBezTo>
                  <a:cubicBezTo>
                    <a:pt x="1966" y="1858"/>
                    <a:pt x="1972" y="1850"/>
                    <a:pt x="1964" y="1850"/>
                  </a:cubicBezTo>
                  <a:cubicBezTo>
                    <a:pt x="1953" y="1828"/>
                    <a:pt x="1951" y="1823"/>
                    <a:pt x="1948" y="1818"/>
                  </a:cubicBezTo>
                  <a:cubicBezTo>
                    <a:pt x="1895" y="1732"/>
                    <a:pt x="1891" y="1727"/>
                    <a:pt x="1888" y="1723"/>
                  </a:cubicBezTo>
                  <a:cubicBezTo>
                    <a:pt x="1919" y="1786"/>
                    <a:pt x="1923" y="1796"/>
                    <a:pt x="1930" y="1807"/>
                  </a:cubicBezTo>
                  <a:cubicBezTo>
                    <a:pt x="1947" y="1834"/>
                    <a:pt x="1951" y="1837"/>
                    <a:pt x="1950" y="1839"/>
                  </a:cubicBezTo>
                  <a:cubicBezTo>
                    <a:pt x="1975" y="1882"/>
                    <a:pt x="1974" y="1885"/>
                    <a:pt x="1977" y="1888"/>
                  </a:cubicBezTo>
                  <a:cubicBezTo>
                    <a:pt x="1992" y="1925"/>
                    <a:pt x="2004" y="1931"/>
                    <a:pt x="1999" y="1935"/>
                  </a:cubicBezTo>
                  <a:cubicBezTo>
                    <a:pt x="2013" y="1957"/>
                    <a:pt x="2017" y="1963"/>
                    <a:pt x="2017" y="1969"/>
                  </a:cubicBezTo>
                  <a:cubicBezTo>
                    <a:pt x="2004" y="1947"/>
                    <a:pt x="1994" y="1941"/>
                    <a:pt x="1991" y="1936"/>
                  </a:cubicBezTo>
                  <a:cubicBezTo>
                    <a:pt x="1972" y="1896"/>
                    <a:pt x="1966" y="1889"/>
                    <a:pt x="1964" y="1882"/>
                  </a:cubicBezTo>
                  <a:cubicBezTo>
                    <a:pt x="1925" y="1808"/>
                    <a:pt x="1925" y="1804"/>
                    <a:pt x="1915" y="1797"/>
                  </a:cubicBezTo>
                  <a:cubicBezTo>
                    <a:pt x="1867" y="1736"/>
                    <a:pt x="1869" y="1724"/>
                    <a:pt x="1860" y="1730"/>
                  </a:cubicBezTo>
                  <a:cubicBezTo>
                    <a:pt x="1899" y="1781"/>
                    <a:pt x="1901" y="1790"/>
                    <a:pt x="1916" y="1808"/>
                  </a:cubicBezTo>
                  <a:cubicBezTo>
                    <a:pt x="1941" y="1843"/>
                    <a:pt x="1937" y="1847"/>
                    <a:pt x="1943" y="1851"/>
                  </a:cubicBezTo>
                  <a:cubicBezTo>
                    <a:pt x="1973" y="1924"/>
                    <a:pt x="1975" y="1926"/>
                    <a:pt x="1978" y="1931"/>
                  </a:cubicBezTo>
                  <a:cubicBezTo>
                    <a:pt x="1970" y="1937"/>
                    <a:pt x="1972" y="1932"/>
                    <a:pt x="1965" y="1927"/>
                  </a:cubicBezTo>
                  <a:cubicBezTo>
                    <a:pt x="1952" y="1892"/>
                    <a:pt x="1945" y="1884"/>
                    <a:pt x="1941" y="1876"/>
                  </a:cubicBezTo>
                  <a:cubicBezTo>
                    <a:pt x="1925" y="1837"/>
                    <a:pt x="1914" y="1832"/>
                    <a:pt x="1916" y="1828"/>
                  </a:cubicBezTo>
                  <a:cubicBezTo>
                    <a:pt x="1875" y="1771"/>
                    <a:pt x="1871" y="1766"/>
                    <a:pt x="1867" y="1761"/>
                  </a:cubicBezTo>
                  <a:cubicBezTo>
                    <a:pt x="1850" y="1739"/>
                    <a:pt x="1837" y="1733"/>
                    <a:pt x="1834" y="1724"/>
                  </a:cubicBezTo>
                  <a:cubicBezTo>
                    <a:pt x="1831" y="1727"/>
                    <a:pt x="1840" y="1739"/>
                    <a:pt x="1859" y="1759"/>
                  </a:cubicBezTo>
                  <a:cubicBezTo>
                    <a:pt x="1929" y="1870"/>
                    <a:pt x="1932" y="1882"/>
                    <a:pt x="1940" y="1894"/>
                  </a:cubicBezTo>
                  <a:cubicBezTo>
                    <a:pt x="1955" y="1926"/>
                    <a:pt x="1962" y="1930"/>
                    <a:pt x="1956" y="1933"/>
                  </a:cubicBezTo>
                  <a:cubicBezTo>
                    <a:pt x="1948" y="1914"/>
                    <a:pt x="1940" y="1910"/>
                    <a:pt x="1939" y="1907"/>
                  </a:cubicBezTo>
                  <a:cubicBezTo>
                    <a:pt x="1901" y="1834"/>
                    <a:pt x="1882" y="1810"/>
                    <a:pt x="1865" y="1786"/>
                  </a:cubicBezTo>
                  <a:cubicBezTo>
                    <a:pt x="1823" y="1743"/>
                    <a:pt x="1820" y="1733"/>
                    <a:pt x="1816" y="1736"/>
                  </a:cubicBezTo>
                  <a:cubicBezTo>
                    <a:pt x="1800" y="1727"/>
                    <a:pt x="1800" y="1727"/>
                    <a:pt x="1808" y="1734"/>
                  </a:cubicBezTo>
                  <a:cubicBezTo>
                    <a:pt x="1845" y="1773"/>
                    <a:pt x="1851" y="1780"/>
                    <a:pt x="1857" y="1787"/>
                  </a:cubicBezTo>
                  <a:cubicBezTo>
                    <a:pt x="1914" y="1883"/>
                    <a:pt x="1922" y="1889"/>
                    <a:pt x="1921" y="1893"/>
                  </a:cubicBezTo>
                  <a:cubicBezTo>
                    <a:pt x="1911" y="1899"/>
                    <a:pt x="1910" y="1880"/>
                    <a:pt x="1897" y="1865"/>
                  </a:cubicBezTo>
                  <a:cubicBezTo>
                    <a:pt x="1850" y="1801"/>
                    <a:pt x="1840" y="1789"/>
                    <a:pt x="1832" y="1778"/>
                  </a:cubicBezTo>
                  <a:cubicBezTo>
                    <a:pt x="1783" y="1729"/>
                    <a:pt x="1776" y="1719"/>
                    <a:pt x="1768" y="1715"/>
                  </a:cubicBezTo>
                  <a:cubicBezTo>
                    <a:pt x="1752" y="1711"/>
                    <a:pt x="1762" y="1716"/>
                    <a:pt x="1772" y="1723"/>
                  </a:cubicBezTo>
                  <a:cubicBezTo>
                    <a:pt x="1813" y="1762"/>
                    <a:pt x="1814" y="1765"/>
                    <a:pt x="1814" y="1767"/>
                  </a:cubicBezTo>
                  <a:cubicBezTo>
                    <a:pt x="1834" y="1793"/>
                    <a:pt x="1840" y="1799"/>
                    <a:pt x="1844" y="1808"/>
                  </a:cubicBezTo>
                  <a:cubicBezTo>
                    <a:pt x="1893" y="1871"/>
                    <a:pt x="1889" y="1874"/>
                    <a:pt x="1893" y="1877"/>
                  </a:cubicBezTo>
                  <a:cubicBezTo>
                    <a:pt x="1882" y="1864"/>
                    <a:pt x="1878" y="1863"/>
                    <a:pt x="1874" y="1856"/>
                  </a:cubicBezTo>
                  <a:cubicBezTo>
                    <a:pt x="1833" y="1802"/>
                    <a:pt x="1826" y="1794"/>
                    <a:pt x="1819" y="1786"/>
                  </a:cubicBezTo>
                  <a:cubicBezTo>
                    <a:pt x="1773" y="1738"/>
                    <a:pt x="1769" y="1738"/>
                    <a:pt x="1765" y="1734"/>
                  </a:cubicBezTo>
                  <a:cubicBezTo>
                    <a:pt x="1760" y="1738"/>
                    <a:pt x="1770" y="1737"/>
                    <a:pt x="1766" y="1742"/>
                  </a:cubicBezTo>
                  <a:cubicBezTo>
                    <a:pt x="1803" y="1777"/>
                    <a:pt x="1807" y="1785"/>
                    <a:pt x="1813" y="1785"/>
                  </a:cubicBezTo>
                  <a:cubicBezTo>
                    <a:pt x="1829" y="1807"/>
                    <a:pt x="1825" y="1810"/>
                    <a:pt x="1831" y="1813"/>
                  </a:cubicBezTo>
                  <a:cubicBezTo>
                    <a:pt x="1813" y="1794"/>
                    <a:pt x="1808" y="1796"/>
                    <a:pt x="1805" y="1790"/>
                  </a:cubicBezTo>
                  <a:cubicBezTo>
                    <a:pt x="1754" y="1747"/>
                    <a:pt x="1750" y="1740"/>
                    <a:pt x="1745" y="1738"/>
                  </a:cubicBezTo>
                  <a:cubicBezTo>
                    <a:pt x="1769" y="1764"/>
                    <a:pt x="1779" y="1774"/>
                    <a:pt x="1790" y="1782"/>
                  </a:cubicBezTo>
                  <a:cubicBezTo>
                    <a:pt x="1832" y="1841"/>
                    <a:pt x="1845" y="1847"/>
                    <a:pt x="1842" y="1852"/>
                  </a:cubicBezTo>
                  <a:cubicBezTo>
                    <a:pt x="1793" y="1807"/>
                    <a:pt x="1776" y="1786"/>
                    <a:pt x="1752" y="1769"/>
                  </a:cubicBezTo>
                  <a:cubicBezTo>
                    <a:pt x="1766" y="1787"/>
                    <a:pt x="1777" y="1798"/>
                    <a:pt x="1788" y="1810"/>
                  </a:cubicBezTo>
                  <a:cubicBezTo>
                    <a:pt x="1812" y="1838"/>
                    <a:pt x="1805" y="1839"/>
                    <a:pt x="1803" y="1837"/>
                  </a:cubicBezTo>
                  <a:cubicBezTo>
                    <a:pt x="1781" y="1826"/>
                    <a:pt x="1776" y="1821"/>
                    <a:pt x="1770" y="1820"/>
                  </a:cubicBezTo>
                  <a:cubicBezTo>
                    <a:pt x="1726" y="1790"/>
                    <a:pt x="1728" y="1785"/>
                    <a:pt x="1721" y="1787"/>
                  </a:cubicBezTo>
                  <a:cubicBezTo>
                    <a:pt x="1746" y="1808"/>
                    <a:pt x="1748" y="1812"/>
                    <a:pt x="1751" y="1811"/>
                  </a:cubicBezTo>
                  <a:cubicBezTo>
                    <a:pt x="1774" y="1830"/>
                    <a:pt x="1769" y="1830"/>
                    <a:pt x="1768" y="1830"/>
                  </a:cubicBezTo>
                  <a:cubicBezTo>
                    <a:pt x="1762" y="1829"/>
                    <a:pt x="1758" y="1825"/>
                    <a:pt x="1757" y="1825"/>
                  </a:cubicBezTo>
                  <a:cubicBezTo>
                    <a:pt x="1733" y="1815"/>
                    <a:pt x="1722" y="1808"/>
                    <a:pt x="1711" y="1802"/>
                  </a:cubicBezTo>
                  <a:cubicBezTo>
                    <a:pt x="1668" y="1781"/>
                    <a:pt x="1665" y="1767"/>
                    <a:pt x="1662" y="1772"/>
                  </a:cubicBezTo>
                  <a:cubicBezTo>
                    <a:pt x="1716" y="1810"/>
                    <a:pt x="1719" y="1814"/>
                    <a:pt x="1721" y="1816"/>
                  </a:cubicBezTo>
                  <a:cubicBezTo>
                    <a:pt x="1754" y="1831"/>
                    <a:pt x="1760" y="1834"/>
                    <a:pt x="1766" y="1838"/>
                  </a:cubicBezTo>
                  <a:cubicBezTo>
                    <a:pt x="1741" y="1835"/>
                    <a:pt x="1730" y="1831"/>
                    <a:pt x="1719" y="1827"/>
                  </a:cubicBezTo>
                  <a:cubicBezTo>
                    <a:pt x="1667" y="1800"/>
                    <a:pt x="1664" y="1802"/>
                    <a:pt x="1662" y="1799"/>
                  </a:cubicBezTo>
                  <a:cubicBezTo>
                    <a:pt x="1679" y="1814"/>
                    <a:pt x="1683" y="1818"/>
                    <a:pt x="1687" y="1817"/>
                  </a:cubicBezTo>
                  <a:cubicBezTo>
                    <a:pt x="1763" y="1850"/>
                    <a:pt x="1779" y="1856"/>
                    <a:pt x="1795" y="1858"/>
                  </a:cubicBezTo>
                  <a:cubicBezTo>
                    <a:pt x="1811" y="1866"/>
                    <a:pt x="1816" y="1856"/>
                    <a:pt x="1820" y="1863"/>
                  </a:cubicBezTo>
                  <a:cubicBezTo>
                    <a:pt x="1850" y="1871"/>
                    <a:pt x="1857" y="1864"/>
                    <a:pt x="1862" y="1875"/>
                  </a:cubicBezTo>
                  <a:cubicBezTo>
                    <a:pt x="1842" y="1876"/>
                    <a:pt x="1840" y="1873"/>
                    <a:pt x="1838" y="1874"/>
                  </a:cubicBezTo>
                  <a:cubicBezTo>
                    <a:pt x="1781" y="1864"/>
                    <a:pt x="1772" y="1865"/>
                    <a:pt x="1764" y="1866"/>
                  </a:cubicBezTo>
                  <a:cubicBezTo>
                    <a:pt x="1697" y="1850"/>
                    <a:pt x="1680" y="1845"/>
                    <a:pt x="1664" y="1837"/>
                  </a:cubicBezTo>
                  <a:cubicBezTo>
                    <a:pt x="1641" y="1830"/>
                    <a:pt x="1651" y="1834"/>
                    <a:pt x="1660" y="1843"/>
                  </a:cubicBezTo>
                  <a:cubicBezTo>
                    <a:pt x="1703" y="1857"/>
                    <a:pt x="1709" y="1862"/>
                    <a:pt x="1715" y="1862"/>
                  </a:cubicBezTo>
                  <a:cubicBezTo>
                    <a:pt x="1776" y="1874"/>
                    <a:pt x="1779" y="1875"/>
                    <a:pt x="1782" y="1876"/>
                  </a:cubicBezTo>
                  <a:cubicBezTo>
                    <a:pt x="1814" y="1881"/>
                    <a:pt x="1817" y="1882"/>
                    <a:pt x="1820" y="1880"/>
                  </a:cubicBezTo>
                  <a:cubicBezTo>
                    <a:pt x="1859" y="1887"/>
                    <a:pt x="1867" y="1889"/>
                    <a:pt x="1874" y="1888"/>
                  </a:cubicBezTo>
                  <a:cubicBezTo>
                    <a:pt x="1891" y="1901"/>
                    <a:pt x="1888" y="1900"/>
                    <a:pt x="1886" y="1895"/>
                  </a:cubicBezTo>
                  <a:cubicBezTo>
                    <a:pt x="1852" y="1893"/>
                    <a:pt x="1845" y="1895"/>
                    <a:pt x="1840" y="1892"/>
                  </a:cubicBezTo>
                  <a:cubicBezTo>
                    <a:pt x="1795" y="1885"/>
                    <a:pt x="1789" y="1891"/>
                    <a:pt x="1783" y="1887"/>
                  </a:cubicBezTo>
                  <a:cubicBezTo>
                    <a:pt x="1718" y="1880"/>
                    <a:pt x="1711" y="1879"/>
                    <a:pt x="1705" y="1877"/>
                  </a:cubicBezTo>
                  <a:cubicBezTo>
                    <a:pt x="1657" y="1869"/>
                    <a:pt x="1650" y="1862"/>
                    <a:pt x="1644" y="1861"/>
                  </a:cubicBezTo>
                  <a:cubicBezTo>
                    <a:pt x="1600" y="1841"/>
                    <a:pt x="1597" y="1831"/>
                    <a:pt x="1593" y="1833"/>
                  </a:cubicBezTo>
                  <a:cubicBezTo>
                    <a:pt x="1597" y="1840"/>
                    <a:pt x="1599" y="1842"/>
                    <a:pt x="1602" y="1843"/>
                  </a:cubicBezTo>
                  <a:cubicBezTo>
                    <a:pt x="1641" y="1869"/>
                    <a:pt x="1637" y="1872"/>
                    <a:pt x="1643" y="1876"/>
                  </a:cubicBezTo>
                  <a:cubicBezTo>
                    <a:pt x="1683" y="1894"/>
                    <a:pt x="1693" y="1901"/>
                    <a:pt x="1703" y="1902"/>
                  </a:cubicBezTo>
                  <a:cubicBezTo>
                    <a:pt x="1750" y="1920"/>
                    <a:pt x="1751" y="1916"/>
                    <a:pt x="1753" y="1916"/>
                  </a:cubicBezTo>
                  <a:cubicBezTo>
                    <a:pt x="1774" y="1922"/>
                    <a:pt x="1784" y="1924"/>
                    <a:pt x="1794" y="1923"/>
                  </a:cubicBezTo>
                  <a:cubicBezTo>
                    <a:pt x="1830" y="1924"/>
                    <a:pt x="1835" y="1925"/>
                    <a:pt x="1840" y="1926"/>
                  </a:cubicBezTo>
                  <a:cubicBezTo>
                    <a:pt x="1877" y="1930"/>
                    <a:pt x="1883" y="1925"/>
                    <a:pt x="1888" y="1925"/>
                  </a:cubicBezTo>
                  <a:cubicBezTo>
                    <a:pt x="1940" y="1939"/>
                    <a:pt x="1943" y="1934"/>
                    <a:pt x="1946" y="1941"/>
                  </a:cubicBezTo>
                  <a:cubicBezTo>
                    <a:pt x="1906" y="1945"/>
                    <a:pt x="1904" y="1942"/>
                    <a:pt x="1901" y="1943"/>
                  </a:cubicBezTo>
                  <a:cubicBezTo>
                    <a:pt x="1865" y="1942"/>
                    <a:pt x="1860" y="1941"/>
                    <a:pt x="1855" y="1940"/>
                  </a:cubicBezTo>
                  <a:cubicBezTo>
                    <a:pt x="1837" y="1942"/>
                    <a:pt x="1834" y="1939"/>
                    <a:pt x="1832" y="1940"/>
                  </a:cubicBezTo>
                  <a:cubicBezTo>
                    <a:pt x="1785" y="1936"/>
                    <a:pt x="1774" y="1934"/>
                    <a:pt x="1764" y="1932"/>
                  </a:cubicBezTo>
                  <a:cubicBezTo>
                    <a:pt x="1714" y="1916"/>
                    <a:pt x="1708" y="1920"/>
                    <a:pt x="1704" y="1913"/>
                  </a:cubicBezTo>
                  <a:cubicBezTo>
                    <a:pt x="1661" y="1902"/>
                    <a:pt x="1658" y="1892"/>
                    <a:pt x="1654" y="1899"/>
                  </a:cubicBezTo>
                  <a:cubicBezTo>
                    <a:pt x="1721" y="1926"/>
                    <a:pt x="1728" y="1931"/>
                    <a:pt x="1735" y="1935"/>
                  </a:cubicBezTo>
                  <a:cubicBezTo>
                    <a:pt x="1769" y="1942"/>
                    <a:pt x="1772" y="1946"/>
                    <a:pt x="1776" y="1942"/>
                  </a:cubicBezTo>
                  <a:cubicBezTo>
                    <a:pt x="1811" y="1952"/>
                    <a:pt x="1815" y="1945"/>
                    <a:pt x="1819" y="1951"/>
                  </a:cubicBezTo>
                  <a:cubicBezTo>
                    <a:pt x="1842" y="1951"/>
                    <a:pt x="1846" y="1953"/>
                    <a:pt x="1850" y="1950"/>
                  </a:cubicBezTo>
                  <a:cubicBezTo>
                    <a:pt x="1909" y="1952"/>
                    <a:pt x="1915" y="1954"/>
                    <a:pt x="1922" y="1953"/>
                  </a:cubicBezTo>
                  <a:cubicBezTo>
                    <a:pt x="1939" y="1951"/>
                    <a:pt x="1941" y="1956"/>
                    <a:pt x="1944" y="1952"/>
                  </a:cubicBezTo>
                  <a:cubicBezTo>
                    <a:pt x="1969" y="1956"/>
                    <a:pt x="1972" y="1958"/>
                    <a:pt x="1976" y="1959"/>
                  </a:cubicBezTo>
                  <a:cubicBezTo>
                    <a:pt x="1965" y="1961"/>
                    <a:pt x="1960" y="1960"/>
                    <a:pt x="1954" y="1957"/>
                  </a:cubicBezTo>
                  <a:cubicBezTo>
                    <a:pt x="1914" y="1964"/>
                    <a:pt x="1909" y="1955"/>
                    <a:pt x="1903" y="1961"/>
                  </a:cubicBezTo>
                  <a:cubicBezTo>
                    <a:pt x="1880" y="1964"/>
                    <a:pt x="1875" y="1959"/>
                    <a:pt x="1869" y="1959"/>
                  </a:cubicBezTo>
                  <a:cubicBezTo>
                    <a:pt x="1815" y="1960"/>
                    <a:pt x="1813" y="1960"/>
                    <a:pt x="1810" y="1958"/>
                  </a:cubicBezTo>
                  <a:cubicBezTo>
                    <a:pt x="1782" y="1951"/>
                    <a:pt x="1779" y="1954"/>
                    <a:pt x="1777" y="1953"/>
                  </a:cubicBezTo>
                  <a:cubicBezTo>
                    <a:pt x="1748" y="1947"/>
                    <a:pt x="1746" y="1947"/>
                    <a:pt x="1743" y="1948"/>
                  </a:cubicBezTo>
                  <a:cubicBezTo>
                    <a:pt x="1712" y="1936"/>
                    <a:pt x="1706" y="1934"/>
                    <a:pt x="1701" y="1929"/>
                  </a:cubicBezTo>
                  <a:cubicBezTo>
                    <a:pt x="1717" y="1946"/>
                    <a:pt x="1727" y="1946"/>
                    <a:pt x="1737" y="1953"/>
                  </a:cubicBezTo>
                  <a:cubicBezTo>
                    <a:pt x="1812" y="1968"/>
                    <a:pt x="1818" y="1971"/>
                    <a:pt x="1823" y="1970"/>
                  </a:cubicBezTo>
                  <a:cubicBezTo>
                    <a:pt x="1845" y="1969"/>
                    <a:pt x="1847" y="1974"/>
                    <a:pt x="1850" y="1970"/>
                  </a:cubicBezTo>
                  <a:cubicBezTo>
                    <a:pt x="1872" y="1968"/>
                    <a:pt x="1875" y="1968"/>
                    <a:pt x="1877" y="1972"/>
                  </a:cubicBezTo>
                  <a:cubicBezTo>
                    <a:pt x="1901" y="1970"/>
                    <a:pt x="1907" y="1971"/>
                    <a:pt x="1913" y="1970"/>
                  </a:cubicBezTo>
                  <a:cubicBezTo>
                    <a:pt x="1996" y="1976"/>
                    <a:pt x="2007" y="1978"/>
                    <a:pt x="2019" y="1982"/>
                  </a:cubicBezTo>
                  <a:cubicBezTo>
                    <a:pt x="1956" y="1985"/>
                    <a:pt x="1952" y="1983"/>
                    <a:pt x="1948" y="1983"/>
                  </a:cubicBezTo>
                  <a:cubicBezTo>
                    <a:pt x="1865" y="1989"/>
                    <a:pt x="1861" y="1990"/>
                    <a:pt x="1858" y="1989"/>
                  </a:cubicBezTo>
                  <a:cubicBezTo>
                    <a:pt x="1842" y="1988"/>
                    <a:pt x="1838" y="1989"/>
                    <a:pt x="1835" y="1989"/>
                  </a:cubicBezTo>
                  <a:cubicBezTo>
                    <a:pt x="1791" y="1980"/>
                    <a:pt x="1783" y="1979"/>
                    <a:pt x="1775" y="1975"/>
                  </a:cubicBezTo>
                  <a:cubicBezTo>
                    <a:pt x="1733" y="1968"/>
                    <a:pt x="1738" y="1969"/>
                    <a:pt x="1743" y="1971"/>
                  </a:cubicBezTo>
                  <a:cubicBezTo>
                    <a:pt x="1801" y="1990"/>
                    <a:pt x="1807" y="1993"/>
                    <a:pt x="1813" y="1994"/>
                  </a:cubicBezTo>
                  <a:cubicBezTo>
                    <a:pt x="1848" y="2002"/>
                    <a:pt x="1853" y="1994"/>
                    <a:pt x="1857" y="1999"/>
                  </a:cubicBezTo>
                  <a:cubicBezTo>
                    <a:pt x="1893" y="1996"/>
                    <a:pt x="1901" y="1998"/>
                    <a:pt x="1910" y="1996"/>
                  </a:cubicBezTo>
                  <a:cubicBezTo>
                    <a:pt x="1965" y="1991"/>
                    <a:pt x="1969" y="1993"/>
                    <a:pt x="1974" y="1989"/>
                  </a:cubicBezTo>
                  <a:cubicBezTo>
                    <a:pt x="2013" y="1993"/>
                    <a:pt x="2016" y="1991"/>
                    <a:pt x="2020" y="1996"/>
                  </a:cubicBezTo>
                  <a:cubicBezTo>
                    <a:pt x="2003" y="2000"/>
                    <a:pt x="1999" y="1994"/>
                    <a:pt x="1995" y="1997"/>
                  </a:cubicBezTo>
                  <a:cubicBezTo>
                    <a:pt x="1946" y="1996"/>
                    <a:pt x="1936" y="2007"/>
                    <a:pt x="1928" y="2000"/>
                  </a:cubicBezTo>
                  <a:cubicBezTo>
                    <a:pt x="1842" y="2015"/>
                    <a:pt x="1833" y="2014"/>
                    <a:pt x="1825" y="2015"/>
                  </a:cubicBezTo>
                  <a:cubicBezTo>
                    <a:pt x="1794" y="2010"/>
                    <a:pt x="1786" y="2016"/>
                    <a:pt x="1779" y="2012"/>
                  </a:cubicBezTo>
                  <a:cubicBezTo>
                    <a:pt x="1727" y="2002"/>
                    <a:pt x="1720" y="1995"/>
                    <a:pt x="1712" y="1998"/>
                  </a:cubicBezTo>
                  <a:cubicBezTo>
                    <a:pt x="1766" y="2016"/>
                    <a:pt x="1769" y="2018"/>
                    <a:pt x="1772" y="2021"/>
                  </a:cubicBezTo>
                  <a:cubicBezTo>
                    <a:pt x="1866" y="2024"/>
                    <a:pt x="1878" y="2021"/>
                    <a:pt x="1890" y="2019"/>
                  </a:cubicBezTo>
                  <a:cubicBezTo>
                    <a:pt x="1932" y="2010"/>
                    <a:pt x="1937" y="2015"/>
                    <a:pt x="1943" y="2010"/>
                  </a:cubicBezTo>
                  <a:cubicBezTo>
                    <a:pt x="1974" y="2009"/>
                    <a:pt x="1986" y="2010"/>
                    <a:pt x="1999" y="2005"/>
                  </a:cubicBezTo>
                  <a:cubicBezTo>
                    <a:pt x="2065" y="2015"/>
                    <a:pt x="2062" y="2015"/>
                    <a:pt x="2059" y="2014"/>
                  </a:cubicBezTo>
                  <a:cubicBezTo>
                    <a:pt x="2033" y="2015"/>
                    <a:pt x="2030" y="2011"/>
                    <a:pt x="2026" y="2013"/>
                  </a:cubicBezTo>
                  <a:cubicBezTo>
                    <a:pt x="1966" y="2015"/>
                    <a:pt x="1964" y="2014"/>
                    <a:pt x="1961" y="2015"/>
                  </a:cubicBezTo>
                  <a:cubicBezTo>
                    <a:pt x="1902" y="2024"/>
                    <a:pt x="1881" y="2032"/>
                    <a:pt x="1861" y="2033"/>
                  </a:cubicBezTo>
                  <a:cubicBezTo>
                    <a:pt x="1842" y="2035"/>
                    <a:pt x="1837" y="2035"/>
                    <a:pt x="1831" y="2036"/>
                  </a:cubicBezTo>
                  <a:cubicBezTo>
                    <a:pt x="1814" y="2032"/>
                    <a:pt x="1811" y="2034"/>
                    <a:pt x="1809" y="2032"/>
                  </a:cubicBezTo>
                  <a:cubicBezTo>
                    <a:pt x="1760" y="2026"/>
                    <a:pt x="1750" y="2023"/>
                    <a:pt x="1740" y="2023"/>
                  </a:cubicBezTo>
                  <a:cubicBezTo>
                    <a:pt x="1786" y="2037"/>
                    <a:pt x="1792" y="2040"/>
                    <a:pt x="1799" y="2038"/>
                  </a:cubicBezTo>
                  <a:cubicBezTo>
                    <a:pt x="1827" y="2043"/>
                    <a:pt x="1835" y="2045"/>
                    <a:pt x="1843" y="2043"/>
                  </a:cubicBezTo>
                  <a:cubicBezTo>
                    <a:pt x="1876" y="2042"/>
                    <a:pt x="1885" y="2038"/>
                    <a:pt x="1893" y="2037"/>
                  </a:cubicBezTo>
                  <a:cubicBezTo>
                    <a:pt x="1933" y="2027"/>
                    <a:pt x="1936" y="2029"/>
                    <a:pt x="1940" y="2030"/>
                  </a:cubicBezTo>
                  <a:cubicBezTo>
                    <a:pt x="1985" y="2019"/>
                    <a:pt x="1987" y="2022"/>
                    <a:pt x="1990" y="2021"/>
                  </a:cubicBezTo>
                  <a:cubicBezTo>
                    <a:pt x="2030" y="2021"/>
                    <a:pt x="2034" y="2027"/>
                    <a:pt x="2039" y="2022"/>
                  </a:cubicBezTo>
                  <a:cubicBezTo>
                    <a:pt x="2066" y="2021"/>
                    <a:pt x="2068" y="2028"/>
                    <a:pt x="2072" y="2025"/>
                  </a:cubicBezTo>
                  <a:cubicBezTo>
                    <a:pt x="2080" y="2034"/>
                    <a:pt x="2073" y="2035"/>
                    <a:pt x="2065" y="2031"/>
                  </a:cubicBezTo>
                  <a:cubicBezTo>
                    <a:pt x="2026" y="2036"/>
                    <a:pt x="2022" y="2032"/>
                    <a:pt x="2019" y="2034"/>
                  </a:cubicBezTo>
                  <a:cubicBezTo>
                    <a:pt x="1978" y="2039"/>
                    <a:pt x="1973" y="2041"/>
                    <a:pt x="1969" y="2040"/>
                  </a:cubicBezTo>
                  <a:cubicBezTo>
                    <a:pt x="1930" y="2047"/>
                    <a:pt x="1920" y="2051"/>
                    <a:pt x="1911" y="2053"/>
                  </a:cubicBezTo>
                  <a:cubicBezTo>
                    <a:pt x="1865" y="2061"/>
                    <a:pt x="1863" y="2058"/>
                    <a:pt x="1861" y="2059"/>
                  </a:cubicBezTo>
                  <a:cubicBezTo>
                    <a:pt x="1819" y="2062"/>
                    <a:pt x="1815" y="2058"/>
                    <a:pt x="1810" y="2060"/>
                  </a:cubicBezTo>
                  <a:cubicBezTo>
                    <a:pt x="1790" y="2059"/>
                    <a:pt x="1785" y="2058"/>
                    <a:pt x="1781" y="2057"/>
                  </a:cubicBezTo>
                  <a:cubicBezTo>
                    <a:pt x="1776" y="2063"/>
                    <a:pt x="1780" y="2063"/>
                    <a:pt x="1785" y="2065"/>
                  </a:cubicBezTo>
                  <a:cubicBezTo>
                    <a:pt x="1807" y="2068"/>
                    <a:pt x="1810" y="2068"/>
                    <a:pt x="1812" y="2067"/>
                  </a:cubicBezTo>
                  <a:cubicBezTo>
                    <a:pt x="1856" y="2069"/>
                    <a:pt x="1858" y="2069"/>
                    <a:pt x="1860" y="2068"/>
                  </a:cubicBezTo>
                  <a:cubicBezTo>
                    <a:pt x="1886" y="2067"/>
                    <a:pt x="1888" y="2068"/>
                    <a:pt x="1890" y="2066"/>
                  </a:cubicBezTo>
                  <a:cubicBezTo>
                    <a:pt x="1917" y="2057"/>
                    <a:pt x="1921" y="2064"/>
                    <a:pt x="1926" y="2060"/>
                  </a:cubicBezTo>
                  <a:cubicBezTo>
                    <a:pt x="1980" y="2047"/>
                    <a:pt x="1989" y="2048"/>
                    <a:pt x="1999" y="2042"/>
                  </a:cubicBezTo>
                  <a:cubicBezTo>
                    <a:pt x="2018" y="2044"/>
                    <a:pt x="2020" y="2045"/>
                    <a:pt x="2023" y="2042"/>
                  </a:cubicBezTo>
                  <a:cubicBezTo>
                    <a:pt x="2061" y="2040"/>
                    <a:pt x="2065" y="2040"/>
                    <a:pt x="2069" y="2042"/>
                  </a:cubicBezTo>
                  <a:cubicBezTo>
                    <a:pt x="2089" y="2045"/>
                    <a:pt x="2092" y="2044"/>
                    <a:pt x="2090" y="2047"/>
                  </a:cubicBezTo>
                  <a:cubicBezTo>
                    <a:pt x="2039" y="2050"/>
                    <a:pt x="2025" y="2060"/>
                    <a:pt x="2012" y="2057"/>
                  </a:cubicBezTo>
                  <a:cubicBezTo>
                    <a:pt x="1987" y="2061"/>
                    <a:pt x="1980" y="2066"/>
                    <a:pt x="1973" y="2065"/>
                  </a:cubicBezTo>
                  <a:cubicBezTo>
                    <a:pt x="1926" y="2080"/>
                    <a:pt x="1920" y="2077"/>
                    <a:pt x="1914" y="2080"/>
                  </a:cubicBezTo>
                  <a:cubicBezTo>
                    <a:pt x="1848" y="2084"/>
                    <a:pt x="1842" y="2084"/>
                    <a:pt x="1836" y="2084"/>
                  </a:cubicBezTo>
                  <a:cubicBezTo>
                    <a:pt x="1809" y="2083"/>
                    <a:pt x="1802" y="2084"/>
                    <a:pt x="1796" y="2081"/>
                  </a:cubicBezTo>
                  <a:cubicBezTo>
                    <a:pt x="1781" y="2083"/>
                    <a:pt x="1784" y="2084"/>
                    <a:pt x="1786" y="2087"/>
                  </a:cubicBezTo>
                  <a:cubicBezTo>
                    <a:pt x="1816" y="2091"/>
                    <a:pt x="1822" y="2088"/>
                    <a:pt x="1828" y="2091"/>
                  </a:cubicBezTo>
                  <a:cubicBezTo>
                    <a:pt x="1850" y="2093"/>
                    <a:pt x="1855" y="2091"/>
                    <a:pt x="1860" y="2092"/>
                  </a:cubicBezTo>
                  <a:cubicBezTo>
                    <a:pt x="1880" y="2093"/>
                    <a:pt x="1882" y="2090"/>
                    <a:pt x="1885" y="2090"/>
                  </a:cubicBezTo>
                  <a:cubicBezTo>
                    <a:pt x="1905" y="2093"/>
                    <a:pt x="1908" y="2086"/>
                    <a:pt x="1911" y="2090"/>
                  </a:cubicBezTo>
                  <a:cubicBezTo>
                    <a:pt x="1936" y="2089"/>
                    <a:pt x="1929" y="2089"/>
                    <a:pt x="1925" y="2090"/>
                  </a:cubicBezTo>
                  <a:cubicBezTo>
                    <a:pt x="1905" y="2095"/>
                    <a:pt x="1902" y="2094"/>
                    <a:pt x="1900" y="2094"/>
                  </a:cubicBezTo>
                  <a:cubicBezTo>
                    <a:pt x="1830" y="2102"/>
                    <a:pt x="1814" y="2103"/>
                    <a:pt x="1798" y="2100"/>
                  </a:cubicBezTo>
                  <a:cubicBezTo>
                    <a:pt x="1757" y="2101"/>
                    <a:pt x="1753" y="2092"/>
                    <a:pt x="1748" y="2100"/>
                  </a:cubicBezTo>
                  <a:cubicBezTo>
                    <a:pt x="1799" y="2109"/>
                    <a:pt x="1804" y="2109"/>
                    <a:pt x="1810" y="2110"/>
                  </a:cubicBezTo>
                  <a:cubicBezTo>
                    <a:pt x="1851" y="2110"/>
                    <a:pt x="1853" y="2109"/>
                    <a:pt x="1856" y="2110"/>
                  </a:cubicBezTo>
                  <a:cubicBezTo>
                    <a:pt x="1890" y="2107"/>
                    <a:pt x="1892" y="2108"/>
                    <a:pt x="1895" y="2105"/>
                  </a:cubicBezTo>
                  <a:cubicBezTo>
                    <a:pt x="1913" y="2105"/>
                    <a:pt x="1916" y="2100"/>
                    <a:pt x="1918" y="2102"/>
                  </a:cubicBezTo>
                  <a:cubicBezTo>
                    <a:pt x="1977" y="2083"/>
                    <a:pt x="1987" y="2085"/>
                    <a:pt x="1999" y="2078"/>
                  </a:cubicBezTo>
                  <a:cubicBezTo>
                    <a:pt x="2053" y="2068"/>
                    <a:pt x="2058" y="2069"/>
                    <a:pt x="2064" y="2070"/>
                  </a:cubicBezTo>
                  <a:cubicBezTo>
                    <a:pt x="2099" y="2065"/>
                    <a:pt x="2102" y="2065"/>
                    <a:pt x="2104" y="2066"/>
                  </a:cubicBezTo>
                  <a:cubicBezTo>
                    <a:pt x="2123" y="2069"/>
                    <a:pt x="2131" y="2064"/>
                    <a:pt x="2127" y="2069"/>
                  </a:cubicBezTo>
                  <a:cubicBezTo>
                    <a:pt x="2075" y="2080"/>
                    <a:pt x="2071" y="2079"/>
                    <a:pt x="2067" y="2079"/>
                  </a:cubicBezTo>
                  <a:cubicBezTo>
                    <a:pt x="2020" y="2094"/>
                    <a:pt x="2011" y="2100"/>
                    <a:pt x="2002" y="2098"/>
                  </a:cubicBezTo>
                  <a:cubicBezTo>
                    <a:pt x="1963" y="2116"/>
                    <a:pt x="1959" y="2109"/>
                    <a:pt x="1954" y="2116"/>
                  </a:cubicBezTo>
                  <a:cubicBezTo>
                    <a:pt x="1851" y="2138"/>
                    <a:pt x="1844" y="2132"/>
                    <a:pt x="1836" y="2136"/>
                  </a:cubicBezTo>
                  <a:cubicBezTo>
                    <a:pt x="1826" y="2142"/>
                    <a:pt x="1836" y="2142"/>
                    <a:pt x="1846" y="2142"/>
                  </a:cubicBezTo>
                  <a:cubicBezTo>
                    <a:pt x="1867" y="2140"/>
                    <a:pt x="1872" y="2144"/>
                    <a:pt x="1877" y="2141"/>
                  </a:cubicBezTo>
                  <a:cubicBezTo>
                    <a:pt x="1913" y="2139"/>
                    <a:pt x="1919" y="2132"/>
                    <a:pt x="1924" y="2134"/>
                  </a:cubicBezTo>
                  <a:cubicBezTo>
                    <a:pt x="1959" y="2125"/>
                    <a:pt x="1964" y="2124"/>
                    <a:pt x="1970" y="2120"/>
                  </a:cubicBezTo>
                  <a:cubicBezTo>
                    <a:pt x="2007" y="2106"/>
                    <a:pt x="2013" y="2108"/>
                    <a:pt x="2020" y="2105"/>
                  </a:cubicBezTo>
                  <a:cubicBezTo>
                    <a:pt x="2040" y="2100"/>
                    <a:pt x="2044" y="2093"/>
                    <a:pt x="2047" y="2096"/>
                  </a:cubicBezTo>
                  <a:cubicBezTo>
                    <a:pt x="2086" y="2089"/>
                    <a:pt x="2094" y="2082"/>
                    <a:pt x="2100" y="2084"/>
                  </a:cubicBezTo>
                  <a:cubicBezTo>
                    <a:pt x="2135" y="2086"/>
                    <a:pt x="2139" y="2077"/>
                    <a:pt x="2142" y="2079"/>
                  </a:cubicBezTo>
                  <a:cubicBezTo>
                    <a:pt x="2159" y="2083"/>
                    <a:pt x="2154" y="2082"/>
                    <a:pt x="2150" y="2081"/>
                  </a:cubicBezTo>
                  <a:cubicBezTo>
                    <a:pt x="2117" y="2084"/>
                    <a:pt x="2111" y="2088"/>
                    <a:pt x="2106" y="2088"/>
                  </a:cubicBezTo>
                  <a:cubicBezTo>
                    <a:pt x="2041" y="2104"/>
                    <a:pt x="2035" y="2114"/>
                    <a:pt x="2030" y="2111"/>
                  </a:cubicBezTo>
                  <a:cubicBezTo>
                    <a:pt x="1993" y="2122"/>
                    <a:pt x="1991" y="2126"/>
                    <a:pt x="1991" y="2128"/>
                  </a:cubicBezTo>
                  <a:cubicBezTo>
                    <a:pt x="1972" y="2138"/>
                    <a:pt x="1964" y="2127"/>
                    <a:pt x="1967" y="2134"/>
                  </a:cubicBezTo>
                  <a:cubicBezTo>
                    <a:pt x="1927" y="2146"/>
                    <a:pt x="1921" y="2143"/>
                    <a:pt x="1915" y="2148"/>
                  </a:cubicBezTo>
                  <a:cubicBezTo>
                    <a:pt x="1877" y="2147"/>
                    <a:pt x="1871" y="2154"/>
                    <a:pt x="1865" y="2154"/>
                  </a:cubicBezTo>
                  <a:cubicBezTo>
                    <a:pt x="1843" y="2149"/>
                    <a:pt x="1837" y="2158"/>
                    <a:pt x="1831" y="2151"/>
                  </a:cubicBezTo>
                  <a:cubicBezTo>
                    <a:pt x="1792" y="2150"/>
                    <a:pt x="1787" y="2142"/>
                    <a:pt x="1781" y="2146"/>
                  </a:cubicBezTo>
                  <a:cubicBezTo>
                    <a:pt x="1821" y="2158"/>
                    <a:pt x="1829" y="2160"/>
                    <a:pt x="1837" y="2160"/>
                  </a:cubicBezTo>
                  <a:cubicBezTo>
                    <a:pt x="1845" y="2160"/>
                    <a:pt x="1845" y="2160"/>
                    <a:pt x="1845" y="2160"/>
                  </a:cubicBezTo>
                  <a:cubicBezTo>
                    <a:pt x="1917" y="2153"/>
                    <a:pt x="1922" y="2158"/>
                    <a:pt x="1927" y="2152"/>
                  </a:cubicBezTo>
                  <a:cubicBezTo>
                    <a:pt x="1990" y="2138"/>
                    <a:pt x="2001" y="2131"/>
                    <a:pt x="2012" y="2129"/>
                  </a:cubicBezTo>
                  <a:cubicBezTo>
                    <a:pt x="2062" y="2106"/>
                    <a:pt x="2075" y="2111"/>
                    <a:pt x="2090" y="2102"/>
                  </a:cubicBezTo>
                  <a:cubicBezTo>
                    <a:pt x="2139" y="2090"/>
                    <a:pt x="2145" y="2096"/>
                    <a:pt x="2152" y="2091"/>
                  </a:cubicBezTo>
                  <a:cubicBezTo>
                    <a:pt x="2188" y="2096"/>
                    <a:pt x="2192" y="2094"/>
                    <a:pt x="2195" y="2094"/>
                  </a:cubicBezTo>
                  <a:cubicBezTo>
                    <a:pt x="2212" y="2100"/>
                    <a:pt x="2215" y="2098"/>
                    <a:pt x="2213" y="2101"/>
                  </a:cubicBezTo>
                  <a:cubicBezTo>
                    <a:pt x="2155" y="2109"/>
                    <a:pt x="2152" y="2110"/>
                    <a:pt x="2148" y="2109"/>
                  </a:cubicBezTo>
                  <a:cubicBezTo>
                    <a:pt x="2095" y="2129"/>
                    <a:pt x="2087" y="2129"/>
                    <a:pt x="2080" y="2134"/>
                  </a:cubicBezTo>
                  <a:cubicBezTo>
                    <a:pt x="2050" y="2142"/>
                    <a:pt x="2042" y="2150"/>
                    <a:pt x="2034" y="2151"/>
                  </a:cubicBezTo>
                  <a:cubicBezTo>
                    <a:pt x="2014" y="2160"/>
                    <a:pt x="2014" y="2160"/>
                    <a:pt x="2013" y="2160"/>
                  </a:cubicBezTo>
                  <a:cubicBezTo>
                    <a:pt x="2054" y="2153"/>
                    <a:pt x="2064" y="2154"/>
                    <a:pt x="2074" y="2148"/>
                  </a:cubicBezTo>
                  <a:cubicBezTo>
                    <a:pt x="2154" y="2114"/>
                    <a:pt x="2159" y="2123"/>
                    <a:pt x="2165" y="2115"/>
                  </a:cubicBezTo>
                  <a:cubicBezTo>
                    <a:pt x="2190" y="2117"/>
                    <a:pt x="2187" y="2113"/>
                    <a:pt x="2183" y="2119"/>
                  </a:cubicBezTo>
                  <a:cubicBezTo>
                    <a:pt x="2157" y="2125"/>
                    <a:pt x="2154" y="2123"/>
                    <a:pt x="2150" y="2125"/>
                  </a:cubicBezTo>
                  <a:cubicBezTo>
                    <a:pt x="2102" y="2142"/>
                    <a:pt x="2098" y="2146"/>
                    <a:pt x="2094" y="2147"/>
                  </a:cubicBezTo>
                  <a:cubicBezTo>
                    <a:pt x="2087" y="2160"/>
                    <a:pt x="2087" y="2160"/>
                    <a:pt x="2087" y="2160"/>
                  </a:cubicBezTo>
                  <a:cubicBezTo>
                    <a:pt x="2130" y="2147"/>
                    <a:pt x="2134" y="2139"/>
                    <a:pt x="2138" y="2141"/>
                  </a:cubicBezTo>
                  <a:cubicBezTo>
                    <a:pt x="2207" y="2127"/>
                    <a:pt x="2211" y="2122"/>
                    <a:pt x="2215" y="2123"/>
                  </a:cubicBezTo>
                  <a:cubicBezTo>
                    <a:pt x="2265" y="2131"/>
                    <a:pt x="2255" y="2136"/>
                    <a:pt x="2245" y="2134"/>
                  </a:cubicBezTo>
                  <a:cubicBezTo>
                    <a:pt x="2202" y="2144"/>
                    <a:pt x="2188" y="2144"/>
                    <a:pt x="2175" y="2150"/>
                  </a:cubicBezTo>
                  <a:cubicBezTo>
                    <a:pt x="2182" y="2158"/>
                    <a:pt x="2190" y="2154"/>
                    <a:pt x="2198" y="2153"/>
                  </a:cubicBezTo>
                  <a:cubicBezTo>
                    <a:pt x="2242" y="2147"/>
                    <a:pt x="2254" y="2144"/>
                    <a:pt x="2266" y="2142"/>
                  </a:cubicBezTo>
                  <a:cubicBezTo>
                    <a:pt x="2296" y="2149"/>
                    <a:pt x="2289" y="2141"/>
                    <a:pt x="2281" y="2149"/>
                  </a:cubicBezTo>
                  <a:cubicBezTo>
                    <a:pt x="2215" y="2160"/>
                    <a:pt x="2215" y="2160"/>
                    <a:pt x="2215" y="2160"/>
                  </a:cubicBezTo>
                  <a:cubicBezTo>
                    <a:pt x="2261" y="2163"/>
                    <a:pt x="2266" y="2158"/>
                    <a:pt x="2270" y="2159"/>
                  </a:cubicBezTo>
                  <a:cubicBezTo>
                    <a:pt x="2286" y="2157"/>
                    <a:pt x="2288" y="2158"/>
                    <a:pt x="2290" y="2159"/>
                  </a:cubicBezTo>
                  <a:cubicBezTo>
                    <a:pt x="2306" y="2159"/>
                    <a:pt x="2301" y="2160"/>
                    <a:pt x="2296" y="2159"/>
                  </a:cubicBezTo>
                  <a:cubicBezTo>
                    <a:pt x="2375" y="2159"/>
                    <a:pt x="2374" y="2158"/>
                    <a:pt x="2372" y="2157"/>
                  </a:cubicBezTo>
                  <a:cubicBezTo>
                    <a:pt x="2357" y="2145"/>
                    <a:pt x="2353" y="2143"/>
                    <a:pt x="2349" y="2136"/>
                  </a:cubicBezTo>
                  <a:cubicBezTo>
                    <a:pt x="2334" y="2103"/>
                    <a:pt x="2327" y="2099"/>
                    <a:pt x="2325" y="2096"/>
                  </a:cubicBezTo>
                  <a:cubicBezTo>
                    <a:pt x="2312" y="2069"/>
                    <a:pt x="2309" y="2062"/>
                    <a:pt x="2306" y="2055"/>
                  </a:cubicBezTo>
                  <a:cubicBezTo>
                    <a:pt x="2290" y="2013"/>
                    <a:pt x="2286" y="2009"/>
                    <a:pt x="2286" y="2006"/>
                  </a:cubicBezTo>
                  <a:cubicBezTo>
                    <a:pt x="2276" y="1972"/>
                    <a:pt x="2269" y="1966"/>
                    <a:pt x="2269" y="1960"/>
                  </a:cubicBezTo>
                  <a:cubicBezTo>
                    <a:pt x="2205" y="1870"/>
                    <a:pt x="2206" y="1871"/>
                    <a:pt x="2207" y="1872"/>
                  </a:cubicBezTo>
                  <a:cubicBezTo>
                    <a:pt x="2252" y="1922"/>
                    <a:pt x="2262" y="1928"/>
                    <a:pt x="2273" y="1948"/>
                  </a:cubicBezTo>
                  <a:cubicBezTo>
                    <a:pt x="2301" y="2003"/>
                    <a:pt x="2306" y="2005"/>
                    <a:pt x="2308" y="2010"/>
                  </a:cubicBezTo>
                  <a:cubicBezTo>
                    <a:pt x="2314" y="2029"/>
                    <a:pt x="2321" y="2036"/>
                    <a:pt x="2322" y="2043"/>
                  </a:cubicBezTo>
                  <a:cubicBezTo>
                    <a:pt x="2355" y="2106"/>
                    <a:pt x="2363" y="2126"/>
                    <a:pt x="2374" y="2146"/>
                  </a:cubicBezTo>
                  <a:cubicBezTo>
                    <a:pt x="2399" y="2160"/>
                    <a:pt x="2399" y="2160"/>
                    <a:pt x="2399" y="2160"/>
                  </a:cubicBezTo>
                  <a:close/>
                  <a:moveTo>
                    <a:pt x="1838" y="1827"/>
                  </a:moveTo>
                  <a:cubicBezTo>
                    <a:pt x="1845" y="1821"/>
                    <a:pt x="1845" y="1838"/>
                    <a:pt x="1854" y="1842"/>
                  </a:cubicBezTo>
                  <a:cubicBezTo>
                    <a:pt x="1845" y="1846"/>
                    <a:pt x="1846" y="1833"/>
                    <a:pt x="1838" y="1827"/>
                  </a:cubicBezTo>
                  <a:close/>
                  <a:moveTo>
                    <a:pt x="1853" y="1848"/>
                  </a:moveTo>
                  <a:cubicBezTo>
                    <a:pt x="1859" y="1847"/>
                    <a:pt x="1862" y="1858"/>
                    <a:pt x="1865" y="1862"/>
                  </a:cubicBezTo>
                  <a:cubicBezTo>
                    <a:pt x="1859" y="1863"/>
                    <a:pt x="1856" y="1852"/>
                    <a:pt x="1853" y="1848"/>
                  </a:cubicBezTo>
                  <a:close/>
                  <a:moveTo>
                    <a:pt x="1645" y="1869"/>
                  </a:moveTo>
                  <a:cubicBezTo>
                    <a:pt x="1648" y="1868"/>
                    <a:pt x="1651" y="1869"/>
                    <a:pt x="1654" y="1872"/>
                  </a:cubicBezTo>
                  <a:cubicBezTo>
                    <a:pt x="1650" y="1878"/>
                    <a:pt x="1648" y="1871"/>
                    <a:pt x="1645" y="1869"/>
                  </a:cubicBezTo>
                  <a:close/>
                  <a:moveTo>
                    <a:pt x="1907" y="1920"/>
                  </a:moveTo>
                  <a:cubicBezTo>
                    <a:pt x="1903" y="1914"/>
                    <a:pt x="1899" y="1920"/>
                    <a:pt x="1895" y="1916"/>
                  </a:cubicBezTo>
                  <a:cubicBezTo>
                    <a:pt x="1841" y="1913"/>
                    <a:pt x="1839" y="1913"/>
                    <a:pt x="1836" y="1915"/>
                  </a:cubicBezTo>
                  <a:cubicBezTo>
                    <a:pt x="1810" y="1916"/>
                    <a:pt x="1803" y="1912"/>
                    <a:pt x="1795" y="1914"/>
                  </a:cubicBezTo>
                  <a:cubicBezTo>
                    <a:pt x="1766" y="1908"/>
                    <a:pt x="1762" y="1912"/>
                    <a:pt x="1758" y="1909"/>
                  </a:cubicBezTo>
                  <a:cubicBezTo>
                    <a:pt x="1719" y="1899"/>
                    <a:pt x="1715" y="1899"/>
                    <a:pt x="1711" y="1898"/>
                  </a:cubicBezTo>
                  <a:cubicBezTo>
                    <a:pt x="1659" y="1869"/>
                    <a:pt x="1662" y="1879"/>
                    <a:pt x="1666" y="1876"/>
                  </a:cubicBezTo>
                  <a:cubicBezTo>
                    <a:pt x="1713" y="1885"/>
                    <a:pt x="1732" y="1891"/>
                    <a:pt x="1751" y="1894"/>
                  </a:cubicBezTo>
                  <a:cubicBezTo>
                    <a:pt x="1785" y="1897"/>
                    <a:pt x="1790" y="1895"/>
                    <a:pt x="1794" y="1900"/>
                  </a:cubicBezTo>
                  <a:cubicBezTo>
                    <a:pt x="1828" y="1901"/>
                    <a:pt x="1832" y="1905"/>
                    <a:pt x="1837" y="1903"/>
                  </a:cubicBezTo>
                  <a:cubicBezTo>
                    <a:pt x="1870" y="1907"/>
                    <a:pt x="1875" y="1907"/>
                    <a:pt x="1880" y="1906"/>
                  </a:cubicBezTo>
                  <a:cubicBezTo>
                    <a:pt x="1899" y="1909"/>
                    <a:pt x="1903" y="1916"/>
                    <a:pt x="1908" y="1914"/>
                  </a:cubicBezTo>
                  <a:cubicBezTo>
                    <a:pt x="1916" y="1920"/>
                    <a:pt x="1912" y="1920"/>
                    <a:pt x="1907" y="1920"/>
                  </a:cubicBezTo>
                  <a:close/>
                  <a:moveTo>
                    <a:pt x="1952" y="1945"/>
                  </a:moveTo>
                  <a:cubicBezTo>
                    <a:pt x="1949" y="1940"/>
                    <a:pt x="1958" y="1939"/>
                    <a:pt x="1960" y="1944"/>
                  </a:cubicBezTo>
                  <a:cubicBezTo>
                    <a:pt x="1957" y="1945"/>
                    <a:pt x="1955" y="1943"/>
                    <a:pt x="1952" y="1945"/>
                  </a:cubicBezTo>
                  <a:close/>
                  <a:moveTo>
                    <a:pt x="2090" y="2033"/>
                  </a:moveTo>
                  <a:cubicBezTo>
                    <a:pt x="2094" y="2028"/>
                    <a:pt x="2097" y="2030"/>
                    <a:pt x="2100" y="2035"/>
                  </a:cubicBezTo>
                  <a:cubicBezTo>
                    <a:pt x="2097" y="2036"/>
                    <a:pt x="2093" y="2037"/>
                    <a:pt x="2090" y="2033"/>
                  </a:cubicBezTo>
                  <a:close/>
                  <a:moveTo>
                    <a:pt x="2417" y="2149"/>
                  </a:moveTo>
                  <a:cubicBezTo>
                    <a:pt x="2411" y="2141"/>
                    <a:pt x="2408" y="2133"/>
                    <a:pt x="2399" y="2124"/>
                  </a:cubicBezTo>
                  <a:cubicBezTo>
                    <a:pt x="2394" y="2113"/>
                    <a:pt x="2388" y="2102"/>
                    <a:pt x="2378" y="2090"/>
                  </a:cubicBezTo>
                  <a:cubicBezTo>
                    <a:pt x="2363" y="2061"/>
                    <a:pt x="2346" y="2031"/>
                    <a:pt x="2331" y="2001"/>
                  </a:cubicBezTo>
                  <a:cubicBezTo>
                    <a:pt x="2317" y="1971"/>
                    <a:pt x="2296" y="1941"/>
                    <a:pt x="2279" y="1911"/>
                  </a:cubicBezTo>
                  <a:cubicBezTo>
                    <a:pt x="2267" y="1900"/>
                    <a:pt x="2264" y="1893"/>
                    <a:pt x="2254" y="1886"/>
                  </a:cubicBezTo>
                  <a:cubicBezTo>
                    <a:pt x="2256" y="1883"/>
                    <a:pt x="2252" y="1884"/>
                    <a:pt x="2250" y="1881"/>
                  </a:cubicBezTo>
                  <a:cubicBezTo>
                    <a:pt x="2252" y="1878"/>
                    <a:pt x="2248" y="1876"/>
                    <a:pt x="2245" y="1876"/>
                  </a:cubicBezTo>
                  <a:cubicBezTo>
                    <a:pt x="2243" y="1872"/>
                    <a:pt x="2240" y="1865"/>
                    <a:pt x="2234" y="1869"/>
                  </a:cubicBezTo>
                  <a:cubicBezTo>
                    <a:pt x="2240" y="1873"/>
                    <a:pt x="2249" y="1891"/>
                    <a:pt x="2260" y="1896"/>
                  </a:cubicBezTo>
                  <a:cubicBezTo>
                    <a:pt x="2256" y="1900"/>
                    <a:pt x="2266" y="1904"/>
                    <a:pt x="2268" y="1909"/>
                  </a:cubicBezTo>
                  <a:cubicBezTo>
                    <a:pt x="2270" y="1913"/>
                    <a:pt x="2272" y="1918"/>
                    <a:pt x="2278" y="1923"/>
                  </a:cubicBezTo>
                  <a:cubicBezTo>
                    <a:pt x="2281" y="1932"/>
                    <a:pt x="2290" y="1941"/>
                    <a:pt x="2293" y="1950"/>
                  </a:cubicBezTo>
                  <a:cubicBezTo>
                    <a:pt x="2303" y="1969"/>
                    <a:pt x="2315" y="1987"/>
                    <a:pt x="2323" y="2005"/>
                  </a:cubicBezTo>
                  <a:cubicBezTo>
                    <a:pt x="2330" y="2014"/>
                    <a:pt x="2329" y="2023"/>
                    <a:pt x="2339" y="2032"/>
                  </a:cubicBezTo>
                  <a:cubicBezTo>
                    <a:pt x="2337" y="2041"/>
                    <a:pt x="2350" y="2051"/>
                    <a:pt x="2351" y="2059"/>
                  </a:cubicBezTo>
                  <a:cubicBezTo>
                    <a:pt x="2360" y="2069"/>
                    <a:pt x="2357" y="2077"/>
                    <a:pt x="2366" y="2087"/>
                  </a:cubicBezTo>
                  <a:cubicBezTo>
                    <a:pt x="2369" y="2096"/>
                    <a:pt x="2375" y="2105"/>
                    <a:pt x="2384" y="2114"/>
                  </a:cubicBezTo>
                  <a:cubicBezTo>
                    <a:pt x="2385" y="2119"/>
                    <a:pt x="2391" y="2125"/>
                    <a:pt x="2392" y="2130"/>
                  </a:cubicBezTo>
                  <a:cubicBezTo>
                    <a:pt x="2395" y="2133"/>
                    <a:pt x="2397" y="2136"/>
                    <a:pt x="2399" y="2138"/>
                  </a:cubicBezTo>
                  <a:cubicBezTo>
                    <a:pt x="2394" y="2141"/>
                    <a:pt x="2407" y="2145"/>
                    <a:pt x="2402" y="2148"/>
                  </a:cubicBezTo>
                  <a:cubicBezTo>
                    <a:pt x="2408" y="2151"/>
                    <a:pt x="2412" y="2156"/>
                    <a:pt x="2415" y="2160"/>
                  </a:cubicBezTo>
                  <a:cubicBezTo>
                    <a:pt x="2426" y="2160"/>
                    <a:pt x="2426" y="2160"/>
                    <a:pt x="2426" y="2160"/>
                  </a:cubicBezTo>
                  <a:cubicBezTo>
                    <a:pt x="2424" y="2157"/>
                    <a:pt x="2423" y="2154"/>
                    <a:pt x="2417" y="2149"/>
                  </a:cubicBezTo>
                  <a:close/>
                  <a:moveTo>
                    <a:pt x="2465" y="2104"/>
                  </a:moveTo>
                  <a:cubicBezTo>
                    <a:pt x="2451" y="2090"/>
                    <a:pt x="2446" y="2076"/>
                    <a:pt x="2434" y="2062"/>
                  </a:cubicBezTo>
                  <a:cubicBezTo>
                    <a:pt x="2436" y="2059"/>
                    <a:pt x="2432" y="2056"/>
                    <a:pt x="2430" y="2054"/>
                  </a:cubicBezTo>
                  <a:cubicBezTo>
                    <a:pt x="2431" y="2051"/>
                    <a:pt x="2431" y="2049"/>
                    <a:pt x="2429" y="2046"/>
                  </a:cubicBezTo>
                  <a:cubicBezTo>
                    <a:pt x="2418" y="2032"/>
                    <a:pt x="2414" y="2018"/>
                    <a:pt x="2404" y="2004"/>
                  </a:cubicBezTo>
                  <a:cubicBezTo>
                    <a:pt x="2409" y="2001"/>
                    <a:pt x="2396" y="1997"/>
                    <a:pt x="2401" y="1995"/>
                  </a:cubicBezTo>
                  <a:cubicBezTo>
                    <a:pt x="2400" y="1991"/>
                    <a:pt x="2391" y="1987"/>
                    <a:pt x="2394" y="1983"/>
                  </a:cubicBezTo>
                  <a:cubicBezTo>
                    <a:pt x="2387" y="1978"/>
                    <a:pt x="2388" y="1966"/>
                    <a:pt x="2379" y="1965"/>
                  </a:cubicBezTo>
                  <a:cubicBezTo>
                    <a:pt x="2380" y="1970"/>
                    <a:pt x="2383" y="1973"/>
                    <a:pt x="2390" y="1982"/>
                  </a:cubicBezTo>
                  <a:cubicBezTo>
                    <a:pt x="2391" y="1985"/>
                    <a:pt x="2386" y="1987"/>
                    <a:pt x="2392" y="1991"/>
                  </a:cubicBezTo>
                  <a:cubicBezTo>
                    <a:pt x="2393" y="1994"/>
                    <a:pt x="2394" y="1997"/>
                    <a:pt x="2398" y="2001"/>
                  </a:cubicBezTo>
                  <a:cubicBezTo>
                    <a:pt x="2397" y="2007"/>
                    <a:pt x="2405" y="2015"/>
                    <a:pt x="2404" y="2021"/>
                  </a:cubicBezTo>
                  <a:cubicBezTo>
                    <a:pt x="2410" y="2025"/>
                    <a:pt x="2406" y="2027"/>
                    <a:pt x="2410" y="2031"/>
                  </a:cubicBezTo>
                  <a:cubicBezTo>
                    <a:pt x="2411" y="2035"/>
                    <a:pt x="2415" y="2038"/>
                    <a:pt x="2414" y="2042"/>
                  </a:cubicBezTo>
                  <a:cubicBezTo>
                    <a:pt x="2419" y="2045"/>
                    <a:pt x="2415" y="2048"/>
                    <a:pt x="2419" y="2051"/>
                  </a:cubicBezTo>
                  <a:cubicBezTo>
                    <a:pt x="2417" y="2055"/>
                    <a:pt x="2426" y="2059"/>
                    <a:pt x="2423" y="2063"/>
                  </a:cubicBezTo>
                  <a:cubicBezTo>
                    <a:pt x="2436" y="2077"/>
                    <a:pt x="2436" y="2084"/>
                    <a:pt x="2450" y="2100"/>
                  </a:cubicBezTo>
                  <a:cubicBezTo>
                    <a:pt x="2458" y="2115"/>
                    <a:pt x="2467" y="2122"/>
                    <a:pt x="2475" y="2139"/>
                  </a:cubicBezTo>
                  <a:cubicBezTo>
                    <a:pt x="2483" y="2146"/>
                    <a:pt x="2487" y="2153"/>
                    <a:pt x="2492" y="2160"/>
                  </a:cubicBezTo>
                  <a:cubicBezTo>
                    <a:pt x="2505" y="2160"/>
                    <a:pt x="2505" y="2160"/>
                    <a:pt x="2505" y="2160"/>
                  </a:cubicBezTo>
                  <a:cubicBezTo>
                    <a:pt x="2497" y="2148"/>
                    <a:pt x="2487" y="2136"/>
                    <a:pt x="2476" y="2123"/>
                  </a:cubicBezTo>
                  <a:cubicBezTo>
                    <a:pt x="2472" y="2113"/>
                    <a:pt x="2469" y="2112"/>
                    <a:pt x="2465" y="2104"/>
                  </a:cubicBezTo>
                  <a:close/>
                  <a:moveTo>
                    <a:pt x="2502" y="2123"/>
                  </a:moveTo>
                  <a:cubicBezTo>
                    <a:pt x="2499" y="2119"/>
                    <a:pt x="2495" y="2114"/>
                    <a:pt x="2496" y="2109"/>
                  </a:cubicBezTo>
                  <a:cubicBezTo>
                    <a:pt x="2486" y="2106"/>
                    <a:pt x="2483" y="2091"/>
                    <a:pt x="2476" y="2083"/>
                  </a:cubicBezTo>
                  <a:cubicBezTo>
                    <a:pt x="2468" y="2080"/>
                    <a:pt x="2477" y="2070"/>
                    <a:pt x="2469" y="2072"/>
                  </a:cubicBezTo>
                  <a:cubicBezTo>
                    <a:pt x="2468" y="2067"/>
                    <a:pt x="2461" y="2062"/>
                    <a:pt x="2462" y="2057"/>
                  </a:cubicBezTo>
                  <a:cubicBezTo>
                    <a:pt x="2451" y="2047"/>
                    <a:pt x="2455" y="2038"/>
                    <a:pt x="2442" y="2028"/>
                  </a:cubicBezTo>
                  <a:cubicBezTo>
                    <a:pt x="2445" y="2023"/>
                    <a:pt x="2435" y="2018"/>
                    <a:pt x="2437" y="2013"/>
                  </a:cubicBezTo>
                  <a:cubicBezTo>
                    <a:pt x="2431" y="2007"/>
                    <a:pt x="2433" y="2002"/>
                    <a:pt x="2426" y="1996"/>
                  </a:cubicBezTo>
                  <a:cubicBezTo>
                    <a:pt x="2421" y="1985"/>
                    <a:pt x="2413" y="1974"/>
                    <a:pt x="2408" y="1963"/>
                  </a:cubicBezTo>
                  <a:cubicBezTo>
                    <a:pt x="2397" y="1949"/>
                    <a:pt x="2387" y="1934"/>
                    <a:pt x="2377" y="1920"/>
                  </a:cubicBezTo>
                  <a:cubicBezTo>
                    <a:pt x="2366" y="1914"/>
                    <a:pt x="2356" y="1898"/>
                    <a:pt x="2345" y="1887"/>
                  </a:cubicBezTo>
                  <a:cubicBezTo>
                    <a:pt x="2340" y="1882"/>
                    <a:pt x="2335" y="1882"/>
                    <a:pt x="2331" y="1874"/>
                  </a:cubicBezTo>
                  <a:cubicBezTo>
                    <a:pt x="2328" y="1871"/>
                    <a:pt x="2326" y="1869"/>
                    <a:pt x="2323" y="1866"/>
                  </a:cubicBezTo>
                  <a:cubicBezTo>
                    <a:pt x="2320" y="1870"/>
                    <a:pt x="2318" y="1858"/>
                    <a:pt x="2314" y="1865"/>
                  </a:cubicBezTo>
                  <a:cubicBezTo>
                    <a:pt x="2322" y="1870"/>
                    <a:pt x="2330" y="1882"/>
                    <a:pt x="2342" y="1890"/>
                  </a:cubicBezTo>
                  <a:cubicBezTo>
                    <a:pt x="2350" y="1903"/>
                    <a:pt x="2356" y="1909"/>
                    <a:pt x="2368" y="1920"/>
                  </a:cubicBezTo>
                  <a:cubicBezTo>
                    <a:pt x="2377" y="1936"/>
                    <a:pt x="2393" y="1953"/>
                    <a:pt x="2403" y="1970"/>
                  </a:cubicBezTo>
                  <a:cubicBezTo>
                    <a:pt x="2408" y="1979"/>
                    <a:pt x="2409" y="1987"/>
                    <a:pt x="2417" y="1996"/>
                  </a:cubicBezTo>
                  <a:cubicBezTo>
                    <a:pt x="2417" y="2004"/>
                    <a:pt x="2428" y="2013"/>
                    <a:pt x="2427" y="2021"/>
                  </a:cubicBezTo>
                  <a:cubicBezTo>
                    <a:pt x="2443" y="2039"/>
                    <a:pt x="2447" y="2055"/>
                    <a:pt x="2458" y="2073"/>
                  </a:cubicBezTo>
                  <a:cubicBezTo>
                    <a:pt x="2467" y="2083"/>
                    <a:pt x="2472" y="2093"/>
                    <a:pt x="2476" y="2103"/>
                  </a:cubicBezTo>
                  <a:cubicBezTo>
                    <a:pt x="2482" y="2104"/>
                    <a:pt x="2478" y="2105"/>
                    <a:pt x="2482" y="2110"/>
                  </a:cubicBezTo>
                  <a:cubicBezTo>
                    <a:pt x="2485" y="2114"/>
                    <a:pt x="2489" y="2117"/>
                    <a:pt x="2489" y="2121"/>
                  </a:cubicBezTo>
                  <a:cubicBezTo>
                    <a:pt x="2497" y="2124"/>
                    <a:pt x="2495" y="2133"/>
                    <a:pt x="2503" y="2141"/>
                  </a:cubicBezTo>
                  <a:cubicBezTo>
                    <a:pt x="2509" y="2149"/>
                    <a:pt x="2514" y="2154"/>
                    <a:pt x="2518" y="2160"/>
                  </a:cubicBezTo>
                  <a:cubicBezTo>
                    <a:pt x="2530" y="2160"/>
                    <a:pt x="2530" y="2160"/>
                    <a:pt x="2530" y="2160"/>
                  </a:cubicBezTo>
                  <a:cubicBezTo>
                    <a:pt x="2526" y="2154"/>
                    <a:pt x="2521" y="2148"/>
                    <a:pt x="2512" y="2138"/>
                  </a:cubicBezTo>
                  <a:cubicBezTo>
                    <a:pt x="2510" y="2133"/>
                    <a:pt x="2508" y="2129"/>
                    <a:pt x="2502" y="2123"/>
                  </a:cubicBezTo>
                  <a:close/>
                  <a:moveTo>
                    <a:pt x="2459" y="2153"/>
                  </a:moveTo>
                  <a:cubicBezTo>
                    <a:pt x="2456" y="2150"/>
                    <a:pt x="2453" y="2146"/>
                    <a:pt x="2450" y="2143"/>
                  </a:cubicBezTo>
                  <a:cubicBezTo>
                    <a:pt x="2404" y="2065"/>
                    <a:pt x="2403" y="2059"/>
                    <a:pt x="2396" y="2051"/>
                  </a:cubicBezTo>
                  <a:cubicBezTo>
                    <a:pt x="2391" y="2028"/>
                    <a:pt x="2382" y="2020"/>
                    <a:pt x="2383" y="2014"/>
                  </a:cubicBezTo>
                  <a:cubicBezTo>
                    <a:pt x="2360" y="1965"/>
                    <a:pt x="2355" y="1958"/>
                    <a:pt x="2352" y="1951"/>
                  </a:cubicBezTo>
                  <a:cubicBezTo>
                    <a:pt x="2320" y="1909"/>
                    <a:pt x="2322" y="1898"/>
                    <a:pt x="2315" y="1902"/>
                  </a:cubicBezTo>
                  <a:cubicBezTo>
                    <a:pt x="2370" y="2007"/>
                    <a:pt x="2371" y="2014"/>
                    <a:pt x="2375" y="2021"/>
                  </a:cubicBezTo>
                  <a:cubicBezTo>
                    <a:pt x="2381" y="2054"/>
                    <a:pt x="2386" y="2049"/>
                    <a:pt x="2380" y="2043"/>
                  </a:cubicBezTo>
                  <a:cubicBezTo>
                    <a:pt x="2364" y="1998"/>
                    <a:pt x="2352" y="1991"/>
                    <a:pt x="2352" y="1985"/>
                  </a:cubicBezTo>
                  <a:cubicBezTo>
                    <a:pt x="2344" y="1962"/>
                    <a:pt x="2339" y="1955"/>
                    <a:pt x="2338" y="1949"/>
                  </a:cubicBezTo>
                  <a:cubicBezTo>
                    <a:pt x="2301" y="1894"/>
                    <a:pt x="2293" y="1879"/>
                    <a:pt x="2277" y="1863"/>
                  </a:cubicBezTo>
                  <a:cubicBezTo>
                    <a:pt x="2297" y="1890"/>
                    <a:pt x="2298" y="1894"/>
                    <a:pt x="2298" y="1897"/>
                  </a:cubicBezTo>
                  <a:cubicBezTo>
                    <a:pt x="2316" y="1928"/>
                    <a:pt x="2325" y="1935"/>
                    <a:pt x="2326" y="1942"/>
                  </a:cubicBezTo>
                  <a:cubicBezTo>
                    <a:pt x="2339" y="1986"/>
                    <a:pt x="2353" y="1990"/>
                    <a:pt x="2347" y="1993"/>
                  </a:cubicBezTo>
                  <a:cubicBezTo>
                    <a:pt x="2365" y="2028"/>
                    <a:pt x="2361" y="2031"/>
                    <a:pt x="2366" y="2034"/>
                  </a:cubicBezTo>
                  <a:cubicBezTo>
                    <a:pt x="2377" y="2059"/>
                    <a:pt x="2381" y="2062"/>
                    <a:pt x="2380" y="2066"/>
                  </a:cubicBezTo>
                  <a:cubicBezTo>
                    <a:pt x="2394" y="2093"/>
                    <a:pt x="2399" y="2101"/>
                    <a:pt x="2403" y="2106"/>
                  </a:cubicBezTo>
                  <a:cubicBezTo>
                    <a:pt x="2413" y="2118"/>
                    <a:pt x="2409" y="2121"/>
                    <a:pt x="2414" y="2125"/>
                  </a:cubicBezTo>
                  <a:cubicBezTo>
                    <a:pt x="2438" y="2159"/>
                    <a:pt x="2439" y="2160"/>
                    <a:pt x="2440" y="2160"/>
                  </a:cubicBezTo>
                  <a:cubicBezTo>
                    <a:pt x="2460" y="2160"/>
                    <a:pt x="2462" y="2156"/>
                    <a:pt x="2459" y="2153"/>
                  </a:cubicBezTo>
                  <a:close/>
                  <a:moveTo>
                    <a:pt x="2392" y="2064"/>
                  </a:moveTo>
                  <a:cubicBezTo>
                    <a:pt x="2397" y="2062"/>
                    <a:pt x="2399" y="2073"/>
                    <a:pt x="2400" y="2077"/>
                  </a:cubicBezTo>
                  <a:cubicBezTo>
                    <a:pt x="2396" y="2078"/>
                    <a:pt x="2394" y="2067"/>
                    <a:pt x="2392" y="2064"/>
                  </a:cubicBezTo>
                  <a:close/>
                  <a:moveTo>
                    <a:pt x="2400" y="2083"/>
                  </a:moveTo>
                  <a:cubicBezTo>
                    <a:pt x="2404" y="2080"/>
                    <a:pt x="2407" y="2089"/>
                    <a:pt x="2407" y="2091"/>
                  </a:cubicBezTo>
                  <a:cubicBezTo>
                    <a:pt x="2403" y="2094"/>
                    <a:pt x="2400" y="2084"/>
                    <a:pt x="2400" y="2083"/>
                  </a:cubicBezTo>
                  <a:close/>
                  <a:moveTo>
                    <a:pt x="2867" y="2097"/>
                  </a:moveTo>
                  <a:cubicBezTo>
                    <a:pt x="2845" y="2071"/>
                    <a:pt x="2822" y="2045"/>
                    <a:pt x="2800" y="2020"/>
                  </a:cubicBezTo>
                  <a:cubicBezTo>
                    <a:pt x="2787" y="2012"/>
                    <a:pt x="2781" y="1993"/>
                    <a:pt x="2766" y="1994"/>
                  </a:cubicBezTo>
                  <a:cubicBezTo>
                    <a:pt x="2774" y="1997"/>
                    <a:pt x="2780" y="2010"/>
                    <a:pt x="2788" y="2013"/>
                  </a:cubicBezTo>
                  <a:cubicBezTo>
                    <a:pt x="2796" y="2027"/>
                    <a:pt x="2804" y="2030"/>
                    <a:pt x="2812" y="2044"/>
                  </a:cubicBezTo>
                  <a:cubicBezTo>
                    <a:pt x="2818" y="2047"/>
                    <a:pt x="2818" y="2053"/>
                    <a:pt x="2826" y="2060"/>
                  </a:cubicBezTo>
                  <a:cubicBezTo>
                    <a:pt x="2834" y="2069"/>
                    <a:pt x="2831" y="2068"/>
                    <a:pt x="2838" y="2076"/>
                  </a:cubicBezTo>
                  <a:cubicBezTo>
                    <a:pt x="2848" y="2083"/>
                    <a:pt x="2851" y="2096"/>
                    <a:pt x="2861" y="2103"/>
                  </a:cubicBezTo>
                  <a:cubicBezTo>
                    <a:pt x="2860" y="2107"/>
                    <a:pt x="2863" y="2112"/>
                    <a:pt x="2868" y="2117"/>
                  </a:cubicBezTo>
                  <a:cubicBezTo>
                    <a:pt x="2866" y="2122"/>
                    <a:pt x="2875" y="2128"/>
                    <a:pt x="2873" y="2133"/>
                  </a:cubicBezTo>
                  <a:cubicBezTo>
                    <a:pt x="2880" y="2142"/>
                    <a:pt x="2886" y="2151"/>
                    <a:pt x="2891" y="2160"/>
                  </a:cubicBezTo>
                  <a:cubicBezTo>
                    <a:pt x="2902" y="2160"/>
                    <a:pt x="2902" y="2160"/>
                    <a:pt x="2902" y="2160"/>
                  </a:cubicBezTo>
                  <a:cubicBezTo>
                    <a:pt x="2900" y="2157"/>
                    <a:pt x="2899" y="2155"/>
                    <a:pt x="2898" y="2151"/>
                  </a:cubicBezTo>
                  <a:cubicBezTo>
                    <a:pt x="2882" y="2133"/>
                    <a:pt x="2878" y="2115"/>
                    <a:pt x="2867" y="2097"/>
                  </a:cubicBezTo>
                  <a:close/>
                  <a:moveTo>
                    <a:pt x="2925" y="2156"/>
                  </a:moveTo>
                  <a:cubicBezTo>
                    <a:pt x="2918" y="2156"/>
                    <a:pt x="2925" y="2151"/>
                    <a:pt x="2920" y="2147"/>
                  </a:cubicBezTo>
                  <a:cubicBezTo>
                    <a:pt x="2912" y="2136"/>
                    <a:pt x="2914" y="2134"/>
                    <a:pt x="2906" y="2124"/>
                  </a:cubicBezTo>
                  <a:cubicBezTo>
                    <a:pt x="2909" y="2121"/>
                    <a:pt x="2900" y="2116"/>
                    <a:pt x="2902" y="2113"/>
                  </a:cubicBezTo>
                  <a:cubicBezTo>
                    <a:pt x="2898" y="2109"/>
                    <a:pt x="2893" y="2104"/>
                    <a:pt x="2893" y="2100"/>
                  </a:cubicBezTo>
                  <a:cubicBezTo>
                    <a:pt x="2887" y="2091"/>
                    <a:pt x="2882" y="2083"/>
                    <a:pt x="2877" y="2074"/>
                  </a:cubicBezTo>
                  <a:cubicBezTo>
                    <a:pt x="2871" y="2068"/>
                    <a:pt x="2866" y="2062"/>
                    <a:pt x="2861" y="2056"/>
                  </a:cubicBezTo>
                  <a:cubicBezTo>
                    <a:pt x="2843" y="2043"/>
                    <a:pt x="2826" y="2021"/>
                    <a:pt x="2808" y="2009"/>
                  </a:cubicBezTo>
                  <a:cubicBezTo>
                    <a:pt x="2800" y="1999"/>
                    <a:pt x="2791" y="1996"/>
                    <a:pt x="2782" y="1986"/>
                  </a:cubicBezTo>
                  <a:cubicBezTo>
                    <a:pt x="2778" y="1981"/>
                    <a:pt x="2773" y="1984"/>
                    <a:pt x="2769" y="1977"/>
                  </a:cubicBezTo>
                  <a:cubicBezTo>
                    <a:pt x="2764" y="1972"/>
                    <a:pt x="2760" y="1969"/>
                    <a:pt x="2755" y="1969"/>
                  </a:cubicBezTo>
                  <a:cubicBezTo>
                    <a:pt x="2761" y="1976"/>
                    <a:pt x="2765" y="1974"/>
                    <a:pt x="2767" y="1982"/>
                  </a:cubicBezTo>
                  <a:cubicBezTo>
                    <a:pt x="2777" y="1985"/>
                    <a:pt x="2786" y="1998"/>
                    <a:pt x="2796" y="2006"/>
                  </a:cubicBezTo>
                  <a:cubicBezTo>
                    <a:pt x="2801" y="2013"/>
                    <a:pt x="2806" y="2014"/>
                    <a:pt x="2811" y="2019"/>
                  </a:cubicBezTo>
                  <a:cubicBezTo>
                    <a:pt x="2813" y="2021"/>
                    <a:pt x="2815" y="2025"/>
                    <a:pt x="2818" y="2024"/>
                  </a:cubicBezTo>
                  <a:cubicBezTo>
                    <a:pt x="2822" y="2026"/>
                    <a:pt x="2818" y="2034"/>
                    <a:pt x="2824" y="2031"/>
                  </a:cubicBezTo>
                  <a:cubicBezTo>
                    <a:pt x="2823" y="2036"/>
                    <a:pt x="2831" y="2036"/>
                    <a:pt x="2835" y="2044"/>
                  </a:cubicBezTo>
                  <a:cubicBezTo>
                    <a:pt x="2840" y="2050"/>
                    <a:pt x="2845" y="2054"/>
                    <a:pt x="2850" y="2057"/>
                  </a:cubicBezTo>
                  <a:cubicBezTo>
                    <a:pt x="2848" y="2060"/>
                    <a:pt x="2852" y="2062"/>
                    <a:pt x="2854" y="2062"/>
                  </a:cubicBezTo>
                  <a:cubicBezTo>
                    <a:pt x="2852" y="2065"/>
                    <a:pt x="2856" y="2067"/>
                    <a:pt x="2858" y="2067"/>
                  </a:cubicBezTo>
                  <a:cubicBezTo>
                    <a:pt x="2860" y="2072"/>
                    <a:pt x="2862" y="2074"/>
                    <a:pt x="2869" y="2078"/>
                  </a:cubicBezTo>
                  <a:cubicBezTo>
                    <a:pt x="2872" y="2087"/>
                    <a:pt x="2878" y="2097"/>
                    <a:pt x="2887" y="2106"/>
                  </a:cubicBezTo>
                  <a:cubicBezTo>
                    <a:pt x="2890" y="2112"/>
                    <a:pt x="2891" y="2117"/>
                    <a:pt x="2893" y="2123"/>
                  </a:cubicBezTo>
                  <a:cubicBezTo>
                    <a:pt x="2898" y="2120"/>
                    <a:pt x="2894" y="2128"/>
                    <a:pt x="2899" y="2130"/>
                  </a:cubicBezTo>
                  <a:cubicBezTo>
                    <a:pt x="2899" y="2136"/>
                    <a:pt x="2901" y="2132"/>
                    <a:pt x="2905" y="2136"/>
                  </a:cubicBezTo>
                  <a:cubicBezTo>
                    <a:pt x="2903" y="2142"/>
                    <a:pt x="2911" y="2148"/>
                    <a:pt x="2911" y="2154"/>
                  </a:cubicBezTo>
                  <a:cubicBezTo>
                    <a:pt x="2912" y="2159"/>
                    <a:pt x="2913" y="2156"/>
                    <a:pt x="2917" y="2160"/>
                  </a:cubicBezTo>
                  <a:cubicBezTo>
                    <a:pt x="2925" y="2160"/>
                    <a:pt x="2925" y="2160"/>
                    <a:pt x="2925" y="2160"/>
                  </a:cubicBezTo>
                  <a:cubicBezTo>
                    <a:pt x="2924" y="2159"/>
                    <a:pt x="2924" y="2158"/>
                    <a:pt x="2925" y="2156"/>
                  </a:cubicBezTo>
                  <a:close/>
                  <a:moveTo>
                    <a:pt x="2984" y="2151"/>
                  </a:moveTo>
                  <a:cubicBezTo>
                    <a:pt x="2976" y="2138"/>
                    <a:pt x="2972" y="2125"/>
                    <a:pt x="2965" y="2113"/>
                  </a:cubicBezTo>
                  <a:cubicBezTo>
                    <a:pt x="2944" y="2085"/>
                    <a:pt x="2929" y="2066"/>
                    <a:pt x="2911" y="2044"/>
                  </a:cubicBezTo>
                  <a:cubicBezTo>
                    <a:pt x="2902" y="2037"/>
                    <a:pt x="2893" y="2028"/>
                    <a:pt x="2883" y="2019"/>
                  </a:cubicBezTo>
                  <a:cubicBezTo>
                    <a:pt x="2880" y="2020"/>
                    <a:pt x="2876" y="2016"/>
                    <a:pt x="2873" y="2014"/>
                  </a:cubicBezTo>
                  <a:cubicBezTo>
                    <a:pt x="2869" y="2018"/>
                    <a:pt x="2866" y="2004"/>
                    <a:pt x="2862" y="2008"/>
                  </a:cubicBezTo>
                  <a:cubicBezTo>
                    <a:pt x="2855" y="2002"/>
                    <a:pt x="2848" y="1997"/>
                    <a:pt x="2840" y="1996"/>
                  </a:cubicBezTo>
                  <a:cubicBezTo>
                    <a:pt x="2833" y="1988"/>
                    <a:pt x="2825" y="1988"/>
                    <a:pt x="2818" y="1981"/>
                  </a:cubicBezTo>
                  <a:cubicBezTo>
                    <a:pt x="2810" y="1980"/>
                    <a:pt x="2804" y="1964"/>
                    <a:pt x="2795" y="1971"/>
                  </a:cubicBezTo>
                  <a:cubicBezTo>
                    <a:pt x="2804" y="1978"/>
                    <a:pt x="2812" y="1981"/>
                    <a:pt x="2820" y="1990"/>
                  </a:cubicBezTo>
                  <a:cubicBezTo>
                    <a:pt x="2825" y="1992"/>
                    <a:pt x="2829" y="1996"/>
                    <a:pt x="2834" y="1999"/>
                  </a:cubicBezTo>
                  <a:cubicBezTo>
                    <a:pt x="2839" y="1996"/>
                    <a:pt x="2842" y="2006"/>
                    <a:pt x="2847" y="2004"/>
                  </a:cubicBezTo>
                  <a:cubicBezTo>
                    <a:pt x="2855" y="2014"/>
                    <a:pt x="2864" y="2015"/>
                    <a:pt x="2872" y="2023"/>
                  </a:cubicBezTo>
                  <a:cubicBezTo>
                    <a:pt x="2875" y="2021"/>
                    <a:pt x="2877" y="2030"/>
                    <a:pt x="2883" y="2028"/>
                  </a:cubicBezTo>
                  <a:cubicBezTo>
                    <a:pt x="2887" y="2035"/>
                    <a:pt x="2891" y="2037"/>
                    <a:pt x="2896" y="2040"/>
                  </a:cubicBezTo>
                  <a:cubicBezTo>
                    <a:pt x="2900" y="2047"/>
                    <a:pt x="2906" y="2059"/>
                    <a:pt x="2917" y="2065"/>
                  </a:cubicBezTo>
                  <a:cubicBezTo>
                    <a:pt x="2915" y="2069"/>
                    <a:pt x="2925" y="2074"/>
                    <a:pt x="2927" y="2079"/>
                  </a:cubicBezTo>
                  <a:cubicBezTo>
                    <a:pt x="2932" y="2085"/>
                    <a:pt x="2937" y="2090"/>
                    <a:pt x="2942" y="2096"/>
                  </a:cubicBezTo>
                  <a:cubicBezTo>
                    <a:pt x="2944" y="2102"/>
                    <a:pt x="2950" y="2108"/>
                    <a:pt x="2956" y="2115"/>
                  </a:cubicBezTo>
                  <a:cubicBezTo>
                    <a:pt x="2959" y="2123"/>
                    <a:pt x="2963" y="2131"/>
                    <a:pt x="2968" y="2139"/>
                  </a:cubicBezTo>
                  <a:cubicBezTo>
                    <a:pt x="2967" y="2143"/>
                    <a:pt x="2972" y="2148"/>
                    <a:pt x="2973" y="2152"/>
                  </a:cubicBezTo>
                  <a:cubicBezTo>
                    <a:pt x="2974" y="2155"/>
                    <a:pt x="2977" y="2158"/>
                    <a:pt x="2978" y="2160"/>
                  </a:cubicBezTo>
                  <a:cubicBezTo>
                    <a:pt x="2986" y="2160"/>
                    <a:pt x="2986" y="2160"/>
                    <a:pt x="2986" y="2160"/>
                  </a:cubicBezTo>
                  <a:cubicBezTo>
                    <a:pt x="2985" y="2157"/>
                    <a:pt x="2984" y="2154"/>
                    <a:pt x="2984" y="2151"/>
                  </a:cubicBezTo>
                  <a:close/>
                  <a:moveTo>
                    <a:pt x="2933" y="2112"/>
                  </a:moveTo>
                  <a:cubicBezTo>
                    <a:pt x="2912" y="2088"/>
                    <a:pt x="2896" y="2065"/>
                    <a:pt x="2870" y="2037"/>
                  </a:cubicBezTo>
                  <a:cubicBezTo>
                    <a:pt x="2851" y="2023"/>
                    <a:pt x="2833" y="2005"/>
                    <a:pt x="2814" y="1993"/>
                  </a:cubicBezTo>
                  <a:cubicBezTo>
                    <a:pt x="2810" y="1987"/>
                    <a:pt x="2805" y="1991"/>
                    <a:pt x="2801" y="1984"/>
                  </a:cubicBezTo>
                  <a:cubicBezTo>
                    <a:pt x="2795" y="1984"/>
                    <a:pt x="2791" y="1977"/>
                    <a:pt x="2786" y="1977"/>
                  </a:cubicBezTo>
                  <a:cubicBezTo>
                    <a:pt x="2784" y="1975"/>
                    <a:pt x="2782" y="1974"/>
                    <a:pt x="2780" y="1974"/>
                  </a:cubicBezTo>
                  <a:cubicBezTo>
                    <a:pt x="2777" y="1971"/>
                    <a:pt x="2775" y="1967"/>
                    <a:pt x="2772" y="1968"/>
                  </a:cubicBezTo>
                  <a:cubicBezTo>
                    <a:pt x="2770" y="1966"/>
                    <a:pt x="2768" y="1962"/>
                    <a:pt x="2765" y="1963"/>
                  </a:cubicBezTo>
                  <a:cubicBezTo>
                    <a:pt x="2763" y="1960"/>
                    <a:pt x="2759" y="1961"/>
                    <a:pt x="2760" y="1965"/>
                  </a:cubicBezTo>
                  <a:cubicBezTo>
                    <a:pt x="2764" y="1964"/>
                    <a:pt x="2768" y="1967"/>
                    <a:pt x="2772" y="1972"/>
                  </a:cubicBezTo>
                  <a:cubicBezTo>
                    <a:pt x="2777" y="1974"/>
                    <a:pt x="2781" y="1979"/>
                    <a:pt x="2785" y="1980"/>
                  </a:cubicBezTo>
                  <a:cubicBezTo>
                    <a:pt x="2794" y="1986"/>
                    <a:pt x="2802" y="1990"/>
                    <a:pt x="2810" y="1999"/>
                  </a:cubicBezTo>
                  <a:cubicBezTo>
                    <a:pt x="2818" y="2006"/>
                    <a:pt x="2830" y="2007"/>
                    <a:pt x="2832" y="2017"/>
                  </a:cubicBezTo>
                  <a:cubicBezTo>
                    <a:pt x="2837" y="2017"/>
                    <a:pt x="2841" y="2021"/>
                    <a:pt x="2846" y="2026"/>
                  </a:cubicBezTo>
                  <a:cubicBezTo>
                    <a:pt x="2850" y="2033"/>
                    <a:pt x="2855" y="2032"/>
                    <a:pt x="2859" y="2038"/>
                  </a:cubicBezTo>
                  <a:cubicBezTo>
                    <a:pt x="2869" y="2049"/>
                    <a:pt x="2879" y="2061"/>
                    <a:pt x="2889" y="2072"/>
                  </a:cubicBezTo>
                  <a:cubicBezTo>
                    <a:pt x="2894" y="2076"/>
                    <a:pt x="2891" y="2080"/>
                    <a:pt x="2897" y="2085"/>
                  </a:cubicBezTo>
                  <a:cubicBezTo>
                    <a:pt x="2902" y="2090"/>
                    <a:pt x="2907" y="2096"/>
                    <a:pt x="2912" y="2101"/>
                  </a:cubicBezTo>
                  <a:cubicBezTo>
                    <a:pt x="2920" y="2107"/>
                    <a:pt x="2918" y="2115"/>
                    <a:pt x="2925" y="2116"/>
                  </a:cubicBezTo>
                  <a:cubicBezTo>
                    <a:pt x="2928" y="2119"/>
                    <a:pt x="2926" y="2121"/>
                    <a:pt x="2929" y="2124"/>
                  </a:cubicBezTo>
                  <a:cubicBezTo>
                    <a:pt x="2931" y="2127"/>
                    <a:pt x="2935" y="2130"/>
                    <a:pt x="2933" y="2132"/>
                  </a:cubicBezTo>
                  <a:cubicBezTo>
                    <a:pt x="2937" y="2138"/>
                    <a:pt x="2948" y="2144"/>
                    <a:pt x="2943" y="2150"/>
                  </a:cubicBezTo>
                  <a:cubicBezTo>
                    <a:pt x="2948" y="2150"/>
                    <a:pt x="2947" y="2156"/>
                    <a:pt x="2951" y="2160"/>
                  </a:cubicBezTo>
                  <a:cubicBezTo>
                    <a:pt x="2962" y="2160"/>
                    <a:pt x="2962" y="2160"/>
                    <a:pt x="2962" y="2160"/>
                  </a:cubicBezTo>
                  <a:cubicBezTo>
                    <a:pt x="2961" y="2159"/>
                    <a:pt x="2960" y="2157"/>
                    <a:pt x="2959" y="2155"/>
                  </a:cubicBezTo>
                  <a:cubicBezTo>
                    <a:pt x="2954" y="2141"/>
                    <a:pt x="2941" y="2126"/>
                    <a:pt x="2933" y="2112"/>
                  </a:cubicBezTo>
                  <a:close/>
                  <a:moveTo>
                    <a:pt x="3015" y="2113"/>
                  </a:moveTo>
                  <a:cubicBezTo>
                    <a:pt x="3020" y="2110"/>
                    <a:pt x="3007" y="2106"/>
                    <a:pt x="3012" y="2103"/>
                  </a:cubicBezTo>
                  <a:cubicBezTo>
                    <a:pt x="3010" y="2100"/>
                    <a:pt x="3008" y="2097"/>
                    <a:pt x="3010" y="2094"/>
                  </a:cubicBezTo>
                  <a:cubicBezTo>
                    <a:pt x="2995" y="2074"/>
                    <a:pt x="2992" y="2063"/>
                    <a:pt x="2976" y="2045"/>
                  </a:cubicBezTo>
                  <a:cubicBezTo>
                    <a:pt x="2964" y="2035"/>
                    <a:pt x="2951" y="2024"/>
                    <a:pt x="2939" y="2017"/>
                  </a:cubicBezTo>
                  <a:cubicBezTo>
                    <a:pt x="2933" y="2010"/>
                    <a:pt x="2926" y="2010"/>
                    <a:pt x="2920" y="2001"/>
                  </a:cubicBezTo>
                  <a:cubicBezTo>
                    <a:pt x="2913" y="2001"/>
                    <a:pt x="2907" y="1991"/>
                    <a:pt x="2901" y="1992"/>
                  </a:cubicBezTo>
                  <a:cubicBezTo>
                    <a:pt x="2915" y="2006"/>
                    <a:pt x="2929" y="2015"/>
                    <a:pt x="2943" y="2025"/>
                  </a:cubicBezTo>
                  <a:cubicBezTo>
                    <a:pt x="2950" y="2033"/>
                    <a:pt x="2958" y="2039"/>
                    <a:pt x="2965" y="2043"/>
                  </a:cubicBezTo>
                  <a:cubicBezTo>
                    <a:pt x="2962" y="2047"/>
                    <a:pt x="2972" y="2052"/>
                    <a:pt x="2974" y="2056"/>
                  </a:cubicBezTo>
                  <a:cubicBezTo>
                    <a:pt x="2978" y="2061"/>
                    <a:pt x="2982" y="2066"/>
                    <a:pt x="2986" y="2071"/>
                  </a:cubicBezTo>
                  <a:cubicBezTo>
                    <a:pt x="2991" y="2078"/>
                    <a:pt x="2995" y="2092"/>
                    <a:pt x="3002" y="2095"/>
                  </a:cubicBezTo>
                  <a:cubicBezTo>
                    <a:pt x="2998" y="2100"/>
                    <a:pt x="3006" y="2107"/>
                    <a:pt x="3005" y="2112"/>
                  </a:cubicBezTo>
                  <a:cubicBezTo>
                    <a:pt x="3008" y="2118"/>
                    <a:pt x="3012" y="2124"/>
                    <a:pt x="3012" y="2130"/>
                  </a:cubicBezTo>
                  <a:cubicBezTo>
                    <a:pt x="3018" y="2140"/>
                    <a:pt x="3020" y="2150"/>
                    <a:pt x="3026" y="2160"/>
                  </a:cubicBezTo>
                  <a:cubicBezTo>
                    <a:pt x="3035" y="2160"/>
                    <a:pt x="3035" y="2160"/>
                    <a:pt x="3035" y="2160"/>
                  </a:cubicBezTo>
                  <a:cubicBezTo>
                    <a:pt x="3030" y="2151"/>
                    <a:pt x="3030" y="2142"/>
                    <a:pt x="3023" y="2132"/>
                  </a:cubicBezTo>
                  <a:cubicBezTo>
                    <a:pt x="3023" y="2126"/>
                    <a:pt x="3017" y="2119"/>
                    <a:pt x="3015" y="2113"/>
                  </a:cubicBezTo>
                  <a:close/>
                  <a:moveTo>
                    <a:pt x="3006" y="2155"/>
                  </a:moveTo>
                  <a:cubicBezTo>
                    <a:pt x="3008" y="2139"/>
                    <a:pt x="2989" y="2121"/>
                    <a:pt x="2990" y="2105"/>
                  </a:cubicBezTo>
                  <a:cubicBezTo>
                    <a:pt x="2986" y="2100"/>
                    <a:pt x="2982" y="2095"/>
                    <a:pt x="2984" y="2091"/>
                  </a:cubicBezTo>
                  <a:cubicBezTo>
                    <a:pt x="2971" y="2074"/>
                    <a:pt x="2959" y="2055"/>
                    <a:pt x="2950" y="2042"/>
                  </a:cubicBezTo>
                  <a:cubicBezTo>
                    <a:pt x="2938" y="2031"/>
                    <a:pt x="2920" y="2017"/>
                    <a:pt x="2904" y="2003"/>
                  </a:cubicBezTo>
                  <a:cubicBezTo>
                    <a:pt x="2897" y="2003"/>
                    <a:pt x="2890" y="1997"/>
                    <a:pt x="2884" y="1993"/>
                  </a:cubicBezTo>
                  <a:cubicBezTo>
                    <a:pt x="2876" y="1993"/>
                    <a:pt x="2869" y="1982"/>
                    <a:pt x="2861" y="1984"/>
                  </a:cubicBezTo>
                  <a:cubicBezTo>
                    <a:pt x="2864" y="1987"/>
                    <a:pt x="2868" y="1986"/>
                    <a:pt x="2871" y="1992"/>
                  </a:cubicBezTo>
                  <a:cubicBezTo>
                    <a:pt x="2875" y="1991"/>
                    <a:pt x="2878" y="2000"/>
                    <a:pt x="2882" y="1997"/>
                  </a:cubicBezTo>
                  <a:cubicBezTo>
                    <a:pt x="2885" y="2002"/>
                    <a:pt x="2888" y="2003"/>
                    <a:pt x="2892" y="2003"/>
                  </a:cubicBezTo>
                  <a:cubicBezTo>
                    <a:pt x="2892" y="2006"/>
                    <a:pt x="2897" y="2009"/>
                    <a:pt x="2901" y="2009"/>
                  </a:cubicBezTo>
                  <a:cubicBezTo>
                    <a:pt x="2915" y="2021"/>
                    <a:pt x="2929" y="2033"/>
                    <a:pt x="2943" y="2045"/>
                  </a:cubicBezTo>
                  <a:cubicBezTo>
                    <a:pt x="2945" y="2047"/>
                    <a:pt x="2943" y="2049"/>
                    <a:pt x="2946" y="2051"/>
                  </a:cubicBezTo>
                  <a:cubicBezTo>
                    <a:pt x="2948" y="2053"/>
                    <a:pt x="2951" y="2052"/>
                    <a:pt x="2949" y="2054"/>
                  </a:cubicBezTo>
                  <a:cubicBezTo>
                    <a:pt x="2951" y="2059"/>
                    <a:pt x="2960" y="2063"/>
                    <a:pt x="2957" y="2067"/>
                  </a:cubicBezTo>
                  <a:cubicBezTo>
                    <a:pt x="2961" y="2072"/>
                    <a:pt x="2966" y="2076"/>
                    <a:pt x="2966" y="2080"/>
                  </a:cubicBezTo>
                  <a:cubicBezTo>
                    <a:pt x="2966" y="2085"/>
                    <a:pt x="2974" y="2090"/>
                    <a:pt x="2973" y="2095"/>
                  </a:cubicBezTo>
                  <a:cubicBezTo>
                    <a:pt x="2985" y="2112"/>
                    <a:pt x="2986" y="2129"/>
                    <a:pt x="2995" y="2147"/>
                  </a:cubicBezTo>
                  <a:cubicBezTo>
                    <a:pt x="2996" y="2151"/>
                    <a:pt x="2998" y="2156"/>
                    <a:pt x="2999" y="2160"/>
                  </a:cubicBezTo>
                  <a:cubicBezTo>
                    <a:pt x="3010" y="2160"/>
                    <a:pt x="3010" y="2160"/>
                    <a:pt x="3010" y="2160"/>
                  </a:cubicBezTo>
                  <a:cubicBezTo>
                    <a:pt x="3009" y="2159"/>
                    <a:pt x="3008" y="2157"/>
                    <a:pt x="3006" y="2155"/>
                  </a:cubicBezTo>
                  <a:close/>
                  <a:moveTo>
                    <a:pt x="729" y="2129"/>
                  </a:moveTo>
                  <a:cubicBezTo>
                    <a:pt x="729" y="2126"/>
                    <a:pt x="729" y="2123"/>
                    <a:pt x="733" y="2124"/>
                  </a:cubicBezTo>
                  <a:cubicBezTo>
                    <a:pt x="753" y="2068"/>
                    <a:pt x="761" y="2070"/>
                    <a:pt x="759" y="2063"/>
                  </a:cubicBezTo>
                  <a:cubicBezTo>
                    <a:pt x="773" y="2016"/>
                    <a:pt x="777" y="2009"/>
                    <a:pt x="779" y="2000"/>
                  </a:cubicBezTo>
                  <a:cubicBezTo>
                    <a:pt x="790" y="1956"/>
                    <a:pt x="792" y="1944"/>
                    <a:pt x="793" y="1921"/>
                  </a:cubicBezTo>
                  <a:cubicBezTo>
                    <a:pt x="796" y="1847"/>
                    <a:pt x="795" y="1840"/>
                    <a:pt x="798" y="1837"/>
                  </a:cubicBezTo>
                  <a:cubicBezTo>
                    <a:pt x="793" y="1793"/>
                    <a:pt x="796" y="1792"/>
                    <a:pt x="794" y="1785"/>
                  </a:cubicBezTo>
                  <a:cubicBezTo>
                    <a:pt x="784" y="1845"/>
                    <a:pt x="785" y="1850"/>
                    <a:pt x="784" y="1854"/>
                  </a:cubicBezTo>
                  <a:cubicBezTo>
                    <a:pt x="770" y="1895"/>
                    <a:pt x="773" y="1909"/>
                    <a:pt x="766" y="1914"/>
                  </a:cubicBezTo>
                  <a:cubicBezTo>
                    <a:pt x="748" y="1953"/>
                    <a:pt x="745" y="1956"/>
                    <a:pt x="743" y="1959"/>
                  </a:cubicBezTo>
                  <a:cubicBezTo>
                    <a:pt x="726" y="1983"/>
                    <a:pt x="731" y="1992"/>
                    <a:pt x="723" y="1991"/>
                  </a:cubicBezTo>
                  <a:cubicBezTo>
                    <a:pt x="709" y="2014"/>
                    <a:pt x="707" y="2015"/>
                    <a:pt x="708" y="2019"/>
                  </a:cubicBezTo>
                  <a:cubicBezTo>
                    <a:pt x="674" y="2075"/>
                    <a:pt x="665" y="2079"/>
                    <a:pt x="665" y="2089"/>
                  </a:cubicBezTo>
                  <a:cubicBezTo>
                    <a:pt x="647" y="2122"/>
                    <a:pt x="642" y="2122"/>
                    <a:pt x="641" y="2126"/>
                  </a:cubicBezTo>
                  <a:cubicBezTo>
                    <a:pt x="625" y="2149"/>
                    <a:pt x="624" y="2156"/>
                    <a:pt x="620" y="2160"/>
                  </a:cubicBezTo>
                  <a:cubicBezTo>
                    <a:pt x="643" y="2138"/>
                    <a:pt x="647" y="2134"/>
                    <a:pt x="650" y="2130"/>
                  </a:cubicBezTo>
                  <a:cubicBezTo>
                    <a:pt x="684" y="2076"/>
                    <a:pt x="681" y="2069"/>
                    <a:pt x="685" y="2068"/>
                  </a:cubicBezTo>
                  <a:cubicBezTo>
                    <a:pt x="698" y="2051"/>
                    <a:pt x="699" y="2049"/>
                    <a:pt x="699" y="2045"/>
                  </a:cubicBezTo>
                  <a:cubicBezTo>
                    <a:pt x="720" y="2010"/>
                    <a:pt x="727" y="2010"/>
                    <a:pt x="726" y="2002"/>
                  </a:cubicBezTo>
                  <a:cubicBezTo>
                    <a:pt x="757" y="1966"/>
                    <a:pt x="748" y="1970"/>
                    <a:pt x="751" y="1974"/>
                  </a:cubicBezTo>
                  <a:cubicBezTo>
                    <a:pt x="732" y="2008"/>
                    <a:pt x="731" y="2023"/>
                    <a:pt x="724" y="2033"/>
                  </a:cubicBezTo>
                  <a:cubicBezTo>
                    <a:pt x="709" y="2059"/>
                    <a:pt x="707" y="2061"/>
                    <a:pt x="704" y="2063"/>
                  </a:cubicBezTo>
                  <a:cubicBezTo>
                    <a:pt x="677" y="2114"/>
                    <a:pt x="671" y="2113"/>
                    <a:pt x="671" y="2117"/>
                  </a:cubicBezTo>
                  <a:cubicBezTo>
                    <a:pt x="652" y="2143"/>
                    <a:pt x="652" y="2151"/>
                    <a:pt x="647" y="2154"/>
                  </a:cubicBezTo>
                  <a:cubicBezTo>
                    <a:pt x="657" y="2156"/>
                    <a:pt x="659" y="2152"/>
                    <a:pt x="662" y="2149"/>
                  </a:cubicBezTo>
                  <a:cubicBezTo>
                    <a:pt x="675" y="2126"/>
                    <a:pt x="679" y="2125"/>
                    <a:pt x="678" y="2121"/>
                  </a:cubicBezTo>
                  <a:cubicBezTo>
                    <a:pt x="714" y="2066"/>
                    <a:pt x="717" y="2065"/>
                    <a:pt x="717" y="2062"/>
                  </a:cubicBezTo>
                  <a:cubicBezTo>
                    <a:pt x="728" y="2047"/>
                    <a:pt x="726" y="2041"/>
                    <a:pt x="729" y="2041"/>
                  </a:cubicBezTo>
                  <a:cubicBezTo>
                    <a:pt x="740" y="2003"/>
                    <a:pt x="750" y="2005"/>
                    <a:pt x="748" y="1996"/>
                  </a:cubicBezTo>
                  <a:cubicBezTo>
                    <a:pt x="764" y="1960"/>
                    <a:pt x="761" y="1951"/>
                    <a:pt x="764" y="1947"/>
                  </a:cubicBezTo>
                  <a:cubicBezTo>
                    <a:pt x="796" y="1849"/>
                    <a:pt x="791" y="1858"/>
                    <a:pt x="791" y="1862"/>
                  </a:cubicBezTo>
                  <a:cubicBezTo>
                    <a:pt x="786" y="1901"/>
                    <a:pt x="782" y="1904"/>
                    <a:pt x="781" y="1908"/>
                  </a:cubicBezTo>
                  <a:cubicBezTo>
                    <a:pt x="772" y="1962"/>
                    <a:pt x="765" y="1962"/>
                    <a:pt x="766" y="1969"/>
                  </a:cubicBezTo>
                  <a:cubicBezTo>
                    <a:pt x="746" y="2037"/>
                    <a:pt x="738" y="2043"/>
                    <a:pt x="737" y="2054"/>
                  </a:cubicBezTo>
                  <a:cubicBezTo>
                    <a:pt x="716" y="2096"/>
                    <a:pt x="713" y="2097"/>
                    <a:pt x="714" y="2101"/>
                  </a:cubicBezTo>
                  <a:cubicBezTo>
                    <a:pt x="697" y="2124"/>
                    <a:pt x="696" y="2129"/>
                    <a:pt x="694" y="2133"/>
                  </a:cubicBezTo>
                  <a:cubicBezTo>
                    <a:pt x="679" y="2147"/>
                    <a:pt x="682" y="2155"/>
                    <a:pt x="678" y="2158"/>
                  </a:cubicBezTo>
                  <a:cubicBezTo>
                    <a:pt x="688" y="2156"/>
                    <a:pt x="691" y="2153"/>
                    <a:pt x="693" y="2149"/>
                  </a:cubicBezTo>
                  <a:cubicBezTo>
                    <a:pt x="704" y="2140"/>
                    <a:pt x="697" y="2130"/>
                    <a:pt x="705" y="2132"/>
                  </a:cubicBezTo>
                  <a:cubicBezTo>
                    <a:pt x="720" y="2101"/>
                    <a:pt x="726" y="2102"/>
                    <a:pt x="724" y="2096"/>
                  </a:cubicBezTo>
                  <a:cubicBezTo>
                    <a:pt x="745" y="2052"/>
                    <a:pt x="748" y="2046"/>
                    <a:pt x="753" y="2042"/>
                  </a:cubicBezTo>
                  <a:cubicBezTo>
                    <a:pt x="775" y="1963"/>
                    <a:pt x="776" y="1958"/>
                    <a:pt x="775" y="1953"/>
                  </a:cubicBezTo>
                  <a:cubicBezTo>
                    <a:pt x="783" y="1921"/>
                    <a:pt x="788" y="1921"/>
                    <a:pt x="786" y="1915"/>
                  </a:cubicBezTo>
                  <a:cubicBezTo>
                    <a:pt x="785" y="1961"/>
                    <a:pt x="781" y="1971"/>
                    <a:pt x="780" y="1983"/>
                  </a:cubicBezTo>
                  <a:cubicBezTo>
                    <a:pt x="765" y="2021"/>
                    <a:pt x="762" y="2030"/>
                    <a:pt x="760" y="2041"/>
                  </a:cubicBezTo>
                  <a:cubicBezTo>
                    <a:pt x="741" y="2077"/>
                    <a:pt x="740" y="2089"/>
                    <a:pt x="735" y="2097"/>
                  </a:cubicBezTo>
                  <a:cubicBezTo>
                    <a:pt x="715" y="2131"/>
                    <a:pt x="711" y="2140"/>
                    <a:pt x="708" y="2150"/>
                  </a:cubicBezTo>
                  <a:cubicBezTo>
                    <a:pt x="711" y="2160"/>
                    <a:pt x="711" y="2160"/>
                    <a:pt x="711" y="2160"/>
                  </a:cubicBezTo>
                  <a:cubicBezTo>
                    <a:pt x="719" y="2142"/>
                    <a:pt x="723" y="2142"/>
                    <a:pt x="723" y="2140"/>
                  </a:cubicBezTo>
                  <a:close/>
                  <a:moveTo>
                    <a:pt x="2860" y="2138"/>
                  </a:moveTo>
                  <a:cubicBezTo>
                    <a:pt x="2860" y="2132"/>
                    <a:pt x="2854" y="2135"/>
                    <a:pt x="2854" y="2128"/>
                  </a:cubicBezTo>
                  <a:cubicBezTo>
                    <a:pt x="2845" y="2120"/>
                    <a:pt x="2844" y="2111"/>
                    <a:pt x="2838" y="2103"/>
                  </a:cubicBezTo>
                  <a:cubicBezTo>
                    <a:pt x="2828" y="2094"/>
                    <a:pt x="2828" y="2087"/>
                    <a:pt x="2819" y="2078"/>
                  </a:cubicBezTo>
                  <a:cubicBezTo>
                    <a:pt x="2818" y="2076"/>
                    <a:pt x="2815" y="2074"/>
                    <a:pt x="2816" y="2072"/>
                  </a:cubicBezTo>
                  <a:cubicBezTo>
                    <a:pt x="2815" y="2070"/>
                    <a:pt x="2817" y="2067"/>
                    <a:pt x="2814" y="2069"/>
                  </a:cubicBezTo>
                  <a:cubicBezTo>
                    <a:pt x="2807" y="2064"/>
                    <a:pt x="2810" y="2060"/>
                    <a:pt x="2805" y="2056"/>
                  </a:cubicBezTo>
                  <a:cubicBezTo>
                    <a:pt x="2797" y="2047"/>
                    <a:pt x="2797" y="2043"/>
                    <a:pt x="2789" y="2038"/>
                  </a:cubicBezTo>
                  <a:cubicBezTo>
                    <a:pt x="2789" y="2034"/>
                    <a:pt x="2785" y="2032"/>
                    <a:pt x="2782" y="2029"/>
                  </a:cubicBezTo>
                  <a:cubicBezTo>
                    <a:pt x="2776" y="2021"/>
                    <a:pt x="2773" y="2015"/>
                    <a:pt x="2765" y="2010"/>
                  </a:cubicBezTo>
                  <a:cubicBezTo>
                    <a:pt x="2762" y="2005"/>
                    <a:pt x="2762" y="2001"/>
                    <a:pt x="2757" y="1997"/>
                  </a:cubicBezTo>
                  <a:cubicBezTo>
                    <a:pt x="2748" y="1991"/>
                    <a:pt x="2740" y="1981"/>
                    <a:pt x="2732" y="1972"/>
                  </a:cubicBezTo>
                  <a:cubicBezTo>
                    <a:pt x="2721" y="1964"/>
                    <a:pt x="2710" y="1952"/>
                    <a:pt x="2698" y="1946"/>
                  </a:cubicBezTo>
                  <a:cubicBezTo>
                    <a:pt x="2693" y="1941"/>
                    <a:pt x="2687" y="1939"/>
                    <a:pt x="2682" y="1935"/>
                  </a:cubicBezTo>
                  <a:cubicBezTo>
                    <a:pt x="2676" y="1928"/>
                    <a:pt x="2670" y="1924"/>
                    <a:pt x="2664" y="1924"/>
                  </a:cubicBezTo>
                  <a:cubicBezTo>
                    <a:pt x="2685" y="1942"/>
                    <a:pt x="2706" y="1958"/>
                    <a:pt x="2727" y="1976"/>
                  </a:cubicBezTo>
                  <a:cubicBezTo>
                    <a:pt x="2744" y="1996"/>
                    <a:pt x="2765" y="2017"/>
                    <a:pt x="2777" y="2037"/>
                  </a:cubicBezTo>
                  <a:cubicBezTo>
                    <a:pt x="2781" y="2041"/>
                    <a:pt x="2786" y="2048"/>
                    <a:pt x="2790" y="2048"/>
                  </a:cubicBezTo>
                  <a:cubicBezTo>
                    <a:pt x="2785" y="2052"/>
                    <a:pt x="2800" y="2057"/>
                    <a:pt x="2796" y="2061"/>
                  </a:cubicBezTo>
                  <a:cubicBezTo>
                    <a:pt x="2798" y="2065"/>
                    <a:pt x="2807" y="2070"/>
                    <a:pt x="2804" y="2074"/>
                  </a:cubicBezTo>
                  <a:cubicBezTo>
                    <a:pt x="2815" y="2086"/>
                    <a:pt x="2813" y="2088"/>
                    <a:pt x="2822" y="2098"/>
                  </a:cubicBezTo>
                  <a:cubicBezTo>
                    <a:pt x="2826" y="2107"/>
                    <a:pt x="2835" y="2116"/>
                    <a:pt x="2839" y="2124"/>
                  </a:cubicBezTo>
                  <a:cubicBezTo>
                    <a:pt x="2845" y="2129"/>
                    <a:pt x="2842" y="2133"/>
                    <a:pt x="2848" y="2137"/>
                  </a:cubicBezTo>
                  <a:cubicBezTo>
                    <a:pt x="2855" y="2142"/>
                    <a:pt x="2850" y="2147"/>
                    <a:pt x="2854" y="2152"/>
                  </a:cubicBezTo>
                  <a:cubicBezTo>
                    <a:pt x="2857" y="2155"/>
                    <a:pt x="2859" y="2157"/>
                    <a:pt x="2862" y="2160"/>
                  </a:cubicBezTo>
                  <a:cubicBezTo>
                    <a:pt x="2873" y="2160"/>
                    <a:pt x="2873" y="2160"/>
                    <a:pt x="2873" y="2160"/>
                  </a:cubicBezTo>
                  <a:cubicBezTo>
                    <a:pt x="2870" y="2157"/>
                    <a:pt x="2867" y="2153"/>
                    <a:pt x="2864" y="2149"/>
                  </a:cubicBezTo>
                  <a:cubicBezTo>
                    <a:pt x="2867" y="2146"/>
                    <a:pt x="2858" y="2142"/>
                    <a:pt x="2860" y="2138"/>
                  </a:cubicBezTo>
                  <a:close/>
                  <a:moveTo>
                    <a:pt x="796" y="1969"/>
                  </a:moveTo>
                  <a:cubicBezTo>
                    <a:pt x="799" y="1994"/>
                    <a:pt x="793" y="2012"/>
                    <a:pt x="792" y="2035"/>
                  </a:cubicBezTo>
                  <a:cubicBezTo>
                    <a:pt x="788" y="2035"/>
                    <a:pt x="791" y="2042"/>
                    <a:pt x="788" y="2043"/>
                  </a:cubicBezTo>
                  <a:cubicBezTo>
                    <a:pt x="785" y="2046"/>
                    <a:pt x="784" y="2049"/>
                    <a:pt x="785" y="2055"/>
                  </a:cubicBezTo>
                  <a:cubicBezTo>
                    <a:pt x="781" y="2055"/>
                    <a:pt x="784" y="2062"/>
                    <a:pt x="781" y="2064"/>
                  </a:cubicBezTo>
                  <a:cubicBezTo>
                    <a:pt x="778" y="2066"/>
                    <a:pt x="778" y="2071"/>
                    <a:pt x="777" y="2075"/>
                  </a:cubicBezTo>
                  <a:cubicBezTo>
                    <a:pt x="767" y="2082"/>
                    <a:pt x="766" y="2096"/>
                    <a:pt x="755" y="2103"/>
                  </a:cubicBezTo>
                  <a:cubicBezTo>
                    <a:pt x="749" y="2125"/>
                    <a:pt x="737" y="2143"/>
                    <a:pt x="726" y="2160"/>
                  </a:cubicBezTo>
                  <a:cubicBezTo>
                    <a:pt x="738" y="2160"/>
                    <a:pt x="738" y="2160"/>
                    <a:pt x="738" y="2160"/>
                  </a:cubicBezTo>
                  <a:cubicBezTo>
                    <a:pt x="740" y="2157"/>
                    <a:pt x="741" y="2154"/>
                    <a:pt x="743" y="2152"/>
                  </a:cubicBezTo>
                  <a:cubicBezTo>
                    <a:pt x="746" y="2142"/>
                    <a:pt x="753" y="2137"/>
                    <a:pt x="755" y="2127"/>
                  </a:cubicBezTo>
                  <a:cubicBezTo>
                    <a:pt x="758" y="2124"/>
                    <a:pt x="758" y="2119"/>
                    <a:pt x="761" y="2115"/>
                  </a:cubicBezTo>
                  <a:cubicBezTo>
                    <a:pt x="764" y="2112"/>
                    <a:pt x="766" y="2108"/>
                    <a:pt x="766" y="2102"/>
                  </a:cubicBezTo>
                  <a:cubicBezTo>
                    <a:pt x="773" y="2100"/>
                    <a:pt x="773" y="2092"/>
                    <a:pt x="778" y="2088"/>
                  </a:cubicBezTo>
                  <a:cubicBezTo>
                    <a:pt x="783" y="2083"/>
                    <a:pt x="783" y="2075"/>
                    <a:pt x="788" y="2070"/>
                  </a:cubicBezTo>
                  <a:cubicBezTo>
                    <a:pt x="788" y="2062"/>
                    <a:pt x="792" y="2057"/>
                    <a:pt x="793" y="2050"/>
                  </a:cubicBezTo>
                  <a:cubicBezTo>
                    <a:pt x="798" y="2045"/>
                    <a:pt x="796" y="2034"/>
                    <a:pt x="800" y="2030"/>
                  </a:cubicBezTo>
                  <a:cubicBezTo>
                    <a:pt x="801" y="2017"/>
                    <a:pt x="801" y="2004"/>
                    <a:pt x="802" y="1992"/>
                  </a:cubicBezTo>
                  <a:cubicBezTo>
                    <a:pt x="802" y="1988"/>
                    <a:pt x="802" y="1984"/>
                    <a:pt x="801" y="1979"/>
                  </a:cubicBezTo>
                  <a:cubicBezTo>
                    <a:pt x="800" y="1975"/>
                    <a:pt x="803" y="1966"/>
                    <a:pt x="796" y="1969"/>
                  </a:cubicBezTo>
                  <a:close/>
                  <a:moveTo>
                    <a:pt x="632" y="2085"/>
                  </a:moveTo>
                  <a:cubicBezTo>
                    <a:pt x="639" y="2082"/>
                    <a:pt x="641" y="2073"/>
                    <a:pt x="648" y="2069"/>
                  </a:cubicBezTo>
                  <a:cubicBezTo>
                    <a:pt x="679" y="2024"/>
                    <a:pt x="680" y="2015"/>
                    <a:pt x="688" y="2011"/>
                  </a:cubicBezTo>
                  <a:cubicBezTo>
                    <a:pt x="698" y="1995"/>
                    <a:pt x="700" y="1994"/>
                    <a:pt x="702" y="1993"/>
                  </a:cubicBezTo>
                  <a:cubicBezTo>
                    <a:pt x="709" y="1979"/>
                    <a:pt x="711" y="1976"/>
                    <a:pt x="716" y="1974"/>
                  </a:cubicBezTo>
                  <a:cubicBezTo>
                    <a:pt x="740" y="1928"/>
                    <a:pt x="740" y="1923"/>
                    <a:pt x="745" y="1922"/>
                  </a:cubicBezTo>
                  <a:cubicBezTo>
                    <a:pt x="764" y="1882"/>
                    <a:pt x="767" y="1874"/>
                    <a:pt x="769" y="1866"/>
                  </a:cubicBezTo>
                  <a:cubicBezTo>
                    <a:pt x="779" y="1830"/>
                    <a:pt x="778" y="1830"/>
                    <a:pt x="779" y="1821"/>
                  </a:cubicBezTo>
                  <a:cubicBezTo>
                    <a:pt x="780" y="1813"/>
                    <a:pt x="775" y="1822"/>
                    <a:pt x="774" y="1835"/>
                  </a:cubicBezTo>
                  <a:cubicBezTo>
                    <a:pt x="762" y="1874"/>
                    <a:pt x="757" y="1877"/>
                    <a:pt x="755" y="1882"/>
                  </a:cubicBezTo>
                  <a:cubicBezTo>
                    <a:pt x="728" y="1935"/>
                    <a:pt x="723" y="1944"/>
                    <a:pt x="716" y="1952"/>
                  </a:cubicBezTo>
                  <a:cubicBezTo>
                    <a:pt x="707" y="1972"/>
                    <a:pt x="699" y="1973"/>
                    <a:pt x="699" y="1980"/>
                  </a:cubicBezTo>
                  <a:cubicBezTo>
                    <a:pt x="656" y="2040"/>
                    <a:pt x="650" y="2048"/>
                    <a:pt x="643" y="2056"/>
                  </a:cubicBezTo>
                  <a:cubicBezTo>
                    <a:pt x="618" y="2091"/>
                    <a:pt x="620" y="2096"/>
                    <a:pt x="617" y="2097"/>
                  </a:cubicBezTo>
                  <a:cubicBezTo>
                    <a:pt x="596" y="2127"/>
                    <a:pt x="594" y="2132"/>
                    <a:pt x="592" y="2138"/>
                  </a:cubicBezTo>
                  <a:cubicBezTo>
                    <a:pt x="581" y="2154"/>
                    <a:pt x="577" y="2156"/>
                    <a:pt x="576" y="2160"/>
                  </a:cubicBezTo>
                  <a:cubicBezTo>
                    <a:pt x="593" y="2151"/>
                    <a:pt x="595" y="2149"/>
                    <a:pt x="597" y="2147"/>
                  </a:cubicBezTo>
                  <a:close/>
                  <a:moveTo>
                    <a:pt x="527" y="2119"/>
                  </a:moveTo>
                  <a:cubicBezTo>
                    <a:pt x="538" y="2111"/>
                    <a:pt x="537" y="2093"/>
                    <a:pt x="549" y="2087"/>
                  </a:cubicBezTo>
                  <a:cubicBezTo>
                    <a:pt x="562" y="2065"/>
                    <a:pt x="564" y="2058"/>
                    <a:pt x="570" y="2054"/>
                  </a:cubicBezTo>
                  <a:cubicBezTo>
                    <a:pt x="604" y="2015"/>
                    <a:pt x="605" y="2012"/>
                    <a:pt x="607" y="2008"/>
                  </a:cubicBezTo>
                  <a:cubicBezTo>
                    <a:pt x="621" y="1986"/>
                    <a:pt x="628" y="1985"/>
                    <a:pt x="629" y="1978"/>
                  </a:cubicBezTo>
                  <a:cubicBezTo>
                    <a:pt x="654" y="1948"/>
                    <a:pt x="657" y="1943"/>
                    <a:pt x="661" y="1939"/>
                  </a:cubicBezTo>
                  <a:cubicBezTo>
                    <a:pt x="683" y="1906"/>
                    <a:pt x="689" y="1903"/>
                    <a:pt x="693" y="1899"/>
                  </a:cubicBezTo>
                  <a:cubicBezTo>
                    <a:pt x="715" y="1866"/>
                    <a:pt x="713" y="1857"/>
                    <a:pt x="720" y="1856"/>
                  </a:cubicBezTo>
                  <a:cubicBezTo>
                    <a:pt x="738" y="1819"/>
                    <a:pt x="740" y="1813"/>
                    <a:pt x="743" y="1808"/>
                  </a:cubicBezTo>
                  <a:cubicBezTo>
                    <a:pt x="755" y="1770"/>
                    <a:pt x="760" y="1770"/>
                    <a:pt x="758" y="1764"/>
                  </a:cubicBezTo>
                  <a:cubicBezTo>
                    <a:pt x="748" y="1776"/>
                    <a:pt x="751" y="1782"/>
                    <a:pt x="748" y="1784"/>
                  </a:cubicBezTo>
                  <a:cubicBezTo>
                    <a:pt x="719" y="1836"/>
                    <a:pt x="716" y="1850"/>
                    <a:pt x="708" y="1859"/>
                  </a:cubicBezTo>
                  <a:cubicBezTo>
                    <a:pt x="681" y="1895"/>
                    <a:pt x="679" y="1902"/>
                    <a:pt x="676" y="1907"/>
                  </a:cubicBezTo>
                  <a:cubicBezTo>
                    <a:pt x="632" y="1957"/>
                    <a:pt x="630" y="1965"/>
                    <a:pt x="626" y="1970"/>
                  </a:cubicBezTo>
                  <a:cubicBezTo>
                    <a:pt x="604" y="1994"/>
                    <a:pt x="607" y="2001"/>
                    <a:pt x="599" y="2000"/>
                  </a:cubicBezTo>
                  <a:cubicBezTo>
                    <a:pt x="579" y="2025"/>
                    <a:pt x="577" y="2028"/>
                    <a:pt x="575" y="2030"/>
                  </a:cubicBezTo>
                  <a:cubicBezTo>
                    <a:pt x="541" y="2084"/>
                    <a:pt x="535" y="2083"/>
                    <a:pt x="536" y="2087"/>
                  </a:cubicBezTo>
                  <a:cubicBezTo>
                    <a:pt x="519" y="2123"/>
                    <a:pt x="515" y="2128"/>
                    <a:pt x="513" y="2135"/>
                  </a:cubicBezTo>
                  <a:cubicBezTo>
                    <a:pt x="505" y="2148"/>
                    <a:pt x="504" y="2152"/>
                    <a:pt x="503" y="2149"/>
                  </a:cubicBezTo>
                  <a:cubicBezTo>
                    <a:pt x="523" y="2073"/>
                    <a:pt x="531" y="2066"/>
                    <a:pt x="536" y="2057"/>
                  </a:cubicBezTo>
                  <a:cubicBezTo>
                    <a:pt x="557" y="2023"/>
                    <a:pt x="558" y="2021"/>
                    <a:pt x="559" y="2018"/>
                  </a:cubicBezTo>
                  <a:cubicBezTo>
                    <a:pt x="576" y="1990"/>
                    <a:pt x="580" y="1991"/>
                    <a:pt x="581" y="1990"/>
                  </a:cubicBezTo>
                  <a:cubicBezTo>
                    <a:pt x="594" y="1973"/>
                    <a:pt x="598" y="1963"/>
                    <a:pt x="607" y="1958"/>
                  </a:cubicBezTo>
                  <a:cubicBezTo>
                    <a:pt x="639" y="1919"/>
                    <a:pt x="644" y="1916"/>
                    <a:pt x="646" y="1911"/>
                  </a:cubicBezTo>
                  <a:cubicBezTo>
                    <a:pt x="671" y="1879"/>
                    <a:pt x="677" y="1871"/>
                    <a:pt x="684" y="1863"/>
                  </a:cubicBezTo>
                  <a:cubicBezTo>
                    <a:pt x="710" y="1821"/>
                    <a:pt x="711" y="1819"/>
                    <a:pt x="711" y="1815"/>
                  </a:cubicBezTo>
                  <a:cubicBezTo>
                    <a:pt x="721" y="1793"/>
                    <a:pt x="726" y="1787"/>
                    <a:pt x="728" y="1779"/>
                  </a:cubicBezTo>
                  <a:cubicBezTo>
                    <a:pt x="737" y="1759"/>
                    <a:pt x="740" y="1755"/>
                    <a:pt x="739" y="1748"/>
                  </a:cubicBezTo>
                  <a:cubicBezTo>
                    <a:pt x="749" y="1711"/>
                    <a:pt x="758" y="1704"/>
                    <a:pt x="751" y="1701"/>
                  </a:cubicBezTo>
                  <a:cubicBezTo>
                    <a:pt x="741" y="1737"/>
                    <a:pt x="739" y="1741"/>
                    <a:pt x="737" y="1743"/>
                  </a:cubicBezTo>
                  <a:cubicBezTo>
                    <a:pt x="723" y="1777"/>
                    <a:pt x="722" y="1781"/>
                    <a:pt x="720" y="1784"/>
                  </a:cubicBezTo>
                  <a:cubicBezTo>
                    <a:pt x="699" y="1812"/>
                    <a:pt x="704" y="1820"/>
                    <a:pt x="701" y="1822"/>
                  </a:cubicBezTo>
                  <a:cubicBezTo>
                    <a:pt x="683" y="1840"/>
                    <a:pt x="688" y="1849"/>
                    <a:pt x="681" y="1848"/>
                  </a:cubicBezTo>
                  <a:cubicBezTo>
                    <a:pt x="648" y="1893"/>
                    <a:pt x="646" y="1895"/>
                    <a:pt x="645" y="1898"/>
                  </a:cubicBezTo>
                  <a:cubicBezTo>
                    <a:pt x="620" y="1924"/>
                    <a:pt x="623" y="1930"/>
                    <a:pt x="619" y="1931"/>
                  </a:cubicBezTo>
                  <a:cubicBezTo>
                    <a:pt x="602" y="1950"/>
                    <a:pt x="597" y="1950"/>
                    <a:pt x="596" y="1954"/>
                  </a:cubicBezTo>
                  <a:cubicBezTo>
                    <a:pt x="576" y="1984"/>
                    <a:pt x="571" y="1984"/>
                    <a:pt x="568" y="1987"/>
                  </a:cubicBezTo>
                  <a:cubicBezTo>
                    <a:pt x="551" y="2020"/>
                    <a:pt x="544" y="2020"/>
                    <a:pt x="542" y="2024"/>
                  </a:cubicBezTo>
                  <a:cubicBezTo>
                    <a:pt x="532" y="2053"/>
                    <a:pt x="525" y="2052"/>
                    <a:pt x="525" y="2058"/>
                  </a:cubicBezTo>
                  <a:cubicBezTo>
                    <a:pt x="510" y="2092"/>
                    <a:pt x="506" y="2097"/>
                    <a:pt x="504" y="2103"/>
                  </a:cubicBezTo>
                  <a:cubicBezTo>
                    <a:pt x="494" y="2126"/>
                    <a:pt x="492" y="2119"/>
                    <a:pt x="495" y="2106"/>
                  </a:cubicBezTo>
                  <a:cubicBezTo>
                    <a:pt x="521" y="2035"/>
                    <a:pt x="521" y="2029"/>
                    <a:pt x="522" y="2023"/>
                  </a:cubicBezTo>
                  <a:cubicBezTo>
                    <a:pt x="542" y="1984"/>
                    <a:pt x="551" y="1988"/>
                    <a:pt x="548" y="1980"/>
                  </a:cubicBezTo>
                  <a:cubicBezTo>
                    <a:pt x="561" y="1958"/>
                    <a:pt x="565" y="1956"/>
                    <a:pt x="568" y="1954"/>
                  </a:cubicBezTo>
                  <a:cubicBezTo>
                    <a:pt x="588" y="1927"/>
                    <a:pt x="588" y="1924"/>
                    <a:pt x="590" y="1924"/>
                  </a:cubicBezTo>
                  <a:cubicBezTo>
                    <a:pt x="605" y="1911"/>
                    <a:pt x="601" y="1902"/>
                    <a:pt x="608" y="1903"/>
                  </a:cubicBezTo>
                  <a:cubicBezTo>
                    <a:pt x="626" y="1880"/>
                    <a:pt x="629" y="1872"/>
                    <a:pt x="634" y="1866"/>
                  </a:cubicBezTo>
                  <a:cubicBezTo>
                    <a:pt x="650" y="1842"/>
                    <a:pt x="654" y="1836"/>
                    <a:pt x="657" y="1830"/>
                  </a:cubicBezTo>
                  <a:cubicBezTo>
                    <a:pt x="680" y="1801"/>
                    <a:pt x="677" y="1794"/>
                    <a:pt x="681" y="1793"/>
                  </a:cubicBezTo>
                  <a:cubicBezTo>
                    <a:pt x="694" y="1771"/>
                    <a:pt x="693" y="1766"/>
                    <a:pt x="694" y="1762"/>
                  </a:cubicBezTo>
                  <a:cubicBezTo>
                    <a:pt x="707" y="1740"/>
                    <a:pt x="703" y="1731"/>
                    <a:pt x="707" y="1730"/>
                  </a:cubicBezTo>
                  <a:cubicBezTo>
                    <a:pt x="706" y="1726"/>
                    <a:pt x="697" y="1741"/>
                    <a:pt x="692" y="1760"/>
                  </a:cubicBezTo>
                  <a:cubicBezTo>
                    <a:pt x="678" y="1785"/>
                    <a:pt x="677" y="1787"/>
                    <a:pt x="676" y="1789"/>
                  </a:cubicBezTo>
                  <a:cubicBezTo>
                    <a:pt x="658" y="1813"/>
                    <a:pt x="654" y="1821"/>
                    <a:pt x="651" y="1830"/>
                  </a:cubicBezTo>
                  <a:cubicBezTo>
                    <a:pt x="598" y="1896"/>
                    <a:pt x="599" y="1902"/>
                    <a:pt x="595" y="1904"/>
                  </a:cubicBezTo>
                  <a:cubicBezTo>
                    <a:pt x="576" y="1926"/>
                    <a:pt x="576" y="1928"/>
                    <a:pt x="575" y="1930"/>
                  </a:cubicBezTo>
                  <a:cubicBezTo>
                    <a:pt x="534" y="1988"/>
                    <a:pt x="529" y="1994"/>
                    <a:pt x="525" y="2003"/>
                  </a:cubicBezTo>
                  <a:cubicBezTo>
                    <a:pt x="505" y="2043"/>
                    <a:pt x="504" y="2047"/>
                    <a:pt x="500" y="2051"/>
                  </a:cubicBezTo>
                  <a:cubicBezTo>
                    <a:pt x="491" y="2091"/>
                    <a:pt x="484" y="2096"/>
                    <a:pt x="485" y="2109"/>
                  </a:cubicBezTo>
                  <a:cubicBezTo>
                    <a:pt x="473" y="2124"/>
                    <a:pt x="472" y="2121"/>
                    <a:pt x="475" y="2120"/>
                  </a:cubicBezTo>
                  <a:cubicBezTo>
                    <a:pt x="477" y="2079"/>
                    <a:pt x="483" y="2074"/>
                    <a:pt x="484" y="2065"/>
                  </a:cubicBezTo>
                  <a:cubicBezTo>
                    <a:pt x="500" y="2022"/>
                    <a:pt x="497" y="2015"/>
                    <a:pt x="500" y="2014"/>
                  </a:cubicBezTo>
                  <a:cubicBezTo>
                    <a:pt x="524" y="1961"/>
                    <a:pt x="529" y="1957"/>
                    <a:pt x="528" y="1948"/>
                  </a:cubicBezTo>
                  <a:cubicBezTo>
                    <a:pt x="549" y="1923"/>
                    <a:pt x="542" y="1913"/>
                    <a:pt x="550" y="1916"/>
                  </a:cubicBezTo>
                  <a:cubicBezTo>
                    <a:pt x="566" y="1887"/>
                    <a:pt x="568" y="1885"/>
                    <a:pt x="569" y="1882"/>
                  </a:cubicBezTo>
                  <a:cubicBezTo>
                    <a:pt x="586" y="1853"/>
                    <a:pt x="587" y="1849"/>
                    <a:pt x="593" y="1850"/>
                  </a:cubicBezTo>
                  <a:cubicBezTo>
                    <a:pt x="633" y="1789"/>
                    <a:pt x="642" y="1779"/>
                    <a:pt x="649" y="1767"/>
                  </a:cubicBezTo>
                  <a:cubicBezTo>
                    <a:pt x="673" y="1728"/>
                    <a:pt x="682" y="1727"/>
                    <a:pt x="682" y="1719"/>
                  </a:cubicBezTo>
                  <a:cubicBezTo>
                    <a:pt x="703" y="1677"/>
                    <a:pt x="709" y="1673"/>
                    <a:pt x="709" y="1664"/>
                  </a:cubicBezTo>
                  <a:cubicBezTo>
                    <a:pt x="719" y="1643"/>
                    <a:pt x="716" y="1636"/>
                    <a:pt x="720" y="1635"/>
                  </a:cubicBezTo>
                  <a:cubicBezTo>
                    <a:pt x="713" y="1646"/>
                    <a:pt x="708" y="1649"/>
                    <a:pt x="709" y="1658"/>
                  </a:cubicBezTo>
                  <a:cubicBezTo>
                    <a:pt x="687" y="1698"/>
                    <a:pt x="683" y="1709"/>
                    <a:pt x="676" y="1717"/>
                  </a:cubicBezTo>
                  <a:cubicBezTo>
                    <a:pt x="652" y="1756"/>
                    <a:pt x="643" y="1762"/>
                    <a:pt x="638" y="1772"/>
                  </a:cubicBezTo>
                  <a:cubicBezTo>
                    <a:pt x="611" y="1808"/>
                    <a:pt x="605" y="1817"/>
                    <a:pt x="598" y="1825"/>
                  </a:cubicBezTo>
                  <a:cubicBezTo>
                    <a:pt x="570" y="1869"/>
                    <a:pt x="568" y="1871"/>
                    <a:pt x="564" y="1871"/>
                  </a:cubicBezTo>
                  <a:cubicBezTo>
                    <a:pt x="535" y="1917"/>
                    <a:pt x="533" y="1930"/>
                    <a:pt x="525" y="1937"/>
                  </a:cubicBezTo>
                  <a:cubicBezTo>
                    <a:pt x="502" y="1990"/>
                    <a:pt x="498" y="1994"/>
                    <a:pt x="494" y="1999"/>
                  </a:cubicBezTo>
                  <a:cubicBezTo>
                    <a:pt x="487" y="2028"/>
                    <a:pt x="482" y="2028"/>
                    <a:pt x="484" y="2034"/>
                  </a:cubicBezTo>
                  <a:cubicBezTo>
                    <a:pt x="469" y="2074"/>
                    <a:pt x="471" y="2083"/>
                    <a:pt x="468" y="2088"/>
                  </a:cubicBezTo>
                  <a:cubicBezTo>
                    <a:pt x="459" y="2089"/>
                    <a:pt x="460" y="2087"/>
                    <a:pt x="461" y="2086"/>
                  </a:cubicBezTo>
                  <a:cubicBezTo>
                    <a:pt x="469" y="2046"/>
                    <a:pt x="469" y="2035"/>
                    <a:pt x="470" y="2024"/>
                  </a:cubicBezTo>
                  <a:cubicBezTo>
                    <a:pt x="493" y="1973"/>
                    <a:pt x="496" y="1965"/>
                    <a:pt x="500" y="1959"/>
                  </a:cubicBezTo>
                  <a:cubicBezTo>
                    <a:pt x="538" y="1889"/>
                    <a:pt x="543" y="1883"/>
                    <a:pt x="547" y="1877"/>
                  </a:cubicBezTo>
                  <a:cubicBezTo>
                    <a:pt x="578" y="1836"/>
                    <a:pt x="584" y="1829"/>
                    <a:pt x="589" y="1821"/>
                  </a:cubicBezTo>
                  <a:cubicBezTo>
                    <a:pt x="607" y="1794"/>
                    <a:pt x="612" y="1792"/>
                    <a:pt x="615" y="1789"/>
                  </a:cubicBezTo>
                  <a:cubicBezTo>
                    <a:pt x="633" y="1760"/>
                    <a:pt x="634" y="1755"/>
                    <a:pt x="639" y="1752"/>
                  </a:cubicBezTo>
                  <a:cubicBezTo>
                    <a:pt x="679" y="1687"/>
                    <a:pt x="686" y="1688"/>
                    <a:pt x="684" y="1679"/>
                  </a:cubicBezTo>
                  <a:cubicBezTo>
                    <a:pt x="684" y="1668"/>
                    <a:pt x="684" y="1676"/>
                    <a:pt x="680" y="1680"/>
                  </a:cubicBezTo>
                  <a:cubicBezTo>
                    <a:pt x="637" y="1744"/>
                    <a:pt x="628" y="1750"/>
                    <a:pt x="624" y="1762"/>
                  </a:cubicBezTo>
                  <a:cubicBezTo>
                    <a:pt x="611" y="1778"/>
                    <a:pt x="610" y="1785"/>
                    <a:pt x="604" y="1788"/>
                  </a:cubicBezTo>
                  <a:cubicBezTo>
                    <a:pt x="583" y="1819"/>
                    <a:pt x="577" y="1821"/>
                    <a:pt x="576" y="1827"/>
                  </a:cubicBezTo>
                  <a:cubicBezTo>
                    <a:pt x="555" y="1861"/>
                    <a:pt x="545" y="1860"/>
                    <a:pt x="546" y="1868"/>
                  </a:cubicBezTo>
                  <a:cubicBezTo>
                    <a:pt x="519" y="1903"/>
                    <a:pt x="516" y="1912"/>
                    <a:pt x="508" y="1917"/>
                  </a:cubicBezTo>
                  <a:cubicBezTo>
                    <a:pt x="499" y="1947"/>
                    <a:pt x="488" y="1948"/>
                    <a:pt x="490" y="1960"/>
                  </a:cubicBezTo>
                  <a:cubicBezTo>
                    <a:pt x="476" y="1985"/>
                    <a:pt x="473" y="1985"/>
                    <a:pt x="474" y="1989"/>
                  </a:cubicBezTo>
                  <a:cubicBezTo>
                    <a:pt x="461" y="2021"/>
                    <a:pt x="461" y="2026"/>
                    <a:pt x="462" y="2031"/>
                  </a:cubicBezTo>
                  <a:cubicBezTo>
                    <a:pt x="445" y="2054"/>
                    <a:pt x="454" y="2048"/>
                    <a:pt x="450" y="2043"/>
                  </a:cubicBezTo>
                  <a:cubicBezTo>
                    <a:pt x="467" y="1957"/>
                    <a:pt x="468" y="1948"/>
                    <a:pt x="471" y="1939"/>
                  </a:cubicBezTo>
                  <a:cubicBezTo>
                    <a:pt x="485" y="1912"/>
                    <a:pt x="483" y="1904"/>
                    <a:pt x="485" y="1901"/>
                  </a:cubicBezTo>
                  <a:cubicBezTo>
                    <a:pt x="500" y="1872"/>
                    <a:pt x="501" y="1868"/>
                    <a:pt x="505" y="1865"/>
                  </a:cubicBezTo>
                  <a:cubicBezTo>
                    <a:pt x="521" y="1833"/>
                    <a:pt x="523" y="1832"/>
                    <a:pt x="524" y="1830"/>
                  </a:cubicBezTo>
                  <a:cubicBezTo>
                    <a:pt x="533" y="1814"/>
                    <a:pt x="536" y="1812"/>
                    <a:pt x="538" y="1808"/>
                  </a:cubicBezTo>
                  <a:cubicBezTo>
                    <a:pt x="569" y="1770"/>
                    <a:pt x="574" y="1764"/>
                    <a:pt x="580" y="1759"/>
                  </a:cubicBezTo>
                  <a:cubicBezTo>
                    <a:pt x="610" y="1726"/>
                    <a:pt x="622" y="1714"/>
                    <a:pt x="635" y="1702"/>
                  </a:cubicBezTo>
                  <a:cubicBezTo>
                    <a:pt x="667" y="1672"/>
                    <a:pt x="666" y="1666"/>
                    <a:pt x="672" y="1665"/>
                  </a:cubicBezTo>
                  <a:cubicBezTo>
                    <a:pt x="690" y="1640"/>
                    <a:pt x="693" y="1637"/>
                    <a:pt x="694" y="1633"/>
                  </a:cubicBezTo>
                  <a:cubicBezTo>
                    <a:pt x="695" y="1626"/>
                    <a:pt x="692" y="1630"/>
                    <a:pt x="687" y="1633"/>
                  </a:cubicBezTo>
                  <a:cubicBezTo>
                    <a:pt x="675" y="1652"/>
                    <a:pt x="672" y="1656"/>
                    <a:pt x="667" y="1659"/>
                  </a:cubicBezTo>
                  <a:cubicBezTo>
                    <a:pt x="626" y="1703"/>
                    <a:pt x="616" y="1710"/>
                    <a:pt x="608" y="1717"/>
                  </a:cubicBezTo>
                  <a:cubicBezTo>
                    <a:pt x="558" y="1774"/>
                    <a:pt x="548" y="1780"/>
                    <a:pt x="543" y="1790"/>
                  </a:cubicBezTo>
                  <a:cubicBezTo>
                    <a:pt x="527" y="1806"/>
                    <a:pt x="528" y="1814"/>
                    <a:pt x="521" y="1815"/>
                  </a:cubicBezTo>
                  <a:cubicBezTo>
                    <a:pt x="490" y="1870"/>
                    <a:pt x="490" y="1881"/>
                    <a:pt x="482" y="1886"/>
                  </a:cubicBezTo>
                  <a:cubicBezTo>
                    <a:pt x="465" y="1932"/>
                    <a:pt x="457" y="1948"/>
                    <a:pt x="453" y="1969"/>
                  </a:cubicBezTo>
                  <a:cubicBezTo>
                    <a:pt x="445" y="2003"/>
                    <a:pt x="442" y="2006"/>
                    <a:pt x="443" y="2013"/>
                  </a:cubicBezTo>
                  <a:cubicBezTo>
                    <a:pt x="442" y="1979"/>
                    <a:pt x="442" y="1977"/>
                    <a:pt x="444" y="1969"/>
                  </a:cubicBezTo>
                  <a:cubicBezTo>
                    <a:pt x="457" y="1930"/>
                    <a:pt x="460" y="1925"/>
                    <a:pt x="460" y="1918"/>
                  </a:cubicBezTo>
                  <a:cubicBezTo>
                    <a:pt x="468" y="1898"/>
                    <a:pt x="469" y="1895"/>
                    <a:pt x="472" y="1893"/>
                  </a:cubicBezTo>
                  <a:cubicBezTo>
                    <a:pt x="482" y="1864"/>
                    <a:pt x="486" y="1864"/>
                    <a:pt x="487" y="1861"/>
                  </a:cubicBezTo>
                  <a:cubicBezTo>
                    <a:pt x="513" y="1822"/>
                    <a:pt x="515" y="1819"/>
                    <a:pt x="514" y="1816"/>
                  </a:cubicBezTo>
                  <a:cubicBezTo>
                    <a:pt x="538" y="1785"/>
                    <a:pt x="543" y="1775"/>
                    <a:pt x="550" y="1765"/>
                  </a:cubicBezTo>
                  <a:cubicBezTo>
                    <a:pt x="563" y="1754"/>
                    <a:pt x="564" y="1748"/>
                    <a:pt x="569" y="1746"/>
                  </a:cubicBezTo>
                  <a:cubicBezTo>
                    <a:pt x="626" y="1679"/>
                    <a:pt x="635" y="1675"/>
                    <a:pt x="639" y="1667"/>
                  </a:cubicBezTo>
                  <a:cubicBezTo>
                    <a:pt x="652" y="1656"/>
                    <a:pt x="653" y="1650"/>
                    <a:pt x="658" y="1648"/>
                  </a:cubicBezTo>
                  <a:cubicBezTo>
                    <a:pt x="685" y="1613"/>
                    <a:pt x="690" y="1611"/>
                    <a:pt x="690" y="1605"/>
                  </a:cubicBezTo>
                  <a:cubicBezTo>
                    <a:pt x="666" y="1629"/>
                    <a:pt x="663" y="1633"/>
                    <a:pt x="661" y="1637"/>
                  </a:cubicBezTo>
                  <a:cubicBezTo>
                    <a:pt x="645" y="1655"/>
                    <a:pt x="642" y="1656"/>
                    <a:pt x="641" y="1658"/>
                  </a:cubicBezTo>
                  <a:cubicBezTo>
                    <a:pt x="623" y="1675"/>
                    <a:pt x="621" y="1677"/>
                    <a:pt x="621" y="1679"/>
                  </a:cubicBezTo>
                  <a:cubicBezTo>
                    <a:pt x="555" y="1747"/>
                    <a:pt x="542" y="1762"/>
                    <a:pt x="529" y="1778"/>
                  </a:cubicBezTo>
                  <a:cubicBezTo>
                    <a:pt x="480" y="1857"/>
                    <a:pt x="477" y="1861"/>
                    <a:pt x="474" y="1865"/>
                  </a:cubicBezTo>
                  <a:cubicBezTo>
                    <a:pt x="457" y="1892"/>
                    <a:pt x="460" y="1898"/>
                    <a:pt x="457" y="1899"/>
                  </a:cubicBezTo>
                  <a:cubicBezTo>
                    <a:pt x="448" y="1926"/>
                    <a:pt x="447" y="1932"/>
                    <a:pt x="444" y="1937"/>
                  </a:cubicBezTo>
                  <a:cubicBezTo>
                    <a:pt x="430" y="1990"/>
                    <a:pt x="434" y="2000"/>
                    <a:pt x="427" y="2001"/>
                  </a:cubicBezTo>
                  <a:cubicBezTo>
                    <a:pt x="428" y="1976"/>
                    <a:pt x="425" y="1969"/>
                    <a:pt x="429" y="1968"/>
                  </a:cubicBezTo>
                  <a:cubicBezTo>
                    <a:pt x="454" y="1873"/>
                    <a:pt x="457" y="1867"/>
                    <a:pt x="458" y="1859"/>
                  </a:cubicBezTo>
                  <a:cubicBezTo>
                    <a:pt x="503" y="1788"/>
                    <a:pt x="500" y="1781"/>
                    <a:pt x="503" y="1779"/>
                  </a:cubicBezTo>
                  <a:cubicBezTo>
                    <a:pt x="526" y="1748"/>
                    <a:pt x="531" y="1743"/>
                    <a:pt x="535" y="1738"/>
                  </a:cubicBezTo>
                  <a:cubicBezTo>
                    <a:pt x="560" y="1712"/>
                    <a:pt x="572" y="1703"/>
                    <a:pt x="580" y="1691"/>
                  </a:cubicBezTo>
                  <a:cubicBezTo>
                    <a:pt x="620" y="1659"/>
                    <a:pt x="620" y="1650"/>
                    <a:pt x="629" y="1648"/>
                  </a:cubicBezTo>
                  <a:cubicBezTo>
                    <a:pt x="643" y="1640"/>
                    <a:pt x="632" y="1634"/>
                    <a:pt x="633" y="1639"/>
                  </a:cubicBezTo>
                  <a:cubicBezTo>
                    <a:pt x="606" y="1659"/>
                    <a:pt x="608" y="1664"/>
                    <a:pt x="602" y="1663"/>
                  </a:cubicBezTo>
                  <a:cubicBezTo>
                    <a:pt x="571" y="1694"/>
                    <a:pt x="560" y="1701"/>
                    <a:pt x="553" y="1713"/>
                  </a:cubicBezTo>
                  <a:cubicBezTo>
                    <a:pt x="520" y="1748"/>
                    <a:pt x="511" y="1751"/>
                    <a:pt x="511" y="1761"/>
                  </a:cubicBezTo>
                  <a:cubicBezTo>
                    <a:pt x="490" y="1789"/>
                    <a:pt x="484" y="1795"/>
                    <a:pt x="481" y="1803"/>
                  </a:cubicBezTo>
                  <a:cubicBezTo>
                    <a:pt x="463" y="1829"/>
                    <a:pt x="463" y="1836"/>
                    <a:pt x="462" y="1841"/>
                  </a:cubicBezTo>
                  <a:cubicBezTo>
                    <a:pt x="437" y="1903"/>
                    <a:pt x="428" y="1911"/>
                    <a:pt x="428" y="1927"/>
                  </a:cubicBezTo>
                  <a:cubicBezTo>
                    <a:pt x="420" y="1948"/>
                    <a:pt x="418" y="1950"/>
                    <a:pt x="417" y="1954"/>
                  </a:cubicBezTo>
                  <a:cubicBezTo>
                    <a:pt x="420" y="1914"/>
                    <a:pt x="417" y="1907"/>
                    <a:pt x="420" y="1905"/>
                  </a:cubicBezTo>
                  <a:cubicBezTo>
                    <a:pt x="435" y="1847"/>
                    <a:pt x="437" y="1844"/>
                    <a:pt x="437" y="1841"/>
                  </a:cubicBezTo>
                  <a:cubicBezTo>
                    <a:pt x="456" y="1795"/>
                    <a:pt x="464" y="1784"/>
                    <a:pt x="470" y="1771"/>
                  </a:cubicBezTo>
                  <a:cubicBezTo>
                    <a:pt x="506" y="1721"/>
                    <a:pt x="509" y="1717"/>
                    <a:pt x="512" y="1713"/>
                  </a:cubicBezTo>
                  <a:cubicBezTo>
                    <a:pt x="521" y="1701"/>
                    <a:pt x="525" y="1702"/>
                    <a:pt x="526" y="1701"/>
                  </a:cubicBezTo>
                  <a:cubicBezTo>
                    <a:pt x="544" y="1677"/>
                    <a:pt x="559" y="1664"/>
                    <a:pt x="570" y="1648"/>
                  </a:cubicBezTo>
                  <a:cubicBezTo>
                    <a:pt x="607" y="1598"/>
                    <a:pt x="604" y="1589"/>
                    <a:pt x="610" y="1588"/>
                  </a:cubicBezTo>
                  <a:cubicBezTo>
                    <a:pt x="621" y="1556"/>
                    <a:pt x="624" y="1555"/>
                    <a:pt x="622" y="1550"/>
                  </a:cubicBezTo>
                  <a:cubicBezTo>
                    <a:pt x="610" y="1569"/>
                    <a:pt x="610" y="1577"/>
                    <a:pt x="605" y="1582"/>
                  </a:cubicBezTo>
                  <a:cubicBezTo>
                    <a:pt x="557" y="1650"/>
                    <a:pt x="554" y="1661"/>
                    <a:pt x="543" y="1665"/>
                  </a:cubicBezTo>
                  <a:cubicBezTo>
                    <a:pt x="512" y="1703"/>
                    <a:pt x="509" y="1704"/>
                    <a:pt x="509" y="1707"/>
                  </a:cubicBezTo>
                  <a:cubicBezTo>
                    <a:pt x="478" y="1744"/>
                    <a:pt x="469" y="1750"/>
                    <a:pt x="467" y="1762"/>
                  </a:cubicBezTo>
                  <a:cubicBezTo>
                    <a:pt x="443" y="1797"/>
                    <a:pt x="439" y="1807"/>
                    <a:pt x="438" y="1821"/>
                  </a:cubicBezTo>
                  <a:cubicBezTo>
                    <a:pt x="429" y="1846"/>
                    <a:pt x="423" y="1846"/>
                    <a:pt x="423" y="1851"/>
                  </a:cubicBezTo>
                  <a:cubicBezTo>
                    <a:pt x="408" y="1895"/>
                    <a:pt x="412" y="1908"/>
                    <a:pt x="405" y="1913"/>
                  </a:cubicBezTo>
                  <a:cubicBezTo>
                    <a:pt x="407" y="1876"/>
                    <a:pt x="415" y="1878"/>
                    <a:pt x="413" y="1871"/>
                  </a:cubicBezTo>
                  <a:cubicBezTo>
                    <a:pt x="418" y="1857"/>
                    <a:pt x="415" y="1850"/>
                    <a:pt x="418" y="1847"/>
                  </a:cubicBezTo>
                  <a:cubicBezTo>
                    <a:pt x="437" y="1792"/>
                    <a:pt x="440" y="1790"/>
                    <a:pt x="440" y="1788"/>
                  </a:cubicBezTo>
                  <a:cubicBezTo>
                    <a:pt x="448" y="1768"/>
                    <a:pt x="451" y="1760"/>
                    <a:pt x="455" y="1752"/>
                  </a:cubicBezTo>
                  <a:cubicBezTo>
                    <a:pt x="476" y="1717"/>
                    <a:pt x="475" y="1712"/>
                    <a:pt x="478" y="1709"/>
                  </a:cubicBezTo>
                  <a:cubicBezTo>
                    <a:pt x="495" y="1687"/>
                    <a:pt x="495" y="1681"/>
                    <a:pt x="498" y="1679"/>
                  </a:cubicBezTo>
                  <a:cubicBezTo>
                    <a:pt x="521" y="1647"/>
                    <a:pt x="524" y="1644"/>
                    <a:pt x="526" y="1640"/>
                  </a:cubicBezTo>
                  <a:cubicBezTo>
                    <a:pt x="551" y="1609"/>
                    <a:pt x="550" y="1603"/>
                    <a:pt x="554" y="1601"/>
                  </a:cubicBezTo>
                  <a:cubicBezTo>
                    <a:pt x="570" y="1563"/>
                    <a:pt x="576" y="1562"/>
                    <a:pt x="575" y="1556"/>
                  </a:cubicBezTo>
                  <a:cubicBezTo>
                    <a:pt x="581" y="1513"/>
                    <a:pt x="584" y="1508"/>
                    <a:pt x="584" y="1500"/>
                  </a:cubicBezTo>
                  <a:cubicBezTo>
                    <a:pt x="573" y="1529"/>
                    <a:pt x="577" y="1544"/>
                    <a:pt x="570" y="1550"/>
                  </a:cubicBezTo>
                  <a:cubicBezTo>
                    <a:pt x="548" y="1600"/>
                    <a:pt x="544" y="1602"/>
                    <a:pt x="541" y="1604"/>
                  </a:cubicBezTo>
                  <a:cubicBezTo>
                    <a:pt x="510" y="1653"/>
                    <a:pt x="506" y="1655"/>
                    <a:pt x="503" y="1657"/>
                  </a:cubicBezTo>
                  <a:cubicBezTo>
                    <a:pt x="481" y="1690"/>
                    <a:pt x="477" y="1696"/>
                    <a:pt x="474" y="1703"/>
                  </a:cubicBezTo>
                  <a:cubicBezTo>
                    <a:pt x="464" y="1717"/>
                    <a:pt x="463" y="1720"/>
                    <a:pt x="462" y="1717"/>
                  </a:cubicBezTo>
                  <a:cubicBezTo>
                    <a:pt x="474" y="1695"/>
                    <a:pt x="475" y="1693"/>
                    <a:pt x="475" y="1690"/>
                  </a:cubicBezTo>
                  <a:cubicBezTo>
                    <a:pt x="494" y="1659"/>
                    <a:pt x="495" y="1654"/>
                    <a:pt x="496" y="1649"/>
                  </a:cubicBezTo>
                  <a:cubicBezTo>
                    <a:pt x="525" y="1599"/>
                    <a:pt x="529" y="1590"/>
                    <a:pt x="533" y="1581"/>
                  </a:cubicBezTo>
                  <a:cubicBezTo>
                    <a:pt x="553" y="1505"/>
                    <a:pt x="553" y="1491"/>
                    <a:pt x="554" y="1479"/>
                  </a:cubicBezTo>
                  <a:cubicBezTo>
                    <a:pt x="544" y="1432"/>
                    <a:pt x="549" y="1437"/>
                    <a:pt x="547" y="1446"/>
                  </a:cubicBezTo>
                  <a:cubicBezTo>
                    <a:pt x="542" y="1527"/>
                    <a:pt x="542" y="1535"/>
                    <a:pt x="541" y="1543"/>
                  </a:cubicBezTo>
                  <a:cubicBezTo>
                    <a:pt x="526" y="1573"/>
                    <a:pt x="529" y="1580"/>
                    <a:pt x="524" y="1581"/>
                  </a:cubicBezTo>
                  <a:cubicBezTo>
                    <a:pt x="508" y="1611"/>
                    <a:pt x="503" y="1625"/>
                    <a:pt x="495" y="1636"/>
                  </a:cubicBezTo>
                  <a:cubicBezTo>
                    <a:pt x="475" y="1680"/>
                    <a:pt x="471" y="1684"/>
                    <a:pt x="466" y="1688"/>
                  </a:cubicBezTo>
                  <a:cubicBezTo>
                    <a:pt x="444" y="1731"/>
                    <a:pt x="441" y="1737"/>
                    <a:pt x="437" y="1743"/>
                  </a:cubicBezTo>
                  <a:cubicBezTo>
                    <a:pt x="416" y="1794"/>
                    <a:pt x="410" y="1794"/>
                    <a:pt x="413" y="1801"/>
                  </a:cubicBezTo>
                  <a:cubicBezTo>
                    <a:pt x="394" y="1860"/>
                    <a:pt x="396" y="1864"/>
                    <a:pt x="396" y="1868"/>
                  </a:cubicBezTo>
                  <a:cubicBezTo>
                    <a:pt x="390" y="1891"/>
                    <a:pt x="394" y="1899"/>
                    <a:pt x="389" y="1899"/>
                  </a:cubicBezTo>
                  <a:cubicBezTo>
                    <a:pt x="391" y="1841"/>
                    <a:pt x="392" y="1826"/>
                    <a:pt x="394" y="1811"/>
                  </a:cubicBezTo>
                  <a:cubicBezTo>
                    <a:pt x="401" y="1785"/>
                    <a:pt x="405" y="1780"/>
                    <a:pt x="404" y="1771"/>
                  </a:cubicBezTo>
                  <a:cubicBezTo>
                    <a:pt x="430" y="1712"/>
                    <a:pt x="435" y="1708"/>
                    <a:pt x="434" y="1699"/>
                  </a:cubicBezTo>
                  <a:cubicBezTo>
                    <a:pt x="451" y="1672"/>
                    <a:pt x="455" y="1665"/>
                    <a:pt x="457" y="1656"/>
                  </a:cubicBezTo>
                  <a:cubicBezTo>
                    <a:pt x="481" y="1622"/>
                    <a:pt x="480" y="1616"/>
                    <a:pt x="480" y="1611"/>
                  </a:cubicBezTo>
                  <a:cubicBezTo>
                    <a:pt x="505" y="1561"/>
                    <a:pt x="502" y="1553"/>
                    <a:pt x="507" y="1552"/>
                  </a:cubicBezTo>
                  <a:cubicBezTo>
                    <a:pt x="519" y="1524"/>
                    <a:pt x="515" y="1515"/>
                    <a:pt x="519" y="1514"/>
                  </a:cubicBezTo>
                  <a:cubicBezTo>
                    <a:pt x="520" y="1449"/>
                    <a:pt x="515" y="1450"/>
                    <a:pt x="517" y="1444"/>
                  </a:cubicBezTo>
                  <a:cubicBezTo>
                    <a:pt x="509" y="1516"/>
                    <a:pt x="509" y="1523"/>
                    <a:pt x="505" y="1526"/>
                  </a:cubicBezTo>
                  <a:cubicBezTo>
                    <a:pt x="494" y="1564"/>
                    <a:pt x="491" y="1568"/>
                    <a:pt x="489" y="1573"/>
                  </a:cubicBezTo>
                  <a:cubicBezTo>
                    <a:pt x="479" y="1592"/>
                    <a:pt x="483" y="1602"/>
                    <a:pt x="475" y="1602"/>
                  </a:cubicBezTo>
                  <a:cubicBezTo>
                    <a:pt x="443" y="1672"/>
                    <a:pt x="434" y="1679"/>
                    <a:pt x="431" y="1690"/>
                  </a:cubicBezTo>
                  <a:cubicBezTo>
                    <a:pt x="406" y="1738"/>
                    <a:pt x="409" y="1747"/>
                    <a:pt x="403" y="1749"/>
                  </a:cubicBezTo>
                  <a:cubicBezTo>
                    <a:pt x="434" y="1663"/>
                    <a:pt x="439" y="1660"/>
                    <a:pt x="440" y="1653"/>
                  </a:cubicBezTo>
                  <a:cubicBezTo>
                    <a:pt x="452" y="1614"/>
                    <a:pt x="459" y="1613"/>
                    <a:pt x="458" y="1606"/>
                  </a:cubicBezTo>
                  <a:cubicBezTo>
                    <a:pt x="480" y="1553"/>
                    <a:pt x="480" y="1545"/>
                    <a:pt x="482" y="1540"/>
                  </a:cubicBezTo>
                  <a:cubicBezTo>
                    <a:pt x="489" y="1465"/>
                    <a:pt x="491" y="1464"/>
                    <a:pt x="491" y="1448"/>
                  </a:cubicBezTo>
                  <a:cubicBezTo>
                    <a:pt x="487" y="1401"/>
                    <a:pt x="485" y="1390"/>
                    <a:pt x="484" y="1379"/>
                  </a:cubicBezTo>
                  <a:cubicBezTo>
                    <a:pt x="474" y="1371"/>
                    <a:pt x="480" y="1385"/>
                    <a:pt x="483" y="1403"/>
                  </a:cubicBezTo>
                  <a:cubicBezTo>
                    <a:pt x="487" y="1491"/>
                    <a:pt x="478" y="1495"/>
                    <a:pt x="482" y="1506"/>
                  </a:cubicBezTo>
                  <a:cubicBezTo>
                    <a:pt x="478" y="1531"/>
                    <a:pt x="477" y="1534"/>
                    <a:pt x="475" y="1537"/>
                  </a:cubicBezTo>
                  <a:cubicBezTo>
                    <a:pt x="459" y="1577"/>
                    <a:pt x="456" y="1591"/>
                    <a:pt x="451" y="1604"/>
                  </a:cubicBezTo>
                  <a:cubicBezTo>
                    <a:pt x="433" y="1645"/>
                    <a:pt x="431" y="1652"/>
                    <a:pt x="429" y="1658"/>
                  </a:cubicBezTo>
                  <a:cubicBezTo>
                    <a:pt x="412" y="1698"/>
                    <a:pt x="411" y="1701"/>
                    <a:pt x="408" y="1703"/>
                  </a:cubicBezTo>
                  <a:cubicBezTo>
                    <a:pt x="390" y="1762"/>
                    <a:pt x="384" y="1769"/>
                    <a:pt x="383" y="1779"/>
                  </a:cubicBezTo>
                  <a:cubicBezTo>
                    <a:pt x="369" y="1821"/>
                    <a:pt x="377" y="1833"/>
                    <a:pt x="371" y="1832"/>
                  </a:cubicBezTo>
                  <a:cubicBezTo>
                    <a:pt x="368" y="1777"/>
                    <a:pt x="371" y="1764"/>
                    <a:pt x="372" y="1749"/>
                  </a:cubicBezTo>
                  <a:cubicBezTo>
                    <a:pt x="382" y="1721"/>
                    <a:pt x="379" y="1714"/>
                    <a:pt x="383" y="1714"/>
                  </a:cubicBezTo>
                  <a:cubicBezTo>
                    <a:pt x="403" y="1659"/>
                    <a:pt x="406" y="1655"/>
                    <a:pt x="406" y="1649"/>
                  </a:cubicBezTo>
                  <a:cubicBezTo>
                    <a:pt x="424" y="1598"/>
                    <a:pt x="431" y="1597"/>
                    <a:pt x="431" y="1590"/>
                  </a:cubicBezTo>
                  <a:cubicBezTo>
                    <a:pt x="461" y="1509"/>
                    <a:pt x="462" y="1500"/>
                    <a:pt x="465" y="1494"/>
                  </a:cubicBezTo>
                  <a:cubicBezTo>
                    <a:pt x="472" y="1470"/>
                    <a:pt x="467" y="1462"/>
                    <a:pt x="472" y="1462"/>
                  </a:cubicBezTo>
                  <a:cubicBezTo>
                    <a:pt x="476" y="1437"/>
                    <a:pt x="471" y="1428"/>
                    <a:pt x="476" y="1427"/>
                  </a:cubicBezTo>
                  <a:cubicBezTo>
                    <a:pt x="473" y="1417"/>
                    <a:pt x="469" y="1447"/>
                    <a:pt x="462" y="1476"/>
                  </a:cubicBezTo>
                  <a:cubicBezTo>
                    <a:pt x="434" y="1564"/>
                    <a:pt x="433" y="1570"/>
                    <a:pt x="430" y="1573"/>
                  </a:cubicBezTo>
                  <a:cubicBezTo>
                    <a:pt x="422" y="1597"/>
                    <a:pt x="416" y="1602"/>
                    <a:pt x="415" y="1611"/>
                  </a:cubicBezTo>
                  <a:cubicBezTo>
                    <a:pt x="391" y="1664"/>
                    <a:pt x="387" y="1672"/>
                    <a:pt x="382" y="1679"/>
                  </a:cubicBezTo>
                  <a:cubicBezTo>
                    <a:pt x="367" y="1716"/>
                    <a:pt x="373" y="1726"/>
                    <a:pt x="366" y="1726"/>
                  </a:cubicBezTo>
                  <a:cubicBezTo>
                    <a:pt x="360" y="1762"/>
                    <a:pt x="364" y="1763"/>
                    <a:pt x="358" y="1766"/>
                  </a:cubicBezTo>
                  <a:cubicBezTo>
                    <a:pt x="381" y="1656"/>
                    <a:pt x="382" y="1648"/>
                    <a:pt x="386" y="1643"/>
                  </a:cubicBezTo>
                  <a:cubicBezTo>
                    <a:pt x="399" y="1610"/>
                    <a:pt x="404" y="1595"/>
                    <a:pt x="408" y="1581"/>
                  </a:cubicBezTo>
                  <a:cubicBezTo>
                    <a:pt x="436" y="1516"/>
                    <a:pt x="433" y="1505"/>
                    <a:pt x="438" y="1500"/>
                  </a:cubicBezTo>
                  <a:cubicBezTo>
                    <a:pt x="456" y="1427"/>
                    <a:pt x="459" y="1420"/>
                    <a:pt x="460" y="1411"/>
                  </a:cubicBezTo>
                  <a:cubicBezTo>
                    <a:pt x="455" y="1378"/>
                    <a:pt x="451" y="1393"/>
                    <a:pt x="453" y="1414"/>
                  </a:cubicBezTo>
                  <a:cubicBezTo>
                    <a:pt x="442" y="1477"/>
                    <a:pt x="433" y="1477"/>
                    <a:pt x="434" y="1487"/>
                  </a:cubicBezTo>
                  <a:cubicBezTo>
                    <a:pt x="416" y="1534"/>
                    <a:pt x="415" y="1548"/>
                    <a:pt x="409" y="1559"/>
                  </a:cubicBezTo>
                  <a:cubicBezTo>
                    <a:pt x="392" y="1598"/>
                    <a:pt x="391" y="1605"/>
                    <a:pt x="388" y="1610"/>
                  </a:cubicBezTo>
                  <a:cubicBezTo>
                    <a:pt x="380" y="1635"/>
                    <a:pt x="375" y="1638"/>
                    <a:pt x="376" y="1646"/>
                  </a:cubicBezTo>
                  <a:cubicBezTo>
                    <a:pt x="352" y="1701"/>
                    <a:pt x="360" y="1712"/>
                    <a:pt x="354" y="1711"/>
                  </a:cubicBezTo>
                  <a:cubicBezTo>
                    <a:pt x="350" y="1730"/>
                    <a:pt x="346" y="1726"/>
                    <a:pt x="345" y="1712"/>
                  </a:cubicBezTo>
                  <a:cubicBezTo>
                    <a:pt x="355" y="1665"/>
                    <a:pt x="358" y="1665"/>
                    <a:pt x="357" y="1661"/>
                  </a:cubicBezTo>
                  <a:cubicBezTo>
                    <a:pt x="366" y="1643"/>
                    <a:pt x="363" y="1637"/>
                    <a:pt x="366" y="1636"/>
                  </a:cubicBezTo>
                  <a:cubicBezTo>
                    <a:pt x="372" y="1617"/>
                    <a:pt x="374" y="1616"/>
                    <a:pt x="373" y="1612"/>
                  </a:cubicBezTo>
                  <a:cubicBezTo>
                    <a:pt x="395" y="1560"/>
                    <a:pt x="394" y="1553"/>
                    <a:pt x="400" y="1551"/>
                  </a:cubicBezTo>
                  <a:cubicBezTo>
                    <a:pt x="425" y="1482"/>
                    <a:pt x="427" y="1477"/>
                    <a:pt x="427" y="1470"/>
                  </a:cubicBezTo>
                  <a:cubicBezTo>
                    <a:pt x="418" y="1498"/>
                    <a:pt x="408" y="1504"/>
                    <a:pt x="408" y="1517"/>
                  </a:cubicBezTo>
                  <a:cubicBezTo>
                    <a:pt x="377" y="1581"/>
                    <a:pt x="373" y="1584"/>
                    <a:pt x="372" y="1590"/>
                  </a:cubicBezTo>
                  <a:cubicBezTo>
                    <a:pt x="363" y="1617"/>
                    <a:pt x="360" y="1628"/>
                    <a:pt x="353" y="1637"/>
                  </a:cubicBezTo>
                  <a:cubicBezTo>
                    <a:pt x="343" y="1676"/>
                    <a:pt x="340" y="1680"/>
                    <a:pt x="341" y="1688"/>
                  </a:cubicBezTo>
                  <a:cubicBezTo>
                    <a:pt x="338" y="1660"/>
                    <a:pt x="342" y="1652"/>
                    <a:pt x="340" y="1640"/>
                  </a:cubicBezTo>
                  <a:cubicBezTo>
                    <a:pt x="360" y="1597"/>
                    <a:pt x="360" y="1592"/>
                    <a:pt x="361" y="1588"/>
                  </a:cubicBezTo>
                  <a:cubicBezTo>
                    <a:pt x="367" y="1561"/>
                    <a:pt x="371" y="1559"/>
                    <a:pt x="371" y="1555"/>
                  </a:cubicBezTo>
                  <a:cubicBezTo>
                    <a:pt x="390" y="1506"/>
                    <a:pt x="387" y="1494"/>
                    <a:pt x="393" y="1490"/>
                  </a:cubicBezTo>
                  <a:cubicBezTo>
                    <a:pt x="403" y="1419"/>
                    <a:pt x="403" y="1406"/>
                    <a:pt x="402" y="1393"/>
                  </a:cubicBezTo>
                  <a:cubicBezTo>
                    <a:pt x="393" y="1354"/>
                    <a:pt x="388" y="1352"/>
                    <a:pt x="389" y="1344"/>
                  </a:cubicBezTo>
                  <a:cubicBezTo>
                    <a:pt x="382" y="1350"/>
                    <a:pt x="386" y="1352"/>
                    <a:pt x="388" y="1357"/>
                  </a:cubicBezTo>
                  <a:cubicBezTo>
                    <a:pt x="396" y="1435"/>
                    <a:pt x="396" y="1441"/>
                    <a:pt x="397" y="1446"/>
                  </a:cubicBezTo>
                  <a:cubicBezTo>
                    <a:pt x="389" y="1476"/>
                    <a:pt x="385" y="1481"/>
                    <a:pt x="384" y="1491"/>
                  </a:cubicBezTo>
                  <a:cubicBezTo>
                    <a:pt x="358" y="1561"/>
                    <a:pt x="358" y="1571"/>
                    <a:pt x="356" y="1578"/>
                  </a:cubicBezTo>
                  <a:cubicBezTo>
                    <a:pt x="341" y="1628"/>
                    <a:pt x="334" y="1627"/>
                    <a:pt x="335" y="1634"/>
                  </a:cubicBezTo>
                  <a:cubicBezTo>
                    <a:pt x="324" y="1665"/>
                    <a:pt x="328" y="1674"/>
                    <a:pt x="321" y="1674"/>
                  </a:cubicBezTo>
                  <a:cubicBezTo>
                    <a:pt x="334" y="1588"/>
                    <a:pt x="337" y="1580"/>
                    <a:pt x="340" y="1570"/>
                  </a:cubicBezTo>
                  <a:cubicBezTo>
                    <a:pt x="350" y="1541"/>
                    <a:pt x="350" y="1536"/>
                    <a:pt x="350" y="1530"/>
                  </a:cubicBezTo>
                  <a:cubicBezTo>
                    <a:pt x="360" y="1499"/>
                    <a:pt x="364" y="1497"/>
                    <a:pt x="363" y="1490"/>
                  </a:cubicBezTo>
                  <a:cubicBezTo>
                    <a:pt x="370" y="1438"/>
                    <a:pt x="375" y="1420"/>
                    <a:pt x="376" y="1397"/>
                  </a:cubicBezTo>
                  <a:cubicBezTo>
                    <a:pt x="365" y="1320"/>
                    <a:pt x="368" y="1312"/>
                    <a:pt x="363" y="1313"/>
                  </a:cubicBezTo>
                  <a:cubicBezTo>
                    <a:pt x="362" y="1332"/>
                    <a:pt x="366" y="1343"/>
                    <a:pt x="368" y="1356"/>
                  </a:cubicBezTo>
                  <a:cubicBezTo>
                    <a:pt x="367" y="1417"/>
                    <a:pt x="365" y="1421"/>
                    <a:pt x="365" y="1426"/>
                  </a:cubicBezTo>
                  <a:cubicBezTo>
                    <a:pt x="359" y="1455"/>
                    <a:pt x="363" y="1465"/>
                    <a:pt x="359" y="1466"/>
                  </a:cubicBezTo>
                  <a:cubicBezTo>
                    <a:pt x="340" y="1539"/>
                    <a:pt x="336" y="1559"/>
                    <a:pt x="329" y="1575"/>
                  </a:cubicBezTo>
                  <a:cubicBezTo>
                    <a:pt x="313" y="1626"/>
                    <a:pt x="312" y="1623"/>
                    <a:pt x="315" y="1622"/>
                  </a:cubicBezTo>
                  <a:cubicBezTo>
                    <a:pt x="321" y="1588"/>
                    <a:pt x="322" y="1576"/>
                    <a:pt x="324" y="1565"/>
                  </a:cubicBezTo>
                  <a:cubicBezTo>
                    <a:pt x="337" y="1477"/>
                    <a:pt x="342" y="1476"/>
                    <a:pt x="341" y="1469"/>
                  </a:cubicBezTo>
                  <a:cubicBezTo>
                    <a:pt x="333" y="1317"/>
                    <a:pt x="332" y="1308"/>
                    <a:pt x="330" y="1302"/>
                  </a:cubicBezTo>
                  <a:cubicBezTo>
                    <a:pt x="318" y="1275"/>
                    <a:pt x="315" y="1268"/>
                    <a:pt x="311" y="1262"/>
                  </a:cubicBezTo>
                  <a:cubicBezTo>
                    <a:pt x="305" y="1258"/>
                    <a:pt x="310" y="1270"/>
                    <a:pt x="317" y="1281"/>
                  </a:cubicBezTo>
                  <a:cubicBezTo>
                    <a:pt x="326" y="1312"/>
                    <a:pt x="326" y="1314"/>
                    <a:pt x="328" y="1315"/>
                  </a:cubicBezTo>
                  <a:cubicBezTo>
                    <a:pt x="329" y="1333"/>
                    <a:pt x="332" y="1343"/>
                    <a:pt x="333" y="1356"/>
                  </a:cubicBezTo>
                  <a:cubicBezTo>
                    <a:pt x="330" y="1464"/>
                    <a:pt x="334" y="1471"/>
                    <a:pt x="331" y="1472"/>
                  </a:cubicBezTo>
                  <a:cubicBezTo>
                    <a:pt x="326" y="1497"/>
                    <a:pt x="326" y="1501"/>
                    <a:pt x="326" y="1506"/>
                  </a:cubicBezTo>
                  <a:cubicBezTo>
                    <a:pt x="320" y="1533"/>
                    <a:pt x="322" y="1543"/>
                    <a:pt x="316" y="1548"/>
                  </a:cubicBezTo>
                  <a:cubicBezTo>
                    <a:pt x="325" y="1483"/>
                    <a:pt x="324" y="1478"/>
                    <a:pt x="326" y="1475"/>
                  </a:cubicBezTo>
                  <a:cubicBezTo>
                    <a:pt x="318" y="1352"/>
                    <a:pt x="312" y="1331"/>
                    <a:pt x="308" y="1301"/>
                  </a:cubicBezTo>
                  <a:cubicBezTo>
                    <a:pt x="295" y="1275"/>
                    <a:pt x="294" y="1264"/>
                    <a:pt x="289" y="1259"/>
                  </a:cubicBezTo>
                  <a:cubicBezTo>
                    <a:pt x="267" y="1237"/>
                    <a:pt x="279" y="1241"/>
                    <a:pt x="283" y="1255"/>
                  </a:cubicBezTo>
                  <a:cubicBezTo>
                    <a:pt x="295" y="1285"/>
                    <a:pt x="296" y="1289"/>
                    <a:pt x="298" y="1291"/>
                  </a:cubicBezTo>
                  <a:cubicBezTo>
                    <a:pt x="309" y="1335"/>
                    <a:pt x="306" y="1343"/>
                    <a:pt x="311" y="1343"/>
                  </a:cubicBezTo>
                  <a:cubicBezTo>
                    <a:pt x="317" y="1393"/>
                    <a:pt x="320" y="1396"/>
                    <a:pt x="319" y="1403"/>
                  </a:cubicBezTo>
                  <a:cubicBezTo>
                    <a:pt x="315" y="1486"/>
                    <a:pt x="316" y="1486"/>
                    <a:pt x="314" y="1491"/>
                  </a:cubicBezTo>
                  <a:cubicBezTo>
                    <a:pt x="313" y="1523"/>
                    <a:pt x="307" y="1531"/>
                    <a:pt x="307" y="1544"/>
                  </a:cubicBezTo>
                  <a:cubicBezTo>
                    <a:pt x="291" y="1555"/>
                    <a:pt x="301" y="1540"/>
                    <a:pt x="301" y="1520"/>
                  </a:cubicBezTo>
                  <a:cubicBezTo>
                    <a:pt x="300" y="1371"/>
                    <a:pt x="298" y="1365"/>
                    <a:pt x="298" y="1357"/>
                  </a:cubicBezTo>
                  <a:cubicBezTo>
                    <a:pt x="292" y="1333"/>
                    <a:pt x="291" y="1319"/>
                    <a:pt x="286" y="1307"/>
                  </a:cubicBezTo>
                  <a:cubicBezTo>
                    <a:pt x="262" y="1254"/>
                    <a:pt x="263" y="1243"/>
                    <a:pt x="258" y="1242"/>
                  </a:cubicBezTo>
                  <a:cubicBezTo>
                    <a:pt x="286" y="1321"/>
                    <a:pt x="285" y="1331"/>
                    <a:pt x="288" y="1336"/>
                  </a:cubicBezTo>
                  <a:cubicBezTo>
                    <a:pt x="293" y="1366"/>
                    <a:pt x="296" y="1381"/>
                    <a:pt x="297" y="1398"/>
                  </a:cubicBezTo>
                  <a:cubicBezTo>
                    <a:pt x="299" y="1489"/>
                    <a:pt x="294" y="1492"/>
                    <a:pt x="295" y="1499"/>
                  </a:cubicBezTo>
                  <a:cubicBezTo>
                    <a:pt x="290" y="1445"/>
                    <a:pt x="287" y="1444"/>
                    <a:pt x="287" y="1441"/>
                  </a:cubicBezTo>
                  <a:cubicBezTo>
                    <a:pt x="283" y="1415"/>
                    <a:pt x="287" y="1416"/>
                    <a:pt x="283" y="1412"/>
                  </a:cubicBezTo>
                  <a:cubicBezTo>
                    <a:pt x="269" y="1353"/>
                    <a:pt x="262" y="1342"/>
                    <a:pt x="259" y="1327"/>
                  </a:cubicBezTo>
                  <a:cubicBezTo>
                    <a:pt x="234" y="1272"/>
                    <a:pt x="238" y="1259"/>
                    <a:pt x="228" y="1261"/>
                  </a:cubicBezTo>
                  <a:cubicBezTo>
                    <a:pt x="239" y="1279"/>
                    <a:pt x="239" y="1288"/>
                    <a:pt x="244" y="1293"/>
                  </a:cubicBezTo>
                  <a:cubicBezTo>
                    <a:pt x="270" y="1419"/>
                    <a:pt x="279" y="1422"/>
                    <a:pt x="277" y="1426"/>
                  </a:cubicBezTo>
                  <a:cubicBezTo>
                    <a:pt x="278" y="1456"/>
                    <a:pt x="282" y="1465"/>
                    <a:pt x="278" y="1465"/>
                  </a:cubicBezTo>
                  <a:cubicBezTo>
                    <a:pt x="250" y="1385"/>
                    <a:pt x="252" y="1374"/>
                    <a:pt x="247" y="1371"/>
                  </a:cubicBezTo>
                  <a:cubicBezTo>
                    <a:pt x="231" y="1330"/>
                    <a:pt x="231" y="1320"/>
                    <a:pt x="224" y="1320"/>
                  </a:cubicBezTo>
                  <a:cubicBezTo>
                    <a:pt x="253" y="1397"/>
                    <a:pt x="257" y="1421"/>
                    <a:pt x="265" y="1440"/>
                  </a:cubicBezTo>
                  <a:cubicBezTo>
                    <a:pt x="281" y="1531"/>
                    <a:pt x="286" y="1534"/>
                    <a:pt x="285" y="1543"/>
                  </a:cubicBezTo>
                  <a:cubicBezTo>
                    <a:pt x="284" y="1556"/>
                    <a:pt x="280" y="1549"/>
                    <a:pt x="281" y="1537"/>
                  </a:cubicBezTo>
                  <a:cubicBezTo>
                    <a:pt x="247" y="1462"/>
                    <a:pt x="249" y="1450"/>
                    <a:pt x="244" y="1448"/>
                  </a:cubicBezTo>
                  <a:cubicBezTo>
                    <a:pt x="221" y="1375"/>
                    <a:pt x="214" y="1365"/>
                    <a:pt x="211" y="1352"/>
                  </a:cubicBezTo>
                  <a:cubicBezTo>
                    <a:pt x="195" y="1325"/>
                    <a:pt x="197" y="1318"/>
                    <a:pt x="193" y="1318"/>
                  </a:cubicBezTo>
                  <a:cubicBezTo>
                    <a:pt x="167" y="1263"/>
                    <a:pt x="166" y="1260"/>
                    <a:pt x="163" y="1259"/>
                  </a:cubicBezTo>
                  <a:cubicBezTo>
                    <a:pt x="165" y="1272"/>
                    <a:pt x="172" y="1286"/>
                    <a:pt x="179" y="1300"/>
                  </a:cubicBezTo>
                  <a:cubicBezTo>
                    <a:pt x="191" y="1329"/>
                    <a:pt x="195" y="1335"/>
                    <a:pt x="199" y="1342"/>
                  </a:cubicBezTo>
                  <a:cubicBezTo>
                    <a:pt x="226" y="1428"/>
                    <a:pt x="232" y="1438"/>
                    <a:pt x="235" y="1451"/>
                  </a:cubicBezTo>
                  <a:cubicBezTo>
                    <a:pt x="247" y="1477"/>
                    <a:pt x="248" y="1489"/>
                    <a:pt x="244" y="1487"/>
                  </a:cubicBezTo>
                  <a:cubicBezTo>
                    <a:pt x="228" y="1464"/>
                    <a:pt x="227" y="1461"/>
                    <a:pt x="227" y="1456"/>
                  </a:cubicBezTo>
                  <a:cubicBezTo>
                    <a:pt x="203" y="1423"/>
                    <a:pt x="201" y="1417"/>
                    <a:pt x="195" y="1414"/>
                  </a:cubicBezTo>
                  <a:cubicBezTo>
                    <a:pt x="155" y="1347"/>
                    <a:pt x="145" y="1324"/>
                    <a:pt x="133" y="1303"/>
                  </a:cubicBezTo>
                  <a:cubicBezTo>
                    <a:pt x="109" y="1262"/>
                    <a:pt x="115" y="1250"/>
                    <a:pt x="110" y="1252"/>
                  </a:cubicBezTo>
                  <a:cubicBezTo>
                    <a:pt x="109" y="1242"/>
                    <a:pt x="105" y="1259"/>
                    <a:pt x="113" y="1263"/>
                  </a:cubicBezTo>
                  <a:cubicBezTo>
                    <a:pt x="127" y="1300"/>
                    <a:pt x="126" y="1302"/>
                    <a:pt x="126" y="1303"/>
                  </a:cubicBezTo>
                  <a:cubicBezTo>
                    <a:pt x="141" y="1331"/>
                    <a:pt x="144" y="1335"/>
                    <a:pt x="146" y="1339"/>
                  </a:cubicBezTo>
                  <a:cubicBezTo>
                    <a:pt x="190" y="1424"/>
                    <a:pt x="196" y="1426"/>
                    <a:pt x="197" y="1434"/>
                  </a:cubicBezTo>
                  <a:cubicBezTo>
                    <a:pt x="210" y="1458"/>
                    <a:pt x="220" y="1459"/>
                    <a:pt x="214" y="1461"/>
                  </a:cubicBezTo>
                  <a:cubicBezTo>
                    <a:pt x="187" y="1433"/>
                    <a:pt x="186" y="1419"/>
                    <a:pt x="176" y="1416"/>
                  </a:cubicBezTo>
                  <a:cubicBezTo>
                    <a:pt x="141" y="1351"/>
                    <a:pt x="132" y="1347"/>
                    <a:pt x="131" y="1333"/>
                  </a:cubicBezTo>
                  <a:cubicBezTo>
                    <a:pt x="111" y="1296"/>
                    <a:pt x="107" y="1286"/>
                    <a:pt x="103" y="1276"/>
                  </a:cubicBezTo>
                  <a:cubicBezTo>
                    <a:pt x="91" y="1264"/>
                    <a:pt x="97" y="1277"/>
                    <a:pt x="102" y="1292"/>
                  </a:cubicBezTo>
                  <a:cubicBezTo>
                    <a:pt x="114" y="1318"/>
                    <a:pt x="118" y="1323"/>
                    <a:pt x="120" y="1332"/>
                  </a:cubicBezTo>
                  <a:cubicBezTo>
                    <a:pt x="155" y="1393"/>
                    <a:pt x="155" y="1404"/>
                    <a:pt x="162" y="1406"/>
                  </a:cubicBezTo>
                  <a:cubicBezTo>
                    <a:pt x="199" y="1459"/>
                    <a:pt x="201" y="1462"/>
                    <a:pt x="201" y="1466"/>
                  </a:cubicBezTo>
                  <a:cubicBezTo>
                    <a:pt x="226" y="1495"/>
                    <a:pt x="229" y="1501"/>
                    <a:pt x="233" y="1508"/>
                  </a:cubicBezTo>
                  <a:cubicBezTo>
                    <a:pt x="258" y="1549"/>
                    <a:pt x="262" y="1552"/>
                    <a:pt x="264" y="1556"/>
                  </a:cubicBezTo>
                  <a:cubicBezTo>
                    <a:pt x="275" y="1581"/>
                    <a:pt x="279" y="1585"/>
                    <a:pt x="280" y="1594"/>
                  </a:cubicBezTo>
                  <a:cubicBezTo>
                    <a:pt x="252" y="1560"/>
                    <a:pt x="253" y="1550"/>
                    <a:pt x="246" y="1548"/>
                  </a:cubicBezTo>
                  <a:cubicBezTo>
                    <a:pt x="206" y="1500"/>
                    <a:pt x="201" y="1497"/>
                    <a:pt x="199" y="1490"/>
                  </a:cubicBezTo>
                  <a:cubicBezTo>
                    <a:pt x="157" y="1432"/>
                    <a:pt x="148" y="1422"/>
                    <a:pt x="143" y="1409"/>
                  </a:cubicBezTo>
                  <a:cubicBezTo>
                    <a:pt x="131" y="1385"/>
                    <a:pt x="125" y="1383"/>
                    <a:pt x="125" y="1373"/>
                  </a:cubicBezTo>
                  <a:cubicBezTo>
                    <a:pt x="105" y="1330"/>
                    <a:pt x="100" y="1329"/>
                    <a:pt x="101" y="1320"/>
                  </a:cubicBezTo>
                  <a:cubicBezTo>
                    <a:pt x="102" y="1331"/>
                    <a:pt x="100" y="1339"/>
                    <a:pt x="103" y="1340"/>
                  </a:cubicBezTo>
                  <a:cubicBezTo>
                    <a:pt x="110" y="1364"/>
                    <a:pt x="115" y="1363"/>
                    <a:pt x="114" y="1370"/>
                  </a:cubicBezTo>
                  <a:cubicBezTo>
                    <a:pt x="137" y="1408"/>
                    <a:pt x="136" y="1419"/>
                    <a:pt x="141" y="1422"/>
                  </a:cubicBezTo>
                  <a:cubicBezTo>
                    <a:pt x="156" y="1453"/>
                    <a:pt x="166" y="1461"/>
                    <a:pt x="173" y="1473"/>
                  </a:cubicBezTo>
                  <a:cubicBezTo>
                    <a:pt x="189" y="1492"/>
                    <a:pt x="192" y="1499"/>
                    <a:pt x="195" y="1504"/>
                  </a:cubicBezTo>
                  <a:cubicBezTo>
                    <a:pt x="213" y="1516"/>
                    <a:pt x="212" y="1522"/>
                    <a:pt x="214" y="1524"/>
                  </a:cubicBezTo>
                  <a:cubicBezTo>
                    <a:pt x="255" y="1589"/>
                    <a:pt x="252" y="1574"/>
                    <a:pt x="239" y="1568"/>
                  </a:cubicBezTo>
                  <a:cubicBezTo>
                    <a:pt x="221" y="1541"/>
                    <a:pt x="214" y="1544"/>
                    <a:pt x="215" y="1537"/>
                  </a:cubicBezTo>
                  <a:cubicBezTo>
                    <a:pt x="180" y="1500"/>
                    <a:pt x="179" y="1495"/>
                    <a:pt x="175" y="1494"/>
                  </a:cubicBezTo>
                  <a:cubicBezTo>
                    <a:pt x="146" y="1459"/>
                    <a:pt x="144" y="1451"/>
                    <a:pt x="139" y="1447"/>
                  </a:cubicBezTo>
                  <a:cubicBezTo>
                    <a:pt x="94" y="1374"/>
                    <a:pt x="93" y="1370"/>
                    <a:pt x="90" y="1369"/>
                  </a:cubicBezTo>
                  <a:cubicBezTo>
                    <a:pt x="78" y="1346"/>
                    <a:pt x="78" y="1341"/>
                    <a:pt x="74" y="1340"/>
                  </a:cubicBezTo>
                  <a:cubicBezTo>
                    <a:pt x="93" y="1394"/>
                    <a:pt x="106" y="1399"/>
                    <a:pt x="108" y="1416"/>
                  </a:cubicBezTo>
                  <a:cubicBezTo>
                    <a:pt x="134" y="1452"/>
                    <a:pt x="138" y="1456"/>
                    <a:pt x="140" y="1464"/>
                  </a:cubicBezTo>
                  <a:cubicBezTo>
                    <a:pt x="169" y="1499"/>
                    <a:pt x="172" y="1505"/>
                    <a:pt x="176" y="1510"/>
                  </a:cubicBezTo>
                  <a:cubicBezTo>
                    <a:pt x="257" y="1606"/>
                    <a:pt x="266" y="1609"/>
                    <a:pt x="269" y="1619"/>
                  </a:cubicBezTo>
                  <a:cubicBezTo>
                    <a:pt x="296" y="1654"/>
                    <a:pt x="301" y="1655"/>
                    <a:pt x="300" y="1663"/>
                  </a:cubicBezTo>
                  <a:cubicBezTo>
                    <a:pt x="312" y="1683"/>
                    <a:pt x="316" y="1685"/>
                    <a:pt x="313" y="1686"/>
                  </a:cubicBezTo>
                  <a:cubicBezTo>
                    <a:pt x="294" y="1663"/>
                    <a:pt x="292" y="1654"/>
                    <a:pt x="286" y="1648"/>
                  </a:cubicBezTo>
                  <a:cubicBezTo>
                    <a:pt x="254" y="1611"/>
                    <a:pt x="253" y="1608"/>
                    <a:pt x="250" y="1605"/>
                  </a:cubicBezTo>
                  <a:cubicBezTo>
                    <a:pt x="221" y="1575"/>
                    <a:pt x="218" y="1567"/>
                    <a:pt x="210" y="1564"/>
                  </a:cubicBezTo>
                  <a:cubicBezTo>
                    <a:pt x="184" y="1536"/>
                    <a:pt x="174" y="1525"/>
                    <a:pt x="165" y="1512"/>
                  </a:cubicBezTo>
                  <a:cubicBezTo>
                    <a:pt x="129" y="1461"/>
                    <a:pt x="115" y="1454"/>
                    <a:pt x="110" y="1438"/>
                  </a:cubicBezTo>
                  <a:cubicBezTo>
                    <a:pt x="87" y="1406"/>
                    <a:pt x="88" y="1398"/>
                    <a:pt x="83" y="1398"/>
                  </a:cubicBezTo>
                  <a:cubicBezTo>
                    <a:pt x="103" y="1435"/>
                    <a:pt x="106" y="1446"/>
                    <a:pt x="113" y="1453"/>
                  </a:cubicBezTo>
                  <a:cubicBezTo>
                    <a:pt x="161" y="1516"/>
                    <a:pt x="160" y="1524"/>
                    <a:pt x="166" y="1526"/>
                  </a:cubicBezTo>
                  <a:cubicBezTo>
                    <a:pt x="208" y="1573"/>
                    <a:pt x="213" y="1575"/>
                    <a:pt x="214" y="1581"/>
                  </a:cubicBezTo>
                  <a:cubicBezTo>
                    <a:pt x="228" y="1594"/>
                    <a:pt x="228" y="1599"/>
                    <a:pt x="233" y="1600"/>
                  </a:cubicBezTo>
                  <a:cubicBezTo>
                    <a:pt x="258" y="1636"/>
                    <a:pt x="268" y="1637"/>
                    <a:pt x="271" y="1645"/>
                  </a:cubicBezTo>
                  <a:cubicBezTo>
                    <a:pt x="283" y="1662"/>
                    <a:pt x="286" y="1663"/>
                    <a:pt x="283" y="1664"/>
                  </a:cubicBezTo>
                  <a:cubicBezTo>
                    <a:pt x="266" y="1645"/>
                    <a:pt x="264" y="1642"/>
                    <a:pt x="262" y="1639"/>
                  </a:cubicBezTo>
                  <a:cubicBezTo>
                    <a:pt x="243" y="1618"/>
                    <a:pt x="229" y="1611"/>
                    <a:pt x="221" y="1596"/>
                  </a:cubicBezTo>
                  <a:cubicBezTo>
                    <a:pt x="199" y="1583"/>
                    <a:pt x="200" y="1572"/>
                    <a:pt x="191" y="1572"/>
                  </a:cubicBezTo>
                  <a:cubicBezTo>
                    <a:pt x="170" y="1549"/>
                    <a:pt x="170" y="1543"/>
                    <a:pt x="165" y="1543"/>
                  </a:cubicBezTo>
                  <a:cubicBezTo>
                    <a:pt x="111" y="1476"/>
                    <a:pt x="109" y="1469"/>
                    <a:pt x="103" y="1467"/>
                  </a:cubicBezTo>
                  <a:cubicBezTo>
                    <a:pt x="65" y="1409"/>
                    <a:pt x="64" y="1401"/>
                    <a:pt x="61" y="1395"/>
                  </a:cubicBezTo>
                  <a:cubicBezTo>
                    <a:pt x="44" y="1364"/>
                    <a:pt x="47" y="1355"/>
                    <a:pt x="43" y="1355"/>
                  </a:cubicBezTo>
                  <a:cubicBezTo>
                    <a:pt x="34" y="1346"/>
                    <a:pt x="41" y="1361"/>
                    <a:pt x="42" y="1375"/>
                  </a:cubicBezTo>
                  <a:cubicBezTo>
                    <a:pt x="70" y="1427"/>
                    <a:pt x="76" y="1441"/>
                    <a:pt x="84" y="1453"/>
                  </a:cubicBezTo>
                  <a:cubicBezTo>
                    <a:pt x="119" y="1498"/>
                    <a:pt x="126" y="1512"/>
                    <a:pt x="137" y="1521"/>
                  </a:cubicBezTo>
                  <a:cubicBezTo>
                    <a:pt x="155" y="1543"/>
                    <a:pt x="158" y="1549"/>
                    <a:pt x="164" y="1554"/>
                  </a:cubicBezTo>
                  <a:cubicBezTo>
                    <a:pt x="202" y="1593"/>
                    <a:pt x="206" y="1594"/>
                    <a:pt x="206" y="1599"/>
                  </a:cubicBezTo>
                  <a:cubicBezTo>
                    <a:pt x="242" y="1635"/>
                    <a:pt x="249" y="1638"/>
                    <a:pt x="253" y="1644"/>
                  </a:cubicBezTo>
                  <a:cubicBezTo>
                    <a:pt x="322" y="1730"/>
                    <a:pt x="324" y="1732"/>
                    <a:pt x="327" y="1733"/>
                  </a:cubicBezTo>
                  <a:cubicBezTo>
                    <a:pt x="330" y="1757"/>
                    <a:pt x="328" y="1750"/>
                    <a:pt x="324" y="1746"/>
                  </a:cubicBezTo>
                  <a:cubicBezTo>
                    <a:pt x="297" y="1716"/>
                    <a:pt x="292" y="1714"/>
                    <a:pt x="290" y="1707"/>
                  </a:cubicBezTo>
                  <a:cubicBezTo>
                    <a:pt x="252" y="1673"/>
                    <a:pt x="244" y="1674"/>
                    <a:pt x="244" y="1667"/>
                  </a:cubicBezTo>
                  <a:cubicBezTo>
                    <a:pt x="222" y="1653"/>
                    <a:pt x="223" y="1647"/>
                    <a:pt x="218" y="1649"/>
                  </a:cubicBezTo>
                  <a:cubicBezTo>
                    <a:pt x="180" y="1612"/>
                    <a:pt x="177" y="1606"/>
                    <a:pt x="172" y="1604"/>
                  </a:cubicBezTo>
                  <a:cubicBezTo>
                    <a:pt x="145" y="1572"/>
                    <a:pt x="138" y="1572"/>
                    <a:pt x="136" y="1565"/>
                  </a:cubicBezTo>
                  <a:cubicBezTo>
                    <a:pt x="94" y="1522"/>
                    <a:pt x="94" y="1514"/>
                    <a:pt x="89" y="1511"/>
                  </a:cubicBezTo>
                  <a:cubicBezTo>
                    <a:pt x="53" y="1462"/>
                    <a:pt x="51" y="1455"/>
                    <a:pt x="47" y="1451"/>
                  </a:cubicBezTo>
                  <a:cubicBezTo>
                    <a:pt x="19" y="1397"/>
                    <a:pt x="20" y="1392"/>
                    <a:pt x="17" y="1392"/>
                  </a:cubicBezTo>
                  <a:cubicBezTo>
                    <a:pt x="29" y="1432"/>
                    <a:pt x="32" y="1437"/>
                    <a:pt x="36" y="1441"/>
                  </a:cubicBezTo>
                  <a:cubicBezTo>
                    <a:pt x="55" y="1476"/>
                    <a:pt x="57" y="1482"/>
                    <a:pt x="63" y="1485"/>
                  </a:cubicBezTo>
                  <a:cubicBezTo>
                    <a:pt x="82" y="1520"/>
                    <a:pt x="91" y="1517"/>
                    <a:pt x="90" y="1527"/>
                  </a:cubicBezTo>
                  <a:cubicBezTo>
                    <a:pt x="130" y="1572"/>
                    <a:pt x="136" y="1582"/>
                    <a:pt x="144" y="1588"/>
                  </a:cubicBezTo>
                  <a:cubicBezTo>
                    <a:pt x="165" y="1605"/>
                    <a:pt x="163" y="1612"/>
                    <a:pt x="168" y="1611"/>
                  </a:cubicBezTo>
                  <a:cubicBezTo>
                    <a:pt x="192" y="1640"/>
                    <a:pt x="200" y="1639"/>
                    <a:pt x="201" y="1645"/>
                  </a:cubicBezTo>
                  <a:cubicBezTo>
                    <a:pt x="223" y="1662"/>
                    <a:pt x="231" y="1669"/>
                    <a:pt x="240" y="1676"/>
                  </a:cubicBezTo>
                  <a:cubicBezTo>
                    <a:pt x="282" y="1709"/>
                    <a:pt x="293" y="1729"/>
                    <a:pt x="308" y="1745"/>
                  </a:cubicBezTo>
                  <a:cubicBezTo>
                    <a:pt x="341" y="1789"/>
                    <a:pt x="348" y="1789"/>
                    <a:pt x="347" y="1799"/>
                  </a:cubicBezTo>
                  <a:cubicBezTo>
                    <a:pt x="249" y="1714"/>
                    <a:pt x="242" y="1702"/>
                    <a:pt x="229" y="1698"/>
                  </a:cubicBezTo>
                  <a:cubicBezTo>
                    <a:pt x="213" y="1681"/>
                    <a:pt x="209" y="1680"/>
                    <a:pt x="205" y="1680"/>
                  </a:cubicBezTo>
                  <a:cubicBezTo>
                    <a:pt x="183" y="1658"/>
                    <a:pt x="175" y="1658"/>
                    <a:pt x="175" y="1649"/>
                  </a:cubicBezTo>
                  <a:cubicBezTo>
                    <a:pt x="144" y="1629"/>
                    <a:pt x="144" y="1625"/>
                    <a:pt x="142" y="1623"/>
                  </a:cubicBezTo>
                  <a:cubicBezTo>
                    <a:pt x="119" y="1604"/>
                    <a:pt x="115" y="1600"/>
                    <a:pt x="112" y="1595"/>
                  </a:cubicBezTo>
                  <a:cubicBezTo>
                    <a:pt x="70" y="1551"/>
                    <a:pt x="64" y="1541"/>
                    <a:pt x="55" y="1533"/>
                  </a:cubicBezTo>
                  <a:cubicBezTo>
                    <a:pt x="43" y="1512"/>
                    <a:pt x="39" y="1508"/>
                    <a:pt x="36" y="1504"/>
                  </a:cubicBezTo>
                  <a:cubicBezTo>
                    <a:pt x="13" y="1470"/>
                    <a:pt x="12" y="1464"/>
                    <a:pt x="9" y="1460"/>
                  </a:cubicBezTo>
                  <a:cubicBezTo>
                    <a:pt x="0" y="1445"/>
                    <a:pt x="0" y="1449"/>
                    <a:pt x="0" y="1452"/>
                  </a:cubicBezTo>
                  <a:cubicBezTo>
                    <a:pt x="16" y="1485"/>
                    <a:pt x="21" y="1494"/>
                    <a:pt x="29" y="1500"/>
                  </a:cubicBezTo>
                  <a:cubicBezTo>
                    <a:pt x="68" y="1562"/>
                    <a:pt x="77" y="1567"/>
                    <a:pt x="80" y="1577"/>
                  </a:cubicBezTo>
                  <a:cubicBezTo>
                    <a:pt x="100" y="1594"/>
                    <a:pt x="101" y="1597"/>
                    <a:pt x="103" y="1598"/>
                  </a:cubicBezTo>
                  <a:cubicBezTo>
                    <a:pt x="135" y="1634"/>
                    <a:pt x="140" y="1632"/>
                    <a:pt x="139" y="1637"/>
                  </a:cubicBezTo>
                  <a:cubicBezTo>
                    <a:pt x="163" y="1650"/>
                    <a:pt x="163" y="1658"/>
                    <a:pt x="167" y="1661"/>
                  </a:cubicBezTo>
                  <a:cubicBezTo>
                    <a:pt x="193" y="1681"/>
                    <a:pt x="195" y="1682"/>
                    <a:pt x="197" y="1683"/>
                  </a:cubicBezTo>
                  <a:cubicBezTo>
                    <a:pt x="215" y="1700"/>
                    <a:pt x="218" y="1698"/>
                    <a:pt x="220" y="1699"/>
                  </a:cubicBezTo>
                  <a:cubicBezTo>
                    <a:pt x="230" y="1711"/>
                    <a:pt x="236" y="1712"/>
                    <a:pt x="239" y="1717"/>
                  </a:cubicBezTo>
                  <a:cubicBezTo>
                    <a:pt x="267" y="1736"/>
                    <a:pt x="274" y="1737"/>
                    <a:pt x="275" y="1743"/>
                  </a:cubicBezTo>
                  <a:cubicBezTo>
                    <a:pt x="302" y="1765"/>
                    <a:pt x="308" y="1766"/>
                    <a:pt x="310" y="1771"/>
                  </a:cubicBezTo>
                  <a:cubicBezTo>
                    <a:pt x="349" y="1821"/>
                    <a:pt x="357" y="1823"/>
                    <a:pt x="356" y="1836"/>
                  </a:cubicBezTo>
                  <a:cubicBezTo>
                    <a:pt x="331" y="1813"/>
                    <a:pt x="332" y="1805"/>
                    <a:pt x="326" y="1805"/>
                  </a:cubicBezTo>
                  <a:cubicBezTo>
                    <a:pt x="304" y="1782"/>
                    <a:pt x="298" y="1782"/>
                    <a:pt x="295" y="1779"/>
                  </a:cubicBezTo>
                  <a:cubicBezTo>
                    <a:pt x="282" y="1769"/>
                    <a:pt x="279" y="1766"/>
                    <a:pt x="277" y="1763"/>
                  </a:cubicBezTo>
                  <a:cubicBezTo>
                    <a:pt x="241" y="1743"/>
                    <a:pt x="238" y="1740"/>
                    <a:pt x="234" y="1739"/>
                  </a:cubicBezTo>
                  <a:cubicBezTo>
                    <a:pt x="227" y="1734"/>
                    <a:pt x="224" y="1735"/>
                    <a:pt x="222" y="1734"/>
                  </a:cubicBezTo>
                  <a:cubicBezTo>
                    <a:pt x="198" y="1718"/>
                    <a:pt x="195" y="1713"/>
                    <a:pt x="190" y="1714"/>
                  </a:cubicBezTo>
                  <a:cubicBezTo>
                    <a:pt x="156" y="1694"/>
                    <a:pt x="153" y="1694"/>
                    <a:pt x="154" y="1690"/>
                  </a:cubicBezTo>
                  <a:cubicBezTo>
                    <a:pt x="95" y="1661"/>
                    <a:pt x="89" y="1655"/>
                    <a:pt x="79" y="1654"/>
                  </a:cubicBezTo>
                  <a:cubicBezTo>
                    <a:pt x="34" y="1618"/>
                    <a:pt x="28" y="1612"/>
                    <a:pt x="21" y="1608"/>
                  </a:cubicBezTo>
                  <a:cubicBezTo>
                    <a:pt x="0" y="1597"/>
                    <a:pt x="0" y="1597"/>
                    <a:pt x="0" y="1597"/>
                  </a:cubicBezTo>
                  <a:cubicBezTo>
                    <a:pt x="18" y="1610"/>
                    <a:pt x="17" y="1616"/>
                    <a:pt x="22" y="1614"/>
                  </a:cubicBezTo>
                  <a:cubicBezTo>
                    <a:pt x="41" y="1634"/>
                    <a:pt x="43" y="1635"/>
                    <a:pt x="43" y="1639"/>
                  </a:cubicBezTo>
                  <a:cubicBezTo>
                    <a:pt x="69" y="1655"/>
                    <a:pt x="73" y="1658"/>
                    <a:pt x="77" y="1661"/>
                  </a:cubicBezTo>
                  <a:cubicBezTo>
                    <a:pt x="131" y="1690"/>
                    <a:pt x="139" y="1698"/>
                    <a:pt x="152" y="1699"/>
                  </a:cubicBezTo>
                  <a:cubicBezTo>
                    <a:pt x="190" y="1724"/>
                    <a:pt x="194" y="1728"/>
                    <a:pt x="200" y="1731"/>
                  </a:cubicBezTo>
                  <a:cubicBezTo>
                    <a:pt x="224" y="1743"/>
                    <a:pt x="229" y="1747"/>
                    <a:pt x="234" y="1750"/>
                  </a:cubicBezTo>
                  <a:cubicBezTo>
                    <a:pt x="259" y="1762"/>
                    <a:pt x="260" y="1770"/>
                    <a:pt x="266" y="1772"/>
                  </a:cubicBezTo>
                  <a:cubicBezTo>
                    <a:pt x="291" y="1792"/>
                    <a:pt x="302" y="1798"/>
                    <a:pt x="312" y="1804"/>
                  </a:cubicBezTo>
                  <a:cubicBezTo>
                    <a:pt x="330" y="1828"/>
                    <a:pt x="336" y="1826"/>
                    <a:pt x="338" y="1828"/>
                  </a:cubicBezTo>
                  <a:cubicBezTo>
                    <a:pt x="352" y="1850"/>
                    <a:pt x="358" y="1852"/>
                    <a:pt x="360" y="1859"/>
                  </a:cubicBezTo>
                  <a:cubicBezTo>
                    <a:pt x="343" y="1847"/>
                    <a:pt x="340" y="1848"/>
                    <a:pt x="340" y="1848"/>
                  </a:cubicBezTo>
                  <a:cubicBezTo>
                    <a:pt x="301" y="1820"/>
                    <a:pt x="296" y="1817"/>
                    <a:pt x="291" y="1812"/>
                  </a:cubicBezTo>
                  <a:cubicBezTo>
                    <a:pt x="261" y="1797"/>
                    <a:pt x="258" y="1795"/>
                    <a:pt x="255" y="1792"/>
                  </a:cubicBezTo>
                  <a:cubicBezTo>
                    <a:pt x="212" y="1770"/>
                    <a:pt x="205" y="1767"/>
                    <a:pt x="200" y="1761"/>
                  </a:cubicBezTo>
                  <a:cubicBezTo>
                    <a:pt x="134" y="1729"/>
                    <a:pt x="125" y="1733"/>
                    <a:pt x="126" y="1727"/>
                  </a:cubicBezTo>
                  <a:cubicBezTo>
                    <a:pt x="85" y="1708"/>
                    <a:pt x="80" y="1702"/>
                    <a:pt x="73" y="1698"/>
                  </a:cubicBezTo>
                  <a:cubicBezTo>
                    <a:pt x="42" y="1677"/>
                    <a:pt x="39" y="1673"/>
                    <a:pt x="34" y="1672"/>
                  </a:cubicBezTo>
                  <a:cubicBezTo>
                    <a:pt x="0" y="1645"/>
                    <a:pt x="0" y="1645"/>
                    <a:pt x="0" y="1645"/>
                  </a:cubicBezTo>
                  <a:cubicBezTo>
                    <a:pt x="11" y="1654"/>
                    <a:pt x="11" y="1662"/>
                    <a:pt x="18" y="1661"/>
                  </a:cubicBezTo>
                  <a:cubicBezTo>
                    <a:pt x="41" y="1686"/>
                    <a:pt x="48" y="1685"/>
                    <a:pt x="49" y="1691"/>
                  </a:cubicBezTo>
                  <a:cubicBezTo>
                    <a:pt x="65" y="1701"/>
                    <a:pt x="69" y="1705"/>
                    <a:pt x="72" y="1709"/>
                  </a:cubicBezTo>
                  <a:cubicBezTo>
                    <a:pt x="121" y="1739"/>
                    <a:pt x="131" y="1736"/>
                    <a:pt x="133" y="1742"/>
                  </a:cubicBezTo>
                  <a:cubicBezTo>
                    <a:pt x="161" y="1752"/>
                    <a:pt x="160" y="1758"/>
                    <a:pt x="167" y="1755"/>
                  </a:cubicBezTo>
                  <a:cubicBezTo>
                    <a:pt x="252" y="1806"/>
                    <a:pt x="263" y="1804"/>
                    <a:pt x="265" y="1814"/>
                  </a:cubicBezTo>
                  <a:cubicBezTo>
                    <a:pt x="307" y="1836"/>
                    <a:pt x="311" y="1835"/>
                    <a:pt x="313" y="1837"/>
                  </a:cubicBezTo>
                  <a:cubicBezTo>
                    <a:pt x="351" y="1865"/>
                    <a:pt x="359" y="1870"/>
                    <a:pt x="366" y="1879"/>
                  </a:cubicBezTo>
                  <a:cubicBezTo>
                    <a:pt x="354" y="1877"/>
                    <a:pt x="351" y="1874"/>
                    <a:pt x="348" y="1871"/>
                  </a:cubicBezTo>
                  <a:cubicBezTo>
                    <a:pt x="323" y="1853"/>
                    <a:pt x="319" y="1850"/>
                    <a:pt x="316" y="1847"/>
                  </a:cubicBezTo>
                  <a:cubicBezTo>
                    <a:pt x="264" y="1815"/>
                    <a:pt x="254" y="1813"/>
                    <a:pt x="249" y="1806"/>
                  </a:cubicBezTo>
                  <a:cubicBezTo>
                    <a:pt x="193" y="1785"/>
                    <a:pt x="191" y="1782"/>
                    <a:pt x="186" y="1782"/>
                  </a:cubicBezTo>
                  <a:cubicBezTo>
                    <a:pt x="162" y="1768"/>
                    <a:pt x="155" y="1771"/>
                    <a:pt x="155" y="1767"/>
                  </a:cubicBezTo>
                  <a:cubicBezTo>
                    <a:pt x="94" y="1748"/>
                    <a:pt x="90" y="1744"/>
                    <a:pt x="85" y="1741"/>
                  </a:cubicBezTo>
                  <a:cubicBezTo>
                    <a:pt x="19" y="1708"/>
                    <a:pt x="17" y="1706"/>
                    <a:pt x="13" y="1707"/>
                  </a:cubicBezTo>
                  <a:cubicBezTo>
                    <a:pt x="0" y="1704"/>
                    <a:pt x="0" y="1704"/>
                    <a:pt x="0" y="1704"/>
                  </a:cubicBezTo>
                  <a:cubicBezTo>
                    <a:pt x="20" y="1720"/>
                    <a:pt x="26" y="1717"/>
                    <a:pt x="25" y="1723"/>
                  </a:cubicBezTo>
                  <a:cubicBezTo>
                    <a:pt x="51" y="1734"/>
                    <a:pt x="56" y="1741"/>
                    <a:pt x="66" y="1742"/>
                  </a:cubicBezTo>
                  <a:cubicBezTo>
                    <a:pt x="119" y="1769"/>
                    <a:pt x="131" y="1768"/>
                    <a:pt x="138" y="1775"/>
                  </a:cubicBezTo>
                  <a:cubicBezTo>
                    <a:pt x="210" y="1795"/>
                    <a:pt x="221" y="1808"/>
                    <a:pt x="241" y="1811"/>
                  </a:cubicBezTo>
                  <a:cubicBezTo>
                    <a:pt x="271" y="1833"/>
                    <a:pt x="277" y="1831"/>
                    <a:pt x="275" y="1837"/>
                  </a:cubicBezTo>
                  <a:cubicBezTo>
                    <a:pt x="318" y="1854"/>
                    <a:pt x="315" y="1864"/>
                    <a:pt x="321" y="1864"/>
                  </a:cubicBezTo>
                  <a:cubicBezTo>
                    <a:pt x="354" y="1897"/>
                    <a:pt x="363" y="1894"/>
                    <a:pt x="363" y="1901"/>
                  </a:cubicBezTo>
                  <a:cubicBezTo>
                    <a:pt x="385" y="1922"/>
                    <a:pt x="387" y="1924"/>
                    <a:pt x="387" y="1927"/>
                  </a:cubicBezTo>
                  <a:cubicBezTo>
                    <a:pt x="376" y="1919"/>
                    <a:pt x="373" y="1920"/>
                    <a:pt x="373" y="1918"/>
                  </a:cubicBezTo>
                  <a:cubicBezTo>
                    <a:pt x="349" y="1899"/>
                    <a:pt x="336" y="1892"/>
                    <a:pt x="327" y="1881"/>
                  </a:cubicBezTo>
                  <a:cubicBezTo>
                    <a:pt x="296" y="1872"/>
                    <a:pt x="295" y="1861"/>
                    <a:pt x="284" y="1863"/>
                  </a:cubicBezTo>
                  <a:cubicBezTo>
                    <a:pt x="256" y="1850"/>
                    <a:pt x="249" y="1846"/>
                    <a:pt x="243" y="1841"/>
                  </a:cubicBezTo>
                  <a:cubicBezTo>
                    <a:pt x="183" y="1819"/>
                    <a:pt x="172" y="1810"/>
                    <a:pt x="153" y="1808"/>
                  </a:cubicBezTo>
                  <a:cubicBezTo>
                    <a:pt x="118" y="1791"/>
                    <a:pt x="112" y="1783"/>
                    <a:pt x="101" y="1781"/>
                  </a:cubicBezTo>
                  <a:cubicBezTo>
                    <a:pt x="59" y="1758"/>
                    <a:pt x="55" y="1755"/>
                    <a:pt x="49" y="1755"/>
                  </a:cubicBezTo>
                  <a:cubicBezTo>
                    <a:pt x="18" y="1735"/>
                    <a:pt x="16" y="1733"/>
                    <a:pt x="14" y="1731"/>
                  </a:cubicBezTo>
                  <a:cubicBezTo>
                    <a:pt x="1" y="1723"/>
                    <a:pt x="0" y="1723"/>
                    <a:pt x="0" y="1722"/>
                  </a:cubicBezTo>
                  <a:cubicBezTo>
                    <a:pt x="20" y="1746"/>
                    <a:pt x="39" y="1755"/>
                    <a:pt x="56" y="1767"/>
                  </a:cubicBezTo>
                  <a:cubicBezTo>
                    <a:pt x="94" y="1787"/>
                    <a:pt x="104" y="1790"/>
                    <a:pt x="113" y="1796"/>
                  </a:cubicBezTo>
                  <a:cubicBezTo>
                    <a:pt x="181" y="1829"/>
                    <a:pt x="191" y="1832"/>
                    <a:pt x="201" y="1836"/>
                  </a:cubicBezTo>
                  <a:cubicBezTo>
                    <a:pt x="242" y="1852"/>
                    <a:pt x="249" y="1859"/>
                    <a:pt x="260" y="1862"/>
                  </a:cubicBezTo>
                  <a:cubicBezTo>
                    <a:pt x="306" y="1885"/>
                    <a:pt x="310" y="1888"/>
                    <a:pt x="316" y="1889"/>
                  </a:cubicBezTo>
                  <a:cubicBezTo>
                    <a:pt x="357" y="1916"/>
                    <a:pt x="358" y="1919"/>
                    <a:pt x="360" y="1921"/>
                  </a:cubicBezTo>
                  <a:cubicBezTo>
                    <a:pt x="377" y="1940"/>
                    <a:pt x="380" y="1940"/>
                    <a:pt x="381" y="1943"/>
                  </a:cubicBezTo>
                  <a:cubicBezTo>
                    <a:pt x="372" y="1941"/>
                    <a:pt x="372" y="1936"/>
                    <a:pt x="368" y="1935"/>
                  </a:cubicBezTo>
                  <a:cubicBezTo>
                    <a:pt x="327" y="1914"/>
                    <a:pt x="329" y="1906"/>
                    <a:pt x="322" y="1908"/>
                  </a:cubicBezTo>
                  <a:cubicBezTo>
                    <a:pt x="289" y="1888"/>
                    <a:pt x="279" y="1888"/>
                    <a:pt x="274" y="1883"/>
                  </a:cubicBezTo>
                  <a:cubicBezTo>
                    <a:pt x="223" y="1860"/>
                    <a:pt x="205" y="1861"/>
                    <a:pt x="198" y="1851"/>
                  </a:cubicBezTo>
                  <a:cubicBezTo>
                    <a:pt x="141" y="1840"/>
                    <a:pt x="132" y="1832"/>
                    <a:pt x="120" y="1828"/>
                  </a:cubicBezTo>
                  <a:cubicBezTo>
                    <a:pt x="62" y="1807"/>
                    <a:pt x="59" y="1807"/>
                    <a:pt x="55" y="1807"/>
                  </a:cubicBezTo>
                  <a:cubicBezTo>
                    <a:pt x="7" y="1785"/>
                    <a:pt x="5" y="1780"/>
                    <a:pt x="0" y="1778"/>
                  </a:cubicBezTo>
                  <a:cubicBezTo>
                    <a:pt x="11" y="1790"/>
                    <a:pt x="14" y="1795"/>
                    <a:pt x="21" y="1796"/>
                  </a:cubicBezTo>
                  <a:cubicBezTo>
                    <a:pt x="69" y="1822"/>
                    <a:pt x="73" y="1822"/>
                    <a:pt x="73" y="1825"/>
                  </a:cubicBezTo>
                  <a:cubicBezTo>
                    <a:pt x="107" y="1837"/>
                    <a:pt x="117" y="1835"/>
                    <a:pt x="121" y="1841"/>
                  </a:cubicBezTo>
                  <a:cubicBezTo>
                    <a:pt x="173" y="1856"/>
                    <a:pt x="180" y="1858"/>
                    <a:pt x="185" y="1863"/>
                  </a:cubicBezTo>
                  <a:cubicBezTo>
                    <a:pt x="244" y="1877"/>
                    <a:pt x="247" y="1885"/>
                    <a:pt x="257" y="1886"/>
                  </a:cubicBezTo>
                  <a:cubicBezTo>
                    <a:pt x="328" y="1923"/>
                    <a:pt x="333" y="1922"/>
                    <a:pt x="334" y="1927"/>
                  </a:cubicBezTo>
                  <a:cubicBezTo>
                    <a:pt x="357" y="1939"/>
                    <a:pt x="358" y="1941"/>
                    <a:pt x="359" y="1943"/>
                  </a:cubicBezTo>
                  <a:cubicBezTo>
                    <a:pt x="389" y="1965"/>
                    <a:pt x="397" y="1968"/>
                    <a:pt x="399" y="1977"/>
                  </a:cubicBezTo>
                  <a:cubicBezTo>
                    <a:pt x="374" y="1960"/>
                    <a:pt x="371" y="1957"/>
                    <a:pt x="367" y="1955"/>
                  </a:cubicBezTo>
                  <a:cubicBezTo>
                    <a:pt x="354" y="1942"/>
                    <a:pt x="348" y="1943"/>
                    <a:pt x="346" y="1939"/>
                  </a:cubicBezTo>
                  <a:cubicBezTo>
                    <a:pt x="304" y="1918"/>
                    <a:pt x="302" y="1914"/>
                    <a:pt x="296" y="1914"/>
                  </a:cubicBezTo>
                  <a:cubicBezTo>
                    <a:pt x="255" y="1891"/>
                    <a:pt x="250" y="1892"/>
                    <a:pt x="246" y="1889"/>
                  </a:cubicBezTo>
                  <a:cubicBezTo>
                    <a:pt x="214" y="1878"/>
                    <a:pt x="207" y="1878"/>
                    <a:pt x="204" y="1875"/>
                  </a:cubicBezTo>
                  <a:cubicBezTo>
                    <a:pt x="145" y="1856"/>
                    <a:pt x="139" y="1862"/>
                    <a:pt x="137" y="1855"/>
                  </a:cubicBezTo>
                  <a:cubicBezTo>
                    <a:pt x="80" y="1844"/>
                    <a:pt x="74" y="1838"/>
                    <a:pt x="63" y="1837"/>
                  </a:cubicBezTo>
                  <a:cubicBezTo>
                    <a:pt x="29" y="1820"/>
                    <a:pt x="21" y="1817"/>
                    <a:pt x="14" y="1812"/>
                  </a:cubicBezTo>
                  <a:cubicBezTo>
                    <a:pt x="3" y="1812"/>
                    <a:pt x="5" y="1813"/>
                    <a:pt x="7" y="1814"/>
                  </a:cubicBezTo>
                  <a:cubicBezTo>
                    <a:pt x="48" y="1839"/>
                    <a:pt x="54" y="1842"/>
                    <a:pt x="62" y="1843"/>
                  </a:cubicBezTo>
                  <a:cubicBezTo>
                    <a:pt x="83" y="1858"/>
                    <a:pt x="95" y="1854"/>
                    <a:pt x="100" y="1858"/>
                  </a:cubicBezTo>
                  <a:cubicBezTo>
                    <a:pt x="168" y="1879"/>
                    <a:pt x="177" y="1875"/>
                    <a:pt x="180" y="1879"/>
                  </a:cubicBezTo>
                  <a:cubicBezTo>
                    <a:pt x="238" y="1897"/>
                    <a:pt x="250" y="1901"/>
                    <a:pt x="261" y="1906"/>
                  </a:cubicBezTo>
                  <a:cubicBezTo>
                    <a:pt x="333" y="1945"/>
                    <a:pt x="345" y="1948"/>
                    <a:pt x="354" y="1956"/>
                  </a:cubicBezTo>
                  <a:cubicBezTo>
                    <a:pt x="371" y="1971"/>
                    <a:pt x="377" y="1972"/>
                    <a:pt x="381" y="1976"/>
                  </a:cubicBezTo>
                  <a:cubicBezTo>
                    <a:pt x="410" y="2003"/>
                    <a:pt x="416" y="2005"/>
                    <a:pt x="421" y="2008"/>
                  </a:cubicBezTo>
                  <a:cubicBezTo>
                    <a:pt x="419" y="2023"/>
                    <a:pt x="415" y="2019"/>
                    <a:pt x="412" y="2013"/>
                  </a:cubicBezTo>
                  <a:cubicBezTo>
                    <a:pt x="396" y="2002"/>
                    <a:pt x="394" y="2001"/>
                    <a:pt x="394" y="1997"/>
                  </a:cubicBezTo>
                  <a:cubicBezTo>
                    <a:pt x="369" y="1981"/>
                    <a:pt x="367" y="1980"/>
                    <a:pt x="366" y="1977"/>
                  </a:cubicBezTo>
                  <a:cubicBezTo>
                    <a:pt x="342" y="1959"/>
                    <a:pt x="331" y="1963"/>
                    <a:pt x="330" y="1956"/>
                  </a:cubicBezTo>
                  <a:cubicBezTo>
                    <a:pt x="293" y="1936"/>
                    <a:pt x="287" y="1934"/>
                    <a:pt x="282" y="1930"/>
                  </a:cubicBezTo>
                  <a:cubicBezTo>
                    <a:pt x="221" y="1911"/>
                    <a:pt x="220" y="1904"/>
                    <a:pt x="208" y="1907"/>
                  </a:cubicBezTo>
                  <a:cubicBezTo>
                    <a:pt x="75" y="1890"/>
                    <a:pt x="83" y="1888"/>
                    <a:pt x="87" y="1890"/>
                  </a:cubicBezTo>
                  <a:cubicBezTo>
                    <a:pt x="138" y="1913"/>
                    <a:pt x="148" y="1916"/>
                    <a:pt x="157" y="1922"/>
                  </a:cubicBezTo>
                  <a:cubicBezTo>
                    <a:pt x="263" y="1960"/>
                    <a:pt x="273" y="1964"/>
                    <a:pt x="285" y="1967"/>
                  </a:cubicBezTo>
                  <a:cubicBezTo>
                    <a:pt x="325" y="1987"/>
                    <a:pt x="336" y="1992"/>
                    <a:pt x="346" y="1998"/>
                  </a:cubicBezTo>
                  <a:cubicBezTo>
                    <a:pt x="383" y="2021"/>
                    <a:pt x="386" y="2023"/>
                    <a:pt x="387" y="2026"/>
                  </a:cubicBezTo>
                  <a:cubicBezTo>
                    <a:pt x="406" y="2038"/>
                    <a:pt x="410" y="2041"/>
                    <a:pt x="415" y="2044"/>
                  </a:cubicBezTo>
                  <a:cubicBezTo>
                    <a:pt x="427" y="2059"/>
                    <a:pt x="430" y="2059"/>
                    <a:pt x="431" y="2062"/>
                  </a:cubicBezTo>
                  <a:cubicBezTo>
                    <a:pt x="435" y="2076"/>
                    <a:pt x="425" y="2066"/>
                    <a:pt x="415" y="2057"/>
                  </a:cubicBezTo>
                  <a:cubicBezTo>
                    <a:pt x="366" y="2016"/>
                    <a:pt x="358" y="2016"/>
                    <a:pt x="355" y="2011"/>
                  </a:cubicBezTo>
                  <a:cubicBezTo>
                    <a:pt x="315" y="1992"/>
                    <a:pt x="305" y="1986"/>
                    <a:pt x="292" y="1984"/>
                  </a:cubicBezTo>
                  <a:cubicBezTo>
                    <a:pt x="225" y="1957"/>
                    <a:pt x="220" y="1954"/>
                    <a:pt x="214" y="1953"/>
                  </a:cubicBezTo>
                  <a:cubicBezTo>
                    <a:pt x="186" y="1938"/>
                    <a:pt x="170" y="1937"/>
                    <a:pt x="160" y="1930"/>
                  </a:cubicBezTo>
                  <a:cubicBezTo>
                    <a:pt x="116" y="1915"/>
                    <a:pt x="111" y="1911"/>
                    <a:pt x="104" y="1910"/>
                  </a:cubicBezTo>
                  <a:cubicBezTo>
                    <a:pt x="63" y="1893"/>
                    <a:pt x="62" y="1885"/>
                    <a:pt x="54" y="1885"/>
                  </a:cubicBezTo>
                  <a:cubicBezTo>
                    <a:pt x="34" y="1870"/>
                    <a:pt x="30" y="1866"/>
                    <a:pt x="26" y="1861"/>
                  </a:cubicBezTo>
                  <a:cubicBezTo>
                    <a:pt x="0" y="1847"/>
                    <a:pt x="1" y="1847"/>
                    <a:pt x="1" y="1848"/>
                  </a:cubicBezTo>
                  <a:cubicBezTo>
                    <a:pt x="22" y="1863"/>
                    <a:pt x="21" y="1872"/>
                    <a:pt x="29" y="1872"/>
                  </a:cubicBezTo>
                  <a:cubicBezTo>
                    <a:pt x="60" y="1894"/>
                    <a:pt x="65" y="1903"/>
                    <a:pt x="75" y="1906"/>
                  </a:cubicBezTo>
                  <a:cubicBezTo>
                    <a:pt x="112" y="1923"/>
                    <a:pt x="122" y="1926"/>
                    <a:pt x="131" y="1930"/>
                  </a:cubicBezTo>
                  <a:cubicBezTo>
                    <a:pt x="168" y="1943"/>
                    <a:pt x="174" y="1948"/>
                    <a:pt x="183" y="1948"/>
                  </a:cubicBezTo>
                  <a:cubicBezTo>
                    <a:pt x="235" y="1971"/>
                    <a:pt x="241" y="1975"/>
                    <a:pt x="252" y="1974"/>
                  </a:cubicBezTo>
                  <a:cubicBezTo>
                    <a:pt x="295" y="1992"/>
                    <a:pt x="297" y="1997"/>
                    <a:pt x="304" y="1995"/>
                  </a:cubicBezTo>
                  <a:cubicBezTo>
                    <a:pt x="355" y="2024"/>
                    <a:pt x="357" y="2025"/>
                    <a:pt x="359" y="2026"/>
                  </a:cubicBezTo>
                  <a:cubicBezTo>
                    <a:pt x="381" y="2040"/>
                    <a:pt x="384" y="2043"/>
                    <a:pt x="388" y="2045"/>
                  </a:cubicBezTo>
                  <a:cubicBezTo>
                    <a:pt x="384" y="2048"/>
                    <a:pt x="369" y="2044"/>
                    <a:pt x="359" y="2034"/>
                  </a:cubicBezTo>
                  <a:cubicBezTo>
                    <a:pt x="320" y="2025"/>
                    <a:pt x="323" y="2016"/>
                    <a:pt x="317" y="2018"/>
                  </a:cubicBezTo>
                  <a:cubicBezTo>
                    <a:pt x="276" y="2006"/>
                    <a:pt x="276" y="2002"/>
                    <a:pt x="274" y="2001"/>
                  </a:cubicBezTo>
                  <a:cubicBezTo>
                    <a:pt x="241" y="1995"/>
                    <a:pt x="240" y="1992"/>
                    <a:pt x="236" y="1993"/>
                  </a:cubicBezTo>
                  <a:cubicBezTo>
                    <a:pt x="210" y="1981"/>
                    <a:pt x="201" y="1985"/>
                    <a:pt x="200" y="1978"/>
                  </a:cubicBezTo>
                  <a:cubicBezTo>
                    <a:pt x="133" y="1960"/>
                    <a:pt x="123" y="1961"/>
                    <a:pt x="118" y="1957"/>
                  </a:cubicBezTo>
                  <a:cubicBezTo>
                    <a:pt x="100" y="1945"/>
                    <a:pt x="90" y="1952"/>
                    <a:pt x="93" y="1944"/>
                  </a:cubicBezTo>
                  <a:cubicBezTo>
                    <a:pt x="49" y="1931"/>
                    <a:pt x="58" y="1932"/>
                    <a:pt x="64" y="1937"/>
                  </a:cubicBezTo>
                  <a:cubicBezTo>
                    <a:pt x="80" y="1947"/>
                    <a:pt x="81" y="1949"/>
                    <a:pt x="82" y="1951"/>
                  </a:cubicBezTo>
                  <a:cubicBezTo>
                    <a:pt x="127" y="1968"/>
                    <a:pt x="132" y="1972"/>
                    <a:pt x="139" y="1973"/>
                  </a:cubicBezTo>
                  <a:cubicBezTo>
                    <a:pt x="182" y="1987"/>
                    <a:pt x="190" y="1982"/>
                    <a:pt x="190" y="1987"/>
                  </a:cubicBezTo>
                  <a:cubicBezTo>
                    <a:pt x="248" y="2008"/>
                    <a:pt x="257" y="2006"/>
                    <a:pt x="263" y="2008"/>
                  </a:cubicBezTo>
                  <a:cubicBezTo>
                    <a:pt x="311" y="2025"/>
                    <a:pt x="318" y="2027"/>
                    <a:pt x="322" y="2033"/>
                  </a:cubicBezTo>
                  <a:cubicBezTo>
                    <a:pt x="370" y="2056"/>
                    <a:pt x="375" y="2055"/>
                    <a:pt x="378" y="2057"/>
                  </a:cubicBezTo>
                  <a:cubicBezTo>
                    <a:pt x="437" y="2104"/>
                    <a:pt x="444" y="2102"/>
                    <a:pt x="443" y="2109"/>
                  </a:cubicBezTo>
                  <a:cubicBezTo>
                    <a:pt x="462" y="2130"/>
                    <a:pt x="464" y="2132"/>
                    <a:pt x="465" y="2134"/>
                  </a:cubicBezTo>
                  <a:cubicBezTo>
                    <a:pt x="457" y="2127"/>
                    <a:pt x="451" y="2128"/>
                    <a:pt x="451" y="2122"/>
                  </a:cubicBezTo>
                  <a:cubicBezTo>
                    <a:pt x="423" y="2104"/>
                    <a:pt x="417" y="2098"/>
                    <a:pt x="411" y="2092"/>
                  </a:cubicBezTo>
                  <a:cubicBezTo>
                    <a:pt x="362" y="2061"/>
                    <a:pt x="351" y="2061"/>
                    <a:pt x="345" y="2055"/>
                  </a:cubicBezTo>
                  <a:cubicBezTo>
                    <a:pt x="286" y="2031"/>
                    <a:pt x="275" y="2027"/>
                    <a:pt x="264" y="2021"/>
                  </a:cubicBezTo>
                  <a:cubicBezTo>
                    <a:pt x="230" y="2007"/>
                    <a:pt x="228" y="2010"/>
                    <a:pt x="226" y="2007"/>
                  </a:cubicBezTo>
                  <a:cubicBezTo>
                    <a:pt x="192" y="1997"/>
                    <a:pt x="187" y="1995"/>
                    <a:pt x="181" y="1992"/>
                  </a:cubicBezTo>
                  <a:cubicBezTo>
                    <a:pt x="108" y="1970"/>
                    <a:pt x="98" y="1960"/>
                    <a:pt x="83" y="1958"/>
                  </a:cubicBezTo>
                  <a:cubicBezTo>
                    <a:pt x="25" y="1928"/>
                    <a:pt x="23" y="1926"/>
                    <a:pt x="19" y="1925"/>
                  </a:cubicBezTo>
                  <a:cubicBezTo>
                    <a:pt x="40" y="1946"/>
                    <a:pt x="48" y="1943"/>
                    <a:pt x="49" y="1949"/>
                  </a:cubicBezTo>
                  <a:cubicBezTo>
                    <a:pt x="103" y="1971"/>
                    <a:pt x="111" y="1978"/>
                    <a:pt x="122" y="1981"/>
                  </a:cubicBezTo>
                  <a:cubicBezTo>
                    <a:pt x="192" y="2004"/>
                    <a:pt x="200" y="2010"/>
                    <a:pt x="211" y="2012"/>
                  </a:cubicBezTo>
                  <a:cubicBezTo>
                    <a:pt x="263" y="2031"/>
                    <a:pt x="270" y="2031"/>
                    <a:pt x="272" y="2036"/>
                  </a:cubicBezTo>
                  <a:cubicBezTo>
                    <a:pt x="314" y="2054"/>
                    <a:pt x="326" y="2056"/>
                    <a:pt x="335" y="2062"/>
                  </a:cubicBezTo>
                  <a:cubicBezTo>
                    <a:pt x="402" y="2103"/>
                    <a:pt x="410" y="2103"/>
                    <a:pt x="413" y="2109"/>
                  </a:cubicBezTo>
                  <a:cubicBezTo>
                    <a:pt x="439" y="2128"/>
                    <a:pt x="442" y="2130"/>
                    <a:pt x="445" y="2131"/>
                  </a:cubicBezTo>
                  <a:cubicBezTo>
                    <a:pt x="473" y="2160"/>
                    <a:pt x="473" y="2160"/>
                    <a:pt x="473" y="2160"/>
                  </a:cubicBezTo>
                  <a:cubicBezTo>
                    <a:pt x="521" y="2147"/>
                    <a:pt x="516" y="2139"/>
                    <a:pt x="524" y="2139"/>
                  </a:cubicBezTo>
                  <a:close/>
                  <a:moveTo>
                    <a:pt x="452" y="1733"/>
                  </a:moveTo>
                  <a:cubicBezTo>
                    <a:pt x="454" y="1730"/>
                    <a:pt x="456" y="1727"/>
                    <a:pt x="458" y="1724"/>
                  </a:cubicBezTo>
                  <a:cubicBezTo>
                    <a:pt x="465" y="1726"/>
                    <a:pt x="453" y="1729"/>
                    <a:pt x="456" y="1735"/>
                  </a:cubicBezTo>
                  <a:cubicBezTo>
                    <a:pt x="453" y="1737"/>
                    <a:pt x="452" y="1741"/>
                    <a:pt x="450" y="1744"/>
                  </a:cubicBezTo>
                  <a:cubicBezTo>
                    <a:pt x="443" y="1741"/>
                    <a:pt x="454" y="1738"/>
                    <a:pt x="452" y="1733"/>
                  </a:cubicBezTo>
                  <a:close/>
                  <a:moveTo>
                    <a:pt x="440" y="1760"/>
                  </a:moveTo>
                  <a:cubicBezTo>
                    <a:pt x="442" y="1755"/>
                    <a:pt x="444" y="1751"/>
                    <a:pt x="446" y="1746"/>
                  </a:cubicBezTo>
                  <a:cubicBezTo>
                    <a:pt x="452" y="1748"/>
                    <a:pt x="442" y="1753"/>
                    <a:pt x="445" y="1759"/>
                  </a:cubicBezTo>
                  <a:cubicBezTo>
                    <a:pt x="441" y="1763"/>
                    <a:pt x="438" y="1767"/>
                    <a:pt x="437" y="1773"/>
                  </a:cubicBezTo>
                  <a:cubicBezTo>
                    <a:pt x="432" y="1771"/>
                    <a:pt x="438" y="1762"/>
                    <a:pt x="440" y="1760"/>
                  </a:cubicBezTo>
                  <a:close/>
                  <a:moveTo>
                    <a:pt x="424" y="1798"/>
                  </a:moveTo>
                  <a:cubicBezTo>
                    <a:pt x="427" y="1792"/>
                    <a:pt x="424" y="1802"/>
                    <a:pt x="424" y="1805"/>
                  </a:cubicBezTo>
                  <a:cubicBezTo>
                    <a:pt x="420" y="1803"/>
                    <a:pt x="423" y="1801"/>
                    <a:pt x="424" y="1798"/>
                  </a:cubicBezTo>
                  <a:close/>
                  <a:moveTo>
                    <a:pt x="399" y="1754"/>
                  </a:moveTo>
                  <a:cubicBezTo>
                    <a:pt x="404" y="1754"/>
                    <a:pt x="400" y="1761"/>
                    <a:pt x="399" y="1763"/>
                  </a:cubicBezTo>
                  <a:cubicBezTo>
                    <a:pt x="393" y="1762"/>
                    <a:pt x="401" y="1758"/>
                    <a:pt x="399" y="1754"/>
                  </a:cubicBezTo>
                  <a:close/>
                  <a:moveTo>
                    <a:pt x="390" y="1787"/>
                  </a:moveTo>
                  <a:cubicBezTo>
                    <a:pt x="394" y="1782"/>
                    <a:pt x="390" y="1791"/>
                    <a:pt x="390" y="1794"/>
                  </a:cubicBezTo>
                  <a:cubicBezTo>
                    <a:pt x="386" y="1793"/>
                    <a:pt x="390" y="1790"/>
                    <a:pt x="390" y="1787"/>
                  </a:cubicBezTo>
                  <a:close/>
                  <a:moveTo>
                    <a:pt x="217" y="1469"/>
                  </a:moveTo>
                  <a:cubicBezTo>
                    <a:pt x="217" y="1468"/>
                    <a:pt x="217" y="1467"/>
                    <a:pt x="216" y="1465"/>
                  </a:cubicBezTo>
                  <a:cubicBezTo>
                    <a:pt x="221" y="1464"/>
                    <a:pt x="221" y="1468"/>
                    <a:pt x="221" y="1471"/>
                  </a:cubicBezTo>
                  <a:cubicBezTo>
                    <a:pt x="220" y="1471"/>
                    <a:pt x="219" y="1469"/>
                    <a:pt x="217" y="1469"/>
                  </a:cubicBezTo>
                  <a:close/>
                  <a:moveTo>
                    <a:pt x="234" y="1492"/>
                  </a:moveTo>
                  <a:cubicBezTo>
                    <a:pt x="235" y="1486"/>
                    <a:pt x="239" y="1497"/>
                    <a:pt x="243" y="1496"/>
                  </a:cubicBezTo>
                  <a:cubicBezTo>
                    <a:pt x="243" y="1499"/>
                    <a:pt x="243" y="1502"/>
                    <a:pt x="245" y="1502"/>
                  </a:cubicBezTo>
                  <a:cubicBezTo>
                    <a:pt x="241" y="1509"/>
                    <a:pt x="239" y="1493"/>
                    <a:pt x="234" y="1492"/>
                  </a:cubicBezTo>
                  <a:close/>
                  <a:moveTo>
                    <a:pt x="288" y="1609"/>
                  </a:moveTo>
                  <a:cubicBezTo>
                    <a:pt x="292" y="1610"/>
                    <a:pt x="294" y="1614"/>
                    <a:pt x="295" y="1619"/>
                  </a:cubicBezTo>
                  <a:cubicBezTo>
                    <a:pt x="291" y="1618"/>
                    <a:pt x="289" y="1614"/>
                    <a:pt x="288" y="1609"/>
                  </a:cubicBezTo>
                  <a:close/>
                  <a:moveTo>
                    <a:pt x="307" y="1605"/>
                  </a:moveTo>
                  <a:cubicBezTo>
                    <a:pt x="302" y="1602"/>
                    <a:pt x="305" y="1590"/>
                    <a:pt x="301" y="1586"/>
                  </a:cubicBezTo>
                  <a:cubicBezTo>
                    <a:pt x="305" y="1588"/>
                    <a:pt x="307" y="1588"/>
                    <a:pt x="310" y="1585"/>
                  </a:cubicBezTo>
                  <a:cubicBezTo>
                    <a:pt x="308" y="1574"/>
                    <a:pt x="312" y="1569"/>
                    <a:pt x="313" y="1561"/>
                  </a:cubicBezTo>
                  <a:cubicBezTo>
                    <a:pt x="313" y="1553"/>
                    <a:pt x="319" y="1567"/>
                    <a:pt x="313" y="1565"/>
                  </a:cubicBezTo>
                  <a:cubicBezTo>
                    <a:pt x="315" y="1582"/>
                    <a:pt x="308" y="1591"/>
                    <a:pt x="307" y="1605"/>
                  </a:cubicBezTo>
                  <a:close/>
                  <a:moveTo>
                    <a:pt x="359" y="1783"/>
                  </a:moveTo>
                  <a:cubicBezTo>
                    <a:pt x="351" y="1782"/>
                    <a:pt x="356" y="1772"/>
                    <a:pt x="358" y="1768"/>
                  </a:cubicBezTo>
                  <a:cubicBezTo>
                    <a:pt x="365" y="1770"/>
                    <a:pt x="356" y="1776"/>
                    <a:pt x="359" y="1783"/>
                  </a:cubicBezTo>
                  <a:close/>
                  <a:moveTo>
                    <a:pt x="388" y="2010"/>
                  </a:moveTo>
                  <a:cubicBezTo>
                    <a:pt x="384" y="2012"/>
                    <a:pt x="382" y="2009"/>
                    <a:pt x="379" y="2009"/>
                  </a:cubicBezTo>
                  <a:cubicBezTo>
                    <a:pt x="376" y="2005"/>
                    <a:pt x="372" y="2001"/>
                    <a:pt x="368" y="1999"/>
                  </a:cubicBezTo>
                  <a:cubicBezTo>
                    <a:pt x="362" y="1998"/>
                    <a:pt x="359" y="1993"/>
                    <a:pt x="354" y="1991"/>
                  </a:cubicBezTo>
                  <a:cubicBezTo>
                    <a:pt x="350" y="1988"/>
                    <a:pt x="344" y="1987"/>
                    <a:pt x="340" y="1983"/>
                  </a:cubicBezTo>
                  <a:cubicBezTo>
                    <a:pt x="330" y="1979"/>
                    <a:pt x="323" y="1971"/>
                    <a:pt x="311" y="1970"/>
                  </a:cubicBezTo>
                  <a:cubicBezTo>
                    <a:pt x="304" y="1963"/>
                    <a:pt x="290" y="1963"/>
                    <a:pt x="284" y="1954"/>
                  </a:cubicBezTo>
                  <a:cubicBezTo>
                    <a:pt x="260" y="1951"/>
                    <a:pt x="240" y="1944"/>
                    <a:pt x="223" y="1932"/>
                  </a:cubicBezTo>
                  <a:cubicBezTo>
                    <a:pt x="211" y="1932"/>
                    <a:pt x="203" y="1927"/>
                    <a:pt x="192" y="1926"/>
                  </a:cubicBezTo>
                  <a:cubicBezTo>
                    <a:pt x="186" y="1920"/>
                    <a:pt x="173" y="1921"/>
                    <a:pt x="167" y="1915"/>
                  </a:cubicBezTo>
                  <a:cubicBezTo>
                    <a:pt x="156" y="1913"/>
                    <a:pt x="149" y="1908"/>
                    <a:pt x="138" y="1906"/>
                  </a:cubicBezTo>
                  <a:cubicBezTo>
                    <a:pt x="129" y="1903"/>
                    <a:pt x="123" y="1897"/>
                    <a:pt x="111" y="1897"/>
                  </a:cubicBezTo>
                  <a:cubicBezTo>
                    <a:pt x="119" y="1888"/>
                    <a:pt x="125" y="1901"/>
                    <a:pt x="135" y="1897"/>
                  </a:cubicBezTo>
                  <a:cubicBezTo>
                    <a:pt x="143" y="1899"/>
                    <a:pt x="151" y="1901"/>
                    <a:pt x="162" y="1900"/>
                  </a:cubicBezTo>
                  <a:cubicBezTo>
                    <a:pt x="165" y="1904"/>
                    <a:pt x="173" y="1902"/>
                    <a:pt x="177" y="1905"/>
                  </a:cubicBezTo>
                  <a:cubicBezTo>
                    <a:pt x="183" y="1906"/>
                    <a:pt x="188" y="1907"/>
                    <a:pt x="191" y="1911"/>
                  </a:cubicBezTo>
                  <a:cubicBezTo>
                    <a:pt x="203" y="1911"/>
                    <a:pt x="209" y="1918"/>
                    <a:pt x="222" y="1917"/>
                  </a:cubicBezTo>
                  <a:cubicBezTo>
                    <a:pt x="230" y="1923"/>
                    <a:pt x="243" y="1923"/>
                    <a:pt x="251" y="1928"/>
                  </a:cubicBezTo>
                  <a:cubicBezTo>
                    <a:pt x="260" y="1933"/>
                    <a:pt x="268" y="1937"/>
                    <a:pt x="278" y="1939"/>
                  </a:cubicBezTo>
                  <a:cubicBezTo>
                    <a:pt x="282" y="1943"/>
                    <a:pt x="288" y="1944"/>
                    <a:pt x="292" y="1947"/>
                  </a:cubicBezTo>
                  <a:cubicBezTo>
                    <a:pt x="294" y="1949"/>
                    <a:pt x="297" y="1949"/>
                    <a:pt x="301" y="1949"/>
                  </a:cubicBezTo>
                  <a:cubicBezTo>
                    <a:pt x="300" y="1953"/>
                    <a:pt x="303" y="1953"/>
                    <a:pt x="305" y="1953"/>
                  </a:cubicBezTo>
                  <a:cubicBezTo>
                    <a:pt x="313" y="1958"/>
                    <a:pt x="323" y="1961"/>
                    <a:pt x="328" y="1969"/>
                  </a:cubicBezTo>
                  <a:cubicBezTo>
                    <a:pt x="335" y="1968"/>
                    <a:pt x="337" y="1973"/>
                    <a:pt x="340" y="1977"/>
                  </a:cubicBezTo>
                  <a:cubicBezTo>
                    <a:pt x="344" y="1976"/>
                    <a:pt x="345" y="1979"/>
                    <a:pt x="349" y="1978"/>
                  </a:cubicBezTo>
                  <a:cubicBezTo>
                    <a:pt x="348" y="1982"/>
                    <a:pt x="351" y="1982"/>
                    <a:pt x="353" y="1982"/>
                  </a:cubicBezTo>
                  <a:cubicBezTo>
                    <a:pt x="354" y="1988"/>
                    <a:pt x="363" y="1986"/>
                    <a:pt x="365" y="1990"/>
                  </a:cubicBezTo>
                  <a:cubicBezTo>
                    <a:pt x="371" y="1991"/>
                    <a:pt x="372" y="1996"/>
                    <a:pt x="378" y="1996"/>
                  </a:cubicBezTo>
                  <a:cubicBezTo>
                    <a:pt x="382" y="2003"/>
                    <a:pt x="388" y="2008"/>
                    <a:pt x="395" y="2012"/>
                  </a:cubicBezTo>
                  <a:cubicBezTo>
                    <a:pt x="395" y="2018"/>
                    <a:pt x="388" y="2013"/>
                    <a:pt x="388" y="2010"/>
                  </a:cubicBezTo>
                  <a:close/>
                  <a:moveTo>
                    <a:pt x="596" y="2107"/>
                  </a:moveTo>
                  <a:cubicBezTo>
                    <a:pt x="598" y="2103"/>
                    <a:pt x="602" y="2098"/>
                    <a:pt x="604" y="2094"/>
                  </a:cubicBezTo>
                  <a:cubicBezTo>
                    <a:pt x="619" y="2080"/>
                    <a:pt x="618" y="2072"/>
                    <a:pt x="622" y="2068"/>
                  </a:cubicBezTo>
                  <a:cubicBezTo>
                    <a:pt x="660" y="2019"/>
                    <a:pt x="661" y="2017"/>
                    <a:pt x="662" y="2015"/>
                  </a:cubicBezTo>
                  <a:cubicBezTo>
                    <a:pt x="680" y="1994"/>
                    <a:pt x="677" y="1985"/>
                    <a:pt x="684" y="1985"/>
                  </a:cubicBezTo>
                  <a:cubicBezTo>
                    <a:pt x="699" y="1956"/>
                    <a:pt x="701" y="1954"/>
                    <a:pt x="703" y="1953"/>
                  </a:cubicBezTo>
                  <a:cubicBezTo>
                    <a:pt x="735" y="1903"/>
                    <a:pt x="744" y="1884"/>
                    <a:pt x="752" y="1865"/>
                  </a:cubicBezTo>
                  <a:cubicBezTo>
                    <a:pt x="765" y="1831"/>
                    <a:pt x="766" y="1825"/>
                    <a:pt x="768" y="1820"/>
                  </a:cubicBezTo>
                  <a:cubicBezTo>
                    <a:pt x="769" y="1817"/>
                    <a:pt x="760" y="1822"/>
                    <a:pt x="761" y="1836"/>
                  </a:cubicBezTo>
                  <a:cubicBezTo>
                    <a:pt x="728" y="1898"/>
                    <a:pt x="723" y="1908"/>
                    <a:pt x="718" y="1917"/>
                  </a:cubicBezTo>
                  <a:cubicBezTo>
                    <a:pt x="702" y="1935"/>
                    <a:pt x="702" y="1939"/>
                    <a:pt x="700" y="1940"/>
                  </a:cubicBezTo>
                  <a:cubicBezTo>
                    <a:pt x="676" y="1974"/>
                    <a:pt x="673" y="1984"/>
                    <a:pt x="667" y="1991"/>
                  </a:cubicBezTo>
                  <a:cubicBezTo>
                    <a:pt x="648" y="2019"/>
                    <a:pt x="646" y="2019"/>
                    <a:pt x="647" y="2023"/>
                  </a:cubicBezTo>
                  <a:cubicBezTo>
                    <a:pt x="633" y="2043"/>
                    <a:pt x="628" y="2045"/>
                    <a:pt x="625" y="2048"/>
                  </a:cubicBezTo>
                  <a:cubicBezTo>
                    <a:pt x="609" y="2076"/>
                    <a:pt x="604" y="2078"/>
                    <a:pt x="601" y="2081"/>
                  </a:cubicBezTo>
                  <a:cubicBezTo>
                    <a:pt x="576" y="2118"/>
                    <a:pt x="578" y="2126"/>
                    <a:pt x="571" y="2127"/>
                  </a:cubicBezTo>
                  <a:cubicBezTo>
                    <a:pt x="556" y="2155"/>
                    <a:pt x="554" y="2157"/>
                    <a:pt x="553" y="2160"/>
                  </a:cubicBezTo>
                  <a:cubicBezTo>
                    <a:pt x="565" y="2157"/>
                    <a:pt x="568" y="2155"/>
                    <a:pt x="566" y="2151"/>
                  </a:cubicBezTo>
                  <a:cubicBezTo>
                    <a:pt x="593" y="2117"/>
                    <a:pt x="590" y="2108"/>
                    <a:pt x="596" y="2107"/>
                  </a:cubicBezTo>
                  <a:close/>
                  <a:moveTo>
                    <a:pt x="556" y="2121"/>
                  </a:moveTo>
                  <a:cubicBezTo>
                    <a:pt x="555" y="2115"/>
                    <a:pt x="559" y="2113"/>
                    <a:pt x="561" y="2110"/>
                  </a:cubicBezTo>
                  <a:cubicBezTo>
                    <a:pt x="585" y="2064"/>
                    <a:pt x="590" y="2064"/>
                    <a:pt x="591" y="2060"/>
                  </a:cubicBezTo>
                  <a:cubicBezTo>
                    <a:pt x="608" y="2038"/>
                    <a:pt x="607" y="2033"/>
                    <a:pt x="610" y="2030"/>
                  </a:cubicBezTo>
                  <a:cubicBezTo>
                    <a:pt x="638" y="2004"/>
                    <a:pt x="636" y="1993"/>
                    <a:pt x="645" y="1992"/>
                  </a:cubicBezTo>
                  <a:cubicBezTo>
                    <a:pt x="664" y="1965"/>
                    <a:pt x="667" y="1963"/>
                    <a:pt x="666" y="1958"/>
                  </a:cubicBezTo>
                  <a:cubicBezTo>
                    <a:pt x="682" y="1941"/>
                    <a:pt x="684" y="1938"/>
                    <a:pt x="687" y="1937"/>
                  </a:cubicBezTo>
                  <a:cubicBezTo>
                    <a:pt x="710" y="1898"/>
                    <a:pt x="721" y="1889"/>
                    <a:pt x="726" y="1875"/>
                  </a:cubicBezTo>
                  <a:cubicBezTo>
                    <a:pt x="749" y="1838"/>
                    <a:pt x="750" y="1835"/>
                    <a:pt x="749" y="1830"/>
                  </a:cubicBezTo>
                  <a:cubicBezTo>
                    <a:pt x="766" y="1792"/>
                    <a:pt x="762" y="1780"/>
                    <a:pt x="770" y="1778"/>
                  </a:cubicBezTo>
                  <a:cubicBezTo>
                    <a:pt x="774" y="1706"/>
                    <a:pt x="781" y="1717"/>
                    <a:pt x="776" y="1719"/>
                  </a:cubicBezTo>
                  <a:cubicBezTo>
                    <a:pt x="771" y="1756"/>
                    <a:pt x="768" y="1760"/>
                    <a:pt x="767" y="1765"/>
                  </a:cubicBezTo>
                  <a:cubicBezTo>
                    <a:pt x="751" y="1811"/>
                    <a:pt x="751" y="1818"/>
                    <a:pt x="746" y="1819"/>
                  </a:cubicBezTo>
                  <a:cubicBezTo>
                    <a:pt x="726" y="1861"/>
                    <a:pt x="723" y="1864"/>
                    <a:pt x="721" y="1869"/>
                  </a:cubicBezTo>
                  <a:cubicBezTo>
                    <a:pt x="686" y="1918"/>
                    <a:pt x="687" y="1914"/>
                    <a:pt x="683" y="1918"/>
                  </a:cubicBezTo>
                  <a:cubicBezTo>
                    <a:pt x="665" y="1944"/>
                    <a:pt x="666" y="1949"/>
                    <a:pt x="661" y="1950"/>
                  </a:cubicBezTo>
                  <a:cubicBezTo>
                    <a:pt x="649" y="1969"/>
                    <a:pt x="647" y="1972"/>
                    <a:pt x="646" y="1975"/>
                  </a:cubicBezTo>
                  <a:cubicBezTo>
                    <a:pt x="622" y="2004"/>
                    <a:pt x="620" y="2011"/>
                    <a:pt x="614" y="2014"/>
                  </a:cubicBezTo>
                  <a:cubicBezTo>
                    <a:pt x="595" y="2042"/>
                    <a:pt x="587" y="2040"/>
                    <a:pt x="590" y="2047"/>
                  </a:cubicBezTo>
                  <a:cubicBezTo>
                    <a:pt x="566" y="2088"/>
                    <a:pt x="559" y="2090"/>
                    <a:pt x="556" y="2097"/>
                  </a:cubicBezTo>
                  <a:cubicBezTo>
                    <a:pt x="535" y="2141"/>
                    <a:pt x="528" y="2144"/>
                    <a:pt x="527" y="2151"/>
                  </a:cubicBezTo>
                  <a:cubicBezTo>
                    <a:pt x="533" y="2157"/>
                    <a:pt x="535" y="2153"/>
                    <a:pt x="538" y="2151"/>
                  </a:cubicBezTo>
                  <a:cubicBezTo>
                    <a:pt x="549" y="2125"/>
                    <a:pt x="552" y="2123"/>
                    <a:pt x="556" y="212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</p:sp>
      </p:grpSp>
      <p:sp>
        <p:nvSpPr>
          <p:cNvPr id="48" name="Freeform 57">
            <a:extLst>
              <a:ext uri="{FF2B5EF4-FFF2-40B4-BE49-F238E27FC236}">
                <a16:creationId xmlns:a16="http://schemas.microsoft.com/office/drawing/2014/main" id="{57AEB73D-F521-4B19-820F-12DB6BCC8406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 bwMode="auto">
          <a:xfrm>
            <a:off x="4456113" y="31750"/>
            <a:ext cx="0" cy="1588"/>
          </a:xfrm>
          <a:custGeom>
            <a:avLst/>
            <a:gdLst/>
            <a:ahLst/>
            <a:cxnLst/>
            <a:rect l="0" t="0" r="r" b="b"/>
            <a:pathLst>
              <a:path w="2" h="2">
                <a:moveTo>
                  <a:pt x="0" y="0"/>
                </a:moveTo>
                <a:lnTo>
                  <a:pt x="2" y="0"/>
                </a:lnTo>
                <a:lnTo>
                  <a:pt x="0" y="2"/>
                </a:lnTo>
                <a:lnTo>
                  <a:pt x="0" y="0"/>
                </a:lnTo>
                <a:close/>
              </a:path>
            </a:pathLst>
          </a:custGeom>
          <a:solidFill>
            <a:srgbClr val="30466D"/>
          </a:solidFill>
          <a:ln w="0">
            <a:solidFill>
              <a:srgbClr val="30466D"/>
            </a:solidFill>
            <a:prstDash val="solid"/>
            <a:round/>
            <a:headEnd/>
            <a:tailEnd/>
          </a:ln>
        </p:spPr>
      </p:sp>
      <p:grpSp>
        <p:nvGrpSpPr>
          <p:cNvPr id="50" name="Group 49">
            <a:extLst>
              <a:ext uri="{FF2B5EF4-FFF2-40B4-BE49-F238E27FC236}">
                <a16:creationId xmlns:a16="http://schemas.microsoft.com/office/drawing/2014/main" id="{173F2476-AF66-478D-98AC-4E572A85CCCE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GrpSpPr>
            <a:grpSpLocks noGrp="1" noUngrp="1" noRot="1" noChangeAspect="1" noMove="1" noResize="1"/>
          </p:cNvGrp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GrpSpPr>
        <p:grpSpPr>
          <a:xfrm>
            <a:off x="7320300" y="467784"/>
            <a:ext cx="4875213" cy="5922963"/>
            <a:chOff x="7320300" y="467784"/>
            <a:chExt cx="4875213" cy="5922963"/>
          </a:xfrm>
        </p:grpSpPr>
        <p:sp>
          <p:nvSpPr>
            <p:cNvPr id="51" name="Freeform 206">
              <a:extLst>
                <a:ext uri="{FF2B5EF4-FFF2-40B4-BE49-F238E27FC236}">
                  <a16:creationId xmlns:a16="http://schemas.microsoft.com/office/drawing/2014/main" id="{C1FF5215-F946-48D6-BA7C-5BCEBE2D1669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 bwMode="auto">
            <a:xfrm>
              <a:off x="7320300" y="467784"/>
              <a:ext cx="4875213" cy="5922963"/>
            </a:xfrm>
            <a:custGeom>
              <a:avLst/>
              <a:gdLst/>
              <a:ahLst/>
              <a:cxnLst/>
              <a:rect l="0" t="0" r="r" b="b"/>
              <a:pathLst>
                <a:path w="3071" h="3731">
                  <a:moveTo>
                    <a:pt x="199" y="0"/>
                  </a:moveTo>
                  <a:lnTo>
                    <a:pt x="3071" y="0"/>
                  </a:lnTo>
                  <a:lnTo>
                    <a:pt x="3071" y="3731"/>
                  </a:lnTo>
                  <a:lnTo>
                    <a:pt x="199" y="3731"/>
                  </a:lnTo>
                  <a:lnTo>
                    <a:pt x="164" y="3728"/>
                  </a:lnTo>
                  <a:lnTo>
                    <a:pt x="130" y="3719"/>
                  </a:lnTo>
                  <a:lnTo>
                    <a:pt x="98" y="3704"/>
                  </a:lnTo>
                  <a:lnTo>
                    <a:pt x="71" y="3683"/>
                  </a:lnTo>
                  <a:lnTo>
                    <a:pt x="46" y="3660"/>
                  </a:lnTo>
                  <a:lnTo>
                    <a:pt x="27" y="3631"/>
                  </a:lnTo>
                  <a:lnTo>
                    <a:pt x="12" y="3601"/>
                  </a:lnTo>
                  <a:lnTo>
                    <a:pt x="3" y="3567"/>
                  </a:lnTo>
                  <a:lnTo>
                    <a:pt x="0" y="3531"/>
                  </a:lnTo>
                  <a:lnTo>
                    <a:pt x="0" y="199"/>
                  </a:lnTo>
                  <a:lnTo>
                    <a:pt x="3" y="164"/>
                  </a:lnTo>
                  <a:lnTo>
                    <a:pt x="12" y="130"/>
                  </a:lnTo>
                  <a:lnTo>
                    <a:pt x="27" y="98"/>
                  </a:lnTo>
                  <a:lnTo>
                    <a:pt x="46" y="71"/>
                  </a:lnTo>
                  <a:lnTo>
                    <a:pt x="71" y="46"/>
                  </a:lnTo>
                  <a:lnTo>
                    <a:pt x="98" y="27"/>
                  </a:lnTo>
                  <a:lnTo>
                    <a:pt x="130" y="12"/>
                  </a:lnTo>
                  <a:lnTo>
                    <a:pt x="164" y="2"/>
                  </a:lnTo>
                  <a:lnTo>
                    <a:pt x="199" y="0"/>
                  </a:lnTo>
                  <a:close/>
                </a:path>
              </a:pathLst>
            </a:custGeom>
            <a:solidFill>
              <a:schemeClr val="accent1">
                <a:lumMod val="75000"/>
              </a:schemeClr>
            </a:solidFill>
            <a:ln w="0">
              <a:noFill/>
              <a:prstDash val="solid"/>
              <a:round/>
              <a:headEnd/>
              <a:tailEnd/>
            </a:ln>
          </p:spPr>
        </p:sp>
        <p:sp>
          <p:nvSpPr>
            <p:cNvPr id="52" name="Freeform 211">
              <a:extLst>
                <a:ext uri="{FF2B5EF4-FFF2-40B4-BE49-F238E27FC236}">
                  <a16:creationId xmlns:a16="http://schemas.microsoft.com/office/drawing/2014/main" id="{E9B1CB7D-F5B1-40C6-9E55-F1314B9B581A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 bwMode="auto">
            <a:xfrm>
              <a:off x="7505469" y="661988"/>
              <a:ext cx="4686300" cy="5543550"/>
            </a:xfrm>
            <a:custGeom>
              <a:avLst/>
              <a:gdLst/>
              <a:ahLst/>
              <a:cxnLst/>
              <a:rect l="0" t="0" r="r" b="b"/>
              <a:pathLst>
                <a:path w="2952" h="3492">
                  <a:moveTo>
                    <a:pt x="79" y="0"/>
                  </a:moveTo>
                  <a:lnTo>
                    <a:pt x="2952" y="0"/>
                  </a:lnTo>
                  <a:lnTo>
                    <a:pt x="2952" y="25"/>
                  </a:lnTo>
                  <a:lnTo>
                    <a:pt x="79" y="25"/>
                  </a:lnTo>
                  <a:lnTo>
                    <a:pt x="62" y="27"/>
                  </a:lnTo>
                  <a:lnTo>
                    <a:pt x="48" y="35"/>
                  </a:lnTo>
                  <a:lnTo>
                    <a:pt x="35" y="47"/>
                  </a:lnTo>
                  <a:lnTo>
                    <a:pt x="26" y="63"/>
                  </a:lnTo>
                  <a:lnTo>
                    <a:pt x="24" y="80"/>
                  </a:lnTo>
                  <a:lnTo>
                    <a:pt x="24" y="3411"/>
                  </a:lnTo>
                  <a:lnTo>
                    <a:pt x="26" y="3429"/>
                  </a:lnTo>
                  <a:lnTo>
                    <a:pt x="35" y="3444"/>
                  </a:lnTo>
                  <a:lnTo>
                    <a:pt x="48" y="3457"/>
                  </a:lnTo>
                  <a:lnTo>
                    <a:pt x="62" y="3466"/>
                  </a:lnTo>
                  <a:lnTo>
                    <a:pt x="79" y="3468"/>
                  </a:lnTo>
                  <a:lnTo>
                    <a:pt x="2951" y="3468"/>
                  </a:lnTo>
                  <a:lnTo>
                    <a:pt x="2951" y="3492"/>
                  </a:lnTo>
                  <a:lnTo>
                    <a:pt x="79" y="3492"/>
                  </a:lnTo>
                  <a:lnTo>
                    <a:pt x="59" y="3489"/>
                  </a:lnTo>
                  <a:lnTo>
                    <a:pt x="40" y="3481"/>
                  </a:lnTo>
                  <a:lnTo>
                    <a:pt x="23" y="3469"/>
                  </a:lnTo>
                  <a:lnTo>
                    <a:pt x="11" y="3452"/>
                  </a:lnTo>
                  <a:lnTo>
                    <a:pt x="3" y="3433"/>
                  </a:lnTo>
                  <a:lnTo>
                    <a:pt x="0" y="3411"/>
                  </a:lnTo>
                  <a:lnTo>
                    <a:pt x="0" y="80"/>
                  </a:lnTo>
                  <a:lnTo>
                    <a:pt x="3" y="60"/>
                  </a:lnTo>
                  <a:lnTo>
                    <a:pt x="11" y="41"/>
                  </a:lnTo>
                  <a:lnTo>
                    <a:pt x="23" y="24"/>
                  </a:lnTo>
                  <a:lnTo>
                    <a:pt x="40" y="11"/>
                  </a:lnTo>
                  <a:lnTo>
                    <a:pt x="59" y="4"/>
                  </a:lnTo>
                  <a:lnTo>
                    <a:pt x="79" y="0"/>
                  </a:lnTo>
                  <a:close/>
                </a:path>
              </a:pathLst>
            </a:custGeom>
            <a:solidFill>
              <a:schemeClr val="bg2"/>
            </a:solidFill>
            <a:ln w="0">
              <a:noFill/>
              <a:prstDash val="solid"/>
              <a:round/>
              <a:headEnd/>
              <a:tailEnd/>
            </a:ln>
          </p:spPr>
        </p:sp>
        <p:cxnSp>
          <p:nvCxnSpPr>
            <p:cNvPr id="53" name="Straight Connector 52">
              <a:extLst>
                <a:ext uri="{FF2B5EF4-FFF2-40B4-BE49-F238E27FC236}">
                  <a16:creationId xmlns:a16="http://schemas.microsoft.com/office/drawing/2014/main" id="{BA0F5362-ECD6-4C1D-9DFE-15BF7094511A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Cxn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CxnSpPr>
          <p:spPr>
            <a:xfrm>
              <a:off x="8013399" y="4629095"/>
              <a:ext cx="694944" cy="0"/>
            </a:xfrm>
            <a:prstGeom prst="line">
              <a:avLst/>
            </a:prstGeom>
            <a:ln w="38100">
              <a:solidFill>
                <a:schemeClr val="bg2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55" name="Rectangle 54">
            <a:extLst>
              <a:ext uri="{FF2B5EF4-FFF2-40B4-BE49-F238E27FC236}">
                <a16:creationId xmlns:a16="http://schemas.microsoft.com/office/drawing/2014/main" id="{36E27C40-104A-4C05-A382-21A40999A1D7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chemeClr val="accent1">
              <a:lumMod val="60000"/>
              <a:lumOff val="4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57" name="Freeform 5">
            <a:extLst>
              <a:ext uri="{FF2B5EF4-FFF2-40B4-BE49-F238E27FC236}">
                <a16:creationId xmlns:a16="http://schemas.microsoft.com/office/drawing/2014/main" id="{64A62ED5-69F8-4A9A-959F-BDFA4CB00620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 bwMode="auto">
          <a:xfrm>
            <a:off x="8124" y="3175"/>
            <a:ext cx="12145034" cy="6862763"/>
          </a:xfrm>
          <a:custGeom>
            <a:avLst/>
            <a:gdLst/>
            <a:ahLst/>
            <a:cxnLst/>
            <a:rect l="0" t="0" r="r" b="b"/>
            <a:pathLst>
              <a:path w="3840" h="2160">
                <a:moveTo>
                  <a:pt x="3150" y="26"/>
                </a:moveTo>
                <a:cubicBezTo>
                  <a:pt x="3150" y="29"/>
                  <a:pt x="3149" y="31"/>
                  <a:pt x="3148" y="33"/>
                </a:cubicBezTo>
                <a:cubicBezTo>
                  <a:pt x="3130" y="54"/>
                  <a:pt x="3133" y="63"/>
                  <a:pt x="3126" y="63"/>
                </a:cubicBezTo>
                <a:cubicBezTo>
                  <a:pt x="3111" y="92"/>
                  <a:pt x="3109" y="94"/>
                  <a:pt x="3107" y="95"/>
                </a:cubicBezTo>
                <a:cubicBezTo>
                  <a:pt x="3075" y="145"/>
                  <a:pt x="3066" y="164"/>
                  <a:pt x="3058" y="184"/>
                </a:cubicBezTo>
                <a:cubicBezTo>
                  <a:pt x="3045" y="217"/>
                  <a:pt x="3044" y="224"/>
                  <a:pt x="3042" y="229"/>
                </a:cubicBezTo>
                <a:cubicBezTo>
                  <a:pt x="3041" y="231"/>
                  <a:pt x="3050" y="226"/>
                  <a:pt x="3049" y="213"/>
                </a:cubicBezTo>
                <a:cubicBezTo>
                  <a:pt x="3082" y="150"/>
                  <a:pt x="3087" y="141"/>
                  <a:pt x="3092" y="131"/>
                </a:cubicBezTo>
                <a:cubicBezTo>
                  <a:pt x="3108" y="113"/>
                  <a:pt x="3108" y="109"/>
                  <a:pt x="3110" y="108"/>
                </a:cubicBezTo>
                <a:cubicBezTo>
                  <a:pt x="3133" y="75"/>
                  <a:pt x="3137" y="65"/>
                  <a:pt x="3143" y="57"/>
                </a:cubicBezTo>
                <a:cubicBezTo>
                  <a:pt x="3162" y="30"/>
                  <a:pt x="3164" y="29"/>
                  <a:pt x="3163" y="26"/>
                </a:cubicBezTo>
                <a:cubicBezTo>
                  <a:pt x="3177" y="5"/>
                  <a:pt x="3181" y="3"/>
                  <a:pt x="3185" y="0"/>
                </a:cubicBezTo>
                <a:cubicBezTo>
                  <a:pt x="3164" y="11"/>
                  <a:pt x="3161" y="22"/>
                  <a:pt x="3150" y="26"/>
                </a:cubicBezTo>
                <a:close/>
                <a:moveTo>
                  <a:pt x="3022" y="73"/>
                </a:moveTo>
                <a:cubicBezTo>
                  <a:pt x="3020" y="92"/>
                  <a:pt x="3018" y="104"/>
                  <a:pt x="3017" y="128"/>
                </a:cubicBezTo>
                <a:cubicBezTo>
                  <a:pt x="3014" y="201"/>
                  <a:pt x="3015" y="208"/>
                  <a:pt x="3012" y="211"/>
                </a:cubicBezTo>
                <a:cubicBezTo>
                  <a:pt x="3017" y="255"/>
                  <a:pt x="3014" y="257"/>
                  <a:pt x="3016" y="263"/>
                </a:cubicBezTo>
                <a:cubicBezTo>
                  <a:pt x="3026" y="204"/>
                  <a:pt x="3025" y="199"/>
                  <a:pt x="3026" y="195"/>
                </a:cubicBezTo>
                <a:cubicBezTo>
                  <a:pt x="3040" y="153"/>
                  <a:pt x="3037" y="139"/>
                  <a:pt x="3044" y="134"/>
                </a:cubicBezTo>
                <a:cubicBezTo>
                  <a:pt x="3062" y="96"/>
                  <a:pt x="3065" y="93"/>
                  <a:pt x="3067" y="89"/>
                </a:cubicBezTo>
                <a:cubicBezTo>
                  <a:pt x="3083" y="65"/>
                  <a:pt x="3079" y="56"/>
                  <a:pt x="3086" y="57"/>
                </a:cubicBezTo>
                <a:cubicBezTo>
                  <a:pt x="3101" y="34"/>
                  <a:pt x="3103" y="33"/>
                  <a:pt x="3102" y="30"/>
                </a:cubicBezTo>
                <a:cubicBezTo>
                  <a:pt x="3111" y="0"/>
                  <a:pt x="3111" y="0"/>
                  <a:pt x="3111" y="0"/>
                </a:cubicBezTo>
                <a:cubicBezTo>
                  <a:pt x="3095" y="21"/>
                  <a:pt x="3096" y="29"/>
                  <a:pt x="3089" y="31"/>
                </a:cubicBezTo>
                <a:cubicBezTo>
                  <a:pt x="3073" y="69"/>
                  <a:pt x="3062" y="72"/>
                  <a:pt x="3060" y="83"/>
                </a:cubicBezTo>
                <a:cubicBezTo>
                  <a:pt x="3064" y="58"/>
                  <a:pt x="3069" y="55"/>
                  <a:pt x="3068" y="47"/>
                </a:cubicBezTo>
                <a:cubicBezTo>
                  <a:pt x="3085" y="0"/>
                  <a:pt x="3085" y="0"/>
                  <a:pt x="3085" y="0"/>
                </a:cubicBezTo>
                <a:cubicBezTo>
                  <a:pt x="3079" y="13"/>
                  <a:pt x="3075" y="16"/>
                  <a:pt x="3075" y="23"/>
                </a:cubicBezTo>
                <a:cubicBezTo>
                  <a:pt x="3058" y="55"/>
                  <a:pt x="3058" y="62"/>
                  <a:pt x="3057" y="68"/>
                </a:cubicBezTo>
                <a:cubicBezTo>
                  <a:pt x="3042" y="112"/>
                  <a:pt x="3040" y="124"/>
                  <a:pt x="3035" y="133"/>
                </a:cubicBezTo>
                <a:cubicBezTo>
                  <a:pt x="3018" y="179"/>
                  <a:pt x="3022" y="177"/>
                  <a:pt x="3020" y="169"/>
                </a:cubicBezTo>
                <a:cubicBezTo>
                  <a:pt x="3028" y="127"/>
                  <a:pt x="3035" y="121"/>
                  <a:pt x="3035" y="109"/>
                </a:cubicBezTo>
                <a:cubicBezTo>
                  <a:pt x="3047" y="70"/>
                  <a:pt x="3049" y="60"/>
                  <a:pt x="3053" y="51"/>
                </a:cubicBezTo>
                <a:cubicBezTo>
                  <a:pt x="3062" y="0"/>
                  <a:pt x="3062" y="0"/>
                  <a:pt x="3062" y="0"/>
                </a:cubicBezTo>
                <a:cubicBezTo>
                  <a:pt x="3048" y="47"/>
                  <a:pt x="3041" y="63"/>
                  <a:pt x="3038" y="82"/>
                </a:cubicBezTo>
                <a:cubicBezTo>
                  <a:pt x="3027" y="111"/>
                  <a:pt x="3030" y="119"/>
                  <a:pt x="3025" y="120"/>
                </a:cubicBezTo>
                <a:cubicBezTo>
                  <a:pt x="3021" y="108"/>
                  <a:pt x="3025" y="106"/>
                  <a:pt x="3024" y="99"/>
                </a:cubicBezTo>
                <a:cubicBezTo>
                  <a:pt x="3037" y="45"/>
                  <a:pt x="3042" y="43"/>
                  <a:pt x="3041" y="36"/>
                </a:cubicBezTo>
                <a:cubicBezTo>
                  <a:pt x="3045" y="0"/>
                  <a:pt x="3045" y="0"/>
                  <a:pt x="3045" y="0"/>
                </a:cubicBezTo>
                <a:cubicBezTo>
                  <a:pt x="3030" y="52"/>
                  <a:pt x="3028" y="56"/>
                  <a:pt x="3028" y="61"/>
                </a:cubicBezTo>
                <a:close/>
                <a:moveTo>
                  <a:pt x="3116" y="46"/>
                </a:moveTo>
                <a:cubicBezTo>
                  <a:pt x="3116" y="49"/>
                  <a:pt x="3113" y="49"/>
                  <a:pt x="3112" y="51"/>
                </a:cubicBezTo>
                <a:cubicBezTo>
                  <a:pt x="3103" y="60"/>
                  <a:pt x="3105" y="64"/>
                  <a:pt x="3102" y="65"/>
                </a:cubicBezTo>
                <a:cubicBezTo>
                  <a:pt x="3077" y="100"/>
                  <a:pt x="3078" y="112"/>
                  <a:pt x="3069" y="115"/>
                </a:cubicBezTo>
                <a:cubicBezTo>
                  <a:pt x="3059" y="148"/>
                  <a:pt x="3051" y="151"/>
                  <a:pt x="3050" y="160"/>
                </a:cubicBezTo>
                <a:cubicBezTo>
                  <a:pt x="3033" y="198"/>
                  <a:pt x="3037" y="206"/>
                  <a:pt x="3031" y="207"/>
                </a:cubicBezTo>
                <a:cubicBezTo>
                  <a:pt x="3028" y="240"/>
                  <a:pt x="3021" y="246"/>
                  <a:pt x="3028" y="247"/>
                </a:cubicBezTo>
                <a:cubicBezTo>
                  <a:pt x="3044" y="193"/>
                  <a:pt x="3046" y="187"/>
                  <a:pt x="3047" y="180"/>
                </a:cubicBezTo>
                <a:cubicBezTo>
                  <a:pt x="3066" y="142"/>
                  <a:pt x="3070" y="131"/>
                  <a:pt x="3078" y="123"/>
                </a:cubicBezTo>
                <a:cubicBezTo>
                  <a:pt x="3099" y="87"/>
                  <a:pt x="3100" y="84"/>
                  <a:pt x="3101" y="82"/>
                </a:cubicBezTo>
                <a:cubicBezTo>
                  <a:pt x="3138" y="36"/>
                  <a:pt x="3139" y="23"/>
                  <a:pt x="3149" y="18"/>
                </a:cubicBezTo>
                <a:cubicBezTo>
                  <a:pt x="3145" y="6"/>
                  <a:pt x="3139" y="11"/>
                  <a:pt x="3136" y="19"/>
                </a:cubicBezTo>
                <a:close/>
                <a:moveTo>
                  <a:pt x="3177" y="40"/>
                </a:moveTo>
                <a:cubicBezTo>
                  <a:pt x="3172" y="44"/>
                  <a:pt x="3174" y="55"/>
                  <a:pt x="3165" y="56"/>
                </a:cubicBezTo>
                <a:cubicBezTo>
                  <a:pt x="3146" y="83"/>
                  <a:pt x="3143" y="85"/>
                  <a:pt x="3143" y="90"/>
                </a:cubicBezTo>
                <a:cubicBezTo>
                  <a:pt x="3128" y="108"/>
                  <a:pt x="3126" y="110"/>
                  <a:pt x="3123" y="111"/>
                </a:cubicBezTo>
                <a:cubicBezTo>
                  <a:pt x="3100" y="150"/>
                  <a:pt x="3089" y="160"/>
                  <a:pt x="3084" y="173"/>
                </a:cubicBezTo>
                <a:cubicBezTo>
                  <a:pt x="3061" y="210"/>
                  <a:pt x="3060" y="214"/>
                  <a:pt x="3061" y="218"/>
                </a:cubicBezTo>
                <a:cubicBezTo>
                  <a:pt x="3044" y="256"/>
                  <a:pt x="3048" y="268"/>
                  <a:pt x="3040" y="270"/>
                </a:cubicBezTo>
                <a:cubicBezTo>
                  <a:pt x="3036" y="343"/>
                  <a:pt x="3029" y="331"/>
                  <a:pt x="3034" y="330"/>
                </a:cubicBezTo>
                <a:cubicBezTo>
                  <a:pt x="3039" y="292"/>
                  <a:pt x="3042" y="288"/>
                  <a:pt x="3043" y="283"/>
                </a:cubicBezTo>
                <a:cubicBezTo>
                  <a:pt x="3059" y="238"/>
                  <a:pt x="3058" y="231"/>
                  <a:pt x="3064" y="229"/>
                </a:cubicBezTo>
                <a:cubicBezTo>
                  <a:pt x="3084" y="187"/>
                  <a:pt x="3087" y="184"/>
                  <a:pt x="3089" y="179"/>
                </a:cubicBezTo>
                <a:cubicBezTo>
                  <a:pt x="3124" y="131"/>
                  <a:pt x="3123" y="135"/>
                  <a:pt x="3127" y="131"/>
                </a:cubicBezTo>
                <a:cubicBezTo>
                  <a:pt x="3145" y="105"/>
                  <a:pt x="3144" y="100"/>
                  <a:pt x="3148" y="99"/>
                </a:cubicBezTo>
                <a:cubicBezTo>
                  <a:pt x="3161" y="79"/>
                  <a:pt x="3163" y="77"/>
                  <a:pt x="3164" y="74"/>
                </a:cubicBezTo>
                <a:cubicBezTo>
                  <a:pt x="3188" y="45"/>
                  <a:pt x="3190" y="38"/>
                  <a:pt x="3196" y="34"/>
                </a:cubicBezTo>
                <a:cubicBezTo>
                  <a:pt x="3215" y="7"/>
                  <a:pt x="3223" y="9"/>
                  <a:pt x="3220" y="2"/>
                </a:cubicBezTo>
                <a:cubicBezTo>
                  <a:pt x="3209" y="3"/>
                  <a:pt x="3209" y="7"/>
                  <a:pt x="3205" y="7"/>
                </a:cubicBezTo>
                <a:cubicBezTo>
                  <a:pt x="3184" y="32"/>
                  <a:pt x="3182" y="37"/>
                  <a:pt x="3177" y="40"/>
                </a:cubicBezTo>
                <a:close/>
                <a:moveTo>
                  <a:pt x="3014" y="80"/>
                </a:moveTo>
                <a:cubicBezTo>
                  <a:pt x="3011" y="54"/>
                  <a:pt x="3017" y="36"/>
                  <a:pt x="3018" y="14"/>
                </a:cubicBezTo>
                <a:cubicBezTo>
                  <a:pt x="3022" y="13"/>
                  <a:pt x="3019" y="6"/>
                  <a:pt x="3022" y="5"/>
                </a:cubicBezTo>
                <a:cubicBezTo>
                  <a:pt x="3023" y="4"/>
                  <a:pt x="3024" y="2"/>
                  <a:pt x="3025" y="0"/>
                </a:cubicBezTo>
                <a:cubicBezTo>
                  <a:pt x="3015" y="0"/>
                  <a:pt x="3015" y="0"/>
                  <a:pt x="3015" y="0"/>
                </a:cubicBezTo>
                <a:cubicBezTo>
                  <a:pt x="3012" y="6"/>
                  <a:pt x="3014" y="15"/>
                  <a:pt x="3009" y="19"/>
                </a:cubicBezTo>
                <a:cubicBezTo>
                  <a:pt x="3009" y="31"/>
                  <a:pt x="3009" y="44"/>
                  <a:pt x="3008" y="56"/>
                </a:cubicBezTo>
                <a:cubicBezTo>
                  <a:pt x="3008" y="60"/>
                  <a:pt x="3008" y="65"/>
                  <a:pt x="3009" y="69"/>
                </a:cubicBezTo>
                <a:cubicBezTo>
                  <a:pt x="3010" y="73"/>
                  <a:pt x="3007" y="82"/>
                  <a:pt x="3014" y="80"/>
                </a:cubicBezTo>
                <a:close/>
                <a:moveTo>
                  <a:pt x="2154" y="176"/>
                </a:moveTo>
                <a:cubicBezTo>
                  <a:pt x="2152" y="182"/>
                  <a:pt x="2146" y="191"/>
                  <a:pt x="2153" y="194"/>
                </a:cubicBezTo>
                <a:cubicBezTo>
                  <a:pt x="2159" y="188"/>
                  <a:pt x="2164" y="180"/>
                  <a:pt x="2169" y="171"/>
                </a:cubicBezTo>
                <a:cubicBezTo>
                  <a:pt x="2175" y="150"/>
                  <a:pt x="2180" y="133"/>
                  <a:pt x="2186" y="119"/>
                </a:cubicBezTo>
                <a:cubicBezTo>
                  <a:pt x="2187" y="111"/>
                  <a:pt x="2188" y="103"/>
                  <a:pt x="2192" y="94"/>
                </a:cubicBezTo>
                <a:cubicBezTo>
                  <a:pt x="2190" y="89"/>
                  <a:pt x="2193" y="91"/>
                  <a:pt x="2194" y="85"/>
                </a:cubicBezTo>
                <a:cubicBezTo>
                  <a:pt x="2196" y="81"/>
                  <a:pt x="2197" y="76"/>
                  <a:pt x="2199" y="71"/>
                </a:cubicBezTo>
                <a:cubicBezTo>
                  <a:pt x="2200" y="47"/>
                  <a:pt x="2202" y="27"/>
                  <a:pt x="2205" y="0"/>
                </a:cubicBezTo>
                <a:cubicBezTo>
                  <a:pt x="2197" y="0"/>
                  <a:pt x="2197" y="0"/>
                  <a:pt x="2197" y="0"/>
                </a:cubicBezTo>
                <a:cubicBezTo>
                  <a:pt x="2196" y="4"/>
                  <a:pt x="2196" y="9"/>
                  <a:pt x="2195" y="13"/>
                </a:cubicBezTo>
                <a:cubicBezTo>
                  <a:pt x="2197" y="21"/>
                  <a:pt x="2191" y="35"/>
                  <a:pt x="2194" y="40"/>
                </a:cubicBezTo>
                <a:cubicBezTo>
                  <a:pt x="2195" y="41"/>
                  <a:pt x="2191" y="42"/>
                  <a:pt x="2191" y="41"/>
                </a:cubicBezTo>
                <a:cubicBezTo>
                  <a:pt x="2191" y="46"/>
                  <a:pt x="2192" y="50"/>
                  <a:pt x="2192" y="55"/>
                </a:cubicBezTo>
                <a:cubicBezTo>
                  <a:pt x="2192" y="55"/>
                  <a:pt x="2189" y="55"/>
                  <a:pt x="2189" y="57"/>
                </a:cubicBezTo>
                <a:cubicBezTo>
                  <a:pt x="2189" y="57"/>
                  <a:pt x="2191" y="58"/>
                  <a:pt x="2191" y="59"/>
                </a:cubicBezTo>
                <a:cubicBezTo>
                  <a:pt x="2191" y="62"/>
                  <a:pt x="2192" y="64"/>
                  <a:pt x="2190" y="68"/>
                </a:cubicBezTo>
                <a:cubicBezTo>
                  <a:pt x="2187" y="76"/>
                  <a:pt x="2186" y="89"/>
                  <a:pt x="2181" y="93"/>
                </a:cubicBezTo>
                <a:cubicBezTo>
                  <a:pt x="2185" y="94"/>
                  <a:pt x="2179" y="102"/>
                  <a:pt x="2179" y="106"/>
                </a:cubicBezTo>
                <a:cubicBezTo>
                  <a:pt x="2181" y="109"/>
                  <a:pt x="2179" y="114"/>
                  <a:pt x="2177" y="119"/>
                </a:cubicBezTo>
                <a:cubicBezTo>
                  <a:pt x="2171" y="131"/>
                  <a:pt x="2167" y="145"/>
                  <a:pt x="2163" y="160"/>
                </a:cubicBezTo>
                <a:cubicBezTo>
                  <a:pt x="2162" y="164"/>
                  <a:pt x="2159" y="164"/>
                  <a:pt x="2158" y="168"/>
                </a:cubicBezTo>
                <a:cubicBezTo>
                  <a:pt x="2157" y="171"/>
                  <a:pt x="2157" y="176"/>
                  <a:pt x="2154" y="176"/>
                </a:cubicBezTo>
                <a:close/>
                <a:moveTo>
                  <a:pt x="2311" y="845"/>
                </a:moveTo>
                <a:cubicBezTo>
                  <a:pt x="2314" y="849"/>
                  <a:pt x="2316" y="854"/>
                  <a:pt x="2323" y="858"/>
                </a:cubicBezTo>
                <a:cubicBezTo>
                  <a:pt x="2344" y="898"/>
                  <a:pt x="2346" y="909"/>
                  <a:pt x="2357" y="917"/>
                </a:cubicBezTo>
                <a:cubicBezTo>
                  <a:pt x="2373" y="962"/>
                  <a:pt x="2374" y="968"/>
                  <a:pt x="2379" y="974"/>
                </a:cubicBezTo>
                <a:cubicBezTo>
                  <a:pt x="2402" y="1039"/>
                  <a:pt x="2405" y="1045"/>
                  <a:pt x="2406" y="1052"/>
                </a:cubicBezTo>
                <a:cubicBezTo>
                  <a:pt x="2428" y="1117"/>
                  <a:pt x="2430" y="1124"/>
                  <a:pt x="2429" y="1131"/>
                </a:cubicBezTo>
                <a:cubicBezTo>
                  <a:pt x="2441" y="1178"/>
                  <a:pt x="2454" y="1182"/>
                  <a:pt x="2448" y="1190"/>
                </a:cubicBezTo>
                <a:cubicBezTo>
                  <a:pt x="2462" y="1236"/>
                  <a:pt x="2466" y="1242"/>
                  <a:pt x="2469" y="1249"/>
                </a:cubicBezTo>
                <a:cubicBezTo>
                  <a:pt x="2482" y="1291"/>
                  <a:pt x="2482" y="1294"/>
                  <a:pt x="2486" y="1297"/>
                </a:cubicBezTo>
                <a:cubicBezTo>
                  <a:pt x="2499" y="1333"/>
                  <a:pt x="2498" y="1340"/>
                  <a:pt x="2504" y="1345"/>
                </a:cubicBezTo>
                <a:cubicBezTo>
                  <a:pt x="2523" y="1391"/>
                  <a:pt x="2526" y="1397"/>
                  <a:pt x="2531" y="1403"/>
                </a:cubicBezTo>
                <a:cubicBezTo>
                  <a:pt x="2541" y="1435"/>
                  <a:pt x="2545" y="1437"/>
                  <a:pt x="2548" y="1440"/>
                </a:cubicBezTo>
                <a:cubicBezTo>
                  <a:pt x="2563" y="1473"/>
                  <a:pt x="2567" y="1475"/>
                  <a:pt x="2567" y="1479"/>
                </a:cubicBezTo>
                <a:cubicBezTo>
                  <a:pt x="2616" y="1536"/>
                  <a:pt x="2619" y="1537"/>
                  <a:pt x="2623" y="1537"/>
                </a:cubicBezTo>
                <a:cubicBezTo>
                  <a:pt x="2627" y="1538"/>
                  <a:pt x="2626" y="1536"/>
                  <a:pt x="2624" y="1535"/>
                </a:cubicBezTo>
                <a:cubicBezTo>
                  <a:pt x="2576" y="1476"/>
                  <a:pt x="2567" y="1471"/>
                  <a:pt x="2569" y="1465"/>
                </a:cubicBezTo>
                <a:cubicBezTo>
                  <a:pt x="2557" y="1435"/>
                  <a:pt x="2550" y="1434"/>
                  <a:pt x="2552" y="1430"/>
                </a:cubicBezTo>
                <a:cubicBezTo>
                  <a:pt x="2534" y="1388"/>
                  <a:pt x="2528" y="1383"/>
                  <a:pt x="2527" y="1377"/>
                </a:cubicBezTo>
                <a:cubicBezTo>
                  <a:pt x="2513" y="1348"/>
                  <a:pt x="2509" y="1345"/>
                  <a:pt x="2506" y="1342"/>
                </a:cubicBezTo>
                <a:cubicBezTo>
                  <a:pt x="2504" y="1319"/>
                  <a:pt x="2497" y="1314"/>
                  <a:pt x="2498" y="1307"/>
                </a:cubicBezTo>
                <a:cubicBezTo>
                  <a:pt x="2481" y="1279"/>
                  <a:pt x="2493" y="1274"/>
                  <a:pt x="2484" y="1272"/>
                </a:cubicBezTo>
                <a:cubicBezTo>
                  <a:pt x="2476" y="1250"/>
                  <a:pt x="2478" y="1244"/>
                  <a:pt x="2473" y="1238"/>
                </a:cubicBezTo>
                <a:cubicBezTo>
                  <a:pt x="2460" y="1192"/>
                  <a:pt x="2460" y="1189"/>
                  <a:pt x="2458" y="1186"/>
                </a:cubicBezTo>
                <a:cubicBezTo>
                  <a:pt x="2450" y="1144"/>
                  <a:pt x="2438" y="1140"/>
                  <a:pt x="2441" y="1133"/>
                </a:cubicBezTo>
                <a:cubicBezTo>
                  <a:pt x="2428" y="1087"/>
                  <a:pt x="2424" y="1075"/>
                  <a:pt x="2416" y="1064"/>
                </a:cubicBezTo>
                <a:cubicBezTo>
                  <a:pt x="2410" y="1041"/>
                  <a:pt x="2411" y="1035"/>
                  <a:pt x="2407" y="1030"/>
                </a:cubicBezTo>
                <a:cubicBezTo>
                  <a:pt x="2387" y="974"/>
                  <a:pt x="2384" y="968"/>
                  <a:pt x="2380" y="962"/>
                </a:cubicBezTo>
                <a:cubicBezTo>
                  <a:pt x="2366" y="915"/>
                  <a:pt x="2355" y="909"/>
                  <a:pt x="2357" y="902"/>
                </a:cubicBezTo>
                <a:cubicBezTo>
                  <a:pt x="2339" y="870"/>
                  <a:pt x="2335" y="867"/>
                  <a:pt x="2335" y="864"/>
                </a:cubicBezTo>
                <a:cubicBezTo>
                  <a:pt x="2329" y="853"/>
                  <a:pt x="2327" y="850"/>
                  <a:pt x="2322" y="847"/>
                </a:cubicBezTo>
                <a:close/>
                <a:moveTo>
                  <a:pt x="2226" y="830"/>
                </a:moveTo>
                <a:cubicBezTo>
                  <a:pt x="2225" y="835"/>
                  <a:pt x="2237" y="841"/>
                  <a:pt x="2240" y="840"/>
                </a:cubicBezTo>
                <a:cubicBezTo>
                  <a:pt x="2280" y="885"/>
                  <a:pt x="2282" y="892"/>
                  <a:pt x="2288" y="898"/>
                </a:cubicBezTo>
                <a:cubicBezTo>
                  <a:pt x="2309" y="930"/>
                  <a:pt x="2309" y="932"/>
                  <a:pt x="2309" y="933"/>
                </a:cubicBezTo>
                <a:cubicBezTo>
                  <a:pt x="2324" y="964"/>
                  <a:pt x="2328" y="967"/>
                  <a:pt x="2329" y="970"/>
                </a:cubicBezTo>
                <a:cubicBezTo>
                  <a:pt x="2351" y="1008"/>
                  <a:pt x="2350" y="1015"/>
                  <a:pt x="2355" y="1021"/>
                </a:cubicBezTo>
                <a:cubicBezTo>
                  <a:pt x="2373" y="1067"/>
                  <a:pt x="2375" y="1070"/>
                  <a:pt x="2375" y="1074"/>
                </a:cubicBezTo>
                <a:cubicBezTo>
                  <a:pt x="2397" y="1132"/>
                  <a:pt x="2396" y="1135"/>
                  <a:pt x="2401" y="1138"/>
                </a:cubicBezTo>
                <a:cubicBezTo>
                  <a:pt x="2407" y="1163"/>
                  <a:pt x="2406" y="1167"/>
                  <a:pt x="2414" y="1170"/>
                </a:cubicBezTo>
                <a:cubicBezTo>
                  <a:pt x="2421" y="1203"/>
                  <a:pt x="2425" y="1211"/>
                  <a:pt x="2422" y="1220"/>
                </a:cubicBezTo>
                <a:cubicBezTo>
                  <a:pt x="2443" y="1271"/>
                  <a:pt x="2443" y="1273"/>
                  <a:pt x="2443" y="1276"/>
                </a:cubicBezTo>
                <a:cubicBezTo>
                  <a:pt x="2453" y="1306"/>
                  <a:pt x="2452" y="1312"/>
                  <a:pt x="2457" y="1317"/>
                </a:cubicBezTo>
                <a:cubicBezTo>
                  <a:pt x="2463" y="1344"/>
                  <a:pt x="2471" y="1346"/>
                  <a:pt x="2470" y="1349"/>
                </a:cubicBezTo>
                <a:cubicBezTo>
                  <a:pt x="2487" y="1386"/>
                  <a:pt x="2484" y="1392"/>
                  <a:pt x="2494" y="1396"/>
                </a:cubicBezTo>
                <a:cubicBezTo>
                  <a:pt x="2510" y="1433"/>
                  <a:pt x="2518" y="1438"/>
                  <a:pt x="2517" y="1443"/>
                </a:cubicBezTo>
                <a:cubicBezTo>
                  <a:pt x="2533" y="1461"/>
                  <a:pt x="2535" y="1463"/>
                  <a:pt x="2536" y="1466"/>
                </a:cubicBezTo>
                <a:cubicBezTo>
                  <a:pt x="2554" y="1485"/>
                  <a:pt x="2560" y="1493"/>
                  <a:pt x="2563" y="1489"/>
                </a:cubicBezTo>
                <a:cubicBezTo>
                  <a:pt x="2530" y="1445"/>
                  <a:pt x="2522" y="1441"/>
                  <a:pt x="2522" y="1436"/>
                </a:cubicBezTo>
                <a:cubicBezTo>
                  <a:pt x="2466" y="1320"/>
                  <a:pt x="2462" y="1316"/>
                  <a:pt x="2464" y="1311"/>
                </a:cubicBezTo>
                <a:cubicBezTo>
                  <a:pt x="2445" y="1263"/>
                  <a:pt x="2447" y="1258"/>
                  <a:pt x="2442" y="1254"/>
                </a:cubicBezTo>
                <a:cubicBezTo>
                  <a:pt x="2435" y="1229"/>
                  <a:pt x="2435" y="1227"/>
                  <a:pt x="2435" y="1224"/>
                </a:cubicBezTo>
                <a:cubicBezTo>
                  <a:pt x="2407" y="1143"/>
                  <a:pt x="2407" y="1133"/>
                  <a:pt x="2403" y="1124"/>
                </a:cubicBezTo>
                <a:cubicBezTo>
                  <a:pt x="2396" y="1104"/>
                  <a:pt x="2396" y="1099"/>
                  <a:pt x="2394" y="1094"/>
                </a:cubicBezTo>
                <a:cubicBezTo>
                  <a:pt x="2379" y="1056"/>
                  <a:pt x="2379" y="1054"/>
                  <a:pt x="2377" y="1052"/>
                </a:cubicBezTo>
                <a:cubicBezTo>
                  <a:pt x="2362" y="1018"/>
                  <a:pt x="2360" y="1013"/>
                  <a:pt x="2359" y="1008"/>
                </a:cubicBezTo>
                <a:cubicBezTo>
                  <a:pt x="2322" y="939"/>
                  <a:pt x="2316" y="929"/>
                  <a:pt x="2311" y="919"/>
                </a:cubicBezTo>
                <a:cubicBezTo>
                  <a:pt x="2268" y="860"/>
                  <a:pt x="2269" y="857"/>
                  <a:pt x="2267" y="855"/>
                </a:cubicBezTo>
                <a:cubicBezTo>
                  <a:pt x="2242" y="833"/>
                  <a:pt x="2236" y="829"/>
                  <a:pt x="2230" y="825"/>
                </a:cubicBezTo>
                <a:cubicBezTo>
                  <a:pt x="2215" y="829"/>
                  <a:pt x="2217" y="829"/>
                  <a:pt x="2219" y="829"/>
                </a:cubicBezTo>
                <a:close/>
                <a:moveTo>
                  <a:pt x="3510" y="16"/>
                </a:moveTo>
                <a:cubicBezTo>
                  <a:pt x="3524" y="18"/>
                  <a:pt x="3535" y="22"/>
                  <a:pt x="3546" y="27"/>
                </a:cubicBezTo>
                <a:cubicBezTo>
                  <a:pt x="3580" y="42"/>
                  <a:pt x="3582" y="38"/>
                  <a:pt x="3584" y="42"/>
                </a:cubicBezTo>
                <a:cubicBezTo>
                  <a:pt x="3618" y="52"/>
                  <a:pt x="3623" y="54"/>
                  <a:pt x="3628" y="56"/>
                </a:cubicBezTo>
                <a:cubicBezTo>
                  <a:pt x="3702" y="78"/>
                  <a:pt x="3712" y="88"/>
                  <a:pt x="3727" y="91"/>
                </a:cubicBezTo>
                <a:cubicBezTo>
                  <a:pt x="3785" y="120"/>
                  <a:pt x="3787" y="122"/>
                  <a:pt x="3791" y="123"/>
                </a:cubicBezTo>
                <a:cubicBezTo>
                  <a:pt x="3770" y="103"/>
                  <a:pt x="3762" y="105"/>
                  <a:pt x="3760" y="99"/>
                </a:cubicBezTo>
                <a:cubicBezTo>
                  <a:pt x="3707" y="77"/>
                  <a:pt x="3699" y="70"/>
                  <a:pt x="3688" y="67"/>
                </a:cubicBezTo>
                <a:cubicBezTo>
                  <a:pt x="3618" y="44"/>
                  <a:pt x="3610" y="38"/>
                  <a:pt x="3599" y="36"/>
                </a:cubicBezTo>
                <a:cubicBezTo>
                  <a:pt x="3547" y="17"/>
                  <a:pt x="3540" y="18"/>
                  <a:pt x="3538" y="12"/>
                </a:cubicBezTo>
                <a:cubicBezTo>
                  <a:pt x="3504" y="1"/>
                  <a:pt x="3503" y="1"/>
                  <a:pt x="3503" y="0"/>
                </a:cubicBezTo>
                <a:cubicBezTo>
                  <a:pt x="3495" y="8"/>
                  <a:pt x="3505" y="9"/>
                  <a:pt x="3510" y="16"/>
                </a:cubicBezTo>
                <a:close/>
                <a:moveTo>
                  <a:pt x="3427" y="20"/>
                </a:moveTo>
                <a:cubicBezTo>
                  <a:pt x="3431" y="23"/>
                  <a:pt x="3439" y="22"/>
                  <a:pt x="3441" y="28"/>
                </a:cubicBezTo>
                <a:cubicBezTo>
                  <a:pt x="3472" y="49"/>
                  <a:pt x="3482" y="47"/>
                  <a:pt x="3484" y="53"/>
                </a:cubicBezTo>
                <a:cubicBezTo>
                  <a:pt x="3561" y="81"/>
                  <a:pt x="3567" y="88"/>
                  <a:pt x="3580" y="88"/>
                </a:cubicBezTo>
                <a:cubicBezTo>
                  <a:pt x="3610" y="99"/>
                  <a:pt x="3608" y="105"/>
                  <a:pt x="3614" y="103"/>
                </a:cubicBezTo>
                <a:cubicBezTo>
                  <a:pt x="3673" y="129"/>
                  <a:pt x="3682" y="128"/>
                  <a:pt x="3686" y="133"/>
                </a:cubicBezTo>
                <a:cubicBezTo>
                  <a:pt x="3728" y="150"/>
                  <a:pt x="3736" y="150"/>
                  <a:pt x="3738" y="156"/>
                </a:cubicBezTo>
                <a:cubicBezTo>
                  <a:pt x="3766" y="171"/>
                  <a:pt x="3768" y="173"/>
                  <a:pt x="3770" y="175"/>
                </a:cubicBezTo>
                <a:cubicBezTo>
                  <a:pt x="3815" y="218"/>
                  <a:pt x="3820" y="221"/>
                  <a:pt x="3824" y="226"/>
                </a:cubicBezTo>
                <a:cubicBezTo>
                  <a:pt x="3840" y="232"/>
                  <a:pt x="3826" y="226"/>
                  <a:pt x="3823" y="217"/>
                </a:cubicBezTo>
                <a:cubicBezTo>
                  <a:pt x="3809" y="197"/>
                  <a:pt x="3803" y="200"/>
                  <a:pt x="3804" y="195"/>
                </a:cubicBezTo>
                <a:cubicBezTo>
                  <a:pt x="3780" y="170"/>
                  <a:pt x="3772" y="173"/>
                  <a:pt x="3772" y="166"/>
                </a:cubicBezTo>
                <a:cubicBezTo>
                  <a:pt x="3732" y="139"/>
                  <a:pt x="3725" y="141"/>
                  <a:pt x="3724" y="135"/>
                </a:cubicBezTo>
                <a:cubicBezTo>
                  <a:pt x="3672" y="119"/>
                  <a:pt x="3670" y="114"/>
                  <a:pt x="3665" y="113"/>
                </a:cubicBezTo>
                <a:cubicBezTo>
                  <a:pt x="3622" y="94"/>
                  <a:pt x="3612" y="93"/>
                  <a:pt x="3607" y="88"/>
                </a:cubicBezTo>
                <a:cubicBezTo>
                  <a:pt x="3553" y="69"/>
                  <a:pt x="3545" y="69"/>
                  <a:pt x="3539" y="65"/>
                </a:cubicBezTo>
                <a:cubicBezTo>
                  <a:pt x="3500" y="46"/>
                  <a:pt x="3489" y="45"/>
                  <a:pt x="3481" y="40"/>
                </a:cubicBezTo>
                <a:cubicBezTo>
                  <a:pt x="3448" y="23"/>
                  <a:pt x="3449" y="17"/>
                  <a:pt x="3444" y="19"/>
                </a:cubicBezTo>
                <a:cubicBezTo>
                  <a:pt x="3422" y="2"/>
                  <a:pt x="3421" y="1"/>
                  <a:pt x="3421" y="0"/>
                </a:cubicBezTo>
                <a:close/>
                <a:moveTo>
                  <a:pt x="2120" y="152"/>
                </a:moveTo>
                <a:cubicBezTo>
                  <a:pt x="2122" y="149"/>
                  <a:pt x="2127" y="152"/>
                  <a:pt x="2126" y="145"/>
                </a:cubicBezTo>
                <a:cubicBezTo>
                  <a:pt x="2128" y="141"/>
                  <a:pt x="2129" y="136"/>
                  <a:pt x="2130" y="132"/>
                </a:cubicBezTo>
                <a:cubicBezTo>
                  <a:pt x="2133" y="135"/>
                  <a:pt x="2137" y="123"/>
                  <a:pt x="2133" y="124"/>
                </a:cubicBezTo>
                <a:cubicBezTo>
                  <a:pt x="2133" y="119"/>
                  <a:pt x="2138" y="121"/>
                  <a:pt x="2138" y="114"/>
                </a:cubicBezTo>
                <a:cubicBezTo>
                  <a:pt x="2137" y="106"/>
                  <a:pt x="2141" y="96"/>
                  <a:pt x="2144" y="86"/>
                </a:cubicBezTo>
                <a:cubicBezTo>
                  <a:pt x="2144" y="69"/>
                  <a:pt x="2149" y="48"/>
                  <a:pt x="2154" y="28"/>
                </a:cubicBezTo>
                <a:cubicBezTo>
                  <a:pt x="2152" y="20"/>
                  <a:pt x="2156" y="9"/>
                  <a:pt x="2156" y="0"/>
                </a:cubicBezTo>
                <a:cubicBezTo>
                  <a:pt x="2146" y="0"/>
                  <a:pt x="2146" y="0"/>
                  <a:pt x="2146" y="0"/>
                </a:cubicBezTo>
                <a:cubicBezTo>
                  <a:pt x="2146" y="12"/>
                  <a:pt x="2145" y="24"/>
                  <a:pt x="2146" y="35"/>
                </a:cubicBezTo>
                <a:cubicBezTo>
                  <a:pt x="2140" y="38"/>
                  <a:pt x="2145" y="45"/>
                  <a:pt x="2140" y="53"/>
                </a:cubicBezTo>
                <a:cubicBezTo>
                  <a:pt x="2143" y="59"/>
                  <a:pt x="2137" y="69"/>
                  <a:pt x="2135" y="77"/>
                </a:cubicBezTo>
                <a:cubicBezTo>
                  <a:pt x="2143" y="79"/>
                  <a:pt x="2129" y="83"/>
                  <a:pt x="2136" y="84"/>
                </a:cubicBezTo>
                <a:cubicBezTo>
                  <a:pt x="2134" y="88"/>
                  <a:pt x="2133" y="92"/>
                  <a:pt x="2132" y="96"/>
                </a:cubicBezTo>
                <a:cubicBezTo>
                  <a:pt x="2127" y="106"/>
                  <a:pt x="2131" y="111"/>
                  <a:pt x="2127" y="120"/>
                </a:cubicBezTo>
                <a:cubicBezTo>
                  <a:pt x="2126" y="127"/>
                  <a:pt x="2123" y="131"/>
                  <a:pt x="2120" y="136"/>
                </a:cubicBezTo>
                <a:cubicBezTo>
                  <a:pt x="2119" y="142"/>
                  <a:pt x="2114" y="150"/>
                  <a:pt x="2120" y="152"/>
                </a:cubicBezTo>
                <a:close/>
                <a:moveTo>
                  <a:pt x="3473" y="21"/>
                </a:moveTo>
                <a:cubicBezTo>
                  <a:pt x="3474" y="26"/>
                  <a:pt x="3481" y="23"/>
                  <a:pt x="3482" y="27"/>
                </a:cubicBezTo>
                <a:cubicBezTo>
                  <a:pt x="3525" y="42"/>
                  <a:pt x="3529" y="41"/>
                  <a:pt x="3529" y="43"/>
                </a:cubicBezTo>
                <a:cubicBezTo>
                  <a:pt x="3556" y="50"/>
                  <a:pt x="3560" y="53"/>
                  <a:pt x="3565" y="54"/>
                </a:cubicBezTo>
                <a:cubicBezTo>
                  <a:pt x="3587" y="59"/>
                  <a:pt x="3590" y="63"/>
                  <a:pt x="3596" y="63"/>
                </a:cubicBezTo>
                <a:cubicBezTo>
                  <a:pt x="3658" y="81"/>
                  <a:pt x="3665" y="83"/>
                  <a:pt x="3672" y="84"/>
                </a:cubicBezTo>
                <a:cubicBezTo>
                  <a:pt x="3705" y="94"/>
                  <a:pt x="3704" y="100"/>
                  <a:pt x="3710" y="98"/>
                </a:cubicBezTo>
                <a:cubicBezTo>
                  <a:pt x="3741" y="113"/>
                  <a:pt x="3750" y="122"/>
                  <a:pt x="3762" y="128"/>
                </a:cubicBezTo>
                <a:cubicBezTo>
                  <a:pt x="3734" y="106"/>
                  <a:pt x="3735" y="102"/>
                  <a:pt x="3732" y="101"/>
                </a:cubicBezTo>
                <a:cubicBezTo>
                  <a:pt x="3703" y="87"/>
                  <a:pt x="3695" y="86"/>
                  <a:pt x="3691" y="80"/>
                </a:cubicBezTo>
                <a:cubicBezTo>
                  <a:pt x="3643" y="67"/>
                  <a:pt x="3634" y="68"/>
                  <a:pt x="3631" y="63"/>
                </a:cubicBezTo>
                <a:cubicBezTo>
                  <a:pt x="3595" y="53"/>
                  <a:pt x="3580" y="51"/>
                  <a:pt x="3566" y="45"/>
                </a:cubicBezTo>
                <a:cubicBezTo>
                  <a:pt x="3521" y="29"/>
                  <a:pt x="3512" y="29"/>
                  <a:pt x="3506" y="25"/>
                </a:cubicBezTo>
                <a:cubicBezTo>
                  <a:pt x="3450" y="1"/>
                  <a:pt x="3450" y="1"/>
                  <a:pt x="3449" y="0"/>
                </a:cubicBezTo>
                <a:cubicBezTo>
                  <a:pt x="3460" y="14"/>
                  <a:pt x="3465" y="20"/>
                  <a:pt x="3473" y="21"/>
                </a:cubicBezTo>
                <a:close/>
                <a:moveTo>
                  <a:pt x="3620" y="24"/>
                </a:moveTo>
                <a:cubicBezTo>
                  <a:pt x="3631" y="33"/>
                  <a:pt x="3648" y="37"/>
                  <a:pt x="3660" y="45"/>
                </a:cubicBezTo>
                <a:cubicBezTo>
                  <a:pt x="3693" y="63"/>
                  <a:pt x="3695" y="64"/>
                  <a:pt x="3697" y="64"/>
                </a:cubicBezTo>
                <a:cubicBezTo>
                  <a:pt x="3679" y="44"/>
                  <a:pt x="3672" y="47"/>
                  <a:pt x="3673" y="40"/>
                </a:cubicBezTo>
                <a:cubicBezTo>
                  <a:pt x="3676" y="28"/>
                  <a:pt x="3672" y="29"/>
                  <a:pt x="3670" y="27"/>
                </a:cubicBezTo>
                <a:cubicBezTo>
                  <a:pt x="3650" y="7"/>
                  <a:pt x="3647" y="4"/>
                  <a:pt x="3644" y="0"/>
                </a:cubicBezTo>
                <a:cubicBezTo>
                  <a:pt x="3635" y="4"/>
                  <a:pt x="3633" y="2"/>
                  <a:pt x="3633" y="1"/>
                </a:cubicBezTo>
                <a:cubicBezTo>
                  <a:pt x="3612" y="3"/>
                  <a:pt x="3615" y="4"/>
                  <a:pt x="3618" y="7"/>
                </a:cubicBezTo>
                <a:cubicBezTo>
                  <a:pt x="3628" y="5"/>
                  <a:pt x="3633" y="12"/>
                  <a:pt x="3636" y="12"/>
                </a:cubicBezTo>
                <a:cubicBezTo>
                  <a:pt x="3662" y="38"/>
                  <a:pt x="3670" y="35"/>
                  <a:pt x="3669" y="42"/>
                </a:cubicBezTo>
                <a:cubicBezTo>
                  <a:pt x="3626" y="22"/>
                  <a:pt x="3626" y="19"/>
                  <a:pt x="3622" y="19"/>
                </a:cubicBezTo>
                <a:cubicBezTo>
                  <a:pt x="3555" y="0"/>
                  <a:pt x="3555" y="0"/>
                  <a:pt x="3555" y="0"/>
                </a:cubicBezTo>
                <a:close/>
                <a:moveTo>
                  <a:pt x="3212" y="33"/>
                </a:moveTo>
                <a:cubicBezTo>
                  <a:pt x="3206" y="33"/>
                  <a:pt x="3205" y="37"/>
                  <a:pt x="3203" y="40"/>
                </a:cubicBezTo>
                <a:cubicBezTo>
                  <a:pt x="3189" y="62"/>
                  <a:pt x="3182" y="63"/>
                  <a:pt x="3181" y="70"/>
                </a:cubicBezTo>
                <a:cubicBezTo>
                  <a:pt x="3156" y="101"/>
                  <a:pt x="3153" y="105"/>
                  <a:pt x="3149" y="110"/>
                </a:cubicBezTo>
                <a:cubicBezTo>
                  <a:pt x="3127" y="142"/>
                  <a:pt x="3121" y="145"/>
                  <a:pt x="3117" y="149"/>
                </a:cubicBezTo>
                <a:cubicBezTo>
                  <a:pt x="3095" y="182"/>
                  <a:pt x="3097" y="191"/>
                  <a:pt x="3089" y="192"/>
                </a:cubicBezTo>
                <a:cubicBezTo>
                  <a:pt x="3072" y="230"/>
                  <a:pt x="3070" y="235"/>
                  <a:pt x="3067" y="240"/>
                </a:cubicBezTo>
                <a:cubicBezTo>
                  <a:pt x="3055" y="279"/>
                  <a:pt x="3050" y="279"/>
                  <a:pt x="3052" y="285"/>
                </a:cubicBezTo>
                <a:cubicBezTo>
                  <a:pt x="3062" y="273"/>
                  <a:pt x="3059" y="266"/>
                  <a:pt x="3062" y="264"/>
                </a:cubicBezTo>
                <a:cubicBezTo>
                  <a:pt x="3091" y="212"/>
                  <a:pt x="3094" y="199"/>
                  <a:pt x="3102" y="189"/>
                </a:cubicBezTo>
                <a:cubicBezTo>
                  <a:pt x="3129" y="153"/>
                  <a:pt x="3131" y="147"/>
                  <a:pt x="3134" y="141"/>
                </a:cubicBezTo>
                <a:cubicBezTo>
                  <a:pt x="3178" y="91"/>
                  <a:pt x="3180" y="84"/>
                  <a:pt x="3184" y="79"/>
                </a:cubicBezTo>
                <a:cubicBezTo>
                  <a:pt x="3206" y="54"/>
                  <a:pt x="3203" y="47"/>
                  <a:pt x="3210" y="48"/>
                </a:cubicBezTo>
                <a:cubicBezTo>
                  <a:pt x="3230" y="23"/>
                  <a:pt x="3232" y="21"/>
                  <a:pt x="3235" y="18"/>
                </a:cubicBezTo>
                <a:cubicBezTo>
                  <a:pt x="3236" y="0"/>
                  <a:pt x="3236" y="0"/>
                  <a:pt x="3236" y="0"/>
                </a:cubicBezTo>
                <a:close/>
                <a:moveTo>
                  <a:pt x="3233" y="56"/>
                </a:moveTo>
                <a:cubicBezTo>
                  <a:pt x="3233" y="58"/>
                  <a:pt x="3230" y="57"/>
                  <a:pt x="3229" y="58"/>
                </a:cubicBezTo>
                <a:cubicBezTo>
                  <a:pt x="3216" y="75"/>
                  <a:pt x="3212" y="85"/>
                  <a:pt x="3202" y="90"/>
                </a:cubicBezTo>
                <a:cubicBezTo>
                  <a:pt x="3171" y="129"/>
                  <a:pt x="3166" y="132"/>
                  <a:pt x="3164" y="137"/>
                </a:cubicBezTo>
                <a:cubicBezTo>
                  <a:pt x="3139" y="170"/>
                  <a:pt x="3133" y="178"/>
                  <a:pt x="3126" y="185"/>
                </a:cubicBezTo>
                <a:cubicBezTo>
                  <a:pt x="3100" y="228"/>
                  <a:pt x="3098" y="230"/>
                  <a:pt x="3099" y="233"/>
                </a:cubicBezTo>
                <a:cubicBezTo>
                  <a:pt x="3089" y="255"/>
                  <a:pt x="3084" y="261"/>
                  <a:pt x="3082" y="269"/>
                </a:cubicBezTo>
                <a:cubicBezTo>
                  <a:pt x="3073" y="289"/>
                  <a:pt x="3070" y="294"/>
                  <a:pt x="3071" y="301"/>
                </a:cubicBezTo>
                <a:cubicBezTo>
                  <a:pt x="3061" y="337"/>
                  <a:pt x="3052" y="344"/>
                  <a:pt x="3059" y="348"/>
                </a:cubicBezTo>
                <a:cubicBezTo>
                  <a:pt x="3069" y="311"/>
                  <a:pt x="3071" y="307"/>
                  <a:pt x="3073" y="305"/>
                </a:cubicBezTo>
                <a:cubicBezTo>
                  <a:pt x="3087" y="271"/>
                  <a:pt x="3088" y="268"/>
                  <a:pt x="3090" y="264"/>
                </a:cubicBezTo>
                <a:cubicBezTo>
                  <a:pt x="3111" y="237"/>
                  <a:pt x="3106" y="228"/>
                  <a:pt x="3109" y="226"/>
                </a:cubicBezTo>
                <a:cubicBezTo>
                  <a:pt x="3127" y="208"/>
                  <a:pt x="3122" y="199"/>
                  <a:pt x="3129" y="201"/>
                </a:cubicBezTo>
                <a:cubicBezTo>
                  <a:pt x="3162" y="155"/>
                  <a:pt x="3164" y="153"/>
                  <a:pt x="3165" y="150"/>
                </a:cubicBezTo>
                <a:cubicBezTo>
                  <a:pt x="3190" y="125"/>
                  <a:pt x="3187" y="118"/>
                  <a:pt x="3191" y="117"/>
                </a:cubicBezTo>
                <a:cubicBezTo>
                  <a:pt x="3208" y="99"/>
                  <a:pt x="3213" y="99"/>
                  <a:pt x="3214" y="94"/>
                </a:cubicBezTo>
                <a:cubicBezTo>
                  <a:pt x="3234" y="64"/>
                  <a:pt x="3239" y="64"/>
                  <a:pt x="3242" y="61"/>
                </a:cubicBezTo>
                <a:cubicBezTo>
                  <a:pt x="3259" y="28"/>
                  <a:pt x="3265" y="28"/>
                  <a:pt x="3268" y="25"/>
                </a:cubicBezTo>
                <a:cubicBezTo>
                  <a:pt x="3279" y="1"/>
                  <a:pt x="3279" y="1"/>
                  <a:pt x="3279" y="0"/>
                </a:cubicBezTo>
                <a:cubicBezTo>
                  <a:pt x="3256" y="19"/>
                  <a:pt x="3257" y="22"/>
                  <a:pt x="3257" y="25"/>
                </a:cubicBezTo>
                <a:cubicBezTo>
                  <a:pt x="3238" y="46"/>
                  <a:pt x="3237" y="52"/>
                  <a:pt x="3233" y="56"/>
                </a:cubicBezTo>
                <a:close/>
                <a:moveTo>
                  <a:pt x="3266" y="58"/>
                </a:moveTo>
                <a:cubicBezTo>
                  <a:pt x="3268" y="64"/>
                  <a:pt x="3258" y="61"/>
                  <a:pt x="3262" y="69"/>
                </a:cubicBezTo>
                <a:cubicBezTo>
                  <a:pt x="3249" y="91"/>
                  <a:pt x="3245" y="92"/>
                  <a:pt x="3242" y="94"/>
                </a:cubicBezTo>
                <a:cubicBezTo>
                  <a:pt x="3222" y="121"/>
                  <a:pt x="3222" y="124"/>
                  <a:pt x="3220" y="124"/>
                </a:cubicBezTo>
                <a:cubicBezTo>
                  <a:pt x="3204" y="138"/>
                  <a:pt x="3209" y="147"/>
                  <a:pt x="3202" y="145"/>
                </a:cubicBezTo>
                <a:cubicBezTo>
                  <a:pt x="3184" y="168"/>
                  <a:pt x="3181" y="176"/>
                  <a:pt x="3176" y="182"/>
                </a:cubicBezTo>
                <a:cubicBezTo>
                  <a:pt x="3160" y="206"/>
                  <a:pt x="3156" y="212"/>
                  <a:pt x="3152" y="219"/>
                </a:cubicBezTo>
                <a:cubicBezTo>
                  <a:pt x="3130" y="247"/>
                  <a:pt x="3133" y="254"/>
                  <a:pt x="3129" y="255"/>
                </a:cubicBezTo>
                <a:cubicBezTo>
                  <a:pt x="3116" y="278"/>
                  <a:pt x="3117" y="283"/>
                  <a:pt x="3116" y="287"/>
                </a:cubicBezTo>
                <a:cubicBezTo>
                  <a:pt x="3103" y="309"/>
                  <a:pt x="3107" y="317"/>
                  <a:pt x="3103" y="318"/>
                </a:cubicBezTo>
                <a:cubicBezTo>
                  <a:pt x="3104" y="323"/>
                  <a:pt x="3113" y="307"/>
                  <a:pt x="3118" y="289"/>
                </a:cubicBezTo>
                <a:cubicBezTo>
                  <a:pt x="3132" y="263"/>
                  <a:pt x="3133" y="261"/>
                  <a:pt x="3133" y="259"/>
                </a:cubicBezTo>
                <a:cubicBezTo>
                  <a:pt x="3152" y="235"/>
                  <a:pt x="3156" y="227"/>
                  <a:pt x="3159" y="218"/>
                </a:cubicBezTo>
                <a:cubicBezTo>
                  <a:pt x="3212" y="152"/>
                  <a:pt x="3211" y="146"/>
                  <a:pt x="3215" y="144"/>
                </a:cubicBezTo>
                <a:cubicBezTo>
                  <a:pt x="3233" y="123"/>
                  <a:pt x="3234" y="121"/>
                  <a:pt x="3235" y="119"/>
                </a:cubicBezTo>
                <a:cubicBezTo>
                  <a:pt x="3276" y="61"/>
                  <a:pt x="3281" y="54"/>
                  <a:pt x="3285" y="45"/>
                </a:cubicBezTo>
                <a:cubicBezTo>
                  <a:pt x="3304" y="7"/>
                  <a:pt x="3306" y="3"/>
                  <a:pt x="3307" y="0"/>
                </a:cubicBezTo>
                <a:cubicBezTo>
                  <a:pt x="3289" y="13"/>
                  <a:pt x="3289" y="20"/>
                  <a:pt x="3288" y="25"/>
                </a:cubicBezTo>
                <a:close/>
                <a:moveTo>
                  <a:pt x="3328" y="44"/>
                </a:moveTo>
                <a:cubicBezTo>
                  <a:pt x="3331" y="57"/>
                  <a:pt x="3320" y="58"/>
                  <a:pt x="3321" y="69"/>
                </a:cubicBezTo>
                <a:cubicBezTo>
                  <a:pt x="3291" y="125"/>
                  <a:pt x="3285" y="140"/>
                  <a:pt x="3274" y="151"/>
                </a:cubicBezTo>
                <a:cubicBezTo>
                  <a:pt x="3246" y="195"/>
                  <a:pt x="3240" y="199"/>
                  <a:pt x="3239" y="206"/>
                </a:cubicBezTo>
                <a:cubicBezTo>
                  <a:pt x="3207" y="239"/>
                  <a:pt x="3211" y="249"/>
                  <a:pt x="3203" y="248"/>
                </a:cubicBezTo>
                <a:cubicBezTo>
                  <a:pt x="3187" y="277"/>
                  <a:pt x="3183" y="280"/>
                  <a:pt x="3181" y="284"/>
                </a:cubicBezTo>
                <a:cubicBezTo>
                  <a:pt x="3135" y="346"/>
                  <a:pt x="3135" y="352"/>
                  <a:pt x="3131" y="356"/>
                </a:cubicBezTo>
                <a:cubicBezTo>
                  <a:pt x="3116" y="393"/>
                  <a:pt x="3117" y="386"/>
                  <a:pt x="3120" y="383"/>
                </a:cubicBezTo>
                <a:cubicBezTo>
                  <a:pt x="3155" y="333"/>
                  <a:pt x="3159" y="323"/>
                  <a:pt x="3168" y="316"/>
                </a:cubicBezTo>
                <a:cubicBezTo>
                  <a:pt x="3194" y="280"/>
                  <a:pt x="3194" y="276"/>
                  <a:pt x="3196" y="275"/>
                </a:cubicBezTo>
                <a:cubicBezTo>
                  <a:pt x="3222" y="247"/>
                  <a:pt x="3220" y="237"/>
                  <a:pt x="3226" y="235"/>
                </a:cubicBezTo>
                <a:cubicBezTo>
                  <a:pt x="3249" y="205"/>
                  <a:pt x="3250" y="199"/>
                  <a:pt x="3256" y="196"/>
                </a:cubicBezTo>
                <a:cubicBezTo>
                  <a:pt x="3279" y="168"/>
                  <a:pt x="3281" y="159"/>
                  <a:pt x="3286" y="152"/>
                </a:cubicBezTo>
                <a:cubicBezTo>
                  <a:pt x="3303" y="114"/>
                  <a:pt x="3312" y="117"/>
                  <a:pt x="3311" y="111"/>
                </a:cubicBezTo>
                <a:cubicBezTo>
                  <a:pt x="3332" y="68"/>
                  <a:pt x="3332" y="66"/>
                  <a:pt x="3332" y="64"/>
                </a:cubicBezTo>
                <a:cubicBezTo>
                  <a:pt x="3341" y="43"/>
                  <a:pt x="3345" y="38"/>
                  <a:pt x="3347" y="30"/>
                </a:cubicBezTo>
                <a:cubicBezTo>
                  <a:pt x="3353" y="4"/>
                  <a:pt x="3354" y="3"/>
                  <a:pt x="3355" y="0"/>
                </a:cubicBezTo>
                <a:cubicBezTo>
                  <a:pt x="3335" y="30"/>
                  <a:pt x="3335" y="40"/>
                  <a:pt x="3328" y="44"/>
                </a:cubicBezTo>
                <a:close/>
                <a:moveTo>
                  <a:pt x="3306" y="46"/>
                </a:moveTo>
                <a:cubicBezTo>
                  <a:pt x="3299" y="56"/>
                  <a:pt x="3294" y="69"/>
                  <a:pt x="3289" y="82"/>
                </a:cubicBezTo>
                <a:cubicBezTo>
                  <a:pt x="3270" y="121"/>
                  <a:pt x="3264" y="120"/>
                  <a:pt x="3266" y="125"/>
                </a:cubicBezTo>
                <a:cubicBezTo>
                  <a:pt x="3247" y="151"/>
                  <a:pt x="3249" y="157"/>
                  <a:pt x="3247" y="159"/>
                </a:cubicBezTo>
                <a:cubicBezTo>
                  <a:pt x="3229" y="187"/>
                  <a:pt x="3227" y="190"/>
                  <a:pt x="3223" y="190"/>
                </a:cubicBezTo>
                <a:cubicBezTo>
                  <a:pt x="3198" y="226"/>
                  <a:pt x="3193" y="239"/>
                  <a:pt x="3183" y="247"/>
                </a:cubicBezTo>
                <a:cubicBezTo>
                  <a:pt x="3145" y="300"/>
                  <a:pt x="3145" y="309"/>
                  <a:pt x="3137" y="311"/>
                </a:cubicBezTo>
                <a:cubicBezTo>
                  <a:pt x="3114" y="353"/>
                  <a:pt x="3112" y="359"/>
                  <a:pt x="3108" y="364"/>
                </a:cubicBezTo>
                <a:cubicBezTo>
                  <a:pt x="3095" y="396"/>
                  <a:pt x="3095" y="401"/>
                  <a:pt x="3093" y="404"/>
                </a:cubicBezTo>
                <a:cubicBezTo>
                  <a:pt x="3091" y="418"/>
                  <a:pt x="3095" y="414"/>
                  <a:pt x="3096" y="408"/>
                </a:cubicBezTo>
                <a:cubicBezTo>
                  <a:pt x="3109" y="368"/>
                  <a:pt x="3117" y="366"/>
                  <a:pt x="3116" y="359"/>
                </a:cubicBezTo>
                <a:cubicBezTo>
                  <a:pt x="3148" y="313"/>
                  <a:pt x="3149" y="307"/>
                  <a:pt x="3154" y="304"/>
                </a:cubicBezTo>
                <a:cubicBezTo>
                  <a:pt x="3186" y="258"/>
                  <a:pt x="3191" y="256"/>
                  <a:pt x="3192" y="249"/>
                </a:cubicBezTo>
                <a:cubicBezTo>
                  <a:pt x="3234" y="190"/>
                  <a:pt x="3236" y="186"/>
                  <a:pt x="3239" y="182"/>
                </a:cubicBezTo>
                <a:cubicBezTo>
                  <a:pt x="3255" y="158"/>
                  <a:pt x="3264" y="150"/>
                  <a:pt x="3267" y="138"/>
                </a:cubicBezTo>
                <a:cubicBezTo>
                  <a:pt x="3306" y="78"/>
                  <a:pt x="3301" y="66"/>
                  <a:pt x="3308" y="66"/>
                </a:cubicBezTo>
                <a:cubicBezTo>
                  <a:pt x="3324" y="32"/>
                  <a:pt x="3322" y="26"/>
                  <a:pt x="3325" y="25"/>
                </a:cubicBezTo>
                <a:cubicBezTo>
                  <a:pt x="3322" y="0"/>
                  <a:pt x="3322" y="0"/>
                  <a:pt x="3322" y="0"/>
                </a:cubicBezTo>
                <a:cubicBezTo>
                  <a:pt x="3310" y="26"/>
                  <a:pt x="3313" y="33"/>
                  <a:pt x="3310" y="35"/>
                </a:cubicBezTo>
                <a:close/>
                <a:moveTo>
                  <a:pt x="1833" y="144"/>
                </a:moveTo>
                <a:cubicBezTo>
                  <a:pt x="1834" y="148"/>
                  <a:pt x="1831" y="154"/>
                  <a:pt x="1834" y="158"/>
                </a:cubicBezTo>
                <a:cubicBezTo>
                  <a:pt x="1833" y="176"/>
                  <a:pt x="1836" y="192"/>
                  <a:pt x="1833" y="212"/>
                </a:cubicBezTo>
                <a:cubicBezTo>
                  <a:pt x="1835" y="220"/>
                  <a:pt x="1835" y="229"/>
                  <a:pt x="1835" y="238"/>
                </a:cubicBezTo>
                <a:cubicBezTo>
                  <a:pt x="1833" y="244"/>
                  <a:pt x="1838" y="245"/>
                  <a:pt x="1835" y="251"/>
                </a:cubicBezTo>
                <a:cubicBezTo>
                  <a:pt x="1841" y="253"/>
                  <a:pt x="1829" y="264"/>
                  <a:pt x="1838" y="264"/>
                </a:cubicBezTo>
                <a:cubicBezTo>
                  <a:pt x="1842" y="241"/>
                  <a:pt x="1841" y="220"/>
                  <a:pt x="1839" y="200"/>
                </a:cubicBezTo>
                <a:cubicBezTo>
                  <a:pt x="1843" y="193"/>
                  <a:pt x="1838" y="190"/>
                  <a:pt x="1842" y="183"/>
                </a:cubicBezTo>
                <a:cubicBezTo>
                  <a:pt x="1838" y="180"/>
                  <a:pt x="1844" y="172"/>
                  <a:pt x="1840" y="168"/>
                </a:cubicBezTo>
                <a:cubicBezTo>
                  <a:pt x="1842" y="156"/>
                  <a:pt x="1839" y="146"/>
                  <a:pt x="1841" y="135"/>
                </a:cubicBezTo>
                <a:cubicBezTo>
                  <a:pt x="1838" y="133"/>
                  <a:pt x="1840" y="132"/>
                  <a:pt x="1842" y="130"/>
                </a:cubicBezTo>
                <a:cubicBezTo>
                  <a:pt x="1842" y="128"/>
                  <a:pt x="1841" y="125"/>
                  <a:pt x="1839" y="123"/>
                </a:cubicBezTo>
                <a:cubicBezTo>
                  <a:pt x="1838" y="118"/>
                  <a:pt x="1843" y="111"/>
                  <a:pt x="1840" y="107"/>
                </a:cubicBezTo>
                <a:cubicBezTo>
                  <a:pt x="1841" y="96"/>
                  <a:pt x="1841" y="85"/>
                  <a:pt x="1840" y="75"/>
                </a:cubicBezTo>
                <a:cubicBezTo>
                  <a:pt x="1842" y="53"/>
                  <a:pt x="1847" y="28"/>
                  <a:pt x="1852" y="4"/>
                </a:cubicBezTo>
                <a:cubicBezTo>
                  <a:pt x="1853" y="3"/>
                  <a:pt x="1853" y="2"/>
                  <a:pt x="1853" y="0"/>
                </a:cubicBezTo>
                <a:cubicBezTo>
                  <a:pt x="1845" y="0"/>
                  <a:pt x="1845" y="0"/>
                  <a:pt x="1845" y="0"/>
                </a:cubicBezTo>
                <a:cubicBezTo>
                  <a:pt x="1842" y="19"/>
                  <a:pt x="1837" y="36"/>
                  <a:pt x="1834" y="51"/>
                </a:cubicBezTo>
                <a:cubicBezTo>
                  <a:pt x="1833" y="68"/>
                  <a:pt x="1832" y="87"/>
                  <a:pt x="1831" y="105"/>
                </a:cubicBezTo>
                <a:cubicBezTo>
                  <a:pt x="1833" y="113"/>
                  <a:pt x="1831" y="122"/>
                  <a:pt x="1833" y="130"/>
                </a:cubicBezTo>
                <a:cubicBezTo>
                  <a:pt x="1832" y="135"/>
                  <a:pt x="1833" y="139"/>
                  <a:pt x="1833" y="144"/>
                </a:cubicBezTo>
                <a:close/>
                <a:moveTo>
                  <a:pt x="0" y="2063"/>
                </a:moveTo>
                <a:cubicBezTo>
                  <a:pt x="0" y="2074"/>
                  <a:pt x="0" y="2074"/>
                  <a:pt x="0" y="2074"/>
                </a:cubicBezTo>
                <a:cubicBezTo>
                  <a:pt x="3" y="2076"/>
                  <a:pt x="5" y="2078"/>
                  <a:pt x="8" y="2080"/>
                </a:cubicBezTo>
                <a:cubicBezTo>
                  <a:pt x="33" y="2102"/>
                  <a:pt x="57" y="2123"/>
                  <a:pt x="79" y="2145"/>
                </a:cubicBezTo>
                <a:cubicBezTo>
                  <a:pt x="83" y="2150"/>
                  <a:pt x="87" y="2155"/>
                  <a:pt x="91" y="2160"/>
                </a:cubicBezTo>
                <a:cubicBezTo>
                  <a:pt x="99" y="2160"/>
                  <a:pt x="99" y="2160"/>
                  <a:pt x="99" y="2160"/>
                </a:cubicBezTo>
                <a:cubicBezTo>
                  <a:pt x="91" y="2149"/>
                  <a:pt x="84" y="2139"/>
                  <a:pt x="73" y="2128"/>
                </a:cubicBezTo>
                <a:cubicBezTo>
                  <a:pt x="49" y="2106"/>
                  <a:pt x="25" y="2082"/>
                  <a:pt x="0" y="2063"/>
                </a:cubicBezTo>
                <a:close/>
                <a:moveTo>
                  <a:pt x="3426" y="101"/>
                </a:moveTo>
                <a:cubicBezTo>
                  <a:pt x="3427" y="105"/>
                  <a:pt x="3433" y="102"/>
                  <a:pt x="3433" y="107"/>
                </a:cubicBezTo>
                <a:cubicBezTo>
                  <a:pt x="3466" y="129"/>
                  <a:pt x="3473" y="131"/>
                  <a:pt x="3477" y="137"/>
                </a:cubicBezTo>
                <a:cubicBezTo>
                  <a:pt x="3507" y="145"/>
                  <a:pt x="3507" y="155"/>
                  <a:pt x="3517" y="154"/>
                </a:cubicBezTo>
                <a:cubicBezTo>
                  <a:pt x="3564" y="174"/>
                  <a:pt x="3568" y="181"/>
                  <a:pt x="3578" y="180"/>
                </a:cubicBezTo>
                <a:cubicBezTo>
                  <a:pt x="3640" y="204"/>
                  <a:pt x="3649" y="204"/>
                  <a:pt x="3652" y="210"/>
                </a:cubicBezTo>
                <a:cubicBezTo>
                  <a:pt x="3735" y="234"/>
                  <a:pt x="3740" y="237"/>
                  <a:pt x="3746" y="238"/>
                </a:cubicBezTo>
                <a:cubicBezTo>
                  <a:pt x="3773" y="254"/>
                  <a:pt x="3787" y="255"/>
                  <a:pt x="3796" y="263"/>
                </a:cubicBezTo>
                <a:cubicBezTo>
                  <a:pt x="3834" y="280"/>
                  <a:pt x="3836" y="285"/>
                  <a:pt x="3840" y="287"/>
                </a:cubicBezTo>
                <a:cubicBezTo>
                  <a:pt x="3828" y="268"/>
                  <a:pt x="3815" y="266"/>
                  <a:pt x="3807" y="258"/>
                </a:cubicBezTo>
                <a:cubicBezTo>
                  <a:pt x="3762" y="240"/>
                  <a:pt x="3755" y="231"/>
                  <a:pt x="3741" y="230"/>
                </a:cubicBezTo>
                <a:cubicBezTo>
                  <a:pt x="3722" y="217"/>
                  <a:pt x="3714" y="217"/>
                  <a:pt x="3708" y="217"/>
                </a:cubicBezTo>
                <a:cubicBezTo>
                  <a:pt x="3661" y="197"/>
                  <a:pt x="3650" y="199"/>
                  <a:pt x="3645" y="195"/>
                </a:cubicBezTo>
                <a:cubicBezTo>
                  <a:pt x="3599" y="178"/>
                  <a:pt x="3586" y="177"/>
                  <a:pt x="3580" y="169"/>
                </a:cubicBezTo>
                <a:cubicBezTo>
                  <a:pt x="3514" y="144"/>
                  <a:pt x="3501" y="134"/>
                  <a:pt x="3483" y="130"/>
                </a:cubicBezTo>
                <a:cubicBezTo>
                  <a:pt x="3463" y="111"/>
                  <a:pt x="3458" y="112"/>
                  <a:pt x="3455" y="110"/>
                </a:cubicBezTo>
                <a:cubicBezTo>
                  <a:pt x="3436" y="101"/>
                  <a:pt x="3434" y="92"/>
                  <a:pt x="3425" y="90"/>
                </a:cubicBezTo>
                <a:cubicBezTo>
                  <a:pt x="3423" y="83"/>
                  <a:pt x="3430" y="83"/>
                  <a:pt x="3432" y="87"/>
                </a:cubicBezTo>
                <a:cubicBezTo>
                  <a:pt x="3449" y="100"/>
                  <a:pt x="3451" y="102"/>
                  <a:pt x="3455" y="101"/>
                </a:cubicBezTo>
                <a:cubicBezTo>
                  <a:pt x="3485" y="120"/>
                  <a:pt x="3492" y="126"/>
                  <a:pt x="3502" y="128"/>
                </a:cubicBezTo>
                <a:cubicBezTo>
                  <a:pt x="3535" y="145"/>
                  <a:pt x="3541" y="152"/>
                  <a:pt x="3552" y="153"/>
                </a:cubicBezTo>
                <a:cubicBezTo>
                  <a:pt x="3582" y="166"/>
                  <a:pt x="3589" y="165"/>
                  <a:pt x="3591" y="170"/>
                </a:cubicBezTo>
                <a:cubicBezTo>
                  <a:pt x="3647" y="181"/>
                  <a:pt x="3653" y="188"/>
                  <a:pt x="3664" y="189"/>
                </a:cubicBezTo>
                <a:cubicBezTo>
                  <a:pt x="3699" y="198"/>
                  <a:pt x="3710" y="200"/>
                  <a:pt x="3720" y="203"/>
                </a:cubicBezTo>
                <a:cubicBezTo>
                  <a:pt x="3763" y="221"/>
                  <a:pt x="3768" y="222"/>
                  <a:pt x="3774" y="223"/>
                </a:cubicBezTo>
                <a:cubicBezTo>
                  <a:pt x="3810" y="245"/>
                  <a:pt x="3813" y="246"/>
                  <a:pt x="3814" y="246"/>
                </a:cubicBezTo>
                <a:cubicBezTo>
                  <a:pt x="3799" y="228"/>
                  <a:pt x="3790" y="229"/>
                  <a:pt x="3787" y="222"/>
                </a:cubicBezTo>
                <a:cubicBezTo>
                  <a:pt x="3747" y="202"/>
                  <a:pt x="3743" y="201"/>
                  <a:pt x="3739" y="201"/>
                </a:cubicBezTo>
                <a:cubicBezTo>
                  <a:pt x="3695" y="187"/>
                  <a:pt x="3682" y="182"/>
                  <a:pt x="3664" y="183"/>
                </a:cubicBezTo>
                <a:cubicBezTo>
                  <a:pt x="3625" y="169"/>
                  <a:pt x="3620" y="165"/>
                  <a:pt x="3617" y="168"/>
                </a:cubicBezTo>
                <a:cubicBezTo>
                  <a:pt x="3539" y="138"/>
                  <a:pt x="3528" y="132"/>
                  <a:pt x="3518" y="127"/>
                </a:cubicBezTo>
                <a:cubicBezTo>
                  <a:pt x="3453" y="92"/>
                  <a:pt x="3452" y="89"/>
                  <a:pt x="3449" y="88"/>
                </a:cubicBezTo>
                <a:cubicBezTo>
                  <a:pt x="3426" y="67"/>
                  <a:pt x="3420" y="64"/>
                  <a:pt x="3415" y="62"/>
                </a:cubicBezTo>
                <a:cubicBezTo>
                  <a:pt x="3388" y="37"/>
                  <a:pt x="3389" y="32"/>
                  <a:pt x="3386" y="32"/>
                </a:cubicBezTo>
                <a:cubicBezTo>
                  <a:pt x="3402" y="34"/>
                  <a:pt x="3402" y="38"/>
                  <a:pt x="3404" y="39"/>
                </a:cubicBezTo>
                <a:cubicBezTo>
                  <a:pt x="3422" y="49"/>
                  <a:pt x="3421" y="55"/>
                  <a:pt x="3425" y="55"/>
                </a:cubicBezTo>
                <a:cubicBezTo>
                  <a:pt x="3447" y="71"/>
                  <a:pt x="3451" y="71"/>
                  <a:pt x="3451" y="75"/>
                </a:cubicBezTo>
                <a:cubicBezTo>
                  <a:pt x="3487" y="93"/>
                  <a:pt x="3490" y="98"/>
                  <a:pt x="3496" y="100"/>
                </a:cubicBezTo>
                <a:cubicBezTo>
                  <a:pt x="3542" y="119"/>
                  <a:pt x="3548" y="130"/>
                  <a:pt x="3564" y="131"/>
                </a:cubicBezTo>
                <a:cubicBezTo>
                  <a:pt x="3608" y="148"/>
                  <a:pt x="3621" y="146"/>
                  <a:pt x="3626" y="152"/>
                </a:cubicBezTo>
                <a:cubicBezTo>
                  <a:pt x="3717" y="160"/>
                  <a:pt x="3716" y="154"/>
                  <a:pt x="3710" y="155"/>
                </a:cubicBezTo>
                <a:cubicBezTo>
                  <a:pt x="3630" y="121"/>
                  <a:pt x="3616" y="106"/>
                  <a:pt x="3588" y="107"/>
                </a:cubicBezTo>
                <a:cubicBezTo>
                  <a:pt x="3522" y="77"/>
                  <a:pt x="3514" y="79"/>
                  <a:pt x="3512" y="73"/>
                </a:cubicBezTo>
                <a:cubicBezTo>
                  <a:pt x="3454" y="45"/>
                  <a:pt x="3444" y="40"/>
                  <a:pt x="3437" y="32"/>
                </a:cubicBezTo>
                <a:cubicBezTo>
                  <a:pt x="3419" y="23"/>
                  <a:pt x="3415" y="23"/>
                  <a:pt x="3416" y="19"/>
                </a:cubicBezTo>
                <a:cubicBezTo>
                  <a:pt x="3395" y="3"/>
                  <a:pt x="3393" y="2"/>
                  <a:pt x="3392" y="0"/>
                </a:cubicBezTo>
                <a:cubicBezTo>
                  <a:pt x="3358" y="12"/>
                  <a:pt x="3359" y="22"/>
                  <a:pt x="3360" y="31"/>
                </a:cubicBezTo>
                <a:cubicBezTo>
                  <a:pt x="3336" y="112"/>
                  <a:pt x="3336" y="117"/>
                  <a:pt x="3336" y="123"/>
                </a:cubicBezTo>
                <a:cubicBezTo>
                  <a:pt x="3321" y="150"/>
                  <a:pt x="3320" y="156"/>
                  <a:pt x="3317" y="159"/>
                </a:cubicBezTo>
                <a:cubicBezTo>
                  <a:pt x="3304" y="194"/>
                  <a:pt x="3296" y="199"/>
                  <a:pt x="3294" y="209"/>
                </a:cubicBezTo>
                <a:cubicBezTo>
                  <a:pt x="3283" y="219"/>
                  <a:pt x="3283" y="221"/>
                  <a:pt x="3282" y="223"/>
                </a:cubicBezTo>
                <a:cubicBezTo>
                  <a:pt x="3266" y="241"/>
                  <a:pt x="3269" y="250"/>
                  <a:pt x="3262" y="250"/>
                </a:cubicBezTo>
                <a:cubicBezTo>
                  <a:pt x="3229" y="295"/>
                  <a:pt x="3223" y="295"/>
                  <a:pt x="3221" y="299"/>
                </a:cubicBezTo>
                <a:cubicBezTo>
                  <a:pt x="3170" y="353"/>
                  <a:pt x="3162" y="358"/>
                  <a:pt x="3156" y="365"/>
                </a:cubicBezTo>
                <a:cubicBezTo>
                  <a:pt x="3137" y="388"/>
                  <a:pt x="3134" y="391"/>
                  <a:pt x="3132" y="395"/>
                </a:cubicBezTo>
                <a:cubicBezTo>
                  <a:pt x="3114" y="416"/>
                  <a:pt x="3113" y="418"/>
                  <a:pt x="3112" y="420"/>
                </a:cubicBezTo>
                <a:cubicBezTo>
                  <a:pt x="3122" y="411"/>
                  <a:pt x="3125" y="411"/>
                  <a:pt x="3126" y="408"/>
                </a:cubicBezTo>
                <a:cubicBezTo>
                  <a:pt x="3143" y="383"/>
                  <a:pt x="3152" y="383"/>
                  <a:pt x="3153" y="376"/>
                </a:cubicBezTo>
                <a:cubicBezTo>
                  <a:pt x="3211" y="324"/>
                  <a:pt x="3215" y="314"/>
                  <a:pt x="3224" y="308"/>
                </a:cubicBezTo>
                <a:cubicBezTo>
                  <a:pt x="3267" y="256"/>
                  <a:pt x="3271" y="256"/>
                  <a:pt x="3273" y="254"/>
                </a:cubicBezTo>
                <a:cubicBezTo>
                  <a:pt x="3290" y="222"/>
                  <a:pt x="3298" y="217"/>
                  <a:pt x="3300" y="208"/>
                </a:cubicBezTo>
                <a:cubicBezTo>
                  <a:pt x="3327" y="156"/>
                  <a:pt x="3333" y="155"/>
                  <a:pt x="3333" y="149"/>
                </a:cubicBezTo>
                <a:cubicBezTo>
                  <a:pt x="3360" y="77"/>
                  <a:pt x="3358" y="69"/>
                  <a:pt x="3360" y="66"/>
                </a:cubicBezTo>
                <a:cubicBezTo>
                  <a:pt x="3370" y="31"/>
                  <a:pt x="3365" y="21"/>
                  <a:pt x="3372" y="22"/>
                </a:cubicBezTo>
                <a:cubicBezTo>
                  <a:pt x="3365" y="85"/>
                  <a:pt x="3358" y="92"/>
                  <a:pt x="3362" y="97"/>
                </a:cubicBezTo>
                <a:cubicBezTo>
                  <a:pt x="3350" y="134"/>
                  <a:pt x="3348" y="136"/>
                  <a:pt x="3346" y="137"/>
                </a:cubicBezTo>
                <a:cubicBezTo>
                  <a:pt x="3335" y="157"/>
                  <a:pt x="3338" y="164"/>
                  <a:pt x="3334" y="164"/>
                </a:cubicBezTo>
                <a:cubicBezTo>
                  <a:pt x="3322" y="190"/>
                  <a:pt x="3320" y="192"/>
                  <a:pt x="3317" y="194"/>
                </a:cubicBezTo>
                <a:cubicBezTo>
                  <a:pt x="3288" y="230"/>
                  <a:pt x="3295" y="240"/>
                  <a:pt x="3289" y="240"/>
                </a:cubicBezTo>
                <a:cubicBezTo>
                  <a:pt x="3257" y="283"/>
                  <a:pt x="3258" y="287"/>
                  <a:pt x="3256" y="288"/>
                </a:cubicBezTo>
                <a:cubicBezTo>
                  <a:pt x="3239" y="311"/>
                  <a:pt x="3231" y="316"/>
                  <a:pt x="3225" y="323"/>
                </a:cubicBezTo>
                <a:cubicBezTo>
                  <a:pt x="3168" y="381"/>
                  <a:pt x="3169" y="385"/>
                  <a:pt x="3166" y="386"/>
                </a:cubicBezTo>
                <a:cubicBezTo>
                  <a:pt x="3148" y="408"/>
                  <a:pt x="3140" y="413"/>
                  <a:pt x="3136" y="421"/>
                </a:cubicBezTo>
                <a:cubicBezTo>
                  <a:pt x="3127" y="443"/>
                  <a:pt x="3128" y="438"/>
                  <a:pt x="3130" y="434"/>
                </a:cubicBezTo>
                <a:cubicBezTo>
                  <a:pt x="3153" y="408"/>
                  <a:pt x="3156" y="404"/>
                  <a:pt x="3159" y="400"/>
                </a:cubicBezTo>
                <a:cubicBezTo>
                  <a:pt x="3173" y="387"/>
                  <a:pt x="3177" y="383"/>
                  <a:pt x="3179" y="378"/>
                </a:cubicBezTo>
                <a:cubicBezTo>
                  <a:pt x="3197" y="369"/>
                  <a:pt x="3196" y="361"/>
                  <a:pt x="3202" y="359"/>
                </a:cubicBezTo>
                <a:cubicBezTo>
                  <a:pt x="3289" y="252"/>
                  <a:pt x="3303" y="239"/>
                  <a:pt x="3312" y="220"/>
                </a:cubicBezTo>
                <a:cubicBezTo>
                  <a:pt x="3339" y="180"/>
                  <a:pt x="3340" y="174"/>
                  <a:pt x="3344" y="170"/>
                </a:cubicBezTo>
                <a:cubicBezTo>
                  <a:pt x="3352" y="146"/>
                  <a:pt x="3355" y="145"/>
                  <a:pt x="3355" y="141"/>
                </a:cubicBezTo>
                <a:cubicBezTo>
                  <a:pt x="3368" y="101"/>
                  <a:pt x="3374" y="93"/>
                  <a:pt x="3374" y="81"/>
                </a:cubicBezTo>
                <a:cubicBezTo>
                  <a:pt x="3386" y="52"/>
                  <a:pt x="3387" y="59"/>
                  <a:pt x="3391" y="64"/>
                </a:cubicBezTo>
                <a:cubicBezTo>
                  <a:pt x="3383" y="109"/>
                  <a:pt x="3368" y="123"/>
                  <a:pt x="3368" y="151"/>
                </a:cubicBezTo>
                <a:cubicBezTo>
                  <a:pt x="3344" y="200"/>
                  <a:pt x="3339" y="213"/>
                  <a:pt x="3332" y="226"/>
                </a:cubicBezTo>
                <a:cubicBezTo>
                  <a:pt x="3301" y="269"/>
                  <a:pt x="3302" y="274"/>
                  <a:pt x="3301" y="278"/>
                </a:cubicBezTo>
                <a:cubicBezTo>
                  <a:pt x="3272" y="313"/>
                  <a:pt x="3268" y="314"/>
                  <a:pt x="3269" y="320"/>
                </a:cubicBezTo>
                <a:cubicBezTo>
                  <a:pt x="3225" y="362"/>
                  <a:pt x="3218" y="366"/>
                  <a:pt x="3213" y="372"/>
                </a:cubicBezTo>
                <a:cubicBezTo>
                  <a:pt x="3179" y="404"/>
                  <a:pt x="3178" y="407"/>
                  <a:pt x="3172" y="407"/>
                </a:cubicBezTo>
                <a:cubicBezTo>
                  <a:pt x="3180" y="408"/>
                  <a:pt x="3182" y="406"/>
                  <a:pt x="3185" y="404"/>
                </a:cubicBezTo>
                <a:cubicBezTo>
                  <a:pt x="3205" y="378"/>
                  <a:pt x="3215" y="382"/>
                  <a:pt x="3214" y="376"/>
                </a:cubicBezTo>
                <a:cubicBezTo>
                  <a:pt x="3265" y="334"/>
                  <a:pt x="3267" y="327"/>
                  <a:pt x="3271" y="322"/>
                </a:cubicBezTo>
                <a:cubicBezTo>
                  <a:pt x="3306" y="287"/>
                  <a:pt x="3304" y="280"/>
                  <a:pt x="3307" y="278"/>
                </a:cubicBezTo>
                <a:cubicBezTo>
                  <a:pt x="3333" y="243"/>
                  <a:pt x="3332" y="237"/>
                  <a:pt x="3337" y="236"/>
                </a:cubicBezTo>
                <a:cubicBezTo>
                  <a:pt x="3353" y="204"/>
                  <a:pt x="3355" y="198"/>
                  <a:pt x="3358" y="193"/>
                </a:cubicBezTo>
                <a:cubicBezTo>
                  <a:pt x="3386" y="121"/>
                  <a:pt x="3383" y="114"/>
                  <a:pt x="3385" y="113"/>
                </a:cubicBezTo>
                <a:cubicBezTo>
                  <a:pt x="3391" y="93"/>
                  <a:pt x="3387" y="87"/>
                  <a:pt x="3395" y="88"/>
                </a:cubicBezTo>
                <a:cubicBezTo>
                  <a:pt x="3390" y="147"/>
                  <a:pt x="3384" y="146"/>
                  <a:pt x="3386" y="152"/>
                </a:cubicBezTo>
                <a:cubicBezTo>
                  <a:pt x="3369" y="209"/>
                  <a:pt x="3374" y="218"/>
                  <a:pt x="3367" y="217"/>
                </a:cubicBezTo>
                <a:cubicBezTo>
                  <a:pt x="3331" y="288"/>
                  <a:pt x="3323" y="301"/>
                  <a:pt x="3317" y="314"/>
                </a:cubicBezTo>
                <a:cubicBezTo>
                  <a:pt x="3296" y="336"/>
                  <a:pt x="3293" y="336"/>
                  <a:pt x="3294" y="340"/>
                </a:cubicBezTo>
                <a:cubicBezTo>
                  <a:pt x="3283" y="348"/>
                  <a:pt x="3285" y="351"/>
                  <a:pt x="3284" y="351"/>
                </a:cubicBezTo>
                <a:cubicBezTo>
                  <a:pt x="3230" y="404"/>
                  <a:pt x="3232" y="418"/>
                  <a:pt x="3221" y="421"/>
                </a:cubicBezTo>
                <a:cubicBezTo>
                  <a:pt x="3201" y="467"/>
                  <a:pt x="3193" y="468"/>
                  <a:pt x="3195" y="476"/>
                </a:cubicBezTo>
                <a:cubicBezTo>
                  <a:pt x="3185" y="499"/>
                  <a:pt x="3182" y="502"/>
                  <a:pt x="3186" y="503"/>
                </a:cubicBezTo>
                <a:cubicBezTo>
                  <a:pt x="3209" y="452"/>
                  <a:pt x="3220" y="442"/>
                  <a:pt x="3224" y="428"/>
                </a:cubicBezTo>
                <a:cubicBezTo>
                  <a:pt x="3273" y="375"/>
                  <a:pt x="3279" y="367"/>
                  <a:pt x="3287" y="360"/>
                </a:cubicBezTo>
                <a:cubicBezTo>
                  <a:pt x="3305" y="342"/>
                  <a:pt x="3305" y="338"/>
                  <a:pt x="3307" y="337"/>
                </a:cubicBezTo>
                <a:cubicBezTo>
                  <a:pt x="3348" y="283"/>
                  <a:pt x="3350" y="279"/>
                  <a:pt x="3351" y="272"/>
                </a:cubicBezTo>
                <a:cubicBezTo>
                  <a:pt x="3379" y="229"/>
                  <a:pt x="3374" y="220"/>
                  <a:pt x="3378" y="218"/>
                </a:cubicBezTo>
                <a:cubicBezTo>
                  <a:pt x="3386" y="191"/>
                  <a:pt x="3387" y="187"/>
                  <a:pt x="3390" y="184"/>
                </a:cubicBezTo>
                <a:cubicBezTo>
                  <a:pt x="3406" y="145"/>
                  <a:pt x="3399" y="145"/>
                  <a:pt x="3404" y="153"/>
                </a:cubicBezTo>
                <a:cubicBezTo>
                  <a:pt x="3399" y="178"/>
                  <a:pt x="3398" y="180"/>
                  <a:pt x="3397" y="182"/>
                </a:cubicBezTo>
                <a:cubicBezTo>
                  <a:pt x="3387" y="219"/>
                  <a:pt x="3380" y="234"/>
                  <a:pt x="3376" y="251"/>
                </a:cubicBezTo>
                <a:cubicBezTo>
                  <a:pt x="3369" y="261"/>
                  <a:pt x="3370" y="263"/>
                  <a:pt x="3370" y="264"/>
                </a:cubicBezTo>
                <a:cubicBezTo>
                  <a:pt x="3349" y="302"/>
                  <a:pt x="3350" y="312"/>
                  <a:pt x="3343" y="317"/>
                </a:cubicBezTo>
                <a:cubicBezTo>
                  <a:pt x="3329" y="342"/>
                  <a:pt x="3327" y="345"/>
                  <a:pt x="3326" y="348"/>
                </a:cubicBezTo>
                <a:cubicBezTo>
                  <a:pt x="3309" y="373"/>
                  <a:pt x="3306" y="375"/>
                  <a:pt x="3306" y="380"/>
                </a:cubicBezTo>
                <a:cubicBezTo>
                  <a:pt x="3279" y="409"/>
                  <a:pt x="3279" y="415"/>
                  <a:pt x="3276" y="418"/>
                </a:cubicBezTo>
                <a:cubicBezTo>
                  <a:pt x="3256" y="453"/>
                  <a:pt x="3249" y="452"/>
                  <a:pt x="3250" y="459"/>
                </a:cubicBezTo>
                <a:cubicBezTo>
                  <a:pt x="3231" y="494"/>
                  <a:pt x="3234" y="503"/>
                  <a:pt x="3229" y="504"/>
                </a:cubicBezTo>
                <a:cubicBezTo>
                  <a:pt x="3228" y="556"/>
                  <a:pt x="3220" y="565"/>
                  <a:pt x="3229" y="567"/>
                </a:cubicBezTo>
                <a:cubicBezTo>
                  <a:pt x="3242" y="488"/>
                  <a:pt x="3247" y="481"/>
                  <a:pt x="3249" y="470"/>
                </a:cubicBezTo>
                <a:cubicBezTo>
                  <a:pt x="3269" y="440"/>
                  <a:pt x="3269" y="435"/>
                  <a:pt x="3275" y="435"/>
                </a:cubicBezTo>
                <a:cubicBezTo>
                  <a:pt x="3307" y="387"/>
                  <a:pt x="3311" y="385"/>
                  <a:pt x="3313" y="382"/>
                </a:cubicBezTo>
                <a:cubicBezTo>
                  <a:pt x="3339" y="343"/>
                  <a:pt x="3340" y="339"/>
                  <a:pt x="3342" y="336"/>
                </a:cubicBezTo>
                <a:cubicBezTo>
                  <a:pt x="3348" y="337"/>
                  <a:pt x="3342" y="339"/>
                  <a:pt x="3343" y="345"/>
                </a:cubicBezTo>
                <a:cubicBezTo>
                  <a:pt x="3330" y="361"/>
                  <a:pt x="3328" y="366"/>
                  <a:pt x="3327" y="372"/>
                </a:cubicBezTo>
                <a:cubicBezTo>
                  <a:pt x="3310" y="403"/>
                  <a:pt x="3307" y="407"/>
                  <a:pt x="3306" y="413"/>
                </a:cubicBezTo>
                <a:cubicBezTo>
                  <a:pt x="3272" y="477"/>
                  <a:pt x="3268" y="487"/>
                  <a:pt x="3266" y="499"/>
                </a:cubicBezTo>
                <a:cubicBezTo>
                  <a:pt x="3257" y="584"/>
                  <a:pt x="3258" y="602"/>
                  <a:pt x="3259" y="613"/>
                </a:cubicBezTo>
                <a:cubicBezTo>
                  <a:pt x="3262" y="591"/>
                  <a:pt x="3261" y="580"/>
                  <a:pt x="3260" y="569"/>
                </a:cubicBezTo>
                <a:cubicBezTo>
                  <a:pt x="3274" y="501"/>
                  <a:pt x="3273" y="491"/>
                  <a:pt x="3276" y="485"/>
                </a:cubicBezTo>
                <a:cubicBezTo>
                  <a:pt x="3286" y="463"/>
                  <a:pt x="3287" y="460"/>
                  <a:pt x="3290" y="458"/>
                </a:cubicBezTo>
                <a:cubicBezTo>
                  <a:pt x="3317" y="406"/>
                  <a:pt x="3319" y="398"/>
                  <a:pt x="3324" y="394"/>
                </a:cubicBezTo>
                <a:cubicBezTo>
                  <a:pt x="3347" y="355"/>
                  <a:pt x="3347" y="346"/>
                  <a:pt x="3354" y="342"/>
                </a:cubicBezTo>
                <a:cubicBezTo>
                  <a:pt x="3379" y="293"/>
                  <a:pt x="3383" y="279"/>
                  <a:pt x="3390" y="267"/>
                </a:cubicBezTo>
                <a:cubicBezTo>
                  <a:pt x="3402" y="242"/>
                  <a:pt x="3400" y="232"/>
                  <a:pt x="3407" y="229"/>
                </a:cubicBezTo>
                <a:cubicBezTo>
                  <a:pt x="3419" y="181"/>
                  <a:pt x="3415" y="173"/>
                  <a:pt x="3416" y="169"/>
                </a:cubicBezTo>
                <a:cubicBezTo>
                  <a:pt x="3428" y="157"/>
                  <a:pt x="3419" y="164"/>
                  <a:pt x="3420" y="174"/>
                </a:cubicBezTo>
                <a:cubicBezTo>
                  <a:pt x="3412" y="238"/>
                  <a:pt x="3415" y="245"/>
                  <a:pt x="3412" y="246"/>
                </a:cubicBezTo>
                <a:cubicBezTo>
                  <a:pt x="3399" y="288"/>
                  <a:pt x="3396" y="301"/>
                  <a:pt x="3388" y="311"/>
                </a:cubicBezTo>
                <a:cubicBezTo>
                  <a:pt x="3370" y="349"/>
                  <a:pt x="3371" y="354"/>
                  <a:pt x="3370" y="358"/>
                </a:cubicBezTo>
                <a:cubicBezTo>
                  <a:pt x="3348" y="399"/>
                  <a:pt x="3344" y="406"/>
                  <a:pt x="3341" y="415"/>
                </a:cubicBezTo>
                <a:cubicBezTo>
                  <a:pt x="3323" y="443"/>
                  <a:pt x="3322" y="453"/>
                  <a:pt x="3318" y="460"/>
                </a:cubicBezTo>
                <a:cubicBezTo>
                  <a:pt x="3302" y="501"/>
                  <a:pt x="3300" y="505"/>
                  <a:pt x="3300" y="510"/>
                </a:cubicBezTo>
                <a:cubicBezTo>
                  <a:pt x="3292" y="547"/>
                  <a:pt x="3289" y="556"/>
                  <a:pt x="3288" y="567"/>
                </a:cubicBezTo>
                <a:cubicBezTo>
                  <a:pt x="3294" y="608"/>
                  <a:pt x="3292" y="615"/>
                  <a:pt x="3298" y="613"/>
                </a:cubicBezTo>
                <a:cubicBezTo>
                  <a:pt x="3303" y="514"/>
                  <a:pt x="3308" y="512"/>
                  <a:pt x="3308" y="505"/>
                </a:cubicBezTo>
                <a:cubicBezTo>
                  <a:pt x="3321" y="471"/>
                  <a:pt x="3323" y="471"/>
                  <a:pt x="3323" y="467"/>
                </a:cubicBezTo>
                <a:cubicBezTo>
                  <a:pt x="3336" y="433"/>
                  <a:pt x="3345" y="427"/>
                  <a:pt x="3348" y="415"/>
                </a:cubicBezTo>
                <a:cubicBezTo>
                  <a:pt x="3384" y="349"/>
                  <a:pt x="3387" y="338"/>
                  <a:pt x="3392" y="329"/>
                </a:cubicBezTo>
                <a:cubicBezTo>
                  <a:pt x="3401" y="322"/>
                  <a:pt x="3392" y="343"/>
                  <a:pt x="3383" y="364"/>
                </a:cubicBezTo>
                <a:cubicBezTo>
                  <a:pt x="3368" y="400"/>
                  <a:pt x="3367" y="406"/>
                  <a:pt x="3365" y="411"/>
                </a:cubicBezTo>
                <a:cubicBezTo>
                  <a:pt x="3348" y="447"/>
                  <a:pt x="3349" y="456"/>
                  <a:pt x="3344" y="459"/>
                </a:cubicBezTo>
                <a:cubicBezTo>
                  <a:pt x="3328" y="515"/>
                  <a:pt x="3325" y="520"/>
                  <a:pt x="3325" y="528"/>
                </a:cubicBezTo>
                <a:cubicBezTo>
                  <a:pt x="3318" y="606"/>
                  <a:pt x="3323" y="617"/>
                  <a:pt x="3318" y="620"/>
                </a:cubicBezTo>
                <a:cubicBezTo>
                  <a:pt x="3332" y="669"/>
                  <a:pt x="3325" y="683"/>
                  <a:pt x="3332" y="682"/>
                </a:cubicBezTo>
                <a:cubicBezTo>
                  <a:pt x="3326" y="633"/>
                  <a:pt x="3325" y="621"/>
                  <a:pt x="3324" y="609"/>
                </a:cubicBezTo>
                <a:cubicBezTo>
                  <a:pt x="3333" y="543"/>
                  <a:pt x="3329" y="535"/>
                  <a:pt x="3330" y="532"/>
                </a:cubicBezTo>
                <a:cubicBezTo>
                  <a:pt x="3338" y="510"/>
                  <a:pt x="3335" y="503"/>
                  <a:pt x="3339" y="503"/>
                </a:cubicBezTo>
                <a:cubicBezTo>
                  <a:pt x="3360" y="438"/>
                  <a:pt x="3365" y="434"/>
                  <a:pt x="3366" y="427"/>
                </a:cubicBezTo>
                <a:cubicBezTo>
                  <a:pt x="3388" y="388"/>
                  <a:pt x="3385" y="376"/>
                  <a:pt x="3391" y="372"/>
                </a:cubicBezTo>
                <a:cubicBezTo>
                  <a:pt x="3405" y="344"/>
                  <a:pt x="3402" y="337"/>
                  <a:pt x="3406" y="336"/>
                </a:cubicBezTo>
                <a:cubicBezTo>
                  <a:pt x="3431" y="261"/>
                  <a:pt x="3430" y="249"/>
                  <a:pt x="3436" y="242"/>
                </a:cubicBezTo>
                <a:cubicBezTo>
                  <a:pt x="3440" y="222"/>
                  <a:pt x="3448" y="227"/>
                  <a:pt x="3442" y="233"/>
                </a:cubicBezTo>
                <a:cubicBezTo>
                  <a:pt x="3435" y="304"/>
                  <a:pt x="3435" y="312"/>
                  <a:pt x="3433" y="317"/>
                </a:cubicBezTo>
                <a:cubicBezTo>
                  <a:pt x="3426" y="349"/>
                  <a:pt x="3415" y="355"/>
                  <a:pt x="3417" y="373"/>
                </a:cubicBezTo>
                <a:cubicBezTo>
                  <a:pt x="3398" y="409"/>
                  <a:pt x="3395" y="419"/>
                  <a:pt x="3390" y="429"/>
                </a:cubicBezTo>
                <a:cubicBezTo>
                  <a:pt x="3374" y="468"/>
                  <a:pt x="3369" y="477"/>
                  <a:pt x="3364" y="486"/>
                </a:cubicBezTo>
                <a:cubicBezTo>
                  <a:pt x="3350" y="555"/>
                  <a:pt x="3342" y="561"/>
                  <a:pt x="3343" y="564"/>
                </a:cubicBezTo>
                <a:cubicBezTo>
                  <a:pt x="3337" y="589"/>
                  <a:pt x="3341" y="597"/>
                  <a:pt x="3336" y="597"/>
                </a:cubicBezTo>
                <a:cubicBezTo>
                  <a:pt x="3336" y="631"/>
                  <a:pt x="3331" y="635"/>
                  <a:pt x="3333" y="645"/>
                </a:cubicBezTo>
                <a:cubicBezTo>
                  <a:pt x="3351" y="557"/>
                  <a:pt x="3354" y="542"/>
                  <a:pt x="3360" y="530"/>
                </a:cubicBezTo>
                <a:cubicBezTo>
                  <a:pt x="3380" y="472"/>
                  <a:pt x="3380" y="468"/>
                  <a:pt x="3384" y="469"/>
                </a:cubicBezTo>
                <a:cubicBezTo>
                  <a:pt x="3401" y="432"/>
                  <a:pt x="3401" y="421"/>
                  <a:pt x="3407" y="415"/>
                </a:cubicBezTo>
                <a:cubicBezTo>
                  <a:pt x="3429" y="360"/>
                  <a:pt x="3431" y="352"/>
                  <a:pt x="3435" y="345"/>
                </a:cubicBezTo>
                <a:cubicBezTo>
                  <a:pt x="3442" y="313"/>
                  <a:pt x="3444" y="307"/>
                  <a:pt x="3447" y="301"/>
                </a:cubicBezTo>
                <a:cubicBezTo>
                  <a:pt x="3455" y="291"/>
                  <a:pt x="3449" y="295"/>
                  <a:pt x="3453" y="298"/>
                </a:cubicBezTo>
                <a:cubicBezTo>
                  <a:pt x="3425" y="410"/>
                  <a:pt x="3420" y="410"/>
                  <a:pt x="3422" y="416"/>
                </a:cubicBezTo>
                <a:cubicBezTo>
                  <a:pt x="3393" y="478"/>
                  <a:pt x="3393" y="496"/>
                  <a:pt x="3385" y="506"/>
                </a:cubicBezTo>
                <a:cubicBezTo>
                  <a:pt x="3370" y="564"/>
                  <a:pt x="3362" y="575"/>
                  <a:pt x="3360" y="591"/>
                </a:cubicBezTo>
                <a:cubicBezTo>
                  <a:pt x="3351" y="652"/>
                  <a:pt x="3352" y="666"/>
                  <a:pt x="3353" y="681"/>
                </a:cubicBezTo>
                <a:cubicBezTo>
                  <a:pt x="3358" y="622"/>
                  <a:pt x="3364" y="612"/>
                  <a:pt x="3363" y="597"/>
                </a:cubicBezTo>
                <a:cubicBezTo>
                  <a:pt x="3380" y="557"/>
                  <a:pt x="3378" y="549"/>
                  <a:pt x="3383" y="546"/>
                </a:cubicBezTo>
                <a:cubicBezTo>
                  <a:pt x="3402" y="483"/>
                  <a:pt x="3407" y="480"/>
                  <a:pt x="3406" y="472"/>
                </a:cubicBezTo>
                <a:cubicBezTo>
                  <a:pt x="3425" y="437"/>
                  <a:pt x="3422" y="430"/>
                  <a:pt x="3425" y="429"/>
                </a:cubicBezTo>
                <a:cubicBezTo>
                  <a:pt x="3438" y="397"/>
                  <a:pt x="3437" y="388"/>
                  <a:pt x="3442" y="384"/>
                </a:cubicBezTo>
                <a:cubicBezTo>
                  <a:pt x="3455" y="332"/>
                  <a:pt x="3460" y="332"/>
                  <a:pt x="3457" y="326"/>
                </a:cubicBezTo>
                <a:cubicBezTo>
                  <a:pt x="3463" y="349"/>
                  <a:pt x="3458" y="358"/>
                  <a:pt x="3458" y="372"/>
                </a:cubicBezTo>
                <a:cubicBezTo>
                  <a:pt x="3450" y="388"/>
                  <a:pt x="3451" y="393"/>
                  <a:pt x="3451" y="396"/>
                </a:cubicBezTo>
                <a:cubicBezTo>
                  <a:pt x="3444" y="416"/>
                  <a:pt x="3442" y="417"/>
                  <a:pt x="3442" y="421"/>
                </a:cubicBezTo>
                <a:cubicBezTo>
                  <a:pt x="3431" y="446"/>
                  <a:pt x="3430" y="460"/>
                  <a:pt x="3424" y="468"/>
                </a:cubicBezTo>
                <a:cubicBezTo>
                  <a:pt x="3407" y="509"/>
                  <a:pt x="3401" y="518"/>
                  <a:pt x="3397" y="529"/>
                </a:cubicBezTo>
                <a:cubicBezTo>
                  <a:pt x="3383" y="583"/>
                  <a:pt x="3376" y="592"/>
                  <a:pt x="3382" y="596"/>
                </a:cubicBezTo>
                <a:cubicBezTo>
                  <a:pt x="3409" y="524"/>
                  <a:pt x="3412" y="513"/>
                  <a:pt x="3417" y="504"/>
                </a:cubicBezTo>
                <a:cubicBezTo>
                  <a:pt x="3441" y="458"/>
                  <a:pt x="3440" y="453"/>
                  <a:pt x="3440" y="450"/>
                </a:cubicBezTo>
                <a:cubicBezTo>
                  <a:pt x="3457" y="405"/>
                  <a:pt x="3457" y="398"/>
                  <a:pt x="3462" y="396"/>
                </a:cubicBezTo>
                <a:cubicBezTo>
                  <a:pt x="3472" y="356"/>
                  <a:pt x="3467" y="344"/>
                  <a:pt x="3476" y="344"/>
                </a:cubicBezTo>
                <a:cubicBezTo>
                  <a:pt x="3464" y="412"/>
                  <a:pt x="3465" y="422"/>
                  <a:pt x="3460" y="426"/>
                </a:cubicBezTo>
                <a:cubicBezTo>
                  <a:pt x="3449" y="464"/>
                  <a:pt x="3445" y="466"/>
                  <a:pt x="3446" y="471"/>
                </a:cubicBezTo>
                <a:cubicBezTo>
                  <a:pt x="3438" y="502"/>
                  <a:pt x="3433" y="506"/>
                  <a:pt x="3433" y="516"/>
                </a:cubicBezTo>
                <a:cubicBezTo>
                  <a:pt x="3417" y="568"/>
                  <a:pt x="3415" y="576"/>
                  <a:pt x="3410" y="581"/>
                </a:cubicBezTo>
                <a:cubicBezTo>
                  <a:pt x="3410" y="660"/>
                  <a:pt x="3412" y="665"/>
                  <a:pt x="3412" y="672"/>
                </a:cubicBezTo>
                <a:cubicBezTo>
                  <a:pt x="3426" y="706"/>
                  <a:pt x="3422" y="719"/>
                  <a:pt x="3430" y="717"/>
                </a:cubicBezTo>
                <a:cubicBezTo>
                  <a:pt x="3420" y="681"/>
                  <a:pt x="3418" y="669"/>
                  <a:pt x="3415" y="659"/>
                </a:cubicBezTo>
                <a:cubicBezTo>
                  <a:pt x="3417" y="602"/>
                  <a:pt x="3414" y="595"/>
                  <a:pt x="3417" y="593"/>
                </a:cubicBezTo>
                <a:cubicBezTo>
                  <a:pt x="3434" y="546"/>
                  <a:pt x="3431" y="525"/>
                  <a:pt x="3442" y="515"/>
                </a:cubicBezTo>
                <a:cubicBezTo>
                  <a:pt x="3458" y="465"/>
                  <a:pt x="3460" y="456"/>
                  <a:pt x="3461" y="448"/>
                </a:cubicBezTo>
                <a:cubicBezTo>
                  <a:pt x="3477" y="411"/>
                  <a:pt x="3477" y="404"/>
                  <a:pt x="3480" y="401"/>
                </a:cubicBezTo>
                <a:cubicBezTo>
                  <a:pt x="3493" y="395"/>
                  <a:pt x="3485" y="406"/>
                  <a:pt x="3486" y="425"/>
                </a:cubicBezTo>
                <a:cubicBezTo>
                  <a:pt x="3466" y="480"/>
                  <a:pt x="3469" y="488"/>
                  <a:pt x="3464" y="490"/>
                </a:cubicBezTo>
                <a:cubicBezTo>
                  <a:pt x="3457" y="522"/>
                  <a:pt x="3453" y="524"/>
                  <a:pt x="3454" y="532"/>
                </a:cubicBezTo>
                <a:cubicBezTo>
                  <a:pt x="3444" y="561"/>
                  <a:pt x="3446" y="568"/>
                  <a:pt x="3444" y="572"/>
                </a:cubicBezTo>
                <a:cubicBezTo>
                  <a:pt x="3437" y="682"/>
                  <a:pt x="3434" y="691"/>
                  <a:pt x="3439" y="719"/>
                </a:cubicBezTo>
                <a:cubicBezTo>
                  <a:pt x="3448" y="743"/>
                  <a:pt x="3450" y="749"/>
                  <a:pt x="3457" y="750"/>
                </a:cubicBezTo>
                <a:cubicBezTo>
                  <a:pt x="3444" y="682"/>
                  <a:pt x="3442" y="668"/>
                  <a:pt x="3441" y="655"/>
                </a:cubicBezTo>
                <a:cubicBezTo>
                  <a:pt x="3449" y="616"/>
                  <a:pt x="3442" y="615"/>
                  <a:pt x="3447" y="611"/>
                </a:cubicBezTo>
                <a:cubicBezTo>
                  <a:pt x="3451" y="571"/>
                  <a:pt x="3456" y="564"/>
                  <a:pt x="3456" y="554"/>
                </a:cubicBezTo>
                <a:cubicBezTo>
                  <a:pt x="3482" y="464"/>
                  <a:pt x="3487" y="456"/>
                  <a:pt x="3488" y="446"/>
                </a:cubicBezTo>
                <a:cubicBezTo>
                  <a:pt x="3494" y="430"/>
                  <a:pt x="3499" y="432"/>
                  <a:pt x="3495" y="433"/>
                </a:cubicBezTo>
                <a:cubicBezTo>
                  <a:pt x="3483" y="507"/>
                  <a:pt x="3473" y="525"/>
                  <a:pt x="3476" y="554"/>
                </a:cubicBezTo>
                <a:cubicBezTo>
                  <a:pt x="3469" y="597"/>
                  <a:pt x="3466" y="612"/>
                  <a:pt x="3465" y="629"/>
                </a:cubicBezTo>
                <a:cubicBezTo>
                  <a:pt x="3479" y="752"/>
                  <a:pt x="3485" y="750"/>
                  <a:pt x="3485" y="755"/>
                </a:cubicBezTo>
                <a:cubicBezTo>
                  <a:pt x="3499" y="791"/>
                  <a:pt x="3500" y="794"/>
                  <a:pt x="3503" y="795"/>
                </a:cubicBezTo>
                <a:cubicBezTo>
                  <a:pt x="3492" y="758"/>
                  <a:pt x="3488" y="746"/>
                  <a:pt x="3484" y="744"/>
                </a:cubicBezTo>
                <a:cubicBezTo>
                  <a:pt x="3481" y="733"/>
                  <a:pt x="3481" y="729"/>
                  <a:pt x="3481" y="729"/>
                </a:cubicBezTo>
                <a:cubicBezTo>
                  <a:pt x="3475" y="679"/>
                  <a:pt x="3475" y="662"/>
                  <a:pt x="3473" y="646"/>
                </a:cubicBezTo>
                <a:cubicBezTo>
                  <a:pt x="3481" y="573"/>
                  <a:pt x="3482" y="570"/>
                  <a:pt x="3481" y="565"/>
                </a:cubicBezTo>
                <a:cubicBezTo>
                  <a:pt x="3488" y="543"/>
                  <a:pt x="3484" y="535"/>
                  <a:pt x="3485" y="532"/>
                </a:cubicBezTo>
                <a:cubicBezTo>
                  <a:pt x="3494" y="519"/>
                  <a:pt x="3487" y="532"/>
                  <a:pt x="3488" y="551"/>
                </a:cubicBezTo>
                <a:cubicBezTo>
                  <a:pt x="3483" y="582"/>
                  <a:pt x="3481" y="591"/>
                  <a:pt x="3481" y="600"/>
                </a:cubicBezTo>
                <a:cubicBezTo>
                  <a:pt x="3506" y="747"/>
                  <a:pt x="3504" y="754"/>
                  <a:pt x="3507" y="755"/>
                </a:cubicBezTo>
                <a:cubicBezTo>
                  <a:pt x="3522" y="799"/>
                  <a:pt x="3528" y="803"/>
                  <a:pt x="3531" y="811"/>
                </a:cubicBezTo>
                <a:cubicBezTo>
                  <a:pt x="3524" y="788"/>
                  <a:pt x="3521" y="783"/>
                  <a:pt x="3520" y="776"/>
                </a:cubicBezTo>
                <a:cubicBezTo>
                  <a:pt x="3511" y="743"/>
                  <a:pt x="3507" y="733"/>
                  <a:pt x="3503" y="723"/>
                </a:cubicBezTo>
                <a:cubicBezTo>
                  <a:pt x="3500" y="696"/>
                  <a:pt x="3497" y="689"/>
                  <a:pt x="3495" y="682"/>
                </a:cubicBezTo>
                <a:cubicBezTo>
                  <a:pt x="3491" y="631"/>
                  <a:pt x="3491" y="616"/>
                  <a:pt x="3490" y="599"/>
                </a:cubicBezTo>
                <a:cubicBezTo>
                  <a:pt x="3495" y="554"/>
                  <a:pt x="3495" y="550"/>
                  <a:pt x="3497" y="548"/>
                </a:cubicBezTo>
                <a:cubicBezTo>
                  <a:pt x="3502" y="498"/>
                  <a:pt x="3505" y="494"/>
                  <a:pt x="3506" y="489"/>
                </a:cubicBezTo>
                <a:cubicBezTo>
                  <a:pt x="3506" y="547"/>
                  <a:pt x="3503" y="566"/>
                  <a:pt x="3502" y="585"/>
                </a:cubicBezTo>
                <a:cubicBezTo>
                  <a:pt x="3515" y="692"/>
                  <a:pt x="3511" y="695"/>
                  <a:pt x="3512" y="698"/>
                </a:cubicBezTo>
                <a:cubicBezTo>
                  <a:pt x="3528" y="752"/>
                  <a:pt x="3532" y="765"/>
                  <a:pt x="3537" y="775"/>
                </a:cubicBezTo>
                <a:cubicBezTo>
                  <a:pt x="3550" y="790"/>
                  <a:pt x="3543" y="782"/>
                  <a:pt x="3539" y="771"/>
                </a:cubicBezTo>
                <a:cubicBezTo>
                  <a:pt x="3522" y="708"/>
                  <a:pt x="3521" y="704"/>
                  <a:pt x="3519" y="702"/>
                </a:cubicBezTo>
                <a:cubicBezTo>
                  <a:pt x="3511" y="634"/>
                  <a:pt x="3511" y="615"/>
                  <a:pt x="3509" y="600"/>
                </a:cubicBezTo>
                <a:cubicBezTo>
                  <a:pt x="3520" y="547"/>
                  <a:pt x="3511" y="533"/>
                  <a:pt x="3520" y="534"/>
                </a:cubicBezTo>
                <a:cubicBezTo>
                  <a:pt x="3524" y="611"/>
                  <a:pt x="3521" y="619"/>
                  <a:pt x="3526" y="619"/>
                </a:cubicBezTo>
                <a:cubicBezTo>
                  <a:pt x="3528" y="645"/>
                  <a:pt x="3532" y="649"/>
                  <a:pt x="3531" y="660"/>
                </a:cubicBezTo>
                <a:cubicBezTo>
                  <a:pt x="3556" y="737"/>
                  <a:pt x="3561" y="744"/>
                  <a:pt x="3562" y="760"/>
                </a:cubicBezTo>
                <a:cubicBezTo>
                  <a:pt x="3585" y="787"/>
                  <a:pt x="3582" y="784"/>
                  <a:pt x="3579" y="783"/>
                </a:cubicBezTo>
                <a:cubicBezTo>
                  <a:pt x="3560" y="729"/>
                  <a:pt x="3552" y="701"/>
                  <a:pt x="3543" y="672"/>
                </a:cubicBezTo>
                <a:cubicBezTo>
                  <a:pt x="3532" y="618"/>
                  <a:pt x="3532" y="614"/>
                  <a:pt x="3532" y="609"/>
                </a:cubicBezTo>
                <a:cubicBezTo>
                  <a:pt x="3535" y="597"/>
                  <a:pt x="3540" y="609"/>
                  <a:pt x="3544" y="622"/>
                </a:cubicBezTo>
                <a:cubicBezTo>
                  <a:pt x="3564" y="685"/>
                  <a:pt x="3567" y="689"/>
                  <a:pt x="3569" y="696"/>
                </a:cubicBezTo>
                <a:cubicBezTo>
                  <a:pt x="3585" y="716"/>
                  <a:pt x="3578" y="710"/>
                  <a:pt x="3575" y="700"/>
                </a:cubicBezTo>
                <a:cubicBezTo>
                  <a:pt x="3544" y="591"/>
                  <a:pt x="3539" y="578"/>
                  <a:pt x="3533" y="566"/>
                </a:cubicBezTo>
                <a:cubicBezTo>
                  <a:pt x="3524" y="501"/>
                  <a:pt x="3524" y="496"/>
                  <a:pt x="3524" y="492"/>
                </a:cubicBezTo>
                <a:cubicBezTo>
                  <a:pt x="3538" y="519"/>
                  <a:pt x="3540" y="534"/>
                  <a:pt x="3545" y="545"/>
                </a:cubicBezTo>
                <a:cubicBezTo>
                  <a:pt x="3565" y="611"/>
                  <a:pt x="3571" y="614"/>
                  <a:pt x="3572" y="622"/>
                </a:cubicBezTo>
                <a:cubicBezTo>
                  <a:pt x="3605" y="698"/>
                  <a:pt x="3603" y="709"/>
                  <a:pt x="3609" y="711"/>
                </a:cubicBezTo>
                <a:cubicBezTo>
                  <a:pt x="3621" y="744"/>
                  <a:pt x="3629" y="753"/>
                  <a:pt x="3632" y="766"/>
                </a:cubicBezTo>
                <a:cubicBezTo>
                  <a:pt x="3648" y="791"/>
                  <a:pt x="3648" y="793"/>
                  <a:pt x="3650" y="793"/>
                </a:cubicBezTo>
                <a:cubicBezTo>
                  <a:pt x="3633" y="742"/>
                  <a:pt x="3627" y="742"/>
                  <a:pt x="3626" y="738"/>
                </a:cubicBezTo>
                <a:cubicBezTo>
                  <a:pt x="3609" y="692"/>
                  <a:pt x="3602" y="684"/>
                  <a:pt x="3600" y="670"/>
                </a:cubicBezTo>
                <a:cubicBezTo>
                  <a:pt x="3573" y="591"/>
                  <a:pt x="3570" y="586"/>
                  <a:pt x="3569" y="578"/>
                </a:cubicBezTo>
                <a:cubicBezTo>
                  <a:pt x="3567" y="568"/>
                  <a:pt x="3571" y="572"/>
                  <a:pt x="3573" y="578"/>
                </a:cubicBezTo>
                <a:cubicBezTo>
                  <a:pt x="3589" y="595"/>
                  <a:pt x="3591" y="601"/>
                  <a:pt x="3593" y="607"/>
                </a:cubicBezTo>
                <a:cubicBezTo>
                  <a:pt x="3615" y="642"/>
                  <a:pt x="3619" y="647"/>
                  <a:pt x="3622" y="651"/>
                </a:cubicBezTo>
                <a:cubicBezTo>
                  <a:pt x="3682" y="757"/>
                  <a:pt x="3686" y="769"/>
                  <a:pt x="3692" y="779"/>
                </a:cubicBezTo>
                <a:cubicBezTo>
                  <a:pt x="3700" y="801"/>
                  <a:pt x="3701" y="805"/>
                  <a:pt x="3701" y="809"/>
                </a:cubicBezTo>
                <a:cubicBezTo>
                  <a:pt x="3698" y="773"/>
                  <a:pt x="3692" y="767"/>
                  <a:pt x="3689" y="758"/>
                </a:cubicBezTo>
                <a:cubicBezTo>
                  <a:pt x="3682" y="741"/>
                  <a:pt x="3677" y="738"/>
                  <a:pt x="3678" y="732"/>
                </a:cubicBezTo>
                <a:cubicBezTo>
                  <a:pt x="3657" y="683"/>
                  <a:pt x="3641" y="668"/>
                  <a:pt x="3631" y="646"/>
                </a:cubicBezTo>
                <a:cubicBezTo>
                  <a:pt x="3609" y="610"/>
                  <a:pt x="3605" y="606"/>
                  <a:pt x="3603" y="600"/>
                </a:cubicBezTo>
                <a:cubicBezTo>
                  <a:pt x="3602" y="588"/>
                  <a:pt x="3604" y="593"/>
                  <a:pt x="3605" y="598"/>
                </a:cubicBezTo>
                <a:cubicBezTo>
                  <a:pt x="3636" y="646"/>
                  <a:pt x="3645" y="650"/>
                  <a:pt x="3649" y="660"/>
                </a:cubicBezTo>
                <a:cubicBezTo>
                  <a:pt x="3683" y="718"/>
                  <a:pt x="3683" y="724"/>
                  <a:pt x="3687" y="727"/>
                </a:cubicBezTo>
                <a:cubicBezTo>
                  <a:pt x="3711" y="775"/>
                  <a:pt x="3709" y="785"/>
                  <a:pt x="3715" y="787"/>
                </a:cubicBezTo>
                <a:cubicBezTo>
                  <a:pt x="3704" y="756"/>
                  <a:pt x="3706" y="749"/>
                  <a:pt x="3703" y="748"/>
                </a:cubicBezTo>
                <a:cubicBezTo>
                  <a:pt x="3683" y="705"/>
                  <a:pt x="3676" y="692"/>
                  <a:pt x="3670" y="678"/>
                </a:cubicBezTo>
                <a:cubicBezTo>
                  <a:pt x="3642" y="629"/>
                  <a:pt x="3632" y="620"/>
                  <a:pt x="3626" y="607"/>
                </a:cubicBezTo>
                <a:cubicBezTo>
                  <a:pt x="3605" y="580"/>
                  <a:pt x="3601" y="579"/>
                  <a:pt x="3601" y="574"/>
                </a:cubicBezTo>
                <a:cubicBezTo>
                  <a:pt x="3573" y="536"/>
                  <a:pt x="3569" y="530"/>
                  <a:pt x="3565" y="524"/>
                </a:cubicBezTo>
                <a:cubicBezTo>
                  <a:pt x="3546" y="487"/>
                  <a:pt x="3541" y="488"/>
                  <a:pt x="3543" y="482"/>
                </a:cubicBezTo>
                <a:cubicBezTo>
                  <a:pt x="3536" y="457"/>
                  <a:pt x="3537" y="465"/>
                  <a:pt x="3542" y="469"/>
                </a:cubicBezTo>
                <a:cubicBezTo>
                  <a:pt x="3566" y="506"/>
                  <a:pt x="3571" y="510"/>
                  <a:pt x="3575" y="514"/>
                </a:cubicBezTo>
                <a:cubicBezTo>
                  <a:pt x="3616" y="563"/>
                  <a:pt x="3621" y="567"/>
                  <a:pt x="3623" y="575"/>
                </a:cubicBezTo>
                <a:cubicBezTo>
                  <a:pt x="3671" y="639"/>
                  <a:pt x="3669" y="646"/>
                  <a:pt x="3672" y="648"/>
                </a:cubicBezTo>
                <a:cubicBezTo>
                  <a:pt x="3691" y="678"/>
                  <a:pt x="3690" y="689"/>
                  <a:pt x="3695" y="692"/>
                </a:cubicBezTo>
                <a:cubicBezTo>
                  <a:pt x="3712" y="731"/>
                  <a:pt x="3709" y="741"/>
                  <a:pt x="3716" y="741"/>
                </a:cubicBezTo>
                <a:cubicBezTo>
                  <a:pt x="3708" y="703"/>
                  <a:pt x="3703" y="704"/>
                  <a:pt x="3704" y="698"/>
                </a:cubicBezTo>
                <a:cubicBezTo>
                  <a:pt x="3691" y="675"/>
                  <a:pt x="3692" y="664"/>
                  <a:pt x="3686" y="662"/>
                </a:cubicBezTo>
                <a:cubicBezTo>
                  <a:pt x="3670" y="620"/>
                  <a:pt x="3664" y="622"/>
                  <a:pt x="3664" y="618"/>
                </a:cubicBezTo>
                <a:cubicBezTo>
                  <a:pt x="3633" y="576"/>
                  <a:pt x="3635" y="569"/>
                  <a:pt x="3632" y="567"/>
                </a:cubicBezTo>
                <a:cubicBezTo>
                  <a:pt x="3612" y="544"/>
                  <a:pt x="3609" y="542"/>
                  <a:pt x="3608" y="538"/>
                </a:cubicBezTo>
                <a:cubicBezTo>
                  <a:pt x="3595" y="520"/>
                  <a:pt x="3590" y="520"/>
                  <a:pt x="3589" y="516"/>
                </a:cubicBezTo>
                <a:cubicBezTo>
                  <a:pt x="3575" y="485"/>
                  <a:pt x="3576" y="492"/>
                  <a:pt x="3583" y="494"/>
                </a:cubicBezTo>
                <a:cubicBezTo>
                  <a:pt x="3605" y="518"/>
                  <a:pt x="3612" y="530"/>
                  <a:pt x="3621" y="540"/>
                </a:cubicBezTo>
                <a:cubicBezTo>
                  <a:pt x="3637" y="562"/>
                  <a:pt x="3646" y="562"/>
                  <a:pt x="3647" y="571"/>
                </a:cubicBezTo>
                <a:cubicBezTo>
                  <a:pt x="3679" y="613"/>
                  <a:pt x="3687" y="624"/>
                  <a:pt x="3693" y="637"/>
                </a:cubicBezTo>
                <a:cubicBezTo>
                  <a:pt x="3722" y="683"/>
                  <a:pt x="3722" y="688"/>
                  <a:pt x="3725" y="690"/>
                </a:cubicBezTo>
                <a:cubicBezTo>
                  <a:pt x="3736" y="699"/>
                  <a:pt x="3730" y="697"/>
                  <a:pt x="3730" y="687"/>
                </a:cubicBezTo>
                <a:cubicBezTo>
                  <a:pt x="3696" y="629"/>
                  <a:pt x="3695" y="622"/>
                  <a:pt x="3690" y="618"/>
                </a:cubicBezTo>
                <a:cubicBezTo>
                  <a:pt x="3664" y="581"/>
                  <a:pt x="3661" y="574"/>
                  <a:pt x="3658" y="568"/>
                </a:cubicBezTo>
                <a:cubicBezTo>
                  <a:pt x="3624" y="530"/>
                  <a:pt x="3617" y="519"/>
                  <a:pt x="3608" y="510"/>
                </a:cubicBezTo>
                <a:cubicBezTo>
                  <a:pt x="3534" y="424"/>
                  <a:pt x="3528" y="418"/>
                  <a:pt x="3524" y="409"/>
                </a:cubicBezTo>
                <a:cubicBezTo>
                  <a:pt x="3505" y="384"/>
                  <a:pt x="3506" y="376"/>
                  <a:pt x="3500" y="376"/>
                </a:cubicBezTo>
                <a:cubicBezTo>
                  <a:pt x="3502" y="363"/>
                  <a:pt x="3500" y="371"/>
                  <a:pt x="3504" y="371"/>
                </a:cubicBezTo>
                <a:cubicBezTo>
                  <a:pt x="3530" y="404"/>
                  <a:pt x="3532" y="412"/>
                  <a:pt x="3538" y="417"/>
                </a:cubicBezTo>
                <a:cubicBezTo>
                  <a:pt x="3562" y="446"/>
                  <a:pt x="3566" y="447"/>
                  <a:pt x="3567" y="452"/>
                </a:cubicBezTo>
                <a:cubicBezTo>
                  <a:pt x="3602" y="487"/>
                  <a:pt x="3602" y="492"/>
                  <a:pt x="3607" y="493"/>
                </a:cubicBezTo>
                <a:cubicBezTo>
                  <a:pt x="3650" y="542"/>
                  <a:pt x="3656" y="546"/>
                  <a:pt x="3659" y="555"/>
                </a:cubicBezTo>
                <a:cubicBezTo>
                  <a:pt x="3706" y="616"/>
                  <a:pt x="3708" y="625"/>
                  <a:pt x="3715" y="629"/>
                </a:cubicBezTo>
                <a:cubicBezTo>
                  <a:pt x="3727" y="644"/>
                  <a:pt x="3724" y="639"/>
                  <a:pt x="3720" y="638"/>
                </a:cubicBezTo>
                <a:cubicBezTo>
                  <a:pt x="3689" y="575"/>
                  <a:pt x="3675" y="561"/>
                  <a:pt x="3663" y="546"/>
                </a:cubicBezTo>
                <a:cubicBezTo>
                  <a:pt x="3641" y="512"/>
                  <a:pt x="3631" y="508"/>
                  <a:pt x="3625" y="500"/>
                </a:cubicBezTo>
                <a:cubicBezTo>
                  <a:pt x="3592" y="468"/>
                  <a:pt x="3591" y="465"/>
                  <a:pt x="3591" y="461"/>
                </a:cubicBezTo>
                <a:cubicBezTo>
                  <a:pt x="3577" y="443"/>
                  <a:pt x="3570" y="445"/>
                  <a:pt x="3570" y="438"/>
                </a:cubicBezTo>
                <a:cubicBezTo>
                  <a:pt x="3535" y="402"/>
                  <a:pt x="3533" y="398"/>
                  <a:pt x="3532" y="393"/>
                </a:cubicBezTo>
                <a:cubicBezTo>
                  <a:pt x="3530" y="387"/>
                  <a:pt x="3532" y="390"/>
                  <a:pt x="3534" y="393"/>
                </a:cubicBezTo>
                <a:cubicBezTo>
                  <a:pt x="3549" y="412"/>
                  <a:pt x="3552" y="411"/>
                  <a:pt x="3553" y="413"/>
                </a:cubicBezTo>
                <a:cubicBezTo>
                  <a:pt x="3592" y="453"/>
                  <a:pt x="3594" y="455"/>
                  <a:pt x="3596" y="458"/>
                </a:cubicBezTo>
                <a:cubicBezTo>
                  <a:pt x="3621" y="483"/>
                  <a:pt x="3627" y="485"/>
                  <a:pt x="3631" y="491"/>
                </a:cubicBezTo>
                <a:cubicBezTo>
                  <a:pt x="3653" y="516"/>
                  <a:pt x="3661" y="526"/>
                  <a:pt x="3669" y="536"/>
                </a:cubicBezTo>
                <a:cubicBezTo>
                  <a:pt x="3710" y="588"/>
                  <a:pt x="3713" y="595"/>
                  <a:pt x="3719" y="598"/>
                </a:cubicBezTo>
                <a:cubicBezTo>
                  <a:pt x="3754" y="657"/>
                  <a:pt x="3756" y="665"/>
                  <a:pt x="3759" y="672"/>
                </a:cubicBezTo>
                <a:cubicBezTo>
                  <a:pt x="3769" y="696"/>
                  <a:pt x="3765" y="705"/>
                  <a:pt x="3770" y="704"/>
                </a:cubicBezTo>
                <a:cubicBezTo>
                  <a:pt x="3763" y="670"/>
                  <a:pt x="3763" y="659"/>
                  <a:pt x="3758" y="655"/>
                </a:cubicBezTo>
                <a:cubicBezTo>
                  <a:pt x="3722" y="590"/>
                  <a:pt x="3717" y="586"/>
                  <a:pt x="3713" y="579"/>
                </a:cubicBezTo>
                <a:cubicBezTo>
                  <a:pt x="3668" y="527"/>
                  <a:pt x="3671" y="520"/>
                  <a:pt x="3668" y="519"/>
                </a:cubicBezTo>
                <a:cubicBezTo>
                  <a:pt x="3638" y="483"/>
                  <a:pt x="3626" y="475"/>
                  <a:pt x="3618" y="463"/>
                </a:cubicBezTo>
                <a:cubicBezTo>
                  <a:pt x="3597" y="446"/>
                  <a:pt x="3593" y="439"/>
                  <a:pt x="3587" y="435"/>
                </a:cubicBezTo>
                <a:cubicBezTo>
                  <a:pt x="3544" y="388"/>
                  <a:pt x="3531" y="373"/>
                  <a:pt x="3516" y="359"/>
                </a:cubicBezTo>
                <a:cubicBezTo>
                  <a:pt x="3482" y="312"/>
                  <a:pt x="3483" y="307"/>
                  <a:pt x="3480" y="307"/>
                </a:cubicBezTo>
                <a:cubicBezTo>
                  <a:pt x="3491" y="306"/>
                  <a:pt x="3495" y="310"/>
                  <a:pt x="3498" y="315"/>
                </a:cubicBezTo>
                <a:cubicBezTo>
                  <a:pt x="3528" y="347"/>
                  <a:pt x="3536" y="354"/>
                  <a:pt x="3543" y="362"/>
                </a:cubicBezTo>
                <a:cubicBezTo>
                  <a:pt x="3574" y="381"/>
                  <a:pt x="3571" y="392"/>
                  <a:pt x="3580" y="390"/>
                </a:cubicBezTo>
                <a:cubicBezTo>
                  <a:pt x="3598" y="407"/>
                  <a:pt x="3606" y="414"/>
                  <a:pt x="3615" y="420"/>
                </a:cubicBezTo>
                <a:cubicBezTo>
                  <a:pt x="3642" y="449"/>
                  <a:pt x="3647" y="454"/>
                  <a:pt x="3650" y="457"/>
                </a:cubicBezTo>
                <a:cubicBezTo>
                  <a:pt x="3680" y="486"/>
                  <a:pt x="3682" y="493"/>
                  <a:pt x="3686" y="498"/>
                </a:cubicBezTo>
                <a:cubicBezTo>
                  <a:pt x="3724" y="544"/>
                  <a:pt x="3729" y="547"/>
                  <a:pt x="3731" y="554"/>
                </a:cubicBezTo>
                <a:cubicBezTo>
                  <a:pt x="3765" y="605"/>
                  <a:pt x="3771" y="607"/>
                  <a:pt x="3773" y="614"/>
                </a:cubicBezTo>
                <a:cubicBezTo>
                  <a:pt x="3793" y="649"/>
                  <a:pt x="3792" y="642"/>
                  <a:pt x="3790" y="637"/>
                </a:cubicBezTo>
                <a:cubicBezTo>
                  <a:pt x="3772" y="601"/>
                  <a:pt x="3770" y="595"/>
                  <a:pt x="3765" y="593"/>
                </a:cubicBezTo>
                <a:cubicBezTo>
                  <a:pt x="3747" y="556"/>
                  <a:pt x="3740" y="557"/>
                  <a:pt x="3740" y="549"/>
                </a:cubicBezTo>
                <a:cubicBezTo>
                  <a:pt x="3716" y="518"/>
                  <a:pt x="3713" y="513"/>
                  <a:pt x="3708" y="510"/>
                </a:cubicBezTo>
                <a:cubicBezTo>
                  <a:pt x="3663" y="455"/>
                  <a:pt x="3658" y="453"/>
                  <a:pt x="3656" y="448"/>
                </a:cubicBezTo>
                <a:cubicBezTo>
                  <a:pt x="3639" y="433"/>
                  <a:pt x="3635" y="430"/>
                  <a:pt x="3631" y="428"/>
                </a:cubicBezTo>
                <a:cubicBezTo>
                  <a:pt x="3606" y="403"/>
                  <a:pt x="3605" y="400"/>
                  <a:pt x="3602" y="399"/>
                </a:cubicBezTo>
                <a:cubicBezTo>
                  <a:pt x="3568" y="367"/>
                  <a:pt x="3560" y="369"/>
                  <a:pt x="3558" y="363"/>
                </a:cubicBezTo>
                <a:cubicBezTo>
                  <a:pt x="3494" y="295"/>
                  <a:pt x="3486" y="288"/>
                  <a:pt x="3480" y="279"/>
                </a:cubicBezTo>
                <a:cubicBezTo>
                  <a:pt x="3472" y="259"/>
                  <a:pt x="3480" y="269"/>
                  <a:pt x="3487" y="280"/>
                </a:cubicBezTo>
                <a:cubicBezTo>
                  <a:pt x="3581" y="355"/>
                  <a:pt x="3584" y="357"/>
                  <a:pt x="3588" y="356"/>
                </a:cubicBezTo>
                <a:cubicBezTo>
                  <a:pt x="3607" y="371"/>
                  <a:pt x="3608" y="375"/>
                  <a:pt x="3614" y="374"/>
                </a:cubicBezTo>
                <a:cubicBezTo>
                  <a:pt x="3644" y="397"/>
                  <a:pt x="3643" y="407"/>
                  <a:pt x="3651" y="406"/>
                </a:cubicBezTo>
                <a:cubicBezTo>
                  <a:pt x="3671" y="425"/>
                  <a:pt x="3673" y="426"/>
                  <a:pt x="3674" y="429"/>
                </a:cubicBezTo>
                <a:cubicBezTo>
                  <a:pt x="3702" y="457"/>
                  <a:pt x="3707" y="461"/>
                  <a:pt x="3710" y="466"/>
                </a:cubicBezTo>
                <a:cubicBezTo>
                  <a:pt x="3755" y="519"/>
                  <a:pt x="3757" y="520"/>
                  <a:pt x="3760" y="521"/>
                </a:cubicBezTo>
                <a:cubicBezTo>
                  <a:pt x="3775" y="552"/>
                  <a:pt x="3783" y="552"/>
                  <a:pt x="3784" y="559"/>
                </a:cubicBezTo>
                <a:cubicBezTo>
                  <a:pt x="3802" y="592"/>
                  <a:pt x="3803" y="594"/>
                  <a:pt x="3806" y="594"/>
                </a:cubicBezTo>
                <a:cubicBezTo>
                  <a:pt x="3803" y="583"/>
                  <a:pt x="3803" y="576"/>
                  <a:pt x="3798" y="573"/>
                </a:cubicBezTo>
                <a:cubicBezTo>
                  <a:pt x="3759" y="513"/>
                  <a:pt x="3754" y="504"/>
                  <a:pt x="3747" y="496"/>
                </a:cubicBezTo>
                <a:cubicBezTo>
                  <a:pt x="3718" y="457"/>
                  <a:pt x="3712" y="459"/>
                  <a:pt x="3713" y="455"/>
                </a:cubicBezTo>
                <a:cubicBezTo>
                  <a:pt x="3682" y="427"/>
                  <a:pt x="3680" y="421"/>
                  <a:pt x="3676" y="418"/>
                </a:cubicBezTo>
                <a:cubicBezTo>
                  <a:pt x="3660" y="405"/>
                  <a:pt x="3655" y="404"/>
                  <a:pt x="3655" y="397"/>
                </a:cubicBezTo>
                <a:cubicBezTo>
                  <a:pt x="3624" y="378"/>
                  <a:pt x="3624" y="370"/>
                  <a:pt x="3618" y="369"/>
                </a:cubicBezTo>
                <a:cubicBezTo>
                  <a:pt x="3604" y="356"/>
                  <a:pt x="3600" y="353"/>
                  <a:pt x="3595" y="351"/>
                </a:cubicBezTo>
                <a:cubicBezTo>
                  <a:pt x="3588" y="343"/>
                  <a:pt x="3585" y="343"/>
                  <a:pt x="3583" y="341"/>
                </a:cubicBezTo>
                <a:cubicBezTo>
                  <a:pt x="3552" y="324"/>
                  <a:pt x="3552" y="316"/>
                  <a:pt x="3546" y="315"/>
                </a:cubicBezTo>
                <a:cubicBezTo>
                  <a:pt x="3518" y="293"/>
                  <a:pt x="3513" y="292"/>
                  <a:pt x="3511" y="287"/>
                </a:cubicBezTo>
                <a:cubicBezTo>
                  <a:pt x="3473" y="249"/>
                  <a:pt x="3471" y="239"/>
                  <a:pt x="3464" y="236"/>
                </a:cubicBezTo>
                <a:cubicBezTo>
                  <a:pt x="3464" y="229"/>
                  <a:pt x="3471" y="229"/>
                  <a:pt x="3475" y="233"/>
                </a:cubicBezTo>
                <a:cubicBezTo>
                  <a:pt x="3498" y="257"/>
                  <a:pt x="3501" y="260"/>
                  <a:pt x="3505" y="262"/>
                </a:cubicBezTo>
                <a:cubicBezTo>
                  <a:pt x="3519" y="277"/>
                  <a:pt x="3523" y="275"/>
                  <a:pt x="3524" y="278"/>
                </a:cubicBezTo>
                <a:cubicBezTo>
                  <a:pt x="3556" y="301"/>
                  <a:pt x="3562" y="300"/>
                  <a:pt x="3565" y="303"/>
                </a:cubicBezTo>
                <a:cubicBezTo>
                  <a:pt x="3580" y="312"/>
                  <a:pt x="3580" y="313"/>
                  <a:pt x="3581" y="313"/>
                </a:cubicBezTo>
                <a:cubicBezTo>
                  <a:pt x="3601" y="325"/>
                  <a:pt x="3604" y="326"/>
                  <a:pt x="3608" y="329"/>
                </a:cubicBezTo>
                <a:cubicBezTo>
                  <a:pt x="3643" y="351"/>
                  <a:pt x="3649" y="350"/>
                  <a:pt x="3652" y="354"/>
                </a:cubicBezTo>
                <a:cubicBezTo>
                  <a:pt x="3678" y="367"/>
                  <a:pt x="3693" y="375"/>
                  <a:pt x="3708" y="383"/>
                </a:cubicBezTo>
                <a:cubicBezTo>
                  <a:pt x="3760" y="411"/>
                  <a:pt x="3762" y="421"/>
                  <a:pt x="3770" y="424"/>
                </a:cubicBezTo>
                <a:cubicBezTo>
                  <a:pt x="3809" y="461"/>
                  <a:pt x="3812" y="463"/>
                  <a:pt x="3815" y="467"/>
                </a:cubicBezTo>
                <a:cubicBezTo>
                  <a:pt x="3834" y="487"/>
                  <a:pt x="3838" y="487"/>
                  <a:pt x="3840" y="490"/>
                </a:cubicBezTo>
                <a:cubicBezTo>
                  <a:pt x="3834" y="475"/>
                  <a:pt x="3825" y="469"/>
                  <a:pt x="3819" y="460"/>
                </a:cubicBezTo>
                <a:cubicBezTo>
                  <a:pt x="3792" y="438"/>
                  <a:pt x="3793" y="432"/>
                  <a:pt x="3788" y="434"/>
                </a:cubicBezTo>
                <a:cubicBezTo>
                  <a:pt x="3769" y="415"/>
                  <a:pt x="3767" y="413"/>
                  <a:pt x="3767" y="409"/>
                </a:cubicBezTo>
                <a:cubicBezTo>
                  <a:pt x="3741" y="393"/>
                  <a:pt x="3737" y="390"/>
                  <a:pt x="3733" y="388"/>
                </a:cubicBezTo>
                <a:cubicBezTo>
                  <a:pt x="3678" y="358"/>
                  <a:pt x="3671" y="350"/>
                  <a:pt x="3658" y="349"/>
                </a:cubicBezTo>
                <a:cubicBezTo>
                  <a:pt x="3620" y="324"/>
                  <a:pt x="3616" y="320"/>
                  <a:pt x="3610" y="318"/>
                </a:cubicBezTo>
                <a:cubicBezTo>
                  <a:pt x="3586" y="305"/>
                  <a:pt x="3581" y="301"/>
                  <a:pt x="3576" y="298"/>
                </a:cubicBezTo>
                <a:cubicBezTo>
                  <a:pt x="3551" y="286"/>
                  <a:pt x="3550" y="278"/>
                  <a:pt x="3543" y="276"/>
                </a:cubicBezTo>
                <a:cubicBezTo>
                  <a:pt x="3518" y="256"/>
                  <a:pt x="3508" y="251"/>
                  <a:pt x="3497" y="245"/>
                </a:cubicBezTo>
                <a:cubicBezTo>
                  <a:pt x="3480" y="220"/>
                  <a:pt x="3474" y="222"/>
                  <a:pt x="3472" y="220"/>
                </a:cubicBezTo>
                <a:cubicBezTo>
                  <a:pt x="3458" y="198"/>
                  <a:pt x="3452" y="196"/>
                  <a:pt x="3450" y="189"/>
                </a:cubicBezTo>
                <a:cubicBezTo>
                  <a:pt x="3467" y="202"/>
                  <a:pt x="3470" y="200"/>
                  <a:pt x="3470" y="201"/>
                </a:cubicBezTo>
                <a:cubicBezTo>
                  <a:pt x="3508" y="228"/>
                  <a:pt x="3514" y="232"/>
                  <a:pt x="3519" y="237"/>
                </a:cubicBezTo>
                <a:cubicBezTo>
                  <a:pt x="3549" y="252"/>
                  <a:pt x="3552" y="253"/>
                  <a:pt x="3555" y="256"/>
                </a:cubicBezTo>
                <a:cubicBezTo>
                  <a:pt x="3598" y="278"/>
                  <a:pt x="3605" y="282"/>
                  <a:pt x="3610" y="287"/>
                </a:cubicBezTo>
                <a:cubicBezTo>
                  <a:pt x="3676" y="320"/>
                  <a:pt x="3685" y="315"/>
                  <a:pt x="3684" y="321"/>
                </a:cubicBezTo>
                <a:cubicBezTo>
                  <a:pt x="3725" y="340"/>
                  <a:pt x="3730" y="346"/>
                  <a:pt x="3737" y="350"/>
                </a:cubicBezTo>
                <a:cubicBezTo>
                  <a:pt x="3768" y="372"/>
                  <a:pt x="3771" y="375"/>
                  <a:pt x="3776" y="376"/>
                </a:cubicBezTo>
                <a:cubicBezTo>
                  <a:pt x="3822" y="416"/>
                  <a:pt x="3821" y="423"/>
                  <a:pt x="3825" y="425"/>
                </a:cubicBezTo>
                <a:cubicBezTo>
                  <a:pt x="3836" y="427"/>
                  <a:pt x="3826" y="425"/>
                  <a:pt x="3824" y="414"/>
                </a:cubicBezTo>
                <a:cubicBezTo>
                  <a:pt x="3808" y="399"/>
                  <a:pt x="3802" y="401"/>
                  <a:pt x="3803" y="396"/>
                </a:cubicBezTo>
                <a:cubicBezTo>
                  <a:pt x="3777" y="374"/>
                  <a:pt x="3776" y="369"/>
                  <a:pt x="3771" y="367"/>
                </a:cubicBezTo>
                <a:cubicBezTo>
                  <a:pt x="3753" y="354"/>
                  <a:pt x="3751" y="352"/>
                  <a:pt x="3750" y="349"/>
                </a:cubicBezTo>
                <a:cubicBezTo>
                  <a:pt x="3700" y="322"/>
                  <a:pt x="3698" y="317"/>
                  <a:pt x="3690" y="316"/>
                </a:cubicBezTo>
                <a:cubicBezTo>
                  <a:pt x="3657" y="299"/>
                  <a:pt x="3656" y="297"/>
                  <a:pt x="3652" y="297"/>
                </a:cubicBezTo>
                <a:cubicBezTo>
                  <a:pt x="3597" y="265"/>
                  <a:pt x="3579" y="257"/>
                  <a:pt x="3561" y="251"/>
                </a:cubicBezTo>
                <a:cubicBezTo>
                  <a:pt x="3513" y="220"/>
                  <a:pt x="3507" y="220"/>
                  <a:pt x="3504" y="216"/>
                </a:cubicBezTo>
                <a:cubicBezTo>
                  <a:pt x="3485" y="199"/>
                  <a:pt x="3474" y="197"/>
                  <a:pt x="3469" y="188"/>
                </a:cubicBezTo>
                <a:cubicBezTo>
                  <a:pt x="3442" y="157"/>
                  <a:pt x="3447" y="163"/>
                  <a:pt x="3453" y="169"/>
                </a:cubicBezTo>
                <a:cubicBezTo>
                  <a:pt x="3478" y="187"/>
                  <a:pt x="3481" y="189"/>
                  <a:pt x="3483" y="193"/>
                </a:cubicBezTo>
                <a:cubicBezTo>
                  <a:pt x="3525" y="218"/>
                  <a:pt x="3531" y="224"/>
                  <a:pt x="3538" y="229"/>
                </a:cubicBezTo>
                <a:cubicBezTo>
                  <a:pt x="3595" y="256"/>
                  <a:pt x="3603" y="260"/>
                  <a:pt x="3610" y="265"/>
                </a:cubicBezTo>
                <a:cubicBezTo>
                  <a:pt x="3642" y="275"/>
                  <a:pt x="3644" y="276"/>
                  <a:pt x="3646" y="278"/>
                </a:cubicBezTo>
                <a:cubicBezTo>
                  <a:pt x="3697" y="296"/>
                  <a:pt x="3705" y="296"/>
                  <a:pt x="3709" y="300"/>
                </a:cubicBezTo>
                <a:cubicBezTo>
                  <a:pt x="3768" y="328"/>
                  <a:pt x="3781" y="331"/>
                  <a:pt x="3788" y="340"/>
                </a:cubicBezTo>
                <a:cubicBezTo>
                  <a:pt x="3806" y="351"/>
                  <a:pt x="3808" y="353"/>
                  <a:pt x="3811" y="354"/>
                </a:cubicBezTo>
                <a:cubicBezTo>
                  <a:pt x="3833" y="374"/>
                  <a:pt x="3837" y="374"/>
                  <a:pt x="3840" y="376"/>
                </a:cubicBezTo>
                <a:cubicBezTo>
                  <a:pt x="3829" y="365"/>
                  <a:pt x="3828" y="354"/>
                  <a:pt x="3818" y="353"/>
                </a:cubicBezTo>
                <a:cubicBezTo>
                  <a:pt x="3790" y="329"/>
                  <a:pt x="3784" y="331"/>
                  <a:pt x="3785" y="325"/>
                </a:cubicBezTo>
                <a:cubicBezTo>
                  <a:pt x="3759" y="314"/>
                  <a:pt x="3754" y="308"/>
                  <a:pt x="3744" y="306"/>
                </a:cubicBezTo>
                <a:cubicBezTo>
                  <a:pt x="3691" y="279"/>
                  <a:pt x="3678" y="280"/>
                  <a:pt x="3672" y="274"/>
                </a:cubicBezTo>
                <a:cubicBezTo>
                  <a:pt x="3600" y="254"/>
                  <a:pt x="3589" y="241"/>
                  <a:pt x="3569" y="237"/>
                </a:cubicBezTo>
                <a:cubicBezTo>
                  <a:pt x="3539" y="215"/>
                  <a:pt x="3533" y="217"/>
                  <a:pt x="3534" y="211"/>
                </a:cubicBezTo>
                <a:cubicBezTo>
                  <a:pt x="3492" y="194"/>
                  <a:pt x="3495" y="184"/>
                  <a:pt x="3489" y="184"/>
                </a:cubicBezTo>
                <a:cubicBezTo>
                  <a:pt x="3456" y="152"/>
                  <a:pt x="3447" y="155"/>
                  <a:pt x="3447" y="148"/>
                </a:cubicBezTo>
                <a:cubicBezTo>
                  <a:pt x="3425" y="126"/>
                  <a:pt x="3423" y="125"/>
                  <a:pt x="3423" y="121"/>
                </a:cubicBezTo>
                <a:cubicBezTo>
                  <a:pt x="3434" y="129"/>
                  <a:pt x="3437" y="129"/>
                  <a:pt x="3437" y="131"/>
                </a:cubicBezTo>
                <a:cubicBezTo>
                  <a:pt x="3461" y="150"/>
                  <a:pt x="3474" y="156"/>
                  <a:pt x="3483" y="167"/>
                </a:cubicBezTo>
                <a:cubicBezTo>
                  <a:pt x="3514" y="176"/>
                  <a:pt x="3515" y="187"/>
                  <a:pt x="3526" y="186"/>
                </a:cubicBezTo>
                <a:cubicBezTo>
                  <a:pt x="3554" y="198"/>
                  <a:pt x="3561" y="202"/>
                  <a:pt x="3567" y="207"/>
                </a:cubicBezTo>
                <a:cubicBezTo>
                  <a:pt x="3627" y="229"/>
                  <a:pt x="3638" y="238"/>
                  <a:pt x="3657" y="240"/>
                </a:cubicBezTo>
                <a:cubicBezTo>
                  <a:pt x="3691" y="257"/>
                  <a:pt x="3698" y="265"/>
                  <a:pt x="3709" y="267"/>
                </a:cubicBezTo>
                <a:cubicBezTo>
                  <a:pt x="3751" y="290"/>
                  <a:pt x="3755" y="293"/>
                  <a:pt x="3761" y="294"/>
                </a:cubicBezTo>
                <a:cubicBezTo>
                  <a:pt x="3792" y="313"/>
                  <a:pt x="3794" y="315"/>
                  <a:pt x="3795" y="318"/>
                </a:cubicBezTo>
                <a:cubicBezTo>
                  <a:pt x="3817" y="331"/>
                  <a:pt x="3824" y="336"/>
                  <a:pt x="3830" y="344"/>
                </a:cubicBezTo>
                <a:cubicBezTo>
                  <a:pt x="3837" y="339"/>
                  <a:pt x="3833" y="338"/>
                  <a:pt x="3829" y="335"/>
                </a:cubicBezTo>
                <a:cubicBezTo>
                  <a:pt x="3748" y="279"/>
                  <a:pt x="3746" y="274"/>
                  <a:pt x="3738" y="276"/>
                </a:cubicBezTo>
                <a:cubicBezTo>
                  <a:pt x="3689" y="246"/>
                  <a:pt x="3677" y="244"/>
                  <a:pt x="3670" y="237"/>
                </a:cubicBezTo>
                <a:cubicBezTo>
                  <a:pt x="3605" y="209"/>
                  <a:pt x="3600" y="207"/>
                  <a:pt x="3593" y="207"/>
                </a:cubicBezTo>
                <a:cubicBezTo>
                  <a:pt x="3541" y="181"/>
                  <a:pt x="3531" y="177"/>
                  <a:pt x="3521" y="173"/>
                </a:cubicBezTo>
                <a:cubicBezTo>
                  <a:pt x="3487" y="152"/>
                  <a:pt x="3476" y="148"/>
                  <a:pt x="3468" y="142"/>
                </a:cubicBezTo>
                <a:cubicBezTo>
                  <a:pt x="3450" y="123"/>
                  <a:pt x="3447" y="124"/>
                  <a:pt x="3445" y="122"/>
                </a:cubicBezTo>
                <a:cubicBezTo>
                  <a:pt x="3426" y="105"/>
                  <a:pt x="3423" y="102"/>
                  <a:pt x="3426" y="101"/>
                </a:cubicBezTo>
                <a:close/>
                <a:moveTo>
                  <a:pt x="3422" y="38"/>
                </a:moveTo>
                <a:cubicBezTo>
                  <a:pt x="3426" y="37"/>
                  <a:pt x="3428" y="39"/>
                  <a:pt x="3431" y="39"/>
                </a:cubicBezTo>
                <a:cubicBezTo>
                  <a:pt x="3434" y="44"/>
                  <a:pt x="3437" y="47"/>
                  <a:pt x="3442" y="50"/>
                </a:cubicBezTo>
                <a:cubicBezTo>
                  <a:pt x="3448" y="51"/>
                  <a:pt x="3451" y="55"/>
                  <a:pt x="3456" y="57"/>
                </a:cubicBezTo>
                <a:cubicBezTo>
                  <a:pt x="3460" y="61"/>
                  <a:pt x="3466" y="61"/>
                  <a:pt x="3470" y="65"/>
                </a:cubicBezTo>
                <a:cubicBezTo>
                  <a:pt x="3480" y="69"/>
                  <a:pt x="3486" y="77"/>
                  <a:pt x="3499" y="78"/>
                </a:cubicBezTo>
                <a:cubicBezTo>
                  <a:pt x="3506" y="86"/>
                  <a:pt x="3520" y="86"/>
                  <a:pt x="3526" y="94"/>
                </a:cubicBezTo>
                <a:cubicBezTo>
                  <a:pt x="3550" y="97"/>
                  <a:pt x="3570" y="105"/>
                  <a:pt x="3587" y="116"/>
                </a:cubicBezTo>
                <a:cubicBezTo>
                  <a:pt x="3599" y="116"/>
                  <a:pt x="3607" y="121"/>
                  <a:pt x="3618" y="122"/>
                </a:cubicBezTo>
                <a:cubicBezTo>
                  <a:pt x="3624" y="128"/>
                  <a:pt x="3636" y="128"/>
                  <a:pt x="3643" y="134"/>
                </a:cubicBezTo>
                <a:cubicBezTo>
                  <a:pt x="3653" y="135"/>
                  <a:pt x="3661" y="141"/>
                  <a:pt x="3672" y="143"/>
                </a:cubicBezTo>
                <a:cubicBezTo>
                  <a:pt x="3681" y="145"/>
                  <a:pt x="3687" y="152"/>
                  <a:pt x="3699" y="152"/>
                </a:cubicBezTo>
                <a:cubicBezTo>
                  <a:pt x="3691" y="160"/>
                  <a:pt x="3685" y="147"/>
                  <a:pt x="3674" y="151"/>
                </a:cubicBezTo>
                <a:cubicBezTo>
                  <a:pt x="3667" y="149"/>
                  <a:pt x="3659" y="148"/>
                  <a:pt x="3648" y="149"/>
                </a:cubicBezTo>
                <a:cubicBezTo>
                  <a:pt x="3645" y="145"/>
                  <a:pt x="3637" y="146"/>
                  <a:pt x="3632" y="143"/>
                </a:cubicBezTo>
                <a:cubicBezTo>
                  <a:pt x="3627" y="143"/>
                  <a:pt x="3622" y="141"/>
                  <a:pt x="3619" y="138"/>
                </a:cubicBezTo>
                <a:cubicBezTo>
                  <a:pt x="3607" y="137"/>
                  <a:pt x="3600" y="131"/>
                  <a:pt x="3588" y="131"/>
                </a:cubicBezTo>
                <a:cubicBezTo>
                  <a:pt x="3580" y="125"/>
                  <a:pt x="3567" y="125"/>
                  <a:pt x="3559" y="120"/>
                </a:cubicBezTo>
                <a:cubicBezTo>
                  <a:pt x="3550" y="116"/>
                  <a:pt x="3542" y="111"/>
                  <a:pt x="3532" y="109"/>
                </a:cubicBezTo>
                <a:cubicBezTo>
                  <a:pt x="3528" y="105"/>
                  <a:pt x="3522" y="104"/>
                  <a:pt x="3518" y="101"/>
                </a:cubicBezTo>
                <a:cubicBezTo>
                  <a:pt x="3516" y="100"/>
                  <a:pt x="3513" y="99"/>
                  <a:pt x="3509" y="100"/>
                </a:cubicBezTo>
                <a:cubicBezTo>
                  <a:pt x="3510" y="96"/>
                  <a:pt x="3507" y="96"/>
                  <a:pt x="3504" y="95"/>
                </a:cubicBezTo>
                <a:cubicBezTo>
                  <a:pt x="3497" y="90"/>
                  <a:pt x="3487" y="87"/>
                  <a:pt x="3481" y="80"/>
                </a:cubicBezTo>
                <a:cubicBezTo>
                  <a:pt x="3475" y="80"/>
                  <a:pt x="3473" y="75"/>
                  <a:pt x="3470" y="72"/>
                </a:cubicBezTo>
                <a:cubicBezTo>
                  <a:pt x="3466" y="72"/>
                  <a:pt x="3465" y="69"/>
                  <a:pt x="3461" y="70"/>
                </a:cubicBezTo>
                <a:cubicBezTo>
                  <a:pt x="3462" y="66"/>
                  <a:pt x="3459" y="66"/>
                  <a:pt x="3456" y="66"/>
                </a:cubicBezTo>
                <a:cubicBezTo>
                  <a:pt x="3455" y="60"/>
                  <a:pt x="3447" y="63"/>
                  <a:pt x="3445" y="58"/>
                </a:cubicBezTo>
                <a:cubicBezTo>
                  <a:pt x="3439" y="58"/>
                  <a:pt x="3438" y="52"/>
                  <a:pt x="3431" y="53"/>
                </a:cubicBezTo>
                <a:cubicBezTo>
                  <a:pt x="3428" y="45"/>
                  <a:pt x="3422" y="40"/>
                  <a:pt x="3415" y="36"/>
                </a:cubicBezTo>
                <a:cubicBezTo>
                  <a:pt x="3415" y="31"/>
                  <a:pt x="3422" y="35"/>
                  <a:pt x="3422" y="38"/>
                </a:cubicBezTo>
                <a:close/>
                <a:moveTo>
                  <a:pt x="3358" y="316"/>
                </a:moveTo>
                <a:cubicBezTo>
                  <a:pt x="3355" y="318"/>
                  <a:pt x="3354" y="322"/>
                  <a:pt x="3352" y="325"/>
                </a:cubicBezTo>
                <a:cubicBezTo>
                  <a:pt x="3345" y="322"/>
                  <a:pt x="3356" y="319"/>
                  <a:pt x="3354" y="314"/>
                </a:cubicBezTo>
                <a:cubicBezTo>
                  <a:pt x="3356" y="311"/>
                  <a:pt x="3358" y="308"/>
                  <a:pt x="3360" y="305"/>
                </a:cubicBezTo>
                <a:cubicBezTo>
                  <a:pt x="3367" y="307"/>
                  <a:pt x="3355" y="310"/>
                  <a:pt x="3358" y="316"/>
                </a:cubicBezTo>
                <a:close/>
                <a:moveTo>
                  <a:pt x="3369" y="289"/>
                </a:moveTo>
                <a:cubicBezTo>
                  <a:pt x="3368" y="293"/>
                  <a:pt x="3366" y="297"/>
                  <a:pt x="3364" y="302"/>
                </a:cubicBezTo>
                <a:cubicBezTo>
                  <a:pt x="3358" y="300"/>
                  <a:pt x="3368" y="295"/>
                  <a:pt x="3365" y="289"/>
                </a:cubicBezTo>
                <a:cubicBezTo>
                  <a:pt x="3369" y="286"/>
                  <a:pt x="3372" y="281"/>
                  <a:pt x="3373" y="275"/>
                </a:cubicBezTo>
                <a:cubicBezTo>
                  <a:pt x="3378" y="277"/>
                  <a:pt x="3371" y="286"/>
                  <a:pt x="3369" y="289"/>
                </a:cubicBezTo>
                <a:close/>
                <a:moveTo>
                  <a:pt x="3386" y="250"/>
                </a:moveTo>
                <a:cubicBezTo>
                  <a:pt x="3383" y="256"/>
                  <a:pt x="3386" y="247"/>
                  <a:pt x="3386" y="244"/>
                </a:cubicBezTo>
                <a:cubicBezTo>
                  <a:pt x="3390" y="245"/>
                  <a:pt x="3387" y="248"/>
                  <a:pt x="3386" y="250"/>
                </a:cubicBezTo>
                <a:close/>
                <a:moveTo>
                  <a:pt x="3411" y="294"/>
                </a:moveTo>
                <a:cubicBezTo>
                  <a:pt x="3406" y="294"/>
                  <a:pt x="3410" y="287"/>
                  <a:pt x="3411" y="286"/>
                </a:cubicBezTo>
                <a:cubicBezTo>
                  <a:pt x="3417" y="287"/>
                  <a:pt x="3409" y="290"/>
                  <a:pt x="3411" y="294"/>
                </a:cubicBezTo>
                <a:close/>
                <a:moveTo>
                  <a:pt x="3420" y="261"/>
                </a:moveTo>
                <a:cubicBezTo>
                  <a:pt x="3416" y="267"/>
                  <a:pt x="3419" y="257"/>
                  <a:pt x="3419" y="254"/>
                </a:cubicBezTo>
                <a:cubicBezTo>
                  <a:pt x="3423" y="256"/>
                  <a:pt x="3420" y="258"/>
                  <a:pt x="3420" y="261"/>
                </a:cubicBezTo>
                <a:close/>
                <a:moveTo>
                  <a:pt x="3593" y="579"/>
                </a:moveTo>
                <a:cubicBezTo>
                  <a:pt x="3593" y="580"/>
                  <a:pt x="3593" y="582"/>
                  <a:pt x="3593" y="583"/>
                </a:cubicBezTo>
                <a:cubicBezTo>
                  <a:pt x="3589" y="585"/>
                  <a:pt x="3589" y="580"/>
                  <a:pt x="3589" y="577"/>
                </a:cubicBezTo>
                <a:cubicBezTo>
                  <a:pt x="3590" y="577"/>
                  <a:pt x="3591" y="579"/>
                  <a:pt x="3593" y="579"/>
                </a:cubicBezTo>
                <a:close/>
                <a:moveTo>
                  <a:pt x="3576" y="556"/>
                </a:moveTo>
                <a:cubicBezTo>
                  <a:pt x="3575" y="562"/>
                  <a:pt x="3571" y="551"/>
                  <a:pt x="3567" y="552"/>
                </a:cubicBezTo>
                <a:cubicBezTo>
                  <a:pt x="3567" y="549"/>
                  <a:pt x="3567" y="546"/>
                  <a:pt x="3565" y="546"/>
                </a:cubicBezTo>
                <a:cubicBezTo>
                  <a:pt x="3569" y="539"/>
                  <a:pt x="3571" y="556"/>
                  <a:pt x="3576" y="556"/>
                </a:cubicBezTo>
                <a:close/>
                <a:moveTo>
                  <a:pt x="3522" y="440"/>
                </a:moveTo>
                <a:cubicBezTo>
                  <a:pt x="3518" y="438"/>
                  <a:pt x="3516" y="434"/>
                  <a:pt x="3515" y="429"/>
                </a:cubicBezTo>
                <a:cubicBezTo>
                  <a:pt x="3519" y="430"/>
                  <a:pt x="3521" y="435"/>
                  <a:pt x="3522" y="440"/>
                </a:cubicBezTo>
                <a:close/>
                <a:moveTo>
                  <a:pt x="3503" y="443"/>
                </a:moveTo>
                <a:cubicBezTo>
                  <a:pt x="3507" y="446"/>
                  <a:pt x="3504" y="458"/>
                  <a:pt x="3508" y="462"/>
                </a:cubicBezTo>
                <a:cubicBezTo>
                  <a:pt x="3505" y="460"/>
                  <a:pt x="3503" y="460"/>
                  <a:pt x="3500" y="463"/>
                </a:cubicBezTo>
                <a:cubicBezTo>
                  <a:pt x="3502" y="474"/>
                  <a:pt x="3498" y="479"/>
                  <a:pt x="3497" y="487"/>
                </a:cubicBezTo>
                <a:cubicBezTo>
                  <a:pt x="3497" y="495"/>
                  <a:pt x="3491" y="481"/>
                  <a:pt x="3497" y="483"/>
                </a:cubicBezTo>
                <a:cubicBezTo>
                  <a:pt x="3495" y="466"/>
                  <a:pt x="3502" y="458"/>
                  <a:pt x="3503" y="443"/>
                </a:cubicBezTo>
                <a:close/>
                <a:moveTo>
                  <a:pt x="3451" y="265"/>
                </a:moveTo>
                <a:cubicBezTo>
                  <a:pt x="3459" y="267"/>
                  <a:pt x="3454" y="277"/>
                  <a:pt x="3452" y="281"/>
                </a:cubicBezTo>
                <a:cubicBezTo>
                  <a:pt x="3445" y="278"/>
                  <a:pt x="3454" y="272"/>
                  <a:pt x="3451" y="265"/>
                </a:cubicBezTo>
                <a:close/>
                <a:moveTo>
                  <a:pt x="57" y="2139"/>
                </a:moveTo>
                <a:cubicBezTo>
                  <a:pt x="52" y="2141"/>
                  <a:pt x="48" y="2128"/>
                  <a:pt x="43" y="2130"/>
                </a:cubicBezTo>
                <a:cubicBezTo>
                  <a:pt x="38" y="2120"/>
                  <a:pt x="28" y="2117"/>
                  <a:pt x="18" y="2109"/>
                </a:cubicBezTo>
                <a:cubicBezTo>
                  <a:pt x="12" y="2104"/>
                  <a:pt x="6" y="2099"/>
                  <a:pt x="0" y="2093"/>
                </a:cubicBezTo>
                <a:cubicBezTo>
                  <a:pt x="0" y="2105"/>
                  <a:pt x="0" y="2105"/>
                  <a:pt x="0" y="2105"/>
                </a:cubicBezTo>
                <a:cubicBezTo>
                  <a:pt x="5" y="2108"/>
                  <a:pt x="10" y="2111"/>
                  <a:pt x="15" y="2115"/>
                </a:cubicBezTo>
                <a:cubicBezTo>
                  <a:pt x="29" y="2128"/>
                  <a:pt x="43" y="2139"/>
                  <a:pt x="58" y="2150"/>
                </a:cubicBezTo>
                <a:cubicBezTo>
                  <a:pt x="60" y="2153"/>
                  <a:pt x="64" y="2157"/>
                  <a:pt x="67" y="2160"/>
                </a:cubicBezTo>
                <a:cubicBezTo>
                  <a:pt x="74" y="2160"/>
                  <a:pt x="74" y="2160"/>
                  <a:pt x="74" y="2160"/>
                </a:cubicBezTo>
                <a:cubicBezTo>
                  <a:pt x="72" y="2157"/>
                  <a:pt x="69" y="2154"/>
                  <a:pt x="67" y="2150"/>
                </a:cubicBezTo>
                <a:cubicBezTo>
                  <a:pt x="61" y="2143"/>
                  <a:pt x="59" y="2146"/>
                  <a:pt x="57" y="2139"/>
                </a:cubicBezTo>
                <a:close/>
                <a:moveTo>
                  <a:pt x="0" y="2131"/>
                </a:moveTo>
                <a:cubicBezTo>
                  <a:pt x="0" y="2152"/>
                  <a:pt x="0" y="2152"/>
                  <a:pt x="0" y="2152"/>
                </a:cubicBezTo>
                <a:cubicBezTo>
                  <a:pt x="2" y="2155"/>
                  <a:pt x="4" y="2158"/>
                  <a:pt x="6" y="2160"/>
                </a:cubicBezTo>
                <a:cubicBezTo>
                  <a:pt x="18" y="2160"/>
                  <a:pt x="18" y="2160"/>
                  <a:pt x="18" y="2160"/>
                </a:cubicBezTo>
                <a:cubicBezTo>
                  <a:pt x="15" y="2155"/>
                  <a:pt x="11" y="2149"/>
                  <a:pt x="5" y="2144"/>
                </a:cubicBezTo>
                <a:cubicBezTo>
                  <a:pt x="4" y="2139"/>
                  <a:pt x="2" y="2135"/>
                  <a:pt x="0" y="2131"/>
                </a:cubicBezTo>
                <a:close/>
                <a:moveTo>
                  <a:pt x="1714" y="33"/>
                </a:moveTo>
                <a:cubicBezTo>
                  <a:pt x="1718" y="31"/>
                  <a:pt x="1719" y="23"/>
                  <a:pt x="1721" y="17"/>
                </a:cubicBezTo>
                <a:cubicBezTo>
                  <a:pt x="1726" y="16"/>
                  <a:pt x="1724" y="2"/>
                  <a:pt x="1730" y="2"/>
                </a:cubicBezTo>
                <a:cubicBezTo>
                  <a:pt x="1730" y="1"/>
                  <a:pt x="1730" y="1"/>
                  <a:pt x="1730" y="0"/>
                </a:cubicBezTo>
                <a:cubicBezTo>
                  <a:pt x="1723" y="0"/>
                  <a:pt x="1723" y="0"/>
                  <a:pt x="1723" y="0"/>
                </a:cubicBezTo>
                <a:cubicBezTo>
                  <a:pt x="1720" y="5"/>
                  <a:pt x="1718" y="9"/>
                  <a:pt x="1715" y="13"/>
                </a:cubicBezTo>
                <a:cubicBezTo>
                  <a:pt x="1710" y="27"/>
                  <a:pt x="1705" y="42"/>
                  <a:pt x="1699" y="54"/>
                </a:cubicBezTo>
                <a:cubicBezTo>
                  <a:pt x="1702" y="61"/>
                  <a:pt x="1694" y="63"/>
                  <a:pt x="1693" y="72"/>
                </a:cubicBezTo>
                <a:cubicBezTo>
                  <a:pt x="1691" y="82"/>
                  <a:pt x="1692" y="83"/>
                  <a:pt x="1687" y="91"/>
                </a:cubicBezTo>
                <a:cubicBezTo>
                  <a:pt x="1685" y="88"/>
                  <a:pt x="1688" y="82"/>
                  <a:pt x="1687" y="77"/>
                </a:cubicBezTo>
                <a:cubicBezTo>
                  <a:pt x="1688" y="73"/>
                  <a:pt x="1690" y="68"/>
                  <a:pt x="1691" y="63"/>
                </a:cubicBezTo>
                <a:cubicBezTo>
                  <a:pt x="1692" y="53"/>
                  <a:pt x="1693" y="52"/>
                  <a:pt x="1696" y="39"/>
                </a:cubicBezTo>
                <a:cubicBezTo>
                  <a:pt x="1699" y="24"/>
                  <a:pt x="1705" y="13"/>
                  <a:pt x="1710" y="0"/>
                </a:cubicBezTo>
                <a:cubicBezTo>
                  <a:pt x="1703" y="0"/>
                  <a:pt x="1703" y="0"/>
                  <a:pt x="1703" y="0"/>
                </a:cubicBezTo>
                <a:cubicBezTo>
                  <a:pt x="1695" y="24"/>
                  <a:pt x="1693" y="32"/>
                  <a:pt x="1684" y="65"/>
                </a:cubicBezTo>
                <a:cubicBezTo>
                  <a:pt x="1684" y="77"/>
                  <a:pt x="1684" y="89"/>
                  <a:pt x="1679" y="103"/>
                </a:cubicBezTo>
                <a:cubicBezTo>
                  <a:pt x="1682" y="103"/>
                  <a:pt x="1685" y="103"/>
                  <a:pt x="1682" y="101"/>
                </a:cubicBezTo>
                <a:cubicBezTo>
                  <a:pt x="1684" y="98"/>
                  <a:pt x="1686" y="102"/>
                  <a:pt x="1686" y="104"/>
                </a:cubicBezTo>
                <a:cubicBezTo>
                  <a:pt x="1686" y="109"/>
                  <a:pt x="1678" y="118"/>
                  <a:pt x="1686" y="118"/>
                </a:cubicBezTo>
                <a:cubicBezTo>
                  <a:pt x="1691" y="95"/>
                  <a:pt x="1698" y="83"/>
                  <a:pt x="1700" y="65"/>
                </a:cubicBezTo>
                <a:cubicBezTo>
                  <a:pt x="1705" y="57"/>
                  <a:pt x="1709" y="44"/>
                  <a:pt x="1714" y="33"/>
                </a:cubicBezTo>
                <a:close/>
                <a:moveTo>
                  <a:pt x="3158" y="1807"/>
                </a:moveTo>
                <a:cubicBezTo>
                  <a:pt x="3155" y="1805"/>
                  <a:pt x="3153" y="1805"/>
                  <a:pt x="3151" y="1805"/>
                </a:cubicBezTo>
                <a:cubicBezTo>
                  <a:pt x="3135" y="1790"/>
                  <a:pt x="3132" y="1787"/>
                  <a:pt x="3131" y="1789"/>
                </a:cubicBezTo>
                <a:cubicBezTo>
                  <a:pt x="3095" y="1762"/>
                  <a:pt x="3093" y="1759"/>
                  <a:pt x="3083" y="1754"/>
                </a:cubicBezTo>
                <a:cubicBezTo>
                  <a:pt x="3060" y="1715"/>
                  <a:pt x="3059" y="1709"/>
                  <a:pt x="3057" y="1703"/>
                </a:cubicBezTo>
                <a:cubicBezTo>
                  <a:pt x="3049" y="1705"/>
                  <a:pt x="3054" y="1709"/>
                  <a:pt x="3051" y="1715"/>
                </a:cubicBezTo>
                <a:cubicBezTo>
                  <a:pt x="3069" y="1745"/>
                  <a:pt x="3066" y="1750"/>
                  <a:pt x="3073" y="1753"/>
                </a:cubicBezTo>
                <a:cubicBezTo>
                  <a:pt x="3064" y="1757"/>
                  <a:pt x="3058" y="1755"/>
                  <a:pt x="3052" y="1750"/>
                </a:cubicBezTo>
                <a:cubicBezTo>
                  <a:pt x="3027" y="1719"/>
                  <a:pt x="3031" y="1715"/>
                  <a:pt x="3024" y="1713"/>
                </a:cubicBezTo>
                <a:cubicBezTo>
                  <a:pt x="3006" y="1687"/>
                  <a:pt x="3005" y="1680"/>
                  <a:pt x="2998" y="1674"/>
                </a:cubicBezTo>
                <a:cubicBezTo>
                  <a:pt x="2974" y="1614"/>
                  <a:pt x="2974" y="1605"/>
                  <a:pt x="2968" y="1597"/>
                </a:cubicBezTo>
                <a:cubicBezTo>
                  <a:pt x="2960" y="1561"/>
                  <a:pt x="2955" y="1552"/>
                  <a:pt x="2954" y="1543"/>
                </a:cubicBezTo>
                <a:cubicBezTo>
                  <a:pt x="2942" y="1487"/>
                  <a:pt x="2938" y="1485"/>
                  <a:pt x="2939" y="1483"/>
                </a:cubicBezTo>
                <a:cubicBezTo>
                  <a:pt x="2932" y="1458"/>
                  <a:pt x="2930" y="1454"/>
                  <a:pt x="2926" y="1451"/>
                </a:cubicBezTo>
                <a:cubicBezTo>
                  <a:pt x="2918" y="1423"/>
                  <a:pt x="2918" y="1412"/>
                  <a:pt x="2913" y="1416"/>
                </a:cubicBezTo>
                <a:cubicBezTo>
                  <a:pt x="2922" y="1441"/>
                  <a:pt x="2923" y="1444"/>
                  <a:pt x="2924" y="1447"/>
                </a:cubicBezTo>
                <a:cubicBezTo>
                  <a:pt x="2933" y="1489"/>
                  <a:pt x="2937" y="1499"/>
                  <a:pt x="2939" y="1510"/>
                </a:cubicBezTo>
                <a:cubicBezTo>
                  <a:pt x="2947" y="1546"/>
                  <a:pt x="2946" y="1552"/>
                  <a:pt x="2950" y="1556"/>
                </a:cubicBezTo>
                <a:cubicBezTo>
                  <a:pt x="2955" y="1583"/>
                  <a:pt x="2959" y="1585"/>
                  <a:pt x="2955" y="1588"/>
                </a:cubicBezTo>
                <a:cubicBezTo>
                  <a:pt x="2965" y="1615"/>
                  <a:pt x="2972" y="1624"/>
                  <a:pt x="2974" y="1635"/>
                </a:cubicBezTo>
                <a:cubicBezTo>
                  <a:pt x="3005" y="1703"/>
                  <a:pt x="3014" y="1707"/>
                  <a:pt x="3013" y="1713"/>
                </a:cubicBezTo>
                <a:cubicBezTo>
                  <a:pt x="3012" y="1729"/>
                  <a:pt x="3007" y="1712"/>
                  <a:pt x="2996" y="1704"/>
                </a:cubicBezTo>
                <a:cubicBezTo>
                  <a:pt x="2983" y="1672"/>
                  <a:pt x="2975" y="1670"/>
                  <a:pt x="2977" y="1666"/>
                </a:cubicBezTo>
                <a:cubicBezTo>
                  <a:pt x="2961" y="1640"/>
                  <a:pt x="2961" y="1632"/>
                  <a:pt x="2956" y="1626"/>
                </a:cubicBezTo>
                <a:cubicBezTo>
                  <a:pt x="2948" y="1598"/>
                  <a:pt x="2946" y="1591"/>
                  <a:pt x="2945" y="1584"/>
                </a:cubicBezTo>
                <a:cubicBezTo>
                  <a:pt x="2934" y="1529"/>
                  <a:pt x="2935" y="1525"/>
                  <a:pt x="2934" y="1522"/>
                </a:cubicBezTo>
                <a:cubicBezTo>
                  <a:pt x="2931" y="1493"/>
                  <a:pt x="2927" y="1487"/>
                  <a:pt x="2928" y="1479"/>
                </a:cubicBezTo>
                <a:cubicBezTo>
                  <a:pt x="2906" y="1410"/>
                  <a:pt x="2905" y="1403"/>
                  <a:pt x="2902" y="1396"/>
                </a:cubicBezTo>
                <a:cubicBezTo>
                  <a:pt x="2891" y="1385"/>
                  <a:pt x="2900" y="1391"/>
                  <a:pt x="2900" y="1400"/>
                </a:cubicBezTo>
                <a:cubicBezTo>
                  <a:pt x="2911" y="1442"/>
                  <a:pt x="2915" y="1445"/>
                  <a:pt x="2913" y="1450"/>
                </a:cubicBezTo>
                <a:cubicBezTo>
                  <a:pt x="2922" y="1477"/>
                  <a:pt x="2920" y="1480"/>
                  <a:pt x="2921" y="1482"/>
                </a:cubicBezTo>
                <a:cubicBezTo>
                  <a:pt x="2923" y="1506"/>
                  <a:pt x="2930" y="1509"/>
                  <a:pt x="2926" y="1514"/>
                </a:cubicBezTo>
                <a:cubicBezTo>
                  <a:pt x="2937" y="1582"/>
                  <a:pt x="2936" y="1585"/>
                  <a:pt x="2938" y="1587"/>
                </a:cubicBezTo>
                <a:cubicBezTo>
                  <a:pt x="2946" y="1620"/>
                  <a:pt x="2947" y="1623"/>
                  <a:pt x="2947" y="1628"/>
                </a:cubicBezTo>
                <a:cubicBezTo>
                  <a:pt x="2952" y="1638"/>
                  <a:pt x="2959" y="1643"/>
                  <a:pt x="2958" y="1648"/>
                </a:cubicBezTo>
                <a:cubicBezTo>
                  <a:pt x="2970" y="1669"/>
                  <a:pt x="2970" y="1675"/>
                  <a:pt x="2975" y="1680"/>
                </a:cubicBezTo>
                <a:cubicBezTo>
                  <a:pt x="2985" y="1703"/>
                  <a:pt x="2991" y="1708"/>
                  <a:pt x="2992" y="1715"/>
                </a:cubicBezTo>
                <a:cubicBezTo>
                  <a:pt x="2960" y="1672"/>
                  <a:pt x="2952" y="1665"/>
                  <a:pt x="2949" y="1657"/>
                </a:cubicBezTo>
                <a:cubicBezTo>
                  <a:pt x="2930" y="1604"/>
                  <a:pt x="2923" y="1599"/>
                  <a:pt x="2923" y="1593"/>
                </a:cubicBezTo>
                <a:cubicBezTo>
                  <a:pt x="2916" y="1554"/>
                  <a:pt x="2909" y="1552"/>
                  <a:pt x="2911" y="1548"/>
                </a:cubicBezTo>
                <a:cubicBezTo>
                  <a:pt x="2903" y="1513"/>
                  <a:pt x="2903" y="1506"/>
                  <a:pt x="2901" y="1500"/>
                </a:cubicBezTo>
                <a:cubicBezTo>
                  <a:pt x="2897" y="1475"/>
                  <a:pt x="2894" y="1469"/>
                  <a:pt x="2895" y="1462"/>
                </a:cubicBezTo>
                <a:cubicBezTo>
                  <a:pt x="2886" y="1404"/>
                  <a:pt x="2880" y="1402"/>
                  <a:pt x="2879" y="1399"/>
                </a:cubicBezTo>
                <a:cubicBezTo>
                  <a:pt x="2849" y="1306"/>
                  <a:pt x="2845" y="1298"/>
                  <a:pt x="2848" y="1289"/>
                </a:cubicBezTo>
                <a:cubicBezTo>
                  <a:pt x="2840" y="1270"/>
                  <a:pt x="2841" y="1277"/>
                  <a:pt x="2844" y="1284"/>
                </a:cubicBezTo>
                <a:cubicBezTo>
                  <a:pt x="2845" y="1328"/>
                  <a:pt x="2844" y="1332"/>
                  <a:pt x="2849" y="1334"/>
                </a:cubicBezTo>
                <a:cubicBezTo>
                  <a:pt x="2853" y="1401"/>
                  <a:pt x="2850" y="1416"/>
                  <a:pt x="2854" y="1429"/>
                </a:cubicBezTo>
                <a:cubicBezTo>
                  <a:pt x="2854" y="1447"/>
                  <a:pt x="2859" y="1448"/>
                  <a:pt x="2855" y="1451"/>
                </a:cubicBezTo>
                <a:cubicBezTo>
                  <a:pt x="2860" y="1486"/>
                  <a:pt x="2863" y="1500"/>
                  <a:pt x="2863" y="1514"/>
                </a:cubicBezTo>
                <a:cubicBezTo>
                  <a:pt x="2878" y="1567"/>
                  <a:pt x="2875" y="1571"/>
                  <a:pt x="2878" y="1574"/>
                </a:cubicBezTo>
                <a:cubicBezTo>
                  <a:pt x="2882" y="1588"/>
                  <a:pt x="2881" y="1592"/>
                  <a:pt x="2886" y="1594"/>
                </a:cubicBezTo>
                <a:cubicBezTo>
                  <a:pt x="2895" y="1630"/>
                  <a:pt x="2905" y="1631"/>
                  <a:pt x="2897" y="1633"/>
                </a:cubicBezTo>
                <a:cubicBezTo>
                  <a:pt x="2887" y="1603"/>
                  <a:pt x="2880" y="1602"/>
                  <a:pt x="2877" y="1599"/>
                </a:cubicBezTo>
                <a:cubicBezTo>
                  <a:pt x="2871" y="1576"/>
                  <a:pt x="2870" y="1573"/>
                  <a:pt x="2870" y="1571"/>
                </a:cubicBezTo>
                <a:cubicBezTo>
                  <a:pt x="2856" y="1524"/>
                  <a:pt x="2855" y="1519"/>
                  <a:pt x="2855" y="1514"/>
                </a:cubicBezTo>
                <a:cubicBezTo>
                  <a:pt x="2847" y="1481"/>
                  <a:pt x="2848" y="1476"/>
                  <a:pt x="2844" y="1472"/>
                </a:cubicBezTo>
                <a:cubicBezTo>
                  <a:pt x="2834" y="1424"/>
                  <a:pt x="2823" y="1421"/>
                  <a:pt x="2829" y="1415"/>
                </a:cubicBezTo>
                <a:cubicBezTo>
                  <a:pt x="2807" y="1354"/>
                  <a:pt x="2797" y="1336"/>
                  <a:pt x="2792" y="1317"/>
                </a:cubicBezTo>
                <a:cubicBezTo>
                  <a:pt x="2772" y="1287"/>
                  <a:pt x="2779" y="1281"/>
                  <a:pt x="2772" y="1278"/>
                </a:cubicBezTo>
                <a:cubicBezTo>
                  <a:pt x="2760" y="1259"/>
                  <a:pt x="2763" y="1254"/>
                  <a:pt x="2758" y="1250"/>
                </a:cubicBezTo>
                <a:cubicBezTo>
                  <a:pt x="2739" y="1219"/>
                  <a:pt x="2740" y="1214"/>
                  <a:pt x="2733" y="1210"/>
                </a:cubicBezTo>
                <a:cubicBezTo>
                  <a:pt x="2704" y="1176"/>
                  <a:pt x="2698" y="1167"/>
                  <a:pt x="2691" y="1158"/>
                </a:cubicBezTo>
                <a:cubicBezTo>
                  <a:pt x="2677" y="1152"/>
                  <a:pt x="2667" y="1150"/>
                  <a:pt x="2672" y="1156"/>
                </a:cubicBezTo>
                <a:cubicBezTo>
                  <a:pt x="2687" y="1171"/>
                  <a:pt x="2696" y="1174"/>
                  <a:pt x="2701" y="1178"/>
                </a:cubicBezTo>
                <a:cubicBezTo>
                  <a:pt x="2719" y="1217"/>
                  <a:pt x="2727" y="1221"/>
                  <a:pt x="2727" y="1227"/>
                </a:cubicBezTo>
                <a:cubicBezTo>
                  <a:pt x="2742" y="1266"/>
                  <a:pt x="2752" y="1271"/>
                  <a:pt x="2751" y="1277"/>
                </a:cubicBezTo>
                <a:cubicBezTo>
                  <a:pt x="2767" y="1314"/>
                  <a:pt x="2767" y="1317"/>
                  <a:pt x="2771" y="1319"/>
                </a:cubicBezTo>
                <a:cubicBezTo>
                  <a:pt x="2780" y="1351"/>
                  <a:pt x="2787" y="1356"/>
                  <a:pt x="2786" y="1363"/>
                </a:cubicBezTo>
                <a:cubicBezTo>
                  <a:pt x="2796" y="1382"/>
                  <a:pt x="2794" y="1385"/>
                  <a:pt x="2795" y="1388"/>
                </a:cubicBezTo>
                <a:cubicBezTo>
                  <a:pt x="2803" y="1417"/>
                  <a:pt x="2805" y="1420"/>
                  <a:pt x="2809" y="1423"/>
                </a:cubicBezTo>
                <a:cubicBezTo>
                  <a:pt x="2813" y="1444"/>
                  <a:pt x="2814" y="1447"/>
                  <a:pt x="2811" y="1450"/>
                </a:cubicBezTo>
                <a:cubicBezTo>
                  <a:pt x="2825" y="1491"/>
                  <a:pt x="2828" y="1493"/>
                  <a:pt x="2828" y="1496"/>
                </a:cubicBezTo>
                <a:cubicBezTo>
                  <a:pt x="2835" y="1522"/>
                  <a:pt x="2836" y="1525"/>
                  <a:pt x="2839" y="1527"/>
                </a:cubicBezTo>
                <a:cubicBezTo>
                  <a:pt x="2851" y="1580"/>
                  <a:pt x="2853" y="1585"/>
                  <a:pt x="2858" y="1589"/>
                </a:cubicBezTo>
                <a:cubicBezTo>
                  <a:pt x="2886" y="1644"/>
                  <a:pt x="2890" y="1655"/>
                  <a:pt x="2897" y="1665"/>
                </a:cubicBezTo>
                <a:cubicBezTo>
                  <a:pt x="2908" y="1689"/>
                  <a:pt x="2910" y="1697"/>
                  <a:pt x="2906" y="1694"/>
                </a:cubicBezTo>
                <a:cubicBezTo>
                  <a:pt x="2862" y="1637"/>
                  <a:pt x="2851" y="1606"/>
                  <a:pt x="2832" y="1577"/>
                </a:cubicBezTo>
                <a:cubicBezTo>
                  <a:pt x="2811" y="1528"/>
                  <a:pt x="2810" y="1524"/>
                  <a:pt x="2809" y="1520"/>
                </a:cubicBezTo>
                <a:cubicBezTo>
                  <a:pt x="2791" y="1470"/>
                  <a:pt x="2788" y="1454"/>
                  <a:pt x="2785" y="1438"/>
                </a:cubicBezTo>
                <a:cubicBezTo>
                  <a:pt x="2763" y="1361"/>
                  <a:pt x="2758" y="1353"/>
                  <a:pt x="2755" y="1345"/>
                </a:cubicBezTo>
                <a:cubicBezTo>
                  <a:pt x="2747" y="1318"/>
                  <a:pt x="2739" y="1315"/>
                  <a:pt x="2742" y="1310"/>
                </a:cubicBezTo>
                <a:cubicBezTo>
                  <a:pt x="2741" y="1318"/>
                  <a:pt x="2741" y="1322"/>
                  <a:pt x="2742" y="1326"/>
                </a:cubicBezTo>
                <a:cubicBezTo>
                  <a:pt x="2761" y="1380"/>
                  <a:pt x="2766" y="1383"/>
                  <a:pt x="2764" y="1388"/>
                </a:cubicBezTo>
                <a:cubicBezTo>
                  <a:pt x="2781" y="1433"/>
                  <a:pt x="2773" y="1439"/>
                  <a:pt x="2780" y="1443"/>
                </a:cubicBezTo>
                <a:cubicBezTo>
                  <a:pt x="2790" y="1491"/>
                  <a:pt x="2792" y="1496"/>
                  <a:pt x="2793" y="1501"/>
                </a:cubicBezTo>
                <a:cubicBezTo>
                  <a:pt x="2787" y="1502"/>
                  <a:pt x="2789" y="1498"/>
                  <a:pt x="2789" y="1496"/>
                </a:cubicBezTo>
                <a:cubicBezTo>
                  <a:pt x="2774" y="1451"/>
                  <a:pt x="2763" y="1443"/>
                  <a:pt x="2765" y="1433"/>
                </a:cubicBezTo>
                <a:cubicBezTo>
                  <a:pt x="2755" y="1409"/>
                  <a:pt x="2757" y="1406"/>
                  <a:pt x="2756" y="1403"/>
                </a:cubicBezTo>
                <a:cubicBezTo>
                  <a:pt x="2750" y="1380"/>
                  <a:pt x="2748" y="1378"/>
                  <a:pt x="2749" y="1375"/>
                </a:cubicBezTo>
                <a:cubicBezTo>
                  <a:pt x="2738" y="1336"/>
                  <a:pt x="2739" y="1326"/>
                  <a:pt x="2732" y="1317"/>
                </a:cubicBezTo>
                <a:cubicBezTo>
                  <a:pt x="2728" y="1292"/>
                  <a:pt x="2727" y="1288"/>
                  <a:pt x="2730" y="1289"/>
                </a:cubicBezTo>
                <a:cubicBezTo>
                  <a:pt x="2732" y="1282"/>
                  <a:pt x="2729" y="1282"/>
                  <a:pt x="2727" y="1282"/>
                </a:cubicBezTo>
                <a:cubicBezTo>
                  <a:pt x="2709" y="1224"/>
                  <a:pt x="2705" y="1217"/>
                  <a:pt x="2701" y="1210"/>
                </a:cubicBezTo>
                <a:cubicBezTo>
                  <a:pt x="2696" y="1199"/>
                  <a:pt x="2693" y="1203"/>
                  <a:pt x="2696" y="1206"/>
                </a:cubicBezTo>
                <a:cubicBezTo>
                  <a:pt x="2702" y="1235"/>
                  <a:pt x="2712" y="1241"/>
                  <a:pt x="2709" y="1249"/>
                </a:cubicBezTo>
                <a:cubicBezTo>
                  <a:pt x="2725" y="1297"/>
                  <a:pt x="2724" y="1301"/>
                  <a:pt x="2725" y="1304"/>
                </a:cubicBezTo>
                <a:cubicBezTo>
                  <a:pt x="2726" y="1320"/>
                  <a:pt x="2730" y="1323"/>
                  <a:pt x="2728" y="1327"/>
                </a:cubicBezTo>
                <a:cubicBezTo>
                  <a:pt x="2735" y="1366"/>
                  <a:pt x="2739" y="1368"/>
                  <a:pt x="2740" y="1372"/>
                </a:cubicBezTo>
                <a:cubicBezTo>
                  <a:pt x="2745" y="1391"/>
                  <a:pt x="2748" y="1399"/>
                  <a:pt x="2746" y="1407"/>
                </a:cubicBezTo>
                <a:cubicBezTo>
                  <a:pt x="2757" y="1429"/>
                  <a:pt x="2755" y="1432"/>
                  <a:pt x="2756" y="1435"/>
                </a:cubicBezTo>
                <a:cubicBezTo>
                  <a:pt x="2761" y="1455"/>
                  <a:pt x="2766" y="1459"/>
                  <a:pt x="2762" y="1465"/>
                </a:cubicBezTo>
                <a:cubicBezTo>
                  <a:pt x="2789" y="1521"/>
                  <a:pt x="2792" y="1525"/>
                  <a:pt x="2789" y="1530"/>
                </a:cubicBezTo>
                <a:cubicBezTo>
                  <a:pt x="2809" y="1580"/>
                  <a:pt x="2816" y="1588"/>
                  <a:pt x="2818" y="1597"/>
                </a:cubicBezTo>
                <a:cubicBezTo>
                  <a:pt x="2846" y="1638"/>
                  <a:pt x="2843" y="1644"/>
                  <a:pt x="2851" y="1647"/>
                </a:cubicBezTo>
                <a:cubicBezTo>
                  <a:pt x="2857" y="1651"/>
                  <a:pt x="2858" y="1648"/>
                  <a:pt x="2855" y="1645"/>
                </a:cubicBezTo>
                <a:cubicBezTo>
                  <a:pt x="2847" y="1622"/>
                  <a:pt x="2838" y="1620"/>
                  <a:pt x="2840" y="1616"/>
                </a:cubicBezTo>
                <a:cubicBezTo>
                  <a:pt x="2807" y="1551"/>
                  <a:pt x="2804" y="1544"/>
                  <a:pt x="2803" y="1537"/>
                </a:cubicBezTo>
                <a:cubicBezTo>
                  <a:pt x="2799" y="1521"/>
                  <a:pt x="2796" y="1518"/>
                  <a:pt x="2800" y="1519"/>
                </a:cubicBezTo>
                <a:cubicBezTo>
                  <a:pt x="2808" y="1542"/>
                  <a:pt x="2809" y="1548"/>
                  <a:pt x="2813" y="1554"/>
                </a:cubicBezTo>
                <a:cubicBezTo>
                  <a:pt x="2824" y="1583"/>
                  <a:pt x="2831" y="1585"/>
                  <a:pt x="2829" y="1588"/>
                </a:cubicBezTo>
                <a:cubicBezTo>
                  <a:pt x="2842" y="1611"/>
                  <a:pt x="2844" y="1617"/>
                  <a:pt x="2849" y="1622"/>
                </a:cubicBezTo>
                <a:cubicBezTo>
                  <a:pt x="2854" y="1643"/>
                  <a:pt x="2867" y="1644"/>
                  <a:pt x="2863" y="1648"/>
                </a:cubicBezTo>
                <a:cubicBezTo>
                  <a:pt x="2874" y="1665"/>
                  <a:pt x="2880" y="1668"/>
                  <a:pt x="2881" y="1672"/>
                </a:cubicBezTo>
                <a:cubicBezTo>
                  <a:pt x="2867" y="1679"/>
                  <a:pt x="2862" y="1674"/>
                  <a:pt x="2858" y="1675"/>
                </a:cubicBezTo>
                <a:cubicBezTo>
                  <a:pt x="2840" y="1657"/>
                  <a:pt x="2839" y="1651"/>
                  <a:pt x="2833" y="1646"/>
                </a:cubicBezTo>
                <a:cubicBezTo>
                  <a:pt x="2813" y="1626"/>
                  <a:pt x="2811" y="1624"/>
                  <a:pt x="2808" y="1621"/>
                </a:cubicBezTo>
                <a:cubicBezTo>
                  <a:pt x="2784" y="1586"/>
                  <a:pt x="2782" y="1584"/>
                  <a:pt x="2782" y="1581"/>
                </a:cubicBezTo>
                <a:cubicBezTo>
                  <a:pt x="2753" y="1534"/>
                  <a:pt x="2757" y="1527"/>
                  <a:pt x="2750" y="1522"/>
                </a:cubicBezTo>
                <a:cubicBezTo>
                  <a:pt x="2742" y="1503"/>
                  <a:pt x="2741" y="1500"/>
                  <a:pt x="2740" y="1498"/>
                </a:cubicBezTo>
                <a:cubicBezTo>
                  <a:pt x="2735" y="1477"/>
                  <a:pt x="2729" y="1475"/>
                  <a:pt x="2729" y="1472"/>
                </a:cubicBezTo>
                <a:cubicBezTo>
                  <a:pt x="2717" y="1432"/>
                  <a:pt x="2715" y="1427"/>
                  <a:pt x="2713" y="1422"/>
                </a:cubicBezTo>
                <a:cubicBezTo>
                  <a:pt x="2707" y="1382"/>
                  <a:pt x="2701" y="1380"/>
                  <a:pt x="2700" y="1377"/>
                </a:cubicBezTo>
                <a:cubicBezTo>
                  <a:pt x="2694" y="1327"/>
                  <a:pt x="2686" y="1323"/>
                  <a:pt x="2688" y="1316"/>
                </a:cubicBezTo>
                <a:cubicBezTo>
                  <a:pt x="2675" y="1280"/>
                  <a:pt x="2685" y="1274"/>
                  <a:pt x="2678" y="1273"/>
                </a:cubicBezTo>
                <a:cubicBezTo>
                  <a:pt x="2664" y="1216"/>
                  <a:pt x="2663" y="1205"/>
                  <a:pt x="2657" y="1194"/>
                </a:cubicBezTo>
                <a:cubicBezTo>
                  <a:pt x="2642" y="1140"/>
                  <a:pt x="2641" y="1137"/>
                  <a:pt x="2642" y="1134"/>
                </a:cubicBezTo>
                <a:cubicBezTo>
                  <a:pt x="2635" y="1113"/>
                  <a:pt x="2634" y="1110"/>
                  <a:pt x="2634" y="1107"/>
                </a:cubicBezTo>
                <a:cubicBezTo>
                  <a:pt x="2615" y="1061"/>
                  <a:pt x="2615" y="1053"/>
                  <a:pt x="2612" y="1045"/>
                </a:cubicBezTo>
                <a:cubicBezTo>
                  <a:pt x="2569" y="975"/>
                  <a:pt x="2573" y="967"/>
                  <a:pt x="2565" y="962"/>
                </a:cubicBezTo>
                <a:cubicBezTo>
                  <a:pt x="2564" y="964"/>
                  <a:pt x="2567" y="984"/>
                  <a:pt x="2581" y="1001"/>
                </a:cubicBezTo>
                <a:cubicBezTo>
                  <a:pt x="2593" y="1031"/>
                  <a:pt x="2587" y="1036"/>
                  <a:pt x="2590" y="1039"/>
                </a:cubicBezTo>
                <a:cubicBezTo>
                  <a:pt x="2593" y="1066"/>
                  <a:pt x="2592" y="1072"/>
                  <a:pt x="2598" y="1078"/>
                </a:cubicBezTo>
                <a:cubicBezTo>
                  <a:pt x="2600" y="1131"/>
                  <a:pt x="2604" y="1143"/>
                  <a:pt x="2603" y="1157"/>
                </a:cubicBezTo>
                <a:cubicBezTo>
                  <a:pt x="2611" y="1222"/>
                  <a:pt x="2612" y="1229"/>
                  <a:pt x="2611" y="1236"/>
                </a:cubicBezTo>
                <a:cubicBezTo>
                  <a:pt x="2616" y="1268"/>
                  <a:pt x="2615" y="1272"/>
                  <a:pt x="2616" y="1276"/>
                </a:cubicBezTo>
                <a:cubicBezTo>
                  <a:pt x="2627" y="1307"/>
                  <a:pt x="2618" y="1313"/>
                  <a:pt x="2624" y="1315"/>
                </a:cubicBezTo>
                <a:cubicBezTo>
                  <a:pt x="2624" y="1341"/>
                  <a:pt x="2628" y="1347"/>
                  <a:pt x="2630" y="1353"/>
                </a:cubicBezTo>
                <a:cubicBezTo>
                  <a:pt x="2640" y="1406"/>
                  <a:pt x="2644" y="1418"/>
                  <a:pt x="2648" y="1431"/>
                </a:cubicBezTo>
                <a:cubicBezTo>
                  <a:pt x="2672" y="1494"/>
                  <a:pt x="2679" y="1519"/>
                  <a:pt x="2697" y="1542"/>
                </a:cubicBezTo>
                <a:cubicBezTo>
                  <a:pt x="2719" y="1582"/>
                  <a:pt x="2726" y="1584"/>
                  <a:pt x="2725" y="1587"/>
                </a:cubicBezTo>
                <a:cubicBezTo>
                  <a:pt x="2737" y="1611"/>
                  <a:pt x="2733" y="1608"/>
                  <a:pt x="2729" y="1605"/>
                </a:cubicBezTo>
                <a:cubicBezTo>
                  <a:pt x="2723" y="1602"/>
                  <a:pt x="2721" y="1601"/>
                  <a:pt x="2719" y="1601"/>
                </a:cubicBezTo>
                <a:cubicBezTo>
                  <a:pt x="2684" y="1558"/>
                  <a:pt x="2688" y="1550"/>
                  <a:pt x="2678" y="1545"/>
                </a:cubicBezTo>
                <a:cubicBezTo>
                  <a:pt x="2663" y="1519"/>
                  <a:pt x="2656" y="1513"/>
                  <a:pt x="2657" y="1505"/>
                </a:cubicBezTo>
                <a:cubicBezTo>
                  <a:pt x="2638" y="1461"/>
                  <a:pt x="2631" y="1459"/>
                  <a:pt x="2633" y="1455"/>
                </a:cubicBezTo>
                <a:cubicBezTo>
                  <a:pt x="2618" y="1407"/>
                  <a:pt x="2611" y="1398"/>
                  <a:pt x="2615" y="1388"/>
                </a:cubicBezTo>
                <a:cubicBezTo>
                  <a:pt x="2603" y="1339"/>
                  <a:pt x="2605" y="1334"/>
                  <a:pt x="2601" y="1329"/>
                </a:cubicBezTo>
                <a:cubicBezTo>
                  <a:pt x="2603" y="1313"/>
                  <a:pt x="2596" y="1309"/>
                  <a:pt x="2601" y="1302"/>
                </a:cubicBezTo>
                <a:cubicBezTo>
                  <a:pt x="2595" y="1232"/>
                  <a:pt x="2596" y="1221"/>
                  <a:pt x="2593" y="1211"/>
                </a:cubicBezTo>
                <a:cubicBezTo>
                  <a:pt x="2593" y="1171"/>
                  <a:pt x="2592" y="1168"/>
                  <a:pt x="2592" y="1166"/>
                </a:cubicBezTo>
                <a:cubicBezTo>
                  <a:pt x="2585" y="1131"/>
                  <a:pt x="2588" y="1110"/>
                  <a:pt x="2585" y="1090"/>
                </a:cubicBezTo>
                <a:cubicBezTo>
                  <a:pt x="2577" y="1051"/>
                  <a:pt x="2577" y="1041"/>
                  <a:pt x="2571" y="1032"/>
                </a:cubicBezTo>
                <a:cubicBezTo>
                  <a:pt x="2548" y="965"/>
                  <a:pt x="2541" y="957"/>
                  <a:pt x="2540" y="948"/>
                </a:cubicBezTo>
                <a:cubicBezTo>
                  <a:pt x="2522" y="912"/>
                  <a:pt x="2517" y="903"/>
                  <a:pt x="2511" y="894"/>
                </a:cubicBezTo>
                <a:cubicBezTo>
                  <a:pt x="2495" y="873"/>
                  <a:pt x="2491" y="870"/>
                  <a:pt x="2489" y="872"/>
                </a:cubicBezTo>
                <a:cubicBezTo>
                  <a:pt x="2516" y="912"/>
                  <a:pt x="2519" y="916"/>
                  <a:pt x="2519" y="921"/>
                </a:cubicBezTo>
                <a:cubicBezTo>
                  <a:pt x="2535" y="961"/>
                  <a:pt x="2536" y="963"/>
                  <a:pt x="2537" y="964"/>
                </a:cubicBezTo>
                <a:cubicBezTo>
                  <a:pt x="2545" y="985"/>
                  <a:pt x="2546" y="987"/>
                  <a:pt x="2547" y="989"/>
                </a:cubicBezTo>
                <a:cubicBezTo>
                  <a:pt x="2553" y="1015"/>
                  <a:pt x="2554" y="1019"/>
                  <a:pt x="2556" y="1024"/>
                </a:cubicBezTo>
                <a:cubicBezTo>
                  <a:pt x="2563" y="1103"/>
                  <a:pt x="2562" y="1107"/>
                  <a:pt x="2564" y="1110"/>
                </a:cubicBezTo>
                <a:cubicBezTo>
                  <a:pt x="2564" y="1125"/>
                  <a:pt x="2564" y="1132"/>
                  <a:pt x="2566" y="1138"/>
                </a:cubicBezTo>
                <a:cubicBezTo>
                  <a:pt x="2561" y="1174"/>
                  <a:pt x="2570" y="1176"/>
                  <a:pt x="2567" y="1180"/>
                </a:cubicBezTo>
                <a:cubicBezTo>
                  <a:pt x="2571" y="1227"/>
                  <a:pt x="2573" y="1230"/>
                  <a:pt x="2570" y="1235"/>
                </a:cubicBezTo>
                <a:cubicBezTo>
                  <a:pt x="2573" y="1249"/>
                  <a:pt x="2574" y="1253"/>
                  <a:pt x="2573" y="1258"/>
                </a:cubicBezTo>
                <a:cubicBezTo>
                  <a:pt x="2576" y="1305"/>
                  <a:pt x="2575" y="1313"/>
                  <a:pt x="2575" y="1322"/>
                </a:cubicBezTo>
                <a:cubicBezTo>
                  <a:pt x="2578" y="1352"/>
                  <a:pt x="2579" y="1356"/>
                  <a:pt x="2584" y="1359"/>
                </a:cubicBezTo>
                <a:cubicBezTo>
                  <a:pt x="2589" y="1406"/>
                  <a:pt x="2594" y="1414"/>
                  <a:pt x="2593" y="1423"/>
                </a:cubicBezTo>
                <a:cubicBezTo>
                  <a:pt x="2604" y="1454"/>
                  <a:pt x="2606" y="1459"/>
                  <a:pt x="2608" y="1465"/>
                </a:cubicBezTo>
                <a:cubicBezTo>
                  <a:pt x="2608" y="1472"/>
                  <a:pt x="2606" y="1464"/>
                  <a:pt x="2600" y="1457"/>
                </a:cubicBezTo>
                <a:cubicBezTo>
                  <a:pt x="2589" y="1423"/>
                  <a:pt x="2580" y="1416"/>
                  <a:pt x="2578" y="1408"/>
                </a:cubicBezTo>
                <a:cubicBezTo>
                  <a:pt x="2568" y="1371"/>
                  <a:pt x="2571" y="1367"/>
                  <a:pt x="2570" y="1364"/>
                </a:cubicBezTo>
                <a:cubicBezTo>
                  <a:pt x="2564" y="1333"/>
                  <a:pt x="2563" y="1329"/>
                  <a:pt x="2562" y="1324"/>
                </a:cubicBezTo>
                <a:cubicBezTo>
                  <a:pt x="2557" y="1275"/>
                  <a:pt x="2551" y="1267"/>
                  <a:pt x="2555" y="1257"/>
                </a:cubicBezTo>
                <a:cubicBezTo>
                  <a:pt x="2545" y="1222"/>
                  <a:pt x="2544" y="1213"/>
                  <a:pt x="2543" y="1204"/>
                </a:cubicBezTo>
                <a:cubicBezTo>
                  <a:pt x="2538" y="1174"/>
                  <a:pt x="2541" y="1168"/>
                  <a:pt x="2538" y="1164"/>
                </a:cubicBezTo>
                <a:cubicBezTo>
                  <a:pt x="2538" y="1118"/>
                  <a:pt x="2536" y="1114"/>
                  <a:pt x="2535" y="1110"/>
                </a:cubicBezTo>
                <a:cubicBezTo>
                  <a:pt x="2523" y="1023"/>
                  <a:pt x="2516" y="1004"/>
                  <a:pt x="2513" y="985"/>
                </a:cubicBezTo>
                <a:cubicBezTo>
                  <a:pt x="2497" y="937"/>
                  <a:pt x="2492" y="933"/>
                  <a:pt x="2491" y="928"/>
                </a:cubicBezTo>
                <a:cubicBezTo>
                  <a:pt x="2456" y="864"/>
                  <a:pt x="2445" y="856"/>
                  <a:pt x="2440" y="847"/>
                </a:cubicBezTo>
                <a:cubicBezTo>
                  <a:pt x="2423" y="825"/>
                  <a:pt x="2418" y="822"/>
                  <a:pt x="2416" y="824"/>
                </a:cubicBezTo>
                <a:cubicBezTo>
                  <a:pt x="2466" y="889"/>
                  <a:pt x="2465" y="895"/>
                  <a:pt x="2471" y="899"/>
                </a:cubicBezTo>
                <a:cubicBezTo>
                  <a:pt x="2480" y="926"/>
                  <a:pt x="2487" y="927"/>
                  <a:pt x="2484" y="931"/>
                </a:cubicBezTo>
                <a:cubicBezTo>
                  <a:pt x="2502" y="971"/>
                  <a:pt x="2500" y="978"/>
                  <a:pt x="2504" y="984"/>
                </a:cubicBezTo>
                <a:cubicBezTo>
                  <a:pt x="2519" y="1035"/>
                  <a:pt x="2519" y="1048"/>
                  <a:pt x="2521" y="1061"/>
                </a:cubicBezTo>
                <a:cubicBezTo>
                  <a:pt x="2523" y="1094"/>
                  <a:pt x="2525" y="1097"/>
                  <a:pt x="2525" y="1101"/>
                </a:cubicBezTo>
                <a:cubicBezTo>
                  <a:pt x="2530" y="1187"/>
                  <a:pt x="2534" y="1193"/>
                  <a:pt x="2533" y="1200"/>
                </a:cubicBezTo>
                <a:cubicBezTo>
                  <a:pt x="2541" y="1242"/>
                  <a:pt x="2547" y="1244"/>
                  <a:pt x="2542" y="1248"/>
                </a:cubicBezTo>
                <a:cubicBezTo>
                  <a:pt x="2540" y="1238"/>
                  <a:pt x="2532" y="1221"/>
                  <a:pt x="2533" y="1203"/>
                </a:cubicBezTo>
                <a:cubicBezTo>
                  <a:pt x="2506" y="1094"/>
                  <a:pt x="2505" y="1090"/>
                  <a:pt x="2507" y="1085"/>
                </a:cubicBezTo>
                <a:cubicBezTo>
                  <a:pt x="2491" y="1037"/>
                  <a:pt x="2485" y="1030"/>
                  <a:pt x="2484" y="1021"/>
                </a:cubicBezTo>
                <a:cubicBezTo>
                  <a:pt x="2470" y="978"/>
                  <a:pt x="2464" y="974"/>
                  <a:pt x="2463" y="970"/>
                </a:cubicBezTo>
                <a:cubicBezTo>
                  <a:pt x="2425" y="913"/>
                  <a:pt x="2420" y="905"/>
                  <a:pt x="2415" y="896"/>
                </a:cubicBezTo>
                <a:cubicBezTo>
                  <a:pt x="2347" y="844"/>
                  <a:pt x="2367" y="846"/>
                  <a:pt x="2364" y="851"/>
                </a:cubicBezTo>
                <a:cubicBezTo>
                  <a:pt x="2398" y="881"/>
                  <a:pt x="2395" y="885"/>
                  <a:pt x="2401" y="887"/>
                </a:cubicBezTo>
                <a:cubicBezTo>
                  <a:pt x="2420" y="914"/>
                  <a:pt x="2421" y="917"/>
                  <a:pt x="2423" y="920"/>
                </a:cubicBezTo>
                <a:cubicBezTo>
                  <a:pt x="2470" y="1009"/>
                  <a:pt x="2477" y="1021"/>
                  <a:pt x="2479" y="1033"/>
                </a:cubicBezTo>
                <a:cubicBezTo>
                  <a:pt x="2487" y="1057"/>
                  <a:pt x="2492" y="1063"/>
                  <a:pt x="2491" y="1070"/>
                </a:cubicBezTo>
                <a:cubicBezTo>
                  <a:pt x="2500" y="1118"/>
                  <a:pt x="2507" y="1120"/>
                  <a:pt x="2505" y="1124"/>
                </a:cubicBezTo>
                <a:cubicBezTo>
                  <a:pt x="2516" y="1167"/>
                  <a:pt x="2521" y="1173"/>
                  <a:pt x="2519" y="1180"/>
                </a:cubicBezTo>
                <a:cubicBezTo>
                  <a:pt x="2529" y="1223"/>
                  <a:pt x="2528" y="1227"/>
                  <a:pt x="2528" y="1231"/>
                </a:cubicBezTo>
                <a:cubicBezTo>
                  <a:pt x="2535" y="1259"/>
                  <a:pt x="2536" y="1263"/>
                  <a:pt x="2535" y="1267"/>
                </a:cubicBezTo>
                <a:cubicBezTo>
                  <a:pt x="2543" y="1307"/>
                  <a:pt x="2545" y="1311"/>
                  <a:pt x="2545" y="1315"/>
                </a:cubicBezTo>
                <a:cubicBezTo>
                  <a:pt x="2549" y="1346"/>
                  <a:pt x="2551" y="1354"/>
                  <a:pt x="2556" y="1362"/>
                </a:cubicBezTo>
                <a:cubicBezTo>
                  <a:pt x="2566" y="1400"/>
                  <a:pt x="2567" y="1402"/>
                  <a:pt x="2567" y="1403"/>
                </a:cubicBezTo>
                <a:cubicBezTo>
                  <a:pt x="2547" y="1372"/>
                  <a:pt x="2545" y="1368"/>
                  <a:pt x="2541" y="1365"/>
                </a:cubicBezTo>
                <a:cubicBezTo>
                  <a:pt x="2530" y="1327"/>
                  <a:pt x="2528" y="1322"/>
                  <a:pt x="2528" y="1317"/>
                </a:cubicBezTo>
                <a:cubicBezTo>
                  <a:pt x="2519" y="1281"/>
                  <a:pt x="2515" y="1276"/>
                  <a:pt x="2514" y="1271"/>
                </a:cubicBezTo>
                <a:cubicBezTo>
                  <a:pt x="2501" y="1222"/>
                  <a:pt x="2501" y="1220"/>
                  <a:pt x="2503" y="1217"/>
                </a:cubicBezTo>
                <a:cubicBezTo>
                  <a:pt x="2493" y="1184"/>
                  <a:pt x="2494" y="1173"/>
                  <a:pt x="2489" y="1163"/>
                </a:cubicBezTo>
                <a:cubicBezTo>
                  <a:pt x="2478" y="1123"/>
                  <a:pt x="2479" y="1120"/>
                  <a:pt x="2477" y="1118"/>
                </a:cubicBezTo>
                <a:cubicBezTo>
                  <a:pt x="2465" y="1061"/>
                  <a:pt x="2464" y="1050"/>
                  <a:pt x="2458" y="1040"/>
                </a:cubicBezTo>
                <a:cubicBezTo>
                  <a:pt x="2438" y="969"/>
                  <a:pt x="2428" y="961"/>
                  <a:pt x="2429" y="950"/>
                </a:cubicBezTo>
                <a:cubicBezTo>
                  <a:pt x="2404" y="901"/>
                  <a:pt x="2405" y="895"/>
                  <a:pt x="2398" y="890"/>
                </a:cubicBezTo>
                <a:cubicBezTo>
                  <a:pt x="2373" y="865"/>
                  <a:pt x="2373" y="859"/>
                  <a:pt x="2370" y="861"/>
                </a:cubicBezTo>
                <a:cubicBezTo>
                  <a:pt x="2414" y="928"/>
                  <a:pt x="2413" y="940"/>
                  <a:pt x="2421" y="950"/>
                </a:cubicBezTo>
                <a:cubicBezTo>
                  <a:pt x="2424" y="979"/>
                  <a:pt x="2436" y="980"/>
                  <a:pt x="2433" y="984"/>
                </a:cubicBezTo>
                <a:cubicBezTo>
                  <a:pt x="2445" y="1019"/>
                  <a:pt x="2445" y="1021"/>
                  <a:pt x="2449" y="1023"/>
                </a:cubicBezTo>
                <a:cubicBezTo>
                  <a:pt x="2456" y="1056"/>
                  <a:pt x="2458" y="1061"/>
                  <a:pt x="2459" y="1067"/>
                </a:cubicBezTo>
                <a:cubicBezTo>
                  <a:pt x="2468" y="1089"/>
                  <a:pt x="2462" y="1096"/>
                  <a:pt x="2467" y="1101"/>
                </a:cubicBezTo>
                <a:cubicBezTo>
                  <a:pt x="2478" y="1155"/>
                  <a:pt x="2481" y="1157"/>
                  <a:pt x="2481" y="1160"/>
                </a:cubicBezTo>
                <a:cubicBezTo>
                  <a:pt x="2486" y="1197"/>
                  <a:pt x="2492" y="1207"/>
                  <a:pt x="2494" y="1218"/>
                </a:cubicBezTo>
                <a:cubicBezTo>
                  <a:pt x="2496" y="1246"/>
                  <a:pt x="2503" y="1248"/>
                  <a:pt x="2501" y="1252"/>
                </a:cubicBezTo>
                <a:cubicBezTo>
                  <a:pt x="2511" y="1278"/>
                  <a:pt x="2507" y="1282"/>
                  <a:pt x="2510" y="1284"/>
                </a:cubicBezTo>
                <a:cubicBezTo>
                  <a:pt x="2521" y="1328"/>
                  <a:pt x="2527" y="1339"/>
                  <a:pt x="2530" y="1350"/>
                </a:cubicBezTo>
                <a:cubicBezTo>
                  <a:pt x="2536" y="1372"/>
                  <a:pt x="2540" y="1377"/>
                  <a:pt x="2540" y="1382"/>
                </a:cubicBezTo>
                <a:cubicBezTo>
                  <a:pt x="2558" y="1416"/>
                  <a:pt x="2567" y="1421"/>
                  <a:pt x="2564" y="1428"/>
                </a:cubicBezTo>
                <a:cubicBezTo>
                  <a:pt x="2586" y="1475"/>
                  <a:pt x="2600" y="1476"/>
                  <a:pt x="2595" y="1480"/>
                </a:cubicBezTo>
                <a:cubicBezTo>
                  <a:pt x="2603" y="1500"/>
                  <a:pt x="2610" y="1502"/>
                  <a:pt x="2610" y="1505"/>
                </a:cubicBezTo>
                <a:cubicBezTo>
                  <a:pt x="2629" y="1535"/>
                  <a:pt x="2628" y="1540"/>
                  <a:pt x="2635" y="1543"/>
                </a:cubicBezTo>
                <a:cubicBezTo>
                  <a:pt x="2632" y="1550"/>
                  <a:pt x="2641" y="1552"/>
                  <a:pt x="2639" y="1556"/>
                </a:cubicBezTo>
                <a:cubicBezTo>
                  <a:pt x="2553" y="1493"/>
                  <a:pt x="2545" y="1489"/>
                  <a:pt x="2546" y="1483"/>
                </a:cubicBezTo>
                <a:cubicBezTo>
                  <a:pt x="2498" y="1431"/>
                  <a:pt x="2494" y="1426"/>
                  <a:pt x="2491" y="1420"/>
                </a:cubicBezTo>
                <a:cubicBezTo>
                  <a:pt x="2460" y="1376"/>
                  <a:pt x="2458" y="1364"/>
                  <a:pt x="2452" y="1353"/>
                </a:cubicBezTo>
                <a:cubicBezTo>
                  <a:pt x="2433" y="1313"/>
                  <a:pt x="2438" y="1305"/>
                  <a:pt x="2429" y="1301"/>
                </a:cubicBezTo>
                <a:cubicBezTo>
                  <a:pt x="2410" y="1264"/>
                  <a:pt x="2414" y="1260"/>
                  <a:pt x="2414" y="1257"/>
                </a:cubicBezTo>
                <a:cubicBezTo>
                  <a:pt x="2405" y="1236"/>
                  <a:pt x="2404" y="1233"/>
                  <a:pt x="2402" y="1231"/>
                </a:cubicBezTo>
                <a:cubicBezTo>
                  <a:pt x="2389" y="1192"/>
                  <a:pt x="2377" y="1192"/>
                  <a:pt x="2384" y="1187"/>
                </a:cubicBezTo>
                <a:cubicBezTo>
                  <a:pt x="2354" y="1133"/>
                  <a:pt x="2351" y="1121"/>
                  <a:pt x="2343" y="1110"/>
                </a:cubicBezTo>
                <a:cubicBezTo>
                  <a:pt x="2320" y="1065"/>
                  <a:pt x="2318" y="1062"/>
                  <a:pt x="2314" y="1060"/>
                </a:cubicBezTo>
                <a:cubicBezTo>
                  <a:pt x="2282" y="1003"/>
                  <a:pt x="2272" y="999"/>
                  <a:pt x="2273" y="992"/>
                </a:cubicBezTo>
                <a:cubicBezTo>
                  <a:pt x="2249" y="966"/>
                  <a:pt x="2245" y="954"/>
                  <a:pt x="2228" y="945"/>
                </a:cubicBezTo>
                <a:cubicBezTo>
                  <a:pt x="2207" y="915"/>
                  <a:pt x="2197" y="908"/>
                  <a:pt x="2190" y="901"/>
                </a:cubicBezTo>
                <a:cubicBezTo>
                  <a:pt x="2128" y="855"/>
                  <a:pt x="2122" y="846"/>
                  <a:pt x="2119" y="853"/>
                </a:cubicBezTo>
                <a:cubicBezTo>
                  <a:pt x="2131" y="868"/>
                  <a:pt x="2135" y="869"/>
                  <a:pt x="2138" y="869"/>
                </a:cubicBezTo>
                <a:cubicBezTo>
                  <a:pt x="2175" y="901"/>
                  <a:pt x="2188" y="909"/>
                  <a:pt x="2196" y="918"/>
                </a:cubicBezTo>
                <a:cubicBezTo>
                  <a:pt x="2232" y="953"/>
                  <a:pt x="2235" y="963"/>
                  <a:pt x="2245" y="971"/>
                </a:cubicBezTo>
                <a:cubicBezTo>
                  <a:pt x="2282" y="1016"/>
                  <a:pt x="2282" y="1022"/>
                  <a:pt x="2287" y="1026"/>
                </a:cubicBezTo>
                <a:cubicBezTo>
                  <a:pt x="2295" y="1045"/>
                  <a:pt x="2301" y="1049"/>
                  <a:pt x="2302" y="1054"/>
                </a:cubicBezTo>
                <a:cubicBezTo>
                  <a:pt x="2320" y="1087"/>
                  <a:pt x="2327" y="1091"/>
                  <a:pt x="2327" y="1096"/>
                </a:cubicBezTo>
                <a:cubicBezTo>
                  <a:pt x="2346" y="1129"/>
                  <a:pt x="2346" y="1134"/>
                  <a:pt x="2351" y="1139"/>
                </a:cubicBezTo>
                <a:cubicBezTo>
                  <a:pt x="2361" y="1163"/>
                  <a:pt x="2363" y="1166"/>
                  <a:pt x="2368" y="1168"/>
                </a:cubicBezTo>
                <a:cubicBezTo>
                  <a:pt x="2377" y="1209"/>
                  <a:pt x="2389" y="1211"/>
                  <a:pt x="2385" y="1217"/>
                </a:cubicBezTo>
                <a:cubicBezTo>
                  <a:pt x="2399" y="1258"/>
                  <a:pt x="2404" y="1262"/>
                  <a:pt x="2408" y="1266"/>
                </a:cubicBezTo>
                <a:cubicBezTo>
                  <a:pt x="2419" y="1293"/>
                  <a:pt x="2415" y="1298"/>
                  <a:pt x="2421" y="1301"/>
                </a:cubicBezTo>
                <a:cubicBezTo>
                  <a:pt x="2438" y="1342"/>
                  <a:pt x="2443" y="1346"/>
                  <a:pt x="2443" y="1350"/>
                </a:cubicBezTo>
                <a:cubicBezTo>
                  <a:pt x="2439" y="1341"/>
                  <a:pt x="2422" y="1324"/>
                  <a:pt x="2416" y="1305"/>
                </a:cubicBezTo>
                <a:cubicBezTo>
                  <a:pt x="2393" y="1273"/>
                  <a:pt x="2396" y="1267"/>
                  <a:pt x="2391" y="1263"/>
                </a:cubicBezTo>
                <a:cubicBezTo>
                  <a:pt x="2377" y="1239"/>
                  <a:pt x="2377" y="1237"/>
                  <a:pt x="2373" y="1235"/>
                </a:cubicBezTo>
                <a:cubicBezTo>
                  <a:pt x="2347" y="1182"/>
                  <a:pt x="2340" y="1173"/>
                  <a:pt x="2337" y="1164"/>
                </a:cubicBezTo>
                <a:cubicBezTo>
                  <a:pt x="2315" y="1131"/>
                  <a:pt x="2310" y="1126"/>
                  <a:pt x="2311" y="1120"/>
                </a:cubicBezTo>
                <a:cubicBezTo>
                  <a:pt x="2293" y="1094"/>
                  <a:pt x="2286" y="1084"/>
                  <a:pt x="2279" y="1073"/>
                </a:cubicBezTo>
                <a:cubicBezTo>
                  <a:pt x="2235" y="1000"/>
                  <a:pt x="2221" y="991"/>
                  <a:pt x="2215" y="980"/>
                </a:cubicBezTo>
                <a:cubicBezTo>
                  <a:pt x="2173" y="942"/>
                  <a:pt x="2176" y="938"/>
                  <a:pt x="2172" y="936"/>
                </a:cubicBezTo>
                <a:cubicBezTo>
                  <a:pt x="2117" y="899"/>
                  <a:pt x="2124" y="901"/>
                  <a:pt x="2127" y="904"/>
                </a:cubicBezTo>
                <a:cubicBezTo>
                  <a:pt x="2164" y="935"/>
                  <a:pt x="2173" y="946"/>
                  <a:pt x="2184" y="957"/>
                </a:cubicBezTo>
                <a:cubicBezTo>
                  <a:pt x="2206" y="984"/>
                  <a:pt x="2215" y="985"/>
                  <a:pt x="2212" y="989"/>
                </a:cubicBezTo>
                <a:cubicBezTo>
                  <a:pt x="2239" y="1031"/>
                  <a:pt x="2242" y="1033"/>
                  <a:pt x="2245" y="1034"/>
                </a:cubicBezTo>
                <a:cubicBezTo>
                  <a:pt x="2277" y="1078"/>
                  <a:pt x="2278" y="1086"/>
                  <a:pt x="2284" y="1094"/>
                </a:cubicBezTo>
                <a:cubicBezTo>
                  <a:pt x="2318" y="1152"/>
                  <a:pt x="2325" y="1160"/>
                  <a:pt x="2328" y="1168"/>
                </a:cubicBezTo>
                <a:cubicBezTo>
                  <a:pt x="2348" y="1210"/>
                  <a:pt x="2359" y="1213"/>
                  <a:pt x="2356" y="1218"/>
                </a:cubicBezTo>
                <a:cubicBezTo>
                  <a:pt x="2389" y="1274"/>
                  <a:pt x="2392" y="1282"/>
                  <a:pt x="2397" y="1290"/>
                </a:cubicBezTo>
                <a:cubicBezTo>
                  <a:pt x="2426" y="1344"/>
                  <a:pt x="2425" y="1350"/>
                  <a:pt x="2431" y="1349"/>
                </a:cubicBezTo>
                <a:cubicBezTo>
                  <a:pt x="2442" y="1375"/>
                  <a:pt x="2449" y="1379"/>
                  <a:pt x="2450" y="1383"/>
                </a:cubicBezTo>
                <a:cubicBezTo>
                  <a:pt x="2459" y="1401"/>
                  <a:pt x="2449" y="1394"/>
                  <a:pt x="2448" y="1390"/>
                </a:cubicBezTo>
                <a:cubicBezTo>
                  <a:pt x="2435" y="1366"/>
                  <a:pt x="2428" y="1370"/>
                  <a:pt x="2426" y="1364"/>
                </a:cubicBezTo>
                <a:cubicBezTo>
                  <a:pt x="2402" y="1323"/>
                  <a:pt x="2393" y="1316"/>
                  <a:pt x="2393" y="1308"/>
                </a:cubicBezTo>
                <a:cubicBezTo>
                  <a:pt x="2365" y="1270"/>
                  <a:pt x="2358" y="1255"/>
                  <a:pt x="2349" y="1240"/>
                </a:cubicBezTo>
                <a:cubicBezTo>
                  <a:pt x="2330" y="1210"/>
                  <a:pt x="2321" y="1202"/>
                  <a:pt x="2319" y="1194"/>
                </a:cubicBezTo>
                <a:cubicBezTo>
                  <a:pt x="2298" y="1164"/>
                  <a:pt x="2300" y="1156"/>
                  <a:pt x="2291" y="1149"/>
                </a:cubicBezTo>
                <a:cubicBezTo>
                  <a:pt x="2275" y="1118"/>
                  <a:pt x="2269" y="1111"/>
                  <a:pt x="2265" y="1103"/>
                </a:cubicBezTo>
                <a:cubicBezTo>
                  <a:pt x="2231" y="1042"/>
                  <a:pt x="2222" y="1040"/>
                  <a:pt x="2223" y="1035"/>
                </a:cubicBezTo>
                <a:cubicBezTo>
                  <a:pt x="2208" y="1017"/>
                  <a:pt x="2212" y="1014"/>
                  <a:pt x="2207" y="1012"/>
                </a:cubicBezTo>
                <a:cubicBezTo>
                  <a:pt x="2177" y="975"/>
                  <a:pt x="2180" y="972"/>
                  <a:pt x="2175" y="970"/>
                </a:cubicBezTo>
                <a:cubicBezTo>
                  <a:pt x="2160" y="950"/>
                  <a:pt x="2156" y="947"/>
                  <a:pt x="2156" y="944"/>
                </a:cubicBezTo>
                <a:cubicBezTo>
                  <a:pt x="2135" y="924"/>
                  <a:pt x="2131" y="922"/>
                  <a:pt x="2127" y="919"/>
                </a:cubicBezTo>
                <a:cubicBezTo>
                  <a:pt x="2066" y="879"/>
                  <a:pt x="2060" y="875"/>
                  <a:pt x="2053" y="870"/>
                </a:cubicBezTo>
                <a:cubicBezTo>
                  <a:pt x="2041" y="864"/>
                  <a:pt x="2045" y="872"/>
                  <a:pt x="2049" y="872"/>
                </a:cubicBezTo>
                <a:cubicBezTo>
                  <a:pt x="2083" y="887"/>
                  <a:pt x="2082" y="901"/>
                  <a:pt x="2086" y="895"/>
                </a:cubicBezTo>
                <a:cubicBezTo>
                  <a:pt x="2136" y="937"/>
                  <a:pt x="2158" y="956"/>
                  <a:pt x="2170" y="977"/>
                </a:cubicBezTo>
                <a:cubicBezTo>
                  <a:pt x="2201" y="1019"/>
                  <a:pt x="2207" y="1030"/>
                  <a:pt x="2215" y="1040"/>
                </a:cubicBezTo>
                <a:cubicBezTo>
                  <a:pt x="2242" y="1090"/>
                  <a:pt x="2250" y="1091"/>
                  <a:pt x="2249" y="1095"/>
                </a:cubicBezTo>
                <a:cubicBezTo>
                  <a:pt x="2279" y="1146"/>
                  <a:pt x="2287" y="1157"/>
                  <a:pt x="2295" y="1167"/>
                </a:cubicBezTo>
                <a:cubicBezTo>
                  <a:pt x="2319" y="1209"/>
                  <a:pt x="2324" y="1220"/>
                  <a:pt x="2334" y="1230"/>
                </a:cubicBezTo>
                <a:cubicBezTo>
                  <a:pt x="2378" y="1305"/>
                  <a:pt x="2386" y="1315"/>
                  <a:pt x="2391" y="1326"/>
                </a:cubicBezTo>
                <a:cubicBezTo>
                  <a:pt x="2425" y="1379"/>
                  <a:pt x="2446" y="1399"/>
                  <a:pt x="2462" y="1420"/>
                </a:cubicBezTo>
                <a:cubicBezTo>
                  <a:pt x="2493" y="1454"/>
                  <a:pt x="2509" y="1456"/>
                  <a:pt x="2502" y="1462"/>
                </a:cubicBezTo>
                <a:cubicBezTo>
                  <a:pt x="2420" y="1396"/>
                  <a:pt x="2419" y="1392"/>
                  <a:pt x="2415" y="1388"/>
                </a:cubicBezTo>
                <a:cubicBezTo>
                  <a:pt x="2373" y="1338"/>
                  <a:pt x="2363" y="1331"/>
                  <a:pt x="2362" y="1322"/>
                </a:cubicBezTo>
                <a:cubicBezTo>
                  <a:pt x="2329" y="1277"/>
                  <a:pt x="2324" y="1268"/>
                  <a:pt x="2317" y="1260"/>
                </a:cubicBezTo>
                <a:cubicBezTo>
                  <a:pt x="2273" y="1202"/>
                  <a:pt x="2274" y="1192"/>
                  <a:pt x="2265" y="1184"/>
                </a:cubicBezTo>
                <a:cubicBezTo>
                  <a:pt x="2231" y="1128"/>
                  <a:pt x="2228" y="1124"/>
                  <a:pt x="2224" y="1120"/>
                </a:cubicBezTo>
                <a:cubicBezTo>
                  <a:pt x="2206" y="1089"/>
                  <a:pt x="2206" y="1085"/>
                  <a:pt x="2201" y="1081"/>
                </a:cubicBezTo>
                <a:cubicBezTo>
                  <a:pt x="2145" y="996"/>
                  <a:pt x="2139" y="988"/>
                  <a:pt x="2132" y="980"/>
                </a:cubicBezTo>
                <a:cubicBezTo>
                  <a:pt x="2095" y="938"/>
                  <a:pt x="2082" y="921"/>
                  <a:pt x="2063" y="906"/>
                </a:cubicBezTo>
                <a:cubicBezTo>
                  <a:pt x="1958" y="846"/>
                  <a:pt x="1958" y="850"/>
                  <a:pt x="1960" y="848"/>
                </a:cubicBezTo>
                <a:cubicBezTo>
                  <a:pt x="1964" y="857"/>
                  <a:pt x="1973" y="868"/>
                  <a:pt x="1990" y="875"/>
                </a:cubicBezTo>
                <a:cubicBezTo>
                  <a:pt x="2029" y="915"/>
                  <a:pt x="2043" y="917"/>
                  <a:pt x="2042" y="922"/>
                </a:cubicBezTo>
                <a:cubicBezTo>
                  <a:pt x="2071" y="951"/>
                  <a:pt x="2074" y="955"/>
                  <a:pt x="2077" y="959"/>
                </a:cubicBezTo>
                <a:cubicBezTo>
                  <a:pt x="2113" y="1006"/>
                  <a:pt x="2117" y="1015"/>
                  <a:pt x="2123" y="1024"/>
                </a:cubicBezTo>
                <a:cubicBezTo>
                  <a:pt x="2145" y="1069"/>
                  <a:pt x="2158" y="1071"/>
                  <a:pt x="2153" y="1078"/>
                </a:cubicBezTo>
                <a:cubicBezTo>
                  <a:pt x="2060" y="980"/>
                  <a:pt x="2026" y="953"/>
                  <a:pt x="2003" y="933"/>
                </a:cubicBezTo>
                <a:cubicBezTo>
                  <a:pt x="1997" y="934"/>
                  <a:pt x="2030" y="962"/>
                  <a:pt x="2059" y="987"/>
                </a:cubicBezTo>
                <a:cubicBezTo>
                  <a:pt x="2135" y="1070"/>
                  <a:pt x="2141" y="1071"/>
                  <a:pt x="2140" y="1074"/>
                </a:cubicBezTo>
                <a:cubicBezTo>
                  <a:pt x="2158" y="1100"/>
                  <a:pt x="2165" y="1104"/>
                  <a:pt x="2166" y="1110"/>
                </a:cubicBezTo>
                <a:cubicBezTo>
                  <a:pt x="2185" y="1150"/>
                  <a:pt x="2199" y="1154"/>
                  <a:pt x="2198" y="1160"/>
                </a:cubicBezTo>
                <a:cubicBezTo>
                  <a:pt x="2229" y="1202"/>
                  <a:pt x="2233" y="1214"/>
                  <a:pt x="2241" y="1225"/>
                </a:cubicBezTo>
                <a:cubicBezTo>
                  <a:pt x="2280" y="1279"/>
                  <a:pt x="2285" y="1284"/>
                  <a:pt x="2287" y="1290"/>
                </a:cubicBezTo>
                <a:cubicBezTo>
                  <a:pt x="2310" y="1315"/>
                  <a:pt x="2308" y="1324"/>
                  <a:pt x="2312" y="1320"/>
                </a:cubicBezTo>
                <a:cubicBezTo>
                  <a:pt x="2334" y="1347"/>
                  <a:pt x="2343" y="1348"/>
                  <a:pt x="2340" y="1352"/>
                </a:cubicBezTo>
                <a:cubicBezTo>
                  <a:pt x="2304" y="1320"/>
                  <a:pt x="2297" y="1317"/>
                  <a:pt x="2298" y="1313"/>
                </a:cubicBezTo>
                <a:cubicBezTo>
                  <a:pt x="2267" y="1279"/>
                  <a:pt x="2258" y="1276"/>
                  <a:pt x="2259" y="1272"/>
                </a:cubicBezTo>
                <a:cubicBezTo>
                  <a:pt x="2207" y="1202"/>
                  <a:pt x="2201" y="1196"/>
                  <a:pt x="2194" y="1189"/>
                </a:cubicBezTo>
                <a:cubicBezTo>
                  <a:pt x="2163" y="1144"/>
                  <a:pt x="2160" y="1140"/>
                  <a:pt x="2155" y="1137"/>
                </a:cubicBezTo>
                <a:cubicBezTo>
                  <a:pt x="2105" y="1071"/>
                  <a:pt x="2089" y="1058"/>
                  <a:pt x="2076" y="1045"/>
                </a:cubicBezTo>
                <a:cubicBezTo>
                  <a:pt x="1943" y="937"/>
                  <a:pt x="1938" y="939"/>
                  <a:pt x="1930" y="932"/>
                </a:cubicBezTo>
                <a:cubicBezTo>
                  <a:pt x="1910" y="924"/>
                  <a:pt x="1912" y="926"/>
                  <a:pt x="1917" y="929"/>
                </a:cubicBezTo>
                <a:cubicBezTo>
                  <a:pt x="1950" y="953"/>
                  <a:pt x="1966" y="960"/>
                  <a:pt x="1975" y="967"/>
                </a:cubicBezTo>
                <a:cubicBezTo>
                  <a:pt x="2003" y="992"/>
                  <a:pt x="2017" y="997"/>
                  <a:pt x="2022" y="1007"/>
                </a:cubicBezTo>
                <a:cubicBezTo>
                  <a:pt x="2034" y="1020"/>
                  <a:pt x="2049" y="1023"/>
                  <a:pt x="2047" y="1028"/>
                </a:cubicBezTo>
                <a:cubicBezTo>
                  <a:pt x="2123" y="1110"/>
                  <a:pt x="2134" y="1117"/>
                  <a:pt x="2136" y="1127"/>
                </a:cubicBezTo>
                <a:cubicBezTo>
                  <a:pt x="2105" y="1093"/>
                  <a:pt x="2090" y="1093"/>
                  <a:pt x="2094" y="1088"/>
                </a:cubicBezTo>
                <a:cubicBezTo>
                  <a:pt x="1994" y="1026"/>
                  <a:pt x="1979" y="1015"/>
                  <a:pt x="1964" y="1007"/>
                </a:cubicBezTo>
                <a:cubicBezTo>
                  <a:pt x="1884" y="981"/>
                  <a:pt x="1880" y="980"/>
                  <a:pt x="1875" y="979"/>
                </a:cubicBezTo>
                <a:cubicBezTo>
                  <a:pt x="1802" y="959"/>
                  <a:pt x="1794" y="957"/>
                  <a:pt x="1785" y="954"/>
                </a:cubicBezTo>
                <a:cubicBezTo>
                  <a:pt x="1780" y="960"/>
                  <a:pt x="1800" y="964"/>
                  <a:pt x="1820" y="969"/>
                </a:cubicBezTo>
                <a:cubicBezTo>
                  <a:pt x="1861" y="984"/>
                  <a:pt x="1871" y="985"/>
                  <a:pt x="1882" y="989"/>
                </a:cubicBezTo>
                <a:cubicBezTo>
                  <a:pt x="1898" y="991"/>
                  <a:pt x="1904" y="998"/>
                  <a:pt x="1909" y="996"/>
                </a:cubicBezTo>
                <a:cubicBezTo>
                  <a:pt x="2016" y="1047"/>
                  <a:pt x="2029" y="1056"/>
                  <a:pt x="2042" y="1064"/>
                </a:cubicBezTo>
                <a:cubicBezTo>
                  <a:pt x="2139" y="1152"/>
                  <a:pt x="2153" y="1157"/>
                  <a:pt x="2152" y="1166"/>
                </a:cubicBezTo>
                <a:cubicBezTo>
                  <a:pt x="2037" y="1063"/>
                  <a:pt x="2028" y="1057"/>
                  <a:pt x="2019" y="1051"/>
                </a:cubicBezTo>
                <a:cubicBezTo>
                  <a:pt x="1918" y="1008"/>
                  <a:pt x="1913" y="1000"/>
                  <a:pt x="1910" y="1002"/>
                </a:cubicBezTo>
                <a:cubicBezTo>
                  <a:pt x="1880" y="995"/>
                  <a:pt x="1876" y="992"/>
                  <a:pt x="1872" y="993"/>
                </a:cubicBezTo>
                <a:cubicBezTo>
                  <a:pt x="1988" y="1044"/>
                  <a:pt x="1992" y="1046"/>
                  <a:pt x="2005" y="1053"/>
                </a:cubicBezTo>
                <a:cubicBezTo>
                  <a:pt x="2110" y="1134"/>
                  <a:pt x="2114" y="1139"/>
                  <a:pt x="2122" y="1144"/>
                </a:cubicBezTo>
                <a:cubicBezTo>
                  <a:pt x="2182" y="1205"/>
                  <a:pt x="2180" y="1210"/>
                  <a:pt x="2186" y="1213"/>
                </a:cubicBezTo>
                <a:cubicBezTo>
                  <a:pt x="2204" y="1238"/>
                  <a:pt x="2216" y="1240"/>
                  <a:pt x="2212" y="1245"/>
                </a:cubicBezTo>
                <a:cubicBezTo>
                  <a:pt x="2180" y="1218"/>
                  <a:pt x="2174" y="1210"/>
                  <a:pt x="2167" y="1202"/>
                </a:cubicBezTo>
                <a:cubicBezTo>
                  <a:pt x="2144" y="1177"/>
                  <a:pt x="2130" y="1177"/>
                  <a:pt x="2134" y="1173"/>
                </a:cubicBezTo>
                <a:cubicBezTo>
                  <a:pt x="2017" y="1102"/>
                  <a:pt x="2002" y="1093"/>
                  <a:pt x="1988" y="1086"/>
                </a:cubicBezTo>
                <a:cubicBezTo>
                  <a:pt x="1953" y="1072"/>
                  <a:pt x="1948" y="1063"/>
                  <a:pt x="1945" y="1071"/>
                </a:cubicBezTo>
                <a:cubicBezTo>
                  <a:pt x="2015" y="1108"/>
                  <a:pt x="2016" y="1110"/>
                  <a:pt x="2017" y="1108"/>
                </a:cubicBezTo>
                <a:cubicBezTo>
                  <a:pt x="2048" y="1127"/>
                  <a:pt x="2059" y="1131"/>
                  <a:pt x="2070" y="1140"/>
                </a:cubicBezTo>
                <a:cubicBezTo>
                  <a:pt x="2124" y="1179"/>
                  <a:pt x="2128" y="1181"/>
                  <a:pt x="2126" y="1185"/>
                </a:cubicBezTo>
                <a:cubicBezTo>
                  <a:pt x="1894" y="1067"/>
                  <a:pt x="1862" y="1046"/>
                  <a:pt x="1831" y="1031"/>
                </a:cubicBezTo>
                <a:cubicBezTo>
                  <a:pt x="1819" y="1028"/>
                  <a:pt x="1825" y="1032"/>
                  <a:pt x="1830" y="1036"/>
                </a:cubicBezTo>
                <a:cubicBezTo>
                  <a:pt x="1878" y="1062"/>
                  <a:pt x="1891" y="1074"/>
                  <a:pt x="1911" y="1079"/>
                </a:cubicBezTo>
                <a:cubicBezTo>
                  <a:pt x="2085" y="1172"/>
                  <a:pt x="2097" y="1179"/>
                  <a:pt x="2108" y="1184"/>
                </a:cubicBezTo>
                <a:cubicBezTo>
                  <a:pt x="2173" y="1234"/>
                  <a:pt x="2187" y="1235"/>
                  <a:pt x="2182" y="1239"/>
                </a:cubicBezTo>
                <a:cubicBezTo>
                  <a:pt x="2062" y="1185"/>
                  <a:pt x="2032" y="1171"/>
                  <a:pt x="2001" y="1152"/>
                </a:cubicBezTo>
                <a:cubicBezTo>
                  <a:pt x="1899" y="1094"/>
                  <a:pt x="1870" y="1065"/>
                  <a:pt x="1827" y="1044"/>
                </a:cubicBezTo>
                <a:cubicBezTo>
                  <a:pt x="1802" y="1021"/>
                  <a:pt x="1793" y="1020"/>
                  <a:pt x="1796" y="1016"/>
                </a:cubicBezTo>
                <a:cubicBezTo>
                  <a:pt x="1765" y="983"/>
                  <a:pt x="1759" y="982"/>
                  <a:pt x="1760" y="979"/>
                </a:cubicBezTo>
                <a:cubicBezTo>
                  <a:pt x="1750" y="965"/>
                  <a:pt x="1742" y="962"/>
                  <a:pt x="1742" y="964"/>
                </a:cubicBezTo>
                <a:cubicBezTo>
                  <a:pt x="1859" y="1073"/>
                  <a:pt x="1897" y="1098"/>
                  <a:pt x="1927" y="1122"/>
                </a:cubicBezTo>
                <a:cubicBezTo>
                  <a:pt x="1984" y="1157"/>
                  <a:pt x="1995" y="1155"/>
                  <a:pt x="1997" y="1163"/>
                </a:cubicBezTo>
                <a:cubicBezTo>
                  <a:pt x="2066" y="1192"/>
                  <a:pt x="2073" y="1204"/>
                  <a:pt x="2077" y="1200"/>
                </a:cubicBezTo>
                <a:cubicBezTo>
                  <a:pt x="1999" y="1181"/>
                  <a:pt x="1975" y="1172"/>
                  <a:pt x="1952" y="1164"/>
                </a:cubicBezTo>
                <a:cubicBezTo>
                  <a:pt x="1812" y="1102"/>
                  <a:pt x="1800" y="1107"/>
                  <a:pt x="1802" y="1101"/>
                </a:cubicBezTo>
                <a:cubicBezTo>
                  <a:pt x="1863" y="1135"/>
                  <a:pt x="1871" y="1147"/>
                  <a:pt x="1875" y="1145"/>
                </a:cubicBezTo>
                <a:cubicBezTo>
                  <a:pt x="1932" y="1163"/>
                  <a:pt x="1935" y="1166"/>
                  <a:pt x="1938" y="1168"/>
                </a:cubicBezTo>
                <a:cubicBezTo>
                  <a:pt x="1958" y="1170"/>
                  <a:pt x="1962" y="1178"/>
                  <a:pt x="1966" y="1178"/>
                </a:cubicBezTo>
                <a:cubicBezTo>
                  <a:pt x="1988" y="1181"/>
                  <a:pt x="1995" y="1191"/>
                  <a:pt x="2001" y="1189"/>
                </a:cubicBezTo>
                <a:cubicBezTo>
                  <a:pt x="2074" y="1212"/>
                  <a:pt x="2078" y="1217"/>
                  <a:pt x="2080" y="1215"/>
                </a:cubicBezTo>
                <a:cubicBezTo>
                  <a:pt x="2117" y="1228"/>
                  <a:pt x="2124" y="1232"/>
                  <a:pt x="2137" y="1235"/>
                </a:cubicBezTo>
                <a:cubicBezTo>
                  <a:pt x="2234" y="1279"/>
                  <a:pt x="2245" y="1287"/>
                  <a:pt x="2243" y="1292"/>
                </a:cubicBezTo>
                <a:cubicBezTo>
                  <a:pt x="2131" y="1245"/>
                  <a:pt x="2120" y="1242"/>
                  <a:pt x="2108" y="1239"/>
                </a:cubicBezTo>
                <a:cubicBezTo>
                  <a:pt x="2028" y="1217"/>
                  <a:pt x="2017" y="1216"/>
                  <a:pt x="2005" y="1213"/>
                </a:cubicBezTo>
                <a:cubicBezTo>
                  <a:pt x="1958" y="1197"/>
                  <a:pt x="1947" y="1195"/>
                  <a:pt x="1935" y="1192"/>
                </a:cubicBezTo>
                <a:cubicBezTo>
                  <a:pt x="1799" y="1116"/>
                  <a:pt x="1795" y="1118"/>
                  <a:pt x="1793" y="1116"/>
                </a:cubicBezTo>
                <a:cubicBezTo>
                  <a:pt x="1777" y="1110"/>
                  <a:pt x="1780" y="1101"/>
                  <a:pt x="1777" y="1100"/>
                </a:cubicBezTo>
                <a:cubicBezTo>
                  <a:pt x="1768" y="1091"/>
                  <a:pt x="1766" y="1092"/>
                  <a:pt x="1768" y="1094"/>
                </a:cubicBezTo>
                <a:cubicBezTo>
                  <a:pt x="1775" y="1110"/>
                  <a:pt x="1784" y="1111"/>
                  <a:pt x="1786" y="1114"/>
                </a:cubicBezTo>
                <a:cubicBezTo>
                  <a:pt x="1836" y="1150"/>
                  <a:pt x="1847" y="1161"/>
                  <a:pt x="1855" y="1163"/>
                </a:cubicBezTo>
                <a:cubicBezTo>
                  <a:pt x="1888" y="1188"/>
                  <a:pt x="1893" y="1191"/>
                  <a:pt x="1895" y="1189"/>
                </a:cubicBezTo>
                <a:cubicBezTo>
                  <a:pt x="1958" y="1223"/>
                  <a:pt x="1978" y="1230"/>
                  <a:pt x="2003" y="1240"/>
                </a:cubicBezTo>
                <a:cubicBezTo>
                  <a:pt x="2041" y="1245"/>
                  <a:pt x="2048" y="1253"/>
                  <a:pt x="2053" y="1252"/>
                </a:cubicBezTo>
                <a:cubicBezTo>
                  <a:pt x="2147" y="1279"/>
                  <a:pt x="2157" y="1282"/>
                  <a:pt x="2166" y="1286"/>
                </a:cubicBezTo>
                <a:cubicBezTo>
                  <a:pt x="2217" y="1301"/>
                  <a:pt x="2237" y="1308"/>
                  <a:pt x="2257" y="1315"/>
                </a:cubicBezTo>
                <a:cubicBezTo>
                  <a:pt x="2324" y="1358"/>
                  <a:pt x="2331" y="1352"/>
                  <a:pt x="2328" y="1357"/>
                </a:cubicBezTo>
                <a:cubicBezTo>
                  <a:pt x="2331" y="1361"/>
                  <a:pt x="2323" y="1361"/>
                  <a:pt x="2312" y="1354"/>
                </a:cubicBezTo>
                <a:cubicBezTo>
                  <a:pt x="2262" y="1327"/>
                  <a:pt x="2258" y="1327"/>
                  <a:pt x="2253" y="1325"/>
                </a:cubicBezTo>
                <a:cubicBezTo>
                  <a:pt x="2222" y="1313"/>
                  <a:pt x="2216" y="1307"/>
                  <a:pt x="2212" y="1308"/>
                </a:cubicBezTo>
                <a:cubicBezTo>
                  <a:pt x="2192" y="1303"/>
                  <a:pt x="2187" y="1302"/>
                  <a:pt x="2182" y="1302"/>
                </a:cubicBezTo>
                <a:cubicBezTo>
                  <a:pt x="2120" y="1285"/>
                  <a:pt x="2116" y="1290"/>
                  <a:pt x="2111" y="1286"/>
                </a:cubicBezTo>
                <a:cubicBezTo>
                  <a:pt x="2062" y="1273"/>
                  <a:pt x="2058" y="1275"/>
                  <a:pt x="2054" y="1274"/>
                </a:cubicBezTo>
                <a:cubicBezTo>
                  <a:pt x="2005" y="1263"/>
                  <a:pt x="2001" y="1263"/>
                  <a:pt x="1996" y="1262"/>
                </a:cubicBezTo>
                <a:cubicBezTo>
                  <a:pt x="1943" y="1252"/>
                  <a:pt x="1934" y="1249"/>
                  <a:pt x="1924" y="1245"/>
                </a:cubicBezTo>
                <a:cubicBezTo>
                  <a:pt x="1874" y="1231"/>
                  <a:pt x="1855" y="1225"/>
                  <a:pt x="1835" y="1217"/>
                </a:cubicBezTo>
                <a:cubicBezTo>
                  <a:pt x="1789" y="1181"/>
                  <a:pt x="1784" y="1176"/>
                  <a:pt x="1780" y="1181"/>
                </a:cubicBezTo>
                <a:cubicBezTo>
                  <a:pt x="1792" y="1194"/>
                  <a:pt x="1801" y="1197"/>
                  <a:pt x="1800" y="1202"/>
                </a:cubicBezTo>
                <a:cubicBezTo>
                  <a:pt x="1724" y="1168"/>
                  <a:pt x="1766" y="1186"/>
                  <a:pt x="1797" y="1207"/>
                </a:cubicBezTo>
                <a:cubicBezTo>
                  <a:pt x="1849" y="1237"/>
                  <a:pt x="1860" y="1244"/>
                  <a:pt x="1870" y="1251"/>
                </a:cubicBezTo>
                <a:cubicBezTo>
                  <a:pt x="2017" y="1319"/>
                  <a:pt x="2027" y="1321"/>
                  <a:pt x="2038" y="1326"/>
                </a:cubicBezTo>
                <a:cubicBezTo>
                  <a:pt x="2062" y="1334"/>
                  <a:pt x="2064" y="1329"/>
                  <a:pt x="2067" y="1332"/>
                </a:cubicBezTo>
                <a:cubicBezTo>
                  <a:pt x="2101" y="1345"/>
                  <a:pt x="2109" y="1344"/>
                  <a:pt x="2117" y="1348"/>
                </a:cubicBezTo>
                <a:cubicBezTo>
                  <a:pt x="2179" y="1365"/>
                  <a:pt x="2190" y="1363"/>
                  <a:pt x="2202" y="1370"/>
                </a:cubicBezTo>
                <a:cubicBezTo>
                  <a:pt x="2239" y="1378"/>
                  <a:pt x="2242" y="1381"/>
                  <a:pt x="2243" y="1379"/>
                </a:cubicBezTo>
                <a:cubicBezTo>
                  <a:pt x="2271" y="1395"/>
                  <a:pt x="2279" y="1390"/>
                  <a:pt x="2289" y="1396"/>
                </a:cubicBezTo>
                <a:cubicBezTo>
                  <a:pt x="2335" y="1407"/>
                  <a:pt x="2342" y="1415"/>
                  <a:pt x="2346" y="1413"/>
                </a:cubicBezTo>
                <a:cubicBezTo>
                  <a:pt x="2436" y="1455"/>
                  <a:pt x="2440" y="1458"/>
                  <a:pt x="2445" y="1461"/>
                </a:cubicBezTo>
                <a:cubicBezTo>
                  <a:pt x="2441" y="1460"/>
                  <a:pt x="2440" y="1470"/>
                  <a:pt x="2435" y="1465"/>
                </a:cubicBezTo>
                <a:cubicBezTo>
                  <a:pt x="2403" y="1446"/>
                  <a:pt x="2399" y="1444"/>
                  <a:pt x="2396" y="1441"/>
                </a:cubicBezTo>
                <a:cubicBezTo>
                  <a:pt x="2345" y="1421"/>
                  <a:pt x="2342" y="1417"/>
                  <a:pt x="2339" y="1419"/>
                </a:cubicBezTo>
                <a:cubicBezTo>
                  <a:pt x="2288" y="1400"/>
                  <a:pt x="2278" y="1399"/>
                  <a:pt x="2267" y="1395"/>
                </a:cubicBezTo>
                <a:cubicBezTo>
                  <a:pt x="2242" y="1393"/>
                  <a:pt x="2238" y="1387"/>
                  <a:pt x="2236" y="1390"/>
                </a:cubicBezTo>
                <a:cubicBezTo>
                  <a:pt x="2185" y="1383"/>
                  <a:pt x="2180" y="1381"/>
                  <a:pt x="2174" y="1380"/>
                </a:cubicBezTo>
                <a:cubicBezTo>
                  <a:pt x="2108" y="1367"/>
                  <a:pt x="2100" y="1369"/>
                  <a:pt x="2091" y="1364"/>
                </a:cubicBezTo>
                <a:cubicBezTo>
                  <a:pt x="2030" y="1352"/>
                  <a:pt x="2020" y="1345"/>
                  <a:pt x="2012" y="1348"/>
                </a:cubicBezTo>
                <a:cubicBezTo>
                  <a:pt x="1921" y="1321"/>
                  <a:pt x="1904" y="1314"/>
                  <a:pt x="1888" y="1310"/>
                </a:cubicBezTo>
                <a:cubicBezTo>
                  <a:pt x="1846" y="1294"/>
                  <a:pt x="1847" y="1280"/>
                  <a:pt x="1844" y="1286"/>
                </a:cubicBezTo>
                <a:cubicBezTo>
                  <a:pt x="1805" y="1264"/>
                  <a:pt x="1802" y="1260"/>
                  <a:pt x="1799" y="1256"/>
                </a:cubicBezTo>
                <a:cubicBezTo>
                  <a:pt x="1792" y="1262"/>
                  <a:pt x="1796" y="1264"/>
                  <a:pt x="1799" y="1267"/>
                </a:cubicBezTo>
                <a:cubicBezTo>
                  <a:pt x="1822" y="1281"/>
                  <a:pt x="1831" y="1288"/>
                  <a:pt x="1839" y="1293"/>
                </a:cubicBezTo>
                <a:cubicBezTo>
                  <a:pt x="1935" y="1335"/>
                  <a:pt x="1945" y="1339"/>
                  <a:pt x="1956" y="1342"/>
                </a:cubicBezTo>
                <a:cubicBezTo>
                  <a:pt x="1993" y="1352"/>
                  <a:pt x="1997" y="1353"/>
                  <a:pt x="2002" y="1352"/>
                </a:cubicBezTo>
                <a:cubicBezTo>
                  <a:pt x="2082" y="1371"/>
                  <a:pt x="2083" y="1372"/>
                  <a:pt x="2085" y="1373"/>
                </a:cubicBezTo>
                <a:cubicBezTo>
                  <a:pt x="2115" y="1375"/>
                  <a:pt x="2118" y="1381"/>
                  <a:pt x="2120" y="1378"/>
                </a:cubicBezTo>
                <a:cubicBezTo>
                  <a:pt x="2155" y="1386"/>
                  <a:pt x="2165" y="1383"/>
                  <a:pt x="2176" y="1389"/>
                </a:cubicBezTo>
                <a:cubicBezTo>
                  <a:pt x="2196" y="1393"/>
                  <a:pt x="2201" y="1391"/>
                  <a:pt x="2207" y="1394"/>
                </a:cubicBezTo>
                <a:cubicBezTo>
                  <a:pt x="2226" y="1393"/>
                  <a:pt x="2232" y="1397"/>
                  <a:pt x="2237" y="1396"/>
                </a:cubicBezTo>
                <a:cubicBezTo>
                  <a:pt x="2289" y="1410"/>
                  <a:pt x="2294" y="1408"/>
                  <a:pt x="2300" y="1412"/>
                </a:cubicBezTo>
                <a:cubicBezTo>
                  <a:pt x="2403" y="1451"/>
                  <a:pt x="2407" y="1454"/>
                  <a:pt x="2411" y="1457"/>
                </a:cubicBezTo>
                <a:cubicBezTo>
                  <a:pt x="2382" y="1460"/>
                  <a:pt x="2378" y="1455"/>
                  <a:pt x="2375" y="1456"/>
                </a:cubicBezTo>
                <a:cubicBezTo>
                  <a:pt x="2349" y="1454"/>
                  <a:pt x="2346" y="1457"/>
                  <a:pt x="2342" y="1455"/>
                </a:cubicBezTo>
                <a:cubicBezTo>
                  <a:pt x="2278" y="1447"/>
                  <a:pt x="2273" y="1444"/>
                  <a:pt x="2267" y="1445"/>
                </a:cubicBezTo>
                <a:cubicBezTo>
                  <a:pt x="2223" y="1440"/>
                  <a:pt x="2219" y="1437"/>
                  <a:pt x="2215" y="1433"/>
                </a:cubicBezTo>
                <a:cubicBezTo>
                  <a:pt x="2193" y="1431"/>
                  <a:pt x="2191" y="1434"/>
                  <a:pt x="2188" y="1434"/>
                </a:cubicBezTo>
                <a:cubicBezTo>
                  <a:pt x="2155" y="1427"/>
                  <a:pt x="2148" y="1421"/>
                  <a:pt x="2143" y="1423"/>
                </a:cubicBezTo>
                <a:cubicBezTo>
                  <a:pt x="2090" y="1417"/>
                  <a:pt x="2083" y="1408"/>
                  <a:pt x="2079" y="1413"/>
                </a:cubicBezTo>
                <a:cubicBezTo>
                  <a:pt x="1999" y="1398"/>
                  <a:pt x="1989" y="1393"/>
                  <a:pt x="1980" y="1392"/>
                </a:cubicBezTo>
                <a:cubicBezTo>
                  <a:pt x="1957" y="1385"/>
                  <a:pt x="1954" y="1382"/>
                  <a:pt x="1952" y="1384"/>
                </a:cubicBezTo>
                <a:cubicBezTo>
                  <a:pt x="1867" y="1355"/>
                  <a:pt x="1868" y="1352"/>
                  <a:pt x="1868" y="1352"/>
                </a:cubicBezTo>
                <a:cubicBezTo>
                  <a:pt x="1854" y="1345"/>
                  <a:pt x="1853" y="1346"/>
                  <a:pt x="1851" y="1346"/>
                </a:cubicBezTo>
                <a:cubicBezTo>
                  <a:pt x="1819" y="1330"/>
                  <a:pt x="1814" y="1322"/>
                  <a:pt x="1810" y="1321"/>
                </a:cubicBezTo>
                <a:cubicBezTo>
                  <a:pt x="1759" y="1288"/>
                  <a:pt x="1760" y="1285"/>
                  <a:pt x="1757" y="1283"/>
                </a:cubicBezTo>
                <a:cubicBezTo>
                  <a:pt x="1737" y="1278"/>
                  <a:pt x="1744" y="1285"/>
                  <a:pt x="1751" y="1292"/>
                </a:cubicBezTo>
                <a:cubicBezTo>
                  <a:pt x="1824" y="1336"/>
                  <a:pt x="1820" y="1339"/>
                  <a:pt x="1825" y="1342"/>
                </a:cubicBezTo>
                <a:cubicBezTo>
                  <a:pt x="1914" y="1376"/>
                  <a:pt x="1921" y="1385"/>
                  <a:pt x="1926" y="1383"/>
                </a:cubicBezTo>
                <a:cubicBezTo>
                  <a:pt x="1966" y="1396"/>
                  <a:pt x="1970" y="1399"/>
                  <a:pt x="1972" y="1397"/>
                </a:cubicBezTo>
                <a:cubicBezTo>
                  <a:pt x="2078" y="1420"/>
                  <a:pt x="2102" y="1426"/>
                  <a:pt x="2125" y="1426"/>
                </a:cubicBezTo>
                <a:cubicBezTo>
                  <a:pt x="2205" y="1443"/>
                  <a:pt x="2211" y="1443"/>
                  <a:pt x="2217" y="1442"/>
                </a:cubicBezTo>
                <a:cubicBezTo>
                  <a:pt x="2256" y="1449"/>
                  <a:pt x="2259" y="1450"/>
                  <a:pt x="2263" y="1452"/>
                </a:cubicBezTo>
                <a:cubicBezTo>
                  <a:pt x="2241" y="1449"/>
                  <a:pt x="2235" y="1450"/>
                  <a:pt x="2228" y="1453"/>
                </a:cubicBezTo>
                <a:cubicBezTo>
                  <a:pt x="2161" y="1450"/>
                  <a:pt x="2138" y="1452"/>
                  <a:pt x="2115" y="1453"/>
                </a:cubicBezTo>
                <a:cubicBezTo>
                  <a:pt x="2033" y="1453"/>
                  <a:pt x="2030" y="1453"/>
                  <a:pt x="2027" y="1452"/>
                </a:cubicBezTo>
                <a:cubicBezTo>
                  <a:pt x="1998" y="1450"/>
                  <a:pt x="1996" y="1456"/>
                  <a:pt x="1992" y="1450"/>
                </a:cubicBezTo>
                <a:cubicBezTo>
                  <a:pt x="1962" y="1449"/>
                  <a:pt x="1960" y="1455"/>
                  <a:pt x="1955" y="1449"/>
                </a:cubicBezTo>
                <a:cubicBezTo>
                  <a:pt x="1918" y="1451"/>
                  <a:pt x="1915" y="1451"/>
                  <a:pt x="1912" y="1452"/>
                </a:cubicBezTo>
                <a:cubicBezTo>
                  <a:pt x="1934" y="1456"/>
                  <a:pt x="1942" y="1456"/>
                  <a:pt x="1951" y="1457"/>
                </a:cubicBezTo>
                <a:cubicBezTo>
                  <a:pt x="1993" y="1458"/>
                  <a:pt x="1997" y="1456"/>
                  <a:pt x="2001" y="1459"/>
                </a:cubicBezTo>
                <a:cubicBezTo>
                  <a:pt x="2056" y="1461"/>
                  <a:pt x="2060" y="1459"/>
                  <a:pt x="2065" y="1462"/>
                </a:cubicBezTo>
                <a:cubicBezTo>
                  <a:pt x="2095" y="1465"/>
                  <a:pt x="2098" y="1457"/>
                  <a:pt x="2104" y="1462"/>
                </a:cubicBezTo>
                <a:cubicBezTo>
                  <a:pt x="2171" y="1462"/>
                  <a:pt x="2187" y="1459"/>
                  <a:pt x="2205" y="1461"/>
                </a:cubicBezTo>
                <a:cubicBezTo>
                  <a:pt x="2239" y="1464"/>
                  <a:pt x="2246" y="1458"/>
                  <a:pt x="2255" y="1463"/>
                </a:cubicBezTo>
                <a:cubicBezTo>
                  <a:pt x="2379" y="1467"/>
                  <a:pt x="2385" y="1469"/>
                  <a:pt x="2390" y="1469"/>
                </a:cubicBezTo>
                <a:cubicBezTo>
                  <a:pt x="2447" y="1477"/>
                  <a:pt x="2453" y="1485"/>
                  <a:pt x="2456" y="1481"/>
                </a:cubicBezTo>
                <a:cubicBezTo>
                  <a:pt x="2471" y="1483"/>
                  <a:pt x="2476" y="1485"/>
                  <a:pt x="2480" y="1484"/>
                </a:cubicBezTo>
                <a:cubicBezTo>
                  <a:pt x="2496" y="1492"/>
                  <a:pt x="2489" y="1491"/>
                  <a:pt x="2481" y="1490"/>
                </a:cubicBezTo>
                <a:cubicBezTo>
                  <a:pt x="2459" y="1486"/>
                  <a:pt x="2459" y="1488"/>
                  <a:pt x="2457" y="1487"/>
                </a:cubicBezTo>
                <a:cubicBezTo>
                  <a:pt x="2436" y="1484"/>
                  <a:pt x="2430" y="1485"/>
                  <a:pt x="2423" y="1483"/>
                </a:cubicBezTo>
                <a:cubicBezTo>
                  <a:pt x="2367" y="1482"/>
                  <a:pt x="2348" y="1479"/>
                  <a:pt x="2330" y="1481"/>
                </a:cubicBezTo>
                <a:cubicBezTo>
                  <a:pt x="2283" y="1485"/>
                  <a:pt x="2277" y="1479"/>
                  <a:pt x="2273" y="1480"/>
                </a:cubicBezTo>
                <a:cubicBezTo>
                  <a:pt x="2200" y="1484"/>
                  <a:pt x="2196" y="1487"/>
                  <a:pt x="2191" y="1488"/>
                </a:cubicBezTo>
                <a:cubicBezTo>
                  <a:pt x="2155" y="1488"/>
                  <a:pt x="2153" y="1490"/>
                  <a:pt x="2150" y="1487"/>
                </a:cubicBezTo>
                <a:cubicBezTo>
                  <a:pt x="2117" y="1486"/>
                  <a:pt x="2113" y="1490"/>
                  <a:pt x="2108" y="1488"/>
                </a:cubicBezTo>
                <a:cubicBezTo>
                  <a:pt x="2069" y="1483"/>
                  <a:pt x="2060" y="1487"/>
                  <a:pt x="2050" y="1484"/>
                </a:cubicBezTo>
                <a:cubicBezTo>
                  <a:pt x="1988" y="1472"/>
                  <a:pt x="1985" y="1477"/>
                  <a:pt x="1979" y="1473"/>
                </a:cubicBezTo>
                <a:cubicBezTo>
                  <a:pt x="1945" y="1469"/>
                  <a:pt x="1938" y="1456"/>
                  <a:pt x="1935" y="1464"/>
                </a:cubicBezTo>
                <a:cubicBezTo>
                  <a:pt x="2001" y="1482"/>
                  <a:pt x="2009" y="1487"/>
                  <a:pt x="2015" y="1486"/>
                </a:cubicBezTo>
                <a:cubicBezTo>
                  <a:pt x="2080" y="1493"/>
                  <a:pt x="2086" y="1494"/>
                  <a:pt x="2094" y="1497"/>
                </a:cubicBezTo>
                <a:cubicBezTo>
                  <a:pt x="2167" y="1495"/>
                  <a:pt x="2186" y="1498"/>
                  <a:pt x="2203" y="1494"/>
                </a:cubicBezTo>
                <a:cubicBezTo>
                  <a:pt x="2239" y="1495"/>
                  <a:pt x="2241" y="1492"/>
                  <a:pt x="2244" y="1492"/>
                </a:cubicBezTo>
                <a:cubicBezTo>
                  <a:pt x="2289" y="1487"/>
                  <a:pt x="2294" y="1490"/>
                  <a:pt x="2298" y="1489"/>
                </a:cubicBezTo>
                <a:cubicBezTo>
                  <a:pt x="2349" y="1491"/>
                  <a:pt x="2358" y="1488"/>
                  <a:pt x="2368" y="1491"/>
                </a:cubicBezTo>
                <a:cubicBezTo>
                  <a:pt x="2408" y="1491"/>
                  <a:pt x="2409" y="1489"/>
                  <a:pt x="2412" y="1491"/>
                </a:cubicBezTo>
                <a:cubicBezTo>
                  <a:pt x="2452" y="1494"/>
                  <a:pt x="2456" y="1493"/>
                  <a:pt x="2462" y="1498"/>
                </a:cubicBezTo>
                <a:cubicBezTo>
                  <a:pt x="2494" y="1499"/>
                  <a:pt x="2499" y="1504"/>
                  <a:pt x="2504" y="1503"/>
                </a:cubicBezTo>
                <a:cubicBezTo>
                  <a:pt x="2539" y="1513"/>
                  <a:pt x="2541" y="1511"/>
                  <a:pt x="2544" y="1514"/>
                </a:cubicBezTo>
                <a:cubicBezTo>
                  <a:pt x="2540" y="1522"/>
                  <a:pt x="2534" y="1517"/>
                  <a:pt x="2528" y="1514"/>
                </a:cubicBezTo>
                <a:cubicBezTo>
                  <a:pt x="2499" y="1515"/>
                  <a:pt x="2495" y="1516"/>
                  <a:pt x="2491" y="1515"/>
                </a:cubicBezTo>
                <a:cubicBezTo>
                  <a:pt x="2470" y="1517"/>
                  <a:pt x="2461" y="1511"/>
                  <a:pt x="2453" y="1516"/>
                </a:cubicBezTo>
                <a:cubicBezTo>
                  <a:pt x="2361" y="1511"/>
                  <a:pt x="2358" y="1522"/>
                  <a:pt x="2352" y="1514"/>
                </a:cubicBezTo>
                <a:cubicBezTo>
                  <a:pt x="2303" y="1521"/>
                  <a:pt x="2299" y="1520"/>
                  <a:pt x="2295" y="1521"/>
                </a:cubicBezTo>
                <a:cubicBezTo>
                  <a:pt x="2268" y="1522"/>
                  <a:pt x="2265" y="1529"/>
                  <a:pt x="2260" y="1526"/>
                </a:cubicBezTo>
                <a:cubicBezTo>
                  <a:pt x="2207" y="1533"/>
                  <a:pt x="2198" y="1529"/>
                  <a:pt x="2191" y="1533"/>
                </a:cubicBezTo>
                <a:cubicBezTo>
                  <a:pt x="2159" y="1533"/>
                  <a:pt x="2151" y="1531"/>
                  <a:pt x="2144" y="1533"/>
                </a:cubicBezTo>
                <a:cubicBezTo>
                  <a:pt x="2122" y="1534"/>
                  <a:pt x="2121" y="1537"/>
                  <a:pt x="2124" y="1535"/>
                </a:cubicBezTo>
                <a:cubicBezTo>
                  <a:pt x="2146" y="1533"/>
                  <a:pt x="2152" y="1539"/>
                  <a:pt x="2156" y="1538"/>
                </a:cubicBezTo>
                <a:cubicBezTo>
                  <a:pt x="2199" y="1537"/>
                  <a:pt x="2208" y="1537"/>
                  <a:pt x="2217" y="1537"/>
                </a:cubicBezTo>
                <a:cubicBezTo>
                  <a:pt x="2258" y="1531"/>
                  <a:pt x="2264" y="1537"/>
                  <a:pt x="2268" y="1534"/>
                </a:cubicBezTo>
                <a:cubicBezTo>
                  <a:pt x="2296" y="1526"/>
                  <a:pt x="2301" y="1531"/>
                  <a:pt x="2304" y="1527"/>
                </a:cubicBezTo>
                <a:cubicBezTo>
                  <a:pt x="2335" y="1525"/>
                  <a:pt x="2338" y="1528"/>
                  <a:pt x="2341" y="1528"/>
                </a:cubicBezTo>
                <a:cubicBezTo>
                  <a:pt x="2369" y="1527"/>
                  <a:pt x="2374" y="1522"/>
                  <a:pt x="2379" y="1525"/>
                </a:cubicBezTo>
                <a:cubicBezTo>
                  <a:pt x="2415" y="1519"/>
                  <a:pt x="2422" y="1529"/>
                  <a:pt x="2426" y="1521"/>
                </a:cubicBezTo>
                <a:cubicBezTo>
                  <a:pt x="2479" y="1523"/>
                  <a:pt x="2484" y="1524"/>
                  <a:pt x="2489" y="1524"/>
                </a:cubicBezTo>
                <a:cubicBezTo>
                  <a:pt x="2510" y="1525"/>
                  <a:pt x="2516" y="1524"/>
                  <a:pt x="2521" y="1524"/>
                </a:cubicBezTo>
                <a:cubicBezTo>
                  <a:pt x="2547" y="1526"/>
                  <a:pt x="2559" y="1534"/>
                  <a:pt x="2570" y="1533"/>
                </a:cubicBezTo>
                <a:cubicBezTo>
                  <a:pt x="2608" y="1551"/>
                  <a:pt x="2617" y="1556"/>
                  <a:pt x="2627" y="1558"/>
                </a:cubicBezTo>
                <a:cubicBezTo>
                  <a:pt x="2654" y="1575"/>
                  <a:pt x="2658" y="1582"/>
                  <a:pt x="2661" y="1578"/>
                </a:cubicBezTo>
                <a:cubicBezTo>
                  <a:pt x="2679" y="1592"/>
                  <a:pt x="2668" y="1591"/>
                  <a:pt x="2658" y="1587"/>
                </a:cubicBezTo>
                <a:cubicBezTo>
                  <a:pt x="2602" y="1571"/>
                  <a:pt x="2598" y="1576"/>
                  <a:pt x="2592" y="1572"/>
                </a:cubicBezTo>
                <a:cubicBezTo>
                  <a:pt x="2493" y="1566"/>
                  <a:pt x="2486" y="1559"/>
                  <a:pt x="2482" y="1564"/>
                </a:cubicBezTo>
                <a:cubicBezTo>
                  <a:pt x="2454" y="1559"/>
                  <a:pt x="2452" y="1559"/>
                  <a:pt x="2450" y="1561"/>
                </a:cubicBezTo>
                <a:cubicBezTo>
                  <a:pt x="2407" y="1554"/>
                  <a:pt x="2405" y="1561"/>
                  <a:pt x="2401" y="1560"/>
                </a:cubicBezTo>
                <a:cubicBezTo>
                  <a:pt x="2363" y="1561"/>
                  <a:pt x="2358" y="1554"/>
                  <a:pt x="2355" y="1558"/>
                </a:cubicBezTo>
                <a:cubicBezTo>
                  <a:pt x="2328" y="1563"/>
                  <a:pt x="2323" y="1555"/>
                  <a:pt x="2321" y="1561"/>
                </a:cubicBezTo>
                <a:cubicBezTo>
                  <a:pt x="2293" y="1560"/>
                  <a:pt x="2290" y="1562"/>
                  <a:pt x="2286" y="1562"/>
                </a:cubicBezTo>
                <a:cubicBezTo>
                  <a:pt x="2243" y="1564"/>
                  <a:pt x="2236" y="1566"/>
                  <a:pt x="2229" y="1566"/>
                </a:cubicBezTo>
                <a:cubicBezTo>
                  <a:pt x="2173" y="1564"/>
                  <a:pt x="2167" y="1569"/>
                  <a:pt x="2158" y="1566"/>
                </a:cubicBezTo>
                <a:cubicBezTo>
                  <a:pt x="2121" y="1565"/>
                  <a:pt x="2118" y="1572"/>
                  <a:pt x="2113" y="1567"/>
                </a:cubicBezTo>
                <a:cubicBezTo>
                  <a:pt x="2076" y="1567"/>
                  <a:pt x="2075" y="1564"/>
                  <a:pt x="2074" y="1562"/>
                </a:cubicBezTo>
                <a:cubicBezTo>
                  <a:pt x="2035" y="1553"/>
                  <a:pt x="2033" y="1551"/>
                  <a:pt x="2031" y="1549"/>
                </a:cubicBezTo>
                <a:cubicBezTo>
                  <a:pt x="2019" y="1549"/>
                  <a:pt x="2032" y="1553"/>
                  <a:pt x="2045" y="1559"/>
                </a:cubicBezTo>
                <a:cubicBezTo>
                  <a:pt x="2068" y="1563"/>
                  <a:pt x="2066" y="1572"/>
                  <a:pt x="2070" y="1568"/>
                </a:cubicBezTo>
                <a:cubicBezTo>
                  <a:pt x="2092" y="1572"/>
                  <a:pt x="2098" y="1570"/>
                  <a:pt x="2102" y="1576"/>
                </a:cubicBezTo>
                <a:cubicBezTo>
                  <a:pt x="2162" y="1582"/>
                  <a:pt x="2171" y="1587"/>
                  <a:pt x="2179" y="1585"/>
                </a:cubicBezTo>
                <a:cubicBezTo>
                  <a:pt x="2207" y="1588"/>
                  <a:pt x="2208" y="1584"/>
                  <a:pt x="2211" y="1585"/>
                </a:cubicBezTo>
                <a:cubicBezTo>
                  <a:pt x="2233" y="1583"/>
                  <a:pt x="2239" y="1590"/>
                  <a:pt x="2242" y="1585"/>
                </a:cubicBezTo>
                <a:cubicBezTo>
                  <a:pt x="2263" y="1586"/>
                  <a:pt x="2272" y="1586"/>
                  <a:pt x="2280" y="1587"/>
                </a:cubicBezTo>
                <a:cubicBezTo>
                  <a:pt x="2313" y="1585"/>
                  <a:pt x="2323" y="1589"/>
                  <a:pt x="2331" y="1589"/>
                </a:cubicBezTo>
                <a:cubicBezTo>
                  <a:pt x="2365" y="1592"/>
                  <a:pt x="2367" y="1591"/>
                  <a:pt x="2369" y="1591"/>
                </a:cubicBezTo>
                <a:cubicBezTo>
                  <a:pt x="2399" y="1594"/>
                  <a:pt x="2405" y="1600"/>
                  <a:pt x="2408" y="1596"/>
                </a:cubicBezTo>
                <a:cubicBezTo>
                  <a:pt x="2442" y="1597"/>
                  <a:pt x="2451" y="1602"/>
                  <a:pt x="2459" y="1598"/>
                </a:cubicBezTo>
                <a:cubicBezTo>
                  <a:pt x="2471" y="1601"/>
                  <a:pt x="2473" y="1601"/>
                  <a:pt x="2475" y="1601"/>
                </a:cubicBezTo>
                <a:cubicBezTo>
                  <a:pt x="2445" y="1606"/>
                  <a:pt x="2443" y="1607"/>
                  <a:pt x="2439" y="1604"/>
                </a:cubicBezTo>
                <a:cubicBezTo>
                  <a:pt x="2395" y="1607"/>
                  <a:pt x="2374" y="1608"/>
                  <a:pt x="2352" y="1609"/>
                </a:cubicBezTo>
                <a:cubicBezTo>
                  <a:pt x="2254" y="1621"/>
                  <a:pt x="2247" y="1616"/>
                  <a:pt x="2243" y="1620"/>
                </a:cubicBezTo>
                <a:cubicBezTo>
                  <a:pt x="2203" y="1616"/>
                  <a:pt x="2183" y="1620"/>
                  <a:pt x="2161" y="1620"/>
                </a:cubicBezTo>
                <a:cubicBezTo>
                  <a:pt x="2112" y="1621"/>
                  <a:pt x="2109" y="1622"/>
                  <a:pt x="2107" y="1623"/>
                </a:cubicBezTo>
                <a:cubicBezTo>
                  <a:pt x="2030" y="1621"/>
                  <a:pt x="2026" y="1616"/>
                  <a:pt x="2024" y="1618"/>
                </a:cubicBezTo>
                <a:cubicBezTo>
                  <a:pt x="1994" y="1611"/>
                  <a:pt x="1990" y="1617"/>
                  <a:pt x="1983" y="1612"/>
                </a:cubicBezTo>
                <a:cubicBezTo>
                  <a:pt x="1985" y="1614"/>
                  <a:pt x="1988" y="1619"/>
                  <a:pt x="1991" y="1617"/>
                </a:cubicBezTo>
                <a:cubicBezTo>
                  <a:pt x="2042" y="1624"/>
                  <a:pt x="2053" y="1625"/>
                  <a:pt x="2063" y="1626"/>
                </a:cubicBezTo>
                <a:cubicBezTo>
                  <a:pt x="2134" y="1631"/>
                  <a:pt x="2138" y="1625"/>
                  <a:pt x="2144" y="1627"/>
                </a:cubicBezTo>
                <a:cubicBezTo>
                  <a:pt x="2193" y="1623"/>
                  <a:pt x="2196" y="1627"/>
                  <a:pt x="2199" y="1627"/>
                </a:cubicBezTo>
                <a:cubicBezTo>
                  <a:pt x="2212" y="1625"/>
                  <a:pt x="2218" y="1627"/>
                  <a:pt x="2223" y="1625"/>
                </a:cubicBezTo>
                <a:cubicBezTo>
                  <a:pt x="2307" y="1624"/>
                  <a:pt x="2311" y="1617"/>
                  <a:pt x="2317" y="1622"/>
                </a:cubicBezTo>
                <a:cubicBezTo>
                  <a:pt x="2338" y="1618"/>
                  <a:pt x="2344" y="1620"/>
                  <a:pt x="2349" y="1617"/>
                </a:cubicBezTo>
                <a:cubicBezTo>
                  <a:pt x="2418" y="1614"/>
                  <a:pt x="2424" y="1617"/>
                  <a:pt x="2428" y="1612"/>
                </a:cubicBezTo>
                <a:cubicBezTo>
                  <a:pt x="2486" y="1613"/>
                  <a:pt x="2495" y="1611"/>
                  <a:pt x="2504" y="1613"/>
                </a:cubicBezTo>
                <a:cubicBezTo>
                  <a:pt x="2538" y="1616"/>
                  <a:pt x="2544" y="1614"/>
                  <a:pt x="2551" y="1618"/>
                </a:cubicBezTo>
                <a:cubicBezTo>
                  <a:pt x="2576" y="1617"/>
                  <a:pt x="2582" y="1619"/>
                  <a:pt x="2589" y="1619"/>
                </a:cubicBezTo>
                <a:cubicBezTo>
                  <a:pt x="2605" y="1620"/>
                  <a:pt x="2607" y="1617"/>
                  <a:pt x="2606" y="1621"/>
                </a:cubicBezTo>
                <a:cubicBezTo>
                  <a:pt x="2570" y="1626"/>
                  <a:pt x="2567" y="1624"/>
                  <a:pt x="2565" y="1624"/>
                </a:cubicBezTo>
                <a:cubicBezTo>
                  <a:pt x="2544" y="1626"/>
                  <a:pt x="2543" y="1633"/>
                  <a:pt x="2539" y="1631"/>
                </a:cubicBezTo>
                <a:cubicBezTo>
                  <a:pt x="2525" y="1626"/>
                  <a:pt x="2522" y="1626"/>
                  <a:pt x="2519" y="1625"/>
                </a:cubicBezTo>
                <a:cubicBezTo>
                  <a:pt x="2488" y="1626"/>
                  <a:pt x="2486" y="1632"/>
                  <a:pt x="2482" y="1630"/>
                </a:cubicBezTo>
                <a:cubicBezTo>
                  <a:pt x="2437" y="1636"/>
                  <a:pt x="2418" y="1631"/>
                  <a:pt x="2401" y="1638"/>
                </a:cubicBezTo>
                <a:cubicBezTo>
                  <a:pt x="2369" y="1638"/>
                  <a:pt x="2365" y="1641"/>
                  <a:pt x="2360" y="1640"/>
                </a:cubicBezTo>
                <a:cubicBezTo>
                  <a:pt x="2288" y="1646"/>
                  <a:pt x="2283" y="1643"/>
                  <a:pt x="2279" y="1644"/>
                </a:cubicBezTo>
                <a:cubicBezTo>
                  <a:pt x="2247" y="1646"/>
                  <a:pt x="2241" y="1643"/>
                  <a:pt x="2237" y="1644"/>
                </a:cubicBezTo>
                <a:cubicBezTo>
                  <a:pt x="2191" y="1641"/>
                  <a:pt x="2187" y="1648"/>
                  <a:pt x="2181" y="1641"/>
                </a:cubicBezTo>
                <a:cubicBezTo>
                  <a:pt x="2122" y="1643"/>
                  <a:pt x="2117" y="1637"/>
                  <a:pt x="2113" y="1638"/>
                </a:cubicBezTo>
                <a:cubicBezTo>
                  <a:pt x="2065" y="1636"/>
                  <a:pt x="2061" y="1637"/>
                  <a:pt x="2056" y="1637"/>
                </a:cubicBezTo>
                <a:cubicBezTo>
                  <a:pt x="2022" y="1634"/>
                  <a:pt x="2017" y="1630"/>
                  <a:pt x="2012" y="1631"/>
                </a:cubicBezTo>
                <a:cubicBezTo>
                  <a:pt x="2047" y="1640"/>
                  <a:pt x="2052" y="1641"/>
                  <a:pt x="2057" y="1640"/>
                </a:cubicBezTo>
                <a:cubicBezTo>
                  <a:pt x="2091" y="1647"/>
                  <a:pt x="2095" y="1643"/>
                  <a:pt x="2100" y="1645"/>
                </a:cubicBezTo>
                <a:cubicBezTo>
                  <a:pt x="2132" y="1645"/>
                  <a:pt x="2135" y="1647"/>
                  <a:pt x="2137" y="1649"/>
                </a:cubicBezTo>
                <a:cubicBezTo>
                  <a:pt x="2164" y="1651"/>
                  <a:pt x="2167" y="1648"/>
                  <a:pt x="2170" y="1650"/>
                </a:cubicBezTo>
                <a:cubicBezTo>
                  <a:pt x="2195" y="1655"/>
                  <a:pt x="2198" y="1646"/>
                  <a:pt x="2204" y="1651"/>
                </a:cubicBezTo>
                <a:cubicBezTo>
                  <a:pt x="2257" y="1652"/>
                  <a:pt x="2266" y="1651"/>
                  <a:pt x="2276" y="1652"/>
                </a:cubicBezTo>
                <a:cubicBezTo>
                  <a:pt x="2344" y="1649"/>
                  <a:pt x="2354" y="1649"/>
                  <a:pt x="2363" y="1647"/>
                </a:cubicBezTo>
                <a:cubicBezTo>
                  <a:pt x="2397" y="1650"/>
                  <a:pt x="2400" y="1643"/>
                  <a:pt x="2405" y="1644"/>
                </a:cubicBezTo>
                <a:cubicBezTo>
                  <a:pt x="2459" y="1643"/>
                  <a:pt x="2467" y="1634"/>
                  <a:pt x="2478" y="1640"/>
                </a:cubicBezTo>
                <a:cubicBezTo>
                  <a:pt x="2425" y="1649"/>
                  <a:pt x="2417" y="1651"/>
                  <a:pt x="2410" y="1652"/>
                </a:cubicBezTo>
                <a:cubicBezTo>
                  <a:pt x="2383" y="1656"/>
                  <a:pt x="2381" y="1661"/>
                  <a:pt x="2376" y="1659"/>
                </a:cubicBezTo>
                <a:cubicBezTo>
                  <a:pt x="2349" y="1660"/>
                  <a:pt x="2346" y="1666"/>
                  <a:pt x="2341" y="1661"/>
                </a:cubicBezTo>
                <a:cubicBezTo>
                  <a:pt x="2303" y="1667"/>
                  <a:pt x="2299" y="1668"/>
                  <a:pt x="2295" y="1667"/>
                </a:cubicBezTo>
                <a:cubicBezTo>
                  <a:pt x="2267" y="1667"/>
                  <a:pt x="2260" y="1667"/>
                  <a:pt x="2253" y="1668"/>
                </a:cubicBezTo>
                <a:cubicBezTo>
                  <a:pt x="2216" y="1663"/>
                  <a:pt x="2215" y="1672"/>
                  <a:pt x="2210" y="1669"/>
                </a:cubicBezTo>
                <a:cubicBezTo>
                  <a:pt x="2143" y="1667"/>
                  <a:pt x="2139" y="1664"/>
                  <a:pt x="2136" y="1669"/>
                </a:cubicBezTo>
                <a:cubicBezTo>
                  <a:pt x="2175" y="1676"/>
                  <a:pt x="2181" y="1672"/>
                  <a:pt x="2188" y="1675"/>
                </a:cubicBezTo>
                <a:cubicBezTo>
                  <a:pt x="2221" y="1675"/>
                  <a:pt x="2222" y="1675"/>
                  <a:pt x="2223" y="1672"/>
                </a:cubicBezTo>
                <a:cubicBezTo>
                  <a:pt x="2253" y="1672"/>
                  <a:pt x="2257" y="1673"/>
                  <a:pt x="2260" y="1676"/>
                </a:cubicBezTo>
                <a:cubicBezTo>
                  <a:pt x="2296" y="1677"/>
                  <a:pt x="2293" y="1681"/>
                  <a:pt x="2300" y="1684"/>
                </a:cubicBezTo>
                <a:cubicBezTo>
                  <a:pt x="2357" y="1678"/>
                  <a:pt x="2366" y="1682"/>
                  <a:pt x="2374" y="1678"/>
                </a:cubicBezTo>
                <a:cubicBezTo>
                  <a:pt x="2435" y="1674"/>
                  <a:pt x="2440" y="1673"/>
                  <a:pt x="2445" y="1673"/>
                </a:cubicBezTo>
                <a:cubicBezTo>
                  <a:pt x="2465" y="1667"/>
                  <a:pt x="2471" y="1669"/>
                  <a:pt x="2476" y="1667"/>
                </a:cubicBezTo>
                <a:cubicBezTo>
                  <a:pt x="2508" y="1661"/>
                  <a:pt x="2512" y="1666"/>
                  <a:pt x="2514" y="1664"/>
                </a:cubicBezTo>
                <a:cubicBezTo>
                  <a:pt x="2547" y="1662"/>
                  <a:pt x="2554" y="1661"/>
                  <a:pt x="2560" y="1658"/>
                </a:cubicBezTo>
                <a:cubicBezTo>
                  <a:pt x="2620" y="1652"/>
                  <a:pt x="2623" y="1651"/>
                  <a:pt x="2626" y="1650"/>
                </a:cubicBezTo>
                <a:cubicBezTo>
                  <a:pt x="2662" y="1652"/>
                  <a:pt x="2669" y="1652"/>
                  <a:pt x="2675" y="1651"/>
                </a:cubicBezTo>
                <a:cubicBezTo>
                  <a:pt x="2724" y="1652"/>
                  <a:pt x="2732" y="1655"/>
                  <a:pt x="2739" y="1654"/>
                </a:cubicBezTo>
                <a:cubicBezTo>
                  <a:pt x="2796" y="1661"/>
                  <a:pt x="2800" y="1664"/>
                  <a:pt x="2803" y="1663"/>
                </a:cubicBezTo>
                <a:cubicBezTo>
                  <a:pt x="2817" y="1678"/>
                  <a:pt x="2813" y="1673"/>
                  <a:pt x="2811" y="1675"/>
                </a:cubicBezTo>
                <a:cubicBezTo>
                  <a:pt x="2770" y="1672"/>
                  <a:pt x="2758" y="1673"/>
                  <a:pt x="2745" y="1671"/>
                </a:cubicBezTo>
                <a:cubicBezTo>
                  <a:pt x="2650" y="1676"/>
                  <a:pt x="2646" y="1683"/>
                  <a:pt x="2638" y="1679"/>
                </a:cubicBezTo>
                <a:cubicBezTo>
                  <a:pt x="2619" y="1686"/>
                  <a:pt x="2615" y="1682"/>
                  <a:pt x="2613" y="1685"/>
                </a:cubicBezTo>
                <a:cubicBezTo>
                  <a:pt x="2593" y="1688"/>
                  <a:pt x="2590" y="1688"/>
                  <a:pt x="2587" y="1689"/>
                </a:cubicBezTo>
                <a:cubicBezTo>
                  <a:pt x="2558" y="1695"/>
                  <a:pt x="2555" y="1695"/>
                  <a:pt x="2552" y="1697"/>
                </a:cubicBezTo>
                <a:cubicBezTo>
                  <a:pt x="2509" y="1701"/>
                  <a:pt x="2506" y="1705"/>
                  <a:pt x="2501" y="1700"/>
                </a:cubicBezTo>
                <a:cubicBezTo>
                  <a:pt x="2459" y="1707"/>
                  <a:pt x="2451" y="1707"/>
                  <a:pt x="2443" y="1708"/>
                </a:cubicBezTo>
                <a:cubicBezTo>
                  <a:pt x="2414" y="1713"/>
                  <a:pt x="2406" y="1710"/>
                  <a:pt x="2398" y="1713"/>
                </a:cubicBezTo>
                <a:cubicBezTo>
                  <a:pt x="2321" y="1710"/>
                  <a:pt x="2314" y="1713"/>
                  <a:pt x="2305" y="1711"/>
                </a:cubicBezTo>
                <a:cubicBezTo>
                  <a:pt x="2241" y="1703"/>
                  <a:pt x="2226" y="1705"/>
                  <a:pt x="2210" y="1700"/>
                </a:cubicBezTo>
                <a:cubicBezTo>
                  <a:pt x="2178" y="1697"/>
                  <a:pt x="2168" y="1688"/>
                  <a:pt x="2161" y="1691"/>
                </a:cubicBezTo>
                <a:cubicBezTo>
                  <a:pt x="2204" y="1705"/>
                  <a:pt x="2210" y="1706"/>
                  <a:pt x="2216" y="1707"/>
                </a:cubicBezTo>
                <a:cubicBezTo>
                  <a:pt x="2314" y="1720"/>
                  <a:pt x="2320" y="1719"/>
                  <a:pt x="2326" y="1719"/>
                </a:cubicBezTo>
                <a:cubicBezTo>
                  <a:pt x="2366" y="1716"/>
                  <a:pt x="2374" y="1724"/>
                  <a:pt x="2380" y="1721"/>
                </a:cubicBezTo>
                <a:cubicBezTo>
                  <a:pt x="2490" y="1712"/>
                  <a:pt x="2502" y="1711"/>
                  <a:pt x="2514" y="1711"/>
                </a:cubicBezTo>
                <a:cubicBezTo>
                  <a:pt x="2560" y="1701"/>
                  <a:pt x="2570" y="1701"/>
                  <a:pt x="2580" y="1700"/>
                </a:cubicBezTo>
                <a:cubicBezTo>
                  <a:pt x="2624" y="1689"/>
                  <a:pt x="2627" y="1689"/>
                  <a:pt x="2630" y="1691"/>
                </a:cubicBezTo>
                <a:cubicBezTo>
                  <a:pt x="2674" y="1686"/>
                  <a:pt x="2680" y="1685"/>
                  <a:pt x="2687" y="1685"/>
                </a:cubicBezTo>
                <a:cubicBezTo>
                  <a:pt x="2721" y="1678"/>
                  <a:pt x="2725" y="1684"/>
                  <a:pt x="2728" y="1681"/>
                </a:cubicBezTo>
                <a:cubicBezTo>
                  <a:pt x="2748" y="1684"/>
                  <a:pt x="2750" y="1680"/>
                  <a:pt x="2752" y="1681"/>
                </a:cubicBezTo>
                <a:cubicBezTo>
                  <a:pt x="2779" y="1689"/>
                  <a:pt x="2773" y="1678"/>
                  <a:pt x="2772" y="1686"/>
                </a:cubicBezTo>
                <a:cubicBezTo>
                  <a:pt x="2733" y="1690"/>
                  <a:pt x="2731" y="1691"/>
                  <a:pt x="2729" y="1692"/>
                </a:cubicBezTo>
                <a:cubicBezTo>
                  <a:pt x="2699" y="1696"/>
                  <a:pt x="2691" y="1701"/>
                  <a:pt x="2682" y="1703"/>
                </a:cubicBezTo>
                <a:cubicBezTo>
                  <a:pt x="2646" y="1707"/>
                  <a:pt x="2638" y="1713"/>
                  <a:pt x="2630" y="1715"/>
                </a:cubicBezTo>
                <a:cubicBezTo>
                  <a:pt x="2586" y="1730"/>
                  <a:pt x="2581" y="1731"/>
                  <a:pt x="2577" y="1732"/>
                </a:cubicBezTo>
                <a:cubicBezTo>
                  <a:pt x="2534" y="1747"/>
                  <a:pt x="2530" y="1748"/>
                  <a:pt x="2525" y="1750"/>
                </a:cubicBezTo>
                <a:cubicBezTo>
                  <a:pt x="2489" y="1754"/>
                  <a:pt x="2482" y="1764"/>
                  <a:pt x="2472" y="1759"/>
                </a:cubicBezTo>
                <a:cubicBezTo>
                  <a:pt x="2413" y="1764"/>
                  <a:pt x="2409" y="1766"/>
                  <a:pt x="2404" y="1766"/>
                </a:cubicBezTo>
                <a:cubicBezTo>
                  <a:pt x="2352" y="1766"/>
                  <a:pt x="2342" y="1760"/>
                  <a:pt x="2333" y="1763"/>
                </a:cubicBezTo>
                <a:cubicBezTo>
                  <a:pt x="2404" y="1770"/>
                  <a:pt x="2412" y="1772"/>
                  <a:pt x="2419" y="1771"/>
                </a:cubicBezTo>
                <a:cubicBezTo>
                  <a:pt x="2475" y="1765"/>
                  <a:pt x="2491" y="1769"/>
                  <a:pt x="2504" y="1762"/>
                </a:cubicBezTo>
                <a:cubicBezTo>
                  <a:pt x="2567" y="1744"/>
                  <a:pt x="2571" y="1747"/>
                  <a:pt x="2574" y="1740"/>
                </a:cubicBezTo>
                <a:cubicBezTo>
                  <a:pt x="2596" y="1732"/>
                  <a:pt x="2601" y="1738"/>
                  <a:pt x="2603" y="1731"/>
                </a:cubicBezTo>
                <a:cubicBezTo>
                  <a:pt x="2653" y="1722"/>
                  <a:pt x="2659" y="1714"/>
                  <a:pt x="2666" y="1712"/>
                </a:cubicBezTo>
                <a:cubicBezTo>
                  <a:pt x="2710" y="1703"/>
                  <a:pt x="2727" y="1700"/>
                  <a:pt x="2744" y="1697"/>
                </a:cubicBezTo>
                <a:cubicBezTo>
                  <a:pt x="2780" y="1698"/>
                  <a:pt x="2788" y="1692"/>
                  <a:pt x="2797" y="1695"/>
                </a:cubicBezTo>
                <a:cubicBezTo>
                  <a:pt x="2832" y="1693"/>
                  <a:pt x="2841" y="1692"/>
                  <a:pt x="2851" y="1697"/>
                </a:cubicBezTo>
                <a:cubicBezTo>
                  <a:pt x="2883" y="1700"/>
                  <a:pt x="2887" y="1701"/>
                  <a:pt x="2892" y="1703"/>
                </a:cubicBezTo>
                <a:cubicBezTo>
                  <a:pt x="2862" y="1708"/>
                  <a:pt x="2854" y="1704"/>
                  <a:pt x="2847" y="1707"/>
                </a:cubicBezTo>
                <a:cubicBezTo>
                  <a:pt x="2795" y="1706"/>
                  <a:pt x="2789" y="1714"/>
                  <a:pt x="2780" y="1710"/>
                </a:cubicBezTo>
                <a:cubicBezTo>
                  <a:pt x="2763" y="1715"/>
                  <a:pt x="2760" y="1712"/>
                  <a:pt x="2759" y="1714"/>
                </a:cubicBezTo>
                <a:cubicBezTo>
                  <a:pt x="2721" y="1718"/>
                  <a:pt x="2707" y="1724"/>
                  <a:pt x="2692" y="1724"/>
                </a:cubicBezTo>
                <a:cubicBezTo>
                  <a:pt x="2667" y="1732"/>
                  <a:pt x="2663" y="1731"/>
                  <a:pt x="2661" y="1735"/>
                </a:cubicBezTo>
                <a:cubicBezTo>
                  <a:pt x="2626" y="1745"/>
                  <a:pt x="2625" y="1745"/>
                  <a:pt x="2624" y="1748"/>
                </a:cubicBezTo>
                <a:cubicBezTo>
                  <a:pt x="2592" y="1757"/>
                  <a:pt x="2578" y="1764"/>
                  <a:pt x="2563" y="1768"/>
                </a:cubicBezTo>
                <a:cubicBezTo>
                  <a:pt x="2535" y="1773"/>
                  <a:pt x="2528" y="1777"/>
                  <a:pt x="2520" y="1781"/>
                </a:cubicBezTo>
                <a:cubicBezTo>
                  <a:pt x="2487" y="1781"/>
                  <a:pt x="2479" y="1784"/>
                  <a:pt x="2471" y="1785"/>
                </a:cubicBezTo>
                <a:cubicBezTo>
                  <a:pt x="2370" y="1780"/>
                  <a:pt x="2359" y="1771"/>
                  <a:pt x="2349" y="1774"/>
                </a:cubicBezTo>
                <a:cubicBezTo>
                  <a:pt x="2390" y="1781"/>
                  <a:pt x="2394" y="1787"/>
                  <a:pt x="2397" y="1785"/>
                </a:cubicBezTo>
                <a:cubicBezTo>
                  <a:pt x="2438" y="1786"/>
                  <a:pt x="2451" y="1790"/>
                  <a:pt x="2462" y="1789"/>
                </a:cubicBezTo>
                <a:cubicBezTo>
                  <a:pt x="2521" y="1786"/>
                  <a:pt x="2524" y="1785"/>
                  <a:pt x="2528" y="1786"/>
                </a:cubicBezTo>
                <a:cubicBezTo>
                  <a:pt x="2579" y="1770"/>
                  <a:pt x="2588" y="1769"/>
                  <a:pt x="2592" y="1768"/>
                </a:cubicBezTo>
                <a:cubicBezTo>
                  <a:pt x="2650" y="1747"/>
                  <a:pt x="2654" y="1746"/>
                  <a:pt x="2657" y="1746"/>
                </a:cubicBezTo>
                <a:cubicBezTo>
                  <a:pt x="2687" y="1734"/>
                  <a:pt x="2690" y="1734"/>
                  <a:pt x="2694" y="1737"/>
                </a:cubicBezTo>
                <a:cubicBezTo>
                  <a:pt x="2724" y="1724"/>
                  <a:pt x="2729" y="1728"/>
                  <a:pt x="2731" y="1727"/>
                </a:cubicBezTo>
                <a:cubicBezTo>
                  <a:pt x="2767" y="1722"/>
                  <a:pt x="2772" y="1720"/>
                  <a:pt x="2779" y="1723"/>
                </a:cubicBezTo>
                <a:cubicBezTo>
                  <a:pt x="2794" y="1720"/>
                  <a:pt x="2797" y="1718"/>
                  <a:pt x="2796" y="1721"/>
                </a:cubicBezTo>
                <a:cubicBezTo>
                  <a:pt x="2776" y="1728"/>
                  <a:pt x="2771" y="1730"/>
                  <a:pt x="2765" y="1732"/>
                </a:cubicBezTo>
                <a:cubicBezTo>
                  <a:pt x="2712" y="1755"/>
                  <a:pt x="2708" y="1762"/>
                  <a:pt x="2702" y="1760"/>
                </a:cubicBezTo>
                <a:cubicBezTo>
                  <a:pt x="2646" y="1781"/>
                  <a:pt x="2641" y="1788"/>
                  <a:pt x="2635" y="1789"/>
                </a:cubicBezTo>
                <a:cubicBezTo>
                  <a:pt x="2575" y="1810"/>
                  <a:pt x="2566" y="1802"/>
                  <a:pt x="2560" y="1807"/>
                </a:cubicBezTo>
                <a:cubicBezTo>
                  <a:pt x="2499" y="1820"/>
                  <a:pt x="2504" y="1816"/>
                  <a:pt x="2511" y="1819"/>
                </a:cubicBezTo>
                <a:cubicBezTo>
                  <a:pt x="2569" y="1813"/>
                  <a:pt x="2574" y="1809"/>
                  <a:pt x="2580" y="1813"/>
                </a:cubicBezTo>
                <a:cubicBezTo>
                  <a:pt x="2618" y="1802"/>
                  <a:pt x="2621" y="1802"/>
                  <a:pt x="2624" y="1803"/>
                </a:cubicBezTo>
                <a:cubicBezTo>
                  <a:pt x="2645" y="1797"/>
                  <a:pt x="2648" y="1796"/>
                  <a:pt x="2651" y="1794"/>
                </a:cubicBezTo>
                <a:cubicBezTo>
                  <a:pt x="2689" y="1774"/>
                  <a:pt x="2696" y="1779"/>
                  <a:pt x="2701" y="1773"/>
                </a:cubicBezTo>
                <a:cubicBezTo>
                  <a:pt x="2741" y="1756"/>
                  <a:pt x="2745" y="1746"/>
                  <a:pt x="2751" y="1749"/>
                </a:cubicBezTo>
                <a:cubicBezTo>
                  <a:pt x="2789" y="1733"/>
                  <a:pt x="2792" y="1733"/>
                  <a:pt x="2795" y="1730"/>
                </a:cubicBezTo>
                <a:cubicBezTo>
                  <a:pt x="2788" y="1740"/>
                  <a:pt x="2783" y="1735"/>
                  <a:pt x="2780" y="1741"/>
                </a:cubicBezTo>
                <a:cubicBezTo>
                  <a:pt x="2731" y="1774"/>
                  <a:pt x="2723" y="1772"/>
                  <a:pt x="2717" y="1781"/>
                </a:cubicBezTo>
                <a:cubicBezTo>
                  <a:pt x="2647" y="1806"/>
                  <a:pt x="2644" y="1811"/>
                  <a:pt x="2640" y="1810"/>
                </a:cubicBezTo>
                <a:cubicBezTo>
                  <a:pt x="2650" y="1810"/>
                  <a:pt x="2656" y="1813"/>
                  <a:pt x="2661" y="1809"/>
                </a:cubicBezTo>
                <a:cubicBezTo>
                  <a:pt x="2708" y="1802"/>
                  <a:pt x="2718" y="1795"/>
                  <a:pt x="2730" y="1797"/>
                </a:cubicBezTo>
                <a:cubicBezTo>
                  <a:pt x="2808" y="1776"/>
                  <a:pt x="2811" y="1768"/>
                  <a:pt x="2815" y="1767"/>
                </a:cubicBezTo>
                <a:cubicBezTo>
                  <a:pt x="2831" y="1757"/>
                  <a:pt x="2836" y="1762"/>
                  <a:pt x="2840" y="1758"/>
                </a:cubicBezTo>
                <a:cubicBezTo>
                  <a:pt x="2870" y="1752"/>
                  <a:pt x="2873" y="1743"/>
                  <a:pt x="2878" y="1747"/>
                </a:cubicBezTo>
                <a:cubicBezTo>
                  <a:pt x="2933" y="1737"/>
                  <a:pt x="2936" y="1737"/>
                  <a:pt x="2940" y="1738"/>
                </a:cubicBezTo>
                <a:cubicBezTo>
                  <a:pt x="2979" y="1744"/>
                  <a:pt x="2985" y="1741"/>
                  <a:pt x="2993" y="1744"/>
                </a:cubicBezTo>
                <a:cubicBezTo>
                  <a:pt x="3006" y="1750"/>
                  <a:pt x="3002" y="1756"/>
                  <a:pt x="2996" y="1751"/>
                </a:cubicBezTo>
                <a:cubicBezTo>
                  <a:pt x="2968" y="1752"/>
                  <a:pt x="2964" y="1751"/>
                  <a:pt x="2961" y="1749"/>
                </a:cubicBezTo>
                <a:cubicBezTo>
                  <a:pt x="2898" y="1754"/>
                  <a:pt x="2888" y="1762"/>
                  <a:pt x="2876" y="1758"/>
                </a:cubicBezTo>
                <a:cubicBezTo>
                  <a:pt x="2827" y="1782"/>
                  <a:pt x="2820" y="1785"/>
                  <a:pt x="2813" y="1787"/>
                </a:cubicBezTo>
                <a:cubicBezTo>
                  <a:pt x="2798" y="1797"/>
                  <a:pt x="2801" y="1795"/>
                  <a:pt x="2805" y="1795"/>
                </a:cubicBezTo>
                <a:cubicBezTo>
                  <a:pt x="2842" y="1780"/>
                  <a:pt x="2850" y="1784"/>
                  <a:pt x="2856" y="1776"/>
                </a:cubicBezTo>
                <a:cubicBezTo>
                  <a:pt x="2907" y="1764"/>
                  <a:pt x="2915" y="1765"/>
                  <a:pt x="2922" y="1760"/>
                </a:cubicBezTo>
                <a:cubicBezTo>
                  <a:pt x="2969" y="1757"/>
                  <a:pt x="2974" y="1763"/>
                  <a:pt x="2977" y="1760"/>
                </a:cubicBezTo>
                <a:cubicBezTo>
                  <a:pt x="3025" y="1770"/>
                  <a:pt x="3035" y="1767"/>
                  <a:pt x="3047" y="1773"/>
                </a:cubicBezTo>
                <a:cubicBezTo>
                  <a:pt x="3015" y="1779"/>
                  <a:pt x="3010" y="1773"/>
                  <a:pt x="3005" y="1776"/>
                </a:cubicBezTo>
                <a:cubicBezTo>
                  <a:pt x="3006" y="1780"/>
                  <a:pt x="3009" y="1784"/>
                  <a:pt x="3012" y="1786"/>
                </a:cubicBezTo>
                <a:cubicBezTo>
                  <a:pt x="2990" y="1813"/>
                  <a:pt x="2982" y="1817"/>
                  <a:pt x="2975" y="1826"/>
                </a:cubicBezTo>
                <a:cubicBezTo>
                  <a:pt x="3010" y="1818"/>
                  <a:pt x="3011" y="1815"/>
                  <a:pt x="3013" y="1816"/>
                </a:cubicBezTo>
                <a:cubicBezTo>
                  <a:pt x="3037" y="1804"/>
                  <a:pt x="3040" y="1802"/>
                  <a:pt x="3044" y="1802"/>
                </a:cubicBezTo>
                <a:cubicBezTo>
                  <a:pt x="3141" y="1829"/>
                  <a:pt x="3145" y="1819"/>
                  <a:pt x="3151" y="1821"/>
                </a:cubicBezTo>
                <a:close/>
                <a:moveTo>
                  <a:pt x="2862" y="1579"/>
                </a:moveTo>
                <a:cubicBezTo>
                  <a:pt x="2853" y="1564"/>
                  <a:pt x="2854" y="1547"/>
                  <a:pt x="2846" y="1531"/>
                </a:cubicBezTo>
                <a:cubicBezTo>
                  <a:pt x="2843" y="1511"/>
                  <a:pt x="2840" y="1510"/>
                  <a:pt x="2841" y="1507"/>
                </a:cubicBezTo>
                <a:cubicBezTo>
                  <a:pt x="2815" y="1429"/>
                  <a:pt x="2813" y="1421"/>
                  <a:pt x="2813" y="1412"/>
                </a:cubicBezTo>
                <a:cubicBezTo>
                  <a:pt x="2793" y="1358"/>
                  <a:pt x="2786" y="1351"/>
                  <a:pt x="2786" y="1342"/>
                </a:cubicBezTo>
                <a:cubicBezTo>
                  <a:pt x="2769" y="1304"/>
                  <a:pt x="2769" y="1300"/>
                  <a:pt x="2764" y="1296"/>
                </a:cubicBezTo>
                <a:cubicBezTo>
                  <a:pt x="2737" y="1243"/>
                  <a:pt x="2739" y="1234"/>
                  <a:pt x="2732" y="1227"/>
                </a:cubicBezTo>
                <a:cubicBezTo>
                  <a:pt x="2719" y="1202"/>
                  <a:pt x="2722" y="1202"/>
                  <a:pt x="2724" y="1204"/>
                </a:cubicBezTo>
                <a:cubicBezTo>
                  <a:pt x="2736" y="1222"/>
                  <a:pt x="2739" y="1227"/>
                  <a:pt x="2741" y="1233"/>
                </a:cubicBezTo>
                <a:cubicBezTo>
                  <a:pt x="2767" y="1280"/>
                  <a:pt x="2769" y="1283"/>
                  <a:pt x="2769" y="1286"/>
                </a:cubicBezTo>
                <a:cubicBezTo>
                  <a:pt x="2790" y="1326"/>
                  <a:pt x="2788" y="1332"/>
                  <a:pt x="2795" y="1337"/>
                </a:cubicBezTo>
                <a:cubicBezTo>
                  <a:pt x="2816" y="1408"/>
                  <a:pt x="2821" y="1417"/>
                  <a:pt x="2821" y="1428"/>
                </a:cubicBezTo>
                <a:cubicBezTo>
                  <a:pt x="2828" y="1445"/>
                  <a:pt x="2827" y="1448"/>
                  <a:pt x="2827" y="1450"/>
                </a:cubicBezTo>
                <a:cubicBezTo>
                  <a:pt x="2840" y="1494"/>
                  <a:pt x="2842" y="1499"/>
                  <a:pt x="2844" y="1504"/>
                </a:cubicBezTo>
                <a:cubicBezTo>
                  <a:pt x="2856" y="1554"/>
                  <a:pt x="2859" y="1558"/>
                  <a:pt x="2859" y="1564"/>
                </a:cubicBezTo>
                <a:close/>
                <a:moveTo>
                  <a:pt x="2583" y="1443"/>
                </a:moveTo>
                <a:cubicBezTo>
                  <a:pt x="2577" y="1441"/>
                  <a:pt x="2582" y="1437"/>
                  <a:pt x="2578" y="1434"/>
                </a:cubicBezTo>
                <a:cubicBezTo>
                  <a:pt x="2574" y="1428"/>
                  <a:pt x="2573" y="1422"/>
                  <a:pt x="2570" y="1416"/>
                </a:cubicBezTo>
                <a:cubicBezTo>
                  <a:pt x="2572" y="1413"/>
                  <a:pt x="2573" y="1418"/>
                  <a:pt x="2572" y="1420"/>
                </a:cubicBezTo>
                <a:cubicBezTo>
                  <a:pt x="2582" y="1429"/>
                  <a:pt x="2582" y="1440"/>
                  <a:pt x="2589" y="1449"/>
                </a:cubicBezTo>
                <a:cubicBezTo>
                  <a:pt x="2586" y="1453"/>
                  <a:pt x="2583" y="1445"/>
                  <a:pt x="2583" y="1443"/>
                </a:cubicBezTo>
                <a:close/>
                <a:moveTo>
                  <a:pt x="2161" y="1164"/>
                </a:moveTo>
                <a:cubicBezTo>
                  <a:pt x="2159" y="1156"/>
                  <a:pt x="2149" y="1149"/>
                  <a:pt x="2145" y="1141"/>
                </a:cubicBezTo>
                <a:cubicBezTo>
                  <a:pt x="2150" y="1136"/>
                  <a:pt x="2148" y="1145"/>
                  <a:pt x="2152" y="1146"/>
                </a:cubicBezTo>
                <a:cubicBezTo>
                  <a:pt x="2153" y="1148"/>
                  <a:pt x="2156" y="1151"/>
                  <a:pt x="2160" y="1153"/>
                </a:cubicBezTo>
                <a:cubicBezTo>
                  <a:pt x="2160" y="1160"/>
                  <a:pt x="2166" y="1166"/>
                  <a:pt x="2172" y="1172"/>
                </a:cubicBezTo>
                <a:cubicBezTo>
                  <a:pt x="2166" y="1176"/>
                  <a:pt x="2167" y="1165"/>
                  <a:pt x="2161" y="1164"/>
                </a:cubicBezTo>
                <a:close/>
                <a:moveTo>
                  <a:pt x="2176" y="1185"/>
                </a:moveTo>
                <a:cubicBezTo>
                  <a:pt x="2179" y="1177"/>
                  <a:pt x="2182" y="1189"/>
                  <a:pt x="2185" y="1191"/>
                </a:cubicBezTo>
                <a:cubicBezTo>
                  <a:pt x="2180" y="1195"/>
                  <a:pt x="2182" y="1185"/>
                  <a:pt x="2176" y="1185"/>
                </a:cubicBezTo>
                <a:close/>
                <a:moveTo>
                  <a:pt x="2197" y="1209"/>
                </a:moveTo>
                <a:cubicBezTo>
                  <a:pt x="2194" y="1203"/>
                  <a:pt x="2200" y="1211"/>
                  <a:pt x="2202" y="1213"/>
                </a:cubicBezTo>
                <a:cubicBezTo>
                  <a:pt x="2199" y="1215"/>
                  <a:pt x="2199" y="1211"/>
                  <a:pt x="2197" y="1209"/>
                </a:cubicBezTo>
                <a:close/>
                <a:moveTo>
                  <a:pt x="2096" y="1210"/>
                </a:moveTo>
                <a:cubicBezTo>
                  <a:pt x="2094" y="1207"/>
                  <a:pt x="2099" y="1209"/>
                  <a:pt x="2101" y="1211"/>
                </a:cubicBezTo>
                <a:cubicBezTo>
                  <a:pt x="2103" y="1214"/>
                  <a:pt x="2099" y="1212"/>
                  <a:pt x="2096" y="1210"/>
                </a:cubicBezTo>
                <a:close/>
                <a:moveTo>
                  <a:pt x="2214" y="1294"/>
                </a:moveTo>
                <a:cubicBezTo>
                  <a:pt x="2209" y="1289"/>
                  <a:pt x="2207" y="1293"/>
                  <a:pt x="2203" y="1289"/>
                </a:cubicBezTo>
                <a:cubicBezTo>
                  <a:pt x="2145" y="1278"/>
                  <a:pt x="2137" y="1269"/>
                  <a:pt x="2130" y="1270"/>
                </a:cubicBezTo>
                <a:cubicBezTo>
                  <a:pt x="2065" y="1252"/>
                  <a:pt x="2059" y="1244"/>
                  <a:pt x="2056" y="1247"/>
                </a:cubicBezTo>
                <a:cubicBezTo>
                  <a:pt x="2032" y="1238"/>
                  <a:pt x="2030" y="1242"/>
                  <a:pt x="2026" y="1237"/>
                </a:cubicBezTo>
                <a:cubicBezTo>
                  <a:pt x="1992" y="1231"/>
                  <a:pt x="1987" y="1224"/>
                  <a:pt x="1985" y="1228"/>
                </a:cubicBezTo>
                <a:cubicBezTo>
                  <a:pt x="1894" y="1185"/>
                  <a:pt x="1889" y="1182"/>
                  <a:pt x="1884" y="1179"/>
                </a:cubicBezTo>
                <a:cubicBezTo>
                  <a:pt x="1936" y="1199"/>
                  <a:pt x="1940" y="1202"/>
                  <a:pt x="1943" y="1200"/>
                </a:cubicBezTo>
                <a:cubicBezTo>
                  <a:pt x="1968" y="1208"/>
                  <a:pt x="1973" y="1214"/>
                  <a:pt x="1975" y="1211"/>
                </a:cubicBezTo>
                <a:cubicBezTo>
                  <a:pt x="2048" y="1233"/>
                  <a:pt x="2055" y="1236"/>
                  <a:pt x="2062" y="1235"/>
                </a:cubicBezTo>
                <a:cubicBezTo>
                  <a:pt x="2108" y="1244"/>
                  <a:pt x="2114" y="1253"/>
                  <a:pt x="2117" y="1250"/>
                </a:cubicBezTo>
                <a:cubicBezTo>
                  <a:pt x="2143" y="1262"/>
                  <a:pt x="2145" y="1257"/>
                  <a:pt x="2149" y="1261"/>
                </a:cubicBezTo>
                <a:cubicBezTo>
                  <a:pt x="2224" y="1291"/>
                  <a:pt x="2230" y="1292"/>
                  <a:pt x="2235" y="1297"/>
                </a:cubicBezTo>
                <a:close/>
                <a:moveTo>
                  <a:pt x="2235" y="1269"/>
                </a:moveTo>
                <a:cubicBezTo>
                  <a:pt x="2230" y="1265"/>
                  <a:pt x="2223" y="1262"/>
                  <a:pt x="2222" y="1257"/>
                </a:cubicBezTo>
                <a:cubicBezTo>
                  <a:pt x="2227" y="1254"/>
                  <a:pt x="2226" y="1264"/>
                  <a:pt x="2233" y="1265"/>
                </a:cubicBezTo>
                <a:cubicBezTo>
                  <a:pt x="2236" y="1266"/>
                  <a:pt x="2235" y="1268"/>
                  <a:pt x="2237" y="1270"/>
                </a:cubicBezTo>
                <a:cubicBezTo>
                  <a:pt x="2240" y="1272"/>
                  <a:pt x="2242" y="1273"/>
                  <a:pt x="2244" y="1275"/>
                </a:cubicBezTo>
                <a:cubicBezTo>
                  <a:pt x="2250" y="1281"/>
                  <a:pt x="2232" y="1272"/>
                  <a:pt x="2235" y="1269"/>
                </a:cubicBezTo>
                <a:close/>
                <a:moveTo>
                  <a:pt x="2448" y="1429"/>
                </a:moveTo>
                <a:cubicBezTo>
                  <a:pt x="2451" y="1431"/>
                  <a:pt x="2453" y="1432"/>
                  <a:pt x="2456" y="1434"/>
                </a:cubicBezTo>
                <a:cubicBezTo>
                  <a:pt x="2458" y="1437"/>
                  <a:pt x="2454" y="1436"/>
                  <a:pt x="2453" y="1434"/>
                </a:cubicBezTo>
                <a:cubicBezTo>
                  <a:pt x="2450" y="1433"/>
                  <a:pt x="2448" y="1431"/>
                  <a:pt x="2445" y="1430"/>
                </a:cubicBezTo>
                <a:cubicBezTo>
                  <a:pt x="2443" y="1427"/>
                  <a:pt x="2446" y="1428"/>
                  <a:pt x="2448" y="1429"/>
                </a:cubicBezTo>
                <a:close/>
                <a:moveTo>
                  <a:pt x="2359" y="1335"/>
                </a:moveTo>
                <a:cubicBezTo>
                  <a:pt x="2355" y="1338"/>
                  <a:pt x="2355" y="1333"/>
                  <a:pt x="2353" y="1332"/>
                </a:cubicBezTo>
                <a:cubicBezTo>
                  <a:pt x="2351" y="1325"/>
                  <a:pt x="2356" y="1333"/>
                  <a:pt x="2359" y="1335"/>
                </a:cubicBezTo>
                <a:close/>
                <a:moveTo>
                  <a:pt x="2273" y="1239"/>
                </a:moveTo>
                <a:cubicBezTo>
                  <a:pt x="2265" y="1229"/>
                  <a:pt x="2258" y="1219"/>
                  <a:pt x="2252" y="1209"/>
                </a:cubicBezTo>
                <a:cubicBezTo>
                  <a:pt x="2209" y="1141"/>
                  <a:pt x="2202" y="1137"/>
                  <a:pt x="2201" y="1131"/>
                </a:cubicBezTo>
                <a:cubicBezTo>
                  <a:pt x="2182" y="1105"/>
                  <a:pt x="2183" y="1103"/>
                  <a:pt x="2180" y="1101"/>
                </a:cubicBezTo>
                <a:cubicBezTo>
                  <a:pt x="2155" y="1064"/>
                  <a:pt x="2155" y="1058"/>
                  <a:pt x="2148" y="1054"/>
                </a:cubicBezTo>
                <a:cubicBezTo>
                  <a:pt x="2108" y="987"/>
                  <a:pt x="2105" y="982"/>
                  <a:pt x="2100" y="977"/>
                </a:cubicBezTo>
                <a:cubicBezTo>
                  <a:pt x="2088" y="959"/>
                  <a:pt x="2079" y="954"/>
                  <a:pt x="2077" y="948"/>
                </a:cubicBezTo>
                <a:cubicBezTo>
                  <a:pt x="2024" y="896"/>
                  <a:pt x="2010" y="887"/>
                  <a:pt x="2001" y="877"/>
                </a:cubicBezTo>
                <a:cubicBezTo>
                  <a:pt x="1972" y="854"/>
                  <a:pt x="1977" y="859"/>
                  <a:pt x="1982" y="859"/>
                </a:cubicBezTo>
                <a:cubicBezTo>
                  <a:pt x="2035" y="890"/>
                  <a:pt x="2044" y="903"/>
                  <a:pt x="2063" y="913"/>
                </a:cubicBezTo>
                <a:cubicBezTo>
                  <a:pt x="2104" y="956"/>
                  <a:pt x="2107" y="960"/>
                  <a:pt x="2108" y="964"/>
                </a:cubicBezTo>
                <a:cubicBezTo>
                  <a:pt x="2144" y="1006"/>
                  <a:pt x="2147" y="1010"/>
                  <a:pt x="2148" y="1014"/>
                </a:cubicBezTo>
                <a:cubicBezTo>
                  <a:pt x="2196" y="1085"/>
                  <a:pt x="2195" y="1090"/>
                  <a:pt x="2200" y="1094"/>
                </a:cubicBezTo>
                <a:cubicBezTo>
                  <a:pt x="2235" y="1150"/>
                  <a:pt x="2235" y="1155"/>
                  <a:pt x="2240" y="1159"/>
                </a:cubicBezTo>
                <a:cubicBezTo>
                  <a:pt x="2266" y="1203"/>
                  <a:pt x="2273" y="1206"/>
                  <a:pt x="2274" y="1211"/>
                </a:cubicBezTo>
                <a:cubicBezTo>
                  <a:pt x="2296" y="1240"/>
                  <a:pt x="2302" y="1258"/>
                  <a:pt x="2318" y="1274"/>
                </a:cubicBezTo>
                <a:cubicBezTo>
                  <a:pt x="2328" y="1293"/>
                  <a:pt x="2330" y="1297"/>
                  <a:pt x="2334" y="1301"/>
                </a:cubicBezTo>
                <a:cubicBezTo>
                  <a:pt x="2328" y="1309"/>
                  <a:pt x="2328" y="1303"/>
                  <a:pt x="2320" y="1299"/>
                </a:cubicBezTo>
                <a:cubicBezTo>
                  <a:pt x="2303" y="1273"/>
                  <a:pt x="2296" y="1272"/>
                  <a:pt x="2298" y="1269"/>
                </a:cubicBezTo>
                <a:cubicBezTo>
                  <a:pt x="2277" y="1244"/>
                  <a:pt x="2272" y="1242"/>
                  <a:pt x="2273" y="1239"/>
                </a:cubicBezTo>
                <a:close/>
                <a:moveTo>
                  <a:pt x="2317" y="1315"/>
                </a:moveTo>
                <a:cubicBezTo>
                  <a:pt x="2316" y="1310"/>
                  <a:pt x="2308" y="1306"/>
                  <a:pt x="2306" y="1300"/>
                </a:cubicBezTo>
                <a:cubicBezTo>
                  <a:pt x="2304" y="1295"/>
                  <a:pt x="2300" y="1291"/>
                  <a:pt x="2297" y="1286"/>
                </a:cubicBezTo>
                <a:cubicBezTo>
                  <a:pt x="2289" y="1277"/>
                  <a:pt x="2282" y="1267"/>
                  <a:pt x="2274" y="1258"/>
                </a:cubicBezTo>
                <a:cubicBezTo>
                  <a:pt x="2277" y="1256"/>
                  <a:pt x="2276" y="1260"/>
                  <a:pt x="2279" y="1262"/>
                </a:cubicBezTo>
                <a:cubicBezTo>
                  <a:pt x="2282" y="1263"/>
                  <a:pt x="2284" y="1265"/>
                  <a:pt x="2287" y="1266"/>
                </a:cubicBezTo>
                <a:cubicBezTo>
                  <a:pt x="2287" y="1272"/>
                  <a:pt x="2292" y="1277"/>
                  <a:pt x="2298" y="1282"/>
                </a:cubicBezTo>
                <a:cubicBezTo>
                  <a:pt x="2299" y="1287"/>
                  <a:pt x="2306" y="1291"/>
                  <a:pt x="2308" y="1297"/>
                </a:cubicBezTo>
                <a:cubicBezTo>
                  <a:pt x="2320" y="1305"/>
                  <a:pt x="2321" y="1316"/>
                  <a:pt x="2335" y="1324"/>
                </a:cubicBezTo>
                <a:cubicBezTo>
                  <a:pt x="2329" y="1330"/>
                  <a:pt x="2326" y="1318"/>
                  <a:pt x="2317" y="1315"/>
                </a:cubicBezTo>
                <a:close/>
                <a:moveTo>
                  <a:pt x="2334" y="1329"/>
                </a:moveTo>
                <a:cubicBezTo>
                  <a:pt x="2335" y="1328"/>
                  <a:pt x="2337" y="1329"/>
                  <a:pt x="2339" y="1330"/>
                </a:cubicBezTo>
                <a:cubicBezTo>
                  <a:pt x="2353" y="1342"/>
                  <a:pt x="2363" y="1355"/>
                  <a:pt x="2382" y="1367"/>
                </a:cubicBezTo>
                <a:cubicBezTo>
                  <a:pt x="2388" y="1372"/>
                  <a:pt x="2390" y="1378"/>
                  <a:pt x="2398" y="1382"/>
                </a:cubicBezTo>
                <a:cubicBezTo>
                  <a:pt x="2404" y="1383"/>
                  <a:pt x="2397" y="1394"/>
                  <a:pt x="2404" y="1389"/>
                </a:cubicBezTo>
                <a:cubicBezTo>
                  <a:pt x="2405" y="1393"/>
                  <a:pt x="2410" y="1395"/>
                  <a:pt x="2411" y="1399"/>
                </a:cubicBezTo>
                <a:cubicBezTo>
                  <a:pt x="2413" y="1402"/>
                  <a:pt x="2423" y="1404"/>
                  <a:pt x="2420" y="1408"/>
                </a:cubicBezTo>
                <a:cubicBezTo>
                  <a:pt x="2423" y="1410"/>
                  <a:pt x="2431" y="1412"/>
                  <a:pt x="2425" y="1416"/>
                </a:cubicBezTo>
                <a:cubicBezTo>
                  <a:pt x="2424" y="1411"/>
                  <a:pt x="2420" y="1415"/>
                  <a:pt x="2414" y="1409"/>
                </a:cubicBezTo>
                <a:cubicBezTo>
                  <a:pt x="2408" y="1407"/>
                  <a:pt x="2411" y="1402"/>
                  <a:pt x="2405" y="1400"/>
                </a:cubicBezTo>
                <a:cubicBezTo>
                  <a:pt x="2398" y="1396"/>
                  <a:pt x="2391" y="1391"/>
                  <a:pt x="2385" y="1387"/>
                </a:cubicBezTo>
                <a:cubicBezTo>
                  <a:pt x="2366" y="1368"/>
                  <a:pt x="2351" y="1348"/>
                  <a:pt x="2334" y="1329"/>
                </a:cubicBezTo>
                <a:close/>
                <a:moveTo>
                  <a:pt x="2489" y="1477"/>
                </a:moveTo>
                <a:cubicBezTo>
                  <a:pt x="2484" y="1476"/>
                  <a:pt x="2475" y="1475"/>
                  <a:pt x="2474" y="1469"/>
                </a:cubicBezTo>
                <a:cubicBezTo>
                  <a:pt x="2394" y="1424"/>
                  <a:pt x="2383" y="1424"/>
                  <a:pt x="2370" y="1413"/>
                </a:cubicBezTo>
                <a:cubicBezTo>
                  <a:pt x="2334" y="1402"/>
                  <a:pt x="2329" y="1399"/>
                  <a:pt x="2324" y="1399"/>
                </a:cubicBezTo>
                <a:cubicBezTo>
                  <a:pt x="2273" y="1380"/>
                  <a:pt x="2269" y="1381"/>
                  <a:pt x="2264" y="1379"/>
                </a:cubicBezTo>
                <a:cubicBezTo>
                  <a:pt x="2221" y="1363"/>
                  <a:pt x="2217" y="1365"/>
                  <a:pt x="2215" y="1363"/>
                </a:cubicBezTo>
                <a:cubicBezTo>
                  <a:pt x="2193" y="1359"/>
                  <a:pt x="2189" y="1356"/>
                  <a:pt x="2186" y="1354"/>
                </a:cubicBezTo>
                <a:cubicBezTo>
                  <a:pt x="2160" y="1349"/>
                  <a:pt x="2155" y="1345"/>
                  <a:pt x="2150" y="1346"/>
                </a:cubicBezTo>
                <a:cubicBezTo>
                  <a:pt x="2069" y="1323"/>
                  <a:pt x="2059" y="1322"/>
                  <a:pt x="2049" y="1320"/>
                </a:cubicBezTo>
                <a:cubicBezTo>
                  <a:pt x="2000" y="1301"/>
                  <a:pt x="1995" y="1302"/>
                  <a:pt x="1990" y="1299"/>
                </a:cubicBezTo>
                <a:cubicBezTo>
                  <a:pt x="1896" y="1255"/>
                  <a:pt x="1890" y="1251"/>
                  <a:pt x="1885" y="1248"/>
                </a:cubicBezTo>
                <a:cubicBezTo>
                  <a:pt x="1873" y="1238"/>
                  <a:pt x="1875" y="1238"/>
                  <a:pt x="1877" y="1240"/>
                </a:cubicBezTo>
                <a:cubicBezTo>
                  <a:pt x="1922" y="1254"/>
                  <a:pt x="1926" y="1252"/>
                  <a:pt x="1931" y="1258"/>
                </a:cubicBezTo>
                <a:cubicBezTo>
                  <a:pt x="1967" y="1262"/>
                  <a:pt x="1971" y="1268"/>
                  <a:pt x="1973" y="1265"/>
                </a:cubicBezTo>
                <a:cubicBezTo>
                  <a:pt x="2029" y="1276"/>
                  <a:pt x="2037" y="1284"/>
                  <a:pt x="2042" y="1279"/>
                </a:cubicBezTo>
                <a:cubicBezTo>
                  <a:pt x="2089" y="1292"/>
                  <a:pt x="2094" y="1289"/>
                  <a:pt x="2100" y="1294"/>
                </a:cubicBezTo>
                <a:cubicBezTo>
                  <a:pt x="2177" y="1307"/>
                  <a:pt x="2183" y="1311"/>
                  <a:pt x="2187" y="1310"/>
                </a:cubicBezTo>
                <a:cubicBezTo>
                  <a:pt x="2256" y="1336"/>
                  <a:pt x="2257" y="1330"/>
                  <a:pt x="2258" y="1337"/>
                </a:cubicBezTo>
                <a:cubicBezTo>
                  <a:pt x="2304" y="1360"/>
                  <a:pt x="2324" y="1367"/>
                  <a:pt x="2345" y="1379"/>
                </a:cubicBezTo>
                <a:cubicBezTo>
                  <a:pt x="2411" y="1419"/>
                  <a:pt x="2413" y="1422"/>
                  <a:pt x="2414" y="1425"/>
                </a:cubicBezTo>
                <a:cubicBezTo>
                  <a:pt x="2449" y="1443"/>
                  <a:pt x="2462" y="1451"/>
                  <a:pt x="2475" y="1460"/>
                </a:cubicBezTo>
                <a:close/>
                <a:moveTo>
                  <a:pt x="2508" y="1489"/>
                </a:moveTo>
                <a:cubicBezTo>
                  <a:pt x="2505" y="1480"/>
                  <a:pt x="2519" y="1488"/>
                  <a:pt x="2524" y="1492"/>
                </a:cubicBezTo>
                <a:cubicBezTo>
                  <a:pt x="2519" y="1495"/>
                  <a:pt x="2512" y="1487"/>
                  <a:pt x="2508" y="1489"/>
                </a:cubicBezTo>
                <a:close/>
                <a:moveTo>
                  <a:pt x="2534" y="1501"/>
                </a:moveTo>
                <a:cubicBezTo>
                  <a:pt x="2531" y="1500"/>
                  <a:pt x="2529" y="1498"/>
                  <a:pt x="2526" y="1497"/>
                </a:cubicBezTo>
                <a:cubicBezTo>
                  <a:pt x="2524" y="1494"/>
                  <a:pt x="2527" y="1495"/>
                  <a:pt x="2529" y="1496"/>
                </a:cubicBezTo>
                <a:cubicBezTo>
                  <a:pt x="2532" y="1498"/>
                  <a:pt x="2534" y="1499"/>
                  <a:pt x="2537" y="1501"/>
                </a:cubicBezTo>
                <a:cubicBezTo>
                  <a:pt x="2539" y="1504"/>
                  <a:pt x="2535" y="1503"/>
                  <a:pt x="2534" y="1501"/>
                </a:cubicBezTo>
                <a:close/>
                <a:moveTo>
                  <a:pt x="2300" y="1676"/>
                </a:moveTo>
                <a:cubicBezTo>
                  <a:pt x="2304" y="1674"/>
                  <a:pt x="2308" y="1671"/>
                  <a:pt x="2314" y="1675"/>
                </a:cubicBezTo>
                <a:cubicBezTo>
                  <a:pt x="2309" y="1676"/>
                  <a:pt x="2305" y="1679"/>
                  <a:pt x="2300" y="1676"/>
                </a:cubicBezTo>
                <a:close/>
                <a:moveTo>
                  <a:pt x="2329" y="1675"/>
                </a:moveTo>
                <a:cubicBezTo>
                  <a:pt x="2326" y="1677"/>
                  <a:pt x="2321" y="1673"/>
                  <a:pt x="2317" y="1677"/>
                </a:cubicBezTo>
                <a:cubicBezTo>
                  <a:pt x="2313" y="1672"/>
                  <a:pt x="2324" y="1676"/>
                  <a:pt x="2326" y="1672"/>
                </a:cubicBezTo>
                <a:cubicBezTo>
                  <a:pt x="2330" y="1673"/>
                  <a:pt x="2334" y="1672"/>
                  <a:pt x="2338" y="1670"/>
                </a:cubicBezTo>
                <a:cubicBezTo>
                  <a:pt x="2342" y="1675"/>
                  <a:pt x="2332" y="1675"/>
                  <a:pt x="2329" y="1675"/>
                </a:cubicBezTo>
                <a:close/>
                <a:moveTo>
                  <a:pt x="2742" y="1593"/>
                </a:moveTo>
                <a:cubicBezTo>
                  <a:pt x="2729" y="1584"/>
                  <a:pt x="2729" y="1573"/>
                  <a:pt x="2717" y="1564"/>
                </a:cubicBezTo>
                <a:cubicBezTo>
                  <a:pt x="2704" y="1537"/>
                  <a:pt x="2702" y="1535"/>
                  <a:pt x="2699" y="1533"/>
                </a:cubicBezTo>
                <a:cubicBezTo>
                  <a:pt x="2684" y="1506"/>
                  <a:pt x="2685" y="1504"/>
                  <a:pt x="2683" y="1501"/>
                </a:cubicBezTo>
                <a:cubicBezTo>
                  <a:pt x="2650" y="1418"/>
                  <a:pt x="2654" y="1414"/>
                  <a:pt x="2651" y="1412"/>
                </a:cubicBezTo>
                <a:cubicBezTo>
                  <a:pt x="2638" y="1362"/>
                  <a:pt x="2638" y="1351"/>
                  <a:pt x="2636" y="1339"/>
                </a:cubicBezTo>
                <a:cubicBezTo>
                  <a:pt x="2625" y="1301"/>
                  <a:pt x="2630" y="1294"/>
                  <a:pt x="2625" y="1290"/>
                </a:cubicBezTo>
                <a:cubicBezTo>
                  <a:pt x="2622" y="1250"/>
                  <a:pt x="2621" y="1245"/>
                  <a:pt x="2621" y="1240"/>
                </a:cubicBezTo>
                <a:cubicBezTo>
                  <a:pt x="2612" y="1150"/>
                  <a:pt x="2607" y="1129"/>
                  <a:pt x="2608" y="1106"/>
                </a:cubicBezTo>
                <a:cubicBezTo>
                  <a:pt x="2616" y="1110"/>
                  <a:pt x="2612" y="1115"/>
                  <a:pt x="2616" y="1119"/>
                </a:cubicBezTo>
                <a:cubicBezTo>
                  <a:pt x="2620" y="1134"/>
                  <a:pt x="2621" y="1138"/>
                  <a:pt x="2620" y="1143"/>
                </a:cubicBezTo>
                <a:cubicBezTo>
                  <a:pt x="2635" y="1209"/>
                  <a:pt x="2637" y="1213"/>
                  <a:pt x="2636" y="1218"/>
                </a:cubicBezTo>
                <a:cubicBezTo>
                  <a:pt x="2642" y="1252"/>
                  <a:pt x="2643" y="1257"/>
                  <a:pt x="2643" y="1263"/>
                </a:cubicBezTo>
                <a:cubicBezTo>
                  <a:pt x="2658" y="1309"/>
                  <a:pt x="2657" y="1314"/>
                  <a:pt x="2657" y="1319"/>
                </a:cubicBezTo>
                <a:cubicBezTo>
                  <a:pt x="2668" y="1364"/>
                  <a:pt x="2668" y="1366"/>
                  <a:pt x="2666" y="1370"/>
                </a:cubicBezTo>
                <a:cubicBezTo>
                  <a:pt x="2671" y="1392"/>
                  <a:pt x="2676" y="1393"/>
                  <a:pt x="2676" y="1394"/>
                </a:cubicBezTo>
                <a:cubicBezTo>
                  <a:pt x="2681" y="1409"/>
                  <a:pt x="2673" y="1415"/>
                  <a:pt x="2680" y="1419"/>
                </a:cubicBezTo>
                <a:cubicBezTo>
                  <a:pt x="2689" y="1457"/>
                  <a:pt x="2692" y="1466"/>
                  <a:pt x="2698" y="1475"/>
                </a:cubicBezTo>
                <a:cubicBezTo>
                  <a:pt x="2724" y="1549"/>
                  <a:pt x="2735" y="1567"/>
                  <a:pt x="2748" y="1584"/>
                </a:cubicBezTo>
                <a:cubicBezTo>
                  <a:pt x="2774" y="1618"/>
                  <a:pt x="2781" y="1626"/>
                  <a:pt x="2788" y="1634"/>
                </a:cubicBezTo>
                <a:cubicBezTo>
                  <a:pt x="2756" y="1619"/>
                  <a:pt x="2754" y="1614"/>
                  <a:pt x="2750" y="1609"/>
                </a:cubicBezTo>
                <a:close/>
                <a:moveTo>
                  <a:pt x="2716" y="1610"/>
                </a:moveTo>
                <a:cubicBezTo>
                  <a:pt x="2718" y="1613"/>
                  <a:pt x="2713" y="1611"/>
                  <a:pt x="2711" y="1609"/>
                </a:cubicBezTo>
                <a:cubicBezTo>
                  <a:pt x="2708" y="1605"/>
                  <a:pt x="2713" y="1608"/>
                  <a:pt x="2716" y="1610"/>
                </a:cubicBezTo>
                <a:close/>
                <a:moveTo>
                  <a:pt x="2687" y="1582"/>
                </a:moveTo>
                <a:cubicBezTo>
                  <a:pt x="2683" y="1586"/>
                  <a:pt x="2677" y="1577"/>
                  <a:pt x="2673" y="1576"/>
                </a:cubicBezTo>
                <a:cubicBezTo>
                  <a:pt x="2647" y="1538"/>
                  <a:pt x="2652" y="1531"/>
                  <a:pt x="2645" y="1526"/>
                </a:cubicBezTo>
                <a:cubicBezTo>
                  <a:pt x="2627" y="1486"/>
                  <a:pt x="2621" y="1477"/>
                  <a:pt x="2619" y="1467"/>
                </a:cubicBezTo>
                <a:cubicBezTo>
                  <a:pt x="2594" y="1380"/>
                  <a:pt x="2592" y="1371"/>
                  <a:pt x="2592" y="1362"/>
                </a:cubicBezTo>
                <a:cubicBezTo>
                  <a:pt x="2580" y="1281"/>
                  <a:pt x="2583" y="1276"/>
                  <a:pt x="2582" y="1272"/>
                </a:cubicBezTo>
                <a:cubicBezTo>
                  <a:pt x="2585" y="1242"/>
                  <a:pt x="2578" y="1239"/>
                  <a:pt x="2581" y="1234"/>
                </a:cubicBezTo>
                <a:cubicBezTo>
                  <a:pt x="2578" y="1214"/>
                  <a:pt x="2576" y="1213"/>
                  <a:pt x="2575" y="1212"/>
                </a:cubicBezTo>
                <a:cubicBezTo>
                  <a:pt x="2574" y="1144"/>
                  <a:pt x="2577" y="1139"/>
                  <a:pt x="2572" y="1137"/>
                </a:cubicBezTo>
                <a:cubicBezTo>
                  <a:pt x="2574" y="1098"/>
                  <a:pt x="2569" y="1092"/>
                  <a:pt x="2573" y="1085"/>
                </a:cubicBezTo>
                <a:cubicBezTo>
                  <a:pt x="2570" y="1056"/>
                  <a:pt x="2569" y="1050"/>
                  <a:pt x="2566" y="1044"/>
                </a:cubicBezTo>
                <a:cubicBezTo>
                  <a:pt x="2572" y="1064"/>
                  <a:pt x="2576" y="1069"/>
                  <a:pt x="2574" y="1075"/>
                </a:cubicBezTo>
                <a:cubicBezTo>
                  <a:pt x="2582" y="1149"/>
                  <a:pt x="2583" y="1152"/>
                  <a:pt x="2584" y="1155"/>
                </a:cubicBezTo>
                <a:cubicBezTo>
                  <a:pt x="2588" y="1193"/>
                  <a:pt x="2583" y="1206"/>
                  <a:pt x="2587" y="1217"/>
                </a:cubicBezTo>
                <a:cubicBezTo>
                  <a:pt x="2589" y="1273"/>
                  <a:pt x="2591" y="1275"/>
                  <a:pt x="2592" y="1276"/>
                </a:cubicBezTo>
                <a:cubicBezTo>
                  <a:pt x="2589" y="1301"/>
                  <a:pt x="2594" y="1311"/>
                  <a:pt x="2592" y="1323"/>
                </a:cubicBezTo>
                <a:cubicBezTo>
                  <a:pt x="2594" y="1347"/>
                  <a:pt x="2599" y="1352"/>
                  <a:pt x="2598" y="1358"/>
                </a:cubicBezTo>
                <a:cubicBezTo>
                  <a:pt x="2604" y="1388"/>
                  <a:pt x="2602" y="1391"/>
                  <a:pt x="2606" y="1393"/>
                </a:cubicBezTo>
                <a:cubicBezTo>
                  <a:pt x="2611" y="1423"/>
                  <a:pt x="2611" y="1425"/>
                  <a:pt x="2615" y="1427"/>
                </a:cubicBezTo>
                <a:cubicBezTo>
                  <a:pt x="2628" y="1467"/>
                  <a:pt x="2631" y="1472"/>
                  <a:pt x="2633" y="1478"/>
                </a:cubicBezTo>
                <a:cubicBezTo>
                  <a:pt x="2651" y="1517"/>
                  <a:pt x="2656" y="1521"/>
                  <a:pt x="2658" y="1527"/>
                </a:cubicBezTo>
                <a:cubicBezTo>
                  <a:pt x="2697" y="1593"/>
                  <a:pt x="2691" y="1584"/>
                  <a:pt x="2687" y="1582"/>
                </a:cubicBezTo>
                <a:close/>
                <a:moveTo>
                  <a:pt x="2144" y="1575"/>
                </a:moveTo>
                <a:cubicBezTo>
                  <a:pt x="2148" y="1570"/>
                  <a:pt x="2154" y="1577"/>
                  <a:pt x="2158" y="1574"/>
                </a:cubicBezTo>
                <a:cubicBezTo>
                  <a:pt x="2160" y="1578"/>
                  <a:pt x="2149" y="1578"/>
                  <a:pt x="2144" y="1575"/>
                </a:cubicBezTo>
                <a:close/>
                <a:moveTo>
                  <a:pt x="2526" y="1607"/>
                </a:moveTo>
                <a:cubicBezTo>
                  <a:pt x="2524" y="1607"/>
                  <a:pt x="2522" y="1607"/>
                  <a:pt x="2520" y="1605"/>
                </a:cubicBezTo>
                <a:cubicBezTo>
                  <a:pt x="2516" y="1609"/>
                  <a:pt x="2511" y="1603"/>
                  <a:pt x="2508" y="1607"/>
                </a:cubicBezTo>
                <a:cubicBezTo>
                  <a:pt x="2499" y="1605"/>
                  <a:pt x="2490" y="1605"/>
                  <a:pt x="2482" y="1606"/>
                </a:cubicBezTo>
                <a:cubicBezTo>
                  <a:pt x="2480" y="1603"/>
                  <a:pt x="2484" y="1601"/>
                  <a:pt x="2486" y="1604"/>
                </a:cubicBezTo>
                <a:cubicBezTo>
                  <a:pt x="2489" y="1602"/>
                  <a:pt x="2492" y="1603"/>
                  <a:pt x="2494" y="1601"/>
                </a:cubicBezTo>
                <a:cubicBezTo>
                  <a:pt x="2507" y="1605"/>
                  <a:pt x="2518" y="1601"/>
                  <a:pt x="2531" y="1604"/>
                </a:cubicBezTo>
                <a:cubicBezTo>
                  <a:pt x="2533" y="1608"/>
                  <a:pt x="2528" y="1604"/>
                  <a:pt x="2526" y="1607"/>
                </a:cubicBezTo>
                <a:close/>
                <a:moveTo>
                  <a:pt x="2567" y="1613"/>
                </a:moveTo>
                <a:cubicBezTo>
                  <a:pt x="2559" y="1606"/>
                  <a:pt x="2555" y="1614"/>
                  <a:pt x="2547" y="1607"/>
                </a:cubicBezTo>
                <a:cubicBezTo>
                  <a:pt x="2553" y="1605"/>
                  <a:pt x="2561" y="1610"/>
                  <a:pt x="2568" y="1608"/>
                </a:cubicBezTo>
                <a:cubicBezTo>
                  <a:pt x="2574" y="1610"/>
                  <a:pt x="2580" y="1607"/>
                  <a:pt x="2587" y="1610"/>
                </a:cubicBezTo>
                <a:cubicBezTo>
                  <a:pt x="2581" y="1615"/>
                  <a:pt x="2573" y="1607"/>
                  <a:pt x="2567" y="1613"/>
                </a:cubicBezTo>
                <a:close/>
                <a:moveTo>
                  <a:pt x="2540" y="1598"/>
                </a:moveTo>
                <a:cubicBezTo>
                  <a:pt x="2525" y="1593"/>
                  <a:pt x="2512" y="1597"/>
                  <a:pt x="2497" y="1592"/>
                </a:cubicBezTo>
                <a:cubicBezTo>
                  <a:pt x="2450" y="1595"/>
                  <a:pt x="2441" y="1586"/>
                  <a:pt x="2435" y="1590"/>
                </a:cubicBezTo>
                <a:cubicBezTo>
                  <a:pt x="2387" y="1588"/>
                  <a:pt x="2379" y="1582"/>
                  <a:pt x="2372" y="1583"/>
                </a:cubicBezTo>
                <a:cubicBezTo>
                  <a:pt x="2312" y="1577"/>
                  <a:pt x="2305" y="1580"/>
                  <a:pt x="2296" y="1579"/>
                </a:cubicBezTo>
                <a:cubicBezTo>
                  <a:pt x="2241" y="1575"/>
                  <a:pt x="2238" y="1581"/>
                  <a:pt x="2233" y="1579"/>
                </a:cubicBezTo>
                <a:cubicBezTo>
                  <a:pt x="2204" y="1581"/>
                  <a:pt x="2199" y="1578"/>
                  <a:pt x="2196" y="1580"/>
                </a:cubicBezTo>
                <a:cubicBezTo>
                  <a:pt x="2167" y="1578"/>
                  <a:pt x="2165" y="1578"/>
                  <a:pt x="2162" y="1576"/>
                </a:cubicBezTo>
                <a:cubicBezTo>
                  <a:pt x="2207" y="1569"/>
                  <a:pt x="2214" y="1577"/>
                  <a:pt x="2219" y="1572"/>
                </a:cubicBezTo>
                <a:cubicBezTo>
                  <a:pt x="2278" y="1569"/>
                  <a:pt x="2290" y="1571"/>
                  <a:pt x="2300" y="1569"/>
                </a:cubicBezTo>
                <a:cubicBezTo>
                  <a:pt x="2323" y="1569"/>
                  <a:pt x="2329" y="1569"/>
                  <a:pt x="2335" y="1568"/>
                </a:cubicBezTo>
                <a:cubicBezTo>
                  <a:pt x="2440" y="1571"/>
                  <a:pt x="2444" y="1568"/>
                  <a:pt x="2449" y="1566"/>
                </a:cubicBezTo>
                <a:cubicBezTo>
                  <a:pt x="2502" y="1575"/>
                  <a:pt x="2506" y="1569"/>
                  <a:pt x="2512" y="1573"/>
                </a:cubicBezTo>
                <a:cubicBezTo>
                  <a:pt x="2567" y="1582"/>
                  <a:pt x="2574" y="1579"/>
                  <a:pt x="2583" y="1581"/>
                </a:cubicBezTo>
                <a:cubicBezTo>
                  <a:pt x="2641" y="1590"/>
                  <a:pt x="2646" y="1593"/>
                  <a:pt x="2652" y="1596"/>
                </a:cubicBezTo>
                <a:cubicBezTo>
                  <a:pt x="2707" y="1622"/>
                  <a:pt x="2702" y="1616"/>
                  <a:pt x="2699" y="1619"/>
                </a:cubicBezTo>
                <a:cubicBezTo>
                  <a:pt x="2672" y="1612"/>
                  <a:pt x="2669" y="1612"/>
                  <a:pt x="2666" y="1613"/>
                </a:cubicBezTo>
                <a:cubicBezTo>
                  <a:pt x="2637" y="1606"/>
                  <a:pt x="2631" y="1611"/>
                  <a:pt x="2624" y="1606"/>
                </a:cubicBezTo>
                <a:close/>
                <a:moveTo>
                  <a:pt x="2597" y="1611"/>
                </a:moveTo>
                <a:cubicBezTo>
                  <a:pt x="2606" y="1607"/>
                  <a:pt x="2618" y="1619"/>
                  <a:pt x="2627" y="1613"/>
                </a:cubicBezTo>
                <a:cubicBezTo>
                  <a:pt x="2633" y="1619"/>
                  <a:pt x="2636" y="1614"/>
                  <a:pt x="2642" y="1618"/>
                </a:cubicBezTo>
                <a:cubicBezTo>
                  <a:pt x="2633" y="1621"/>
                  <a:pt x="2623" y="1619"/>
                  <a:pt x="2614" y="1621"/>
                </a:cubicBezTo>
                <a:cubicBezTo>
                  <a:pt x="2608" y="1613"/>
                  <a:pt x="2605" y="1615"/>
                  <a:pt x="2597" y="1611"/>
                </a:cubicBezTo>
                <a:close/>
                <a:moveTo>
                  <a:pt x="2763" y="1649"/>
                </a:moveTo>
                <a:cubicBezTo>
                  <a:pt x="2754" y="1649"/>
                  <a:pt x="2745" y="1646"/>
                  <a:pt x="2735" y="1643"/>
                </a:cubicBezTo>
                <a:cubicBezTo>
                  <a:pt x="2676" y="1644"/>
                  <a:pt x="2666" y="1642"/>
                  <a:pt x="2656" y="1643"/>
                </a:cubicBezTo>
                <a:cubicBezTo>
                  <a:pt x="2619" y="1644"/>
                  <a:pt x="2610" y="1645"/>
                  <a:pt x="2601" y="1648"/>
                </a:cubicBezTo>
                <a:cubicBezTo>
                  <a:pt x="2566" y="1648"/>
                  <a:pt x="2563" y="1648"/>
                  <a:pt x="2560" y="1650"/>
                </a:cubicBezTo>
                <a:cubicBezTo>
                  <a:pt x="2515" y="1653"/>
                  <a:pt x="2510" y="1656"/>
                  <a:pt x="2503" y="1654"/>
                </a:cubicBezTo>
                <a:cubicBezTo>
                  <a:pt x="2451" y="1659"/>
                  <a:pt x="2440" y="1669"/>
                  <a:pt x="2426" y="1663"/>
                </a:cubicBezTo>
                <a:cubicBezTo>
                  <a:pt x="2376" y="1673"/>
                  <a:pt x="2369" y="1667"/>
                  <a:pt x="2365" y="1672"/>
                </a:cubicBezTo>
                <a:cubicBezTo>
                  <a:pt x="2379" y="1668"/>
                  <a:pt x="2384" y="1667"/>
                  <a:pt x="2389" y="1664"/>
                </a:cubicBezTo>
                <a:cubicBezTo>
                  <a:pt x="2438" y="1657"/>
                  <a:pt x="2443" y="1656"/>
                  <a:pt x="2448" y="1654"/>
                </a:cubicBezTo>
                <a:cubicBezTo>
                  <a:pt x="2508" y="1641"/>
                  <a:pt x="2511" y="1645"/>
                  <a:pt x="2512" y="1644"/>
                </a:cubicBezTo>
                <a:cubicBezTo>
                  <a:pt x="2542" y="1641"/>
                  <a:pt x="2546" y="1637"/>
                  <a:pt x="2551" y="1636"/>
                </a:cubicBezTo>
                <a:cubicBezTo>
                  <a:pt x="2604" y="1630"/>
                  <a:pt x="2614" y="1631"/>
                  <a:pt x="2623" y="1627"/>
                </a:cubicBezTo>
                <a:cubicBezTo>
                  <a:pt x="2687" y="1626"/>
                  <a:pt x="2697" y="1629"/>
                  <a:pt x="2705" y="1626"/>
                </a:cubicBezTo>
                <a:cubicBezTo>
                  <a:pt x="2750" y="1637"/>
                  <a:pt x="2753" y="1632"/>
                  <a:pt x="2757" y="1637"/>
                </a:cubicBezTo>
                <a:cubicBezTo>
                  <a:pt x="2783" y="1654"/>
                  <a:pt x="2773" y="1651"/>
                  <a:pt x="2763" y="1649"/>
                </a:cubicBezTo>
                <a:close/>
                <a:moveTo>
                  <a:pt x="2805" y="1637"/>
                </a:moveTo>
                <a:cubicBezTo>
                  <a:pt x="2800" y="1634"/>
                  <a:pt x="2797" y="1631"/>
                  <a:pt x="2796" y="1626"/>
                </a:cubicBezTo>
                <a:cubicBezTo>
                  <a:pt x="2758" y="1589"/>
                  <a:pt x="2761" y="1584"/>
                  <a:pt x="2756" y="1581"/>
                </a:cubicBezTo>
                <a:cubicBezTo>
                  <a:pt x="2746" y="1568"/>
                  <a:pt x="2747" y="1564"/>
                  <a:pt x="2740" y="1561"/>
                </a:cubicBezTo>
                <a:cubicBezTo>
                  <a:pt x="2730" y="1535"/>
                  <a:pt x="2730" y="1532"/>
                  <a:pt x="2727" y="1530"/>
                </a:cubicBezTo>
                <a:cubicBezTo>
                  <a:pt x="2718" y="1506"/>
                  <a:pt x="2718" y="1503"/>
                  <a:pt x="2714" y="1501"/>
                </a:cubicBezTo>
                <a:cubicBezTo>
                  <a:pt x="2687" y="1421"/>
                  <a:pt x="2685" y="1400"/>
                  <a:pt x="2677" y="1380"/>
                </a:cubicBezTo>
                <a:cubicBezTo>
                  <a:pt x="2674" y="1353"/>
                  <a:pt x="2671" y="1351"/>
                  <a:pt x="2673" y="1348"/>
                </a:cubicBezTo>
                <a:cubicBezTo>
                  <a:pt x="2646" y="1236"/>
                  <a:pt x="2645" y="1214"/>
                  <a:pt x="2642" y="1194"/>
                </a:cubicBezTo>
                <a:cubicBezTo>
                  <a:pt x="2628" y="1129"/>
                  <a:pt x="2621" y="1127"/>
                  <a:pt x="2623" y="1123"/>
                </a:cubicBezTo>
                <a:cubicBezTo>
                  <a:pt x="2620" y="1109"/>
                  <a:pt x="2614" y="1106"/>
                  <a:pt x="2617" y="1101"/>
                </a:cubicBezTo>
                <a:cubicBezTo>
                  <a:pt x="2600" y="1060"/>
                  <a:pt x="2601" y="1047"/>
                  <a:pt x="2596" y="1035"/>
                </a:cubicBezTo>
                <a:cubicBezTo>
                  <a:pt x="2606" y="1050"/>
                  <a:pt x="2612" y="1052"/>
                  <a:pt x="2608" y="1056"/>
                </a:cubicBezTo>
                <a:cubicBezTo>
                  <a:pt x="2633" y="1119"/>
                  <a:pt x="2633" y="1126"/>
                  <a:pt x="2632" y="1133"/>
                </a:cubicBezTo>
                <a:cubicBezTo>
                  <a:pt x="2642" y="1158"/>
                  <a:pt x="2644" y="1164"/>
                  <a:pt x="2643" y="1171"/>
                </a:cubicBezTo>
                <a:cubicBezTo>
                  <a:pt x="2653" y="1196"/>
                  <a:pt x="2654" y="1203"/>
                  <a:pt x="2657" y="1209"/>
                </a:cubicBezTo>
                <a:cubicBezTo>
                  <a:pt x="2667" y="1272"/>
                  <a:pt x="2677" y="1274"/>
                  <a:pt x="2671" y="1279"/>
                </a:cubicBezTo>
                <a:cubicBezTo>
                  <a:pt x="2685" y="1333"/>
                  <a:pt x="2681" y="1340"/>
                  <a:pt x="2688" y="1345"/>
                </a:cubicBezTo>
                <a:cubicBezTo>
                  <a:pt x="2693" y="1378"/>
                  <a:pt x="2694" y="1381"/>
                  <a:pt x="2696" y="1384"/>
                </a:cubicBezTo>
                <a:cubicBezTo>
                  <a:pt x="2700" y="1418"/>
                  <a:pt x="2706" y="1420"/>
                  <a:pt x="2703" y="1423"/>
                </a:cubicBezTo>
                <a:cubicBezTo>
                  <a:pt x="2722" y="1475"/>
                  <a:pt x="2722" y="1478"/>
                  <a:pt x="2723" y="1481"/>
                </a:cubicBezTo>
                <a:cubicBezTo>
                  <a:pt x="2751" y="1548"/>
                  <a:pt x="2760" y="1560"/>
                  <a:pt x="2766" y="1573"/>
                </a:cubicBezTo>
                <a:cubicBezTo>
                  <a:pt x="2784" y="1604"/>
                  <a:pt x="2791" y="1605"/>
                  <a:pt x="2789" y="1609"/>
                </a:cubicBezTo>
                <a:close/>
                <a:moveTo>
                  <a:pt x="2817" y="1654"/>
                </a:moveTo>
                <a:cubicBezTo>
                  <a:pt x="2819" y="1652"/>
                  <a:pt x="2819" y="1650"/>
                  <a:pt x="2818" y="1649"/>
                </a:cubicBezTo>
                <a:cubicBezTo>
                  <a:pt x="2824" y="1647"/>
                  <a:pt x="2833" y="1657"/>
                  <a:pt x="2836" y="1661"/>
                </a:cubicBezTo>
                <a:cubicBezTo>
                  <a:pt x="2827" y="1663"/>
                  <a:pt x="2826" y="1655"/>
                  <a:pt x="2817" y="1654"/>
                </a:cubicBezTo>
                <a:close/>
                <a:moveTo>
                  <a:pt x="2828" y="1677"/>
                </a:moveTo>
                <a:cubicBezTo>
                  <a:pt x="2829" y="1675"/>
                  <a:pt x="2831" y="1673"/>
                  <a:pt x="2832" y="1671"/>
                </a:cubicBezTo>
                <a:cubicBezTo>
                  <a:pt x="2835" y="1671"/>
                  <a:pt x="2840" y="1673"/>
                  <a:pt x="2844" y="1677"/>
                </a:cubicBezTo>
                <a:cubicBezTo>
                  <a:pt x="2839" y="1679"/>
                  <a:pt x="2834" y="1679"/>
                  <a:pt x="2828" y="1677"/>
                </a:cubicBezTo>
                <a:close/>
                <a:moveTo>
                  <a:pt x="2900" y="1640"/>
                </a:moveTo>
                <a:cubicBezTo>
                  <a:pt x="2895" y="1633"/>
                  <a:pt x="2905" y="1639"/>
                  <a:pt x="2904" y="1641"/>
                </a:cubicBezTo>
                <a:cubicBezTo>
                  <a:pt x="2904" y="1642"/>
                  <a:pt x="2900" y="1641"/>
                  <a:pt x="2900" y="1640"/>
                </a:cubicBezTo>
                <a:close/>
                <a:moveTo>
                  <a:pt x="2864" y="1737"/>
                </a:moveTo>
                <a:cubicBezTo>
                  <a:pt x="2860" y="1739"/>
                  <a:pt x="2856" y="1743"/>
                  <a:pt x="2851" y="1741"/>
                </a:cubicBezTo>
                <a:cubicBezTo>
                  <a:pt x="2847" y="1745"/>
                  <a:pt x="2843" y="1748"/>
                  <a:pt x="2837" y="1746"/>
                </a:cubicBezTo>
                <a:cubicBezTo>
                  <a:pt x="2834" y="1753"/>
                  <a:pt x="2829" y="1752"/>
                  <a:pt x="2825" y="1753"/>
                </a:cubicBezTo>
                <a:cubicBezTo>
                  <a:pt x="2822" y="1759"/>
                  <a:pt x="2817" y="1754"/>
                  <a:pt x="2813" y="1758"/>
                </a:cubicBezTo>
                <a:cubicBezTo>
                  <a:pt x="2811" y="1757"/>
                  <a:pt x="2810" y="1760"/>
                  <a:pt x="2809" y="1761"/>
                </a:cubicBezTo>
                <a:cubicBezTo>
                  <a:pt x="2807" y="1762"/>
                  <a:pt x="2807" y="1761"/>
                  <a:pt x="2806" y="1761"/>
                </a:cubicBezTo>
                <a:cubicBezTo>
                  <a:pt x="2804" y="1762"/>
                  <a:pt x="2799" y="1763"/>
                  <a:pt x="2797" y="1766"/>
                </a:cubicBezTo>
                <a:cubicBezTo>
                  <a:pt x="2796" y="1768"/>
                  <a:pt x="2791" y="1771"/>
                  <a:pt x="2787" y="1770"/>
                </a:cubicBezTo>
                <a:cubicBezTo>
                  <a:pt x="2779" y="1776"/>
                  <a:pt x="2771" y="1778"/>
                  <a:pt x="2762" y="1779"/>
                </a:cubicBezTo>
                <a:cubicBezTo>
                  <a:pt x="2761" y="1784"/>
                  <a:pt x="2757" y="1780"/>
                  <a:pt x="2755" y="1782"/>
                </a:cubicBezTo>
                <a:cubicBezTo>
                  <a:pt x="2753" y="1784"/>
                  <a:pt x="2751" y="1785"/>
                  <a:pt x="2749" y="1784"/>
                </a:cubicBezTo>
                <a:cubicBezTo>
                  <a:pt x="2745" y="1785"/>
                  <a:pt x="2741" y="1789"/>
                  <a:pt x="2736" y="1788"/>
                </a:cubicBezTo>
                <a:cubicBezTo>
                  <a:pt x="2732" y="1791"/>
                  <a:pt x="2726" y="1789"/>
                  <a:pt x="2722" y="1792"/>
                </a:cubicBezTo>
                <a:cubicBezTo>
                  <a:pt x="2720" y="1791"/>
                  <a:pt x="2719" y="1795"/>
                  <a:pt x="2716" y="1793"/>
                </a:cubicBezTo>
                <a:cubicBezTo>
                  <a:pt x="2714" y="1793"/>
                  <a:pt x="2712" y="1793"/>
                  <a:pt x="2710" y="1795"/>
                </a:cubicBezTo>
                <a:cubicBezTo>
                  <a:pt x="2707" y="1789"/>
                  <a:pt x="2717" y="1789"/>
                  <a:pt x="2720" y="1788"/>
                </a:cubicBezTo>
                <a:cubicBezTo>
                  <a:pt x="2724" y="1786"/>
                  <a:pt x="2726" y="1778"/>
                  <a:pt x="2732" y="1783"/>
                </a:cubicBezTo>
                <a:cubicBezTo>
                  <a:pt x="2734" y="1775"/>
                  <a:pt x="2739" y="1776"/>
                  <a:pt x="2742" y="1774"/>
                </a:cubicBezTo>
                <a:cubicBezTo>
                  <a:pt x="2745" y="1768"/>
                  <a:pt x="2750" y="1771"/>
                  <a:pt x="2753" y="1766"/>
                </a:cubicBezTo>
                <a:cubicBezTo>
                  <a:pt x="2762" y="1766"/>
                  <a:pt x="2768" y="1758"/>
                  <a:pt x="2776" y="1755"/>
                </a:cubicBezTo>
                <a:cubicBezTo>
                  <a:pt x="2783" y="1749"/>
                  <a:pt x="2792" y="1749"/>
                  <a:pt x="2799" y="1741"/>
                </a:cubicBezTo>
                <a:cubicBezTo>
                  <a:pt x="2810" y="1740"/>
                  <a:pt x="2821" y="1735"/>
                  <a:pt x="2831" y="1731"/>
                </a:cubicBezTo>
                <a:cubicBezTo>
                  <a:pt x="2836" y="1732"/>
                  <a:pt x="2840" y="1731"/>
                  <a:pt x="2843" y="1729"/>
                </a:cubicBezTo>
                <a:cubicBezTo>
                  <a:pt x="2849" y="1735"/>
                  <a:pt x="2851" y="1724"/>
                  <a:pt x="2856" y="1729"/>
                </a:cubicBezTo>
                <a:cubicBezTo>
                  <a:pt x="2864" y="1725"/>
                  <a:pt x="2872" y="1724"/>
                  <a:pt x="2880" y="1721"/>
                </a:cubicBezTo>
                <a:cubicBezTo>
                  <a:pt x="2893" y="1726"/>
                  <a:pt x="2905" y="1722"/>
                  <a:pt x="2918" y="1726"/>
                </a:cubicBezTo>
                <a:cubicBezTo>
                  <a:pt x="2900" y="1729"/>
                  <a:pt x="2882" y="1734"/>
                  <a:pt x="2864" y="1737"/>
                </a:cubicBezTo>
                <a:close/>
                <a:moveTo>
                  <a:pt x="2915" y="1687"/>
                </a:moveTo>
                <a:cubicBezTo>
                  <a:pt x="2914" y="1684"/>
                  <a:pt x="2912" y="1681"/>
                  <a:pt x="2912" y="1677"/>
                </a:cubicBezTo>
                <a:cubicBezTo>
                  <a:pt x="2906" y="1672"/>
                  <a:pt x="2907" y="1664"/>
                  <a:pt x="2900" y="1659"/>
                </a:cubicBezTo>
                <a:cubicBezTo>
                  <a:pt x="2904" y="1655"/>
                  <a:pt x="2909" y="1664"/>
                  <a:pt x="2908" y="1667"/>
                </a:cubicBezTo>
                <a:cubicBezTo>
                  <a:pt x="2913" y="1670"/>
                  <a:pt x="2912" y="1673"/>
                  <a:pt x="2915" y="1677"/>
                </a:cubicBezTo>
                <a:cubicBezTo>
                  <a:pt x="2917" y="1678"/>
                  <a:pt x="2915" y="1681"/>
                  <a:pt x="2916" y="1683"/>
                </a:cubicBezTo>
                <a:cubicBezTo>
                  <a:pt x="2916" y="1684"/>
                  <a:pt x="2919" y="1684"/>
                  <a:pt x="2920" y="1685"/>
                </a:cubicBezTo>
                <a:cubicBezTo>
                  <a:pt x="2920" y="1685"/>
                  <a:pt x="2918" y="1686"/>
                  <a:pt x="2918" y="1687"/>
                </a:cubicBezTo>
                <a:cubicBezTo>
                  <a:pt x="2920" y="1690"/>
                  <a:pt x="2927" y="1693"/>
                  <a:pt x="2922" y="1697"/>
                </a:cubicBezTo>
                <a:cubicBezTo>
                  <a:pt x="2915" y="1695"/>
                  <a:pt x="2918" y="1691"/>
                  <a:pt x="2915" y="1687"/>
                </a:cubicBezTo>
                <a:close/>
                <a:moveTo>
                  <a:pt x="2921" y="1726"/>
                </a:moveTo>
                <a:cubicBezTo>
                  <a:pt x="2924" y="1725"/>
                  <a:pt x="2927" y="1725"/>
                  <a:pt x="2929" y="1726"/>
                </a:cubicBezTo>
                <a:cubicBezTo>
                  <a:pt x="2933" y="1729"/>
                  <a:pt x="2924" y="1727"/>
                  <a:pt x="2921" y="1726"/>
                </a:cubicBezTo>
                <a:close/>
                <a:moveTo>
                  <a:pt x="2925" y="1704"/>
                </a:moveTo>
                <a:cubicBezTo>
                  <a:pt x="2926" y="1701"/>
                  <a:pt x="2929" y="1702"/>
                  <a:pt x="2931" y="1703"/>
                </a:cubicBezTo>
                <a:cubicBezTo>
                  <a:pt x="2930" y="1704"/>
                  <a:pt x="2931" y="1705"/>
                  <a:pt x="2932" y="1706"/>
                </a:cubicBezTo>
                <a:cubicBezTo>
                  <a:pt x="2930" y="1708"/>
                  <a:pt x="2927" y="1706"/>
                  <a:pt x="2925" y="1704"/>
                </a:cubicBezTo>
                <a:close/>
                <a:moveTo>
                  <a:pt x="2954" y="1716"/>
                </a:moveTo>
                <a:cubicBezTo>
                  <a:pt x="2953" y="1717"/>
                  <a:pt x="2950" y="1716"/>
                  <a:pt x="2949" y="1715"/>
                </a:cubicBezTo>
                <a:cubicBezTo>
                  <a:pt x="2945" y="1708"/>
                  <a:pt x="2955" y="1714"/>
                  <a:pt x="2954" y="1716"/>
                </a:cubicBezTo>
                <a:close/>
                <a:moveTo>
                  <a:pt x="2973" y="1726"/>
                </a:moveTo>
                <a:cubicBezTo>
                  <a:pt x="2968" y="1724"/>
                  <a:pt x="2972" y="1720"/>
                  <a:pt x="2969" y="1718"/>
                </a:cubicBezTo>
                <a:cubicBezTo>
                  <a:pt x="2938" y="1683"/>
                  <a:pt x="2930" y="1679"/>
                  <a:pt x="2927" y="1674"/>
                </a:cubicBezTo>
                <a:cubicBezTo>
                  <a:pt x="2915" y="1643"/>
                  <a:pt x="2912" y="1636"/>
                  <a:pt x="2907" y="1629"/>
                </a:cubicBezTo>
                <a:cubicBezTo>
                  <a:pt x="2892" y="1579"/>
                  <a:pt x="2886" y="1575"/>
                  <a:pt x="2887" y="1569"/>
                </a:cubicBezTo>
                <a:cubicBezTo>
                  <a:pt x="2883" y="1542"/>
                  <a:pt x="2877" y="1540"/>
                  <a:pt x="2879" y="1538"/>
                </a:cubicBezTo>
                <a:cubicBezTo>
                  <a:pt x="2871" y="1501"/>
                  <a:pt x="2870" y="1496"/>
                  <a:pt x="2868" y="1491"/>
                </a:cubicBezTo>
                <a:cubicBezTo>
                  <a:pt x="2853" y="1392"/>
                  <a:pt x="2859" y="1387"/>
                  <a:pt x="2855" y="1385"/>
                </a:cubicBezTo>
                <a:cubicBezTo>
                  <a:pt x="2851" y="1351"/>
                  <a:pt x="2854" y="1340"/>
                  <a:pt x="2850" y="1330"/>
                </a:cubicBezTo>
                <a:cubicBezTo>
                  <a:pt x="2857" y="1350"/>
                  <a:pt x="2862" y="1353"/>
                  <a:pt x="2863" y="1357"/>
                </a:cubicBezTo>
                <a:cubicBezTo>
                  <a:pt x="2872" y="1389"/>
                  <a:pt x="2874" y="1392"/>
                  <a:pt x="2874" y="1395"/>
                </a:cubicBezTo>
                <a:cubicBezTo>
                  <a:pt x="2880" y="1418"/>
                  <a:pt x="2877" y="1423"/>
                  <a:pt x="2880" y="1426"/>
                </a:cubicBezTo>
                <a:cubicBezTo>
                  <a:pt x="2883" y="1449"/>
                  <a:pt x="2885" y="1452"/>
                  <a:pt x="2886" y="1456"/>
                </a:cubicBezTo>
                <a:cubicBezTo>
                  <a:pt x="2887" y="1491"/>
                  <a:pt x="2897" y="1495"/>
                  <a:pt x="2892" y="1502"/>
                </a:cubicBezTo>
                <a:cubicBezTo>
                  <a:pt x="2901" y="1537"/>
                  <a:pt x="2901" y="1540"/>
                  <a:pt x="2899" y="1543"/>
                </a:cubicBezTo>
                <a:cubicBezTo>
                  <a:pt x="2907" y="1572"/>
                  <a:pt x="2913" y="1576"/>
                  <a:pt x="2910" y="1582"/>
                </a:cubicBezTo>
                <a:cubicBezTo>
                  <a:pt x="2913" y="1604"/>
                  <a:pt x="2924" y="1607"/>
                  <a:pt x="2918" y="1613"/>
                </a:cubicBezTo>
                <a:cubicBezTo>
                  <a:pt x="2937" y="1642"/>
                  <a:pt x="2934" y="1651"/>
                  <a:pt x="2941" y="1657"/>
                </a:cubicBezTo>
                <a:cubicBezTo>
                  <a:pt x="2993" y="1738"/>
                  <a:pt x="2982" y="1726"/>
                  <a:pt x="2973" y="1726"/>
                </a:cubicBezTo>
                <a:close/>
                <a:moveTo>
                  <a:pt x="3024" y="1736"/>
                </a:moveTo>
                <a:cubicBezTo>
                  <a:pt x="3029" y="1728"/>
                  <a:pt x="3032" y="1742"/>
                  <a:pt x="3035" y="1744"/>
                </a:cubicBezTo>
                <a:cubicBezTo>
                  <a:pt x="3030" y="1747"/>
                  <a:pt x="3028" y="1738"/>
                  <a:pt x="3024" y="1736"/>
                </a:cubicBezTo>
                <a:close/>
                <a:moveTo>
                  <a:pt x="3115" y="1805"/>
                </a:moveTo>
                <a:cubicBezTo>
                  <a:pt x="3110" y="1802"/>
                  <a:pt x="3105" y="1802"/>
                  <a:pt x="3100" y="1803"/>
                </a:cubicBezTo>
                <a:cubicBezTo>
                  <a:pt x="3096" y="1798"/>
                  <a:pt x="3093" y="1800"/>
                  <a:pt x="3088" y="1797"/>
                </a:cubicBezTo>
                <a:cubicBezTo>
                  <a:pt x="3084" y="1796"/>
                  <a:pt x="3080" y="1793"/>
                  <a:pt x="3077" y="1795"/>
                </a:cubicBezTo>
                <a:cubicBezTo>
                  <a:pt x="3074" y="1791"/>
                  <a:pt x="3079" y="1792"/>
                  <a:pt x="3080" y="1790"/>
                </a:cubicBezTo>
                <a:cubicBezTo>
                  <a:pt x="3084" y="1789"/>
                  <a:pt x="3088" y="1790"/>
                  <a:pt x="3091" y="1789"/>
                </a:cubicBezTo>
                <a:cubicBezTo>
                  <a:pt x="3096" y="1792"/>
                  <a:pt x="3101" y="1795"/>
                  <a:pt x="3106" y="1799"/>
                </a:cubicBezTo>
                <a:cubicBezTo>
                  <a:pt x="3108" y="1801"/>
                  <a:pt x="3110" y="1799"/>
                  <a:pt x="3113" y="1800"/>
                </a:cubicBezTo>
                <a:cubicBezTo>
                  <a:pt x="3114" y="1802"/>
                  <a:pt x="3116" y="1803"/>
                  <a:pt x="3118" y="1804"/>
                </a:cubicBezTo>
                <a:cubicBezTo>
                  <a:pt x="3120" y="1805"/>
                  <a:pt x="3122" y="1806"/>
                  <a:pt x="3123" y="1808"/>
                </a:cubicBezTo>
                <a:cubicBezTo>
                  <a:pt x="3121" y="1810"/>
                  <a:pt x="3118" y="1806"/>
                  <a:pt x="3115" y="1805"/>
                </a:cubicBezTo>
                <a:close/>
                <a:moveTo>
                  <a:pt x="1680" y="9"/>
                </a:moveTo>
                <a:cubicBezTo>
                  <a:pt x="1681" y="6"/>
                  <a:pt x="1682" y="3"/>
                  <a:pt x="1683" y="0"/>
                </a:cubicBezTo>
                <a:cubicBezTo>
                  <a:pt x="1678" y="0"/>
                  <a:pt x="1678" y="0"/>
                  <a:pt x="1678" y="0"/>
                </a:cubicBezTo>
                <a:cubicBezTo>
                  <a:pt x="1678" y="2"/>
                  <a:pt x="1677" y="4"/>
                  <a:pt x="1676" y="6"/>
                </a:cubicBezTo>
                <a:cubicBezTo>
                  <a:pt x="1676" y="9"/>
                  <a:pt x="1678" y="11"/>
                  <a:pt x="1676" y="15"/>
                </a:cubicBezTo>
                <a:cubicBezTo>
                  <a:pt x="1672" y="19"/>
                  <a:pt x="1676" y="26"/>
                  <a:pt x="1679" y="20"/>
                </a:cubicBezTo>
                <a:cubicBezTo>
                  <a:pt x="1674" y="19"/>
                  <a:pt x="1680" y="13"/>
                  <a:pt x="1680" y="9"/>
                </a:cubicBezTo>
                <a:close/>
                <a:moveTo>
                  <a:pt x="974" y="1507"/>
                </a:moveTo>
                <a:cubicBezTo>
                  <a:pt x="972" y="1503"/>
                  <a:pt x="969" y="1505"/>
                  <a:pt x="966" y="1504"/>
                </a:cubicBezTo>
                <a:cubicBezTo>
                  <a:pt x="931" y="1480"/>
                  <a:pt x="929" y="1480"/>
                  <a:pt x="927" y="1479"/>
                </a:cubicBezTo>
                <a:cubicBezTo>
                  <a:pt x="911" y="1456"/>
                  <a:pt x="903" y="1450"/>
                  <a:pt x="900" y="1449"/>
                </a:cubicBezTo>
                <a:cubicBezTo>
                  <a:pt x="891" y="1420"/>
                  <a:pt x="892" y="1413"/>
                  <a:pt x="887" y="1405"/>
                </a:cubicBezTo>
                <a:cubicBezTo>
                  <a:pt x="899" y="1346"/>
                  <a:pt x="894" y="1342"/>
                  <a:pt x="900" y="1340"/>
                </a:cubicBezTo>
                <a:cubicBezTo>
                  <a:pt x="889" y="1354"/>
                  <a:pt x="882" y="1359"/>
                  <a:pt x="883" y="1365"/>
                </a:cubicBezTo>
                <a:cubicBezTo>
                  <a:pt x="879" y="1379"/>
                  <a:pt x="873" y="1375"/>
                  <a:pt x="876" y="1373"/>
                </a:cubicBezTo>
                <a:cubicBezTo>
                  <a:pt x="867" y="1315"/>
                  <a:pt x="864" y="1303"/>
                  <a:pt x="861" y="1290"/>
                </a:cubicBezTo>
                <a:cubicBezTo>
                  <a:pt x="844" y="1227"/>
                  <a:pt x="849" y="1225"/>
                  <a:pt x="845" y="1221"/>
                </a:cubicBezTo>
                <a:cubicBezTo>
                  <a:pt x="820" y="1167"/>
                  <a:pt x="816" y="1162"/>
                  <a:pt x="812" y="1156"/>
                </a:cubicBezTo>
                <a:cubicBezTo>
                  <a:pt x="782" y="1111"/>
                  <a:pt x="775" y="1106"/>
                  <a:pt x="777" y="1103"/>
                </a:cubicBezTo>
                <a:cubicBezTo>
                  <a:pt x="763" y="1061"/>
                  <a:pt x="767" y="1054"/>
                  <a:pt x="760" y="1046"/>
                </a:cubicBezTo>
                <a:cubicBezTo>
                  <a:pt x="758" y="1037"/>
                  <a:pt x="754" y="1047"/>
                  <a:pt x="761" y="1059"/>
                </a:cubicBezTo>
                <a:cubicBezTo>
                  <a:pt x="759" y="1081"/>
                  <a:pt x="757" y="1079"/>
                  <a:pt x="755" y="1076"/>
                </a:cubicBezTo>
                <a:cubicBezTo>
                  <a:pt x="746" y="1052"/>
                  <a:pt x="751" y="1050"/>
                  <a:pt x="749" y="1046"/>
                </a:cubicBezTo>
                <a:cubicBezTo>
                  <a:pt x="743" y="1005"/>
                  <a:pt x="744" y="997"/>
                  <a:pt x="744" y="990"/>
                </a:cubicBezTo>
                <a:cubicBezTo>
                  <a:pt x="720" y="917"/>
                  <a:pt x="722" y="913"/>
                  <a:pt x="719" y="909"/>
                </a:cubicBezTo>
                <a:cubicBezTo>
                  <a:pt x="724" y="939"/>
                  <a:pt x="724" y="944"/>
                  <a:pt x="729" y="950"/>
                </a:cubicBezTo>
                <a:cubicBezTo>
                  <a:pt x="742" y="1033"/>
                  <a:pt x="743" y="1042"/>
                  <a:pt x="742" y="1051"/>
                </a:cubicBezTo>
                <a:cubicBezTo>
                  <a:pt x="748" y="1098"/>
                  <a:pt x="747" y="1116"/>
                  <a:pt x="751" y="1135"/>
                </a:cubicBezTo>
                <a:cubicBezTo>
                  <a:pt x="760" y="1183"/>
                  <a:pt x="759" y="1188"/>
                  <a:pt x="763" y="1193"/>
                </a:cubicBezTo>
                <a:cubicBezTo>
                  <a:pt x="774" y="1226"/>
                  <a:pt x="771" y="1231"/>
                  <a:pt x="772" y="1236"/>
                </a:cubicBezTo>
                <a:cubicBezTo>
                  <a:pt x="781" y="1282"/>
                  <a:pt x="794" y="1289"/>
                  <a:pt x="786" y="1293"/>
                </a:cubicBezTo>
                <a:cubicBezTo>
                  <a:pt x="799" y="1326"/>
                  <a:pt x="799" y="1331"/>
                  <a:pt x="801" y="1336"/>
                </a:cubicBezTo>
                <a:cubicBezTo>
                  <a:pt x="825" y="1401"/>
                  <a:pt x="829" y="1406"/>
                  <a:pt x="830" y="1411"/>
                </a:cubicBezTo>
                <a:cubicBezTo>
                  <a:pt x="830" y="1413"/>
                  <a:pt x="823" y="1404"/>
                  <a:pt x="816" y="1394"/>
                </a:cubicBezTo>
                <a:cubicBezTo>
                  <a:pt x="781" y="1320"/>
                  <a:pt x="783" y="1315"/>
                  <a:pt x="776" y="1308"/>
                </a:cubicBezTo>
                <a:cubicBezTo>
                  <a:pt x="769" y="1284"/>
                  <a:pt x="767" y="1277"/>
                  <a:pt x="765" y="1270"/>
                </a:cubicBezTo>
                <a:cubicBezTo>
                  <a:pt x="743" y="1187"/>
                  <a:pt x="741" y="1180"/>
                  <a:pt x="742" y="1174"/>
                </a:cubicBezTo>
                <a:cubicBezTo>
                  <a:pt x="735" y="1142"/>
                  <a:pt x="733" y="1130"/>
                  <a:pt x="734" y="1118"/>
                </a:cubicBezTo>
                <a:cubicBezTo>
                  <a:pt x="731" y="1086"/>
                  <a:pt x="725" y="1082"/>
                  <a:pt x="728" y="1080"/>
                </a:cubicBezTo>
                <a:cubicBezTo>
                  <a:pt x="722" y="1018"/>
                  <a:pt x="715" y="1010"/>
                  <a:pt x="717" y="1004"/>
                </a:cubicBezTo>
                <a:cubicBezTo>
                  <a:pt x="713" y="1033"/>
                  <a:pt x="724" y="1038"/>
                  <a:pt x="716" y="1040"/>
                </a:cubicBezTo>
                <a:cubicBezTo>
                  <a:pt x="717" y="1070"/>
                  <a:pt x="724" y="1074"/>
                  <a:pt x="721" y="1077"/>
                </a:cubicBezTo>
                <a:cubicBezTo>
                  <a:pt x="722" y="1126"/>
                  <a:pt x="728" y="1130"/>
                  <a:pt x="725" y="1132"/>
                </a:cubicBezTo>
                <a:cubicBezTo>
                  <a:pt x="721" y="1146"/>
                  <a:pt x="726" y="1142"/>
                  <a:pt x="720" y="1136"/>
                </a:cubicBezTo>
                <a:cubicBezTo>
                  <a:pt x="713" y="1098"/>
                  <a:pt x="714" y="1093"/>
                  <a:pt x="712" y="1088"/>
                </a:cubicBezTo>
                <a:cubicBezTo>
                  <a:pt x="704" y="1052"/>
                  <a:pt x="713" y="1048"/>
                  <a:pt x="706" y="1042"/>
                </a:cubicBezTo>
                <a:cubicBezTo>
                  <a:pt x="704" y="1006"/>
                  <a:pt x="702" y="1001"/>
                  <a:pt x="703" y="996"/>
                </a:cubicBezTo>
                <a:cubicBezTo>
                  <a:pt x="697" y="954"/>
                  <a:pt x="698" y="944"/>
                  <a:pt x="696" y="934"/>
                </a:cubicBezTo>
                <a:cubicBezTo>
                  <a:pt x="689" y="896"/>
                  <a:pt x="689" y="891"/>
                  <a:pt x="689" y="885"/>
                </a:cubicBezTo>
                <a:cubicBezTo>
                  <a:pt x="677" y="832"/>
                  <a:pt x="675" y="827"/>
                  <a:pt x="676" y="822"/>
                </a:cubicBezTo>
                <a:cubicBezTo>
                  <a:pt x="670" y="849"/>
                  <a:pt x="681" y="857"/>
                  <a:pt x="677" y="862"/>
                </a:cubicBezTo>
                <a:cubicBezTo>
                  <a:pt x="682" y="891"/>
                  <a:pt x="679" y="902"/>
                  <a:pt x="682" y="914"/>
                </a:cubicBezTo>
                <a:cubicBezTo>
                  <a:pt x="675" y="936"/>
                  <a:pt x="679" y="939"/>
                  <a:pt x="675" y="941"/>
                </a:cubicBezTo>
                <a:cubicBezTo>
                  <a:pt x="676" y="951"/>
                  <a:pt x="674" y="953"/>
                  <a:pt x="677" y="955"/>
                </a:cubicBezTo>
                <a:cubicBezTo>
                  <a:pt x="671" y="1001"/>
                  <a:pt x="666" y="1006"/>
                  <a:pt x="669" y="1012"/>
                </a:cubicBezTo>
                <a:cubicBezTo>
                  <a:pt x="670" y="1042"/>
                  <a:pt x="665" y="1044"/>
                  <a:pt x="671" y="1048"/>
                </a:cubicBezTo>
                <a:cubicBezTo>
                  <a:pt x="675" y="1091"/>
                  <a:pt x="668" y="1096"/>
                  <a:pt x="672" y="1103"/>
                </a:cubicBezTo>
                <a:cubicBezTo>
                  <a:pt x="675" y="1163"/>
                  <a:pt x="676" y="1169"/>
                  <a:pt x="676" y="1176"/>
                </a:cubicBezTo>
                <a:cubicBezTo>
                  <a:pt x="682" y="1236"/>
                  <a:pt x="694" y="1244"/>
                  <a:pt x="688" y="1250"/>
                </a:cubicBezTo>
                <a:cubicBezTo>
                  <a:pt x="698" y="1281"/>
                  <a:pt x="699" y="1284"/>
                  <a:pt x="696" y="1287"/>
                </a:cubicBezTo>
                <a:cubicBezTo>
                  <a:pt x="690" y="1298"/>
                  <a:pt x="692" y="1293"/>
                  <a:pt x="688" y="1287"/>
                </a:cubicBezTo>
                <a:cubicBezTo>
                  <a:pt x="672" y="1252"/>
                  <a:pt x="668" y="1243"/>
                  <a:pt x="666" y="1233"/>
                </a:cubicBezTo>
                <a:cubicBezTo>
                  <a:pt x="651" y="1146"/>
                  <a:pt x="645" y="1138"/>
                  <a:pt x="646" y="1130"/>
                </a:cubicBezTo>
                <a:cubicBezTo>
                  <a:pt x="640" y="1069"/>
                  <a:pt x="643" y="1054"/>
                  <a:pt x="643" y="1039"/>
                </a:cubicBezTo>
                <a:cubicBezTo>
                  <a:pt x="647" y="987"/>
                  <a:pt x="648" y="980"/>
                  <a:pt x="646" y="972"/>
                </a:cubicBezTo>
                <a:cubicBezTo>
                  <a:pt x="652" y="935"/>
                  <a:pt x="651" y="931"/>
                  <a:pt x="652" y="928"/>
                </a:cubicBezTo>
                <a:cubicBezTo>
                  <a:pt x="656" y="852"/>
                  <a:pt x="648" y="843"/>
                  <a:pt x="653" y="836"/>
                </a:cubicBezTo>
                <a:cubicBezTo>
                  <a:pt x="643" y="816"/>
                  <a:pt x="650" y="822"/>
                  <a:pt x="647" y="827"/>
                </a:cubicBezTo>
                <a:cubicBezTo>
                  <a:pt x="644" y="882"/>
                  <a:pt x="649" y="888"/>
                  <a:pt x="645" y="892"/>
                </a:cubicBezTo>
                <a:cubicBezTo>
                  <a:pt x="642" y="928"/>
                  <a:pt x="644" y="934"/>
                  <a:pt x="641" y="938"/>
                </a:cubicBezTo>
                <a:cubicBezTo>
                  <a:pt x="641" y="965"/>
                  <a:pt x="638" y="967"/>
                  <a:pt x="639" y="969"/>
                </a:cubicBezTo>
                <a:cubicBezTo>
                  <a:pt x="633" y="1038"/>
                  <a:pt x="633" y="1043"/>
                  <a:pt x="633" y="1048"/>
                </a:cubicBezTo>
                <a:cubicBezTo>
                  <a:pt x="633" y="1085"/>
                  <a:pt x="635" y="1090"/>
                  <a:pt x="635" y="1095"/>
                </a:cubicBezTo>
                <a:cubicBezTo>
                  <a:pt x="642" y="1123"/>
                  <a:pt x="631" y="1124"/>
                  <a:pt x="637" y="1128"/>
                </a:cubicBezTo>
                <a:cubicBezTo>
                  <a:pt x="638" y="1156"/>
                  <a:pt x="642" y="1169"/>
                  <a:pt x="642" y="1181"/>
                </a:cubicBezTo>
                <a:cubicBezTo>
                  <a:pt x="652" y="1203"/>
                  <a:pt x="648" y="1205"/>
                  <a:pt x="651" y="1209"/>
                </a:cubicBezTo>
                <a:cubicBezTo>
                  <a:pt x="670" y="1264"/>
                  <a:pt x="669" y="1270"/>
                  <a:pt x="673" y="1277"/>
                </a:cubicBezTo>
                <a:cubicBezTo>
                  <a:pt x="675" y="1288"/>
                  <a:pt x="670" y="1291"/>
                  <a:pt x="665" y="1285"/>
                </a:cubicBezTo>
                <a:cubicBezTo>
                  <a:pt x="650" y="1251"/>
                  <a:pt x="642" y="1245"/>
                  <a:pt x="645" y="1241"/>
                </a:cubicBezTo>
                <a:cubicBezTo>
                  <a:pt x="624" y="1186"/>
                  <a:pt x="627" y="1177"/>
                  <a:pt x="624" y="1167"/>
                </a:cubicBezTo>
                <a:cubicBezTo>
                  <a:pt x="617" y="1119"/>
                  <a:pt x="620" y="1115"/>
                  <a:pt x="615" y="1109"/>
                </a:cubicBezTo>
                <a:cubicBezTo>
                  <a:pt x="612" y="1061"/>
                  <a:pt x="616" y="1043"/>
                  <a:pt x="609" y="1022"/>
                </a:cubicBezTo>
                <a:cubicBezTo>
                  <a:pt x="623" y="949"/>
                  <a:pt x="617" y="941"/>
                  <a:pt x="624" y="934"/>
                </a:cubicBezTo>
                <a:cubicBezTo>
                  <a:pt x="640" y="866"/>
                  <a:pt x="634" y="861"/>
                  <a:pt x="637" y="858"/>
                </a:cubicBezTo>
                <a:cubicBezTo>
                  <a:pt x="635" y="834"/>
                  <a:pt x="646" y="833"/>
                  <a:pt x="640" y="829"/>
                </a:cubicBezTo>
                <a:cubicBezTo>
                  <a:pt x="642" y="801"/>
                  <a:pt x="647" y="799"/>
                  <a:pt x="643" y="795"/>
                </a:cubicBezTo>
                <a:cubicBezTo>
                  <a:pt x="643" y="761"/>
                  <a:pt x="645" y="757"/>
                  <a:pt x="645" y="753"/>
                </a:cubicBezTo>
                <a:cubicBezTo>
                  <a:pt x="634" y="744"/>
                  <a:pt x="632" y="755"/>
                  <a:pt x="638" y="766"/>
                </a:cubicBezTo>
                <a:cubicBezTo>
                  <a:pt x="632" y="820"/>
                  <a:pt x="632" y="834"/>
                  <a:pt x="632" y="848"/>
                </a:cubicBezTo>
                <a:cubicBezTo>
                  <a:pt x="621" y="875"/>
                  <a:pt x="625" y="883"/>
                  <a:pt x="619" y="889"/>
                </a:cubicBezTo>
                <a:cubicBezTo>
                  <a:pt x="609" y="963"/>
                  <a:pt x="606" y="993"/>
                  <a:pt x="601" y="1022"/>
                </a:cubicBezTo>
                <a:cubicBezTo>
                  <a:pt x="607" y="1061"/>
                  <a:pt x="599" y="1069"/>
                  <a:pt x="604" y="1079"/>
                </a:cubicBezTo>
                <a:cubicBezTo>
                  <a:pt x="607" y="1103"/>
                  <a:pt x="605" y="1105"/>
                  <a:pt x="606" y="1108"/>
                </a:cubicBezTo>
                <a:cubicBezTo>
                  <a:pt x="615" y="1176"/>
                  <a:pt x="616" y="1186"/>
                  <a:pt x="621" y="1196"/>
                </a:cubicBezTo>
                <a:cubicBezTo>
                  <a:pt x="630" y="1230"/>
                  <a:pt x="630" y="1235"/>
                  <a:pt x="634" y="1240"/>
                </a:cubicBezTo>
                <a:cubicBezTo>
                  <a:pt x="624" y="1245"/>
                  <a:pt x="627" y="1241"/>
                  <a:pt x="623" y="1237"/>
                </a:cubicBezTo>
                <a:cubicBezTo>
                  <a:pt x="611" y="1184"/>
                  <a:pt x="605" y="1176"/>
                  <a:pt x="607" y="1169"/>
                </a:cubicBezTo>
                <a:cubicBezTo>
                  <a:pt x="596" y="1116"/>
                  <a:pt x="594" y="1108"/>
                  <a:pt x="593" y="1101"/>
                </a:cubicBezTo>
                <a:cubicBezTo>
                  <a:pt x="593" y="1067"/>
                  <a:pt x="588" y="1054"/>
                  <a:pt x="589" y="1042"/>
                </a:cubicBezTo>
                <a:cubicBezTo>
                  <a:pt x="591" y="964"/>
                  <a:pt x="591" y="961"/>
                  <a:pt x="590" y="958"/>
                </a:cubicBezTo>
                <a:cubicBezTo>
                  <a:pt x="590" y="927"/>
                  <a:pt x="596" y="925"/>
                  <a:pt x="593" y="921"/>
                </a:cubicBezTo>
                <a:cubicBezTo>
                  <a:pt x="605" y="892"/>
                  <a:pt x="595" y="887"/>
                  <a:pt x="603" y="885"/>
                </a:cubicBezTo>
                <a:cubicBezTo>
                  <a:pt x="602" y="863"/>
                  <a:pt x="614" y="862"/>
                  <a:pt x="607" y="858"/>
                </a:cubicBezTo>
                <a:cubicBezTo>
                  <a:pt x="613" y="834"/>
                  <a:pt x="614" y="828"/>
                  <a:pt x="616" y="822"/>
                </a:cubicBezTo>
                <a:cubicBezTo>
                  <a:pt x="615" y="800"/>
                  <a:pt x="620" y="797"/>
                  <a:pt x="618" y="794"/>
                </a:cubicBezTo>
                <a:cubicBezTo>
                  <a:pt x="608" y="817"/>
                  <a:pt x="609" y="822"/>
                  <a:pt x="609" y="827"/>
                </a:cubicBezTo>
                <a:cubicBezTo>
                  <a:pt x="597" y="876"/>
                  <a:pt x="594" y="885"/>
                  <a:pt x="590" y="894"/>
                </a:cubicBezTo>
                <a:cubicBezTo>
                  <a:pt x="584" y="957"/>
                  <a:pt x="578" y="965"/>
                  <a:pt x="581" y="975"/>
                </a:cubicBezTo>
                <a:cubicBezTo>
                  <a:pt x="579" y="1012"/>
                  <a:pt x="580" y="1021"/>
                  <a:pt x="580" y="1030"/>
                </a:cubicBezTo>
                <a:cubicBezTo>
                  <a:pt x="582" y="1091"/>
                  <a:pt x="586" y="1096"/>
                  <a:pt x="585" y="1101"/>
                </a:cubicBezTo>
                <a:cubicBezTo>
                  <a:pt x="600" y="1177"/>
                  <a:pt x="598" y="1181"/>
                  <a:pt x="604" y="1187"/>
                </a:cubicBezTo>
                <a:cubicBezTo>
                  <a:pt x="606" y="1230"/>
                  <a:pt x="603" y="1224"/>
                  <a:pt x="600" y="1219"/>
                </a:cubicBezTo>
                <a:cubicBezTo>
                  <a:pt x="585" y="1180"/>
                  <a:pt x="590" y="1172"/>
                  <a:pt x="586" y="1170"/>
                </a:cubicBezTo>
                <a:cubicBezTo>
                  <a:pt x="581" y="1151"/>
                  <a:pt x="584" y="1149"/>
                  <a:pt x="579" y="1145"/>
                </a:cubicBezTo>
                <a:cubicBezTo>
                  <a:pt x="573" y="1114"/>
                  <a:pt x="573" y="1112"/>
                  <a:pt x="573" y="1110"/>
                </a:cubicBezTo>
                <a:cubicBezTo>
                  <a:pt x="566" y="1082"/>
                  <a:pt x="569" y="1078"/>
                  <a:pt x="568" y="1073"/>
                </a:cubicBezTo>
                <a:cubicBezTo>
                  <a:pt x="566" y="1036"/>
                  <a:pt x="563" y="1033"/>
                  <a:pt x="567" y="1031"/>
                </a:cubicBezTo>
                <a:cubicBezTo>
                  <a:pt x="569" y="979"/>
                  <a:pt x="563" y="969"/>
                  <a:pt x="565" y="960"/>
                </a:cubicBezTo>
                <a:cubicBezTo>
                  <a:pt x="568" y="930"/>
                  <a:pt x="564" y="927"/>
                  <a:pt x="566" y="924"/>
                </a:cubicBezTo>
                <a:cubicBezTo>
                  <a:pt x="574" y="895"/>
                  <a:pt x="569" y="889"/>
                  <a:pt x="573" y="885"/>
                </a:cubicBezTo>
                <a:cubicBezTo>
                  <a:pt x="579" y="847"/>
                  <a:pt x="578" y="841"/>
                  <a:pt x="578" y="836"/>
                </a:cubicBezTo>
                <a:cubicBezTo>
                  <a:pt x="583" y="808"/>
                  <a:pt x="590" y="806"/>
                  <a:pt x="590" y="803"/>
                </a:cubicBezTo>
                <a:cubicBezTo>
                  <a:pt x="597" y="749"/>
                  <a:pt x="598" y="743"/>
                  <a:pt x="599" y="738"/>
                </a:cubicBezTo>
                <a:cubicBezTo>
                  <a:pt x="600" y="694"/>
                  <a:pt x="601" y="691"/>
                  <a:pt x="601" y="688"/>
                </a:cubicBezTo>
                <a:cubicBezTo>
                  <a:pt x="594" y="675"/>
                  <a:pt x="596" y="680"/>
                  <a:pt x="600" y="686"/>
                </a:cubicBezTo>
                <a:cubicBezTo>
                  <a:pt x="595" y="733"/>
                  <a:pt x="590" y="739"/>
                  <a:pt x="592" y="746"/>
                </a:cubicBezTo>
                <a:cubicBezTo>
                  <a:pt x="570" y="852"/>
                  <a:pt x="563" y="853"/>
                  <a:pt x="567" y="857"/>
                </a:cubicBezTo>
                <a:cubicBezTo>
                  <a:pt x="563" y="882"/>
                  <a:pt x="561" y="885"/>
                  <a:pt x="563" y="889"/>
                </a:cubicBezTo>
                <a:cubicBezTo>
                  <a:pt x="558" y="915"/>
                  <a:pt x="558" y="918"/>
                  <a:pt x="558" y="920"/>
                </a:cubicBezTo>
                <a:cubicBezTo>
                  <a:pt x="554" y="958"/>
                  <a:pt x="558" y="966"/>
                  <a:pt x="555" y="972"/>
                </a:cubicBezTo>
                <a:cubicBezTo>
                  <a:pt x="558" y="1019"/>
                  <a:pt x="555" y="1023"/>
                  <a:pt x="557" y="1027"/>
                </a:cubicBezTo>
                <a:cubicBezTo>
                  <a:pt x="558" y="1059"/>
                  <a:pt x="561" y="1064"/>
                  <a:pt x="556" y="1068"/>
                </a:cubicBezTo>
                <a:cubicBezTo>
                  <a:pt x="562" y="1093"/>
                  <a:pt x="560" y="1096"/>
                  <a:pt x="563" y="1100"/>
                </a:cubicBezTo>
                <a:cubicBezTo>
                  <a:pt x="564" y="1121"/>
                  <a:pt x="568" y="1131"/>
                  <a:pt x="571" y="1141"/>
                </a:cubicBezTo>
                <a:cubicBezTo>
                  <a:pt x="580" y="1181"/>
                  <a:pt x="584" y="1184"/>
                  <a:pt x="582" y="1186"/>
                </a:cubicBezTo>
                <a:cubicBezTo>
                  <a:pt x="564" y="1172"/>
                  <a:pt x="561" y="1161"/>
                  <a:pt x="558" y="1150"/>
                </a:cubicBezTo>
                <a:cubicBezTo>
                  <a:pt x="546" y="1104"/>
                  <a:pt x="550" y="1101"/>
                  <a:pt x="545" y="1097"/>
                </a:cubicBezTo>
                <a:cubicBezTo>
                  <a:pt x="543" y="1058"/>
                  <a:pt x="539" y="1047"/>
                  <a:pt x="540" y="1037"/>
                </a:cubicBezTo>
                <a:cubicBezTo>
                  <a:pt x="536" y="987"/>
                  <a:pt x="533" y="982"/>
                  <a:pt x="534" y="977"/>
                </a:cubicBezTo>
                <a:cubicBezTo>
                  <a:pt x="533" y="942"/>
                  <a:pt x="535" y="938"/>
                  <a:pt x="535" y="933"/>
                </a:cubicBezTo>
                <a:cubicBezTo>
                  <a:pt x="540" y="908"/>
                  <a:pt x="534" y="897"/>
                  <a:pt x="541" y="889"/>
                </a:cubicBezTo>
                <a:cubicBezTo>
                  <a:pt x="544" y="865"/>
                  <a:pt x="544" y="862"/>
                  <a:pt x="547" y="860"/>
                </a:cubicBezTo>
                <a:cubicBezTo>
                  <a:pt x="546" y="829"/>
                  <a:pt x="552" y="826"/>
                  <a:pt x="552" y="822"/>
                </a:cubicBezTo>
                <a:cubicBezTo>
                  <a:pt x="565" y="779"/>
                  <a:pt x="565" y="775"/>
                  <a:pt x="567" y="771"/>
                </a:cubicBezTo>
                <a:cubicBezTo>
                  <a:pt x="575" y="741"/>
                  <a:pt x="570" y="736"/>
                  <a:pt x="577" y="732"/>
                </a:cubicBezTo>
                <a:cubicBezTo>
                  <a:pt x="577" y="702"/>
                  <a:pt x="583" y="698"/>
                  <a:pt x="578" y="693"/>
                </a:cubicBezTo>
                <a:cubicBezTo>
                  <a:pt x="583" y="675"/>
                  <a:pt x="583" y="671"/>
                  <a:pt x="583" y="666"/>
                </a:cubicBezTo>
                <a:cubicBezTo>
                  <a:pt x="575" y="703"/>
                  <a:pt x="574" y="710"/>
                  <a:pt x="571" y="717"/>
                </a:cubicBezTo>
                <a:cubicBezTo>
                  <a:pt x="570" y="735"/>
                  <a:pt x="567" y="736"/>
                  <a:pt x="568" y="739"/>
                </a:cubicBezTo>
                <a:cubicBezTo>
                  <a:pt x="561" y="763"/>
                  <a:pt x="562" y="767"/>
                  <a:pt x="561" y="770"/>
                </a:cubicBezTo>
                <a:cubicBezTo>
                  <a:pt x="549" y="802"/>
                  <a:pt x="549" y="804"/>
                  <a:pt x="549" y="806"/>
                </a:cubicBezTo>
                <a:cubicBezTo>
                  <a:pt x="540" y="840"/>
                  <a:pt x="537" y="858"/>
                  <a:pt x="532" y="876"/>
                </a:cubicBezTo>
                <a:cubicBezTo>
                  <a:pt x="524" y="936"/>
                  <a:pt x="527" y="941"/>
                  <a:pt x="525" y="946"/>
                </a:cubicBezTo>
                <a:cubicBezTo>
                  <a:pt x="526" y="979"/>
                  <a:pt x="524" y="983"/>
                  <a:pt x="526" y="988"/>
                </a:cubicBezTo>
                <a:cubicBezTo>
                  <a:pt x="528" y="1026"/>
                  <a:pt x="534" y="1036"/>
                  <a:pt x="529" y="1045"/>
                </a:cubicBezTo>
                <a:cubicBezTo>
                  <a:pt x="544" y="1143"/>
                  <a:pt x="552" y="1151"/>
                  <a:pt x="548" y="1157"/>
                </a:cubicBezTo>
                <a:cubicBezTo>
                  <a:pt x="539" y="1126"/>
                  <a:pt x="532" y="1132"/>
                  <a:pt x="527" y="1121"/>
                </a:cubicBezTo>
                <a:cubicBezTo>
                  <a:pt x="526" y="1098"/>
                  <a:pt x="526" y="1092"/>
                  <a:pt x="524" y="1086"/>
                </a:cubicBezTo>
                <a:cubicBezTo>
                  <a:pt x="522" y="1028"/>
                  <a:pt x="517" y="1022"/>
                  <a:pt x="520" y="1017"/>
                </a:cubicBezTo>
                <a:cubicBezTo>
                  <a:pt x="518" y="993"/>
                  <a:pt x="516" y="987"/>
                  <a:pt x="519" y="982"/>
                </a:cubicBezTo>
                <a:cubicBezTo>
                  <a:pt x="517" y="890"/>
                  <a:pt x="517" y="878"/>
                  <a:pt x="522" y="865"/>
                </a:cubicBezTo>
                <a:cubicBezTo>
                  <a:pt x="524" y="834"/>
                  <a:pt x="523" y="830"/>
                  <a:pt x="523" y="826"/>
                </a:cubicBezTo>
                <a:cubicBezTo>
                  <a:pt x="528" y="766"/>
                  <a:pt x="535" y="764"/>
                  <a:pt x="533" y="761"/>
                </a:cubicBezTo>
                <a:cubicBezTo>
                  <a:pt x="541" y="726"/>
                  <a:pt x="537" y="718"/>
                  <a:pt x="541" y="712"/>
                </a:cubicBezTo>
                <a:cubicBezTo>
                  <a:pt x="551" y="692"/>
                  <a:pt x="546" y="688"/>
                  <a:pt x="549" y="685"/>
                </a:cubicBezTo>
                <a:cubicBezTo>
                  <a:pt x="542" y="713"/>
                  <a:pt x="530" y="716"/>
                  <a:pt x="535" y="722"/>
                </a:cubicBezTo>
                <a:cubicBezTo>
                  <a:pt x="526" y="743"/>
                  <a:pt x="531" y="749"/>
                  <a:pt x="525" y="753"/>
                </a:cubicBezTo>
                <a:cubicBezTo>
                  <a:pt x="518" y="809"/>
                  <a:pt x="514" y="815"/>
                  <a:pt x="518" y="822"/>
                </a:cubicBezTo>
                <a:cubicBezTo>
                  <a:pt x="513" y="854"/>
                  <a:pt x="513" y="856"/>
                  <a:pt x="510" y="857"/>
                </a:cubicBezTo>
                <a:cubicBezTo>
                  <a:pt x="508" y="870"/>
                  <a:pt x="511" y="872"/>
                  <a:pt x="509" y="874"/>
                </a:cubicBezTo>
                <a:cubicBezTo>
                  <a:pt x="509" y="898"/>
                  <a:pt x="507" y="901"/>
                  <a:pt x="507" y="905"/>
                </a:cubicBezTo>
                <a:cubicBezTo>
                  <a:pt x="503" y="954"/>
                  <a:pt x="508" y="962"/>
                  <a:pt x="504" y="969"/>
                </a:cubicBezTo>
                <a:cubicBezTo>
                  <a:pt x="508" y="1018"/>
                  <a:pt x="511" y="1031"/>
                  <a:pt x="509" y="1043"/>
                </a:cubicBezTo>
                <a:cubicBezTo>
                  <a:pt x="511" y="1074"/>
                  <a:pt x="512" y="1078"/>
                  <a:pt x="515" y="1081"/>
                </a:cubicBezTo>
                <a:cubicBezTo>
                  <a:pt x="518" y="1112"/>
                  <a:pt x="517" y="1113"/>
                  <a:pt x="517" y="1115"/>
                </a:cubicBezTo>
                <a:cubicBezTo>
                  <a:pt x="503" y="1090"/>
                  <a:pt x="497" y="1080"/>
                  <a:pt x="501" y="1073"/>
                </a:cubicBezTo>
                <a:cubicBezTo>
                  <a:pt x="492" y="1033"/>
                  <a:pt x="486" y="1028"/>
                  <a:pt x="490" y="1024"/>
                </a:cubicBezTo>
                <a:cubicBezTo>
                  <a:pt x="487" y="996"/>
                  <a:pt x="483" y="991"/>
                  <a:pt x="485" y="987"/>
                </a:cubicBezTo>
                <a:cubicBezTo>
                  <a:pt x="484" y="972"/>
                  <a:pt x="482" y="969"/>
                  <a:pt x="484" y="967"/>
                </a:cubicBezTo>
                <a:cubicBezTo>
                  <a:pt x="483" y="926"/>
                  <a:pt x="486" y="914"/>
                  <a:pt x="486" y="901"/>
                </a:cubicBezTo>
                <a:cubicBezTo>
                  <a:pt x="486" y="872"/>
                  <a:pt x="486" y="869"/>
                  <a:pt x="487" y="866"/>
                </a:cubicBezTo>
                <a:cubicBezTo>
                  <a:pt x="491" y="841"/>
                  <a:pt x="492" y="835"/>
                  <a:pt x="496" y="830"/>
                </a:cubicBezTo>
                <a:cubicBezTo>
                  <a:pt x="497" y="808"/>
                  <a:pt x="497" y="805"/>
                  <a:pt x="498" y="802"/>
                </a:cubicBezTo>
                <a:cubicBezTo>
                  <a:pt x="501" y="781"/>
                  <a:pt x="502" y="777"/>
                  <a:pt x="502" y="774"/>
                </a:cubicBezTo>
                <a:cubicBezTo>
                  <a:pt x="509" y="743"/>
                  <a:pt x="503" y="739"/>
                  <a:pt x="507" y="736"/>
                </a:cubicBezTo>
                <a:cubicBezTo>
                  <a:pt x="513" y="714"/>
                  <a:pt x="508" y="710"/>
                  <a:pt x="514" y="708"/>
                </a:cubicBezTo>
                <a:cubicBezTo>
                  <a:pt x="516" y="672"/>
                  <a:pt x="518" y="666"/>
                  <a:pt x="514" y="659"/>
                </a:cubicBezTo>
                <a:cubicBezTo>
                  <a:pt x="522" y="620"/>
                  <a:pt x="511" y="615"/>
                  <a:pt x="515" y="613"/>
                </a:cubicBezTo>
                <a:cubicBezTo>
                  <a:pt x="513" y="576"/>
                  <a:pt x="517" y="570"/>
                  <a:pt x="514" y="562"/>
                </a:cubicBezTo>
                <a:cubicBezTo>
                  <a:pt x="512" y="540"/>
                  <a:pt x="511" y="537"/>
                  <a:pt x="513" y="534"/>
                </a:cubicBezTo>
                <a:cubicBezTo>
                  <a:pt x="508" y="542"/>
                  <a:pt x="509" y="547"/>
                  <a:pt x="510" y="552"/>
                </a:cubicBezTo>
                <a:cubicBezTo>
                  <a:pt x="511" y="613"/>
                  <a:pt x="510" y="618"/>
                  <a:pt x="509" y="622"/>
                </a:cubicBezTo>
                <a:cubicBezTo>
                  <a:pt x="509" y="654"/>
                  <a:pt x="508" y="658"/>
                  <a:pt x="509" y="663"/>
                </a:cubicBezTo>
                <a:cubicBezTo>
                  <a:pt x="499" y="722"/>
                  <a:pt x="502" y="727"/>
                  <a:pt x="499" y="732"/>
                </a:cubicBezTo>
                <a:cubicBezTo>
                  <a:pt x="490" y="794"/>
                  <a:pt x="488" y="801"/>
                  <a:pt x="486" y="808"/>
                </a:cubicBezTo>
                <a:cubicBezTo>
                  <a:pt x="484" y="836"/>
                  <a:pt x="481" y="842"/>
                  <a:pt x="480" y="849"/>
                </a:cubicBezTo>
                <a:cubicBezTo>
                  <a:pt x="477" y="885"/>
                  <a:pt x="474" y="888"/>
                  <a:pt x="476" y="892"/>
                </a:cubicBezTo>
                <a:cubicBezTo>
                  <a:pt x="475" y="941"/>
                  <a:pt x="477" y="949"/>
                  <a:pt x="474" y="956"/>
                </a:cubicBezTo>
                <a:cubicBezTo>
                  <a:pt x="478" y="1007"/>
                  <a:pt x="478" y="1015"/>
                  <a:pt x="481" y="1023"/>
                </a:cubicBezTo>
                <a:cubicBezTo>
                  <a:pt x="485" y="1060"/>
                  <a:pt x="486" y="1063"/>
                  <a:pt x="489" y="1068"/>
                </a:cubicBezTo>
                <a:cubicBezTo>
                  <a:pt x="477" y="1065"/>
                  <a:pt x="473" y="1058"/>
                  <a:pt x="472" y="1051"/>
                </a:cubicBezTo>
                <a:cubicBezTo>
                  <a:pt x="469" y="1021"/>
                  <a:pt x="469" y="1014"/>
                  <a:pt x="467" y="1006"/>
                </a:cubicBezTo>
                <a:cubicBezTo>
                  <a:pt x="464" y="956"/>
                  <a:pt x="462" y="949"/>
                  <a:pt x="460" y="941"/>
                </a:cubicBezTo>
                <a:cubicBezTo>
                  <a:pt x="460" y="879"/>
                  <a:pt x="462" y="877"/>
                  <a:pt x="461" y="874"/>
                </a:cubicBezTo>
                <a:cubicBezTo>
                  <a:pt x="468" y="826"/>
                  <a:pt x="463" y="820"/>
                  <a:pt x="467" y="815"/>
                </a:cubicBezTo>
                <a:cubicBezTo>
                  <a:pt x="474" y="789"/>
                  <a:pt x="470" y="786"/>
                  <a:pt x="474" y="784"/>
                </a:cubicBezTo>
                <a:cubicBezTo>
                  <a:pt x="479" y="746"/>
                  <a:pt x="482" y="724"/>
                  <a:pt x="486" y="703"/>
                </a:cubicBezTo>
                <a:cubicBezTo>
                  <a:pt x="490" y="666"/>
                  <a:pt x="494" y="661"/>
                  <a:pt x="493" y="656"/>
                </a:cubicBezTo>
                <a:cubicBezTo>
                  <a:pt x="494" y="600"/>
                  <a:pt x="491" y="594"/>
                  <a:pt x="490" y="588"/>
                </a:cubicBezTo>
                <a:cubicBezTo>
                  <a:pt x="482" y="572"/>
                  <a:pt x="482" y="575"/>
                  <a:pt x="485" y="578"/>
                </a:cubicBezTo>
                <a:cubicBezTo>
                  <a:pt x="489" y="615"/>
                  <a:pt x="484" y="625"/>
                  <a:pt x="488" y="638"/>
                </a:cubicBezTo>
                <a:cubicBezTo>
                  <a:pt x="482" y="691"/>
                  <a:pt x="474" y="695"/>
                  <a:pt x="477" y="701"/>
                </a:cubicBezTo>
                <a:cubicBezTo>
                  <a:pt x="478" y="728"/>
                  <a:pt x="467" y="729"/>
                  <a:pt x="473" y="734"/>
                </a:cubicBezTo>
                <a:cubicBezTo>
                  <a:pt x="466" y="787"/>
                  <a:pt x="456" y="807"/>
                  <a:pt x="456" y="829"/>
                </a:cubicBezTo>
                <a:cubicBezTo>
                  <a:pt x="452" y="864"/>
                  <a:pt x="453" y="867"/>
                  <a:pt x="452" y="869"/>
                </a:cubicBezTo>
                <a:cubicBezTo>
                  <a:pt x="452" y="898"/>
                  <a:pt x="451" y="901"/>
                  <a:pt x="450" y="903"/>
                </a:cubicBezTo>
                <a:cubicBezTo>
                  <a:pt x="454" y="926"/>
                  <a:pt x="448" y="928"/>
                  <a:pt x="454" y="932"/>
                </a:cubicBezTo>
                <a:cubicBezTo>
                  <a:pt x="453" y="980"/>
                  <a:pt x="457" y="993"/>
                  <a:pt x="458" y="1005"/>
                </a:cubicBezTo>
                <a:cubicBezTo>
                  <a:pt x="460" y="1036"/>
                  <a:pt x="452" y="1028"/>
                  <a:pt x="453" y="1021"/>
                </a:cubicBezTo>
                <a:cubicBezTo>
                  <a:pt x="440" y="968"/>
                  <a:pt x="437" y="966"/>
                  <a:pt x="439" y="964"/>
                </a:cubicBezTo>
                <a:cubicBezTo>
                  <a:pt x="438" y="947"/>
                  <a:pt x="437" y="944"/>
                  <a:pt x="437" y="942"/>
                </a:cubicBezTo>
                <a:cubicBezTo>
                  <a:pt x="434" y="894"/>
                  <a:pt x="436" y="890"/>
                  <a:pt x="437" y="885"/>
                </a:cubicBezTo>
                <a:cubicBezTo>
                  <a:pt x="442" y="839"/>
                  <a:pt x="439" y="834"/>
                  <a:pt x="440" y="830"/>
                </a:cubicBezTo>
                <a:cubicBezTo>
                  <a:pt x="450" y="793"/>
                  <a:pt x="446" y="783"/>
                  <a:pt x="451" y="774"/>
                </a:cubicBezTo>
                <a:cubicBezTo>
                  <a:pt x="454" y="744"/>
                  <a:pt x="457" y="742"/>
                  <a:pt x="457" y="740"/>
                </a:cubicBezTo>
                <a:cubicBezTo>
                  <a:pt x="463" y="717"/>
                  <a:pt x="463" y="715"/>
                  <a:pt x="464" y="713"/>
                </a:cubicBezTo>
                <a:cubicBezTo>
                  <a:pt x="468" y="697"/>
                  <a:pt x="463" y="694"/>
                  <a:pt x="468" y="692"/>
                </a:cubicBezTo>
                <a:cubicBezTo>
                  <a:pt x="474" y="647"/>
                  <a:pt x="473" y="645"/>
                  <a:pt x="473" y="643"/>
                </a:cubicBezTo>
                <a:cubicBezTo>
                  <a:pt x="475" y="617"/>
                  <a:pt x="478" y="612"/>
                  <a:pt x="474" y="607"/>
                </a:cubicBezTo>
                <a:cubicBezTo>
                  <a:pt x="467" y="544"/>
                  <a:pt x="471" y="539"/>
                  <a:pt x="465" y="538"/>
                </a:cubicBezTo>
                <a:cubicBezTo>
                  <a:pt x="461" y="511"/>
                  <a:pt x="460" y="507"/>
                  <a:pt x="462" y="503"/>
                </a:cubicBezTo>
                <a:cubicBezTo>
                  <a:pt x="457" y="538"/>
                  <a:pt x="470" y="546"/>
                  <a:pt x="465" y="552"/>
                </a:cubicBezTo>
                <a:cubicBezTo>
                  <a:pt x="470" y="582"/>
                  <a:pt x="469" y="588"/>
                  <a:pt x="468" y="595"/>
                </a:cubicBezTo>
                <a:cubicBezTo>
                  <a:pt x="465" y="622"/>
                  <a:pt x="467" y="628"/>
                  <a:pt x="467" y="634"/>
                </a:cubicBezTo>
                <a:cubicBezTo>
                  <a:pt x="460" y="664"/>
                  <a:pt x="461" y="676"/>
                  <a:pt x="459" y="687"/>
                </a:cubicBezTo>
                <a:cubicBezTo>
                  <a:pt x="444" y="731"/>
                  <a:pt x="452" y="736"/>
                  <a:pt x="447" y="739"/>
                </a:cubicBezTo>
                <a:cubicBezTo>
                  <a:pt x="444" y="764"/>
                  <a:pt x="442" y="767"/>
                  <a:pt x="441" y="770"/>
                </a:cubicBezTo>
                <a:cubicBezTo>
                  <a:pt x="433" y="806"/>
                  <a:pt x="437" y="810"/>
                  <a:pt x="433" y="813"/>
                </a:cubicBezTo>
                <a:cubicBezTo>
                  <a:pt x="430" y="841"/>
                  <a:pt x="429" y="849"/>
                  <a:pt x="426" y="855"/>
                </a:cubicBezTo>
                <a:cubicBezTo>
                  <a:pt x="427" y="895"/>
                  <a:pt x="426" y="897"/>
                  <a:pt x="425" y="899"/>
                </a:cubicBezTo>
                <a:cubicBezTo>
                  <a:pt x="422" y="888"/>
                  <a:pt x="419" y="883"/>
                  <a:pt x="419" y="879"/>
                </a:cubicBezTo>
                <a:cubicBezTo>
                  <a:pt x="422" y="840"/>
                  <a:pt x="418" y="835"/>
                  <a:pt x="419" y="831"/>
                </a:cubicBezTo>
                <a:cubicBezTo>
                  <a:pt x="420" y="773"/>
                  <a:pt x="425" y="741"/>
                  <a:pt x="432" y="709"/>
                </a:cubicBezTo>
                <a:cubicBezTo>
                  <a:pt x="433" y="669"/>
                  <a:pt x="436" y="665"/>
                  <a:pt x="432" y="661"/>
                </a:cubicBezTo>
                <a:cubicBezTo>
                  <a:pt x="438" y="624"/>
                  <a:pt x="435" y="620"/>
                  <a:pt x="438" y="617"/>
                </a:cubicBezTo>
                <a:cubicBezTo>
                  <a:pt x="438" y="601"/>
                  <a:pt x="437" y="597"/>
                  <a:pt x="437" y="593"/>
                </a:cubicBezTo>
                <a:cubicBezTo>
                  <a:pt x="433" y="602"/>
                  <a:pt x="434" y="608"/>
                  <a:pt x="433" y="613"/>
                </a:cubicBezTo>
                <a:cubicBezTo>
                  <a:pt x="423" y="677"/>
                  <a:pt x="424" y="683"/>
                  <a:pt x="425" y="688"/>
                </a:cubicBezTo>
                <a:cubicBezTo>
                  <a:pt x="418" y="711"/>
                  <a:pt x="423" y="715"/>
                  <a:pt x="418" y="717"/>
                </a:cubicBezTo>
                <a:cubicBezTo>
                  <a:pt x="411" y="765"/>
                  <a:pt x="414" y="768"/>
                  <a:pt x="414" y="771"/>
                </a:cubicBezTo>
                <a:cubicBezTo>
                  <a:pt x="415" y="805"/>
                  <a:pt x="408" y="814"/>
                  <a:pt x="413" y="825"/>
                </a:cubicBezTo>
                <a:cubicBezTo>
                  <a:pt x="409" y="843"/>
                  <a:pt x="411" y="847"/>
                  <a:pt x="408" y="852"/>
                </a:cubicBezTo>
                <a:cubicBezTo>
                  <a:pt x="413" y="907"/>
                  <a:pt x="416" y="911"/>
                  <a:pt x="415" y="915"/>
                </a:cubicBezTo>
                <a:cubicBezTo>
                  <a:pt x="424" y="956"/>
                  <a:pt x="423" y="963"/>
                  <a:pt x="426" y="971"/>
                </a:cubicBezTo>
                <a:cubicBezTo>
                  <a:pt x="422" y="973"/>
                  <a:pt x="413" y="966"/>
                  <a:pt x="416" y="962"/>
                </a:cubicBezTo>
                <a:cubicBezTo>
                  <a:pt x="398" y="901"/>
                  <a:pt x="390" y="896"/>
                  <a:pt x="397" y="893"/>
                </a:cubicBezTo>
                <a:cubicBezTo>
                  <a:pt x="393" y="859"/>
                  <a:pt x="388" y="854"/>
                  <a:pt x="387" y="849"/>
                </a:cubicBezTo>
                <a:cubicBezTo>
                  <a:pt x="388" y="825"/>
                  <a:pt x="387" y="822"/>
                  <a:pt x="387" y="819"/>
                </a:cubicBezTo>
                <a:cubicBezTo>
                  <a:pt x="387" y="781"/>
                  <a:pt x="387" y="778"/>
                  <a:pt x="385" y="775"/>
                </a:cubicBezTo>
                <a:cubicBezTo>
                  <a:pt x="385" y="740"/>
                  <a:pt x="388" y="735"/>
                  <a:pt x="388" y="730"/>
                </a:cubicBezTo>
                <a:cubicBezTo>
                  <a:pt x="396" y="683"/>
                  <a:pt x="389" y="676"/>
                  <a:pt x="394" y="672"/>
                </a:cubicBezTo>
                <a:cubicBezTo>
                  <a:pt x="397" y="622"/>
                  <a:pt x="400" y="617"/>
                  <a:pt x="397" y="611"/>
                </a:cubicBezTo>
                <a:cubicBezTo>
                  <a:pt x="404" y="586"/>
                  <a:pt x="406" y="584"/>
                  <a:pt x="405" y="581"/>
                </a:cubicBezTo>
                <a:cubicBezTo>
                  <a:pt x="415" y="540"/>
                  <a:pt x="413" y="537"/>
                  <a:pt x="414" y="535"/>
                </a:cubicBezTo>
                <a:cubicBezTo>
                  <a:pt x="414" y="477"/>
                  <a:pt x="420" y="468"/>
                  <a:pt x="416" y="458"/>
                </a:cubicBezTo>
                <a:cubicBezTo>
                  <a:pt x="412" y="435"/>
                  <a:pt x="414" y="431"/>
                  <a:pt x="411" y="432"/>
                </a:cubicBezTo>
                <a:cubicBezTo>
                  <a:pt x="412" y="490"/>
                  <a:pt x="409" y="495"/>
                  <a:pt x="411" y="500"/>
                </a:cubicBezTo>
                <a:cubicBezTo>
                  <a:pt x="408" y="524"/>
                  <a:pt x="408" y="526"/>
                  <a:pt x="408" y="529"/>
                </a:cubicBezTo>
                <a:cubicBezTo>
                  <a:pt x="405" y="563"/>
                  <a:pt x="397" y="567"/>
                  <a:pt x="402" y="573"/>
                </a:cubicBezTo>
                <a:cubicBezTo>
                  <a:pt x="394" y="607"/>
                  <a:pt x="390" y="612"/>
                  <a:pt x="391" y="618"/>
                </a:cubicBezTo>
                <a:cubicBezTo>
                  <a:pt x="389" y="640"/>
                  <a:pt x="389" y="643"/>
                  <a:pt x="389" y="646"/>
                </a:cubicBezTo>
                <a:cubicBezTo>
                  <a:pt x="386" y="667"/>
                  <a:pt x="380" y="670"/>
                  <a:pt x="385" y="673"/>
                </a:cubicBezTo>
                <a:cubicBezTo>
                  <a:pt x="376" y="720"/>
                  <a:pt x="380" y="734"/>
                  <a:pt x="377" y="746"/>
                </a:cubicBezTo>
                <a:cubicBezTo>
                  <a:pt x="382" y="786"/>
                  <a:pt x="376" y="788"/>
                  <a:pt x="378" y="791"/>
                </a:cubicBezTo>
                <a:cubicBezTo>
                  <a:pt x="372" y="812"/>
                  <a:pt x="384" y="817"/>
                  <a:pt x="379" y="819"/>
                </a:cubicBezTo>
                <a:cubicBezTo>
                  <a:pt x="384" y="878"/>
                  <a:pt x="385" y="881"/>
                  <a:pt x="382" y="884"/>
                </a:cubicBezTo>
                <a:cubicBezTo>
                  <a:pt x="375" y="870"/>
                  <a:pt x="378" y="866"/>
                  <a:pt x="377" y="861"/>
                </a:cubicBezTo>
                <a:cubicBezTo>
                  <a:pt x="373" y="822"/>
                  <a:pt x="370" y="812"/>
                  <a:pt x="373" y="803"/>
                </a:cubicBezTo>
                <a:cubicBezTo>
                  <a:pt x="369" y="752"/>
                  <a:pt x="366" y="739"/>
                  <a:pt x="370" y="727"/>
                </a:cubicBezTo>
                <a:cubicBezTo>
                  <a:pt x="374" y="678"/>
                  <a:pt x="368" y="674"/>
                  <a:pt x="373" y="671"/>
                </a:cubicBezTo>
                <a:cubicBezTo>
                  <a:pt x="375" y="650"/>
                  <a:pt x="376" y="644"/>
                  <a:pt x="375" y="637"/>
                </a:cubicBezTo>
                <a:cubicBezTo>
                  <a:pt x="385" y="618"/>
                  <a:pt x="376" y="613"/>
                  <a:pt x="383" y="611"/>
                </a:cubicBezTo>
                <a:cubicBezTo>
                  <a:pt x="392" y="583"/>
                  <a:pt x="382" y="577"/>
                  <a:pt x="389" y="574"/>
                </a:cubicBezTo>
                <a:cubicBezTo>
                  <a:pt x="394" y="539"/>
                  <a:pt x="393" y="537"/>
                  <a:pt x="394" y="536"/>
                </a:cubicBezTo>
                <a:cubicBezTo>
                  <a:pt x="399" y="513"/>
                  <a:pt x="397" y="506"/>
                  <a:pt x="397" y="499"/>
                </a:cubicBezTo>
                <a:cubicBezTo>
                  <a:pt x="395" y="482"/>
                  <a:pt x="393" y="485"/>
                  <a:pt x="394" y="487"/>
                </a:cubicBezTo>
                <a:cubicBezTo>
                  <a:pt x="386" y="537"/>
                  <a:pt x="387" y="542"/>
                  <a:pt x="386" y="547"/>
                </a:cubicBezTo>
                <a:cubicBezTo>
                  <a:pt x="384" y="570"/>
                  <a:pt x="381" y="575"/>
                  <a:pt x="380" y="580"/>
                </a:cubicBezTo>
                <a:cubicBezTo>
                  <a:pt x="374" y="608"/>
                  <a:pt x="372" y="618"/>
                  <a:pt x="369" y="629"/>
                </a:cubicBezTo>
                <a:cubicBezTo>
                  <a:pt x="362" y="701"/>
                  <a:pt x="362" y="711"/>
                  <a:pt x="360" y="721"/>
                </a:cubicBezTo>
                <a:cubicBezTo>
                  <a:pt x="357" y="790"/>
                  <a:pt x="360" y="800"/>
                  <a:pt x="362" y="810"/>
                </a:cubicBezTo>
                <a:cubicBezTo>
                  <a:pt x="364" y="835"/>
                  <a:pt x="365" y="838"/>
                  <a:pt x="365" y="840"/>
                </a:cubicBezTo>
                <a:cubicBezTo>
                  <a:pt x="372" y="877"/>
                  <a:pt x="366" y="881"/>
                  <a:pt x="371" y="887"/>
                </a:cubicBezTo>
                <a:cubicBezTo>
                  <a:pt x="360" y="876"/>
                  <a:pt x="349" y="866"/>
                  <a:pt x="352" y="857"/>
                </a:cubicBezTo>
                <a:cubicBezTo>
                  <a:pt x="349" y="832"/>
                  <a:pt x="341" y="829"/>
                  <a:pt x="344" y="823"/>
                </a:cubicBezTo>
                <a:cubicBezTo>
                  <a:pt x="342" y="804"/>
                  <a:pt x="343" y="799"/>
                  <a:pt x="340" y="794"/>
                </a:cubicBezTo>
                <a:cubicBezTo>
                  <a:pt x="344" y="767"/>
                  <a:pt x="335" y="758"/>
                  <a:pt x="342" y="752"/>
                </a:cubicBezTo>
                <a:cubicBezTo>
                  <a:pt x="344" y="689"/>
                  <a:pt x="344" y="687"/>
                  <a:pt x="342" y="685"/>
                </a:cubicBezTo>
                <a:cubicBezTo>
                  <a:pt x="346" y="665"/>
                  <a:pt x="346" y="662"/>
                  <a:pt x="348" y="659"/>
                </a:cubicBezTo>
                <a:cubicBezTo>
                  <a:pt x="351" y="634"/>
                  <a:pt x="353" y="631"/>
                  <a:pt x="358" y="628"/>
                </a:cubicBezTo>
                <a:cubicBezTo>
                  <a:pt x="364" y="573"/>
                  <a:pt x="367" y="568"/>
                  <a:pt x="364" y="562"/>
                </a:cubicBezTo>
                <a:cubicBezTo>
                  <a:pt x="375" y="527"/>
                  <a:pt x="370" y="521"/>
                  <a:pt x="375" y="517"/>
                </a:cubicBezTo>
                <a:cubicBezTo>
                  <a:pt x="381" y="476"/>
                  <a:pt x="381" y="466"/>
                  <a:pt x="382" y="456"/>
                </a:cubicBezTo>
                <a:cubicBezTo>
                  <a:pt x="383" y="391"/>
                  <a:pt x="380" y="388"/>
                  <a:pt x="380" y="385"/>
                </a:cubicBezTo>
                <a:cubicBezTo>
                  <a:pt x="380" y="365"/>
                  <a:pt x="378" y="363"/>
                  <a:pt x="375" y="362"/>
                </a:cubicBezTo>
                <a:cubicBezTo>
                  <a:pt x="377" y="320"/>
                  <a:pt x="375" y="314"/>
                  <a:pt x="376" y="308"/>
                </a:cubicBezTo>
                <a:cubicBezTo>
                  <a:pt x="366" y="262"/>
                  <a:pt x="371" y="257"/>
                  <a:pt x="364" y="249"/>
                </a:cubicBezTo>
                <a:cubicBezTo>
                  <a:pt x="357" y="219"/>
                  <a:pt x="350" y="209"/>
                  <a:pt x="348" y="212"/>
                </a:cubicBezTo>
                <a:cubicBezTo>
                  <a:pt x="361" y="263"/>
                  <a:pt x="365" y="271"/>
                  <a:pt x="365" y="278"/>
                </a:cubicBezTo>
                <a:cubicBezTo>
                  <a:pt x="373" y="347"/>
                  <a:pt x="367" y="353"/>
                  <a:pt x="370" y="360"/>
                </a:cubicBezTo>
                <a:cubicBezTo>
                  <a:pt x="368" y="383"/>
                  <a:pt x="362" y="385"/>
                  <a:pt x="367" y="389"/>
                </a:cubicBezTo>
                <a:cubicBezTo>
                  <a:pt x="359" y="426"/>
                  <a:pt x="354" y="432"/>
                  <a:pt x="354" y="438"/>
                </a:cubicBezTo>
                <a:cubicBezTo>
                  <a:pt x="346" y="471"/>
                  <a:pt x="341" y="484"/>
                  <a:pt x="339" y="497"/>
                </a:cubicBezTo>
                <a:cubicBezTo>
                  <a:pt x="329" y="543"/>
                  <a:pt x="322" y="548"/>
                  <a:pt x="325" y="556"/>
                </a:cubicBezTo>
                <a:cubicBezTo>
                  <a:pt x="320" y="592"/>
                  <a:pt x="315" y="606"/>
                  <a:pt x="315" y="621"/>
                </a:cubicBezTo>
                <a:cubicBezTo>
                  <a:pt x="312" y="648"/>
                  <a:pt x="309" y="651"/>
                  <a:pt x="313" y="655"/>
                </a:cubicBezTo>
                <a:cubicBezTo>
                  <a:pt x="309" y="675"/>
                  <a:pt x="311" y="683"/>
                  <a:pt x="309" y="690"/>
                </a:cubicBezTo>
                <a:cubicBezTo>
                  <a:pt x="304" y="717"/>
                  <a:pt x="313" y="722"/>
                  <a:pt x="306" y="724"/>
                </a:cubicBezTo>
                <a:cubicBezTo>
                  <a:pt x="307" y="752"/>
                  <a:pt x="314" y="757"/>
                  <a:pt x="308" y="761"/>
                </a:cubicBezTo>
                <a:cubicBezTo>
                  <a:pt x="301" y="681"/>
                  <a:pt x="302" y="674"/>
                  <a:pt x="300" y="667"/>
                </a:cubicBezTo>
                <a:cubicBezTo>
                  <a:pt x="303" y="622"/>
                  <a:pt x="302" y="618"/>
                  <a:pt x="306" y="615"/>
                </a:cubicBezTo>
                <a:cubicBezTo>
                  <a:pt x="315" y="560"/>
                  <a:pt x="315" y="557"/>
                  <a:pt x="316" y="554"/>
                </a:cubicBezTo>
                <a:cubicBezTo>
                  <a:pt x="318" y="529"/>
                  <a:pt x="325" y="526"/>
                  <a:pt x="320" y="522"/>
                </a:cubicBezTo>
                <a:cubicBezTo>
                  <a:pt x="330" y="478"/>
                  <a:pt x="331" y="475"/>
                  <a:pt x="333" y="472"/>
                </a:cubicBezTo>
                <a:cubicBezTo>
                  <a:pt x="334" y="447"/>
                  <a:pt x="338" y="444"/>
                  <a:pt x="339" y="441"/>
                </a:cubicBezTo>
                <a:cubicBezTo>
                  <a:pt x="341" y="417"/>
                  <a:pt x="344" y="414"/>
                  <a:pt x="342" y="410"/>
                </a:cubicBezTo>
                <a:cubicBezTo>
                  <a:pt x="343" y="371"/>
                  <a:pt x="341" y="364"/>
                  <a:pt x="344" y="357"/>
                </a:cubicBezTo>
                <a:cubicBezTo>
                  <a:pt x="331" y="289"/>
                  <a:pt x="326" y="279"/>
                  <a:pt x="324" y="269"/>
                </a:cubicBezTo>
                <a:cubicBezTo>
                  <a:pt x="317" y="254"/>
                  <a:pt x="314" y="265"/>
                  <a:pt x="322" y="277"/>
                </a:cubicBezTo>
                <a:cubicBezTo>
                  <a:pt x="324" y="297"/>
                  <a:pt x="329" y="300"/>
                  <a:pt x="327" y="303"/>
                </a:cubicBezTo>
                <a:cubicBezTo>
                  <a:pt x="335" y="347"/>
                  <a:pt x="336" y="355"/>
                  <a:pt x="335" y="363"/>
                </a:cubicBezTo>
                <a:cubicBezTo>
                  <a:pt x="329" y="420"/>
                  <a:pt x="334" y="428"/>
                  <a:pt x="330" y="434"/>
                </a:cubicBezTo>
                <a:cubicBezTo>
                  <a:pt x="324" y="463"/>
                  <a:pt x="322" y="470"/>
                  <a:pt x="322" y="477"/>
                </a:cubicBezTo>
                <a:cubicBezTo>
                  <a:pt x="311" y="526"/>
                  <a:pt x="312" y="534"/>
                  <a:pt x="309" y="540"/>
                </a:cubicBezTo>
                <a:cubicBezTo>
                  <a:pt x="295" y="624"/>
                  <a:pt x="294" y="627"/>
                  <a:pt x="292" y="630"/>
                </a:cubicBezTo>
                <a:cubicBezTo>
                  <a:pt x="291" y="652"/>
                  <a:pt x="292" y="656"/>
                  <a:pt x="292" y="659"/>
                </a:cubicBezTo>
                <a:cubicBezTo>
                  <a:pt x="292" y="705"/>
                  <a:pt x="293" y="711"/>
                  <a:pt x="293" y="717"/>
                </a:cubicBezTo>
                <a:cubicBezTo>
                  <a:pt x="293" y="733"/>
                  <a:pt x="294" y="736"/>
                  <a:pt x="292" y="734"/>
                </a:cubicBezTo>
                <a:cubicBezTo>
                  <a:pt x="289" y="694"/>
                  <a:pt x="277" y="695"/>
                  <a:pt x="284" y="689"/>
                </a:cubicBezTo>
                <a:cubicBezTo>
                  <a:pt x="283" y="634"/>
                  <a:pt x="284" y="631"/>
                  <a:pt x="283" y="628"/>
                </a:cubicBezTo>
                <a:cubicBezTo>
                  <a:pt x="285" y="596"/>
                  <a:pt x="290" y="592"/>
                  <a:pt x="288" y="587"/>
                </a:cubicBezTo>
                <a:cubicBezTo>
                  <a:pt x="296" y="555"/>
                  <a:pt x="294" y="550"/>
                  <a:pt x="297" y="546"/>
                </a:cubicBezTo>
                <a:cubicBezTo>
                  <a:pt x="302" y="524"/>
                  <a:pt x="300" y="521"/>
                  <a:pt x="301" y="519"/>
                </a:cubicBezTo>
                <a:cubicBezTo>
                  <a:pt x="305" y="475"/>
                  <a:pt x="304" y="473"/>
                  <a:pt x="308" y="471"/>
                </a:cubicBezTo>
                <a:cubicBezTo>
                  <a:pt x="306" y="439"/>
                  <a:pt x="313" y="430"/>
                  <a:pt x="309" y="420"/>
                </a:cubicBezTo>
                <a:cubicBezTo>
                  <a:pt x="312" y="383"/>
                  <a:pt x="309" y="373"/>
                  <a:pt x="312" y="364"/>
                </a:cubicBezTo>
                <a:cubicBezTo>
                  <a:pt x="304" y="330"/>
                  <a:pt x="309" y="326"/>
                  <a:pt x="305" y="321"/>
                </a:cubicBezTo>
                <a:cubicBezTo>
                  <a:pt x="294" y="266"/>
                  <a:pt x="291" y="256"/>
                  <a:pt x="286" y="246"/>
                </a:cubicBezTo>
                <a:cubicBezTo>
                  <a:pt x="272" y="214"/>
                  <a:pt x="274" y="209"/>
                  <a:pt x="270" y="204"/>
                </a:cubicBezTo>
                <a:cubicBezTo>
                  <a:pt x="263" y="201"/>
                  <a:pt x="269" y="213"/>
                  <a:pt x="274" y="225"/>
                </a:cubicBezTo>
                <a:cubicBezTo>
                  <a:pt x="284" y="267"/>
                  <a:pt x="290" y="274"/>
                  <a:pt x="291" y="279"/>
                </a:cubicBezTo>
                <a:cubicBezTo>
                  <a:pt x="298" y="309"/>
                  <a:pt x="296" y="320"/>
                  <a:pt x="303" y="333"/>
                </a:cubicBezTo>
                <a:cubicBezTo>
                  <a:pt x="301" y="383"/>
                  <a:pt x="302" y="396"/>
                  <a:pt x="301" y="409"/>
                </a:cubicBezTo>
                <a:cubicBezTo>
                  <a:pt x="298" y="441"/>
                  <a:pt x="299" y="444"/>
                  <a:pt x="299" y="448"/>
                </a:cubicBezTo>
                <a:cubicBezTo>
                  <a:pt x="292" y="469"/>
                  <a:pt x="302" y="474"/>
                  <a:pt x="295" y="475"/>
                </a:cubicBezTo>
                <a:cubicBezTo>
                  <a:pt x="282" y="575"/>
                  <a:pt x="277" y="588"/>
                  <a:pt x="277" y="601"/>
                </a:cubicBezTo>
                <a:cubicBezTo>
                  <a:pt x="270" y="621"/>
                  <a:pt x="277" y="626"/>
                  <a:pt x="272" y="628"/>
                </a:cubicBezTo>
                <a:cubicBezTo>
                  <a:pt x="265" y="615"/>
                  <a:pt x="270" y="596"/>
                  <a:pt x="270" y="576"/>
                </a:cubicBezTo>
                <a:cubicBezTo>
                  <a:pt x="279" y="502"/>
                  <a:pt x="277" y="498"/>
                  <a:pt x="277" y="496"/>
                </a:cubicBezTo>
                <a:cubicBezTo>
                  <a:pt x="279" y="469"/>
                  <a:pt x="282" y="464"/>
                  <a:pt x="280" y="459"/>
                </a:cubicBezTo>
                <a:cubicBezTo>
                  <a:pt x="285" y="425"/>
                  <a:pt x="282" y="419"/>
                  <a:pt x="283" y="414"/>
                </a:cubicBezTo>
                <a:cubicBezTo>
                  <a:pt x="284" y="394"/>
                  <a:pt x="281" y="389"/>
                  <a:pt x="283" y="384"/>
                </a:cubicBezTo>
                <a:cubicBezTo>
                  <a:pt x="276" y="328"/>
                  <a:pt x="271" y="317"/>
                  <a:pt x="271" y="307"/>
                </a:cubicBezTo>
                <a:cubicBezTo>
                  <a:pt x="257" y="256"/>
                  <a:pt x="255" y="250"/>
                  <a:pt x="254" y="245"/>
                </a:cubicBezTo>
                <a:cubicBezTo>
                  <a:pt x="220" y="175"/>
                  <a:pt x="210" y="168"/>
                  <a:pt x="208" y="162"/>
                </a:cubicBezTo>
                <a:cubicBezTo>
                  <a:pt x="233" y="223"/>
                  <a:pt x="239" y="222"/>
                  <a:pt x="237" y="225"/>
                </a:cubicBezTo>
                <a:cubicBezTo>
                  <a:pt x="254" y="264"/>
                  <a:pt x="253" y="276"/>
                  <a:pt x="260" y="288"/>
                </a:cubicBezTo>
                <a:cubicBezTo>
                  <a:pt x="264" y="326"/>
                  <a:pt x="267" y="331"/>
                  <a:pt x="267" y="335"/>
                </a:cubicBezTo>
                <a:cubicBezTo>
                  <a:pt x="272" y="407"/>
                  <a:pt x="275" y="411"/>
                  <a:pt x="272" y="414"/>
                </a:cubicBezTo>
                <a:cubicBezTo>
                  <a:pt x="276" y="454"/>
                  <a:pt x="267" y="456"/>
                  <a:pt x="271" y="460"/>
                </a:cubicBezTo>
                <a:cubicBezTo>
                  <a:pt x="270" y="503"/>
                  <a:pt x="264" y="509"/>
                  <a:pt x="266" y="517"/>
                </a:cubicBezTo>
                <a:cubicBezTo>
                  <a:pt x="257" y="543"/>
                  <a:pt x="265" y="548"/>
                  <a:pt x="260" y="551"/>
                </a:cubicBezTo>
                <a:cubicBezTo>
                  <a:pt x="259" y="593"/>
                  <a:pt x="259" y="601"/>
                  <a:pt x="258" y="608"/>
                </a:cubicBezTo>
                <a:cubicBezTo>
                  <a:pt x="259" y="636"/>
                  <a:pt x="262" y="640"/>
                  <a:pt x="259" y="643"/>
                </a:cubicBezTo>
                <a:cubicBezTo>
                  <a:pt x="249" y="634"/>
                  <a:pt x="251" y="618"/>
                  <a:pt x="247" y="600"/>
                </a:cubicBezTo>
                <a:cubicBezTo>
                  <a:pt x="240" y="541"/>
                  <a:pt x="241" y="533"/>
                  <a:pt x="241" y="524"/>
                </a:cubicBezTo>
                <a:cubicBezTo>
                  <a:pt x="248" y="492"/>
                  <a:pt x="240" y="482"/>
                  <a:pt x="246" y="475"/>
                </a:cubicBezTo>
                <a:cubicBezTo>
                  <a:pt x="244" y="453"/>
                  <a:pt x="250" y="452"/>
                  <a:pt x="246" y="448"/>
                </a:cubicBezTo>
                <a:cubicBezTo>
                  <a:pt x="247" y="407"/>
                  <a:pt x="254" y="404"/>
                  <a:pt x="251" y="399"/>
                </a:cubicBezTo>
                <a:cubicBezTo>
                  <a:pt x="254" y="383"/>
                  <a:pt x="250" y="378"/>
                  <a:pt x="252" y="374"/>
                </a:cubicBezTo>
                <a:cubicBezTo>
                  <a:pt x="251" y="314"/>
                  <a:pt x="248" y="306"/>
                  <a:pt x="251" y="298"/>
                </a:cubicBezTo>
                <a:cubicBezTo>
                  <a:pt x="240" y="257"/>
                  <a:pt x="233" y="260"/>
                  <a:pt x="238" y="264"/>
                </a:cubicBezTo>
                <a:cubicBezTo>
                  <a:pt x="247" y="313"/>
                  <a:pt x="244" y="319"/>
                  <a:pt x="248" y="327"/>
                </a:cubicBezTo>
                <a:cubicBezTo>
                  <a:pt x="248" y="356"/>
                  <a:pt x="242" y="359"/>
                  <a:pt x="245" y="364"/>
                </a:cubicBezTo>
                <a:cubicBezTo>
                  <a:pt x="241" y="405"/>
                  <a:pt x="239" y="409"/>
                  <a:pt x="242" y="414"/>
                </a:cubicBezTo>
                <a:cubicBezTo>
                  <a:pt x="239" y="435"/>
                  <a:pt x="240" y="438"/>
                  <a:pt x="240" y="440"/>
                </a:cubicBezTo>
                <a:cubicBezTo>
                  <a:pt x="236" y="486"/>
                  <a:pt x="234" y="494"/>
                  <a:pt x="234" y="503"/>
                </a:cubicBezTo>
                <a:cubicBezTo>
                  <a:pt x="231" y="524"/>
                  <a:pt x="232" y="526"/>
                  <a:pt x="231" y="529"/>
                </a:cubicBezTo>
                <a:cubicBezTo>
                  <a:pt x="230" y="471"/>
                  <a:pt x="222" y="464"/>
                  <a:pt x="227" y="459"/>
                </a:cubicBezTo>
                <a:cubicBezTo>
                  <a:pt x="228" y="431"/>
                  <a:pt x="222" y="427"/>
                  <a:pt x="226" y="425"/>
                </a:cubicBezTo>
                <a:cubicBezTo>
                  <a:pt x="227" y="372"/>
                  <a:pt x="228" y="367"/>
                  <a:pt x="225" y="362"/>
                </a:cubicBezTo>
                <a:cubicBezTo>
                  <a:pt x="226" y="313"/>
                  <a:pt x="223" y="308"/>
                  <a:pt x="225" y="303"/>
                </a:cubicBezTo>
                <a:cubicBezTo>
                  <a:pt x="215" y="226"/>
                  <a:pt x="202" y="221"/>
                  <a:pt x="208" y="219"/>
                </a:cubicBezTo>
                <a:cubicBezTo>
                  <a:pt x="202" y="192"/>
                  <a:pt x="193" y="187"/>
                  <a:pt x="197" y="184"/>
                </a:cubicBezTo>
                <a:cubicBezTo>
                  <a:pt x="159" y="111"/>
                  <a:pt x="161" y="108"/>
                  <a:pt x="158" y="104"/>
                </a:cubicBezTo>
                <a:cubicBezTo>
                  <a:pt x="162" y="120"/>
                  <a:pt x="165" y="126"/>
                  <a:pt x="165" y="132"/>
                </a:cubicBezTo>
                <a:cubicBezTo>
                  <a:pt x="195" y="203"/>
                  <a:pt x="200" y="209"/>
                  <a:pt x="199" y="214"/>
                </a:cubicBezTo>
                <a:cubicBezTo>
                  <a:pt x="212" y="270"/>
                  <a:pt x="215" y="275"/>
                  <a:pt x="215" y="281"/>
                </a:cubicBezTo>
                <a:cubicBezTo>
                  <a:pt x="212" y="317"/>
                  <a:pt x="220" y="324"/>
                  <a:pt x="217" y="330"/>
                </a:cubicBezTo>
                <a:cubicBezTo>
                  <a:pt x="219" y="372"/>
                  <a:pt x="217" y="383"/>
                  <a:pt x="215" y="393"/>
                </a:cubicBezTo>
                <a:cubicBezTo>
                  <a:pt x="221" y="422"/>
                  <a:pt x="210" y="424"/>
                  <a:pt x="216" y="429"/>
                </a:cubicBezTo>
                <a:cubicBezTo>
                  <a:pt x="216" y="474"/>
                  <a:pt x="220" y="483"/>
                  <a:pt x="217" y="491"/>
                </a:cubicBezTo>
                <a:cubicBezTo>
                  <a:pt x="226" y="548"/>
                  <a:pt x="218" y="555"/>
                  <a:pt x="224" y="564"/>
                </a:cubicBezTo>
                <a:cubicBezTo>
                  <a:pt x="214" y="556"/>
                  <a:pt x="221" y="553"/>
                  <a:pt x="218" y="549"/>
                </a:cubicBezTo>
                <a:cubicBezTo>
                  <a:pt x="213" y="498"/>
                  <a:pt x="206" y="488"/>
                  <a:pt x="209" y="480"/>
                </a:cubicBezTo>
                <a:cubicBezTo>
                  <a:pt x="200" y="416"/>
                  <a:pt x="200" y="407"/>
                  <a:pt x="200" y="399"/>
                </a:cubicBezTo>
                <a:cubicBezTo>
                  <a:pt x="200" y="341"/>
                  <a:pt x="197" y="337"/>
                  <a:pt x="198" y="333"/>
                </a:cubicBezTo>
                <a:cubicBezTo>
                  <a:pt x="199" y="312"/>
                  <a:pt x="203" y="310"/>
                  <a:pt x="198" y="306"/>
                </a:cubicBezTo>
                <a:cubicBezTo>
                  <a:pt x="198" y="275"/>
                  <a:pt x="194" y="269"/>
                  <a:pt x="195" y="265"/>
                </a:cubicBezTo>
                <a:cubicBezTo>
                  <a:pt x="175" y="191"/>
                  <a:pt x="172" y="186"/>
                  <a:pt x="170" y="181"/>
                </a:cubicBezTo>
                <a:cubicBezTo>
                  <a:pt x="122" y="111"/>
                  <a:pt x="132" y="117"/>
                  <a:pt x="134" y="122"/>
                </a:cubicBezTo>
                <a:cubicBezTo>
                  <a:pt x="153" y="151"/>
                  <a:pt x="153" y="155"/>
                  <a:pt x="155" y="160"/>
                </a:cubicBezTo>
                <a:cubicBezTo>
                  <a:pt x="182" y="243"/>
                  <a:pt x="187" y="248"/>
                  <a:pt x="187" y="252"/>
                </a:cubicBezTo>
                <a:cubicBezTo>
                  <a:pt x="190" y="282"/>
                  <a:pt x="193" y="287"/>
                  <a:pt x="190" y="291"/>
                </a:cubicBezTo>
                <a:cubicBezTo>
                  <a:pt x="194" y="347"/>
                  <a:pt x="192" y="351"/>
                  <a:pt x="190" y="355"/>
                </a:cubicBezTo>
                <a:cubicBezTo>
                  <a:pt x="191" y="394"/>
                  <a:pt x="194" y="397"/>
                  <a:pt x="192" y="399"/>
                </a:cubicBezTo>
                <a:cubicBezTo>
                  <a:pt x="193" y="428"/>
                  <a:pt x="194" y="436"/>
                  <a:pt x="195" y="445"/>
                </a:cubicBezTo>
                <a:cubicBezTo>
                  <a:pt x="197" y="504"/>
                  <a:pt x="204" y="514"/>
                  <a:pt x="202" y="522"/>
                </a:cubicBezTo>
                <a:cubicBezTo>
                  <a:pt x="195" y="496"/>
                  <a:pt x="192" y="492"/>
                  <a:pt x="191" y="488"/>
                </a:cubicBezTo>
                <a:cubicBezTo>
                  <a:pt x="182" y="442"/>
                  <a:pt x="186" y="437"/>
                  <a:pt x="185" y="430"/>
                </a:cubicBezTo>
                <a:cubicBezTo>
                  <a:pt x="186" y="370"/>
                  <a:pt x="181" y="363"/>
                  <a:pt x="183" y="357"/>
                </a:cubicBezTo>
                <a:cubicBezTo>
                  <a:pt x="182" y="325"/>
                  <a:pt x="175" y="321"/>
                  <a:pt x="177" y="318"/>
                </a:cubicBezTo>
                <a:cubicBezTo>
                  <a:pt x="173" y="294"/>
                  <a:pt x="175" y="288"/>
                  <a:pt x="172" y="281"/>
                </a:cubicBezTo>
                <a:cubicBezTo>
                  <a:pt x="170" y="250"/>
                  <a:pt x="163" y="245"/>
                  <a:pt x="166" y="243"/>
                </a:cubicBezTo>
                <a:cubicBezTo>
                  <a:pt x="117" y="146"/>
                  <a:pt x="115" y="136"/>
                  <a:pt x="110" y="138"/>
                </a:cubicBezTo>
                <a:cubicBezTo>
                  <a:pt x="158" y="251"/>
                  <a:pt x="166" y="268"/>
                  <a:pt x="163" y="283"/>
                </a:cubicBezTo>
                <a:cubicBezTo>
                  <a:pt x="170" y="315"/>
                  <a:pt x="167" y="323"/>
                  <a:pt x="173" y="332"/>
                </a:cubicBezTo>
                <a:cubicBezTo>
                  <a:pt x="172" y="391"/>
                  <a:pt x="174" y="397"/>
                  <a:pt x="174" y="404"/>
                </a:cubicBezTo>
                <a:cubicBezTo>
                  <a:pt x="174" y="419"/>
                  <a:pt x="175" y="423"/>
                  <a:pt x="172" y="421"/>
                </a:cubicBezTo>
                <a:cubicBezTo>
                  <a:pt x="157" y="335"/>
                  <a:pt x="157" y="325"/>
                  <a:pt x="156" y="322"/>
                </a:cubicBezTo>
                <a:cubicBezTo>
                  <a:pt x="154" y="304"/>
                  <a:pt x="152" y="301"/>
                  <a:pt x="152" y="298"/>
                </a:cubicBezTo>
                <a:cubicBezTo>
                  <a:pt x="121" y="215"/>
                  <a:pt x="124" y="220"/>
                  <a:pt x="126" y="224"/>
                </a:cubicBezTo>
                <a:cubicBezTo>
                  <a:pt x="142" y="278"/>
                  <a:pt x="141" y="294"/>
                  <a:pt x="149" y="312"/>
                </a:cubicBezTo>
                <a:cubicBezTo>
                  <a:pt x="152" y="360"/>
                  <a:pt x="149" y="372"/>
                  <a:pt x="155" y="385"/>
                </a:cubicBezTo>
                <a:cubicBezTo>
                  <a:pt x="164" y="425"/>
                  <a:pt x="163" y="427"/>
                  <a:pt x="166" y="430"/>
                </a:cubicBezTo>
                <a:cubicBezTo>
                  <a:pt x="166" y="449"/>
                  <a:pt x="160" y="441"/>
                  <a:pt x="155" y="433"/>
                </a:cubicBezTo>
                <a:cubicBezTo>
                  <a:pt x="52" y="216"/>
                  <a:pt x="51" y="203"/>
                  <a:pt x="42" y="189"/>
                </a:cubicBezTo>
                <a:cubicBezTo>
                  <a:pt x="33" y="158"/>
                  <a:pt x="33" y="148"/>
                  <a:pt x="29" y="151"/>
                </a:cubicBezTo>
                <a:cubicBezTo>
                  <a:pt x="101" y="327"/>
                  <a:pt x="104" y="346"/>
                  <a:pt x="123" y="370"/>
                </a:cubicBezTo>
                <a:cubicBezTo>
                  <a:pt x="135" y="395"/>
                  <a:pt x="130" y="397"/>
                  <a:pt x="134" y="400"/>
                </a:cubicBezTo>
                <a:cubicBezTo>
                  <a:pt x="148" y="437"/>
                  <a:pt x="157" y="443"/>
                  <a:pt x="154" y="447"/>
                </a:cubicBezTo>
                <a:cubicBezTo>
                  <a:pt x="151" y="451"/>
                  <a:pt x="156" y="444"/>
                  <a:pt x="151" y="447"/>
                </a:cubicBezTo>
                <a:cubicBezTo>
                  <a:pt x="132" y="420"/>
                  <a:pt x="125" y="405"/>
                  <a:pt x="116" y="394"/>
                </a:cubicBezTo>
                <a:cubicBezTo>
                  <a:pt x="47" y="271"/>
                  <a:pt x="45" y="264"/>
                  <a:pt x="39" y="256"/>
                </a:cubicBezTo>
                <a:cubicBezTo>
                  <a:pt x="23" y="217"/>
                  <a:pt x="19" y="203"/>
                  <a:pt x="8" y="187"/>
                </a:cubicBezTo>
                <a:cubicBezTo>
                  <a:pt x="0" y="172"/>
                  <a:pt x="0" y="172"/>
                  <a:pt x="0" y="172"/>
                </a:cubicBezTo>
                <a:cubicBezTo>
                  <a:pt x="13" y="212"/>
                  <a:pt x="18" y="217"/>
                  <a:pt x="17" y="221"/>
                </a:cubicBezTo>
                <a:cubicBezTo>
                  <a:pt x="38" y="262"/>
                  <a:pt x="42" y="277"/>
                  <a:pt x="49" y="292"/>
                </a:cubicBezTo>
                <a:cubicBezTo>
                  <a:pt x="88" y="361"/>
                  <a:pt x="84" y="375"/>
                  <a:pt x="89" y="371"/>
                </a:cubicBezTo>
                <a:cubicBezTo>
                  <a:pt x="157" y="471"/>
                  <a:pt x="164" y="481"/>
                  <a:pt x="172" y="491"/>
                </a:cubicBezTo>
                <a:cubicBezTo>
                  <a:pt x="187" y="517"/>
                  <a:pt x="186" y="518"/>
                  <a:pt x="186" y="518"/>
                </a:cubicBezTo>
                <a:cubicBezTo>
                  <a:pt x="198" y="535"/>
                  <a:pt x="201" y="544"/>
                  <a:pt x="199" y="552"/>
                </a:cubicBezTo>
                <a:cubicBezTo>
                  <a:pt x="156" y="486"/>
                  <a:pt x="141" y="472"/>
                  <a:pt x="130" y="459"/>
                </a:cubicBezTo>
                <a:cubicBezTo>
                  <a:pt x="110" y="430"/>
                  <a:pt x="107" y="427"/>
                  <a:pt x="105" y="423"/>
                </a:cubicBezTo>
                <a:cubicBezTo>
                  <a:pt x="50" y="348"/>
                  <a:pt x="55" y="346"/>
                  <a:pt x="50" y="342"/>
                </a:cubicBezTo>
                <a:cubicBezTo>
                  <a:pt x="3" y="267"/>
                  <a:pt x="5" y="258"/>
                  <a:pt x="0" y="254"/>
                </a:cubicBezTo>
                <a:cubicBezTo>
                  <a:pt x="11" y="297"/>
                  <a:pt x="19" y="301"/>
                  <a:pt x="20" y="304"/>
                </a:cubicBezTo>
                <a:cubicBezTo>
                  <a:pt x="37" y="330"/>
                  <a:pt x="35" y="333"/>
                  <a:pt x="38" y="337"/>
                </a:cubicBezTo>
                <a:cubicBezTo>
                  <a:pt x="94" y="423"/>
                  <a:pt x="98" y="426"/>
                  <a:pt x="101" y="429"/>
                </a:cubicBezTo>
                <a:cubicBezTo>
                  <a:pt x="129" y="469"/>
                  <a:pt x="132" y="472"/>
                  <a:pt x="134" y="475"/>
                </a:cubicBezTo>
                <a:cubicBezTo>
                  <a:pt x="155" y="502"/>
                  <a:pt x="157" y="504"/>
                  <a:pt x="159" y="507"/>
                </a:cubicBezTo>
                <a:cubicBezTo>
                  <a:pt x="167" y="526"/>
                  <a:pt x="176" y="523"/>
                  <a:pt x="172" y="528"/>
                </a:cubicBezTo>
                <a:cubicBezTo>
                  <a:pt x="127" y="476"/>
                  <a:pt x="107" y="458"/>
                  <a:pt x="85" y="432"/>
                </a:cubicBezTo>
                <a:cubicBezTo>
                  <a:pt x="42" y="373"/>
                  <a:pt x="30" y="364"/>
                  <a:pt x="27" y="355"/>
                </a:cubicBezTo>
                <a:cubicBezTo>
                  <a:pt x="0" y="328"/>
                  <a:pt x="0" y="328"/>
                  <a:pt x="0" y="328"/>
                </a:cubicBezTo>
                <a:cubicBezTo>
                  <a:pt x="26" y="363"/>
                  <a:pt x="25" y="368"/>
                  <a:pt x="32" y="373"/>
                </a:cubicBezTo>
                <a:cubicBezTo>
                  <a:pt x="69" y="424"/>
                  <a:pt x="79" y="434"/>
                  <a:pt x="89" y="450"/>
                </a:cubicBezTo>
                <a:cubicBezTo>
                  <a:pt x="187" y="565"/>
                  <a:pt x="194" y="574"/>
                  <a:pt x="200" y="583"/>
                </a:cubicBezTo>
                <a:cubicBezTo>
                  <a:pt x="195" y="580"/>
                  <a:pt x="178" y="573"/>
                  <a:pt x="164" y="552"/>
                </a:cubicBezTo>
                <a:cubicBezTo>
                  <a:pt x="130" y="519"/>
                  <a:pt x="122" y="508"/>
                  <a:pt x="114" y="500"/>
                </a:cubicBezTo>
                <a:cubicBezTo>
                  <a:pt x="18" y="376"/>
                  <a:pt x="19" y="374"/>
                  <a:pt x="16" y="374"/>
                </a:cubicBezTo>
                <a:cubicBezTo>
                  <a:pt x="7" y="360"/>
                  <a:pt x="5" y="354"/>
                  <a:pt x="0" y="347"/>
                </a:cubicBezTo>
                <a:cubicBezTo>
                  <a:pt x="0" y="358"/>
                  <a:pt x="0" y="358"/>
                  <a:pt x="0" y="359"/>
                </a:cubicBezTo>
                <a:cubicBezTo>
                  <a:pt x="16" y="378"/>
                  <a:pt x="13" y="388"/>
                  <a:pt x="20" y="387"/>
                </a:cubicBezTo>
                <a:cubicBezTo>
                  <a:pt x="147" y="544"/>
                  <a:pt x="149" y="552"/>
                  <a:pt x="153" y="555"/>
                </a:cubicBezTo>
                <a:cubicBezTo>
                  <a:pt x="205" y="609"/>
                  <a:pt x="209" y="614"/>
                  <a:pt x="213" y="620"/>
                </a:cubicBezTo>
                <a:cubicBezTo>
                  <a:pt x="248" y="673"/>
                  <a:pt x="250" y="678"/>
                  <a:pt x="249" y="682"/>
                </a:cubicBezTo>
                <a:cubicBezTo>
                  <a:pt x="215" y="648"/>
                  <a:pt x="211" y="642"/>
                  <a:pt x="207" y="642"/>
                </a:cubicBezTo>
                <a:cubicBezTo>
                  <a:pt x="173" y="607"/>
                  <a:pt x="159" y="599"/>
                  <a:pt x="145" y="585"/>
                </a:cubicBezTo>
                <a:cubicBezTo>
                  <a:pt x="89" y="539"/>
                  <a:pt x="87" y="528"/>
                  <a:pt x="82" y="530"/>
                </a:cubicBezTo>
                <a:cubicBezTo>
                  <a:pt x="10" y="445"/>
                  <a:pt x="5" y="438"/>
                  <a:pt x="0" y="430"/>
                </a:cubicBezTo>
                <a:cubicBezTo>
                  <a:pt x="7" y="448"/>
                  <a:pt x="10" y="450"/>
                  <a:pt x="12" y="455"/>
                </a:cubicBezTo>
                <a:cubicBezTo>
                  <a:pt x="63" y="516"/>
                  <a:pt x="68" y="529"/>
                  <a:pt x="76" y="532"/>
                </a:cubicBezTo>
                <a:cubicBezTo>
                  <a:pt x="109" y="563"/>
                  <a:pt x="112" y="569"/>
                  <a:pt x="116" y="574"/>
                </a:cubicBezTo>
                <a:cubicBezTo>
                  <a:pt x="151" y="606"/>
                  <a:pt x="166" y="613"/>
                  <a:pt x="180" y="630"/>
                </a:cubicBezTo>
                <a:cubicBezTo>
                  <a:pt x="239" y="683"/>
                  <a:pt x="241" y="686"/>
                  <a:pt x="243" y="689"/>
                </a:cubicBezTo>
                <a:cubicBezTo>
                  <a:pt x="155" y="616"/>
                  <a:pt x="134" y="603"/>
                  <a:pt x="114" y="586"/>
                </a:cubicBezTo>
                <a:cubicBezTo>
                  <a:pt x="37" y="519"/>
                  <a:pt x="35" y="503"/>
                  <a:pt x="30" y="506"/>
                </a:cubicBezTo>
                <a:cubicBezTo>
                  <a:pt x="76" y="567"/>
                  <a:pt x="91" y="576"/>
                  <a:pt x="105" y="592"/>
                </a:cubicBezTo>
                <a:cubicBezTo>
                  <a:pt x="129" y="611"/>
                  <a:pt x="137" y="616"/>
                  <a:pt x="145" y="622"/>
                </a:cubicBezTo>
                <a:cubicBezTo>
                  <a:pt x="163" y="636"/>
                  <a:pt x="167" y="641"/>
                  <a:pt x="165" y="643"/>
                </a:cubicBezTo>
                <a:cubicBezTo>
                  <a:pt x="119" y="612"/>
                  <a:pt x="116" y="612"/>
                  <a:pt x="114" y="612"/>
                </a:cubicBezTo>
                <a:cubicBezTo>
                  <a:pt x="88" y="593"/>
                  <a:pt x="82" y="591"/>
                  <a:pt x="77" y="587"/>
                </a:cubicBezTo>
                <a:cubicBezTo>
                  <a:pt x="13" y="544"/>
                  <a:pt x="7" y="538"/>
                  <a:pt x="0" y="533"/>
                </a:cubicBezTo>
                <a:cubicBezTo>
                  <a:pt x="17" y="555"/>
                  <a:pt x="24" y="560"/>
                  <a:pt x="31" y="567"/>
                </a:cubicBezTo>
                <a:cubicBezTo>
                  <a:pt x="78" y="600"/>
                  <a:pt x="82" y="597"/>
                  <a:pt x="86" y="603"/>
                </a:cubicBezTo>
                <a:cubicBezTo>
                  <a:pt x="126" y="627"/>
                  <a:pt x="133" y="631"/>
                  <a:pt x="141" y="636"/>
                </a:cubicBezTo>
                <a:cubicBezTo>
                  <a:pt x="168" y="656"/>
                  <a:pt x="171" y="658"/>
                  <a:pt x="173" y="658"/>
                </a:cubicBezTo>
                <a:cubicBezTo>
                  <a:pt x="213" y="686"/>
                  <a:pt x="215" y="691"/>
                  <a:pt x="217" y="694"/>
                </a:cubicBezTo>
                <a:cubicBezTo>
                  <a:pt x="241" y="718"/>
                  <a:pt x="246" y="717"/>
                  <a:pt x="251" y="723"/>
                </a:cubicBezTo>
                <a:cubicBezTo>
                  <a:pt x="272" y="754"/>
                  <a:pt x="281" y="753"/>
                  <a:pt x="277" y="759"/>
                </a:cubicBezTo>
                <a:cubicBezTo>
                  <a:pt x="250" y="738"/>
                  <a:pt x="248" y="731"/>
                  <a:pt x="245" y="733"/>
                </a:cubicBezTo>
                <a:cubicBezTo>
                  <a:pt x="215" y="709"/>
                  <a:pt x="205" y="703"/>
                  <a:pt x="195" y="696"/>
                </a:cubicBezTo>
                <a:cubicBezTo>
                  <a:pt x="156" y="670"/>
                  <a:pt x="145" y="670"/>
                  <a:pt x="135" y="661"/>
                </a:cubicBezTo>
                <a:cubicBezTo>
                  <a:pt x="98" y="642"/>
                  <a:pt x="87" y="639"/>
                  <a:pt x="78" y="630"/>
                </a:cubicBezTo>
                <a:cubicBezTo>
                  <a:pt x="44" y="608"/>
                  <a:pt x="39" y="604"/>
                  <a:pt x="35" y="599"/>
                </a:cubicBezTo>
                <a:cubicBezTo>
                  <a:pt x="64" y="632"/>
                  <a:pt x="77" y="634"/>
                  <a:pt x="88" y="647"/>
                </a:cubicBezTo>
                <a:cubicBezTo>
                  <a:pt x="113" y="663"/>
                  <a:pt x="120" y="661"/>
                  <a:pt x="126" y="668"/>
                </a:cubicBezTo>
                <a:cubicBezTo>
                  <a:pt x="179" y="700"/>
                  <a:pt x="192" y="704"/>
                  <a:pt x="205" y="714"/>
                </a:cubicBezTo>
                <a:cubicBezTo>
                  <a:pt x="252" y="749"/>
                  <a:pt x="256" y="748"/>
                  <a:pt x="259" y="752"/>
                </a:cubicBezTo>
                <a:cubicBezTo>
                  <a:pt x="309" y="812"/>
                  <a:pt x="313" y="815"/>
                  <a:pt x="311" y="817"/>
                </a:cubicBezTo>
                <a:cubicBezTo>
                  <a:pt x="287" y="793"/>
                  <a:pt x="281" y="789"/>
                  <a:pt x="275" y="782"/>
                </a:cubicBezTo>
                <a:cubicBezTo>
                  <a:pt x="238" y="756"/>
                  <a:pt x="233" y="745"/>
                  <a:pt x="226" y="744"/>
                </a:cubicBezTo>
                <a:cubicBezTo>
                  <a:pt x="179" y="713"/>
                  <a:pt x="167" y="709"/>
                  <a:pt x="155" y="701"/>
                </a:cubicBezTo>
                <a:cubicBezTo>
                  <a:pt x="130" y="689"/>
                  <a:pt x="124" y="688"/>
                  <a:pt x="118" y="682"/>
                </a:cubicBezTo>
                <a:cubicBezTo>
                  <a:pt x="87" y="673"/>
                  <a:pt x="85" y="666"/>
                  <a:pt x="81" y="668"/>
                </a:cubicBezTo>
                <a:cubicBezTo>
                  <a:pt x="6" y="628"/>
                  <a:pt x="4" y="626"/>
                  <a:pt x="0" y="626"/>
                </a:cubicBezTo>
                <a:cubicBezTo>
                  <a:pt x="2" y="634"/>
                  <a:pt x="4" y="634"/>
                  <a:pt x="5" y="633"/>
                </a:cubicBezTo>
                <a:cubicBezTo>
                  <a:pt x="34" y="652"/>
                  <a:pt x="37" y="657"/>
                  <a:pt x="41" y="656"/>
                </a:cubicBezTo>
                <a:cubicBezTo>
                  <a:pt x="82" y="671"/>
                  <a:pt x="86" y="684"/>
                  <a:pt x="93" y="681"/>
                </a:cubicBezTo>
                <a:cubicBezTo>
                  <a:pt x="148" y="714"/>
                  <a:pt x="153" y="704"/>
                  <a:pt x="155" y="711"/>
                </a:cubicBezTo>
                <a:cubicBezTo>
                  <a:pt x="188" y="727"/>
                  <a:pt x="193" y="733"/>
                  <a:pt x="199" y="736"/>
                </a:cubicBezTo>
                <a:cubicBezTo>
                  <a:pt x="227" y="758"/>
                  <a:pt x="231" y="754"/>
                  <a:pt x="233" y="760"/>
                </a:cubicBezTo>
                <a:cubicBezTo>
                  <a:pt x="290" y="813"/>
                  <a:pt x="296" y="820"/>
                  <a:pt x="302" y="824"/>
                </a:cubicBezTo>
                <a:cubicBezTo>
                  <a:pt x="314" y="839"/>
                  <a:pt x="311" y="840"/>
                  <a:pt x="308" y="836"/>
                </a:cubicBezTo>
                <a:cubicBezTo>
                  <a:pt x="294" y="829"/>
                  <a:pt x="288" y="817"/>
                  <a:pt x="281" y="817"/>
                </a:cubicBezTo>
                <a:cubicBezTo>
                  <a:pt x="229" y="777"/>
                  <a:pt x="227" y="773"/>
                  <a:pt x="223" y="773"/>
                </a:cubicBezTo>
                <a:cubicBezTo>
                  <a:pt x="175" y="741"/>
                  <a:pt x="167" y="743"/>
                  <a:pt x="160" y="734"/>
                </a:cubicBezTo>
                <a:cubicBezTo>
                  <a:pt x="133" y="722"/>
                  <a:pt x="125" y="722"/>
                  <a:pt x="118" y="716"/>
                </a:cubicBezTo>
                <a:cubicBezTo>
                  <a:pt x="83" y="708"/>
                  <a:pt x="81" y="695"/>
                  <a:pt x="75" y="701"/>
                </a:cubicBezTo>
                <a:cubicBezTo>
                  <a:pt x="102" y="718"/>
                  <a:pt x="105" y="719"/>
                  <a:pt x="108" y="721"/>
                </a:cubicBezTo>
                <a:cubicBezTo>
                  <a:pt x="162" y="747"/>
                  <a:pt x="164" y="749"/>
                  <a:pt x="168" y="748"/>
                </a:cubicBezTo>
                <a:cubicBezTo>
                  <a:pt x="198" y="770"/>
                  <a:pt x="205" y="770"/>
                  <a:pt x="210" y="774"/>
                </a:cubicBezTo>
                <a:cubicBezTo>
                  <a:pt x="297" y="836"/>
                  <a:pt x="302" y="842"/>
                  <a:pt x="307" y="846"/>
                </a:cubicBezTo>
                <a:cubicBezTo>
                  <a:pt x="324" y="865"/>
                  <a:pt x="312" y="860"/>
                  <a:pt x="303" y="847"/>
                </a:cubicBezTo>
                <a:cubicBezTo>
                  <a:pt x="244" y="813"/>
                  <a:pt x="238" y="807"/>
                  <a:pt x="232" y="801"/>
                </a:cubicBezTo>
                <a:cubicBezTo>
                  <a:pt x="172" y="765"/>
                  <a:pt x="165" y="768"/>
                  <a:pt x="159" y="759"/>
                </a:cubicBezTo>
                <a:cubicBezTo>
                  <a:pt x="124" y="742"/>
                  <a:pt x="119" y="747"/>
                  <a:pt x="115" y="742"/>
                </a:cubicBezTo>
                <a:cubicBezTo>
                  <a:pt x="80" y="724"/>
                  <a:pt x="77" y="723"/>
                  <a:pt x="75" y="720"/>
                </a:cubicBezTo>
                <a:cubicBezTo>
                  <a:pt x="43" y="707"/>
                  <a:pt x="39" y="696"/>
                  <a:pt x="34" y="699"/>
                </a:cubicBezTo>
                <a:cubicBezTo>
                  <a:pt x="17" y="698"/>
                  <a:pt x="31" y="699"/>
                  <a:pt x="42" y="711"/>
                </a:cubicBezTo>
                <a:cubicBezTo>
                  <a:pt x="73" y="726"/>
                  <a:pt x="76" y="731"/>
                  <a:pt x="80" y="730"/>
                </a:cubicBezTo>
                <a:cubicBezTo>
                  <a:pt x="143" y="758"/>
                  <a:pt x="148" y="769"/>
                  <a:pt x="155" y="768"/>
                </a:cubicBezTo>
                <a:cubicBezTo>
                  <a:pt x="195" y="790"/>
                  <a:pt x="198" y="792"/>
                  <a:pt x="201" y="791"/>
                </a:cubicBezTo>
                <a:cubicBezTo>
                  <a:pt x="241" y="822"/>
                  <a:pt x="254" y="823"/>
                  <a:pt x="266" y="833"/>
                </a:cubicBezTo>
                <a:cubicBezTo>
                  <a:pt x="321" y="881"/>
                  <a:pt x="327" y="880"/>
                  <a:pt x="332" y="885"/>
                </a:cubicBezTo>
                <a:cubicBezTo>
                  <a:pt x="358" y="919"/>
                  <a:pt x="348" y="917"/>
                  <a:pt x="340" y="904"/>
                </a:cubicBezTo>
                <a:cubicBezTo>
                  <a:pt x="310" y="881"/>
                  <a:pt x="307" y="882"/>
                  <a:pt x="305" y="877"/>
                </a:cubicBezTo>
                <a:cubicBezTo>
                  <a:pt x="278" y="859"/>
                  <a:pt x="271" y="855"/>
                  <a:pt x="263" y="852"/>
                </a:cubicBezTo>
                <a:cubicBezTo>
                  <a:pt x="217" y="825"/>
                  <a:pt x="212" y="819"/>
                  <a:pt x="208" y="816"/>
                </a:cubicBezTo>
                <a:cubicBezTo>
                  <a:pt x="170" y="802"/>
                  <a:pt x="169" y="799"/>
                  <a:pt x="167" y="799"/>
                </a:cubicBezTo>
                <a:cubicBezTo>
                  <a:pt x="126" y="782"/>
                  <a:pt x="119" y="775"/>
                  <a:pt x="110" y="776"/>
                </a:cubicBezTo>
                <a:cubicBezTo>
                  <a:pt x="70" y="760"/>
                  <a:pt x="67" y="754"/>
                  <a:pt x="62" y="754"/>
                </a:cubicBezTo>
                <a:cubicBezTo>
                  <a:pt x="18" y="739"/>
                  <a:pt x="25" y="738"/>
                  <a:pt x="31" y="744"/>
                </a:cubicBezTo>
                <a:cubicBezTo>
                  <a:pt x="75" y="767"/>
                  <a:pt x="81" y="772"/>
                  <a:pt x="88" y="772"/>
                </a:cubicBezTo>
                <a:cubicBezTo>
                  <a:pt x="132" y="793"/>
                  <a:pt x="139" y="794"/>
                  <a:pt x="145" y="799"/>
                </a:cubicBezTo>
                <a:cubicBezTo>
                  <a:pt x="158" y="805"/>
                  <a:pt x="163" y="802"/>
                  <a:pt x="166" y="806"/>
                </a:cubicBezTo>
                <a:cubicBezTo>
                  <a:pt x="217" y="829"/>
                  <a:pt x="228" y="842"/>
                  <a:pt x="241" y="848"/>
                </a:cubicBezTo>
                <a:cubicBezTo>
                  <a:pt x="293" y="879"/>
                  <a:pt x="304" y="894"/>
                  <a:pt x="317" y="898"/>
                </a:cubicBezTo>
                <a:cubicBezTo>
                  <a:pt x="372" y="946"/>
                  <a:pt x="386" y="963"/>
                  <a:pt x="400" y="976"/>
                </a:cubicBezTo>
                <a:cubicBezTo>
                  <a:pt x="392" y="979"/>
                  <a:pt x="371" y="960"/>
                  <a:pt x="349" y="943"/>
                </a:cubicBezTo>
                <a:cubicBezTo>
                  <a:pt x="329" y="924"/>
                  <a:pt x="322" y="926"/>
                  <a:pt x="317" y="917"/>
                </a:cubicBezTo>
                <a:cubicBezTo>
                  <a:pt x="278" y="892"/>
                  <a:pt x="274" y="883"/>
                  <a:pt x="269" y="882"/>
                </a:cubicBezTo>
                <a:cubicBezTo>
                  <a:pt x="213" y="844"/>
                  <a:pt x="206" y="850"/>
                  <a:pt x="202" y="841"/>
                </a:cubicBezTo>
                <a:cubicBezTo>
                  <a:pt x="179" y="829"/>
                  <a:pt x="173" y="827"/>
                  <a:pt x="167" y="823"/>
                </a:cubicBezTo>
                <a:cubicBezTo>
                  <a:pt x="145" y="809"/>
                  <a:pt x="140" y="807"/>
                  <a:pt x="135" y="803"/>
                </a:cubicBezTo>
                <a:cubicBezTo>
                  <a:pt x="94" y="787"/>
                  <a:pt x="88" y="786"/>
                  <a:pt x="82" y="782"/>
                </a:cubicBezTo>
                <a:cubicBezTo>
                  <a:pt x="18" y="768"/>
                  <a:pt x="25" y="763"/>
                  <a:pt x="31" y="770"/>
                </a:cubicBezTo>
                <a:cubicBezTo>
                  <a:pt x="72" y="789"/>
                  <a:pt x="76" y="784"/>
                  <a:pt x="78" y="788"/>
                </a:cubicBezTo>
                <a:cubicBezTo>
                  <a:pt x="101" y="793"/>
                  <a:pt x="103" y="801"/>
                  <a:pt x="107" y="799"/>
                </a:cubicBezTo>
                <a:cubicBezTo>
                  <a:pt x="130" y="808"/>
                  <a:pt x="135" y="815"/>
                  <a:pt x="142" y="817"/>
                </a:cubicBezTo>
                <a:cubicBezTo>
                  <a:pt x="170" y="836"/>
                  <a:pt x="179" y="838"/>
                  <a:pt x="187" y="844"/>
                </a:cubicBezTo>
                <a:cubicBezTo>
                  <a:pt x="233" y="870"/>
                  <a:pt x="251" y="880"/>
                  <a:pt x="268" y="893"/>
                </a:cubicBezTo>
                <a:cubicBezTo>
                  <a:pt x="303" y="920"/>
                  <a:pt x="313" y="923"/>
                  <a:pt x="321" y="933"/>
                </a:cubicBezTo>
                <a:cubicBezTo>
                  <a:pt x="355" y="961"/>
                  <a:pt x="358" y="960"/>
                  <a:pt x="359" y="965"/>
                </a:cubicBezTo>
                <a:cubicBezTo>
                  <a:pt x="330" y="953"/>
                  <a:pt x="328" y="946"/>
                  <a:pt x="325" y="946"/>
                </a:cubicBezTo>
                <a:cubicBezTo>
                  <a:pt x="294" y="928"/>
                  <a:pt x="291" y="926"/>
                  <a:pt x="288" y="928"/>
                </a:cubicBezTo>
                <a:cubicBezTo>
                  <a:pt x="253" y="905"/>
                  <a:pt x="246" y="907"/>
                  <a:pt x="240" y="902"/>
                </a:cubicBezTo>
                <a:cubicBezTo>
                  <a:pt x="196" y="874"/>
                  <a:pt x="189" y="878"/>
                  <a:pt x="183" y="871"/>
                </a:cubicBezTo>
                <a:cubicBezTo>
                  <a:pt x="151" y="863"/>
                  <a:pt x="149" y="853"/>
                  <a:pt x="145" y="855"/>
                </a:cubicBezTo>
                <a:cubicBezTo>
                  <a:pt x="101" y="836"/>
                  <a:pt x="95" y="830"/>
                  <a:pt x="89" y="825"/>
                </a:cubicBezTo>
                <a:cubicBezTo>
                  <a:pt x="75" y="820"/>
                  <a:pt x="78" y="824"/>
                  <a:pt x="81" y="829"/>
                </a:cubicBezTo>
                <a:cubicBezTo>
                  <a:pt x="125" y="851"/>
                  <a:pt x="134" y="857"/>
                  <a:pt x="143" y="859"/>
                </a:cubicBezTo>
                <a:cubicBezTo>
                  <a:pt x="177" y="878"/>
                  <a:pt x="186" y="880"/>
                  <a:pt x="195" y="884"/>
                </a:cubicBezTo>
                <a:cubicBezTo>
                  <a:pt x="207" y="892"/>
                  <a:pt x="211" y="897"/>
                  <a:pt x="218" y="897"/>
                </a:cubicBezTo>
                <a:cubicBezTo>
                  <a:pt x="249" y="916"/>
                  <a:pt x="257" y="920"/>
                  <a:pt x="265" y="922"/>
                </a:cubicBezTo>
                <a:cubicBezTo>
                  <a:pt x="296" y="944"/>
                  <a:pt x="307" y="946"/>
                  <a:pt x="317" y="954"/>
                </a:cubicBezTo>
                <a:cubicBezTo>
                  <a:pt x="372" y="983"/>
                  <a:pt x="377" y="991"/>
                  <a:pt x="383" y="991"/>
                </a:cubicBezTo>
                <a:cubicBezTo>
                  <a:pt x="407" y="1010"/>
                  <a:pt x="410" y="1011"/>
                  <a:pt x="412" y="1013"/>
                </a:cubicBezTo>
                <a:cubicBezTo>
                  <a:pt x="429" y="1029"/>
                  <a:pt x="432" y="1032"/>
                  <a:pt x="434" y="1035"/>
                </a:cubicBezTo>
                <a:cubicBezTo>
                  <a:pt x="391" y="1012"/>
                  <a:pt x="379" y="1003"/>
                  <a:pt x="366" y="1000"/>
                </a:cubicBezTo>
                <a:cubicBezTo>
                  <a:pt x="282" y="959"/>
                  <a:pt x="273" y="956"/>
                  <a:pt x="265" y="952"/>
                </a:cubicBezTo>
                <a:cubicBezTo>
                  <a:pt x="208" y="925"/>
                  <a:pt x="204" y="923"/>
                  <a:pt x="199" y="924"/>
                </a:cubicBezTo>
                <a:cubicBezTo>
                  <a:pt x="168" y="902"/>
                  <a:pt x="164" y="897"/>
                  <a:pt x="160" y="895"/>
                </a:cubicBezTo>
                <a:cubicBezTo>
                  <a:pt x="119" y="863"/>
                  <a:pt x="114" y="861"/>
                  <a:pt x="110" y="856"/>
                </a:cubicBezTo>
                <a:cubicBezTo>
                  <a:pt x="97" y="853"/>
                  <a:pt x="111" y="861"/>
                  <a:pt x="124" y="875"/>
                </a:cubicBezTo>
                <a:cubicBezTo>
                  <a:pt x="187" y="933"/>
                  <a:pt x="199" y="943"/>
                  <a:pt x="211" y="952"/>
                </a:cubicBezTo>
                <a:cubicBezTo>
                  <a:pt x="237" y="972"/>
                  <a:pt x="244" y="976"/>
                  <a:pt x="251" y="978"/>
                </a:cubicBezTo>
                <a:cubicBezTo>
                  <a:pt x="355" y="1037"/>
                  <a:pt x="362" y="1036"/>
                  <a:pt x="369" y="1041"/>
                </a:cubicBezTo>
                <a:cubicBezTo>
                  <a:pt x="396" y="1053"/>
                  <a:pt x="402" y="1057"/>
                  <a:pt x="410" y="1057"/>
                </a:cubicBezTo>
                <a:cubicBezTo>
                  <a:pt x="443" y="1078"/>
                  <a:pt x="446" y="1080"/>
                  <a:pt x="450" y="1080"/>
                </a:cubicBezTo>
                <a:cubicBezTo>
                  <a:pt x="498" y="1117"/>
                  <a:pt x="507" y="1122"/>
                  <a:pt x="503" y="1125"/>
                </a:cubicBezTo>
                <a:cubicBezTo>
                  <a:pt x="426" y="1084"/>
                  <a:pt x="415" y="1078"/>
                  <a:pt x="403" y="1075"/>
                </a:cubicBezTo>
                <a:cubicBezTo>
                  <a:pt x="382" y="1065"/>
                  <a:pt x="376" y="1061"/>
                  <a:pt x="370" y="1062"/>
                </a:cubicBezTo>
                <a:cubicBezTo>
                  <a:pt x="331" y="1045"/>
                  <a:pt x="325" y="1046"/>
                  <a:pt x="320" y="1041"/>
                </a:cubicBezTo>
                <a:cubicBezTo>
                  <a:pt x="300" y="1035"/>
                  <a:pt x="297" y="1034"/>
                  <a:pt x="295" y="1035"/>
                </a:cubicBezTo>
                <a:cubicBezTo>
                  <a:pt x="257" y="1018"/>
                  <a:pt x="244" y="1017"/>
                  <a:pt x="232" y="1015"/>
                </a:cubicBezTo>
                <a:cubicBezTo>
                  <a:pt x="276" y="1032"/>
                  <a:pt x="287" y="1038"/>
                  <a:pt x="298" y="1040"/>
                </a:cubicBezTo>
                <a:cubicBezTo>
                  <a:pt x="343" y="1060"/>
                  <a:pt x="355" y="1062"/>
                  <a:pt x="366" y="1067"/>
                </a:cubicBezTo>
                <a:cubicBezTo>
                  <a:pt x="421" y="1094"/>
                  <a:pt x="428" y="1089"/>
                  <a:pt x="433" y="1097"/>
                </a:cubicBezTo>
                <a:cubicBezTo>
                  <a:pt x="477" y="1120"/>
                  <a:pt x="488" y="1124"/>
                  <a:pt x="499" y="1130"/>
                </a:cubicBezTo>
                <a:cubicBezTo>
                  <a:pt x="530" y="1153"/>
                  <a:pt x="538" y="1158"/>
                  <a:pt x="534" y="1161"/>
                </a:cubicBezTo>
                <a:cubicBezTo>
                  <a:pt x="497" y="1142"/>
                  <a:pt x="495" y="1135"/>
                  <a:pt x="492" y="1135"/>
                </a:cubicBezTo>
                <a:cubicBezTo>
                  <a:pt x="453" y="1119"/>
                  <a:pt x="442" y="1110"/>
                  <a:pt x="430" y="1105"/>
                </a:cubicBezTo>
                <a:cubicBezTo>
                  <a:pt x="399" y="1091"/>
                  <a:pt x="395" y="1089"/>
                  <a:pt x="392" y="1089"/>
                </a:cubicBezTo>
                <a:cubicBezTo>
                  <a:pt x="366" y="1080"/>
                  <a:pt x="361" y="1073"/>
                  <a:pt x="354" y="1073"/>
                </a:cubicBezTo>
                <a:cubicBezTo>
                  <a:pt x="272" y="1038"/>
                  <a:pt x="264" y="1045"/>
                  <a:pt x="258" y="1037"/>
                </a:cubicBezTo>
                <a:cubicBezTo>
                  <a:pt x="228" y="1020"/>
                  <a:pt x="224" y="1018"/>
                  <a:pt x="221" y="1018"/>
                </a:cubicBezTo>
                <a:cubicBezTo>
                  <a:pt x="190" y="1001"/>
                  <a:pt x="188" y="991"/>
                  <a:pt x="184" y="993"/>
                </a:cubicBezTo>
                <a:cubicBezTo>
                  <a:pt x="154" y="965"/>
                  <a:pt x="150" y="962"/>
                  <a:pt x="146" y="962"/>
                </a:cubicBezTo>
                <a:cubicBezTo>
                  <a:pt x="188" y="1003"/>
                  <a:pt x="191" y="1002"/>
                  <a:pt x="193" y="1006"/>
                </a:cubicBezTo>
                <a:cubicBezTo>
                  <a:pt x="231" y="1027"/>
                  <a:pt x="233" y="1033"/>
                  <a:pt x="236" y="1031"/>
                </a:cubicBezTo>
                <a:cubicBezTo>
                  <a:pt x="256" y="1046"/>
                  <a:pt x="258" y="1053"/>
                  <a:pt x="261" y="1051"/>
                </a:cubicBezTo>
                <a:cubicBezTo>
                  <a:pt x="284" y="1067"/>
                  <a:pt x="286" y="1072"/>
                  <a:pt x="288" y="1075"/>
                </a:cubicBezTo>
                <a:cubicBezTo>
                  <a:pt x="317" y="1095"/>
                  <a:pt x="323" y="1099"/>
                  <a:pt x="330" y="1104"/>
                </a:cubicBezTo>
                <a:cubicBezTo>
                  <a:pt x="350" y="1113"/>
                  <a:pt x="352" y="1114"/>
                  <a:pt x="355" y="1115"/>
                </a:cubicBezTo>
                <a:cubicBezTo>
                  <a:pt x="387" y="1132"/>
                  <a:pt x="392" y="1132"/>
                  <a:pt x="396" y="1137"/>
                </a:cubicBezTo>
                <a:cubicBezTo>
                  <a:pt x="442" y="1160"/>
                  <a:pt x="445" y="1159"/>
                  <a:pt x="447" y="1162"/>
                </a:cubicBezTo>
                <a:cubicBezTo>
                  <a:pt x="495" y="1178"/>
                  <a:pt x="504" y="1188"/>
                  <a:pt x="514" y="1189"/>
                </a:cubicBezTo>
                <a:cubicBezTo>
                  <a:pt x="545" y="1207"/>
                  <a:pt x="548" y="1205"/>
                  <a:pt x="550" y="1206"/>
                </a:cubicBezTo>
                <a:cubicBezTo>
                  <a:pt x="576" y="1222"/>
                  <a:pt x="581" y="1223"/>
                  <a:pt x="586" y="1229"/>
                </a:cubicBezTo>
                <a:cubicBezTo>
                  <a:pt x="606" y="1238"/>
                  <a:pt x="610" y="1248"/>
                  <a:pt x="615" y="1248"/>
                </a:cubicBezTo>
                <a:cubicBezTo>
                  <a:pt x="617" y="1257"/>
                  <a:pt x="606" y="1255"/>
                  <a:pt x="597" y="1245"/>
                </a:cubicBezTo>
                <a:cubicBezTo>
                  <a:pt x="545" y="1221"/>
                  <a:pt x="540" y="1217"/>
                  <a:pt x="534" y="1218"/>
                </a:cubicBezTo>
                <a:cubicBezTo>
                  <a:pt x="485" y="1200"/>
                  <a:pt x="482" y="1196"/>
                  <a:pt x="479" y="1193"/>
                </a:cubicBezTo>
                <a:cubicBezTo>
                  <a:pt x="454" y="1186"/>
                  <a:pt x="450" y="1184"/>
                  <a:pt x="446" y="1184"/>
                </a:cubicBezTo>
                <a:cubicBezTo>
                  <a:pt x="389" y="1155"/>
                  <a:pt x="374" y="1155"/>
                  <a:pt x="361" y="1140"/>
                </a:cubicBezTo>
                <a:cubicBezTo>
                  <a:pt x="332" y="1126"/>
                  <a:pt x="326" y="1117"/>
                  <a:pt x="318" y="1117"/>
                </a:cubicBezTo>
                <a:cubicBezTo>
                  <a:pt x="296" y="1099"/>
                  <a:pt x="291" y="1096"/>
                  <a:pt x="284" y="1096"/>
                </a:cubicBezTo>
                <a:cubicBezTo>
                  <a:pt x="297" y="1108"/>
                  <a:pt x="302" y="1107"/>
                  <a:pt x="305" y="1110"/>
                </a:cubicBezTo>
                <a:cubicBezTo>
                  <a:pt x="326" y="1125"/>
                  <a:pt x="329" y="1128"/>
                  <a:pt x="333" y="1134"/>
                </a:cubicBezTo>
                <a:cubicBezTo>
                  <a:pt x="387" y="1166"/>
                  <a:pt x="394" y="1176"/>
                  <a:pt x="401" y="1181"/>
                </a:cubicBezTo>
                <a:cubicBezTo>
                  <a:pt x="430" y="1196"/>
                  <a:pt x="433" y="1199"/>
                  <a:pt x="437" y="1204"/>
                </a:cubicBezTo>
                <a:cubicBezTo>
                  <a:pt x="480" y="1225"/>
                  <a:pt x="488" y="1230"/>
                  <a:pt x="496" y="1231"/>
                </a:cubicBezTo>
                <a:cubicBezTo>
                  <a:pt x="512" y="1244"/>
                  <a:pt x="515" y="1239"/>
                  <a:pt x="516" y="1244"/>
                </a:cubicBezTo>
                <a:cubicBezTo>
                  <a:pt x="550" y="1257"/>
                  <a:pt x="553" y="1259"/>
                  <a:pt x="557" y="1260"/>
                </a:cubicBezTo>
                <a:cubicBezTo>
                  <a:pt x="595" y="1278"/>
                  <a:pt x="602" y="1276"/>
                  <a:pt x="608" y="1283"/>
                </a:cubicBezTo>
                <a:cubicBezTo>
                  <a:pt x="633" y="1289"/>
                  <a:pt x="638" y="1292"/>
                  <a:pt x="642" y="1290"/>
                </a:cubicBezTo>
                <a:cubicBezTo>
                  <a:pt x="671" y="1306"/>
                  <a:pt x="673" y="1306"/>
                  <a:pt x="672" y="1309"/>
                </a:cubicBezTo>
                <a:cubicBezTo>
                  <a:pt x="688" y="1331"/>
                  <a:pt x="675" y="1322"/>
                  <a:pt x="660" y="1323"/>
                </a:cubicBezTo>
                <a:cubicBezTo>
                  <a:pt x="632" y="1317"/>
                  <a:pt x="625" y="1308"/>
                  <a:pt x="617" y="1311"/>
                </a:cubicBezTo>
                <a:cubicBezTo>
                  <a:pt x="588" y="1307"/>
                  <a:pt x="582" y="1296"/>
                  <a:pt x="574" y="1299"/>
                </a:cubicBezTo>
                <a:cubicBezTo>
                  <a:pt x="545" y="1291"/>
                  <a:pt x="539" y="1284"/>
                  <a:pt x="531" y="1284"/>
                </a:cubicBezTo>
                <a:cubicBezTo>
                  <a:pt x="518" y="1276"/>
                  <a:pt x="514" y="1277"/>
                  <a:pt x="511" y="1275"/>
                </a:cubicBezTo>
                <a:cubicBezTo>
                  <a:pt x="466" y="1250"/>
                  <a:pt x="462" y="1253"/>
                  <a:pt x="459" y="1247"/>
                </a:cubicBezTo>
                <a:cubicBezTo>
                  <a:pt x="425" y="1226"/>
                  <a:pt x="420" y="1229"/>
                  <a:pt x="418" y="1223"/>
                </a:cubicBezTo>
                <a:cubicBezTo>
                  <a:pt x="384" y="1200"/>
                  <a:pt x="381" y="1195"/>
                  <a:pt x="377" y="1196"/>
                </a:cubicBezTo>
                <a:cubicBezTo>
                  <a:pt x="435" y="1244"/>
                  <a:pt x="446" y="1249"/>
                  <a:pt x="456" y="1258"/>
                </a:cubicBezTo>
                <a:cubicBezTo>
                  <a:pt x="492" y="1278"/>
                  <a:pt x="498" y="1276"/>
                  <a:pt x="504" y="1280"/>
                </a:cubicBezTo>
                <a:cubicBezTo>
                  <a:pt x="525" y="1289"/>
                  <a:pt x="530" y="1291"/>
                  <a:pt x="536" y="1294"/>
                </a:cubicBezTo>
                <a:cubicBezTo>
                  <a:pt x="557" y="1301"/>
                  <a:pt x="562" y="1305"/>
                  <a:pt x="568" y="1306"/>
                </a:cubicBezTo>
                <a:cubicBezTo>
                  <a:pt x="590" y="1309"/>
                  <a:pt x="595" y="1319"/>
                  <a:pt x="601" y="1315"/>
                </a:cubicBezTo>
                <a:cubicBezTo>
                  <a:pt x="677" y="1338"/>
                  <a:pt x="682" y="1337"/>
                  <a:pt x="686" y="1337"/>
                </a:cubicBezTo>
                <a:cubicBezTo>
                  <a:pt x="717" y="1352"/>
                  <a:pt x="722" y="1353"/>
                  <a:pt x="726" y="1359"/>
                </a:cubicBezTo>
                <a:cubicBezTo>
                  <a:pt x="698" y="1354"/>
                  <a:pt x="691" y="1350"/>
                  <a:pt x="684" y="1349"/>
                </a:cubicBezTo>
                <a:cubicBezTo>
                  <a:pt x="670" y="1348"/>
                  <a:pt x="667" y="1343"/>
                  <a:pt x="663" y="1345"/>
                </a:cubicBezTo>
                <a:cubicBezTo>
                  <a:pt x="627" y="1341"/>
                  <a:pt x="624" y="1336"/>
                  <a:pt x="620" y="1338"/>
                </a:cubicBezTo>
                <a:cubicBezTo>
                  <a:pt x="560" y="1320"/>
                  <a:pt x="556" y="1320"/>
                  <a:pt x="553" y="1319"/>
                </a:cubicBezTo>
                <a:cubicBezTo>
                  <a:pt x="518" y="1303"/>
                  <a:pt x="512" y="1300"/>
                  <a:pt x="505" y="1300"/>
                </a:cubicBezTo>
                <a:cubicBezTo>
                  <a:pt x="488" y="1293"/>
                  <a:pt x="487" y="1289"/>
                  <a:pt x="485" y="1290"/>
                </a:cubicBezTo>
                <a:cubicBezTo>
                  <a:pt x="521" y="1315"/>
                  <a:pt x="524" y="1319"/>
                  <a:pt x="528" y="1318"/>
                </a:cubicBezTo>
                <a:cubicBezTo>
                  <a:pt x="566" y="1335"/>
                  <a:pt x="569" y="1341"/>
                  <a:pt x="572" y="1346"/>
                </a:cubicBezTo>
                <a:cubicBezTo>
                  <a:pt x="604" y="1356"/>
                  <a:pt x="608" y="1362"/>
                  <a:pt x="611" y="1366"/>
                </a:cubicBezTo>
                <a:cubicBezTo>
                  <a:pt x="652" y="1386"/>
                  <a:pt x="660" y="1398"/>
                  <a:pt x="669" y="1400"/>
                </a:cubicBezTo>
                <a:cubicBezTo>
                  <a:pt x="717" y="1420"/>
                  <a:pt x="721" y="1423"/>
                  <a:pt x="726" y="1423"/>
                </a:cubicBezTo>
                <a:cubicBezTo>
                  <a:pt x="789" y="1445"/>
                  <a:pt x="794" y="1444"/>
                  <a:pt x="799" y="1446"/>
                </a:cubicBezTo>
                <a:cubicBezTo>
                  <a:pt x="834" y="1455"/>
                  <a:pt x="839" y="1460"/>
                  <a:pt x="844" y="1460"/>
                </a:cubicBezTo>
                <a:cubicBezTo>
                  <a:pt x="868" y="1469"/>
                  <a:pt x="872" y="1468"/>
                  <a:pt x="870" y="1471"/>
                </a:cubicBezTo>
                <a:cubicBezTo>
                  <a:pt x="799" y="1494"/>
                  <a:pt x="796" y="1495"/>
                  <a:pt x="792" y="1497"/>
                </a:cubicBezTo>
                <a:cubicBezTo>
                  <a:pt x="807" y="1500"/>
                  <a:pt x="814" y="1498"/>
                  <a:pt x="821" y="1492"/>
                </a:cubicBezTo>
                <a:cubicBezTo>
                  <a:pt x="853" y="1487"/>
                  <a:pt x="846" y="1492"/>
                  <a:pt x="840" y="1492"/>
                </a:cubicBezTo>
                <a:cubicBezTo>
                  <a:pt x="845" y="1498"/>
                  <a:pt x="850" y="1500"/>
                  <a:pt x="857" y="1494"/>
                </a:cubicBezTo>
                <a:cubicBezTo>
                  <a:pt x="896" y="1495"/>
                  <a:pt x="902" y="1495"/>
                  <a:pt x="906" y="1499"/>
                </a:cubicBezTo>
                <a:cubicBezTo>
                  <a:pt x="937" y="1499"/>
                  <a:pt x="939" y="1509"/>
                  <a:pt x="944" y="1507"/>
                </a:cubicBezTo>
                <a:cubicBezTo>
                  <a:pt x="979" y="1513"/>
                  <a:pt x="980" y="1525"/>
                  <a:pt x="984" y="1518"/>
                </a:cubicBezTo>
                <a:close/>
                <a:moveTo>
                  <a:pt x="194" y="560"/>
                </a:moveTo>
                <a:cubicBezTo>
                  <a:pt x="193" y="556"/>
                  <a:pt x="197" y="560"/>
                  <a:pt x="199" y="563"/>
                </a:cubicBezTo>
                <a:cubicBezTo>
                  <a:pt x="200" y="567"/>
                  <a:pt x="196" y="563"/>
                  <a:pt x="194" y="560"/>
                </a:cubicBezTo>
                <a:close/>
                <a:moveTo>
                  <a:pt x="272" y="655"/>
                </a:moveTo>
                <a:cubicBezTo>
                  <a:pt x="271" y="660"/>
                  <a:pt x="274" y="665"/>
                  <a:pt x="273" y="670"/>
                </a:cubicBezTo>
                <a:cubicBezTo>
                  <a:pt x="266" y="671"/>
                  <a:pt x="272" y="661"/>
                  <a:pt x="269" y="657"/>
                </a:cubicBezTo>
                <a:cubicBezTo>
                  <a:pt x="270" y="652"/>
                  <a:pt x="269" y="647"/>
                  <a:pt x="268" y="641"/>
                </a:cubicBezTo>
                <a:cubicBezTo>
                  <a:pt x="275" y="641"/>
                  <a:pt x="269" y="651"/>
                  <a:pt x="272" y="655"/>
                </a:cubicBezTo>
                <a:close/>
                <a:moveTo>
                  <a:pt x="268" y="727"/>
                </a:moveTo>
                <a:cubicBezTo>
                  <a:pt x="276" y="724"/>
                  <a:pt x="273" y="733"/>
                  <a:pt x="279" y="738"/>
                </a:cubicBezTo>
                <a:cubicBezTo>
                  <a:pt x="274" y="741"/>
                  <a:pt x="272" y="730"/>
                  <a:pt x="268" y="727"/>
                </a:cubicBezTo>
                <a:close/>
                <a:moveTo>
                  <a:pt x="290" y="751"/>
                </a:moveTo>
                <a:cubicBezTo>
                  <a:pt x="298" y="753"/>
                  <a:pt x="300" y="766"/>
                  <a:pt x="303" y="772"/>
                </a:cubicBezTo>
                <a:cubicBezTo>
                  <a:pt x="296" y="771"/>
                  <a:pt x="298" y="758"/>
                  <a:pt x="290" y="751"/>
                </a:cubicBezTo>
                <a:close/>
                <a:moveTo>
                  <a:pt x="308" y="784"/>
                </a:moveTo>
                <a:cubicBezTo>
                  <a:pt x="319" y="781"/>
                  <a:pt x="311" y="795"/>
                  <a:pt x="318" y="801"/>
                </a:cubicBezTo>
                <a:cubicBezTo>
                  <a:pt x="308" y="801"/>
                  <a:pt x="317" y="790"/>
                  <a:pt x="308" y="784"/>
                </a:cubicBezTo>
                <a:close/>
                <a:moveTo>
                  <a:pt x="335" y="731"/>
                </a:moveTo>
                <a:cubicBezTo>
                  <a:pt x="331" y="739"/>
                  <a:pt x="333" y="748"/>
                  <a:pt x="329" y="756"/>
                </a:cubicBezTo>
                <a:cubicBezTo>
                  <a:pt x="331" y="839"/>
                  <a:pt x="330" y="829"/>
                  <a:pt x="331" y="827"/>
                </a:cubicBezTo>
                <a:cubicBezTo>
                  <a:pt x="322" y="788"/>
                  <a:pt x="320" y="778"/>
                  <a:pt x="322" y="769"/>
                </a:cubicBezTo>
                <a:cubicBezTo>
                  <a:pt x="318" y="724"/>
                  <a:pt x="317" y="720"/>
                  <a:pt x="317" y="717"/>
                </a:cubicBezTo>
                <a:cubicBezTo>
                  <a:pt x="318" y="666"/>
                  <a:pt x="315" y="662"/>
                  <a:pt x="318" y="659"/>
                </a:cubicBezTo>
                <a:cubicBezTo>
                  <a:pt x="321" y="617"/>
                  <a:pt x="325" y="610"/>
                  <a:pt x="326" y="603"/>
                </a:cubicBezTo>
                <a:cubicBezTo>
                  <a:pt x="329" y="554"/>
                  <a:pt x="337" y="551"/>
                  <a:pt x="334" y="546"/>
                </a:cubicBezTo>
                <a:cubicBezTo>
                  <a:pt x="340" y="528"/>
                  <a:pt x="337" y="525"/>
                  <a:pt x="340" y="524"/>
                </a:cubicBezTo>
                <a:cubicBezTo>
                  <a:pt x="358" y="455"/>
                  <a:pt x="361" y="441"/>
                  <a:pt x="367" y="427"/>
                </a:cubicBezTo>
                <a:cubicBezTo>
                  <a:pt x="372" y="400"/>
                  <a:pt x="369" y="396"/>
                  <a:pt x="372" y="393"/>
                </a:cubicBezTo>
                <a:cubicBezTo>
                  <a:pt x="373" y="371"/>
                  <a:pt x="375" y="370"/>
                  <a:pt x="377" y="374"/>
                </a:cubicBezTo>
                <a:cubicBezTo>
                  <a:pt x="377" y="403"/>
                  <a:pt x="376" y="410"/>
                  <a:pt x="376" y="417"/>
                </a:cubicBezTo>
                <a:cubicBezTo>
                  <a:pt x="376" y="432"/>
                  <a:pt x="379" y="436"/>
                  <a:pt x="376" y="439"/>
                </a:cubicBezTo>
                <a:cubicBezTo>
                  <a:pt x="374" y="475"/>
                  <a:pt x="370" y="478"/>
                  <a:pt x="372" y="482"/>
                </a:cubicBezTo>
                <a:cubicBezTo>
                  <a:pt x="363" y="531"/>
                  <a:pt x="358" y="537"/>
                  <a:pt x="363" y="545"/>
                </a:cubicBezTo>
                <a:cubicBezTo>
                  <a:pt x="349" y="586"/>
                  <a:pt x="354" y="590"/>
                  <a:pt x="351" y="593"/>
                </a:cubicBezTo>
                <a:cubicBezTo>
                  <a:pt x="346" y="626"/>
                  <a:pt x="344" y="633"/>
                  <a:pt x="342" y="640"/>
                </a:cubicBezTo>
                <a:cubicBezTo>
                  <a:pt x="338" y="668"/>
                  <a:pt x="336" y="675"/>
                  <a:pt x="335" y="682"/>
                </a:cubicBezTo>
                <a:close/>
                <a:moveTo>
                  <a:pt x="377" y="918"/>
                </a:moveTo>
                <a:cubicBezTo>
                  <a:pt x="384" y="917"/>
                  <a:pt x="377" y="927"/>
                  <a:pt x="384" y="931"/>
                </a:cubicBezTo>
                <a:cubicBezTo>
                  <a:pt x="377" y="932"/>
                  <a:pt x="376" y="921"/>
                  <a:pt x="377" y="918"/>
                </a:cubicBezTo>
                <a:close/>
                <a:moveTo>
                  <a:pt x="383" y="897"/>
                </a:moveTo>
                <a:cubicBezTo>
                  <a:pt x="382" y="892"/>
                  <a:pt x="387" y="897"/>
                  <a:pt x="385" y="899"/>
                </a:cubicBezTo>
                <a:cubicBezTo>
                  <a:pt x="387" y="902"/>
                  <a:pt x="385" y="904"/>
                  <a:pt x="388" y="907"/>
                </a:cubicBezTo>
                <a:cubicBezTo>
                  <a:pt x="387" y="914"/>
                  <a:pt x="383" y="899"/>
                  <a:pt x="383" y="897"/>
                </a:cubicBezTo>
                <a:close/>
                <a:moveTo>
                  <a:pt x="454" y="1071"/>
                </a:moveTo>
                <a:cubicBezTo>
                  <a:pt x="452" y="1070"/>
                  <a:pt x="449" y="1072"/>
                  <a:pt x="447" y="1068"/>
                </a:cubicBezTo>
                <a:cubicBezTo>
                  <a:pt x="405" y="1048"/>
                  <a:pt x="400" y="1045"/>
                  <a:pt x="395" y="1044"/>
                </a:cubicBezTo>
                <a:cubicBezTo>
                  <a:pt x="344" y="1022"/>
                  <a:pt x="338" y="1021"/>
                  <a:pt x="333" y="1018"/>
                </a:cubicBezTo>
                <a:cubicBezTo>
                  <a:pt x="314" y="1012"/>
                  <a:pt x="310" y="1001"/>
                  <a:pt x="304" y="1004"/>
                </a:cubicBezTo>
                <a:cubicBezTo>
                  <a:pt x="227" y="958"/>
                  <a:pt x="222" y="952"/>
                  <a:pt x="217" y="949"/>
                </a:cubicBezTo>
                <a:cubicBezTo>
                  <a:pt x="187" y="918"/>
                  <a:pt x="197" y="935"/>
                  <a:pt x="210" y="935"/>
                </a:cubicBezTo>
                <a:cubicBezTo>
                  <a:pt x="249" y="953"/>
                  <a:pt x="254" y="958"/>
                  <a:pt x="260" y="960"/>
                </a:cubicBezTo>
                <a:cubicBezTo>
                  <a:pt x="301" y="977"/>
                  <a:pt x="306" y="982"/>
                  <a:pt x="311" y="983"/>
                </a:cubicBezTo>
                <a:cubicBezTo>
                  <a:pt x="357" y="1005"/>
                  <a:pt x="360" y="1006"/>
                  <a:pt x="363" y="1007"/>
                </a:cubicBezTo>
                <a:cubicBezTo>
                  <a:pt x="404" y="1025"/>
                  <a:pt x="402" y="1033"/>
                  <a:pt x="409" y="1031"/>
                </a:cubicBezTo>
                <a:cubicBezTo>
                  <a:pt x="437" y="1049"/>
                  <a:pt x="439" y="1056"/>
                  <a:pt x="441" y="1053"/>
                </a:cubicBezTo>
                <a:cubicBezTo>
                  <a:pt x="464" y="1081"/>
                  <a:pt x="459" y="1076"/>
                  <a:pt x="454" y="1071"/>
                </a:cubicBezTo>
                <a:close/>
                <a:moveTo>
                  <a:pt x="268" y="1051"/>
                </a:moveTo>
                <a:cubicBezTo>
                  <a:pt x="271" y="1051"/>
                  <a:pt x="273" y="1052"/>
                  <a:pt x="276" y="1054"/>
                </a:cubicBezTo>
                <a:cubicBezTo>
                  <a:pt x="278" y="1059"/>
                  <a:pt x="270" y="1054"/>
                  <a:pt x="268" y="1051"/>
                </a:cubicBezTo>
                <a:close/>
                <a:moveTo>
                  <a:pt x="580" y="1214"/>
                </a:moveTo>
                <a:cubicBezTo>
                  <a:pt x="573" y="1211"/>
                  <a:pt x="567" y="1205"/>
                  <a:pt x="560" y="1205"/>
                </a:cubicBezTo>
                <a:cubicBezTo>
                  <a:pt x="529" y="1186"/>
                  <a:pt x="526" y="1184"/>
                  <a:pt x="522" y="1186"/>
                </a:cubicBezTo>
                <a:cubicBezTo>
                  <a:pt x="481" y="1169"/>
                  <a:pt x="479" y="1162"/>
                  <a:pt x="475" y="1164"/>
                </a:cubicBezTo>
                <a:cubicBezTo>
                  <a:pt x="441" y="1147"/>
                  <a:pt x="434" y="1148"/>
                  <a:pt x="428" y="1143"/>
                </a:cubicBezTo>
                <a:cubicBezTo>
                  <a:pt x="404" y="1135"/>
                  <a:pt x="402" y="1125"/>
                  <a:pt x="398" y="1127"/>
                </a:cubicBezTo>
                <a:cubicBezTo>
                  <a:pt x="345" y="1102"/>
                  <a:pt x="339" y="1102"/>
                  <a:pt x="333" y="1096"/>
                </a:cubicBezTo>
                <a:cubicBezTo>
                  <a:pt x="282" y="1057"/>
                  <a:pt x="286" y="1056"/>
                  <a:pt x="289" y="1061"/>
                </a:cubicBezTo>
                <a:cubicBezTo>
                  <a:pt x="303" y="1065"/>
                  <a:pt x="306" y="1064"/>
                  <a:pt x="309" y="1067"/>
                </a:cubicBezTo>
                <a:cubicBezTo>
                  <a:pt x="329" y="1073"/>
                  <a:pt x="332" y="1077"/>
                  <a:pt x="336" y="1075"/>
                </a:cubicBezTo>
                <a:cubicBezTo>
                  <a:pt x="382" y="1096"/>
                  <a:pt x="389" y="1094"/>
                  <a:pt x="395" y="1100"/>
                </a:cubicBezTo>
                <a:cubicBezTo>
                  <a:pt x="420" y="1110"/>
                  <a:pt x="426" y="1117"/>
                  <a:pt x="433" y="1116"/>
                </a:cubicBezTo>
                <a:cubicBezTo>
                  <a:pt x="475" y="1138"/>
                  <a:pt x="479" y="1137"/>
                  <a:pt x="482" y="1140"/>
                </a:cubicBezTo>
                <a:cubicBezTo>
                  <a:pt x="503" y="1150"/>
                  <a:pt x="505" y="1157"/>
                  <a:pt x="509" y="1155"/>
                </a:cubicBezTo>
                <a:cubicBezTo>
                  <a:pt x="552" y="1189"/>
                  <a:pt x="558" y="1193"/>
                  <a:pt x="565" y="1196"/>
                </a:cubicBezTo>
                <a:close/>
                <a:moveTo>
                  <a:pt x="617" y="1274"/>
                </a:moveTo>
                <a:cubicBezTo>
                  <a:pt x="613" y="1273"/>
                  <a:pt x="608" y="1272"/>
                  <a:pt x="604" y="1270"/>
                </a:cubicBezTo>
                <a:cubicBezTo>
                  <a:pt x="596" y="1264"/>
                  <a:pt x="587" y="1264"/>
                  <a:pt x="579" y="1258"/>
                </a:cubicBezTo>
                <a:cubicBezTo>
                  <a:pt x="575" y="1258"/>
                  <a:pt x="570" y="1256"/>
                  <a:pt x="566" y="1254"/>
                </a:cubicBezTo>
                <a:cubicBezTo>
                  <a:pt x="562" y="1252"/>
                  <a:pt x="558" y="1249"/>
                  <a:pt x="554" y="1249"/>
                </a:cubicBezTo>
                <a:cubicBezTo>
                  <a:pt x="546" y="1247"/>
                  <a:pt x="537" y="1243"/>
                  <a:pt x="529" y="1240"/>
                </a:cubicBezTo>
                <a:cubicBezTo>
                  <a:pt x="513" y="1231"/>
                  <a:pt x="495" y="1229"/>
                  <a:pt x="480" y="1216"/>
                </a:cubicBezTo>
                <a:cubicBezTo>
                  <a:pt x="475" y="1215"/>
                  <a:pt x="471" y="1216"/>
                  <a:pt x="467" y="1209"/>
                </a:cubicBezTo>
                <a:cubicBezTo>
                  <a:pt x="462" y="1214"/>
                  <a:pt x="460" y="1202"/>
                  <a:pt x="455" y="1204"/>
                </a:cubicBezTo>
                <a:cubicBezTo>
                  <a:pt x="447" y="1200"/>
                  <a:pt x="439" y="1194"/>
                  <a:pt x="431" y="1192"/>
                </a:cubicBezTo>
                <a:cubicBezTo>
                  <a:pt x="427" y="1188"/>
                  <a:pt x="424" y="1185"/>
                  <a:pt x="420" y="1184"/>
                </a:cubicBezTo>
                <a:cubicBezTo>
                  <a:pt x="419" y="1181"/>
                  <a:pt x="421" y="1183"/>
                  <a:pt x="423" y="1182"/>
                </a:cubicBezTo>
                <a:cubicBezTo>
                  <a:pt x="425" y="1182"/>
                  <a:pt x="427" y="1183"/>
                  <a:pt x="429" y="1186"/>
                </a:cubicBezTo>
                <a:cubicBezTo>
                  <a:pt x="434" y="1181"/>
                  <a:pt x="436" y="1194"/>
                  <a:pt x="441" y="1188"/>
                </a:cubicBezTo>
                <a:cubicBezTo>
                  <a:pt x="447" y="1196"/>
                  <a:pt x="456" y="1192"/>
                  <a:pt x="462" y="1199"/>
                </a:cubicBezTo>
                <a:cubicBezTo>
                  <a:pt x="464" y="1201"/>
                  <a:pt x="467" y="1198"/>
                  <a:pt x="468" y="1200"/>
                </a:cubicBezTo>
                <a:cubicBezTo>
                  <a:pt x="470" y="1204"/>
                  <a:pt x="472" y="1203"/>
                  <a:pt x="475" y="1201"/>
                </a:cubicBezTo>
                <a:cubicBezTo>
                  <a:pt x="477" y="1208"/>
                  <a:pt x="482" y="1201"/>
                  <a:pt x="484" y="1208"/>
                </a:cubicBezTo>
                <a:cubicBezTo>
                  <a:pt x="492" y="1207"/>
                  <a:pt x="499" y="1213"/>
                  <a:pt x="506" y="1216"/>
                </a:cubicBezTo>
                <a:cubicBezTo>
                  <a:pt x="515" y="1216"/>
                  <a:pt x="522" y="1222"/>
                  <a:pt x="530" y="1226"/>
                </a:cubicBezTo>
                <a:cubicBezTo>
                  <a:pt x="538" y="1225"/>
                  <a:pt x="545" y="1230"/>
                  <a:pt x="552" y="1235"/>
                </a:cubicBezTo>
                <a:cubicBezTo>
                  <a:pt x="556" y="1235"/>
                  <a:pt x="559" y="1239"/>
                  <a:pt x="563" y="1240"/>
                </a:cubicBezTo>
                <a:cubicBezTo>
                  <a:pt x="567" y="1242"/>
                  <a:pt x="571" y="1239"/>
                  <a:pt x="573" y="1246"/>
                </a:cubicBezTo>
                <a:cubicBezTo>
                  <a:pt x="581" y="1247"/>
                  <a:pt x="588" y="1254"/>
                  <a:pt x="595" y="1254"/>
                </a:cubicBezTo>
                <a:cubicBezTo>
                  <a:pt x="597" y="1256"/>
                  <a:pt x="598" y="1258"/>
                  <a:pt x="599" y="1260"/>
                </a:cubicBezTo>
                <a:cubicBezTo>
                  <a:pt x="604" y="1262"/>
                  <a:pt x="609" y="1265"/>
                  <a:pt x="614" y="1265"/>
                </a:cubicBezTo>
                <a:cubicBezTo>
                  <a:pt x="618" y="1269"/>
                  <a:pt x="623" y="1274"/>
                  <a:pt x="628" y="1274"/>
                </a:cubicBezTo>
                <a:cubicBezTo>
                  <a:pt x="629" y="1283"/>
                  <a:pt x="620" y="1272"/>
                  <a:pt x="617" y="1274"/>
                </a:cubicBezTo>
                <a:close/>
                <a:moveTo>
                  <a:pt x="805" y="1319"/>
                </a:moveTo>
                <a:cubicBezTo>
                  <a:pt x="807" y="1316"/>
                  <a:pt x="803" y="1312"/>
                  <a:pt x="802" y="1308"/>
                </a:cubicBezTo>
                <a:cubicBezTo>
                  <a:pt x="798" y="1300"/>
                  <a:pt x="801" y="1294"/>
                  <a:pt x="795" y="1286"/>
                </a:cubicBezTo>
                <a:cubicBezTo>
                  <a:pt x="796" y="1283"/>
                  <a:pt x="793" y="1279"/>
                  <a:pt x="792" y="1275"/>
                </a:cubicBezTo>
                <a:cubicBezTo>
                  <a:pt x="792" y="1271"/>
                  <a:pt x="789" y="1267"/>
                  <a:pt x="789" y="1263"/>
                </a:cubicBezTo>
                <a:cubicBezTo>
                  <a:pt x="784" y="1259"/>
                  <a:pt x="792" y="1257"/>
                  <a:pt x="786" y="1252"/>
                </a:cubicBezTo>
                <a:cubicBezTo>
                  <a:pt x="788" y="1249"/>
                  <a:pt x="782" y="1245"/>
                  <a:pt x="785" y="1242"/>
                </a:cubicBezTo>
                <a:cubicBezTo>
                  <a:pt x="779" y="1240"/>
                  <a:pt x="788" y="1232"/>
                  <a:pt x="782" y="1234"/>
                </a:cubicBezTo>
                <a:cubicBezTo>
                  <a:pt x="780" y="1230"/>
                  <a:pt x="785" y="1227"/>
                  <a:pt x="779" y="1223"/>
                </a:cubicBezTo>
                <a:cubicBezTo>
                  <a:pt x="777" y="1216"/>
                  <a:pt x="771" y="1208"/>
                  <a:pt x="775" y="1202"/>
                </a:cubicBezTo>
                <a:cubicBezTo>
                  <a:pt x="766" y="1186"/>
                  <a:pt x="772" y="1173"/>
                  <a:pt x="762" y="1157"/>
                </a:cubicBezTo>
                <a:cubicBezTo>
                  <a:pt x="762" y="1151"/>
                  <a:pt x="764" y="1145"/>
                  <a:pt x="759" y="1138"/>
                </a:cubicBezTo>
                <a:cubicBezTo>
                  <a:pt x="763" y="1133"/>
                  <a:pt x="757" y="1126"/>
                  <a:pt x="757" y="1120"/>
                </a:cubicBezTo>
                <a:cubicBezTo>
                  <a:pt x="762" y="1115"/>
                  <a:pt x="752" y="1107"/>
                  <a:pt x="757" y="1102"/>
                </a:cubicBezTo>
                <a:cubicBezTo>
                  <a:pt x="753" y="1095"/>
                  <a:pt x="756" y="1090"/>
                  <a:pt x="752" y="1084"/>
                </a:cubicBezTo>
                <a:cubicBezTo>
                  <a:pt x="757" y="1082"/>
                  <a:pt x="759" y="1092"/>
                  <a:pt x="763" y="1095"/>
                </a:cubicBezTo>
                <a:cubicBezTo>
                  <a:pt x="764" y="1101"/>
                  <a:pt x="771" y="1108"/>
                  <a:pt x="771" y="1113"/>
                </a:cubicBezTo>
                <a:cubicBezTo>
                  <a:pt x="774" y="1123"/>
                  <a:pt x="774" y="1132"/>
                  <a:pt x="777" y="1141"/>
                </a:cubicBezTo>
                <a:cubicBezTo>
                  <a:pt x="776" y="1145"/>
                  <a:pt x="777" y="1150"/>
                  <a:pt x="779" y="1155"/>
                </a:cubicBezTo>
                <a:cubicBezTo>
                  <a:pt x="776" y="1159"/>
                  <a:pt x="783" y="1164"/>
                  <a:pt x="780" y="1168"/>
                </a:cubicBezTo>
                <a:cubicBezTo>
                  <a:pt x="783" y="1178"/>
                  <a:pt x="783" y="1186"/>
                  <a:pt x="787" y="1196"/>
                </a:cubicBezTo>
                <a:cubicBezTo>
                  <a:pt x="784" y="1199"/>
                  <a:pt x="791" y="1205"/>
                  <a:pt x="788" y="1208"/>
                </a:cubicBezTo>
                <a:cubicBezTo>
                  <a:pt x="790" y="1213"/>
                  <a:pt x="790" y="1217"/>
                  <a:pt x="795" y="1222"/>
                </a:cubicBezTo>
                <a:cubicBezTo>
                  <a:pt x="789" y="1226"/>
                  <a:pt x="793" y="1231"/>
                  <a:pt x="797" y="1237"/>
                </a:cubicBezTo>
                <a:cubicBezTo>
                  <a:pt x="791" y="1240"/>
                  <a:pt x="797" y="1245"/>
                  <a:pt x="798" y="1249"/>
                </a:cubicBezTo>
                <a:cubicBezTo>
                  <a:pt x="792" y="1257"/>
                  <a:pt x="805" y="1267"/>
                  <a:pt x="800" y="1275"/>
                </a:cubicBezTo>
                <a:cubicBezTo>
                  <a:pt x="807" y="1281"/>
                  <a:pt x="801" y="1284"/>
                  <a:pt x="805" y="1290"/>
                </a:cubicBezTo>
                <a:cubicBezTo>
                  <a:pt x="807" y="1294"/>
                  <a:pt x="806" y="1298"/>
                  <a:pt x="806" y="1302"/>
                </a:cubicBezTo>
                <a:cubicBezTo>
                  <a:pt x="808" y="1311"/>
                  <a:pt x="809" y="1319"/>
                  <a:pt x="811" y="1328"/>
                </a:cubicBezTo>
                <a:cubicBezTo>
                  <a:pt x="805" y="1330"/>
                  <a:pt x="808" y="1322"/>
                  <a:pt x="805" y="1319"/>
                </a:cubicBezTo>
                <a:close/>
                <a:moveTo>
                  <a:pt x="825" y="1377"/>
                </a:moveTo>
                <a:cubicBezTo>
                  <a:pt x="822" y="1373"/>
                  <a:pt x="823" y="1369"/>
                  <a:pt x="818" y="1364"/>
                </a:cubicBezTo>
                <a:cubicBezTo>
                  <a:pt x="822" y="1360"/>
                  <a:pt x="813" y="1353"/>
                  <a:pt x="816" y="1349"/>
                </a:cubicBezTo>
                <a:cubicBezTo>
                  <a:pt x="810" y="1344"/>
                  <a:pt x="813" y="1340"/>
                  <a:pt x="808" y="1335"/>
                </a:cubicBezTo>
                <a:cubicBezTo>
                  <a:pt x="816" y="1330"/>
                  <a:pt x="814" y="1343"/>
                  <a:pt x="816" y="1346"/>
                </a:cubicBezTo>
                <a:cubicBezTo>
                  <a:pt x="821" y="1352"/>
                  <a:pt x="818" y="1356"/>
                  <a:pt x="824" y="1362"/>
                </a:cubicBezTo>
                <a:cubicBezTo>
                  <a:pt x="821" y="1369"/>
                  <a:pt x="831" y="1379"/>
                  <a:pt x="832" y="1388"/>
                </a:cubicBezTo>
                <a:cubicBezTo>
                  <a:pt x="826" y="1390"/>
                  <a:pt x="828" y="1380"/>
                  <a:pt x="825" y="1377"/>
                </a:cubicBezTo>
                <a:close/>
                <a:moveTo>
                  <a:pt x="750" y="1257"/>
                </a:moveTo>
                <a:cubicBezTo>
                  <a:pt x="752" y="1260"/>
                  <a:pt x="755" y="1264"/>
                  <a:pt x="757" y="1267"/>
                </a:cubicBezTo>
                <a:cubicBezTo>
                  <a:pt x="754" y="1272"/>
                  <a:pt x="762" y="1279"/>
                  <a:pt x="761" y="1284"/>
                </a:cubicBezTo>
                <a:cubicBezTo>
                  <a:pt x="759" y="1289"/>
                  <a:pt x="763" y="1294"/>
                  <a:pt x="764" y="1300"/>
                </a:cubicBezTo>
                <a:cubicBezTo>
                  <a:pt x="765" y="1305"/>
                  <a:pt x="771" y="1311"/>
                  <a:pt x="771" y="1317"/>
                </a:cubicBezTo>
                <a:cubicBezTo>
                  <a:pt x="774" y="1320"/>
                  <a:pt x="773" y="1322"/>
                  <a:pt x="774" y="1325"/>
                </a:cubicBezTo>
                <a:cubicBezTo>
                  <a:pt x="776" y="1327"/>
                  <a:pt x="778" y="1330"/>
                  <a:pt x="776" y="1332"/>
                </a:cubicBezTo>
                <a:cubicBezTo>
                  <a:pt x="783" y="1341"/>
                  <a:pt x="783" y="1356"/>
                  <a:pt x="792" y="1361"/>
                </a:cubicBezTo>
                <a:cubicBezTo>
                  <a:pt x="790" y="1363"/>
                  <a:pt x="793" y="1366"/>
                  <a:pt x="795" y="1369"/>
                </a:cubicBezTo>
                <a:cubicBezTo>
                  <a:pt x="797" y="1372"/>
                  <a:pt x="795" y="1374"/>
                  <a:pt x="798" y="1377"/>
                </a:cubicBezTo>
                <a:cubicBezTo>
                  <a:pt x="798" y="1382"/>
                  <a:pt x="807" y="1388"/>
                  <a:pt x="801" y="1392"/>
                </a:cubicBezTo>
                <a:cubicBezTo>
                  <a:pt x="779" y="1365"/>
                  <a:pt x="778" y="1342"/>
                  <a:pt x="763" y="1317"/>
                </a:cubicBezTo>
                <a:cubicBezTo>
                  <a:pt x="764" y="1312"/>
                  <a:pt x="764" y="1307"/>
                  <a:pt x="760" y="1301"/>
                </a:cubicBezTo>
                <a:cubicBezTo>
                  <a:pt x="762" y="1296"/>
                  <a:pt x="756" y="1291"/>
                  <a:pt x="757" y="1286"/>
                </a:cubicBezTo>
                <a:cubicBezTo>
                  <a:pt x="757" y="1281"/>
                  <a:pt x="754" y="1276"/>
                  <a:pt x="752" y="1271"/>
                </a:cubicBezTo>
                <a:cubicBezTo>
                  <a:pt x="754" y="1267"/>
                  <a:pt x="749" y="1261"/>
                  <a:pt x="750" y="1257"/>
                </a:cubicBezTo>
                <a:cubicBezTo>
                  <a:pt x="743" y="1251"/>
                  <a:pt x="755" y="1253"/>
                  <a:pt x="750" y="1257"/>
                </a:cubicBezTo>
                <a:close/>
                <a:moveTo>
                  <a:pt x="732" y="1176"/>
                </a:moveTo>
                <a:cubicBezTo>
                  <a:pt x="734" y="1178"/>
                  <a:pt x="734" y="1179"/>
                  <a:pt x="733" y="1180"/>
                </a:cubicBezTo>
                <a:cubicBezTo>
                  <a:pt x="737" y="1184"/>
                  <a:pt x="732" y="1187"/>
                  <a:pt x="737" y="1191"/>
                </a:cubicBezTo>
                <a:cubicBezTo>
                  <a:pt x="733" y="1195"/>
                  <a:pt x="740" y="1200"/>
                  <a:pt x="737" y="1205"/>
                </a:cubicBezTo>
                <a:cubicBezTo>
                  <a:pt x="734" y="1200"/>
                  <a:pt x="733" y="1196"/>
                  <a:pt x="736" y="1192"/>
                </a:cubicBezTo>
                <a:cubicBezTo>
                  <a:pt x="731" y="1185"/>
                  <a:pt x="731" y="1179"/>
                  <a:pt x="730" y="1172"/>
                </a:cubicBezTo>
                <a:cubicBezTo>
                  <a:pt x="733" y="1171"/>
                  <a:pt x="730" y="1174"/>
                  <a:pt x="732" y="1176"/>
                </a:cubicBezTo>
                <a:close/>
                <a:moveTo>
                  <a:pt x="727" y="1158"/>
                </a:moveTo>
                <a:cubicBezTo>
                  <a:pt x="726" y="1149"/>
                  <a:pt x="735" y="1168"/>
                  <a:pt x="728" y="1162"/>
                </a:cubicBezTo>
                <a:cubicBezTo>
                  <a:pt x="725" y="1160"/>
                  <a:pt x="728" y="1159"/>
                  <a:pt x="727" y="1158"/>
                </a:cubicBezTo>
                <a:close/>
                <a:moveTo>
                  <a:pt x="687" y="988"/>
                </a:moveTo>
                <a:cubicBezTo>
                  <a:pt x="686" y="980"/>
                  <a:pt x="691" y="972"/>
                  <a:pt x="688" y="963"/>
                </a:cubicBezTo>
                <a:cubicBezTo>
                  <a:pt x="690" y="939"/>
                  <a:pt x="692" y="942"/>
                  <a:pt x="690" y="943"/>
                </a:cubicBezTo>
                <a:cubicBezTo>
                  <a:pt x="691" y="958"/>
                  <a:pt x="690" y="959"/>
                  <a:pt x="692" y="961"/>
                </a:cubicBezTo>
                <a:cubicBezTo>
                  <a:pt x="692" y="977"/>
                  <a:pt x="693" y="981"/>
                  <a:pt x="692" y="985"/>
                </a:cubicBezTo>
                <a:cubicBezTo>
                  <a:pt x="698" y="1018"/>
                  <a:pt x="694" y="1026"/>
                  <a:pt x="698" y="1034"/>
                </a:cubicBezTo>
                <a:cubicBezTo>
                  <a:pt x="707" y="1091"/>
                  <a:pt x="704" y="1098"/>
                  <a:pt x="708" y="1107"/>
                </a:cubicBezTo>
                <a:cubicBezTo>
                  <a:pt x="711" y="1139"/>
                  <a:pt x="716" y="1148"/>
                  <a:pt x="715" y="1156"/>
                </a:cubicBezTo>
                <a:cubicBezTo>
                  <a:pt x="725" y="1197"/>
                  <a:pt x="729" y="1214"/>
                  <a:pt x="734" y="1231"/>
                </a:cubicBezTo>
                <a:cubicBezTo>
                  <a:pt x="749" y="1288"/>
                  <a:pt x="747" y="1296"/>
                  <a:pt x="752" y="1306"/>
                </a:cubicBezTo>
                <a:cubicBezTo>
                  <a:pt x="764" y="1347"/>
                  <a:pt x="773" y="1364"/>
                  <a:pt x="782" y="1381"/>
                </a:cubicBezTo>
                <a:cubicBezTo>
                  <a:pt x="746" y="1345"/>
                  <a:pt x="746" y="1340"/>
                  <a:pt x="740" y="1333"/>
                </a:cubicBezTo>
                <a:cubicBezTo>
                  <a:pt x="729" y="1298"/>
                  <a:pt x="730" y="1290"/>
                  <a:pt x="721" y="1280"/>
                </a:cubicBezTo>
                <a:cubicBezTo>
                  <a:pt x="713" y="1238"/>
                  <a:pt x="715" y="1234"/>
                  <a:pt x="712" y="1230"/>
                </a:cubicBezTo>
                <a:cubicBezTo>
                  <a:pt x="706" y="1195"/>
                  <a:pt x="704" y="1194"/>
                  <a:pt x="704" y="1193"/>
                </a:cubicBezTo>
                <a:cubicBezTo>
                  <a:pt x="701" y="1173"/>
                  <a:pt x="699" y="1164"/>
                  <a:pt x="699" y="1156"/>
                </a:cubicBezTo>
                <a:cubicBezTo>
                  <a:pt x="691" y="1100"/>
                  <a:pt x="690" y="1092"/>
                  <a:pt x="691" y="1084"/>
                </a:cubicBezTo>
                <a:close/>
                <a:moveTo>
                  <a:pt x="736" y="1347"/>
                </a:moveTo>
                <a:cubicBezTo>
                  <a:pt x="730" y="1348"/>
                  <a:pt x="730" y="1337"/>
                  <a:pt x="727" y="1334"/>
                </a:cubicBezTo>
                <a:cubicBezTo>
                  <a:pt x="734" y="1333"/>
                  <a:pt x="734" y="1344"/>
                  <a:pt x="736" y="1347"/>
                </a:cubicBezTo>
                <a:close/>
                <a:moveTo>
                  <a:pt x="678" y="1070"/>
                </a:moveTo>
                <a:cubicBezTo>
                  <a:pt x="684" y="1068"/>
                  <a:pt x="678" y="1073"/>
                  <a:pt x="680" y="1076"/>
                </a:cubicBezTo>
                <a:cubicBezTo>
                  <a:pt x="684" y="1082"/>
                  <a:pt x="675" y="1078"/>
                  <a:pt x="678" y="1070"/>
                </a:cubicBezTo>
                <a:close/>
                <a:moveTo>
                  <a:pt x="716" y="1310"/>
                </a:moveTo>
                <a:cubicBezTo>
                  <a:pt x="716" y="1305"/>
                  <a:pt x="710" y="1299"/>
                  <a:pt x="709" y="1294"/>
                </a:cubicBezTo>
                <a:cubicBezTo>
                  <a:pt x="710" y="1289"/>
                  <a:pt x="705" y="1283"/>
                  <a:pt x="706" y="1278"/>
                </a:cubicBezTo>
                <a:cubicBezTo>
                  <a:pt x="703" y="1275"/>
                  <a:pt x="704" y="1272"/>
                  <a:pt x="705" y="1270"/>
                </a:cubicBezTo>
                <a:cubicBezTo>
                  <a:pt x="702" y="1269"/>
                  <a:pt x="703" y="1267"/>
                  <a:pt x="702" y="1264"/>
                </a:cubicBezTo>
                <a:cubicBezTo>
                  <a:pt x="697" y="1253"/>
                  <a:pt x="697" y="1242"/>
                  <a:pt x="693" y="1230"/>
                </a:cubicBezTo>
                <a:cubicBezTo>
                  <a:pt x="694" y="1225"/>
                  <a:pt x="691" y="1219"/>
                  <a:pt x="693" y="1214"/>
                </a:cubicBezTo>
                <a:cubicBezTo>
                  <a:pt x="689" y="1208"/>
                  <a:pt x="692" y="1204"/>
                  <a:pt x="692" y="1199"/>
                </a:cubicBezTo>
                <a:cubicBezTo>
                  <a:pt x="686" y="1180"/>
                  <a:pt x="684" y="1162"/>
                  <a:pt x="683" y="1144"/>
                </a:cubicBezTo>
                <a:cubicBezTo>
                  <a:pt x="684" y="1135"/>
                  <a:pt x="679" y="1126"/>
                  <a:pt x="682" y="1117"/>
                </a:cubicBezTo>
                <a:cubicBezTo>
                  <a:pt x="676" y="1107"/>
                  <a:pt x="683" y="1100"/>
                  <a:pt x="679" y="1090"/>
                </a:cubicBezTo>
                <a:cubicBezTo>
                  <a:pt x="684" y="1088"/>
                  <a:pt x="681" y="1096"/>
                  <a:pt x="682" y="1099"/>
                </a:cubicBezTo>
                <a:cubicBezTo>
                  <a:pt x="682" y="1102"/>
                  <a:pt x="683" y="1106"/>
                  <a:pt x="682" y="1109"/>
                </a:cubicBezTo>
                <a:cubicBezTo>
                  <a:pt x="684" y="1117"/>
                  <a:pt x="686" y="1124"/>
                  <a:pt x="683" y="1130"/>
                </a:cubicBezTo>
                <a:cubicBezTo>
                  <a:pt x="686" y="1138"/>
                  <a:pt x="688" y="1145"/>
                  <a:pt x="689" y="1153"/>
                </a:cubicBezTo>
                <a:cubicBezTo>
                  <a:pt x="687" y="1156"/>
                  <a:pt x="691" y="1160"/>
                  <a:pt x="692" y="1164"/>
                </a:cubicBezTo>
                <a:cubicBezTo>
                  <a:pt x="687" y="1167"/>
                  <a:pt x="693" y="1171"/>
                  <a:pt x="690" y="1173"/>
                </a:cubicBezTo>
                <a:cubicBezTo>
                  <a:pt x="694" y="1180"/>
                  <a:pt x="697" y="1187"/>
                  <a:pt x="696" y="1193"/>
                </a:cubicBezTo>
                <a:cubicBezTo>
                  <a:pt x="697" y="1196"/>
                  <a:pt x="697" y="1199"/>
                  <a:pt x="698" y="1203"/>
                </a:cubicBezTo>
                <a:cubicBezTo>
                  <a:pt x="696" y="1206"/>
                  <a:pt x="702" y="1210"/>
                  <a:pt x="699" y="1212"/>
                </a:cubicBezTo>
                <a:cubicBezTo>
                  <a:pt x="702" y="1225"/>
                  <a:pt x="703" y="1237"/>
                  <a:pt x="707" y="1250"/>
                </a:cubicBezTo>
                <a:cubicBezTo>
                  <a:pt x="708" y="1274"/>
                  <a:pt x="726" y="1302"/>
                  <a:pt x="727" y="1326"/>
                </a:cubicBezTo>
                <a:cubicBezTo>
                  <a:pt x="721" y="1327"/>
                  <a:pt x="718" y="1315"/>
                  <a:pt x="716" y="1310"/>
                </a:cubicBezTo>
                <a:close/>
                <a:moveTo>
                  <a:pt x="591" y="1343"/>
                </a:moveTo>
                <a:cubicBezTo>
                  <a:pt x="583" y="1344"/>
                  <a:pt x="576" y="1334"/>
                  <a:pt x="568" y="1336"/>
                </a:cubicBezTo>
                <a:cubicBezTo>
                  <a:pt x="565" y="1330"/>
                  <a:pt x="572" y="1336"/>
                  <a:pt x="574" y="1334"/>
                </a:cubicBezTo>
                <a:cubicBezTo>
                  <a:pt x="577" y="1336"/>
                  <a:pt x="579" y="1334"/>
                  <a:pt x="582" y="1336"/>
                </a:cubicBezTo>
                <a:cubicBezTo>
                  <a:pt x="587" y="1339"/>
                  <a:pt x="593" y="1337"/>
                  <a:pt x="598" y="1344"/>
                </a:cubicBezTo>
                <a:cubicBezTo>
                  <a:pt x="607" y="1344"/>
                  <a:pt x="617" y="1346"/>
                  <a:pt x="627" y="1347"/>
                </a:cubicBezTo>
                <a:cubicBezTo>
                  <a:pt x="632" y="1349"/>
                  <a:pt x="637" y="1350"/>
                  <a:pt x="642" y="1350"/>
                </a:cubicBezTo>
                <a:cubicBezTo>
                  <a:pt x="646" y="1353"/>
                  <a:pt x="651" y="1353"/>
                  <a:pt x="655" y="1354"/>
                </a:cubicBezTo>
                <a:cubicBezTo>
                  <a:pt x="661" y="1352"/>
                  <a:pt x="665" y="1356"/>
                  <a:pt x="671" y="1356"/>
                </a:cubicBezTo>
                <a:cubicBezTo>
                  <a:pt x="675" y="1357"/>
                  <a:pt x="680" y="1358"/>
                  <a:pt x="684" y="1360"/>
                </a:cubicBezTo>
                <a:cubicBezTo>
                  <a:pt x="693" y="1361"/>
                  <a:pt x="702" y="1366"/>
                  <a:pt x="711" y="1364"/>
                </a:cubicBezTo>
                <a:cubicBezTo>
                  <a:pt x="722" y="1373"/>
                  <a:pt x="735" y="1372"/>
                  <a:pt x="746" y="1380"/>
                </a:cubicBezTo>
                <a:cubicBezTo>
                  <a:pt x="750" y="1379"/>
                  <a:pt x="753" y="1379"/>
                  <a:pt x="755" y="1381"/>
                </a:cubicBezTo>
                <a:cubicBezTo>
                  <a:pt x="757" y="1389"/>
                  <a:pt x="762" y="1379"/>
                  <a:pt x="764" y="1386"/>
                </a:cubicBezTo>
                <a:cubicBezTo>
                  <a:pt x="770" y="1383"/>
                  <a:pt x="774" y="1394"/>
                  <a:pt x="781" y="1390"/>
                </a:cubicBezTo>
                <a:cubicBezTo>
                  <a:pt x="782" y="1393"/>
                  <a:pt x="784" y="1395"/>
                  <a:pt x="786" y="1394"/>
                </a:cubicBezTo>
                <a:cubicBezTo>
                  <a:pt x="786" y="1397"/>
                  <a:pt x="786" y="1399"/>
                  <a:pt x="789" y="1398"/>
                </a:cubicBezTo>
                <a:cubicBezTo>
                  <a:pt x="792" y="1398"/>
                  <a:pt x="795" y="1403"/>
                  <a:pt x="798" y="1407"/>
                </a:cubicBezTo>
                <a:cubicBezTo>
                  <a:pt x="791" y="1410"/>
                  <a:pt x="786" y="1403"/>
                  <a:pt x="780" y="1404"/>
                </a:cubicBezTo>
                <a:cubicBezTo>
                  <a:pt x="774" y="1399"/>
                  <a:pt x="768" y="1401"/>
                  <a:pt x="763" y="1395"/>
                </a:cubicBezTo>
                <a:cubicBezTo>
                  <a:pt x="758" y="1394"/>
                  <a:pt x="753" y="1395"/>
                  <a:pt x="749" y="1391"/>
                </a:cubicBezTo>
                <a:cubicBezTo>
                  <a:pt x="745" y="1391"/>
                  <a:pt x="741" y="1390"/>
                  <a:pt x="737" y="1389"/>
                </a:cubicBezTo>
                <a:cubicBezTo>
                  <a:pt x="729" y="1388"/>
                  <a:pt x="721" y="1384"/>
                  <a:pt x="713" y="1382"/>
                </a:cubicBezTo>
                <a:cubicBezTo>
                  <a:pt x="705" y="1380"/>
                  <a:pt x="696" y="1378"/>
                  <a:pt x="688" y="1376"/>
                </a:cubicBezTo>
                <a:cubicBezTo>
                  <a:pt x="679" y="1375"/>
                  <a:pt x="671" y="1373"/>
                  <a:pt x="664" y="1369"/>
                </a:cubicBezTo>
                <a:cubicBezTo>
                  <a:pt x="661" y="1368"/>
                  <a:pt x="658" y="1370"/>
                  <a:pt x="656" y="1366"/>
                </a:cubicBezTo>
                <a:cubicBezTo>
                  <a:pt x="654" y="1367"/>
                  <a:pt x="653" y="1364"/>
                  <a:pt x="650" y="1365"/>
                </a:cubicBezTo>
                <a:cubicBezTo>
                  <a:pt x="647" y="1361"/>
                  <a:pt x="642" y="1366"/>
                  <a:pt x="639" y="1360"/>
                </a:cubicBezTo>
                <a:cubicBezTo>
                  <a:pt x="630" y="1360"/>
                  <a:pt x="623" y="1356"/>
                  <a:pt x="615" y="1353"/>
                </a:cubicBezTo>
                <a:cubicBezTo>
                  <a:pt x="607" y="1348"/>
                  <a:pt x="599" y="1348"/>
                  <a:pt x="591" y="1343"/>
                </a:cubicBezTo>
                <a:close/>
                <a:moveTo>
                  <a:pt x="862" y="1455"/>
                </a:moveTo>
                <a:cubicBezTo>
                  <a:pt x="859" y="1456"/>
                  <a:pt x="857" y="1456"/>
                  <a:pt x="854" y="1453"/>
                </a:cubicBezTo>
                <a:cubicBezTo>
                  <a:pt x="849" y="1453"/>
                  <a:pt x="844" y="1449"/>
                  <a:pt x="838" y="1448"/>
                </a:cubicBezTo>
                <a:cubicBezTo>
                  <a:pt x="828" y="1443"/>
                  <a:pt x="817" y="1443"/>
                  <a:pt x="807" y="1438"/>
                </a:cubicBezTo>
                <a:cubicBezTo>
                  <a:pt x="796" y="1436"/>
                  <a:pt x="786" y="1431"/>
                  <a:pt x="775" y="1431"/>
                </a:cubicBezTo>
                <a:cubicBezTo>
                  <a:pt x="771" y="1424"/>
                  <a:pt x="764" y="1431"/>
                  <a:pt x="759" y="1424"/>
                </a:cubicBezTo>
                <a:cubicBezTo>
                  <a:pt x="754" y="1427"/>
                  <a:pt x="750" y="1419"/>
                  <a:pt x="744" y="1422"/>
                </a:cubicBezTo>
                <a:cubicBezTo>
                  <a:pt x="734" y="1413"/>
                  <a:pt x="722" y="1416"/>
                  <a:pt x="712" y="1410"/>
                </a:cubicBezTo>
                <a:cubicBezTo>
                  <a:pt x="707" y="1405"/>
                  <a:pt x="700" y="1410"/>
                  <a:pt x="696" y="1402"/>
                </a:cubicBezTo>
                <a:cubicBezTo>
                  <a:pt x="690" y="1403"/>
                  <a:pt x="685" y="1401"/>
                  <a:pt x="681" y="1397"/>
                </a:cubicBezTo>
                <a:cubicBezTo>
                  <a:pt x="670" y="1394"/>
                  <a:pt x="660" y="1389"/>
                  <a:pt x="650" y="1384"/>
                </a:cubicBezTo>
                <a:cubicBezTo>
                  <a:pt x="646" y="1377"/>
                  <a:pt x="639" y="1382"/>
                  <a:pt x="635" y="1374"/>
                </a:cubicBezTo>
                <a:cubicBezTo>
                  <a:pt x="629" y="1374"/>
                  <a:pt x="625" y="1367"/>
                  <a:pt x="620" y="1368"/>
                </a:cubicBezTo>
                <a:cubicBezTo>
                  <a:pt x="619" y="1366"/>
                  <a:pt x="618" y="1364"/>
                  <a:pt x="616" y="1363"/>
                </a:cubicBezTo>
                <a:cubicBezTo>
                  <a:pt x="626" y="1363"/>
                  <a:pt x="635" y="1369"/>
                  <a:pt x="644" y="1372"/>
                </a:cubicBezTo>
                <a:cubicBezTo>
                  <a:pt x="654" y="1376"/>
                  <a:pt x="663" y="1379"/>
                  <a:pt x="673" y="1381"/>
                </a:cubicBezTo>
                <a:cubicBezTo>
                  <a:pt x="677" y="1385"/>
                  <a:pt x="682" y="1385"/>
                  <a:pt x="687" y="1387"/>
                </a:cubicBezTo>
                <a:cubicBezTo>
                  <a:pt x="690" y="1386"/>
                  <a:pt x="693" y="1387"/>
                  <a:pt x="695" y="1390"/>
                </a:cubicBezTo>
                <a:cubicBezTo>
                  <a:pt x="697" y="1387"/>
                  <a:pt x="699" y="1389"/>
                  <a:pt x="701" y="1391"/>
                </a:cubicBezTo>
                <a:cubicBezTo>
                  <a:pt x="706" y="1386"/>
                  <a:pt x="709" y="1395"/>
                  <a:pt x="715" y="1392"/>
                </a:cubicBezTo>
                <a:cubicBezTo>
                  <a:pt x="716" y="1396"/>
                  <a:pt x="720" y="1392"/>
                  <a:pt x="722" y="1394"/>
                </a:cubicBezTo>
                <a:cubicBezTo>
                  <a:pt x="724" y="1395"/>
                  <a:pt x="726" y="1396"/>
                  <a:pt x="728" y="1398"/>
                </a:cubicBezTo>
                <a:cubicBezTo>
                  <a:pt x="733" y="1400"/>
                  <a:pt x="738" y="1398"/>
                  <a:pt x="743" y="1401"/>
                </a:cubicBezTo>
                <a:cubicBezTo>
                  <a:pt x="748" y="1400"/>
                  <a:pt x="751" y="1407"/>
                  <a:pt x="757" y="1402"/>
                </a:cubicBezTo>
                <a:cubicBezTo>
                  <a:pt x="766" y="1410"/>
                  <a:pt x="776" y="1411"/>
                  <a:pt x="786" y="1416"/>
                </a:cubicBezTo>
                <a:cubicBezTo>
                  <a:pt x="796" y="1416"/>
                  <a:pt x="804" y="1425"/>
                  <a:pt x="814" y="1425"/>
                </a:cubicBezTo>
                <a:cubicBezTo>
                  <a:pt x="822" y="1434"/>
                  <a:pt x="833" y="1431"/>
                  <a:pt x="841" y="1438"/>
                </a:cubicBezTo>
                <a:cubicBezTo>
                  <a:pt x="850" y="1444"/>
                  <a:pt x="859" y="1451"/>
                  <a:pt x="868" y="1453"/>
                </a:cubicBezTo>
                <a:cubicBezTo>
                  <a:pt x="871" y="1458"/>
                  <a:pt x="863" y="1458"/>
                  <a:pt x="862" y="1455"/>
                </a:cubicBezTo>
                <a:close/>
                <a:moveTo>
                  <a:pt x="840" y="1425"/>
                </a:moveTo>
                <a:cubicBezTo>
                  <a:pt x="842" y="1424"/>
                  <a:pt x="844" y="1423"/>
                  <a:pt x="846" y="1421"/>
                </a:cubicBezTo>
                <a:cubicBezTo>
                  <a:pt x="847" y="1424"/>
                  <a:pt x="849" y="1426"/>
                  <a:pt x="851" y="1428"/>
                </a:cubicBezTo>
                <a:cubicBezTo>
                  <a:pt x="846" y="1432"/>
                  <a:pt x="843" y="1428"/>
                  <a:pt x="840" y="1425"/>
                </a:cubicBezTo>
                <a:close/>
                <a:moveTo>
                  <a:pt x="860" y="1430"/>
                </a:moveTo>
                <a:cubicBezTo>
                  <a:pt x="863" y="1427"/>
                  <a:pt x="855" y="1422"/>
                  <a:pt x="857" y="1419"/>
                </a:cubicBezTo>
                <a:cubicBezTo>
                  <a:pt x="837" y="1377"/>
                  <a:pt x="840" y="1373"/>
                  <a:pt x="834" y="1368"/>
                </a:cubicBezTo>
                <a:cubicBezTo>
                  <a:pt x="825" y="1337"/>
                  <a:pt x="822" y="1332"/>
                  <a:pt x="822" y="1328"/>
                </a:cubicBezTo>
                <a:cubicBezTo>
                  <a:pt x="816" y="1281"/>
                  <a:pt x="809" y="1272"/>
                  <a:pt x="808" y="1263"/>
                </a:cubicBezTo>
                <a:cubicBezTo>
                  <a:pt x="805" y="1231"/>
                  <a:pt x="802" y="1222"/>
                  <a:pt x="799" y="1214"/>
                </a:cubicBezTo>
                <a:cubicBezTo>
                  <a:pt x="788" y="1155"/>
                  <a:pt x="788" y="1147"/>
                  <a:pt x="784" y="1139"/>
                </a:cubicBezTo>
                <a:cubicBezTo>
                  <a:pt x="801" y="1169"/>
                  <a:pt x="802" y="1172"/>
                  <a:pt x="804" y="1175"/>
                </a:cubicBezTo>
                <a:cubicBezTo>
                  <a:pt x="817" y="1231"/>
                  <a:pt x="820" y="1237"/>
                  <a:pt x="819" y="1242"/>
                </a:cubicBezTo>
                <a:cubicBezTo>
                  <a:pt x="835" y="1298"/>
                  <a:pt x="831" y="1303"/>
                  <a:pt x="835" y="1309"/>
                </a:cubicBezTo>
                <a:cubicBezTo>
                  <a:pt x="846" y="1364"/>
                  <a:pt x="845" y="1369"/>
                  <a:pt x="847" y="1375"/>
                </a:cubicBezTo>
                <a:cubicBezTo>
                  <a:pt x="855" y="1404"/>
                  <a:pt x="856" y="1406"/>
                  <a:pt x="859" y="1409"/>
                </a:cubicBezTo>
                <a:close/>
                <a:moveTo>
                  <a:pt x="866" y="1401"/>
                </a:moveTo>
                <a:cubicBezTo>
                  <a:pt x="866" y="1396"/>
                  <a:pt x="864" y="1391"/>
                  <a:pt x="863" y="1385"/>
                </a:cubicBezTo>
                <a:cubicBezTo>
                  <a:pt x="855" y="1379"/>
                  <a:pt x="863" y="1375"/>
                  <a:pt x="856" y="1368"/>
                </a:cubicBezTo>
                <a:cubicBezTo>
                  <a:pt x="856" y="1363"/>
                  <a:pt x="852" y="1357"/>
                  <a:pt x="856" y="1353"/>
                </a:cubicBezTo>
                <a:cubicBezTo>
                  <a:pt x="852" y="1352"/>
                  <a:pt x="853" y="1350"/>
                  <a:pt x="852" y="1347"/>
                </a:cubicBezTo>
                <a:cubicBezTo>
                  <a:pt x="854" y="1345"/>
                  <a:pt x="848" y="1345"/>
                  <a:pt x="851" y="1343"/>
                </a:cubicBezTo>
                <a:cubicBezTo>
                  <a:pt x="850" y="1337"/>
                  <a:pt x="848" y="1332"/>
                  <a:pt x="848" y="1326"/>
                </a:cubicBezTo>
                <a:cubicBezTo>
                  <a:pt x="845" y="1321"/>
                  <a:pt x="846" y="1316"/>
                  <a:pt x="844" y="1310"/>
                </a:cubicBezTo>
                <a:cubicBezTo>
                  <a:pt x="841" y="1304"/>
                  <a:pt x="846" y="1300"/>
                  <a:pt x="840" y="1294"/>
                </a:cubicBezTo>
                <a:cubicBezTo>
                  <a:pt x="845" y="1289"/>
                  <a:pt x="838" y="1283"/>
                  <a:pt x="837" y="1278"/>
                </a:cubicBezTo>
                <a:cubicBezTo>
                  <a:pt x="837" y="1272"/>
                  <a:pt x="834" y="1267"/>
                  <a:pt x="833" y="1261"/>
                </a:cubicBezTo>
                <a:cubicBezTo>
                  <a:pt x="833" y="1251"/>
                  <a:pt x="827" y="1240"/>
                  <a:pt x="829" y="1230"/>
                </a:cubicBezTo>
                <a:cubicBezTo>
                  <a:pt x="823" y="1208"/>
                  <a:pt x="819" y="1186"/>
                  <a:pt x="806" y="1163"/>
                </a:cubicBezTo>
                <a:cubicBezTo>
                  <a:pt x="810" y="1161"/>
                  <a:pt x="812" y="1170"/>
                  <a:pt x="815" y="1172"/>
                </a:cubicBezTo>
                <a:cubicBezTo>
                  <a:pt x="819" y="1171"/>
                  <a:pt x="816" y="1174"/>
                  <a:pt x="818" y="1176"/>
                </a:cubicBezTo>
                <a:cubicBezTo>
                  <a:pt x="819" y="1178"/>
                  <a:pt x="821" y="1180"/>
                  <a:pt x="822" y="1181"/>
                </a:cubicBezTo>
                <a:cubicBezTo>
                  <a:pt x="823" y="1187"/>
                  <a:pt x="828" y="1193"/>
                  <a:pt x="828" y="1198"/>
                </a:cubicBezTo>
                <a:cubicBezTo>
                  <a:pt x="828" y="1203"/>
                  <a:pt x="835" y="1209"/>
                  <a:pt x="834" y="1213"/>
                </a:cubicBezTo>
                <a:cubicBezTo>
                  <a:pt x="837" y="1218"/>
                  <a:pt x="836" y="1223"/>
                  <a:pt x="839" y="1228"/>
                </a:cubicBezTo>
                <a:cubicBezTo>
                  <a:pt x="846" y="1234"/>
                  <a:pt x="837" y="1237"/>
                  <a:pt x="844" y="1243"/>
                </a:cubicBezTo>
                <a:cubicBezTo>
                  <a:pt x="842" y="1245"/>
                  <a:pt x="847" y="1249"/>
                  <a:pt x="845" y="1251"/>
                </a:cubicBezTo>
                <a:cubicBezTo>
                  <a:pt x="845" y="1253"/>
                  <a:pt x="845" y="1255"/>
                  <a:pt x="847" y="1257"/>
                </a:cubicBezTo>
                <a:cubicBezTo>
                  <a:pt x="845" y="1262"/>
                  <a:pt x="849" y="1267"/>
                  <a:pt x="849" y="1272"/>
                </a:cubicBezTo>
                <a:cubicBezTo>
                  <a:pt x="851" y="1282"/>
                  <a:pt x="851" y="1291"/>
                  <a:pt x="856" y="1301"/>
                </a:cubicBezTo>
                <a:cubicBezTo>
                  <a:pt x="855" y="1321"/>
                  <a:pt x="863" y="1343"/>
                  <a:pt x="860" y="1363"/>
                </a:cubicBezTo>
                <a:cubicBezTo>
                  <a:pt x="865" y="1372"/>
                  <a:pt x="865" y="1380"/>
                  <a:pt x="868" y="1389"/>
                </a:cubicBezTo>
                <a:cubicBezTo>
                  <a:pt x="870" y="1398"/>
                  <a:pt x="875" y="1407"/>
                  <a:pt x="873" y="1415"/>
                </a:cubicBezTo>
                <a:cubicBezTo>
                  <a:pt x="867" y="1416"/>
                  <a:pt x="868" y="1405"/>
                  <a:pt x="866" y="1401"/>
                </a:cubicBezTo>
                <a:close/>
                <a:moveTo>
                  <a:pt x="872" y="1421"/>
                </a:moveTo>
                <a:cubicBezTo>
                  <a:pt x="878" y="1421"/>
                  <a:pt x="879" y="1433"/>
                  <a:pt x="881" y="1437"/>
                </a:cubicBezTo>
                <a:cubicBezTo>
                  <a:pt x="873" y="1437"/>
                  <a:pt x="876" y="1426"/>
                  <a:pt x="872" y="1421"/>
                </a:cubicBezTo>
                <a:close/>
                <a:moveTo>
                  <a:pt x="0" y="157"/>
                </a:moveTo>
                <a:cubicBezTo>
                  <a:pt x="0" y="158"/>
                  <a:pt x="0" y="158"/>
                  <a:pt x="0" y="158"/>
                </a:cubicBezTo>
                <a:cubicBezTo>
                  <a:pt x="0" y="158"/>
                  <a:pt x="1" y="157"/>
                  <a:pt x="1" y="157"/>
                </a:cubicBezTo>
                <a:cubicBezTo>
                  <a:pt x="1" y="157"/>
                  <a:pt x="0" y="157"/>
                  <a:pt x="0" y="157"/>
                </a:cubicBezTo>
                <a:close/>
                <a:moveTo>
                  <a:pt x="1990" y="177"/>
                </a:moveTo>
                <a:cubicBezTo>
                  <a:pt x="1986" y="177"/>
                  <a:pt x="1989" y="180"/>
                  <a:pt x="1988" y="183"/>
                </a:cubicBezTo>
                <a:cubicBezTo>
                  <a:pt x="1987" y="200"/>
                  <a:pt x="1977" y="199"/>
                  <a:pt x="1977" y="203"/>
                </a:cubicBezTo>
                <a:cubicBezTo>
                  <a:pt x="1972" y="214"/>
                  <a:pt x="1973" y="215"/>
                  <a:pt x="1974" y="213"/>
                </a:cubicBezTo>
                <a:cubicBezTo>
                  <a:pt x="1987" y="201"/>
                  <a:pt x="1986" y="193"/>
                  <a:pt x="1988" y="190"/>
                </a:cubicBezTo>
                <a:cubicBezTo>
                  <a:pt x="2008" y="131"/>
                  <a:pt x="2015" y="118"/>
                  <a:pt x="2014" y="109"/>
                </a:cubicBezTo>
                <a:cubicBezTo>
                  <a:pt x="2029" y="70"/>
                  <a:pt x="2030" y="64"/>
                  <a:pt x="2028" y="63"/>
                </a:cubicBezTo>
                <a:cubicBezTo>
                  <a:pt x="2038" y="12"/>
                  <a:pt x="2039" y="6"/>
                  <a:pt x="2040" y="0"/>
                </a:cubicBezTo>
                <a:cubicBezTo>
                  <a:pt x="2031" y="29"/>
                  <a:pt x="2029" y="44"/>
                  <a:pt x="2027" y="60"/>
                </a:cubicBezTo>
                <a:cubicBezTo>
                  <a:pt x="2025" y="57"/>
                  <a:pt x="2024" y="42"/>
                  <a:pt x="2025" y="26"/>
                </a:cubicBezTo>
                <a:cubicBezTo>
                  <a:pt x="2026" y="2"/>
                  <a:pt x="2026" y="1"/>
                  <a:pt x="2026" y="0"/>
                </a:cubicBezTo>
                <a:cubicBezTo>
                  <a:pt x="2013" y="63"/>
                  <a:pt x="2011" y="101"/>
                  <a:pt x="2002" y="142"/>
                </a:cubicBezTo>
                <a:close/>
                <a:moveTo>
                  <a:pt x="1971" y="192"/>
                </a:moveTo>
                <a:cubicBezTo>
                  <a:pt x="1982" y="160"/>
                  <a:pt x="1984" y="143"/>
                  <a:pt x="1990" y="113"/>
                </a:cubicBezTo>
                <a:cubicBezTo>
                  <a:pt x="1986" y="110"/>
                  <a:pt x="1995" y="99"/>
                  <a:pt x="1991" y="95"/>
                </a:cubicBezTo>
                <a:cubicBezTo>
                  <a:pt x="1992" y="88"/>
                  <a:pt x="1993" y="81"/>
                  <a:pt x="1992" y="75"/>
                </a:cubicBezTo>
                <a:cubicBezTo>
                  <a:pt x="1995" y="62"/>
                  <a:pt x="1995" y="49"/>
                  <a:pt x="1995" y="37"/>
                </a:cubicBezTo>
                <a:cubicBezTo>
                  <a:pt x="1992" y="36"/>
                  <a:pt x="1994" y="32"/>
                  <a:pt x="1995" y="28"/>
                </a:cubicBezTo>
                <a:cubicBezTo>
                  <a:pt x="1995" y="25"/>
                  <a:pt x="1993" y="23"/>
                  <a:pt x="1996" y="19"/>
                </a:cubicBezTo>
                <a:cubicBezTo>
                  <a:pt x="1993" y="18"/>
                  <a:pt x="1995" y="14"/>
                  <a:pt x="1996" y="10"/>
                </a:cubicBezTo>
                <a:cubicBezTo>
                  <a:pt x="1992" y="9"/>
                  <a:pt x="1996" y="4"/>
                  <a:pt x="1997" y="0"/>
                </a:cubicBezTo>
                <a:cubicBezTo>
                  <a:pt x="1988" y="0"/>
                  <a:pt x="1988" y="0"/>
                  <a:pt x="1988" y="0"/>
                </a:cubicBezTo>
                <a:cubicBezTo>
                  <a:pt x="1987" y="6"/>
                  <a:pt x="1987" y="11"/>
                  <a:pt x="1987" y="17"/>
                </a:cubicBezTo>
                <a:cubicBezTo>
                  <a:pt x="1989" y="40"/>
                  <a:pt x="1987" y="66"/>
                  <a:pt x="1985" y="91"/>
                </a:cubicBezTo>
                <a:cubicBezTo>
                  <a:pt x="1985" y="113"/>
                  <a:pt x="1977" y="140"/>
                  <a:pt x="1977" y="166"/>
                </a:cubicBezTo>
                <a:cubicBezTo>
                  <a:pt x="1969" y="169"/>
                  <a:pt x="1977" y="178"/>
                  <a:pt x="1971" y="178"/>
                </a:cubicBezTo>
                <a:cubicBezTo>
                  <a:pt x="1975" y="184"/>
                  <a:pt x="1964" y="188"/>
                  <a:pt x="1971" y="192"/>
                </a:cubicBezTo>
                <a:close/>
                <a:moveTo>
                  <a:pt x="1900" y="50"/>
                </a:moveTo>
                <a:cubicBezTo>
                  <a:pt x="1902" y="34"/>
                  <a:pt x="1906" y="17"/>
                  <a:pt x="1908" y="0"/>
                </a:cubicBezTo>
                <a:cubicBezTo>
                  <a:pt x="1903" y="0"/>
                  <a:pt x="1903" y="0"/>
                  <a:pt x="1903" y="0"/>
                </a:cubicBezTo>
                <a:cubicBezTo>
                  <a:pt x="1902" y="2"/>
                  <a:pt x="1902" y="4"/>
                  <a:pt x="1902" y="5"/>
                </a:cubicBezTo>
                <a:cubicBezTo>
                  <a:pt x="1900" y="13"/>
                  <a:pt x="1899" y="20"/>
                  <a:pt x="1900" y="27"/>
                </a:cubicBezTo>
                <a:cubicBezTo>
                  <a:pt x="1900" y="31"/>
                  <a:pt x="1894" y="37"/>
                  <a:pt x="1899" y="38"/>
                </a:cubicBezTo>
                <a:cubicBezTo>
                  <a:pt x="1899" y="42"/>
                  <a:pt x="1892" y="50"/>
                  <a:pt x="1900" y="50"/>
                </a:cubicBezTo>
                <a:close/>
                <a:moveTo>
                  <a:pt x="1772" y="0"/>
                </a:moveTo>
                <a:cubicBezTo>
                  <a:pt x="1766" y="0"/>
                  <a:pt x="1766" y="0"/>
                  <a:pt x="1766" y="0"/>
                </a:cubicBezTo>
                <a:cubicBezTo>
                  <a:pt x="1761" y="13"/>
                  <a:pt x="1756" y="25"/>
                  <a:pt x="1752" y="35"/>
                </a:cubicBezTo>
                <a:cubicBezTo>
                  <a:pt x="1750" y="40"/>
                  <a:pt x="1748" y="48"/>
                  <a:pt x="1746" y="54"/>
                </a:cubicBezTo>
                <a:cubicBezTo>
                  <a:pt x="1744" y="62"/>
                  <a:pt x="1740" y="68"/>
                  <a:pt x="1743" y="74"/>
                </a:cubicBezTo>
                <a:cubicBezTo>
                  <a:pt x="1751" y="51"/>
                  <a:pt x="1761" y="26"/>
                  <a:pt x="1772" y="0"/>
                </a:cubicBezTo>
                <a:close/>
                <a:moveTo>
                  <a:pt x="2038" y="266"/>
                </a:moveTo>
                <a:cubicBezTo>
                  <a:pt x="2058" y="233"/>
                  <a:pt x="2063" y="188"/>
                  <a:pt x="2074" y="152"/>
                </a:cubicBezTo>
                <a:cubicBezTo>
                  <a:pt x="2076" y="145"/>
                  <a:pt x="2072" y="141"/>
                  <a:pt x="2075" y="134"/>
                </a:cubicBezTo>
                <a:cubicBezTo>
                  <a:pt x="2079" y="120"/>
                  <a:pt x="2079" y="118"/>
                  <a:pt x="2084" y="105"/>
                </a:cubicBezTo>
                <a:cubicBezTo>
                  <a:pt x="2087" y="93"/>
                  <a:pt x="2091" y="81"/>
                  <a:pt x="2094" y="69"/>
                </a:cubicBezTo>
                <a:cubicBezTo>
                  <a:pt x="2098" y="46"/>
                  <a:pt x="2102" y="24"/>
                  <a:pt x="2107" y="0"/>
                </a:cubicBezTo>
                <a:cubicBezTo>
                  <a:pt x="2098" y="0"/>
                  <a:pt x="2098" y="0"/>
                  <a:pt x="2098" y="0"/>
                </a:cubicBezTo>
                <a:cubicBezTo>
                  <a:pt x="2096" y="14"/>
                  <a:pt x="2093" y="27"/>
                  <a:pt x="2092" y="39"/>
                </a:cubicBezTo>
                <a:cubicBezTo>
                  <a:pt x="2091" y="44"/>
                  <a:pt x="2089" y="50"/>
                  <a:pt x="2087" y="56"/>
                </a:cubicBezTo>
                <a:cubicBezTo>
                  <a:pt x="2085" y="62"/>
                  <a:pt x="2082" y="67"/>
                  <a:pt x="2085" y="71"/>
                </a:cubicBezTo>
                <a:cubicBezTo>
                  <a:pt x="2084" y="75"/>
                  <a:pt x="2082" y="75"/>
                  <a:pt x="2082" y="72"/>
                </a:cubicBezTo>
                <a:cubicBezTo>
                  <a:pt x="2081" y="70"/>
                  <a:pt x="2081" y="68"/>
                  <a:pt x="2082" y="66"/>
                </a:cubicBezTo>
                <a:cubicBezTo>
                  <a:pt x="2081" y="61"/>
                  <a:pt x="2084" y="55"/>
                  <a:pt x="2081" y="52"/>
                </a:cubicBezTo>
                <a:cubicBezTo>
                  <a:pt x="2085" y="41"/>
                  <a:pt x="2079" y="34"/>
                  <a:pt x="2083" y="23"/>
                </a:cubicBezTo>
                <a:cubicBezTo>
                  <a:pt x="2083" y="18"/>
                  <a:pt x="2079" y="16"/>
                  <a:pt x="2083" y="9"/>
                </a:cubicBezTo>
                <a:cubicBezTo>
                  <a:pt x="2081" y="7"/>
                  <a:pt x="2081" y="4"/>
                  <a:pt x="2081" y="0"/>
                </a:cubicBezTo>
                <a:cubicBezTo>
                  <a:pt x="2074" y="0"/>
                  <a:pt x="2074" y="0"/>
                  <a:pt x="2074" y="0"/>
                </a:cubicBezTo>
                <a:cubicBezTo>
                  <a:pt x="2074" y="7"/>
                  <a:pt x="2074" y="13"/>
                  <a:pt x="2073" y="20"/>
                </a:cubicBezTo>
                <a:cubicBezTo>
                  <a:pt x="2077" y="23"/>
                  <a:pt x="2070" y="32"/>
                  <a:pt x="2075" y="34"/>
                </a:cubicBezTo>
                <a:cubicBezTo>
                  <a:pt x="2073" y="40"/>
                  <a:pt x="2073" y="46"/>
                  <a:pt x="2075" y="50"/>
                </a:cubicBezTo>
                <a:cubicBezTo>
                  <a:pt x="2074" y="71"/>
                  <a:pt x="2074" y="91"/>
                  <a:pt x="2072" y="113"/>
                </a:cubicBezTo>
                <a:cubicBezTo>
                  <a:pt x="2068" y="119"/>
                  <a:pt x="2065" y="134"/>
                  <a:pt x="2058" y="145"/>
                </a:cubicBezTo>
                <a:cubicBezTo>
                  <a:pt x="2057" y="151"/>
                  <a:pt x="2055" y="156"/>
                  <a:pt x="2053" y="162"/>
                </a:cubicBezTo>
                <a:cubicBezTo>
                  <a:pt x="2052" y="167"/>
                  <a:pt x="2048" y="174"/>
                  <a:pt x="2054" y="175"/>
                </a:cubicBezTo>
                <a:cubicBezTo>
                  <a:pt x="2055" y="173"/>
                  <a:pt x="2057" y="173"/>
                  <a:pt x="2058" y="170"/>
                </a:cubicBezTo>
                <a:cubicBezTo>
                  <a:pt x="2058" y="166"/>
                  <a:pt x="2062" y="165"/>
                  <a:pt x="2059" y="164"/>
                </a:cubicBezTo>
                <a:cubicBezTo>
                  <a:pt x="2063" y="161"/>
                  <a:pt x="2063" y="151"/>
                  <a:pt x="2068" y="150"/>
                </a:cubicBezTo>
                <a:cubicBezTo>
                  <a:pt x="2058" y="193"/>
                  <a:pt x="2055" y="210"/>
                  <a:pt x="2042" y="252"/>
                </a:cubicBezTo>
                <a:cubicBezTo>
                  <a:pt x="2041" y="255"/>
                  <a:pt x="2033" y="262"/>
                  <a:pt x="2038" y="266"/>
                </a:cubicBezTo>
                <a:close/>
                <a:moveTo>
                  <a:pt x="1895" y="189"/>
                </a:moveTo>
                <a:cubicBezTo>
                  <a:pt x="1897" y="183"/>
                  <a:pt x="1898" y="177"/>
                  <a:pt x="1900" y="171"/>
                </a:cubicBezTo>
                <a:cubicBezTo>
                  <a:pt x="1902" y="165"/>
                  <a:pt x="1905" y="159"/>
                  <a:pt x="1903" y="155"/>
                </a:cubicBezTo>
                <a:cubicBezTo>
                  <a:pt x="1908" y="155"/>
                  <a:pt x="1907" y="144"/>
                  <a:pt x="1910" y="139"/>
                </a:cubicBezTo>
                <a:cubicBezTo>
                  <a:pt x="1911" y="117"/>
                  <a:pt x="1919" y="102"/>
                  <a:pt x="1918" y="80"/>
                </a:cubicBezTo>
                <a:cubicBezTo>
                  <a:pt x="1925" y="53"/>
                  <a:pt x="1931" y="26"/>
                  <a:pt x="1935" y="0"/>
                </a:cubicBezTo>
                <a:cubicBezTo>
                  <a:pt x="1927" y="0"/>
                  <a:pt x="1927" y="0"/>
                  <a:pt x="1927" y="0"/>
                </a:cubicBezTo>
                <a:cubicBezTo>
                  <a:pt x="1924" y="22"/>
                  <a:pt x="1917" y="43"/>
                  <a:pt x="1916" y="66"/>
                </a:cubicBezTo>
                <a:cubicBezTo>
                  <a:pt x="1911" y="100"/>
                  <a:pt x="1901" y="137"/>
                  <a:pt x="1896" y="171"/>
                </a:cubicBezTo>
                <a:cubicBezTo>
                  <a:pt x="1890" y="184"/>
                  <a:pt x="1893" y="192"/>
                  <a:pt x="1885" y="198"/>
                </a:cubicBezTo>
                <a:cubicBezTo>
                  <a:pt x="1892" y="201"/>
                  <a:pt x="1893" y="196"/>
                  <a:pt x="1895" y="189"/>
                </a:cubicBezTo>
                <a:close/>
                <a:moveTo>
                  <a:pt x="1767" y="129"/>
                </a:moveTo>
                <a:cubicBezTo>
                  <a:pt x="1770" y="127"/>
                  <a:pt x="1772" y="124"/>
                  <a:pt x="1772" y="119"/>
                </a:cubicBezTo>
                <a:cubicBezTo>
                  <a:pt x="1772" y="117"/>
                  <a:pt x="1771" y="107"/>
                  <a:pt x="1776" y="108"/>
                </a:cubicBezTo>
                <a:cubicBezTo>
                  <a:pt x="1778" y="97"/>
                  <a:pt x="1778" y="98"/>
                  <a:pt x="1780" y="87"/>
                </a:cubicBezTo>
                <a:cubicBezTo>
                  <a:pt x="1787" y="80"/>
                  <a:pt x="1788" y="63"/>
                  <a:pt x="1792" y="52"/>
                </a:cubicBezTo>
                <a:cubicBezTo>
                  <a:pt x="1797" y="50"/>
                  <a:pt x="1795" y="46"/>
                  <a:pt x="1795" y="42"/>
                </a:cubicBezTo>
                <a:cubicBezTo>
                  <a:pt x="1801" y="41"/>
                  <a:pt x="1800" y="29"/>
                  <a:pt x="1803" y="23"/>
                </a:cubicBezTo>
                <a:cubicBezTo>
                  <a:pt x="1807" y="19"/>
                  <a:pt x="1808" y="9"/>
                  <a:pt x="1813" y="0"/>
                </a:cubicBezTo>
                <a:cubicBezTo>
                  <a:pt x="1807" y="0"/>
                  <a:pt x="1807" y="0"/>
                  <a:pt x="1807" y="0"/>
                </a:cubicBezTo>
                <a:cubicBezTo>
                  <a:pt x="1802" y="14"/>
                  <a:pt x="1797" y="27"/>
                  <a:pt x="1791" y="40"/>
                </a:cubicBezTo>
                <a:cubicBezTo>
                  <a:pt x="1787" y="56"/>
                  <a:pt x="1782" y="71"/>
                  <a:pt x="1778" y="86"/>
                </a:cubicBezTo>
                <a:cubicBezTo>
                  <a:pt x="1773" y="92"/>
                  <a:pt x="1776" y="96"/>
                  <a:pt x="1772" y="105"/>
                </a:cubicBezTo>
                <a:cubicBezTo>
                  <a:pt x="1771" y="109"/>
                  <a:pt x="1770" y="113"/>
                  <a:pt x="1768" y="118"/>
                </a:cubicBezTo>
                <a:cubicBezTo>
                  <a:pt x="1769" y="121"/>
                  <a:pt x="1763" y="128"/>
                  <a:pt x="1767" y="129"/>
                </a:cubicBezTo>
                <a:close/>
                <a:moveTo>
                  <a:pt x="1848" y="80"/>
                </a:moveTo>
                <a:cubicBezTo>
                  <a:pt x="1847" y="84"/>
                  <a:pt x="1845" y="88"/>
                  <a:pt x="1844" y="92"/>
                </a:cubicBezTo>
                <a:cubicBezTo>
                  <a:pt x="1848" y="94"/>
                  <a:pt x="1842" y="102"/>
                  <a:pt x="1845" y="104"/>
                </a:cubicBezTo>
                <a:cubicBezTo>
                  <a:pt x="1847" y="108"/>
                  <a:pt x="1844" y="114"/>
                  <a:pt x="1843" y="119"/>
                </a:cubicBezTo>
                <a:cubicBezTo>
                  <a:pt x="1845" y="122"/>
                  <a:pt x="1846" y="126"/>
                  <a:pt x="1844" y="131"/>
                </a:cubicBezTo>
                <a:cubicBezTo>
                  <a:pt x="1846" y="134"/>
                  <a:pt x="1845" y="140"/>
                  <a:pt x="1847" y="143"/>
                </a:cubicBezTo>
                <a:cubicBezTo>
                  <a:pt x="1851" y="119"/>
                  <a:pt x="1849" y="97"/>
                  <a:pt x="1852" y="72"/>
                </a:cubicBezTo>
                <a:cubicBezTo>
                  <a:pt x="1854" y="60"/>
                  <a:pt x="1855" y="47"/>
                  <a:pt x="1857" y="35"/>
                </a:cubicBezTo>
                <a:cubicBezTo>
                  <a:pt x="1862" y="18"/>
                  <a:pt x="1862" y="14"/>
                  <a:pt x="1865" y="0"/>
                </a:cubicBezTo>
                <a:cubicBezTo>
                  <a:pt x="1858" y="0"/>
                  <a:pt x="1858" y="0"/>
                  <a:pt x="1858" y="0"/>
                </a:cubicBezTo>
                <a:cubicBezTo>
                  <a:pt x="1853" y="28"/>
                  <a:pt x="1846" y="56"/>
                  <a:pt x="1848" y="80"/>
                </a:cubicBezTo>
                <a:close/>
                <a:moveTo>
                  <a:pt x="1862" y="259"/>
                </a:moveTo>
                <a:cubicBezTo>
                  <a:pt x="1858" y="265"/>
                  <a:pt x="1862" y="266"/>
                  <a:pt x="1858" y="267"/>
                </a:cubicBezTo>
                <a:cubicBezTo>
                  <a:pt x="1856" y="268"/>
                  <a:pt x="1856" y="277"/>
                  <a:pt x="1857" y="276"/>
                </a:cubicBezTo>
                <a:cubicBezTo>
                  <a:pt x="1867" y="260"/>
                  <a:pt x="1877" y="244"/>
                  <a:pt x="1888" y="228"/>
                </a:cubicBezTo>
                <a:cubicBezTo>
                  <a:pt x="1900" y="211"/>
                  <a:pt x="1905" y="198"/>
                  <a:pt x="1914" y="177"/>
                </a:cubicBezTo>
                <a:cubicBezTo>
                  <a:pt x="1927" y="132"/>
                  <a:pt x="1941" y="88"/>
                  <a:pt x="1954" y="52"/>
                </a:cubicBezTo>
                <a:cubicBezTo>
                  <a:pt x="1954" y="42"/>
                  <a:pt x="1959" y="30"/>
                  <a:pt x="1959" y="20"/>
                </a:cubicBezTo>
                <a:cubicBezTo>
                  <a:pt x="1962" y="9"/>
                  <a:pt x="1964" y="8"/>
                  <a:pt x="1965" y="0"/>
                </a:cubicBezTo>
                <a:cubicBezTo>
                  <a:pt x="1957" y="0"/>
                  <a:pt x="1957" y="0"/>
                  <a:pt x="1957" y="0"/>
                </a:cubicBezTo>
                <a:cubicBezTo>
                  <a:pt x="1955" y="6"/>
                  <a:pt x="1953" y="13"/>
                  <a:pt x="1952" y="20"/>
                </a:cubicBezTo>
                <a:cubicBezTo>
                  <a:pt x="1952" y="30"/>
                  <a:pt x="1948" y="34"/>
                  <a:pt x="1948" y="42"/>
                </a:cubicBezTo>
                <a:cubicBezTo>
                  <a:pt x="1936" y="87"/>
                  <a:pt x="1917" y="124"/>
                  <a:pt x="1909" y="171"/>
                </a:cubicBezTo>
                <a:cubicBezTo>
                  <a:pt x="1904" y="174"/>
                  <a:pt x="1904" y="184"/>
                  <a:pt x="1901" y="191"/>
                </a:cubicBezTo>
                <a:cubicBezTo>
                  <a:pt x="1900" y="195"/>
                  <a:pt x="1897" y="195"/>
                  <a:pt x="1896" y="199"/>
                </a:cubicBezTo>
                <a:cubicBezTo>
                  <a:pt x="1894" y="202"/>
                  <a:pt x="1896" y="211"/>
                  <a:pt x="1891" y="209"/>
                </a:cubicBezTo>
                <a:cubicBezTo>
                  <a:pt x="1890" y="218"/>
                  <a:pt x="1886" y="223"/>
                  <a:pt x="1881" y="226"/>
                </a:cubicBezTo>
                <a:cubicBezTo>
                  <a:pt x="1880" y="236"/>
                  <a:pt x="1874" y="238"/>
                  <a:pt x="1872" y="249"/>
                </a:cubicBezTo>
                <a:cubicBezTo>
                  <a:pt x="1869" y="248"/>
                  <a:pt x="1870" y="254"/>
                  <a:pt x="1866" y="254"/>
                </a:cubicBezTo>
                <a:cubicBezTo>
                  <a:pt x="1861" y="255"/>
                  <a:pt x="1868" y="260"/>
                  <a:pt x="1862" y="259"/>
                </a:cubicBezTo>
                <a:close/>
              </a:path>
            </a:pathLst>
          </a:custGeom>
          <a:solidFill>
            <a:schemeClr val="accent1">
              <a:lumMod val="40000"/>
              <a:lumOff val="60000"/>
            </a:schemeClr>
          </a:solidFill>
          <a:ln>
            <a:noFill/>
          </a:ln>
        </p:spPr>
      </p:sp>
      <p:sp>
        <p:nvSpPr>
          <p:cNvPr id="59" name="Freeform 9">
            <a:extLst>
              <a:ext uri="{FF2B5EF4-FFF2-40B4-BE49-F238E27FC236}">
                <a16:creationId xmlns:a16="http://schemas.microsoft.com/office/drawing/2014/main" id="{1E1E0581-3B45-45FA-909D-956C5BA8C38D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 bwMode="auto">
          <a:xfrm>
            <a:off x="8124" y="3175"/>
            <a:ext cx="12145034" cy="6862763"/>
          </a:xfrm>
          <a:custGeom>
            <a:avLst/>
            <a:gdLst/>
            <a:ahLst/>
            <a:cxnLst/>
            <a:rect l="0" t="0" r="r" b="b"/>
            <a:pathLst>
              <a:path w="3840" h="2160">
                <a:moveTo>
                  <a:pt x="31" y="1111"/>
                </a:moveTo>
                <a:cubicBezTo>
                  <a:pt x="45" y="1096"/>
                  <a:pt x="58" y="1080"/>
                  <a:pt x="69" y="1061"/>
                </a:cubicBezTo>
                <a:cubicBezTo>
                  <a:pt x="72" y="1054"/>
                  <a:pt x="75" y="1047"/>
                  <a:pt x="78" y="1040"/>
                </a:cubicBezTo>
                <a:cubicBezTo>
                  <a:pt x="69" y="1034"/>
                  <a:pt x="72" y="1054"/>
                  <a:pt x="66" y="1052"/>
                </a:cubicBezTo>
                <a:cubicBezTo>
                  <a:pt x="66" y="1060"/>
                  <a:pt x="61" y="1061"/>
                  <a:pt x="58" y="1070"/>
                </a:cubicBezTo>
                <a:cubicBezTo>
                  <a:pt x="53" y="1075"/>
                  <a:pt x="48" y="1080"/>
                  <a:pt x="44" y="1086"/>
                </a:cubicBezTo>
                <a:cubicBezTo>
                  <a:pt x="43" y="1091"/>
                  <a:pt x="39" y="1088"/>
                  <a:pt x="38" y="1095"/>
                </a:cubicBezTo>
                <a:cubicBezTo>
                  <a:pt x="33" y="1091"/>
                  <a:pt x="35" y="1105"/>
                  <a:pt x="31" y="1101"/>
                </a:cubicBezTo>
                <a:cubicBezTo>
                  <a:pt x="26" y="1106"/>
                  <a:pt x="21" y="1111"/>
                  <a:pt x="17" y="1117"/>
                </a:cubicBezTo>
                <a:cubicBezTo>
                  <a:pt x="15" y="1119"/>
                  <a:pt x="12" y="1120"/>
                  <a:pt x="9" y="1123"/>
                </a:cubicBezTo>
                <a:cubicBezTo>
                  <a:pt x="6" y="1123"/>
                  <a:pt x="6" y="1131"/>
                  <a:pt x="2" y="1129"/>
                </a:cubicBezTo>
                <a:cubicBezTo>
                  <a:pt x="1" y="1130"/>
                  <a:pt x="1" y="1131"/>
                  <a:pt x="0" y="1131"/>
                </a:cubicBezTo>
                <a:cubicBezTo>
                  <a:pt x="0" y="1141"/>
                  <a:pt x="0" y="1141"/>
                  <a:pt x="0" y="1141"/>
                </a:cubicBezTo>
                <a:cubicBezTo>
                  <a:pt x="4" y="1138"/>
                  <a:pt x="7" y="1136"/>
                  <a:pt x="10" y="1133"/>
                </a:cubicBezTo>
                <a:cubicBezTo>
                  <a:pt x="17" y="1124"/>
                  <a:pt x="24" y="1117"/>
                  <a:pt x="31" y="1111"/>
                </a:cubicBezTo>
                <a:close/>
                <a:moveTo>
                  <a:pt x="15" y="1054"/>
                </a:moveTo>
                <a:cubicBezTo>
                  <a:pt x="19" y="1046"/>
                  <a:pt x="26" y="1046"/>
                  <a:pt x="31" y="1040"/>
                </a:cubicBezTo>
                <a:cubicBezTo>
                  <a:pt x="35" y="1041"/>
                  <a:pt x="36" y="1033"/>
                  <a:pt x="40" y="1034"/>
                </a:cubicBezTo>
                <a:cubicBezTo>
                  <a:pt x="43" y="1031"/>
                  <a:pt x="45" y="1026"/>
                  <a:pt x="48" y="1026"/>
                </a:cubicBezTo>
                <a:cubicBezTo>
                  <a:pt x="49" y="1024"/>
                  <a:pt x="51" y="1024"/>
                  <a:pt x="53" y="1025"/>
                </a:cubicBezTo>
                <a:cubicBezTo>
                  <a:pt x="54" y="1023"/>
                  <a:pt x="52" y="1021"/>
                  <a:pt x="54" y="1018"/>
                </a:cubicBezTo>
                <a:cubicBezTo>
                  <a:pt x="57" y="1018"/>
                  <a:pt x="60" y="1015"/>
                  <a:pt x="62" y="1010"/>
                </a:cubicBezTo>
                <a:cubicBezTo>
                  <a:pt x="68" y="1004"/>
                  <a:pt x="72" y="998"/>
                  <a:pt x="73" y="989"/>
                </a:cubicBezTo>
                <a:cubicBezTo>
                  <a:pt x="67" y="986"/>
                  <a:pt x="65" y="992"/>
                  <a:pt x="62" y="998"/>
                </a:cubicBezTo>
                <a:cubicBezTo>
                  <a:pt x="58" y="1003"/>
                  <a:pt x="54" y="1005"/>
                  <a:pt x="51" y="1013"/>
                </a:cubicBezTo>
                <a:cubicBezTo>
                  <a:pt x="46" y="1012"/>
                  <a:pt x="43" y="1019"/>
                  <a:pt x="38" y="1021"/>
                </a:cubicBezTo>
                <a:cubicBezTo>
                  <a:pt x="36" y="1031"/>
                  <a:pt x="28" y="1027"/>
                  <a:pt x="25" y="1035"/>
                </a:cubicBezTo>
                <a:cubicBezTo>
                  <a:pt x="17" y="1041"/>
                  <a:pt x="7" y="1044"/>
                  <a:pt x="0" y="1056"/>
                </a:cubicBezTo>
                <a:cubicBezTo>
                  <a:pt x="0" y="1064"/>
                  <a:pt x="0" y="1064"/>
                  <a:pt x="0" y="1064"/>
                </a:cubicBezTo>
                <a:cubicBezTo>
                  <a:pt x="5" y="1062"/>
                  <a:pt x="8" y="1054"/>
                  <a:pt x="15" y="1054"/>
                </a:cubicBezTo>
                <a:close/>
                <a:moveTo>
                  <a:pt x="21" y="1107"/>
                </a:moveTo>
                <a:cubicBezTo>
                  <a:pt x="25" y="1101"/>
                  <a:pt x="31" y="1100"/>
                  <a:pt x="34" y="1093"/>
                </a:cubicBezTo>
                <a:cubicBezTo>
                  <a:pt x="39" y="1092"/>
                  <a:pt x="40" y="1081"/>
                  <a:pt x="46" y="1082"/>
                </a:cubicBezTo>
                <a:cubicBezTo>
                  <a:pt x="48" y="1073"/>
                  <a:pt x="54" y="1072"/>
                  <a:pt x="58" y="1065"/>
                </a:cubicBezTo>
                <a:cubicBezTo>
                  <a:pt x="54" y="1063"/>
                  <a:pt x="60" y="1062"/>
                  <a:pt x="57" y="1060"/>
                </a:cubicBezTo>
                <a:cubicBezTo>
                  <a:pt x="57" y="1056"/>
                  <a:pt x="66" y="1056"/>
                  <a:pt x="61" y="1052"/>
                </a:cubicBezTo>
                <a:cubicBezTo>
                  <a:pt x="44" y="1073"/>
                  <a:pt x="28" y="1095"/>
                  <a:pt x="7" y="1105"/>
                </a:cubicBezTo>
                <a:cubicBezTo>
                  <a:pt x="5" y="1108"/>
                  <a:pt x="3" y="1110"/>
                  <a:pt x="0" y="1112"/>
                </a:cubicBezTo>
                <a:cubicBezTo>
                  <a:pt x="0" y="1121"/>
                  <a:pt x="0" y="1121"/>
                  <a:pt x="0" y="1121"/>
                </a:cubicBezTo>
                <a:cubicBezTo>
                  <a:pt x="3" y="1119"/>
                  <a:pt x="5" y="1117"/>
                  <a:pt x="8" y="1115"/>
                </a:cubicBezTo>
                <a:cubicBezTo>
                  <a:pt x="13" y="1114"/>
                  <a:pt x="15" y="1106"/>
                  <a:pt x="21" y="1107"/>
                </a:cubicBezTo>
                <a:close/>
                <a:moveTo>
                  <a:pt x="37" y="962"/>
                </a:moveTo>
                <a:cubicBezTo>
                  <a:pt x="39" y="959"/>
                  <a:pt x="42" y="960"/>
                  <a:pt x="44" y="958"/>
                </a:cubicBezTo>
                <a:cubicBezTo>
                  <a:pt x="46" y="955"/>
                  <a:pt x="46" y="950"/>
                  <a:pt x="49" y="950"/>
                </a:cubicBezTo>
                <a:cubicBezTo>
                  <a:pt x="55" y="942"/>
                  <a:pt x="52" y="942"/>
                  <a:pt x="58" y="935"/>
                </a:cubicBezTo>
                <a:cubicBezTo>
                  <a:pt x="61" y="928"/>
                  <a:pt x="64" y="922"/>
                  <a:pt x="67" y="915"/>
                </a:cubicBezTo>
                <a:cubicBezTo>
                  <a:pt x="72" y="913"/>
                  <a:pt x="72" y="903"/>
                  <a:pt x="66" y="900"/>
                </a:cubicBezTo>
                <a:cubicBezTo>
                  <a:pt x="64" y="900"/>
                  <a:pt x="63" y="899"/>
                  <a:pt x="62" y="899"/>
                </a:cubicBezTo>
                <a:cubicBezTo>
                  <a:pt x="60" y="902"/>
                  <a:pt x="61" y="904"/>
                  <a:pt x="61" y="906"/>
                </a:cubicBezTo>
                <a:cubicBezTo>
                  <a:pt x="54" y="905"/>
                  <a:pt x="62" y="911"/>
                  <a:pt x="61" y="913"/>
                </a:cubicBezTo>
                <a:cubicBezTo>
                  <a:pt x="56" y="913"/>
                  <a:pt x="53" y="926"/>
                  <a:pt x="54" y="929"/>
                </a:cubicBezTo>
                <a:cubicBezTo>
                  <a:pt x="46" y="930"/>
                  <a:pt x="45" y="945"/>
                  <a:pt x="38" y="948"/>
                </a:cubicBezTo>
                <a:cubicBezTo>
                  <a:pt x="34" y="957"/>
                  <a:pt x="27" y="962"/>
                  <a:pt x="22" y="970"/>
                </a:cubicBezTo>
                <a:cubicBezTo>
                  <a:pt x="17" y="976"/>
                  <a:pt x="11" y="979"/>
                  <a:pt x="6" y="986"/>
                </a:cubicBezTo>
                <a:cubicBezTo>
                  <a:pt x="4" y="987"/>
                  <a:pt x="2" y="989"/>
                  <a:pt x="0" y="991"/>
                </a:cubicBezTo>
                <a:cubicBezTo>
                  <a:pt x="0" y="1003"/>
                  <a:pt x="0" y="1003"/>
                  <a:pt x="0" y="1003"/>
                </a:cubicBezTo>
                <a:cubicBezTo>
                  <a:pt x="5" y="998"/>
                  <a:pt x="9" y="994"/>
                  <a:pt x="14" y="990"/>
                </a:cubicBezTo>
                <a:cubicBezTo>
                  <a:pt x="22" y="982"/>
                  <a:pt x="30" y="972"/>
                  <a:pt x="37" y="962"/>
                </a:cubicBezTo>
                <a:close/>
                <a:moveTo>
                  <a:pt x="126" y="0"/>
                </a:moveTo>
                <a:cubicBezTo>
                  <a:pt x="129" y="4"/>
                  <a:pt x="131" y="8"/>
                  <a:pt x="137" y="8"/>
                </a:cubicBezTo>
                <a:cubicBezTo>
                  <a:pt x="137" y="5"/>
                  <a:pt x="136" y="3"/>
                  <a:pt x="135" y="0"/>
                </a:cubicBezTo>
                <a:lnTo>
                  <a:pt x="126" y="0"/>
                </a:lnTo>
                <a:close/>
                <a:moveTo>
                  <a:pt x="23" y="823"/>
                </a:moveTo>
                <a:cubicBezTo>
                  <a:pt x="18" y="820"/>
                  <a:pt x="26" y="813"/>
                  <a:pt x="18" y="812"/>
                </a:cubicBezTo>
                <a:cubicBezTo>
                  <a:pt x="15" y="810"/>
                  <a:pt x="15" y="817"/>
                  <a:pt x="11" y="816"/>
                </a:cubicBezTo>
                <a:cubicBezTo>
                  <a:pt x="9" y="820"/>
                  <a:pt x="9" y="824"/>
                  <a:pt x="9" y="827"/>
                </a:cubicBezTo>
                <a:cubicBezTo>
                  <a:pt x="6" y="826"/>
                  <a:pt x="6" y="831"/>
                  <a:pt x="7" y="833"/>
                </a:cubicBezTo>
                <a:cubicBezTo>
                  <a:pt x="1" y="831"/>
                  <a:pt x="8" y="838"/>
                  <a:pt x="3" y="841"/>
                </a:cubicBezTo>
                <a:cubicBezTo>
                  <a:pt x="2" y="843"/>
                  <a:pt x="1" y="844"/>
                  <a:pt x="0" y="846"/>
                </a:cubicBezTo>
                <a:cubicBezTo>
                  <a:pt x="0" y="863"/>
                  <a:pt x="0" y="863"/>
                  <a:pt x="0" y="863"/>
                </a:cubicBezTo>
                <a:cubicBezTo>
                  <a:pt x="6" y="853"/>
                  <a:pt x="11" y="843"/>
                  <a:pt x="18" y="835"/>
                </a:cubicBezTo>
                <a:cubicBezTo>
                  <a:pt x="13" y="831"/>
                  <a:pt x="22" y="827"/>
                  <a:pt x="23" y="823"/>
                </a:cubicBezTo>
                <a:close/>
                <a:moveTo>
                  <a:pt x="78" y="1128"/>
                </a:moveTo>
                <a:cubicBezTo>
                  <a:pt x="67" y="1132"/>
                  <a:pt x="63" y="1150"/>
                  <a:pt x="51" y="1152"/>
                </a:cubicBezTo>
                <a:cubicBezTo>
                  <a:pt x="48" y="1159"/>
                  <a:pt x="42" y="1159"/>
                  <a:pt x="39" y="1166"/>
                </a:cubicBezTo>
                <a:cubicBezTo>
                  <a:pt x="34" y="1169"/>
                  <a:pt x="29" y="1171"/>
                  <a:pt x="25" y="1177"/>
                </a:cubicBezTo>
                <a:cubicBezTo>
                  <a:pt x="23" y="1180"/>
                  <a:pt x="19" y="1176"/>
                  <a:pt x="18" y="1181"/>
                </a:cubicBezTo>
                <a:cubicBezTo>
                  <a:pt x="14" y="1180"/>
                  <a:pt x="14" y="1187"/>
                  <a:pt x="9" y="1184"/>
                </a:cubicBezTo>
                <a:cubicBezTo>
                  <a:pt x="7" y="1189"/>
                  <a:pt x="3" y="1189"/>
                  <a:pt x="0" y="1192"/>
                </a:cubicBezTo>
                <a:cubicBezTo>
                  <a:pt x="0" y="1200"/>
                  <a:pt x="0" y="1200"/>
                  <a:pt x="0" y="1200"/>
                </a:cubicBezTo>
                <a:cubicBezTo>
                  <a:pt x="0" y="1200"/>
                  <a:pt x="0" y="1200"/>
                  <a:pt x="1" y="1200"/>
                </a:cubicBezTo>
                <a:cubicBezTo>
                  <a:pt x="6" y="1199"/>
                  <a:pt x="9" y="1193"/>
                  <a:pt x="14" y="1191"/>
                </a:cubicBezTo>
                <a:cubicBezTo>
                  <a:pt x="22" y="1186"/>
                  <a:pt x="30" y="1180"/>
                  <a:pt x="38" y="1173"/>
                </a:cubicBezTo>
                <a:cubicBezTo>
                  <a:pt x="46" y="1165"/>
                  <a:pt x="56" y="1161"/>
                  <a:pt x="62" y="1150"/>
                </a:cubicBezTo>
                <a:cubicBezTo>
                  <a:pt x="70" y="1145"/>
                  <a:pt x="76" y="1133"/>
                  <a:pt x="84" y="1126"/>
                </a:cubicBezTo>
                <a:cubicBezTo>
                  <a:pt x="87" y="1119"/>
                  <a:pt x="93" y="1121"/>
                  <a:pt x="95" y="1112"/>
                </a:cubicBezTo>
                <a:cubicBezTo>
                  <a:pt x="98" y="1113"/>
                  <a:pt x="99" y="1108"/>
                  <a:pt x="100" y="1104"/>
                </a:cubicBezTo>
                <a:cubicBezTo>
                  <a:pt x="103" y="1106"/>
                  <a:pt x="105" y="1100"/>
                  <a:pt x="103" y="1098"/>
                </a:cubicBezTo>
                <a:cubicBezTo>
                  <a:pt x="95" y="1109"/>
                  <a:pt x="86" y="1118"/>
                  <a:pt x="78" y="1128"/>
                </a:cubicBezTo>
                <a:close/>
                <a:moveTo>
                  <a:pt x="8" y="1255"/>
                </a:moveTo>
                <a:cubicBezTo>
                  <a:pt x="5" y="1257"/>
                  <a:pt x="3" y="1259"/>
                  <a:pt x="0" y="1261"/>
                </a:cubicBezTo>
                <a:cubicBezTo>
                  <a:pt x="0" y="1267"/>
                  <a:pt x="0" y="1267"/>
                  <a:pt x="0" y="1267"/>
                </a:cubicBezTo>
                <a:cubicBezTo>
                  <a:pt x="1" y="1267"/>
                  <a:pt x="3" y="1266"/>
                  <a:pt x="4" y="1265"/>
                </a:cubicBezTo>
                <a:cubicBezTo>
                  <a:pt x="4" y="1261"/>
                  <a:pt x="13" y="1259"/>
                  <a:pt x="8" y="1255"/>
                </a:cubicBezTo>
                <a:close/>
                <a:moveTo>
                  <a:pt x="48" y="1199"/>
                </a:moveTo>
                <a:cubicBezTo>
                  <a:pt x="45" y="1203"/>
                  <a:pt x="42" y="1207"/>
                  <a:pt x="37" y="1208"/>
                </a:cubicBezTo>
                <a:cubicBezTo>
                  <a:pt x="34" y="1213"/>
                  <a:pt x="31" y="1216"/>
                  <a:pt x="26" y="1218"/>
                </a:cubicBezTo>
                <a:cubicBezTo>
                  <a:pt x="20" y="1225"/>
                  <a:pt x="12" y="1230"/>
                  <a:pt x="5" y="1235"/>
                </a:cubicBezTo>
                <a:cubicBezTo>
                  <a:pt x="3" y="1234"/>
                  <a:pt x="1" y="1235"/>
                  <a:pt x="0" y="1236"/>
                </a:cubicBezTo>
                <a:cubicBezTo>
                  <a:pt x="0" y="1245"/>
                  <a:pt x="0" y="1245"/>
                  <a:pt x="0" y="1245"/>
                </a:cubicBezTo>
                <a:cubicBezTo>
                  <a:pt x="1" y="1244"/>
                  <a:pt x="2" y="1244"/>
                  <a:pt x="3" y="1243"/>
                </a:cubicBezTo>
                <a:cubicBezTo>
                  <a:pt x="7" y="1240"/>
                  <a:pt x="10" y="1236"/>
                  <a:pt x="15" y="1234"/>
                </a:cubicBezTo>
                <a:cubicBezTo>
                  <a:pt x="19" y="1232"/>
                  <a:pt x="23" y="1227"/>
                  <a:pt x="28" y="1225"/>
                </a:cubicBezTo>
                <a:cubicBezTo>
                  <a:pt x="36" y="1219"/>
                  <a:pt x="44" y="1212"/>
                  <a:pt x="51" y="1204"/>
                </a:cubicBezTo>
                <a:cubicBezTo>
                  <a:pt x="53" y="1198"/>
                  <a:pt x="59" y="1200"/>
                  <a:pt x="61" y="1192"/>
                </a:cubicBezTo>
                <a:cubicBezTo>
                  <a:pt x="64" y="1193"/>
                  <a:pt x="64" y="1187"/>
                  <a:pt x="67" y="1188"/>
                </a:cubicBezTo>
                <a:cubicBezTo>
                  <a:pt x="68" y="1184"/>
                  <a:pt x="71" y="1181"/>
                  <a:pt x="69" y="1179"/>
                </a:cubicBezTo>
                <a:cubicBezTo>
                  <a:pt x="62" y="1186"/>
                  <a:pt x="56" y="1194"/>
                  <a:pt x="48" y="1199"/>
                </a:cubicBezTo>
                <a:close/>
                <a:moveTo>
                  <a:pt x="920" y="10"/>
                </a:moveTo>
                <a:cubicBezTo>
                  <a:pt x="925" y="12"/>
                  <a:pt x="931" y="14"/>
                  <a:pt x="935" y="17"/>
                </a:cubicBezTo>
                <a:cubicBezTo>
                  <a:pt x="954" y="28"/>
                  <a:pt x="960" y="29"/>
                  <a:pt x="963" y="33"/>
                </a:cubicBezTo>
                <a:cubicBezTo>
                  <a:pt x="1027" y="64"/>
                  <a:pt x="1029" y="69"/>
                  <a:pt x="1034" y="71"/>
                </a:cubicBezTo>
                <a:cubicBezTo>
                  <a:pt x="1068" y="87"/>
                  <a:pt x="1071" y="88"/>
                  <a:pt x="1073" y="90"/>
                </a:cubicBezTo>
                <a:cubicBezTo>
                  <a:pt x="1128" y="114"/>
                  <a:pt x="1137" y="122"/>
                  <a:pt x="1151" y="124"/>
                </a:cubicBezTo>
                <a:cubicBezTo>
                  <a:pt x="1235" y="156"/>
                  <a:pt x="1245" y="163"/>
                  <a:pt x="1261" y="164"/>
                </a:cubicBezTo>
                <a:cubicBezTo>
                  <a:pt x="1288" y="169"/>
                  <a:pt x="1293" y="172"/>
                  <a:pt x="1303" y="171"/>
                </a:cubicBezTo>
                <a:cubicBezTo>
                  <a:pt x="1331" y="172"/>
                  <a:pt x="1327" y="172"/>
                  <a:pt x="1322" y="171"/>
                </a:cubicBezTo>
                <a:cubicBezTo>
                  <a:pt x="1251" y="157"/>
                  <a:pt x="1246" y="152"/>
                  <a:pt x="1238" y="152"/>
                </a:cubicBezTo>
                <a:cubicBezTo>
                  <a:pt x="1203" y="142"/>
                  <a:pt x="1194" y="133"/>
                  <a:pt x="1177" y="131"/>
                </a:cubicBezTo>
                <a:cubicBezTo>
                  <a:pt x="1162" y="122"/>
                  <a:pt x="1157" y="121"/>
                  <a:pt x="1153" y="118"/>
                </a:cubicBezTo>
                <a:cubicBezTo>
                  <a:pt x="1092" y="91"/>
                  <a:pt x="1083" y="87"/>
                  <a:pt x="1076" y="81"/>
                </a:cubicBezTo>
                <a:cubicBezTo>
                  <a:pt x="1016" y="51"/>
                  <a:pt x="1006" y="48"/>
                  <a:pt x="998" y="44"/>
                </a:cubicBezTo>
                <a:cubicBezTo>
                  <a:pt x="966" y="24"/>
                  <a:pt x="957" y="21"/>
                  <a:pt x="951" y="15"/>
                </a:cubicBezTo>
                <a:cubicBezTo>
                  <a:pt x="901" y="0"/>
                  <a:pt x="901" y="0"/>
                  <a:pt x="901" y="0"/>
                </a:cubicBezTo>
                <a:close/>
                <a:moveTo>
                  <a:pt x="1096" y="23"/>
                </a:moveTo>
                <a:cubicBezTo>
                  <a:pt x="1108" y="25"/>
                  <a:pt x="1112" y="33"/>
                  <a:pt x="1125" y="34"/>
                </a:cubicBezTo>
                <a:cubicBezTo>
                  <a:pt x="1154" y="53"/>
                  <a:pt x="1163" y="51"/>
                  <a:pt x="1163" y="57"/>
                </a:cubicBezTo>
                <a:cubicBezTo>
                  <a:pt x="1224" y="83"/>
                  <a:pt x="1241" y="93"/>
                  <a:pt x="1261" y="100"/>
                </a:cubicBezTo>
                <a:cubicBezTo>
                  <a:pt x="1309" y="119"/>
                  <a:pt x="1319" y="116"/>
                  <a:pt x="1321" y="121"/>
                </a:cubicBezTo>
                <a:cubicBezTo>
                  <a:pt x="1483" y="135"/>
                  <a:pt x="1494" y="132"/>
                  <a:pt x="1508" y="132"/>
                </a:cubicBezTo>
                <a:cubicBezTo>
                  <a:pt x="1513" y="124"/>
                  <a:pt x="1524" y="129"/>
                  <a:pt x="1522" y="121"/>
                </a:cubicBezTo>
                <a:cubicBezTo>
                  <a:pt x="1429" y="114"/>
                  <a:pt x="1421" y="115"/>
                  <a:pt x="1415" y="115"/>
                </a:cubicBezTo>
                <a:cubicBezTo>
                  <a:pt x="1377" y="104"/>
                  <a:pt x="1367" y="106"/>
                  <a:pt x="1365" y="100"/>
                </a:cubicBezTo>
                <a:cubicBezTo>
                  <a:pt x="1321" y="90"/>
                  <a:pt x="1313" y="84"/>
                  <a:pt x="1302" y="82"/>
                </a:cubicBezTo>
                <a:cubicBezTo>
                  <a:pt x="1242" y="52"/>
                  <a:pt x="1240" y="47"/>
                  <a:pt x="1233" y="47"/>
                </a:cubicBezTo>
                <a:cubicBezTo>
                  <a:pt x="1284" y="57"/>
                  <a:pt x="1302" y="60"/>
                  <a:pt x="1318" y="64"/>
                </a:cubicBezTo>
                <a:cubicBezTo>
                  <a:pt x="1452" y="80"/>
                  <a:pt x="1459" y="83"/>
                  <a:pt x="1464" y="79"/>
                </a:cubicBezTo>
                <a:cubicBezTo>
                  <a:pt x="1275" y="49"/>
                  <a:pt x="1260" y="41"/>
                  <a:pt x="1240" y="39"/>
                </a:cubicBezTo>
                <a:cubicBezTo>
                  <a:pt x="1219" y="31"/>
                  <a:pt x="1217" y="26"/>
                  <a:pt x="1208" y="27"/>
                </a:cubicBezTo>
                <a:cubicBezTo>
                  <a:pt x="1171" y="4"/>
                  <a:pt x="1160" y="6"/>
                  <a:pt x="1156" y="2"/>
                </a:cubicBezTo>
                <a:cubicBezTo>
                  <a:pt x="1119" y="4"/>
                  <a:pt x="1126" y="9"/>
                  <a:pt x="1136" y="10"/>
                </a:cubicBezTo>
                <a:cubicBezTo>
                  <a:pt x="1169" y="30"/>
                  <a:pt x="1176" y="28"/>
                  <a:pt x="1177" y="31"/>
                </a:cubicBezTo>
                <a:cubicBezTo>
                  <a:pt x="1206" y="45"/>
                  <a:pt x="1215" y="46"/>
                  <a:pt x="1220" y="49"/>
                </a:cubicBezTo>
                <a:cubicBezTo>
                  <a:pt x="1280" y="78"/>
                  <a:pt x="1290" y="84"/>
                  <a:pt x="1302" y="88"/>
                </a:cubicBezTo>
                <a:cubicBezTo>
                  <a:pt x="1327" y="100"/>
                  <a:pt x="1331" y="99"/>
                  <a:pt x="1335" y="100"/>
                </a:cubicBezTo>
                <a:cubicBezTo>
                  <a:pt x="1385" y="116"/>
                  <a:pt x="1401" y="116"/>
                  <a:pt x="1413" y="121"/>
                </a:cubicBezTo>
                <a:cubicBezTo>
                  <a:pt x="1486" y="126"/>
                  <a:pt x="1486" y="125"/>
                  <a:pt x="1495" y="127"/>
                </a:cubicBezTo>
                <a:cubicBezTo>
                  <a:pt x="1458" y="133"/>
                  <a:pt x="1456" y="132"/>
                  <a:pt x="1443" y="133"/>
                </a:cubicBezTo>
                <a:cubicBezTo>
                  <a:pt x="1346" y="119"/>
                  <a:pt x="1337" y="119"/>
                  <a:pt x="1334" y="115"/>
                </a:cubicBezTo>
                <a:cubicBezTo>
                  <a:pt x="1283" y="98"/>
                  <a:pt x="1273" y="101"/>
                  <a:pt x="1274" y="94"/>
                </a:cubicBezTo>
                <a:cubicBezTo>
                  <a:pt x="1197" y="60"/>
                  <a:pt x="1189" y="61"/>
                  <a:pt x="1185" y="57"/>
                </a:cubicBezTo>
                <a:cubicBezTo>
                  <a:pt x="1136" y="33"/>
                  <a:pt x="1127" y="28"/>
                  <a:pt x="1118" y="23"/>
                </a:cubicBezTo>
                <a:cubicBezTo>
                  <a:pt x="1081" y="8"/>
                  <a:pt x="1076" y="3"/>
                  <a:pt x="1068" y="0"/>
                </a:cubicBezTo>
                <a:cubicBezTo>
                  <a:pt x="1077" y="14"/>
                  <a:pt x="1089" y="16"/>
                  <a:pt x="1096" y="23"/>
                </a:cubicBezTo>
                <a:close/>
                <a:moveTo>
                  <a:pt x="979" y="13"/>
                </a:moveTo>
                <a:cubicBezTo>
                  <a:pt x="986" y="13"/>
                  <a:pt x="987" y="17"/>
                  <a:pt x="992" y="18"/>
                </a:cubicBezTo>
                <a:cubicBezTo>
                  <a:pt x="1035" y="35"/>
                  <a:pt x="1037" y="39"/>
                  <a:pt x="1039" y="43"/>
                </a:cubicBezTo>
                <a:cubicBezTo>
                  <a:pt x="1082" y="59"/>
                  <a:pt x="1083" y="64"/>
                  <a:pt x="1089" y="64"/>
                </a:cubicBezTo>
                <a:cubicBezTo>
                  <a:pt x="1163" y="104"/>
                  <a:pt x="1170" y="102"/>
                  <a:pt x="1173" y="105"/>
                </a:cubicBezTo>
                <a:cubicBezTo>
                  <a:pt x="1200" y="116"/>
                  <a:pt x="1202" y="117"/>
                  <a:pt x="1203" y="119"/>
                </a:cubicBezTo>
                <a:cubicBezTo>
                  <a:pt x="1236" y="133"/>
                  <a:pt x="1244" y="134"/>
                  <a:pt x="1249" y="139"/>
                </a:cubicBezTo>
                <a:cubicBezTo>
                  <a:pt x="1273" y="146"/>
                  <a:pt x="1277" y="147"/>
                  <a:pt x="1279" y="149"/>
                </a:cubicBezTo>
                <a:cubicBezTo>
                  <a:pt x="1302" y="160"/>
                  <a:pt x="1315" y="152"/>
                  <a:pt x="1314" y="158"/>
                </a:cubicBezTo>
                <a:cubicBezTo>
                  <a:pt x="1355" y="161"/>
                  <a:pt x="1375" y="162"/>
                  <a:pt x="1394" y="162"/>
                </a:cubicBezTo>
                <a:cubicBezTo>
                  <a:pt x="1429" y="161"/>
                  <a:pt x="1435" y="155"/>
                  <a:pt x="1429" y="154"/>
                </a:cubicBezTo>
                <a:cubicBezTo>
                  <a:pt x="1393" y="155"/>
                  <a:pt x="1392" y="157"/>
                  <a:pt x="1381" y="155"/>
                </a:cubicBezTo>
                <a:cubicBezTo>
                  <a:pt x="1358" y="157"/>
                  <a:pt x="1347" y="153"/>
                  <a:pt x="1338" y="154"/>
                </a:cubicBezTo>
                <a:cubicBezTo>
                  <a:pt x="1234" y="126"/>
                  <a:pt x="1232" y="119"/>
                  <a:pt x="1223" y="119"/>
                </a:cubicBezTo>
                <a:cubicBezTo>
                  <a:pt x="1147" y="88"/>
                  <a:pt x="1147" y="80"/>
                  <a:pt x="1139" y="80"/>
                </a:cubicBezTo>
                <a:cubicBezTo>
                  <a:pt x="1111" y="65"/>
                  <a:pt x="1099" y="60"/>
                  <a:pt x="1087" y="55"/>
                </a:cubicBezTo>
                <a:cubicBezTo>
                  <a:pt x="1033" y="27"/>
                  <a:pt x="1028" y="24"/>
                  <a:pt x="1022" y="21"/>
                </a:cubicBezTo>
                <a:cubicBezTo>
                  <a:pt x="956" y="0"/>
                  <a:pt x="956" y="0"/>
                  <a:pt x="956" y="0"/>
                </a:cubicBezTo>
                <a:close/>
                <a:moveTo>
                  <a:pt x="1304" y="25"/>
                </a:moveTo>
                <a:cubicBezTo>
                  <a:pt x="1335" y="32"/>
                  <a:pt x="1379" y="35"/>
                  <a:pt x="1419" y="41"/>
                </a:cubicBezTo>
                <a:cubicBezTo>
                  <a:pt x="1435" y="41"/>
                  <a:pt x="1451" y="41"/>
                  <a:pt x="1467" y="42"/>
                </a:cubicBezTo>
                <a:cubicBezTo>
                  <a:pt x="1473" y="45"/>
                  <a:pt x="1476" y="40"/>
                  <a:pt x="1486" y="42"/>
                </a:cubicBezTo>
                <a:cubicBezTo>
                  <a:pt x="1491" y="42"/>
                  <a:pt x="1495" y="42"/>
                  <a:pt x="1499" y="42"/>
                </a:cubicBezTo>
                <a:cubicBezTo>
                  <a:pt x="1503" y="41"/>
                  <a:pt x="1511" y="45"/>
                  <a:pt x="1510" y="40"/>
                </a:cubicBezTo>
                <a:cubicBezTo>
                  <a:pt x="1508" y="38"/>
                  <a:pt x="1505" y="37"/>
                  <a:pt x="1500" y="38"/>
                </a:cubicBezTo>
                <a:cubicBezTo>
                  <a:pt x="1498" y="39"/>
                  <a:pt x="1489" y="43"/>
                  <a:pt x="1489" y="38"/>
                </a:cubicBezTo>
                <a:cubicBezTo>
                  <a:pt x="1477" y="38"/>
                  <a:pt x="1478" y="38"/>
                  <a:pt x="1467" y="39"/>
                </a:cubicBezTo>
                <a:cubicBezTo>
                  <a:pt x="1458" y="35"/>
                  <a:pt x="1442" y="38"/>
                  <a:pt x="1430" y="36"/>
                </a:cubicBezTo>
                <a:cubicBezTo>
                  <a:pt x="1426" y="33"/>
                  <a:pt x="1423" y="35"/>
                  <a:pt x="1419" y="36"/>
                </a:cubicBezTo>
                <a:cubicBezTo>
                  <a:pt x="1417" y="31"/>
                  <a:pt x="1405" y="35"/>
                  <a:pt x="1399" y="34"/>
                </a:cubicBezTo>
                <a:cubicBezTo>
                  <a:pt x="1393" y="30"/>
                  <a:pt x="1379" y="33"/>
                  <a:pt x="1369" y="29"/>
                </a:cubicBezTo>
                <a:cubicBezTo>
                  <a:pt x="1366" y="28"/>
                  <a:pt x="1363" y="28"/>
                  <a:pt x="1360" y="28"/>
                </a:cubicBezTo>
                <a:cubicBezTo>
                  <a:pt x="1356" y="29"/>
                  <a:pt x="1355" y="25"/>
                  <a:pt x="1354" y="28"/>
                </a:cubicBezTo>
                <a:cubicBezTo>
                  <a:pt x="1352" y="23"/>
                  <a:pt x="1338" y="29"/>
                  <a:pt x="1336" y="23"/>
                </a:cubicBezTo>
                <a:cubicBezTo>
                  <a:pt x="1311" y="21"/>
                  <a:pt x="1288" y="17"/>
                  <a:pt x="1269" y="9"/>
                </a:cubicBezTo>
                <a:cubicBezTo>
                  <a:pt x="1257" y="8"/>
                  <a:pt x="1250" y="4"/>
                  <a:pt x="1241" y="0"/>
                </a:cubicBezTo>
                <a:cubicBezTo>
                  <a:pt x="1214" y="0"/>
                  <a:pt x="1214" y="0"/>
                  <a:pt x="1214" y="0"/>
                </a:cubicBezTo>
                <a:cubicBezTo>
                  <a:pt x="1225" y="4"/>
                  <a:pt x="1237" y="7"/>
                  <a:pt x="1249" y="11"/>
                </a:cubicBezTo>
                <a:cubicBezTo>
                  <a:pt x="1265" y="18"/>
                  <a:pt x="1285" y="21"/>
                  <a:pt x="1304" y="25"/>
                </a:cubicBezTo>
                <a:close/>
                <a:moveTo>
                  <a:pt x="883" y="9"/>
                </a:moveTo>
                <a:cubicBezTo>
                  <a:pt x="887" y="14"/>
                  <a:pt x="895" y="14"/>
                  <a:pt x="898" y="20"/>
                </a:cubicBezTo>
                <a:cubicBezTo>
                  <a:pt x="913" y="36"/>
                  <a:pt x="920" y="33"/>
                  <a:pt x="922" y="36"/>
                </a:cubicBezTo>
                <a:cubicBezTo>
                  <a:pt x="951" y="55"/>
                  <a:pt x="953" y="62"/>
                  <a:pt x="960" y="63"/>
                </a:cubicBezTo>
                <a:cubicBezTo>
                  <a:pt x="985" y="82"/>
                  <a:pt x="997" y="88"/>
                  <a:pt x="1008" y="95"/>
                </a:cubicBezTo>
                <a:cubicBezTo>
                  <a:pt x="1077" y="135"/>
                  <a:pt x="1084" y="133"/>
                  <a:pt x="1085" y="136"/>
                </a:cubicBezTo>
                <a:cubicBezTo>
                  <a:pt x="1124" y="154"/>
                  <a:pt x="1130" y="165"/>
                  <a:pt x="1148" y="165"/>
                </a:cubicBezTo>
                <a:cubicBezTo>
                  <a:pt x="1177" y="180"/>
                  <a:pt x="1184" y="177"/>
                  <a:pt x="1185" y="182"/>
                </a:cubicBezTo>
                <a:cubicBezTo>
                  <a:pt x="1245" y="198"/>
                  <a:pt x="1249" y="200"/>
                  <a:pt x="1254" y="200"/>
                </a:cubicBezTo>
                <a:cubicBezTo>
                  <a:pt x="1350" y="212"/>
                  <a:pt x="1357" y="219"/>
                  <a:pt x="1360" y="218"/>
                </a:cubicBezTo>
                <a:cubicBezTo>
                  <a:pt x="1358" y="204"/>
                  <a:pt x="1355" y="205"/>
                  <a:pt x="1352" y="207"/>
                </a:cubicBezTo>
                <a:cubicBezTo>
                  <a:pt x="1328" y="204"/>
                  <a:pt x="1321" y="204"/>
                  <a:pt x="1306" y="204"/>
                </a:cubicBezTo>
                <a:cubicBezTo>
                  <a:pt x="1249" y="187"/>
                  <a:pt x="1239" y="190"/>
                  <a:pt x="1237" y="185"/>
                </a:cubicBezTo>
                <a:cubicBezTo>
                  <a:pt x="1165" y="161"/>
                  <a:pt x="1154" y="164"/>
                  <a:pt x="1152" y="159"/>
                </a:cubicBezTo>
                <a:cubicBezTo>
                  <a:pt x="1126" y="149"/>
                  <a:pt x="1124" y="147"/>
                  <a:pt x="1120" y="147"/>
                </a:cubicBezTo>
                <a:cubicBezTo>
                  <a:pt x="1087" y="129"/>
                  <a:pt x="1085" y="124"/>
                  <a:pt x="1077" y="125"/>
                </a:cubicBezTo>
                <a:cubicBezTo>
                  <a:pt x="1047" y="103"/>
                  <a:pt x="1040" y="103"/>
                  <a:pt x="1036" y="100"/>
                </a:cubicBezTo>
                <a:cubicBezTo>
                  <a:pt x="1008" y="81"/>
                  <a:pt x="1003" y="82"/>
                  <a:pt x="999" y="81"/>
                </a:cubicBezTo>
                <a:cubicBezTo>
                  <a:pt x="968" y="59"/>
                  <a:pt x="965" y="56"/>
                  <a:pt x="961" y="54"/>
                </a:cubicBezTo>
                <a:cubicBezTo>
                  <a:pt x="925" y="28"/>
                  <a:pt x="920" y="26"/>
                  <a:pt x="915" y="25"/>
                </a:cubicBezTo>
                <a:cubicBezTo>
                  <a:pt x="893" y="5"/>
                  <a:pt x="887" y="4"/>
                  <a:pt x="885" y="1"/>
                </a:cubicBezTo>
                <a:cubicBezTo>
                  <a:pt x="872" y="5"/>
                  <a:pt x="878" y="6"/>
                  <a:pt x="883" y="9"/>
                </a:cubicBezTo>
                <a:close/>
                <a:moveTo>
                  <a:pt x="1280" y="0"/>
                </a:moveTo>
                <a:cubicBezTo>
                  <a:pt x="1280" y="0"/>
                  <a:pt x="1280" y="0"/>
                  <a:pt x="1280" y="0"/>
                </a:cubicBezTo>
                <a:cubicBezTo>
                  <a:pt x="1280" y="0"/>
                  <a:pt x="1280" y="0"/>
                  <a:pt x="1280" y="0"/>
                </a:cubicBezTo>
                <a:cubicBezTo>
                  <a:pt x="1280" y="0"/>
                  <a:pt x="1280" y="0"/>
                  <a:pt x="1280" y="0"/>
                </a:cubicBezTo>
                <a:close/>
                <a:moveTo>
                  <a:pt x="833" y="8"/>
                </a:moveTo>
                <a:cubicBezTo>
                  <a:pt x="837" y="12"/>
                  <a:pt x="843" y="13"/>
                  <a:pt x="846" y="17"/>
                </a:cubicBezTo>
                <a:cubicBezTo>
                  <a:pt x="882" y="51"/>
                  <a:pt x="891" y="50"/>
                  <a:pt x="893" y="55"/>
                </a:cubicBezTo>
                <a:cubicBezTo>
                  <a:pt x="911" y="66"/>
                  <a:pt x="911" y="74"/>
                  <a:pt x="916" y="75"/>
                </a:cubicBezTo>
                <a:cubicBezTo>
                  <a:pt x="986" y="136"/>
                  <a:pt x="988" y="138"/>
                  <a:pt x="991" y="138"/>
                </a:cubicBezTo>
                <a:cubicBezTo>
                  <a:pt x="1014" y="162"/>
                  <a:pt x="1027" y="164"/>
                  <a:pt x="1032" y="172"/>
                </a:cubicBezTo>
                <a:cubicBezTo>
                  <a:pt x="1049" y="184"/>
                  <a:pt x="1054" y="186"/>
                  <a:pt x="1056" y="192"/>
                </a:cubicBezTo>
                <a:cubicBezTo>
                  <a:pt x="1096" y="211"/>
                  <a:pt x="1102" y="220"/>
                  <a:pt x="1114" y="224"/>
                </a:cubicBezTo>
                <a:cubicBezTo>
                  <a:pt x="1182" y="262"/>
                  <a:pt x="1192" y="266"/>
                  <a:pt x="1202" y="271"/>
                </a:cubicBezTo>
                <a:cubicBezTo>
                  <a:pt x="1247" y="288"/>
                  <a:pt x="1251" y="287"/>
                  <a:pt x="1252" y="290"/>
                </a:cubicBezTo>
                <a:cubicBezTo>
                  <a:pt x="1295" y="297"/>
                  <a:pt x="1305" y="294"/>
                  <a:pt x="1304" y="287"/>
                </a:cubicBezTo>
                <a:cubicBezTo>
                  <a:pt x="1296" y="277"/>
                  <a:pt x="1294" y="287"/>
                  <a:pt x="1291" y="286"/>
                </a:cubicBezTo>
                <a:cubicBezTo>
                  <a:pt x="1240" y="278"/>
                  <a:pt x="1233" y="274"/>
                  <a:pt x="1224" y="272"/>
                </a:cubicBezTo>
                <a:cubicBezTo>
                  <a:pt x="1177" y="250"/>
                  <a:pt x="1172" y="250"/>
                  <a:pt x="1170" y="247"/>
                </a:cubicBezTo>
                <a:cubicBezTo>
                  <a:pt x="1150" y="240"/>
                  <a:pt x="1150" y="230"/>
                  <a:pt x="1138" y="231"/>
                </a:cubicBezTo>
                <a:cubicBezTo>
                  <a:pt x="1116" y="211"/>
                  <a:pt x="1101" y="214"/>
                  <a:pt x="1099" y="206"/>
                </a:cubicBezTo>
                <a:cubicBezTo>
                  <a:pt x="1054" y="177"/>
                  <a:pt x="1048" y="173"/>
                  <a:pt x="1043" y="168"/>
                </a:cubicBezTo>
                <a:cubicBezTo>
                  <a:pt x="1011" y="146"/>
                  <a:pt x="999" y="136"/>
                  <a:pt x="987" y="127"/>
                </a:cubicBezTo>
                <a:cubicBezTo>
                  <a:pt x="971" y="108"/>
                  <a:pt x="966" y="108"/>
                  <a:pt x="962" y="107"/>
                </a:cubicBezTo>
                <a:cubicBezTo>
                  <a:pt x="940" y="87"/>
                  <a:pt x="938" y="84"/>
                  <a:pt x="934" y="82"/>
                </a:cubicBezTo>
                <a:cubicBezTo>
                  <a:pt x="885" y="38"/>
                  <a:pt x="878" y="37"/>
                  <a:pt x="876" y="31"/>
                </a:cubicBezTo>
                <a:cubicBezTo>
                  <a:pt x="860" y="15"/>
                  <a:pt x="853" y="14"/>
                  <a:pt x="850" y="8"/>
                </a:cubicBezTo>
                <a:cubicBezTo>
                  <a:pt x="828" y="2"/>
                  <a:pt x="832" y="4"/>
                  <a:pt x="833" y="8"/>
                </a:cubicBezTo>
                <a:close/>
                <a:moveTo>
                  <a:pt x="750" y="19"/>
                </a:moveTo>
                <a:cubicBezTo>
                  <a:pt x="756" y="21"/>
                  <a:pt x="760" y="24"/>
                  <a:pt x="763" y="28"/>
                </a:cubicBezTo>
                <a:cubicBezTo>
                  <a:pt x="795" y="48"/>
                  <a:pt x="793" y="58"/>
                  <a:pt x="801" y="58"/>
                </a:cubicBezTo>
                <a:cubicBezTo>
                  <a:pt x="830" y="88"/>
                  <a:pt x="839" y="94"/>
                  <a:pt x="846" y="102"/>
                </a:cubicBezTo>
                <a:cubicBezTo>
                  <a:pt x="861" y="116"/>
                  <a:pt x="865" y="120"/>
                  <a:pt x="867" y="124"/>
                </a:cubicBezTo>
                <a:cubicBezTo>
                  <a:pt x="917" y="168"/>
                  <a:pt x="917" y="172"/>
                  <a:pt x="919" y="174"/>
                </a:cubicBezTo>
                <a:cubicBezTo>
                  <a:pt x="944" y="198"/>
                  <a:pt x="950" y="207"/>
                  <a:pt x="957" y="214"/>
                </a:cubicBezTo>
                <a:cubicBezTo>
                  <a:pt x="1014" y="262"/>
                  <a:pt x="1021" y="270"/>
                  <a:pt x="1032" y="274"/>
                </a:cubicBezTo>
                <a:cubicBezTo>
                  <a:pt x="1086" y="317"/>
                  <a:pt x="1095" y="316"/>
                  <a:pt x="1096" y="321"/>
                </a:cubicBezTo>
                <a:cubicBezTo>
                  <a:pt x="1138" y="334"/>
                  <a:pt x="1141" y="339"/>
                  <a:pt x="1148" y="340"/>
                </a:cubicBezTo>
                <a:cubicBezTo>
                  <a:pt x="1136" y="331"/>
                  <a:pt x="1110" y="323"/>
                  <a:pt x="1092" y="308"/>
                </a:cubicBezTo>
                <a:cubicBezTo>
                  <a:pt x="1045" y="279"/>
                  <a:pt x="1047" y="273"/>
                  <a:pt x="1041" y="274"/>
                </a:cubicBezTo>
                <a:cubicBezTo>
                  <a:pt x="1014" y="255"/>
                  <a:pt x="1012" y="250"/>
                  <a:pt x="1006" y="247"/>
                </a:cubicBezTo>
                <a:cubicBezTo>
                  <a:pt x="990" y="232"/>
                  <a:pt x="985" y="227"/>
                  <a:pt x="981" y="223"/>
                </a:cubicBezTo>
                <a:cubicBezTo>
                  <a:pt x="959" y="204"/>
                  <a:pt x="956" y="201"/>
                  <a:pt x="955" y="198"/>
                </a:cubicBezTo>
                <a:cubicBezTo>
                  <a:pt x="920" y="167"/>
                  <a:pt x="916" y="155"/>
                  <a:pt x="904" y="151"/>
                </a:cubicBezTo>
                <a:cubicBezTo>
                  <a:pt x="889" y="134"/>
                  <a:pt x="887" y="129"/>
                  <a:pt x="880" y="127"/>
                </a:cubicBezTo>
                <a:cubicBezTo>
                  <a:pt x="843" y="89"/>
                  <a:pt x="841" y="87"/>
                  <a:pt x="840" y="85"/>
                </a:cubicBezTo>
                <a:cubicBezTo>
                  <a:pt x="818" y="66"/>
                  <a:pt x="818" y="62"/>
                  <a:pt x="817" y="60"/>
                </a:cubicBezTo>
                <a:cubicBezTo>
                  <a:pt x="790" y="41"/>
                  <a:pt x="790" y="33"/>
                  <a:pt x="782" y="33"/>
                </a:cubicBezTo>
                <a:cubicBezTo>
                  <a:pt x="747" y="6"/>
                  <a:pt x="748" y="2"/>
                  <a:pt x="746" y="0"/>
                </a:cubicBezTo>
                <a:cubicBezTo>
                  <a:pt x="739" y="12"/>
                  <a:pt x="750" y="11"/>
                  <a:pt x="750" y="19"/>
                </a:cubicBezTo>
                <a:close/>
                <a:moveTo>
                  <a:pt x="709" y="12"/>
                </a:moveTo>
                <a:cubicBezTo>
                  <a:pt x="713" y="13"/>
                  <a:pt x="713" y="18"/>
                  <a:pt x="715" y="21"/>
                </a:cubicBezTo>
                <a:cubicBezTo>
                  <a:pt x="737" y="43"/>
                  <a:pt x="740" y="46"/>
                  <a:pt x="743" y="50"/>
                </a:cubicBezTo>
                <a:cubicBezTo>
                  <a:pt x="773" y="89"/>
                  <a:pt x="783" y="92"/>
                  <a:pt x="785" y="103"/>
                </a:cubicBezTo>
                <a:cubicBezTo>
                  <a:pt x="812" y="126"/>
                  <a:pt x="818" y="134"/>
                  <a:pt x="823" y="141"/>
                </a:cubicBezTo>
                <a:cubicBezTo>
                  <a:pt x="844" y="164"/>
                  <a:pt x="844" y="170"/>
                  <a:pt x="849" y="172"/>
                </a:cubicBezTo>
                <a:cubicBezTo>
                  <a:pt x="873" y="211"/>
                  <a:pt x="877" y="213"/>
                  <a:pt x="881" y="216"/>
                </a:cubicBezTo>
                <a:cubicBezTo>
                  <a:pt x="937" y="283"/>
                  <a:pt x="953" y="295"/>
                  <a:pt x="966" y="310"/>
                </a:cubicBezTo>
                <a:cubicBezTo>
                  <a:pt x="1005" y="341"/>
                  <a:pt x="1012" y="342"/>
                  <a:pt x="1015" y="346"/>
                </a:cubicBezTo>
                <a:cubicBezTo>
                  <a:pt x="1079" y="381"/>
                  <a:pt x="1093" y="382"/>
                  <a:pt x="1102" y="387"/>
                </a:cubicBezTo>
                <a:cubicBezTo>
                  <a:pt x="1128" y="397"/>
                  <a:pt x="1134" y="397"/>
                  <a:pt x="1134" y="394"/>
                </a:cubicBezTo>
                <a:cubicBezTo>
                  <a:pt x="1057" y="366"/>
                  <a:pt x="1055" y="360"/>
                  <a:pt x="1048" y="360"/>
                </a:cubicBezTo>
                <a:cubicBezTo>
                  <a:pt x="1026" y="342"/>
                  <a:pt x="1019" y="344"/>
                  <a:pt x="1020" y="339"/>
                </a:cubicBezTo>
                <a:cubicBezTo>
                  <a:pt x="983" y="316"/>
                  <a:pt x="981" y="309"/>
                  <a:pt x="975" y="306"/>
                </a:cubicBezTo>
                <a:cubicBezTo>
                  <a:pt x="934" y="271"/>
                  <a:pt x="928" y="260"/>
                  <a:pt x="919" y="250"/>
                </a:cubicBezTo>
                <a:cubicBezTo>
                  <a:pt x="900" y="223"/>
                  <a:pt x="896" y="222"/>
                  <a:pt x="894" y="219"/>
                </a:cubicBezTo>
                <a:cubicBezTo>
                  <a:pt x="844" y="149"/>
                  <a:pt x="837" y="146"/>
                  <a:pt x="834" y="139"/>
                </a:cubicBezTo>
                <a:cubicBezTo>
                  <a:pt x="805" y="108"/>
                  <a:pt x="799" y="109"/>
                  <a:pt x="800" y="103"/>
                </a:cubicBezTo>
                <a:cubicBezTo>
                  <a:pt x="808" y="110"/>
                  <a:pt x="824" y="120"/>
                  <a:pt x="832" y="137"/>
                </a:cubicBezTo>
                <a:cubicBezTo>
                  <a:pt x="914" y="214"/>
                  <a:pt x="916" y="217"/>
                  <a:pt x="918" y="221"/>
                </a:cubicBezTo>
                <a:cubicBezTo>
                  <a:pt x="957" y="254"/>
                  <a:pt x="966" y="257"/>
                  <a:pt x="971" y="264"/>
                </a:cubicBezTo>
                <a:cubicBezTo>
                  <a:pt x="1006" y="292"/>
                  <a:pt x="1013" y="292"/>
                  <a:pt x="1016" y="296"/>
                </a:cubicBezTo>
                <a:cubicBezTo>
                  <a:pt x="1079" y="324"/>
                  <a:pt x="1087" y="328"/>
                  <a:pt x="1096" y="332"/>
                </a:cubicBezTo>
                <a:cubicBezTo>
                  <a:pt x="1182" y="339"/>
                  <a:pt x="1164" y="349"/>
                  <a:pt x="1164" y="342"/>
                </a:cubicBezTo>
                <a:cubicBezTo>
                  <a:pt x="1119" y="336"/>
                  <a:pt x="1120" y="331"/>
                  <a:pt x="1114" y="333"/>
                </a:cubicBezTo>
                <a:cubicBezTo>
                  <a:pt x="1082" y="320"/>
                  <a:pt x="1080" y="318"/>
                  <a:pt x="1077" y="317"/>
                </a:cubicBezTo>
                <a:cubicBezTo>
                  <a:pt x="989" y="266"/>
                  <a:pt x="977" y="261"/>
                  <a:pt x="969" y="251"/>
                </a:cubicBezTo>
                <a:cubicBezTo>
                  <a:pt x="950" y="235"/>
                  <a:pt x="942" y="233"/>
                  <a:pt x="939" y="226"/>
                </a:cubicBezTo>
                <a:cubicBezTo>
                  <a:pt x="906" y="190"/>
                  <a:pt x="899" y="192"/>
                  <a:pt x="899" y="188"/>
                </a:cubicBezTo>
                <a:cubicBezTo>
                  <a:pt x="866" y="157"/>
                  <a:pt x="859" y="155"/>
                  <a:pt x="856" y="148"/>
                </a:cubicBezTo>
                <a:cubicBezTo>
                  <a:pt x="825" y="117"/>
                  <a:pt x="824" y="114"/>
                  <a:pt x="822" y="110"/>
                </a:cubicBezTo>
                <a:cubicBezTo>
                  <a:pt x="801" y="90"/>
                  <a:pt x="798" y="87"/>
                  <a:pt x="796" y="84"/>
                </a:cubicBezTo>
                <a:cubicBezTo>
                  <a:pt x="768" y="53"/>
                  <a:pt x="765" y="51"/>
                  <a:pt x="762" y="48"/>
                </a:cubicBezTo>
                <a:cubicBezTo>
                  <a:pt x="742" y="24"/>
                  <a:pt x="737" y="18"/>
                  <a:pt x="728" y="15"/>
                </a:cubicBezTo>
                <a:cubicBezTo>
                  <a:pt x="704" y="1"/>
                  <a:pt x="705" y="2"/>
                  <a:pt x="707" y="3"/>
                </a:cubicBezTo>
                <a:close/>
                <a:moveTo>
                  <a:pt x="781" y="5"/>
                </a:moveTo>
                <a:cubicBezTo>
                  <a:pt x="780" y="9"/>
                  <a:pt x="783" y="9"/>
                  <a:pt x="785" y="11"/>
                </a:cubicBezTo>
                <a:cubicBezTo>
                  <a:pt x="813" y="32"/>
                  <a:pt x="815" y="38"/>
                  <a:pt x="821" y="41"/>
                </a:cubicBezTo>
                <a:cubicBezTo>
                  <a:pt x="837" y="55"/>
                  <a:pt x="839" y="56"/>
                  <a:pt x="843" y="56"/>
                </a:cubicBezTo>
                <a:cubicBezTo>
                  <a:pt x="873" y="83"/>
                  <a:pt x="883" y="90"/>
                  <a:pt x="892" y="99"/>
                </a:cubicBezTo>
                <a:cubicBezTo>
                  <a:pt x="909" y="114"/>
                  <a:pt x="916" y="117"/>
                  <a:pt x="918" y="123"/>
                </a:cubicBezTo>
                <a:cubicBezTo>
                  <a:pt x="952" y="150"/>
                  <a:pt x="958" y="152"/>
                  <a:pt x="960" y="157"/>
                </a:cubicBezTo>
                <a:cubicBezTo>
                  <a:pt x="1007" y="194"/>
                  <a:pt x="1009" y="196"/>
                  <a:pt x="1010" y="199"/>
                </a:cubicBezTo>
                <a:cubicBezTo>
                  <a:pt x="1034" y="220"/>
                  <a:pt x="1042" y="221"/>
                  <a:pt x="1044" y="226"/>
                </a:cubicBezTo>
                <a:cubicBezTo>
                  <a:pt x="1095" y="265"/>
                  <a:pt x="1104" y="266"/>
                  <a:pt x="1108" y="271"/>
                </a:cubicBezTo>
                <a:cubicBezTo>
                  <a:pt x="1152" y="297"/>
                  <a:pt x="1154" y="304"/>
                  <a:pt x="1162" y="305"/>
                </a:cubicBezTo>
                <a:cubicBezTo>
                  <a:pt x="1183" y="317"/>
                  <a:pt x="1184" y="319"/>
                  <a:pt x="1184" y="321"/>
                </a:cubicBezTo>
                <a:cubicBezTo>
                  <a:pt x="1209" y="327"/>
                  <a:pt x="1216" y="329"/>
                  <a:pt x="1225" y="326"/>
                </a:cubicBezTo>
                <a:cubicBezTo>
                  <a:pt x="1193" y="309"/>
                  <a:pt x="1186" y="309"/>
                  <a:pt x="1182" y="306"/>
                </a:cubicBezTo>
                <a:cubicBezTo>
                  <a:pt x="1131" y="277"/>
                  <a:pt x="1126" y="272"/>
                  <a:pt x="1119" y="270"/>
                </a:cubicBezTo>
                <a:cubicBezTo>
                  <a:pt x="1082" y="240"/>
                  <a:pt x="1074" y="237"/>
                  <a:pt x="1068" y="233"/>
                </a:cubicBezTo>
                <a:cubicBezTo>
                  <a:pt x="1015" y="191"/>
                  <a:pt x="1009" y="187"/>
                  <a:pt x="1004" y="182"/>
                </a:cubicBezTo>
                <a:cubicBezTo>
                  <a:pt x="952" y="138"/>
                  <a:pt x="945" y="135"/>
                  <a:pt x="941" y="128"/>
                </a:cubicBezTo>
                <a:cubicBezTo>
                  <a:pt x="904" y="100"/>
                  <a:pt x="901" y="93"/>
                  <a:pt x="894" y="90"/>
                </a:cubicBezTo>
                <a:cubicBezTo>
                  <a:pt x="858" y="58"/>
                  <a:pt x="853" y="54"/>
                  <a:pt x="847" y="50"/>
                </a:cubicBezTo>
                <a:cubicBezTo>
                  <a:pt x="822" y="26"/>
                  <a:pt x="817" y="26"/>
                  <a:pt x="813" y="25"/>
                </a:cubicBezTo>
                <a:cubicBezTo>
                  <a:pt x="781" y="0"/>
                  <a:pt x="781" y="0"/>
                  <a:pt x="781" y="0"/>
                </a:cubicBezTo>
                <a:close/>
                <a:moveTo>
                  <a:pt x="429" y="17"/>
                </a:moveTo>
                <a:cubicBezTo>
                  <a:pt x="434" y="17"/>
                  <a:pt x="433" y="24"/>
                  <a:pt x="440" y="23"/>
                </a:cubicBezTo>
                <a:cubicBezTo>
                  <a:pt x="504" y="85"/>
                  <a:pt x="517" y="96"/>
                  <a:pt x="530" y="106"/>
                </a:cubicBezTo>
                <a:cubicBezTo>
                  <a:pt x="570" y="139"/>
                  <a:pt x="576" y="139"/>
                  <a:pt x="579" y="142"/>
                </a:cubicBezTo>
                <a:cubicBezTo>
                  <a:pt x="604" y="156"/>
                  <a:pt x="606" y="167"/>
                  <a:pt x="609" y="160"/>
                </a:cubicBezTo>
                <a:cubicBezTo>
                  <a:pt x="583" y="140"/>
                  <a:pt x="574" y="135"/>
                  <a:pt x="569" y="129"/>
                </a:cubicBezTo>
                <a:cubicBezTo>
                  <a:pt x="531" y="105"/>
                  <a:pt x="533" y="96"/>
                  <a:pt x="526" y="97"/>
                </a:cubicBezTo>
                <a:cubicBezTo>
                  <a:pt x="493" y="61"/>
                  <a:pt x="489" y="59"/>
                  <a:pt x="487" y="53"/>
                </a:cubicBezTo>
                <a:cubicBezTo>
                  <a:pt x="450" y="20"/>
                  <a:pt x="443" y="19"/>
                  <a:pt x="442" y="13"/>
                </a:cubicBezTo>
                <a:cubicBezTo>
                  <a:pt x="463" y="26"/>
                  <a:pt x="465" y="28"/>
                  <a:pt x="466" y="31"/>
                </a:cubicBezTo>
                <a:cubicBezTo>
                  <a:pt x="519" y="68"/>
                  <a:pt x="521" y="73"/>
                  <a:pt x="526" y="76"/>
                </a:cubicBezTo>
                <a:cubicBezTo>
                  <a:pt x="542" y="88"/>
                  <a:pt x="542" y="94"/>
                  <a:pt x="547" y="96"/>
                </a:cubicBezTo>
                <a:cubicBezTo>
                  <a:pt x="565" y="108"/>
                  <a:pt x="564" y="115"/>
                  <a:pt x="571" y="116"/>
                </a:cubicBezTo>
                <a:cubicBezTo>
                  <a:pt x="606" y="152"/>
                  <a:pt x="609" y="155"/>
                  <a:pt x="614" y="158"/>
                </a:cubicBezTo>
                <a:cubicBezTo>
                  <a:pt x="619" y="167"/>
                  <a:pt x="612" y="162"/>
                  <a:pt x="611" y="167"/>
                </a:cubicBezTo>
                <a:cubicBezTo>
                  <a:pt x="629" y="174"/>
                  <a:pt x="629" y="177"/>
                  <a:pt x="633" y="176"/>
                </a:cubicBezTo>
                <a:cubicBezTo>
                  <a:pt x="695" y="224"/>
                  <a:pt x="698" y="233"/>
                  <a:pt x="708" y="234"/>
                </a:cubicBezTo>
                <a:cubicBezTo>
                  <a:pt x="693" y="216"/>
                  <a:pt x="685" y="219"/>
                  <a:pt x="684" y="214"/>
                </a:cubicBezTo>
                <a:cubicBezTo>
                  <a:pt x="649" y="191"/>
                  <a:pt x="648" y="181"/>
                  <a:pt x="639" y="178"/>
                </a:cubicBezTo>
                <a:cubicBezTo>
                  <a:pt x="616" y="151"/>
                  <a:pt x="612" y="152"/>
                  <a:pt x="612" y="149"/>
                </a:cubicBezTo>
                <a:cubicBezTo>
                  <a:pt x="596" y="135"/>
                  <a:pt x="596" y="129"/>
                  <a:pt x="593" y="127"/>
                </a:cubicBezTo>
                <a:cubicBezTo>
                  <a:pt x="564" y="105"/>
                  <a:pt x="565" y="101"/>
                  <a:pt x="563" y="100"/>
                </a:cubicBezTo>
                <a:cubicBezTo>
                  <a:pt x="537" y="78"/>
                  <a:pt x="536" y="72"/>
                  <a:pt x="531" y="71"/>
                </a:cubicBezTo>
                <a:cubicBezTo>
                  <a:pt x="517" y="59"/>
                  <a:pt x="516" y="57"/>
                  <a:pt x="516" y="53"/>
                </a:cubicBezTo>
                <a:cubicBezTo>
                  <a:pt x="486" y="37"/>
                  <a:pt x="484" y="26"/>
                  <a:pt x="473" y="24"/>
                </a:cubicBezTo>
                <a:cubicBezTo>
                  <a:pt x="427" y="0"/>
                  <a:pt x="427" y="0"/>
                  <a:pt x="427" y="0"/>
                </a:cubicBezTo>
                <a:cubicBezTo>
                  <a:pt x="438" y="11"/>
                  <a:pt x="441" y="12"/>
                  <a:pt x="438" y="13"/>
                </a:cubicBezTo>
                <a:cubicBezTo>
                  <a:pt x="423" y="1"/>
                  <a:pt x="422" y="1"/>
                  <a:pt x="422" y="0"/>
                </a:cubicBezTo>
                <a:cubicBezTo>
                  <a:pt x="424" y="10"/>
                  <a:pt x="427" y="13"/>
                  <a:pt x="429" y="17"/>
                </a:cubicBezTo>
                <a:close/>
                <a:moveTo>
                  <a:pt x="385" y="151"/>
                </a:moveTo>
                <a:cubicBezTo>
                  <a:pt x="384" y="148"/>
                  <a:pt x="382" y="146"/>
                  <a:pt x="378" y="146"/>
                </a:cubicBezTo>
                <a:cubicBezTo>
                  <a:pt x="359" y="123"/>
                  <a:pt x="353" y="121"/>
                  <a:pt x="349" y="117"/>
                </a:cubicBezTo>
                <a:cubicBezTo>
                  <a:pt x="312" y="78"/>
                  <a:pt x="306" y="76"/>
                  <a:pt x="304" y="71"/>
                </a:cubicBezTo>
                <a:cubicBezTo>
                  <a:pt x="278" y="47"/>
                  <a:pt x="276" y="45"/>
                  <a:pt x="276" y="42"/>
                </a:cubicBezTo>
                <a:cubicBezTo>
                  <a:pt x="256" y="35"/>
                  <a:pt x="262" y="26"/>
                  <a:pt x="255" y="28"/>
                </a:cubicBezTo>
                <a:cubicBezTo>
                  <a:pt x="207" y="0"/>
                  <a:pt x="207" y="0"/>
                  <a:pt x="207" y="0"/>
                </a:cubicBezTo>
                <a:cubicBezTo>
                  <a:pt x="240" y="25"/>
                  <a:pt x="245" y="33"/>
                  <a:pt x="254" y="37"/>
                </a:cubicBezTo>
                <a:cubicBezTo>
                  <a:pt x="280" y="63"/>
                  <a:pt x="289" y="68"/>
                  <a:pt x="295" y="75"/>
                </a:cubicBezTo>
                <a:cubicBezTo>
                  <a:pt x="336" y="116"/>
                  <a:pt x="339" y="115"/>
                  <a:pt x="340" y="117"/>
                </a:cubicBezTo>
                <a:cubicBezTo>
                  <a:pt x="359" y="135"/>
                  <a:pt x="363" y="137"/>
                  <a:pt x="368" y="137"/>
                </a:cubicBezTo>
                <a:cubicBezTo>
                  <a:pt x="389" y="157"/>
                  <a:pt x="395" y="166"/>
                  <a:pt x="398" y="160"/>
                </a:cubicBezTo>
                <a:close/>
                <a:moveTo>
                  <a:pt x="1507" y="2099"/>
                </a:moveTo>
                <a:cubicBezTo>
                  <a:pt x="1503" y="2109"/>
                  <a:pt x="1496" y="2117"/>
                  <a:pt x="1494" y="2129"/>
                </a:cubicBezTo>
                <a:cubicBezTo>
                  <a:pt x="1487" y="2132"/>
                  <a:pt x="1486" y="2141"/>
                  <a:pt x="1481" y="2145"/>
                </a:cubicBezTo>
                <a:cubicBezTo>
                  <a:pt x="1478" y="2151"/>
                  <a:pt x="1471" y="2153"/>
                  <a:pt x="1468" y="2160"/>
                </a:cubicBezTo>
                <a:cubicBezTo>
                  <a:pt x="1468" y="2160"/>
                  <a:pt x="1467" y="2160"/>
                  <a:pt x="1467" y="2160"/>
                </a:cubicBezTo>
                <a:cubicBezTo>
                  <a:pt x="1479" y="2160"/>
                  <a:pt x="1479" y="2160"/>
                  <a:pt x="1479" y="2160"/>
                </a:cubicBezTo>
                <a:cubicBezTo>
                  <a:pt x="1481" y="2159"/>
                  <a:pt x="1482" y="2158"/>
                  <a:pt x="1481" y="2155"/>
                </a:cubicBezTo>
                <a:cubicBezTo>
                  <a:pt x="1488" y="2155"/>
                  <a:pt x="1487" y="2146"/>
                  <a:pt x="1494" y="2145"/>
                </a:cubicBezTo>
                <a:cubicBezTo>
                  <a:pt x="1495" y="2139"/>
                  <a:pt x="1496" y="2135"/>
                  <a:pt x="1501" y="2134"/>
                </a:cubicBezTo>
                <a:cubicBezTo>
                  <a:pt x="1501" y="2128"/>
                  <a:pt x="1505" y="2126"/>
                  <a:pt x="1507" y="2123"/>
                </a:cubicBezTo>
                <a:cubicBezTo>
                  <a:pt x="1505" y="2116"/>
                  <a:pt x="1511" y="2116"/>
                  <a:pt x="1509" y="2110"/>
                </a:cubicBezTo>
                <a:cubicBezTo>
                  <a:pt x="1512" y="2107"/>
                  <a:pt x="1513" y="2099"/>
                  <a:pt x="1507" y="2099"/>
                </a:cubicBezTo>
                <a:close/>
                <a:moveTo>
                  <a:pt x="1509" y="2042"/>
                </a:moveTo>
                <a:cubicBezTo>
                  <a:pt x="1498" y="2041"/>
                  <a:pt x="1501" y="2053"/>
                  <a:pt x="1494" y="2055"/>
                </a:cubicBezTo>
                <a:cubicBezTo>
                  <a:pt x="1489" y="2060"/>
                  <a:pt x="1487" y="2067"/>
                  <a:pt x="1481" y="2070"/>
                </a:cubicBezTo>
                <a:cubicBezTo>
                  <a:pt x="1478" y="2077"/>
                  <a:pt x="1471" y="2079"/>
                  <a:pt x="1468" y="2086"/>
                </a:cubicBezTo>
                <a:cubicBezTo>
                  <a:pt x="1463" y="2091"/>
                  <a:pt x="1460" y="2098"/>
                  <a:pt x="1453" y="2101"/>
                </a:cubicBezTo>
                <a:cubicBezTo>
                  <a:pt x="1435" y="2123"/>
                  <a:pt x="1408" y="2135"/>
                  <a:pt x="1389" y="2155"/>
                </a:cubicBezTo>
                <a:cubicBezTo>
                  <a:pt x="1389" y="2159"/>
                  <a:pt x="1384" y="2158"/>
                  <a:pt x="1383" y="2160"/>
                </a:cubicBezTo>
                <a:cubicBezTo>
                  <a:pt x="1396" y="2160"/>
                  <a:pt x="1396" y="2160"/>
                  <a:pt x="1396" y="2160"/>
                </a:cubicBezTo>
                <a:cubicBezTo>
                  <a:pt x="1400" y="2158"/>
                  <a:pt x="1402" y="2154"/>
                  <a:pt x="1405" y="2151"/>
                </a:cubicBezTo>
                <a:cubicBezTo>
                  <a:pt x="1409" y="2147"/>
                  <a:pt x="1415" y="2146"/>
                  <a:pt x="1418" y="2140"/>
                </a:cubicBezTo>
                <a:cubicBezTo>
                  <a:pt x="1420" y="2139"/>
                  <a:pt x="1423" y="2138"/>
                  <a:pt x="1424" y="2136"/>
                </a:cubicBezTo>
                <a:cubicBezTo>
                  <a:pt x="1425" y="2132"/>
                  <a:pt x="1432" y="2134"/>
                  <a:pt x="1433" y="2131"/>
                </a:cubicBezTo>
                <a:cubicBezTo>
                  <a:pt x="1440" y="2124"/>
                  <a:pt x="1449" y="2117"/>
                  <a:pt x="1457" y="2110"/>
                </a:cubicBezTo>
                <a:cubicBezTo>
                  <a:pt x="1459" y="2104"/>
                  <a:pt x="1466" y="2102"/>
                  <a:pt x="1468" y="2097"/>
                </a:cubicBezTo>
                <a:cubicBezTo>
                  <a:pt x="1471" y="2091"/>
                  <a:pt x="1475" y="2087"/>
                  <a:pt x="1479" y="2083"/>
                </a:cubicBezTo>
                <a:cubicBezTo>
                  <a:pt x="1485" y="2075"/>
                  <a:pt x="1493" y="2067"/>
                  <a:pt x="1498" y="2057"/>
                </a:cubicBezTo>
                <a:cubicBezTo>
                  <a:pt x="1501" y="2056"/>
                  <a:pt x="1503" y="2055"/>
                  <a:pt x="1503" y="2051"/>
                </a:cubicBezTo>
                <a:cubicBezTo>
                  <a:pt x="1505" y="2049"/>
                  <a:pt x="1507" y="2046"/>
                  <a:pt x="1509" y="2044"/>
                </a:cubicBezTo>
                <a:cubicBezTo>
                  <a:pt x="1513" y="2044"/>
                  <a:pt x="1510" y="2038"/>
                  <a:pt x="1514" y="2038"/>
                </a:cubicBezTo>
                <a:cubicBezTo>
                  <a:pt x="1512" y="2032"/>
                  <a:pt x="1518" y="2033"/>
                  <a:pt x="1518" y="2029"/>
                </a:cubicBezTo>
                <a:cubicBezTo>
                  <a:pt x="1511" y="2029"/>
                  <a:pt x="1510" y="2035"/>
                  <a:pt x="1509" y="2042"/>
                </a:cubicBezTo>
                <a:close/>
                <a:moveTo>
                  <a:pt x="1392" y="2125"/>
                </a:moveTo>
                <a:cubicBezTo>
                  <a:pt x="1392" y="2119"/>
                  <a:pt x="1401" y="2121"/>
                  <a:pt x="1402" y="2116"/>
                </a:cubicBezTo>
                <a:cubicBezTo>
                  <a:pt x="1434" y="2086"/>
                  <a:pt x="1442" y="2088"/>
                  <a:pt x="1444" y="2083"/>
                </a:cubicBezTo>
                <a:cubicBezTo>
                  <a:pt x="1462" y="2059"/>
                  <a:pt x="1469" y="2060"/>
                  <a:pt x="1470" y="2055"/>
                </a:cubicBezTo>
                <a:cubicBezTo>
                  <a:pt x="1490" y="2036"/>
                  <a:pt x="1492" y="2034"/>
                  <a:pt x="1494" y="2033"/>
                </a:cubicBezTo>
                <a:cubicBezTo>
                  <a:pt x="1512" y="2017"/>
                  <a:pt x="1514" y="2004"/>
                  <a:pt x="1509" y="2003"/>
                </a:cubicBezTo>
                <a:cubicBezTo>
                  <a:pt x="1466" y="2054"/>
                  <a:pt x="1462" y="2055"/>
                  <a:pt x="1461" y="2059"/>
                </a:cubicBezTo>
                <a:cubicBezTo>
                  <a:pt x="1449" y="2068"/>
                  <a:pt x="1446" y="2069"/>
                  <a:pt x="1446" y="2075"/>
                </a:cubicBezTo>
                <a:cubicBezTo>
                  <a:pt x="1423" y="2087"/>
                  <a:pt x="1422" y="2091"/>
                  <a:pt x="1420" y="2094"/>
                </a:cubicBezTo>
                <a:cubicBezTo>
                  <a:pt x="1397" y="2111"/>
                  <a:pt x="1395" y="2113"/>
                  <a:pt x="1394" y="2114"/>
                </a:cubicBezTo>
                <a:cubicBezTo>
                  <a:pt x="1343" y="2159"/>
                  <a:pt x="1342" y="2159"/>
                  <a:pt x="1341" y="2160"/>
                </a:cubicBezTo>
                <a:cubicBezTo>
                  <a:pt x="1360" y="2155"/>
                  <a:pt x="1362" y="2153"/>
                  <a:pt x="1365" y="2153"/>
                </a:cubicBezTo>
                <a:cubicBezTo>
                  <a:pt x="1382" y="2127"/>
                  <a:pt x="1389" y="2128"/>
                  <a:pt x="1392" y="2125"/>
                </a:cubicBezTo>
                <a:close/>
                <a:moveTo>
                  <a:pt x="1461" y="2131"/>
                </a:moveTo>
                <a:cubicBezTo>
                  <a:pt x="1458" y="2140"/>
                  <a:pt x="1448" y="2143"/>
                  <a:pt x="1446" y="2153"/>
                </a:cubicBezTo>
                <a:cubicBezTo>
                  <a:pt x="1441" y="2153"/>
                  <a:pt x="1438" y="2157"/>
                  <a:pt x="1436" y="2160"/>
                </a:cubicBezTo>
                <a:cubicBezTo>
                  <a:pt x="1445" y="2160"/>
                  <a:pt x="1445" y="2160"/>
                  <a:pt x="1445" y="2160"/>
                </a:cubicBezTo>
                <a:cubicBezTo>
                  <a:pt x="1446" y="2158"/>
                  <a:pt x="1448" y="2156"/>
                  <a:pt x="1450" y="2155"/>
                </a:cubicBezTo>
                <a:cubicBezTo>
                  <a:pt x="1453" y="2153"/>
                  <a:pt x="1451" y="2147"/>
                  <a:pt x="1457" y="2149"/>
                </a:cubicBezTo>
                <a:cubicBezTo>
                  <a:pt x="1455" y="2143"/>
                  <a:pt x="1461" y="2144"/>
                  <a:pt x="1461" y="2140"/>
                </a:cubicBezTo>
                <a:cubicBezTo>
                  <a:pt x="1462" y="2139"/>
                  <a:pt x="1467" y="2132"/>
                  <a:pt x="1461" y="2131"/>
                </a:cubicBezTo>
                <a:close/>
                <a:moveTo>
                  <a:pt x="1527" y="1857"/>
                </a:moveTo>
                <a:cubicBezTo>
                  <a:pt x="1525" y="1861"/>
                  <a:pt x="1521" y="1863"/>
                  <a:pt x="1522" y="1870"/>
                </a:cubicBezTo>
                <a:cubicBezTo>
                  <a:pt x="1494" y="1913"/>
                  <a:pt x="1484" y="1917"/>
                  <a:pt x="1481" y="1927"/>
                </a:cubicBezTo>
                <a:cubicBezTo>
                  <a:pt x="1462" y="1952"/>
                  <a:pt x="1458" y="1955"/>
                  <a:pt x="1457" y="1959"/>
                </a:cubicBezTo>
                <a:cubicBezTo>
                  <a:pt x="1426" y="2000"/>
                  <a:pt x="1415" y="2003"/>
                  <a:pt x="1411" y="2012"/>
                </a:cubicBezTo>
                <a:cubicBezTo>
                  <a:pt x="1383" y="2042"/>
                  <a:pt x="1371" y="2050"/>
                  <a:pt x="1363" y="2062"/>
                </a:cubicBezTo>
                <a:cubicBezTo>
                  <a:pt x="1339" y="2088"/>
                  <a:pt x="1333" y="2088"/>
                  <a:pt x="1330" y="2090"/>
                </a:cubicBezTo>
                <a:cubicBezTo>
                  <a:pt x="1301" y="2125"/>
                  <a:pt x="1296" y="2125"/>
                  <a:pt x="1296" y="2129"/>
                </a:cubicBezTo>
                <a:cubicBezTo>
                  <a:pt x="1275" y="2157"/>
                  <a:pt x="1274" y="2159"/>
                  <a:pt x="1273" y="2160"/>
                </a:cubicBezTo>
                <a:cubicBezTo>
                  <a:pt x="1296" y="2148"/>
                  <a:pt x="1296" y="2140"/>
                  <a:pt x="1302" y="2138"/>
                </a:cubicBezTo>
                <a:cubicBezTo>
                  <a:pt x="1317" y="2122"/>
                  <a:pt x="1315" y="2116"/>
                  <a:pt x="1320" y="2116"/>
                </a:cubicBezTo>
                <a:cubicBezTo>
                  <a:pt x="1339" y="2093"/>
                  <a:pt x="1344" y="2092"/>
                  <a:pt x="1346" y="2090"/>
                </a:cubicBezTo>
                <a:cubicBezTo>
                  <a:pt x="1359" y="2073"/>
                  <a:pt x="1366" y="2075"/>
                  <a:pt x="1365" y="2070"/>
                </a:cubicBezTo>
                <a:cubicBezTo>
                  <a:pt x="1383" y="2053"/>
                  <a:pt x="1385" y="2045"/>
                  <a:pt x="1392" y="2042"/>
                </a:cubicBezTo>
                <a:cubicBezTo>
                  <a:pt x="1407" y="2027"/>
                  <a:pt x="1409" y="2025"/>
                  <a:pt x="1411" y="2022"/>
                </a:cubicBezTo>
                <a:cubicBezTo>
                  <a:pt x="1429" y="2007"/>
                  <a:pt x="1427" y="2001"/>
                  <a:pt x="1433" y="2003"/>
                </a:cubicBezTo>
                <a:cubicBezTo>
                  <a:pt x="1463" y="1970"/>
                  <a:pt x="1461" y="1959"/>
                  <a:pt x="1468" y="1957"/>
                </a:cubicBezTo>
                <a:cubicBezTo>
                  <a:pt x="1484" y="1929"/>
                  <a:pt x="1489" y="1929"/>
                  <a:pt x="1487" y="1922"/>
                </a:cubicBezTo>
                <a:cubicBezTo>
                  <a:pt x="1509" y="1885"/>
                  <a:pt x="1518" y="1890"/>
                  <a:pt x="1516" y="1883"/>
                </a:cubicBezTo>
                <a:cubicBezTo>
                  <a:pt x="1524" y="1862"/>
                  <a:pt x="1533" y="1859"/>
                  <a:pt x="1527" y="1857"/>
                </a:cubicBezTo>
                <a:close/>
                <a:moveTo>
                  <a:pt x="1352" y="2127"/>
                </a:moveTo>
                <a:cubicBezTo>
                  <a:pt x="1354" y="2125"/>
                  <a:pt x="1357" y="2123"/>
                  <a:pt x="1359" y="2121"/>
                </a:cubicBezTo>
                <a:cubicBezTo>
                  <a:pt x="1395" y="2078"/>
                  <a:pt x="1399" y="2074"/>
                  <a:pt x="1405" y="2070"/>
                </a:cubicBezTo>
                <a:cubicBezTo>
                  <a:pt x="1423" y="2052"/>
                  <a:pt x="1427" y="2047"/>
                  <a:pt x="1431" y="2042"/>
                </a:cubicBezTo>
                <a:cubicBezTo>
                  <a:pt x="1457" y="2023"/>
                  <a:pt x="1460" y="2021"/>
                  <a:pt x="1459" y="2016"/>
                </a:cubicBezTo>
                <a:cubicBezTo>
                  <a:pt x="1462" y="2009"/>
                  <a:pt x="1456" y="2017"/>
                  <a:pt x="1446" y="2022"/>
                </a:cubicBezTo>
                <a:cubicBezTo>
                  <a:pt x="1424" y="2038"/>
                  <a:pt x="1427" y="2045"/>
                  <a:pt x="1422" y="2044"/>
                </a:cubicBezTo>
                <a:cubicBezTo>
                  <a:pt x="1392" y="2075"/>
                  <a:pt x="1382" y="2080"/>
                  <a:pt x="1374" y="2088"/>
                </a:cubicBezTo>
                <a:cubicBezTo>
                  <a:pt x="1345" y="2122"/>
                  <a:pt x="1343" y="2124"/>
                  <a:pt x="1341" y="2127"/>
                </a:cubicBezTo>
                <a:cubicBezTo>
                  <a:pt x="1332" y="2135"/>
                  <a:pt x="1333" y="2138"/>
                  <a:pt x="1330" y="2138"/>
                </a:cubicBezTo>
                <a:cubicBezTo>
                  <a:pt x="1315" y="2150"/>
                  <a:pt x="1317" y="2157"/>
                  <a:pt x="1313" y="2158"/>
                </a:cubicBezTo>
                <a:cubicBezTo>
                  <a:pt x="1328" y="2154"/>
                  <a:pt x="1334" y="2147"/>
                  <a:pt x="1341" y="2142"/>
                </a:cubicBezTo>
                <a:close/>
                <a:moveTo>
                  <a:pt x="1579" y="1510"/>
                </a:moveTo>
                <a:cubicBezTo>
                  <a:pt x="1576" y="1516"/>
                  <a:pt x="1577" y="1527"/>
                  <a:pt x="1572" y="1532"/>
                </a:cubicBezTo>
                <a:cubicBezTo>
                  <a:pt x="1553" y="1580"/>
                  <a:pt x="1549" y="1586"/>
                  <a:pt x="1546" y="1593"/>
                </a:cubicBezTo>
                <a:cubicBezTo>
                  <a:pt x="1508" y="1646"/>
                  <a:pt x="1502" y="1650"/>
                  <a:pt x="1501" y="1652"/>
                </a:cubicBezTo>
                <a:cubicBezTo>
                  <a:pt x="1485" y="1663"/>
                  <a:pt x="1489" y="1672"/>
                  <a:pt x="1483" y="1671"/>
                </a:cubicBezTo>
                <a:cubicBezTo>
                  <a:pt x="1448" y="1697"/>
                  <a:pt x="1450" y="1704"/>
                  <a:pt x="1446" y="1704"/>
                </a:cubicBezTo>
                <a:cubicBezTo>
                  <a:pt x="1400" y="1740"/>
                  <a:pt x="1393" y="1742"/>
                  <a:pt x="1392" y="1750"/>
                </a:cubicBezTo>
                <a:cubicBezTo>
                  <a:pt x="1354" y="1774"/>
                  <a:pt x="1358" y="1783"/>
                  <a:pt x="1352" y="1783"/>
                </a:cubicBezTo>
                <a:cubicBezTo>
                  <a:pt x="1309" y="1823"/>
                  <a:pt x="1313" y="1832"/>
                  <a:pt x="1306" y="1831"/>
                </a:cubicBezTo>
                <a:cubicBezTo>
                  <a:pt x="1291" y="1850"/>
                  <a:pt x="1288" y="1851"/>
                  <a:pt x="1289" y="1855"/>
                </a:cubicBezTo>
                <a:cubicBezTo>
                  <a:pt x="1269" y="1881"/>
                  <a:pt x="1265" y="1882"/>
                  <a:pt x="1263" y="1885"/>
                </a:cubicBezTo>
                <a:cubicBezTo>
                  <a:pt x="1247" y="1908"/>
                  <a:pt x="1244" y="1910"/>
                  <a:pt x="1241" y="1913"/>
                </a:cubicBezTo>
                <a:cubicBezTo>
                  <a:pt x="1232" y="1921"/>
                  <a:pt x="1240" y="1911"/>
                  <a:pt x="1245" y="1900"/>
                </a:cubicBezTo>
                <a:cubicBezTo>
                  <a:pt x="1283" y="1849"/>
                  <a:pt x="1286" y="1842"/>
                  <a:pt x="1289" y="1835"/>
                </a:cubicBezTo>
                <a:cubicBezTo>
                  <a:pt x="1309" y="1806"/>
                  <a:pt x="1318" y="1810"/>
                  <a:pt x="1317" y="1804"/>
                </a:cubicBezTo>
                <a:cubicBezTo>
                  <a:pt x="1359" y="1769"/>
                  <a:pt x="1359" y="1764"/>
                  <a:pt x="1363" y="1763"/>
                </a:cubicBezTo>
                <a:cubicBezTo>
                  <a:pt x="1384" y="1744"/>
                  <a:pt x="1387" y="1737"/>
                  <a:pt x="1392" y="1732"/>
                </a:cubicBezTo>
                <a:cubicBezTo>
                  <a:pt x="1416" y="1708"/>
                  <a:pt x="1420" y="1707"/>
                  <a:pt x="1422" y="1704"/>
                </a:cubicBezTo>
                <a:cubicBezTo>
                  <a:pt x="1441" y="1688"/>
                  <a:pt x="1443" y="1686"/>
                  <a:pt x="1444" y="1682"/>
                </a:cubicBezTo>
                <a:cubicBezTo>
                  <a:pt x="1465" y="1668"/>
                  <a:pt x="1461" y="1659"/>
                  <a:pt x="1468" y="1660"/>
                </a:cubicBezTo>
                <a:cubicBezTo>
                  <a:pt x="1491" y="1612"/>
                  <a:pt x="1503" y="1610"/>
                  <a:pt x="1503" y="1597"/>
                </a:cubicBezTo>
                <a:cubicBezTo>
                  <a:pt x="1527" y="1537"/>
                  <a:pt x="1531" y="1534"/>
                  <a:pt x="1531" y="1527"/>
                </a:cubicBezTo>
                <a:cubicBezTo>
                  <a:pt x="1517" y="1548"/>
                  <a:pt x="1518" y="1552"/>
                  <a:pt x="1518" y="1556"/>
                </a:cubicBezTo>
                <a:cubicBezTo>
                  <a:pt x="1510" y="1576"/>
                  <a:pt x="1505" y="1576"/>
                  <a:pt x="1507" y="1582"/>
                </a:cubicBezTo>
                <a:cubicBezTo>
                  <a:pt x="1476" y="1632"/>
                  <a:pt x="1471" y="1639"/>
                  <a:pt x="1468" y="1647"/>
                </a:cubicBezTo>
                <a:cubicBezTo>
                  <a:pt x="1436" y="1686"/>
                  <a:pt x="1427" y="1682"/>
                  <a:pt x="1429" y="1689"/>
                </a:cubicBezTo>
                <a:cubicBezTo>
                  <a:pt x="1397" y="1713"/>
                  <a:pt x="1396" y="1723"/>
                  <a:pt x="1387" y="1724"/>
                </a:cubicBezTo>
                <a:cubicBezTo>
                  <a:pt x="1347" y="1765"/>
                  <a:pt x="1336" y="1774"/>
                  <a:pt x="1324" y="1783"/>
                </a:cubicBezTo>
                <a:cubicBezTo>
                  <a:pt x="1294" y="1825"/>
                  <a:pt x="1284" y="1819"/>
                  <a:pt x="1287" y="1826"/>
                </a:cubicBezTo>
                <a:cubicBezTo>
                  <a:pt x="1269" y="1846"/>
                  <a:pt x="1267" y="1852"/>
                  <a:pt x="1263" y="1857"/>
                </a:cubicBezTo>
                <a:cubicBezTo>
                  <a:pt x="1241" y="1894"/>
                  <a:pt x="1235" y="1892"/>
                  <a:pt x="1237" y="1898"/>
                </a:cubicBezTo>
                <a:cubicBezTo>
                  <a:pt x="1230" y="1892"/>
                  <a:pt x="1235" y="1886"/>
                  <a:pt x="1239" y="1879"/>
                </a:cubicBezTo>
                <a:cubicBezTo>
                  <a:pt x="1256" y="1846"/>
                  <a:pt x="1268" y="1835"/>
                  <a:pt x="1274" y="1820"/>
                </a:cubicBezTo>
                <a:cubicBezTo>
                  <a:pt x="1287" y="1807"/>
                  <a:pt x="1290" y="1804"/>
                  <a:pt x="1293" y="1800"/>
                </a:cubicBezTo>
                <a:cubicBezTo>
                  <a:pt x="1318" y="1779"/>
                  <a:pt x="1319" y="1773"/>
                  <a:pt x="1324" y="1772"/>
                </a:cubicBezTo>
                <a:cubicBezTo>
                  <a:pt x="1347" y="1749"/>
                  <a:pt x="1349" y="1744"/>
                  <a:pt x="1354" y="1743"/>
                </a:cubicBezTo>
                <a:cubicBezTo>
                  <a:pt x="1365" y="1728"/>
                  <a:pt x="1371" y="1728"/>
                  <a:pt x="1372" y="1722"/>
                </a:cubicBezTo>
                <a:cubicBezTo>
                  <a:pt x="1395" y="1693"/>
                  <a:pt x="1399" y="1693"/>
                  <a:pt x="1400" y="1691"/>
                </a:cubicBezTo>
                <a:cubicBezTo>
                  <a:pt x="1433" y="1656"/>
                  <a:pt x="1430" y="1647"/>
                  <a:pt x="1437" y="1647"/>
                </a:cubicBezTo>
                <a:cubicBezTo>
                  <a:pt x="1461" y="1606"/>
                  <a:pt x="1467" y="1605"/>
                  <a:pt x="1468" y="1599"/>
                </a:cubicBezTo>
                <a:cubicBezTo>
                  <a:pt x="1488" y="1573"/>
                  <a:pt x="1484" y="1562"/>
                  <a:pt x="1490" y="1560"/>
                </a:cubicBezTo>
                <a:cubicBezTo>
                  <a:pt x="1512" y="1498"/>
                  <a:pt x="1513" y="1492"/>
                  <a:pt x="1514" y="1486"/>
                </a:cubicBezTo>
                <a:cubicBezTo>
                  <a:pt x="1523" y="1457"/>
                  <a:pt x="1522" y="1452"/>
                  <a:pt x="1522" y="1449"/>
                </a:cubicBezTo>
                <a:cubicBezTo>
                  <a:pt x="1510" y="1484"/>
                  <a:pt x="1507" y="1489"/>
                  <a:pt x="1507" y="1497"/>
                </a:cubicBezTo>
                <a:cubicBezTo>
                  <a:pt x="1490" y="1532"/>
                  <a:pt x="1493" y="1538"/>
                  <a:pt x="1490" y="1538"/>
                </a:cubicBezTo>
                <a:cubicBezTo>
                  <a:pt x="1467" y="1585"/>
                  <a:pt x="1465" y="1592"/>
                  <a:pt x="1461" y="1597"/>
                </a:cubicBezTo>
                <a:cubicBezTo>
                  <a:pt x="1423" y="1648"/>
                  <a:pt x="1419" y="1653"/>
                  <a:pt x="1416" y="1658"/>
                </a:cubicBezTo>
                <a:cubicBezTo>
                  <a:pt x="1397" y="1673"/>
                  <a:pt x="1404" y="1684"/>
                  <a:pt x="1396" y="1680"/>
                </a:cubicBezTo>
                <a:cubicBezTo>
                  <a:pt x="1383" y="1699"/>
                  <a:pt x="1379" y="1700"/>
                  <a:pt x="1376" y="1702"/>
                </a:cubicBezTo>
                <a:cubicBezTo>
                  <a:pt x="1295" y="1789"/>
                  <a:pt x="1288" y="1786"/>
                  <a:pt x="1289" y="1791"/>
                </a:cubicBezTo>
                <a:cubicBezTo>
                  <a:pt x="1276" y="1807"/>
                  <a:pt x="1274" y="1807"/>
                  <a:pt x="1274" y="1809"/>
                </a:cubicBezTo>
                <a:cubicBezTo>
                  <a:pt x="1315" y="1744"/>
                  <a:pt x="1330" y="1731"/>
                  <a:pt x="1341" y="1715"/>
                </a:cubicBezTo>
                <a:cubicBezTo>
                  <a:pt x="1359" y="1699"/>
                  <a:pt x="1361" y="1697"/>
                  <a:pt x="1361" y="1693"/>
                </a:cubicBezTo>
                <a:cubicBezTo>
                  <a:pt x="1387" y="1671"/>
                  <a:pt x="1383" y="1661"/>
                  <a:pt x="1392" y="1663"/>
                </a:cubicBezTo>
                <a:cubicBezTo>
                  <a:pt x="1413" y="1636"/>
                  <a:pt x="1410" y="1630"/>
                  <a:pt x="1413" y="1630"/>
                </a:cubicBezTo>
                <a:cubicBezTo>
                  <a:pt x="1427" y="1606"/>
                  <a:pt x="1434" y="1606"/>
                  <a:pt x="1433" y="1597"/>
                </a:cubicBezTo>
                <a:cubicBezTo>
                  <a:pt x="1464" y="1531"/>
                  <a:pt x="1472" y="1526"/>
                  <a:pt x="1472" y="1512"/>
                </a:cubicBezTo>
                <a:cubicBezTo>
                  <a:pt x="1485" y="1469"/>
                  <a:pt x="1487" y="1458"/>
                  <a:pt x="1490" y="1447"/>
                </a:cubicBezTo>
                <a:cubicBezTo>
                  <a:pt x="1496" y="1386"/>
                  <a:pt x="1498" y="1372"/>
                  <a:pt x="1494" y="1371"/>
                </a:cubicBezTo>
                <a:cubicBezTo>
                  <a:pt x="1481" y="1459"/>
                  <a:pt x="1480" y="1462"/>
                  <a:pt x="1479" y="1464"/>
                </a:cubicBezTo>
                <a:cubicBezTo>
                  <a:pt x="1458" y="1526"/>
                  <a:pt x="1455" y="1533"/>
                  <a:pt x="1453" y="1541"/>
                </a:cubicBezTo>
                <a:cubicBezTo>
                  <a:pt x="1435" y="1576"/>
                  <a:pt x="1428" y="1591"/>
                  <a:pt x="1420" y="1604"/>
                </a:cubicBezTo>
                <a:cubicBezTo>
                  <a:pt x="1397" y="1633"/>
                  <a:pt x="1397" y="1638"/>
                  <a:pt x="1394" y="1641"/>
                </a:cubicBezTo>
                <a:cubicBezTo>
                  <a:pt x="1371" y="1672"/>
                  <a:pt x="1364" y="1671"/>
                  <a:pt x="1365" y="1678"/>
                </a:cubicBezTo>
                <a:cubicBezTo>
                  <a:pt x="1330" y="1711"/>
                  <a:pt x="1331" y="1717"/>
                  <a:pt x="1326" y="1717"/>
                </a:cubicBezTo>
                <a:cubicBezTo>
                  <a:pt x="1310" y="1739"/>
                  <a:pt x="1306" y="1742"/>
                  <a:pt x="1304" y="1746"/>
                </a:cubicBezTo>
                <a:cubicBezTo>
                  <a:pt x="1274" y="1783"/>
                  <a:pt x="1272" y="1787"/>
                  <a:pt x="1269" y="1789"/>
                </a:cubicBezTo>
                <a:cubicBezTo>
                  <a:pt x="1256" y="1812"/>
                  <a:pt x="1254" y="1812"/>
                  <a:pt x="1254" y="1815"/>
                </a:cubicBezTo>
                <a:cubicBezTo>
                  <a:pt x="1275" y="1759"/>
                  <a:pt x="1280" y="1753"/>
                  <a:pt x="1282" y="1743"/>
                </a:cubicBezTo>
                <a:cubicBezTo>
                  <a:pt x="1316" y="1701"/>
                  <a:pt x="1316" y="1695"/>
                  <a:pt x="1320" y="1693"/>
                </a:cubicBezTo>
                <a:cubicBezTo>
                  <a:pt x="1345" y="1660"/>
                  <a:pt x="1348" y="1658"/>
                  <a:pt x="1350" y="1654"/>
                </a:cubicBezTo>
                <a:cubicBezTo>
                  <a:pt x="1368" y="1640"/>
                  <a:pt x="1369" y="1630"/>
                  <a:pt x="1376" y="1626"/>
                </a:cubicBezTo>
                <a:cubicBezTo>
                  <a:pt x="1392" y="1603"/>
                  <a:pt x="1395" y="1604"/>
                  <a:pt x="1396" y="1602"/>
                </a:cubicBezTo>
                <a:cubicBezTo>
                  <a:pt x="1412" y="1579"/>
                  <a:pt x="1417" y="1571"/>
                  <a:pt x="1422" y="1565"/>
                </a:cubicBezTo>
                <a:cubicBezTo>
                  <a:pt x="1456" y="1505"/>
                  <a:pt x="1465" y="1490"/>
                  <a:pt x="1470" y="1471"/>
                </a:cubicBezTo>
                <a:cubicBezTo>
                  <a:pt x="1457" y="1496"/>
                  <a:pt x="1452" y="1500"/>
                  <a:pt x="1450" y="1508"/>
                </a:cubicBezTo>
                <a:cubicBezTo>
                  <a:pt x="1424" y="1544"/>
                  <a:pt x="1425" y="1550"/>
                  <a:pt x="1422" y="1554"/>
                </a:cubicBezTo>
                <a:cubicBezTo>
                  <a:pt x="1402" y="1574"/>
                  <a:pt x="1402" y="1580"/>
                  <a:pt x="1398" y="1582"/>
                </a:cubicBezTo>
                <a:cubicBezTo>
                  <a:pt x="1368" y="1611"/>
                  <a:pt x="1371" y="1621"/>
                  <a:pt x="1365" y="1621"/>
                </a:cubicBezTo>
                <a:cubicBezTo>
                  <a:pt x="1354" y="1633"/>
                  <a:pt x="1354" y="1639"/>
                  <a:pt x="1350" y="1641"/>
                </a:cubicBezTo>
                <a:cubicBezTo>
                  <a:pt x="1312" y="1680"/>
                  <a:pt x="1314" y="1689"/>
                  <a:pt x="1309" y="1689"/>
                </a:cubicBezTo>
                <a:cubicBezTo>
                  <a:pt x="1303" y="1687"/>
                  <a:pt x="1312" y="1679"/>
                  <a:pt x="1317" y="1669"/>
                </a:cubicBezTo>
                <a:cubicBezTo>
                  <a:pt x="1338" y="1634"/>
                  <a:pt x="1343" y="1631"/>
                  <a:pt x="1346" y="1626"/>
                </a:cubicBezTo>
                <a:cubicBezTo>
                  <a:pt x="1362" y="1602"/>
                  <a:pt x="1370" y="1594"/>
                  <a:pt x="1374" y="1582"/>
                </a:cubicBezTo>
                <a:cubicBezTo>
                  <a:pt x="1400" y="1555"/>
                  <a:pt x="1402" y="1543"/>
                  <a:pt x="1411" y="1538"/>
                </a:cubicBezTo>
                <a:cubicBezTo>
                  <a:pt x="1430" y="1502"/>
                  <a:pt x="1436" y="1494"/>
                  <a:pt x="1442" y="1486"/>
                </a:cubicBezTo>
                <a:cubicBezTo>
                  <a:pt x="1463" y="1430"/>
                  <a:pt x="1462" y="1425"/>
                  <a:pt x="1466" y="1423"/>
                </a:cubicBezTo>
                <a:cubicBezTo>
                  <a:pt x="1476" y="1383"/>
                  <a:pt x="1478" y="1365"/>
                  <a:pt x="1481" y="1349"/>
                </a:cubicBezTo>
                <a:cubicBezTo>
                  <a:pt x="1488" y="1306"/>
                  <a:pt x="1492" y="1305"/>
                  <a:pt x="1485" y="1303"/>
                </a:cubicBezTo>
                <a:cubicBezTo>
                  <a:pt x="1480" y="1348"/>
                  <a:pt x="1473" y="1361"/>
                  <a:pt x="1472" y="1373"/>
                </a:cubicBezTo>
                <a:cubicBezTo>
                  <a:pt x="1455" y="1430"/>
                  <a:pt x="1453" y="1436"/>
                  <a:pt x="1453" y="1442"/>
                </a:cubicBezTo>
                <a:cubicBezTo>
                  <a:pt x="1426" y="1491"/>
                  <a:pt x="1427" y="1499"/>
                  <a:pt x="1422" y="1501"/>
                </a:cubicBezTo>
                <a:cubicBezTo>
                  <a:pt x="1403" y="1536"/>
                  <a:pt x="1397" y="1537"/>
                  <a:pt x="1396" y="1543"/>
                </a:cubicBezTo>
                <a:cubicBezTo>
                  <a:pt x="1363" y="1583"/>
                  <a:pt x="1363" y="1588"/>
                  <a:pt x="1359" y="1589"/>
                </a:cubicBezTo>
                <a:cubicBezTo>
                  <a:pt x="1340" y="1611"/>
                  <a:pt x="1343" y="1619"/>
                  <a:pt x="1337" y="1619"/>
                </a:cubicBezTo>
                <a:cubicBezTo>
                  <a:pt x="1308" y="1668"/>
                  <a:pt x="1302" y="1674"/>
                  <a:pt x="1298" y="1680"/>
                </a:cubicBezTo>
                <a:cubicBezTo>
                  <a:pt x="1268" y="1729"/>
                  <a:pt x="1267" y="1740"/>
                  <a:pt x="1261" y="1746"/>
                </a:cubicBezTo>
                <a:cubicBezTo>
                  <a:pt x="1277" y="1701"/>
                  <a:pt x="1282" y="1699"/>
                  <a:pt x="1285" y="1695"/>
                </a:cubicBezTo>
                <a:cubicBezTo>
                  <a:pt x="1316" y="1640"/>
                  <a:pt x="1317" y="1629"/>
                  <a:pt x="1324" y="1623"/>
                </a:cubicBezTo>
                <a:cubicBezTo>
                  <a:pt x="1354" y="1567"/>
                  <a:pt x="1362" y="1563"/>
                  <a:pt x="1365" y="1554"/>
                </a:cubicBezTo>
                <a:cubicBezTo>
                  <a:pt x="1392" y="1519"/>
                  <a:pt x="1393" y="1513"/>
                  <a:pt x="1396" y="1510"/>
                </a:cubicBezTo>
                <a:cubicBezTo>
                  <a:pt x="1407" y="1498"/>
                  <a:pt x="1409" y="1493"/>
                  <a:pt x="1411" y="1488"/>
                </a:cubicBezTo>
                <a:cubicBezTo>
                  <a:pt x="1431" y="1446"/>
                  <a:pt x="1440" y="1431"/>
                  <a:pt x="1444" y="1410"/>
                </a:cubicBezTo>
                <a:cubicBezTo>
                  <a:pt x="1455" y="1371"/>
                  <a:pt x="1457" y="1361"/>
                  <a:pt x="1459" y="1351"/>
                </a:cubicBezTo>
                <a:cubicBezTo>
                  <a:pt x="1456" y="1316"/>
                  <a:pt x="1460" y="1326"/>
                  <a:pt x="1455" y="1327"/>
                </a:cubicBezTo>
                <a:cubicBezTo>
                  <a:pt x="1450" y="1376"/>
                  <a:pt x="1442" y="1392"/>
                  <a:pt x="1439" y="1412"/>
                </a:cubicBezTo>
                <a:cubicBezTo>
                  <a:pt x="1419" y="1450"/>
                  <a:pt x="1422" y="1459"/>
                  <a:pt x="1418" y="1460"/>
                </a:cubicBezTo>
                <a:cubicBezTo>
                  <a:pt x="1403" y="1493"/>
                  <a:pt x="1394" y="1496"/>
                  <a:pt x="1392" y="1506"/>
                </a:cubicBezTo>
                <a:cubicBezTo>
                  <a:pt x="1367" y="1540"/>
                  <a:pt x="1364" y="1542"/>
                  <a:pt x="1361" y="1545"/>
                </a:cubicBezTo>
                <a:cubicBezTo>
                  <a:pt x="1341" y="1571"/>
                  <a:pt x="1342" y="1575"/>
                  <a:pt x="1339" y="1575"/>
                </a:cubicBezTo>
                <a:cubicBezTo>
                  <a:pt x="1315" y="1617"/>
                  <a:pt x="1314" y="1628"/>
                  <a:pt x="1306" y="1632"/>
                </a:cubicBezTo>
                <a:cubicBezTo>
                  <a:pt x="1281" y="1673"/>
                  <a:pt x="1283" y="1669"/>
                  <a:pt x="1285" y="1665"/>
                </a:cubicBezTo>
                <a:cubicBezTo>
                  <a:pt x="1293" y="1637"/>
                  <a:pt x="1298" y="1629"/>
                  <a:pt x="1298" y="1621"/>
                </a:cubicBezTo>
                <a:cubicBezTo>
                  <a:pt x="1327" y="1583"/>
                  <a:pt x="1332" y="1570"/>
                  <a:pt x="1341" y="1562"/>
                </a:cubicBezTo>
                <a:cubicBezTo>
                  <a:pt x="1362" y="1525"/>
                  <a:pt x="1368" y="1521"/>
                  <a:pt x="1370" y="1514"/>
                </a:cubicBezTo>
                <a:cubicBezTo>
                  <a:pt x="1382" y="1497"/>
                  <a:pt x="1380" y="1491"/>
                  <a:pt x="1383" y="1490"/>
                </a:cubicBezTo>
                <a:cubicBezTo>
                  <a:pt x="1400" y="1460"/>
                  <a:pt x="1402" y="1453"/>
                  <a:pt x="1405" y="1447"/>
                </a:cubicBezTo>
                <a:cubicBezTo>
                  <a:pt x="1421" y="1403"/>
                  <a:pt x="1428" y="1375"/>
                  <a:pt x="1431" y="1344"/>
                </a:cubicBezTo>
                <a:cubicBezTo>
                  <a:pt x="1424" y="1331"/>
                  <a:pt x="1428" y="1347"/>
                  <a:pt x="1422" y="1364"/>
                </a:cubicBezTo>
                <a:cubicBezTo>
                  <a:pt x="1389" y="1467"/>
                  <a:pt x="1384" y="1467"/>
                  <a:pt x="1383" y="1471"/>
                </a:cubicBezTo>
                <a:cubicBezTo>
                  <a:pt x="1360" y="1505"/>
                  <a:pt x="1363" y="1514"/>
                  <a:pt x="1357" y="1514"/>
                </a:cubicBezTo>
                <a:cubicBezTo>
                  <a:pt x="1325" y="1568"/>
                  <a:pt x="1323" y="1570"/>
                  <a:pt x="1322" y="1573"/>
                </a:cubicBezTo>
                <a:cubicBezTo>
                  <a:pt x="1318" y="1562"/>
                  <a:pt x="1327" y="1553"/>
                  <a:pt x="1330" y="1538"/>
                </a:cubicBezTo>
                <a:cubicBezTo>
                  <a:pt x="1360" y="1485"/>
                  <a:pt x="1360" y="1483"/>
                  <a:pt x="1361" y="1480"/>
                </a:cubicBezTo>
                <a:cubicBezTo>
                  <a:pt x="1374" y="1460"/>
                  <a:pt x="1374" y="1453"/>
                  <a:pt x="1378" y="1447"/>
                </a:cubicBezTo>
                <a:cubicBezTo>
                  <a:pt x="1390" y="1394"/>
                  <a:pt x="1388" y="1398"/>
                  <a:pt x="1387" y="1403"/>
                </a:cubicBezTo>
                <a:cubicBezTo>
                  <a:pt x="1351" y="1475"/>
                  <a:pt x="1354" y="1486"/>
                  <a:pt x="1348" y="1488"/>
                </a:cubicBezTo>
                <a:cubicBezTo>
                  <a:pt x="1316" y="1541"/>
                  <a:pt x="1317" y="1550"/>
                  <a:pt x="1313" y="1554"/>
                </a:cubicBezTo>
                <a:cubicBezTo>
                  <a:pt x="1303" y="1582"/>
                  <a:pt x="1298" y="1589"/>
                  <a:pt x="1302" y="1589"/>
                </a:cubicBezTo>
                <a:cubicBezTo>
                  <a:pt x="1311" y="1542"/>
                  <a:pt x="1309" y="1486"/>
                  <a:pt x="1322" y="1445"/>
                </a:cubicBezTo>
                <a:cubicBezTo>
                  <a:pt x="1347" y="1309"/>
                  <a:pt x="1348" y="1301"/>
                  <a:pt x="1350" y="1294"/>
                </a:cubicBezTo>
                <a:cubicBezTo>
                  <a:pt x="1342" y="1297"/>
                  <a:pt x="1337" y="1326"/>
                  <a:pt x="1328" y="1353"/>
                </a:cubicBezTo>
                <a:cubicBezTo>
                  <a:pt x="1301" y="1512"/>
                  <a:pt x="1302" y="1520"/>
                  <a:pt x="1300" y="1525"/>
                </a:cubicBezTo>
                <a:cubicBezTo>
                  <a:pt x="1294" y="1548"/>
                  <a:pt x="1295" y="1546"/>
                  <a:pt x="1293" y="1554"/>
                </a:cubicBezTo>
                <a:cubicBezTo>
                  <a:pt x="1283" y="1594"/>
                  <a:pt x="1287" y="1604"/>
                  <a:pt x="1282" y="1606"/>
                </a:cubicBezTo>
                <a:cubicBezTo>
                  <a:pt x="1281" y="1580"/>
                  <a:pt x="1286" y="1581"/>
                  <a:pt x="1285" y="1575"/>
                </a:cubicBezTo>
                <a:cubicBezTo>
                  <a:pt x="1283" y="1509"/>
                  <a:pt x="1285" y="1500"/>
                  <a:pt x="1282" y="1488"/>
                </a:cubicBezTo>
                <a:cubicBezTo>
                  <a:pt x="1307" y="1366"/>
                  <a:pt x="1303" y="1357"/>
                  <a:pt x="1304" y="1353"/>
                </a:cubicBezTo>
                <a:cubicBezTo>
                  <a:pt x="1322" y="1288"/>
                  <a:pt x="1323" y="1280"/>
                  <a:pt x="1324" y="1272"/>
                </a:cubicBezTo>
                <a:cubicBezTo>
                  <a:pt x="1320" y="1266"/>
                  <a:pt x="1318" y="1285"/>
                  <a:pt x="1311" y="1299"/>
                </a:cubicBezTo>
                <a:cubicBezTo>
                  <a:pt x="1303" y="1329"/>
                  <a:pt x="1307" y="1338"/>
                  <a:pt x="1302" y="1338"/>
                </a:cubicBezTo>
                <a:cubicBezTo>
                  <a:pt x="1288" y="1420"/>
                  <a:pt x="1282" y="1435"/>
                  <a:pt x="1278" y="1451"/>
                </a:cubicBezTo>
                <a:cubicBezTo>
                  <a:pt x="1274" y="1519"/>
                  <a:pt x="1277" y="1544"/>
                  <a:pt x="1276" y="1586"/>
                </a:cubicBezTo>
                <a:cubicBezTo>
                  <a:pt x="1275" y="1640"/>
                  <a:pt x="1270" y="1639"/>
                  <a:pt x="1272" y="1645"/>
                </a:cubicBezTo>
                <a:cubicBezTo>
                  <a:pt x="1269" y="1666"/>
                  <a:pt x="1272" y="1667"/>
                  <a:pt x="1272" y="1667"/>
                </a:cubicBezTo>
                <a:cubicBezTo>
                  <a:pt x="1263" y="1686"/>
                  <a:pt x="1260" y="1671"/>
                  <a:pt x="1261" y="1654"/>
                </a:cubicBezTo>
                <a:cubicBezTo>
                  <a:pt x="1259" y="1577"/>
                  <a:pt x="1257" y="1567"/>
                  <a:pt x="1261" y="1562"/>
                </a:cubicBezTo>
                <a:cubicBezTo>
                  <a:pt x="1258" y="1525"/>
                  <a:pt x="1261" y="1505"/>
                  <a:pt x="1256" y="1493"/>
                </a:cubicBezTo>
                <a:cubicBezTo>
                  <a:pt x="1259" y="1422"/>
                  <a:pt x="1264" y="1408"/>
                  <a:pt x="1263" y="1388"/>
                </a:cubicBezTo>
                <a:cubicBezTo>
                  <a:pt x="1266" y="1353"/>
                  <a:pt x="1260" y="1365"/>
                  <a:pt x="1261" y="1384"/>
                </a:cubicBezTo>
                <a:cubicBezTo>
                  <a:pt x="1254" y="1407"/>
                  <a:pt x="1258" y="1415"/>
                  <a:pt x="1256" y="1418"/>
                </a:cubicBezTo>
                <a:cubicBezTo>
                  <a:pt x="1251" y="1496"/>
                  <a:pt x="1249" y="1512"/>
                  <a:pt x="1250" y="1530"/>
                </a:cubicBezTo>
                <a:cubicBezTo>
                  <a:pt x="1249" y="1585"/>
                  <a:pt x="1251" y="1587"/>
                  <a:pt x="1252" y="1589"/>
                </a:cubicBezTo>
                <a:cubicBezTo>
                  <a:pt x="1252" y="1622"/>
                  <a:pt x="1256" y="1623"/>
                  <a:pt x="1254" y="1630"/>
                </a:cubicBezTo>
                <a:cubicBezTo>
                  <a:pt x="1254" y="1651"/>
                  <a:pt x="1255" y="1655"/>
                  <a:pt x="1252" y="1656"/>
                </a:cubicBezTo>
                <a:cubicBezTo>
                  <a:pt x="1249" y="1641"/>
                  <a:pt x="1246" y="1637"/>
                  <a:pt x="1245" y="1630"/>
                </a:cubicBezTo>
                <a:cubicBezTo>
                  <a:pt x="1238" y="1483"/>
                  <a:pt x="1233" y="1484"/>
                  <a:pt x="1235" y="1477"/>
                </a:cubicBezTo>
                <a:cubicBezTo>
                  <a:pt x="1237" y="1385"/>
                  <a:pt x="1236" y="1379"/>
                  <a:pt x="1237" y="1362"/>
                </a:cubicBezTo>
                <a:cubicBezTo>
                  <a:pt x="1241" y="1335"/>
                  <a:pt x="1237" y="1341"/>
                  <a:pt x="1235" y="1349"/>
                </a:cubicBezTo>
                <a:cubicBezTo>
                  <a:pt x="1228" y="1434"/>
                  <a:pt x="1228" y="1434"/>
                  <a:pt x="1228" y="1434"/>
                </a:cubicBezTo>
                <a:cubicBezTo>
                  <a:pt x="1229" y="1493"/>
                  <a:pt x="1228" y="1494"/>
                  <a:pt x="1230" y="1506"/>
                </a:cubicBezTo>
                <a:cubicBezTo>
                  <a:pt x="1241" y="1659"/>
                  <a:pt x="1243" y="1673"/>
                  <a:pt x="1243" y="1693"/>
                </a:cubicBezTo>
                <a:cubicBezTo>
                  <a:pt x="1244" y="1744"/>
                  <a:pt x="1248" y="1748"/>
                  <a:pt x="1241" y="1750"/>
                </a:cubicBezTo>
                <a:cubicBezTo>
                  <a:pt x="1230" y="1656"/>
                  <a:pt x="1225" y="1654"/>
                  <a:pt x="1226" y="1645"/>
                </a:cubicBezTo>
                <a:cubicBezTo>
                  <a:pt x="1215" y="1495"/>
                  <a:pt x="1215" y="1476"/>
                  <a:pt x="1215" y="1460"/>
                </a:cubicBezTo>
                <a:cubicBezTo>
                  <a:pt x="1217" y="1441"/>
                  <a:pt x="1215" y="1440"/>
                  <a:pt x="1215" y="1440"/>
                </a:cubicBezTo>
                <a:cubicBezTo>
                  <a:pt x="1217" y="1406"/>
                  <a:pt x="1212" y="1407"/>
                  <a:pt x="1213" y="1414"/>
                </a:cubicBezTo>
                <a:cubicBezTo>
                  <a:pt x="1212" y="1453"/>
                  <a:pt x="1204" y="1459"/>
                  <a:pt x="1211" y="1462"/>
                </a:cubicBezTo>
                <a:cubicBezTo>
                  <a:pt x="1223" y="1664"/>
                  <a:pt x="1219" y="1671"/>
                  <a:pt x="1221" y="1676"/>
                </a:cubicBezTo>
                <a:cubicBezTo>
                  <a:pt x="1232" y="1763"/>
                  <a:pt x="1232" y="1763"/>
                  <a:pt x="1232" y="1763"/>
                </a:cubicBezTo>
                <a:cubicBezTo>
                  <a:pt x="1230" y="1827"/>
                  <a:pt x="1229" y="1832"/>
                  <a:pt x="1226" y="1835"/>
                </a:cubicBezTo>
                <a:cubicBezTo>
                  <a:pt x="1217" y="1788"/>
                  <a:pt x="1219" y="1780"/>
                  <a:pt x="1215" y="1778"/>
                </a:cubicBezTo>
                <a:cubicBezTo>
                  <a:pt x="1208" y="1730"/>
                  <a:pt x="1200" y="1715"/>
                  <a:pt x="1197" y="1695"/>
                </a:cubicBezTo>
                <a:cubicBezTo>
                  <a:pt x="1179" y="1625"/>
                  <a:pt x="1183" y="1616"/>
                  <a:pt x="1178" y="1615"/>
                </a:cubicBezTo>
                <a:cubicBezTo>
                  <a:pt x="1169" y="1471"/>
                  <a:pt x="1169" y="1471"/>
                  <a:pt x="1169" y="1471"/>
                </a:cubicBezTo>
                <a:cubicBezTo>
                  <a:pt x="1168" y="1443"/>
                  <a:pt x="1165" y="1446"/>
                  <a:pt x="1165" y="1451"/>
                </a:cubicBezTo>
                <a:cubicBezTo>
                  <a:pt x="1164" y="1504"/>
                  <a:pt x="1165" y="1507"/>
                  <a:pt x="1165" y="1512"/>
                </a:cubicBezTo>
                <a:cubicBezTo>
                  <a:pt x="1171" y="1591"/>
                  <a:pt x="1168" y="1605"/>
                  <a:pt x="1171" y="1613"/>
                </a:cubicBezTo>
                <a:cubicBezTo>
                  <a:pt x="1181" y="1657"/>
                  <a:pt x="1180" y="1663"/>
                  <a:pt x="1180" y="1669"/>
                </a:cubicBezTo>
                <a:cubicBezTo>
                  <a:pt x="1190" y="1716"/>
                  <a:pt x="1198" y="1731"/>
                  <a:pt x="1200" y="1752"/>
                </a:cubicBezTo>
                <a:cubicBezTo>
                  <a:pt x="1217" y="1837"/>
                  <a:pt x="1217" y="1837"/>
                  <a:pt x="1217" y="1837"/>
                </a:cubicBezTo>
                <a:cubicBezTo>
                  <a:pt x="1188" y="1727"/>
                  <a:pt x="1178" y="1704"/>
                  <a:pt x="1171" y="1678"/>
                </a:cubicBezTo>
                <a:cubicBezTo>
                  <a:pt x="1148" y="1580"/>
                  <a:pt x="1156" y="1565"/>
                  <a:pt x="1150" y="1565"/>
                </a:cubicBezTo>
                <a:cubicBezTo>
                  <a:pt x="1152" y="1641"/>
                  <a:pt x="1159" y="1657"/>
                  <a:pt x="1160" y="1678"/>
                </a:cubicBezTo>
                <a:cubicBezTo>
                  <a:pt x="1169" y="1708"/>
                  <a:pt x="1173" y="1716"/>
                  <a:pt x="1176" y="1726"/>
                </a:cubicBezTo>
                <a:cubicBezTo>
                  <a:pt x="1183" y="1748"/>
                  <a:pt x="1183" y="1754"/>
                  <a:pt x="1180" y="1754"/>
                </a:cubicBezTo>
                <a:cubicBezTo>
                  <a:pt x="1161" y="1703"/>
                  <a:pt x="1159" y="1701"/>
                  <a:pt x="1156" y="1700"/>
                </a:cubicBezTo>
                <a:cubicBezTo>
                  <a:pt x="1146" y="1669"/>
                  <a:pt x="1143" y="1664"/>
                  <a:pt x="1141" y="1658"/>
                </a:cubicBezTo>
                <a:cubicBezTo>
                  <a:pt x="1113" y="1583"/>
                  <a:pt x="1111" y="1573"/>
                  <a:pt x="1108" y="1562"/>
                </a:cubicBezTo>
                <a:cubicBezTo>
                  <a:pt x="1100" y="1553"/>
                  <a:pt x="1105" y="1570"/>
                  <a:pt x="1108" y="1589"/>
                </a:cubicBezTo>
                <a:cubicBezTo>
                  <a:pt x="1127" y="1648"/>
                  <a:pt x="1131" y="1655"/>
                  <a:pt x="1134" y="1663"/>
                </a:cubicBezTo>
                <a:cubicBezTo>
                  <a:pt x="1149" y="1694"/>
                  <a:pt x="1149" y="1704"/>
                  <a:pt x="1154" y="1711"/>
                </a:cubicBezTo>
                <a:cubicBezTo>
                  <a:pt x="1172" y="1752"/>
                  <a:pt x="1171" y="1761"/>
                  <a:pt x="1176" y="1763"/>
                </a:cubicBezTo>
                <a:cubicBezTo>
                  <a:pt x="1183" y="1795"/>
                  <a:pt x="1188" y="1805"/>
                  <a:pt x="1191" y="1817"/>
                </a:cubicBezTo>
                <a:cubicBezTo>
                  <a:pt x="1200" y="1838"/>
                  <a:pt x="1197" y="1849"/>
                  <a:pt x="1202" y="1852"/>
                </a:cubicBezTo>
                <a:cubicBezTo>
                  <a:pt x="1205" y="1895"/>
                  <a:pt x="1209" y="1903"/>
                  <a:pt x="1204" y="1903"/>
                </a:cubicBezTo>
                <a:cubicBezTo>
                  <a:pt x="1200" y="1891"/>
                  <a:pt x="1196" y="1889"/>
                  <a:pt x="1197" y="1881"/>
                </a:cubicBezTo>
                <a:cubicBezTo>
                  <a:pt x="1190" y="1859"/>
                  <a:pt x="1188" y="1854"/>
                  <a:pt x="1187" y="1848"/>
                </a:cubicBezTo>
                <a:cubicBezTo>
                  <a:pt x="1163" y="1796"/>
                  <a:pt x="1164" y="1787"/>
                  <a:pt x="1158" y="1785"/>
                </a:cubicBezTo>
                <a:cubicBezTo>
                  <a:pt x="1131" y="1733"/>
                  <a:pt x="1135" y="1732"/>
                  <a:pt x="1130" y="1726"/>
                </a:cubicBezTo>
                <a:cubicBezTo>
                  <a:pt x="1106" y="1674"/>
                  <a:pt x="1105" y="1667"/>
                  <a:pt x="1104" y="1660"/>
                </a:cubicBezTo>
                <a:cubicBezTo>
                  <a:pt x="1092" y="1645"/>
                  <a:pt x="1099" y="1656"/>
                  <a:pt x="1102" y="1671"/>
                </a:cubicBezTo>
                <a:cubicBezTo>
                  <a:pt x="1122" y="1723"/>
                  <a:pt x="1122" y="1728"/>
                  <a:pt x="1126" y="1730"/>
                </a:cubicBezTo>
                <a:cubicBezTo>
                  <a:pt x="1148" y="1779"/>
                  <a:pt x="1152" y="1785"/>
                  <a:pt x="1154" y="1793"/>
                </a:cubicBezTo>
                <a:cubicBezTo>
                  <a:pt x="1188" y="1879"/>
                  <a:pt x="1186" y="1886"/>
                  <a:pt x="1189" y="1887"/>
                </a:cubicBezTo>
                <a:cubicBezTo>
                  <a:pt x="1200" y="1972"/>
                  <a:pt x="1200" y="1972"/>
                  <a:pt x="1200" y="1972"/>
                </a:cubicBezTo>
                <a:cubicBezTo>
                  <a:pt x="1197" y="1978"/>
                  <a:pt x="1194" y="1969"/>
                  <a:pt x="1191" y="1959"/>
                </a:cubicBezTo>
                <a:cubicBezTo>
                  <a:pt x="1179" y="1903"/>
                  <a:pt x="1182" y="1899"/>
                  <a:pt x="1180" y="1892"/>
                </a:cubicBezTo>
                <a:cubicBezTo>
                  <a:pt x="1163" y="1845"/>
                  <a:pt x="1160" y="1839"/>
                  <a:pt x="1156" y="1833"/>
                </a:cubicBezTo>
                <a:cubicBezTo>
                  <a:pt x="1131" y="1785"/>
                  <a:pt x="1130" y="1781"/>
                  <a:pt x="1128" y="1778"/>
                </a:cubicBezTo>
                <a:cubicBezTo>
                  <a:pt x="1111" y="1736"/>
                  <a:pt x="1101" y="1742"/>
                  <a:pt x="1104" y="1735"/>
                </a:cubicBezTo>
                <a:cubicBezTo>
                  <a:pt x="1071" y="1679"/>
                  <a:pt x="1067" y="1666"/>
                  <a:pt x="1060" y="1654"/>
                </a:cubicBezTo>
                <a:cubicBezTo>
                  <a:pt x="1049" y="1627"/>
                  <a:pt x="1050" y="1617"/>
                  <a:pt x="1043" y="1615"/>
                </a:cubicBezTo>
                <a:cubicBezTo>
                  <a:pt x="1056" y="1663"/>
                  <a:pt x="1061" y="1667"/>
                  <a:pt x="1062" y="1674"/>
                </a:cubicBezTo>
                <a:cubicBezTo>
                  <a:pt x="1073" y="1700"/>
                  <a:pt x="1076" y="1705"/>
                  <a:pt x="1080" y="1711"/>
                </a:cubicBezTo>
                <a:cubicBezTo>
                  <a:pt x="1100" y="1752"/>
                  <a:pt x="1107" y="1755"/>
                  <a:pt x="1108" y="1763"/>
                </a:cubicBezTo>
                <a:cubicBezTo>
                  <a:pt x="1132" y="1809"/>
                  <a:pt x="1138" y="1807"/>
                  <a:pt x="1136" y="1813"/>
                </a:cubicBezTo>
                <a:cubicBezTo>
                  <a:pt x="1156" y="1857"/>
                  <a:pt x="1160" y="1861"/>
                  <a:pt x="1160" y="1870"/>
                </a:cubicBezTo>
                <a:cubicBezTo>
                  <a:pt x="1171" y="1894"/>
                  <a:pt x="1171" y="1904"/>
                  <a:pt x="1176" y="1909"/>
                </a:cubicBezTo>
                <a:cubicBezTo>
                  <a:pt x="1188" y="1985"/>
                  <a:pt x="1184" y="1994"/>
                  <a:pt x="1189" y="1994"/>
                </a:cubicBezTo>
                <a:cubicBezTo>
                  <a:pt x="1181" y="1994"/>
                  <a:pt x="1184" y="1992"/>
                  <a:pt x="1184" y="1992"/>
                </a:cubicBezTo>
                <a:cubicBezTo>
                  <a:pt x="1171" y="1946"/>
                  <a:pt x="1164" y="1932"/>
                  <a:pt x="1163" y="1913"/>
                </a:cubicBezTo>
                <a:cubicBezTo>
                  <a:pt x="1151" y="1884"/>
                  <a:pt x="1143" y="1881"/>
                  <a:pt x="1143" y="1870"/>
                </a:cubicBezTo>
                <a:cubicBezTo>
                  <a:pt x="1120" y="1824"/>
                  <a:pt x="1119" y="1821"/>
                  <a:pt x="1119" y="1815"/>
                </a:cubicBezTo>
                <a:cubicBezTo>
                  <a:pt x="1093" y="1783"/>
                  <a:pt x="1091" y="1775"/>
                  <a:pt x="1086" y="1770"/>
                </a:cubicBezTo>
                <a:cubicBezTo>
                  <a:pt x="1073" y="1758"/>
                  <a:pt x="1078" y="1761"/>
                  <a:pt x="1080" y="1767"/>
                </a:cubicBezTo>
                <a:cubicBezTo>
                  <a:pt x="1094" y="1796"/>
                  <a:pt x="1105" y="1803"/>
                  <a:pt x="1108" y="1817"/>
                </a:cubicBezTo>
                <a:cubicBezTo>
                  <a:pt x="1124" y="1843"/>
                  <a:pt x="1121" y="1850"/>
                  <a:pt x="1126" y="1850"/>
                </a:cubicBezTo>
                <a:cubicBezTo>
                  <a:pt x="1151" y="1911"/>
                  <a:pt x="1161" y="1936"/>
                  <a:pt x="1165" y="1966"/>
                </a:cubicBezTo>
                <a:cubicBezTo>
                  <a:pt x="1177" y="2011"/>
                  <a:pt x="1185" y="2016"/>
                  <a:pt x="1180" y="2022"/>
                </a:cubicBezTo>
                <a:cubicBezTo>
                  <a:pt x="1165" y="1991"/>
                  <a:pt x="1163" y="1975"/>
                  <a:pt x="1158" y="1961"/>
                </a:cubicBezTo>
                <a:cubicBezTo>
                  <a:pt x="1134" y="1913"/>
                  <a:pt x="1135" y="1894"/>
                  <a:pt x="1126" y="1885"/>
                </a:cubicBezTo>
                <a:cubicBezTo>
                  <a:pt x="1101" y="1842"/>
                  <a:pt x="1098" y="1834"/>
                  <a:pt x="1095" y="1826"/>
                </a:cubicBezTo>
                <a:cubicBezTo>
                  <a:pt x="1079" y="1795"/>
                  <a:pt x="1071" y="1790"/>
                  <a:pt x="1069" y="1778"/>
                </a:cubicBezTo>
                <a:cubicBezTo>
                  <a:pt x="1059" y="1761"/>
                  <a:pt x="1059" y="1754"/>
                  <a:pt x="1054" y="1752"/>
                </a:cubicBezTo>
                <a:cubicBezTo>
                  <a:pt x="1039" y="1719"/>
                  <a:pt x="1039" y="1712"/>
                  <a:pt x="1034" y="1711"/>
                </a:cubicBezTo>
                <a:cubicBezTo>
                  <a:pt x="1046" y="1743"/>
                  <a:pt x="1046" y="1752"/>
                  <a:pt x="1051" y="1756"/>
                </a:cubicBezTo>
                <a:cubicBezTo>
                  <a:pt x="1065" y="1790"/>
                  <a:pt x="1073" y="1801"/>
                  <a:pt x="1078" y="1815"/>
                </a:cubicBezTo>
                <a:cubicBezTo>
                  <a:pt x="1100" y="1859"/>
                  <a:pt x="1108" y="1861"/>
                  <a:pt x="1108" y="1870"/>
                </a:cubicBezTo>
                <a:cubicBezTo>
                  <a:pt x="1125" y="1900"/>
                  <a:pt x="1124" y="1905"/>
                  <a:pt x="1128" y="1907"/>
                </a:cubicBezTo>
                <a:cubicBezTo>
                  <a:pt x="1156" y="1984"/>
                  <a:pt x="1160" y="1999"/>
                  <a:pt x="1167" y="2012"/>
                </a:cubicBezTo>
                <a:cubicBezTo>
                  <a:pt x="1177" y="2063"/>
                  <a:pt x="1183" y="2072"/>
                  <a:pt x="1184" y="2086"/>
                </a:cubicBezTo>
                <a:cubicBezTo>
                  <a:pt x="1167" y="2065"/>
                  <a:pt x="1168" y="2057"/>
                  <a:pt x="1165" y="2053"/>
                </a:cubicBezTo>
                <a:cubicBezTo>
                  <a:pt x="1156" y="2026"/>
                  <a:pt x="1153" y="2023"/>
                  <a:pt x="1156" y="2022"/>
                </a:cubicBezTo>
                <a:cubicBezTo>
                  <a:pt x="1136" y="1970"/>
                  <a:pt x="1130" y="1962"/>
                  <a:pt x="1128" y="1950"/>
                </a:cubicBezTo>
                <a:cubicBezTo>
                  <a:pt x="1109" y="1914"/>
                  <a:pt x="1105" y="1907"/>
                  <a:pt x="1102" y="1898"/>
                </a:cubicBezTo>
                <a:cubicBezTo>
                  <a:pt x="1087" y="1883"/>
                  <a:pt x="1089" y="1877"/>
                  <a:pt x="1086" y="1876"/>
                </a:cubicBezTo>
                <a:cubicBezTo>
                  <a:pt x="1054" y="1823"/>
                  <a:pt x="1051" y="1814"/>
                  <a:pt x="1045" y="1809"/>
                </a:cubicBezTo>
                <a:cubicBezTo>
                  <a:pt x="1027" y="1777"/>
                  <a:pt x="1023" y="1769"/>
                  <a:pt x="1019" y="1761"/>
                </a:cubicBezTo>
                <a:cubicBezTo>
                  <a:pt x="1015" y="1765"/>
                  <a:pt x="1017" y="1772"/>
                  <a:pt x="1021" y="1778"/>
                </a:cubicBezTo>
                <a:cubicBezTo>
                  <a:pt x="1046" y="1821"/>
                  <a:pt x="1048" y="1829"/>
                  <a:pt x="1054" y="1833"/>
                </a:cubicBezTo>
                <a:cubicBezTo>
                  <a:pt x="1076" y="1869"/>
                  <a:pt x="1074" y="1873"/>
                  <a:pt x="1075" y="1874"/>
                </a:cubicBezTo>
                <a:cubicBezTo>
                  <a:pt x="1088" y="1895"/>
                  <a:pt x="1093" y="1899"/>
                  <a:pt x="1095" y="1907"/>
                </a:cubicBezTo>
                <a:cubicBezTo>
                  <a:pt x="1125" y="1974"/>
                  <a:pt x="1129" y="1979"/>
                  <a:pt x="1132" y="1985"/>
                </a:cubicBezTo>
                <a:cubicBezTo>
                  <a:pt x="1155" y="2062"/>
                  <a:pt x="1160" y="2069"/>
                  <a:pt x="1163" y="2077"/>
                </a:cubicBezTo>
                <a:cubicBezTo>
                  <a:pt x="1199" y="2160"/>
                  <a:pt x="1199" y="2160"/>
                  <a:pt x="1199" y="2160"/>
                </a:cubicBezTo>
                <a:cubicBezTo>
                  <a:pt x="1207" y="2118"/>
                  <a:pt x="1213" y="2112"/>
                  <a:pt x="1215" y="2101"/>
                </a:cubicBezTo>
                <a:cubicBezTo>
                  <a:pt x="1231" y="2073"/>
                  <a:pt x="1235" y="2071"/>
                  <a:pt x="1235" y="2064"/>
                </a:cubicBezTo>
                <a:cubicBezTo>
                  <a:pt x="1253" y="2040"/>
                  <a:pt x="1251" y="2034"/>
                  <a:pt x="1256" y="2036"/>
                </a:cubicBezTo>
                <a:cubicBezTo>
                  <a:pt x="1278" y="2002"/>
                  <a:pt x="1278" y="1999"/>
                  <a:pt x="1278" y="1996"/>
                </a:cubicBezTo>
                <a:cubicBezTo>
                  <a:pt x="1296" y="1974"/>
                  <a:pt x="1297" y="1970"/>
                  <a:pt x="1302" y="1968"/>
                </a:cubicBezTo>
                <a:cubicBezTo>
                  <a:pt x="1332" y="1928"/>
                  <a:pt x="1337" y="1926"/>
                  <a:pt x="1337" y="1920"/>
                </a:cubicBezTo>
                <a:cubicBezTo>
                  <a:pt x="1372" y="1885"/>
                  <a:pt x="1376" y="1881"/>
                  <a:pt x="1378" y="1876"/>
                </a:cubicBezTo>
                <a:cubicBezTo>
                  <a:pt x="1404" y="1854"/>
                  <a:pt x="1402" y="1849"/>
                  <a:pt x="1407" y="1850"/>
                </a:cubicBezTo>
                <a:cubicBezTo>
                  <a:pt x="1438" y="1821"/>
                  <a:pt x="1440" y="1819"/>
                  <a:pt x="1439" y="1815"/>
                </a:cubicBezTo>
                <a:cubicBezTo>
                  <a:pt x="1465" y="1793"/>
                  <a:pt x="1467" y="1780"/>
                  <a:pt x="1479" y="1776"/>
                </a:cubicBezTo>
                <a:cubicBezTo>
                  <a:pt x="1501" y="1736"/>
                  <a:pt x="1500" y="1733"/>
                  <a:pt x="1503" y="1732"/>
                </a:cubicBezTo>
                <a:cubicBezTo>
                  <a:pt x="1484" y="1757"/>
                  <a:pt x="1476" y="1761"/>
                  <a:pt x="1474" y="1772"/>
                </a:cubicBezTo>
                <a:cubicBezTo>
                  <a:pt x="1452" y="1794"/>
                  <a:pt x="1452" y="1796"/>
                  <a:pt x="1448" y="1796"/>
                </a:cubicBezTo>
                <a:cubicBezTo>
                  <a:pt x="1431" y="1818"/>
                  <a:pt x="1426" y="1820"/>
                  <a:pt x="1422" y="1822"/>
                </a:cubicBezTo>
                <a:cubicBezTo>
                  <a:pt x="1399" y="1848"/>
                  <a:pt x="1393" y="1849"/>
                  <a:pt x="1389" y="1852"/>
                </a:cubicBezTo>
                <a:cubicBezTo>
                  <a:pt x="1370" y="1874"/>
                  <a:pt x="1368" y="1876"/>
                  <a:pt x="1365" y="1879"/>
                </a:cubicBezTo>
                <a:cubicBezTo>
                  <a:pt x="1352" y="1896"/>
                  <a:pt x="1346" y="1894"/>
                  <a:pt x="1348" y="1900"/>
                </a:cubicBezTo>
                <a:cubicBezTo>
                  <a:pt x="1328" y="1926"/>
                  <a:pt x="1317" y="1924"/>
                  <a:pt x="1317" y="1933"/>
                </a:cubicBezTo>
                <a:cubicBezTo>
                  <a:pt x="1282" y="1982"/>
                  <a:pt x="1277" y="1986"/>
                  <a:pt x="1272" y="1990"/>
                </a:cubicBezTo>
                <a:cubicBezTo>
                  <a:pt x="1260" y="2009"/>
                  <a:pt x="1259" y="2012"/>
                  <a:pt x="1259" y="2016"/>
                </a:cubicBezTo>
                <a:cubicBezTo>
                  <a:pt x="1227" y="2056"/>
                  <a:pt x="1228" y="2066"/>
                  <a:pt x="1221" y="2068"/>
                </a:cubicBezTo>
                <a:cubicBezTo>
                  <a:pt x="1213" y="2075"/>
                  <a:pt x="1217" y="2073"/>
                  <a:pt x="1219" y="2068"/>
                </a:cubicBezTo>
                <a:cubicBezTo>
                  <a:pt x="1238" y="2041"/>
                  <a:pt x="1236" y="2032"/>
                  <a:pt x="1239" y="2027"/>
                </a:cubicBezTo>
                <a:cubicBezTo>
                  <a:pt x="1264" y="1978"/>
                  <a:pt x="1273" y="1978"/>
                  <a:pt x="1274" y="1970"/>
                </a:cubicBezTo>
                <a:cubicBezTo>
                  <a:pt x="1319" y="1906"/>
                  <a:pt x="1329" y="1912"/>
                  <a:pt x="1326" y="1905"/>
                </a:cubicBezTo>
                <a:cubicBezTo>
                  <a:pt x="1347" y="1891"/>
                  <a:pt x="1335" y="1884"/>
                  <a:pt x="1341" y="1885"/>
                </a:cubicBezTo>
                <a:cubicBezTo>
                  <a:pt x="1371" y="1867"/>
                  <a:pt x="1360" y="1858"/>
                  <a:pt x="1365" y="1859"/>
                </a:cubicBezTo>
                <a:cubicBezTo>
                  <a:pt x="1388" y="1843"/>
                  <a:pt x="1391" y="1840"/>
                  <a:pt x="1392" y="1835"/>
                </a:cubicBezTo>
                <a:cubicBezTo>
                  <a:pt x="1413" y="1810"/>
                  <a:pt x="1424" y="1812"/>
                  <a:pt x="1424" y="1802"/>
                </a:cubicBezTo>
                <a:cubicBezTo>
                  <a:pt x="1434" y="1791"/>
                  <a:pt x="1439" y="1791"/>
                  <a:pt x="1439" y="1787"/>
                </a:cubicBezTo>
                <a:cubicBezTo>
                  <a:pt x="1465" y="1752"/>
                  <a:pt x="1463" y="1753"/>
                  <a:pt x="1461" y="1754"/>
                </a:cubicBezTo>
                <a:cubicBezTo>
                  <a:pt x="1440" y="1779"/>
                  <a:pt x="1432" y="1785"/>
                  <a:pt x="1429" y="1796"/>
                </a:cubicBezTo>
                <a:cubicBezTo>
                  <a:pt x="1407" y="1811"/>
                  <a:pt x="1408" y="1817"/>
                  <a:pt x="1402" y="1815"/>
                </a:cubicBezTo>
                <a:cubicBezTo>
                  <a:pt x="1380" y="1832"/>
                  <a:pt x="1382" y="1838"/>
                  <a:pt x="1378" y="1839"/>
                </a:cubicBezTo>
                <a:cubicBezTo>
                  <a:pt x="1326" y="1895"/>
                  <a:pt x="1317" y="1899"/>
                  <a:pt x="1313" y="1909"/>
                </a:cubicBezTo>
                <a:cubicBezTo>
                  <a:pt x="1270" y="1963"/>
                  <a:pt x="1262" y="1968"/>
                  <a:pt x="1259" y="1979"/>
                </a:cubicBezTo>
                <a:cubicBezTo>
                  <a:pt x="1234" y="2019"/>
                  <a:pt x="1235" y="2023"/>
                  <a:pt x="1230" y="2022"/>
                </a:cubicBezTo>
                <a:cubicBezTo>
                  <a:pt x="1217" y="2047"/>
                  <a:pt x="1216" y="2054"/>
                  <a:pt x="1213" y="2057"/>
                </a:cubicBezTo>
                <a:cubicBezTo>
                  <a:pt x="1203" y="2078"/>
                  <a:pt x="1196" y="2069"/>
                  <a:pt x="1195" y="2062"/>
                </a:cubicBezTo>
                <a:cubicBezTo>
                  <a:pt x="1212" y="2023"/>
                  <a:pt x="1212" y="2017"/>
                  <a:pt x="1217" y="2016"/>
                </a:cubicBezTo>
                <a:cubicBezTo>
                  <a:pt x="1225" y="1996"/>
                  <a:pt x="1229" y="1996"/>
                  <a:pt x="1230" y="1994"/>
                </a:cubicBezTo>
                <a:cubicBezTo>
                  <a:pt x="1246" y="1972"/>
                  <a:pt x="1245" y="1966"/>
                  <a:pt x="1248" y="1964"/>
                </a:cubicBezTo>
                <a:cubicBezTo>
                  <a:pt x="1289" y="1906"/>
                  <a:pt x="1295" y="1902"/>
                  <a:pt x="1298" y="1896"/>
                </a:cubicBezTo>
                <a:cubicBezTo>
                  <a:pt x="1307" y="1885"/>
                  <a:pt x="1311" y="1884"/>
                  <a:pt x="1313" y="1881"/>
                </a:cubicBezTo>
                <a:cubicBezTo>
                  <a:pt x="1330" y="1864"/>
                  <a:pt x="1332" y="1861"/>
                  <a:pt x="1337" y="1861"/>
                </a:cubicBezTo>
                <a:cubicBezTo>
                  <a:pt x="1366" y="1832"/>
                  <a:pt x="1372" y="1824"/>
                  <a:pt x="1381" y="1817"/>
                </a:cubicBezTo>
                <a:cubicBezTo>
                  <a:pt x="1402" y="1788"/>
                  <a:pt x="1410" y="1789"/>
                  <a:pt x="1411" y="1783"/>
                </a:cubicBezTo>
                <a:cubicBezTo>
                  <a:pt x="1435" y="1755"/>
                  <a:pt x="1442" y="1756"/>
                  <a:pt x="1444" y="1750"/>
                </a:cubicBezTo>
                <a:cubicBezTo>
                  <a:pt x="1487" y="1692"/>
                  <a:pt x="1498" y="1687"/>
                  <a:pt x="1501" y="1676"/>
                </a:cubicBezTo>
                <a:cubicBezTo>
                  <a:pt x="1513" y="1663"/>
                  <a:pt x="1510" y="1657"/>
                  <a:pt x="1514" y="1656"/>
                </a:cubicBezTo>
                <a:cubicBezTo>
                  <a:pt x="1531" y="1632"/>
                  <a:pt x="1531" y="1623"/>
                  <a:pt x="1535" y="1619"/>
                </a:cubicBezTo>
                <a:cubicBezTo>
                  <a:pt x="1560" y="1583"/>
                  <a:pt x="1561" y="1575"/>
                  <a:pt x="1564" y="1569"/>
                </a:cubicBezTo>
                <a:cubicBezTo>
                  <a:pt x="1579" y="1527"/>
                  <a:pt x="1580" y="1524"/>
                  <a:pt x="1579" y="1519"/>
                </a:cubicBezTo>
                <a:close/>
                <a:moveTo>
                  <a:pt x="1256" y="1826"/>
                </a:moveTo>
                <a:cubicBezTo>
                  <a:pt x="1260" y="1823"/>
                  <a:pt x="1263" y="1818"/>
                  <a:pt x="1265" y="1813"/>
                </a:cubicBezTo>
                <a:cubicBezTo>
                  <a:pt x="1271" y="1817"/>
                  <a:pt x="1260" y="1821"/>
                  <a:pt x="1261" y="1826"/>
                </a:cubicBezTo>
                <a:cubicBezTo>
                  <a:pt x="1257" y="1829"/>
                  <a:pt x="1256" y="1836"/>
                  <a:pt x="1252" y="1839"/>
                </a:cubicBezTo>
                <a:cubicBezTo>
                  <a:pt x="1246" y="1836"/>
                  <a:pt x="1257" y="1831"/>
                  <a:pt x="1256" y="1826"/>
                </a:cubicBezTo>
                <a:close/>
                <a:moveTo>
                  <a:pt x="1252" y="1704"/>
                </a:moveTo>
                <a:cubicBezTo>
                  <a:pt x="1254" y="1700"/>
                  <a:pt x="1254" y="1705"/>
                  <a:pt x="1254" y="1708"/>
                </a:cubicBezTo>
                <a:cubicBezTo>
                  <a:pt x="1252" y="1712"/>
                  <a:pt x="1252" y="1707"/>
                  <a:pt x="1252" y="1704"/>
                </a:cubicBezTo>
                <a:close/>
                <a:moveTo>
                  <a:pt x="1211" y="2088"/>
                </a:moveTo>
                <a:cubicBezTo>
                  <a:pt x="1212" y="2084"/>
                  <a:pt x="1214" y="2090"/>
                  <a:pt x="1211" y="2090"/>
                </a:cubicBezTo>
                <a:cubicBezTo>
                  <a:pt x="1211" y="2094"/>
                  <a:pt x="1208" y="2095"/>
                  <a:pt x="1208" y="2099"/>
                </a:cubicBezTo>
                <a:cubicBezTo>
                  <a:pt x="1203" y="2104"/>
                  <a:pt x="1209" y="2089"/>
                  <a:pt x="1211" y="2088"/>
                </a:cubicBezTo>
                <a:close/>
                <a:moveTo>
                  <a:pt x="1191" y="2116"/>
                </a:moveTo>
                <a:cubicBezTo>
                  <a:pt x="1185" y="2113"/>
                  <a:pt x="1191" y="2103"/>
                  <a:pt x="1193" y="2101"/>
                </a:cubicBezTo>
                <a:cubicBezTo>
                  <a:pt x="1199" y="2105"/>
                  <a:pt x="1188" y="2109"/>
                  <a:pt x="1191" y="2116"/>
                </a:cubicBezTo>
                <a:close/>
                <a:moveTo>
                  <a:pt x="1219" y="1916"/>
                </a:moveTo>
                <a:cubicBezTo>
                  <a:pt x="1225" y="1921"/>
                  <a:pt x="1218" y="1933"/>
                  <a:pt x="1217" y="1940"/>
                </a:cubicBezTo>
                <a:cubicBezTo>
                  <a:pt x="1212" y="1935"/>
                  <a:pt x="1222" y="1926"/>
                  <a:pt x="1219" y="1916"/>
                </a:cubicBezTo>
                <a:close/>
                <a:moveTo>
                  <a:pt x="1215" y="1883"/>
                </a:moveTo>
                <a:cubicBezTo>
                  <a:pt x="1223" y="1885"/>
                  <a:pt x="1215" y="1890"/>
                  <a:pt x="1217" y="1898"/>
                </a:cubicBezTo>
                <a:cubicBezTo>
                  <a:pt x="1212" y="1897"/>
                  <a:pt x="1216" y="1887"/>
                  <a:pt x="1215" y="1883"/>
                </a:cubicBezTo>
                <a:close/>
                <a:moveTo>
                  <a:pt x="1215" y="1953"/>
                </a:moveTo>
                <a:cubicBezTo>
                  <a:pt x="1225" y="1956"/>
                  <a:pt x="1210" y="1963"/>
                  <a:pt x="1213" y="1972"/>
                </a:cubicBezTo>
                <a:cubicBezTo>
                  <a:pt x="1205" y="1966"/>
                  <a:pt x="1218" y="1962"/>
                  <a:pt x="1215" y="1953"/>
                </a:cubicBezTo>
                <a:close/>
                <a:moveTo>
                  <a:pt x="1503" y="1667"/>
                </a:moveTo>
                <a:cubicBezTo>
                  <a:pt x="1497" y="1666"/>
                  <a:pt x="1501" y="1675"/>
                  <a:pt x="1496" y="1676"/>
                </a:cubicBezTo>
                <a:cubicBezTo>
                  <a:pt x="1479" y="1700"/>
                  <a:pt x="1478" y="1701"/>
                  <a:pt x="1477" y="1702"/>
                </a:cubicBezTo>
                <a:cubicBezTo>
                  <a:pt x="1453" y="1729"/>
                  <a:pt x="1455" y="1737"/>
                  <a:pt x="1448" y="1735"/>
                </a:cubicBezTo>
                <a:cubicBezTo>
                  <a:pt x="1421" y="1763"/>
                  <a:pt x="1414" y="1767"/>
                  <a:pt x="1411" y="1774"/>
                </a:cubicBezTo>
                <a:cubicBezTo>
                  <a:pt x="1382" y="1802"/>
                  <a:pt x="1374" y="1808"/>
                  <a:pt x="1370" y="1817"/>
                </a:cubicBezTo>
                <a:cubicBezTo>
                  <a:pt x="1349" y="1831"/>
                  <a:pt x="1347" y="1837"/>
                  <a:pt x="1344" y="1841"/>
                </a:cubicBezTo>
                <a:cubicBezTo>
                  <a:pt x="1317" y="1866"/>
                  <a:pt x="1313" y="1866"/>
                  <a:pt x="1311" y="1870"/>
                </a:cubicBezTo>
                <a:cubicBezTo>
                  <a:pt x="1280" y="1911"/>
                  <a:pt x="1267" y="1911"/>
                  <a:pt x="1267" y="1924"/>
                </a:cubicBezTo>
                <a:cubicBezTo>
                  <a:pt x="1224" y="1976"/>
                  <a:pt x="1220" y="1998"/>
                  <a:pt x="1206" y="2012"/>
                </a:cubicBezTo>
                <a:cubicBezTo>
                  <a:pt x="1215" y="1984"/>
                  <a:pt x="1215" y="1976"/>
                  <a:pt x="1221" y="1974"/>
                </a:cubicBezTo>
                <a:cubicBezTo>
                  <a:pt x="1251" y="1919"/>
                  <a:pt x="1250" y="1913"/>
                  <a:pt x="1254" y="1911"/>
                </a:cubicBezTo>
                <a:cubicBezTo>
                  <a:pt x="1282" y="1880"/>
                  <a:pt x="1282" y="1869"/>
                  <a:pt x="1289" y="1865"/>
                </a:cubicBezTo>
                <a:cubicBezTo>
                  <a:pt x="1309" y="1844"/>
                  <a:pt x="1311" y="1835"/>
                  <a:pt x="1320" y="1833"/>
                </a:cubicBezTo>
                <a:cubicBezTo>
                  <a:pt x="1356" y="1793"/>
                  <a:pt x="1359" y="1786"/>
                  <a:pt x="1365" y="1783"/>
                </a:cubicBezTo>
                <a:cubicBezTo>
                  <a:pt x="1384" y="1765"/>
                  <a:pt x="1385" y="1763"/>
                  <a:pt x="1387" y="1763"/>
                </a:cubicBezTo>
                <a:cubicBezTo>
                  <a:pt x="1411" y="1742"/>
                  <a:pt x="1423" y="1733"/>
                  <a:pt x="1435" y="1724"/>
                </a:cubicBezTo>
                <a:cubicBezTo>
                  <a:pt x="1481" y="1684"/>
                  <a:pt x="1482" y="1680"/>
                  <a:pt x="1485" y="1678"/>
                </a:cubicBezTo>
                <a:cubicBezTo>
                  <a:pt x="1501" y="1660"/>
                  <a:pt x="1504" y="1659"/>
                  <a:pt x="1505" y="1656"/>
                </a:cubicBezTo>
                <a:close/>
                <a:moveTo>
                  <a:pt x="3827" y="1689"/>
                </a:moveTo>
                <a:cubicBezTo>
                  <a:pt x="3822" y="1681"/>
                  <a:pt x="3815" y="1679"/>
                  <a:pt x="3810" y="1674"/>
                </a:cubicBezTo>
                <a:cubicBezTo>
                  <a:pt x="3786" y="1654"/>
                  <a:pt x="3779" y="1651"/>
                  <a:pt x="3773" y="1648"/>
                </a:cubicBezTo>
                <a:cubicBezTo>
                  <a:pt x="3732" y="1620"/>
                  <a:pt x="3724" y="1621"/>
                  <a:pt x="3718" y="1614"/>
                </a:cubicBezTo>
                <a:cubicBezTo>
                  <a:pt x="3671" y="1584"/>
                  <a:pt x="3666" y="1588"/>
                  <a:pt x="3664" y="1582"/>
                </a:cubicBezTo>
                <a:cubicBezTo>
                  <a:pt x="3623" y="1550"/>
                  <a:pt x="3616" y="1549"/>
                  <a:pt x="3611" y="1541"/>
                </a:cubicBezTo>
                <a:cubicBezTo>
                  <a:pt x="3587" y="1524"/>
                  <a:pt x="3582" y="1515"/>
                  <a:pt x="3576" y="1512"/>
                </a:cubicBezTo>
                <a:cubicBezTo>
                  <a:pt x="3523" y="1447"/>
                  <a:pt x="3522" y="1437"/>
                  <a:pt x="3517" y="1439"/>
                </a:cubicBezTo>
                <a:cubicBezTo>
                  <a:pt x="3524" y="1435"/>
                  <a:pt x="3522" y="1438"/>
                  <a:pt x="3523" y="1439"/>
                </a:cubicBezTo>
                <a:cubicBezTo>
                  <a:pt x="3560" y="1475"/>
                  <a:pt x="3574" y="1484"/>
                  <a:pt x="3586" y="1501"/>
                </a:cubicBezTo>
                <a:cubicBezTo>
                  <a:pt x="3613" y="1523"/>
                  <a:pt x="3622" y="1521"/>
                  <a:pt x="3628" y="1532"/>
                </a:cubicBezTo>
                <a:cubicBezTo>
                  <a:pt x="3674" y="1562"/>
                  <a:pt x="3677" y="1565"/>
                  <a:pt x="3680" y="1570"/>
                </a:cubicBezTo>
                <a:cubicBezTo>
                  <a:pt x="3722" y="1587"/>
                  <a:pt x="3728" y="1593"/>
                  <a:pt x="3735" y="1596"/>
                </a:cubicBezTo>
                <a:cubicBezTo>
                  <a:pt x="3754" y="1599"/>
                  <a:pt x="3748" y="1599"/>
                  <a:pt x="3743" y="1594"/>
                </a:cubicBezTo>
                <a:cubicBezTo>
                  <a:pt x="3713" y="1575"/>
                  <a:pt x="3700" y="1574"/>
                  <a:pt x="3689" y="1562"/>
                </a:cubicBezTo>
                <a:cubicBezTo>
                  <a:pt x="3660" y="1547"/>
                  <a:pt x="3659" y="1539"/>
                  <a:pt x="3655" y="1541"/>
                </a:cubicBezTo>
                <a:cubicBezTo>
                  <a:pt x="3598" y="1497"/>
                  <a:pt x="3575" y="1479"/>
                  <a:pt x="3555" y="1453"/>
                </a:cubicBezTo>
                <a:cubicBezTo>
                  <a:pt x="3519" y="1416"/>
                  <a:pt x="3508" y="1416"/>
                  <a:pt x="3510" y="1407"/>
                </a:cubicBezTo>
                <a:cubicBezTo>
                  <a:pt x="3541" y="1429"/>
                  <a:pt x="3552" y="1443"/>
                  <a:pt x="3564" y="1453"/>
                </a:cubicBezTo>
                <a:cubicBezTo>
                  <a:pt x="3613" y="1486"/>
                  <a:pt x="3622" y="1505"/>
                  <a:pt x="3636" y="1508"/>
                </a:cubicBezTo>
                <a:cubicBezTo>
                  <a:pt x="3682" y="1535"/>
                  <a:pt x="3689" y="1542"/>
                  <a:pt x="3697" y="1547"/>
                </a:cubicBezTo>
                <a:cubicBezTo>
                  <a:pt x="3728" y="1568"/>
                  <a:pt x="3739" y="1569"/>
                  <a:pt x="3747" y="1578"/>
                </a:cubicBezTo>
                <a:cubicBezTo>
                  <a:pt x="3766" y="1589"/>
                  <a:pt x="3770" y="1596"/>
                  <a:pt x="3776" y="1595"/>
                </a:cubicBezTo>
                <a:cubicBezTo>
                  <a:pt x="3808" y="1618"/>
                  <a:pt x="3811" y="1625"/>
                  <a:pt x="3817" y="1623"/>
                </a:cubicBezTo>
                <a:cubicBezTo>
                  <a:pt x="3788" y="1599"/>
                  <a:pt x="3783" y="1590"/>
                  <a:pt x="3775" y="1589"/>
                </a:cubicBezTo>
                <a:cubicBezTo>
                  <a:pt x="3744" y="1565"/>
                  <a:pt x="3731" y="1560"/>
                  <a:pt x="3719" y="1548"/>
                </a:cubicBezTo>
                <a:cubicBezTo>
                  <a:pt x="3674" y="1518"/>
                  <a:pt x="3666" y="1521"/>
                  <a:pt x="3661" y="1513"/>
                </a:cubicBezTo>
                <a:cubicBezTo>
                  <a:pt x="3629" y="1493"/>
                  <a:pt x="3626" y="1488"/>
                  <a:pt x="3622" y="1488"/>
                </a:cubicBezTo>
                <a:cubicBezTo>
                  <a:pt x="3554" y="1431"/>
                  <a:pt x="3542" y="1419"/>
                  <a:pt x="3528" y="1411"/>
                </a:cubicBezTo>
                <a:cubicBezTo>
                  <a:pt x="3491" y="1368"/>
                  <a:pt x="3481" y="1362"/>
                  <a:pt x="3472" y="1350"/>
                </a:cubicBezTo>
                <a:cubicBezTo>
                  <a:pt x="3499" y="1360"/>
                  <a:pt x="3503" y="1368"/>
                  <a:pt x="3508" y="1370"/>
                </a:cubicBezTo>
                <a:cubicBezTo>
                  <a:pt x="3531" y="1391"/>
                  <a:pt x="3535" y="1392"/>
                  <a:pt x="3533" y="1395"/>
                </a:cubicBezTo>
                <a:cubicBezTo>
                  <a:pt x="3580" y="1434"/>
                  <a:pt x="3590" y="1438"/>
                  <a:pt x="3599" y="1447"/>
                </a:cubicBezTo>
                <a:cubicBezTo>
                  <a:pt x="3636" y="1472"/>
                  <a:pt x="3644" y="1476"/>
                  <a:pt x="3652" y="1483"/>
                </a:cubicBezTo>
                <a:cubicBezTo>
                  <a:pt x="3673" y="1489"/>
                  <a:pt x="3674" y="1496"/>
                  <a:pt x="3678" y="1495"/>
                </a:cubicBezTo>
                <a:cubicBezTo>
                  <a:pt x="3737" y="1528"/>
                  <a:pt x="3745" y="1534"/>
                  <a:pt x="3753" y="1536"/>
                </a:cubicBezTo>
                <a:cubicBezTo>
                  <a:pt x="3787" y="1557"/>
                  <a:pt x="3796" y="1562"/>
                  <a:pt x="3804" y="1568"/>
                </a:cubicBezTo>
                <a:cubicBezTo>
                  <a:pt x="3805" y="1561"/>
                  <a:pt x="3799" y="1556"/>
                  <a:pt x="3793" y="1552"/>
                </a:cubicBezTo>
                <a:cubicBezTo>
                  <a:pt x="3745" y="1525"/>
                  <a:pt x="3740" y="1519"/>
                  <a:pt x="3732" y="1518"/>
                </a:cubicBezTo>
                <a:cubicBezTo>
                  <a:pt x="3691" y="1496"/>
                  <a:pt x="3691" y="1492"/>
                  <a:pt x="3689" y="1491"/>
                </a:cubicBezTo>
                <a:cubicBezTo>
                  <a:pt x="3666" y="1478"/>
                  <a:pt x="3659" y="1477"/>
                  <a:pt x="3653" y="1471"/>
                </a:cubicBezTo>
                <a:cubicBezTo>
                  <a:pt x="3589" y="1424"/>
                  <a:pt x="3582" y="1422"/>
                  <a:pt x="3576" y="1417"/>
                </a:cubicBezTo>
                <a:cubicBezTo>
                  <a:pt x="3512" y="1356"/>
                  <a:pt x="3504" y="1353"/>
                  <a:pt x="3497" y="1347"/>
                </a:cubicBezTo>
                <a:cubicBezTo>
                  <a:pt x="3434" y="1269"/>
                  <a:pt x="3431" y="1265"/>
                  <a:pt x="3432" y="1261"/>
                </a:cubicBezTo>
                <a:cubicBezTo>
                  <a:pt x="3490" y="1320"/>
                  <a:pt x="3493" y="1321"/>
                  <a:pt x="3496" y="1320"/>
                </a:cubicBezTo>
                <a:cubicBezTo>
                  <a:pt x="3526" y="1349"/>
                  <a:pt x="3531" y="1358"/>
                  <a:pt x="3536" y="1362"/>
                </a:cubicBezTo>
                <a:cubicBezTo>
                  <a:pt x="3574" y="1397"/>
                  <a:pt x="3581" y="1398"/>
                  <a:pt x="3586" y="1405"/>
                </a:cubicBezTo>
                <a:cubicBezTo>
                  <a:pt x="3640" y="1440"/>
                  <a:pt x="3643" y="1443"/>
                  <a:pt x="3645" y="1448"/>
                </a:cubicBezTo>
                <a:cubicBezTo>
                  <a:pt x="3673" y="1473"/>
                  <a:pt x="3678" y="1469"/>
                  <a:pt x="3681" y="1471"/>
                </a:cubicBezTo>
                <a:cubicBezTo>
                  <a:pt x="3713" y="1487"/>
                  <a:pt x="3716" y="1501"/>
                  <a:pt x="3724" y="1499"/>
                </a:cubicBezTo>
                <a:cubicBezTo>
                  <a:pt x="3772" y="1524"/>
                  <a:pt x="3783" y="1533"/>
                  <a:pt x="3796" y="1534"/>
                </a:cubicBezTo>
                <a:cubicBezTo>
                  <a:pt x="3807" y="1534"/>
                  <a:pt x="3800" y="1533"/>
                  <a:pt x="3794" y="1527"/>
                </a:cubicBezTo>
                <a:cubicBezTo>
                  <a:pt x="3760" y="1515"/>
                  <a:pt x="3759" y="1505"/>
                  <a:pt x="3754" y="1509"/>
                </a:cubicBezTo>
                <a:cubicBezTo>
                  <a:pt x="3728" y="1498"/>
                  <a:pt x="3734" y="1492"/>
                  <a:pt x="3729" y="1493"/>
                </a:cubicBezTo>
                <a:cubicBezTo>
                  <a:pt x="3697" y="1467"/>
                  <a:pt x="3690" y="1476"/>
                  <a:pt x="3689" y="1467"/>
                </a:cubicBezTo>
                <a:cubicBezTo>
                  <a:pt x="3648" y="1438"/>
                  <a:pt x="3643" y="1437"/>
                  <a:pt x="3640" y="1429"/>
                </a:cubicBezTo>
                <a:cubicBezTo>
                  <a:pt x="3565" y="1379"/>
                  <a:pt x="3562" y="1371"/>
                  <a:pt x="3557" y="1370"/>
                </a:cubicBezTo>
                <a:cubicBezTo>
                  <a:pt x="3508" y="1322"/>
                  <a:pt x="3500" y="1312"/>
                  <a:pt x="3492" y="1303"/>
                </a:cubicBezTo>
                <a:cubicBezTo>
                  <a:pt x="3476" y="1289"/>
                  <a:pt x="3465" y="1285"/>
                  <a:pt x="3469" y="1278"/>
                </a:cubicBezTo>
                <a:cubicBezTo>
                  <a:pt x="3519" y="1313"/>
                  <a:pt x="3521" y="1321"/>
                  <a:pt x="3525" y="1319"/>
                </a:cubicBezTo>
                <a:cubicBezTo>
                  <a:pt x="3556" y="1344"/>
                  <a:pt x="3559" y="1347"/>
                  <a:pt x="3563" y="1347"/>
                </a:cubicBezTo>
                <a:cubicBezTo>
                  <a:pt x="3609" y="1374"/>
                  <a:pt x="3615" y="1384"/>
                  <a:pt x="3623" y="1384"/>
                </a:cubicBezTo>
                <a:cubicBezTo>
                  <a:pt x="3668" y="1413"/>
                  <a:pt x="3673" y="1420"/>
                  <a:pt x="3680" y="1422"/>
                </a:cubicBezTo>
                <a:cubicBezTo>
                  <a:pt x="3706" y="1438"/>
                  <a:pt x="3712" y="1443"/>
                  <a:pt x="3720" y="1444"/>
                </a:cubicBezTo>
                <a:cubicBezTo>
                  <a:pt x="3762" y="1470"/>
                  <a:pt x="3764" y="1478"/>
                  <a:pt x="3768" y="1476"/>
                </a:cubicBezTo>
                <a:cubicBezTo>
                  <a:pt x="3762" y="1471"/>
                  <a:pt x="3759" y="1466"/>
                  <a:pt x="3757" y="1461"/>
                </a:cubicBezTo>
                <a:cubicBezTo>
                  <a:pt x="3697" y="1429"/>
                  <a:pt x="3695" y="1419"/>
                  <a:pt x="3689" y="1420"/>
                </a:cubicBezTo>
                <a:cubicBezTo>
                  <a:pt x="3648" y="1395"/>
                  <a:pt x="3648" y="1394"/>
                  <a:pt x="3647" y="1392"/>
                </a:cubicBezTo>
                <a:cubicBezTo>
                  <a:pt x="3623" y="1371"/>
                  <a:pt x="3617" y="1377"/>
                  <a:pt x="3614" y="1370"/>
                </a:cubicBezTo>
                <a:cubicBezTo>
                  <a:pt x="3570" y="1344"/>
                  <a:pt x="3576" y="1338"/>
                  <a:pt x="3568" y="1342"/>
                </a:cubicBezTo>
                <a:cubicBezTo>
                  <a:pt x="3511" y="1303"/>
                  <a:pt x="3501" y="1291"/>
                  <a:pt x="3490" y="1285"/>
                </a:cubicBezTo>
                <a:cubicBezTo>
                  <a:pt x="3458" y="1254"/>
                  <a:pt x="3448" y="1254"/>
                  <a:pt x="3445" y="1245"/>
                </a:cubicBezTo>
                <a:cubicBezTo>
                  <a:pt x="3425" y="1230"/>
                  <a:pt x="3423" y="1227"/>
                  <a:pt x="3420" y="1226"/>
                </a:cubicBezTo>
                <a:cubicBezTo>
                  <a:pt x="3406" y="1202"/>
                  <a:pt x="3396" y="1204"/>
                  <a:pt x="3402" y="1199"/>
                </a:cubicBezTo>
                <a:cubicBezTo>
                  <a:pt x="3488" y="1263"/>
                  <a:pt x="3502" y="1269"/>
                  <a:pt x="3515" y="1276"/>
                </a:cubicBezTo>
                <a:cubicBezTo>
                  <a:pt x="3590" y="1319"/>
                  <a:pt x="3598" y="1326"/>
                  <a:pt x="3608" y="1330"/>
                </a:cubicBezTo>
                <a:cubicBezTo>
                  <a:pt x="3652" y="1363"/>
                  <a:pt x="3658" y="1360"/>
                  <a:pt x="3662" y="1367"/>
                </a:cubicBezTo>
                <a:cubicBezTo>
                  <a:pt x="3696" y="1396"/>
                  <a:pt x="3705" y="1402"/>
                  <a:pt x="3712" y="1412"/>
                </a:cubicBezTo>
                <a:cubicBezTo>
                  <a:pt x="3742" y="1439"/>
                  <a:pt x="3745" y="1445"/>
                  <a:pt x="3750" y="1448"/>
                </a:cubicBezTo>
                <a:cubicBezTo>
                  <a:pt x="3710" y="1400"/>
                  <a:pt x="3696" y="1387"/>
                  <a:pt x="3682" y="1372"/>
                </a:cubicBezTo>
                <a:cubicBezTo>
                  <a:pt x="3635" y="1319"/>
                  <a:pt x="3632" y="1314"/>
                  <a:pt x="3628" y="1313"/>
                </a:cubicBezTo>
                <a:cubicBezTo>
                  <a:pt x="3572" y="1267"/>
                  <a:pt x="3545" y="1249"/>
                  <a:pt x="3518" y="1230"/>
                </a:cubicBezTo>
                <a:cubicBezTo>
                  <a:pt x="3473" y="1209"/>
                  <a:pt x="3472" y="1198"/>
                  <a:pt x="3467" y="1203"/>
                </a:cubicBezTo>
                <a:cubicBezTo>
                  <a:pt x="3428" y="1181"/>
                  <a:pt x="3422" y="1174"/>
                  <a:pt x="3414" y="1173"/>
                </a:cubicBezTo>
                <a:cubicBezTo>
                  <a:pt x="3381" y="1146"/>
                  <a:pt x="3367" y="1135"/>
                  <a:pt x="3354" y="1125"/>
                </a:cubicBezTo>
                <a:cubicBezTo>
                  <a:pt x="3351" y="1113"/>
                  <a:pt x="3364" y="1118"/>
                  <a:pt x="3374" y="1127"/>
                </a:cubicBezTo>
                <a:cubicBezTo>
                  <a:pt x="3446" y="1170"/>
                  <a:pt x="3448" y="1171"/>
                  <a:pt x="3451" y="1170"/>
                </a:cubicBezTo>
                <a:cubicBezTo>
                  <a:pt x="3483" y="1191"/>
                  <a:pt x="3489" y="1192"/>
                  <a:pt x="3495" y="1195"/>
                </a:cubicBezTo>
                <a:cubicBezTo>
                  <a:pt x="3535" y="1210"/>
                  <a:pt x="3536" y="1218"/>
                  <a:pt x="3540" y="1215"/>
                </a:cubicBezTo>
                <a:cubicBezTo>
                  <a:pt x="3559" y="1230"/>
                  <a:pt x="3565" y="1220"/>
                  <a:pt x="3566" y="1228"/>
                </a:cubicBezTo>
                <a:cubicBezTo>
                  <a:pt x="3619" y="1240"/>
                  <a:pt x="3611" y="1246"/>
                  <a:pt x="3606" y="1241"/>
                </a:cubicBezTo>
                <a:cubicBezTo>
                  <a:pt x="3548" y="1214"/>
                  <a:pt x="3543" y="1208"/>
                  <a:pt x="3536" y="1209"/>
                </a:cubicBezTo>
                <a:cubicBezTo>
                  <a:pt x="3471" y="1175"/>
                  <a:pt x="3461" y="1165"/>
                  <a:pt x="3449" y="1161"/>
                </a:cubicBezTo>
                <a:cubicBezTo>
                  <a:pt x="3408" y="1139"/>
                  <a:pt x="3402" y="1137"/>
                  <a:pt x="3398" y="1130"/>
                </a:cubicBezTo>
                <a:cubicBezTo>
                  <a:pt x="3340" y="1089"/>
                  <a:pt x="3334" y="1084"/>
                  <a:pt x="3327" y="1077"/>
                </a:cubicBezTo>
                <a:cubicBezTo>
                  <a:pt x="3317" y="1064"/>
                  <a:pt x="3323" y="1067"/>
                  <a:pt x="3328" y="1074"/>
                </a:cubicBezTo>
                <a:cubicBezTo>
                  <a:pt x="3358" y="1090"/>
                  <a:pt x="3360" y="1098"/>
                  <a:pt x="3363" y="1098"/>
                </a:cubicBezTo>
                <a:cubicBezTo>
                  <a:pt x="3425" y="1134"/>
                  <a:pt x="3432" y="1139"/>
                  <a:pt x="3438" y="1142"/>
                </a:cubicBezTo>
                <a:cubicBezTo>
                  <a:pt x="3460" y="1158"/>
                  <a:pt x="3463" y="1159"/>
                  <a:pt x="3468" y="1156"/>
                </a:cubicBezTo>
                <a:cubicBezTo>
                  <a:pt x="3511" y="1180"/>
                  <a:pt x="3525" y="1185"/>
                  <a:pt x="3538" y="1192"/>
                </a:cubicBezTo>
                <a:cubicBezTo>
                  <a:pt x="3604" y="1225"/>
                  <a:pt x="3609" y="1234"/>
                  <a:pt x="3616" y="1235"/>
                </a:cubicBezTo>
                <a:cubicBezTo>
                  <a:pt x="3641" y="1254"/>
                  <a:pt x="3647" y="1261"/>
                  <a:pt x="3653" y="1266"/>
                </a:cubicBezTo>
                <a:cubicBezTo>
                  <a:pt x="3677" y="1288"/>
                  <a:pt x="3684" y="1291"/>
                  <a:pt x="3690" y="1296"/>
                </a:cubicBezTo>
                <a:cubicBezTo>
                  <a:pt x="3703" y="1302"/>
                  <a:pt x="3693" y="1298"/>
                  <a:pt x="3684" y="1286"/>
                </a:cubicBezTo>
                <a:cubicBezTo>
                  <a:pt x="3660" y="1267"/>
                  <a:pt x="3659" y="1260"/>
                  <a:pt x="3656" y="1261"/>
                </a:cubicBezTo>
                <a:cubicBezTo>
                  <a:pt x="3619" y="1228"/>
                  <a:pt x="3616" y="1229"/>
                  <a:pt x="3614" y="1225"/>
                </a:cubicBezTo>
                <a:cubicBezTo>
                  <a:pt x="3594" y="1204"/>
                  <a:pt x="3591" y="1205"/>
                  <a:pt x="3589" y="1201"/>
                </a:cubicBezTo>
                <a:cubicBezTo>
                  <a:pt x="3566" y="1181"/>
                  <a:pt x="3564" y="1176"/>
                  <a:pt x="3562" y="1173"/>
                </a:cubicBezTo>
                <a:cubicBezTo>
                  <a:pt x="3525" y="1143"/>
                  <a:pt x="3523" y="1142"/>
                  <a:pt x="3522" y="1141"/>
                </a:cubicBezTo>
                <a:cubicBezTo>
                  <a:pt x="3496" y="1126"/>
                  <a:pt x="3491" y="1125"/>
                  <a:pt x="3488" y="1120"/>
                </a:cubicBezTo>
                <a:cubicBezTo>
                  <a:pt x="3448" y="1095"/>
                  <a:pt x="3439" y="1087"/>
                  <a:pt x="3428" y="1082"/>
                </a:cubicBezTo>
                <a:cubicBezTo>
                  <a:pt x="3403" y="1070"/>
                  <a:pt x="3402" y="1063"/>
                  <a:pt x="3399" y="1064"/>
                </a:cubicBezTo>
                <a:cubicBezTo>
                  <a:pt x="3332" y="1024"/>
                  <a:pt x="3325" y="1028"/>
                  <a:pt x="3322" y="1020"/>
                </a:cubicBezTo>
                <a:cubicBezTo>
                  <a:pt x="3297" y="1005"/>
                  <a:pt x="3295" y="1003"/>
                  <a:pt x="3292" y="1002"/>
                </a:cubicBezTo>
                <a:cubicBezTo>
                  <a:pt x="3260" y="981"/>
                  <a:pt x="3258" y="977"/>
                  <a:pt x="3255" y="976"/>
                </a:cubicBezTo>
                <a:cubicBezTo>
                  <a:pt x="3231" y="953"/>
                  <a:pt x="3229" y="949"/>
                  <a:pt x="3227" y="946"/>
                </a:cubicBezTo>
                <a:cubicBezTo>
                  <a:pt x="3264" y="965"/>
                  <a:pt x="3274" y="976"/>
                  <a:pt x="3286" y="981"/>
                </a:cubicBezTo>
                <a:cubicBezTo>
                  <a:pt x="3328" y="1007"/>
                  <a:pt x="3340" y="1010"/>
                  <a:pt x="3351" y="1014"/>
                </a:cubicBezTo>
                <a:cubicBezTo>
                  <a:pt x="3379" y="1029"/>
                  <a:pt x="3382" y="1034"/>
                  <a:pt x="3385" y="1036"/>
                </a:cubicBezTo>
                <a:cubicBezTo>
                  <a:pt x="3416" y="1052"/>
                  <a:pt x="3425" y="1050"/>
                  <a:pt x="3431" y="1059"/>
                </a:cubicBezTo>
                <a:cubicBezTo>
                  <a:pt x="3502" y="1097"/>
                  <a:pt x="3503" y="1108"/>
                  <a:pt x="3507" y="1106"/>
                </a:cubicBezTo>
                <a:cubicBezTo>
                  <a:pt x="3543" y="1136"/>
                  <a:pt x="3545" y="1138"/>
                  <a:pt x="3548" y="1140"/>
                </a:cubicBezTo>
                <a:cubicBezTo>
                  <a:pt x="3574" y="1156"/>
                  <a:pt x="3573" y="1153"/>
                  <a:pt x="3571" y="1154"/>
                </a:cubicBezTo>
                <a:cubicBezTo>
                  <a:pt x="3558" y="1134"/>
                  <a:pt x="3548" y="1133"/>
                  <a:pt x="3546" y="1130"/>
                </a:cubicBezTo>
                <a:cubicBezTo>
                  <a:pt x="3518" y="1109"/>
                  <a:pt x="3511" y="1099"/>
                  <a:pt x="3503" y="1094"/>
                </a:cubicBezTo>
                <a:cubicBezTo>
                  <a:pt x="3453" y="1053"/>
                  <a:pt x="3451" y="1043"/>
                  <a:pt x="3445" y="1045"/>
                </a:cubicBezTo>
                <a:cubicBezTo>
                  <a:pt x="3417" y="1024"/>
                  <a:pt x="3413" y="1021"/>
                  <a:pt x="3410" y="1016"/>
                </a:cubicBezTo>
                <a:cubicBezTo>
                  <a:pt x="3358" y="980"/>
                  <a:pt x="3354" y="981"/>
                  <a:pt x="3351" y="976"/>
                </a:cubicBezTo>
                <a:cubicBezTo>
                  <a:pt x="3337" y="968"/>
                  <a:pt x="3333" y="968"/>
                  <a:pt x="3329" y="967"/>
                </a:cubicBezTo>
                <a:cubicBezTo>
                  <a:pt x="3294" y="946"/>
                  <a:pt x="3290" y="949"/>
                  <a:pt x="3288" y="941"/>
                </a:cubicBezTo>
                <a:cubicBezTo>
                  <a:pt x="3241" y="919"/>
                  <a:pt x="3237" y="920"/>
                  <a:pt x="3234" y="915"/>
                </a:cubicBezTo>
                <a:cubicBezTo>
                  <a:pt x="3205" y="900"/>
                  <a:pt x="3200" y="898"/>
                  <a:pt x="3195" y="899"/>
                </a:cubicBezTo>
                <a:cubicBezTo>
                  <a:pt x="3175" y="884"/>
                  <a:pt x="3172" y="884"/>
                  <a:pt x="3170" y="883"/>
                </a:cubicBezTo>
                <a:cubicBezTo>
                  <a:pt x="3195" y="875"/>
                  <a:pt x="3199" y="875"/>
                  <a:pt x="3203" y="875"/>
                </a:cubicBezTo>
                <a:cubicBezTo>
                  <a:pt x="3240" y="895"/>
                  <a:pt x="3246" y="887"/>
                  <a:pt x="3249" y="893"/>
                </a:cubicBezTo>
                <a:cubicBezTo>
                  <a:pt x="3288" y="904"/>
                  <a:pt x="3290" y="912"/>
                  <a:pt x="3294" y="910"/>
                </a:cubicBezTo>
                <a:cubicBezTo>
                  <a:pt x="3330" y="928"/>
                  <a:pt x="3331" y="930"/>
                  <a:pt x="3333" y="929"/>
                </a:cubicBezTo>
                <a:cubicBezTo>
                  <a:pt x="3357" y="941"/>
                  <a:pt x="3364" y="949"/>
                  <a:pt x="3372" y="951"/>
                </a:cubicBezTo>
                <a:cubicBezTo>
                  <a:pt x="3408" y="970"/>
                  <a:pt x="3410" y="979"/>
                  <a:pt x="3414" y="981"/>
                </a:cubicBezTo>
                <a:cubicBezTo>
                  <a:pt x="3449" y="1003"/>
                  <a:pt x="3451" y="1013"/>
                  <a:pt x="3456" y="1012"/>
                </a:cubicBezTo>
                <a:cubicBezTo>
                  <a:pt x="3489" y="1044"/>
                  <a:pt x="3492" y="1048"/>
                  <a:pt x="3497" y="1049"/>
                </a:cubicBezTo>
                <a:cubicBezTo>
                  <a:pt x="3401" y="963"/>
                  <a:pt x="3396" y="957"/>
                  <a:pt x="3390" y="954"/>
                </a:cubicBezTo>
                <a:cubicBezTo>
                  <a:pt x="3354" y="936"/>
                  <a:pt x="3353" y="929"/>
                  <a:pt x="3350" y="930"/>
                </a:cubicBezTo>
                <a:cubicBezTo>
                  <a:pt x="3324" y="912"/>
                  <a:pt x="3322" y="914"/>
                  <a:pt x="3321" y="914"/>
                </a:cubicBezTo>
                <a:cubicBezTo>
                  <a:pt x="3289" y="894"/>
                  <a:pt x="3285" y="896"/>
                  <a:pt x="3283" y="895"/>
                </a:cubicBezTo>
                <a:cubicBezTo>
                  <a:pt x="3251" y="882"/>
                  <a:pt x="3244" y="883"/>
                  <a:pt x="3238" y="879"/>
                </a:cubicBezTo>
                <a:cubicBezTo>
                  <a:pt x="3163" y="843"/>
                  <a:pt x="3156" y="848"/>
                  <a:pt x="3152" y="844"/>
                </a:cubicBezTo>
                <a:cubicBezTo>
                  <a:pt x="3129" y="824"/>
                  <a:pt x="3133" y="823"/>
                  <a:pt x="3136" y="829"/>
                </a:cubicBezTo>
                <a:cubicBezTo>
                  <a:pt x="3171" y="839"/>
                  <a:pt x="3173" y="840"/>
                  <a:pt x="3174" y="842"/>
                </a:cubicBezTo>
                <a:cubicBezTo>
                  <a:pt x="3201" y="845"/>
                  <a:pt x="3208" y="851"/>
                  <a:pt x="3217" y="851"/>
                </a:cubicBezTo>
                <a:cubicBezTo>
                  <a:pt x="3244" y="863"/>
                  <a:pt x="3252" y="861"/>
                  <a:pt x="3258" y="865"/>
                </a:cubicBezTo>
                <a:cubicBezTo>
                  <a:pt x="3312" y="888"/>
                  <a:pt x="3315" y="890"/>
                  <a:pt x="3319" y="891"/>
                </a:cubicBezTo>
                <a:cubicBezTo>
                  <a:pt x="3360" y="920"/>
                  <a:pt x="3365" y="916"/>
                  <a:pt x="3368" y="920"/>
                </a:cubicBezTo>
                <a:cubicBezTo>
                  <a:pt x="3374" y="912"/>
                  <a:pt x="3365" y="914"/>
                  <a:pt x="3358" y="907"/>
                </a:cubicBezTo>
                <a:cubicBezTo>
                  <a:pt x="3329" y="880"/>
                  <a:pt x="3319" y="883"/>
                  <a:pt x="3314" y="872"/>
                </a:cubicBezTo>
                <a:cubicBezTo>
                  <a:pt x="3285" y="856"/>
                  <a:pt x="3281" y="852"/>
                  <a:pt x="3276" y="850"/>
                </a:cubicBezTo>
                <a:cubicBezTo>
                  <a:pt x="3245" y="827"/>
                  <a:pt x="3239" y="825"/>
                  <a:pt x="3235" y="816"/>
                </a:cubicBezTo>
                <a:cubicBezTo>
                  <a:pt x="3182" y="776"/>
                  <a:pt x="3171" y="775"/>
                  <a:pt x="3161" y="768"/>
                </a:cubicBezTo>
                <a:cubicBezTo>
                  <a:pt x="3121" y="750"/>
                  <a:pt x="3110" y="747"/>
                  <a:pt x="3101" y="739"/>
                </a:cubicBezTo>
                <a:cubicBezTo>
                  <a:pt x="3052" y="714"/>
                  <a:pt x="3044" y="719"/>
                  <a:pt x="3040" y="714"/>
                </a:cubicBezTo>
                <a:cubicBezTo>
                  <a:pt x="3003" y="699"/>
                  <a:pt x="2998" y="697"/>
                  <a:pt x="2993" y="694"/>
                </a:cubicBezTo>
                <a:cubicBezTo>
                  <a:pt x="3002" y="688"/>
                  <a:pt x="3024" y="683"/>
                  <a:pt x="3048" y="671"/>
                </a:cubicBezTo>
                <a:cubicBezTo>
                  <a:pt x="3075" y="669"/>
                  <a:pt x="3083" y="661"/>
                  <a:pt x="3080" y="655"/>
                </a:cubicBezTo>
                <a:cubicBezTo>
                  <a:pt x="3030" y="667"/>
                  <a:pt x="3022" y="671"/>
                  <a:pt x="3014" y="674"/>
                </a:cubicBezTo>
                <a:cubicBezTo>
                  <a:pt x="3024" y="659"/>
                  <a:pt x="3033" y="668"/>
                  <a:pt x="3036" y="659"/>
                </a:cubicBezTo>
                <a:cubicBezTo>
                  <a:pt x="2993" y="660"/>
                  <a:pt x="2986" y="663"/>
                  <a:pt x="2980" y="666"/>
                </a:cubicBezTo>
                <a:cubicBezTo>
                  <a:pt x="2939" y="653"/>
                  <a:pt x="2932" y="657"/>
                  <a:pt x="2928" y="652"/>
                </a:cubicBezTo>
                <a:cubicBezTo>
                  <a:pt x="2898" y="634"/>
                  <a:pt x="2890" y="634"/>
                  <a:pt x="2883" y="626"/>
                </a:cubicBezTo>
                <a:cubicBezTo>
                  <a:pt x="2861" y="631"/>
                  <a:pt x="2869" y="634"/>
                  <a:pt x="2873" y="637"/>
                </a:cubicBezTo>
                <a:cubicBezTo>
                  <a:pt x="2898" y="653"/>
                  <a:pt x="2909" y="660"/>
                  <a:pt x="2918" y="668"/>
                </a:cubicBezTo>
                <a:cubicBezTo>
                  <a:pt x="2928" y="687"/>
                  <a:pt x="2934" y="689"/>
                  <a:pt x="2939" y="695"/>
                </a:cubicBezTo>
                <a:cubicBezTo>
                  <a:pt x="2944" y="721"/>
                  <a:pt x="2952" y="728"/>
                  <a:pt x="2948" y="731"/>
                </a:cubicBezTo>
                <a:cubicBezTo>
                  <a:pt x="2950" y="798"/>
                  <a:pt x="2944" y="807"/>
                  <a:pt x="2940" y="817"/>
                </a:cubicBezTo>
                <a:cubicBezTo>
                  <a:pt x="2938" y="837"/>
                  <a:pt x="2940" y="824"/>
                  <a:pt x="2950" y="820"/>
                </a:cubicBezTo>
                <a:cubicBezTo>
                  <a:pt x="2961" y="789"/>
                  <a:pt x="2962" y="779"/>
                  <a:pt x="2965" y="784"/>
                </a:cubicBezTo>
                <a:cubicBezTo>
                  <a:pt x="2967" y="814"/>
                  <a:pt x="2969" y="828"/>
                  <a:pt x="2968" y="842"/>
                </a:cubicBezTo>
                <a:cubicBezTo>
                  <a:pt x="2974" y="934"/>
                  <a:pt x="2982" y="943"/>
                  <a:pt x="2978" y="949"/>
                </a:cubicBezTo>
                <a:cubicBezTo>
                  <a:pt x="2990" y="987"/>
                  <a:pt x="2993" y="1001"/>
                  <a:pt x="2999" y="1016"/>
                </a:cubicBezTo>
                <a:cubicBezTo>
                  <a:pt x="3032" y="1065"/>
                  <a:pt x="3034" y="1074"/>
                  <a:pt x="3041" y="1085"/>
                </a:cubicBezTo>
                <a:cubicBezTo>
                  <a:pt x="3045" y="1117"/>
                  <a:pt x="3048" y="1125"/>
                  <a:pt x="3047" y="1133"/>
                </a:cubicBezTo>
                <a:cubicBezTo>
                  <a:pt x="3052" y="1173"/>
                  <a:pt x="3059" y="1185"/>
                  <a:pt x="3062" y="1183"/>
                </a:cubicBezTo>
                <a:cubicBezTo>
                  <a:pt x="3055" y="1114"/>
                  <a:pt x="3058" y="1119"/>
                  <a:pt x="3061" y="1120"/>
                </a:cubicBezTo>
                <a:cubicBezTo>
                  <a:pt x="3064" y="1132"/>
                  <a:pt x="3070" y="1142"/>
                  <a:pt x="3064" y="1148"/>
                </a:cubicBezTo>
                <a:cubicBezTo>
                  <a:pt x="3067" y="1182"/>
                  <a:pt x="3066" y="1190"/>
                  <a:pt x="3065" y="1197"/>
                </a:cubicBezTo>
                <a:cubicBezTo>
                  <a:pt x="3076" y="1282"/>
                  <a:pt x="3077" y="1290"/>
                  <a:pt x="3079" y="1299"/>
                </a:cubicBezTo>
                <a:cubicBezTo>
                  <a:pt x="3087" y="1310"/>
                  <a:pt x="3085" y="1298"/>
                  <a:pt x="3082" y="1286"/>
                </a:cubicBezTo>
                <a:cubicBezTo>
                  <a:pt x="3078" y="1227"/>
                  <a:pt x="3069" y="1205"/>
                  <a:pt x="3075" y="1186"/>
                </a:cubicBezTo>
                <a:cubicBezTo>
                  <a:pt x="3073" y="1135"/>
                  <a:pt x="3072" y="1130"/>
                  <a:pt x="3076" y="1125"/>
                </a:cubicBezTo>
                <a:cubicBezTo>
                  <a:pt x="3075" y="1028"/>
                  <a:pt x="3067" y="1020"/>
                  <a:pt x="3071" y="1016"/>
                </a:cubicBezTo>
                <a:cubicBezTo>
                  <a:pt x="3067" y="980"/>
                  <a:pt x="3066" y="975"/>
                  <a:pt x="3063" y="969"/>
                </a:cubicBezTo>
                <a:cubicBezTo>
                  <a:pt x="3057" y="926"/>
                  <a:pt x="3056" y="916"/>
                  <a:pt x="3054" y="905"/>
                </a:cubicBezTo>
                <a:cubicBezTo>
                  <a:pt x="3049" y="868"/>
                  <a:pt x="3041" y="861"/>
                  <a:pt x="3046" y="858"/>
                </a:cubicBezTo>
                <a:cubicBezTo>
                  <a:pt x="3031" y="797"/>
                  <a:pt x="3030" y="786"/>
                  <a:pt x="3022" y="773"/>
                </a:cubicBezTo>
                <a:cubicBezTo>
                  <a:pt x="3014" y="747"/>
                  <a:pt x="3011" y="747"/>
                  <a:pt x="3016" y="744"/>
                </a:cubicBezTo>
                <a:cubicBezTo>
                  <a:pt x="3050" y="839"/>
                  <a:pt x="3059" y="847"/>
                  <a:pt x="3056" y="852"/>
                </a:cubicBezTo>
                <a:cubicBezTo>
                  <a:pt x="3070" y="887"/>
                  <a:pt x="3065" y="889"/>
                  <a:pt x="3069" y="894"/>
                </a:cubicBezTo>
                <a:cubicBezTo>
                  <a:pt x="3084" y="974"/>
                  <a:pt x="3084" y="987"/>
                  <a:pt x="3087" y="1001"/>
                </a:cubicBezTo>
                <a:cubicBezTo>
                  <a:pt x="3086" y="1036"/>
                  <a:pt x="3093" y="1041"/>
                  <a:pt x="3089" y="1044"/>
                </a:cubicBezTo>
                <a:cubicBezTo>
                  <a:pt x="3093" y="1109"/>
                  <a:pt x="3094" y="1113"/>
                  <a:pt x="3092" y="1116"/>
                </a:cubicBezTo>
                <a:cubicBezTo>
                  <a:pt x="3094" y="1174"/>
                  <a:pt x="3095" y="1181"/>
                  <a:pt x="3095" y="1188"/>
                </a:cubicBezTo>
                <a:cubicBezTo>
                  <a:pt x="3102" y="1188"/>
                  <a:pt x="3095" y="1183"/>
                  <a:pt x="3099" y="1180"/>
                </a:cubicBezTo>
                <a:cubicBezTo>
                  <a:pt x="3098" y="1147"/>
                  <a:pt x="3098" y="1144"/>
                  <a:pt x="3101" y="1141"/>
                </a:cubicBezTo>
                <a:cubicBezTo>
                  <a:pt x="3103" y="1088"/>
                  <a:pt x="3096" y="1082"/>
                  <a:pt x="3099" y="1079"/>
                </a:cubicBezTo>
                <a:cubicBezTo>
                  <a:pt x="3102" y="1056"/>
                  <a:pt x="3097" y="1051"/>
                  <a:pt x="3103" y="1049"/>
                </a:cubicBezTo>
                <a:cubicBezTo>
                  <a:pt x="3108" y="1090"/>
                  <a:pt x="3111" y="1096"/>
                  <a:pt x="3108" y="1101"/>
                </a:cubicBezTo>
                <a:cubicBezTo>
                  <a:pt x="3109" y="1140"/>
                  <a:pt x="3116" y="1148"/>
                  <a:pt x="3110" y="1152"/>
                </a:cubicBezTo>
                <a:cubicBezTo>
                  <a:pt x="3112" y="1193"/>
                  <a:pt x="3113" y="1198"/>
                  <a:pt x="3112" y="1203"/>
                </a:cubicBezTo>
                <a:cubicBezTo>
                  <a:pt x="3115" y="1245"/>
                  <a:pt x="3109" y="1249"/>
                  <a:pt x="3112" y="1255"/>
                </a:cubicBezTo>
                <a:cubicBezTo>
                  <a:pt x="3109" y="1311"/>
                  <a:pt x="3117" y="1319"/>
                  <a:pt x="3115" y="1324"/>
                </a:cubicBezTo>
                <a:cubicBezTo>
                  <a:pt x="3117" y="1370"/>
                  <a:pt x="3120" y="1383"/>
                  <a:pt x="3117" y="1394"/>
                </a:cubicBezTo>
                <a:cubicBezTo>
                  <a:pt x="3127" y="1414"/>
                  <a:pt x="3128" y="1401"/>
                  <a:pt x="3121" y="1387"/>
                </a:cubicBezTo>
                <a:cubicBezTo>
                  <a:pt x="3122" y="1355"/>
                  <a:pt x="3121" y="1352"/>
                  <a:pt x="3124" y="1349"/>
                </a:cubicBezTo>
                <a:cubicBezTo>
                  <a:pt x="3129" y="1294"/>
                  <a:pt x="3130" y="1292"/>
                  <a:pt x="3132" y="1290"/>
                </a:cubicBezTo>
                <a:cubicBezTo>
                  <a:pt x="3132" y="1271"/>
                  <a:pt x="3133" y="1275"/>
                  <a:pt x="3136" y="1274"/>
                </a:cubicBezTo>
                <a:cubicBezTo>
                  <a:pt x="3145" y="1244"/>
                  <a:pt x="3144" y="1234"/>
                  <a:pt x="3149" y="1226"/>
                </a:cubicBezTo>
                <a:cubicBezTo>
                  <a:pt x="3150" y="1183"/>
                  <a:pt x="3156" y="1181"/>
                  <a:pt x="3152" y="1178"/>
                </a:cubicBezTo>
                <a:cubicBezTo>
                  <a:pt x="3155" y="1141"/>
                  <a:pt x="3153" y="1134"/>
                  <a:pt x="3157" y="1128"/>
                </a:cubicBezTo>
                <a:cubicBezTo>
                  <a:pt x="3158" y="1062"/>
                  <a:pt x="3159" y="1055"/>
                  <a:pt x="3157" y="1049"/>
                </a:cubicBezTo>
                <a:cubicBezTo>
                  <a:pt x="3160" y="982"/>
                  <a:pt x="3153" y="974"/>
                  <a:pt x="3155" y="968"/>
                </a:cubicBezTo>
                <a:cubicBezTo>
                  <a:pt x="3145" y="922"/>
                  <a:pt x="3151" y="920"/>
                  <a:pt x="3150" y="916"/>
                </a:cubicBezTo>
                <a:cubicBezTo>
                  <a:pt x="3147" y="883"/>
                  <a:pt x="3153" y="880"/>
                  <a:pt x="3156" y="888"/>
                </a:cubicBezTo>
                <a:cubicBezTo>
                  <a:pt x="3165" y="928"/>
                  <a:pt x="3166" y="926"/>
                  <a:pt x="3169" y="935"/>
                </a:cubicBezTo>
                <a:cubicBezTo>
                  <a:pt x="3187" y="1039"/>
                  <a:pt x="3186" y="1046"/>
                  <a:pt x="3189" y="1055"/>
                </a:cubicBezTo>
                <a:cubicBezTo>
                  <a:pt x="3185" y="1114"/>
                  <a:pt x="3188" y="1123"/>
                  <a:pt x="3185" y="1131"/>
                </a:cubicBezTo>
                <a:cubicBezTo>
                  <a:pt x="3179" y="1213"/>
                  <a:pt x="3173" y="1220"/>
                  <a:pt x="3176" y="1229"/>
                </a:cubicBezTo>
                <a:cubicBezTo>
                  <a:pt x="3163" y="1280"/>
                  <a:pt x="3160" y="1284"/>
                  <a:pt x="3163" y="1289"/>
                </a:cubicBezTo>
                <a:cubicBezTo>
                  <a:pt x="3153" y="1341"/>
                  <a:pt x="3148" y="1356"/>
                  <a:pt x="3149" y="1373"/>
                </a:cubicBezTo>
                <a:cubicBezTo>
                  <a:pt x="3151" y="1417"/>
                  <a:pt x="3144" y="1420"/>
                  <a:pt x="3149" y="1425"/>
                </a:cubicBezTo>
                <a:cubicBezTo>
                  <a:pt x="3155" y="1378"/>
                  <a:pt x="3156" y="1367"/>
                  <a:pt x="3154" y="1354"/>
                </a:cubicBezTo>
                <a:cubicBezTo>
                  <a:pt x="3165" y="1316"/>
                  <a:pt x="3166" y="1311"/>
                  <a:pt x="3167" y="1305"/>
                </a:cubicBezTo>
                <a:cubicBezTo>
                  <a:pt x="3176" y="1270"/>
                  <a:pt x="3175" y="1267"/>
                  <a:pt x="3177" y="1264"/>
                </a:cubicBezTo>
                <a:cubicBezTo>
                  <a:pt x="3187" y="1210"/>
                  <a:pt x="3189" y="1199"/>
                  <a:pt x="3191" y="1188"/>
                </a:cubicBezTo>
                <a:cubicBezTo>
                  <a:pt x="3195" y="1149"/>
                  <a:pt x="3193" y="1142"/>
                  <a:pt x="3194" y="1137"/>
                </a:cubicBezTo>
                <a:cubicBezTo>
                  <a:pt x="3196" y="1100"/>
                  <a:pt x="3196" y="1097"/>
                  <a:pt x="3197" y="1094"/>
                </a:cubicBezTo>
                <a:cubicBezTo>
                  <a:pt x="3195" y="1071"/>
                  <a:pt x="3197" y="1069"/>
                  <a:pt x="3195" y="1066"/>
                </a:cubicBezTo>
                <a:cubicBezTo>
                  <a:pt x="3196" y="1014"/>
                  <a:pt x="3190" y="1009"/>
                  <a:pt x="3193" y="1006"/>
                </a:cubicBezTo>
                <a:cubicBezTo>
                  <a:pt x="3187" y="970"/>
                  <a:pt x="3186" y="957"/>
                  <a:pt x="3181" y="942"/>
                </a:cubicBezTo>
                <a:cubicBezTo>
                  <a:pt x="3172" y="905"/>
                  <a:pt x="3165" y="899"/>
                  <a:pt x="3169" y="897"/>
                </a:cubicBezTo>
                <a:cubicBezTo>
                  <a:pt x="3193" y="936"/>
                  <a:pt x="3197" y="938"/>
                  <a:pt x="3200" y="945"/>
                </a:cubicBezTo>
                <a:cubicBezTo>
                  <a:pt x="3205" y="988"/>
                  <a:pt x="3213" y="1001"/>
                  <a:pt x="3210" y="1011"/>
                </a:cubicBezTo>
                <a:cubicBezTo>
                  <a:pt x="3216" y="1080"/>
                  <a:pt x="3212" y="1084"/>
                  <a:pt x="3217" y="1091"/>
                </a:cubicBezTo>
                <a:cubicBezTo>
                  <a:pt x="3214" y="1126"/>
                  <a:pt x="3219" y="1133"/>
                  <a:pt x="3217" y="1138"/>
                </a:cubicBezTo>
                <a:cubicBezTo>
                  <a:pt x="3206" y="1258"/>
                  <a:pt x="3194" y="1263"/>
                  <a:pt x="3198" y="1272"/>
                </a:cubicBezTo>
                <a:cubicBezTo>
                  <a:pt x="3179" y="1351"/>
                  <a:pt x="3173" y="1358"/>
                  <a:pt x="3172" y="1366"/>
                </a:cubicBezTo>
                <a:cubicBezTo>
                  <a:pt x="3163" y="1392"/>
                  <a:pt x="3160" y="1394"/>
                  <a:pt x="3160" y="1397"/>
                </a:cubicBezTo>
                <a:cubicBezTo>
                  <a:pt x="3154" y="1428"/>
                  <a:pt x="3159" y="1432"/>
                  <a:pt x="3153" y="1434"/>
                </a:cubicBezTo>
                <a:cubicBezTo>
                  <a:pt x="3150" y="1467"/>
                  <a:pt x="3150" y="1472"/>
                  <a:pt x="3147" y="1475"/>
                </a:cubicBezTo>
                <a:cubicBezTo>
                  <a:pt x="3151" y="1507"/>
                  <a:pt x="3154" y="1515"/>
                  <a:pt x="3160" y="1512"/>
                </a:cubicBezTo>
                <a:cubicBezTo>
                  <a:pt x="3159" y="1447"/>
                  <a:pt x="3165" y="1441"/>
                  <a:pt x="3164" y="1433"/>
                </a:cubicBezTo>
                <a:cubicBezTo>
                  <a:pt x="3173" y="1372"/>
                  <a:pt x="3184" y="1371"/>
                  <a:pt x="3180" y="1366"/>
                </a:cubicBezTo>
                <a:cubicBezTo>
                  <a:pt x="3201" y="1314"/>
                  <a:pt x="3194" y="1304"/>
                  <a:pt x="3201" y="1297"/>
                </a:cubicBezTo>
                <a:cubicBezTo>
                  <a:pt x="3225" y="1182"/>
                  <a:pt x="3222" y="1176"/>
                  <a:pt x="3225" y="1171"/>
                </a:cubicBezTo>
                <a:cubicBezTo>
                  <a:pt x="3228" y="1123"/>
                  <a:pt x="3230" y="1121"/>
                  <a:pt x="3227" y="1118"/>
                </a:cubicBezTo>
                <a:cubicBezTo>
                  <a:pt x="3225" y="1065"/>
                  <a:pt x="3224" y="1055"/>
                  <a:pt x="3223" y="1044"/>
                </a:cubicBezTo>
                <a:cubicBezTo>
                  <a:pt x="3215" y="989"/>
                  <a:pt x="3220" y="986"/>
                  <a:pt x="3216" y="979"/>
                </a:cubicBezTo>
                <a:cubicBezTo>
                  <a:pt x="3216" y="948"/>
                  <a:pt x="3217" y="958"/>
                  <a:pt x="3221" y="955"/>
                </a:cubicBezTo>
                <a:cubicBezTo>
                  <a:pt x="3228" y="1001"/>
                  <a:pt x="3229" y="1009"/>
                  <a:pt x="3230" y="1018"/>
                </a:cubicBezTo>
                <a:cubicBezTo>
                  <a:pt x="3236" y="1076"/>
                  <a:pt x="3243" y="1086"/>
                  <a:pt x="3241" y="1094"/>
                </a:cubicBezTo>
                <a:cubicBezTo>
                  <a:pt x="3239" y="1134"/>
                  <a:pt x="3241" y="1139"/>
                  <a:pt x="3245" y="1144"/>
                </a:cubicBezTo>
                <a:cubicBezTo>
                  <a:pt x="3236" y="1237"/>
                  <a:pt x="3231" y="1250"/>
                  <a:pt x="3231" y="1264"/>
                </a:cubicBezTo>
                <a:cubicBezTo>
                  <a:pt x="3225" y="1290"/>
                  <a:pt x="3224" y="1296"/>
                  <a:pt x="3220" y="1302"/>
                </a:cubicBezTo>
                <a:cubicBezTo>
                  <a:pt x="3214" y="1328"/>
                  <a:pt x="3216" y="1336"/>
                  <a:pt x="3213" y="1342"/>
                </a:cubicBezTo>
                <a:cubicBezTo>
                  <a:pt x="3207" y="1365"/>
                  <a:pt x="3199" y="1366"/>
                  <a:pt x="3202" y="1370"/>
                </a:cubicBezTo>
                <a:cubicBezTo>
                  <a:pt x="3194" y="1393"/>
                  <a:pt x="3193" y="1396"/>
                  <a:pt x="3191" y="1399"/>
                </a:cubicBezTo>
                <a:cubicBezTo>
                  <a:pt x="3182" y="1431"/>
                  <a:pt x="3186" y="1436"/>
                  <a:pt x="3180" y="1438"/>
                </a:cubicBezTo>
                <a:cubicBezTo>
                  <a:pt x="3184" y="1446"/>
                  <a:pt x="3192" y="1438"/>
                  <a:pt x="3188" y="1427"/>
                </a:cubicBezTo>
                <a:cubicBezTo>
                  <a:pt x="3201" y="1389"/>
                  <a:pt x="3204" y="1380"/>
                  <a:pt x="3210" y="1371"/>
                </a:cubicBezTo>
                <a:cubicBezTo>
                  <a:pt x="3234" y="1306"/>
                  <a:pt x="3232" y="1295"/>
                  <a:pt x="3235" y="1286"/>
                </a:cubicBezTo>
                <a:cubicBezTo>
                  <a:pt x="3246" y="1236"/>
                  <a:pt x="3245" y="1231"/>
                  <a:pt x="3245" y="1226"/>
                </a:cubicBezTo>
                <a:cubicBezTo>
                  <a:pt x="3252" y="1156"/>
                  <a:pt x="3254" y="1146"/>
                  <a:pt x="3251" y="1135"/>
                </a:cubicBezTo>
                <a:cubicBezTo>
                  <a:pt x="3253" y="1084"/>
                  <a:pt x="3246" y="1062"/>
                  <a:pt x="3243" y="1041"/>
                </a:cubicBezTo>
                <a:cubicBezTo>
                  <a:pt x="3240" y="998"/>
                  <a:pt x="3234" y="986"/>
                  <a:pt x="3236" y="976"/>
                </a:cubicBezTo>
                <a:cubicBezTo>
                  <a:pt x="3253" y="1016"/>
                  <a:pt x="3250" y="1025"/>
                  <a:pt x="3251" y="1036"/>
                </a:cubicBezTo>
                <a:cubicBezTo>
                  <a:pt x="3259" y="1058"/>
                  <a:pt x="3260" y="1059"/>
                  <a:pt x="3260" y="1061"/>
                </a:cubicBezTo>
                <a:cubicBezTo>
                  <a:pt x="3265" y="1094"/>
                  <a:pt x="3262" y="1098"/>
                  <a:pt x="3263" y="1103"/>
                </a:cubicBezTo>
                <a:cubicBezTo>
                  <a:pt x="3267" y="1125"/>
                  <a:pt x="3264" y="1130"/>
                  <a:pt x="3264" y="1135"/>
                </a:cubicBezTo>
                <a:cubicBezTo>
                  <a:pt x="3265" y="1184"/>
                  <a:pt x="3263" y="1186"/>
                  <a:pt x="3262" y="1188"/>
                </a:cubicBezTo>
                <a:cubicBezTo>
                  <a:pt x="3264" y="1224"/>
                  <a:pt x="3258" y="1233"/>
                  <a:pt x="3261" y="1244"/>
                </a:cubicBezTo>
                <a:cubicBezTo>
                  <a:pt x="3258" y="1295"/>
                  <a:pt x="3252" y="1299"/>
                  <a:pt x="3248" y="1303"/>
                </a:cubicBezTo>
                <a:cubicBezTo>
                  <a:pt x="3248" y="1327"/>
                  <a:pt x="3244" y="1332"/>
                  <a:pt x="3247" y="1339"/>
                </a:cubicBezTo>
                <a:cubicBezTo>
                  <a:pt x="3235" y="1378"/>
                  <a:pt x="3233" y="1384"/>
                  <a:pt x="3235" y="1390"/>
                </a:cubicBezTo>
                <a:cubicBezTo>
                  <a:pt x="3220" y="1427"/>
                  <a:pt x="3219" y="1429"/>
                  <a:pt x="3218" y="1432"/>
                </a:cubicBezTo>
                <a:cubicBezTo>
                  <a:pt x="3202" y="1481"/>
                  <a:pt x="3197" y="1486"/>
                  <a:pt x="3198" y="1493"/>
                </a:cubicBezTo>
                <a:cubicBezTo>
                  <a:pt x="3188" y="1549"/>
                  <a:pt x="3188" y="1552"/>
                  <a:pt x="3190" y="1555"/>
                </a:cubicBezTo>
                <a:cubicBezTo>
                  <a:pt x="3191" y="1578"/>
                  <a:pt x="3185" y="1580"/>
                  <a:pt x="3187" y="1584"/>
                </a:cubicBezTo>
                <a:cubicBezTo>
                  <a:pt x="3198" y="1539"/>
                  <a:pt x="3196" y="1531"/>
                  <a:pt x="3200" y="1525"/>
                </a:cubicBezTo>
                <a:cubicBezTo>
                  <a:pt x="3215" y="1451"/>
                  <a:pt x="3233" y="1424"/>
                  <a:pt x="3240" y="1395"/>
                </a:cubicBezTo>
                <a:cubicBezTo>
                  <a:pt x="3242" y="1369"/>
                  <a:pt x="3253" y="1367"/>
                  <a:pt x="3249" y="1362"/>
                </a:cubicBezTo>
                <a:cubicBezTo>
                  <a:pt x="3258" y="1328"/>
                  <a:pt x="3257" y="1326"/>
                  <a:pt x="3258" y="1325"/>
                </a:cubicBezTo>
                <a:cubicBezTo>
                  <a:pt x="3263" y="1299"/>
                  <a:pt x="3264" y="1292"/>
                  <a:pt x="3265" y="1285"/>
                </a:cubicBezTo>
                <a:cubicBezTo>
                  <a:pt x="3273" y="1232"/>
                  <a:pt x="3267" y="1222"/>
                  <a:pt x="3275" y="1216"/>
                </a:cubicBezTo>
                <a:cubicBezTo>
                  <a:pt x="3273" y="1181"/>
                  <a:pt x="3272" y="1177"/>
                  <a:pt x="3275" y="1173"/>
                </a:cubicBezTo>
                <a:cubicBezTo>
                  <a:pt x="3271" y="1142"/>
                  <a:pt x="3276" y="1139"/>
                  <a:pt x="3275" y="1135"/>
                </a:cubicBezTo>
                <a:cubicBezTo>
                  <a:pt x="3275" y="1115"/>
                  <a:pt x="3277" y="1113"/>
                  <a:pt x="3275" y="1110"/>
                </a:cubicBezTo>
                <a:cubicBezTo>
                  <a:pt x="3266" y="1042"/>
                  <a:pt x="3265" y="1039"/>
                  <a:pt x="3265" y="1036"/>
                </a:cubicBezTo>
                <a:cubicBezTo>
                  <a:pt x="3265" y="1022"/>
                  <a:pt x="3274" y="1018"/>
                  <a:pt x="3279" y="1031"/>
                </a:cubicBezTo>
                <a:cubicBezTo>
                  <a:pt x="3283" y="1112"/>
                  <a:pt x="3292" y="1110"/>
                  <a:pt x="3289" y="1116"/>
                </a:cubicBezTo>
                <a:cubicBezTo>
                  <a:pt x="3295" y="1149"/>
                  <a:pt x="3288" y="1153"/>
                  <a:pt x="3292" y="1160"/>
                </a:cubicBezTo>
                <a:cubicBezTo>
                  <a:pt x="3290" y="1231"/>
                  <a:pt x="3294" y="1237"/>
                  <a:pt x="3293" y="1242"/>
                </a:cubicBezTo>
                <a:cubicBezTo>
                  <a:pt x="3292" y="1281"/>
                  <a:pt x="3291" y="1286"/>
                  <a:pt x="3288" y="1291"/>
                </a:cubicBezTo>
                <a:cubicBezTo>
                  <a:pt x="3287" y="1318"/>
                  <a:pt x="3281" y="1319"/>
                  <a:pt x="3284" y="1323"/>
                </a:cubicBezTo>
                <a:cubicBezTo>
                  <a:pt x="3273" y="1372"/>
                  <a:pt x="3269" y="1374"/>
                  <a:pt x="3268" y="1376"/>
                </a:cubicBezTo>
                <a:cubicBezTo>
                  <a:pt x="3258" y="1401"/>
                  <a:pt x="3267" y="1409"/>
                  <a:pt x="3258" y="1412"/>
                </a:cubicBezTo>
                <a:cubicBezTo>
                  <a:pt x="3246" y="1448"/>
                  <a:pt x="3240" y="1456"/>
                  <a:pt x="3240" y="1466"/>
                </a:cubicBezTo>
                <a:cubicBezTo>
                  <a:pt x="3232" y="1498"/>
                  <a:pt x="3226" y="1501"/>
                  <a:pt x="3224" y="1505"/>
                </a:cubicBezTo>
                <a:cubicBezTo>
                  <a:pt x="3214" y="1537"/>
                  <a:pt x="3214" y="1542"/>
                  <a:pt x="3213" y="1547"/>
                </a:cubicBezTo>
                <a:cubicBezTo>
                  <a:pt x="3210" y="1570"/>
                  <a:pt x="3207" y="1572"/>
                  <a:pt x="3207" y="1575"/>
                </a:cubicBezTo>
                <a:cubicBezTo>
                  <a:pt x="3206" y="1587"/>
                  <a:pt x="3213" y="1574"/>
                  <a:pt x="3217" y="1559"/>
                </a:cubicBezTo>
                <a:cubicBezTo>
                  <a:pt x="3226" y="1523"/>
                  <a:pt x="3228" y="1522"/>
                  <a:pt x="3227" y="1520"/>
                </a:cubicBezTo>
                <a:cubicBezTo>
                  <a:pt x="3236" y="1499"/>
                  <a:pt x="3235" y="1495"/>
                  <a:pt x="3238" y="1492"/>
                </a:cubicBezTo>
                <a:cubicBezTo>
                  <a:pt x="3249" y="1462"/>
                  <a:pt x="3251" y="1454"/>
                  <a:pt x="3254" y="1447"/>
                </a:cubicBezTo>
                <a:cubicBezTo>
                  <a:pt x="3266" y="1434"/>
                  <a:pt x="3259" y="1428"/>
                  <a:pt x="3267" y="1426"/>
                </a:cubicBezTo>
                <a:cubicBezTo>
                  <a:pt x="3291" y="1328"/>
                  <a:pt x="3293" y="1319"/>
                  <a:pt x="3295" y="1309"/>
                </a:cubicBezTo>
                <a:cubicBezTo>
                  <a:pt x="3295" y="1272"/>
                  <a:pt x="3304" y="1270"/>
                  <a:pt x="3299" y="1263"/>
                </a:cubicBezTo>
                <a:cubicBezTo>
                  <a:pt x="3300" y="1227"/>
                  <a:pt x="3303" y="1222"/>
                  <a:pt x="3300" y="1216"/>
                </a:cubicBezTo>
                <a:cubicBezTo>
                  <a:pt x="3306" y="1096"/>
                  <a:pt x="3289" y="1092"/>
                  <a:pt x="3296" y="1084"/>
                </a:cubicBezTo>
                <a:cubicBezTo>
                  <a:pt x="3307" y="1085"/>
                  <a:pt x="3304" y="1080"/>
                  <a:pt x="3302" y="1086"/>
                </a:cubicBezTo>
                <a:cubicBezTo>
                  <a:pt x="3316" y="1116"/>
                  <a:pt x="3310" y="1118"/>
                  <a:pt x="3315" y="1123"/>
                </a:cubicBezTo>
                <a:cubicBezTo>
                  <a:pt x="3320" y="1188"/>
                  <a:pt x="3309" y="1192"/>
                  <a:pt x="3315" y="1199"/>
                </a:cubicBezTo>
                <a:cubicBezTo>
                  <a:pt x="3308" y="1229"/>
                  <a:pt x="3313" y="1234"/>
                  <a:pt x="3311" y="1237"/>
                </a:cubicBezTo>
                <a:cubicBezTo>
                  <a:pt x="3302" y="1311"/>
                  <a:pt x="3307" y="1327"/>
                  <a:pt x="3302" y="1340"/>
                </a:cubicBezTo>
                <a:cubicBezTo>
                  <a:pt x="3290" y="1405"/>
                  <a:pt x="3289" y="1408"/>
                  <a:pt x="3288" y="1411"/>
                </a:cubicBezTo>
                <a:cubicBezTo>
                  <a:pt x="3277" y="1471"/>
                  <a:pt x="3275" y="1477"/>
                  <a:pt x="3272" y="1483"/>
                </a:cubicBezTo>
                <a:cubicBezTo>
                  <a:pt x="3265" y="1511"/>
                  <a:pt x="3263" y="1517"/>
                  <a:pt x="3263" y="1524"/>
                </a:cubicBezTo>
                <a:cubicBezTo>
                  <a:pt x="3248" y="1557"/>
                  <a:pt x="3247" y="1560"/>
                  <a:pt x="3250" y="1564"/>
                </a:cubicBezTo>
                <a:cubicBezTo>
                  <a:pt x="3251" y="1572"/>
                  <a:pt x="3252" y="1561"/>
                  <a:pt x="3259" y="1551"/>
                </a:cubicBezTo>
                <a:cubicBezTo>
                  <a:pt x="3271" y="1525"/>
                  <a:pt x="3265" y="1520"/>
                  <a:pt x="3270" y="1518"/>
                </a:cubicBezTo>
                <a:cubicBezTo>
                  <a:pt x="3282" y="1472"/>
                  <a:pt x="3288" y="1462"/>
                  <a:pt x="3291" y="1450"/>
                </a:cubicBezTo>
                <a:cubicBezTo>
                  <a:pt x="3301" y="1403"/>
                  <a:pt x="3302" y="1399"/>
                  <a:pt x="3301" y="1396"/>
                </a:cubicBezTo>
                <a:cubicBezTo>
                  <a:pt x="3305" y="1383"/>
                  <a:pt x="3304" y="1381"/>
                  <a:pt x="3306" y="1379"/>
                </a:cubicBezTo>
                <a:cubicBezTo>
                  <a:pt x="3314" y="1359"/>
                  <a:pt x="3308" y="1354"/>
                  <a:pt x="3311" y="1352"/>
                </a:cubicBezTo>
                <a:cubicBezTo>
                  <a:pt x="3312" y="1308"/>
                  <a:pt x="3320" y="1302"/>
                  <a:pt x="3317" y="1294"/>
                </a:cubicBezTo>
                <a:cubicBezTo>
                  <a:pt x="3325" y="1246"/>
                  <a:pt x="3318" y="1237"/>
                  <a:pt x="3322" y="1231"/>
                </a:cubicBezTo>
                <a:cubicBezTo>
                  <a:pt x="3327" y="1166"/>
                  <a:pt x="3326" y="1162"/>
                  <a:pt x="3324" y="1158"/>
                </a:cubicBezTo>
                <a:cubicBezTo>
                  <a:pt x="3326" y="1124"/>
                  <a:pt x="3320" y="1119"/>
                  <a:pt x="3325" y="1117"/>
                </a:cubicBezTo>
                <a:cubicBezTo>
                  <a:pt x="3331" y="1117"/>
                  <a:pt x="3335" y="1124"/>
                  <a:pt x="3339" y="1131"/>
                </a:cubicBezTo>
                <a:cubicBezTo>
                  <a:pt x="3344" y="1190"/>
                  <a:pt x="3346" y="1195"/>
                  <a:pt x="3344" y="1199"/>
                </a:cubicBezTo>
                <a:cubicBezTo>
                  <a:pt x="3344" y="1229"/>
                  <a:pt x="3347" y="1235"/>
                  <a:pt x="3346" y="1239"/>
                </a:cubicBezTo>
                <a:cubicBezTo>
                  <a:pt x="3345" y="1262"/>
                  <a:pt x="3347" y="1265"/>
                  <a:pt x="3348" y="1268"/>
                </a:cubicBezTo>
                <a:cubicBezTo>
                  <a:pt x="3344" y="1292"/>
                  <a:pt x="3342" y="1299"/>
                  <a:pt x="3340" y="1305"/>
                </a:cubicBezTo>
                <a:cubicBezTo>
                  <a:pt x="3337" y="1369"/>
                  <a:pt x="3330" y="1371"/>
                  <a:pt x="3330" y="1374"/>
                </a:cubicBezTo>
                <a:cubicBezTo>
                  <a:pt x="3325" y="1397"/>
                  <a:pt x="3324" y="1400"/>
                  <a:pt x="3325" y="1404"/>
                </a:cubicBezTo>
                <a:cubicBezTo>
                  <a:pt x="3316" y="1437"/>
                  <a:pt x="3315" y="1438"/>
                  <a:pt x="3314" y="1443"/>
                </a:cubicBezTo>
                <a:cubicBezTo>
                  <a:pt x="3305" y="1465"/>
                  <a:pt x="3312" y="1470"/>
                  <a:pt x="3306" y="1472"/>
                </a:cubicBezTo>
                <a:cubicBezTo>
                  <a:pt x="3300" y="1507"/>
                  <a:pt x="3299" y="1510"/>
                  <a:pt x="3297" y="1513"/>
                </a:cubicBezTo>
                <a:cubicBezTo>
                  <a:pt x="3293" y="1537"/>
                  <a:pt x="3285" y="1538"/>
                  <a:pt x="3290" y="1544"/>
                </a:cubicBezTo>
                <a:cubicBezTo>
                  <a:pt x="3287" y="1572"/>
                  <a:pt x="3276" y="1576"/>
                  <a:pt x="3281" y="1585"/>
                </a:cubicBezTo>
                <a:cubicBezTo>
                  <a:pt x="3277" y="1633"/>
                  <a:pt x="3271" y="1638"/>
                  <a:pt x="3275" y="1646"/>
                </a:cubicBezTo>
                <a:cubicBezTo>
                  <a:pt x="3268" y="1674"/>
                  <a:pt x="3272" y="1682"/>
                  <a:pt x="3268" y="1688"/>
                </a:cubicBezTo>
                <a:cubicBezTo>
                  <a:pt x="3263" y="1723"/>
                  <a:pt x="3269" y="1728"/>
                  <a:pt x="3266" y="1730"/>
                </a:cubicBezTo>
                <a:cubicBezTo>
                  <a:pt x="3271" y="1746"/>
                  <a:pt x="3274" y="1743"/>
                  <a:pt x="3269" y="1737"/>
                </a:cubicBezTo>
                <a:cubicBezTo>
                  <a:pt x="3272" y="1680"/>
                  <a:pt x="3280" y="1672"/>
                  <a:pt x="3278" y="1661"/>
                </a:cubicBezTo>
                <a:cubicBezTo>
                  <a:pt x="3282" y="1626"/>
                  <a:pt x="3284" y="1622"/>
                  <a:pt x="3283" y="1617"/>
                </a:cubicBezTo>
                <a:cubicBezTo>
                  <a:pt x="3289" y="1561"/>
                  <a:pt x="3298" y="1553"/>
                  <a:pt x="3298" y="1543"/>
                </a:cubicBezTo>
                <a:cubicBezTo>
                  <a:pt x="3308" y="1499"/>
                  <a:pt x="3315" y="1485"/>
                  <a:pt x="3316" y="1469"/>
                </a:cubicBezTo>
                <a:cubicBezTo>
                  <a:pt x="3325" y="1431"/>
                  <a:pt x="3330" y="1428"/>
                  <a:pt x="3331" y="1425"/>
                </a:cubicBezTo>
                <a:cubicBezTo>
                  <a:pt x="3340" y="1376"/>
                  <a:pt x="3345" y="1373"/>
                  <a:pt x="3343" y="1369"/>
                </a:cubicBezTo>
                <a:cubicBezTo>
                  <a:pt x="3349" y="1326"/>
                  <a:pt x="3347" y="1318"/>
                  <a:pt x="3352" y="1312"/>
                </a:cubicBezTo>
                <a:cubicBezTo>
                  <a:pt x="3355" y="1256"/>
                  <a:pt x="3358" y="1249"/>
                  <a:pt x="3354" y="1240"/>
                </a:cubicBezTo>
                <a:cubicBezTo>
                  <a:pt x="3356" y="1187"/>
                  <a:pt x="3353" y="1182"/>
                  <a:pt x="3352" y="1178"/>
                </a:cubicBezTo>
                <a:cubicBezTo>
                  <a:pt x="3350" y="1152"/>
                  <a:pt x="3358" y="1157"/>
                  <a:pt x="3365" y="1163"/>
                </a:cubicBezTo>
                <a:cubicBezTo>
                  <a:pt x="3365" y="1201"/>
                  <a:pt x="3368" y="1206"/>
                  <a:pt x="3367" y="1210"/>
                </a:cubicBezTo>
                <a:cubicBezTo>
                  <a:pt x="3365" y="1266"/>
                  <a:pt x="3369" y="1274"/>
                  <a:pt x="3367" y="1281"/>
                </a:cubicBezTo>
                <a:cubicBezTo>
                  <a:pt x="3359" y="1358"/>
                  <a:pt x="3362" y="1365"/>
                  <a:pt x="3360" y="1370"/>
                </a:cubicBezTo>
                <a:cubicBezTo>
                  <a:pt x="3357" y="1401"/>
                  <a:pt x="3353" y="1413"/>
                  <a:pt x="3354" y="1426"/>
                </a:cubicBezTo>
                <a:cubicBezTo>
                  <a:pt x="3342" y="1462"/>
                  <a:pt x="3341" y="1465"/>
                  <a:pt x="3339" y="1467"/>
                </a:cubicBezTo>
                <a:cubicBezTo>
                  <a:pt x="3337" y="1487"/>
                  <a:pt x="3329" y="1488"/>
                  <a:pt x="3332" y="1493"/>
                </a:cubicBezTo>
                <a:cubicBezTo>
                  <a:pt x="3311" y="1584"/>
                  <a:pt x="3307" y="1589"/>
                  <a:pt x="3306" y="1595"/>
                </a:cubicBezTo>
                <a:cubicBezTo>
                  <a:pt x="3297" y="1642"/>
                  <a:pt x="3295" y="1653"/>
                  <a:pt x="3297" y="1666"/>
                </a:cubicBezTo>
                <a:cubicBezTo>
                  <a:pt x="3296" y="1697"/>
                  <a:pt x="3297" y="1701"/>
                  <a:pt x="3300" y="1705"/>
                </a:cubicBezTo>
                <a:cubicBezTo>
                  <a:pt x="3307" y="1683"/>
                  <a:pt x="3299" y="1675"/>
                  <a:pt x="3305" y="1670"/>
                </a:cubicBezTo>
                <a:cubicBezTo>
                  <a:pt x="3314" y="1592"/>
                  <a:pt x="3317" y="1587"/>
                  <a:pt x="3320" y="1582"/>
                </a:cubicBezTo>
                <a:cubicBezTo>
                  <a:pt x="3327" y="1544"/>
                  <a:pt x="3331" y="1542"/>
                  <a:pt x="3331" y="1540"/>
                </a:cubicBezTo>
                <a:cubicBezTo>
                  <a:pt x="3333" y="1506"/>
                  <a:pt x="3344" y="1502"/>
                  <a:pt x="3342" y="1496"/>
                </a:cubicBezTo>
                <a:cubicBezTo>
                  <a:pt x="3368" y="1406"/>
                  <a:pt x="3367" y="1399"/>
                  <a:pt x="3368" y="1393"/>
                </a:cubicBezTo>
                <a:cubicBezTo>
                  <a:pt x="3372" y="1369"/>
                  <a:pt x="3370" y="1362"/>
                  <a:pt x="3374" y="1357"/>
                </a:cubicBezTo>
                <a:cubicBezTo>
                  <a:pt x="3370" y="1333"/>
                  <a:pt x="3376" y="1331"/>
                  <a:pt x="3374" y="1327"/>
                </a:cubicBezTo>
                <a:cubicBezTo>
                  <a:pt x="3375" y="1290"/>
                  <a:pt x="3379" y="1285"/>
                  <a:pt x="3375" y="1277"/>
                </a:cubicBezTo>
                <a:cubicBezTo>
                  <a:pt x="3380" y="1210"/>
                  <a:pt x="3373" y="1201"/>
                  <a:pt x="3378" y="1196"/>
                </a:cubicBezTo>
                <a:cubicBezTo>
                  <a:pt x="3387" y="1254"/>
                  <a:pt x="3398" y="1267"/>
                  <a:pt x="3391" y="1276"/>
                </a:cubicBezTo>
                <a:cubicBezTo>
                  <a:pt x="3393" y="1294"/>
                  <a:pt x="3394" y="1297"/>
                  <a:pt x="3390" y="1298"/>
                </a:cubicBezTo>
                <a:cubicBezTo>
                  <a:pt x="3386" y="1342"/>
                  <a:pt x="3393" y="1349"/>
                  <a:pt x="3389" y="1354"/>
                </a:cubicBezTo>
                <a:cubicBezTo>
                  <a:pt x="3387" y="1405"/>
                  <a:pt x="3377" y="1408"/>
                  <a:pt x="3380" y="1414"/>
                </a:cubicBezTo>
                <a:cubicBezTo>
                  <a:pt x="3373" y="1448"/>
                  <a:pt x="3368" y="1452"/>
                  <a:pt x="3369" y="1458"/>
                </a:cubicBezTo>
                <a:cubicBezTo>
                  <a:pt x="3348" y="1506"/>
                  <a:pt x="3357" y="1514"/>
                  <a:pt x="3351" y="1517"/>
                </a:cubicBezTo>
                <a:cubicBezTo>
                  <a:pt x="3346" y="1537"/>
                  <a:pt x="3342" y="1541"/>
                  <a:pt x="3344" y="1546"/>
                </a:cubicBezTo>
                <a:cubicBezTo>
                  <a:pt x="3339" y="1563"/>
                  <a:pt x="3338" y="1565"/>
                  <a:pt x="3336" y="1567"/>
                </a:cubicBezTo>
                <a:cubicBezTo>
                  <a:pt x="3327" y="1612"/>
                  <a:pt x="3322" y="1615"/>
                  <a:pt x="3323" y="1621"/>
                </a:cubicBezTo>
                <a:cubicBezTo>
                  <a:pt x="3319" y="1641"/>
                  <a:pt x="3315" y="1645"/>
                  <a:pt x="3319" y="1651"/>
                </a:cubicBezTo>
                <a:cubicBezTo>
                  <a:pt x="3313" y="1707"/>
                  <a:pt x="3315" y="1719"/>
                  <a:pt x="3311" y="1729"/>
                </a:cubicBezTo>
                <a:cubicBezTo>
                  <a:pt x="3316" y="1758"/>
                  <a:pt x="3318" y="1763"/>
                  <a:pt x="3316" y="1767"/>
                </a:cubicBezTo>
                <a:cubicBezTo>
                  <a:pt x="3321" y="1777"/>
                  <a:pt x="3325" y="1764"/>
                  <a:pt x="3316" y="1748"/>
                </a:cubicBezTo>
                <a:cubicBezTo>
                  <a:pt x="3319" y="1710"/>
                  <a:pt x="3319" y="1706"/>
                  <a:pt x="3320" y="1702"/>
                </a:cubicBezTo>
                <a:cubicBezTo>
                  <a:pt x="3317" y="1662"/>
                  <a:pt x="3326" y="1661"/>
                  <a:pt x="3321" y="1655"/>
                </a:cubicBezTo>
                <a:cubicBezTo>
                  <a:pt x="3331" y="1625"/>
                  <a:pt x="3332" y="1621"/>
                  <a:pt x="3333" y="1618"/>
                </a:cubicBezTo>
                <a:cubicBezTo>
                  <a:pt x="3354" y="1553"/>
                  <a:pt x="3353" y="1545"/>
                  <a:pt x="3355" y="1537"/>
                </a:cubicBezTo>
                <a:cubicBezTo>
                  <a:pt x="3359" y="1510"/>
                  <a:pt x="3369" y="1509"/>
                  <a:pt x="3366" y="1504"/>
                </a:cubicBezTo>
                <a:cubicBezTo>
                  <a:pt x="3373" y="1465"/>
                  <a:pt x="3384" y="1464"/>
                  <a:pt x="3378" y="1458"/>
                </a:cubicBezTo>
                <a:cubicBezTo>
                  <a:pt x="3390" y="1433"/>
                  <a:pt x="3381" y="1427"/>
                  <a:pt x="3389" y="1425"/>
                </a:cubicBezTo>
                <a:cubicBezTo>
                  <a:pt x="3399" y="1371"/>
                  <a:pt x="3400" y="1367"/>
                  <a:pt x="3399" y="1362"/>
                </a:cubicBezTo>
                <a:cubicBezTo>
                  <a:pt x="3402" y="1354"/>
                  <a:pt x="3405" y="1359"/>
                  <a:pt x="3406" y="1363"/>
                </a:cubicBezTo>
                <a:cubicBezTo>
                  <a:pt x="3407" y="1409"/>
                  <a:pt x="3398" y="1411"/>
                  <a:pt x="3403" y="1417"/>
                </a:cubicBezTo>
                <a:cubicBezTo>
                  <a:pt x="3397" y="1447"/>
                  <a:pt x="3396" y="1452"/>
                  <a:pt x="3396" y="1456"/>
                </a:cubicBezTo>
                <a:cubicBezTo>
                  <a:pt x="3371" y="1591"/>
                  <a:pt x="3367" y="1595"/>
                  <a:pt x="3366" y="1599"/>
                </a:cubicBezTo>
                <a:cubicBezTo>
                  <a:pt x="3363" y="1632"/>
                  <a:pt x="3356" y="1639"/>
                  <a:pt x="3361" y="1649"/>
                </a:cubicBezTo>
                <a:cubicBezTo>
                  <a:pt x="3355" y="1669"/>
                  <a:pt x="3358" y="1672"/>
                  <a:pt x="3356" y="1673"/>
                </a:cubicBezTo>
                <a:cubicBezTo>
                  <a:pt x="3352" y="1690"/>
                  <a:pt x="3360" y="1687"/>
                  <a:pt x="3361" y="1682"/>
                </a:cubicBezTo>
                <a:cubicBezTo>
                  <a:pt x="3372" y="1622"/>
                  <a:pt x="3371" y="1610"/>
                  <a:pt x="3374" y="1600"/>
                </a:cubicBezTo>
                <a:cubicBezTo>
                  <a:pt x="3382" y="1565"/>
                  <a:pt x="3383" y="1563"/>
                  <a:pt x="3385" y="1561"/>
                </a:cubicBezTo>
                <a:cubicBezTo>
                  <a:pt x="3392" y="1525"/>
                  <a:pt x="3396" y="1515"/>
                  <a:pt x="3399" y="1504"/>
                </a:cubicBezTo>
                <a:cubicBezTo>
                  <a:pt x="3409" y="1484"/>
                  <a:pt x="3400" y="1475"/>
                  <a:pt x="3404" y="1471"/>
                </a:cubicBezTo>
                <a:cubicBezTo>
                  <a:pt x="3407" y="1422"/>
                  <a:pt x="3415" y="1422"/>
                  <a:pt x="3417" y="1422"/>
                </a:cubicBezTo>
                <a:cubicBezTo>
                  <a:pt x="3414" y="1376"/>
                  <a:pt x="3413" y="1364"/>
                  <a:pt x="3416" y="1352"/>
                </a:cubicBezTo>
                <a:cubicBezTo>
                  <a:pt x="3415" y="1319"/>
                  <a:pt x="3409" y="1310"/>
                  <a:pt x="3412" y="1302"/>
                </a:cubicBezTo>
                <a:cubicBezTo>
                  <a:pt x="3410" y="1257"/>
                  <a:pt x="3415" y="1264"/>
                  <a:pt x="3415" y="1270"/>
                </a:cubicBezTo>
                <a:cubicBezTo>
                  <a:pt x="3433" y="1332"/>
                  <a:pt x="3430" y="1341"/>
                  <a:pt x="3435" y="1352"/>
                </a:cubicBezTo>
                <a:cubicBezTo>
                  <a:pt x="3435" y="1387"/>
                  <a:pt x="3432" y="1391"/>
                  <a:pt x="3436" y="1398"/>
                </a:cubicBezTo>
                <a:cubicBezTo>
                  <a:pt x="3432" y="1431"/>
                  <a:pt x="3436" y="1435"/>
                  <a:pt x="3431" y="1436"/>
                </a:cubicBezTo>
                <a:cubicBezTo>
                  <a:pt x="3428" y="1480"/>
                  <a:pt x="3430" y="1482"/>
                  <a:pt x="3432" y="1485"/>
                </a:cubicBezTo>
                <a:cubicBezTo>
                  <a:pt x="3427" y="1515"/>
                  <a:pt x="3428" y="1521"/>
                  <a:pt x="3424" y="1525"/>
                </a:cubicBezTo>
                <a:cubicBezTo>
                  <a:pt x="3417" y="1579"/>
                  <a:pt x="3414" y="1583"/>
                  <a:pt x="3417" y="1589"/>
                </a:cubicBezTo>
                <a:cubicBezTo>
                  <a:pt x="3403" y="1642"/>
                  <a:pt x="3402" y="1647"/>
                  <a:pt x="3402" y="1653"/>
                </a:cubicBezTo>
                <a:cubicBezTo>
                  <a:pt x="3390" y="1687"/>
                  <a:pt x="3394" y="1691"/>
                  <a:pt x="3389" y="1693"/>
                </a:cubicBezTo>
                <a:cubicBezTo>
                  <a:pt x="3375" y="1737"/>
                  <a:pt x="3375" y="1740"/>
                  <a:pt x="3377" y="1743"/>
                </a:cubicBezTo>
                <a:cubicBezTo>
                  <a:pt x="3364" y="1778"/>
                  <a:pt x="3370" y="1792"/>
                  <a:pt x="3361" y="1802"/>
                </a:cubicBezTo>
                <a:cubicBezTo>
                  <a:pt x="3361" y="1851"/>
                  <a:pt x="3364" y="1854"/>
                  <a:pt x="3362" y="1856"/>
                </a:cubicBezTo>
                <a:cubicBezTo>
                  <a:pt x="3366" y="1823"/>
                  <a:pt x="3372" y="1815"/>
                  <a:pt x="3367" y="1803"/>
                </a:cubicBezTo>
                <a:cubicBezTo>
                  <a:pt x="3376" y="1771"/>
                  <a:pt x="3375" y="1768"/>
                  <a:pt x="3379" y="1767"/>
                </a:cubicBezTo>
                <a:cubicBezTo>
                  <a:pt x="3383" y="1736"/>
                  <a:pt x="3387" y="1732"/>
                  <a:pt x="3390" y="1728"/>
                </a:cubicBezTo>
                <a:cubicBezTo>
                  <a:pt x="3397" y="1691"/>
                  <a:pt x="3403" y="1687"/>
                  <a:pt x="3404" y="1681"/>
                </a:cubicBezTo>
                <a:cubicBezTo>
                  <a:pt x="3411" y="1650"/>
                  <a:pt x="3412" y="1647"/>
                  <a:pt x="3413" y="1644"/>
                </a:cubicBezTo>
                <a:cubicBezTo>
                  <a:pt x="3415" y="1620"/>
                  <a:pt x="3422" y="1618"/>
                  <a:pt x="3417" y="1614"/>
                </a:cubicBezTo>
                <a:cubicBezTo>
                  <a:pt x="3423" y="1579"/>
                  <a:pt x="3434" y="1575"/>
                  <a:pt x="3429" y="1566"/>
                </a:cubicBezTo>
                <a:cubicBezTo>
                  <a:pt x="3436" y="1500"/>
                  <a:pt x="3438" y="1494"/>
                  <a:pt x="3441" y="1488"/>
                </a:cubicBezTo>
                <a:cubicBezTo>
                  <a:pt x="3442" y="1464"/>
                  <a:pt x="3441" y="1460"/>
                  <a:pt x="3440" y="1456"/>
                </a:cubicBezTo>
                <a:cubicBezTo>
                  <a:pt x="3448" y="1401"/>
                  <a:pt x="3441" y="1392"/>
                  <a:pt x="3446" y="1387"/>
                </a:cubicBezTo>
                <a:cubicBezTo>
                  <a:pt x="3451" y="1376"/>
                  <a:pt x="3448" y="1380"/>
                  <a:pt x="3448" y="1385"/>
                </a:cubicBezTo>
                <a:cubicBezTo>
                  <a:pt x="3445" y="1422"/>
                  <a:pt x="3452" y="1429"/>
                  <a:pt x="3452" y="1435"/>
                </a:cubicBezTo>
                <a:cubicBezTo>
                  <a:pt x="3455" y="1495"/>
                  <a:pt x="3447" y="1500"/>
                  <a:pt x="3450" y="1508"/>
                </a:cubicBezTo>
                <a:cubicBezTo>
                  <a:pt x="3441" y="1592"/>
                  <a:pt x="3429" y="1592"/>
                  <a:pt x="3436" y="1598"/>
                </a:cubicBezTo>
                <a:cubicBezTo>
                  <a:pt x="3423" y="1621"/>
                  <a:pt x="3439" y="1621"/>
                  <a:pt x="3432" y="1624"/>
                </a:cubicBezTo>
                <a:cubicBezTo>
                  <a:pt x="3413" y="1657"/>
                  <a:pt x="3429" y="1660"/>
                  <a:pt x="3423" y="1662"/>
                </a:cubicBezTo>
                <a:cubicBezTo>
                  <a:pt x="3410" y="1689"/>
                  <a:pt x="3409" y="1694"/>
                  <a:pt x="3412" y="1699"/>
                </a:cubicBezTo>
                <a:cubicBezTo>
                  <a:pt x="3404" y="1734"/>
                  <a:pt x="3393" y="1739"/>
                  <a:pt x="3398" y="1748"/>
                </a:cubicBezTo>
                <a:cubicBezTo>
                  <a:pt x="3395" y="1763"/>
                  <a:pt x="3390" y="1766"/>
                  <a:pt x="3392" y="1770"/>
                </a:cubicBezTo>
                <a:cubicBezTo>
                  <a:pt x="3387" y="1817"/>
                  <a:pt x="3388" y="1815"/>
                  <a:pt x="3389" y="1813"/>
                </a:cubicBezTo>
                <a:cubicBezTo>
                  <a:pt x="3396" y="1778"/>
                  <a:pt x="3400" y="1768"/>
                  <a:pt x="3398" y="1756"/>
                </a:cubicBezTo>
                <a:cubicBezTo>
                  <a:pt x="3410" y="1730"/>
                  <a:pt x="3405" y="1725"/>
                  <a:pt x="3412" y="1723"/>
                </a:cubicBezTo>
                <a:cubicBezTo>
                  <a:pt x="3424" y="1695"/>
                  <a:pt x="3419" y="1691"/>
                  <a:pt x="3422" y="1688"/>
                </a:cubicBezTo>
                <a:cubicBezTo>
                  <a:pt x="3441" y="1607"/>
                  <a:pt x="3447" y="1598"/>
                  <a:pt x="3446" y="1586"/>
                </a:cubicBezTo>
                <a:cubicBezTo>
                  <a:pt x="3457" y="1512"/>
                  <a:pt x="3462" y="1503"/>
                  <a:pt x="3460" y="1491"/>
                </a:cubicBezTo>
                <a:cubicBezTo>
                  <a:pt x="3461" y="1440"/>
                  <a:pt x="3458" y="1436"/>
                  <a:pt x="3463" y="1435"/>
                </a:cubicBezTo>
                <a:cubicBezTo>
                  <a:pt x="3462" y="1404"/>
                  <a:pt x="3459" y="1398"/>
                  <a:pt x="3460" y="1392"/>
                </a:cubicBezTo>
                <a:cubicBezTo>
                  <a:pt x="3458" y="1367"/>
                  <a:pt x="3470" y="1372"/>
                  <a:pt x="3475" y="1379"/>
                </a:cubicBezTo>
                <a:cubicBezTo>
                  <a:pt x="3480" y="1425"/>
                  <a:pt x="3483" y="1430"/>
                  <a:pt x="3479" y="1434"/>
                </a:cubicBezTo>
                <a:cubicBezTo>
                  <a:pt x="3482" y="1457"/>
                  <a:pt x="3478" y="1458"/>
                  <a:pt x="3478" y="1461"/>
                </a:cubicBezTo>
                <a:cubicBezTo>
                  <a:pt x="3476" y="1491"/>
                  <a:pt x="3479" y="1496"/>
                  <a:pt x="3478" y="1500"/>
                </a:cubicBezTo>
                <a:cubicBezTo>
                  <a:pt x="3470" y="1576"/>
                  <a:pt x="3467" y="1583"/>
                  <a:pt x="3467" y="1591"/>
                </a:cubicBezTo>
                <a:cubicBezTo>
                  <a:pt x="3464" y="1606"/>
                  <a:pt x="3461" y="1609"/>
                  <a:pt x="3461" y="1613"/>
                </a:cubicBezTo>
                <a:cubicBezTo>
                  <a:pt x="3454" y="1638"/>
                  <a:pt x="3454" y="1642"/>
                  <a:pt x="3449" y="1645"/>
                </a:cubicBezTo>
                <a:cubicBezTo>
                  <a:pt x="3438" y="1688"/>
                  <a:pt x="3436" y="1699"/>
                  <a:pt x="3431" y="1710"/>
                </a:cubicBezTo>
                <a:cubicBezTo>
                  <a:pt x="3427" y="1749"/>
                  <a:pt x="3419" y="1753"/>
                  <a:pt x="3421" y="1759"/>
                </a:cubicBezTo>
                <a:cubicBezTo>
                  <a:pt x="3414" y="1798"/>
                  <a:pt x="3406" y="1801"/>
                  <a:pt x="3408" y="1808"/>
                </a:cubicBezTo>
                <a:cubicBezTo>
                  <a:pt x="3398" y="1886"/>
                  <a:pt x="3391" y="1896"/>
                  <a:pt x="3394" y="1908"/>
                </a:cubicBezTo>
                <a:cubicBezTo>
                  <a:pt x="3390" y="1927"/>
                  <a:pt x="3395" y="1932"/>
                  <a:pt x="3393" y="1934"/>
                </a:cubicBezTo>
                <a:cubicBezTo>
                  <a:pt x="3390" y="1966"/>
                  <a:pt x="3394" y="1974"/>
                  <a:pt x="3392" y="1981"/>
                </a:cubicBezTo>
                <a:cubicBezTo>
                  <a:pt x="3388" y="2028"/>
                  <a:pt x="3392" y="2036"/>
                  <a:pt x="3392" y="2043"/>
                </a:cubicBezTo>
                <a:cubicBezTo>
                  <a:pt x="3401" y="2091"/>
                  <a:pt x="3402" y="2095"/>
                  <a:pt x="3405" y="2099"/>
                </a:cubicBezTo>
                <a:cubicBezTo>
                  <a:pt x="3401" y="2074"/>
                  <a:pt x="3404" y="2067"/>
                  <a:pt x="3397" y="2057"/>
                </a:cubicBezTo>
                <a:cubicBezTo>
                  <a:pt x="3400" y="1997"/>
                  <a:pt x="3395" y="1981"/>
                  <a:pt x="3401" y="1967"/>
                </a:cubicBezTo>
                <a:cubicBezTo>
                  <a:pt x="3408" y="1929"/>
                  <a:pt x="3404" y="1925"/>
                  <a:pt x="3409" y="1924"/>
                </a:cubicBezTo>
                <a:cubicBezTo>
                  <a:pt x="3415" y="1896"/>
                  <a:pt x="3417" y="1889"/>
                  <a:pt x="3421" y="1882"/>
                </a:cubicBezTo>
                <a:cubicBezTo>
                  <a:pt x="3432" y="1848"/>
                  <a:pt x="3435" y="1845"/>
                  <a:pt x="3435" y="1841"/>
                </a:cubicBezTo>
                <a:cubicBezTo>
                  <a:pt x="3464" y="1774"/>
                  <a:pt x="3463" y="1766"/>
                  <a:pt x="3468" y="1760"/>
                </a:cubicBezTo>
                <a:cubicBezTo>
                  <a:pt x="3481" y="1724"/>
                  <a:pt x="3478" y="1719"/>
                  <a:pt x="3482" y="1716"/>
                </a:cubicBezTo>
                <a:cubicBezTo>
                  <a:pt x="3494" y="1652"/>
                  <a:pt x="3496" y="1648"/>
                  <a:pt x="3495" y="1643"/>
                </a:cubicBezTo>
                <a:cubicBezTo>
                  <a:pt x="3500" y="1623"/>
                  <a:pt x="3502" y="1622"/>
                  <a:pt x="3500" y="1619"/>
                </a:cubicBezTo>
                <a:cubicBezTo>
                  <a:pt x="3506" y="1577"/>
                  <a:pt x="3508" y="1573"/>
                  <a:pt x="3506" y="1568"/>
                </a:cubicBezTo>
                <a:cubicBezTo>
                  <a:pt x="3512" y="1540"/>
                  <a:pt x="3511" y="1535"/>
                  <a:pt x="3513" y="1532"/>
                </a:cubicBezTo>
                <a:cubicBezTo>
                  <a:pt x="3515" y="1572"/>
                  <a:pt x="3510" y="1584"/>
                  <a:pt x="3515" y="1599"/>
                </a:cubicBezTo>
                <a:cubicBezTo>
                  <a:pt x="3504" y="1650"/>
                  <a:pt x="3506" y="1658"/>
                  <a:pt x="3504" y="1665"/>
                </a:cubicBezTo>
                <a:cubicBezTo>
                  <a:pt x="3496" y="1703"/>
                  <a:pt x="3488" y="1716"/>
                  <a:pt x="3485" y="1731"/>
                </a:cubicBezTo>
                <a:cubicBezTo>
                  <a:pt x="3479" y="1756"/>
                  <a:pt x="3474" y="1759"/>
                  <a:pt x="3476" y="1763"/>
                </a:cubicBezTo>
                <a:cubicBezTo>
                  <a:pt x="3463" y="1803"/>
                  <a:pt x="3464" y="1811"/>
                  <a:pt x="3457" y="1818"/>
                </a:cubicBezTo>
                <a:cubicBezTo>
                  <a:pt x="3452" y="1843"/>
                  <a:pt x="3449" y="1846"/>
                  <a:pt x="3449" y="1850"/>
                </a:cubicBezTo>
                <a:cubicBezTo>
                  <a:pt x="3437" y="1873"/>
                  <a:pt x="3443" y="1879"/>
                  <a:pt x="3440" y="1882"/>
                </a:cubicBezTo>
                <a:cubicBezTo>
                  <a:pt x="3435" y="1913"/>
                  <a:pt x="3436" y="1921"/>
                  <a:pt x="3433" y="1927"/>
                </a:cubicBezTo>
                <a:cubicBezTo>
                  <a:pt x="3431" y="1993"/>
                  <a:pt x="3438" y="2005"/>
                  <a:pt x="3437" y="2015"/>
                </a:cubicBezTo>
                <a:cubicBezTo>
                  <a:pt x="3445" y="2068"/>
                  <a:pt x="3449" y="2081"/>
                  <a:pt x="3454" y="2079"/>
                </a:cubicBezTo>
                <a:cubicBezTo>
                  <a:pt x="3446" y="2029"/>
                  <a:pt x="3445" y="2025"/>
                  <a:pt x="3442" y="2020"/>
                </a:cubicBezTo>
                <a:cubicBezTo>
                  <a:pt x="3442" y="1992"/>
                  <a:pt x="3443" y="1983"/>
                  <a:pt x="3440" y="1973"/>
                </a:cubicBezTo>
                <a:cubicBezTo>
                  <a:pt x="3445" y="1909"/>
                  <a:pt x="3446" y="1899"/>
                  <a:pt x="3445" y="1891"/>
                </a:cubicBezTo>
                <a:cubicBezTo>
                  <a:pt x="3461" y="1854"/>
                  <a:pt x="3460" y="1850"/>
                  <a:pt x="3460" y="1846"/>
                </a:cubicBezTo>
                <a:cubicBezTo>
                  <a:pt x="3475" y="1793"/>
                  <a:pt x="3479" y="1786"/>
                  <a:pt x="3482" y="1779"/>
                </a:cubicBezTo>
                <a:cubicBezTo>
                  <a:pt x="3507" y="1698"/>
                  <a:pt x="3509" y="1684"/>
                  <a:pt x="3513" y="1671"/>
                </a:cubicBezTo>
                <a:cubicBezTo>
                  <a:pt x="3520" y="1649"/>
                  <a:pt x="3514" y="1643"/>
                  <a:pt x="3518" y="1641"/>
                </a:cubicBezTo>
                <a:cubicBezTo>
                  <a:pt x="3521" y="1601"/>
                  <a:pt x="3525" y="1595"/>
                  <a:pt x="3522" y="1586"/>
                </a:cubicBezTo>
                <a:cubicBezTo>
                  <a:pt x="3525" y="1554"/>
                  <a:pt x="3525" y="1552"/>
                  <a:pt x="3523" y="1550"/>
                </a:cubicBezTo>
                <a:cubicBezTo>
                  <a:pt x="3531" y="1579"/>
                  <a:pt x="3531" y="1583"/>
                  <a:pt x="3531" y="1587"/>
                </a:cubicBezTo>
                <a:cubicBezTo>
                  <a:pt x="3529" y="1651"/>
                  <a:pt x="3527" y="1653"/>
                  <a:pt x="3529" y="1656"/>
                </a:cubicBezTo>
                <a:cubicBezTo>
                  <a:pt x="3522" y="1684"/>
                  <a:pt x="3521" y="1689"/>
                  <a:pt x="3521" y="1694"/>
                </a:cubicBezTo>
                <a:cubicBezTo>
                  <a:pt x="3516" y="1729"/>
                  <a:pt x="3504" y="1731"/>
                  <a:pt x="3507" y="1737"/>
                </a:cubicBezTo>
                <a:cubicBezTo>
                  <a:pt x="3498" y="1768"/>
                  <a:pt x="3498" y="1771"/>
                  <a:pt x="3498" y="1773"/>
                </a:cubicBezTo>
                <a:cubicBezTo>
                  <a:pt x="3485" y="1804"/>
                  <a:pt x="3490" y="1816"/>
                  <a:pt x="3483" y="1825"/>
                </a:cubicBezTo>
                <a:cubicBezTo>
                  <a:pt x="3480" y="1845"/>
                  <a:pt x="3479" y="1850"/>
                  <a:pt x="3479" y="1855"/>
                </a:cubicBezTo>
                <a:cubicBezTo>
                  <a:pt x="3475" y="1908"/>
                  <a:pt x="3465" y="1910"/>
                  <a:pt x="3470" y="1917"/>
                </a:cubicBezTo>
                <a:cubicBezTo>
                  <a:pt x="3465" y="1968"/>
                  <a:pt x="3468" y="1974"/>
                  <a:pt x="3464" y="1978"/>
                </a:cubicBezTo>
                <a:cubicBezTo>
                  <a:pt x="3472" y="2023"/>
                  <a:pt x="3468" y="2033"/>
                  <a:pt x="3472" y="2044"/>
                </a:cubicBezTo>
                <a:cubicBezTo>
                  <a:pt x="3481" y="2100"/>
                  <a:pt x="3492" y="2101"/>
                  <a:pt x="3486" y="2107"/>
                </a:cubicBezTo>
                <a:cubicBezTo>
                  <a:pt x="3498" y="2137"/>
                  <a:pt x="3500" y="2142"/>
                  <a:pt x="3503" y="2141"/>
                </a:cubicBezTo>
                <a:cubicBezTo>
                  <a:pt x="3487" y="2075"/>
                  <a:pt x="3484" y="2068"/>
                  <a:pt x="3482" y="2061"/>
                </a:cubicBezTo>
                <a:cubicBezTo>
                  <a:pt x="3474" y="2027"/>
                  <a:pt x="3481" y="2026"/>
                  <a:pt x="3478" y="2022"/>
                </a:cubicBezTo>
                <a:cubicBezTo>
                  <a:pt x="3476" y="1955"/>
                  <a:pt x="3478" y="1948"/>
                  <a:pt x="3476" y="1941"/>
                </a:cubicBezTo>
                <a:cubicBezTo>
                  <a:pt x="3484" y="1875"/>
                  <a:pt x="3485" y="1872"/>
                  <a:pt x="3487" y="1869"/>
                </a:cubicBezTo>
                <a:cubicBezTo>
                  <a:pt x="3489" y="1844"/>
                  <a:pt x="3495" y="1842"/>
                  <a:pt x="3490" y="1837"/>
                </a:cubicBezTo>
                <a:cubicBezTo>
                  <a:pt x="3500" y="1788"/>
                  <a:pt x="3510" y="1762"/>
                  <a:pt x="3520" y="1735"/>
                </a:cubicBezTo>
                <a:cubicBezTo>
                  <a:pt x="3536" y="1682"/>
                  <a:pt x="3530" y="1677"/>
                  <a:pt x="3535" y="1675"/>
                </a:cubicBezTo>
                <a:cubicBezTo>
                  <a:pt x="3539" y="1659"/>
                  <a:pt x="3538" y="1655"/>
                  <a:pt x="3541" y="1658"/>
                </a:cubicBezTo>
                <a:cubicBezTo>
                  <a:pt x="3517" y="1789"/>
                  <a:pt x="3524" y="1796"/>
                  <a:pt x="3518" y="1799"/>
                </a:cubicBezTo>
                <a:cubicBezTo>
                  <a:pt x="3515" y="1821"/>
                  <a:pt x="3511" y="1825"/>
                  <a:pt x="3515" y="1831"/>
                </a:cubicBezTo>
                <a:cubicBezTo>
                  <a:pt x="3509" y="1869"/>
                  <a:pt x="3503" y="1873"/>
                  <a:pt x="3507" y="1880"/>
                </a:cubicBezTo>
                <a:cubicBezTo>
                  <a:pt x="3503" y="1908"/>
                  <a:pt x="3500" y="1910"/>
                  <a:pt x="3501" y="1913"/>
                </a:cubicBezTo>
                <a:cubicBezTo>
                  <a:pt x="3498" y="1956"/>
                  <a:pt x="3499" y="1968"/>
                  <a:pt x="3500" y="1979"/>
                </a:cubicBezTo>
                <a:cubicBezTo>
                  <a:pt x="3506" y="2052"/>
                  <a:pt x="3514" y="2059"/>
                  <a:pt x="3510" y="2063"/>
                </a:cubicBezTo>
                <a:cubicBezTo>
                  <a:pt x="3538" y="2132"/>
                  <a:pt x="3538" y="2143"/>
                  <a:pt x="3548" y="2157"/>
                </a:cubicBezTo>
                <a:cubicBezTo>
                  <a:pt x="3547" y="2144"/>
                  <a:pt x="3540" y="2128"/>
                  <a:pt x="3532" y="2111"/>
                </a:cubicBezTo>
                <a:cubicBezTo>
                  <a:pt x="3530" y="2090"/>
                  <a:pt x="3523" y="2082"/>
                  <a:pt x="3523" y="2076"/>
                </a:cubicBezTo>
                <a:cubicBezTo>
                  <a:pt x="3515" y="2007"/>
                  <a:pt x="3512" y="2002"/>
                  <a:pt x="3511" y="1998"/>
                </a:cubicBezTo>
                <a:cubicBezTo>
                  <a:pt x="3511" y="1925"/>
                  <a:pt x="3511" y="1917"/>
                  <a:pt x="3513" y="1909"/>
                </a:cubicBezTo>
                <a:cubicBezTo>
                  <a:pt x="3519" y="1876"/>
                  <a:pt x="3513" y="1866"/>
                  <a:pt x="3519" y="1859"/>
                </a:cubicBezTo>
                <a:cubicBezTo>
                  <a:pt x="3526" y="1827"/>
                  <a:pt x="3521" y="1817"/>
                  <a:pt x="3527" y="1811"/>
                </a:cubicBezTo>
                <a:cubicBezTo>
                  <a:pt x="3533" y="1769"/>
                  <a:pt x="3540" y="1767"/>
                  <a:pt x="3537" y="1761"/>
                </a:cubicBezTo>
                <a:cubicBezTo>
                  <a:pt x="3544" y="1729"/>
                  <a:pt x="3544" y="1721"/>
                  <a:pt x="3545" y="1713"/>
                </a:cubicBezTo>
                <a:cubicBezTo>
                  <a:pt x="3553" y="1672"/>
                  <a:pt x="3550" y="1667"/>
                  <a:pt x="3552" y="1662"/>
                </a:cubicBezTo>
                <a:cubicBezTo>
                  <a:pt x="3554" y="1642"/>
                  <a:pt x="3553" y="1638"/>
                  <a:pt x="3556" y="1641"/>
                </a:cubicBezTo>
                <a:cubicBezTo>
                  <a:pt x="3564" y="1736"/>
                  <a:pt x="3565" y="1745"/>
                  <a:pt x="3563" y="1754"/>
                </a:cubicBezTo>
                <a:cubicBezTo>
                  <a:pt x="3558" y="1799"/>
                  <a:pt x="3551" y="1802"/>
                  <a:pt x="3556" y="1808"/>
                </a:cubicBezTo>
                <a:cubicBezTo>
                  <a:pt x="3546" y="1849"/>
                  <a:pt x="3547" y="1852"/>
                  <a:pt x="3547" y="1854"/>
                </a:cubicBezTo>
                <a:cubicBezTo>
                  <a:pt x="3542" y="1894"/>
                  <a:pt x="3541" y="1898"/>
                  <a:pt x="3536" y="1902"/>
                </a:cubicBezTo>
                <a:cubicBezTo>
                  <a:pt x="3535" y="1925"/>
                  <a:pt x="3535" y="1927"/>
                  <a:pt x="3535" y="1929"/>
                </a:cubicBezTo>
                <a:cubicBezTo>
                  <a:pt x="3525" y="1979"/>
                  <a:pt x="3527" y="1989"/>
                  <a:pt x="3525" y="1998"/>
                </a:cubicBezTo>
                <a:cubicBezTo>
                  <a:pt x="3539" y="2083"/>
                  <a:pt x="3540" y="2080"/>
                  <a:pt x="3537" y="2076"/>
                </a:cubicBezTo>
                <a:cubicBezTo>
                  <a:pt x="3532" y="2032"/>
                  <a:pt x="3531" y="2024"/>
                  <a:pt x="3533" y="2018"/>
                </a:cubicBezTo>
                <a:cubicBezTo>
                  <a:pt x="3537" y="1977"/>
                  <a:pt x="3538" y="1973"/>
                  <a:pt x="3538" y="1968"/>
                </a:cubicBezTo>
                <a:cubicBezTo>
                  <a:pt x="3543" y="1933"/>
                  <a:pt x="3545" y="1924"/>
                  <a:pt x="3546" y="1915"/>
                </a:cubicBezTo>
                <a:cubicBezTo>
                  <a:pt x="3550" y="1884"/>
                  <a:pt x="3554" y="1883"/>
                  <a:pt x="3553" y="1880"/>
                </a:cubicBezTo>
                <a:cubicBezTo>
                  <a:pt x="3559" y="1851"/>
                  <a:pt x="3560" y="1841"/>
                  <a:pt x="3561" y="1832"/>
                </a:cubicBezTo>
                <a:cubicBezTo>
                  <a:pt x="3568" y="1790"/>
                  <a:pt x="3567" y="1787"/>
                  <a:pt x="3571" y="1786"/>
                </a:cubicBezTo>
                <a:cubicBezTo>
                  <a:pt x="3572" y="1822"/>
                  <a:pt x="3568" y="1827"/>
                  <a:pt x="3571" y="1835"/>
                </a:cubicBezTo>
                <a:cubicBezTo>
                  <a:pt x="3568" y="1875"/>
                  <a:pt x="3568" y="1878"/>
                  <a:pt x="3567" y="1881"/>
                </a:cubicBezTo>
                <a:cubicBezTo>
                  <a:pt x="3563" y="1933"/>
                  <a:pt x="3559" y="1938"/>
                  <a:pt x="3562" y="1944"/>
                </a:cubicBezTo>
                <a:cubicBezTo>
                  <a:pt x="3557" y="1996"/>
                  <a:pt x="3552" y="2000"/>
                  <a:pt x="3554" y="2006"/>
                </a:cubicBezTo>
                <a:cubicBezTo>
                  <a:pt x="3559" y="2073"/>
                  <a:pt x="3554" y="2087"/>
                  <a:pt x="3562" y="2105"/>
                </a:cubicBezTo>
                <a:cubicBezTo>
                  <a:pt x="3569" y="2134"/>
                  <a:pt x="3564" y="2137"/>
                  <a:pt x="3569" y="2142"/>
                </a:cubicBezTo>
                <a:cubicBezTo>
                  <a:pt x="3579" y="2160"/>
                  <a:pt x="3579" y="2160"/>
                  <a:pt x="3579" y="2160"/>
                </a:cubicBezTo>
                <a:cubicBezTo>
                  <a:pt x="3570" y="2116"/>
                  <a:pt x="3569" y="2110"/>
                  <a:pt x="3566" y="2103"/>
                </a:cubicBezTo>
                <a:cubicBezTo>
                  <a:pt x="3565" y="2043"/>
                  <a:pt x="3560" y="2036"/>
                  <a:pt x="3563" y="2031"/>
                </a:cubicBezTo>
                <a:cubicBezTo>
                  <a:pt x="3562" y="1988"/>
                  <a:pt x="3567" y="1984"/>
                  <a:pt x="3565" y="1977"/>
                </a:cubicBezTo>
                <a:cubicBezTo>
                  <a:pt x="3575" y="1922"/>
                  <a:pt x="3572" y="1917"/>
                  <a:pt x="3576" y="1914"/>
                </a:cubicBezTo>
                <a:cubicBezTo>
                  <a:pt x="3581" y="1883"/>
                  <a:pt x="3574" y="1877"/>
                  <a:pt x="3580" y="1874"/>
                </a:cubicBezTo>
                <a:cubicBezTo>
                  <a:pt x="3581" y="1811"/>
                  <a:pt x="3583" y="1803"/>
                  <a:pt x="3584" y="1795"/>
                </a:cubicBezTo>
                <a:cubicBezTo>
                  <a:pt x="3586" y="1732"/>
                  <a:pt x="3581" y="1721"/>
                  <a:pt x="3583" y="1713"/>
                </a:cubicBezTo>
                <a:cubicBezTo>
                  <a:pt x="3592" y="1764"/>
                  <a:pt x="3588" y="1768"/>
                  <a:pt x="3588" y="1773"/>
                </a:cubicBezTo>
                <a:cubicBezTo>
                  <a:pt x="3588" y="1842"/>
                  <a:pt x="3593" y="1853"/>
                  <a:pt x="3590" y="1862"/>
                </a:cubicBezTo>
                <a:cubicBezTo>
                  <a:pt x="3591" y="1932"/>
                  <a:pt x="3586" y="1940"/>
                  <a:pt x="3588" y="1951"/>
                </a:cubicBezTo>
                <a:cubicBezTo>
                  <a:pt x="3582" y="1998"/>
                  <a:pt x="3584" y="2004"/>
                  <a:pt x="3583" y="2008"/>
                </a:cubicBezTo>
                <a:cubicBezTo>
                  <a:pt x="3579" y="2026"/>
                  <a:pt x="3580" y="2032"/>
                  <a:pt x="3580" y="2037"/>
                </a:cubicBezTo>
                <a:cubicBezTo>
                  <a:pt x="3584" y="2088"/>
                  <a:pt x="3584" y="2107"/>
                  <a:pt x="3592" y="2129"/>
                </a:cubicBezTo>
                <a:cubicBezTo>
                  <a:pt x="3605" y="2160"/>
                  <a:pt x="3605" y="2160"/>
                  <a:pt x="3605" y="2160"/>
                </a:cubicBezTo>
                <a:cubicBezTo>
                  <a:pt x="3593" y="2092"/>
                  <a:pt x="3588" y="2086"/>
                  <a:pt x="3589" y="2081"/>
                </a:cubicBezTo>
                <a:cubicBezTo>
                  <a:pt x="3589" y="2049"/>
                  <a:pt x="3586" y="2043"/>
                  <a:pt x="3590" y="2040"/>
                </a:cubicBezTo>
                <a:cubicBezTo>
                  <a:pt x="3592" y="1978"/>
                  <a:pt x="3594" y="1974"/>
                  <a:pt x="3597" y="1970"/>
                </a:cubicBezTo>
                <a:cubicBezTo>
                  <a:pt x="3600" y="1927"/>
                  <a:pt x="3597" y="1924"/>
                  <a:pt x="3599" y="1922"/>
                </a:cubicBezTo>
                <a:cubicBezTo>
                  <a:pt x="3602" y="1891"/>
                  <a:pt x="3601" y="1882"/>
                  <a:pt x="3601" y="1872"/>
                </a:cubicBezTo>
                <a:cubicBezTo>
                  <a:pt x="3605" y="1808"/>
                  <a:pt x="3598" y="1796"/>
                  <a:pt x="3601" y="1787"/>
                </a:cubicBezTo>
                <a:cubicBezTo>
                  <a:pt x="3606" y="1817"/>
                  <a:pt x="3609" y="1821"/>
                  <a:pt x="3610" y="1826"/>
                </a:cubicBezTo>
                <a:cubicBezTo>
                  <a:pt x="3615" y="1876"/>
                  <a:pt x="3610" y="1882"/>
                  <a:pt x="3610" y="1889"/>
                </a:cubicBezTo>
                <a:cubicBezTo>
                  <a:pt x="3603" y="1955"/>
                  <a:pt x="3607" y="1963"/>
                  <a:pt x="3604" y="1969"/>
                </a:cubicBezTo>
                <a:cubicBezTo>
                  <a:pt x="3602" y="2003"/>
                  <a:pt x="3609" y="2008"/>
                  <a:pt x="3606" y="2011"/>
                </a:cubicBezTo>
                <a:cubicBezTo>
                  <a:pt x="3608" y="2038"/>
                  <a:pt x="3605" y="2044"/>
                  <a:pt x="3608" y="2052"/>
                </a:cubicBezTo>
                <a:cubicBezTo>
                  <a:pt x="3607" y="2086"/>
                  <a:pt x="3614" y="2092"/>
                  <a:pt x="3610" y="2094"/>
                </a:cubicBezTo>
                <a:cubicBezTo>
                  <a:pt x="3629" y="2141"/>
                  <a:pt x="3624" y="2122"/>
                  <a:pt x="3621" y="2104"/>
                </a:cubicBezTo>
                <a:cubicBezTo>
                  <a:pt x="3617" y="2034"/>
                  <a:pt x="3614" y="2029"/>
                  <a:pt x="3617" y="2025"/>
                </a:cubicBezTo>
                <a:cubicBezTo>
                  <a:pt x="3613" y="1967"/>
                  <a:pt x="3616" y="1954"/>
                  <a:pt x="3617" y="1940"/>
                </a:cubicBezTo>
                <a:cubicBezTo>
                  <a:pt x="3620" y="1907"/>
                  <a:pt x="3620" y="1906"/>
                  <a:pt x="3619" y="1903"/>
                </a:cubicBezTo>
                <a:cubicBezTo>
                  <a:pt x="3625" y="1960"/>
                  <a:pt x="3635" y="1977"/>
                  <a:pt x="3626" y="1989"/>
                </a:cubicBezTo>
                <a:cubicBezTo>
                  <a:pt x="3632" y="2019"/>
                  <a:pt x="3629" y="2022"/>
                  <a:pt x="3629" y="2023"/>
                </a:cubicBezTo>
                <a:cubicBezTo>
                  <a:pt x="3639" y="2083"/>
                  <a:pt x="3643" y="2106"/>
                  <a:pt x="3650" y="2131"/>
                </a:cubicBezTo>
                <a:cubicBezTo>
                  <a:pt x="3646" y="2095"/>
                  <a:pt x="3648" y="2087"/>
                  <a:pt x="3644" y="2077"/>
                </a:cubicBezTo>
                <a:cubicBezTo>
                  <a:pt x="3642" y="1997"/>
                  <a:pt x="3638" y="1989"/>
                  <a:pt x="3642" y="1983"/>
                </a:cubicBezTo>
                <a:cubicBezTo>
                  <a:pt x="3636" y="1915"/>
                  <a:pt x="3635" y="1908"/>
                  <a:pt x="3633" y="1900"/>
                </a:cubicBezTo>
                <a:cubicBezTo>
                  <a:pt x="3632" y="1877"/>
                  <a:pt x="3626" y="1869"/>
                  <a:pt x="3628" y="1862"/>
                </a:cubicBezTo>
                <a:cubicBezTo>
                  <a:pt x="3704" y="2064"/>
                  <a:pt x="3715" y="2091"/>
                  <a:pt x="3723" y="2120"/>
                </a:cubicBezTo>
                <a:cubicBezTo>
                  <a:pt x="3738" y="2147"/>
                  <a:pt x="3735" y="2134"/>
                  <a:pt x="3732" y="2120"/>
                </a:cubicBezTo>
                <a:cubicBezTo>
                  <a:pt x="3671" y="1955"/>
                  <a:pt x="3666" y="1948"/>
                  <a:pt x="3665" y="1942"/>
                </a:cubicBezTo>
                <a:cubicBezTo>
                  <a:pt x="3658" y="1918"/>
                  <a:pt x="3659" y="1920"/>
                  <a:pt x="3656" y="1912"/>
                </a:cubicBezTo>
                <a:cubicBezTo>
                  <a:pt x="3644" y="1868"/>
                  <a:pt x="3634" y="1861"/>
                  <a:pt x="3638" y="1856"/>
                </a:cubicBezTo>
                <a:cubicBezTo>
                  <a:pt x="3654" y="1880"/>
                  <a:pt x="3649" y="1882"/>
                  <a:pt x="3653" y="1886"/>
                </a:cubicBezTo>
                <a:cubicBezTo>
                  <a:pt x="3690" y="1949"/>
                  <a:pt x="3693" y="1958"/>
                  <a:pt x="3702" y="1968"/>
                </a:cubicBezTo>
                <a:cubicBezTo>
                  <a:pt x="3745" y="2097"/>
                  <a:pt x="3753" y="2103"/>
                  <a:pt x="3754" y="2107"/>
                </a:cubicBezTo>
                <a:cubicBezTo>
                  <a:pt x="3776" y="2160"/>
                  <a:pt x="3776" y="2160"/>
                  <a:pt x="3776" y="2160"/>
                </a:cubicBezTo>
                <a:cubicBezTo>
                  <a:pt x="3769" y="2130"/>
                  <a:pt x="3760" y="2123"/>
                  <a:pt x="3765" y="2121"/>
                </a:cubicBezTo>
                <a:cubicBezTo>
                  <a:pt x="3734" y="2035"/>
                  <a:pt x="3731" y="2018"/>
                  <a:pt x="3726" y="2000"/>
                </a:cubicBezTo>
                <a:cubicBezTo>
                  <a:pt x="3693" y="1934"/>
                  <a:pt x="3677" y="1912"/>
                  <a:pt x="3655" y="1871"/>
                </a:cubicBezTo>
                <a:cubicBezTo>
                  <a:pt x="3628" y="1820"/>
                  <a:pt x="3632" y="1818"/>
                  <a:pt x="3627" y="1813"/>
                </a:cubicBezTo>
                <a:cubicBezTo>
                  <a:pt x="3618" y="1792"/>
                  <a:pt x="3615" y="1792"/>
                  <a:pt x="3616" y="1793"/>
                </a:cubicBezTo>
                <a:cubicBezTo>
                  <a:pt x="3614" y="1770"/>
                  <a:pt x="3625" y="1783"/>
                  <a:pt x="3633" y="1799"/>
                </a:cubicBezTo>
                <a:cubicBezTo>
                  <a:pt x="3676" y="1871"/>
                  <a:pt x="3684" y="1880"/>
                  <a:pt x="3682" y="1886"/>
                </a:cubicBezTo>
                <a:cubicBezTo>
                  <a:pt x="3706" y="1920"/>
                  <a:pt x="3713" y="1940"/>
                  <a:pt x="3724" y="1950"/>
                </a:cubicBezTo>
                <a:cubicBezTo>
                  <a:pt x="3760" y="2018"/>
                  <a:pt x="3762" y="2034"/>
                  <a:pt x="3775" y="2052"/>
                </a:cubicBezTo>
                <a:cubicBezTo>
                  <a:pt x="3791" y="2087"/>
                  <a:pt x="3790" y="2072"/>
                  <a:pt x="3779" y="2055"/>
                </a:cubicBezTo>
                <a:cubicBezTo>
                  <a:pt x="3773" y="2029"/>
                  <a:pt x="3765" y="2023"/>
                  <a:pt x="3764" y="2020"/>
                </a:cubicBezTo>
                <a:cubicBezTo>
                  <a:pt x="3727" y="1943"/>
                  <a:pt x="3720" y="1927"/>
                  <a:pt x="3710" y="1911"/>
                </a:cubicBezTo>
                <a:cubicBezTo>
                  <a:pt x="3681" y="1859"/>
                  <a:pt x="3679" y="1858"/>
                  <a:pt x="3677" y="1856"/>
                </a:cubicBezTo>
                <a:cubicBezTo>
                  <a:pt x="3659" y="1825"/>
                  <a:pt x="3654" y="1826"/>
                  <a:pt x="3652" y="1818"/>
                </a:cubicBezTo>
                <a:cubicBezTo>
                  <a:pt x="3641" y="1799"/>
                  <a:pt x="3638" y="1795"/>
                  <a:pt x="3640" y="1793"/>
                </a:cubicBezTo>
                <a:cubicBezTo>
                  <a:pt x="3651" y="1805"/>
                  <a:pt x="3656" y="1807"/>
                  <a:pt x="3660" y="1814"/>
                </a:cubicBezTo>
                <a:cubicBezTo>
                  <a:pt x="3747" y="1948"/>
                  <a:pt x="3751" y="1945"/>
                  <a:pt x="3753" y="1952"/>
                </a:cubicBezTo>
                <a:cubicBezTo>
                  <a:pt x="3801" y="2041"/>
                  <a:pt x="3805" y="2046"/>
                  <a:pt x="3813" y="2063"/>
                </a:cubicBezTo>
                <a:cubicBezTo>
                  <a:pt x="3824" y="2090"/>
                  <a:pt x="3825" y="2083"/>
                  <a:pt x="3823" y="2074"/>
                </a:cubicBezTo>
                <a:cubicBezTo>
                  <a:pt x="3793" y="2008"/>
                  <a:pt x="3788" y="1999"/>
                  <a:pt x="3783" y="1990"/>
                </a:cubicBezTo>
                <a:cubicBezTo>
                  <a:pt x="3750" y="1934"/>
                  <a:pt x="3750" y="1933"/>
                  <a:pt x="3742" y="1923"/>
                </a:cubicBezTo>
                <a:cubicBezTo>
                  <a:pt x="3649" y="1784"/>
                  <a:pt x="3640" y="1771"/>
                  <a:pt x="3628" y="1753"/>
                </a:cubicBezTo>
                <a:cubicBezTo>
                  <a:pt x="3600" y="1705"/>
                  <a:pt x="3594" y="1703"/>
                  <a:pt x="3600" y="1698"/>
                </a:cubicBezTo>
                <a:cubicBezTo>
                  <a:pt x="3661" y="1781"/>
                  <a:pt x="3667" y="1780"/>
                  <a:pt x="3671" y="1789"/>
                </a:cubicBezTo>
                <a:cubicBezTo>
                  <a:pt x="3762" y="1925"/>
                  <a:pt x="3772" y="1943"/>
                  <a:pt x="3781" y="1958"/>
                </a:cubicBezTo>
                <a:cubicBezTo>
                  <a:pt x="3789" y="1977"/>
                  <a:pt x="3792" y="1977"/>
                  <a:pt x="3792" y="1977"/>
                </a:cubicBezTo>
                <a:cubicBezTo>
                  <a:pt x="3808" y="2010"/>
                  <a:pt x="3813" y="2006"/>
                  <a:pt x="3808" y="2000"/>
                </a:cubicBezTo>
                <a:cubicBezTo>
                  <a:pt x="3787" y="1964"/>
                  <a:pt x="3792" y="1953"/>
                  <a:pt x="3784" y="1954"/>
                </a:cubicBezTo>
                <a:cubicBezTo>
                  <a:pt x="3664" y="1770"/>
                  <a:pt x="3663" y="1761"/>
                  <a:pt x="3658" y="1758"/>
                </a:cubicBezTo>
                <a:cubicBezTo>
                  <a:pt x="3608" y="1693"/>
                  <a:pt x="3604" y="1687"/>
                  <a:pt x="3601" y="1681"/>
                </a:cubicBezTo>
                <a:cubicBezTo>
                  <a:pt x="3568" y="1619"/>
                  <a:pt x="3567" y="1614"/>
                  <a:pt x="3568" y="1609"/>
                </a:cubicBezTo>
                <a:cubicBezTo>
                  <a:pt x="3602" y="1650"/>
                  <a:pt x="3605" y="1657"/>
                  <a:pt x="3609" y="1657"/>
                </a:cubicBezTo>
                <a:cubicBezTo>
                  <a:pt x="3642" y="1699"/>
                  <a:pt x="3657" y="1709"/>
                  <a:pt x="3670" y="1726"/>
                </a:cubicBezTo>
                <a:cubicBezTo>
                  <a:pt x="3726" y="1782"/>
                  <a:pt x="3727" y="1793"/>
                  <a:pt x="3732" y="1792"/>
                </a:cubicBezTo>
                <a:cubicBezTo>
                  <a:pt x="3804" y="1897"/>
                  <a:pt x="3811" y="1910"/>
                  <a:pt x="3818" y="1923"/>
                </a:cubicBezTo>
                <a:cubicBezTo>
                  <a:pt x="3834" y="1949"/>
                  <a:pt x="3835" y="1944"/>
                  <a:pt x="3833" y="1939"/>
                </a:cubicBezTo>
                <a:cubicBezTo>
                  <a:pt x="3805" y="1889"/>
                  <a:pt x="3802" y="1887"/>
                  <a:pt x="3800" y="1881"/>
                </a:cubicBezTo>
                <a:cubicBezTo>
                  <a:pt x="3752" y="1810"/>
                  <a:pt x="3747" y="1795"/>
                  <a:pt x="3740" y="1790"/>
                </a:cubicBezTo>
                <a:cubicBezTo>
                  <a:pt x="3707" y="1754"/>
                  <a:pt x="3704" y="1747"/>
                  <a:pt x="3701" y="1741"/>
                </a:cubicBezTo>
                <a:cubicBezTo>
                  <a:pt x="3666" y="1702"/>
                  <a:pt x="3650" y="1693"/>
                  <a:pt x="3638" y="1674"/>
                </a:cubicBezTo>
                <a:cubicBezTo>
                  <a:pt x="3579" y="1610"/>
                  <a:pt x="3577" y="1606"/>
                  <a:pt x="3575" y="1603"/>
                </a:cubicBezTo>
                <a:cubicBezTo>
                  <a:pt x="3662" y="1692"/>
                  <a:pt x="3684" y="1707"/>
                  <a:pt x="3705" y="1728"/>
                </a:cubicBezTo>
                <a:cubicBezTo>
                  <a:pt x="3780" y="1809"/>
                  <a:pt x="3780" y="1827"/>
                  <a:pt x="3786" y="1824"/>
                </a:cubicBezTo>
                <a:cubicBezTo>
                  <a:pt x="3743" y="1752"/>
                  <a:pt x="3728" y="1741"/>
                  <a:pt x="3715" y="1723"/>
                </a:cubicBezTo>
                <a:cubicBezTo>
                  <a:pt x="3691" y="1699"/>
                  <a:pt x="3682" y="1693"/>
                  <a:pt x="3674" y="1685"/>
                </a:cubicBezTo>
                <a:cubicBezTo>
                  <a:pt x="3656" y="1669"/>
                  <a:pt x="3653" y="1663"/>
                  <a:pt x="3655" y="1661"/>
                </a:cubicBezTo>
                <a:cubicBezTo>
                  <a:pt x="3701" y="1699"/>
                  <a:pt x="3704" y="1700"/>
                  <a:pt x="3707" y="1700"/>
                </a:cubicBezTo>
                <a:cubicBezTo>
                  <a:pt x="3733" y="1723"/>
                  <a:pt x="3739" y="1726"/>
                  <a:pt x="3744" y="1730"/>
                </a:cubicBezTo>
                <a:cubicBezTo>
                  <a:pt x="3810" y="1787"/>
                  <a:pt x="3819" y="1795"/>
                  <a:pt x="3827" y="1803"/>
                </a:cubicBezTo>
                <a:cubicBezTo>
                  <a:pt x="3840" y="1813"/>
                  <a:pt x="3840" y="1813"/>
                  <a:pt x="3840" y="1813"/>
                </a:cubicBezTo>
                <a:cubicBezTo>
                  <a:pt x="3784" y="1755"/>
                  <a:pt x="3778" y="1742"/>
                  <a:pt x="3769" y="1741"/>
                </a:cubicBezTo>
                <a:cubicBezTo>
                  <a:pt x="3733" y="1710"/>
                  <a:pt x="3728" y="1711"/>
                  <a:pt x="3725" y="1703"/>
                </a:cubicBezTo>
                <a:cubicBezTo>
                  <a:pt x="3677" y="1667"/>
                  <a:pt x="3672" y="1665"/>
                  <a:pt x="3670" y="1658"/>
                </a:cubicBezTo>
                <a:cubicBezTo>
                  <a:pt x="3644" y="1644"/>
                  <a:pt x="3643" y="1636"/>
                  <a:pt x="3639" y="1637"/>
                </a:cubicBezTo>
                <a:cubicBezTo>
                  <a:pt x="3601" y="1601"/>
                  <a:pt x="3599" y="1596"/>
                  <a:pt x="3597" y="1593"/>
                </a:cubicBezTo>
                <a:cubicBezTo>
                  <a:pt x="3566" y="1555"/>
                  <a:pt x="3560" y="1554"/>
                  <a:pt x="3556" y="1545"/>
                </a:cubicBezTo>
                <a:cubicBezTo>
                  <a:pt x="3552" y="1522"/>
                  <a:pt x="3553" y="1536"/>
                  <a:pt x="3559" y="1536"/>
                </a:cubicBezTo>
                <a:cubicBezTo>
                  <a:pt x="3580" y="1559"/>
                  <a:pt x="3583" y="1558"/>
                  <a:pt x="3585" y="1562"/>
                </a:cubicBezTo>
                <a:cubicBezTo>
                  <a:pt x="3634" y="1600"/>
                  <a:pt x="3637" y="1610"/>
                  <a:pt x="3644" y="1607"/>
                </a:cubicBezTo>
                <a:cubicBezTo>
                  <a:pt x="3695" y="1644"/>
                  <a:pt x="3699" y="1652"/>
                  <a:pt x="3705" y="1652"/>
                </a:cubicBezTo>
                <a:cubicBezTo>
                  <a:pt x="3754" y="1683"/>
                  <a:pt x="3757" y="1694"/>
                  <a:pt x="3762" y="1695"/>
                </a:cubicBezTo>
                <a:cubicBezTo>
                  <a:pt x="3798" y="1722"/>
                  <a:pt x="3801" y="1735"/>
                  <a:pt x="3808" y="1732"/>
                </a:cubicBezTo>
                <a:cubicBezTo>
                  <a:pt x="3735" y="1667"/>
                  <a:pt x="3734" y="1659"/>
                  <a:pt x="3730" y="1662"/>
                </a:cubicBezTo>
                <a:cubicBezTo>
                  <a:pt x="3691" y="1638"/>
                  <a:pt x="3686" y="1628"/>
                  <a:pt x="3679" y="1626"/>
                </a:cubicBezTo>
                <a:cubicBezTo>
                  <a:pt x="3606" y="1569"/>
                  <a:pt x="3593" y="1561"/>
                  <a:pt x="3584" y="1546"/>
                </a:cubicBezTo>
                <a:cubicBezTo>
                  <a:pt x="3554" y="1514"/>
                  <a:pt x="3542" y="1501"/>
                  <a:pt x="3531" y="1486"/>
                </a:cubicBezTo>
                <a:cubicBezTo>
                  <a:pt x="3515" y="1452"/>
                  <a:pt x="3508" y="1447"/>
                  <a:pt x="3512" y="1445"/>
                </a:cubicBezTo>
                <a:cubicBezTo>
                  <a:pt x="3556" y="1505"/>
                  <a:pt x="3567" y="1513"/>
                  <a:pt x="3566" y="1520"/>
                </a:cubicBezTo>
                <a:cubicBezTo>
                  <a:pt x="3605" y="1552"/>
                  <a:pt x="3611" y="1553"/>
                  <a:pt x="3616" y="1560"/>
                </a:cubicBezTo>
                <a:cubicBezTo>
                  <a:pt x="3676" y="1598"/>
                  <a:pt x="3677" y="1606"/>
                  <a:pt x="3681" y="1605"/>
                </a:cubicBezTo>
                <a:cubicBezTo>
                  <a:pt x="3717" y="1624"/>
                  <a:pt x="3722" y="1631"/>
                  <a:pt x="3729" y="1632"/>
                </a:cubicBezTo>
                <a:cubicBezTo>
                  <a:pt x="3761" y="1652"/>
                  <a:pt x="3773" y="1659"/>
                  <a:pt x="3786" y="1665"/>
                </a:cubicBezTo>
                <a:cubicBezTo>
                  <a:pt x="3834" y="1700"/>
                  <a:pt x="3837" y="1704"/>
                  <a:pt x="3840" y="1705"/>
                </a:cubicBezTo>
                <a:close/>
                <a:moveTo>
                  <a:pt x="3587" y="1208"/>
                </a:moveTo>
                <a:cubicBezTo>
                  <a:pt x="3585" y="1207"/>
                  <a:pt x="3582" y="1206"/>
                  <a:pt x="3580" y="1204"/>
                </a:cubicBezTo>
                <a:cubicBezTo>
                  <a:pt x="3578" y="1198"/>
                  <a:pt x="3586" y="1205"/>
                  <a:pt x="3587" y="1208"/>
                </a:cubicBezTo>
                <a:close/>
                <a:moveTo>
                  <a:pt x="3234" y="928"/>
                </a:moveTo>
                <a:cubicBezTo>
                  <a:pt x="3238" y="930"/>
                  <a:pt x="3243" y="932"/>
                  <a:pt x="3248" y="934"/>
                </a:cubicBezTo>
                <a:cubicBezTo>
                  <a:pt x="3256" y="941"/>
                  <a:pt x="3265" y="942"/>
                  <a:pt x="3273" y="950"/>
                </a:cubicBezTo>
                <a:cubicBezTo>
                  <a:pt x="3278" y="950"/>
                  <a:pt x="3283" y="953"/>
                  <a:pt x="3287" y="955"/>
                </a:cubicBezTo>
                <a:cubicBezTo>
                  <a:pt x="3291" y="957"/>
                  <a:pt x="3295" y="962"/>
                  <a:pt x="3299" y="962"/>
                </a:cubicBezTo>
                <a:cubicBezTo>
                  <a:pt x="3308" y="965"/>
                  <a:pt x="3317" y="970"/>
                  <a:pt x="3326" y="974"/>
                </a:cubicBezTo>
                <a:cubicBezTo>
                  <a:pt x="3342" y="986"/>
                  <a:pt x="3361" y="990"/>
                  <a:pt x="3376" y="1006"/>
                </a:cubicBezTo>
                <a:cubicBezTo>
                  <a:pt x="3381" y="1008"/>
                  <a:pt x="3386" y="1007"/>
                  <a:pt x="3389" y="1014"/>
                </a:cubicBezTo>
                <a:cubicBezTo>
                  <a:pt x="3395" y="1010"/>
                  <a:pt x="3396" y="1023"/>
                  <a:pt x="3402" y="1021"/>
                </a:cubicBezTo>
                <a:cubicBezTo>
                  <a:pt x="3410" y="1027"/>
                  <a:pt x="3418" y="1034"/>
                  <a:pt x="3427" y="1037"/>
                </a:cubicBezTo>
                <a:cubicBezTo>
                  <a:pt x="3430" y="1042"/>
                  <a:pt x="3434" y="1046"/>
                  <a:pt x="3438" y="1047"/>
                </a:cubicBezTo>
                <a:cubicBezTo>
                  <a:pt x="3439" y="1050"/>
                  <a:pt x="3436" y="1048"/>
                  <a:pt x="3434" y="1049"/>
                </a:cubicBezTo>
                <a:cubicBezTo>
                  <a:pt x="3432" y="1048"/>
                  <a:pt x="3430" y="1047"/>
                  <a:pt x="3428" y="1044"/>
                </a:cubicBezTo>
                <a:cubicBezTo>
                  <a:pt x="3422" y="1049"/>
                  <a:pt x="3422" y="1034"/>
                  <a:pt x="3415" y="1041"/>
                </a:cubicBezTo>
                <a:cubicBezTo>
                  <a:pt x="3409" y="1031"/>
                  <a:pt x="3400" y="1034"/>
                  <a:pt x="3393" y="1026"/>
                </a:cubicBezTo>
                <a:cubicBezTo>
                  <a:pt x="3392" y="1024"/>
                  <a:pt x="3388" y="1027"/>
                  <a:pt x="3387" y="1024"/>
                </a:cubicBezTo>
                <a:cubicBezTo>
                  <a:pt x="3386" y="1020"/>
                  <a:pt x="3383" y="1021"/>
                  <a:pt x="3380" y="1022"/>
                </a:cubicBezTo>
                <a:cubicBezTo>
                  <a:pt x="3378" y="1015"/>
                  <a:pt x="3372" y="1022"/>
                  <a:pt x="3370" y="1014"/>
                </a:cubicBezTo>
                <a:cubicBezTo>
                  <a:pt x="3362" y="1014"/>
                  <a:pt x="3355" y="1007"/>
                  <a:pt x="3347" y="1003"/>
                </a:cubicBezTo>
                <a:cubicBezTo>
                  <a:pt x="3338" y="1002"/>
                  <a:pt x="3331" y="995"/>
                  <a:pt x="3323" y="989"/>
                </a:cubicBezTo>
                <a:cubicBezTo>
                  <a:pt x="3315" y="989"/>
                  <a:pt x="3307" y="983"/>
                  <a:pt x="3300" y="978"/>
                </a:cubicBezTo>
                <a:cubicBezTo>
                  <a:pt x="3296" y="977"/>
                  <a:pt x="3293" y="972"/>
                  <a:pt x="3288" y="971"/>
                </a:cubicBezTo>
                <a:cubicBezTo>
                  <a:pt x="3285" y="968"/>
                  <a:pt x="3280" y="971"/>
                  <a:pt x="3278" y="963"/>
                </a:cubicBezTo>
                <a:cubicBezTo>
                  <a:pt x="3270" y="961"/>
                  <a:pt x="3264" y="953"/>
                  <a:pt x="3255" y="952"/>
                </a:cubicBezTo>
                <a:cubicBezTo>
                  <a:pt x="3254" y="950"/>
                  <a:pt x="3253" y="948"/>
                  <a:pt x="3252" y="946"/>
                </a:cubicBezTo>
                <a:cubicBezTo>
                  <a:pt x="3247" y="942"/>
                  <a:pt x="3242" y="939"/>
                  <a:pt x="3236" y="938"/>
                </a:cubicBezTo>
                <a:cubicBezTo>
                  <a:pt x="3232" y="933"/>
                  <a:pt x="3228" y="927"/>
                  <a:pt x="3222" y="927"/>
                </a:cubicBezTo>
                <a:cubicBezTo>
                  <a:pt x="3222" y="917"/>
                  <a:pt x="3230" y="930"/>
                  <a:pt x="3234" y="928"/>
                </a:cubicBezTo>
                <a:close/>
                <a:moveTo>
                  <a:pt x="3269" y="856"/>
                </a:moveTo>
                <a:cubicBezTo>
                  <a:pt x="3278" y="856"/>
                  <a:pt x="3285" y="867"/>
                  <a:pt x="3294" y="867"/>
                </a:cubicBezTo>
                <a:cubicBezTo>
                  <a:pt x="3296" y="873"/>
                  <a:pt x="3289" y="865"/>
                  <a:pt x="3287" y="868"/>
                </a:cubicBezTo>
                <a:cubicBezTo>
                  <a:pt x="3284" y="866"/>
                  <a:pt x="3281" y="867"/>
                  <a:pt x="3279" y="864"/>
                </a:cubicBezTo>
                <a:cubicBezTo>
                  <a:pt x="3274" y="860"/>
                  <a:pt x="3267" y="862"/>
                  <a:pt x="3263" y="855"/>
                </a:cubicBezTo>
                <a:cubicBezTo>
                  <a:pt x="3252" y="853"/>
                  <a:pt x="3242" y="851"/>
                  <a:pt x="3231" y="848"/>
                </a:cubicBezTo>
                <a:cubicBezTo>
                  <a:pt x="3226" y="845"/>
                  <a:pt x="3221" y="843"/>
                  <a:pt x="3215" y="843"/>
                </a:cubicBezTo>
                <a:cubicBezTo>
                  <a:pt x="3211" y="839"/>
                  <a:pt x="3206" y="839"/>
                  <a:pt x="3201" y="838"/>
                </a:cubicBezTo>
                <a:cubicBezTo>
                  <a:pt x="3195" y="839"/>
                  <a:pt x="3190" y="834"/>
                  <a:pt x="3185" y="833"/>
                </a:cubicBezTo>
                <a:cubicBezTo>
                  <a:pt x="3180" y="832"/>
                  <a:pt x="3175" y="831"/>
                  <a:pt x="3171" y="828"/>
                </a:cubicBezTo>
                <a:cubicBezTo>
                  <a:pt x="3161" y="826"/>
                  <a:pt x="3152" y="820"/>
                  <a:pt x="3142" y="820"/>
                </a:cubicBezTo>
                <a:cubicBezTo>
                  <a:pt x="3130" y="810"/>
                  <a:pt x="3117" y="809"/>
                  <a:pt x="3105" y="799"/>
                </a:cubicBezTo>
                <a:cubicBezTo>
                  <a:pt x="3102" y="800"/>
                  <a:pt x="3098" y="799"/>
                  <a:pt x="3096" y="797"/>
                </a:cubicBezTo>
                <a:cubicBezTo>
                  <a:pt x="3094" y="789"/>
                  <a:pt x="3088" y="799"/>
                  <a:pt x="3087" y="791"/>
                </a:cubicBezTo>
                <a:cubicBezTo>
                  <a:pt x="3080" y="793"/>
                  <a:pt x="3077" y="781"/>
                  <a:pt x="3069" y="784"/>
                </a:cubicBezTo>
                <a:cubicBezTo>
                  <a:pt x="3068" y="781"/>
                  <a:pt x="3066" y="778"/>
                  <a:pt x="3064" y="779"/>
                </a:cubicBezTo>
                <a:cubicBezTo>
                  <a:pt x="3064" y="777"/>
                  <a:pt x="3064" y="774"/>
                  <a:pt x="3061" y="775"/>
                </a:cubicBezTo>
                <a:cubicBezTo>
                  <a:pt x="3058" y="774"/>
                  <a:pt x="3055" y="769"/>
                  <a:pt x="3052" y="764"/>
                </a:cubicBezTo>
                <a:cubicBezTo>
                  <a:pt x="3060" y="762"/>
                  <a:pt x="3065" y="770"/>
                  <a:pt x="3072" y="769"/>
                </a:cubicBezTo>
                <a:cubicBezTo>
                  <a:pt x="3077" y="776"/>
                  <a:pt x="3084" y="774"/>
                  <a:pt x="3089" y="781"/>
                </a:cubicBezTo>
                <a:cubicBezTo>
                  <a:pt x="3094" y="782"/>
                  <a:pt x="3100" y="782"/>
                  <a:pt x="3104" y="787"/>
                </a:cubicBezTo>
                <a:cubicBezTo>
                  <a:pt x="3108" y="787"/>
                  <a:pt x="3112" y="789"/>
                  <a:pt x="3117" y="790"/>
                </a:cubicBezTo>
                <a:cubicBezTo>
                  <a:pt x="3125" y="792"/>
                  <a:pt x="3133" y="798"/>
                  <a:pt x="3142" y="801"/>
                </a:cubicBezTo>
                <a:cubicBezTo>
                  <a:pt x="3151" y="803"/>
                  <a:pt x="3160" y="806"/>
                  <a:pt x="3169" y="810"/>
                </a:cubicBezTo>
                <a:cubicBezTo>
                  <a:pt x="3177" y="812"/>
                  <a:pt x="3186" y="815"/>
                  <a:pt x="3194" y="820"/>
                </a:cubicBezTo>
                <a:cubicBezTo>
                  <a:pt x="3196" y="821"/>
                  <a:pt x="3200" y="820"/>
                  <a:pt x="3201" y="824"/>
                </a:cubicBezTo>
                <a:cubicBezTo>
                  <a:pt x="3204" y="823"/>
                  <a:pt x="3205" y="827"/>
                  <a:pt x="3208" y="826"/>
                </a:cubicBezTo>
                <a:cubicBezTo>
                  <a:pt x="3211" y="830"/>
                  <a:pt x="3217" y="825"/>
                  <a:pt x="3220" y="832"/>
                </a:cubicBezTo>
                <a:cubicBezTo>
                  <a:pt x="3229" y="834"/>
                  <a:pt x="3237" y="839"/>
                  <a:pt x="3245" y="843"/>
                </a:cubicBezTo>
                <a:cubicBezTo>
                  <a:pt x="3253" y="849"/>
                  <a:pt x="3262" y="849"/>
                  <a:pt x="3269" y="856"/>
                </a:cubicBezTo>
                <a:close/>
                <a:moveTo>
                  <a:pt x="3121" y="851"/>
                </a:moveTo>
                <a:cubicBezTo>
                  <a:pt x="3114" y="851"/>
                  <a:pt x="3115" y="840"/>
                  <a:pt x="3113" y="836"/>
                </a:cubicBezTo>
                <a:cubicBezTo>
                  <a:pt x="3120" y="836"/>
                  <a:pt x="3119" y="847"/>
                  <a:pt x="3121" y="851"/>
                </a:cubicBezTo>
                <a:close/>
                <a:moveTo>
                  <a:pt x="2966" y="723"/>
                </a:moveTo>
                <a:cubicBezTo>
                  <a:pt x="2974" y="724"/>
                  <a:pt x="2969" y="736"/>
                  <a:pt x="2973" y="741"/>
                </a:cubicBezTo>
                <a:cubicBezTo>
                  <a:pt x="2967" y="741"/>
                  <a:pt x="2968" y="728"/>
                  <a:pt x="2966" y="723"/>
                </a:cubicBezTo>
                <a:close/>
                <a:moveTo>
                  <a:pt x="3008" y="1016"/>
                </a:moveTo>
                <a:cubicBezTo>
                  <a:pt x="3004" y="1017"/>
                  <a:pt x="3007" y="1015"/>
                  <a:pt x="3006" y="1012"/>
                </a:cubicBezTo>
                <a:cubicBezTo>
                  <a:pt x="3004" y="1010"/>
                  <a:pt x="3003" y="1008"/>
                  <a:pt x="3002" y="1006"/>
                </a:cubicBezTo>
                <a:cubicBezTo>
                  <a:pt x="3001" y="1000"/>
                  <a:pt x="2996" y="993"/>
                  <a:pt x="2997" y="987"/>
                </a:cubicBezTo>
                <a:cubicBezTo>
                  <a:pt x="2997" y="982"/>
                  <a:pt x="2990" y="975"/>
                  <a:pt x="2993" y="971"/>
                </a:cubicBezTo>
                <a:cubicBezTo>
                  <a:pt x="2990" y="965"/>
                  <a:pt x="2991" y="960"/>
                  <a:pt x="2988" y="954"/>
                </a:cubicBezTo>
                <a:cubicBezTo>
                  <a:pt x="2982" y="947"/>
                  <a:pt x="2991" y="944"/>
                  <a:pt x="2984" y="937"/>
                </a:cubicBezTo>
                <a:cubicBezTo>
                  <a:pt x="2987" y="935"/>
                  <a:pt x="2982" y="930"/>
                  <a:pt x="2985" y="928"/>
                </a:cubicBezTo>
                <a:cubicBezTo>
                  <a:pt x="2985" y="926"/>
                  <a:pt x="2985" y="924"/>
                  <a:pt x="2983" y="921"/>
                </a:cubicBezTo>
                <a:cubicBezTo>
                  <a:pt x="2985" y="916"/>
                  <a:pt x="2981" y="910"/>
                  <a:pt x="2983" y="905"/>
                </a:cubicBezTo>
                <a:cubicBezTo>
                  <a:pt x="2981" y="894"/>
                  <a:pt x="2982" y="884"/>
                  <a:pt x="2978" y="872"/>
                </a:cubicBezTo>
                <a:cubicBezTo>
                  <a:pt x="2981" y="851"/>
                  <a:pt x="2975" y="827"/>
                  <a:pt x="2980" y="805"/>
                </a:cubicBezTo>
                <a:cubicBezTo>
                  <a:pt x="2976" y="795"/>
                  <a:pt x="2977" y="786"/>
                  <a:pt x="2974" y="776"/>
                </a:cubicBezTo>
                <a:cubicBezTo>
                  <a:pt x="2973" y="766"/>
                  <a:pt x="2969" y="756"/>
                  <a:pt x="2972" y="747"/>
                </a:cubicBezTo>
                <a:cubicBezTo>
                  <a:pt x="2979" y="747"/>
                  <a:pt x="2976" y="759"/>
                  <a:pt x="2978" y="763"/>
                </a:cubicBezTo>
                <a:cubicBezTo>
                  <a:pt x="2977" y="769"/>
                  <a:pt x="2980" y="775"/>
                  <a:pt x="2980" y="781"/>
                </a:cubicBezTo>
                <a:cubicBezTo>
                  <a:pt x="2988" y="789"/>
                  <a:pt x="2979" y="792"/>
                  <a:pt x="2985" y="800"/>
                </a:cubicBezTo>
                <a:cubicBezTo>
                  <a:pt x="2984" y="805"/>
                  <a:pt x="2988" y="812"/>
                  <a:pt x="2984" y="817"/>
                </a:cubicBezTo>
                <a:cubicBezTo>
                  <a:pt x="2988" y="818"/>
                  <a:pt x="2987" y="820"/>
                  <a:pt x="2988" y="823"/>
                </a:cubicBezTo>
                <a:cubicBezTo>
                  <a:pt x="2985" y="826"/>
                  <a:pt x="2991" y="826"/>
                  <a:pt x="2988" y="828"/>
                </a:cubicBezTo>
                <a:cubicBezTo>
                  <a:pt x="2988" y="834"/>
                  <a:pt x="2990" y="841"/>
                  <a:pt x="2990" y="846"/>
                </a:cubicBezTo>
                <a:cubicBezTo>
                  <a:pt x="2992" y="853"/>
                  <a:pt x="2990" y="858"/>
                  <a:pt x="2992" y="864"/>
                </a:cubicBezTo>
                <a:cubicBezTo>
                  <a:pt x="2994" y="871"/>
                  <a:pt x="2988" y="875"/>
                  <a:pt x="2994" y="882"/>
                </a:cubicBezTo>
                <a:cubicBezTo>
                  <a:pt x="2989" y="887"/>
                  <a:pt x="2996" y="894"/>
                  <a:pt x="2996" y="900"/>
                </a:cubicBezTo>
                <a:cubicBezTo>
                  <a:pt x="2996" y="906"/>
                  <a:pt x="2998" y="912"/>
                  <a:pt x="2998" y="918"/>
                </a:cubicBezTo>
                <a:cubicBezTo>
                  <a:pt x="2997" y="930"/>
                  <a:pt x="3002" y="942"/>
                  <a:pt x="2999" y="953"/>
                </a:cubicBezTo>
                <a:cubicBezTo>
                  <a:pt x="3003" y="978"/>
                  <a:pt x="3006" y="1001"/>
                  <a:pt x="3017" y="1028"/>
                </a:cubicBezTo>
                <a:cubicBezTo>
                  <a:pt x="3012" y="1030"/>
                  <a:pt x="3011" y="1019"/>
                  <a:pt x="3008" y="1016"/>
                </a:cubicBezTo>
                <a:close/>
                <a:moveTo>
                  <a:pt x="3027" y="1036"/>
                </a:moveTo>
                <a:cubicBezTo>
                  <a:pt x="3032" y="1033"/>
                  <a:pt x="3024" y="1028"/>
                  <a:pt x="3023" y="1024"/>
                </a:cubicBezTo>
                <a:cubicBezTo>
                  <a:pt x="3013" y="970"/>
                  <a:pt x="3013" y="964"/>
                  <a:pt x="3010" y="958"/>
                </a:cubicBezTo>
                <a:cubicBezTo>
                  <a:pt x="3009" y="898"/>
                  <a:pt x="3001" y="890"/>
                  <a:pt x="3007" y="886"/>
                </a:cubicBezTo>
                <a:cubicBezTo>
                  <a:pt x="2992" y="822"/>
                  <a:pt x="3003" y="819"/>
                  <a:pt x="2998" y="812"/>
                </a:cubicBezTo>
                <a:cubicBezTo>
                  <a:pt x="2992" y="771"/>
                  <a:pt x="2986" y="766"/>
                  <a:pt x="2990" y="764"/>
                </a:cubicBezTo>
                <a:cubicBezTo>
                  <a:pt x="2983" y="719"/>
                  <a:pt x="2985" y="730"/>
                  <a:pt x="2988" y="733"/>
                </a:cubicBezTo>
                <a:cubicBezTo>
                  <a:pt x="3000" y="776"/>
                  <a:pt x="3004" y="782"/>
                  <a:pt x="3003" y="787"/>
                </a:cubicBezTo>
                <a:cubicBezTo>
                  <a:pt x="3014" y="823"/>
                  <a:pt x="3013" y="827"/>
                  <a:pt x="3018" y="833"/>
                </a:cubicBezTo>
                <a:cubicBezTo>
                  <a:pt x="3023" y="872"/>
                  <a:pt x="3015" y="879"/>
                  <a:pt x="3023" y="890"/>
                </a:cubicBezTo>
                <a:cubicBezTo>
                  <a:pt x="3027" y="937"/>
                  <a:pt x="3022" y="940"/>
                  <a:pt x="3027" y="945"/>
                </a:cubicBezTo>
                <a:cubicBezTo>
                  <a:pt x="3036" y="1011"/>
                  <a:pt x="3031" y="1019"/>
                  <a:pt x="3037" y="1030"/>
                </a:cubicBezTo>
                <a:close/>
                <a:moveTo>
                  <a:pt x="2998" y="735"/>
                </a:moveTo>
                <a:cubicBezTo>
                  <a:pt x="3003" y="732"/>
                  <a:pt x="3005" y="737"/>
                  <a:pt x="3008" y="740"/>
                </a:cubicBezTo>
                <a:cubicBezTo>
                  <a:pt x="3006" y="741"/>
                  <a:pt x="3004" y="742"/>
                  <a:pt x="3002" y="744"/>
                </a:cubicBezTo>
                <a:cubicBezTo>
                  <a:pt x="3001" y="741"/>
                  <a:pt x="2999" y="738"/>
                  <a:pt x="2998" y="735"/>
                </a:cubicBezTo>
                <a:close/>
                <a:moveTo>
                  <a:pt x="3035" y="859"/>
                </a:moveTo>
                <a:cubicBezTo>
                  <a:pt x="3033" y="862"/>
                  <a:pt x="3036" y="867"/>
                  <a:pt x="3037" y="871"/>
                </a:cubicBezTo>
                <a:cubicBezTo>
                  <a:pt x="3040" y="880"/>
                  <a:pt x="3037" y="886"/>
                  <a:pt x="3043" y="895"/>
                </a:cubicBezTo>
                <a:cubicBezTo>
                  <a:pt x="3041" y="899"/>
                  <a:pt x="3043" y="904"/>
                  <a:pt x="3044" y="908"/>
                </a:cubicBezTo>
                <a:cubicBezTo>
                  <a:pt x="3044" y="912"/>
                  <a:pt x="3047" y="917"/>
                  <a:pt x="3046" y="921"/>
                </a:cubicBezTo>
                <a:cubicBezTo>
                  <a:pt x="3051" y="926"/>
                  <a:pt x="3043" y="928"/>
                  <a:pt x="3048" y="933"/>
                </a:cubicBezTo>
                <a:cubicBezTo>
                  <a:pt x="3046" y="936"/>
                  <a:pt x="3052" y="942"/>
                  <a:pt x="3049" y="944"/>
                </a:cubicBezTo>
                <a:cubicBezTo>
                  <a:pt x="3054" y="948"/>
                  <a:pt x="3044" y="955"/>
                  <a:pt x="3051" y="953"/>
                </a:cubicBezTo>
                <a:cubicBezTo>
                  <a:pt x="3053" y="958"/>
                  <a:pt x="3047" y="961"/>
                  <a:pt x="3053" y="966"/>
                </a:cubicBezTo>
                <a:cubicBezTo>
                  <a:pt x="3054" y="974"/>
                  <a:pt x="3060" y="983"/>
                  <a:pt x="3055" y="989"/>
                </a:cubicBezTo>
                <a:cubicBezTo>
                  <a:pt x="3063" y="1007"/>
                  <a:pt x="3055" y="1021"/>
                  <a:pt x="3064" y="1039"/>
                </a:cubicBezTo>
                <a:cubicBezTo>
                  <a:pt x="3064" y="1046"/>
                  <a:pt x="3060" y="1052"/>
                  <a:pt x="3066" y="1060"/>
                </a:cubicBezTo>
                <a:cubicBezTo>
                  <a:pt x="3061" y="1065"/>
                  <a:pt x="3066" y="1073"/>
                  <a:pt x="3066" y="1079"/>
                </a:cubicBezTo>
                <a:cubicBezTo>
                  <a:pt x="3059" y="1084"/>
                  <a:pt x="3069" y="1094"/>
                  <a:pt x="3064" y="1100"/>
                </a:cubicBezTo>
                <a:cubicBezTo>
                  <a:pt x="3067" y="1107"/>
                  <a:pt x="3063" y="1112"/>
                  <a:pt x="3067" y="1120"/>
                </a:cubicBezTo>
                <a:cubicBezTo>
                  <a:pt x="3062" y="1121"/>
                  <a:pt x="3060" y="1110"/>
                  <a:pt x="3056" y="1106"/>
                </a:cubicBezTo>
                <a:cubicBezTo>
                  <a:pt x="3056" y="1100"/>
                  <a:pt x="3049" y="1092"/>
                  <a:pt x="3050" y="1085"/>
                </a:cubicBezTo>
                <a:cubicBezTo>
                  <a:pt x="3047" y="1075"/>
                  <a:pt x="3049" y="1065"/>
                  <a:pt x="3046" y="1055"/>
                </a:cubicBezTo>
                <a:cubicBezTo>
                  <a:pt x="3048" y="1050"/>
                  <a:pt x="3047" y="1045"/>
                  <a:pt x="3045" y="1039"/>
                </a:cubicBezTo>
                <a:cubicBezTo>
                  <a:pt x="3050" y="1035"/>
                  <a:pt x="3042" y="1029"/>
                  <a:pt x="3046" y="1025"/>
                </a:cubicBezTo>
                <a:cubicBezTo>
                  <a:pt x="3043" y="1014"/>
                  <a:pt x="3045" y="1005"/>
                  <a:pt x="3042" y="994"/>
                </a:cubicBezTo>
                <a:cubicBezTo>
                  <a:pt x="3045" y="991"/>
                  <a:pt x="3038" y="984"/>
                  <a:pt x="3042" y="981"/>
                </a:cubicBezTo>
                <a:cubicBezTo>
                  <a:pt x="3040" y="975"/>
                  <a:pt x="3041" y="971"/>
                  <a:pt x="3036" y="965"/>
                </a:cubicBezTo>
                <a:cubicBezTo>
                  <a:pt x="3042" y="961"/>
                  <a:pt x="3038" y="955"/>
                  <a:pt x="3035" y="949"/>
                </a:cubicBezTo>
                <a:cubicBezTo>
                  <a:pt x="3042" y="946"/>
                  <a:pt x="3035" y="940"/>
                  <a:pt x="3035" y="935"/>
                </a:cubicBezTo>
                <a:cubicBezTo>
                  <a:pt x="3042" y="928"/>
                  <a:pt x="3030" y="915"/>
                  <a:pt x="3036" y="908"/>
                </a:cubicBezTo>
                <a:cubicBezTo>
                  <a:pt x="3029" y="900"/>
                  <a:pt x="3036" y="897"/>
                  <a:pt x="3032" y="891"/>
                </a:cubicBezTo>
                <a:cubicBezTo>
                  <a:pt x="3031" y="886"/>
                  <a:pt x="3032" y="882"/>
                  <a:pt x="3032" y="877"/>
                </a:cubicBezTo>
                <a:cubicBezTo>
                  <a:pt x="3031" y="867"/>
                  <a:pt x="3031" y="858"/>
                  <a:pt x="3029" y="848"/>
                </a:cubicBezTo>
                <a:cubicBezTo>
                  <a:pt x="3036" y="847"/>
                  <a:pt x="3032" y="856"/>
                  <a:pt x="3035" y="859"/>
                </a:cubicBezTo>
                <a:close/>
                <a:moveTo>
                  <a:pt x="3020" y="794"/>
                </a:moveTo>
                <a:cubicBezTo>
                  <a:pt x="3022" y="799"/>
                  <a:pt x="3021" y="803"/>
                  <a:pt x="3026" y="809"/>
                </a:cubicBezTo>
                <a:cubicBezTo>
                  <a:pt x="3021" y="813"/>
                  <a:pt x="3030" y="821"/>
                  <a:pt x="3027" y="825"/>
                </a:cubicBezTo>
                <a:cubicBezTo>
                  <a:pt x="3033" y="831"/>
                  <a:pt x="3028" y="835"/>
                  <a:pt x="3033" y="841"/>
                </a:cubicBezTo>
                <a:cubicBezTo>
                  <a:pt x="3025" y="846"/>
                  <a:pt x="3028" y="832"/>
                  <a:pt x="3026" y="828"/>
                </a:cubicBezTo>
                <a:cubicBezTo>
                  <a:pt x="3022" y="822"/>
                  <a:pt x="3025" y="818"/>
                  <a:pt x="3019" y="811"/>
                </a:cubicBezTo>
                <a:cubicBezTo>
                  <a:pt x="3023" y="803"/>
                  <a:pt x="3013" y="791"/>
                  <a:pt x="3013" y="781"/>
                </a:cubicBezTo>
                <a:cubicBezTo>
                  <a:pt x="3020" y="780"/>
                  <a:pt x="3017" y="790"/>
                  <a:pt x="3020" y="794"/>
                </a:cubicBezTo>
                <a:close/>
                <a:moveTo>
                  <a:pt x="3009" y="726"/>
                </a:moveTo>
                <a:cubicBezTo>
                  <a:pt x="3000" y="718"/>
                  <a:pt x="2991" y="710"/>
                  <a:pt x="2981" y="706"/>
                </a:cubicBezTo>
                <a:cubicBezTo>
                  <a:pt x="2978" y="701"/>
                  <a:pt x="2988" y="702"/>
                  <a:pt x="2988" y="705"/>
                </a:cubicBezTo>
                <a:cubicBezTo>
                  <a:pt x="2991" y="704"/>
                  <a:pt x="2994" y="705"/>
                  <a:pt x="2996" y="709"/>
                </a:cubicBezTo>
                <a:cubicBezTo>
                  <a:pt x="3002" y="709"/>
                  <a:pt x="3008" y="713"/>
                  <a:pt x="3013" y="715"/>
                </a:cubicBezTo>
                <a:cubicBezTo>
                  <a:pt x="3024" y="722"/>
                  <a:pt x="3036" y="723"/>
                  <a:pt x="3046" y="729"/>
                </a:cubicBezTo>
                <a:cubicBezTo>
                  <a:pt x="3057" y="733"/>
                  <a:pt x="3068" y="740"/>
                  <a:pt x="3080" y="740"/>
                </a:cubicBezTo>
                <a:cubicBezTo>
                  <a:pt x="3084" y="749"/>
                  <a:pt x="3092" y="742"/>
                  <a:pt x="3096" y="750"/>
                </a:cubicBezTo>
                <a:cubicBezTo>
                  <a:pt x="3103" y="748"/>
                  <a:pt x="3106" y="756"/>
                  <a:pt x="3112" y="754"/>
                </a:cubicBezTo>
                <a:cubicBezTo>
                  <a:pt x="3122" y="765"/>
                  <a:pt x="3136" y="763"/>
                  <a:pt x="3146" y="771"/>
                </a:cubicBezTo>
                <a:cubicBezTo>
                  <a:pt x="3151" y="776"/>
                  <a:pt x="3159" y="772"/>
                  <a:pt x="3163" y="780"/>
                </a:cubicBezTo>
                <a:cubicBezTo>
                  <a:pt x="3168" y="781"/>
                  <a:pt x="3174" y="783"/>
                  <a:pt x="3178" y="788"/>
                </a:cubicBezTo>
                <a:cubicBezTo>
                  <a:pt x="3189" y="792"/>
                  <a:pt x="3199" y="799"/>
                  <a:pt x="3210" y="805"/>
                </a:cubicBezTo>
                <a:cubicBezTo>
                  <a:pt x="3214" y="814"/>
                  <a:pt x="3222" y="809"/>
                  <a:pt x="3225" y="818"/>
                </a:cubicBezTo>
                <a:cubicBezTo>
                  <a:pt x="3231" y="818"/>
                  <a:pt x="3235" y="826"/>
                  <a:pt x="3241" y="826"/>
                </a:cubicBezTo>
                <a:cubicBezTo>
                  <a:pt x="3242" y="828"/>
                  <a:pt x="3243" y="830"/>
                  <a:pt x="3244" y="832"/>
                </a:cubicBezTo>
                <a:cubicBezTo>
                  <a:pt x="3234" y="831"/>
                  <a:pt x="3225" y="823"/>
                  <a:pt x="3215" y="819"/>
                </a:cubicBezTo>
                <a:cubicBezTo>
                  <a:pt x="3205" y="814"/>
                  <a:pt x="3195" y="810"/>
                  <a:pt x="3185" y="806"/>
                </a:cubicBezTo>
                <a:cubicBezTo>
                  <a:pt x="3181" y="801"/>
                  <a:pt x="3175" y="801"/>
                  <a:pt x="3170" y="798"/>
                </a:cubicBezTo>
                <a:cubicBezTo>
                  <a:pt x="3167" y="799"/>
                  <a:pt x="3164" y="798"/>
                  <a:pt x="3162" y="794"/>
                </a:cubicBezTo>
                <a:cubicBezTo>
                  <a:pt x="3159" y="797"/>
                  <a:pt x="3158" y="795"/>
                  <a:pt x="3156" y="792"/>
                </a:cubicBezTo>
                <a:cubicBezTo>
                  <a:pt x="3150" y="797"/>
                  <a:pt x="3147" y="787"/>
                  <a:pt x="3141" y="790"/>
                </a:cubicBezTo>
                <a:cubicBezTo>
                  <a:pt x="3139" y="785"/>
                  <a:pt x="3135" y="789"/>
                  <a:pt x="3133" y="786"/>
                </a:cubicBezTo>
                <a:cubicBezTo>
                  <a:pt x="3131" y="785"/>
                  <a:pt x="3129" y="784"/>
                  <a:pt x="3128" y="781"/>
                </a:cubicBezTo>
                <a:cubicBezTo>
                  <a:pt x="3122" y="779"/>
                  <a:pt x="3116" y="781"/>
                  <a:pt x="3112" y="777"/>
                </a:cubicBezTo>
                <a:cubicBezTo>
                  <a:pt x="3106" y="777"/>
                  <a:pt x="3103" y="770"/>
                  <a:pt x="3097" y="774"/>
                </a:cubicBezTo>
                <a:cubicBezTo>
                  <a:pt x="3088" y="764"/>
                  <a:pt x="3077" y="763"/>
                  <a:pt x="3067" y="756"/>
                </a:cubicBezTo>
                <a:cubicBezTo>
                  <a:pt x="3056" y="755"/>
                  <a:pt x="3048" y="745"/>
                  <a:pt x="3037" y="743"/>
                </a:cubicBezTo>
                <a:cubicBezTo>
                  <a:pt x="3029" y="733"/>
                  <a:pt x="3018" y="734"/>
                  <a:pt x="3009" y="726"/>
                </a:cubicBezTo>
                <a:close/>
                <a:moveTo>
                  <a:pt x="3088" y="932"/>
                </a:moveTo>
                <a:cubicBezTo>
                  <a:pt x="3086" y="928"/>
                  <a:pt x="3084" y="924"/>
                  <a:pt x="3081" y="920"/>
                </a:cubicBezTo>
                <a:cubicBezTo>
                  <a:pt x="3085" y="915"/>
                  <a:pt x="3078" y="907"/>
                  <a:pt x="3079" y="902"/>
                </a:cubicBezTo>
                <a:cubicBezTo>
                  <a:pt x="3082" y="897"/>
                  <a:pt x="3078" y="890"/>
                  <a:pt x="3077" y="884"/>
                </a:cubicBezTo>
                <a:cubicBezTo>
                  <a:pt x="3077" y="878"/>
                  <a:pt x="3071" y="871"/>
                  <a:pt x="3072" y="865"/>
                </a:cubicBezTo>
                <a:cubicBezTo>
                  <a:pt x="3068" y="861"/>
                  <a:pt x="3070" y="859"/>
                  <a:pt x="3069" y="856"/>
                </a:cubicBezTo>
                <a:cubicBezTo>
                  <a:pt x="3067" y="853"/>
                  <a:pt x="3065" y="850"/>
                  <a:pt x="3068" y="848"/>
                </a:cubicBezTo>
                <a:cubicBezTo>
                  <a:pt x="3062" y="838"/>
                  <a:pt x="3063" y="821"/>
                  <a:pt x="3054" y="815"/>
                </a:cubicBezTo>
                <a:cubicBezTo>
                  <a:pt x="3057" y="813"/>
                  <a:pt x="3053" y="809"/>
                  <a:pt x="3051" y="806"/>
                </a:cubicBezTo>
                <a:cubicBezTo>
                  <a:pt x="3049" y="802"/>
                  <a:pt x="3051" y="800"/>
                  <a:pt x="3049" y="796"/>
                </a:cubicBezTo>
                <a:cubicBezTo>
                  <a:pt x="3050" y="791"/>
                  <a:pt x="3041" y="784"/>
                  <a:pt x="3048" y="780"/>
                </a:cubicBezTo>
                <a:cubicBezTo>
                  <a:pt x="3068" y="811"/>
                  <a:pt x="3067" y="836"/>
                  <a:pt x="3080" y="866"/>
                </a:cubicBezTo>
                <a:cubicBezTo>
                  <a:pt x="3079" y="871"/>
                  <a:pt x="3078" y="877"/>
                  <a:pt x="3082" y="884"/>
                </a:cubicBezTo>
                <a:cubicBezTo>
                  <a:pt x="3080" y="888"/>
                  <a:pt x="3085" y="895"/>
                  <a:pt x="3083" y="900"/>
                </a:cubicBezTo>
                <a:cubicBezTo>
                  <a:pt x="3083" y="905"/>
                  <a:pt x="3086" y="911"/>
                  <a:pt x="3087" y="916"/>
                </a:cubicBezTo>
                <a:cubicBezTo>
                  <a:pt x="3085" y="921"/>
                  <a:pt x="3090" y="927"/>
                  <a:pt x="3088" y="932"/>
                </a:cubicBezTo>
                <a:cubicBezTo>
                  <a:pt x="3095" y="940"/>
                  <a:pt x="3082" y="936"/>
                  <a:pt x="3088" y="932"/>
                </a:cubicBezTo>
                <a:close/>
                <a:moveTo>
                  <a:pt x="3098" y="1017"/>
                </a:moveTo>
                <a:cubicBezTo>
                  <a:pt x="3095" y="1012"/>
                  <a:pt x="3099" y="1010"/>
                  <a:pt x="3094" y="1005"/>
                </a:cubicBezTo>
                <a:cubicBezTo>
                  <a:pt x="3100" y="1001"/>
                  <a:pt x="3093" y="994"/>
                  <a:pt x="3097" y="990"/>
                </a:cubicBezTo>
                <a:cubicBezTo>
                  <a:pt x="3099" y="995"/>
                  <a:pt x="3100" y="1000"/>
                  <a:pt x="3097" y="1004"/>
                </a:cubicBezTo>
                <a:cubicBezTo>
                  <a:pt x="3101" y="1012"/>
                  <a:pt x="3100" y="1019"/>
                  <a:pt x="3101" y="1026"/>
                </a:cubicBezTo>
                <a:cubicBezTo>
                  <a:pt x="3097" y="1027"/>
                  <a:pt x="3100" y="1024"/>
                  <a:pt x="3099" y="1022"/>
                </a:cubicBezTo>
                <a:cubicBezTo>
                  <a:pt x="3097" y="1020"/>
                  <a:pt x="3097" y="1018"/>
                  <a:pt x="3098" y="1017"/>
                </a:cubicBezTo>
                <a:close/>
                <a:moveTo>
                  <a:pt x="3102" y="1037"/>
                </a:moveTo>
                <a:cubicBezTo>
                  <a:pt x="3104" y="1040"/>
                  <a:pt x="3102" y="1040"/>
                  <a:pt x="3102" y="1042"/>
                </a:cubicBezTo>
                <a:cubicBezTo>
                  <a:pt x="3103" y="1051"/>
                  <a:pt x="3095" y="1030"/>
                  <a:pt x="3102" y="1037"/>
                </a:cubicBezTo>
                <a:close/>
                <a:moveTo>
                  <a:pt x="3133" y="1125"/>
                </a:moveTo>
                <a:cubicBezTo>
                  <a:pt x="3136" y="1144"/>
                  <a:pt x="3134" y="1162"/>
                  <a:pt x="3134" y="1180"/>
                </a:cubicBezTo>
                <a:cubicBezTo>
                  <a:pt x="3121" y="1261"/>
                  <a:pt x="3124" y="1266"/>
                  <a:pt x="3120" y="1270"/>
                </a:cubicBezTo>
                <a:cubicBezTo>
                  <a:pt x="3117" y="1275"/>
                  <a:pt x="3119" y="1274"/>
                  <a:pt x="3118" y="1271"/>
                </a:cubicBezTo>
                <a:cubicBezTo>
                  <a:pt x="3121" y="1257"/>
                  <a:pt x="3119" y="1254"/>
                  <a:pt x="3118" y="1252"/>
                </a:cubicBezTo>
                <a:cubicBezTo>
                  <a:pt x="3118" y="1228"/>
                  <a:pt x="3121" y="1224"/>
                  <a:pt x="3121" y="1220"/>
                </a:cubicBezTo>
                <a:cubicBezTo>
                  <a:pt x="3122" y="1171"/>
                  <a:pt x="3120" y="1162"/>
                  <a:pt x="3122" y="1154"/>
                </a:cubicBezTo>
                <a:cubicBezTo>
                  <a:pt x="3120" y="1095"/>
                  <a:pt x="3117" y="1089"/>
                  <a:pt x="3118" y="1085"/>
                </a:cubicBezTo>
                <a:cubicBezTo>
                  <a:pt x="3110" y="1040"/>
                  <a:pt x="3113" y="1036"/>
                  <a:pt x="3112" y="1031"/>
                </a:cubicBezTo>
                <a:cubicBezTo>
                  <a:pt x="3101" y="953"/>
                  <a:pt x="3102" y="945"/>
                  <a:pt x="3098" y="935"/>
                </a:cubicBezTo>
                <a:cubicBezTo>
                  <a:pt x="3089" y="874"/>
                  <a:pt x="3092" y="870"/>
                  <a:pt x="3088" y="864"/>
                </a:cubicBezTo>
                <a:cubicBezTo>
                  <a:pt x="3074" y="793"/>
                  <a:pt x="3077" y="807"/>
                  <a:pt x="3084" y="806"/>
                </a:cubicBezTo>
                <a:cubicBezTo>
                  <a:pt x="3106" y="855"/>
                  <a:pt x="3107" y="860"/>
                  <a:pt x="3110" y="865"/>
                </a:cubicBezTo>
                <a:cubicBezTo>
                  <a:pt x="3119" y="919"/>
                  <a:pt x="3123" y="929"/>
                  <a:pt x="3125" y="939"/>
                </a:cubicBezTo>
                <a:cubicBezTo>
                  <a:pt x="3124" y="973"/>
                  <a:pt x="3130" y="984"/>
                  <a:pt x="3128" y="992"/>
                </a:cubicBezTo>
                <a:cubicBezTo>
                  <a:pt x="3131" y="1008"/>
                  <a:pt x="3129" y="1011"/>
                  <a:pt x="3129" y="1013"/>
                </a:cubicBezTo>
                <a:cubicBezTo>
                  <a:pt x="3134" y="1056"/>
                  <a:pt x="3135" y="1065"/>
                  <a:pt x="3133" y="1073"/>
                </a:cubicBezTo>
                <a:close/>
                <a:moveTo>
                  <a:pt x="3146" y="1143"/>
                </a:moveTo>
                <a:cubicBezTo>
                  <a:pt x="3139" y="1144"/>
                  <a:pt x="3146" y="1139"/>
                  <a:pt x="3144" y="1135"/>
                </a:cubicBezTo>
                <a:cubicBezTo>
                  <a:pt x="3141" y="1129"/>
                  <a:pt x="3149" y="1134"/>
                  <a:pt x="3146" y="1143"/>
                </a:cubicBezTo>
                <a:close/>
                <a:moveTo>
                  <a:pt x="3147" y="967"/>
                </a:moveTo>
                <a:cubicBezTo>
                  <a:pt x="3145" y="973"/>
                  <a:pt x="3147" y="979"/>
                  <a:pt x="3145" y="984"/>
                </a:cubicBezTo>
                <a:cubicBezTo>
                  <a:pt x="3149" y="991"/>
                  <a:pt x="3145" y="996"/>
                  <a:pt x="3144" y="1001"/>
                </a:cubicBezTo>
                <a:cubicBezTo>
                  <a:pt x="3149" y="1023"/>
                  <a:pt x="3149" y="1042"/>
                  <a:pt x="3149" y="1062"/>
                </a:cubicBezTo>
                <a:cubicBezTo>
                  <a:pt x="3146" y="1071"/>
                  <a:pt x="3150" y="1082"/>
                  <a:pt x="3146" y="1091"/>
                </a:cubicBezTo>
                <a:cubicBezTo>
                  <a:pt x="3152" y="1102"/>
                  <a:pt x="3144" y="1110"/>
                  <a:pt x="3147" y="1120"/>
                </a:cubicBezTo>
                <a:cubicBezTo>
                  <a:pt x="3141" y="1123"/>
                  <a:pt x="3146" y="1114"/>
                  <a:pt x="3144" y="1111"/>
                </a:cubicBezTo>
                <a:cubicBezTo>
                  <a:pt x="3144" y="1107"/>
                  <a:pt x="3144" y="1103"/>
                  <a:pt x="3145" y="1099"/>
                </a:cubicBezTo>
                <a:cubicBezTo>
                  <a:pt x="3144" y="1091"/>
                  <a:pt x="3143" y="1084"/>
                  <a:pt x="3146" y="1077"/>
                </a:cubicBezTo>
                <a:cubicBezTo>
                  <a:pt x="3144" y="1068"/>
                  <a:pt x="3143" y="1060"/>
                  <a:pt x="3143" y="1051"/>
                </a:cubicBezTo>
                <a:cubicBezTo>
                  <a:pt x="3145" y="1048"/>
                  <a:pt x="3142" y="1043"/>
                  <a:pt x="3141" y="1039"/>
                </a:cubicBezTo>
                <a:cubicBezTo>
                  <a:pt x="3146" y="1037"/>
                  <a:pt x="3140" y="1032"/>
                  <a:pt x="3144" y="1029"/>
                </a:cubicBezTo>
                <a:cubicBezTo>
                  <a:pt x="3140" y="1021"/>
                  <a:pt x="3138" y="1014"/>
                  <a:pt x="3139" y="1007"/>
                </a:cubicBezTo>
                <a:cubicBezTo>
                  <a:pt x="3139" y="1003"/>
                  <a:pt x="3139" y="1000"/>
                  <a:pt x="3139" y="996"/>
                </a:cubicBezTo>
                <a:cubicBezTo>
                  <a:pt x="3141" y="994"/>
                  <a:pt x="3134" y="988"/>
                  <a:pt x="3138" y="986"/>
                </a:cubicBezTo>
                <a:cubicBezTo>
                  <a:pt x="3136" y="972"/>
                  <a:pt x="3137" y="959"/>
                  <a:pt x="3134" y="945"/>
                </a:cubicBezTo>
                <a:cubicBezTo>
                  <a:pt x="3135" y="918"/>
                  <a:pt x="3119" y="886"/>
                  <a:pt x="3120" y="859"/>
                </a:cubicBezTo>
                <a:cubicBezTo>
                  <a:pt x="3127" y="860"/>
                  <a:pt x="3129" y="873"/>
                  <a:pt x="3131" y="878"/>
                </a:cubicBezTo>
                <a:cubicBezTo>
                  <a:pt x="3130" y="883"/>
                  <a:pt x="3136" y="891"/>
                  <a:pt x="3136" y="897"/>
                </a:cubicBezTo>
                <a:cubicBezTo>
                  <a:pt x="3134" y="902"/>
                  <a:pt x="3140" y="909"/>
                  <a:pt x="3138" y="915"/>
                </a:cubicBezTo>
                <a:cubicBezTo>
                  <a:pt x="3140" y="918"/>
                  <a:pt x="3140" y="921"/>
                  <a:pt x="3138" y="923"/>
                </a:cubicBezTo>
                <a:cubicBezTo>
                  <a:pt x="3142" y="924"/>
                  <a:pt x="3140" y="926"/>
                  <a:pt x="3141" y="929"/>
                </a:cubicBezTo>
                <a:cubicBezTo>
                  <a:pt x="3145" y="943"/>
                  <a:pt x="3143" y="954"/>
                  <a:pt x="3147" y="967"/>
                </a:cubicBezTo>
                <a:close/>
                <a:moveTo>
                  <a:pt x="3300" y="1035"/>
                </a:moveTo>
                <a:cubicBezTo>
                  <a:pt x="3295" y="1028"/>
                  <a:pt x="3289" y="1022"/>
                  <a:pt x="3282" y="1018"/>
                </a:cubicBezTo>
                <a:cubicBezTo>
                  <a:pt x="3274" y="1001"/>
                  <a:pt x="3280" y="1009"/>
                  <a:pt x="3288" y="1009"/>
                </a:cubicBezTo>
                <a:cubicBezTo>
                  <a:pt x="3320" y="1033"/>
                  <a:pt x="3323" y="1035"/>
                  <a:pt x="3327" y="1034"/>
                </a:cubicBezTo>
                <a:cubicBezTo>
                  <a:pt x="3370" y="1056"/>
                  <a:pt x="3372" y="1065"/>
                  <a:pt x="3376" y="1063"/>
                </a:cubicBezTo>
                <a:cubicBezTo>
                  <a:pt x="3411" y="1085"/>
                  <a:pt x="3419" y="1084"/>
                  <a:pt x="3425" y="1090"/>
                </a:cubicBezTo>
                <a:cubicBezTo>
                  <a:pt x="3450" y="1102"/>
                  <a:pt x="3451" y="1113"/>
                  <a:pt x="3455" y="1111"/>
                </a:cubicBezTo>
                <a:cubicBezTo>
                  <a:pt x="3509" y="1144"/>
                  <a:pt x="3517" y="1145"/>
                  <a:pt x="3523" y="1152"/>
                </a:cubicBezTo>
                <a:cubicBezTo>
                  <a:pt x="3573" y="1200"/>
                  <a:pt x="3569" y="1200"/>
                  <a:pt x="3566" y="1195"/>
                </a:cubicBezTo>
                <a:cubicBezTo>
                  <a:pt x="3552" y="1189"/>
                  <a:pt x="3548" y="1189"/>
                  <a:pt x="3545" y="1185"/>
                </a:cubicBezTo>
                <a:cubicBezTo>
                  <a:pt x="3524" y="1178"/>
                  <a:pt x="3521" y="1172"/>
                  <a:pt x="3516" y="1174"/>
                </a:cubicBezTo>
                <a:cubicBezTo>
                  <a:pt x="3469" y="1147"/>
                  <a:pt x="3462" y="1147"/>
                  <a:pt x="3456" y="1140"/>
                </a:cubicBezTo>
                <a:cubicBezTo>
                  <a:pt x="3430" y="1127"/>
                  <a:pt x="3424" y="1119"/>
                  <a:pt x="3417" y="1119"/>
                </a:cubicBezTo>
                <a:cubicBezTo>
                  <a:pt x="3373" y="1091"/>
                  <a:pt x="3369" y="1091"/>
                  <a:pt x="3366" y="1088"/>
                </a:cubicBezTo>
                <a:cubicBezTo>
                  <a:pt x="3343" y="1075"/>
                  <a:pt x="3342" y="1066"/>
                  <a:pt x="3338" y="1068"/>
                </a:cubicBezTo>
                <a:close/>
                <a:moveTo>
                  <a:pt x="3392" y="1172"/>
                </a:moveTo>
                <a:cubicBezTo>
                  <a:pt x="3385" y="1167"/>
                  <a:pt x="3378" y="1163"/>
                  <a:pt x="3372" y="1156"/>
                </a:cubicBezTo>
                <a:cubicBezTo>
                  <a:pt x="3399" y="1168"/>
                  <a:pt x="3400" y="1175"/>
                  <a:pt x="3404" y="1173"/>
                </a:cubicBezTo>
                <a:cubicBezTo>
                  <a:pt x="3454" y="1209"/>
                  <a:pt x="3460" y="1205"/>
                  <a:pt x="3464" y="1212"/>
                </a:cubicBezTo>
                <a:cubicBezTo>
                  <a:pt x="3514" y="1237"/>
                  <a:pt x="3515" y="1240"/>
                  <a:pt x="3516" y="1240"/>
                </a:cubicBezTo>
                <a:cubicBezTo>
                  <a:pt x="3547" y="1261"/>
                  <a:pt x="3553" y="1261"/>
                  <a:pt x="3558" y="1266"/>
                </a:cubicBezTo>
                <a:cubicBezTo>
                  <a:pt x="3637" y="1326"/>
                  <a:pt x="3641" y="1334"/>
                  <a:pt x="3647" y="1335"/>
                </a:cubicBezTo>
                <a:cubicBezTo>
                  <a:pt x="3634" y="1330"/>
                  <a:pt x="3626" y="1332"/>
                  <a:pt x="3621" y="1328"/>
                </a:cubicBezTo>
                <a:cubicBezTo>
                  <a:pt x="3579" y="1307"/>
                  <a:pt x="3575" y="1297"/>
                  <a:pt x="3568" y="1298"/>
                </a:cubicBezTo>
                <a:cubicBezTo>
                  <a:pt x="3521" y="1272"/>
                  <a:pt x="3509" y="1264"/>
                  <a:pt x="3498" y="1256"/>
                </a:cubicBezTo>
                <a:cubicBezTo>
                  <a:pt x="3474" y="1243"/>
                  <a:pt x="3469" y="1237"/>
                  <a:pt x="3463" y="1235"/>
                </a:cubicBezTo>
                <a:cubicBezTo>
                  <a:pt x="3427" y="1207"/>
                  <a:pt x="3421" y="1204"/>
                  <a:pt x="3416" y="1199"/>
                </a:cubicBezTo>
                <a:cubicBezTo>
                  <a:pt x="3398" y="1177"/>
                  <a:pt x="3390" y="1177"/>
                  <a:pt x="3392" y="1172"/>
                </a:cubicBezTo>
                <a:close/>
                <a:moveTo>
                  <a:pt x="3445" y="1360"/>
                </a:moveTo>
                <a:cubicBezTo>
                  <a:pt x="3442" y="1357"/>
                  <a:pt x="3445" y="1354"/>
                  <a:pt x="3442" y="1351"/>
                </a:cubicBezTo>
                <a:cubicBezTo>
                  <a:pt x="3444" y="1343"/>
                  <a:pt x="3447" y="1359"/>
                  <a:pt x="3446" y="1362"/>
                </a:cubicBezTo>
                <a:cubicBezTo>
                  <a:pt x="3447" y="1367"/>
                  <a:pt x="3442" y="1362"/>
                  <a:pt x="3445" y="1360"/>
                </a:cubicBezTo>
                <a:close/>
                <a:moveTo>
                  <a:pt x="3455" y="1340"/>
                </a:moveTo>
                <a:cubicBezTo>
                  <a:pt x="3447" y="1340"/>
                  <a:pt x="3456" y="1330"/>
                  <a:pt x="3449" y="1325"/>
                </a:cubicBezTo>
                <a:cubicBezTo>
                  <a:pt x="3457" y="1325"/>
                  <a:pt x="3457" y="1337"/>
                  <a:pt x="3455" y="1340"/>
                </a:cubicBezTo>
                <a:close/>
                <a:moveTo>
                  <a:pt x="3500" y="1553"/>
                </a:moveTo>
                <a:cubicBezTo>
                  <a:pt x="3499" y="1556"/>
                  <a:pt x="3499" y="1560"/>
                  <a:pt x="3499" y="1564"/>
                </a:cubicBezTo>
                <a:cubicBezTo>
                  <a:pt x="3491" y="1619"/>
                  <a:pt x="3494" y="1624"/>
                  <a:pt x="3490" y="1627"/>
                </a:cubicBezTo>
                <a:cubicBezTo>
                  <a:pt x="3483" y="1671"/>
                  <a:pt x="3478" y="1679"/>
                  <a:pt x="3476" y="1687"/>
                </a:cubicBezTo>
                <a:cubicBezTo>
                  <a:pt x="3467" y="1740"/>
                  <a:pt x="3458" y="1742"/>
                  <a:pt x="3461" y="1747"/>
                </a:cubicBezTo>
                <a:cubicBezTo>
                  <a:pt x="3453" y="1766"/>
                  <a:pt x="3455" y="1770"/>
                  <a:pt x="3453" y="1771"/>
                </a:cubicBezTo>
                <a:cubicBezTo>
                  <a:pt x="3426" y="1843"/>
                  <a:pt x="3420" y="1858"/>
                  <a:pt x="3413" y="1873"/>
                </a:cubicBezTo>
                <a:cubicBezTo>
                  <a:pt x="3404" y="1901"/>
                  <a:pt x="3407" y="1906"/>
                  <a:pt x="3403" y="1909"/>
                </a:cubicBezTo>
                <a:cubicBezTo>
                  <a:pt x="3400" y="1933"/>
                  <a:pt x="3398" y="1933"/>
                  <a:pt x="3396" y="1929"/>
                </a:cubicBezTo>
                <a:cubicBezTo>
                  <a:pt x="3399" y="1898"/>
                  <a:pt x="3401" y="1890"/>
                  <a:pt x="3402" y="1882"/>
                </a:cubicBezTo>
                <a:cubicBezTo>
                  <a:pt x="3404" y="1867"/>
                  <a:pt x="3401" y="1862"/>
                  <a:pt x="3404" y="1859"/>
                </a:cubicBezTo>
                <a:cubicBezTo>
                  <a:pt x="3410" y="1820"/>
                  <a:pt x="3415" y="1817"/>
                  <a:pt x="3414" y="1813"/>
                </a:cubicBezTo>
                <a:cubicBezTo>
                  <a:pt x="3428" y="1760"/>
                  <a:pt x="3435" y="1755"/>
                  <a:pt x="3430" y="1746"/>
                </a:cubicBezTo>
                <a:cubicBezTo>
                  <a:pt x="3449" y="1702"/>
                  <a:pt x="3445" y="1698"/>
                  <a:pt x="3447" y="1695"/>
                </a:cubicBezTo>
                <a:cubicBezTo>
                  <a:pt x="3457" y="1660"/>
                  <a:pt x="3460" y="1653"/>
                  <a:pt x="3463" y="1645"/>
                </a:cubicBezTo>
                <a:cubicBezTo>
                  <a:pt x="3471" y="1615"/>
                  <a:pt x="3473" y="1607"/>
                  <a:pt x="3475" y="1600"/>
                </a:cubicBezTo>
                <a:cubicBezTo>
                  <a:pt x="3486" y="1539"/>
                  <a:pt x="3485" y="1529"/>
                  <a:pt x="3490" y="1520"/>
                </a:cubicBezTo>
                <a:cubicBezTo>
                  <a:pt x="3496" y="1430"/>
                  <a:pt x="3496" y="1441"/>
                  <a:pt x="3495" y="1443"/>
                </a:cubicBezTo>
                <a:cubicBezTo>
                  <a:pt x="3501" y="1487"/>
                  <a:pt x="3502" y="1497"/>
                  <a:pt x="3499" y="1507"/>
                </a:cubicBezTo>
                <a:close/>
                <a:moveTo>
                  <a:pt x="3614" y="1747"/>
                </a:moveTo>
                <a:cubicBezTo>
                  <a:pt x="3615" y="1752"/>
                  <a:pt x="3611" y="1747"/>
                  <a:pt x="3610" y="1744"/>
                </a:cubicBezTo>
                <a:cubicBezTo>
                  <a:pt x="3609" y="1740"/>
                  <a:pt x="3613" y="1744"/>
                  <a:pt x="3614" y="1747"/>
                </a:cubicBezTo>
                <a:close/>
                <a:moveTo>
                  <a:pt x="3553" y="1558"/>
                </a:moveTo>
                <a:cubicBezTo>
                  <a:pt x="3543" y="1561"/>
                  <a:pt x="3548" y="1551"/>
                  <a:pt x="3542" y="1545"/>
                </a:cubicBezTo>
                <a:cubicBezTo>
                  <a:pt x="3547" y="1543"/>
                  <a:pt x="3549" y="1555"/>
                  <a:pt x="3553" y="1558"/>
                </a:cubicBezTo>
                <a:close/>
                <a:moveTo>
                  <a:pt x="3540" y="1637"/>
                </a:moveTo>
                <a:cubicBezTo>
                  <a:pt x="3542" y="1631"/>
                  <a:pt x="3540" y="1625"/>
                  <a:pt x="3541" y="1619"/>
                </a:cubicBezTo>
                <a:cubicBezTo>
                  <a:pt x="3549" y="1619"/>
                  <a:pt x="3541" y="1630"/>
                  <a:pt x="3544" y="1634"/>
                </a:cubicBezTo>
                <a:cubicBezTo>
                  <a:pt x="3542" y="1640"/>
                  <a:pt x="3542" y="1645"/>
                  <a:pt x="3543" y="1651"/>
                </a:cubicBezTo>
                <a:cubicBezTo>
                  <a:pt x="3535" y="1651"/>
                  <a:pt x="3543" y="1641"/>
                  <a:pt x="3540" y="1637"/>
                </a:cubicBezTo>
                <a:close/>
                <a:moveTo>
                  <a:pt x="3531" y="1530"/>
                </a:moveTo>
                <a:cubicBezTo>
                  <a:pt x="3523" y="1527"/>
                  <a:pt x="3522" y="1512"/>
                  <a:pt x="3520" y="1506"/>
                </a:cubicBezTo>
                <a:cubicBezTo>
                  <a:pt x="3527" y="1508"/>
                  <a:pt x="3523" y="1522"/>
                  <a:pt x="3531" y="1530"/>
                </a:cubicBezTo>
                <a:close/>
                <a:moveTo>
                  <a:pt x="3515" y="1492"/>
                </a:moveTo>
                <a:cubicBezTo>
                  <a:pt x="3503" y="1494"/>
                  <a:pt x="3514" y="1480"/>
                  <a:pt x="3506" y="1473"/>
                </a:cubicBezTo>
                <a:cubicBezTo>
                  <a:pt x="3517" y="1475"/>
                  <a:pt x="3507" y="1485"/>
                  <a:pt x="3515" y="1492"/>
                </a:cubicBezTo>
                <a:close/>
                <a:moveTo>
                  <a:pt x="3814" y="0"/>
                </a:moveTo>
                <a:cubicBezTo>
                  <a:pt x="3805" y="0"/>
                  <a:pt x="3805" y="0"/>
                  <a:pt x="3805" y="0"/>
                </a:cubicBezTo>
                <a:cubicBezTo>
                  <a:pt x="3810" y="6"/>
                  <a:pt x="3814" y="12"/>
                  <a:pt x="3821" y="18"/>
                </a:cubicBezTo>
                <a:cubicBezTo>
                  <a:pt x="3827" y="24"/>
                  <a:pt x="3834" y="30"/>
                  <a:pt x="3840" y="36"/>
                </a:cubicBezTo>
                <a:cubicBezTo>
                  <a:pt x="3840" y="26"/>
                  <a:pt x="3840" y="26"/>
                  <a:pt x="3840" y="26"/>
                </a:cubicBezTo>
                <a:cubicBezTo>
                  <a:pt x="3831" y="18"/>
                  <a:pt x="3823" y="9"/>
                  <a:pt x="3814" y="1"/>
                </a:cubicBezTo>
                <a:cubicBezTo>
                  <a:pt x="3814" y="1"/>
                  <a:pt x="3814" y="1"/>
                  <a:pt x="3814" y="0"/>
                </a:cubicBezTo>
                <a:close/>
                <a:moveTo>
                  <a:pt x="3831" y="0"/>
                </a:moveTo>
                <a:cubicBezTo>
                  <a:pt x="3834" y="2"/>
                  <a:pt x="3835" y="3"/>
                  <a:pt x="3837" y="7"/>
                </a:cubicBezTo>
                <a:cubicBezTo>
                  <a:pt x="3838" y="7"/>
                  <a:pt x="3839" y="7"/>
                  <a:pt x="3840" y="8"/>
                </a:cubicBezTo>
                <a:cubicBezTo>
                  <a:pt x="3840" y="0"/>
                  <a:pt x="3840" y="0"/>
                  <a:pt x="3840" y="0"/>
                </a:cubicBezTo>
                <a:lnTo>
                  <a:pt x="3831" y="0"/>
                </a:lnTo>
                <a:close/>
                <a:moveTo>
                  <a:pt x="740" y="250"/>
                </a:moveTo>
                <a:cubicBezTo>
                  <a:pt x="740" y="254"/>
                  <a:pt x="736" y="252"/>
                  <a:pt x="734" y="250"/>
                </a:cubicBezTo>
                <a:cubicBezTo>
                  <a:pt x="700" y="243"/>
                  <a:pt x="693" y="242"/>
                  <a:pt x="688" y="238"/>
                </a:cubicBezTo>
                <a:cubicBezTo>
                  <a:pt x="649" y="218"/>
                  <a:pt x="646" y="213"/>
                  <a:pt x="639" y="211"/>
                </a:cubicBezTo>
                <a:cubicBezTo>
                  <a:pt x="605" y="186"/>
                  <a:pt x="597" y="185"/>
                  <a:pt x="594" y="179"/>
                </a:cubicBezTo>
                <a:cubicBezTo>
                  <a:pt x="566" y="166"/>
                  <a:pt x="569" y="159"/>
                  <a:pt x="564" y="159"/>
                </a:cubicBezTo>
                <a:cubicBezTo>
                  <a:pt x="529" y="136"/>
                  <a:pt x="526" y="135"/>
                  <a:pt x="525" y="132"/>
                </a:cubicBezTo>
                <a:cubicBezTo>
                  <a:pt x="512" y="117"/>
                  <a:pt x="505" y="119"/>
                  <a:pt x="506" y="114"/>
                </a:cubicBezTo>
                <a:cubicBezTo>
                  <a:pt x="484" y="93"/>
                  <a:pt x="478" y="94"/>
                  <a:pt x="478" y="90"/>
                </a:cubicBezTo>
                <a:cubicBezTo>
                  <a:pt x="454" y="72"/>
                  <a:pt x="447" y="64"/>
                  <a:pt x="437" y="58"/>
                </a:cubicBezTo>
                <a:cubicBezTo>
                  <a:pt x="424" y="42"/>
                  <a:pt x="416" y="42"/>
                  <a:pt x="414" y="36"/>
                </a:cubicBezTo>
                <a:cubicBezTo>
                  <a:pt x="402" y="18"/>
                  <a:pt x="391" y="21"/>
                  <a:pt x="390" y="14"/>
                </a:cubicBezTo>
                <a:cubicBezTo>
                  <a:pt x="372" y="9"/>
                  <a:pt x="380" y="20"/>
                  <a:pt x="392" y="27"/>
                </a:cubicBezTo>
                <a:cubicBezTo>
                  <a:pt x="405" y="43"/>
                  <a:pt x="409" y="42"/>
                  <a:pt x="409" y="45"/>
                </a:cubicBezTo>
                <a:cubicBezTo>
                  <a:pt x="474" y="97"/>
                  <a:pt x="479" y="102"/>
                  <a:pt x="484" y="109"/>
                </a:cubicBezTo>
                <a:cubicBezTo>
                  <a:pt x="530" y="145"/>
                  <a:pt x="540" y="147"/>
                  <a:pt x="544" y="154"/>
                </a:cubicBezTo>
                <a:cubicBezTo>
                  <a:pt x="580" y="177"/>
                  <a:pt x="581" y="181"/>
                  <a:pt x="587" y="182"/>
                </a:cubicBezTo>
                <a:cubicBezTo>
                  <a:pt x="639" y="211"/>
                  <a:pt x="642" y="220"/>
                  <a:pt x="652" y="222"/>
                </a:cubicBezTo>
                <a:cubicBezTo>
                  <a:pt x="676" y="237"/>
                  <a:pt x="673" y="238"/>
                  <a:pt x="671" y="238"/>
                </a:cubicBezTo>
                <a:cubicBezTo>
                  <a:pt x="651" y="229"/>
                  <a:pt x="645" y="226"/>
                  <a:pt x="641" y="222"/>
                </a:cubicBezTo>
                <a:cubicBezTo>
                  <a:pt x="594" y="197"/>
                  <a:pt x="590" y="195"/>
                  <a:pt x="589" y="192"/>
                </a:cubicBezTo>
                <a:cubicBezTo>
                  <a:pt x="550" y="170"/>
                  <a:pt x="548" y="164"/>
                  <a:pt x="539" y="163"/>
                </a:cubicBezTo>
                <a:cubicBezTo>
                  <a:pt x="484" y="114"/>
                  <a:pt x="474" y="110"/>
                  <a:pt x="469" y="100"/>
                </a:cubicBezTo>
                <a:cubicBezTo>
                  <a:pt x="454" y="90"/>
                  <a:pt x="453" y="87"/>
                  <a:pt x="452" y="85"/>
                </a:cubicBezTo>
                <a:cubicBezTo>
                  <a:pt x="417" y="55"/>
                  <a:pt x="413" y="52"/>
                  <a:pt x="409" y="49"/>
                </a:cubicBezTo>
                <a:cubicBezTo>
                  <a:pt x="372" y="13"/>
                  <a:pt x="367" y="11"/>
                  <a:pt x="364" y="7"/>
                </a:cubicBezTo>
                <a:cubicBezTo>
                  <a:pt x="344" y="1"/>
                  <a:pt x="344" y="1"/>
                  <a:pt x="345" y="2"/>
                </a:cubicBezTo>
                <a:cubicBezTo>
                  <a:pt x="378" y="27"/>
                  <a:pt x="378" y="34"/>
                  <a:pt x="383" y="35"/>
                </a:cubicBezTo>
                <a:cubicBezTo>
                  <a:pt x="407" y="60"/>
                  <a:pt x="411" y="64"/>
                  <a:pt x="415" y="67"/>
                </a:cubicBezTo>
                <a:cubicBezTo>
                  <a:pt x="446" y="91"/>
                  <a:pt x="451" y="100"/>
                  <a:pt x="460" y="105"/>
                </a:cubicBezTo>
                <a:cubicBezTo>
                  <a:pt x="490" y="130"/>
                  <a:pt x="498" y="136"/>
                  <a:pt x="505" y="143"/>
                </a:cubicBezTo>
                <a:cubicBezTo>
                  <a:pt x="570" y="188"/>
                  <a:pt x="575" y="191"/>
                  <a:pt x="578" y="194"/>
                </a:cubicBezTo>
                <a:cubicBezTo>
                  <a:pt x="601" y="206"/>
                  <a:pt x="601" y="209"/>
                  <a:pt x="604" y="210"/>
                </a:cubicBezTo>
                <a:cubicBezTo>
                  <a:pt x="635" y="227"/>
                  <a:pt x="639" y="230"/>
                  <a:pt x="645" y="231"/>
                </a:cubicBezTo>
                <a:cubicBezTo>
                  <a:pt x="681" y="244"/>
                  <a:pt x="685" y="247"/>
                  <a:pt x="690" y="249"/>
                </a:cubicBezTo>
                <a:cubicBezTo>
                  <a:pt x="728" y="254"/>
                  <a:pt x="731" y="254"/>
                  <a:pt x="734" y="255"/>
                </a:cubicBezTo>
                <a:close/>
                <a:moveTo>
                  <a:pt x="989" y="371"/>
                </a:moveTo>
                <a:cubicBezTo>
                  <a:pt x="998" y="376"/>
                  <a:pt x="1006" y="381"/>
                  <a:pt x="1017" y="385"/>
                </a:cubicBezTo>
                <a:cubicBezTo>
                  <a:pt x="1041" y="394"/>
                  <a:pt x="1046" y="395"/>
                  <a:pt x="1047" y="392"/>
                </a:cubicBezTo>
                <a:cubicBezTo>
                  <a:pt x="1003" y="373"/>
                  <a:pt x="998" y="371"/>
                  <a:pt x="995" y="367"/>
                </a:cubicBezTo>
                <a:cubicBezTo>
                  <a:pt x="960" y="342"/>
                  <a:pt x="958" y="341"/>
                  <a:pt x="956" y="340"/>
                </a:cubicBezTo>
                <a:cubicBezTo>
                  <a:pt x="939" y="327"/>
                  <a:pt x="937" y="326"/>
                  <a:pt x="935" y="324"/>
                </a:cubicBezTo>
                <a:cubicBezTo>
                  <a:pt x="917" y="306"/>
                  <a:pt x="913" y="302"/>
                  <a:pt x="909" y="300"/>
                </a:cubicBezTo>
                <a:cubicBezTo>
                  <a:pt x="861" y="237"/>
                  <a:pt x="859" y="233"/>
                  <a:pt x="856" y="231"/>
                </a:cubicBezTo>
                <a:cubicBezTo>
                  <a:pt x="848" y="219"/>
                  <a:pt x="845" y="213"/>
                  <a:pt x="839" y="209"/>
                </a:cubicBezTo>
                <a:cubicBezTo>
                  <a:pt x="825" y="175"/>
                  <a:pt x="815" y="179"/>
                  <a:pt x="816" y="173"/>
                </a:cubicBezTo>
                <a:cubicBezTo>
                  <a:pt x="788" y="136"/>
                  <a:pt x="784" y="135"/>
                  <a:pt x="784" y="129"/>
                </a:cubicBezTo>
                <a:cubicBezTo>
                  <a:pt x="774" y="119"/>
                  <a:pt x="771" y="116"/>
                  <a:pt x="770" y="111"/>
                </a:cubicBezTo>
                <a:cubicBezTo>
                  <a:pt x="742" y="73"/>
                  <a:pt x="738" y="66"/>
                  <a:pt x="734" y="58"/>
                </a:cubicBezTo>
                <a:cubicBezTo>
                  <a:pt x="714" y="35"/>
                  <a:pt x="711" y="32"/>
                  <a:pt x="706" y="31"/>
                </a:cubicBezTo>
                <a:cubicBezTo>
                  <a:pt x="680" y="2"/>
                  <a:pt x="679" y="1"/>
                  <a:pt x="679" y="0"/>
                </a:cubicBezTo>
                <a:cubicBezTo>
                  <a:pt x="686" y="20"/>
                  <a:pt x="692" y="26"/>
                  <a:pt x="697" y="33"/>
                </a:cubicBezTo>
                <a:cubicBezTo>
                  <a:pt x="751" y="95"/>
                  <a:pt x="751" y="101"/>
                  <a:pt x="754" y="104"/>
                </a:cubicBezTo>
                <a:cubicBezTo>
                  <a:pt x="768" y="131"/>
                  <a:pt x="775" y="130"/>
                  <a:pt x="776" y="135"/>
                </a:cubicBezTo>
                <a:cubicBezTo>
                  <a:pt x="788" y="151"/>
                  <a:pt x="791" y="151"/>
                  <a:pt x="793" y="151"/>
                </a:cubicBezTo>
                <a:cubicBezTo>
                  <a:pt x="829" y="208"/>
                  <a:pt x="829" y="214"/>
                  <a:pt x="835" y="213"/>
                </a:cubicBezTo>
                <a:cubicBezTo>
                  <a:pt x="854" y="247"/>
                  <a:pt x="861" y="249"/>
                  <a:pt x="862" y="257"/>
                </a:cubicBezTo>
                <a:cubicBezTo>
                  <a:pt x="880" y="280"/>
                  <a:pt x="884" y="285"/>
                  <a:pt x="890" y="288"/>
                </a:cubicBezTo>
                <a:cubicBezTo>
                  <a:pt x="874" y="275"/>
                  <a:pt x="868" y="272"/>
                  <a:pt x="867" y="266"/>
                </a:cubicBezTo>
                <a:cubicBezTo>
                  <a:pt x="820" y="208"/>
                  <a:pt x="817" y="207"/>
                  <a:pt x="816" y="204"/>
                </a:cubicBezTo>
                <a:cubicBezTo>
                  <a:pt x="792" y="174"/>
                  <a:pt x="789" y="161"/>
                  <a:pt x="780" y="153"/>
                </a:cubicBezTo>
                <a:cubicBezTo>
                  <a:pt x="748" y="107"/>
                  <a:pt x="745" y="107"/>
                  <a:pt x="744" y="106"/>
                </a:cubicBezTo>
                <a:cubicBezTo>
                  <a:pt x="733" y="84"/>
                  <a:pt x="723" y="78"/>
                  <a:pt x="718" y="67"/>
                </a:cubicBezTo>
                <a:cubicBezTo>
                  <a:pt x="703" y="47"/>
                  <a:pt x="697" y="46"/>
                  <a:pt x="695" y="40"/>
                </a:cubicBezTo>
                <a:cubicBezTo>
                  <a:pt x="673" y="18"/>
                  <a:pt x="673" y="15"/>
                  <a:pt x="669" y="15"/>
                </a:cubicBezTo>
                <a:cubicBezTo>
                  <a:pt x="644" y="0"/>
                  <a:pt x="644" y="0"/>
                  <a:pt x="644" y="0"/>
                </a:cubicBezTo>
                <a:cubicBezTo>
                  <a:pt x="675" y="28"/>
                  <a:pt x="679" y="37"/>
                  <a:pt x="686" y="44"/>
                </a:cubicBezTo>
                <a:cubicBezTo>
                  <a:pt x="707" y="69"/>
                  <a:pt x="710" y="70"/>
                  <a:pt x="707" y="71"/>
                </a:cubicBezTo>
                <a:cubicBezTo>
                  <a:pt x="730" y="96"/>
                  <a:pt x="734" y="106"/>
                  <a:pt x="741" y="113"/>
                </a:cubicBezTo>
                <a:cubicBezTo>
                  <a:pt x="782" y="170"/>
                  <a:pt x="787" y="179"/>
                  <a:pt x="794" y="186"/>
                </a:cubicBezTo>
                <a:cubicBezTo>
                  <a:pt x="806" y="199"/>
                  <a:pt x="804" y="205"/>
                  <a:pt x="807" y="206"/>
                </a:cubicBezTo>
                <a:cubicBezTo>
                  <a:pt x="854" y="262"/>
                  <a:pt x="852" y="269"/>
                  <a:pt x="860" y="268"/>
                </a:cubicBezTo>
                <a:cubicBezTo>
                  <a:pt x="896" y="311"/>
                  <a:pt x="905" y="316"/>
                  <a:pt x="913" y="322"/>
                </a:cubicBezTo>
                <a:cubicBezTo>
                  <a:pt x="967" y="358"/>
                  <a:pt x="972" y="359"/>
                  <a:pt x="976" y="362"/>
                </a:cubicBezTo>
                <a:close/>
                <a:moveTo>
                  <a:pt x="1027" y="2129"/>
                </a:moveTo>
                <a:cubicBezTo>
                  <a:pt x="1022" y="2125"/>
                  <a:pt x="1022" y="2116"/>
                  <a:pt x="1017" y="2112"/>
                </a:cubicBezTo>
                <a:cubicBezTo>
                  <a:pt x="1016" y="2108"/>
                  <a:pt x="1019" y="2101"/>
                  <a:pt x="1012" y="2103"/>
                </a:cubicBezTo>
                <a:cubicBezTo>
                  <a:pt x="1012" y="2098"/>
                  <a:pt x="1011" y="2094"/>
                  <a:pt x="1008" y="2092"/>
                </a:cubicBezTo>
                <a:cubicBezTo>
                  <a:pt x="1006" y="2085"/>
                  <a:pt x="1004" y="2077"/>
                  <a:pt x="1001" y="2070"/>
                </a:cubicBezTo>
                <a:cubicBezTo>
                  <a:pt x="997" y="2070"/>
                  <a:pt x="1000" y="2063"/>
                  <a:pt x="997" y="2062"/>
                </a:cubicBezTo>
                <a:cubicBezTo>
                  <a:pt x="993" y="2060"/>
                  <a:pt x="997" y="2051"/>
                  <a:pt x="993" y="2051"/>
                </a:cubicBezTo>
                <a:cubicBezTo>
                  <a:pt x="993" y="2041"/>
                  <a:pt x="988" y="2036"/>
                  <a:pt x="986" y="2029"/>
                </a:cubicBezTo>
                <a:cubicBezTo>
                  <a:pt x="988" y="2022"/>
                  <a:pt x="982" y="2023"/>
                  <a:pt x="984" y="2016"/>
                </a:cubicBezTo>
                <a:cubicBezTo>
                  <a:pt x="984" y="2010"/>
                  <a:pt x="983" y="2005"/>
                  <a:pt x="979" y="2003"/>
                </a:cubicBezTo>
                <a:cubicBezTo>
                  <a:pt x="978" y="2019"/>
                  <a:pt x="984" y="2027"/>
                  <a:pt x="986" y="2040"/>
                </a:cubicBezTo>
                <a:cubicBezTo>
                  <a:pt x="987" y="2046"/>
                  <a:pt x="989" y="2051"/>
                  <a:pt x="990" y="2057"/>
                </a:cubicBezTo>
                <a:cubicBezTo>
                  <a:pt x="990" y="2061"/>
                  <a:pt x="993" y="2062"/>
                  <a:pt x="993" y="2066"/>
                </a:cubicBezTo>
                <a:cubicBezTo>
                  <a:pt x="996" y="2066"/>
                  <a:pt x="994" y="2072"/>
                  <a:pt x="997" y="2073"/>
                </a:cubicBezTo>
                <a:cubicBezTo>
                  <a:pt x="998" y="2086"/>
                  <a:pt x="1006" y="2093"/>
                  <a:pt x="1008" y="2105"/>
                </a:cubicBezTo>
                <a:cubicBezTo>
                  <a:pt x="1011" y="2105"/>
                  <a:pt x="1009" y="2111"/>
                  <a:pt x="1012" y="2112"/>
                </a:cubicBezTo>
                <a:cubicBezTo>
                  <a:pt x="1012" y="2116"/>
                  <a:pt x="1015" y="2117"/>
                  <a:pt x="1014" y="2121"/>
                </a:cubicBezTo>
                <a:cubicBezTo>
                  <a:pt x="1016" y="2125"/>
                  <a:pt x="1020" y="2133"/>
                  <a:pt x="1017" y="2136"/>
                </a:cubicBezTo>
                <a:cubicBezTo>
                  <a:pt x="1020" y="2136"/>
                  <a:pt x="1018" y="2142"/>
                  <a:pt x="1021" y="2142"/>
                </a:cubicBezTo>
                <a:cubicBezTo>
                  <a:pt x="1020" y="2146"/>
                  <a:pt x="1023" y="2147"/>
                  <a:pt x="1023" y="2151"/>
                </a:cubicBezTo>
                <a:cubicBezTo>
                  <a:pt x="1023" y="2155"/>
                  <a:pt x="1024" y="2158"/>
                  <a:pt x="1025" y="2160"/>
                </a:cubicBezTo>
                <a:cubicBezTo>
                  <a:pt x="1032" y="2160"/>
                  <a:pt x="1032" y="2160"/>
                  <a:pt x="1032" y="2160"/>
                </a:cubicBezTo>
                <a:cubicBezTo>
                  <a:pt x="1032" y="2159"/>
                  <a:pt x="1032" y="2159"/>
                  <a:pt x="1032" y="2158"/>
                </a:cubicBezTo>
                <a:cubicBezTo>
                  <a:pt x="1033" y="2158"/>
                  <a:pt x="1035" y="2159"/>
                  <a:pt x="1036" y="2160"/>
                </a:cubicBezTo>
                <a:cubicBezTo>
                  <a:pt x="1045" y="2160"/>
                  <a:pt x="1045" y="2160"/>
                  <a:pt x="1045" y="2160"/>
                </a:cubicBezTo>
                <a:cubicBezTo>
                  <a:pt x="1043" y="2156"/>
                  <a:pt x="1040" y="2152"/>
                  <a:pt x="1036" y="2149"/>
                </a:cubicBezTo>
                <a:cubicBezTo>
                  <a:pt x="1037" y="2138"/>
                  <a:pt x="1027" y="2139"/>
                  <a:pt x="1027" y="2129"/>
                </a:cubicBezTo>
                <a:close/>
                <a:moveTo>
                  <a:pt x="1027" y="2147"/>
                </a:moveTo>
                <a:cubicBezTo>
                  <a:pt x="1029" y="2148"/>
                  <a:pt x="1031" y="2151"/>
                  <a:pt x="1032" y="2153"/>
                </a:cubicBezTo>
                <a:cubicBezTo>
                  <a:pt x="1031" y="2159"/>
                  <a:pt x="1027" y="2150"/>
                  <a:pt x="1027" y="2147"/>
                </a:cubicBezTo>
                <a:close/>
                <a:moveTo>
                  <a:pt x="887" y="319"/>
                </a:moveTo>
                <a:cubicBezTo>
                  <a:pt x="888" y="314"/>
                  <a:pt x="881" y="316"/>
                  <a:pt x="881" y="312"/>
                </a:cubicBezTo>
                <a:cubicBezTo>
                  <a:pt x="860" y="299"/>
                  <a:pt x="864" y="290"/>
                  <a:pt x="857" y="292"/>
                </a:cubicBezTo>
                <a:cubicBezTo>
                  <a:pt x="829" y="256"/>
                  <a:pt x="827" y="249"/>
                  <a:pt x="821" y="246"/>
                </a:cubicBezTo>
                <a:cubicBezTo>
                  <a:pt x="769" y="177"/>
                  <a:pt x="766" y="171"/>
                  <a:pt x="762" y="166"/>
                </a:cubicBezTo>
                <a:cubicBezTo>
                  <a:pt x="731" y="135"/>
                  <a:pt x="734" y="128"/>
                  <a:pt x="730" y="128"/>
                </a:cubicBezTo>
                <a:cubicBezTo>
                  <a:pt x="708" y="102"/>
                  <a:pt x="706" y="100"/>
                  <a:pt x="704" y="97"/>
                </a:cubicBezTo>
                <a:cubicBezTo>
                  <a:pt x="687" y="81"/>
                  <a:pt x="689" y="75"/>
                  <a:pt x="683" y="77"/>
                </a:cubicBezTo>
                <a:cubicBezTo>
                  <a:pt x="649" y="44"/>
                  <a:pt x="648" y="36"/>
                  <a:pt x="643" y="32"/>
                </a:cubicBezTo>
                <a:cubicBezTo>
                  <a:pt x="595" y="0"/>
                  <a:pt x="595" y="0"/>
                  <a:pt x="595" y="0"/>
                </a:cubicBezTo>
                <a:cubicBezTo>
                  <a:pt x="618" y="17"/>
                  <a:pt x="617" y="23"/>
                  <a:pt x="621" y="23"/>
                </a:cubicBezTo>
                <a:cubicBezTo>
                  <a:pt x="659" y="58"/>
                  <a:pt x="665" y="68"/>
                  <a:pt x="672" y="77"/>
                </a:cubicBezTo>
                <a:cubicBezTo>
                  <a:pt x="702" y="103"/>
                  <a:pt x="701" y="111"/>
                  <a:pt x="708" y="112"/>
                </a:cubicBezTo>
                <a:cubicBezTo>
                  <a:pt x="732" y="144"/>
                  <a:pt x="736" y="147"/>
                  <a:pt x="738" y="152"/>
                </a:cubicBezTo>
                <a:cubicBezTo>
                  <a:pt x="794" y="223"/>
                  <a:pt x="810" y="239"/>
                  <a:pt x="821" y="259"/>
                </a:cubicBezTo>
                <a:cubicBezTo>
                  <a:pt x="812" y="259"/>
                  <a:pt x="813" y="253"/>
                  <a:pt x="808" y="252"/>
                </a:cubicBezTo>
                <a:cubicBezTo>
                  <a:pt x="796" y="241"/>
                  <a:pt x="793" y="238"/>
                  <a:pt x="791" y="234"/>
                </a:cubicBezTo>
                <a:cubicBezTo>
                  <a:pt x="743" y="186"/>
                  <a:pt x="739" y="183"/>
                  <a:pt x="738" y="178"/>
                </a:cubicBezTo>
                <a:cubicBezTo>
                  <a:pt x="714" y="153"/>
                  <a:pt x="710" y="150"/>
                  <a:pt x="708" y="145"/>
                </a:cubicBezTo>
                <a:cubicBezTo>
                  <a:pt x="670" y="114"/>
                  <a:pt x="668" y="109"/>
                  <a:pt x="665" y="105"/>
                </a:cubicBezTo>
                <a:cubicBezTo>
                  <a:pt x="633" y="73"/>
                  <a:pt x="631" y="71"/>
                  <a:pt x="631" y="67"/>
                </a:cubicBezTo>
                <a:cubicBezTo>
                  <a:pt x="615" y="51"/>
                  <a:pt x="610" y="52"/>
                  <a:pt x="610" y="51"/>
                </a:cubicBezTo>
                <a:cubicBezTo>
                  <a:pt x="597" y="42"/>
                  <a:pt x="601" y="32"/>
                  <a:pt x="592" y="33"/>
                </a:cubicBezTo>
                <a:cubicBezTo>
                  <a:pt x="567" y="8"/>
                  <a:pt x="562" y="4"/>
                  <a:pt x="557" y="0"/>
                </a:cubicBezTo>
                <a:cubicBezTo>
                  <a:pt x="552" y="10"/>
                  <a:pt x="563" y="13"/>
                  <a:pt x="569" y="22"/>
                </a:cubicBezTo>
                <a:cubicBezTo>
                  <a:pt x="629" y="79"/>
                  <a:pt x="629" y="83"/>
                  <a:pt x="633" y="82"/>
                </a:cubicBezTo>
                <a:cubicBezTo>
                  <a:pt x="676" y="124"/>
                  <a:pt x="689" y="140"/>
                  <a:pt x="705" y="154"/>
                </a:cubicBezTo>
                <a:cubicBezTo>
                  <a:pt x="778" y="231"/>
                  <a:pt x="785" y="238"/>
                  <a:pt x="793" y="245"/>
                </a:cubicBezTo>
                <a:cubicBezTo>
                  <a:pt x="808" y="256"/>
                  <a:pt x="807" y="260"/>
                  <a:pt x="808" y="261"/>
                </a:cubicBezTo>
                <a:cubicBezTo>
                  <a:pt x="834" y="279"/>
                  <a:pt x="840" y="280"/>
                  <a:pt x="844" y="283"/>
                </a:cubicBezTo>
                <a:cubicBezTo>
                  <a:pt x="859" y="314"/>
                  <a:pt x="859" y="308"/>
                  <a:pt x="855" y="307"/>
                </a:cubicBezTo>
                <a:cubicBezTo>
                  <a:pt x="822" y="280"/>
                  <a:pt x="808" y="275"/>
                  <a:pt x="801" y="263"/>
                </a:cubicBezTo>
                <a:cubicBezTo>
                  <a:pt x="778" y="238"/>
                  <a:pt x="768" y="243"/>
                  <a:pt x="771" y="236"/>
                </a:cubicBezTo>
                <a:cubicBezTo>
                  <a:pt x="741" y="218"/>
                  <a:pt x="746" y="208"/>
                  <a:pt x="739" y="211"/>
                </a:cubicBezTo>
                <a:cubicBezTo>
                  <a:pt x="700" y="175"/>
                  <a:pt x="692" y="164"/>
                  <a:pt x="681" y="155"/>
                </a:cubicBezTo>
                <a:cubicBezTo>
                  <a:pt x="658" y="131"/>
                  <a:pt x="649" y="121"/>
                  <a:pt x="641" y="111"/>
                </a:cubicBezTo>
                <a:cubicBezTo>
                  <a:pt x="610" y="82"/>
                  <a:pt x="609" y="78"/>
                  <a:pt x="605" y="77"/>
                </a:cubicBezTo>
                <a:cubicBezTo>
                  <a:pt x="581" y="54"/>
                  <a:pt x="580" y="50"/>
                  <a:pt x="575" y="50"/>
                </a:cubicBezTo>
                <a:cubicBezTo>
                  <a:pt x="534" y="16"/>
                  <a:pt x="534" y="11"/>
                  <a:pt x="530" y="10"/>
                </a:cubicBezTo>
                <a:cubicBezTo>
                  <a:pt x="503" y="0"/>
                  <a:pt x="503" y="0"/>
                  <a:pt x="503" y="0"/>
                </a:cubicBezTo>
                <a:cubicBezTo>
                  <a:pt x="515" y="14"/>
                  <a:pt x="521" y="12"/>
                  <a:pt x="523" y="14"/>
                </a:cubicBezTo>
                <a:cubicBezTo>
                  <a:pt x="555" y="41"/>
                  <a:pt x="559" y="45"/>
                  <a:pt x="564" y="48"/>
                </a:cubicBezTo>
                <a:cubicBezTo>
                  <a:pt x="590" y="78"/>
                  <a:pt x="596" y="77"/>
                  <a:pt x="598" y="79"/>
                </a:cubicBezTo>
                <a:cubicBezTo>
                  <a:pt x="631" y="118"/>
                  <a:pt x="640" y="117"/>
                  <a:pt x="641" y="124"/>
                </a:cubicBezTo>
                <a:cubicBezTo>
                  <a:pt x="671" y="148"/>
                  <a:pt x="666" y="158"/>
                  <a:pt x="673" y="155"/>
                </a:cubicBezTo>
                <a:cubicBezTo>
                  <a:pt x="715" y="195"/>
                  <a:pt x="722" y="205"/>
                  <a:pt x="733" y="211"/>
                </a:cubicBezTo>
                <a:cubicBezTo>
                  <a:pt x="774" y="248"/>
                  <a:pt x="776" y="250"/>
                  <a:pt x="777" y="253"/>
                </a:cubicBezTo>
                <a:cubicBezTo>
                  <a:pt x="795" y="267"/>
                  <a:pt x="797" y="269"/>
                  <a:pt x="799" y="271"/>
                </a:cubicBezTo>
                <a:cubicBezTo>
                  <a:pt x="840" y="300"/>
                  <a:pt x="844" y="307"/>
                  <a:pt x="850" y="312"/>
                </a:cubicBezTo>
                <a:cubicBezTo>
                  <a:pt x="924" y="348"/>
                  <a:pt x="925" y="357"/>
                  <a:pt x="934" y="357"/>
                </a:cubicBezTo>
                <a:cubicBezTo>
                  <a:pt x="934" y="355"/>
                  <a:pt x="921" y="340"/>
                  <a:pt x="900" y="332"/>
                </a:cubicBezTo>
                <a:close/>
                <a:moveTo>
                  <a:pt x="417" y="167"/>
                </a:moveTo>
                <a:cubicBezTo>
                  <a:pt x="412" y="160"/>
                  <a:pt x="403" y="156"/>
                  <a:pt x="398" y="149"/>
                </a:cubicBezTo>
                <a:cubicBezTo>
                  <a:pt x="374" y="130"/>
                  <a:pt x="375" y="123"/>
                  <a:pt x="368" y="124"/>
                </a:cubicBezTo>
                <a:cubicBezTo>
                  <a:pt x="353" y="108"/>
                  <a:pt x="352" y="106"/>
                  <a:pt x="351" y="104"/>
                </a:cubicBezTo>
                <a:cubicBezTo>
                  <a:pt x="329" y="83"/>
                  <a:pt x="329" y="77"/>
                  <a:pt x="326" y="73"/>
                </a:cubicBezTo>
                <a:cubicBezTo>
                  <a:pt x="286" y="24"/>
                  <a:pt x="279" y="26"/>
                  <a:pt x="279" y="22"/>
                </a:cubicBezTo>
                <a:cubicBezTo>
                  <a:pt x="240" y="0"/>
                  <a:pt x="240" y="0"/>
                  <a:pt x="240" y="0"/>
                </a:cubicBezTo>
                <a:cubicBezTo>
                  <a:pt x="256" y="19"/>
                  <a:pt x="265" y="15"/>
                  <a:pt x="263" y="22"/>
                </a:cubicBezTo>
                <a:cubicBezTo>
                  <a:pt x="312" y="70"/>
                  <a:pt x="314" y="72"/>
                  <a:pt x="317" y="73"/>
                </a:cubicBezTo>
                <a:cubicBezTo>
                  <a:pt x="335" y="90"/>
                  <a:pt x="331" y="99"/>
                  <a:pt x="338" y="98"/>
                </a:cubicBezTo>
                <a:cubicBezTo>
                  <a:pt x="376" y="141"/>
                  <a:pt x="389" y="148"/>
                  <a:pt x="400" y="158"/>
                </a:cubicBezTo>
                <a:cubicBezTo>
                  <a:pt x="428" y="181"/>
                  <a:pt x="429" y="185"/>
                  <a:pt x="434" y="185"/>
                </a:cubicBezTo>
                <a:close/>
                <a:moveTo>
                  <a:pt x="527" y="235"/>
                </a:moveTo>
                <a:cubicBezTo>
                  <a:pt x="526" y="226"/>
                  <a:pt x="513" y="224"/>
                  <a:pt x="519" y="215"/>
                </a:cubicBezTo>
                <a:cubicBezTo>
                  <a:pt x="496" y="189"/>
                  <a:pt x="492" y="188"/>
                  <a:pt x="491" y="184"/>
                </a:cubicBezTo>
                <a:cubicBezTo>
                  <a:pt x="440" y="113"/>
                  <a:pt x="434" y="113"/>
                  <a:pt x="434" y="108"/>
                </a:cubicBezTo>
                <a:cubicBezTo>
                  <a:pt x="423" y="99"/>
                  <a:pt x="423" y="94"/>
                  <a:pt x="421" y="91"/>
                </a:cubicBezTo>
                <a:cubicBezTo>
                  <a:pt x="377" y="41"/>
                  <a:pt x="367" y="32"/>
                  <a:pt x="357" y="22"/>
                </a:cubicBezTo>
                <a:cubicBezTo>
                  <a:pt x="342" y="7"/>
                  <a:pt x="340" y="6"/>
                  <a:pt x="338" y="6"/>
                </a:cubicBezTo>
                <a:cubicBezTo>
                  <a:pt x="319" y="0"/>
                  <a:pt x="319" y="0"/>
                  <a:pt x="319" y="0"/>
                </a:cubicBezTo>
                <a:cubicBezTo>
                  <a:pt x="343" y="19"/>
                  <a:pt x="344" y="25"/>
                  <a:pt x="348" y="28"/>
                </a:cubicBezTo>
                <a:cubicBezTo>
                  <a:pt x="367" y="41"/>
                  <a:pt x="366" y="48"/>
                  <a:pt x="374" y="48"/>
                </a:cubicBezTo>
                <a:cubicBezTo>
                  <a:pt x="399" y="84"/>
                  <a:pt x="410" y="89"/>
                  <a:pt x="414" y="99"/>
                </a:cubicBezTo>
                <a:cubicBezTo>
                  <a:pt x="464" y="158"/>
                  <a:pt x="467" y="158"/>
                  <a:pt x="468" y="161"/>
                </a:cubicBezTo>
                <a:cubicBezTo>
                  <a:pt x="497" y="204"/>
                  <a:pt x="491" y="197"/>
                  <a:pt x="489" y="197"/>
                </a:cubicBezTo>
                <a:cubicBezTo>
                  <a:pt x="469" y="181"/>
                  <a:pt x="467" y="179"/>
                  <a:pt x="465" y="177"/>
                </a:cubicBezTo>
                <a:cubicBezTo>
                  <a:pt x="441" y="152"/>
                  <a:pt x="434" y="155"/>
                  <a:pt x="435" y="150"/>
                </a:cubicBezTo>
                <a:cubicBezTo>
                  <a:pt x="421" y="129"/>
                  <a:pt x="412" y="132"/>
                  <a:pt x="414" y="125"/>
                </a:cubicBezTo>
                <a:cubicBezTo>
                  <a:pt x="401" y="106"/>
                  <a:pt x="395" y="108"/>
                  <a:pt x="395" y="103"/>
                </a:cubicBezTo>
                <a:cubicBezTo>
                  <a:pt x="363" y="74"/>
                  <a:pt x="362" y="68"/>
                  <a:pt x="356" y="65"/>
                </a:cubicBezTo>
                <a:cubicBezTo>
                  <a:pt x="338" y="45"/>
                  <a:pt x="336" y="44"/>
                  <a:pt x="335" y="41"/>
                </a:cubicBezTo>
                <a:cubicBezTo>
                  <a:pt x="308" y="17"/>
                  <a:pt x="306" y="15"/>
                  <a:pt x="303" y="14"/>
                </a:cubicBezTo>
                <a:cubicBezTo>
                  <a:pt x="275" y="0"/>
                  <a:pt x="275" y="0"/>
                  <a:pt x="275" y="0"/>
                </a:cubicBezTo>
                <a:cubicBezTo>
                  <a:pt x="299" y="19"/>
                  <a:pt x="304" y="24"/>
                  <a:pt x="307" y="29"/>
                </a:cubicBezTo>
                <a:cubicBezTo>
                  <a:pt x="332" y="48"/>
                  <a:pt x="330" y="56"/>
                  <a:pt x="337" y="54"/>
                </a:cubicBezTo>
                <a:cubicBezTo>
                  <a:pt x="368" y="81"/>
                  <a:pt x="367" y="87"/>
                  <a:pt x="369" y="90"/>
                </a:cubicBezTo>
                <a:cubicBezTo>
                  <a:pt x="398" y="119"/>
                  <a:pt x="406" y="128"/>
                  <a:pt x="413" y="138"/>
                </a:cubicBezTo>
                <a:cubicBezTo>
                  <a:pt x="435" y="161"/>
                  <a:pt x="441" y="161"/>
                  <a:pt x="441" y="165"/>
                </a:cubicBezTo>
                <a:cubicBezTo>
                  <a:pt x="525" y="234"/>
                  <a:pt x="526" y="240"/>
                  <a:pt x="529" y="243"/>
                </a:cubicBezTo>
                <a:close/>
                <a:moveTo>
                  <a:pt x="1152" y="2099"/>
                </a:moveTo>
                <a:cubicBezTo>
                  <a:pt x="1150" y="2096"/>
                  <a:pt x="1154" y="2087"/>
                  <a:pt x="1150" y="2088"/>
                </a:cubicBezTo>
                <a:cubicBezTo>
                  <a:pt x="1138" y="2039"/>
                  <a:pt x="1133" y="2035"/>
                  <a:pt x="1134" y="2025"/>
                </a:cubicBezTo>
                <a:cubicBezTo>
                  <a:pt x="1111" y="1981"/>
                  <a:pt x="1109" y="1965"/>
                  <a:pt x="1102" y="1955"/>
                </a:cubicBezTo>
                <a:cubicBezTo>
                  <a:pt x="1091" y="1924"/>
                  <a:pt x="1085" y="1926"/>
                  <a:pt x="1086" y="1920"/>
                </a:cubicBezTo>
                <a:cubicBezTo>
                  <a:pt x="1073" y="1890"/>
                  <a:pt x="1072" y="1887"/>
                  <a:pt x="1069" y="1885"/>
                </a:cubicBezTo>
                <a:cubicBezTo>
                  <a:pt x="1052" y="1843"/>
                  <a:pt x="1043" y="1843"/>
                  <a:pt x="1043" y="1835"/>
                </a:cubicBezTo>
                <a:cubicBezTo>
                  <a:pt x="1003" y="1780"/>
                  <a:pt x="996" y="1770"/>
                  <a:pt x="988" y="1761"/>
                </a:cubicBezTo>
                <a:cubicBezTo>
                  <a:pt x="1012" y="1803"/>
                  <a:pt x="1016" y="1808"/>
                  <a:pt x="1021" y="1813"/>
                </a:cubicBezTo>
                <a:cubicBezTo>
                  <a:pt x="1030" y="1837"/>
                  <a:pt x="1036" y="1835"/>
                  <a:pt x="1036" y="1839"/>
                </a:cubicBezTo>
                <a:cubicBezTo>
                  <a:pt x="1046" y="1859"/>
                  <a:pt x="1050" y="1860"/>
                  <a:pt x="1049" y="1865"/>
                </a:cubicBezTo>
                <a:cubicBezTo>
                  <a:pt x="1067" y="1896"/>
                  <a:pt x="1069" y="1900"/>
                  <a:pt x="1071" y="1903"/>
                </a:cubicBezTo>
                <a:cubicBezTo>
                  <a:pt x="1092" y="1948"/>
                  <a:pt x="1092" y="1955"/>
                  <a:pt x="1095" y="1959"/>
                </a:cubicBezTo>
                <a:cubicBezTo>
                  <a:pt x="1123" y="2041"/>
                  <a:pt x="1129" y="2042"/>
                  <a:pt x="1130" y="2049"/>
                </a:cubicBezTo>
                <a:cubicBezTo>
                  <a:pt x="1150" y="2114"/>
                  <a:pt x="1150" y="2117"/>
                  <a:pt x="1150" y="2121"/>
                </a:cubicBezTo>
                <a:cubicBezTo>
                  <a:pt x="1151" y="2128"/>
                  <a:pt x="1142" y="2118"/>
                  <a:pt x="1139" y="2103"/>
                </a:cubicBezTo>
                <a:cubicBezTo>
                  <a:pt x="1126" y="2078"/>
                  <a:pt x="1123" y="2071"/>
                  <a:pt x="1119" y="2066"/>
                </a:cubicBezTo>
                <a:cubicBezTo>
                  <a:pt x="1108" y="2039"/>
                  <a:pt x="1106" y="2032"/>
                  <a:pt x="1099" y="2029"/>
                </a:cubicBezTo>
                <a:cubicBezTo>
                  <a:pt x="1078" y="1982"/>
                  <a:pt x="1076" y="1975"/>
                  <a:pt x="1071" y="1970"/>
                </a:cubicBezTo>
                <a:cubicBezTo>
                  <a:pt x="1048" y="1932"/>
                  <a:pt x="1047" y="1928"/>
                  <a:pt x="1047" y="1924"/>
                </a:cubicBezTo>
                <a:cubicBezTo>
                  <a:pt x="1030" y="1888"/>
                  <a:pt x="1021" y="1887"/>
                  <a:pt x="1021" y="1879"/>
                </a:cubicBezTo>
                <a:cubicBezTo>
                  <a:pt x="1008" y="1846"/>
                  <a:pt x="1000" y="1840"/>
                  <a:pt x="999" y="1846"/>
                </a:cubicBezTo>
                <a:cubicBezTo>
                  <a:pt x="1015" y="1873"/>
                  <a:pt x="1017" y="1885"/>
                  <a:pt x="1023" y="1892"/>
                </a:cubicBezTo>
                <a:cubicBezTo>
                  <a:pt x="1045" y="1935"/>
                  <a:pt x="1047" y="1939"/>
                  <a:pt x="1049" y="1944"/>
                </a:cubicBezTo>
                <a:cubicBezTo>
                  <a:pt x="1065" y="1974"/>
                  <a:pt x="1066" y="1974"/>
                  <a:pt x="1067" y="1974"/>
                </a:cubicBezTo>
                <a:cubicBezTo>
                  <a:pt x="1082" y="2010"/>
                  <a:pt x="1086" y="2011"/>
                  <a:pt x="1086" y="2018"/>
                </a:cubicBezTo>
                <a:cubicBezTo>
                  <a:pt x="1103" y="2056"/>
                  <a:pt x="1107" y="2058"/>
                  <a:pt x="1110" y="2062"/>
                </a:cubicBezTo>
                <a:cubicBezTo>
                  <a:pt x="1141" y="2137"/>
                  <a:pt x="1147" y="2139"/>
                  <a:pt x="1147" y="2147"/>
                </a:cubicBezTo>
                <a:cubicBezTo>
                  <a:pt x="1165" y="2142"/>
                  <a:pt x="1161" y="2123"/>
                  <a:pt x="1156" y="2105"/>
                </a:cubicBezTo>
                <a:close/>
                <a:moveTo>
                  <a:pt x="1282" y="2121"/>
                </a:moveTo>
                <a:cubicBezTo>
                  <a:pt x="1283" y="2117"/>
                  <a:pt x="1286" y="2117"/>
                  <a:pt x="1287" y="2114"/>
                </a:cubicBezTo>
                <a:cubicBezTo>
                  <a:pt x="1321" y="2080"/>
                  <a:pt x="1320" y="2072"/>
                  <a:pt x="1326" y="2070"/>
                </a:cubicBezTo>
                <a:cubicBezTo>
                  <a:pt x="1347" y="2053"/>
                  <a:pt x="1345" y="2047"/>
                  <a:pt x="1350" y="2049"/>
                </a:cubicBezTo>
                <a:cubicBezTo>
                  <a:pt x="1377" y="2021"/>
                  <a:pt x="1391" y="2005"/>
                  <a:pt x="1407" y="1990"/>
                </a:cubicBezTo>
                <a:cubicBezTo>
                  <a:pt x="1432" y="1962"/>
                  <a:pt x="1438" y="1960"/>
                  <a:pt x="1439" y="1955"/>
                </a:cubicBezTo>
                <a:cubicBezTo>
                  <a:pt x="1473" y="1911"/>
                  <a:pt x="1474" y="1904"/>
                  <a:pt x="1477" y="1898"/>
                </a:cubicBezTo>
                <a:cubicBezTo>
                  <a:pt x="1479" y="1880"/>
                  <a:pt x="1478" y="1883"/>
                  <a:pt x="1479" y="1887"/>
                </a:cubicBezTo>
                <a:cubicBezTo>
                  <a:pt x="1460" y="1920"/>
                  <a:pt x="1450" y="1925"/>
                  <a:pt x="1446" y="1937"/>
                </a:cubicBezTo>
                <a:cubicBezTo>
                  <a:pt x="1410" y="1977"/>
                  <a:pt x="1401" y="1976"/>
                  <a:pt x="1400" y="1983"/>
                </a:cubicBezTo>
                <a:cubicBezTo>
                  <a:pt x="1385" y="2005"/>
                  <a:pt x="1376" y="2000"/>
                  <a:pt x="1378" y="2007"/>
                </a:cubicBezTo>
                <a:cubicBezTo>
                  <a:pt x="1342" y="2047"/>
                  <a:pt x="1322" y="2057"/>
                  <a:pt x="1309" y="2075"/>
                </a:cubicBezTo>
                <a:cubicBezTo>
                  <a:pt x="1286" y="2101"/>
                  <a:pt x="1285" y="2104"/>
                  <a:pt x="1282" y="2105"/>
                </a:cubicBezTo>
                <a:cubicBezTo>
                  <a:pt x="1265" y="2129"/>
                  <a:pt x="1263" y="2131"/>
                  <a:pt x="1261" y="2131"/>
                </a:cubicBezTo>
                <a:cubicBezTo>
                  <a:pt x="1251" y="2152"/>
                  <a:pt x="1245" y="2151"/>
                  <a:pt x="1248" y="2158"/>
                </a:cubicBezTo>
                <a:cubicBezTo>
                  <a:pt x="1262" y="2152"/>
                  <a:pt x="1267" y="2142"/>
                  <a:pt x="1272" y="2131"/>
                </a:cubicBezTo>
                <a:close/>
                <a:moveTo>
                  <a:pt x="1252" y="2121"/>
                </a:moveTo>
                <a:cubicBezTo>
                  <a:pt x="1253" y="2116"/>
                  <a:pt x="1258" y="2113"/>
                  <a:pt x="1261" y="2110"/>
                </a:cubicBezTo>
                <a:cubicBezTo>
                  <a:pt x="1292" y="2075"/>
                  <a:pt x="1292" y="2069"/>
                  <a:pt x="1296" y="2066"/>
                </a:cubicBezTo>
                <a:cubicBezTo>
                  <a:pt x="1325" y="2042"/>
                  <a:pt x="1328" y="2032"/>
                  <a:pt x="1337" y="2027"/>
                </a:cubicBezTo>
                <a:cubicBezTo>
                  <a:pt x="1357" y="2004"/>
                  <a:pt x="1360" y="2005"/>
                  <a:pt x="1361" y="2003"/>
                </a:cubicBezTo>
                <a:cubicBezTo>
                  <a:pt x="1379" y="1988"/>
                  <a:pt x="1381" y="1987"/>
                  <a:pt x="1383" y="1985"/>
                </a:cubicBezTo>
                <a:cubicBezTo>
                  <a:pt x="1395" y="1974"/>
                  <a:pt x="1393" y="1969"/>
                  <a:pt x="1398" y="1970"/>
                </a:cubicBezTo>
                <a:cubicBezTo>
                  <a:pt x="1429" y="1937"/>
                  <a:pt x="1430" y="1935"/>
                  <a:pt x="1431" y="1933"/>
                </a:cubicBezTo>
                <a:cubicBezTo>
                  <a:pt x="1448" y="1913"/>
                  <a:pt x="1452" y="1911"/>
                  <a:pt x="1453" y="1905"/>
                </a:cubicBezTo>
                <a:cubicBezTo>
                  <a:pt x="1484" y="1849"/>
                  <a:pt x="1489" y="1848"/>
                  <a:pt x="1485" y="1844"/>
                </a:cubicBezTo>
                <a:cubicBezTo>
                  <a:pt x="1498" y="1819"/>
                  <a:pt x="1499" y="1815"/>
                  <a:pt x="1503" y="1813"/>
                </a:cubicBezTo>
                <a:cubicBezTo>
                  <a:pt x="1479" y="1838"/>
                  <a:pt x="1484" y="1853"/>
                  <a:pt x="1477" y="1855"/>
                </a:cubicBezTo>
                <a:cubicBezTo>
                  <a:pt x="1464" y="1882"/>
                  <a:pt x="1459" y="1886"/>
                  <a:pt x="1455" y="1892"/>
                </a:cubicBezTo>
                <a:cubicBezTo>
                  <a:pt x="1437" y="1912"/>
                  <a:pt x="1434" y="1918"/>
                  <a:pt x="1431" y="1922"/>
                </a:cubicBezTo>
                <a:cubicBezTo>
                  <a:pt x="1408" y="1942"/>
                  <a:pt x="1402" y="1953"/>
                  <a:pt x="1394" y="1961"/>
                </a:cubicBezTo>
                <a:cubicBezTo>
                  <a:pt x="1356" y="1988"/>
                  <a:pt x="1360" y="1997"/>
                  <a:pt x="1354" y="1996"/>
                </a:cubicBezTo>
                <a:cubicBezTo>
                  <a:pt x="1337" y="2014"/>
                  <a:pt x="1333" y="2016"/>
                  <a:pt x="1330" y="2018"/>
                </a:cubicBezTo>
                <a:cubicBezTo>
                  <a:pt x="1304" y="2043"/>
                  <a:pt x="1304" y="2048"/>
                  <a:pt x="1300" y="2049"/>
                </a:cubicBezTo>
                <a:cubicBezTo>
                  <a:pt x="1281" y="2070"/>
                  <a:pt x="1275" y="2075"/>
                  <a:pt x="1269" y="2079"/>
                </a:cubicBezTo>
                <a:cubicBezTo>
                  <a:pt x="1247" y="2112"/>
                  <a:pt x="1245" y="2113"/>
                  <a:pt x="1243" y="2114"/>
                </a:cubicBezTo>
                <a:cubicBezTo>
                  <a:pt x="1247" y="2103"/>
                  <a:pt x="1247" y="2098"/>
                  <a:pt x="1250" y="2094"/>
                </a:cubicBezTo>
                <a:cubicBezTo>
                  <a:pt x="1275" y="2064"/>
                  <a:pt x="1275" y="2058"/>
                  <a:pt x="1278" y="2055"/>
                </a:cubicBezTo>
                <a:cubicBezTo>
                  <a:pt x="1312" y="2008"/>
                  <a:pt x="1335" y="1985"/>
                  <a:pt x="1359" y="1964"/>
                </a:cubicBezTo>
                <a:cubicBezTo>
                  <a:pt x="1384" y="1931"/>
                  <a:pt x="1387" y="1930"/>
                  <a:pt x="1387" y="1924"/>
                </a:cubicBezTo>
                <a:cubicBezTo>
                  <a:pt x="1413" y="1898"/>
                  <a:pt x="1413" y="1892"/>
                  <a:pt x="1418" y="1892"/>
                </a:cubicBezTo>
                <a:cubicBezTo>
                  <a:pt x="1427" y="1879"/>
                  <a:pt x="1429" y="1875"/>
                  <a:pt x="1431" y="1872"/>
                </a:cubicBezTo>
                <a:cubicBezTo>
                  <a:pt x="1422" y="1877"/>
                  <a:pt x="1419" y="1882"/>
                  <a:pt x="1416" y="1885"/>
                </a:cubicBezTo>
                <a:cubicBezTo>
                  <a:pt x="1370" y="1932"/>
                  <a:pt x="1368" y="1937"/>
                  <a:pt x="1365" y="1942"/>
                </a:cubicBezTo>
                <a:cubicBezTo>
                  <a:pt x="1347" y="1957"/>
                  <a:pt x="1348" y="1963"/>
                  <a:pt x="1344" y="1961"/>
                </a:cubicBezTo>
                <a:cubicBezTo>
                  <a:pt x="1310" y="1997"/>
                  <a:pt x="1311" y="2001"/>
                  <a:pt x="1309" y="2003"/>
                </a:cubicBezTo>
                <a:cubicBezTo>
                  <a:pt x="1290" y="2031"/>
                  <a:pt x="1278" y="2034"/>
                  <a:pt x="1276" y="2046"/>
                </a:cubicBezTo>
                <a:cubicBezTo>
                  <a:pt x="1263" y="2059"/>
                  <a:pt x="1262" y="2063"/>
                  <a:pt x="1256" y="2066"/>
                </a:cubicBezTo>
                <a:cubicBezTo>
                  <a:pt x="1229" y="2114"/>
                  <a:pt x="1229" y="2119"/>
                  <a:pt x="1226" y="2121"/>
                </a:cubicBezTo>
                <a:cubicBezTo>
                  <a:pt x="1210" y="2155"/>
                  <a:pt x="1209" y="2158"/>
                  <a:pt x="1208" y="2160"/>
                </a:cubicBezTo>
                <a:cubicBezTo>
                  <a:pt x="1234" y="2148"/>
                  <a:pt x="1239" y="2141"/>
                  <a:pt x="1243" y="2131"/>
                </a:cubicBezTo>
                <a:close/>
                <a:moveTo>
                  <a:pt x="1095" y="2090"/>
                </a:moveTo>
                <a:cubicBezTo>
                  <a:pt x="1092" y="2080"/>
                  <a:pt x="1087" y="2072"/>
                  <a:pt x="1082" y="2064"/>
                </a:cubicBezTo>
                <a:cubicBezTo>
                  <a:pt x="1051" y="2009"/>
                  <a:pt x="1049" y="2005"/>
                  <a:pt x="1045" y="2003"/>
                </a:cubicBezTo>
                <a:cubicBezTo>
                  <a:pt x="1032" y="1967"/>
                  <a:pt x="1032" y="1961"/>
                  <a:pt x="1030" y="1957"/>
                </a:cubicBezTo>
                <a:cubicBezTo>
                  <a:pt x="1015" y="1906"/>
                  <a:pt x="1012" y="1903"/>
                  <a:pt x="1012" y="1896"/>
                </a:cubicBezTo>
                <a:cubicBezTo>
                  <a:pt x="1003" y="1886"/>
                  <a:pt x="1010" y="1901"/>
                  <a:pt x="1012" y="1920"/>
                </a:cubicBezTo>
                <a:cubicBezTo>
                  <a:pt x="1029" y="2003"/>
                  <a:pt x="1034" y="2018"/>
                  <a:pt x="1038" y="2033"/>
                </a:cubicBezTo>
                <a:cubicBezTo>
                  <a:pt x="1048" y="2064"/>
                  <a:pt x="1051" y="2072"/>
                  <a:pt x="1056" y="2077"/>
                </a:cubicBezTo>
                <a:cubicBezTo>
                  <a:pt x="1101" y="2160"/>
                  <a:pt x="1101" y="2160"/>
                  <a:pt x="1101" y="2160"/>
                </a:cubicBezTo>
                <a:cubicBezTo>
                  <a:pt x="1097" y="2151"/>
                  <a:pt x="1093" y="2150"/>
                  <a:pt x="1093" y="2142"/>
                </a:cubicBezTo>
                <a:cubicBezTo>
                  <a:pt x="1069" y="2093"/>
                  <a:pt x="1058" y="2074"/>
                  <a:pt x="1051" y="2051"/>
                </a:cubicBezTo>
                <a:cubicBezTo>
                  <a:pt x="1037" y="2005"/>
                  <a:pt x="1030" y="1997"/>
                  <a:pt x="1030" y="1983"/>
                </a:cubicBezTo>
                <a:cubicBezTo>
                  <a:pt x="1058" y="2041"/>
                  <a:pt x="1062" y="2045"/>
                  <a:pt x="1064" y="2051"/>
                </a:cubicBezTo>
                <a:cubicBezTo>
                  <a:pt x="1085" y="2092"/>
                  <a:pt x="1091" y="2094"/>
                  <a:pt x="1093" y="2101"/>
                </a:cubicBezTo>
                <a:cubicBezTo>
                  <a:pt x="1127" y="2147"/>
                  <a:pt x="1120" y="2159"/>
                  <a:pt x="1126" y="2158"/>
                </a:cubicBezTo>
                <a:cubicBezTo>
                  <a:pt x="1131" y="2147"/>
                  <a:pt x="1123" y="2137"/>
                  <a:pt x="1117" y="2125"/>
                </a:cubicBezTo>
                <a:close/>
                <a:moveTo>
                  <a:pt x="1062" y="2155"/>
                </a:moveTo>
                <a:cubicBezTo>
                  <a:pt x="1062" y="2152"/>
                  <a:pt x="1061" y="2150"/>
                  <a:pt x="1058" y="2149"/>
                </a:cubicBezTo>
                <a:cubicBezTo>
                  <a:pt x="1061" y="2142"/>
                  <a:pt x="1051" y="2147"/>
                  <a:pt x="1054" y="2140"/>
                </a:cubicBezTo>
                <a:cubicBezTo>
                  <a:pt x="1048" y="2137"/>
                  <a:pt x="1047" y="2129"/>
                  <a:pt x="1040" y="2127"/>
                </a:cubicBezTo>
                <a:cubicBezTo>
                  <a:pt x="1037" y="2113"/>
                  <a:pt x="1027" y="2105"/>
                  <a:pt x="1019" y="2097"/>
                </a:cubicBezTo>
                <a:cubicBezTo>
                  <a:pt x="1017" y="2106"/>
                  <a:pt x="1026" y="2106"/>
                  <a:pt x="1027" y="2112"/>
                </a:cubicBezTo>
                <a:cubicBezTo>
                  <a:pt x="1028" y="2119"/>
                  <a:pt x="1036" y="2120"/>
                  <a:pt x="1036" y="2127"/>
                </a:cubicBezTo>
                <a:cubicBezTo>
                  <a:pt x="1045" y="2135"/>
                  <a:pt x="1050" y="2146"/>
                  <a:pt x="1058" y="2155"/>
                </a:cubicBezTo>
                <a:cubicBezTo>
                  <a:pt x="1059" y="2157"/>
                  <a:pt x="1060" y="2159"/>
                  <a:pt x="1061" y="2160"/>
                </a:cubicBezTo>
                <a:cubicBezTo>
                  <a:pt x="1067" y="2160"/>
                  <a:pt x="1067" y="2160"/>
                  <a:pt x="1067" y="2160"/>
                </a:cubicBezTo>
                <a:cubicBezTo>
                  <a:pt x="1066" y="2158"/>
                  <a:pt x="1066" y="2155"/>
                  <a:pt x="1062" y="2155"/>
                </a:cubicBezTo>
                <a:close/>
              </a:path>
            </a:pathLst>
          </a:custGeom>
          <a:solidFill>
            <a:schemeClr val="accent1">
              <a:lumMod val="40000"/>
              <a:lumOff val="60000"/>
            </a:schemeClr>
          </a:solidFill>
          <a:ln>
            <a:noFill/>
          </a:ln>
        </p:spPr>
      </p:sp>
      <p:sp>
        <p:nvSpPr>
          <p:cNvPr id="61" name="Freeform 13">
            <a:extLst>
              <a:ext uri="{FF2B5EF4-FFF2-40B4-BE49-F238E27FC236}">
                <a16:creationId xmlns:a16="http://schemas.microsoft.com/office/drawing/2014/main" id="{05474103-4A93-4198-B2FA-45EC74FD528A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 bwMode="auto">
          <a:xfrm>
            <a:off x="1798" y="0"/>
            <a:ext cx="12151360" cy="6875463"/>
          </a:xfrm>
          <a:custGeom>
            <a:avLst/>
            <a:gdLst/>
            <a:ahLst/>
            <a:cxnLst/>
            <a:rect l="0" t="0" r="r" b="b"/>
            <a:pathLst>
              <a:path w="3840" h="2163">
                <a:moveTo>
                  <a:pt x="3809" y="960"/>
                </a:moveTo>
                <a:cubicBezTo>
                  <a:pt x="3796" y="975"/>
                  <a:pt x="3783" y="990"/>
                  <a:pt x="3772" y="1010"/>
                </a:cubicBezTo>
                <a:cubicBezTo>
                  <a:pt x="3769" y="1017"/>
                  <a:pt x="3766" y="1024"/>
                  <a:pt x="3763" y="1030"/>
                </a:cubicBezTo>
                <a:cubicBezTo>
                  <a:pt x="3771" y="1037"/>
                  <a:pt x="3769" y="1017"/>
                  <a:pt x="3775" y="1019"/>
                </a:cubicBezTo>
                <a:cubicBezTo>
                  <a:pt x="3774" y="1010"/>
                  <a:pt x="3779" y="1009"/>
                  <a:pt x="3783" y="1001"/>
                </a:cubicBezTo>
                <a:cubicBezTo>
                  <a:pt x="3787" y="996"/>
                  <a:pt x="3792" y="991"/>
                  <a:pt x="3796" y="985"/>
                </a:cubicBezTo>
                <a:cubicBezTo>
                  <a:pt x="3798" y="980"/>
                  <a:pt x="3802" y="982"/>
                  <a:pt x="3803" y="976"/>
                </a:cubicBezTo>
                <a:cubicBezTo>
                  <a:pt x="3807" y="980"/>
                  <a:pt x="3805" y="966"/>
                  <a:pt x="3810" y="970"/>
                </a:cubicBezTo>
                <a:cubicBezTo>
                  <a:pt x="3815" y="965"/>
                  <a:pt x="3819" y="960"/>
                  <a:pt x="3824" y="954"/>
                </a:cubicBezTo>
                <a:cubicBezTo>
                  <a:pt x="3826" y="952"/>
                  <a:pt x="3829" y="950"/>
                  <a:pt x="3831" y="948"/>
                </a:cubicBezTo>
                <a:cubicBezTo>
                  <a:pt x="3834" y="948"/>
                  <a:pt x="3835" y="940"/>
                  <a:pt x="3838" y="942"/>
                </a:cubicBezTo>
                <a:cubicBezTo>
                  <a:pt x="3839" y="941"/>
                  <a:pt x="3840" y="940"/>
                  <a:pt x="3840" y="940"/>
                </a:cubicBezTo>
                <a:cubicBezTo>
                  <a:pt x="3840" y="930"/>
                  <a:pt x="3840" y="930"/>
                  <a:pt x="3840" y="930"/>
                </a:cubicBezTo>
                <a:cubicBezTo>
                  <a:pt x="3837" y="933"/>
                  <a:pt x="3833" y="935"/>
                  <a:pt x="3830" y="938"/>
                </a:cubicBezTo>
                <a:cubicBezTo>
                  <a:pt x="3824" y="947"/>
                  <a:pt x="3817" y="953"/>
                  <a:pt x="3809" y="960"/>
                </a:cubicBezTo>
                <a:close/>
                <a:moveTo>
                  <a:pt x="3827" y="880"/>
                </a:moveTo>
                <a:cubicBezTo>
                  <a:pt x="3818" y="885"/>
                  <a:pt x="3810" y="891"/>
                  <a:pt x="3802" y="898"/>
                </a:cubicBezTo>
                <a:cubicBezTo>
                  <a:pt x="3795" y="906"/>
                  <a:pt x="3785" y="910"/>
                  <a:pt x="3779" y="921"/>
                </a:cubicBezTo>
                <a:cubicBezTo>
                  <a:pt x="3770" y="926"/>
                  <a:pt x="3764" y="938"/>
                  <a:pt x="3757" y="945"/>
                </a:cubicBezTo>
                <a:cubicBezTo>
                  <a:pt x="3754" y="951"/>
                  <a:pt x="3748" y="950"/>
                  <a:pt x="3746" y="959"/>
                </a:cubicBezTo>
                <a:cubicBezTo>
                  <a:pt x="3743" y="958"/>
                  <a:pt x="3742" y="963"/>
                  <a:pt x="3740" y="966"/>
                </a:cubicBezTo>
                <a:cubicBezTo>
                  <a:pt x="3738" y="965"/>
                  <a:pt x="3735" y="971"/>
                  <a:pt x="3738" y="972"/>
                </a:cubicBezTo>
                <a:cubicBezTo>
                  <a:pt x="3746" y="962"/>
                  <a:pt x="3754" y="953"/>
                  <a:pt x="3762" y="942"/>
                </a:cubicBezTo>
                <a:cubicBezTo>
                  <a:pt x="3773" y="939"/>
                  <a:pt x="3778" y="921"/>
                  <a:pt x="3789" y="918"/>
                </a:cubicBezTo>
                <a:cubicBezTo>
                  <a:pt x="3792" y="911"/>
                  <a:pt x="3799" y="912"/>
                  <a:pt x="3802" y="905"/>
                </a:cubicBezTo>
                <a:cubicBezTo>
                  <a:pt x="3807" y="902"/>
                  <a:pt x="3812" y="899"/>
                  <a:pt x="3816" y="894"/>
                </a:cubicBezTo>
                <a:cubicBezTo>
                  <a:pt x="3817" y="891"/>
                  <a:pt x="3822" y="895"/>
                  <a:pt x="3822" y="890"/>
                </a:cubicBezTo>
                <a:cubicBezTo>
                  <a:pt x="3826" y="891"/>
                  <a:pt x="3827" y="884"/>
                  <a:pt x="3831" y="886"/>
                </a:cubicBezTo>
                <a:cubicBezTo>
                  <a:pt x="3833" y="882"/>
                  <a:pt x="3837" y="881"/>
                  <a:pt x="3840" y="879"/>
                </a:cubicBezTo>
                <a:cubicBezTo>
                  <a:pt x="3840" y="871"/>
                  <a:pt x="3840" y="871"/>
                  <a:pt x="3840" y="871"/>
                </a:cubicBezTo>
                <a:cubicBezTo>
                  <a:pt x="3840" y="871"/>
                  <a:pt x="3840" y="871"/>
                  <a:pt x="3840" y="871"/>
                </a:cubicBezTo>
                <a:cubicBezTo>
                  <a:pt x="3835" y="872"/>
                  <a:pt x="3831" y="878"/>
                  <a:pt x="3827" y="880"/>
                </a:cubicBezTo>
                <a:close/>
                <a:moveTo>
                  <a:pt x="3837" y="806"/>
                </a:moveTo>
                <a:cubicBezTo>
                  <a:pt x="3836" y="810"/>
                  <a:pt x="3827" y="812"/>
                  <a:pt x="3832" y="816"/>
                </a:cubicBezTo>
                <a:cubicBezTo>
                  <a:pt x="3835" y="814"/>
                  <a:pt x="3837" y="812"/>
                  <a:pt x="3840" y="810"/>
                </a:cubicBezTo>
                <a:cubicBezTo>
                  <a:pt x="3840" y="804"/>
                  <a:pt x="3840" y="804"/>
                  <a:pt x="3840" y="804"/>
                </a:cubicBezTo>
                <a:cubicBezTo>
                  <a:pt x="3839" y="804"/>
                  <a:pt x="3838" y="805"/>
                  <a:pt x="3837" y="806"/>
                </a:cubicBezTo>
                <a:close/>
                <a:moveTo>
                  <a:pt x="2318" y="205"/>
                </a:moveTo>
                <a:cubicBezTo>
                  <a:pt x="2319" y="200"/>
                  <a:pt x="2323" y="198"/>
                  <a:pt x="2322" y="192"/>
                </a:cubicBezTo>
                <a:cubicBezTo>
                  <a:pt x="2351" y="148"/>
                  <a:pt x="2361" y="145"/>
                  <a:pt x="2364" y="135"/>
                </a:cubicBezTo>
                <a:cubicBezTo>
                  <a:pt x="2383" y="109"/>
                  <a:pt x="2387" y="107"/>
                  <a:pt x="2388" y="102"/>
                </a:cubicBezTo>
                <a:cubicBezTo>
                  <a:pt x="2419" y="61"/>
                  <a:pt x="2429" y="59"/>
                  <a:pt x="2434" y="50"/>
                </a:cubicBezTo>
                <a:cubicBezTo>
                  <a:pt x="2462" y="20"/>
                  <a:pt x="2474" y="12"/>
                  <a:pt x="2481" y="0"/>
                </a:cubicBezTo>
                <a:cubicBezTo>
                  <a:pt x="2462" y="9"/>
                  <a:pt x="2460" y="16"/>
                  <a:pt x="2453" y="19"/>
                </a:cubicBezTo>
                <a:cubicBezTo>
                  <a:pt x="2438" y="35"/>
                  <a:pt x="2436" y="37"/>
                  <a:pt x="2434" y="39"/>
                </a:cubicBezTo>
                <a:cubicBezTo>
                  <a:pt x="2416" y="54"/>
                  <a:pt x="2418" y="60"/>
                  <a:pt x="2412" y="59"/>
                </a:cubicBezTo>
                <a:cubicBezTo>
                  <a:pt x="2382" y="92"/>
                  <a:pt x="2384" y="103"/>
                  <a:pt x="2377" y="104"/>
                </a:cubicBezTo>
                <a:cubicBezTo>
                  <a:pt x="2361" y="133"/>
                  <a:pt x="2355" y="132"/>
                  <a:pt x="2357" y="139"/>
                </a:cubicBezTo>
                <a:cubicBezTo>
                  <a:pt x="2336" y="177"/>
                  <a:pt x="2326" y="171"/>
                  <a:pt x="2329" y="179"/>
                </a:cubicBezTo>
                <a:cubicBezTo>
                  <a:pt x="2321" y="199"/>
                  <a:pt x="2312" y="203"/>
                  <a:pt x="2318" y="205"/>
                </a:cubicBezTo>
                <a:close/>
                <a:moveTo>
                  <a:pt x="3826" y="837"/>
                </a:moveTo>
                <a:cubicBezTo>
                  <a:pt x="3821" y="839"/>
                  <a:pt x="3818" y="844"/>
                  <a:pt x="3813" y="845"/>
                </a:cubicBezTo>
                <a:cubicBezTo>
                  <a:pt x="3805" y="852"/>
                  <a:pt x="3797" y="858"/>
                  <a:pt x="3790" y="867"/>
                </a:cubicBezTo>
                <a:cubicBezTo>
                  <a:pt x="3787" y="873"/>
                  <a:pt x="3782" y="871"/>
                  <a:pt x="3780" y="879"/>
                </a:cubicBezTo>
                <a:cubicBezTo>
                  <a:pt x="3776" y="877"/>
                  <a:pt x="3776" y="884"/>
                  <a:pt x="3773" y="883"/>
                </a:cubicBezTo>
                <a:cubicBezTo>
                  <a:pt x="3772" y="886"/>
                  <a:pt x="3769" y="890"/>
                  <a:pt x="3772" y="892"/>
                </a:cubicBezTo>
                <a:cubicBezTo>
                  <a:pt x="3778" y="885"/>
                  <a:pt x="3784" y="877"/>
                  <a:pt x="3792" y="872"/>
                </a:cubicBezTo>
                <a:cubicBezTo>
                  <a:pt x="3795" y="867"/>
                  <a:pt x="3799" y="864"/>
                  <a:pt x="3803" y="863"/>
                </a:cubicBezTo>
                <a:cubicBezTo>
                  <a:pt x="3806" y="858"/>
                  <a:pt x="3810" y="855"/>
                  <a:pt x="3814" y="853"/>
                </a:cubicBezTo>
                <a:cubicBezTo>
                  <a:pt x="3821" y="846"/>
                  <a:pt x="3828" y="841"/>
                  <a:pt x="3836" y="836"/>
                </a:cubicBezTo>
                <a:cubicBezTo>
                  <a:pt x="3837" y="837"/>
                  <a:pt x="3839" y="836"/>
                  <a:pt x="3840" y="835"/>
                </a:cubicBezTo>
                <a:cubicBezTo>
                  <a:pt x="3840" y="826"/>
                  <a:pt x="3840" y="826"/>
                  <a:pt x="3840" y="826"/>
                </a:cubicBezTo>
                <a:cubicBezTo>
                  <a:pt x="3839" y="827"/>
                  <a:pt x="3838" y="827"/>
                  <a:pt x="3837" y="827"/>
                </a:cubicBezTo>
                <a:cubicBezTo>
                  <a:pt x="3834" y="831"/>
                  <a:pt x="3830" y="835"/>
                  <a:pt x="3826" y="837"/>
                </a:cubicBezTo>
                <a:close/>
                <a:moveTo>
                  <a:pt x="3819" y="964"/>
                </a:moveTo>
                <a:cubicBezTo>
                  <a:pt x="3816" y="970"/>
                  <a:pt x="3810" y="971"/>
                  <a:pt x="3807" y="978"/>
                </a:cubicBezTo>
                <a:cubicBezTo>
                  <a:pt x="3801" y="978"/>
                  <a:pt x="3800" y="989"/>
                  <a:pt x="3795" y="989"/>
                </a:cubicBezTo>
                <a:cubicBezTo>
                  <a:pt x="3792" y="998"/>
                  <a:pt x="3786" y="999"/>
                  <a:pt x="3783" y="1006"/>
                </a:cubicBezTo>
                <a:cubicBezTo>
                  <a:pt x="3787" y="1008"/>
                  <a:pt x="3780" y="1008"/>
                  <a:pt x="3783" y="1011"/>
                </a:cubicBezTo>
                <a:cubicBezTo>
                  <a:pt x="3784" y="1015"/>
                  <a:pt x="3774" y="1015"/>
                  <a:pt x="3780" y="1019"/>
                </a:cubicBezTo>
                <a:cubicBezTo>
                  <a:pt x="3796" y="998"/>
                  <a:pt x="3813" y="976"/>
                  <a:pt x="3833" y="965"/>
                </a:cubicBezTo>
                <a:cubicBezTo>
                  <a:pt x="3835" y="963"/>
                  <a:pt x="3838" y="961"/>
                  <a:pt x="3840" y="959"/>
                </a:cubicBezTo>
                <a:cubicBezTo>
                  <a:pt x="3840" y="950"/>
                  <a:pt x="3840" y="950"/>
                  <a:pt x="3840" y="950"/>
                </a:cubicBezTo>
                <a:cubicBezTo>
                  <a:pt x="3837" y="952"/>
                  <a:pt x="3835" y="954"/>
                  <a:pt x="3833" y="956"/>
                </a:cubicBezTo>
                <a:cubicBezTo>
                  <a:pt x="3827" y="957"/>
                  <a:pt x="3825" y="965"/>
                  <a:pt x="3819" y="964"/>
                </a:cubicBezTo>
                <a:close/>
                <a:moveTo>
                  <a:pt x="3803" y="1109"/>
                </a:moveTo>
                <a:cubicBezTo>
                  <a:pt x="3801" y="1112"/>
                  <a:pt x="3798" y="1111"/>
                  <a:pt x="3797" y="1113"/>
                </a:cubicBezTo>
                <a:cubicBezTo>
                  <a:pt x="3795" y="1116"/>
                  <a:pt x="3794" y="1121"/>
                  <a:pt x="3791" y="1120"/>
                </a:cubicBezTo>
                <a:cubicBezTo>
                  <a:pt x="3786" y="1128"/>
                  <a:pt x="3788" y="1129"/>
                  <a:pt x="3782" y="1136"/>
                </a:cubicBezTo>
                <a:cubicBezTo>
                  <a:pt x="3780" y="1142"/>
                  <a:pt x="3777" y="1149"/>
                  <a:pt x="3774" y="1156"/>
                </a:cubicBezTo>
                <a:cubicBezTo>
                  <a:pt x="3769" y="1158"/>
                  <a:pt x="3768" y="1168"/>
                  <a:pt x="3775" y="1170"/>
                </a:cubicBezTo>
                <a:cubicBezTo>
                  <a:pt x="3776" y="1171"/>
                  <a:pt x="3778" y="1171"/>
                  <a:pt x="3779" y="1172"/>
                </a:cubicBezTo>
                <a:cubicBezTo>
                  <a:pt x="3780" y="1169"/>
                  <a:pt x="3780" y="1167"/>
                  <a:pt x="3779" y="1165"/>
                </a:cubicBezTo>
                <a:cubicBezTo>
                  <a:pt x="3787" y="1166"/>
                  <a:pt x="3779" y="1160"/>
                  <a:pt x="3780" y="1158"/>
                </a:cubicBezTo>
                <a:cubicBezTo>
                  <a:pt x="3785" y="1158"/>
                  <a:pt x="3788" y="1145"/>
                  <a:pt x="3787" y="1142"/>
                </a:cubicBezTo>
                <a:cubicBezTo>
                  <a:pt x="3794" y="1141"/>
                  <a:pt x="3796" y="1126"/>
                  <a:pt x="3802" y="1123"/>
                </a:cubicBezTo>
                <a:cubicBezTo>
                  <a:pt x="3807" y="1114"/>
                  <a:pt x="3813" y="1109"/>
                  <a:pt x="3818" y="1101"/>
                </a:cubicBezTo>
                <a:cubicBezTo>
                  <a:pt x="3823" y="1095"/>
                  <a:pt x="3830" y="1091"/>
                  <a:pt x="3835" y="1084"/>
                </a:cubicBezTo>
                <a:cubicBezTo>
                  <a:pt x="3837" y="1084"/>
                  <a:pt x="3838" y="1082"/>
                  <a:pt x="3840" y="1081"/>
                </a:cubicBezTo>
                <a:cubicBezTo>
                  <a:pt x="3840" y="1069"/>
                  <a:pt x="3840" y="1069"/>
                  <a:pt x="3840" y="1069"/>
                </a:cubicBezTo>
                <a:cubicBezTo>
                  <a:pt x="3836" y="1073"/>
                  <a:pt x="3831" y="1077"/>
                  <a:pt x="3827" y="1081"/>
                </a:cubicBezTo>
                <a:cubicBezTo>
                  <a:pt x="3818" y="1089"/>
                  <a:pt x="3811" y="1099"/>
                  <a:pt x="3803" y="1109"/>
                </a:cubicBezTo>
                <a:close/>
                <a:moveTo>
                  <a:pt x="3818" y="1248"/>
                </a:moveTo>
                <a:cubicBezTo>
                  <a:pt x="3822" y="1250"/>
                  <a:pt x="3815" y="1258"/>
                  <a:pt x="3822" y="1259"/>
                </a:cubicBezTo>
                <a:cubicBezTo>
                  <a:pt x="3826" y="1261"/>
                  <a:pt x="3826" y="1254"/>
                  <a:pt x="3829" y="1255"/>
                </a:cubicBezTo>
                <a:cubicBezTo>
                  <a:pt x="3832" y="1250"/>
                  <a:pt x="3832" y="1247"/>
                  <a:pt x="3831" y="1244"/>
                </a:cubicBezTo>
                <a:cubicBezTo>
                  <a:pt x="3835" y="1245"/>
                  <a:pt x="3835" y="1240"/>
                  <a:pt x="3834" y="1238"/>
                </a:cubicBezTo>
                <a:cubicBezTo>
                  <a:pt x="3839" y="1240"/>
                  <a:pt x="3833" y="1233"/>
                  <a:pt x="3837" y="1230"/>
                </a:cubicBezTo>
                <a:cubicBezTo>
                  <a:pt x="3838" y="1228"/>
                  <a:pt x="3839" y="1227"/>
                  <a:pt x="3840" y="1226"/>
                </a:cubicBezTo>
                <a:cubicBezTo>
                  <a:pt x="3840" y="1209"/>
                  <a:pt x="3840" y="1209"/>
                  <a:pt x="3840" y="1209"/>
                </a:cubicBezTo>
                <a:cubicBezTo>
                  <a:pt x="3835" y="1219"/>
                  <a:pt x="3829" y="1228"/>
                  <a:pt x="3823" y="1236"/>
                </a:cubicBezTo>
                <a:cubicBezTo>
                  <a:pt x="3828" y="1240"/>
                  <a:pt x="3819" y="1244"/>
                  <a:pt x="3818" y="1248"/>
                </a:cubicBezTo>
                <a:close/>
                <a:moveTo>
                  <a:pt x="3121" y="2109"/>
                </a:moveTo>
                <a:cubicBezTo>
                  <a:pt x="3119" y="2105"/>
                  <a:pt x="3124" y="2102"/>
                  <a:pt x="3118" y="2098"/>
                </a:cubicBezTo>
                <a:cubicBezTo>
                  <a:pt x="3121" y="2094"/>
                  <a:pt x="3113" y="2089"/>
                  <a:pt x="3115" y="2086"/>
                </a:cubicBezTo>
                <a:cubicBezTo>
                  <a:pt x="3114" y="2077"/>
                  <a:pt x="3111" y="2069"/>
                  <a:pt x="3108" y="2060"/>
                </a:cubicBezTo>
                <a:cubicBezTo>
                  <a:pt x="3108" y="2056"/>
                  <a:pt x="3105" y="2053"/>
                  <a:pt x="3104" y="2049"/>
                </a:cubicBezTo>
                <a:cubicBezTo>
                  <a:pt x="3103" y="2048"/>
                  <a:pt x="3105" y="2045"/>
                  <a:pt x="3104" y="2043"/>
                </a:cubicBezTo>
                <a:cubicBezTo>
                  <a:pt x="3103" y="2041"/>
                  <a:pt x="3099" y="2039"/>
                  <a:pt x="3102" y="2037"/>
                </a:cubicBezTo>
                <a:cubicBezTo>
                  <a:pt x="3096" y="2032"/>
                  <a:pt x="3099" y="2028"/>
                  <a:pt x="3093" y="2024"/>
                </a:cubicBezTo>
                <a:cubicBezTo>
                  <a:pt x="3095" y="2020"/>
                  <a:pt x="3092" y="2014"/>
                  <a:pt x="3087" y="2017"/>
                </a:cubicBezTo>
                <a:cubicBezTo>
                  <a:pt x="3092" y="2025"/>
                  <a:pt x="3088" y="2032"/>
                  <a:pt x="3095" y="2039"/>
                </a:cubicBezTo>
                <a:cubicBezTo>
                  <a:pt x="3093" y="2041"/>
                  <a:pt x="3096" y="2042"/>
                  <a:pt x="3096" y="2044"/>
                </a:cubicBezTo>
                <a:cubicBezTo>
                  <a:pt x="3097" y="2045"/>
                  <a:pt x="3096" y="2049"/>
                  <a:pt x="3096" y="2050"/>
                </a:cubicBezTo>
                <a:cubicBezTo>
                  <a:pt x="3096" y="2051"/>
                  <a:pt x="3098" y="2052"/>
                  <a:pt x="3099" y="2054"/>
                </a:cubicBezTo>
                <a:cubicBezTo>
                  <a:pt x="3101" y="2058"/>
                  <a:pt x="3097" y="2059"/>
                  <a:pt x="3101" y="2063"/>
                </a:cubicBezTo>
                <a:cubicBezTo>
                  <a:pt x="3106" y="2071"/>
                  <a:pt x="3101" y="2078"/>
                  <a:pt x="3107" y="2087"/>
                </a:cubicBezTo>
                <a:cubicBezTo>
                  <a:pt x="3108" y="2094"/>
                  <a:pt x="3109" y="2102"/>
                  <a:pt x="3114" y="2110"/>
                </a:cubicBezTo>
                <a:cubicBezTo>
                  <a:pt x="3112" y="2117"/>
                  <a:pt x="3115" y="2125"/>
                  <a:pt x="3115" y="2132"/>
                </a:cubicBezTo>
                <a:cubicBezTo>
                  <a:pt x="3119" y="2136"/>
                  <a:pt x="3117" y="2139"/>
                  <a:pt x="3119" y="2143"/>
                </a:cubicBezTo>
                <a:cubicBezTo>
                  <a:pt x="3118" y="2145"/>
                  <a:pt x="3120" y="2147"/>
                  <a:pt x="3122" y="2149"/>
                </a:cubicBezTo>
                <a:cubicBezTo>
                  <a:pt x="3124" y="2152"/>
                  <a:pt x="3120" y="2153"/>
                  <a:pt x="3121" y="2155"/>
                </a:cubicBezTo>
                <a:cubicBezTo>
                  <a:pt x="3122" y="2157"/>
                  <a:pt x="3123" y="2159"/>
                  <a:pt x="3123" y="2160"/>
                </a:cubicBezTo>
                <a:cubicBezTo>
                  <a:pt x="3132" y="2160"/>
                  <a:pt x="3132" y="2160"/>
                  <a:pt x="3132" y="2160"/>
                </a:cubicBezTo>
                <a:cubicBezTo>
                  <a:pt x="3132" y="2160"/>
                  <a:pt x="3132" y="2159"/>
                  <a:pt x="3132" y="2158"/>
                </a:cubicBezTo>
                <a:cubicBezTo>
                  <a:pt x="3129" y="2142"/>
                  <a:pt x="3124" y="2125"/>
                  <a:pt x="3121" y="2109"/>
                </a:cubicBezTo>
                <a:close/>
                <a:moveTo>
                  <a:pt x="3826" y="1017"/>
                </a:moveTo>
                <a:cubicBezTo>
                  <a:pt x="3822" y="1025"/>
                  <a:pt x="3814" y="1024"/>
                  <a:pt x="3810" y="1031"/>
                </a:cubicBezTo>
                <a:cubicBezTo>
                  <a:pt x="3806" y="1030"/>
                  <a:pt x="3805" y="1038"/>
                  <a:pt x="3801" y="1037"/>
                </a:cubicBezTo>
                <a:cubicBezTo>
                  <a:pt x="3798" y="1040"/>
                  <a:pt x="3796" y="1045"/>
                  <a:pt x="3792" y="1045"/>
                </a:cubicBezTo>
                <a:cubicBezTo>
                  <a:pt x="3791" y="1047"/>
                  <a:pt x="3790" y="1047"/>
                  <a:pt x="3787" y="1045"/>
                </a:cubicBezTo>
                <a:cubicBezTo>
                  <a:pt x="3786" y="1048"/>
                  <a:pt x="3789" y="1049"/>
                  <a:pt x="3787" y="1052"/>
                </a:cubicBezTo>
                <a:cubicBezTo>
                  <a:pt x="3783" y="1053"/>
                  <a:pt x="3780" y="1056"/>
                  <a:pt x="3779" y="1061"/>
                </a:cubicBezTo>
                <a:cubicBezTo>
                  <a:pt x="3772" y="1066"/>
                  <a:pt x="3768" y="1072"/>
                  <a:pt x="3767" y="1082"/>
                </a:cubicBezTo>
                <a:cubicBezTo>
                  <a:pt x="3773" y="1085"/>
                  <a:pt x="3776" y="1078"/>
                  <a:pt x="3778" y="1072"/>
                </a:cubicBezTo>
                <a:cubicBezTo>
                  <a:pt x="3782" y="1068"/>
                  <a:pt x="3787" y="1066"/>
                  <a:pt x="3789" y="1058"/>
                </a:cubicBezTo>
                <a:cubicBezTo>
                  <a:pt x="3795" y="1059"/>
                  <a:pt x="3798" y="1052"/>
                  <a:pt x="3802" y="1049"/>
                </a:cubicBezTo>
                <a:cubicBezTo>
                  <a:pt x="3805" y="1040"/>
                  <a:pt x="3812" y="1044"/>
                  <a:pt x="3815" y="1036"/>
                </a:cubicBezTo>
                <a:cubicBezTo>
                  <a:pt x="3824" y="1030"/>
                  <a:pt x="3833" y="1026"/>
                  <a:pt x="3840" y="1015"/>
                </a:cubicBezTo>
                <a:cubicBezTo>
                  <a:pt x="3840" y="1007"/>
                  <a:pt x="3840" y="1007"/>
                  <a:pt x="3840" y="1007"/>
                </a:cubicBezTo>
                <a:cubicBezTo>
                  <a:pt x="3835" y="1010"/>
                  <a:pt x="3832" y="1017"/>
                  <a:pt x="3826" y="1017"/>
                </a:cubicBezTo>
                <a:close/>
                <a:moveTo>
                  <a:pt x="450" y="2148"/>
                </a:moveTo>
                <a:cubicBezTo>
                  <a:pt x="443" y="2147"/>
                  <a:pt x="440" y="2141"/>
                  <a:pt x="432" y="2141"/>
                </a:cubicBezTo>
                <a:cubicBezTo>
                  <a:pt x="398" y="2115"/>
                  <a:pt x="391" y="2113"/>
                  <a:pt x="386" y="2109"/>
                </a:cubicBezTo>
                <a:cubicBezTo>
                  <a:pt x="312" y="2071"/>
                  <a:pt x="301" y="2066"/>
                  <a:pt x="298" y="2063"/>
                </a:cubicBezTo>
                <a:cubicBezTo>
                  <a:pt x="286" y="2058"/>
                  <a:pt x="284" y="2061"/>
                  <a:pt x="285" y="2061"/>
                </a:cubicBezTo>
                <a:cubicBezTo>
                  <a:pt x="253" y="2044"/>
                  <a:pt x="241" y="2046"/>
                  <a:pt x="235" y="2041"/>
                </a:cubicBezTo>
                <a:cubicBezTo>
                  <a:pt x="141" y="2001"/>
                  <a:pt x="136" y="1995"/>
                  <a:pt x="127" y="1994"/>
                </a:cubicBezTo>
                <a:cubicBezTo>
                  <a:pt x="113" y="1982"/>
                  <a:pt x="110" y="1982"/>
                  <a:pt x="111" y="1986"/>
                </a:cubicBezTo>
                <a:cubicBezTo>
                  <a:pt x="141" y="2010"/>
                  <a:pt x="141" y="2016"/>
                  <a:pt x="144" y="2019"/>
                </a:cubicBezTo>
                <a:cubicBezTo>
                  <a:pt x="143" y="2021"/>
                  <a:pt x="142" y="2027"/>
                  <a:pt x="147" y="2025"/>
                </a:cubicBezTo>
                <a:cubicBezTo>
                  <a:pt x="177" y="2058"/>
                  <a:pt x="180" y="2066"/>
                  <a:pt x="187" y="2070"/>
                </a:cubicBezTo>
                <a:cubicBezTo>
                  <a:pt x="244" y="2123"/>
                  <a:pt x="247" y="2132"/>
                  <a:pt x="253" y="2138"/>
                </a:cubicBezTo>
                <a:cubicBezTo>
                  <a:pt x="283" y="2160"/>
                  <a:pt x="283" y="2160"/>
                  <a:pt x="283" y="2160"/>
                </a:cubicBezTo>
                <a:cubicBezTo>
                  <a:pt x="254" y="2126"/>
                  <a:pt x="250" y="2124"/>
                  <a:pt x="247" y="2121"/>
                </a:cubicBezTo>
                <a:cubicBezTo>
                  <a:pt x="268" y="2130"/>
                  <a:pt x="274" y="2132"/>
                  <a:pt x="279" y="2136"/>
                </a:cubicBezTo>
                <a:cubicBezTo>
                  <a:pt x="313" y="2158"/>
                  <a:pt x="315" y="2159"/>
                  <a:pt x="318" y="2160"/>
                </a:cubicBezTo>
                <a:cubicBezTo>
                  <a:pt x="329" y="2157"/>
                  <a:pt x="326" y="2149"/>
                  <a:pt x="315" y="2149"/>
                </a:cubicBezTo>
                <a:cubicBezTo>
                  <a:pt x="288" y="2131"/>
                  <a:pt x="286" y="2130"/>
                  <a:pt x="285" y="2127"/>
                </a:cubicBezTo>
                <a:cubicBezTo>
                  <a:pt x="259" y="2117"/>
                  <a:pt x="260" y="2107"/>
                  <a:pt x="251" y="2110"/>
                </a:cubicBezTo>
                <a:cubicBezTo>
                  <a:pt x="223" y="2093"/>
                  <a:pt x="222" y="2087"/>
                  <a:pt x="216" y="2086"/>
                </a:cubicBezTo>
                <a:cubicBezTo>
                  <a:pt x="193" y="2069"/>
                  <a:pt x="184" y="2057"/>
                  <a:pt x="174" y="2047"/>
                </a:cubicBezTo>
                <a:cubicBezTo>
                  <a:pt x="206" y="2062"/>
                  <a:pt x="209" y="2064"/>
                  <a:pt x="211" y="2069"/>
                </a:cubicBezTo>
                <a:cubicBezTo>
                  <a:pt x="250" y="2097"/>
                  <a:pt x="255" y="2097"/>
                  <a:pt x="259" y="2100"/>
                </a:cubicBezTo>
                <a:cubicBezTo>
                  <a:pt x="299" y="2125"/>
                  <a:pt x="305" y="2125"/>
                  <a:pt x="309" y="2127"/>
                </a:cubicBezTo>
                <a:cubicBezTo>
                  <a:pt x="332" y="2140"/>
                  <a:pt x="331" y="2143"/>
                  <a:pt x="334" y="2143"/>
                </a:cubicBezTo>
                <a:cubicBezTo>
                  <a:pt x="363" y="2158"/>
                  <a:pt x="366" y="2159"/>
                  <a:pt x="369" y="2160"/>
                </a:cubicBezTo>
                <a:cubicBezTo>
                  <a:pt x="382" y="2154"/>
                  <a:pt x="375" y="2154"/>
                  <a:pt x="372" y="2149"/>
                </a:cubicBezTo>
                <a:cubicBezTo>
                  <a:pt x="323" y="2123"/>
                  <a:pt x="317" y="2125"/>
                  <a:pt x="313" y="2121"/>
                </a:cubicBezTo>
                <a:cubicBezTo>
                  <a:pt x="300" y="2113"/>
                  <a:pt x="295" y="2114"/>
                  <a:pt x="295" y="2111"/>
                </a:cubicBezTo>
                <a:cubicBezTo>
                  <a:pt x="234" y="2076"/>
                  <a:pt x="233" y="2074"/>
                  <a:pt x="231" y="2074"/>
                </a:cubicBezTo>
                <a:cubicBezTo>
                  <a:pt x="259" y="2083"/>
                  <a:pt x="261" y="2087"/>
                  <a:pt x="265" y="2089"/>
                </a:cubicBezTo>
                <a:cubicBezTo>
                  <a:pt x="310" y="2106"/>
                  <a:pt x="319" y="2108"/>
                  <a:pt x="325" y="2113"/>
                </a:cubicBezTo>
                <a:cubicBezTo>
                  <a:pt x="367" y="2126"/>
                  <a:pt x="366" y="2132"/>
                  <a:pt x="370" y="2132"/>
                </a:cubicBezTo>
                <a:cubicBezTo>
                  <a:pt x="395" y="2147"/>
                  <a:pt x="398" y="2148"/>
                  <a:pt x="400" y="2149"/>
                </a:cubicBezTo>
                <a:cubicBezTo>
                  <a:pt x="412" y="2155"/>
                  <a:pt x="413" y="2157"/>
                  <a:pt x="414" y="2157"/>
                </a:cubicBezTo>
                <a:cubicBezTo>
                  <a:pt x="439" y="2160"/>
                  <a:pt x="439" y="2160"/>
                  <a:pt x="439" y="2160"/>
                </a:cubicBezTo>
                <a:cubicBezTo>
                  <a:pt x="427" y="2149"/>
                  <a:pt x="421" y="2151"/>
                  <a:pt x="418" y="2148"/>
                </a:cubicBezTo>
                <a:cubicBezTo>
                  <a:pt x="389" y="2135"/>
                  <a:pt x="387" y="2131"/>
                  <a:pt x="383" y="2129"/>
                </a:cubicBezTo>
                <a:cubicBezTo>
                  <a:pt x="334" y="2106"/>
                  <a:pt x="329" y="2103"/>
                  <a:pt x="322" y="2100"/>
                </a:cubicBezTo>
                <a:cubicBezTo>
                  <a:pt x="300" y="2091"/>
                  <a:pt x="295" y="2088"/>
                  <a:pt x="289" y="2087"/>
                </a:cubicBezTo>
                <a:cubicBezTo>
                  <a:pt x="263" y="2072"/>
                  <a:pt x="256" y="2075"/>
                  <a:pt x="255" y="2072"/>
                </a:cubicBezTo>
                <a:cubicBezTo>
                  <a:pt x="202" y="2047"/>
                  <a:pt x="196" y="2045"/>
                  <a:pt x="191" y="2042"/>
                </a:cubicBezTo>
                <a:cubicBezTo>
                  <a:pt x="182" y="2043"/>
                  <a:pt x="176" y="2036"/>
                  <a:pt x="174" y="2036"/>
                </a:cubicBezTo>
                <a:cubicBezTo>
                  <a:pt x="148" y="2010"/>
                  <a:pt x="140" y="2013"/>
                  <a:pt x="141" y="2006"/>
                </a:cubicBezTo>
                <a:cubicBezTo>
                  <a:pt x="184" y="2026"/>
                  <a:pt x="184" y="2030"/>
                  <a:pt x="188" y="2029"/>
                </a:cubicBezTo>
                <a:cubicBezTo>
                  <a:pt x="278" y="2065"/>
                  <a:pt x="282" y="2074"/>
                  <a:pt x="296" y="2072"/>
                </a:cubicBezTo>
                <a:cubicBezTo>
                  <a:pt x="324" y="2086"/>
                  <a:pt x="331" y="2089"/>
                  <a:pt x="337" y="2093"/>
                </a:cubicBezTo>
                <a:cubicBezTo>
                  <a:pt x="364" y="2108"/>
                  <a:pt x="372" y="2110"/>
                  <a:pt x="376" y="2116"/>
                </a:cubicBezTo>
                <a:cubicBezTo>
                  <a:pt x="390" y="2124"/>
                  <a:pt x="394" y="2125"/>
                  <a:pt x="396" y="2128"/>
                </a:cubicBezTo>
                <a:cubicBezTo>
                  <a:pt x="426" y="2151"/>
                  <a:pt x="435" y="2147"/>
                  <a:pt x="433" y="2154"/>
                </a:cubicBezTo>
                <a:cubicBezTo>
                  <a:pt x="456" y="2157"/>
                  <a:pt x="452" y="2154"/>
                  <a:pt x="450" y="2148"/>
                </a:cubicBezTo>
                <a:close/>
                <a:moveTo>
                  <a:pt x="2266" y="551"/>
                </a:moveTo>
                <a:cubicBezTo>
                  <a:pt x="2269" y="545"/>
                  <a:pt x="2268" y="535"/>
                  <a:pt x="2272" y="530"/>
                </a:cubicBezTo>
                <a:cubicBezTo>
                  <a:pt x="2292" y="481"/>
                  <a:pt x="2296" y="476"/>
                  <a:pt x="2298" y="469"/>
                </a:cubicBezTo>
                <a:cubicBezTo>
                  <a:pt x="2337" y="415"/>
                  <a:pt x="2342" y="412"/>
                  <a:pt x="2344" y="410"/>
                </a:cubicBezTo>
                <a:cubicBezTo>
                  <a:pt x="2360" y="398"/>
                  <a:pt x="2356" y="389"/>
                  <a:pt x="2362" y="390"/>
                </a:cubicBezTo>
                <a:cubicBezTo>
                  <a:pt x="2397" y="365"/>
                  <a:pt x="2395" y="358"/>
                  <a:pt x="2399" y="357"/>
                </a:cubicBezTo>
                <a:cubicBezTo>
                  <a:pt x="2444" y="321"/>
                  <a:pt x="2452" y="319"/>
                  <a:pt x="2453" y="312"/>
                </a:cubicBezTo>
                <a:cubicBezTo>
                  <a:pt x="2491" y="287"/>
                  <a:pt x="2487" y="278"/>
                  <a:pt x="2493" y="279"/>
                </a:cubicBezTo>
                <a:cubicBezTo>
                  <a:pt x="2535" y="238"/>
                  <a:pt x="2531" y="229"/>
                  <a:pt x="2538" y="231"/>
                </a:cubicBezTo>
                <a:cubicBezTo>
                  <a:pt x="2554" y="211"/>
                  <a:pt x="2557" y="211"/>
                  <a:pt x="2556" y="207"/>
                </a:cubicBezTo>
                <a:cubicBezTo>
                  <a:pt x="2576" y="181"/>
                  <a:pt x="2580" y="179"/>
                  <a:pt x="2582" y="176"/>
                </a:cubicBezTo>
                <a:cubicBezTo>
                  <a:pt x="2597" y="153"/>
                  <a:pt x="2601" y="151"/>
                  <a:pt x="2604" y="148"/>
                </a:cubicBezTo>
                <a:cubicBezTo>
                  <a:pt x="2613" y="141"/>
                  <a:pt x="2605" y="150"/>
                  <a:pt x="2599" y="161"/>
                </a:cubicBezTo>
                <a:cubicBezTo>
                  <a:pt x="2562" y="212"/>
                  <a:pt x="2559" y="220"/>
                  <a:pt x="2556" y="226"/>
                </a:cubicBezTo>
                <a:cubicBezTo>
                  <a:pt x="2536" y="255"/>
                  <a:pt x="2527" y="251"/>
                  <a:pt x="2527" y="257"/>
                </a:cubicBezTo>
                <a:cubicBezTo>
                  <a:pt x="2486" y="293"/>
                  <a:pt x="2486" y="298"/>
                  <a:pt x="2482" y="298"/>
                </a:cubicBezTo>
                <a:cubicBezTo>
                  <a:pt x="2460" y="317"/>
                  <a:pt x="2458" y="324"/>
                  <a:pt x="2453" y="329"/>
                </a:cubicBezTo>
                <a:cubicBezTo>
                  <a:pt x="2429" y="353"/>
                  <a:pt x="2425" y="354"/>
                  <a:pt x="2423" y="357"/>
                </a:cubicBezTo>
                <a:cubicBezTo>
                  <a:pt x="2404" y="374"/>
                  <a:pt x="2402" y="376"/>
                  <a:pt x="2401" y="379"/>
                </a:cubicBezTo>
                <a:cubicBezTo>
                  <a:pt x="2380" y="394"/>
                  <a:pt x="2384" y="403"/>
                  <a:pt x="2377" y="401"/>
                </a:cubicBezTo>
                <a:cubicBezTo>
                  <a:pt x="2353" y="449"/>
                  <a:pt x="2342" y="451"/>
                  <a:pt x="2342" y="464"/>
                </a:cubicBezTo>
                <a:cubicBezTo>
                  <a:pt x="2318" y="525"/>
                  <a:pt x="2314" y="528"/>
                  <a:pt x="2314" y="534"/>
                </a:cubicBezTo>
                <a:cubicBezTo>
                  <a:pt x="2328" y="514"/>
                  <a:pt x="2327" y="509"/>
                  <a:pt x="2327" y="506"/>
                </a:cubicBezTo>
                <a:cubicBezTo>
                  <a:pt x="2335" y="485"/>
                  <a:pt x="2339" y="486"/>
                  <a:pt x="2338" y="479"/>
                </a:cubicBezTo>
                <a:cubicBezTo>
                  <a:pt x="2369" y="429"/>
                  <a:pt x="2374" y="423"/>
                  <a:pt x="2377" y="414"/>
                </a:cubicBezTo>
                <a:cubicBezTo>
                  <a:pt x="2409" y="376"/>
                  <a:pt x="2418" y="380"/>
                  <a:pt x="2416" y="373"/>
                </a:cubicBezTo>
                <a:cubicBezTo>
                  <a:pt x="2448" y="348"/>
                  <a:pt x="2448" y="339"/>
                  <a:pt x="2458" y="338"/>
                </a:cubicBezTo>
                <a:cubicBezTo>
                  <a:pt x="2497" y="296"/>
                  <a:pt x="2509" y="287"/>
                  <a:pt x="2521" y="279"/>
                </a:cubicBezTo>
                <a:cubicBezTo>
                  <a:pt x="2551" y="237"/>
                  <a:pt x="2561" y="242"/>
                  <a:pt x="2558" y="235"/>
                </a:cubicBezTo>
                <a:cubicBezTo>
                  <a:pt x="2575" y="216"/>
                  <a:pt x="2578" y="210"/>
                  <a:pt x="2582" y="205"/>
                </a:cubicBezTo>
                <a:cubicBezTo>
                  <a:pt x="2604" y="168"/>
                  <a:pt x="2610" y="169"/>
                  <a:pt x="2608" y="163"/>
                </a:cubicBezTo>
                <a:cubicBezTo>
                  <a:pt x="2614" y="170"/>
                  <a:pt x="2610" y="176"/>
                  <a:pt x="2606" y="183"/>
                </a:cubicBezTo>
                <a:cubicBezTo>
                  <a:pt x="2589" y="216"/>
                  <a:pt x="2577" y="226"/>
                  <a:pt x="2571" y="242"/>
                </a:cubicBezTo>
                <a:cubicBezTo>
                  <a:pt x="2558" y="254"/>
                  <a:pt x="2554" y="258"/>
                  <a:pt x="2551" y="261"/>
                </a:cubicBezTo>
                <a:cubicBezTo>
                  <a:pt x="2527" y="282"/>
                  <a:pt x="2526" y="288"/>
                  <a:pt x="2521" y="290"/>
                </a:cubicBezTo>
                <a:cubicBezTo>
                  <a:pt x="2498" y="313"/>
                  <a:pt x="2496" y="317"/>
                  <a:pt x="2490" y="318"/>
                </a:cubicBezTo>
                <a:cubicBezTo>
                  <a:pt x="2480" y="334"/>
                  <a:pt x="2473" y="334"/>
                  <a:pt x="2473" y="340"/>
                </a:cubicBezTo>
                <a:cubicBezTo>
                  <a:pt x="2450" y="368"/>
                  <a:pt x="2446" y="368"/>
                  <a:pt x="2445" y="370"/>
                </a:cubicBezTo>
                <a:cubicBezTo>
                  <a:pt x="2412" y="406"/>
                  <a:pt x="2415" y="415"/>
                  <a:pt x="2407" y="414"/>
                </a:cubicBezTo>
                <a:cubicBezTo>
                  <a:pt x="2383" y="455"/>
                  <a:pt x="2378" y="456"/>
                  <a:pt x="2377" y="462"/>
                </a:cubicBezTo>
                <a:cubicBezTo>
                  <a:pt x="2357" y="489"/>
                  <a:pt x="2361" y="500"/>
                  <a:pt x="2355" y="501"/>
                </a:cubicBezTo>
                <a:cubicBezTo>
                  <a:pt x="2332" y="563"/>
                  <a:pt x="2332" y="570"/>
                  <a:pt x="2331" y="575"/>
                </a:cubicBezTo>
                <a:cubicBezTo>
                  <a:pt x="2321" y="604"/>
                  <a:pt x="2323" y="609"/>
                  <a:pt x="2322" y="612"/>
                </a:cubicBezTo>
                <a:cubicBezTo>
                  <a:pt x="2334" y="577"/>
                  <a:pt x="2338" y="572"/>
                  <a:pt x="2338" y="564"/>
                </a:cubicBezTo>
                <a:cubicBezTo>
                  <a:pt x="2354" y="530"/>
                  <a:pt x="2352" y="524"/>
                  <a:pt x="2355" y="523"/>
                </a:cubicBezTo>
                <a:cubicBezTo>
                  <a:pt x="2378" y="476"/>
                  <a:pt x="2380" y="470"/>
                  <a:pt x="2383" y="464"/>
                </a:cubicBezTo>
                <a:cubicBezTo>
                  <a:pt x="2422" y="413"/>
                  <a:pt x="2426" y="409"/>
                  <a:pt x="2429" y="403"/>
                </a:cubicBezTo>
                <a:cubicBezTo>
                  <a:pt x="2448" y="389"/>
                  <a:pt x="2441" y="378"/>
                  <a:pt x="2449" y="381"/>
                </a:cubicBezTo>
                <a:cubicBezTo>
                  <a:pt x="2462" y="363"/>
                  <a:pt x="2465" y="361"/>
                  <a:pt x="2469" y="359"/>
                </a:cubicBezTo>
                <a:cubicBezTo>
                  <a:pt x="2549" y="273"/>
                  <a:pt x="2556" y="275"/>
                  <a:pt x="2556" y="270"/>
                </a:cubicBezTo>
                <a:cubicBezTo>
                  <a:pt x="2569" y="255"/>
                  <a:pt x="2571" y="254"/>
                  <a:pt x="2571" y="253"/>
                </a:cubicBezTo>
                <a:cubicBezTo>
                  <a:pt x="2530" y="317"/>
                  <a:pt x="2515" y="330"/>
                  <a:pt x="2503" y="346"/>
                </a:cubicBezTo>
                <a:cubicBezTo>
                  <a:pt x="2485" y="363"/>
                  <a:pt x="2484" y="364"/>
                  <a:pt x="2484" y="368"/>
                </a:cubicBezTo>
                <a:cubicBezTo>
                  <a:pt x="2458" y="390"/>
                  <a:pt x="2461" y="400"/>
                  <a:pt x="2453" y="399"/>
                </a:cubicBezTo>
                <a:cubicBezTo>
                  <a:pt x="2432" y="425"/>
                  <a:pt x="2435" y="431"/>
                  <a:pt x="2431" y="431"/>
                </a:cubicBezTo>
                <a:cubicBezTo>
                  <a:pt x="2417" y="455"/>
                  <a:pt x="2411" y="456"/>
                  <a:pt x="2412" y="464"/>
                </a:cubicBezTo>
                <a:cubicBezTo>
                  <a:pt x="2381" y="530"/>
                  <a:pt x="2373" y="536"/>
                  <a:pt x="2373" y="549"/>
                </a:cubicBezTo>
                <a:cubicBezTo>
                  <a:pt x="2360" y="592"/>
                  <a:pt x="2358" y="604"/>
                  <a:pt x="2355" y="615"/>
                </a:cubicBezTo>
                <a:cubicBezTo>
                  <a:pt x="2348" y="676"/>
                  <a:pt x="2346" y="689"/>
                  <a:pt x="2351" y="691"/>
                </a:cubicBezTo>
                <a:cubicBezTo>
                  <a:pt x="2364" y="602"/>
                  <a:pt x="2364" y="599"/>
                  <a:pt x="2366" y="597"/>
                </a:cubicBezTo>
                <a:cubicBezTo>
                  <a:pt x="2387" y="536"/>
                  <a:pt x="2389" y="528"/>
                  <a:pt x="2392" y="521"/>
                </a:cubicBezTo>
                <a:cubicBezTo>
                  <a:pt x="2410" y="485"/>
                  <a:pt x="2417" y="471"/>
                  <a:pt x="2425" y="458"/>
                </a:cubicBezTo>
                <a:cubicBezTo>
                  <a:pt x="2448" y="429"/>
                  <a:pt x="2448" y="423"/>
                  <a:pt x="2451" y="421"/>
                </a:cubicBezTo>
                <a:cubicBezTo>
                  <a:pt x="2474" y="389"/>
                  <a:pt x="2480" y="390"/>
                  <a:pt x="2479" y="383"/>
                </a:cubicBezTo>
                <a:cubicBezTo>
                  <a:pt x="2514" y="350"/>
                  <a:pt x="2514" y="345"/>
                  <a:pt x="2519" y="344"/>
                </a:cubicBezTo>
                <a:cubicBezTo>
                  <a:pt x="2535" y="322"/>
                  <a:pt x="2539" y="320"/>
                  <a:pt x="2540" y="316"/>
                </a:cubicBezTo>
                <a:cubicBezTo>
                  <a:pt x="2571" y="278"/>
                  <a:pt x="2572" y="274"/>
                  <a:pt x="2575" y="272"/>
                </a:cubicBezTo>
                <a:cubicBezTo>
                  <a:pt x="2589" y="250"/>
                  <a:pt x="2591" y="250"/>
                  <a:pt x="2591" y="246"/>
                </a:cubicBezTo>
                <a:cubicBezTo>
                  <a:pt x="2570" y="303"/>
                  <a:pt x="2565" y="309"/>
                  <a:pt x="2562" y="318"/>
                </a:cubicBezTo>
                <a:cubicBezTo>
                  <a:pt x="2529" y="360"/>
                  <a:pt x="2529" y="366"/>
                  <a:pt x="2525" y="368"/>
                </a:cubicBezTo>
                <a:cubicBezTo>
                  <a:pt x="2500" y="401"/>
                  <a:pt x="2497" y="404"/>
                  <a:pt x="2495" y="407"/>
                </a:cubicBezTo>
                <a:cubicBezTo>
                  <a:pt x="2477" y="421"/>
                  <a:pt x="2475" y="431"/>
                  <a:pt x="2469" y="436"/>
                </a:cubicBezTo>
                <a:cubicBezTo>
                  <a:pt x="2453" y="458"/>
                  <a:pt x="2449" y="457"/>
                  <a:pt x="2449" y="460"/>
                </a:cubicBezTo>
                <a:cubicBezTo>
                  <a:pt x="2433" y="483"/>
                  <a:pt x="2428" y="490"/>
                  <a:pt x="2423" y="497"/>
                </a:cubicBezTo>
                <a:cubicBezTo>
                  <a:pt x="2389" y="557"/>
                  <a:pt x="2380" y="572"/>
                  <a:pt x="2375" y="591"/>
                </a:cubicBezTo>
                <a:cubicBezTo>
                  <a:pt x="2388" y="566"/>
                  <a:pt x="2393" y="561"/>
                  <a:pt x="2394" y="554"/>
                </a:cubicBezTo>
                <a:cubicBezTo>
                  <a:pt x="2421" y="517"/>
                  <a:pt x="2420" y="511"/>
                  <a:pt x="2423" y="508"/>
                </a:cubicBezTo>
                <a:cubicBezTo>
                  <a:pt x="2443" y="487"/>
                  <a:pt x="2443" y="481"/>
                  <a:pt x="2447" y="479"/>
                </a:cubicBezTo>
                <a:cubicBezTo>
                  <a:pt x="2477" y="451"/>
                  <a:pt x="2473" y="441"/>
                  <a:pt x="2479" y="440"/>
                </a:cubicBezTo>
                <a:cubicBezTo>
                  <a:pt x="2491" y="429"/>
                  <a:pt x="2491" y="423"/>
                  <a:pt x="2495" y="421"/>
                </a:cubicBezTo>
                <a:cubicBezTo>
                  <a:pt x="2533" y="381"/>
                  <a:pt x="2531" y="373"/>
                  <a:pt x="2536" y="373"/>
                </a:cubicBezTo>
                <a:cubicBezTo>
                  <a:pt x="2542" y="375"/>
                  <a:pt x="2533" y="382"/>
                  <a:pt x="2527" y="392"/>
                </a:cubicBezTo>
                <a:cubicBezTo>
                  <a:pt x="2507" y="428"/>
                  <a:pt x="2501" y="430"/>
                  <a:pt x="2499" y="436"/>
                </a:cubicBezTo>
                <a:cubicBezTo>
                  <a:pt x="2483" y="460"/>
                  <a:pt x="2475" y="467"/>
                  <a:pt x="2471" y="479"/>
                </a:cubicBezTo>
                <a:cubicBezTo>
                  <a:pt x="2444" y="506"/>
                  <a:pt x="2443" y="518"/>
                  <a:pt x="2434" y="523"/>
                </a:cubicBezTo>
                <a:cubicBezTo>
                  <a:pt x="2415" y="560"/>
                  <a:pt x="2409" y="568"/>
                  <a:pt x="2403" y="575"/>
                </a:cubicBezTo>
                <a:cubicBezTo>
                  <a:pt x="2382" y="632"/>
                  <a:pt x="2382" y="637"/>
                  <a:pt x="2379" y="639"/>
                </a:cubicBezTo>
                <a:cubicBezTo>
                  <a:pt x="2369" y="679"/>
                  <a:pt x="2367" y="696"/>
                  <a:pt x="2364" y="713"/>
                </a:cubicBezTo>
                <a:cubicBezTo>
                  <a:pt x="2357" y="755"/>
                  <a:pt x="2353" y="757"/>
                  <a:pt x="2359" y="758"/>
                </a:cubicBezTo>
                <a:cubicBezTo>
                  <a:pt x="2365" y="714"/>
                  <a:pt x="2371" y="701"/>
                  <a:pt x="2373" y="689"/>
                </a:cubicBezTo>
                <a:cubicBezTo>
                  <a:pt x="2390" y="631"/>
                  <a:pt x="2392" y="626"/>
                  <a:pt x="2392" y="619"/>
                </a:cubicBezTo>
                <a:cubicBezTo>
                  <a:pt x="2419" y="571"/>
                  <a:pt x="2418" y="562"/>
                  <a:pt x="2423" y="560"/>
                </a:cubicBezTo>
                <a:cubicBezTo>
                  <a:pt x="2441" y="526"/>
                  <a:pt x="2448" y="525"/>
                  <a:pt x="2449" y="519"/>
                </a:cubicBezTo>
                <a:cubicBezTo>
                  <a:pt x="2482" y="479"/>
                  <a:pt x="2481" y="473"/>
                  <a:pt x="2486" y="473"/>
                </a:cubicBezTo>
                <a:cubicBezTo>
                  <a:pt x="2505" y="451"/>
                  <a:pt x="2502" y="443"/>
                  <a:pt x="2508" y="442"/>
                </a:cubicBezTo>
                <a:cubicBezTo>
                  <a:pt x="2537" y="393"/>
                  <a:pt x="2543" y="388"/>
                  <a:pt x="2547" y="381"/>
                </a:cubicBezTo>
                <a:cubicBezTo>
                  <a:pt x="2577" y="332"/>
                  <a:pt x="2578" y="321"/>
                  <a:pt x="2584" y="316"/>
                </a:cubicBezTo>
                <a:cubicBezTo>
                  <a:pt x="2567" y="360"/>
                  <a:pt x="2563" y="362"/>
                  <a:pt x="2560" y="366"/>
                </a:cubicBezTo>
                <a:cubicBezTo>
                  <a:pt x="2529" y="421"/>
                  <a:pt x="2528" y="432"/>
                  <a:pt x="2521" y="438"/>
                </a:cubicBezTo>
                <a:cubicBezTo>
                  <a:pt x="2490" y="494"/>
                  <a:pt x="2482" y="498"/>
                  <a:pt x="2479" y="508"/>
                </a:cubicBezTo>
                <a:cubicBezTo>
                  <a:pt x="2453" y="542"/>
                  <a:pt x="2452" y="548"/>
                  <a:pt x="2449" y="551"/>
                </a:cubicBezTo>
                <a:cubicBezTo>
                  <a:pt x="2437" y="564"/>
                  <a:pt x="2436" y="569"/>
                  <a:pt x="2434" y="573"/>
                </a:cubicBezTo>
                <a:cubicBezTo>
                  <a:pt x="2414" y="615"/>
                  <a:pt x="2404" y="630"/>
                  <a:pt x="2401" y="652"/>
                </a:cubicBezTo>
                <a:cubicBezTo>
                  <a:pt x="2390" y="690"/>
                  <a:pt x="2387" y="700"/>
                  <a:pt x="2386" y="711"/>
                </a:cubicBezTo>
                <a:cubicBezTo>
                  <a:pt x="2389" y="745"/>
                  <a:pt x="2385" y="735"/>
                  <a:pt x="2390" y="734"/>
                </a:cubicBezTo>
                <a:cubicBezTo>
                  <a:pt x="2395" y="685"/>
                  <a:pt x="2402" y="670"/>
                  <a:pt x="2405" y="649"/>
                </a:cubicBezTo>
                <a:cubicBezTo>
                  <a:pt x="2426" y="612"/>
                  <a:pt x="2423" y="603"/>
                  <a:pt x="2427" y="602"/>
                </a:cubicBezTo>
                <a:cubicBezTo>
                  <a:pt x="2441" y="569"/>
                  <a:pt x="2451" y="566"/>
                  <a:pt x="2453" y="556"/>
                </a:cubicBezTo>
                <a:cubicBezTo>
                  <a:pt x="2477" y="522"/>
                  <a:pt x="2481" y="520"/>
                  <a:pt x="2484" y="516"/>
                </a:cubicBezTo>
                <a:cubicBezTo>
                  <a:pt x="2504" y="490"/>
                  <a:pt x="2503" y="486"/>
                  <a:pt x="2506" y="486"/>
                </a:cubicBezTo>
                <a:cubicBezTo>
                  <a:pt x="2530" y="444"/>
                  <a:pt x="2531" y="434"/>
                  <a:pt x="2538" y="429"/>
                </a:cubicBezTo>
                <a:cubicBezTo>
                  <a:pt x="2564" y="389"/>
                  <a:pt x="2562" y="392"/>
                  <a:pt x="2560" y="397"/>
                </a:cubicBezTo>
                <a:cubicBezTo>
                  <a:pt x="2551" y="425"/>
                  <a:pt x="2547" y="432"/>
                  <a:pt x="2547" y="440"/>
                </a:cubicBezTo>
                <a:cubicBezTo>
                  <a:pt x="2518" y="479"/>
                  <a:pt x="2513" y="491"/>
                  <a:pt x="2503" y="499"/>
                </a:cubicBezTo>
                <a:cubicBezTo>
                  <a:pt x="2482" y="537"/>
                  <a:pt x="2477" y="540"/>
                  <a:pt x="2475" y="547"/>
                </a:cubicBezTo>
                <a:cubicBezTo>
                  <a:pt x="2463" y="564"/>
                  <a:pt x="2465" y="570"/>
                  <a:pt x="2462" y="571"/>
                </a:cubicBezTo>
                <a:cubicBezTo>
                  <a:pt x="2445" y="602"/>
                  <a:pt x="2443" y="608"/>
                  <a:pt x="2440" y="615"/>
                </a:cubicBezTo>
                <a:cubicBezTo>
                  <a:pt x="2423" y="658"/>
                  <a:pt x="2417" y="686"/>
                  <a:pt x="2414" y="717"/>
                </a:cubicBezTo>
                <a:cubicBezTo>
                  <a:pt x="2421" y="730"/>
                  <a:pt x="2417" y="715"/>
                  <a:pt x="2423" y="697"/>
                </a:cubicBezTo>
                <a:cubicBezTo>
                  <a:pt x="2456" y="595"/>
                  <a:pt x="2461" y="595"/>
                  <a:pt x="2462" y="591"/>
                </a:cubicBezTo>
                <a:cubicBezTo>
                  <a:pt x="2484" y="556"/>
                  <a:pt x="2482" y="547"/>
                  <a:pt x="2488" y="547"/>
                </a:cubicBezTo>
                <a:cubicBezTo>
                  <a:pt x="2520" y="494"/>
                  <a:pt x="2522" y="491"/>
                  <a:pt x="2523" y="488"/>
                </a:cubicBezTo>
                <a:cubicBezTo>
                  <a:pt x="2527" y="499"/>
                  <a:pt x="2518" y="509"/>
                  <a:pt x="2514" y="523"/>
                </a:cubicBezTo>
                <a:cubicBezTo>
                  <a:pt x="2485" y="577"/>
                  <a:pt x="2485" y="579"/>
                  <a:pt x="2484" y="582"/>
                </a:cubicBezTo>
                <a:cubicBezTo>
                  <a:pt x="2471" y="601"/>
                  <a:pt x="2471" y="608"/>
                  <a:pt x="2466" y="615"/>
                </a:cubicBezTo>
                <a:cubicBezTo>
                  <a:pt x="2455" y="667"/>
                  <a:pt x="2457" y="663"/>
                  <a:pt x="2458" y="658"/>
                </a:cubicBezTo>
                <a:cubicBezTo>
                  <a:pt x="2494" y="586"/>
                  <a:pt x="2491" y="575"/>
                  <a:pt x="2497" y="573"/>
                </a:cubicBezTo>
                <a:cubicBezTo>
                  <a:pt x="2528" y="520"/>
                  <a:pt x="2527" y="511"/>
                  <a:pt x="2532" y="508"/>
                </a:cubicBezTo>
                <a:cubicBezTo>
                  <a:pt x="2542" y="479"/>
                  <a:pt x="2547" y="472"/>
                  <a:pt x="2543" y="473"/>
                </a:cubicBezTo>
                <a:cubicBezTo>
                  <a:pt x="2533" y="519"/>
                  <a:pt x="2535" y="575"/>
                  <a:pt x="2523" y="617"/>
                </a:cubicBezTo>
                <a:cubicBezTo>
                  <a:pt x="2498" y="753"/>
                  <a:pt x="2496" y="760"/>
                  <a:pt x="2495" y="767"/>
                </a:cubicBezTo>
                <a:cubicBezTo>
                  <a:pt x="2503" y="765"/>
                  <a:pt x="2508" y="735"/>
                  <a:pt x="2516" y="708"/>
                </a:cubicBezTo>
                <a:cubicBezTo>
                  <a:pt x="2543" y="549"/>
                  <a:pt x="2543" y="541"/>
                  <a:pt x="2545" y="536"/>
                </a:cubicBezTo>
                <a:cubicBezTo>
                  <a:pt x="2550" y="513"/>
                  <a:pt x="2550" y="516"/>
                  <a:pt x="2551" y="508"/>
                </a:cubicBezTo>
                <a:cubicBezTo>
                  <a:pt x="2561" y="468"/>
                  <a:pt x="2557" y="457"/>
                  <a:pt x="2562" y="455"/>
                </a:cubicBezTo>
                <a:cubicBezTo>
                  <a:pt x="2564" y="481"/>
                  <a:pt x="2559" y="481"/>
                  <a:pt x="2560" y="486"/>
                </a:cubicBezTo>
                <a:cubicBezTo>
                  <a:pt x="2561" y="552"/>
                  <a:pt x="2560" y="561"/>
                  <a:pt x="2562" y="573"/>
                </a:cubicBezTo>
                <a:cubicBezTo>
                  <a:pt x="2538" y="696"/>
                  <a:pt x="2542" y="705"/>
                  <a:pt x="2540" y="708"/>
                </a:cubicBezTo>
                <a:cubicBezTo>
                  <a:pt x="2522" y="773"/>
                  <a:pt x="2522" y="782"/>
                  <a:pt x="2521" y="789"/>
                </a:cubicBezTo>
                <a:cubicBezTo>
                  <a:pt x="2525" y="796"/>
                  <a:pt x="2527" y="777"/>
                  <a:pt x="2534" y="763"/>
                </a:cubicBezTo>
                <a:cubicBezTo>
                  <a:pt x="2542" y="733"/>
                  <a:pt x="2538" y="724"/>
                  <a:pt x="2543" y="724"/>
                </a:cubicBezTo>
                <a:cubicBezTo>
                  <a:pt x="2557" y="641"/>
                  <a:pt x="2562" y="626"/>
                  <a:pt x="2567" y="610"/>
                </a:cubicBezTo>
                <a:cubicBezTo>
                  <a:pt x="2571" y="542"/>
                  <a:pt x="2568" y="518"/>
                  <a:pt x="2569" y="475"/>
                </a:cubicBezTo>
                <a:cubicBezTo>
                  <a:pt x="2570" y="422"/>
                  <a:pt x="2575" y="422"/>
                  <a:pt x="2573" y="416"/>
                </a:cubicBezTo>
                <a:cubicBezTo>
                  <a:pt x="2576" y="395"/>
                  <a:pt x="2573" y="394"/>
                  <a:pt x="2573" y="394"/>
                </a:cubicBezTo>
                <a:cubicBezTo>
                  <a:pt x="2582" y="376"/>
                  <a:pt x="2585" y="391"/>
                  <a:pt x="2584" y="407"/>
                </a:cubicBezTo>
                <a:cubicBezTo>
                  <a:pt x="2586" y="485"/>
                  <a:pt x="2588" y="495"/>
                  <a:pt x="2584" y="499"/>
                </a:cubicBezTo>
                <a:cubicBezTo>
                  <a:pt x="2587" y="537"/>
                  <a:pt x="2584" y="556"/>
                  <a:pt x="2588" y="569"/>
                </a:cubicBezTo>
                <a:cubicBezTo>
                  <a:pt x="2586" y="639"/>
                  <a:pt x="2581" y="653"/>
                  <a:pt x="2582" y="673"/>
                </a:cubicBezTo>
                <a:cubicBezTo>
                  <a:pt x="2579" y="709"/>
                  <a:pt x="2585" y="697"/>
                  <a:pt x="2584" y="678"/>
                </a:cubicBezTo>
                <a:cubicBezTo>
                  <a:pt x="2591" y="654"/>
                  <a:pt x="2587" y="646"/>
                  <a:pt x="2588" y="643"/>
                </a:cubicBezTo>
                <a:cubicBezTo>
                  <a:pt x="2594" y="565"/>
                  <a:pt x="2596" y="549"/>
                  <a:pt x="2595" y="532"/>
                </a:cubicBezTo>
                <a:cubicBezTo>
                  <a:pt x="2595" y="477"/>
                  <a:pt x="2594" y="475"/>
                  <a:pt x="2593" y="473"/>
                </a:cubicBezTo>
                <a:cubicBezTo>
                  <a:pt x="2593" y="439"/>
                  <a:pt x="2589" y="438"/>
                  <a:pt x="2591" y="431"/>
                </a:cubicBezTo>
                <a:cubicBezTo>
                  <a:pt x="2591" y="411"/>
                  <a:pt x="2590" y="406"/>
                  <a:pt x="2593" y="405"/>
                </a:cubicBezTo>
                <a:cubicBezTo>
                  <a:pt x="2596" y="421"/>
                  <a:pt x="2599" y="424"/>
                  <a:pt x="2599" y="431"/>
                </a:cubicBezTo>
                <a:cubicBezTo>
                  <a:pt x="2607" y="578"/>
                  <a:pt x="2612" y="578"/>
                  <a:pt x="2610" y="584"/>
                </a:cubicBezTo>
                <a:cubicBezTo>
                  <a:pt x="2608" y="676"/>
                  <a:pt x="2609" y="683"/>
                  <a:pt x="2608" y="700"/>
                </a:cubicBezTo>
                <a:cubicBezTo>
                  <a:pt x="2604" y="727"/>
                  <a:pt x="2608" y="721"/>
                  <a:pt x="2610" y="713"/>
                </a:cubicBezTo>
                <a:cubicBezTo>
                  <a:pt x="2617" y="628"/>
                  <a:pt x="2617" y="628"/>
                  <a:pt x="2617" y="628"/>
                </a:cubicBezTo>
                <a:cubicBezTo>
                  <a:pt x="2616" y="568"/>
                  <a:pt x="2617" y="567"/>
                  <a:pt x="2615" y="556"/>
                </a:cubicBezTo>
                <a:cubicBezTo>
                  <a:pt x="2604" y="402"/>
                  <a:pt x="2602" y="388"/>
                  <a:pt x="2602" y="368"/>
                </a:cubicBezTo>
                <a:cubicBezTo>
                  <a:pt x="2601" y="317"/>
                  <a:pt x="2597" y="313"/>
                  <a:pt x="2604" y="312"/>
                </a:cubicBezTo>
                <a:cubicBezTo>
                  <a:pt x="2615" y="406"/>
                  <a:pt x="2620" y="408"/>
                  <a:pt x="2619" y="416"/>
                </a:cubicBezTo>
                <a:cubicBezTo>
                  <a:pt x="2630" y="567"/>
                  <a:pt x="2630" y="585"/>
                  <a:pt x="2630" y="602"/>
                </a:cubicBezTo>
                <a:cubicBezTo>
                  <a:pt x="2627" y="621"/>
                  <a:pt x="2630" y="621"/>
                  <a:pt x="2630" y="621"/>
                </a:cubicBezTo>
                <a:cubicBezTo>
                  <a:pt x="2628" y="655"/>
                  <a:pt x="2633" y="654"/>
                  <a:pt x="2632" y="647"/>
                </a:cubicBezTo>
                <a:cubicBezTo>
                  <a:pt x="2632" y="609"/>
                  <a:pt x="2641" y="603"/>
                  <a:pt x="2634" y="599"/>
                </a:cubicBezTo>
                <a:cubicBezTo>
                  <a:pt x="2622" y="398"/>
                  <a:pt x="2625" y="390"/>
                  <a:pt x="2623" y="386"/>
                </a:cubicBezTo>
                <a:cubicBezTo>
                  <a:pt x="2612" y="298"/>
                  <a:pt x="2612" y="298"/>
                  <a:pt x="2612" y="298"/>
                </a:cubicBezTo>
                <a:cubicBezTo>
                  <a:pt x="2615" y="234"/>
                  <a:pt x="2616" y="229"/>
                  <a:pt x="2619" y="226"/>
                </a:cubicBezTo>
                <a:cubicBezTo>
                  <a:pt x="2627" y="274"/>
                  <a:pt x="2626" y="281"/>
                  <a:pt x="2630" y="283"/>
                </a:cubicBezTo>
                <a:cubicBezTo>
                  <a:pt x="2637" y="331"/>
                  <a:pt x="2644" y="346"/>
                  <a:pt x="2647" y="366"/>
                </a:cubicBezTo>
                <a:cubicBezTo>
                  <a:pt x="2666" y="436"/>
                  <a:pt x="2662" y="446"/>
                  <a:pt x="2667" y="447"/>
                </a:cubicBezTo>
                <a:cubicBezTo>
                  <a:pt x="2676" y="591"/>
                  <a:pt x="2676" y="591"/>
                  <a:pt x="2676" y="591"/>
                </a:cubicBezTo>
                <a:cubicBezTo>
                  <a:pt x="2677" y="618"/>
                  <a:pt x="2679" y="615"/>
                  <a:pt x="2680" y="610"/>
                </a:cubicBezTo>
                <a:cubicBezTo>
                  <a:pt x="2680" y="558"/>
                  <a:pt x="2679" y="554"/>
                  <a:pt x="2680" y="549"/>
                </a:cubicBezTo>
                <a:cubicBezTo>
                  <a:pt x="2674" y="470"/>
                  <a:pt x="2677" y="456"/>
                  <a:pt x="2673" y="449"/>
                </a:cubicBezTo>
                <a:cubicBezTo>
                  <a:pt x="2664" y="405"/>
                  <a:pt x="2665" y="398"/>
                  <a:pt x="2665" y="392"/>
                </a:cubicBezTo>
                <a:cubicBezTo>
                  <a:pt x="2654" y="345"/>
                  <a:pt x="2647" y="330"/>
                  <a:pt x="2645" y="309"/>
                </a:cubicBezTo>
                <a:cubicBezTo>
                  <a:pt x="2628" y="224"/>
                  <a:pt x="2628" y="224"/>
                  <a:pt x="2628" y="224"/>
                </a:cubicBezTo>
                <a:cubicBezTo>
                  <a:pt x="2657" y="335"/>
                  <a:pt x="2667" y="357"/>
                  <a:pt x="2673" y="383"/>
                </a:cubicBezTo>
                <a:cubicBezTo>
                  <a:pt x="2697" y="482"/>
                  <a:pt x="2689" y="497"/>
                  <a:pt x="2695" y="497"/>
                </a:cubicBezTo>
                <a:cubicBezTo>
                  <a:pt x="2693" y="420"/>
                  <a:pt x="2686" y="404"/>
                  <a:pt x="2684" y="383"/>
                </a:cubicBezTo>
                <a:cubicBezTo>
                  <a:pt x="2676" y="354"/>
                  <a:pt x="2672" y="345"/>
                  <a:pt x="2669" y="335"/>
                </a:cubicBezTo>
                <a:cubicBezTo>
                  <a:pt x="2662" y="314"/>
                  <a:pt x="2662" y="308"/>
                  <a:pt x="2665" y="307"/>
                </a:cubicBezTo>
                <a:cubicBezTo>
                  <a:pt x="2684" y="359"/>
                  <a:pt x="2686" y="361"/>
                  <a:pt x="2689" y="362"/>
                </a:cubicBezTo>
                <a:cubicBezTo>
                  <a:pt x="2699" y="392"/>
                  <a:pt x="2702" y="397"/>
                  <a:pt x="2704" y="403"/>
                </a:cubicBezTo>
                <a:cubicBezTo>
                  <a:pt x="2731" y="478"/>
                  <a:pt x="2734" y="489"/>
                  <a:pt x="2737" y="499"/>
                </a:cubicBezTo>
                <a:cubicBezTo>
                  <a:pt x="2745" y="509"/>
                  <a:pt x="2740" y="492"/>
                  <a:pt x="2737" y="473"/>
                </a:cubicBezTo>
                <a:cubicBezTo>
                  <a:pt x="2718" y="414"/>
                  <a:pt x="2713" y="407"/>
                  <a:pt x="2711" y="399"/>
                </a:cubicBezTo>
                <a:cubicBezTo>
                  <a:pt x="2696" y="368"/>
                  <a:pt x="2695" y="357"/>
                  <a:pt x="2691" y="351"/>
                </a:cubicBezTo>
                <a:cubicBezTo>
                  <a:pt x="2673" y="309"/>
                  <a:pt x="2674" y="301"/>
                  <a:pt x="2669" y="298"/>
                </a:cubicBezTo>
                <a:cubicBezTo>
                  <a:pt x="2662" y="267"/>
                  <a:pt x="2657" y="256"/>
                  <a:pt x="2654" y="244"/>
                </a:cubicBezTo>
                <a:cubicBezTo>
                  <a:pt x="2645" y="223"/>
                  <a:pt x="2648" y="212"/>
                  <a:pt x="2643" y="209"/>
                </a:cubicBezTo>
                <a:cubicBezTo>
                  <a:pt x="2640" y="167"/>
                  <a:pt x="2636" y="159"/>
                  <a:pt x="2641" y="159"/>
                </a:cubicBezTo>
                <a:cubicBezTo>
                  <a:pt x="2645" y="170"/>
                  <a:pt x="2649" y="172"/>
                  <a:pt x="2647" y="181"/>
                </a:cubicBezTo>
                <a:cubicBezTo>
                  <a:pt x="2655" y="202"/>
                  <a:pt x="2657" y="207"/>
                  <a:pt x="2658" y="213"/>
                </a:cubicBezTo>
                <a:cubicBezTo>
                  <a:pt x="2682" y="266"/>
                  <a:pt x="2681" y="275"/>
                  <a:pt x="2687" y="277"/>
                </a:cubicBezTo>
                <a:cubicBezTo>
                  <a:pt x="2714" y="328"/>
                  <a:pt x="2710" y="330"/>
                  <a:pt x="2715" y="335"/>
                </a:cubicBezTo>
                <a:cubicBezTo>
                  <a:pt x="2739" y="387"/>
                  <a:pt x="2739" y="394"/>
                  <a:pt x="2741" y="401"/>
                </a:cubicBezTo>
                <a:cubicBezTo>
                  <a:pt x="2753" y="416"/>
                  <a:pt x="2746" y="406"/>
                  <a:pt x="2743" y="390"/>
                </a:cubicBezTo>
                <a:cubicBezTo>
                  <a:pt x="2722" y="338"/>
                  <a:pt x="2722" y="333"/>
                  <a:pt x="2719" y="331"/>
                </a:cubicBezTo>
                <a:cubicBezTo>
                  <a:pt x="2696" y="283"/>
                  <a:pt x="2692" y="277"/>
                  <a:pt x="2691" y="268"/>
                </a:cubicBezTo>
                <a:cubicBezTo>
                  <a:pt x="2656" y="183"/>
                  <a:pt x="2659" y="175"/>
                  <a:pt x="2656" y="174"/>
                </a:cubicBezTo>
                <a:cubicBezTo>
                  <a:pt x="2645" y="89"/>
                  <a:pt x="2645" y="89"/>
                  <a:pt x="2645" y="89"/>
                </a:cubicBezTo>
                <a:cubicBezTo>
                  <a:pt x="2648" y="83"/>
                  <a:pt x="2651" y="92"/>
                  <a:pt x="2654" y="102"/>
                </a:cubicBezTo>
                <a:cubicBezTo>
                  <a:pt x="2666" y="159"/>
                  <a:pt x="2662" y="163"/>
                  <a:pt x="2665" y="170"/>
                </a:cubicBezTo>
                <a:cubicBezTo>
                  <a:pt x="2682" y="216"/>
                  <a:pt x="2685" y="223"/>
                  <a:pt x="2689" y="229"/>
                </a:cubicBezTo>
                <a:cubicBezTo>
                  <a:pt x="2713" y="277"/>
                  <a:pt x="2715" y="280"/>
                  <a:pt x="2717" y="283"/>
                </a:cubicBezTo>
                <a:cubicBezTo>
                  <a:pt x="2734" y="325"/>
                  <a:pt x="2744" y="320"/>
                  <a:pt x="2741" y="327"/>
                </a:cubicBezTo>
                <a:cubicBezTo>
                  <a:pt x="2773" y="382"/>
                  <a:pt x="2778" y="396"/>
                  <a:pt x="2785" y="407"/>
                </a:cubicBezTo>
                <a:cubicBezTo>
                  <a:pt x="2796" y="434"/>
                  <a:pt x="2795" y="444"/>
                  <a:pt x="2802" y="447"/>
                </a:cubicBezTo>
                <a:cubicBezTo>
                  <a:pt x="2789" y="399"/>
                  <a:pt x="2784" y="395"/>
                  <a:pt x="2782" y="388"/>
                </a:cubicBezTo>
                <a:cubicBezTo>
                  <a:pt x="2772" y="361"/>
                  <a:pt x="2768" y="356"/>
                  <a:pt x="2765" y="351"/>
                </a:cubicBezTo>
                <a:cubicBezTo>
                  <a:pt x="2745" y="309"/>
                  <a:pt x="2738" y="307"/>
                  <a:pt x="2737" y="298"/>
                </a:cubicBezTo>
                <a:cubicBezTo>
                  <a:pt x="2713" y="253"/>
                  <a:pt x="2707" y="254"/>
                  <a:pt x="2708" y="248"/>
                </a:cubicBezTo>
                <a:cubicBezTo>
                  <a:pt x="2689" y="204"/>
                  <a:pt x="2684" y="200"/>
                  <a:pt x="2684" y="192"/>
                </a:cubicBezTo>
                <a:cubicBezTo>
                  <a:pt x="2673" y="167"/>
                  <a:pt x="2673" y="158"/>
                  <a:pt x="2669" y="152"/>
                </a:cubicBezTo>
                <a:cubicBezTo>
                  <a:pt x="2657" y="77"/>
                  <a:pt x="2661" y="68"/>
                  <a:pt x="2656" y="67"/>
                </a:cubicBezTo>
                <a:cubicBezTo>
                  <a:pt x="2664" y="67"/>
                  <a:pt x="2660" y="69"/>
                  <a:pt x="2660" y="70"/>
                </a:cubicBezTo>
                <a:cubicBezTo>
                  <a:pt x="2674" y="116"/>
                  <a:pt x="2681" y="129"/>
                  <a:pt x="2682" y="148"/>
                </a:cubicBezTo>
                <a:cubicBezTo>
                  <a:pt x="2694" y="178"/>
                  <a:pt x="2702" y="181"/>
                  <a:pt x="2702" y="192"/>
                </a:cubicBezTo>
                <a:cubicBezTo>
                  <a:pt x="2725" y="237"/>
                  <a:pt x="2726" y="241"/>
                  <a:pt x="2726" y="246"/>
                </a:cubicBezTo>
                <a:cubicBezTo>
                  <a:pt x="2752" y="278"/>
                  <a:pt x="2754" y="286"/>
                  <a:pt x="2759" y="292"/>
                </a:cubicBezTo>
                <a:cubicBezTo>
                  <a:pt x="2772" y="303"/>
                  <a:pt x="2767" y="300"/>
                  <a:pt x="2765" y="294"/>
                </a:cubicBezTo>
                <a:cubicBezTo>
                  <a:pt x="2750" y="265"/>
                  <a:pt x="2740" y="258"/>
                  <a:pt x="2737" y="244"/>
                </a:cubicBezTo>
                <a:cubicBezTo>
                  <a:pt x="2721" y="219"/>
                  <a:pt x="2723" y="212"/>
                  <a:pt x="2719" y="211"/>
                </a:cubicBezTo>
                <a:cubicBezTo>
                  <a:pt x="2694" y="150"/>
                  <a:pt x="2684" y="126"/>
                  <a:pt x="2680" y="96"/>
                </a:cubicBezTo>
                <a:cubicBezTo>
                  <a:pt x="2668" y="50"/>
                  <a:pt x="2659" y="45"/>
                  <a:pt x="2665" y="39"/>
                </a:cubicBezTo>
                <a:cubicBezTo>
                  <a:pt x="2680" y="70"/>
                  <a:pt x="2682" y="86"/>
                  <a:pt x="2687" y="100"/>
                </a:cubicBezTo>
                <a:cubicBezTo>
                  <a:pt x="2711" y="149"/>
                  <a:pt x="2710" y="168"/>
                  <a:pt x="2719" y="176"/>
                </a:cubicBezTo>
                <a:cubicBezTo>
                  <a:pt x="2744" y="219"/>
                  <a:pt x="2747" y="228"/>
                  <a:pt x="2750" y="235"/>
                </a:cubicBezTo>
                <a:cubicBezTo>
                  <a:pt x="2765" y="266"/>
                  <a:pt x="2774" y="272"/>
                  <a:pt x="2776" y="283"/>
                </a:cubicBezTo>
                <a:cubicBezTo>
                  <a:pt x="2786" y="300"/>
                  <a:pt x="2786" y="308"/>
                  <a:pt x="2791" y="309"/>
                </a:cubicBezTo>
                <a:cubicBezTo>
                  <a:pt x="2806" y="343"/>
                  <a:pt x="2806" y="350"/>
                  <a:pt x="2811" y="351"/>
                </a:cubicBezTo>
                <a:cubicBezTo>
                  <a:pt x="2799" y="318"/>
                  <a:pt x="2799" y="309"/>
                  <a:pt x="2793" y="305"/>
                </a:cubicBezTo>
                <a:cubicBezTo>
                  <a:pt x="2780" y="271"/>
                  <a:pt x="2771" y="261"/>
                  <a:pt x="2767" y="246"/>
                </a:cubicBezTo>
                <a:cubicBezTo>
                  <a:pt x="2745" y="202"/>
                  <a:pt x="2737" y="201"/>
                  <a:pt x="2737" y="192"/>
                </a:cubicBezTo>
                <a:cubicBezTo>
                  <a:pt x="2720" y="162"/>
                  <a:pt x="2720" y="156"/>
                  <a:pt x="2717" y="155"/>
                </a:cubicBezTo>
                <a:cubicBezTo>
                  <a:pt x="2689" y="78"/>
                  <a:pt x="2685" y="62"/>
                  <a:pt x="2678" y="50"/>
                </a:cubicBezTo>
                <a:cubicBezTo>
                  <a:pt x="2669" y="8"/>
                  <a:pt x="2668" y="4"/>
                  <a:pt x="2667" y="0"/>
                </a:cubicBezTo>
                <a:cubicBezTo>
                  <a:pt x="2643" y="26"/>
                  <a:pt x="2634" y="31"/>
                  <a:pt x="2636" y="37"/>
                </a:cubicBezTo>
                <a:cubicBezTo>
                  <a:pt x="2621" y="57"/>
                  <a:pt x="2620" y="59"/>
                  <a:pt x="2619" y="61"/>
                </a:cubicBezTo>
                <a:cubicBezTo>
                  <a:pt x="2604" y="81"/>
                  <a:pt x="2606" y="87"/>
                  <a:pt x="2604" y="89"/>
                </a:cubicBezTo>
                <a:cubicBezTo>
                  <a:pt x="2577" y="128"/>
                  <a:pt x="2568" y="139"/>
                  <a:pt x="2560" y="150"/>
                </a:cubicBezTo>
                <a:cubicBezTo>
                  <a:pt x="2542" y="170"/>
                  <a:pt x="2540" y="170"/>
                  <a:pt x="2540" y="174"/>
                </a:cubicBezTo>
                <a:cubicBezTo>
                  <a:pt x="2521" y="188"/>
                  <a:pt x="2523" y="196"/>
                  <a:pt x="2516" y="194"/>
                </a:cubicBezTo>
                <a:cubicBezTo>
                  <a:pt x="2500" y="217"/>
                  <a:pt x="2490" y="217"/>
                  <a:pt x="2488" y="224"/>
                </a:cubicBezTo>
                <a:cubicBezTo>
                  <a:pt x="2447" y="256"/>
                  <a:pt x="2450" y="266"/>
                  <a:pt x="2442" y="266"/>
                </a:cubicBezTo>
                <a:cubicBezTo>
                  <a:pt x="2420" y="294"/>
                  <a:pt x="2413" y="295"/>
                  <a:pt x="2410" y="298"/>
                </a:cubicBezTo>
                <a:cubicBezTo>
                  <a:pt x="2372" y="341"/>
                  <a:pt x="2367" y="350"/>
                  <a:pt x="2359" y="357"/>
                </a:cubicBezTo>
                <a:cubicBezTo>
                  <a:pt x="2337" y="393"/>
                  <a:pt x="2335" y="395"/>
                  <a:pt x="2336" y="399"/>
                </a:cubicBezTo>
                <a:cubicBezTo>
                  <a:pt x="2321" y="412"/>
                  <a:pt x="2325" y="424"/>
                  <a:pt x="2320" y="427"/>
                </a:cubicBezTo>
                <a:cubicBezTo>
                  <a:pt x="2297" y="465"/>
                  <a:pt x="2291" y="468"/>
                  <a:pt x="2290" y="475"/>
                </a:cubicBezTo>
                <a:cubicBezTo>
                  <a:pt x="2269" y="516"/>
                  <a:pt x="2269" y="524"/>
                  <a:pt x="2268" y="532"/>
                </a:cubicBezTo>
                <a:close/>
                <a:moveTo>
                  <a:pt x="2588" y="235"/>
                </a:moveTo>
                <a:cubicBezTo>
                  <a:pt x="2585" y="239"/>
                  <a:pt x="2582" y="243"/>
                  <a:pt x="2580" y="248"/>
                </a:cubicBezTo>
                <a:cubicBezTo>
                  <a:pt x="2574" y="245"/>
                  <a:pt x="2584" y="240"/>
                  <a:pt x="2584" y="235"/>
                </a:cubicBezTo>
                <a:cubicBezTo>
                  <a:pt x="2588" y="232"/>
                  <a:pt x="2589" y="226"/>
                  <a:pt x="2593" y="222"/>
                </a:cubicBezTo>
                <a:cubicBezTo>
                  <a:pt x="2599" y="226"/>
                  <a:pt x="2588" y="230"/>
                  <a:pt x="2588" y="235"/>
                </a:cubicBezTo>
                <a:close/>
                <a:moveTo>
                  <a:pt x="2593" y="357"/>
                </a:moveTo>
                <a:cubicBezTo>
                  <a:pt x="2591" y="361"/>
                  <a:pt x="2590" y="356"/>
                  <a:pt x="2591" y="353"/>
                </a:cubicBezTo>
                <a:cubicBezTo>
                  <a:pt x="2592" y="349"/>
                  <a:pt x="2593" y="354"/>
                  <a:pt x="2593" y="357"/>
                </a:cubicBezTo>
                <a:close/>
                <a:moveTo>
                  <a:pt x="2626" y="146"/>
                </a:moveTo>
                <a:cubicBezTo>
                  <a:pt x="2620" y="140"/>
                  <a:pt x="2626" y="128"/>
                  <a:pt x="2628" y="122"/>
                </a:cubicBezTo>
                <a:cubicBezTo>
                  <a:pt x="2633" y="127"/>
                  <a:pt x="2623" y="136"/>
                  <a:pt x="2626" y="146"/>
                </a:cubicBezTo>
                <a:close/>
                <a:moveTo>
                  <a:pt x="2630" y="179"/>
                </a:moveTo>
                <a:cubicBezTo>
                  <a:pt x="2621" y="176"/>
                  <a:pt x="2630" y="171"/>
                  <a:pt x="2628" y="163"/>
                </a:cubicBezTo>
                <a:cubicBezTo>
                  <a:pt x="2633" y="164"/>
                  <a:pt x="2629" y="174"/>
                  <a:pt x="2630" y="179"/>
                </a:cubicBezTo>
                <a:close/>
                <a:moveTo>
                  <a:pt x="2630" y="109"/>
                </a:moveTo>
                <a:cubicBezTo>
                  <a:pt x="2620" y="105"/>
                  <a:pt x="2634" y="99"/>
                  <a:pt x="2632" y="89"/>
                </a:cubicBezTo>
                <a:cubicBezTo>
                  <a:pt x="2640" y="96"/>
                  <a:pt x="2627" y="99"/>
                  <a:pt x="2630" y="109"/>
                </a:cubicBezTo>
                <a:close/>
                <a:moveTo>
                  <a:pt x="2342" y="394"/>
                </a:moveTo>
                <a:cubicBezTo>
                  <a:pt x="2348" y="395"/>
                  <a:pt x="2344" y="386"/>
                  <a:pt x="2349" y="386"/>
                </a:cubicBezTo>
                <a:cubicBezTo>
                  <a:pt x="2366" y="361"/>
                  <a:pt x="2367" y="360"/>
                  <a:pt x="2368" y="359"/>
                </a:cubicBezTo>
                <a:cubicBezTo>
                  <a:pt x="2392" y="332"/>
                  <a:pt x="2390" y="325"/>
                  <a:pt x="2397" y="327"/>
                </a:cubicBezTo>
                <a:cubicBezTo>
                  <a:pt x="2424" y="298"/>
                  <a:pt x="2431" y="295"/>
                  <a:pt x="2434" y="288"/>
                </a:cubicBezTo>
                <a:cubicBezTo>
                  <a:pt x="2463" y="259"/>
                  <a:pt x="2471" y="253"/>
                  <a:pt x="2475" y="244"/>
                </a:cubicBezTo>
                <a:cubicBezTo>
                  <a:pt x="2495" y="230"/>
                  <a:pt x="2497" y="224"/>
                  <a:pt x="2501" y="220"/>
                </a:cubicBezTo>
                <a:cubicBezTo>
                  <a:pt x="2528" y="196"/>
                  <a:pt x="2532" y="195"/>
                  <a:pt x="2534" y="192"/>
                </a:cubicBezTo>
                <a:cubicBezTo>
                  <a:pt x="2564" y="150"/>
                  <a:pt x="2578" y="151"/>
                  <a:pt x="2578" y="137"/>
                </a:cubicBezTo>
                <a:cubicBezTo>
                  <a:pt x="2621" y="86"/>
                  <a:pt x="2625" y="63"/>
                  <a:pt x="2639" y="50"/>
                </a:cubicBezTo>
                <a:cubicBezTo>
                  <a:pt x="2629" y="77"/>
                  <a:pt x="2629" y="85"/>
                  <a:pt x="2623" y="87"/>
                </a:cubicBezTo>
                <a:cubicBezTo>
                  <a:pt x="2594" y="142"/>
                  <a:pt x="2594" y="148"/>
                  <a:pt x="2591" y="150"/>
                </a:cubicBezTo>
                <a:cubicBezTo>
                  <a:pt x="2563" y="181"/>
                  <a:pt x="2563" y="192"/>
                  <a:pt x="2556" y="196"/>
                </a:cubicBezTo>
                <a:cubicBezTo>
                  <a:pt x="2535" y="217"/>
                  <a:pt x="2534" y="226"/>
                  <a:pt x="2525" y="229"/>
                </a:cubicBezTo>
                <a:cubicBezTo>
                  <a:pt x="2489" y="268"/>
                  <a:pt x="2486" y="275"/>
                  <a:pt x="2479" y="279"/>
                </a:cubicBezTo>
                <a:cubicBezTo>
                  <a:pt x="2461" y="296"/>
                  <a:pt x="2460" y="298"/>
                  <a:pt x="2458" y="298"/>
                </a:cubicBezTo>
                <a:cubicBezTo>
                  <a:pt x="2433" y="319"/>
                  <a:pt x="2422" y="329"/>
                  <a:pt x="2410" y="338"/>
                </a:cubicBezTo>
                <a:cubicBezTo>
                  <a:pt x="2364" y="378"/>
                  <a:pt x="2362" y="381"/>
                  <a:pt x="2359" y="383"/>
                </a:cubicBezTo>
                <a:cubicBezTo>
                  <a:pt x="2343" y="402"/>
                  <a:pt x="2340" y="402"/>
                  <a:pt x="2340" y="405"/>
                </a:cubicBezTo>
                <a:close/>
                <a:moveTo>
                  <a:pt x="2551" y="26"/>
                </a:moveTo>
                <a:cubicBezTo>
                  <a:pt x="2533" y="53"/>
                  <a:pt x="2510" y="76"/>
                  <a:pt x="2486" y="98"/>
                </a:cubicBezTo>
                <a:cubicBezTo>
                  <a:pt x="2461" y="130"/>
                  <a:pt x="2457" y="132"/>
                  <a:pt x="2458" y="137"/>
                </a:cubicBezTo>
                <a:cubicBezTo>
                  <a:pt x="2431" y="164"/>
                  <a:pt x="2432" y="169"/>
                  <a:pt x="2427" y="170"/>
                </a:cubicBezTo>
                <a:cubicBezTo>
                  <a:pt x="2418" y="183"/>
                  <a:pt x="2416" y="187"/>
                  <a:pt x="2414" y="189"/>
                </a:cubicBezTo>
                <a:cubicBezTo>
                  <a:pt x="2423" y="184"/>
                  <a:pt x="2425" y="180"/>
                  <a:pt x="2429" y="176"/>
                </a:cubicBezTo>
                <a:cubicBezTo>
                  <a:pt x="2474" y="129"/>
                  <a:pt x="2477" y="124"/>
                  <a:pt x="2479" y="120"/>
                </a:cubicBezTo>
                <a:cubicBezTo>
                  <a:pt x="2498" y="104"/>
                  <a:pt x="2496" y="99"/>
                  <a:pt x="2501" y="100"/>
                </a:cubicBezTo>
                <a:cubicBezTo>
                  <a:pt x="2535" y="65"/>
                  <a:pt x="2534" y="60"/>
                  <a:pt x="2536" y="59"/>
                </a:cubicBezTo>
                <a:cubicBezTo>
                  <a:pt x="2555" y="30"/>
                  <a:pt x="2566" y="27"/>
                  <a:pt x="2569" y="15"/>
                </a:cubicBezTo>
                <a:cubicBezTo>
                  <a:pt x="2583" y="5"/>
                  <a:pt x="2583" y="3"/>
                  <a:pt x="2583" y="0"/>
                </a:cubicBezTo>
                <a:cubicBezTo>
                  <a:pt x="2563" y="8"/>
                  <a:pt x="2563" y="14"/>
                  <a:pt x="2560" y="17"/>
                </a:cubicBezTo>
                <a:close/>
                <a:moveTo>
                  <a:pt x="2711" y="37"/>
                </a:moveTo>
                <a:cubicBezTo>
                  <a:pt x="2717" y="39"/>
                  <a:pt x="2715" y="48"/>
                  <a:pt x="2719" y="52"/>
                </a:cubicBezTo>
                <a:cubicBezTo>
                  <a:pt x="2743" y="115"/>
                  <a:pt x="2751" y="115"/>
                  <a:pt x="2750" y="124"/>
                </a:cubicBezTo>
                <a:cubicBezTo>
                  <a:pt x="2761" y="147"/>
                  <a:pt x="2765" y="152"/>
                  <a:pt x="2767" y="159"/>
                </a:cubicBezTo>
                <a:cubicBezTo>
                  <a:pt x="2777" y="183"/>
                  <a:pt x="2781" y="188"/>
                  <a:pt x="2782" y="194"/>
                </a:cubicBezTo>
                <a:cubicBezTo>
                  <a:pt x="2806" y="231"/>
                  <a:pt x="2811" y="235"/>
                  <a:pt x="2813" y="242"/>
                </a:cubicBezTo>
                <a:cubicBezTo>
                  <a:pt x="2858" y="290"/>
                  <a:pt x="2848" y="290"/>
                  <a:pt x="2848" y="281"/>
                </a:cubicBezTo>
                <a:cubicBezTo>
                  <a:pt x="2826" y="242"/>
                  <a:pt x="2820" y="244"/>
                  <a:pt x="2820" y="240"/>
                </a:cubicBezTo>
                <a:cubicBezTo>
                  <a:pt x="2804" y="222"/>
                  <a:pt x="2807" y="214"/>
                  <a:pt x="2802" y="213"/>
                </a:cubicBezTo>
                <a:cubicBezTo>
                  <a:pt x="2789" y="193"/>
                  <a:pt x="2789" y="184"/>
                  <a:pt x="2785" y="179"/>
                </a:cubicBezTo>
                <a:cubicBezTo>
                  <a:pt x="2773" y="147"/>
                  <a:pt x="2767" y="140"/>
                  <a:pt x="2763" y="131"/>
                </a:cubicBezTo>
                <a:cubicBezTo>
                  <a:pt x="2742" y="83"/>
                  <a:pt x="2732" y="64"/>
                  <a:pt x="2726" y="43"/>
                </a:cubicBezTo>
                <a:cubicBezTo>
                  <a:pt x="2714" y="8"/>
                  <a:pt x="2713" y="4"/>
                  <a:pt x="2712" y="0"/>
                </a:cubicBezTo>
                <a:cubicBezTo>
                  <a:pt x="2707" y="23"/>
                  <a:pt x="2712" y="27"/>
                  <a:pt x="2711" y="37"/>
                </a:cubicBezTo>
                <a:close/>
                <a:moveTo>
                  <a:pt x="1591" y="997"/>
                </a:moveTo>
                <a:cubicBezTo>
                  <a:pt x="1591" y="991"/>
                  <a:pt x="1595" y="988"/>
                  <a:pt x="1595" y="981"/>
                </a:cubicBezTo>
                <a:cubicBezTo>
                  <a:pt x="1610" y="933"/>
                  <a:pt x="1607" y="925"/>
                  <a:pt x="1613" y="923"/>
                </a:cubicBezTo>
                <a:cubicBezTo>
                  <a:pt x="1626" y="868"/>
                  <a:pt x="1627" y="859"/>
                  <a:pt x="1631" y="853"/>
                </a:cubicBezTo>
                <a:cubicBezTo>
                  <a:pt x="1644" y="801"/>
                  <a:pt x="1644" y="793"/>
                  <a:pt x="1648" y="788"/>
                </a:cubicBezTo>
                <a:cubicBezTo>
                  <a:pt x="1660" y="736"/>
                  <a:pt x="1667" y="729"/>
                  <a:pt x="1669" y="720"/>
                </a:cubicBezTo>
                <a:cubicBezTo>
                  <a:pt x="1682" y="706"/>
                  <a:pt x="1681" y="700"/>
                  <a:pt x="1683" y="695"/>
                </a:cubicBezTo>
                <a:cubicBezTo>
                  <a:pt x="1695" y="675"/>
                  <a:pt x="1697" y="672"/>
                  <a:pt x="1699" y="674"/>
                </a:cubicBezTo>
                <a:cubicBezTo>
                  <a:pt x="1672" y="737"/>
                  <a:pt x="1676" y="744"/>
                  <a:pt x="1672" y="746"/>
                </a:cubicBezTo>
                <a:cubicBezTo>
                  <a:pt x="1661" y="790"/>
                  <a:pt x="1663" y="793"/>
                  <a:pt x="1661" y="794"/>
                </a:cubicBezTo>
                <a:cubicBezTo>
                  <a:pt x="1657" y="822"/>
                  <a:pt x="1655" y="826"/>
                  <a:pt x="1654" y="831"/>
                </a:cubicBezTo>
                <a:cubicBezTo>
                  <a:pt x="1651" y="853"/>
                  <a:pt x="1648" y="857"/>
                  <a:pt x="1649" y="863"/>
                </a:cubicBezTo>
                <a:cubicBezTo>
                  <a:pt x="1637" y="927"/>
                  <a:pt x="1636" y="933"/>
                  <a:pt x="1636" y="941"/>
                </a:cubicBezTo>
                <a:cubicBezTo>
                  <a:pt x="1629" y="975"/>
                  <a:pt x="1623" y="975"/>
                  <a:pt x="1625" y="980"/>
                </a:cubicBezTo>
                <a:cubicBezTo>
                  <a:pt x="1614" y="1012"/>
                  <a:pt x="1607" y="1023"/>
                  <a:pt x="1602" y="1035"/>
                </a:cubicBezTo>
                <a:cubicBezTo>
                  <a:pt x="1621" y="1005"/>
                  <a:pt x="1625" y="1005"/>
                  <a:pt x="1625" y="1002"/>
                </a:cubicBezTo>
                <a:cubicBezTo>
                  <a:pt x="1636" y="972"/>
                  <a:pt x="1636" y="964"/>
                  <a:pt x="1642" y="960"/>
                </a:cubicBezTo>
                <a:cubicBezTo>
                  <a:pt x="1649" y="910"/>
                  <a:pt x="1647" y="901"/>
                  <a:pt x="1653" y="898"/>
                </a:cubicBezTo>
                <a:cubicBezTo>
                  <a:pt x="1658" y="861"/>
                  <a:pt x="1659" y="845"/>
                  <a:pt x="1663" y="832"/>
                </a:cubicBezTo>
                <a:cubicBezTo>
                  <a:pt x="1674" y="785"/>
                  <a:pt x="1673" y="775"/>
                  <a:pt x="1676" y="769"/>
                </a:cubicBezTo>
                <a:cubicBezTo>
                  <a:pt x="1698" y="710"/>
                  <a:pt x="1694" y="703"/>
                  <a:pt x="1697" y="701"/>
                </a:cubicBezTo>
                <a:cubicBezTo>
                  <a:pt x="1721" y="660"/>
                  <a:pt x="1728" y="644"/>
                  <a:pt x="1737" y="630"/>
                </a:cubicBezTo>
                <a:cubicBezTo>
                  <a:pt x="1757" y="606"/>
                  <a:pt x="1761" y="604"/>
                  <a:pt x="1766" y="603"/>
                </a:cubicBezTo>
                <a:cubicBezTo>
                  <a:pt x="1773" y="599"/>
                  <a:pt x="1768" y="600"/>
                  <a:pt x="1766" y="603"/>
                </a:cubicBezTo>
                <a:cubicBezTo>
                  <a:pt x="1749" y="626"/>
                  <a:pt x="1750" y="632"/>
                  <a:pt x="1747" y="635"/>
                </a:cubicBezTo>
                <a:cubicBezTo>
                  <a:pt x="1719" y="686"/>
                  <a:pt x="1715" y="692"/>
                  <a:pt x="1712" y="701"/>
                </a:cubicBezTo>
                <a:cubicBezTo>
                  <a:pt x="1692" y="757"/>
                  <a:pt x="1692" y="767"/>
                  <a:pt x="1685" y="772"/>
                </a:cubicBezTo>
                <a:cubicBezTo>
                  <a:pt x="1669" y="830"/>
                  <a:pt x="1673" y="839"/>
                  <a:pt x="1667" y="842"/>
                </a:cubicBezTo>
                <a:cubicBezTo>
                  <a:pt x="1665" y="865"/>
                  <a:pt x="1664" y="870"/>
                  <a:pt x="1662" y="876"/>
                </a:cubicBezTo>
                <a:cubicBezTo>
                  <a:pt x="1650" y="927"/>
                  <a:pt x="1654" y="945"/>
                  <a:pt x="1645" y="954"/>
                </a:cubicBezTo>
                <a:cubicBezTo>
                  <a:pt x="1621" y="1043"/>
                  <a:pt x="1613" y="1046"/>
                  <a:pt x="1615" y="1055"/>
                </a:cubicBezTo>
                <a:cubicBezTo>
                  <a:pt x="1614" y="1060"/>
                  <a:pt x="1622" y="1054"/>
                  <a:pt x="1623" y="1043"/>
                </a:cubicBezTo>
                <a:cubicBezTo>
                  <a:pt x="1639" y="1006"/>
                  <a:pt x="1641" y="995"/>
                  <a:pt x="1647" y="987"/>
                </a:cubicBezTo>
                <a:cubicBezTo>
                  <a:pt x="1662" y="913"/>
                  <a:pt x="1670" y="906"/>
                  <a:pt x="1670" y="895"/>
                </a:cubicBezTo>
                <a:cubicBezTo>
                  <a:pt x="1687" y="827"/>
                  <a:pt x="1683" y="818"/>
                  <a:pt x="1686" y="814"/>
                </a:cubicBezTo>
                <a:cubicBezTo>
                  <a:pt x="1693" y="775"/>
                  <a:pt x="1702" y="773"/>
                  <a:pt x="1700" y="765"/>
                </a:cubicBezTo>
                <a:cubicBezTo>
                  <a:pt x="1730" y="692"/>
                  <a:pt x="1734" y="679"/>
                  <a:pt x="1740" y="667"/>
                </a:cubicBezTo>
                <a:cubicBezTo>
                  <a:pt x="1764" y="633"/>
                  <a:pt x="1761" y="628"/>
                  <a:pt x="1763" y="625"/>
                </a:cubicBezTo>
                <a:cubicBezTo>
                  <a:pt x="1784" y="596"/>
                  <a:pt x="1791" y="593"/>
                  <a:pt x="1794" y="586"/>
                </a:cubicBezTo>
                <a:cubicBezTo>
                  <a:pt x="1808" y="577"/>
                  <a:pt x="1808" y="574"/>
                  <a:pt x="1810" y="577"/>
                </a:cubicBezTo>
                <a:cubicBezTo>
                  <a:pt x="1785" y="618"/>
                  <a:pt x="1779" y="621"/>
                  <a:pt x="1779" y="629"/>
                </a:cubicBezTo>
                <a:cubicBezTo>
                  <a:pt x="1757" y="666"/>
                  <a:pt x="1756" y="673"/>
                  <a:pt x="1753" y="678"/>
                </a:cubicBezTo>
                <a:cubicBezTo>
                  <a:pt x="1723" y="756"/>
                  <a:pt x="1719" y="768"/>
                  <a:pt x="1716" y="771"/>
                </a:cubicBezTo>
                <a:cubicBezTo>
                  <a:pt x="1713" y="784"/>
                  <a:pt x="1716" y="785"/>
                  <a:pt x="1716" y="784"/>
                </a:cubicBezTo>
                <a:cubicBezTo>
                  <a:pt x="1703" y="818"/>
                  <a:pt x="1705" y="829"/>
                  <a:pt x="1701" y="836"/>
                </a:cubicBezTo>
                <a:cubicBezTo>
                  <a:pt x="1672" y="934"/>
                  <a:pt x="1666" y="939"/>
                  <a:pt x="1666" y="948"/>
                </a:cubicBezTo>
                <a:cubicBezTo>
                  <a:pt x="1656" y="964"/>
                  <a:pt x="1657" y="966"/>
                  <a:pt x="1660" y="965"/>
                </a:cubicBezTo>
                <a:cubicBezTo>
                  <a:pt x="1681" y="933"/>
                  <a:pt x="1686" y="932"/>
                  <a:pt x="1689" y="929"/>
                </a:cubicBezTo>
                <a:cubicBezTo>
                  <a:pt x="1692" y="929"/>
                  <a:pt x="1697" y="930"/>
                  <a:pt x="1695" y="925"/>
                </a:cubicBezTo>
                <a:cubicBezTo>
                  <a:pt x="1725" y="892"/>
                  <a:pt x="1733" y="888"/>
                  <a:pt x="1736" y="880"/>
                </a:cubicBezTo>
                <a:cubicBezTo>
                  <a:pt x="1782" y="818"/>
                  <a:pt x="1791" y="814"/>
                  <a:pt x="1796" y="808"/>
                </a:cubicBezTo>
                <a:cubicBezTo>
                  <a:pt x="1839" y="758"/>
                  <a:pt x="1838" y="752"/>
                  <a:pt x="1841" y="749"/>
                </a:cubicBezTo>
                <a:cubicBezTo>
                  <a:pt x="1855" y="724"/>
                  <a:pt x="1858" y="721"/>
                  <a:pt x="1859" y="716"/>
                </a:cubicBezTo>
                <a:cubicBezTo>
                  <a:pt x="1868" y="703"/>
                  <a:pt x="1872" y="700"/>
                  <a:pt x="1871" y="694"/>
                </a:cubicBezTo>
                <a:cubicBezTo>
                  <a:pt x="1887" y="668"/>
                  <a:pt x="1889" y="664"/>
                  <a:pt x="1891" y="660"/>
                </a:cubicBezTo>
                <a:cubicBezTo>
                  <a:pt x="1907" y="625"/>
                  <a:pt x="1908" y="623"/>
                  <a:pt x="1909" y="621"/>
                </a:cubicBezTo>
                <a:cubicBezTo>
                  <a:pt x="1919" y="591"/>
                  <a:pt x="1927" y="591"/>
                  <a:pt x="1924" y="583"/>
                </a:cubicBezTo>
                <a:cubicBezTo>
                  <a:pt x="1943" y="565"/>
                  <a:pt x="1936" y="556"/>
                  <a:pt x="1944" y="557"/>
                </a:cubicBezTo>
                <a:cubicBezTo>
                  <a:pt x="1961" y="515"/>
                  <a:pt x="1963" y="513"/>
                  <a:pt x="1964" y="509"/>
                </a:cubicBezTo>
                <a:cubicBezTo>
                  <a:pt x="1974" y="496"/>
                  <a:pt x="1971" y="486"/>
                  <a:pt x="1979" y="484"/>
                </a:cubicBezTo>
                <a:cubicBezTo>
                  <a:pt x="1987" y="478"/>
                  <a:pt x="1983" y="488"/>
                  <a:pt x="1982" y="499"/>
                </a:cubicBezTo>
                <a:cubicBezTo>
                  <a:pt x="1984" y="525"/>
                  <a:pt x="1985" y="528"/>
                  <a:pt x="1985" y="532"/>
                </a:cubicBezTo>
                <a:cubicBezTo>
                  <a:pt x="1992" y="482"/>
                  <a:pt x="1998" y="479"/>
                  <a:pt x="1997" y="470"/>
                </a:cubicBezTo>
                <a:cubicBezTo>
                  <a:pt x="2016" y="476"/>
                  <a:pt x="2011" y="464"/>
                  <a:pt x="2014" y="458"/>
                </a:cubicBezTo>
                <a:cubicBezTo>
                  <a:pt x="2023" y="444"/>
                  <a:pt x="2017" y="446"/>
                  <a:pt x="2020" y="455"/>
                </a:cubicBezTo>
                <a:cubicBezTo>
                  <a:pt x="2028" y="470"/>
                  <a:pt x="2025" y="476"/>
                  <a:pt x="2029" y="478"/>
                </a:cubicBezTo>
                <a:cubicBezTo>
                  <a:pt x="2037" y="428"/>
                  <a:pt x="2041" y="425"/>
                  <a:pt x="2040" y="418"/>
                </a:cubicBezTo>
                <a:cubicBezTo>
                  <a:pt x="2053" y="391"/>
                  <a:pt x="2065" y="395"/>
                  <a:pt x="2061" y="388"/>
                </a:cubicBezTo>
                <a:cubicBezTo>
                  <a:pt x="2076" y="361"/>
                  <a:pt x="2072" y="363"/>
                  <a:pt x="2071" y="357"/>
                </a:cubicBezTo>
                <a:cubicBezTo>
                  <a:pt x="2019" y="368"/>
                  <a:pt x="2016" y="366"/>
                  <a:pt x="2013" y="365"/>
                </a:cubicBezTo>
                <a:cubicBezTo>
                  <a:pt x="1985" y="336"/>
                  <a:pt x="1974" y="340"/>
                  <a:pt x="1973" y="328"/>
                </a:cubicBezTo>
                <a:cubicBezTo>
                  <a:pt x="1978" y="346"/>
                  <a:pt x="1981" y="350"/>
                  <a:pt x="1985" y="355"/>
                </a:cubicBezTo>
                <a:cubicBezTo>
                  <a:pt x="2009" y="380"/>
                  <a:pt x="2013" y="383"/>
                  <a:pt x="2017" y="387"/>
                </a:cubicBezTo>
                <a:cubicBezTo>
                  <a:pt x="1983" y="404"/>
                  <a:pt x="1984" y="398"/>
                  <a:pt x="1979" y="400"/>
                </a:cubicBezTo>
                <a:cubicBezTo>
                  <a:pt x="1942" y="400"/>
                  <a:pt x="1943" y="392"/>
                  <a:pt x="1936" y="395"/>
                </a:cubicBezTo>
                <a:cubicBezTo>
                  <a:pt x="1910" y="389"/>
                  <a:pt x="1906" y="388"/>
                  <a:pt x="1904" y="385"/>
                </a:cubicBezTo>
                <a:cubicBezTo>
                  <a:pt x="1835" y="360"/>
                  <a:pt x="1828" y="358"/>
                  <a:pt x="1823" y="353"/>
                </a:cubicBezTo>
                <a:cubicBezTo>
                  <a:pt x="1774" y="332"/>
                  <a:pt x="1774" y="325"/>
                  <a:pt x="1769" y="325"/>
                </a:cubicBezTo>
                <a:cubicBezTo>
                  <a:pt x="1728" y="306"/>
                  <a:pt x="1722" y="307"/>
                  <a:pt x="1719" y="305"/>
                </a:cubicBezTo>
                <a:cubicBezTo>
                  <a:pt x="1684" y="287"/>
                  <a:pt x="1676" y="287"/>
                  <a:pt x="1670" y="283"/>
                </a:cubicBezTo>
                <a:cubicBezTo>
                  <a:pt x="1616" y="276"/>
                  <a:pt x="1604" y="277"/>
                  <a:pt x="1592" y="277"/>
                </a:cubicBezTo>
                <a:cubicBezTo>
                  <a:pt x="1594" y="280"/>
                  <a:pt x="1613" y="284"/>
                  <a:pt x="1635" y="283"/>
                </a:cubicBezTo>
                <a:cubicBezTo>
                  <a:pt x="1657" y="292"/>
                  <a:pt x="1663" y="288"/>
                  <a:pt x="1665" y="291"/>
                </a:cubicBezTo>
                <a:cubicBezTo>
                  <a:pt x="1741" y="318"/>
                  <a:pt x="1767" y="337"/>
                  <a:pt x="1797" y="349"/>
                </a:cubicBezTo>
                <a:cubicBezTo>
                  <a:pt x="1813" y="360"/>
                  <a:pt x="1814" y="361"/>
                  <a:pt x="1816" y="363"/>
                </a:cubicBezTo>
                <a:cubicBezTo>
                  <a:pt x="1887" y="388"/>
                  <a:pt x="1889" y="392"/>
                  <a:pt x="1892" y="394"/>
                </a:cubicBezTo>
                <a:cubicBezTo>
                  <a:pt x="1944" y="403"/>
                  <a:pt x="1955" y="411"/>
                  <a:pt x="1970" y="411"/>
                </a:cubicBezTo>
                <a:cubicBezTo>
                  <a:pt x="2004" y="413"/>
                  <a:pt x="2006" y="413"/>
                  <a:pt x="2008" y="413"/>
                </a:cubicBezTo>
                <a:cubicBezTo>
                  <a:pt x="2000" y="416"/>
                  <a:pt x="1998" y="418"/>
                  <a:pt x="1996" y="419"/>
                </a:cubicBezTo>
                <a:cubicBezTo>
                  <a:pt x="1935" y="417"/>
                  <a:pt x="1925" y="412"/>
                  <a:pt x="1914" y="407"/>
                </a:cubicBezTo>
                <a:cubicBezTo>
                  <a:pt x="1886" y="400"/>
                  <a:pt x="1868" y="398"/>
                  <a:pt x="1856" y="389"/>
                </a:cubicBezTo>
                <a:cubicBezTo>
                  <a:pt x="1831" y="377"/>
                  <a:pt x="1825" y="378"/>
                  <a:pt x="1822" y="375"/>
                </a:cubicBezTo>
                <a:cubicBezTo>
                  <a:pt x="1787" y="357"/>
                  <a:pt x="1782" y="358"/>
                  <a:pt x="1779" y="357"/>
                </a:cubicBezTo>
                <a:cubicBezTo>
                  <a:pt x="1762" y="352"/>
                  <a:pt x="1764" y="344"/>
                  <a:pt x="1757" y="347"/>
                </a:cubicBezTo>
                <a:cubicBezTo>
                  <a:pt x="1743" y="338"/>
                  <a:pt x="1738" y="339"/>
                  <a:pt x="1735" y="336"/>
                </a:cubicBezTo>
                <a:cubicBezTo>
                  <a:pt x="1708" y="326"/>
                  <a:pt x="1693" y="321"/>
                  <a:pt x="1678" y="315"/>
                </a:cubicBezTo>
                <a:cubicBezTo>
                  <a:pt x="1644" y="309"/>
                  <a:pt x="1637" y="305"/>
                  <a:pt x="1628" y="304"/>
                </a:cubicBezTo>
                <a:cubicBezTo>
                  <a:pt x="1587" y="293"/>
                  <a:pt x="1579" y="297"/>
                  <a:pt x="1577" y="293"/>
                </a:cubicBezTo>
                <a:cubicBezTo>
                  <a:pt x="1478" y="297"/>
                  <a:pt x="1469" y="299"/>
                  <a:pt x="1454" y="298"/>
                </a:cubicBezTo>
                <a:cubicBezTo>
                  <a:pt x="1420" y="304"/>
                  <a:pt x="1411" y="305"/>
                  <a:pt x="1400" y="307"/>
                </a:cubicBezTo>
                <a:cubicBezTo>
                  <a:pt x="1397" y="310"/>
                  <a:pt x="1420" y="310"/>
                  <a:pt x="1444" y="308"/>
                </a:cubicBezTo>
                <a:cubicBezTo>
                  <a:pt x="1478" y="310"/>
                  <a:pt x="1483" y="317"/>
                  <a:pt x="1494" y="313"/>
                </a:cubicBezTo>
                <a:cubicBezTo>
                  <a:pt x="1547" y="330"/>
                  <a:pt x="1550" y="333"/>
                  <a:pt x="1555" y="333"/>
                </a:cubicBezTo>
                <a:cubicBezTo>
                  <a:pt x="1582" y="345"/>
                  <a:pt x="1585" y="347"/>
                  <a:pt x="1589" y="349"/>
                </a:cubicBezTo>
                <a:cubicBezTo>
                  <a:pt x="1616" y="360"/>
                  <a:pt x="1616" y="367"/>
                  <a:pt x="1623" y="365"/>
                </a:cubicBezTo>
                <a:cubicBezTo>
                  <a:pt x="1648" y="381"/>
                  <a:pt x="1665" y="385"/>
                  <a:pt x="1678" y="397"/>
                </a:cubicBezTo>
                <a:cubicBezTo>
                  <a:pt x="1726" y="414"/>
                  <a:pt x="1728" y="418"/>
                  <a:pt x="1731" y="421"/>
                </a:cubicBezTo>
                <a:cubicBezTo>
                  <a:pt x="1755" y="430"/>
                  <a:pt x="1759" y="430"/>
                  <a:pt x="1762" y="433"/>
                </a:cubicBezTo>
                <a:cubicBezTo>
                  <a:pt x="1807" y="456"/>
                  <a:pt x="1816" y="455"/>
                  <a:pt x="1822" y="460"/>
                </a:cubicBezTo>
                <a:cubicBezTo>
                  <a:pt x="1852" y="468"/>
                  <a:pt x="1860" y="470"/>
                  <a:pt x="1866" y="474"/>
                </a:cubicBezTo>
                <a:cubicBezTo>
                  <a:pt x="1905" y="475"/>
                  <a:pt x="1910" y="476"/>
                  <a:pt x="1914" y="478"/>
                </a:cubicBezTo>
                <a:cubicBezTo>
                  <a:pt x="1913" y="492"/>
                  <a:pt x="1911" y="496"/>
                  <a:pt x="1904" y="498"/>
                </a:cubicBezTo>
                <a:cubicBezTo>
                  <a:pt x="1850" y="489"/>
                  <a:pt x="1841" y="492"/>
                  <a:pt x="1834" y="491"/>
                </a:cubicBezTo>
                <a:cubicBezTo>
                  <a:pt x="1794" y="478"/>
                  <a:pt x="1788" y="478"/>
                  <a:pt x="1784" y="473"/>
                </a:cubicBezTo>
                <a:cubicBezTo>
                  <a:pt x="1745" y="457"/>
                  <a:pt x="1727" y="442"/>
                  <a:pt x="1702" y="437"/>
                </a:cubicBezTo>
                <a:cubicBezTo>
                  <a:pt x="1656" y="409"/>
                  <a:pt x="1651" y="403"/>
                  <a:pt x="1643" y="401"/>
                </a:cubicBezTo>
                <a:cubicBezTo>
                  <a:pt x="1610" y="385"/>
                  <a:pt x="1611" y="381"/>
                  <a:pt x="1608" y="381"/>
                </a:cubicBezTo>
                <a:cubicBezTo>
                  <a:pt x="1598" y="373"/>
                  <a:pt x="1594" y="374"/>
                  <a:pt x="1593" y="372"/>
                </a:cubicBezTo>
                <a:cubicBezTo>
                  <a:pt x="1555" y="351"/>
                  <a:pt x="1543" y="353"/>
                  <a:pt x="1540" y="344"/>
                </a:cubicBezTo>
                <a:cubicBezTo>
                  <a:pt x="1506" y="339"/>
                  <a:pt x="1502" y="331"/>
                  <a:pt x="1493" y="331"/>
                </a:cubicBezTo>
                <a:cubicBezTo>
                  <a:pt x="1454" y="318"/>
                  <a:pt x="1445" y="322"/>
                  <a:pt x="1444" y="317"/>
                </a:cubicBezTo>
                <a:cubicBezTo>
                  <a:pt x="1411" y="318"/>
                  <a:pt x="1405" y="311"/>
                  <a:pt x="1404" y="318"/>
                </a:cubicBezTo>
                <a:cubicBezTo>
                  <a:pt x="1460" y="329"/>
                  <a:pt x="1466" y="329"/>
                  <a:pt x="1473" y="330"/>
                </a:cubicBezTo>
                <a:cubicBezTo>
                  <a:pt x="1513" y="345"/>
                  <a:pt x="1524" y="347"/>
                  <a:pt x="1533" y="354"/>
                </a:cubicBezTo>
                <a:cubicBezTo>
                  <a:pt x="1571" y="372"/>
                  <a:pt x="1574" y="372"/>
                  <a:pt x="1576" y="373"/>
                </a:cubicBezTo>
                <a:cubicBezTo>
                  <a:pt x="1626" y="404"/>
                  <a:pt x="1639" y="404"/>
                  <a:pt x="1645" y="414"/>
                </a:cubicBezTo>
                <a:cubicBezTo>
                  <a:pt x="1705" y="444"/>
                  <a:pt x="1706" y="446"/>
                  <a:pt x="1709" y="447"/>
                </a:cubicBezTo>
                <a:cubicBezTo>
                  <a:pt x="1733" y="461"/>
                  <a:pt x="1738" y="463"/>
                  <a:pt x="1745" y="462"/>
                </a:cubicBezTo>
                <a:cubicBezTo>
                  <a:pt x="1768" y="476"/>
                  <a:pt x="1770" y="478"/>
                  <a:pt x="1774" y="477"/>
                </a:cubicBezTo>
                <a:cubicBezTo>
                  <a:pt x="1806" y="494"/>
                  <a:pt x="1815" y="492"/>
                  <a:pt x="1819" y="495"/>
                </a:cubicBezTo>
                <a:cubicBezTo>
                  <a:pt x="1873" y="511"/>
                  <a:pt x="1884" y="506"/>
                  <a:pt x="1888" y="510"/>
                </a:cubicBezTo>
                <a:cubicBezTo>
                  <a:pt x="1869" y="516"/>
                  <a:pt x="1866" y="515"/>
                  <a:pt x="1863" y="514"/>
                </a:cubicBezTo>
                <a:cubicBezTo>
                  <a:pt x="1835" y="516"/>
                  <a:pt x="1831" y="512"/>
                  <a:pt x="1825" y="512"/>
                </a:cubicBezTo>
                <a:cubicBezTo>
                  <a:pt x="1781" y="495"/>
                  <a:pt x="1779" y="493"/>
                  <a:pt x="1775" y="495"/>
                </a:cubicBezTo>
                <a:cubicBezTo>
                  <a:pt x="1738" y="472"/>
                  <a:pt x="1730" y="475"/>
                  <a:pt x="1728" y="470"/>
                </a:cubicBezTo>
                <a:cubicBezTo>
                  <a:pt x="1705" y="458"/>
                  <a:pt x="1703" y="456"/>
                  <a:pt x="1700" y="457"/>
                </a:cubicBezTo>
                <a:cubicBezTo>
                  <a:pt x="1653" y="427"/>
                  <a:pt x="1642" y="426"/>
                  <a:pt x="1637" y="415"/>
                </a:cubicBezTo>
                <a:cubicBezTo>
                  <a:pt x="1618" y="408"/>
                  <a:pt x="1613" y="406"/>
                  <a:pt x="1608" y="405"/>
                </a:cubicBezTo>
                <a:cubicBezTo>
                  <a:pt x="1580" y="386"/>
                  <a:pt x="1573" y="389"/>
                  <a:pt x="1571" y="383"/>
                </a:cubicBezTo>
                <a:cubicBezTo>
                  <a:pt x="1546" y="373"/>
                  <a:pt x="1538" y="367"/>
                  <a:pt x="1528" y="364"/>
                </a:cubicBezTo>
                <a:cubicBezTo>
                  <a:pt x="1452" y="335"/>
                  <a:pt x="1444" y="337"/>
                  <a:pt x="1440" y="333"/>
                </a:cubicBezTo>
                <a:cubicBezTo>
                  <a:pt x="1412" y="329"/>
                  <a:pt x="1409" y="326"/>
                  <a:pt x="1409" y="330"/>
                </a:cubicBezTo>
                <a:cubicBezTo>
                  <a:pt x="1478" y="351"/>
                  <a:pt x="1489" y="352"/>
                  <a:pt x="1497" y="356"/>
                </a:cubicBezTo>
                <a:cubicBezTo>
                  <a:pt x="1540" y="378"/>
                  <a:pt x="1541" y="380"/>
                  <a:pt x="1546" y="379"/>
                </a:cubicBezTo>
                <a:cubicBezTo>
                  <a:pt x="1569" y="394"/>
                  <a:pt x="1574" y="397"/>
                  <a:pt x="1580" y="397"/>
                </a:cubicBezTo>
                <a:cubicBezTo>
                  <a:pt x="1624" y="422"/>
                  <a:pt x="1629" y="423"/>
                  <a:pt x="1634" y="425"/>
                </a:cubicBezTo>
                <a:cubicBezTo>
                  <a:pt x="1646" y="437"/>
                  <a:pt x="1652" y="436"/>
                  <a:pt x="1655" y="441"/>
                </a:cubicBezTo>
                <a:cubicBezTo>
                  <a:pt x="1683" y="456"/>
                  <a:pt x="1689" y="454"/>
                  <a:pt x="1689" y="461"/>
                </a:cubicBezTo>
                <a:cubicBezTo>
                  <a:pt x="1731" y="481"/>
                  <a:pt x="1736" y="482"/>
                  <a:pt x="1738" y="486"/>
                </a:cubicBezTo>
                <a:cubicBezTo>
                  <a:pt x="1766" y="502"/>
                  <a:pt x="1774" y="499"/>
                  <a:pt x="1776" y="503"/>
                </a:cubicBezTo>
                <a:cubicBezTo>
                  <a:pt x="1808" y="514"/>
                  <a:pt x="1813" y="515"/>
                  <a:pt x="1817" y="518"/>
                </a:cubicBezTo>
                <a:cubicBezTo>
                  <a:pt x="1835" y="524"/>
                  <a:pt x="1840" y="524"/>
                  <a:pt x="1843" y="527"/>
                </a:cubicBezTo>
                <a:cubicBezTo>
                  <a:pt x="1844" y="539"/>
                  <a:pt x="1833" y="532"/>
                  <a:pt x="1822" y="537"/>
                </a:cubicBezTo>
                <a:cubicBezTo>
                  <a:pt x="1763" y="519"/>
                  <a:pt x="1760" y="515"/>
                  <a:pt x="1756" y="513"/>
                </a:cubicBezTo>
                <a:cubicBezTo>
                  <a:pt x="1726" y="503"/>
                  <a:pt x="1719" y="500"/>
                  <a:pt x="1713" y="495"/>
                </a:cubicBezTo>
                <a:cubicBezTo>
                  <a:pt x="1680" y="476"/>
                  <a:pt x="1674" y="477"/>
                  <a:pt x="1671" y="473"/>
                </a:cubicBezTo>
                <a:cubicBezTo>
                  <a:pt x="1645" y="461"/>
                  <a:pt x="1644" y="455"/>
                  <a:pt x="1637" y="455"/>
                </a:cubicBezTo>
                <a:cubicBezTo>
                  <a:pt x="1601" y="434"/>
                  <a:pt x="1598" y="425"/>
                  <a:pt x="1590" y="426"/>
                </a:cubicBezTo>
                <a:cubicBezTo>
                  <a:pt x="1571" y="413"/>
                  <a:pt x="1568" y="411"/>
                  <a:pt x="1565" y="411"/>
                </a:cubicBezTo>
                <a:cubicBezTo>
                  <a:pt x="1547" y="395"/>
                  <a:pt x="1543" y="395"/>
                  <a:pt x="1540" y="393"/>
                </a:cubicBezTo>
                <a:cubicBezTo>
                  <a:pt x="1478" y="362"/>
                  <a:pt x="1474" y="356"/>
                  <a:pt x="1464" y="358"/>
                </a:cubicBezTo>
                <a:cubicBezTo>
                  <a:pt x="1433" y="346"/>
                  <a:pt x="1429" y="345"/>
                  <a:pt x="1426" y="343"/>
                </a:cubicBezTo>
                <a:cubicBezTo>
                  <a:pt x="1374" y="333"/>
                  <a:pt x="1366" y="332"/>
                  <a:pt x="1360" y="330"/>
                </a:cubicBezTo>
                <a:cubicBezTo>
                  <a:pt x="1329" y="331"/>
                  <a:pt x="1332" y="335"/>
                  <a:pt x="1340" y="331"/>
                </a:cubicBezTo>
                <a:cubicBezTo>
                  <a:pt x="1379" y="339"/>
                  <a:pt x="1390" y="339"/>
                  <a:pt x="1398" y="343"/>
                </a:cubicBezTo>
                <a:cubicBezTo>
                  <a:pt x="1435" y="353"/>
                  <a:pt x="1445" y="354"/>
                  <a:pt x="1452" y="360"/>
                </a:cubicBezTo>
                <a:cubicBezTo>
                  <a:pt x="1485" y="377"/>
                  <a:pt x="1496" y="378"/>
                  <a:pt x="1502" y="384"/>
                </a:cubicBezTo>
                <a:cubicBezTo>
                  <a:pt x="1541" y="399"/>
                  <a:pt x="1542" y="408"/>
                  <a:pt x="1549" y="409"/>
                </a:cubicBezTo>
                <a:cubicBezTo>
                  <a:pt x="1571" y="418"/>
                  <a:pt x="1568" y="428"/>
                  <a:pt x="1574" y="424"/>
                </a:cubicBezTo>
                <a:cubicBezTo>
                  <a:pt x="1592" y="440"/>
                  <a:pt x="1600" y="435"/>
                  <a:pt x="1599" y="442"/>
                </a:cubicBezTo>
                <a:cubicBezTo>
                  <a:pt x="1641" y="464"/>
                  <a:pt x="1644" y="471"/>
                  <a:pt x="1651" y="473"/>
                </a:cubicBezTo>
                <a:cubicBezTo>
                  <a:pt x="1673" y="488"/>
                  <a:pt x="1680" y="489"/>
                  <a:pt x="1686" y="493"/>
                </a:cubicBezTo>
                <a:cubicBezTo>
                  <a:pt x="1729" y="513"/>
                  <a:pt x="1736" y="515"/>
                  <a:pt x="1742" y="518"/>
                </a:cubicBezTo>
                <a:cubicBezTo>
                  <a:pt x="1788" y="534"/>
                  <a:pt x="1792" y="539"/>
                  <a:pt x="1801" y="539"/>
                </a:cubicBezTo>
                <a:cubicBezTo>
                  <a:pt x="1790" y="544"/>
                  <a:pt x="1783" y="547"/>
                  <a:pt x="1780" y="545"/>
                </a:cubicBezTo>
                <a:cubicBezTo>
                  <a:pt x="1738" y="528"/>
                  <a:pt x="1721" y="530"/>
                  <a:pt x="1713" y="519"/>
                </a:cubicBezTo>
                <a:cubicBezTo>
                  <a:pt x="1690" y="508"/>
                  <a:pt x="1683" y="507"/>
                  <a:pt x="1679" y="501"/>
                </a:cubicBezTo>
                <a:cubicBezTo>
                  <a:pt x="1636" y="472"/>
                  <a:pt x="1632" y="471"/>
                  <a:pt x="1629" y="470"/>
                </a:cubicBezTo>
                <a:cubicBezTo>
                  <a:pt x="1606" y="458"/>
                  <a:pt x="1604" y="451"/>
                  <a:pt x="1597" y="451"/>
                </a:cubicBezTo>
                <a:cubicBezTo>
                  <a:pt x="1563" y="430"/>
                  <a:pt x="1559" y="427"/>
                  <a:pt x="1554" y="424"/>
                </a:cubicBezTo>
                <a:cubicBezTo>
                  <a:pt x="1519" y="405"/>
                  <a:pt x="1516" y="400"/>
                  <a:pt x="1511" y="396"/>
                </a:cubicBezTo>
                <a:cubicBezTo>
                  <a:pt x="1476" y="378"/>
                  <a:pt x="1467" y="380"/>
                  <a:pt x="1465" y="373"/>
                </a:cubicBezTo>
                <a:cubicBezTo>
                  <a:pt x="1426" y="360"/>
                  <a:pt x="1420" y="358"/>
                  <a:pt x="1415" y="356"/>
                </a:cubicBezTo>
                <a:cubicBezTo>
                  <a:pt x="1375" y="348"/>
                  <a:pt x="1375" y="343"/>
                  <a:pt x="1369" y="346"/>
                </a:cubicBezTo>
                <a:cubicBezTo>
                  <a:pt x="1382" y="355"/>
                  <a:pt x="1389" y="351"/>
                  <a:pt x="1391" y="353"/>
                </a:cubicBezTo>
                <a:cubicBezTo>
                  <a:pt x="1446" y="377"/>
                  <a:pt x="1459" y="379"/>
                  <a:pt x="1470" y="386"/>
                </a:cubicBezTo>
                <a:cubicBezTo>
                  <a:pt x="1508" y="408"/>
                  <a:pt x="1515" y="409"/>
                  <a:pt x="1521" y="412"/>
                </a:cubicBezTo>
                <a:cubicBezTo>
                  <a:pt x="1575" y="451"/>
                  <a:pt x="1583" y="451"/>
                  <a:pt x="1588" y="455"/>
                </a:cubicBezTo>
                <a:cubicBezTo>
                  <a:pt x="1615" y="475"/>
                  <a:pt x="1622" y="471"/>
                  <a:pt x="1621" y="478"/>
                </a:cubicBezTo>
                <a:cubicBezTo>
                  <a:pt x="1649" y="495"/>
                  <a:pt x="1651" y="497"/>
                  <a:pt x="1654" y="499"/>
                </a:cubicBezTo>
                <a:cubicBezTo>
                  <a:pt x="1711" y="527"/>
                  <a:pt x="1711" y="533"/>
                  <a:pt x="1715" y="532"/>
                </a:cubicBezTo>
                <a:cubicBezTo>
                  <a:pt x="1752" y="544"/>
                  <a:pt x="1758" y="548"/>
                  <a:pt x="1765" y="550"/>
                </a:cubicBezTo>
                <a:cubicBezTo>
                  <a:pt x="1779" y="556"/>
                  <a:pt x="1783" y="556"/>
                  <a:pt x="1780" y="558"/>
                </a:cubicBezTo>
                <a:cubicBezTo>
                  <a:pt x="1702" y="547"/>
                  <a:pt x="1695" y="539"/>
                  <a:pt x="1685" y="535"/>
                </a:cubicBezTo>
                <a:cubicBezTo>
                  <a:pt x="1649" y="518"/>
                  <a:pt x="1646" y="517"/>
                  <a:pt x="1644" y="516"/>
                </a:cubicBezTo>
                <a:cubicBezTo>
                  <a:pt x="1614" y="502"/>
                  <a:pt x="1615" y="498"/>
                  <a:pt x="1614" y="497"/>
                </a:cubicBezTo>
                <a:cubicBezTo>
                  <a:pt x="1595" y="486"/>
                  <a:pt x="1585" y="484"/>
                  <a:pt x="1579" y="475"/>
                </a:cubicBezTo>
                <a:cubicBezTo>
                  <a:pt x="1537" y="447"/>
                  <a:pt x="1533" y="443"/>
                  <a:pt x="1528" y="442"/>
                </a:cubicBezTo>
                <a:cubicBezTo>
                  <a:pt x="1493" y="420"/>
                  <a:pt x="1484" y="415"/>
                  <a:pt x="1476" y="409"/>
                </a:cubicBezTo>
                <a:cubicBezTo>
                  <a:pt x="1431" y="388"/>
                  <a:pt x="1429" y="386"/>
                  <a:pt x="1425" y="387"/>
                </a:cubicBezTo>
                <a:cubicBezTo>
                  <a:pt x="1403" y="379"/>
                  <a:pt x="1396" y="375"/>
                  <a:pt x="1388" y="374"/>
                </a:cubicBezTo>
                <a:cubicBezTo>
                  <a:pt x="1367" y="367"/>
                  <a:pt x="1362" y="365"/>
                  <a:pt x="1355" y="366"/>
                </a:cubicBezTo>
                <a:cubicBezTo>
                  <a:pt x="1318" y="360"/>
                  <a:pt x="1310" y="352"/>
                  <a:pt x="1307" y="360"/>
                </a:cubicBezTo>
                <a:cubicBezTo>
                  <a:pt x="1345" y="366"/>
                  <a:pt x="1349" y="367"/>
                  <a:pt x="1351" y="369"/>
                </a:cubicBezTo>
                <a:cubicBezTo>
                  <a:pt x="1386" y="379"/>
                  <a:pt x="1390" y="380"/>
                  <a:pt x="1393" y="382"/>
                </a:cubicBezTo>
                <a:cubicBezTo>
                  <a:pt x="1423" y="399"/>
                  <a:pt x="1432" y="393"/>
                  <a:pt x="1434" y="397"/>
                </a:cubicBezTo>
                <a:cubicBezTo>
                  <a:pt x="1454" y="412"/>
                  <a:pt x="1462" y="407"/>
                  <a:pt x="1461" y="414"/>
                </a:cubicBezTo>
                <a:cubicBezTo>
                  <a:pt x="1510" y="441"/>
                  <a:pt x="1512" y="443"/>
                  <a:pt x="1515" y="444"/>
                </a:cubicBezTo>
                <a:cubicBezTo>
                  <a:pt x="1543" y="466"/>
                  <a:pt x="1550" y="462"/>
                  <a:pt x="1551" y="466"/>
                </a:cubicBezTo>
                <a:cubicBezTo>
                  <a:pt x="1571" y="481"/>
                  <a:pt x="1572" y="486"/>
                  <a:pt x="1576" y="486"/>
                </a:cubicBezTo>
                <a:cubicBezTo>
                  <a:pt x="1608" y="503"/>
                  <a:pt x="1609" y="508"/>
                  <a:pt x="1612" y="511"/>
                </a:cubicBezTo>
                <a:cubicBezTo>
                  <a:pt x="1647" y="524"/>
                  <a:pt x="1647" y="530"/>
                  <a:pt x="1651" y="532"/>
                </a:cubicBezTo>
                <a:cubicBezTo>
                  <a:pt x="1681" y="539"/>
                  <a:pt x="1682" y="546"/>
                  <a:pt x="1687" y="546"/>
                </a:cubicBezTo>
                <a:cubicBezTo>
                  <a:pt x="1722" y="557"/>
                  <a:pt x="1728" y="560"/>
                  <a:pt x="1734" y="562"/>
                </a:cubicBezTo>
                <a:cubicBezTo>
                  <a:pt x="1758" y="569"/>
                  <a:pt x="1752" y="572"/>
                  <a:pt x="1738" y="570"/>
                </a:cubicBezTo>
                <a:cubicBezTo>
                  <a:pt x="1665" y="552"/>
                  <a:pt x="1658" y="553"/>
                  <a:pt x="1652" y="552"/>
                </a:cubicBezTo>
                <a:cubicBezTo>
                  <a:pt x="1612" y="537"/>
                  <a:pt x="1614" y="527"/>
                  <a:pt x="1607" y="532"/>
                </a:cubicBezTo>
                <a:cubicBezTo>
                  <a:pt x="1584" y="521"/>
                  <a:pt x="1582" y="517"/>
                  <a:pt x="1579" y="514"/>
                </a:cubicBezTo>
                <a:cubicBezTo>
                  <a:pt x="1550" y="497"/>
                  <a:pt x="1547" y="498"/>
                  <a:pt x="1547" y="496"/>
                </a:cubicBezTo>
                <a:cubicBezTo>
                  <a:pt x="1532" y="482"/>
                  <a:pt x="1524" y="487"/>
                  <a:pt x="1524" y="480"/>
                </a:cubicBezTo>
                <a:cubicBezTo>
                  <a:pt x="1499" y="464"/>
                  <a:pt x="1491" y="463"/>
                  <a:pt x="1485" y="458"/>
                </a:cubicBezTo>
                <a:cubicBezTo>
                  <a:pt x="1459" y="445"/>
                  <a:pt x="1453" y="441"/>
                  <a:pt x="1446" y="439"/>
                </a:cubicBezTo>
                <a:cubicBezTo>
                  <a:pt x="1415" y="420"/>
                  <a:pt x="1408" y="423"/>
                  <a:pt x="1407" y="419"/>
                </a:cubicBezTo>
                <a:cubicBezTo>
                  <a:pt x="1383" y="409"/>
                  <a:pt x="1378" y="410"/>
                  <a:pt x="1374" y="410"/>
                </a:cubicBezTo>
                <a:cubicBezTo>
                  <a:pt x="1351" y="399"/>
                  <a:pt x="1343" y="404"/>
                  <a:pt x="1341" y="400"/>
                </a:cubicBezTo>
                <a:cubicBezTo>
                  <a:pt x="1337" y="401"/>
                  <a:pt x="1353" y="409"/>
                  <a:pt x="1372" y="412"/>
                </a:cubicBezTo>
                <a:cubicBezTo>
                  <a:pt x="1399" y="423"/>
                  <a:pt x="1401" y="424"/>
                  <a:pt x="1403" y="424"/>
                </a:cubicBezTo>
                <a:cubicBezTo>
                  <a:pt x="1429" y="440"/>
                  <a:pt x="1438" y="443"/>
                  <a:pt x="1447" y="445"/>
                </a:cubicBezTo>
                <a:cubicBezTo>
                  <a:pt x="1518" y="491"/>
                  <a:pt x="1524" y="489"/>
                  <a:pt x="1526" y="493"/>
                </a:cubicBezTo>
                <a:cubicBezTo>
                  <a:pt x="1550" y="509"/>
                  <a:pt x="1552" y="509"/>
                  <a:pt x="1554" y="510"/>
                </a:cubicBezTo>
                <a:cubicBezTo>
                  <a:pt x="1616" y="544"/>
                  <a:pt x="1623" y="549"/>
                  <a:pt x="1632" y="551"/>
                </a:cubicBezTo>
                <a:cubicBezTo>
                  <a:pt x="1674" y="567"/>
                  <a:pt x="1679" y="568"/>
                  <a:pt x="1682" y="571"/>
                </a:cubicBezTo>
                <a:cubicBezTo>
                  <a:pt x="1723" y="576"/>
                  <a:pt x="1729" y="583"/>
                  <a:pt x="1742" y="580"/>
                </a:cubicBezTo>
                <a:cubicBezTo>
                  <a:pt x="1759" y="590"/>
                  <a:pt x="1755" y="592"/>
                  <a:pt x="1754" y="589"/>
                </a:cubicBezTo>
                <a:cubicBezTo>
                  <a:pt x="1713" y="591"/>
                  <a:pt x="1708" y="586"/>
                  <a:pt x="1698" y="586"/>
                </a:cubicBezTo>
                <a:cubicBezTo>
                  <a:pt x="1654" y="574"/>
                  <a:pt x="1647" y="578"/>
                  <a:pt x="1646" y="576"/>
                </a:cubicBezTo>
                <a:cubicBezTo>
                  <a:pt x="1591" y="557"/>
                  <a:pt x="1586" y="553"/>
                  <a:pt x="1577" y="555"/>
                </a:cubicBezTo>
                <a:cubicBezTo>
                  <a:pt x="1551" y="536"/>
                  <a:pt x="1541" y="545"/>
                  <a:pt x="1543" y="536"/>
                </a:cubicBezTo>
                <a:cubicBezTo>
                  <a:pt x="1513" y="523"/>
                  <a:pt x="1510" y="521"/>
                  <a:pt x="1507" y="521"/>
                </a:cubicBezTo>
                <a:cubicBezTo>
                  <a:pt x="1477" y="507"/>
                  <a:pt x="1473" y="506"/>
                  <a:pt x="1472" y="500"/>
                </a:cubicBezTo>
                <a:cubicBezTo>
                  <a:pt x="1408" y="467"/>
                  <a:pt x="1397" y="459"/>
                  <a:pt x="1384" y="454"/>
                </a:cubicBezTo>
                <a:cubicBezTo>
                  <a:pt x="1343" y="434"/>
                  <a:pt x="1341" y="426"/>
                  <a:pt x="1333" y="426"/>
                </a:cubicBezTo>
                <a:cubicBezTo>
                  <a:pt x="1289" y="410"/>
                  <a:pt x="1284" y="405"/>
                  <a:pt x="1276" y="405"/>
                </a:cubicBezTo>
                <a:cubicBezTo>
                  <a:pt x="1253" y="397"/>
                  <a:pt x="1247" y="401"/>
                  <a:pt x="1246" y="397"/>
                </a:cubicBezTo>
                <a:cubicBezTo>
                  <a:pt x="1257" y="404"/>
                  <a:pt x="1261" y="408"/>
                  <a:pt x="1269" y="406"/>
                </a:cubicBezTo>
                <a:cubicBezTo>
                  <a:pt x="1312" y="423"/>
                  <a:pt x="1323" y="427"/>
                  <a:pt x="1332" y="433"/>
                </a:cubicBezTo>
                <a:cubicBezTo>
                  <a:pt x="1373" y="452"/>
                  <a:pt x="1380" y="461"/>
                  <a:pt x="1391" y="464"/>
                </a:cubicBezTo>
                <a:cubicBezTo>
                  <a:pt x="1429" y="487"/>
                  <a:pt x="1438" y="493"/>
                  <a:pt x="1448" y="498"/>
                </a:cubicBezTo>
                <a:cubicBezTo>
                  <a:pt x="1495" y="522"/>
                  <a:pt x="1497" y="523"/>
                  <a:pt x="1497" y="527"/>
                </a:cubicBezTo>
                <a:cubicBezTo>
                  <a:pt x="1546" y="551"/>
                  <a:pt x="1559" y="551"/>
                  <a:pt x="1567" y="559"/>
                </a:cubicBezTo>
                <a:cubicBezTo>
                  <a:pt x="1622" y="576"/>
                  <a:pt x="1626" y="580"/>
                  <a:pt x="1631" y="583"/>
                </a:cubicBezTo>
                <a:cubicBezTo>
                  <a:pt x="1662" y="587"/>
                  <a:pt x="1662" y="592"/>
                  <a:pt x="1668" y="589"/>
                </a:cubicBezTo>
                <a:cubicBezTo>
                  <a:pt x="1709" y="600"/>
                  <a:pt x="1718" y="597"/>
                  <a:pt x="1723" y="599"/>
                </a:cubicBezTo>
                <a:cubicBezTo>
                  <a:pt x="1724" y="608"/>
                  <a:pt x="1723" y="608"/>
                  <a:pt x="1722" y="606"/>
                </a:cubicBezTo>
                <a:cubicBezTo>
                  <a:pt x="1682" y="603"/>
                  <a:pt x="1670" y="604"/>
                  <a:pt x="1660" y="604"/>
                </a:cubicBezTo>
                <a:cubicBezTo>
                  <a:pt x="1606" y="587"/>
                  <a:pt x="1598" y="585"/>
                  <a:pt x="1591" y="581"/>
                </a:cubicBezTo>
                <a:cubicBezTo>
                  <a:pt x="1518" y="552"/>
                  <a:pt x="1512" y="547"/>
                  <a:pt x="1505" y="543"/>
                </a:cubicBezTo>
                <a:cubicBezTo>
                  <a:pt x="1461" y="517"/>
                  <a:pt x="1453" y="512"/>
                  <a:pt x="1445" y="508"/>
                </a:cubicBezTo>
                <a:cubicBezTo>
                  <a:pt x="1416" y="493"/>
                  <a:pt x="1413" y="488"/>
                  <a:pt x="1410" y="485"/>
                </a:cubicBezTo>
                <a:cubicBezTo>
                  <a:pt x="1380" y="471"/>
                  <a:pt x="1374" y="471"/>
                  <a:pt x="1371" y="466"/>
                </a:cubicBezTo>
                <a:cubicBezTo>
                  <a:pt x="1302" y="432"/>
                  <a:pt x="1301" y="425"/>
                  <a:pt x="1293" y="429"/>
                </a:cubicBezTo>
                <a:cubicBezTo>
                  <a:pt x="1283" y="430"/>
                  <a:pt x="1290" y="428"/>
                  <a:pt x="1294" y="433"/>
                </a:cubicBezTo>
                <a:cubicBezTo>
                  <a:pt x="1362" y="468"/>
                  <a:pt x="1370" y="477"/>
                  <a:pt x="1382" y="479"/>
                </a:cubicBezTo>
                <a:cubicBezTo>
                  <a:pt x="1400" y="491"/>
                  <a:pt x="1406" y="491"/>
                  <a:pt x="1410" y="496"/>
                </a:cubicBezTo>
                <a:cubicBezTo>
                  <a:pt x="1443" y="513"/>
                  <a:pt x="1445" y="520"/>
                  <a:pt x="1452" y="520"/>
                </a:cubicBezTo>
                <a:cubicBezTo>
                  <a:pt x="1488" y="537"/>
                  <a:pt x="1488" y="547"/>
                  <a:pt x="1496" y="545"/>
                </a:cubicBezTo>
                <a:cubicBezTo>
                  <a:pt x="1533" y="569"/>
                  <a:pt x="1543" y="571"/>
                  <a:pt x="1548" y="578"/>
                </a:cubicBezTo>
                <a:cubicBezTo>
                  <a:pt x="1580" y="584"/>
                  <a:pt x="1582" y="594"/>
                  <a:pt x="1593" y="592"/>
                </a:cubicBezTo>
                <a:cubicBezTo>
                  <a:pt x="1620" y="603"/>
                  <a:pt x="1621" y="605"/>
                  <a:pt x="1624" y="604"/>
                </a:cubicBezTo>
                <a:cubicBezTo>
                  <a:pt x="1657" y="614"/>
                  <a:pt x="1662" y="613"/>
                  <a:pt x="1667" y="611"/>
                </a:cubicBezTo>
                <a:cubicBezTo>
                  <a:pt x="1692" y="626"/>
                  <a:pt x="1685" y="617"/>
                  <a:pt x="1681" y="622"/>
                </a:cubicBezTo>
                <a:cubicBezTo>
                  <a:pt x="1593" y="615"/>
                  <a:pt x="1584" y="614"/>
                  <a:pt x="1575" y="613"/>
                </a:cubicBezTo>
                <a:cubicBezTo>
                  <a:pt x="1546" y="601"/>
                  <a:pt x="1538" y="605"/>
                  <a:pt x="1535" y="602"/>
                </a:cubicBezTo>
                <a:cubicBezTo>
                  <a:pt x="1505" y="591"/>
                  <a:pt x="1501" y="590"/>
                  <a:pt x="1497" y="587"/>
                </a:cubicBezTo>
                <a:cubicBezTo>
                  <a:pt x="1464" y="574"/>
                  <a:pt x="1462" y="573"/>
                  <a:pt x="1461" y="571"/>
                </a:cubicBezTo>
                <a:cubicBezTo>
                  <a:pt x="1444" y="564"/>
                  <a:pt x="1441" y="561"/>
                  <a:pt x="1437" y="560"/>
                </a:cubicBezTo>
                <a:cubicBezTo>
                  <a:pt x="1396" y="533"/>
                  <a:pt x="1390" y="529"/>
                  <a:pt x="1384" y="523"/>
                </a:cubicBezTo>
                <a:cubicBezTo>
                  <a:pt x="1348" y="497"/>
                  <a:pt x="1334" y="487"/>
                  <a:pt x="1322" y="474"/>
                </a:cubicBezTo>
                <a:cubicBezTo>
                  <a:pt x="1288" y="447"/>
                  <a:pt x="1282" y="448"/>
                  <a:pt x="1280" y="442"/>
                </a:cubicBezTo>
                <a:cubicBezTo>
                  <a:pt x="1254" y="427"/>
                  <a:pt x="1251" y="424"/>
                  <a:pt x="1246" y="424"/>
                </a:cubicBezTo>
                <a:cubicBezTo>
                  <a:pt x="1239" y="423"/>
                  <a:pt x="1244" y="426"/>
                  <a:pt x="1247" y="430"/>
                </a:cubicBezTo>
                <a:cubicBezTo>
                  <a:pt x="1267" y="440"/>
                  <a:pt x="1271" y="443"/>
                  <a:pt x="1275" y="447"/>
                </a:cubicBezTo>
                <a:cubicBezTo>
                  <a:pt x="1323" y="484"/>
                  <a:pt x="1331" y="493"/>
                  <a:pt x="1339" y="500"/>
                </a:cubicBezTo>
                <a:cubicBezTo>
                  <a:pt x="1401" y="544"/>
                  <a:pt x="1408" y="552"/>
                  <a:pt x="1418" y="557"/>
                </a:cubicBezTo>
                <a:cubicBezTo>
                  <a:pt x="1436" y="571"/>
                  <a:pt x="1444" y="569"/>
                  <a:pt x="1446" y="576"/>
                </a:cubicBezTo>
                <a:cubicBezTo>
                  <a:pt x="1503" y="601"/>
                  <a:pt x="1515" y="599"/>
                  <a:pt x="1520" y="607"/>
                </a:cubicBezTo>
                <a:cubicBezTo>
                  <a:pt x="1568" y="619"/>
                  <a:pt x="1585" y="625"/>
                  <a:pt x="1606" y="627"/>
                </a:cubicBezTo>
                <a:cubicBezTo>
                  <a:pt x="1641" y="631"/>
                  <a:pt x="1645" y="634"/>
                  <a:pt x="1651" y="632"/>
                </a:cubicBezTo>
                <a:cubicBezTo>
                  <a:pt x="1618" y="637"/>
                  <a:pt x="1616" y="637"/>
                  <a:pt x="1608" y="636"/>
                </a:cubicBezTo>
                <a:cubicBezTo>
                  <a:pt x="1567" y="628"/>
                  <a:pt x="1562" y="625"/>
                  <a:pt x="1555" y="625"/>
                </a:cubicBezTo>
                <a:cubicBezTo>
                  <a:pt x="1534" y="620"/>
                  <a:pt x="1531" y="619"/>
                  <a:pt x="1529" y="616"/>
                </a:cubicBezTo>
                <a:cubicBezTo>
                  <a:pt x="1499" y="609"/>
                  <a:pt x="1498" y="606"/>
                  <a:pt x="1496" y="605"/>
                </a:cubicBezTo>
                <a:cubicBezTo>
                  <a:pt x="1453" y="583"/>
                  <a:pt x="1451" y="582"/>
                  <a:pt x="1447" y="582"/>
                </a:cubicBezTo>
                <a:cubicBezTo>
                  <a:pt x="1415" y="563"/>
                  <a:pt x="1404" y="558"/>
                  <a:pt x="1393" y="552"/>
                </a:cubicBezTo>
                <a:cubicBezTo>
                  <a:pt x="1381" y="541"/>
                  <a:pt x="1375" y="541"/>
                  <a:pt x="1373" y="536"/>
                </a:cubicBezTo>
                <a:cubicBezTo>
                  <a:pt x="1299" y="486"/>
                  <a:pt x="1294" y="478"/>
                  <a:pt x="1286" y="474"/>
                </a:cubicBezTo>
                <a:cubicBezTo>
                  <a:pt x="1274" y="462"/>
                  <a:pt x="1268" y="463"/>
                  <a:pt x="1265" y="458"/>
                </a:cubicBezTo>
                <a:cubicBezTo>
                  <a:pt x="1227" y="434"/>
                  <a:pt x="1225" y="430"/>
                  <a:pt x="1218" y="431"/>
                </a:cubicBezTo>
                <a:cubicBezTo>
                  <a:pt x="1245" y="452"/>
                  <a:pt x="1249" y="454"/>
                  <a:pt x="1254" y="456"/>
                </a:cubicBezTo>
                <a:cubicBezTo>
                  <a:pt x="1273" y="470"/>
                  <a:pt x="1275" y="472"/>
                  <a:pt x="1277" y="474"/>
                </a:cubicBezTo>
                <a:cubicBezTo>
                  <a:pt x="1295" y="490"/>
                  <a:pt x="1297" y="491"/>
                  <a:pt x="1300" y="492"/>
                </a:cubicBezTo>
                <a:cubicBezTo>
                  <a:pt x="1374" y="550"/>
                  <a:pt x="1391" y="560"/>
                  <a:pt x="1408" y="572"/>
                </a:cubicBezTo>
                <a:cubicBezTo>
                  <a:pt x="1492" y="612"/>
                  <a:pt x="1496" y="615"/>
                  <a:pt x="1500" y="617"/>
                </a:cubicBezTo>
                <a:cubicBezTo>
                  <a:pt x="1529" y="631"/>
                  <a:pt x="1535" y="628"/>
                  <a:pt x="1536" y="631"/>
                </a:cubicBezTo>
                <a:cubicBezTo>
                  <a:pt x="1564" y="637"/>
                  <a:pt x="1570" y="637"/>
                  <a:pt x="1575" y="639"/>
                </a:cubicBezTo>
                <a:cubicBezTo>
                  <a:pt x="1630" y="648"/>
                  <a:pt x="1639" y="643"/>
                  <a:pt x="1641" y="649"/>
                </a:cubicBezTo>
                <a:cubicBezTo>
                  <a:pt x="1616" y="651"/>
                  <a:pt x="1609" y="655"/>
                  <a:pt x="1608" y="651"/>
                </a:cubicBezTo>
                <a:cubicBezTo>
                  <a:pt x="1511" y="636"/>
                  <a:pt x="1504" y="634"/>
                  <a:pt x="1496" y="633"/>
                </a:cubicBezTo>
                <a:cubicBezTo>
                  <a:pt x="1421" y="596"/>
                  <a:pt x="1414" y="600"/>
                  <a:pt x="1412" y="598"/>
                </a:cubicBezTo>
                <a:cubicBezTo>
                  <a:pt x="1378" y="578"/>
                  <a:pt x="1373" y="574"/>
                  <a:pt x="1368" y="570"/>
                </a:cubicBezTo>
                <a:cubicBezTo>
                  <a:pt x="1339" y="548"/>
                  <a:pt x="1329" y="538"/>
                  <a:pt x="1316" y="531"/>
                </a:cubicBezTo>
                <a:cubicBezTo>
                  <a:pt x="1280" y="494"/>
                  <a:pt x="1271" y="495"/>
                  <a:pt x="1268" y="486"/>
                </a:cubicBezTo>
                <a:cubicBezTo>
                  <a:pt x="1258" y="473"/>
                  <a:pt x="1254" y="485"/>
                  <a:pt x="1259" y="483"/>
                </a:cubicBezTo>
                <a:cubicBezTo>
                  <a:pt x="1281" y="508"/>
                  <a:pt x="1287" y="506"/>
                  <a:pt x="1286" y="512"/>
                </a:cubicBezTo>
                <a:cubicBezTo>
                  <a:pt x="1320" y="539"/>
                  <a:pt x="1329" y="550"/>
                  <a:pt x="1341" y="555"/>
                </a:cubicBezTo>
                <a:cubicBezTo>
                  <a:pt x="1379" y="584"/>
                  <a:pt x="1383" y="593"/>
                  <a:pt x="1394" y="592"/>
                </a:cubicBezTo>
                <a:cubicBezTo>
                  <a:pt x="1424" y="609"/>
                  <a:pt x="1430" y="615"/>
                  <a:pt x="1438" y="617"/>
                </a:cubicBezTo>
                <a:cubicBezTo>
                  <a:pt x="1466" y="632"/>
                  <a:pt x="1473" y="632"/>
                  <a:pt x="1478" y="632"/>
                </a:cubicBezTo>
                <a:cubicBezTo>
                  <a:pt x="1542" y="650"/>
                  <a:pt x="1551" y="659"/>
                  <a:pt x="1567" y="656"/>
                </a:cubicBezTo>
                <a:cubicBezTo>
                  <a:pt x="1589" y="662"/>
                  <a:pt x="1592" y="664"/>
                  <a:pt x="1595" y="664"/>
                </a:cubicBezTo>
                <a:cubicBezTo>
                  <a:pt x="1555" y="665"/>
                  <a:pt x="1549" y="669"/>
                  <a:pt x="1547" y="666"/>
                </a:cubicBezTo>
                <a:cubicBezTo>
                  <a:pt x="1487" y="658"/>
                  <a:pt x="1484" y="657"/>
                  <a:pt x="1481" y="656"/>
                </a:cubicBezTo>
                <a:cubicBezTo>
                  <a:pt x="1433" y="643"/>
                  <a:pt x="1421" y="636"/>
                  <a:pt x="1408" y="632"/>
                </a:cubicBezTo>
                <a:cubicBezTo>
                  <a:pt x="1354" y="601"/>
                  <a:pt x="1350" y="598"/>
                  <a:pt x="1346" y="596"/>
                </a:cubicBezTo>
                <a:cubicBezTo>
                  <a:pt x="1333" y="588"/>
                  <a:pt x="1334" y="584"/>
                  <a:pt x="1332" y="583"/>
                </a:cubicBezTo>
                <a:cubicBezTo>
                  <a:pt x="1306" y="568"/>
                  <a:pt x="1292" y="554"/>
                  <a:pt x="1274" y="545"/>
                </a:cubicBezTo>
                <a:cubicBezTo>
                  <a:pt x="1221" y="514"/>
                  <a:pt x="1213" y="518"/>
                  <a:pt x="1211" y="512"/>
                </a:cubicBezTo>
                <a:cubicBezTo>
                  <a:pt x="1178" y="504"/>
                  <a:pt x="1176" y="502"/>
                  <a:pt x="1172" y="504"/>
                </a:cubicBezTo>
                <a:cubicBezTo>
                  <a:pt x="1192" y="514"/>
                  <a:pt x="1200" y="513"/>
                  <a:pt x="1205" y="518"/>
                </a:cubicBezTo>
                <a:cubicBezTo>
                  <a:pt x="1278" y="558"/>
                  <a:pt x="1289" y="560"/>
                  <a:pt x="1294" y="570"/>
                </a:cubicBezTo>
                <a:cubicBezTo>
                  <a:pt x="1336" y="596"/>
                  <a:pt x="1337" y="599"/>
                  <a:pt x="1340" y="600"/>
                </a:cubicBezTo>
                <a:cubicBezTo>
                  <a:pt x="1380" y="627"/>
                  <a:pt x="1387" y="635"/>
                  <a:pt x="1399" y="635"/>
                </a:cubicBezTo>
                <a:cubicBezTo>
                  <a:pt x="1436" y="655"/>
                  <a:pt x="1447" y="659"/>
                  <a:pt x="1461" y="658"/>
                </a:cubicBezTo>
                <a:cubicBezTo>
                  <a:pt x="1487" y="664"/>
                  <a:pt x="1488" y="669"/>
                  <a:pt x="1492" y="670"/>
                </a:cubicBezTo>
                <a:cubicBezTo>
                  <a:pt x="1538" y="679"/>
                  <a:pt x="1550" y="675"/>
                  <a:pt x="1556" y="680"/>
                </a:cubicBezTo>
                <a:cubicBezTo>
                  <a:pt x="1519" y="683"/>
                  <a:pt x="1520" y="675"/>
                  <a:pt x="1513" y="677"/>
                </a:cubicBezTo>
                <a:cubicBezTo>
                  <a:pt x="1499" y="674"/>
                  <a:pt x="1492" y="677"/>
                  <a:pt x="1488" y="675"/>
                </a:cubicBezTo>
                <a:cubicBezTo>
                  <a:pt x="1432" y="662"/>
                  <a:pt x="1430" y="659"/>
                  <a:pt x="1428" y="659"/>
                </a:cubicBezTo>
                <a:cubicBezTo>
                  <a:pt x="1407" y="653"/>
                  <a:pt x="1398" y="651"/>
                  <a:pt x="1391" y="648"/>
                </a:cubicBezTo>
                <a:cubicBezTo>
                  <a:pt x="1354" y="632"/>
                  <a:pt x="1348" y="632"/>
                  <a:pt x="1345" y="630"/>
                </a:cubicBezTo>
                <a:cubicBezTo>
                  <a:pt x="1322" y="615"/>
                  <a:pt x="1316" y="617"/>
                  <a:pt x="1313" y="613"/>
                </a:cubicBezTo>
                <a:cubicBezTo>
                  <a:pt x="1279" y="594"/>
                  <a:pt x="1276" y="591"/>
                  <a:pt x="1271" y="590"/>
                </a:cubicBezTo>
                <a:cubicBezTo>
                  <a:pt x="1238" y="568"/>
                  <a:pt x="1232" y="570"/>
                  <a:pt x="1230" y="566"/>
                </a:cubicBezTo>
                <a:cubicBezTo>
                  <a:pt x="1190" y="554"/>
                  <a:pt x="1189" y="549"/>
                  <a:pt x="1182" y="550"/>
                </a:cubicBezTo>
                <a:cubicBezTo>
                  <a:pt x="1139" y="548"/>
                  <a:pt x="1134" y="547"/>
                  <a:pt x="1126" y="547"/>
                </a:cubicBezTo>
                <a:cubicBezTo>
                  <a:pt x="1156" y="555"/>
                  <a:pt x="1170" y="550"/>
                  <a:pt x="1177" y="556"/>
                </a:cubicBezTo>
                <a:cubicBezTo>
                  <a:pt x="1230" y="573"/>
                  <a:pt x="1232" y="576"/>
                  <a:pt x="1234" y="579"/>
                </a:cubicBezTo>
                <a:cubicBezTo>
                  <a:pt x="1286" y="604"/>
                  <a:pt x="1288" y="608"/>
                  <a:pt x="1291" y="611"/>
                </a:cubicBezTo>
                <a:cubicBezTo>
                  <a:pt x="1326" y="629"/>
                  <a:pt x="1333" y="632"/>
                  <a:pt x="1339" y="635"/>
                </a:cubicBezTo>
                <a:cubicBezTo>
                  <a:pt x="1354" y="643"/>
                  <a:pt x="1358" y="644"/>
                  <a:pt x="1355" y="646"/>
                </a:cubicBezTo>
                <a:cubicBezTo>
                  <a:pt x="1332" y="636"/>
                  <a:pt x="1330" y="635"/>
                  <a:pt x="1326" y="635"/>
                </a:cubicBezTo>
                <a:cubicBezTo>
                  <a:pt x="1294" y="620"/>
                  <a:pt x="1289" y="619"/>
                  <a:pt x="1283" y="619"/>
                </a:cubicBezTo>
                <a:cubicBezTo>
                  <a:pt x="1231" y="596"/>
                  <a:pt x="1222" y="592"/>
                  <a:pt x="1212" y="589"/>
                </a:cubicBezTo>
                <a:cubicBezTo>
                  <a:pt x="1134" y="577"/>
                  <a:pt x="1120" y="579"/>
                  <a:pt x="1108" y="579"/>
                </a:cubicBezTo>
                <a:cubicBezTo>
                  <a:pt x="1062" y="594"/>
                  <a:pt x="1067" y="589"/>
                  <a:pt x="1076" y="589"/>
                </a:cubicBezTo>
                <a:cubicBezTo>
                  <a:pt x="1157" y="587"/>
                  <a:pt x="1166" y="585"/>
                  <a:pt x="1173" y="585"/>
                </a:cubicBezTo>
                <a:cubicBezTo>
                  <a:pt x="1205" y="597"/>
                  <a:pt x="1212" y="594"/>
                  <a:pt x="1213" y="598"/>
                </a:cubicBezTo>
                <a:cubicBezTo>
                  <a:pt x="1245" y="611"/>
                  <a:pt x="1259" y="614"/>
                  <a:pt x="1270" y="621"/>
                </a:cubicBezTo>
                <a:cubicBezTo>
                  <a:pt x="1316" y="636"/>
                  <a:pt x="1321" y="639"/>
                  <a:pt x="1326" y="644"/>
                </a:cubicBezTo>
                <a:cubicBezTo>
                  <a:pt x="1370" y="662"/>
                  <a:pt x="1377" y="664"/>
                  <a:pt x="1383" y="667"/>
                </a:cubicBezTo>
                <a:cubicBezTo>
                  <a:pt x="1436" y="683"/>
                  <a:pt x="1437" y="688"/>
                  <a:pt x="1444" y="685"/>
                </a:cubicBezTo>
                <a:cubicBezTo>
                  <a:pt x="1504" y="697"/>
                  <a:pt x="1508" y="695"/>
                  <a:pt x="1512" y="695"/>
                </a:cubicBezTo>
                <a:cubicBezTo>
                  <a:pt x="1536" y="698"/>
                  <a:pt x="1543" y="693"/>
                  <a:pt x="1544" y="698"/>
                </a:cubicBezTo>
                <a:cubicBezTo>
                  <a:pt x="1486" y="702"/>
                  <a:pt x="1471" y="703"/>
                  <a:pt x="1456" y="703"/>
                </a:cubicBezTo>
                <a:cubicBezTo>
                  <a:pt x="1429" y="698"/>
                  <a:pt x="1423" y="696"/>
                  <a:pt x="1415" y="697"/>
                </a:cubicBezTo>
                <a:cubicBezTo>
                  <a:pt x="1353" y="677"/>
                  <a:pt x="1348" y="673"/>
                  <a:pt x="1340" y="675"/>
                </a:cubicBezTo>
                <a:cubicBezTo>
                  <a:pt x="1312" y="661"/>
                  <a:pt x="1304" y="658"/>
                  <a:pt x="1295" y="656"/>
                </a:cubicBezTo>
                <a:cubicBezTo>
                  <a:pt x="1258" y="637"/>
                  <a:pt x="1253" y="638"/>
                  <a:pt x="1247" y="638"/>
                </a:cubicBezTo>
                <a:cubicBezTo>
                  <a:pt x="1196" y="619"/>
                  <a:pt x="1187" y="623"/>
                  <a:pt x="1186" y="618"/>
                </a:cubicBezTo>
                <a:cubicBezTo>
                  <a:pt x="1157" y="610"/>
                  <a:pt x="1149" y="614"/>
                  <a:pt x="1147" y="610"/>
                </a:cubicBezTo>
                <a:cubicBezTo>
                  <a:pt x="1083" y="616"/>
                  <a:pt x="1084" y="621"/>
                  <a:pt x="1078" y="620"/>
                </a:cubicBezTo>
                <a:cubicBezTo>
                  <a:pt x="1150" y="620"/>
                  <a:pt x="1157" y="619"/>
                  <a:pt x="1160" y="623"/>
                </a:cubicBezTo>
                <a:cubicBezTo>
                  <a:pt x="1199" y="630"/>
                  <a:pt x="1204" y="632"/>
                  <a:pt x="1209" y="634"/>
                </a:cubicBezTo>
                <a:cubicBezTo>
                  <a:pt x="1228" y="642"/>
                  <a:pt x="1238" y="637"/>
                  <a:pt x="1239" y="644"/>
                </a:cubicBezTo>
                <a:cubicBezTo>
                  <a:pt x="1313" y="668"/>
                  <a:pt x="1320" y="677"/>
                  <a:pt x="1332" y="679"/>
                </a:cubicBezTo>
                <a:cubicBezTo>
                  <a:pt x="1381" y="698"/>
                  <a:pt x="1390" y="695"/>
                  <a:pt x="1393" y="701"/>
                </a:cubicBezTo>
                <a:cubicBezTo>
                  <a:pt x="1304" y="679"/>
                  <a:pt x="1301" y="674"/>
                  <a:pt x="1293" y="674"/>
                </a:cubicBezTo>
                <a:cubicBezTo>
                  <a:pt x="1253" y="666"/>
                  <a:pt x="1252" y="659"/>
                  <a:pt x="1244" y="661"/>
                </a:cubicBezTo>
                <a:cubicBezTo>
                  <a:pt x="1190" y="645"/>
                  <a:pt x="1182" y="646"/>
                  <a:pt x="1177" y="644"/>
                </a:cubicBezTo>
                <a:cubicBezTo>
                  <a:pt x="1102" y="645"/>
                  <a:pt x="1100" y="643"/>
                  <a:pt x="1084" y="646"/>
                </a:cubicBezTo>
                <a:cubicBezTo>
                  <a:pt x="1038" y="654"/>
                  <a:pt x="1027" y="657"/>
                  <a:pt x="1016" y="660"/>
                </a:cubicBezTo>
                <a:cubicBezTo>
                  <a:pt x="1009" y="671"/>
                  <a:pt x="1023" y="663"/>
                  <a:pt x="1040" y="658"/>
                </a:cubicBezTo>
                <a:cubicBezTo>
                  <a:pt x="1127" y="644"/>
                  <a:pt x="1133" y="653"/>
                  <a:pt x="1142" y="648"/>
                </a:cubicBezTo>
                <a:cubicBezTo>
                  <a:pt x="1168" y="650"/>
                  <a:pt x="1171" y="650"/>
                  <a:pt x="1174" y="652"/>
                </a:cubicBezTo>
                <a:cubicBezTo>
                  <a:pt x="1216" y="663"/>
                  <a:pt x="1230" y="664"/>
                  <a:pt x="1243" y="668"/>
                </a:cubicBezTo>
                <a:cubicBezTo>
                  <a:pt x="1286" y="682"/>
                  <a:pt x="1293" y="683"/>
                  <a:pt x="1300" y="684"/>
                </a:cubicBezTo>
                <a:cubicBezTo>
                  <a:pt x="1341" y="697"/>
                  <a:pt x="1345" y="698"/>
                  <a:pt x="1347" y="700"/>
                </a:cubicBezTo>
                <a:cubicBezTo>
                  <a:pt x="1407" y="712"/>
                  <a:pt x="1415" y="717"/>
                  <a:pt x="1425" y="717"/>
                </a:cubicBezTo>
                <a:cubicBezTo>
                  <a:pt x="1468" y="727"/>
                  <a:pt x="1479" y="717"/>
                  <a:pt x="1479" y="723"/>
                </a:cubicBezTo>
                <a:cubicBezTo>
                  <a:pt x="1425" y="732"/>
                  <a:pt x="1411" y="731"/>
                  <a:pt x="1397" y="731"/>
                </a:cubicBezTo>
                <a:cubicBezTo>
                  <a:pt x="1367" y="724"/>
                  <a:pt x="1361" y="728"/>
                  <a:pt x="1360" y="724"/>
                </a:cubicBezTo>
                <a:cubicBezTo>
                  <a:pt x="1304" y="710"/>
                  <a:pt x="1299" y="708"/>
                  <a:pt x="1293" y="708"/>
                </a:cubicBezTo>
                <a:cubicBezTo>
                  <a:pt x="1240" y="696"/>
                  <a:pt x="1239" y="689"/>
                  <a:pt x="1232" y="690"/>
                </a:cubicBezTo>
                <a:cubicBezTo>
                  <a:pt x="1148" y="668"/>
                  <a:pt x="1139" y="669"/>
                  <a:pt x="1132" y="666"/>
                </a:cubicBezTo>
                <a:cubicBezTo>
                  <a:pt x="1108" y="662"/>
                  <a:pt x="1101" y="667"/>
                  <a:pt x="1101" y="663"/>
                </a:cubicBezTo>
                <a:cubicBezTo>
                  <a:pt x="1074" y="662"/>
                  <a:pt x="1066" y="667"/>
                  <a:pt x="1065" y="662"/>
                </a:cubicBezTo>
                <a:cubicBezTo>
                  <a:pt x="1055" y="666"/>
                  <a:pt x="1086" y="668"/>
                  <a:pt x="1116" y="671"/>
                </a:cubicBezTo>
                <a:cubicBezTo>
                  <a:pt x="1206" y="690"/>
                  <a:pt x="1212" y="689"/>
                  <a:pt x="1215" y="693"/>
                </a:cubicBezTo>
                <a:cubicBezTo>
                  <a:pt x="1240" y="698"/>
                  <a:pt x="1245" y="703"/>
                  <a:pt x="1254" y="704"/>
                </a:cubicBezTo>
                <a:cubicBezTo>
                  <a:pt x="1310" y="722"/>
                  <a:pt x="1318" y="725"/>
                  <a:pt x="1325" y="729"/>
                </a:cubicBezTo>
                <a:cubicBezTo>
                  <a:pt x="1364" y="740"/>
                  <a:pt x="1374" y="733"/>
                  <a:pt x="1374" y="740"/>
                </a:cubicBezTo>
                <a:cubicBezTo>
                  <a:pt x="1411" y="742"/>
                  <a:pt x="1411" y="738"/>
                  <a:pt x="1414" y="743"/>
                </a:cubicBezTo>
                <a:cubicBezTo>
                  <a:pt x="1303" y="732"/>
                  <a:pt x="1295" y="732"/>
                  <a:pt x="1290" y="728"/>
                </a:cubicBezTo>
                <a:cubicBezTo>
                  <a:pt x="1255" y="719"/>
                  <a:pt x="1240" y="716"/>
                  <a:pt x="1225" y="713"/>
                </a:cubicBezTo>
                <a:cubicBezTo>
                  <a:pt x="1158" y="693"/>
                  <a:pt x="1147" y="697"/>
                  <a:pt x="1142" y="693"/>
                </a:cubicBezTo>
                <a:cubicBezTo>
                  <a:pt x="1067" y="682"/>
                  <a:pt x="1060" y="680"/>
                  <a:pt x="1051" y="680"/>
                </a:cubicBezTo>
                <a:cubicBezTo>
                  <a:pt x="1019" y="689"/>
                  <a:pt x="1034" y="691"/>
                  <a:pt x="1054" y="687"/>
                </a:cubicBezTo>
                <a:cubicBezTo>
                  <a:pt x="1119" y="691"/>
                  <a:pt x="1120" y="700"/>
                  <a:pt x="1129" y="697"/>
                </a:cubicBezTo>
                <a:cubicBezTo>
                  <a:pt x="1178" y="710"/>
                  <a:pt x="1192" y="710"/>
                  <a:pt x="1203" y="715"/>
                </a:cubicBezTo>
                <a:cubicBezTo>
                  <a:pt x="1244" y="728"/>
                  <a:pt x="1252" y="727"/>
                  <a:pt x="1257" y="730"/>
                </a:cubicBezTo>
                <a:cubicBezTo>
                  <a:pt x="1283" y="735"/>
                  <a:pt x="1286" y="740"/>
                  <a:pt x="1294" y="739"/>
                </a:cubicBezTo>
                <a:cubicBezTo>
                  <a:pt x="1351" y="756"/>
                  <a:pt x="1361" y="747"/>
                  <a:pt x="1361" y="753"/>
                </a:cubicBezTo>
                <a:cubicBezTo>
                  <a:pt x="1380" y="756"/>
                  <a:pt x="1376" y="760"/>
                  <a:pt x="1362" y="762"/>
                </a:cubicBezTo>
                <a:cubicBezTo>
                  <a:pt x="1315" y="757"/>
                  <a:pt x="1314" y="755"/>
                  <a:pt x="1310" y="756"/>
                </a:cubicBezTo>
                <a:cubicBezTo>
                  <a:pt x="1291" y="749"/>
                  <a:pt x="1286" y="752"/>
                  <a:pt x="1285" y="749"/>
                </a:cubicBezTo>
                <a:cubicBezTo>
                  <a:pt x="1265" y="745"/>
                  <a:pt x="1264" y="743"/>
                  <a:pt x="1260" y="745"/>
                </a:cubicBezTo>
                <a:cubicBezTo>
                  <a:pt x="1206" y="729"/>
                  <a:pt x="1199" y="730"/>
                  <a:pt x="1196" y="725"/>
                </a:cubicBezTo>
                <a:cubicBezTo>
                  <a:pt x="1126" y="707"/>
                  <a:pt x="1120" y="706"/>
                  <a:pt x="1113" y="707"/>
                </a:cubicBezTo>
                <a:cubicBezTo>
                  <a:pt x="1142" y="713"/>
                  <a:pt x="1148" y="722"/>
                  <a:pt x="1162" y="720"/>
                </a:cubicBezTo>
                <a:cubicBezTo>
                  <a:pt x="1229" y="744"/>
                  <a:pt x="1232" y="748"/>
                  <a:pt x="1238" y="749"/>
                </a:cubicBezTo>
                <a:cubicBezTo>
                  <a:pt x="1266" y="755"/>
                  <a:pt x="1278" y="756"/>
                  <a:pt x="1287" y="762"/>
                </a:cubicBezTo>
                <a:cubicBezTo>
                  <a:pt x="1327" y="768"/>
                  <a:pt x="1331" y="770"/>
                  <a:pt x="1339" y="768"/>
                </a:cubicBezTo>
                <a:cubicBezTo>
                  <a:pt x="1311" y="775"/>
                  <a:pt x="1304" y="771"/>
                  <a:pt x="1291" y="774"/>
                </a:cubicBezTo>
                <a:cubicBezTo>
                  <a:pt x="1247" y="759"/>
                  <a:pt x="1242" y="760"/>
                  <a:pt x="1238" y="760"/>
                </a:cubicBezTo>
                <a:cubicBezTo>
                  <a:pt x="1210" y="756"/>
                  <a:pt x="1208" y="753"/>
                  <a:pt x="1203" y="753"/>
                </a:cubicBezTo>
                <a:cubicBezTo>
                  <a:pt x="1153" y="739"/>
                  <a:pt x="1142" y="743"/>
                  <a:pt x="1136" y="738"/>
                </a:cubicBezTo>
                <a:cubicBezTo>
                  <a:pt x="1065" y="736"/>
                  <a:pt x="1052" y="738"/>
                  <a:pt x="1039" y="740"/>
                </a:cubicBezTo>
                <a:cubicBezTo>
                  <a:pt x="1001" y="753"/>
                  <a:pt x="1000" y="758"/>
                  <a:pt x="992" y="758"/>
                </a:cubicBezTo>
                <a:cubicBezTo>
                  <a:pt x="998" y="764"/>
                  <a:pt x="1000" y="760"/>
                  <a:pt x="1005" y="757"/>
                </a:cubicBezTo>
                <a:cubicBezTo>
                  <a:pt x="1082" y="742"/>
                  <a:pt x="1087" y="741"/>
                  <a:pt x="1092" y="739"/>
                </a:cubicBezTo>
                <a:cubicBezTo>
                  <a:pt x="1123" y="744"/>
                  <a:pt x="1129" y="748"/>
                  <a:pt x="1138" y="747"/>
                </a:cubicBezTo>
                <a:cubicBezTo>
                  <a:pt x="1211" y="765"/>
                  <a:pt x="1220" y="764"/>
                  <a:pt x="1228" y="766"/>
                </a:cubicBezTo>
                <a:cubicBezTo>
                  <a:pt x="1279" y="775"/>
                  <a:pt x="1279" y="782"/>
                  <a:pt x="1286" y="780"/>
                </a:cubicBezTo>
                <a:cubicBezTo>
                  <a:pt x="1318" y="788"/>
                  <a:pt x="1327" y="783"/>
                  <a:pt x="1328" y="790"/>
                </a:cubicBezTo>
                <a:cubicBezTo>
                  <a:pt x="1241" y="786"/>
                  <a:pt x="1232" y="784"/>
                  <a:pt x="1222" y="783"/>
                </a:cubicBezTo>
                <a:cubicBezTo>
                  <a:pt x="1192" y="776"/>
                  <a:pt x="1187" y="776"/>
                  <a:pt x="1181" y="777"/>
                </a:cubicBezTo>
                <a:cubicBezTo>
                  <a:pt x="1149" y="770"/>
                  <a:pt x="1146" y="766"/>
                  <a:pt x="1140" y="769"/>
                </a:cubicBezTo>
                <a:cubicBezTo>
                  <a:pt x="1088" y="767"/>
                  <a:pt x="1068" y="764"/>
                  <a:pt x="1046" y="766"/>
                </a:cubicBezTo>
                <a:cubicBezTo>
                  <a:pt x="971" y="785"/>
                  <a:pt x="962" y="782"/>
                  <a:pt x="964" y="787"/>
                </a:cubicBezTo>
                <a:cubicBezTo>
                  <a:pt x="983" y="786"/>
                  <a:pt x="994" y="781"/>
                  <a:pt x="1006" y="777"/>
                </a:cubicBezTo>
                <a:cubicBezTo>
                  <a:pt x="1067" y="772"/>
                  <a:pt x="1071" y="774"/>
                  <a:pt x="1076" y="773"/>
                </a:cubicBezTo>
                <a:cubicBezTo>
                  <a:pt x="1106" y="776"/>
                  <a:pt x="1115" y="770"/>
                  <a:pt x="1117" y="775"/>
                </a:cubicBezTo>
                <a:cubicBezTo>
                  <a:pt x="1191" y="786"/>
                  <a:pt x="1211" y="787"/>
                  <a:pt x="1228" y="793"/>
                </a:cubicBezTo>
                <a:cubicBezTo>
                  <a:pt x="1281" y="803"/>
                  <a:pt x="1277" y="804"/>
                  <a:pt x="1276" y="802"/>
                </a:cubicBezTo>
                <a:cubicBezTo>
                  <a:pt x="1242" y="800"/>
                  <a:pt x="1229" y="800"/>
                  <a:pt x="1218" y="799"/>
                </a:cubicBezTo>
                <a:cubicBezTo>
                  <a:pt x="1129" y="795"/>
                  <a:pt x="1128" y="790"/>
                  <a:pt x="1122" y="792"/>
                </a:cubicBezTo>
                <a:cubicBezTo>
                  <a:pt x="971" y="817"/>
                  <a:pt x="962" y="818"/>
                  <a:pt x="957" y="822"/>
                </a:cubicBezTo>
                <a:cubicBezTo>
                  <a:pt x="931" y="836"/>
                  <a:pt x="925" y="840"/>
                  <a:pt x="918" y="844"/>
                </a:cubicBezTo>
                <a:cubicBezTo>
                  <a:pt x="915" y="851"/>
                  <a:pt x="927" y="844"/>
                  <a:pt x="937" y="836"/>
                </a:cubicBezTo>
                <a:cubicBezTo>
                  <a:pt x="967" y="824"/>
                  <a:pt x="968" y="824"/>
                  <a:pt x="970" y="821"/>
                </a:cubicBezTo>
                <a:cubicBezTo>
                  <a:pt x="988" y="819"/>
                  <a:pt x="997" y="815"/>
                  <a:pt x="1010" y="812"/>
                </a:cubicBezTo>
                <a:cubicBezTo>
                  <a:pt x="1118" y="803"/>
                  <a:pt x="1124" y="799"/>
                  <a:pt x="1126" y="802"/>
                </a:cubicBezTo>
                <a:cubicBezTo>
                  <a:pt x="1151" y="804"/>
                  <a:pt x="1155" y="804"/>
                  <a:pt x="1159" y="803"/>
                </a:cubicBezTo>
                <a:cubicBezTo>
                  <a:pt x="1188" y="806"/>
                  <a:pt x="1197" y="803"/>
                  <a:pt x="1202" y="808"/>
                </a:cubicBezTo>
                <a:cubicBezTo>
                  <a:pt x="1137" y="807"/>
                  <a:pt x="1132" y="808"/>
                  <a:pt x="1129" y="806"/>
                </a:cubicBezTo>
                <a:cubicBezTo>
                  <a:pt x="1007" y="827"/>
                  <a:pt x="987" y="836"/>
                  <a:pt x="958" y="843"/>
                </a:cubicBezTo>
                <a:cubicBezTo>
                  <a:pt x="933" y="859"/>
                  <a:pt x="923" y="861"/>
                  <a:pt x="918" y="866"/>
                </a:cubicBezTo>
                <a:cubicBezTo>
                  <a:pt x="898" y="891"/>
                  <a:pt x="901" y="878"/>
                  <a:pt x="915" y="873"/>
                </a:cubicBezTo>
                <a:cubicBezTo>
                  <a:pt x="944" y="858"/>
                  <a:pt x="947" y="856"/>
                  <a:pt x="949" y="854"/>
                </a:cubicBezTo>
                <a:cubicBezTo>
                  <a:pt x="992" y="838"/>
                  <a:pt x="1000" y="841"/>
                  <a:pt x="999" y="836"/>
                </a:cubicBezTo>
                <a:cubicBezTo>
                  <a:pt x="1049" y="824"/>
                  <a:pt x="1051" y="821"/>
                  <a:pt x="1058" y="821"/>
                </a:cubicBezTo>
                <a:cubicBezTo>
                  <a:pt x="1141" y="816"/>
                  <a:pt x="1140" y="815"/>
                  <a:pt x="1146" y="816"/>
                </a:cubicBezTo>
                <a:cubicBezTo>
                  <a:pt x="1178" y="815"/>
                  <a:pt x="1186" y="820"/>
                  <a:pt x="1200" y="818"/>
                </a:cubicBezTo>
                <a:cubicBezTo>
                  <a:pt x="1212" y="833"/>
                  <a:pt x="1196" y="824"/>
                  <a:pt x="1177" y="826"/>
                </a:cubicBezTo>
                <a:cubicBezTo>
                  <a:pt x="1028" y="844"/>
                  <a:pt x="1022" y="846"/>
                  <a:pt x="1014" y="847"/>
                </a:cubicBezTo>
                <a:cubicBezTo>
                  <a:pt x="992" y="855"/>
                  <a:pt x="977" y="859"/>
                  <a:pt x="966" y="864"/>
                </a:cubicBezTo>
                <a:cubicBezTo>
                  <a:pt x="916" y="894"/>
                  <a:pt x="905" y="894"/>
                  <a:pt x="904" y="900"/>
                </a:cubicBezTo>
                <a:cubicBezTo>
                  <a:pt x="980" y="863"/>
                  <a:pt x="990" y="863"/>
                  <a:pt x="994" y="859"/>
                </a:cubicBezTo>
                <a:cubicBezTo>
                  <a:pt x="1024" y="851"/>
                  <a:pt x="1039" y="847"/>
                  <a:pt x="1056" y="844"/>
                </a:cubicBezTo>
                <a:cubicBezTo>
                  <a:pt x="1146" y="832"/>
                  <a:pt x="1149" y="836"/>
                  <a:pt x="1156" y="834"/>
                </a:cubicBezTo>
                <a:cubicBezTo>
                  <a:pt x="1103" y="846"/>
                  <a:pt x="1103" y="849"/>
                  <a:pt x="1099" y="849"/>
                </a:cubicBezTo>
                <a:cubicBezTo>
                  <a:pt x="1074" y="856"/>
                  <a:pt x="1075" y="852"/>
                  <a:pt x="1071" y="856"/>
                </a:cubicBezTo>
                <a:cubicBezTo>
                  <a:pt x="1014" y="877"/>
                  <a:pt x="1004" y="885"/>
                  <a:pt x="989" y="889"/>
                </a:cubicBezTo>
                <a:cubicBezTo>
                  <a:pt x="937" y="920"/>
                  <a:pt x="924" y="917"/>
                  <a:pt x="927" y="927"/>
                </a:cubicBezTo>
                <a:cubicBezTo>
                  <a:pt x="944" y="914"/>
                  <a:pt x="953" y="913"/>
                  <a:pt x="957" y="908"/>
                </a:cubicBezTo>
                <a:cubicBezTo>
                  <a:pt x="1079" y="868"/>
                  <a:pt x="1081" y="859"/>
                  <a:pt x="1085" y="860"/>
                </a:cubicBezTo>
                <a:cubicBezTo>
                  <a:pt x="1115" y="856"/>
                  <a:pt x="1123" y="851"/>
                  <a:pt x="1124" y="856"/>
                </a:cubicBezTo>
                <a:cubicBezTo>
                  <a:pt x="1048" y="892"/>
                  <a:pt x="1037" y="891"/>
                  <a:pt x="1034" y="896"/>
                </a:cubicBezTo>
                <a:cubicBezTo>
                  <a:pt x="995" y="917"/>
                  <a:pt x="985" y="917"/>
                  <a:pt x="986" y="925"/>
                </a:cubicBezTo>
                <a:cubicBezTo>
                  <a:pt x="1060" y="887"/>
                  <a:pt x="1082" y="881"/>
                  <a:pt x="1101" y="871"/>
                </a:cubicBezTo>
                <a:cubicBezTo>
                  <a:pt x="1190" y="845"/>
                  <a:pt x="1192" y="840"/>
                  <a:pt x="1201" y="839"/>
                </a:cubicBezTo>
                <a:cubicBezTo>
                  <a:pt x="1214" y="839"/>
                  <a:pt x="1208" y="844"/>
                  <a:pt x="1196" y="845"/>
                </a:cubicBezTo>
                <a:cubicBezTo>
                  <a:pt x="1124" y="887"/>
                  <a:pt x="1112" y="885"/>
                  <a:pt x="1111" y="891"/>
                </a:cubicBezTo>
                <a:cubicBezTo>
                  <a:pt x="1040" y="922"/>
                  <a:pt x="1032" y="930"/>
                  <a:pt x="1019" y="934"/>
                </a:cubicBezTo>
                <a:cubicBezTo>
                  <a:pt x="994" y="953"/>
                  <a:pt x="987" y="952"/>
                  <a:pt x="987" y="956"/>
                </a:cubicBezTo>
                <a:cubicBezTo>
                  <a:pt x="936" y="987"/>
                  <a:pt x="933" y="989"/>
                  <a:pt x="932" y="992"/>
                </a:cubicBezTo>
                <a:cubicBezTo>
                  <a:pt x="945" y="988"/>
                  <a:pt x="958" y="980"/>
                  <a:pt x="970" y="972"/>
                </a:cubicBezTo>
                <a:cubicBezTo>
                  <a:pt x="999" y="956"/>
                  <a:pt x="1004" y="952"/>
                  <a:pt x="1010" y="947"/>
                </a:cubicBezTo>
                <a:cubicBezTo>
                  <a:pt x="1093" y="911"/>
                  <a:pt x="1102" y="904"/>
                  <a:pt x="1115" y="899"/>
                </a:cubicBezTo>
                <a:cubicBezTo>
                  <a:pt x="1139" y="885"/>
                  <a:pt x="1151" y="883"/>
                  <a:pt x="1150" y="886"/>
                </a:cubicBezTo>
                <a:cubicBezTo>
                  <a:pt x="1128" y="905"/>
                  <a:pt x="1125" y="907"/>
                  <a:pt x="1120" y="907"/>
                </a:cubicBezTo>
                <a:cubicBezTo>
                  <a:pt x="1090" y="934"/>
                  <a:pt x="1084" y="937"/>
                  <a:pt x="1082" y="943"/>
                </a:cubicBezTo>
                <a:cubicBezTo>
                  <a:pt x="1020" y="991"/>
                  <a:pt x="998" y="1003"/>
                  <a:pt x="978" y="1017"/>
                </a:cubicBezTo>
                <a:cubicBezTo>
                  <a:pt x="941" y="1045"/>
                  <a:pt x="928" y="1040"/>
                  <a:pt x="930" y="1046"/>
                </a:cubicBezTo>
                <a:cubicBezTo>
                  <a:pt x="921" y="1048"/>
                  <a:pt x="938" y="1050"/>
                  <a:pt x="941" y="1042"/>
                </a:cubicBezTo>
                <a:cubicBezTo>
                  <a:pt x="977" y="1024"/>
                  <a:pt x="978" y="1024"/>
                  <a:pt x="980" y="1023"/>
                </a:cubicBezTo>
                <a:cubicBezTo>
                  <a:pt x="1005" y="1006"/>
                  <a:pt x="1009" y="1003"/>
                  <a:pt x="1013" y="1000"/>
                </a:cubicBezTo>
                <a:cubicBezTo>
                  <a:pt x="1093" y="947"/>
                  <a:pt x="1094" y="941"/>
                  <a:pt x="1102" y="939"/>
                </a:cubicBezTo>
                <a:cubicBezTo>
                  <a:pt x="1124" y="923"/>
                  <a:pt x="1125" y="913"/>
                  <a:pt x="1127" y="919"/>
                </a:cubicBezTo>
                <a:cubicBezTo>
                  <a:pt x="1102" y="949"/>
                  <a:pt x="1088" y="952"/>
                  <a:pt x="1086" y="962"/>
                </a:cubicBezTo>
                <a:cubicBezTo>
                  <a:pt x="1026" y="1003"/>
                  <a:pt x="1022" y="1013"/>
                  <a:pt x="1009" y="1016"/>
                </a:cubicBezTo>
                <a:cubicBezTo>
                  <a:pt x="974" y="1039"/>
                  <a:pt x="965" y="1044"/>
                  <a:pt x="956" y="1050"/>
                </a:cubicBezTo>
                <a:cubicBezTo>
                  <a:pt x="944" y="1063"/>
                  <a:pt x="956" y="1056"/>
                  <a:pt x="971" y="1049"/>
                </a:cubicBezTo>
                <a:cubicBezTo>
                  <a:pt x="996" y="1034"/>
                  <a:pt x="1001" y="1029"/>
                  <a:pt x="1009" y="1027"/>
                </a:cubicBezTo>
                <a:cubicBezTo>
                  <a:pt x="1066" y="985"/>
                  <a:pt x="1076" y="984"/>
                  <a:pt x="1078" y="977"/>
                </a:cubicBezTo>
                <a:cubicBezTo>
                  <a:pt x="1127" y="934"/>
                  <a:pt x="1130" y="932"/>
                  <a:pt x="1134" y="931"/>
                </a:cubicBezTo>
                <a:cubicBezTo>
                  <a:pt x="1159" y="903"/>
                  <a:pt x="1165" y="900"/>
                  <a:pt x="1172" y="896"/>
                </a:cubicBezTo>
                <a:cubicBezTo>
                  <a:pt x="1209" y="866"/>
                  <a:pt x="1212" y="862"/>
                  <a:pt x="1216" y="859"/>
                </a:cubicBezTo>
                <a:cubicBezTo>
                  <a:pt x="1239" y="845"/>
                  <a:pt x="1244" y="841"/>
                  <a:pt x="1252" y="839"/>
                </a:cubicBezTo>
                <a:cubicBezTo>
                  <a:pt x="1222" y="871"/>
                  <a:pt x="1212" y="871"/>
                  <a:pt x="1210" y="878"/>
                </a:cubicBezTo>
                <a:cubicBezTo>
                  <a:pt x="1167" y="923"/>
                  <a:pt x="1164" y="928"/>
                  <a:pt x="1158" y="931"/>
                </a:cubicBezTo>
                <a:cubicBezTo>
                  <a:pt x="1105" y="979"/>
                  <a:pt x="1096" y="989"/>
                  <a:pt x="1083" y="996"/>
                </a:cubicBezTo>
                <a:cubicBezTo>
                  <a:pt x="1060" y="1010"/>
                  <a:pt x="1059" y="1017"/>
                  <a:pt x="1049" y="1017"/>
                </a:cubicBezTo>
                <a:cubicBezTo>
                  <a:pt x="1009" y="1042"/>
                  <a:pt x="1008" y="1047"/>
                  <a:pt x="999" y="1046"/>
                </a:cubicBezTo>
                <a:cubicBezTo>
                  <a:pt x="1010" y="1045"/>
                  <a:pt x="1018" y="1046"/>
                  <a:pt x="1019" y="1043"/>
                </a:cubicBezTo>
                <a:cubicBezTo>
                  <a:pt x="1042" y="1033"/>
                  <a:pt x="1041" y="1028"/>
                  <a:pt x="1047" y="1029"/>
                </a:cubicBezTo>
                <a:cubicBezTo>
                  <a:pt x="1083" y="1001"/>
                  <a:pt x="1094" y="1001"/>
                  <a:pt x="1096" y="996"/>
                </a:cubicBezTo>
                <a:cubicBezTo>
                  <a:pt x="1125" y="978"/>
                  <a:pt x="1132" y="967"/>
                  <a:pt x="1143" y="959"/>
                </a:cubicBezTo>
                <a:cubicBezTo>
                  <a:pt x="1161" y="941"/>
                  <a:pt x="1167" y="938"/>
                  <a:pt x="1172" y="933"/>
                </a:cubicBezTo>
                <a:cubicBezTo>
                  <a:pt x="1182" y="914"/>
                  <a:pt x="1188" y="915"/>
                  <a:pt x="1190" y="912"/>
                </a:cubicBezTo>
                <a:cubicBezTo>
                  <a:pt x="1250" y="864"/>
                  <a:pt x="1235" y="870"/>
                  <a:pt x="1231" y="883"/>
                </a:cubicBezTo>
                <a:cubicBezTo>
                  <a:pt x="1206" y="904"/>
                  <a:pt x="1210" y="911"/>
                  <a:pt x="1203" y="910"/>
                </a:cubicBezTo>
                <a:cubicBezTo>
                  <a:pt x="1169" y="949"/>
                  <a:pt x="1164" y="950"/>
                  <a:pt x="1164" y="955"/>
                </a:cubicBezTo>
                <a:cubicBezTo>
                  <a:pt x="1132" y="987"/>
                  <a:pt x="1124" y="990"/>
                  <a:pt x="1121" y="996"/>
                </a:cubicBezTo>
                <a:cubicBezTo>
                  <a:pt x="1053" y="1048"/>
                  <a:pt x="1050" y="1050"/>
                  <a:pt x="1049" y="1053"/>
                </a:cubicBezTo>
                <a:cubicBezTo>
                  <a:pt x="1028" y="1067"/>
                  <a:pt x="1023" y="1068"/>
                  <a:pt x="1021" y="1071"/>
                </a:cubicBezTo>
                <a:cubicBezTo>
                  <a:pt x="1074" y="1047"/>
                  <a:pt x="1077" y="1034"/>
                  <a:pt x="1094" y="1029"/>
                </a:cubicBezTo>
                <a:cubicBezTo>
                  <a:pt x="1127" y="1000"/>
                  <a:pt x="1131" y="995"/>
                  <a:pt x="1138" y="993"/>
                </a:cubicBezTo>
                <a:cubicBezTo>
                  <a:pt x="1170" y="960"/>
                  <a:pt x="1175" y="957"/>
                  <a:pt x="1179" y="952"/>
                </a:cubicBezTo>
                <a:cubicBezTo>
                  <a:pt x="1266" y="861"/>
                  <a:pt x="1268" y="852"/>
                  <a:pt x="1278" y="848"/>
                </a:cubicBezTo>
                <a:cubicBezTo>
                  <a:pt x="1310" y="817"/>
                  <a:pt x="1311" y="812"/>
                  <a:pt x="1318" y="812"/>
                </a:cubicBezTo>
                <a:cubicBezTo>
                  <a:pt x="1337" y="798"/>
                  <a:pt x="1338" y="794"/>
                  <a:pt x="1340" y="797"/>
                </a:cubicBezTo>
                <a:cubicBezTo>
                  <a:pt x="1320" y="818"/>
                  <a:pt x="1310" y="821"/>
                  <a:pt x="1305" y="827"/>
                </a:cubicBezTo>
                <a:cubicBezTo>
                  <a:pt x="1272" y="863"/>
                  <a:pt x="1269" y="865"/>
                  <a:pt x="1266" y="868"/>
                </a:cubicBezTo>
                <a:cubicBezTo>
                  <a:pt x="1240" y="900"/>
                  <a:pt x="1232" y="904"/>
                  <a:pt x="1230" y="912"/>
                </a:cubicBezTo>
                <a:cubicBezTo>
                  <a:pt x="1205" y="941"/>
                  <a:pt x="1195" y="952"/>
                  <a:pt x="1184" y="962"/>
                </a:cubicBezTo>
                <a:cubicBezTo>
                  <a:pt x="1136" y="1004"/>
                  <a:pt x="1131" y="1018"/>
                  <a:pt x="1115" y="1026"/>
                </a:cubicBezTo>
                <a:cubicBezTo>
                  <a:pt x="1086" y="1052"/>
                  <a:pt x="1078" y="1051"/>
                  <a:pt x="1079" y="1057"/>
                </a:cubicBezTo>
                <a:cubicBezTo>
                  <a:pt x="1113" y="1033"/>
                  <a:pt x="1124" y="1028"/>
                  <a:pt x="1130" y="1021"/>
                </a:cubicBezTo>
                <a:cubicBezTo>
                  <a:pt x="1187" y="966"/>
                  <a:pt x="1196" y="966"/>
                  <a:pt x="1196" y="960"/>
                </a:cubicBezTo>
                <a:cubicBezTo>
                  <a:pt x="1240" y="913"/>
                  <a:pt x="1240" y="908"/>
                  <a:pt x="1247" y="907"/>
                </a:cubicBezTo>
                <a:cubicBezTo>
                  <a:pt x="1258" y="891"/>
                  <a:pt x="1263" y="890"/>
                  <a:pt x="1263" y="886"/>
                </a:cubicBezTo>
                <a:cubicBezTo>
                  <a:pt x="1296" y="857"/>
                  <a:pt x="1296" y="847"/>
                  <a:pt x="1304" y="843"/>
                </a:cubicBezTo>
                <a:cubicBezTo>
                  <a:pt x="1319" y="829"/>
                  <a:pt x="1320" y="826"/>
                  <a:pt x="1321" y="829"/>
                </a:cubicBezTo>
                <a:cubicBezTo>
                  <a:pt x="1305" y="848"/>
                  <a:pt x="1301" y="850"/>
                  <a:pt x="1299" y="853"/>
                </a:cubicBezTo>
                <a:cubicBezTo>
                  <a:pt x="1280" y="873"/>
                  <a:pt x="1274" y="888"/>
                  <a:pt x="1260" y="897"/>
                </a:cubicBezTo>
                <a:cubicBezTo>
                  <a:pt x="1250" y="921"/>
                  <a:pt x="1239" y="921"/>
                  <a:pt x="1240" y="930"/>
                </a:cubicBezTo>
                <a:cubicBezTo>
                  <a:pt x="1219" y="954"/>
                  <a:pt x="1214" y="955"/>
                  <a:pt x="1214" y="959"/>
                </a:cubicBezTo>
                <a:cubicBezTo>
                  <a:pt x="1153" y="1020"/>
                  <a:pt x="1147" y="1023"/>
                  <a:pt x="1145" y="1029"/>
                </a:cubicBezTo>
                <a:cubicBezTo>
                  <a:pt x="1092" y="1073"/>
                  <a:pt x="1084" y="1075"/>
                  <a:pt x="1078" y="1079"/>
                </a:cubicBezTo>
                <a:cubicBezTo>
                  <a:pt x="1049" y="1099"/>
                  <a:pt x="1040" y="1097"/>
                  <a:pt x="1040" y="1101"/>
                </a:cubicBezTo>
                <a:cubicBezTo>
                  <a:pt x="1032" y="1111"/>
                  <a:pt x="1047" y="1102"/>
                  <a:pt x="1060" y="1100"/>
                </a:cubicBezTo>
                <a:cubicBezTo>
                  <a:pt x="1109" y="1066"/>
                  <a:pt x="1122" y="1059"/>
                  <a:pt x="1133" y="1049"/>
                </a:cubicBezTo>
                <a:cubicBezTo>
                  <a:pt x="1174" y="1010"/>
                  <a:pt x="1187" y="1001"/>
                  <a:pt x="1195" y="989"/>
                </a:cubicBezTo>
                <a:cubicBezTo>
                  <a:pt x="1215" y="970"/>
                  <a:pt x="1221" y="965"/>
                  <a:pt x="1225" y="959"/>
                </a:cubicBezTo>
                <a:cubicBezTo>
                  <a:pt x="1259" y="917"/>
                  <a:pt x="1260" y="913"/>
                  <a:pt x="1265" y="912"/>
                </a:cubicBezTo>
                <a:cubicBezTo>
                  <a:pt x="1297" y="873"/>
                  <a:pt x="1300" y="866"/>
                  <a:pt x="1305" y="861"/>
                </a:cubicBezTo>
                <a:cubicBezTo>
                  <a:pt x="1383" y="782"/>
                  <a:pt x="1385" y="780"/>
                  <a:pt x="1385" y="778"/>
                </a:cubicBezTo>
                <a:cubicBezTo>
                  <a:pt x="1409" y="773"/>
                  <a:pt x="1402" y="775"/>
                  <a:pt x="1399" y="780"/>
                </a:cubicBezTo>
                <a:cubicBezTo>
                  <a:pt x="1372" y="809"/>
                  <a:pt x="1370" y="815"/>
                  <a:pt x="1363" y="817"/>
                </a:cubicBezTo>
                <a:cubicBezTo>
                  <a:pt x="1334" y="859"/>
                  <a:pt x="1336" y="867"/>
                  <a:pt x="1328" y="868"/>
                </a:cubicBezTo>
                <a:cubicBezTo>
                  <a:pt x="1317" y="891"/>
                  <a:pt x="1311" y="890"/>
                  <a:pt x="1313" y="895"/>
                </a:cubicBezTo>
                <a:cubicBezTo>
                  <a:pt x="1281" y="937"/>
                  <a:pt x="1275" y="940"/>
                  <a:pt x="1274" y="946"/>
                </a:cubicBezTo>
                <a:cubicBezTo>
                  <a:pt x="1245" y="976"/>
                  <a:pt x="1245" y="983"/>
                  <a:pt x="1239" y="986"/>
                </a:cubicBezTo>
                <a:cubicBezTo>
                  <a:pt x="1200" y="1032"/>
                  <a:pt x="1193" y="1033"/>
                  <a:pt x="1191" y="1039"/>
                </a:cubicBezTo>
                <a:cubicBezTo>
                  <a:pt x="1145" y="1080"/>
                  <a:pt x="1138" y="1082"/>
                  <a:pt x="1135" y="1086"/>
                </a:cubicBezTo>
                <a:cubicBezTo>
                  <a:pt x="1085" y="1120"/>
                  <a:pt x="1080" y="1120"/>
                  <a:pt x="1079" y="1123"/>
                </a:cubicBezTo>
                <a:cubicBezTo>
                  <a:pt x="1119" y="1106"/>
                  <a:pt x="1123" y="1103"/>
                  <a:pt x="1126" y="1099"/>
                </a:cubicBezTo>
                <a:cubicBezTo>
                  <a:pt x="1159" y="1076"/>
                  <a:pt x="1165" y="1073"/>
                  <a:pt x="1167" y="1067"/>
                </a:cubicBezTo>
                <a:cubicBezTo>
                  <a:pt x="1200" y="1044"/>
                  <a:pt x="1196" y="1035"/>
                  <a:pt x="1206" y="1036"/>
                </a:cubicBezTo>
                <a:cubicBezTo>
                  <a:pt x="1247" y="991"/>
                  <a:pt x="1255" y="984"/>
                  <a:pt x="1261" y="975"/>
                </a:cubicBezTo>
                <a:cubicBezTo>
                  <a:pt x="1275" y="953"/>
                  <a:pt x="1282" y="954"/>
                  <a:pt x="1281" y="949"/>
                </a:cubicBezTo>
                <a:cubicBezTo>
                  <a:pt x="1307" y="922"/>
                  <a:pt x="1306" y="914"/>
                  <a:pt x="1312" y="913"/>
                </a:cubicBezTo>
                <a:cubicBezTo>
                  <a:pt x="1326" y="889"/>
                  <a:pt x="1332" y="880"/>
                  <a:pt x="1338" y="870"/>
                </a:cubicBezTo>
                <a:cubicBezTo>
                  <a:pt x="1367" y="825"/>
                  <a:pt x="1385" y="812"/>
                  <a:pt x="1399" y="795"/>
                </a:cubicBezTo>
                <a:cubicBezTo>
                  <a:pt x="1439" y="757"/>
                  <a:pt x="1439" y="750"/>
                  <a:pt x="1449" y="751"/>
                </a:cubicBezTo>
                <a:cubicBezTo>
                  <a:pt x="1375" y="857"/>
                  <a:pt x="1363" y="865"/>
                  <a:pt x="1361" y="879"/>
                </a:cubicBezTo>
                <a:cubicBezTo>
                  <a:pt x="1346" y="897"/>
                  <a:pt x="1345" y="900"/>
                  <a:pt x="1346" y="904"/>
                </a:cubicBezTo>
                <a:cubicBezTo>
                  <a:pt x="1326" y="929"/>
                  <a:pt x="1328" y="937"/>
                  <a:pt x="1319" y="938"/>
                </a:cubicBezTo>
                <a:cubicBezTo>
                  <a:pt x="1302" y="971"/>
                  <a:pt x="1298" y="971"/>
                  <a:pt x="1296" y="973"/>
                </a:cubicBezTo>
                <a:cubicBezTo>
                  <a:pt x="1279" y="998"/>
                  <a:pt x="1276" y="1003"/>
                  <a:pt x="1271" y="1006"/>
                </a:cubicBezTo>
                <a:cubicBezTo>
                  <a:pt x="1232" y="1053"/>
                  <a:pt x="1222" y="1060"/>
                  <a:pt x="1216" y="1069"/>
                </a:cubicBezTo>
                <a:cubicBezTo>
                  <a:pt x="1197" y="1083"/>
                  <a:pt x="1193" y="1088"/>
                  <a:pt x="1189" y="1092"/>
                </a:cubicBezTo>
                <a:cubicBezTo>
                  <a:pt x="1158" y="1118"/>
                  <a:pt x="1152" y="1120"/>
                  <a:pt x="1148" y="1124"/>
                </a:cubicBezTo>
                <a:cubicBezTo>
                  <a:pt x="1140" y="1133"/>
                  <a:pt x="1146" y="1132"/>
                  <a:pt x="1149" y="1128"/>
                </a:cubicBezTo>
                <a:cubicBezTo>
                  <a:pt x="1198" y="1096"/>
                  <a:pt x="1201" y="1086"/>
                  <a:pt x="1212" y="1081"/>
                </a:cubicBezTo>
                <a:cubicBezTo>
                  <a:pt x="1258" y="1034"/>
                  <a:pt x="1262" y="1031"/>
                  <a:pt x="1266" y="1027"/>
                </a:cubicBezTo>
                <a:cubicBezTo>
                  <a:pt x="1285" y="1010"/>
                  <a:pt x="1287" y="999"/>
                  <a:pt x="1295" y="993"/>
                </a:cubicBezTo>
                <a:cubicBezTo>
                  <a:pt x="1309" y="971"/>
                  <a:pt x="1311" y="969"/>
                  <a:pt x="1313" y="968"/>
                </a:cubicBezTo>
                <a:cubicBezTo>
                  <a:pt x="1331" y="939"/>
                  <a:pt x="1336" y="936"/>
                  <a:pt x="1340" y="932"/>
                </a:cubicBezTo>
                <a:cubicBezTo>
                  <a:pt x="1349" y="909"/>
                  <a:pt x="1355" y="910"/>
                  <a:pt x="1353" y="905"/>
                </a:cubicBezTo>
                <a:cubicBezTo>
                  <a:pt x="1363" y="887"/>
                  <a:pt x="1367" y="888"/>
                  <a:pt x="1367" y="887"/>
                </a:cubicBezTo>
                <a:cubicBezTo>
                  <a:pt x="1378" y="861"/>
                  <a:pt x="1381" y="858"/>
                  <a:pt x="1386" y="855"/>
                </a:cubicBezTo>
                <a:cubicBezTo>
                  <a:pt x="1404" y="824"/>
                  <a:pt x="1403" y="817"/>
                  <a:pt x="1410" y="815"/>
                </a:cubicBezTo>
                <a:cubicBezTo>
                  <a:pt x="1431" y="782"/>
                  <a:pt x="1438" y="775"/>
                  <a:pt x="1445" y="767"/>
                </a:cubicBezTo>
                <a:cubicBezTo>
                  <a:pt x="1483" y="743"/>
                  <a:pt x="1475" y="742"/>
                  <a:pt x="1475" y="748"/>
                </a:cubicBezTo>
                <a:cubicBezTo>
                  <a:pt x="1453" y="775"/>
                  <a:pt x="1451" y="780"/>
                  <a:pt x="1446" y="782"/>
                </a:cubicBezTo>
                <a:cubicBezTo>
                  <a:pt x="1434" y="807"/>
                  <a:pt x="1432" y="808"/>
                  <a:pt x="1431" y="809"/>
                </a:cubicBezTo>
                <a:cubicBezTo>
                  <a:pt x="1421" y="835"/>
                  <a:pt x="1414" y="839"/>
                  <a:pt x="1413" y="848"/>
                </a:cubicBezTo>
                <a:cubicBezTo>
                  <a:pt x="1399" y="870"/>
                  <a:pt x="1400" y="871"/>
                  <a:pt x="1400" y="872"/>
                </a:cubicBezTo>
                <a:cubicBezTo>
                  <a:pt x="1396" y="885"/>
                  <a:pt x="1392" y="888"/>
                  <a:pt x="1390" y="892"/>
                </a:cubicBezTo>
                <a:cubicBezTo>
                  <a:pt x="1377" y="923"/>
                  <a:pt x="1372" y="929"/>
                  <a:pt x="1372" y="939"/>
                </a:cubicBezTo>
                <a:cubicBezTo>
                  <a:pt x="1362" y="957"/>
                  <a:pt x="1363" y="961"/>
                  <a:pt x="1361" y="961"/>
                </a:cubicBezTo>
                <a:cubicBezTo>
                  <a:pt x="1326" y="1038"/>
                  <a:pt x="1327" y="1048"/>
                  <a:pt x="1319" y="1053"/>
                </a:cubicBezTo>
                <a:cubicBezTo>
                  <a:pt x="1288" y="1101"/>
                  <a:pt x="1283" y="1108"/>
                  <a:pt x="1280" y="1116"/>
                </a:cubicBezTo>
                <a:cubicBezTo>
                  <a:pt x="1261" y="1138"/>
                  <a:pt x="1258" y="1140"/>
                  <a:pt x="1256" y="1144"/>
                </a:cubicBezTo>
                <a:cubicBezTo>
                  <a:pt x="1240" y="1168"/>
                  <a:pt x="1231" y="1166"/>
                  <a:pt x="1230" y="1171"/>
                </a:cubicBezTo>
                <a:cubicBezTo>
                  <a:pt x="1264" y="1144"/>
                  <a:pt x="1269" y="1134"/>
                  <a:pt x="1277" y="1127"/>
                </a:cubicBezTo>
                <a:cubicBezTo>
                  <a:pt x="1297" y="1098"/>
                  <a:pt x="1302" y="1099"/>
                  <a:pt x="1300" y="1094"/>
                </a:cubicBezTo>
                <a:cubicBezTo>
                  <a:pt x="1317" y="1073"/>
                  <a:pt x="1319" y="1071"/>
                  <a:pt x="1323" y="1070"/>
                </a:cubicBezTo>
                <a:cubicBezTo>
                  <a:pt x="1336" y="1043"/>
                  <a:pt x="1339" y="1039"/>
                  <a:pt x="1340" y="1034"/>
                </a:cubicBezTo>
                <a:cubicBezTo>
                  <a:pt x="1364" y="977"/>
                  <a:pt x="1371" y="968"/>
                  <a:pt x="1371" y="955"/>
                </a:cubicBezTo>
                <a:cubicBezTo>
                  <a:pt x="1391" y="915"/>
                  <a:pt x="1395" y="910"/>
                  <a:pt x="1397" y="904"/>
                </a:cubicBezTo>
                <a:cubicBezTo>
                  <a:pt x="1407" y="879"/>
                  <a:pt x="1410" y="874"/>
                  <a:pt x="1412" y="868"/>
                </a:cubicBezTo>
                <a:cubicBezTo>
                  <a:pt x="1421" y="842"/>
                  <a:pt x="1430" y="841"/>
                  <a:pt x="1431" y="834"/>
                </a:cubicBezTo>
                <a:cubicBezTo>
                  <a:pt x="1448" y="807"/>
                  <a:pt x="1452" y="796"/>
                  <a:pt x="1457" y="784"/>
                </a:cubicBezTo>
                <a:cubicBezTo>
                  <a:pt x="1479" y="764"/>
                  <a:pt x="1477" y="759"/>
                  <a:pt x="1479" y="756"/>
                </a:cubicBezTo>
                <a:cubicBezTo>
                  <a:pt x="1499" y="740"/>
                  <a:pt x="1500" y="734"/>
                  <a:pt x="1507" y="731"/>
                </a:cubicBezTo>
                <a:cubicBezTo>
                  <a:pt x="1497" y="749"/>
                  <a:pt x="1499" y="752"/>
                  <a:pt x="1498" y="753"/>
                </a:cubicBezTo>
                <a:cubicBezTo>
                  <a:pt x="1475" y="794"/>
                  <a:pt x="1472" y="800"/>
                  <a:pt x="1467" y="805"/>
                </a:cubicBezTo>
                <a:cubicBezTo>
                  <a:pt x="1456" y="837"/>
                  <a:pt x="1455" y="840"/>
                  <a:pt x="1452" y="843"/>
                </a:cubicBezTo>
                <a:cubicBezTo>
                  <a:pt x="1435" y="888"/>
                  <a:pt x="1432" y="895"/>
                  <a:pt x="1427" y="901"/>
                </a:cubicBezTo>
                <a:cubicBezTo>
                  <a:pt x="1402" y="970"/>
                  <a:pt x="1407" y="978"/>
                  <a:pt x="1401" y="978"/>
                </a:cubicBezTo>
                <a:cubicBezTo>
                  <a:pt x="1387" y="1021"/>
                  <a:pt x="1381" y="1027"/>
                  <a:pt x="1378" y="1034"/>
                </a:cubicBezTo>
                <a:cubicBezTo>
                  <a:pt x="1360" y="1067"/>
                  <a:pt x="1357" y="1070"/>
                  <a:pt x="1357" y="1075"/>
                </a:cubicBezTo>
                <a:cubicBezTo>
                  <a:pt x="1322" y="1125"/>
                  <a:pt x="1315" y="1126"/>
                  <a:pt x="1313" y="1129"/>
                </a:cubicBezTo>
                <a:cubicBezTo>
                  <a:pt x="1325" y="1123"/>
                  <a:pt x="1326" y="1118"/>
                  <a:pt x="1331" y="1115"/>
                </a:cubicBezTo>
                <a:cubicBezTo>
                  <a:pt x="1341" y="1100"/>
                  <a:pt x="1349" y="1100"/>
                  <a:pt x="1347" y="1092"/>
                </a:cubicBezTo>
                <a:cubicBezTo>
                  <a:pt x="1369" y="1067"/>
                  <a:pt x="1368" y="1060"/>
                  <a:pt x="1374" y="1059"/>
                </a:cubicBezTo>
                <a:cubicBezTo>
                  <a:pt x="1382" y="1041"/>
                  <a:pt x="1385" y="1037"/>
                  <a:pt x="1389" y="1034"/>
                </a:cubicBezTo>
                <a:cubicBezTo>
                  <a:pt x="1413" y="982"/>
                  <a:pt x="1409" y="972"/>
                  <a:pt x="1415" y="969"/>
                </a:cubicBezTo>
                <a:cubicBezTo>
                  <a:pt x="1422" y="940"/>
                  <a:pt x="1428" y="941"/>
                  <a:pt x="1424" y="934"/>
                </a:cubicBezTo>
                <a:cubicBezTo>
                  <a:pt x="1466" y="845"/>
                  <a:pt x="1463" y="834"/>
                  <a:pt x="1472" y="831"/>
                </a:cubicBezTo>
                <a:cubicBezTo>
                  <a:pt x="1490" y="787"/>
                  <a:pt x="1488" y="783"/>
                  <a:pt x="1490" y="781"/>
                </a:cubicBezTo>
                <a:cubicBezTo>
                  <a:pt x="1514" y="740"/>
                  <a:pt x="1518" y="731"/>
                  <a:pt x="1526" y="723"/>
                </a:cubicBezTo>
                <a:cubicBezTo>
                  <a:pt x="1526" y="736"/>
                  <a:pt x="1523" y="739"/>
                  <a:pt x="1520" y="742"/>
                </a:cubicBezTo>
                <a:cubicBezTo>
                  <a:pt x="1505" y="769"/>
                  <a:pt x="1502" y="773"/>
                  <a:pt x="1500" y="777"/>
                </a:cubicBezTo>
                <a:cubicBezTo>
                  <a:pt x="1474" y="831"/>
                  <a:pt x="1473" y="841"/>
                  <a:pt x="1466" y="847"/>
                </a:cubicBezTo>
                <a:cubicBezTo>
                  <a:pt x="1452" y="905"/>
                  <a:pt x="1448" y="907"/>
                  <a:pt x="1449" y="912"/>
                </a:cubicBezTo>
                <a:cubicBezTo>
                  <a:pt x="1437" y="938"/>
                  <a:pt x="1441" y="944"/>
                  <a:pt x="1437" y="945"/>
                </a:cubicBezTo>
                <a:cubicBezTo>
                  <a:pt x="1425" y="1007"/>
                  <a:pt x="1422" y="1012"/>
                  <a:pt x="1419" y="1017"/>
                </a:cubicBezTo>
                <a:cubicBezTo>
                  <a:pt x="1394" y="1087"/>
                  <a:pt x="1391" y="1089"/>
                  <a:pt x="1393" y="1093"/>
                </a:cubicBezTo>
                <a:cubicBezTo>
                  <a:pt x="1381" y="1111"/>
                  <a:pt x="1379" y="1113"/>
                  <a:pt x="1377" y="1116"/>
                </a:cubicBezTo>
                <a:cubicBezTo>
                  <a:pt x="1358" y="1151"/>
                  <a:pt x="1350" y="1152"/>
                  <a:pt x="1350" y="1158"/>
                </a:cubicBezTo>
                <a:cubicBezTo>
                  <a:pt x="1373" y="1127"/>
                  <a:pt x="1385" y="1125"/>
                  <a:pt x="1384" y="1115"/>
                </a:cubicBezTo>
                <a:cubicBezTo>
                  <a:pt x="1405" y="1084"/>
                  <a:pt x="1402" y="1079"/>
                  <a:pt x="1408" y="1079"/>
                </a:cubicBezTo>
                <a:cubicBezTo>
                  <a:pt x="1416" y="1052"/>
                  <a:pt x="1422" y="1046"/>
                  <a:pt x="1423" y="1037"/>
                </a:cubicBezTo>
                <a:cubicBezTo>
                  <a:pt x="1444" y="980"/>
                  <a:pt x="1442" y="968"/>
                  <a:pt x="1447" y="961"/>
                </a:cubicBezTo>
                <a:cubicBezTo>
                  <a:pt x="1459" y="887"/>
                  <a:pt x="1471" y="875"/>
                  <a:pt x="1472" y="855"/>
                </a:cubicBezTo>
                <a:cubicBezTo>
                  <a:pt x="1491" y="823"/>
                  <a:pt x="1488" y="817"/>
                  <a:pt x="1494" y="818"/>
                </a:cubicBezTo>
                <a:cubicBezTo>
                  <a:pt x="1507" y="774"/>
                  <a:pt x="1517" y="775"/>
                  <a:pt x="1516" y="769"/>
                </a:cubicBezTo>
                <a:cubicBezTo>
                  <a:pt x="1545" y="733"/>
                  <a:pt x="1541" y="724"/>
                  <a:pt x="1548" y="724"/>
                </a:cubicBezTo>
                <a:cubicBezTo>
                  <a:pt x="1567" y="700"/>
                  <a:pt x="1568" y="698"/>
                  <a:pt x="1572" y="697"/>
                </a:cubicBezTo>
                <a:cubicBezTo>
                  <a:pt x="1565" y="709"/>
                  <a:pt x="1566" y="712"/>
                  <a:pt x="1564" y="712"/>
                </a:cubicBezTo>
                <a:cubicBezTo>
                  <a:pt x="1548" y="738"/>
                  <a:pt x="1542" y="752"/>
                  <a:pt x="1533" y="762"/>
                </a:cubicBezTo>
                <a:cubicBezTo>
                  <a:pt x="1527" y="793"/>
                  <a:pt x="1516" y="796"/>
                  <a:pt x="1519" y="807"/>
                </a:cubicBezTo>
                <a:cubicBezTo>
                  <a:pt x="1509" y="836"/>
                  <a:pt x="1506" y="843"/>
                  <a:pt x="1502" y="849"/>
                </a:cubicBezTo>
                <a:cubicBezTo>
                  <a:pt x="1486" y="911"/>
                  <a:pt x="1479" y="924"/>
                  <a:pt x="1479" y="942"/>
                </a:cubicBezTo>
                <a:cubicBezTo>
                  <a:pt x="1466" y="979"/>
                  <a:pt x="1459" y="986"/>
                  <a:pt x="1458" y="997"/>
                </a:cubicBezTo>
                <a:cubicBezTo>
                  <a:pt x="1439" y="1041"/>
                  <a:pt x="1437" y="1046"/>
                  <a:pt x="1437" y="1052"/>
                </a:cubicBezTo>
                <a:cubicBezTo>
                  <a:pt x="1421" y="1085"/>
                  <a:pt x="1419" y="1087"/>
                  <a:pt x="1417" y="1089"/>
                </a:cubicBezTo>
                <a:cubicBezTo>
                  <a:pt x="1406" y="1111"/>
                  <a:pt x="1401" y="1119"/>
                  <a:pt x="1395" y="1126"/>
                </a:cubicBezTo>
                <a:cubicBezTo>
                  <a:pt x="1373" y="1155"/>
                  <a:pt x="1373" y="1163"/>
                  <a:pt x="1364" y="1165"/>
                </a:cubicBezTo>
                <a:cubicBezTo>
                  <a:pt x="1358" y="1177"/>
                  <a:pt x="1365" y="1179"/>
                  <a:pt x="1366" y="1175"/>
                </a:cubicBezTo>
                <a:cubicBezTo>
                  <a:pt x="1386" y="1144"/>
                  <a:pt x="1394" y="1143"/>
                  <a:pt x="1394" y="1137"/>
                </a:cubicBezTo>
                <a:cubicBezTo>
                  <a:pt x="1431" y="1081"/>
                  <a:pt x="1439" y="1061"/>
                  <a:pt x="1448" y="1043"/>
                </a:cubicBezTo>
                <a:cubicBezTo>
                  <a:pt x="1464" y="1004"/>
                  <a:pt x="1466" y="993"/>
                  <a:pt x="1471" y="984"/>
                </a:cubicBezTo>
                <a:cubicBezTo>
                  <a:pt x="1496" y="912"/>
                  <a:pt x="1499" y="902"/>
                  <a:pt x="1501" y="892"/>
                </a:cubicBezTo>
                <a:cubicBezTo>
                  <a:pt x="1512" y="850"/>
                  <a:pt x="1519" y="842"/>
                  <a:pt x="1521" y="831"/>
                </a:cubicBezTo>
                <a:cubicBezTo>
                  <a:pt x="1539" y="782"/>
                  <a:pt x="1541" y="778"/>
                  <a:pt x="1541" y="772"/>
                </a:cubicBezTo>
                <a:cubicBezTo>
                  <a:pt x="1564" y="728"/>
                  <a:pt x="1567" y="727"/>
                  <a:pt x="1568" y="725"/>
                </a:cubicBezTo>
                <a:cubicBezTo>
                  <a:pt x="1586" y="705"/>
                  <a:pt x="1586" y="702"/>
                  <a:pt x="1588" y="701"/>
                </a:cubicBezTo>
                <a:cubicBezTo>
                  <a:pt x="1587" y="710"/>
                  <a:pt x="1582" y="711"/>
                  <a:pt x="1582" y="715"/>
                </a:cubicBezTo>
                <a:cubicBezTo>
                  <a:pt x="1565" y="759"/>
                  <a:pt x="1557" y="757"/>
                  <a:pt x="1560" y="764"/>
                </a:cubicBezTo>
                <a:cubicBezTo>
                  <a:pt x="1544" y="799"/>
                  <a:pt x="1545" y="808"/>
                  <a:pt x="1540" y="814"/>
                </a:cubicBezTo>
                <a:cubicBezTo>
                  <a:pt x="1522" y="867"/>
                  <a:pt x="1526" y="885"/>
                  <a:pt x="1517" y="893"/>
                </a:cubicBezTo>
                <a:cubicBezTo>
                  <a:pt x="1511" y="951"/>
                  <a:pt x="1505" y="961"/>
                  <a:pt x="1502" y="974"/>
                </a:cubicBezTo>
                <a:cubicBezTo>
                  <a:pt x="1488" y="1033"/>
                  <a:pt x="1487" y="1036"/>
                  <a:pt x="1488" y="1040"/>
                </a:cubicBezTo>
                <a:cubicBezTo>
                  <a:pt x="1472" y="1091"/>
                  <a:pt x="1465" y="1093"/>
                  <a:pt x="1465" y="1100"/>
                </a:cubicBezTo>
                <a:cubicBezTo>
                  <a:pt x="1449" y="1137"/>
                  <a:pt x="1447" y="1140"/>
                  <a:pt x="1446" y="1143"/>
                </a:cubicBezTo>
                <a:cubicBezTo>
                  <a:pt x="1454" y="1132"/>
                  <a:pt x="1459" y="1129"/>
                  <a:pt x="1461" y="1123"/>
                </a:cubicBezTo>
                <a:cubicBezTo>
                  <a:pt x="1487" y="1072"/>
                  <a:pt x="1483" y="1063"/>
                  <a:pt x="1489" y="1060"/>
                </a:cubicBezTo>
                <a:cubicBezTo>
                  <a:pt x="1500" y="1013"/>
                  <a:pt x="1511" y="1017"/>
                  <a:pt x="1507" y="1010"/>
                </a:cubicBezTo>
                <a:cubicBezTo>
                  <a:pt x="1511" y="959"/>
                  <a:pt x="1522" y="958"/>
                  <a:pt x="1517" y="946"/>
                </a:cubicBezTo>
                <a:cubicBezTo>
                  <a:pt x="1527" y="897"/>
                  <a:pt x="1531" y="894"/>
                  <a:pt x="1529" y="887"/>
                </a:cubicBezTo>
                <a:cubicBezTo>
                  <a:pt x="1547" y="822"/>
                  <a:pt x="1551" y="815"/>
                  <a:pt x="1554" y="807"/>
                </a:cubicBezTo>
                <a:cubicBezTo>
                  <a:pt x="1573" y="742"/>
                  <a:pt x="1585" y="745"/>
                  <a:pt x="1582" y="738"/>
                </a:cubicBezTo>
                <a:cubicBezTo>
                  <a:pt x="1593" y="722"/>
                  <a:pt x="1591" y="719"/>
                  <a:pt x="1594" y="718"/>
                </a:cubicBezTo>
                <a:cubicBezTo>
                  <a:pt x="1619" y="684"/>
                  <a:pt x="1616" y="687"/>
                  <a:pt x="1615" y="692"/>
                </a:cubicBezTo>
                <a:cubicBezTo>
                  <a:pt x="1599" y="715"/>
                  <a:pt x="1601" y="718"/>
                  <a:pt x="1598" y="719"/>
                </a:cubicBezTo>
                <a:cubicBezTo>
                  <a:pt x="1585" y="740"/>
                  <a:pt x="1585" y="746"/>
                  <a:pt x="1581" y="749"/>
                </a:cubicBezTo>
                <a:cubicBezTo>
                  <a:pt x="1568" y="794"/>
                  <a:pt x="1561" y="795"/>
                  <a:pt x="1562" y="801"/>
                </a:cubicBezTo>
                <a:cubicBezTo>
                  <a:pt x="1546" y="844"/>
                  <a:pt x="1548" y="851"/>
                  <a:pt x="1545" y="855"/>
                </a:cubicBezTo>
                <a:cubicBezTo>
                  <a:pt x="1538" y="894"/>
                  <a:pt x="1537" y="904"/>
                  <a:pt x="1536" y="914"/>
                </a:cubicBezTo>
                <a:cubicBezTo>
                  <a:pt x="1529" y="960"/>
                  <a:pt x="1529" y="966"/>
                  <a:pt x="1526" y="969"/>
                </a:cubicBezTo>
                <a:cubicBezTo>
                  <a:pt x="1512" y="1031"/>
                  <a:pt x="1515" y="1039"/>
                  <a:pt x="1513" y="1043"/>
                </a:cubicBezTo>
                <a:cubicBezTo>
                  <a:pt x="1500" y="1088"/>
                  <a:pt x="1491" y="1087"/>
                  <a:pt x="1493" y="1095"/>
                </a:cubicBezTo>
                <a:cubicBezTo>
                  <a:pt x="1496" y="1099"/>
                  <a:pt x="1498" y="1092"/>
                  <a:pt x="1501" y="1087"/>
                </a:cubicBezTo>
                <a:cubicBezTo>
                  <a:pt x="1520" y="1044"/>
                  <a:pt x="1523" y="1037"/>
                  <a:pt x="1524" y="1030"/>
                </a:cubicBezTo>
                <a:cubicBezTo>
                  <a:pt x="1535" y="1007"/>
                  <a:pt x="1530" y="996"/>
                  <a:pt x="1534" y="990"/>
                </a:cubicBezTo>
                <a:cubicBezTo>
                  <a:pt x="1547" y="920"/>
                  <a:pt x="1543" y="912"/>
                  <a:pt x="1546" y="908"/>
                </a:cubicBezTo>
                <a:cubicBezTo>
                  <a:pt x="1558" y="848"/>
                  <a:pt x="1560" y="836"/>
                  <a:pt x="1564" y="825"/>
                </a:cubicBezTo>
                <a:cubicBezTo>
                  <a:pt x="1596" y="749"/>
                  <a:pt x="1597" y="736"/>
                  <a:pt x="1604" y="727"/>
                </a:cubicBezTo>
                <a:cubicBezTo>
                  <a:pt x="1617" y="708"/>
                  <a:pt x="1618" y="702"/>
                  <a:pt x="1621" y="697"/>
                </a:cubicBezTo>
                <a:cubicBezTo>
                  <a:pt x="1645" y="666"/>
                  <a:pt x="1646" y="660"/>
                  <a:pt x="1649" y="655"/>
                </a:cubicBezTo>
                <a:cubicBezTo>
                  <a:pt x="1664" y="655"/>
                  <a:pt x="1660" y="659"/>
                  <a:pt x="1655" y="663"/>
                </a:cubicBezTo>
                <a:cubicBezTo>
                  <a:pt x="1646" y="680"/>
                  <a:pt x="1644" y="682"/>
                  <a:pt x="1640" y="683"/>
                </a:cubicBezTo>
                <a:cubicBezTo>
                  <a:pt x="1628" y="709"/>
                  <a:pt x="1626" y="711"/>
                  <a:pt x="1624" y="712"/>
                </a:cubicBezTo>
                <a:cubicBezTo>
                  <a:pt x="1609" y="739"/>
                  <a:pt x="1613" y="749"/>
                  <a:pt x="1606" y="751"/>
                </a:cubicBezTo>
                <a:cubicBezTo>
                  <a:pt x="1591" y="789"/>
                  <a:pt x="1590" y="796"/>
                  <a:pt x="1586" y="801"/>
                </a:cubicBezTo>
                <a:cubicBezTo>
                  <a:pt x="1573" y="863"/>
                  <a:pt x="1567" y="866"/>
                  <a:pt x="1571" y="877"/>
                </a:cubicBezTo>
                <a:cubicBezTo>
                  <a:pt x="1569" y="1011"/>
                  <a:pt x="1566" y="1004"/>
                  <a:pt x="1567" y="1000"/>
                </a:cubicBezTo>
                <a:cubicBezTo>
                  <a:pt x="1584" y="947"/>
                  <a:pt x="1586" y="936"/>
                  <a:pt x="1591" y="926"/>
                </a:cubicBezTo>
                <a:cubicBezTo>
                  <a:pt x="1618" y="817"/>
                  <a:pt x="1621" y="806"/>
                  <a:pt x="1623" y="794"/>
                </a:cubicBezTo>
                <a:cubicBezTo>
                  <a:pt x="1638" y="752"/>
                  <a:pt x="1642" y="741"/>
                  <a:pt x="1647" y="730"/>
                </a:cubicBezTo>
                <a:cubicBezTo>
                  <a:pt x="1665" y="691"/>
                  <a:pt x="1667" y="688"/>
                  <a:pt x="1670" y="686"/>
                </a:cubicBezTo>
                <a:cubicBezTo>
                  <a:pt x="1680" y="666"/>
                  <a:pt x="1683" y="662"/>
                  <a:pt x="1685" y="657"/>
                </a:cubicBezTo>
                <a:cubicBezTo>
                  <a:pt x="1698" y="643"/>
                  <a:pt x="1698" y="640"/>
                  <a:pt x="1701" y="639"/>
                </a:cubicBezTo>
                <a:cubicBezTo>
                  <a:pt x="1715" y="633"/>
                  <a:pt x="1706" y="644"/>
                  <a:pt x="1697" y="655"/>
                </a:cubicBezTo>
                <a:cubicBezTo>
                  <a:pt x="1662" y="708"/>
                  <a:pt x="1663" y="716"/>
                  <a:pt x="1658" y="719"/>
                </a:cubicBezTo>
                <a:cubicBezTo>
                  <a:pt x="1644" y="762"/>
                  <a:pt x="1639" y="772"/>
                  <a:pt x="1639" y="785"/>
                </a:cubicBezTo>
                <a:cubicBezTo>
                  <a:pt x="1619" y="855"/>
                  <a:pt x="1616" y="860"/>
                  <a:pt x="1616" y="867"/>
                </a:cubicBezTo>
                <a:cubicBezTo>
                  <a:pt x="1604" y="896"/>
                  <a:pt x="1606" y="912"/>
                  <a:pt x="1600" y="923"/>
                </a:cubicBezTo>
                <a:cubicBezTo>
                  <a:pt x="1589" y="968"/>
                  <a:pt x="1585" y="973"/>
                  <a:pt x="1586" y="981"/>
                </a:cubicBezTo>
                <a:cubicBezTo>
                  <a:pt x="1573" y="1022"/>
                  <a:pt x="1565" y="1025"/>
                  <a:pt x="1566" y="1033"/>
                </a:cubicBezTo>
                <a:cubicBezTo>
                  <a:pt x="1553" y="1054"/>
                  <a:pt x="1550" y="1059"/>
                  <a:pt x="1545" y="1063"/>
                </a:cubicBezTo>
                <a:cubicBezTo>
                  <a:pt x="1509" y="1110"/>
                  <a:pt x="1503" y="1109"/>
                  <a:pt x="1506" y="1115"/>
                </a:cubicBezTo>
                <a:cubicBezTo>
                  <a:pt x="1523" y="1102"/>
                  <a:pt x="1526" y="1099"/>
                  <a:pt x="1529" y="1095"/>
                </a:cubicBezTo>
                <a:cubicBezTo>
                  <a:pt x="1541" y="1079"/>
                  <a:pt x="1546" y="1077"/>
                  <a:pt x="1547" y="1072"/>
                </a:cubicBezTo>
                <a:cubicBezTo>
                  <a:pt x="1566" y="1044"/>
                  <a:pt x="1569" y="1040"/>
                  <a:pt x="1573" y="1036"/>
                </a:cubicBezTo>
                <a:close/>
                <a:moveTo>
                  <a:pt x="1704" y="888"/>
                </a:moveTo>
                <a:cubicBezTo>
                  <a:pt x="1709" y="888"/>
                  <a:pt x="1703" y="895"/>
                  <a:pt x="1704" y="897"/>
                </a:cubicBezTo>
                <a:cubicBezTo>
                  <a:pt x="1680" y="926"/>
                  <a:pt x="1684" y="933"/>
                  <a:pt x="1677" y="933"/>
                </a:cubicBezTo>
                <a:cubicBezTo>
                  <a:pt x="1692" y="888"/>
                  <a:pt x="1696" y="888"/>
                  <a:pt x="1694" y="884"/>
                </a:cubicBezTo>
                <a:cubicBezTo>
                  <a:pt x="1720" y="791"/>
                  <a:pt x="1729" y="785"/>
                  <a:pt x="1725" y="772"/>
                </a:cubicBezTo>
                <a:cubicBezTo>
                  <a:pt x="1737" y="743"/>
                  <a:pt x="1738" y="735"/>
                  <a:pt x="1742" y="729"/>
                </a:cubicBezTo>
                <a:cubicBezTo>
                  <a:pt x="1754" y="700"/>
                  <a:pt x="1755" y="692"/>
                  <a:pt x="1761" y="688"/>
                </a:cubicBezTo>
                <a:cubicBezTo>
                  <a:pt x="1767" y="673"/>
                  <a:pt x="1768" y="669"/>
                  <a:pt x="1770" y="666"/>
                </a:cubicBezTo>
                <a:cubicBezTo>
                  <a:pt x="1790" y="634"/>
                  <a:pt x="1785" y="626"/>
                  <a:pt x="1792" y="627"/>
                </a:cubicBezTo>
                <a:cubicBezTo>
                  <a:pt x="1795" y="624"/>
                  <a:pt x="1796" y="629"/>
                  <a:pt x="1795" y="633"/>
                </a:cubicBezTo>
                <a:cubicBezTo>
                  <a:pt x="1779" y="657"/>
                  <a:pt x="1783" y="666"/>
                  <a:pt x="1777" y="667"/>
                </a:cubicBezTo>
                <a:cubicBezTo>
                  <a:pt x="1760" y="709"/>
                  <a:pt x="1759" y="717"/>
                  <a:pt x="1754" y="722"/>
                </a:cubicBezTo>
                <a:cubicBezTo>
                  <a:pt x="1745" y="753"/>
                  <a:pt x="1749" y="759"/>
                  <a:pt x="1745" y="759"/>
                </a:cubicBezTo>
                <a:cubicBezTo>
                  <a:pt x="1733" y="796"/>
                  <a:pt x="1737" y="802"/>
                  <a:pt x="1733" y="803"/>
                </a:cubicBezTo>
                <a:cubicBezTo>
                  <a:pt x="1722" y="841"/>
                  <a:pt x="1717" y="851"/>
                  <a:pt x="1715" y="864"/>
                </a:cubicBezTo>
                <a:cubicBezTo>
                  <a:pt x="1700" y="892"/>
                  <a:pt x="1704" y="892"/>
                  <a:pt x="1704" y="888"/>
                </a:cubicBezTo>
                <a:close/>
                <a:moveTo>
                  <a:pt x="1534" y="299"/>
                </a:moveTo>
                <a:cubicBezTo>
                  <a:pt x="1541" y="296"/>
                  <a:pt x="1544" y="300"/>
                  <a:pt x="1551" y="298"/>
                </a:cubicBezTo>
                <a:cubicBezTo>
                  <a:pt x="1606" y="305"/>
                  <a:pt x="1609" y="310"/>
                  <a:pt x="1615" y="309"/>
                </a:cubicBezTo>
                <a:cubicBezTo>
                  <a:pt x="1665" y="320"/>
                  <a:pt x="1668" y="324"/>
                  <a:pt x="1675" y="322"/>
                </a:cubicBezTo>
                <a:cubicBezTo>
                  <a:pt x="1725" y="336"/>
                  <a:pt x="1725" y="345"/>
                  <a:pt x="1732" y="343"/>
                </a:cubicBezTo>
                <a:cubicBezTo>
                  <a:pt x="1776" y="364"/>
                  <a:pt x="1782" y="363"/>
                  <a:pt x="1783" y="369"/>
                </a:cubicBezTo>
                <a:cubicBezTo>
                  <a:pt x="1805" y="373"/>
                  <a:pt x="1804" y="382"/>
                  <a:pt x="1812" y="379"/>
                </a:cubicBezTo>
                <a:cubicBezTo>
                  <a:pt x="1845" y="400"/>
                  <a:pt x="1856" y="399"/>
                  <a:pt x="1863" y="406"/>
                </a:cubicBezTo>
                <a:cubicBezTo>
                  <a:pt x="1911" y="424"/>
                  <a:pt x="1920" y="418"/>
                  <a:pt x="1923" y="421"/>
                </a:cubicBezTo>
                <a:cubicBezTo>
                  <a:pt x="1958" y="431"/>
                  <a:pt x="1968" y="425"/>
                  <a:pt x="1969" y="431"/>
                </a:cubicBezTo>
                <a:cubicBezTo>
                  <a:pt x="1954" y="441"/>
                  <a:pt x="1952" y="436"/>
                  <a:pt x="1948" y="435"/>
                </a:cubicBezTo>
                <a:cubicBezTo>
                  <a:pt x="1904" y="430"/>
                  <a:pt x="1898" y="426"/>
                  <a:pt x="1891" y="425"/>
                </a:cubicBezTo>
                <a:cubicBezTo>
                  <a:pt x="1826" y="407"/>
                  <a:pt x="1828" y="397"/>
                  <a:pt x="1822" y="400"/>
                </a:cubicBezTo>
                <a:cubicBezTo>
                  <a:pt x="1792" y="385"/>
                  <a:pt x="1790" y="382"/>
                  <a:pt x="1786" y="382"/>
                </a:cubicBezTo>
                <a:cubicBezTo>
                  <a:pt x="1758" y="367"/>
                  <a:pt x="1754" y="368"/>
                  <a:pt x="1754" y="365"/>
                </a:cubicBezTo>
                <a:cubicBezTo>
                  <a:pt x="1735" y="356"/>
                  <a:pt x="1730" y="353"/>
                  <a:pt x="1723" y="351"/>
                </a:cubicBezTo>
                <a:cubicBezTo>
                  <a:pt x="1699" y="338"/>
                  <a:pt x="1689" y="341"/>
                  <a:pt x="1684" y="336"/>
                </a:cubicBezTo>
                <a:cubicBezTo>
                  <a:pt x="1637" y="322"/>
                  <a:pt x="1631" y="319"/>
                  <a:pt x="1625" y="316"/>
                </a:cubicBezTo>
                <a:cubicBezTo>
                  <a:pt x="1552" y="306"/>
                  <a:pt x="1547" y="305"/>
                  <a:pt x="1542" y="306"/>
                </a:cubicBezTo>
                <a:cubicBezTo>
                  <a:pt x="1519" y="295"/>
                  <a:pt x="1527" y="303"/>
                  <a:pt x="1534" y="299"/>
                </a:cubicBezTo>
                <a:close/>
                <a:moveTo>
                  <a:pt x="1968" y="449"/>
                </a:moveTo>
                <a:cubicBezTo>
                  <a:pt x="1969" y="454"/>
                  <a:pt x="1963" y="455"/>
                  <a:pt x="1960" y="452"/>
                </a:cubicBezTo>
                <a:cubicBezTo>
                  <a:pt x="1960" y="449"/>
                  <a:pt x="1965" y="450"/>
                  <a:pt x="1968" y="449"/>
                </a:cubicBezTo>
                <a:close/>
                <a:moveTo>
                  <a:pt x="1567" y="324"/>
                </a:moveTo>
                <a:cubicBezTo>
                  <a:pt x="1564" y="319"/>
                  <a:pt x="1555" y="323"/>
                  <a:pt x="1551" y="320"/>
                </a:cubicBezTo>
                <a:cubicBezTo>
                  <a:pt x="1450" y="299"/>
                  <a:pt x="1460" y="303"/>
                  <a:pt x="1463" y="303"/>
                </a:cubicBezTo>
                <a:cubicBezTo>
                  <a:pt x="1502" y="303"/>
                  <a:pt x="1506" y="306"/>
                  <a:pt x="1511" y="307"/>
                </a:cubicBezTo>
                <a:cubicBezTo>
                  <a:pt x="1565" y="311"/>
                  <a:pt x="1566" y="318"/>
                  <a:pt x="1572" y="316"/>
                </a:cubicBezTo>
                <a:cubicBezTo>
                  <a:pt x="1642" y="329"/>
                  <a:pt x="1649" y="335"/>
                  <a:pt x="1660" y="336"/>
                </a:cubicBezTo>
                <a:cubicBezTo>
                  <a:pt x="1704" y="352"/>
                  <a:pt x="1706" y="355"/>
                  <a:pt x="1710" y="354"/>
                </a:cubicBezTo>
                <a:cubicBezTo>
                  <a:pt x="1734" y="367"/>
                  <a:pt x="1739" y="368"/>
                  <a:pt x="1744" y="370"/>
                </a:cubicBezTo>
                <a:cubicBezTo>
                  <a:pt x="1759" y="383"/>
                  <a:pt x="1767" y="380"/>
                  <a:pt x="1770" y="382"/>
                </a:cubicBezTo>
                <a:cubicBezTo>
                  <a:pt x="1788" y="392"/>
                  <a:pt x="1791" y="396"/>
                  <a:pt x="1797" y="395"/>
                </a:cubicBezTo>
                <a:cubicBezTo>
                  <a:pt x="1858" y="428"/>
                  <a:pt x="1872" y="424"/>
                  <a:pt x="1879" y="432"/>
                </a:cubicBezTo>
                <a:cubicBezTo>
                  <a:pt x="1917" y="440"/>
                  <a:pt x="1925" y="442"/>
                  <a:pt x="1932" y="444"/>
                </a:cubicBezTo>
                <a:cubicBezTo>
                  <a:pt x="1950" y="451"/>
                  <a:pt x="1943" y="456"/>
                  <a:pt x="1942" y="451"/>
                </a:cubicBezTo>
                <a:cubicBezTo>
                  <a:pt x="1913" y="449"/>
                  <a:pt x="1907" y="449"/>
                  <a:pt x="1902" y="447"/>
                </a:cubicBezTo>
                <a:cubicBezTo>
                  <a:pt x="1879" y="443"/>
                  <a:pt x="1872" y="443"/>
                  <a:pt x="1869" y="438"/>
                </a:cubicBezTo>
                <a:cubicBezTo>
                  <a:pt x="1814" y="426"/>
                  <a:pt x="1813" y="418"/>
                  <a:pt x="1804" y="421"/>
                </a:cubicBezTo>
                <a:cubicBezTo>
                  <a:pt x="1757" y="398"/>
                  <a:pt x="1753" y="395"/>
                  <a:pt x="1748" y="393"/>
                </a:cubicBezTo>
                <a:cubicBezTo>
                  <a:pt x="1726" y="379"/>
                  <a:pt x="1714" y="379"/>
                  <a:pt x="1706" y="372"/>
                </a:cubicBezTo>
                <a:cubicBezTo>
                  <a:pt x="1669" y="351"/>
                  <a:pt x="1663" y="354"/>
                  <a:pt x="1663" y="351"/>
                </a:cubicBezTo>
                <a:cubicBezTo>
                  <a:pt x="1643" y="344"/>
                  <a:pt x="1639" y="340"/>
                  <a:pt x="1632" y="341"/>
                </a:cubicBezTo>
                <a:cubicBezTo>
                  <a:pt x="1598" y="327"/>
                  <a:pt x="1591" y="328"/>
                  <a:pt x="1585" y="327"/>
                </a:cubicBezTo>
                <a:close/>
                <a:moveTo>
                  <a:pt x="1948" y="481"/>
                </a:moveTo>
                <a:cubicBezTo>
                  <a:pt x="1943" y="482"/>
                  <a:pt x="1946" y="488"/>
                  <a:pt x="1940" y="487"/>
                </a:cubicBezTo>
                <a:cubicBezTo>
                  <a:pt x="1944" y="482"/>
                  <a:pt x="1944" y="475"/>
                  <a:pt x="1953" y="474"/>
                </a:cubicBezTo>
                <a:cubicBezTo>
                  <a:pt x="1955" y="479"/>
                  <a:pt x="1949" y="479"/>
                  <a:pt x="1948" y="481"/>
                </a:cubicBezTo>
                <a:close/>
                <a:moveTo>
                  <a:pt x="1923" y="470"/>
                </a:moveTo>
                <a:cubicBezTo>
                  <a:pt x="1920" y="466"/>
                  <a:pt x="1912" y="469"/>
                  <a:pt x="1907" y="466"/>
                </a:cubicBezTo>
                <a:cubicBezTo>
                  <a:pt x="1879" y="465"/>
                  <a:pt x="1874" y="467"/>
                  <a:pt x="1873" y="464"/>
                </a:cubicBezTo>
                <a:cubicBezTo>
                  <a:pt x="1838" y="455"/>
                  <a:pt x="1833" y="454"/>
                  <a:pt x="1829" y="452"/>
                </a:cubicBezTo>
                <a:cubicBezTo>
                  <a:pt x="1753" y="419"/>
                  <a:pt x="1749" y="416"/>
                  <a:pt x="1745" y="414"/>
                </a:cubicBezTo>
                <a:cubicBezTo>
                  <a:pt x="1687" y="386"/>
                  <a:pt x="1681" y="389"/>
                  <a:pt x="1680" y="385"/>
                </a:cubicBezTo>
                <a:cubicBezTo>
                  <a:pt x="1662" y="375"/>
                  <a:pt x="1659" y="374"/>
                  <a:pt x="1656" y="374"/>
                </a:cubicBezTo>
                <a:cubicBezTo>
                  <a:pt x="1619" y="357"/>
                  <a:pt x="1617" y="350"/>
                  <a:pt x="1610" y="352"/>
                </a:cubicBezTo>
                <a:cubicBezTo>
                  <a:pt x="1571" y="325"/>
                  <a:pt x="1576" y="333"/>
                  <a:pt x="1579" y="330"/>
                </a:cubicBezTo>
                <a:cubicBezTo>
                  <a:pt x="1615" y="345"/>
                  <a:pt x="1630" y="345"/>
                  <a:pt x="1640" y="350"/>
                </a:cubicBezTo>
                <a:cubicBezTo>
                  <a:pt x="1669" y="363"/>
                  <a:pt x="1671" y="364"/>
                  <a:pt x="1672" y="367"/>
                </a:cubicBezTo>
                <a:cubicBezTo>
                  <a:pt x="1726" y="389"/>
                  <a:pt x="1726" y="395"/>
                  <a:pt x="1730" y="394"/>
                </a:cubicBezTo>
                <a:cubicBezTo>
                  <a:pt x="1758" y="411"/>
                  <a:pt x="1765" y="409"/>
                  <a:pt x="1769" y="414"/>
                </a:cubicBezTo>
                <a:cubicBezTo>
                  <a:pt x="1815" y="430"/>
                  <a:pt x="1822" y="439"/>
                  <a:pt x="1838" y="437"/>
                </a:cubicBezTo>
                <a:cubicBezTo>
                  <a:pt x="1891" y="455"/>
                  <a:pt x="1892" y="458"/>
                  <a:pt x="1895" y="458"/>
                </a:cubicBezTo>
                <a:cubicBezTo>
                  <a:pt x="1925" y="456"/>
                  <a:pt x="1939" y="461"/>
                  <a:pt x="1947" y="464"/>
                </a:cubicBezTo>
                <a:cubicBezTo>
                  <a:pt x="1946" y="472"/>
                  <a:pt x="1931" y="465"/>
                  <a:pt x="1923" y="470"/>
                </a:cubicBezTo>
                <a:close/>
                <a:moveTo>
                  <a:pt x="1923" y="528"/>
                </a:moveTo>
                <a:cubicBezTo>
                  <a:pt x="1926" y="518"/>
                  <a:pt x="1933" y="511"/>
                  <a:pt x="1938" y="503"/>
                </a:cubicBezTo>
                <a:cubicBezTo>
                  <a:pt x="1972" y="476"/>
                  <a:pt x="1969" y="477"/>
                  <a:pt x="1969" y="479"/>
                </a:cubicBezTo>
                <a:cubicBezTo>
                  <a:pt x="1958" y="497"/>
                  <a:pt x="1958" y="501"/>
                  <a:pt x="1956" y="504"/>
                </a:cubicBezTo>
                <a:cubicBezTo>
                  <a:pt x="1932" y="538"/>
                  <a:pt x="1936" y="549"/>
                  <a:pt x="1929" y="553"/>
                </a:cubicBezTo>
                <a:cubicBezTo>
                  <a:pt x="1901" y="608"/>
                  <a:pt x="1903" y="613"/>
                  <a:pt x="1901" y="616"/>
                </a:cubicBezTo>
                <a:cubicBezTo>
                  <a:pt x="1866" y="694"/>
                  <a:pt x="1857" y="699"/>
                  <a:pt x="1856" y="708"/>
                </a:cubicBezTo>
                <a:cubicBezTo>
                  <a:pt x="1838" y="738"/>
                  <a:pt x="1833" y="746"/>
                  <a:pt x="1828" y="753"/>
                </a:cubicBezTo>
                <a:cubicBezTo>
                  <a:pt x="1818" y="768"/>
                  <a:pt x="1816" y="771"/>
                  <a:pt x="1814" y="775"/>
                </a:cubicBezTo>
                <a:cubicBezTo>
                  <a:pt x="1784" y="808"/>
                  <a:pt x="1782" y="812"/>
                  <a:pt x="1780" y="815"/>
                </a:cubicBezTo>
                <a:cubicBezTo>
                  <a:pt x="1787" y="794"/>
                  <a:pt x="1788" y="787"/>
                  <a:pt x="1791" y="782"/>
                </a:cubicBezTo>
                <a:cubicBezTo>
                  <a:pt x="1812" y="744"/>
                  <a:pt x="1811" y="736"/>
                  <a:pt x="1815" y="731"/>
                </a:cubicBezTo>
                <a:cubicBezTo>
                  <a:pt x="1845" y="671"/>
                  <a:pt x="1848" y="658"/>
                  <a:pt x="1853" y="647"/>
                </a:cubicBezTo>
                <a:cubicBezTo>
                  <a:pt x="1865" y="618"/>
                  <a:pt x="1870" y="618"/>
                  <a:pt x="1870" y="615"/>
                </a:cubicBezTo>
                <a:cubicBezTo>
                  <a:pt x="1884" y="588"/>
                  <a:pt x="1881" y="581"/>
                  <a:pt x="1886" y="581"/>
                </a:cubicBezTo>
                <a:cubicBezTo>
                  <a:pt x="1902" y="555"/>
                  <a:pt x="1903" y="553"/>
                  <a:pt x="1902" y="549"/>
                </a:cubicBezTo>
                <a:close/>
                <a:moveTo>
                  <a:pt x="1897" y="530"/>
                </a:moveTo>
                <a:cubicBezTo>
                  <a:pt x="1900" y="530"/>
                  <a:pt x="1902" y="528"/>
                  <a:pt x="1902" y="525"/>
                </a:cubicBezTo>
                <a:cubicBezTo>
                  <a:pt x="1921" y="520"/>
                  <a:pt x="1910" y="520"/>
                  <a:pt x="1909" y="526"/>
                </a:cubicBezTo>
                <a:cubicBezTo>
                  <a:pt x="1880" y="565"/>
                  <a:pt x="1883" y="570"/>
                  <a:pt x="1880" y="571"/>
                </a:cubicBezTo>
                <a:cubicBezTo>
                  <a:pt x="1866" y="602"/>
                  <a:pt x="1857" y="609"/>
                  <a:pt x="1858" y="621"/>
                </a:cubicBezTo>
                <a:cubicBezTo>
                  <a:pt x="1825" y="682"/>
                  <a:pt x="1824" y="691"/>
                  <a:pt x="1818" y="697"/>
                </a:cubicBezTo>
                <a:cubicBezTo>
                  <a:pt x="1794" y="747"/>
                  <a:pt x="1794" y="753"/>
                  <a:pt x="1791" y="758"/>
                </a:cubicBezTo>
                <a:cubicBezTo>
                  <a:pt x="1780" y="779"/>
                  <a:pt x="1781" y="783"/>
                  <a:pt x="1778" y="784"/>
                </a:cubicBezTo>
                <a:cubicBezTo>
                  <a:pt x="1763" y="815"/>
                  <a:pt x="1763" y="820"/>
                  <a:pt x="1761" y="825"/>
                </a:cubicBezTo>
                <a:cubicBezTo>
                  <a:pt x="1742" y="853"/>
                  <a:pt x="1738" y="859"/>
                  <a:pt x="1730" y="862"/>
                </a:cubicBezTo>
                <a:cubicBezTo>
                  <a:pt x="1712" y="896"/>
                  <a:pt x="1713" y="894"/>
                  <a:pt x="1714" y="893"/>
                </a:cubicBezTo>
                <a:cubicBezTo>
                  <a:pt x="1733" y="846"/>
                  <a:pt x="1741" y="839"/>
                  <a:pt x="1745" y="830"/>
                </a:cubicBezTo>
                <a:cubicBezTo>
                  <a:pt x="1765" y="800"/>
                  <a:pt x="1765" y="788"/>
                  <a:pt x="1771" y="781"/>
                </a:cubicBezTo>
                <a:cubicBezTo>
                  <a:pt x="1785" y="750"/>
                  <a:pt x="1782" y="742"/>
                  <a:pt x="1786" y="739"/>
                </a:cubicBezTo>
                <a:cubicBezTo>
                  <a:pt x="1790" y="719"/>
                  <a:pt x="1799" y="720"/>
                  <a:pt x="1796" y="712"/>
                </a:cubicBezTo>
                <a:cubicBezTo>
                  <a:pt x="1816" y="669"/>
                  <a:pt x="1812" y="661"/>
                  <a:pt x="1818" y="660"/>
                </a:cubicBezTo>
                <a:cubicBezTo>
                  <a:pt x="1829" y="643"/>
                  <a:pt x="1826" y="635"/>
                  <a:pt x="1833" y="633"/>
                </a:cubicBezTo>
                <a:cubicBezTo>
                  <a:pt x="1843" y="612"/>
                  <a:pt x="1842" y="605"/>
                  <a:pt x="1845" y="599"/>
                </a:cubicBezTo>
                <a:cubicBezTo>
                  <a:pt x="1856" y="588"/>
                  <a:pt x="1855" y="583"/>
                  <a:pt x="1859" y="581"/>
                </a:cubicBezTo>
                <a:cubicBezTo>
                  <a:pt x="1885" y="546"/>
                  <a:pt x="1893" y="540"/>
                  <a:pt x="1897" y="530"/>
                </a:cubicBezTo>
                <a:close/>
                <a:moveTo>
                  <a:pt x="1824" y="596"/>
                </a:moveTo>
                <a:cubicBezTo>
                  <a:pt x="1827" y="593"/>
                  <a:pt x="1832" y="591"/>
                  <a:pt x="1831" y="584"/>
                </a:cubicBezTo>
                <a:cubicBezTo>
                  <a:pt x="1861" y="547"/>
                  <a:pt x="1867" y="544"/>
                  <a:pt x="1869" y="540"/>
                </a:cubicBezTo>
                <a:cubicBezTo>
                  <a:pt x="1888" y="530"/>
                  <a:pt x="1879" y="535"/>
                  <a:pt x="1880" y="538"/>
                </a:cubicBezTo>
                <a:cubicBezTo>
                  <a:pt x="1870" y="552"/>
                  <a:pt x="1866" y="551"/>
                  <a:pt x="1867" y="553"/>
                </a:cubicBezTo>
                <a:cubicBezTo>
                  <a:pt x="1850" y="569"/>
                  <a:pt x="1854" y="575"/>
                  <a:pt x="1850" y="576"/>
                </a:cubicBezTo>
                <a:cubicBezTo>
                  <a:pt x="1822" y="623"/>
                  <a:pt x="1825" y="632"/>
                  <a:pt x="1818" y="633"/>
                </a:cubicBezTo>
                <a:cubicBezTo>
                  <a:pt x="1805" y="665"/>
                  <a:pt x="1801" y="669"/>
                  <a:pt x="1801" y="674"/>
                </a:cubicBezTo>
                <a:cubicBezTo>
                  <a:pt x="1786" y="713"/>
                  <a:pt x="1784" y="727"/>
                  <a:pt x="1776" y="736"/>
                </a:cubicBezTo>
                <a:cubicBezTo>
                  <a:pt x="1773" y="758"/>
                  <a:pt x="1767" y="757"/>
                  <a:pt x="1768" y="762"/>
                </a:cubicBezTo>
                <a:cubicBezTo>
                  <a:pt x="1745" y="811"/>
                  <a:pt x="1743" y="823"/>
                  <a:pt x="1736" y="832"/>
                </a:cubicBezTo>
                <a:cubicBezTo>
                  <a:pt x="1737" y="820"/>
                  <a:pt x="1738" y="815"/>
                  <a:pt x="1741" y="813"/>
                </a:cubicBezTo>
                <a:cubicBezTo>
                  <a:pt x="1751" y="780"/>
                  <a:pt x="1752" y="770"/>
                  <a:pt x="1754" y="762"/>
                </a:cubicBezTo>
                <a:cubicBezTo>
                  <a:pt x="1769" y="712"/>
                  <a:pt x="1770" y="705"/>
                  <a:pt x="1774" y="701"/>
                </a:cubicBezTo>
                <a:cubicBezTo>
                  <a:pt x="1782" y="677"/>
                  <a:pt x="1787" y="673"/>
                  <a:pt x="1791" y="669"/>
                </a:cubicBezTo>
                <a:cubicBezTo>
                  <a:pt x="1796" y="652"/>
                  <a:pt x="1795" y="650"/>
                  <a:pt x="1796" y="648"/>
                </a:cubicBezTo>
                <a:cubicBezTo>
                  <a:pt x="1802" y="634"/>
                  <a:pt x="1807" y="627"/>
                  <a:pt x="1811" y="619"/>
                </a:cubicBezTo>
                <a:close/>
                <a:moveTo>
                  <a:pt x="1818" y="584"/>
                </a:moveTo>
                <a:cubicBezTo>
                  <a:pt x="1823" y="584"/>
                  <a:pt x="1819" y="591"/>
                  <a:pt x="1817" y="591"/>
                </a:cubicBezTo>
                <a:cubicBezTo>
                  <a:pt x="1813" y="593"/>
                  <a:pt x="1817" y="600"/>
                  <a:pt x="1809" y="599"/>
                </a:cubicBezTo>
                <a:cubicBezTo>
                  <a:pt x="1809" y="592"/>
                  <a:pt x="1818" y="591"/>
                  <a:pt x="1818" y="584"/>
                </a:cubicBezTo>
                <a:close/>
                <a:moveTo>
                  <a:pt x="1372" y="654"/>
                </a:moveTo>
                <a:cubicBezTo>
                  <a:pt x="1369" y="651"/>
                  <a:pt x="1365" y="650"/>
                  <a:pt x="1362" y="649"/>
                </a:cubicBezTo>
                <a:cubicBezTo>
                  <a:pt x="1364" y="641"/>
                  <a:pt x="1368" y="652"/>
                  <a:pt x="1373" y="649"/>
                </a:cubicBezTo>
                <a:cubicBezTo>
                  <a:pt x="1376" y="652"/>
                  <a:pt x="1379" y="652"/>
                  <a:pt x="1383" y="654"/>
                </a:cubicBezTo>
                <a:cubicBezTo>
                  <a:pt x="1381" y="662"/>
                  <a:pt x="1377" y="650"/>
                  <a:pt x="1372" y="654"/>
                </a:cubicBezTo>
                <a:close/>
                <a:moveTo>
                  <a:pt x="1400" y="662"/>
                </a:moveTo>
                <a:cubicBezTo>
                  <a:pt x="1395" y="661"/>
                  <a:pt x="1390" y="659"/>
                  <a:pt x="1386" y="658"/>
                </a:cubicBezTo>
                <a:cubicBezTo>
                  <a:pt x="1387" y="652"/>
                  <a:pt x="1393" y="662"/>
                  <a:pt x="1399" y="658"/>
                </a:cubicBezTo>
                <a:cubicBezTo>
                  <a:pt x="1402" y="661"/>
                  <a:pt x="1407" y="664"/>
                  <a:pt x="1413" y="664"/>
                </a:cubicBezTo>
                <a:cubicBezTo>
                  <a:pt x="1412" y="669"/>
                  <a:pt x="1402" y="664"/>
                  <a:pt x="1400" y="662"/>
                </a:cubicBezTo>
                <a:close/>
                <a:moveTo>
                  <a:pt x="1440" y="675"/>
                </a:moveTo>
                <a:cubicBezTo>
                  <a:pt x="1434" y="672"/>
                  <a:pt x="1443" y="674"/>
                  <a:pt x="1446" y="674"/>
                </a:cubicBezTo>
                <a:cubicBezTo>
                  <a:pt x="1445" y="678"/>
                  <a:pt x="1442" y="675"/>
                  <a:pt x="1440" y="675"/>
                </a:cubicBezTo>
                <a:close/>
                <a:moveTo>
                  <a:pt x="1398" y="704"/>
                </a:moveTo>
                <a:cubicBezTo>
                  <a:pt x="1398" y="699"/>
                  <a:pt x="1406" y="702"/>
                  <a:pt x="1407" y="703"/>
                </a:cubicBezTo>
                <a:cubicBezTo>
                  <a:pt x="1407" y="709"/>
                  <a:pt x="1402" y="701"/>
                  <a:pt x="1398" y="704"/>
                </a:cubicBezTo>
                <a:close/>
                <a:moveTo>
                  <a:pt x="1433" y="709"/>
                </a:moveTo>
                <a:cubicBezTo>
                  <a:pt x="1426" y="706"/>
                  <a:pt x="1436" y="708"/>
                  <a:pt x="1439" y="708"/>
                </a:cubicBezTo>
                <a:cubicBezTo>
                  <a:pt x="1438" y="712"/>
                  <a:pt x="1435" y="709"/>
                  <a:pt x="1433" y="709"/>
                </a:cubicBezTo>
                <a:close/>
                <a:moveTo>
                  <a:pt x="1135" y="916"/>
                </a:moveTo>
                <a:cubicBezTo>
                  <a:pt x="1134" y="916"/>
                  <a:pt x="1132" y="916"/>
                  <a:pt x="1131" y="916"/>
                </a:cubicBezTo>
                <a:cubicBezTo>
                  <a:pt x="1129" y="912"/>
                  <a:pt x="1133" y="912"/>
                  <a:pt x="1137" y="911"/>
                </a:cubicBezTo>
                <a:cubicBezTo>
                  <a:pt x="1137" y="913"/>
                  <a:pt x="1135" y="913"/>
                  <a:pt x="1135" y="916"/>
                </a:cubicBezTo>
                <a:close/>
                <a:moveTo>
                  <a:pt x="1156" y="896"/>
                </a:moveTo>
                <a:cubicBezTo>
                  <a:pt x="1150" y="895"/>
                  <a:pt x="1160" y="891"/>
                  <a:pt x="1159" y="887"/>
                </a:cubicBezTo>
                <a:cubicBezTo>
                  <a:pt x="1162" y="887"/>
                  <a:pt x="1165" y="886"/>
                  <a:pt x="1165" y="884"/>
                </a:cubicBezTo>
                <a:cubicBezTo>
                  <a:pt x="1172" y="888"/>
                  <a:pt x="1156" y="891"/>
                  <a:pt x="1156" y="896"/>
                </a:cubicBezTo>
                <a:close/>
                <a:moveTo>
                  <a:pt x="1242" y="819"/>
                </a:moveTo>
                <a:cubicBezTo>
                  <a:pt x="1244" y="815"/>
                  <a:pt x="1243" y="813"/>
                  <a:pt x="1240" y="810"/>
                </a:cubicBezTo>
                <a:cubicBezTo>
                  <a:pt x="1230" y="814"/>
                  <a:pt x="1224" y="810"/>
                  <a:pt x="1216" y="810"/>
                </a:cubicBezTo>
                <a:cubicBezTo>
                  <a:pt x="1208" y="811"/>
                  <a:pt x="1221" y="804"/>
                  <a:pt x="1220" y="809"/>
                </a:cubicBezTo>
                <a:cubicBezTo>
                  <a:pt x="1236" y="806"/>
                  <a:pt x="1246" y="812"/>
                  <a:pt x="1260" y="811"/>
                </a:cubicBezTo>
                <a:cubicBezTo>
                  <a:pt x="1258" y="816"/>
                  <a:pt x="1246" y="815"/>
                  <a:pt x="1242" y="819"/>
                </a:cubicBezTo>
                <a:close/>
                <a:moveTo>
                  <a:pt x="1266" y="830"/>
                </a:moveTo>
                <a:cubicBezTo>
                  <a:pt x="1267" y="826"/>
                  <a:pt x="1271" y="823"/>
                  <a:pt x="1276" y="822"/>
                </a:cubicBezTo>
                <a:cubicBezTo>
                  <a:pt x="1275" y="826"/>
                  <a:pt x="1271" y="828"/>
                  <a:pt x="1266" y="830"/>
                </a:cubicBezTo>
                <a:close/>
                <a:moveTo>
                  <a:pt x="1416" y="743"/>
                </a:moveTo>
                <a:cubicBezTo>
                  <a:pt x="1418" y="736"/>
                  <a:pt x="1425" y="744"/>
                  <a:pt x="1432" y="740"/>
                </a:cubicBezTo>
                <a:cubicBezTo>
                  <a:pt x="1431" y="749"/>
                  <a:pt x="1421" y="745"/>
                  <a:pt x="1416" y="743"/>
                </a:cubicBezTo>
                <a:close/>
                <a:moveTo>
                  <a:pt x="1655" y="687"/>
                </a:moveTo>
                <a:cubicBezTo>
                  <a:pt x="1656" y="691"/>
                  <a:pt x="1654" y="693"/>
                  <a:pt x="1654" y="696"/>
                </a:cubicBezTo>
                <a:cubicBezTo>
                  <a:pt x="1650" y="699"/>
                  <a:pt x="1647" y="704"/>
                  <a:pt x="1645" y="709"/>
                </a:cubicBezTo>
                <a:cubicBezTo>
                  <a:pt x="1645" y="715"/>
                  <a:pt x="1640" y="718"/>
                  <a:pt x="1639" y="723"/>
                </a:cubicBezTo>
                <a:cubicBezTo>
                  <a:pt x="1636" y="727"/>
                  <a:pt x="1636" y="733"/>
                  <a:pt x="1633" y="737"/>
                </a:cubicBezTo>
                <a:cubicBezTo>
                  <a:pt x="1630" y="748"/>
                  <a:pt x="1623" y="755"/>
                  <a:pt x="1623" y="768"/>
                </a:cubicBezTo>
                <a:cubicBezTo>
                  <a:pt x="1616" y="776"/>
                  <a:pt x="1617" y="789"/>
                  <a:pt x="1610" y="797"/>
                </a:cubicBezTo>
                <a:cubicBezTo>
                  <a:pt x="1609" y="821"/>
                  <a:pt x="1604" y="841"/>
                  <a:pt x="1595" y="859"/>
                </a:cubicBezTo>
                <a:cubicBezTo>
                  <a:pt x="1596" y="871"/>
                  <a:pt x="1592" y="880"/>
                  <a:pt x="1592" y="891"/>
                </a:cubicBezTo>
                <a:cubicBezTo>
                  <a:pt x="1586" y="898"/>
                  <a:pt x="1588" y="910"/>
                  <a:pt x="1583" y="917"/>
                </a:cubicBezTo>
                <a:cubicBezTo>
                  <a:pt x="1583" y="928"/>
                  <a:pt x="1578" y="936"/>
                  <a:pt x="1577" y="947"/>
                </a:cubicBezTo>
                <a:cubicBezTo>
                  <a:pt x="1576" y="956"/>
                  <a:pt x="1570" y="963"/>
                  <a:pt x="1571" y="974"/>
                </a:cubicBezTo>
                <a:cubicBezTo>
                  <a:pt x="1562" y="968"/>
                  <a:pt x="1575" y="961"/>
                  <a:pt x="1569" y="950"/>
                </a:cubicBezTo>
                <a:cubicBezTo>
                  <a:pt x="1570" y="943"/>
                  <a:pt x="1571" y="934"/>
                  <a:pt x="1569" y="924"/>
                </a:cubicBezTo>
                <a:cubicBezTo>
                  <a:pt x="1572" y="920"/>
                  <a:pt x="1570" y="912"/>
                  <a:pt x="1572" y="908"/>
                </a:cubicBezTo>
                <a:cubicBezTo>
                  <a:pt x="1572" y="902"/>
                  <a:pt x="1574" y="897"/>
                  <a:pt x="1577" y="894"/>
                </a:cubicBezTo>
                <a:cubicBezTo>
                  <a:pt x="1575" y="882"/>
                  <a:pt x="1582" y="875"/>
                  <a:pt x="1580" y="862"/>
                </a:cubicBezTo>
                <a:cubicBezTo>
                  <a:pt x="1585" y="854"/>
                  <a:pt x="1584" y="841"/>
                  <a:pt x="1588" y="832"/>
                </a:cubicBezTo>
                <a:cubicBezTo>
                  <a:pt x="1591" y="823"/>
                  <a:pt x="1595" y="814"/>
                  <a:pt x="1596" y="804"/>
                </a:cubicBezTo>
                <a:cubicBezTo>
                  <a:pt x="1599" y="800"/>
                  <a:pt x="1599" y="794"/>
                  <a:pt x="1602" y="789"/>
                </a:cubicBezTo>
                <a:cubicBezTo>
                  <a:pt x="1603" y="787"/>
                  <a:pt x="1604" y="784"/>
                  <a:pt x="1603" y="780"/>
                </a:cubicBezTo>
                <a:cubicBezTo>
                  <a:pt x="1606" y="781"/>
                  <a:pt x="1606" y="778"/>
                  <a:pt x="1606" y="775"/>
                </a:cubicBezTo>
                <a:cubicBezTo>
                  <a:pt x="1611" y="767"/>
                  <a:pt x="1612" y="757"/>
                  <a:pt x="1619" y="751"/>
                </a:cubicBezTo>
                <a:cubicBezTo>
                  <a:pt x="1619" y="744"/>
                  <a:pt x="1623" y="742"/>
                  <a:pt x="1626" y="739"/>
                </a:cubicBezTo>
                <a:cubicBezTo>
                  <a:pt x="1625" y="735"/>
                  <a:pt x="1628" y="734"/>
                  <a:pt x="1627" y="730"/>
                </a:cubicBezTo>
                <a:cubicBezTo>
                  <a:pt x="1631" y="730"/>
                  <a:pt x="1630" y="727"/>
                  <a:pt x="1630" y="724"/>
                </a:cubicBezTo>
                <a:cubicBezTo>
                  <a:pt x="1636" y="723"/>
                  <a:pt x="1632" y="715"/>
                  <a:pt x="1637" y="712"/>
                </a:cubicBezTo>
                <a:cubicBezTo>
                  <a:pt x="1637" y="706"/>
                  <a:pt x="1642" y="705"/>
                  <a:pt x="1641" y="698"/>
                </a:cubicBezTo>
                <a:cubicBezTo>
                  <a:pt x="1648" y="694"/>
                  <a:pt x="1652" y="687"/>
                  <a:pt x="1656" y="680"/>
                </a:cubicBezTo>
                <a:cubicBezTo>
                  <a:pt x="1661" y="679"/>
                  <a:pt x="1657" y="687"/>
                  <a:pt x="1655" y="687"/>
                </a:cubicBezTo>
                <a:close/>
                <a:moveTo>
                  <a:pt x="2606" y="35"/>
                </a:moveTo>
                <a:cubicBezTo>
                  <a:pt x="2599" y="41"/>
                  <a:pt x="2596" y="51"/>
                  <a:pt x="2588" y="56"/>
                </a:cubicBezTo>
                <a:cubicBezTo>
                  <a:pt x="2562" y="100"/>
                  <a:pt x="2557" y="112"/>
                  <a:pt x="2547" y="120"/>
                </a:cubicBezTo>
                <a:cubicBezTo>
                  <a:pt x="2515" y="157"/>
                  <a:pt x="2517" y="164"/>
                  <a:pt x="2512" y="163"/>
                </a:cubicBezTo>
                <a:cubicBezTo>
                  <a:pt x="2498" y="179"/>
                  <a:pt x="2493" y="184"/>
                  <a:pt x="2490" y="189"/>
                </a:cubicBezTo>
                <a:cubicBezTo>
                  <a:pt x="2471" y="199"/>
                  <a:pt x="2475" y="208"/>
                  <a:pt x="2469" y="207"/>
                </a:cubicBezTo>
                <a:cubicBezTo>
                  <a:pt x="2445" y="224"/>
                  <a:pt x="2450" y="235"/>
                  <a:pt x="2442" y="233"/>
                </a:cubicBezTo>
                <a:cubicBezTo>
                  <a:pt x="2418" y="259"/>
                  <a:pt x="2417" y="261"/>
                  <a:pt x="2416" y="261"/>
                </a:cubicBezTo>
                <a:cubicBezTo>
                  <a:pt x="2399" y="277"/>
                  <a:pt x="2396" y="284"/>
                  <a:pt x="2392" y="290"/>
                </a:cubicBezTo>
                <a:cubicBezTo>
                  <a:pt x="2384" y="304"/>
                  <a:pt x="2387" y="303"/>
                  <a:pt x="2388" y="301"/>
                </a:cubicBezTo>
                <a:cubicBezTo>
                  <a:pt x="2423" y="265"/>
                  <a:pt x="2425" y="260"/>
                  <a:pt x="2429" y="257"/>
                </a:cubicBezTo>
                <a:cubicBezTo>
                  <a:pt x="2444" y="240"/>
                  <a:pt x="2450" y="237"/>
                  <a:pt x="2453" y="233"/>
                </a:cubicBezTo>
                <a:cubicBezTo>
                  <a:pt x="2474" y="214"/>
                  <a:pt x="2481" y="207"/>
                  <a:pt x="2490" y="200"/>
                </a:cubicBezTo>
                <a:cubicBezTo>
                  <a:pt x="2538" y="145"/>
                  <a:pt x="2544" y="137"/>
                  <a:pt x="2551" y="131"/>
                </a:cubicBezTo>
                <a:cubicBezTo>
                  <a:pt x="2594" y="76"/>
                  <a:pt x="2597" y="66"/>
                  <a:pt x="2602" y="56"/>
                </a:cubicBezTo>
                <a:cubicBezTo>
                  <a:pt x="2614" y="35"/>
                  <a:pt x="2615" y="32"/>
                  <a:pt x="2617" y="30"/>
                </a:cubicBezTo>
                <a:cubicBezTo>
                  <a:pt x="2632" y="3"/>
                  <a:pt x="2632" y="1"/>
                  <a:pt x="2633" y="0"/>
                </a:cubicBezTo>
                <a:cubicBezTo>
                  <a:pt x="2619" y="13"/>
                  <a:pt x="2613" y="14"/>
                  <a:pt x="2612" y="19"/>
                </a:cubicBezTo>
                <a:close/>
                <a:moveTo>
                  <a:pt x="2684" y="26"/>
                </a:moveTo>
                <a:cubicBezTo>
                  <a:pt x="2685" y="29"/>
                  <a:pt x="2687" y="30"/>
                  <a:pt x="2687" y="35"/>
                </a:cubicBezTo>
                <a:cubicBezTo>
                  <a:pt x="2698" y="65"/>
                  <a:pt x="2702" y="73"/>
                  <a:pt x="2706" y="80"/>
                </a:cubicBezTo>
                <a:cubicBezTo>
                  <a:pt x="2728" y="129"/>
                  <a:pt x="2728" y="136"/>
                  <a:pt x="2730" y="141"/>
                </a:cubicBezTo>
                <a:cubicBezTo>
                  <a:pt x="2753" y="174"/>
                  <a:pt x="2752" y="178"/>
                  <a:pt x="2754" y="179"/>
                </a:cubicBezTo>
                <a:cubicBezTo>
                  <a:pt x="2777" y="216"/>
                  <a:pt x="2779" y="226"/>
                  <a:pt x="2787" y="231"/>
                </a:cubicBezTo>
                <a:cubicBezTo>
                  <a:pt x="2810" y="267"/>
                  <a:pt x="2809" y="274"/>
                  <a:pt x="2813" y="277"/>
                </a:cubicBezTo>
                <a:cubicBezTo>
                  <a:pt x="2841" y="314"/>
                  <a:pt x="2834" y="311"/>
                  <a:pt x="2833" y="303"/>
                </a:cubicBezTo>
                <a:cubicBezTo>
                  <a:pt x="2810" y="258"/>
                  <a:pt x="2808" y="251"/>
                  <a:pt x="2802" y="246"/>
                </a:cubicBezTo>
                <a:cubicBezTo>
                  <a:pt x="2778" y="204"/>
                  <a:pt x="2773" y="199"/>
                  <a:pt x="2772" y="192"/>
                </a:cubicBezTo>
                <a:cubicBezTo>
                  <a:pt x="2764" y="178"/>
                  <a:pt x="2759" y="179"/>
                  <a:pt x="2759" y="174"/>
                </a:cubicBezTo>
                <a:cubicBezTo>
                  <a:pt x="2730" y="126"/>
                  <a:pt x="2729" y="108"/>
                  <a:pt x="2721" y="96"/>
                </a:cubicBezTo>
                <a:cubicBezTo>
                  <a:pt x="2698" y="41"/>
                  <a:pt x="2697" y="22"/>
                  <a:pt x="2689" y="11"/>
                </a:cubicBezTo>
                <a:cubicBezTo>
                  <a:pt x="2678" y="3"/>
                  <a:pt x="2678" y="6"/>
                  <a:pt x="2680" y="8"/>
                </a:cubicBezTo>
                <a:close/>
                <a:moveTo>
                  <a:pt x="2336" y="19"/>
                </a:moveTo>
                <a:cubicBezTo>
                  <a:pt x="2346" y="21"/>
                  <a:pt x="2343" y="8"/>
                  <a:pt x="2351" y="6"/>
                </a:cubicBezTo>
                <a:cubicBezTo>
                  <a:pt x="2352" y="5"/>
                  <a:pt x="2354" y="2"/>
                  <a:pt x="2355" y="0"/>
                </a:cubicBezTo>
                <a:cubicBezTo>
                  <a:pt x="2349" y="0"/>
                  <a:pt x="2349" y="0"/>
                  <a:pt x="2349" y="0"/>
                </a:cubicBezTo>
                <a:cubicBezTo>
                  <a:pt x="2348" y="2"/>
                  <a:pt x="2347" y="3"/>
                  <a:pt x="2346" y="4"/>
                </a:cubicBezTo>
                <a:cubicBezTo>
                  <a:pt x="2344" y="5"/>
                  <a:pt x="2342" y="7"/>
                  <a:pt x="2342" y="11"/>
                </a:cubicBezTo>
                <a:cubicBezTo>
                  <a:pt x="2340" y="13"/>
                  <a:pt x="2338" y="15"/>
                  <a:pt x="2336" y="17"/>
                </a:cubicBezTo>
                <a:cubicBezTo>
                  <a:pt x="2332" y="17"/>
                  <a:pt x="2334" y="23"/>
                  <a:pt x="2331" y="24"/>
                </a:cubicBezTo>
                <a:cubicBezTo>
                  <a:pt x="2333" y="30"/>
                  <a:pt x="2327" y="28"/>
                  <a:pt x="2327" y="32"/>
                </a:cubicBezTo>
                <a:cubicBezTo>
                  <a:pt x="2334" y="32"/>
                  <a:pt x="2335" y="26"/>
                  <a:pt x="2336" y="19"/>
                </a:cubicBezTo>
                <a:close/>
                <a:moveTo>
                  <a:pt x="2793" y="46"/>
                </a:moveTo>
                <a:cubicBezTo>
                  <a:pt x="2793" y="52"/>
                  <a:pt x="2795" y="57"/>
                  <a:pt x="2800" y="59"/>
                </a:cubicBezTo>
                <a:cubicBezTo>
                  <a:pt x="2798" y="68"/>
                  <a:pt x="2804" y="69"/>
                  <a:pt x="2804" y="76"/>
                </a:cubicBezTo>
                <a:cubicBezTo>
                  <a:pt x="2809" y="78"/>
                  <a:pt x="2806" y="87"/>
                  <a:pt x="2811" y="89"/>
                </a:cubicBezTo>
                <a:cubicBezTo>
                  <a:pt x="2812" y="94"/>
                  <a:pt x="2813" y="100"/>
                  <a:pt x="2815" y="104"/>
                </a:cubicBezTo>
                <a:cubicBezTo>
                  <a:pt x="2818" y="115"/>
                  <a:pt x="2822" y="123"/>
                  <a:pt x="2824" y="135"/>
                </a:cubicBezTo>
                <a:cubicBezTo>
                  <a:pt x="2827" y="138"/>
                  <a:pt x="2827" y="144"/>
                  <a:pt x="2828" y="150"/>
                </a:cubicBezTo>
                <a:cubicBezTo>
                  <a:pt x="2830" y="155"/>
                  <a:pt x="2833" y="159"/>
                  <a:pt x="2833" y="165"/>
                </a:cubicBezTo>
                <a:cubicBezTo>
                  <a:pt x="2835" y="170"/>
                  <a:pt x="2835" y="176"/>
                  <a:pt x="2837" y="181"/>
                </a:cubicBezTo>
                <a:cubicBezTo>
                  <a:pt x="2841" y="184"/>
                  <a:pt x="2836" y="197"/>
                  <a:pt x="2844" y="196"/>
                </a:cubicBezTo>
                <a:cubicBezTo>
                  <a:pt x="2842" y="176"/>
                  <a:pt x="2835" y="161"/>
                  <a:pt x="2833" y="141"/>
                </a:cubicBezTo>
                <a:cubicBezTo>
                  <a:pt x="2827" y="124"/>
                  <a:pt x="2822" y="107"/>
                  <a:pt x="2817" y="89"/>
                </a:cubicBezTo>
                <a:cubicBezTo>
                  <a:pt x="2818" y="84"/>
                  <a:pt x="2821" y="81"/>
                  <a:pt x="2820" y="74"/>
                </a:cubicBezTo>
                <a:cubicBezTo>
                  <a:pt x="2815" y="58"/>
                  <a:pt x="2811" y="43"/>
                  <a:pt x="2806" y="28"/>
                </a:cubicBezTo>
                <a:cubicBezTo>
                  <a:pt x="2804" y="25"/>
                  <a:pt x="2804" y="20"/>
                  <a:pt x="2802" y="17"/>
                </a:cubicBezTo>
                <a:cubicBezTo>
                  <a:pt x="2801" y="13"/>
                  <a:pt x="2801" y="8"/>
                  <a:pt x="2798" y="6"/>
                </a:cubicBezTo>
                <a:cubicBezTo>
                  <a:pt x="2798" y="4"/>
                  <a:pt x="2797" y="2"/>
                  <a:pt x="2797" y="0"/>
                </a:cubicBezTo>
                <a:cubicBezTo>
                  <a:pt x="2790" y="0"/>
                  <a:pt x="2790" y="0"/>
                  <a:pt x="2790" y="0"/>
                </a:cubicBezTo>
                <a:cubicBezTo>
                  <a:pt x="2791" y="4"/>
                  <a:pt x="2792" y="7"/>
                  <a:pt x="2793" y="11"/>
                </a:cubicBezTo>
                <a:cubicBezTo>
                  <a:pt x="2797" y="15"/>
                  <a:pt x="2798" y="22"/>
                  <a:pt x="2800" y="28"/>
                </a:cubicBezTo>
                <a:cubicBezTo>
                  <a:pt x="2803" y="32"/>
                  <a:pt x="2802" y="40"/>
                  <a:pt x="2806" y="43"/>
                </a:cubicBezTo>
                <a:cubicBezTo>
                  <a:pt x="2808" y="56"/>
                  <a:pt x="2814" y="65"/>
                  <a:pt x="2815" y="78"/>
                </a:cubicBezTo>
                <a:cubicBezTo>
                  <a:pt x="2806" y="70"/>
                  <a:pt x="2808" y="50"/>
                  <a:pt x="2798" y="43"/>
                </a:cubicBezTo>
                <a:cubicBezTo>
                  <a:pt x="2799" y="34"/>
                  <a:pt x="2792" y="32"/>
                  <a:pt x="2789" y="26"/>
                </a:cubicBezTo>
                <a:cubicBezTo>
                  <a:pt x="2787" y="20"/>
                  <a:pt x="2782" y="17"/>
                  <a:pt x="2780" y="11"/>
                </a:cubicBezTo>
                <a:cubicBezTo>
                  <a:pt x="2778" y="8"/>
                  <a:pt x="2776" y="4"/>
                  <a:pt x="2775" y="0"/>
                </a:cubicBezTo>
                <a:cubicBezTo>
                  <a:pt x="2765" y="0"/>
                  <a:pt x="2765" y="0"/>
                  <a:pt x="2765" y="0"/>
                </a:cubicBezTo>
                <a:cubicBezTo>
                  <a:pt x="2770" y="7"/>
                  <a:pt x="2773" y="15"/>
                  <a:pt x="2778" y="22"/>
                </a:cubicBezTo>
                <a:cubicBezTo>
                  <a:pt x="2783" y="30"/>
                  <a:pt x="2786" y="40"/>
                  <a:pt x="2793" y="46"/>
                </a:cubicBezTo>
                <a:close/>
                <a:moveTo>
                  <a:pt x="2852" y="11"/>
                </a:moveTo>
                <a:cubicBezTo>
                  <a:pt x="2852" y="20"/>
                  <a:pt x="2857" y="25"/>
                  <a:pt x="2859" y="32"/>
                </a:cubicBezTo>
                <a:cubicBezTo>
                  <a:pt x="2857" y="39"/>
                  <a:pt x="2863" y="39"/>
                  <a:pt x="2861" y="46"/>
                </a:cubicBezTo>
                <a:cubicBezTo>
                  <a:pt x="2861" y="51"/>
                  <a:pt x="2862" y="56"/>
                  <a:pt x="2865" y="59"/>
                </a:cubicBezTo>
                <a:cubicBezTo>
                  <a:pt x="2867" y="43"/>
                  <a:pt x="2860" y="35"/>
                  <a:pt x="2859" y="22"/>
                </a:cubicBezTo>
                <a:cubicBezTo>
                  <a:pt x="2858" y="15"/>
                  <a:pt x="2856" y="10"/>
                  <a:pt x="2854" y="4"/>
                </a:cubicBezTo>
                <a:cubicBezTo>
                  <a:pt x="2855" y="2"/>
                  <a:pt x="2854" y="1"/>
                  <a:pt x="2854" y="0"/>
                </a:cubicBezTo>
                <a:cubicBezTo>
                  <a:pt x="2849" y="0"/>
                  <a:pt x="2849" y="0"/>
                  <a:pt x="2849" y="0"/>
                </a:cubicBezTo>
                <a:cubicBezTo>
                  <a:pt x="2851" y="3"/>
                  <a:pt x="2848" y="10"/>
                  <a:pt x="2852" y="11"/>
                </a:cubicBezTo>
                <a:close/>
                <a:moveTo>
                  <a:pt x="2386" y="46"/>
                </a:moveTo>
                <a:cubicBezTo>
                  <a:pt x="2379" y="43"/>
                  <a:pt x="2380" y="49"/>
                  <a:pt x="2377" y="50"/>
                </a:cubicBezTo>
                <a:cubicBezTo>
                  <a:pt x="2377" y="53"/>
                  <a:pt x="2370" y="58"/>
                  <a:pt x="2375" y="59"/>
                </a:cubicBezTo>
                <a:cubicBezTo>
                  <a:pt x="2383" y="52"/>
                  <a:pt x="2389" y="44"/>
                  <a:pt x="2399" y="39"/>
                </a:cubicBezTo>
                <a:cubicBezTo>
                  <a:pt x="2399" y="32"/>
                  <a:pt x="2410" y="36"/>
                  <a:pt x="2410" y="28"/>
                </a:cubicBezTo>
                <a:cubicBezTo>
                  <a:pt x="2413" y="28"/>
                  <a:pt x="2413" y="24"/>
                  <a:pt x="2416" y="24"/>
                </a:cubicBezTo>
                <a:cubicBezTo>
                  <a:pt x="2420" y="23"/>
                  <a:pt x="2418" y="16"/>
                  <a:pt x="2423" y="17"/>
                </a:cubicBezTo>
                <a:cubicBezTo>
                  <a:pt x="2429" y="16"/>
                  <a:pt x="2428" y="8"/>
                  <a:pt x="2436" y="8"/>
                </a:cubicBezTo>
                <a:cubicBezTo>
                  <a:pt x="2436" y="5"/>
                  <a:pt x="2438" y="2"/>
                  <a:pt x="2440" y="0"/>
                </a:cubicBezTo>
                <a:cubicBezTo>
                  <a:pt x="2432" y="0"/>
                  <a:pt x="2432" y="0"/>
                  <a:pt x="2432" y="0"/>
                </a:cubicBezTo>
                <a:cubicBezTo>
                  <a:pt x="2430" y="2"/>
                  <a:pt x="2428" y="3"/>
                  <a:pt x="2427" y="6"/>
                </a:cubicBezTo>
                <a:cubicBezTo>
                  <a:pt x="2422" y="10"/>
                  <a:pt x="2417" y="14"/>
                  <a:pt x="2414" y="19"/>
                </a:cubicBezTo>
                <a:cubicBezTo>
                  <a:pt x="2406" y="21"/>
                  <a:pt x="2406" y="30"/>
                  <a:pt x="2399" y="32"/>
                </a:cubicBezTo>
                <a:cubicBezTo>
                  <a:pt x="2393" y="31"/>
                  <a:pt x="2395" y="37"/>
                  <a:pt x="2392" y="39"/>
                </a:cubicBezTo>
                <a:cubicBezTo>
                  <a:pt x="2387" y="39"/>
                  <a:pt x="2385" y="41"/>
                  <a:pt x="2386" y="46"/>
                </a:cubicBezTo>
                <a:close/>
                <a:moveTo>
                  <a:pt x="2569" y="59"/>
                </a:moveTo>
                <a:cubicBezTo>
                  <a:pt x="2566" y="59"/>
                  <a:pt x="2566" y="62"/>
                  <a:pt x="2567" y="65"/>
                </a:cubicBezTo>
                <a:cubicBezTo>
                  <a:pt x="2549" y="87"/>
                  <a:pt x="2548" y="92"/>
                  <a:pt x="2543" y="93"/>
                </a:cubicBezTo>
                <a:cubicBezTo>
                  <a:pt x="2513" y="133"/>
                  <a:pt x="2508" y="135"/>
                  <a:pt x="2508" y="141"/>
                </a:cubicBezTo>
                <a:cubicBezTo>
                  <a:pt x="2473" y="177"/>
                  <a:pt x="2469" y="180"/>
                  <a:pt x="2466" y="185"/>
                </a:cubicBezTo>
                <a:cubicBezTo>
                  <a:pt x="2441" y="207"/>
                  <a:pt x="2443" y="212"/>
                  <a:pt x="2438" y="211"/>
                </a:cubicBezTo>
                <a:cubicBezTo>
                  <a:pt x="2407" y="240"/>
                  <a:pt x="2405" y="242"/>
                  <a:pt x="2405" y="246"/>
                </a:cubicBezTo>
                <a:cubicBezTo>
                  <a:pt x="2379" y="268"/>
                  <a:pt x="2378" y="282"/>
                  <a:pt x="2366" y="285"/>
                </a:cubicBezTo>
                <a:cubicBezTo>
                  <a:pt x="2344" y="325"/>
                  <a:pt x="2345" y="329"/>
                  <a:pt x="2342" y="329"/>
                </a:cubicBezTo>
                <a:cubicBezTo>
                  <a:pt x="2361" y="305"/>
                  <a:pt x="2369" y="301"/>
                  <a:pt x="2370" y="290"/>
                </a:cubicBezTo>
                <a:cubicBezTo>
                  <a:pt x="2392" y="267"/>
                  <a:pt x="2393" y="265"/>
                  <a:pt x="2397" y="266"/>
                </a:cubicBezTo>
                <a:cubicBezTo>
                  <a:pt x="2413" y="243"/>
                  <a:pt x="2418" y="242"/>
                  <a:pt x="2423" y="240"/>
                </a:cubicBezTo>
                <a:cubicBezTo>
                  <a:pt x="2446" y="214"/>
                  <a:pt x="2452" y="213"/>
                  <a:pt x="2455" y="209"/>
                </a:cubicBezTo>
                <a:cubicBezTo>
                  <a:pt x="2475" y="187"/>
                  <a:pt x="2477" y="185"/>
                  <a:pt x="2479" y="183"/>
                </a:cubicBezTo>
                <a:cubicBezTo>
                  <a:pt x="2492" y="165"/>
                  <a:pt x="2498" y="167"/>
                  <a:pt x="2497" y="161"/>
                </a:cubicBezTo>
                <a:cubicBezTo>
                  <a:pt x="2517" y="136"/>
                  <a:pt x="2528" y="137"/>
                  <a:pt x="2527" y="128"/>
                </a:cubicBezTo>
                <a:cubicBezTo>
                  <a:pt x="2563" y="79"/>
                  <a:pt x="2568" y="75"/>
                  <a:pt x="2573" y="72"/>
                </a:cubicBezTo>
                <a:cubicBezTo>
                  <a:pt x="2585" y="53"/>
                  <a:pt x="2586" y="50"/>
                  <a:pt x="2586" y="46"/>
                </a:cubicBezTo>
                <a:cubicBezTo>
                  <a:pt x="2615" y="7"/>
                  <a:pt x="2616" y="4"/>
                  <a:pt x="2617" y="0"/>
                </a:cubicBezTo>
                <a:cubicBezTo>
                  <a:pt x="2600" y="13"/>
                  <a:pt x="2595" y="15"/>
                  <a:pt x="2595" y="22"/>
                </a:cubicBezTo>
                <a:cubicBezTo>
                  <a:pt x="2579" y="41"/>
                  <a:pt x="2576" y="52"/>
                  <a:pt x="2569" y="59"/>
                </a:cubicBezTo>
                <a:close/>
                <a:moveTo>
                  <a:pt x="2351" y="28"/>
                </a:moveTo>
                <a:cubicBezTo>
                  <a:pt x="2351" y="32"/>
                  <a:pt x="2348" y="32"/>
                  <a:pt x="2346" y="35"/>
                </a:cubicBezTo>
                <a:cubicBezTo>
                  <a:pt x="2343" y="38"/>
                  <a:pt x="2340" y="42"/>
                  <a:pt x="2338" y="46"/>
                </a:cubicBezTo>
                <a:cubicBezTo>
                  <a:pt x="2333" y="44"/>
                  <a:pt x="2331" y="57"/>
                  <a:pt x="2336" y="59"/>
                </a:cubicBezTo>
                <a:cubicBezTo>
                  <a:pt x="2341" y="44"/>
                  <a:pt x="2352" y="36"/>
                  <a:pt x="2362" y="26"/>
                </a:cubicBezTo>
                <a:cubicBezTo>
                  <a:pt x="2366" y="20"/>
                  <a:pt x="2371" y="15"/>
                  <a:pt x="2377" y="11"/>
                </a:cubicBezTo>
                <a:cubicBezTo>
                  <a:pt x="2379" y="8"/>
                  <a:pt x="2383" y="6"/>
                  <a:pt x="2383" y="2"/>
                </a:cubicBezTo>
                <a:cubicBezTo>
                  <a:pt x="2385" y="1"/>
                  <a:pt x="2387" y="2"/>
                  <a:pt x="2388" y="0"/>
                </a:cubicBezTo>
                <a:cubicBezTo>
                  <a:pt x="2380" y="0"/>
                  <a:pt x="2380" y="0"/>
                  <a:pt x="2380" y="0"/>
                </a:cubicBezTo>
                <a:cubicBezTo>
                  <a:pt x="2378" y="2"/>
                  <a:pt x="2375" y="3"/>
                  <a:pt x="2375" y="6"/>
                </a:cubicBezTo>
                <a:cubicBezTo>
                  <a:pt x="2369" y="7"/>
                  <a:pt x="2367" y="12"/>
                  <a:pt x="2364" y="15"/>
                </a:cubicBezTo>
                <a:cubicBezTo>
                  <a:pt x="2363" y="20"/>
                  <a:pt x="2356" y="19"/>
                  <a:pt x="2357" y="26"/>
                </a:cubicBezTo>
                <a:cubicBezTo>
                  <a:pt x="2354" y="26"/>
                  <a:pt x="2353" y="27"/>
                  <a:pt x="2351" y="28"/>
                </a:cubicBezTo>
                <a:close/>
                <a:moveTo>
                  <a:pt x="2438" y="72"/>
                </a:moveTo>
                <a:cubicBezTo>
                  <a:pt x="2435" y="76"/>
                  <a:pt x="2432" y="80"/>
                  <a:pt x="2427" y="83"/>
                </a:cubicBezTo>
                <a:cubicBezTo>
                  <a:pt x="2425" y="89"/>
                  <a:pt x="2420" y="91"/>
                  <a:pt x="2416" y="96"/>
                </a:cubicBezTo>
                <a:cubicBezTo>
                  <a:pt x="2413" y="100"/>
                  <a:pt x="2407" y="101"/>
                  <a:pt x="2405" y="107"/>
                </a:cubicBezTo>
                <a:cubicBezTo>
                  <a:pt x="2403" y="112"/>
                  <a:pt x="2397" y="114"/>
                  <a:pt x="2394" y="120"/>
                </a:cubicBezTo>
                <a:cubicBezTo>
                  <a:pt x="2388" y="128"/>
                  <a:pt x="2381" y="137"/>
                  <a:pt x="2377" y="148"/>
                </a:cubicBezTo>
                <a:cubicBezTo>
                  <a:pt x="2372" y="151"/>
                  <a:pt x="2371" y="158"/>
                  <a:pt x="2368" y="163"/>
                </a:cubicBezTo>
                <a:cubicBezTo>
                  <a:pt x="2365" y="163"/>
                  <a:pt x="2367" y="169"/>
                  <a:pt x="2364" y="170"/>
                </a:cubicBezTo>
                <a:cubicBezTo>
                  <a:pt x="2362" y="172"/>
                  <a:pt x="2361" y="176"/>
                  <a:pt x="2362" y="181"/>
                </a:cubicBezTo>
                <a:cubicBezTo>
                  <a:pt x="2366" y="181"/>
                  <a:pt x="2367" y="179"/>
                  <a:pt x="2366" y="174"/>
                </a:cubicBezTo>
                <a:cubicBezTo>
                  <a:pt x="2369" y="173"/>
                  <a:pt x="2370" y="171"/>
                  <a:pt x="2370" y="168"/>
                </a:cubicBezTo>
                <a:cubicBezTo>
                  <a:pt x="2377" y="166"/>
                  <a:pt x="2375" y="156"/>
                  <a:pt x="2381" y="155"/>
                </a:cubicBezTo>
                <a:cubicBezTo>
                  <a:pt x="2385" y="142"/>
                  <a:pt x="2395" y="136"/>
                  <a:pt x="2399" y="124"/>
                </a:cubicBezTo>
                <a:cubicBezTo>
                  <a:pt x="2408" y="118"/>
                  <a:pt x="2413" y="108"/>
                  <a:pt x="2423" y="102"/>
                </a:cubicBezTo>
                <a:cubicBezTo>
                  <a:pt x="2424" y="96"/>
                  <a:pt x="2429" y="94"/>
                  <a:pt x="2434" y="91"/>
                </a:cubicBezTo>
                <a:cubicBezTo>
                  <a:pt x="2434" y="84"/>
                  <a:pt x="2443" y="85"/>
                  <a:pt x="2445" y="78"/>
                </a:cubicBezTo>
                <a:cubicBezTo>
                  <a:pt x="2449" y="76"/>
                  <a:pt x="2453" y="72"/>
                  <a:pt x="2455" y="67"/>
                </a:cubicBezTo>
                <a:cubicBezTo>
                  <a:pt x="2456" y="64"/>
                  <a:pt x="2460" y="65"/>
                  <a:pt x="2462" y="63"/>
                </a:cubicBezTo>
                <a:cubicBezTo>
                  <a:pt x="2459" y="56"/>
                  <a:pt x="2469" y="61"/>
                  <a:pt x="2466" y="54"/>
                </a:cubicBezTo>
                <a:cubicBezTo>
                  <a:pt x="2472" y="53"/>
                  <a:pt x="2475" y="48"/>
                  <a:pt x="2479" y="46"/>
                </a:cubicBezTo>
                <a:cubicBezTo>
                  <a:pt x="2479" y="37"/>
                  <a:pt x="2489" y="39"/>
                  <a:pt x="2490" y="32"/>
                </a:cubicBezTo>
                <a:cubicBezTo>
                  <a:pt x="2500" y="20"/>
                  <a:pt x="2512" y="11"/>
                  <a:pt x="2523" y="0"/>
                </a:cubicBezTo>
                <a:cubicBezTo>
                  <a:pt x="2509" y="0"/>
                  <a:pt x="2509" y="0"/>
                  <a:pt x="2509" y="0"/>
                </a:cubicBezTo>
                <a:cubicBezTo>
                  <a:pt x="2508" y="1"/>
                  <a:pt x="2507" y="2"/>
                  <a:pt x="2506" y="2"/>
                </a:cubicBezTo>
                <a:cubicBezTo>
                  <a:pt x="2506" y="6"/>
                  <a:pt x="2504" y="8"/>
                  <a:pt x="2501" y="8"/>
                </a:cubicBezTo>
                <a:cubicBezTo>
                  <a:pt x="2498" y="9"/>
                  <a:pt x="2500" y="14"/>
                  <a:pt x="2495" y="13"/>
                </a:cubicBezTo>
                <a:cubicBezTo>
                  <a:pt x="2494" y="16"/>
                  <a:pt x="2491" y="16"/>
                  <a:pt x="2490" y="19"/>
                </a:cubicBezTo>
                <a:cubicBezTo>
                  <a:pt x="2490" y="23"/>
                  <a:pt x="2483" y="21"/>
                  <a:pt x="2484" y="26"/>
                </a:cubicBezTo>
                <a:cubicBezTo>
                  <a:pt x="2468" y="41"/>
                  <a:pt x="2454" y="57"/>
                  <a:pt x="2438" y="72"/>
                </a:cubicBezTo>
                <a:close/>
                <a:moveTo>
                  <a:pt x="2508" y="35"/>
                </a:moveTo>
                <a:cubicBezTo>
                  <a:pt x="2506" y="40"/>
                  <a:pt x="2501" y="40"/>
                  <a:pt x="2499" y="46"/>
                </a:cubicBezTo>
                <a:cubicBezTo>
                  <a:pt x="2484" y="62"/>
                  <a:pt x="2478" y="60"/>
                  <a:pt x="2479" y="65"/>
                </a:cubicBezTo>
                <a:cubicBezTo>
                  <a:pt x="2463" y="80"/>
                  <a:pt x="2459" y="80"/>
                  <a:pt x="2458" y="83"/>
                </a:cubicBezTo>
                <a:cubicBezTo>
                  <a:pt x="2444" y="102"/>
                  <a:pt x="2434" y="106"/>
                  <a:pt x="2427" y="113"/>
                </a:cubicBezTo>
                <a:cubicBezTo>
                  <a:pt x="2414" y="132"/>
                  <a:pt x="2408" y="130"/>
                  <a:pt x="2410" y="135"/>
                </a:cubicBezTo>
                <a:cubicBezTo>
                  <a:pt x="2383" y="161"/>
                  <a:pt x="2382" y="173"/>
                  <a:pt x="2375" y="179"/>
                </a:cubicBezTo>
                <a:cubicBezTo>
                  <a:pt x="2355" y="218"/>
                  <a:pt x="2355" y="224"/>
                  <a:pt x="2351" y="224"/>
                </a:cubicBezTo>
                <a:cubicBezTo>
                  <a:pt x="2344" y="254"/>
                  <a:pt x="2335" y="259"/>
                  <a:pt x="2342" y="261"/>
                </a:cubicBezTo>
                <a:cubicBezTo>
                  <a:pt x="2366" y="200"/>
                  <a:pt x="2372" y="200"/>
                  <a:pt x="2373" y="196"/>
                </a:cubicBezTo>
                <a:cubicBezTo>
                  <a:pt x="2395" y="169"/>
                  <a:pt x="2391" y="160"/>
                  <a:pt x="2397" y="161"/>
                </a:cubicBezTo>
                <a:cubicBezTo>
                  <a:pt x="2420" y="141"/>
                  <a:pt x="2418" y="135"/>
                  <a:pt x="2421" y="133"/>
                </a:cubicBezTo>
                <a:cubicBezTo>
                  <a:pt x="2456" y="96"/>
                  <a:pt x="2463" y="93"/>
                  <a:pt x="2466" y="87"/>
                </a:cubicBezTo>
                <a:cubicBezTo>
                  <a:pt x="2495" y="64"/>
                  <a:pt x="2495" y="59"/>
                  <a:pt x="2499" y="59"/>
                </a:cubicBezTo>
                <a:cubicBezTo>
                  <a:pt x="2518" y="37"/>
                  <a:pt x="2524" y="32"/>
                  <a:pt x="2530" y="28"/>
                </a:cubicBezTo>
                <a:cubicBezTo>
                  <a:pt x="2545" y="8"/>
                  <a:pt x="2549" y="7"/>
                  <a:pt x="2551" y="4"/>
                </a:cubicBezTo>
                <a:cubicBezTo>
                  <a:pt x="2541" y="2"/>
                  <a:pt x="2540" y="3"/>
                  <a:pt x="2538" y="4"/>
                </a:cubicBezTo>
                <a:close/>
                <a:moveTo>
                  <a:pt x="3098" y="2129"/>
                </a:moveTo>
                <a:cubicBezTo>
                  <a:pt x="3093" y="2124"/>
                  <a:pt x="3098" y="2119"/>
                  <a:pt x="3093" y="2113"/>
                </a:cubicBezTo>
                <a:cubicBezTo>
                  <a:pt x="3086" y="2064"/>
                  <a:pt x="3077" y="2058"/>
                  <a:pt x="3079" y="2054"/>
                </a:cubicBezTo>
                <a:cubicBezTo>
                  <a:pt x="3040" y="1980"/>
                  <a:pt x="3047" y="1984"/>
                  <a:pt x="3048" y="1988"/>
                </a:cubicBezTo>
                <a:cubicBezTo>
                  <a:pt x="3064" y="2024"/>
                  <a:pt x="3062" y="2030"/>
                  <a:pt x="3069" y="2036"/>
                </a:cubicBezTo>
                <a:cubicBezTo>
                  <a:pt x="3073" y="2062"/>
                  <a:pt x="3074" y="2065"/>
                  <a:pt x="3078" y="2069"/>
                </a:cubicBezTo>
                <a:cubicBezTo>
                  <a:pt x="3075" y="2066"/>
                  <a:pt x="3067" y="2062"/>
                  <a:pt x="3071" y="2058"/>
                </a:cubicBezTo>
                <a:cubicBezTo>
                  <a:pt x="3019" y="1980"/>
                  <a:pt x="3021" y="1968"/>
                  <a:pt x="3011" y="1974"/>
                </a:cubicBezTo>
                <a:cubicBezTo>
                  <a:pt x="3035" y="2011"/>
                  <a:pt x="3044" y="2015"/>
                  <a:pt x="3046" y="2019"/>
                </a:cubicBezTo>
                <a:cubicBezTo>
                  <a:pt x="3060" y="2063"/>
                  <a:pt x="3065" y="2068"/>
                  <a:pt x="3067" y="2073"/>
                </a:cubicBezTo>
                <a:cubicBezTo>
                  <a:pt x="3073" y="2103"/>
                  <a:pt x="3074" y="2105"/>
                  <a:pt x="3071" y="2107"/>
                </a:cubicBezTo>
                <a:cubicBezTo>
                  <a:pt x="3078" y="2130"/>
                  <a:pt x="3077" y="2132"/>
                  <a:pt x="3077" y="2134"/>
                </a:cubicBezTo>
                <a:cubicBezTo>
                  <a:pt x="3065" y="2103"/>
                  <a:pt x="3062" y="2098"/>
                  <a:pt x="3061" y="2093"/>
                </a:cubicBezTo>
                <a:cubicBezTo>
                  <a:pt x="3054" y="2074"/>
                  <a:pt x="3050" y="2071"/>
                  <a:pt x="3051" y="2069"/>
                </a:cubicBezTo>
                <a:cubicBezTo>
                  <a:pt x="2992" y="2001"/>
                  <a:pt x="2987" y="1997"/>
                  <a:pt x="2983" y="1990"/>
                </a:cubicBezTo>
                <a:cubicBezTo>
                  <a:pt x="3043" y="2076"/>
                  <a:pt x="3050" y="2086"/>
                  <a:pt x="3056" y="2097"/>
                </a:cubicBezTo>
                <a:cubicBezTo>
                  <a:pt x="3062" y="2124"/>
                  <a:pt x="3060" y="2124"/>
                  <a:pt x="3060" y="2125"/>
                </a:cubicBezTo>
                <a:cubicBezTo>
                  <a:pt x="3064" y="2144"/>
                  <a:pt x="3068" y="2146"/>
                  <a:pt x="3068" y="2147"/>
                </a:cubicBezTo>
                <a:cubicBezTo>
                  <a:pt x="3078" y="2160"/>
                  <a:pt x="3078" y="2160"/>
                  <a:pt x="3078" y="2160"/>
                </a:cubicBezTo>
                <a:cubicBezTo>
                  <a:pt x="3079" y="2148"/>
                  <a:pt x="3079" y="2154"/>
                  <a:pt x="3079" y="2160"/>
                </a:cubicBezTo>
                <a:cubicBezTo>
                  <a:pt x="3087" y="2158"/>
                  <a:pt x="3088" y="2155"/>
                  <a:pt x="3088" y="2153"/>
                </a:cubicBezTo>
                <a:cubicBezTo>
                  <a:pt x="3082" y="2102"/>
                  <a:pt x="3079" y="2093"/>
                  <a:pt x="3077" y="2085"/>
                </a:cubicBezTo>
                <a:cubicBezTo>
                  <a:pt x="3087" y="2106"/>
                  <a:pt x="3084" y="2112"/>
                  <a:pt x="3088" y="2118"/>
                </a:cubicBezTo>
                <a:cubicBezTo>
                  <a:pt x="3091" y="2155"/>
                  <a:pt x="3092" y="2158"/>
                  <a:pt x="3093" y="2160"/>
                </a:cubicBezTo>
                <a:cubicBezTo>
                  <a:pt x="3101" y="2149"/>
                  <a:pt x="3096" y="2139"/>
                  <a:pt x="3098" y="2129"/>
                </a:cubicBezTo>
                <a:close/>
                <a:moveTo>
                  <a:pt x="2730" y="4"/>
                </a:moveTo>
                <a:cubicBezTo>
                  <a:pt x="2730" y="10"/>
                  <a:pt x="2731" y="13"/>
                  <a:pt x="2735" y="15"/>
                </a:cubicBezTo>
                <a:cubicBezTo>
                  <a:pt x="2759" y="58"/>
                  <a:pt x="2759" y="68"/>
                  <a:pt x="2765" y="72"/>
                </a:cubicBezTo>
                <a:cubicBezTo>
                  <a:pt x="2788" y="115"/>
                  <a:pt x="2789" y="123"/>
                  <a:pt x="2793" y="128"/>
                </a:cubicBezTo>
                <a:cubicBezTo>
                  <a:pt x="2807" y="153"/>
                  <a:pt x="2810" y="159"/>
                  <a:pt x="2815" y="163"/>
                </a:cubicBezTo>
                <a:cubicBezTo>
                  <a:pt x="2837" y="203"/>
                  <a:pt x="2835" y="211"/>
                  <a:pt x="2839" y="211"/>
                </a:cubicBezTo>
                <a:cubicBezTo>
                  <a:pt x="2837" y="204"/>
                  <a:pt x="2837" y="199"/>
                  <a:pt x="2837" y="194"/>
                </a:cubicBezTo>
                <a:cubicBezTo>
                  <a:pt x="2804" y="142"/>
                  <a:pt x="2807" y="132"/>
                  <a:pt x="2802" y="131"/>
                </a:cubicBezTo>
                <a:cubicBezTo>
                  <a:pt x="2780" y="92"/>
                  <a:pt x="2781" y="90"/>
                  <a:pt x="2780" y="89"/>
                </a:cubicBezTo>
                <a:cubicBezTo>
                  <a:pt x="2772" y="61"/>
                  <a:pt x="2764" y="63"/>
                  <a:pt x="2765" y="56"/>
                </a:cubicBezTo>
                <a:cubicBezTo>
                  <a:pt x="2742" y="16"/>
                  <a:pt x="2749" y="13"/>
                  <a:pt x="2741" y="13"/>
                </a:cubicBezTo>
                <a:cubicBezTo>
                  <a:pt x="2727" y="2"/>
                  <a:pt x="2728" y="4"/>
                  <a:pt x="2730" y="4"/>
                </a:cubicBezTo>
                <a:close/>
                <a:moveTo>
                  <a:pt x="2729" y="2032"/>
                </a:moveTo>
                <a:cubicBezTo>
                  <a:pt x="2713" y="2020"/>
                  <a:pt x="2697" y="2002"/>
                  <a:pt x="2681" y="1987"/>
                </a:cubicBezTo>
                <a:cubicBezTo>
                  <a:pt x="2676" y="1986"/>
                  <a:pt x="2671" y="1980"/>
                  <a:pt x="2665" y="1978"/>
                </a:cubicBezTo>
                <a:cubicBezTo>
                  <a:pt x="2660" y="1970"/>
                  <a:pt x="2655" y="1972"/>
                  <a:pt x="2650" y="1965"/>
                </a:cubicBezTo>
                <a:cubicBezTo>
                  <a:pt x="2648" y="1962"/>
                  <a:pt x="2645" y="1963"/>
                  <a:pt x="2643" y="1960"/>
                </a:cubicBezTo>
                <a:cubicBezTo>
                  <a:pt x="2642" y="1961"/>
                  <a:pt x="2634" y="1956"/>
                  <a:pt x="2637" y="1962"/>
                </a:cubicBezTo>
                <a:cubicBezTo>
                  <a:pt x="2645" y="1963"/>
                  <a:pt x="2653" y="1974"/>
                  <a:pt x="2662" y="1978"/>
                </a:cubicBezTo>
                <a:cubicBezTo>
                  <a:pt x="2672" y="1992"/>
                  <a:pt x="2683" y="1992"/>
                  <a:pt x="2693" y="2006"/>
                </a:cubicBezTo>
                <a:cubicBezTo>
                  <a:pt x="2696" y="2004"/>
                  <a:pt x="2694" y="2010"/>
                  <a:pt x="2697" y="2008"/>
                </a:cubicBezTo>
                <a:cubicBezTo>
                  <a:pt x="2699" y="2011"/>
                  <a:pt x="2702" y="2014"/>
                  <a:pt x="2704" y="2016"/>
                </a:cubicBezTo>
                <a:cubicBezTo>
                  <a:pt x="2709" y="2024"/>
                  <a:pt x="2715" y="2026"/>
                  <a:pt x="2720" y="2031"/>
                </a:cubicBezTo>
                <a:cubicBezTo>
                  <a:pt x="2743" y="2058"/>
                  <a:pt x="2766" y="2084"/>
                  <a:pt x="2789" y="2110"/>
                </a:cubicBezTo>
                <a:cubicBezTo>
                  <a:pt x="2794" y="2119"/>
                  <a:pt x="2805" y="2136"/>
                  <a:pt x="2811" y="2146"/>
                </a:cubicBezTo>
                <a:cubicBezTo>
                  <a:pt x="2815" y="2150"/>
                  <a:pt x="2819" y="2155"/>
                  <a:pt x="2822" y="2160"/>
                </a:cubicBezTo>
                <a:cubicBezTo>
                  <a:pt x="2833" y="2160"/>
                  <a:pt x="2833" y="2160"/>
                  <a:pt x="2833" y="2160"/>
                </a:cubicBezTo>
                <a:cubicBezTo>
                  <a:pt x="2819" y="2141"/>
                  <a:pt x="2808" y="2121"/>
                  <a:pt x="2793" y="2101"/>
                </a:cubicBezTo>
                <a:cubicBezTo>
                  <a:pt x="2769" y="2071"/>
                  <a:pt x="2752" y="2059"/>
                  <a:pt x="2729" y="2032"/>
                </a:cubicBezTo>
                <a:close/>
                <a:moveTo>
                  <a:pt x="2593" y="2068"/>
                </a:moveTo>
                <a:cubicBezTo>
                  <a:pt x="2590" y="2060"/>
                  <a:pt x="2586" y="2052"/>
                  <a:pt x="2577" y="2043"/>
                </a:cubicBezTo>
                <a:cubicBezTo>
                  <a:pt x="2574" y="2034"/>
                  <a:pt x="2569" y="2024"/>
                  <a:pt x="2561" y="2015"/>
                </a:cubicBezTo>
                <a:cubicBezTo>
                  <a:pt x="2556" y="2010"/>
                  <a:pt x="2562" y="2004"/>
                  <a:pt x="2554" y="2003"/>
                </a:cubicBezTo>
                <a:cubicBezTo>
                  <a:pt x="2558" y="1999"/>
                  <a:pt x="2542" y="1993"/>
                  <a:pt x="2547" y="1989"/>
                </a:cubicBezTo>
                <a:cubicBezTo>
                  <a:pt x="2539" y="1985"/>
                  <a:pt x="2535" y="1972"/>
                  <a:pt x="2527" y="1963"/>
                </a:cubicBezTo>
                <a:cubicBezTo>
                  <a:pt x="2522" y="1953"/>
                  <a:pt x="2513" y="1943"/>
                  <a:pt x="2507" y="1934"/>
                </a:cubicBezTo>
                <a:cubicBezTo>
                  <a:pt x="2502" y="1938"/>
                  <a:pt x="2505" y="1942"/>
                  <a:pt x="2510" y="1946"/>
                </a:cubicBezTo>
                <a:cubicBezTo>
                  <a:pt x="2509" y="1950"/>
                  <a:pt x="2514" y="1955"/>
                  <a:pt x="2518" y="1959"/>
                </a:cubicBezTo>
                <a:cubicBezTo>
                  <a:pt x="2522" y="1968"/>
                  <a:pt x="2528" y="1977"/>
                  <a:pt x="2536" y="1987"/>
                </a:cubicBezTo>
                <a:cubicBezTo>
                  <a:pt x="2535" y="1994"/>
                  <a:pt x="2547" y="2003"/>
                  <a:pt x="2549" y="2011"/>
                </a:cubicBezTo>
                <a:cubicBezTo>
                  <a:pt x="2552" y="2015"/>
                  <a:pt x="2550" y="2018"/>
                  <a:pt x="2556" y="2022"/>
                </a:cubicBezTo>
                <a:cubicBezTo>
                  <a:pt x="2553" y="2026"/>
                  <a:pt x="2564" y="2031"/>
                  <a:pt x="2561" y="2035"/>
                </a:cubicBezTo>
                <a:cubicBezTo>
                  <a:pt x="2574" y="2053"/>
                  <a:pt x="2580" y="2063"/>
                  <a:pt x="2590" y="2081"/>
                </a:cubicBezTo>
                <a:cubicBezTo>
                  <a:pt x="2617" y="2114"/>
                  <a:pt x="2628" y="2123"/>
                  <a:pt x="2652" y="2158"/>
                </a:cubicBezTo>
                <a:cubicBezTo>
                  <a:pt x="2653" y="2159"/>
                  <a:pt x="2654" y="2160"/>
                  <a:pt x="2655" y="2160"/>
                </a:cubicBezTo>
                <a:cubicBezTo>
                  <a:pt x="2668" y="2160"/>
                  <a:pt x="2668" y="2160"/>
                  <a:pt x="2668" y="2160"/>
                </a:cubicBezTo>
                <a:cubicBezTo>
                  <a:pt x="2649" y="2138"/>
                  <a:pt x="2635" y="2118"/>
                  <a:pt x="2614" y="2095"/>
                </a:cubicBezTo>
                <a:cubicBezTo>
                  <a:pt x="2611" y="2088"/>
                  <a:pt x="2603" y="2079"/>
                  <a:pt x="2593" y="2068"/>
                </a:cubicBezTo>
                <a:close/>
                <a:moveTo>
                  <a:pt x="2526" y="2071"/>
                </a:moveTo>
                <a:cubicBezTo>
                  <a:pt x="2526" y="2071"/>
                  <a:pt x="2524" y="2072"/>
                  <a:pt x="2524" y="2072"/>
                </a:cubicBezTo>
                <a:cubicBezTo>
                  <a:pt x="2524" y="2072"/>
                  <a:pt x="2519" y="2060"/>
                  <a:pt x="2519" y="2060"/>
                </a:cubicBezTo>
                <a:cubicBezTo>
                  <a:pt x="2518" y="2058"/>
                  <a:pt x="2517" y="2058"/>
                  <a:pt x="2516" y="2056"/>
                </a:cubicBezTo>
                <a:cubicBezTo>
                  <a:pt x="2506" y="2038"/>
                  <a:pt x="2496" y="2020"/>
                  <a:pt x="2481" y="2000"/>
                </a:cubicBezTo>
                <a:cubicBezTo>
                  <a:pt x="2460" y="1977"/>
                  <a:pt x="2453" y="1962"/>
                  <a:pt x="2430" y="1938"/>
                </a:cubicBezTo>
                <a:cubicBezTo>
                  <a:pt x="2422" y="1935"/>
                  <a:pt x="2415" y="1922"/>
                  <a:pt x="2408" y="1922"/>
                </a:cubicBezTo>
                <a:cubicBezTo>
                  <a:pt x="2410" y="1925"/>
                  <a:pt x="2411" y="1927"/>
                  <a:pt x="2413" y="1929"/>
                </a:cubicBezTo>
                <a:cubicBezTo>
                  <a:pt x="2415" y="1931"/>
                  <a:pt x="2418" y="1930"/>
                  <a:pt x="2416" y="1932"/>
                </a:cubicBezTo>
                <a:cubicBezTo>
                  <a:pt x="2421" y="1940"/>
                  <a:pt x="2420" y="1938"/>
                  <a:pt x="2426" y="1944"/>
                </a:cubicBezTo>
                <a:cubicBezTo>
                  <a:pt x="2435" y="1954"/>
                  <a:pt x="2444" y="1964"/>
                  <a:pt x="2452" y="1973"/>
                </a:cubicBezTo>
                <a:cubicBezTo>
                  <a:pt x="2451" y="1975"/>
                  <a:pt x="2451" y="1975"/>
                  <a:pt x="2452" y="1976"/>
                </a:cubicBezTo>
                <a:cubicBezTo>
                  <a:pt x="2455" y="1979"/>
                  <a:pt x="2459" y="1978"/>
                  <a:pt x="2458" y="1983"/>
                </a:cubicBezTo>
                <a:cubicBezTo>
                  <a:pt x="2462" y="1988"/>
                  <a:pt x="2466" y="1993"/>
                  <a:pt x="2471" y="1998"/>
                </a:cubicBezTo>
                <a:cubicBezTo>
                  <a:pt x="2468" y="2002"/>
                  <a:pt x="2478" y="2008"/>
                  <a:pt x="2480" y="2012"/>
                </a:cubicBezTo>
                <a:cubicBezTo>
                  <a:pt x="2478" y="2017"/>
                  <a:pt x="2488" y="2022"/>
                  <a:pt x="2490" y="2027"/>
                </a:cubicBezTo>
                <a:cubicBezTo>
                  <a:pt x="2495" y="2040"/>
                  <a:pt x="2506" y="2054"/>
                  <a:pt x="2511" y="2067"/>
                </a:cubicBezTo>
                <a:cubicBezTo>
                  <a:pt x="2516" y="2080"/>
                  <a:pt x="2531" y="2094"/>
                  <a:pt x="2534" y="2107"/>
                </a:cubicBezTo>
                <a:cubicBezTo>
                  <a:pt x="2540" y="2104"/>
                  <a:pt x="2536" y="2112"/>
                  <a:pt x="2540" y="2114"/>
                </a:cubicBezTo>
                <a:cubicBezTo>
                  <a:pt x="2544" y="2118"/>
                  <a:pt x="2540" y="2119"/>
                  <a:pt x="2546" y="2120"/>
                </a:cubicBezTo>
                <a:cubicBezTo>
                  <a:pt x="2542" y="2123"/>
                  <a:pt x="2550" y="2127"/>
                  <a:pt x="2551" y="2130"/>
                </a:cubicBezTo>
                <a:cubicBezTo>
                  <a:pt x="2557" y="2134"/>
                  <a:pt x="2555" y="2137"/>
                  <a:pt x="2558" y="2141"/>
                </a:cubicBezTo>
                <a:cubicBezTo>
                  <a:pt x="2564" y="2148"/>
                  <a:pt x="2569" y="2154"/>
                  <a:pt x="2573" y="2160"/>
                </a:cubicBezTo>
                <a:cubicBezTo>
                  <a:pt x="2586" y="2160"/>
                  <a:pt x="2586" y="2160"/>
                  <a:pt x="2586" y="2160"/>
                </a:cubicBezTo>
                <a:cubicBezTo>
                  <a:pt x="2570" y="2139"/>
                  <a:pt x="2553" y="2118"/>
                  <a:pt x="2541" y="2095"/>
                </a:cubicBezTo>
                <a:cubicBezTo>
                  <a:pt x="2533" y="2089"/>
                  <a:pt x="2531" y="2079"/>
                  <a:pt x="2526" y="2071"/>
                </a:cubicBezTo>
                <a:close/>
                <a:moveTo>
                  <a:pt x="2594" y="2142"/>
                </a:moveTo>
                <a:cubicBezTo>
                  <a:pt x="2588" y="2138"/>
                  <a:pt x="2596" y="2135"/>
                  <a:pt x="2590" y="2131"/>
                </a:cubicBezTo>
                <a:cubicBezTo>
                  <a:pt x="2586" y="2134"/>
                  <a:pt x="2585" y="2126"/>
                  <a:pt x="2584" y="2124"/>
                </a:cubicBezTo>
                <a:cubicBezTo>
                  <a:pt x="2581" y="2120"/>
                  <a:pt x="2578" y="2123"/>
                  <a:pt x="2575" y="2118"/>
                </a:cubicBezTo>
                <a:cubicBezTo>
                  <a:pt x="2581" y="2115"/>
                  <a:pt x="2567" y="2111"/>
                  <a:pt x="2573" y="2108"/>
                </a:cubicBezTo>
                <a:cubicBezTo>
                  <a:pt x="2572" y="2105"/>
                  <a:pt x="2564" y="2101"/>
                  <a:pt x="2567" y="2098"/>
                </a:cubicBezTo>
                <a:cubicBezTo>
                  <a:pt x="2564" y="2092"/>
                  <a:pt x="2558" y="2085"/>
                  <a:pt x="2556" y="2079"/>
                </a:cubicBezTo>
                <a:cubicBezTo>
                  <a:pt x="2545" y="2066"/>
                  <a:pt x="2543" y="2053"/>
                  <a:pt x="2530" y="2039"/>
                </a:cubicBezTo>
                <a:cubicBezTo>
                  <a:pt x="2520" y="2018"/>
                  <a:pt x="2508" y="1996"/>
                  <a:pt x="2494" y="1975"/>
                </a:cubicBezTo>
                <a:cubicBezTo>
                  <a:pt x="2486" y="1969"/>
                  <a:pt x="2487" y="1968"/>
                  <a:pt x="2481" y="1960"/>
                </a:cubicBezTo>
                <a:cubicBezTo>
                  <a:pt x="2474" y="1955"/>
                  <a:pt x="2476" y="1956"/>
                  <a:pt x="2469" y="1950"/>
                </a:cubicBezTo>
                <a:cubicBezTo>
                  <a:pt x="2464" y="1944"/>
                  <a:pt x="2459" y="1938"/>
                  <a:pt x="2453" y="1932"/>
                </a:cubicBezTo>
                <a:cubicBezTo>
                  <a:pt x="2450" y="1930"/>
                  <a:pt x="2448" y="1922"/>
                  <a:pt x="2445" y="1925"/>
                </a:cubicBezTo>
                <a:cubicBezTo>
                  <a:pt x="2442" y="1923"/>
                  <a:pt x="2439" y="1915"/>
                  <a:pt x="2436" y="1918"/>
                </a:cubicBezTo>
                <a:cubicBezTo>
                  <a:pt x="2438" y="1927"/>
                  <a:pt x="2447" y="1931"/>
                  <a:pt x="2453" y="1938"/>
                </a:cubicBezTo>
                <a:cubicBezTo>
                  <a:pt x="2469" y="1956"/>
                  <a:pt x="2486" y="1976"/>
                  <a:pt x="2499" y="1993"/>
                </a:cubicBezTo>
                <a:cubicBezTo>
                  <a:pt x="2501" y="2004"/>
                  <a:pt x="2507" y="2011"/>
                  <a:pt x="2511" y="2017"/>
                </a:cubicBezTo>
                <a:cubicBezTo>
                  <a:pt x="2515" y="2027"/>
                  <a:pt x="2522" y="2037"/>
                  <a:pt x="2525" y="2046"/>
                </a:cubicBezTo>
                <a:cubicBezTo>
                  <a:pt x="2532" y="2052"/>
                  <a:pt x="2530" y="2058"/>
                  <a:pt x="2537" y="2064"/>
                </a:cubicBezTo>
                <a:cubicBezTo>
                  <a:pt x="2536" y="2070"/>
                  <a:pt x="2547" y="2077"/>
                  <a:pt x="2545" y="2083"/>
                </a:cubicBezTo>
                <a:cubicBezTo>
                  <a:pt x="2554" y="2096"/>
                  <a:pt x="2560" y="2108"/>
                  <a:pt x="2566" y="2120"/>
                </a:cubicBezTo>
                <a:cubicBezTo>
                  <a:pt x="2570" y="2125"/>
                  <a:pt x="2575" y="2130"/>
                  <a:pt x="2579" y="2135"/>
                </a:cubicBezTo>
                <a:cubicBezTo>
                  <a:pt x="2583" y="2143"/>
                  <a:pt x="2590" y="2152"/>
                  <a:pt x="2595" y="2160"/>
                </a:cubicBezTo>
                <a:cubicBezTo>
                  <a:pt x="2607" y="2160"/>
                  <a:pt x="2607" y="2160"/>
                  <a:pt x="2607" y="2160"/>
                </a:cubicBezTo>
                <a:cubicBezTo>
                  <a:pt x="2605" y="2158"/>
                  <a:pt x="2603" y="2156"/>
                  <a:pt x="2601" y="2153"/>
                </a:cubicBezTo>
                <a:cubicBezTo>
                  <a:pt x="2601" y="2150"/>
                  <a:pt x="2598" y="2146"/>
                  <a:pt x="2594" y="2142"/>
                </a:cubicBezTo>
                <a:close/>
                <a:moveTo>
                  <a:pt x="2754" y="2103"/>
                </a:moveTo>
                <a:cubicBezTo>
                  <a:pt x="2742" y="2089"/>
                  <a:pt x="2730" y="2080"/>
                  <a:pt x="2724" y="2069"/>
                </a:cubicBezTo>
                <a:cubicBezTo>
                  <a:pt x="2673" y="2020"/>
                  <a:pt x="2658" y="2006"/>
                  <a:pt x="2642" y="1992"/>
                </a:cubicBezTo>
                <a:cubicBezTo>
                  <a:pt x="2611" y="1967"/>
                  <a:pt x="2603" y="1971"/>
                  <a:pt x="2595" y="1958"/>
                </a:cubicBezTo>
                <a:cubicBezTo>
                  <a:pt x="2552" y="1947"/>
                  <a:pt x="2570" y="1954"/>
                  <a:pt x="2579" y="1969"/>
                </a:cubicBezTo>
                <a:cubicBezTo>
                  <a:pt x="2603" y="1993"/>
                  <a:pt x="2607" y="1992"/>
                  <a:pt x="2605" y="1996"/>
                </a:cubicBezTo>
                <a:cubicBezTo>
                  <a:pt x="2621" y="2013"/>
                  <a:pt x="2630" y="2011"/>
                  <a:pt x="2630" y="2018"/>
                </a:cubicBezTo>
                <a:cubicBezTo>
                  <a:pt x="2705" y="2088"/>
                  <a:pt x="2711" y="2097"/>
                  <a:pt x="2730" y="2115"/>
                </a:cubicBezTo>
                <a:cubicBezTo>
                  <a:pt x="2774" y="2160"/>
                  <a:pt x="2774" y="2160"/>
                  <a:pt x="2774" y="2160"/>
                </a:cubicBezTo>
                <a:cubicBezTo>
                  <a:pt x="2687" y="2056"/>
                  <a:pt x="2675" y="2048"/>
                  <a:pt x="2664" y="2034"/>
                </a:cubicBezTo>
                <a:cubicBezTo>
                  <a:pt x="2639" y="2016"/>
                  <a:pt x="2640" y="2011"/>
                  <a:pt x="2634" y="2009"/>
                </a:cubicBezTo>
                <a:cubicBezTo>
                  <a:pt x="2590" y="1961"/>
                  <a:pt x="2592" y="1965"/>
                  <a:pt x="2595" y="1967"/>
                </a:cubicBezTo>
                <a:cubicBezTo>
                  <a:pt x="2643" y="2000"/>
                  <a:pt x="2660" y="2019"/>
                  <a:pt x="2677" y="2032"/>
                </a:cubicBezTo>
                <a:cubicBezTo>
                  <a:pt x="2722" y="2081"/>
                  <a:pt x="2728" y="2091"/>
                  <a:pt x="2740" y="2104"/>
                </a:cubicBezTo>
                <a:cubicBezTo>
                  <a:pt x="2743" y="2107"/>
                  <a:pt x="2746" y="2106"/>
                  <a:pt x="2746" y="2107"/>
                </a:cubicBezTo>
                <a:cubicBezTo>
                  <a:pt x="2776" y="2144"/>
                  <a:pt x="2782" y="2152"/>
                  <a:pt x="2788" y="2160"/>
                </a:cubicBezTo>
                <a:cubicBezTo>
                  <a:pt x="2766" y="2118"/>
                  <a:pt x="2761" y="2111"/>
                  <a:pt x="2754" y="2103"/>
                </a:cubicBezTo>
                <a:close/>
                <a:moveTo>
                  <a:pt x="2693" y="2110"/>
                </a:moveTo>
                <a:cubicBezTo>
                  <a:pt x="2696" y="2104"/>
                  <a:pt x="2682" y="2098"/>
                  <a:pt x="2684" y="2092"/>
                </a:cubicBezTo>
                <a:cubicBezTo>
                  <a:pt x="2662" y="2071"/>
                  <a:pt x="2655" y="2066"/>
                  <a:pt x="2644" y="2057"/>
                </a:cubicBezTo>
                <a:cubicBezTo>
                  <a:pt x="2578" y="1981"/>
                  <a:pt x="2570" y="1972"/>
                  <a:pt x="2560" y="1960"/>
                </a:cubicBezTo>
                <a:cubicBezTo>
                  <a:pt x="2548" y="1932"/>
                  <a:pt x="2535" y="1928"/>
                  <a:pt x="2540" y="1925"/>
                </a:cubicBezTo>
                <a:cubicBezTo>
                  <a:pt x="2520" y="1893"/>
                  <a:pt x="2526" y="1881"/>
                  <a:pt x="2517" y="1885"/>
                </a:cubicBezTo>
                <a:cubicBezTo>
                  <a:pt x="2536" y="1948"/>
                  <a:pt x="2536" y="1956"/>
                  <a:pt x="2544" y="1966"/>
                </a:cubicBezTo>
                <a:cubicBezTo>
                  <a:pt x="2562" y="2002"/>
                  <a:pt x="2567" y="2009"/>
                  <a:pt x="2571" y="2017"/>
                </a:cubicBezTo>
                <a:cubicBezTo>
                  <a:pt x="2647" y="2106"/>
                  <a:pt x="2655" y="2116"/>
                  <a:pt x="2663" y="2125"/>
                </a:cubicBezTo>
                <a:cubicBezTo>
                  <a:pt x="2703" y="2158"/>
                  <a:pt x="2696" y="2155"/>
                  <a:pt x="2695" y="2152"/>
                </a:cubicBezTo>
                <a:cubicBezTo>
                  <a:pt x="2672" y="2122"/>
                  <a:pt x="2670" y="2119"/>
                  <a:pt x="2667" y="2116"/>
                </a:cubicBezTo>
                <a:cubicBezTo>
                  <a:pt x="2636" y="2077"/>
                  <a:pt x="2632" y="2073"/>
                  <a:pt x="2628" y="2069"/>
                </a:cubicBezTo>
                <a:cubicBezTo>
                  <a:pt x="2551" y="1971"/>
                  <a:pt x="2541" y="1952"/>
                  <a:pt x="2535" y="1933"/>
                </a:cubicBezTo>
                <a:cubicBezTo>
                  <a:pt x="2537" y="1931"/>
                  <a:pt x="2537" y="1933"/>
                  <a:pt x="2538" y="1936"/>
                </a:cubicBezTo>
                <a:cubicBezTo>
                  <a:pt x="2555" y="1961"/>
                  <a:pt x="2559" y="1971"/>
                  <a:pt x="2566" y="1981"/>
                </a:cubicBezTo>
                <a:cubicBezTo>
                  <a:pt x="2684" y="2109"/>
                  <a:pt x="2700" y="2128"/>
                  <a:pt x="2712" y="2137"/>
                </a:cubicBezTo>
                <a:cubicBezTo>
                  <a:pt x="2738" y="2156"/>
                  <a:pt x="2735" y="2152"/>
                  <a:pt x="2733" y="2148"/>
                </a:cubicBezTo>
                <a:close/>
                <a:moveTo>
                  <a:pt x="2591" y="2098"/>
                </a:moveTo>
                <a:cubicBezTo>
                  <a:pt x="2574" y="2082"/>
                  <a:pt x="2569" y="2066"/>
                  <a:pt x="2557" y="2050"/>
                </a:cubicBezTo>
                <a:cubicBezTo>
                  <a:pt x="2542" y="2025"/>
                  <a:pt x="2544" y="2022"/>
                  <a:pt x="2540" y="2018"/>
                </a:cubicBezTo>
                <a:cubicBezTo>
                  <a:pt x="2518" y="1973"/>
                  <a:pt x="2511" y="1965"/>
                  <a:pt x="2510" y="1957"/>
                </a:cubicBezTo>
                <a:cubicBezTo>
                  <a:pt x="2495" y="1931"/>
                  <a:pt x="2489" y="1936"/>
                  <a:pt x="2497" y="1942"/>
                </a:cubicBezTo>
                <a:cubicBezTo>
                  <a:pt x="2510" y="1978"/>
                  <a:pt x="2514" y="1981"/>
                  <a:pt x="2516" y="1984"/>
                </a:cubicBezTo>
                <a:cubicBezTo>
                  <a:pt x="2525" y="2012"/>
                  <a:pt x="2529" y="2015"/>
                  <a:pt x="2531" y="2017"/>
                </a:cubicBezTo>
                <a:cubicBezTo>
                  <a:pt x="2543" y="2038"/>
                  <a:pt x="2539" y="2041"/>
                  <a:pt x="2543" y="2044"/>
                </a:cubicBezTo>
                <a:cubicBezTo>
                  <a:pt x="2576" y="2100"/>
                  <a:pt x="2580" y="2103"/>
                  <a:pt x="2582" y="2106"/>
                </a:cubicBezTo>
                <a:cubicBezTo>
                  <a:pt x="2599" y="2132"/>
                  <a:pt x="2603" y="2135"/>
                  <a:pt x="2605" y="2138"/>
                </a:cubicBezTo>
                <a:cubicBezTo>
                  <a:pt x="2623" y="2154"/>
                  <a:pt x="2621" y="2156"/>
                  <a:pt x="2622" y="2158"/>
                </a:cubicBezTo>
                <a:cubicBezTo>
                  <a:pt x="2623" y="2145"/>
                  <a:pt x="2610" y="2129"/>
                  <a:pt x="2597" y="2113"/>
                </a:cubicBezTo>
                <a:close/>
                <a:moveTo>
                  <a:pt x="3033" y="2114"/>
                </a:moveTo>
                <a:cubicBezTo>
                  <a:pt x="3034" y="2107"/>
                  <a:pt x="3026" y="2100"/>
                  <a:pt x="3027" y="2094"/>
                </a:cubicBezTo>
                <a:cubicBezTo>
                  <a:pt x="3015" y="2078"/>
                  <a:pt x="3010" y="2064"/>
                  <a:pt x="2999" y="2048"/>
                </a:cubicBezTo>
                <a:cubicBezTo>
                  <a:pt x="2993" y="2042"/>
                  <a:pt x="2987" y="2035"/>
                  <a:pt x="2982" y="2029"/>
                </a:cubicBezTo>
                <a:cubicBezTo>
                  <a:pt x="2976" y="2019"/>
                  <a:pt x="2974" y="2020"/>
                  <a:pt x="2966" y="2011"/>
                </a:cubicBezTo>
                <a:cubicBezTo>
                  <a:pt x="2959" y="2006"/>
                  <a:pt x="2963" y="2002"/>
                  <a:pt x="2957" y="1998"/>
                </a:cubicBezTo>
                <a:cubicBezTo>
                  <a:pt x="2951" y="1998"/>
                  <a:pt x="2953" y="1992"/>
                  <a:pt x="2952" y="1991"/>
                </a:cubicBezTo>
                <a:cubicBezTo>
                  <a:pt x="2951" y="1991"/>
                  <a:pt x="2950" y="1993"/>
                  <a:pt x="2949" y="1991"/>
                </a:cubicBezTo>
                <a:cubicBezTo>
                  <a:pt x="2945" y="1988"/>
                  <a:pt x="2942" y="1983"/>
                  <a:pt x="2937" y="1978"/>
                </a:cubicBezTo>
                <a:cubicBezTo>
                  <a:pt x="2933" y="1980"/>
                  <a:pt x="2929" y="1969"/>
                  <a:pt x="2925" y="1971"/>
                </a:cubicBezTo>
                <a:cubicBezTo>
                  <a:pt x="2921" y="1969"/>
                  <a:pt x="2917" y="1962"/>
                  <a:pt x="2913" y="1967"/>
                </a:cubicBezTo>
                <a:cubicBezTo>
                  <a:pt x="2922" y="1978"/>
                  <a:pt x="2932" y="1982"/>
                  <a:pt x="2941" y="1989"/>
                </a:cubicBezTo>
                <a:cubicBezTo>
                  <a:pt x="2945" y="1997"/>
                  <a:pt x="2946" y="1998"/>
                  <a:pt x="2955" y="2005"/>
                </a:cubicBezTo>
                <a:cubicBezTo>
                  <a:pt x="2959" y="2009"/>
                  <a:pt x="2957" y="2013"/>
                  <a:pt x="2962" y="2017"/>
                </a:cubicBezTo>
                <a:cubicBezTo>
                  <a:pt x="2976" y="2032"/>
                  <a:pt x="2989" y="2047"/>
                  <a:pt x="2995" y="2057"/>
                </a:cubicBezTo>
                <a:cubicBezTo>
                  <a:pt x="3002" y="2065"/>
                  <a:pt x="3006" y="2073"/>
                  <a:pt x="3009" y="2080"/>
                </a:cubicBezTo>
                <a:cubicBezTo>
                  <a:pt x="3013" y="2084"/>
                  <a:pt x="3016" y="2088"/>
                  <a:pt x="3013" y="2091"/>
                </a:cubicBezTo>
                <a:cubicBezTo>
                  <a:pt x="3017" y="2095"/>
                  <a:pt x="3020" y="2099"/>
                  <a:pt x="3020" y="2102"/>
                </a:cubicBezTo>
                <a:cubicBezTo>
                  <a:pt x="3026" y="2117"/>
                  <a:pt x="3033" y="2132"/>
                  <a:pt x="3039" y="2147"/>
                </a:cubicBezTo>
                <a:cubicBezTo>
                  <a:pt x="3040" y="2151"/>
                  <a:pt x="3041" y="2156"/>
                  <a:pt x="3042" y="2160"/>
                </a:cubicBezTo>
                <a:cubicBezTo>
                  <a:pt x="3052" y="2160"/>
                  <a:pt x="3052" y="2160"/>
                  <a:pt x="3052" y="2160"/>
                </a:cubicBezTo>
                <a:cubicBezTo>
                  <a:pt x="3049" y="2152"/>
                  <a:pt x="3045" y="2143"/>
                  <a:pt x="3046" y="2135"/>
                </a:cubicBezTo>
                <a:cubicBezTo>
                  <a:pt x="3039" y="2128"/>
                  <a:pt x="3040" y="2121"/>
                  <a:pt x="3033" y="2114"/>
                </a:cubicBezTo>
                <a:close/>
                <a:moveTo>
                  <a:pt x="2537" y="2130"/>
                </a:moveTo>
                <a:cubicBezTo>
                  <a:pt x="2524" y="2116"/>
                  <a:pt x="2523" y="2103"/>
                  <a:pt x="2514" y="2093"/>
                </a:cubicBezTo>
                <a:cubicBezTo>
                  <a:pt x="2504" y="2070"/>
                  <a:pt x="2497" y="2066"/>
                  <a:pt x="2499" y="2063"/>
                </a:cubicBezTo>
                <a:cubicBezTo>
                  <a:pt x="2497" y="2052"/>
                  <a:pt x="2484" y="2048"/>
                  <a:pt x="2489" y="2045"/>
                </a:cubicBezTo>
                <a:cubicBezTo>
                  <a:pt x="2476" y="2022"/>
                  <a:pt x="2468" y="2018"/>
                  <a:pt x="2471" y="2015"/>
                </a:cubicBezTo>
                <a:cubicBezTo>
                  <a:pt x="2435" y="1967"/>
                  <a:pt x="2425" y="1955"/>
                  <a:pt x="2414" y="1943"/>
                </a:cubicBezTo>
                <a:cubicBezTo>
                  <a:pt x="2373" y="1912"/>
                  <a:pt x="2369" y="1896"/>
                  <a:pt x="2364" y="1900"/>
                </a:cubicBezTo>
                <a:cubicBezTo>
                  <a:pt x="2381" y="1915"/>
                  <a:pt x="2378" y="1916"/>
                  <a:pt x="2380" y="1918"/>
                </a:cubicBezTo>
                <a:cubicBezTo>
                  <a:pt x="2388" y="1923"/>
                  <a:pt x="2388" y="1926"/>
                  <a:pt x="2389" y="1927"/>
                </a:cubicBezTo>
                <a:cubicBezTo>
                  <a:pt x="2400" y="1940"/>
                  <a:pt x="2408" y="1942"/>
                  <a:pt x="2409" y="1947"/>
                </a:cubicBezTo>
                <a:cubicBezTo>
                  <a:pt x="2443" y="1995"/>
                  <a:pt x="2452" y="1999"/>
                  <a:pt x="2449" y="2002"/>
                </a:cubicBezTo>
                <a:cubicBezTo>
                  <a:pt x="2487" y="2063"/>
                  <a:pt x="2491" y="2067"/>
                  <a:pt x="2487" y="2070"/>
                </a:cubicBezTo>
                <a:cubicBezTo>
                  <a:pt x="2506" y="2104"/>
                  <a:pt x="2514" y="2108"/>
                  <a:pt x="2512" y="2112"/>
                </a:cubicBezTo>
                <a:cubicBezTo>
                  <a:pt x="2539" y="2152"/>
                  <a:pt x="2543" y="2157"/>
                  <a:pt x="2546" y="2160"/>
                </a:cubicBezTo>
                <a:cubicBezTo>
                  <a:pt x="2540" y="2140"/>
                  <a:pt x="2541" y="2135"/>
                  <a:pt x="2537" y="2130"/>
                </a:cubicBezTo>
                <a:close/>
                <a:moveTo>
                  <a:pt x="2359" y="2098"/>
                </a:moveTo>
                <a:cubicBezTo>
                  <a:pt x="2355" y="2093"/>
                  <a:pt x="2356" y="2088"/>
                  <a:pt x="2351" y="2082"/>
                </a:cubicBezTo>
                <a:cubicBezTo>
                  <a:pt x="2335" y="2044"/>
                  <a:pt x="2331" y="2038"/>
                  <a:pt x="2328" y="2033"/>
                </a:cubicBezTo>
                <a:cubicBezTo>
                  <a:pt x="2301" y="1982"/>
                  <a:pt x="2293" y="1965"/>
                  <a:pt x="2285" y="1948"/>
                </a:cubicBezTo>
                <a:cubicBezTo>
                  <a:pt x="2224" y="1882"/>
                  <a:pt x="2221" y="1878"/>
                  <a:pt x="2218" y="1874"/>
                </a:cubicBezTo>
                <a:cubicBezTo>
                  <a:pt x="2188" y="1841"/>
                  <a:pt x="2182" y="1834"/>
                  <a:pt x="2176" y="1827"/>
                </a:cubicBezTo>
                <a:cubicBezTo>
                  <a:pt x="2168" y="1800"/>
                  <a:pt x="2167" y="1797"/>
                  <a:pt x="2164" y="1793"/>
                </a:cubicBezTo>
                <a:cubicBezTo>
                  <a:pt x="2171" y="1829"/>
                  <a:pt x="2175" y="1832"/>
                  <a:pt x="2177" y="1835"/>
                </a:cubicBezTo>
                <a:cubicBezTo>
                  <a:pt x="2193" y="1872"/>
                  <a:pt x="2204" y="1885"/>
                  <a:pt x="2212" y="1897"/>
                </a:cubicBezTo>
                <a:cubicBezTo>
                  <a:pt x="2261" y="1978"/>
                  <a:pt x="2271" y="1983"/>
                  <a:pt x="2264" y="1987"/>
                </a:cubicBezTo>
                <a:cubicBezTo>
                  <a:pt x="2277" y="2021"/>
                  <a:pt x="2288" y="2026"/>
                  <a:pt x="2285" y="2030"/>
                </a:cubicBezTo>
                <a:cubicBezTo>
                  <a:pt x="2303" y="2068"/>
                  <a:pt x="2301" y="2072"/>
                  <a:pt x="2302" y="2076"/>
                </a:cubicBezTo>
                <a:cubicBezTo>
                  <a:pt x="2322" y="2110"/>
                  <a:pt x="2320" y="2114"/>
                  <a:pt x="2324" y="2118"/>
                </a:cubicBezTo>
                <a:cubicBezTo>
                  <a:pt x="2337" y="2145"/>
                  <a:pt x="2350" y="2149"/>
                  <a:pt x="2344" y="2152"/>
                </a:cubicBezTo>
                <a:cubicBezTo>
                  <a:pt x="2314" y="2125"/>
                  <a:pt x="2312" y="2120"/>
                  <a:pt x="2308" y="2120"/>
                </a:cubicBezTo>
                <a:cubicBezTo>
                  <a:pt x="2286" y="2084"/>
                  <a:pt x="2287" y="2074"/>
                  <a:pt x="2278" y="2062"/>
                </a:cubicBezTo>
                <a:cubicBezTo>
                  <a:pt x="2250" y="1984"/>
                  <a:pt x="2245" y="1972"/>
                  <a:pt x="2241" y="1961"/>
                </a:cubicBezTo>
                <a:cubicBezTo>
                  <a:pt x="2207" y="1901"/>
                  <a:pt x="2203" y="1897"/>
                  <a:pt x="2199" y="1893"/>
                </a:cubicBezTo>
                <a:cubicBezTo>
                  <a:pt x="2180" y="1859"/>
                  <a:pt x="2173" y="1847"/>
                  <a:pt x="2168" y="1834"/>
                </a:cubicBezTo>
                <a:cubicBezTo>
                  <a:pt x="2156" y="1801"/>
                  <a:pt x="2161" y="1800"/>
                  <a:pt x="2155" y="1799"/>
                </a:cubicBezTo>
                <a:cubicBezTo>
                  <a:pt x="2162" y="1855"/>
                  <a:pt x="2173" y="1859"/>
                  <a:pt x="2171" y="1863"/>
                </a:cubicBezTo>
                <a:cubicBezTo>
                  <a:pt x="2220" y="1937"/>
                  <a:pt x="2218" y="1940"/>
                  <a:pt x="2219" y="1942"/>
                </a:cubicBezTo>
                <a:cubicBezTo>
                  <a:pt x="2235" y="1976"/>
                  <a:pt x="2242" y="1984"/>
                  <a:pt x="2242" y="1992"/>
                </a:cubicBezTo>
                <a:cubicBezTo>
                  <a:pt x="2250" y="2025"/>
                  <a:pt x="2261" y="2035"/>
                  <a:pt x="2259" y="2044"/>
                </a:cubicBezTo>
                <a:cubicBezTo>
                  <a:pt x="2271" y="2072"/>
                  <a:pt x="2281" y="2080"/>
                  <a:pt x="2279" y="2087"/>
                </a:cubicBezTo>
                <a:cubicBezTo>
                  <a:pt x="2297" y="2123"/>
                  <a:pt x="2306" y="2127"/>
                  <a:pt x="2303" y="2130"/>
                </a:cubicBezTo>
                <a:cubicBezTo>
                  <a:pt x="2288" y="2117"/>
                  <a:pt x="2278" y="2115"/>
                  <a:pt x="2273" y="2107"/>
                </a:cubicBezTo>
                <a:cubicBezTo>
                  <a:pt x="2244" y="2046"/>
                  <a:pt x="2250" y="2043"/>
                  <a:pt x="2247" y="2040"/>
                </a:cubicBezTo>
                <a:cubicBezTo>
                  <a:pt x="2239" y="2016"/>
                  <a:pt x="2232" y="2013"/>
                  <a:pt x="2235" y="2010"/>
                </a:cubicBezTo>
                <a:cubicBezTo>
                  <a:pt x="2222" y="1977"/>
                  <a:pt x="2214" y="1973"/>
                  <a:pt x="2218" y="1970"/>
                </a:cubicBezTo>
                <a:cubicBezTo>
                  <a:pt x="2196" y="1923"/>
                  <a:pt x="2187" y="1916"/>
                  <a:pt x="2188" y="1909"/>
                </a:cubicBezTo>
                <a:cubicBezTo>
                  <a:pt x="2172" y="1880"/>
                  <a:pt x="2172" y="1877"/>
                  <a:pt x="2170" y="1879"/>
                </a:cubicBezTo>
                <a:cubicBezTo>
                  <a:pt x="2148" y="1849"/>
                  <a:pt x="2146" y="1846"/>
                  <a:pt x="2140" y="1841"/>
                </a:cubicBezTo>
                <a:cubicBezTo>
                  <a:pt x="2122" y="1818"/>
                  <a:pt x="2120" y="1815"/>
                  <a:pt x="2120" y="1812"/>
                </a:cubicBezTo>
                <a:cubicBezTo>
                  <a:pt x="2133" y="1844"/>
                  <a:pt x="2148" y="1854"/>
                  <a:pt x="2149" y="1862"/>
                </a:cubicBezTo>
                <a:cubicBezTo>
                  <a:pt x="2163" y="1878"/>
                  <a:pt x="2160" y="1878"/>
                  <a:pt x="2166" y="1882"/>
                </a:cubicBezTo>
                <a:cubicBezTo>
                  <a:pt x="2182" y="1914"/>
                  <a:pt x="2180" y="1918"/>
                  <a:pt x="2184" y="1921"/>
                </a:cubicBezTo>
                <a:cubicBezTo>
                  <a:pt x="2203" y="1968"/>
                  <a:pt x="2210" y="1974"/>
                  <a:pt x="2209" y="1980"/>
                </a:cubicBezTo>
                <a:cubicBezTo>
                  <a:pt x="2222" y="2004"/>
                  <a:pt x="2224" y="2008"/>
                  <a:pt x="2224" y="2011"/>
                </a:cubicBezTo>
                <a:cubicBezTo>
                  <a:pt x="2245" y="2053"/>
                  <a:pt x="2243" y="2065"/>
                  <a:pt x="2251" y="2077"/>
                </a:cubicBezTo>
                <a:cubicBezTo>
                  <a:pt x="2258" y="2112"/>
                  <a:pt x="2252" y="2108"/>
                  <a:pt x="2246" y="2105"/>
                </a:cubicBezTo>
                <a:cubicBezTo>
                  <a:pt x="2234" y="2075"/>
                  <a:pt x="2228" y="2071"/>
                  <a:pt x="2230" y="2067"/>
                </a:cubicBezTo>
                <a:cubicBezTo>
                  <a:pt x="2214" y="2023"/>
                  <a:pt x="2210" y="2019"/>
                  <a:pt x="2210" y="2014"/>
                </a:cubicBezTo>
                <a:cubicBezTo>
                  <a:pt x="2191" y="1966"/>
                  <a:pt x="2190" y="1957"/>
                  <a:pt x="2183" y="1948"/>
                </a:cubicBezTo>
                <a:cubicBezTo>
                  <a:pt x="2115" y="1843"/>
                  <a:pt x="2109" y="1836"/>
                  <a:pt x="2102" y="1828"/>
                </a:cubicBezTo>
                <a:cubicBezTo>
                  <a:pt x="2084" y="1810"/>
                  <a:pt x="2089" y="1820"/>
                  <a:pt x="2100" y="1829"/>
                </a:cubicBezTo>
                <a:cubicBezTo>
                  <a:pt x="2180" y="1968"/>
                  <a:pt x="2187" y="1974"/>
                  <a:pt x="2184" y="1979"/>
                </a:cubicBezTo>
                <a:cubicBezTo>
                  <a:pt x="2204" y="2026"/>
                  <a:pt x="2202" y="2030"/>
                  <a:pt x="2207" y="2034"/>
                </a:cubicBezTo>
                <a:cubicBezTo>
                  <a:pt x="2222" y="2075"/>
                  <a:pt x="2224" y="2079"/>
                  <a:pt x="2224" y="2083"/>
                </a:cubicBezTo>
                <a:cubicBezTo>
                  <a:pt x="2213" y="2080"/>
                  <a:pt x="2204" y="2073"/>
                  <a:pt x="2206" y="2067"/>
                </a:cubicBezTo>
                <a:cubicBezTo>
                  <a:pt x="2183" y="2022"/>
                  <a:pt x="2178" y="2013"/>
                  <a:pt x="2178" y="2005"/>
                </a:cubicBezTo>
                <a:cubicBezTo>
                  <a:pt x="2150" y="1952"/>
                  <a:pt x="2156" y="1949"/>
                  <a:pt x="2153" y="1946"/>
                </a:cubicBezTo>
                <a:cubicBezTo>
                  <a:pt x="2092" y="1848"/>
                  <a:pt x="2086" y="1839"/>
                  <a:pt x="2080" y="1830"/>
                </a:cubicBezTo>
                <a:cubicBezTo>
                  <a:pt x="2028" y="1770"/>
                  <a:pt x="2025" y="1766"/>
                  <a:pt x="2021" y="1765"/>
                </a:cubicBezTo>
                <a:cubicBezTo>
                  <a:pt x="2015" y="1759"/>
                  <a:pt x="2018" y="1765"/>
                  <a:pt x="2019" y="1767"/>
                </a:cubicBezTo>
                <a:cubicBezTo>
                  <a:pt x="2031" y="1783"/>
                  <a:pt x="2032" y="1782"/>
                  <a:pt x="2034" y="1783"/>
                </a:cubicBezTo>
                <a:cubicBezTo>
                  <a:pt x="2080" y="1843"/>
                  <a:pt x="2084" y="1849"/>
                  <a:pt x="2088" y="1855"/>
                </a:cubicBezTo>
                <a:cubicBezTo>
                  <a:pt x="2107" y="1882"/>
                  <a:pt x="2113" y="1894"/>
                  <a:pt x="2121" y="1907"/>
                </a:cubicBezTo>
                <a:cubicBezTo>
                  <a:pt x="2133" y="1930"/>
                  <a:pt x="2135" y="1937"/>
                  <a:pt x="2142" y="1943"/>
                </a:cubicBezTo>
                <a:cubicBezTo>
                  <a:pt x="2150" y="1967"/>
                  <a:pt x="2149" y="1968"/>
                  <a:pt x="2153" y="1969"/>
                </a:cubicBezTo>
                <a:cubicBezTo>
                  <a:pt x="2176" y="2038"/>
                  <a:pt x="2182" y="2045"/>
                  <a:pt x="2184" y="2051"/>
                </a:cubicBezTo>
                <a:cubicBezTo>
                  <a:pt x="2178" y="2070"/>
                  <a:pt x="2180" y="2060"/>
                  <a:pt x="2175" y="2057"/>
                </a:cubicBezTo>
                <a:cubicBezTo>
                  <a:pt x="2153" y="2021"/>
                  <a:pt x="2158" y="2016"/>
                  <a:pt x="2151" y="2010"/>
                </a:cubicBezTo>
                <a:cubicBezTo>
                  <a:pt x="2121" y="1936"/>
                  <a:pt x="2119" y="1926"/>
                  <a:pt x="2108" y="1915"/>
                </a:cubicBezTo>
                <a:cubicBezTo>
                  <a:pt x="2036" y="1803"/>
                  <a:pt x="2040" y="1801"/>
                  <a:pt x="2034" y="1797"/>
                </a:cubicBezTo>
                <a:cubicBezTo>
                  <a:pt x="2007" y="1765"/>
                  <a:pt x="2005" y="1763"/>
                  <a:pt x="2003" y="1761"/>
                </a:cubicBezTo>
                <a:cubicBezTo>
                  <a:pt x="1972" y="1730"/>
                  <a:pt x="1967" y="1720"/>
                  <a:pt x="1962" y="1724"/>
                </a:cubicBezTo>
                <a:cubicBezTo>
                  <a:pt x="1992" y="1755"/>
                  <a:pt x="1992" y="1758"/>
                  <a:pt x="1992" y="1759"/>
                </a:cubicBezTo>
                <a:cubicBezTo>
                  <a:pt x="2021" y="1792"/>
                  <a:pt x="2020" y="1796"/>
                  <a:pt x="2026" y="1801"/>
                </a:cubicBezTo>
                <a:cubicBezTo>
                  <a:pt x="2060" y="1845"/>
                  <a:pt x="2062" y="1850"/>
                  <a:pt x="2064" y="1855"/>
                </a:cubicBezTo>
                <a:cubicBezTo>
                  <a:pt x="2095" y="1898"/>
                  <a:pt x="2096" y="1916"/>
                  <a:pt x="2112" y="1935"/>
                </a:cubicBezTo>
                <a:cubicBezTo>
                  <a:pt x="2128" y="1975"/>
                  <a:pt x="2126" y="1980"/>
                  <a:pt x="2133" y="1986"/>
                </a:cubicBezTo>
                <a:cubicBezTo>
                  <a:pt x="2155" y="2039"/>
                  <a:pt x="2153" y="2043"/>
                  <a:pt x="2157" y="2046"/>
                </a:cubicBezTo>
                <a:cubicBezTo>
                  <a:pt x="2137" y="2045"/>
                  <a:pt x="2142" y="2043"/>
                  <a:pt x="2142" y="2042"/>
                </a:cubicBezTo>
                <a:cubicBezTo>
                  <a:pt x="2135" y="2030"/>
                  <a:pt x="2128" y="2031"/>
                  <a:pt x="2127" y="2026"/>
                </a:cubicBezTo>
                <a:cubicBezTo>
                  <a:pt x="2111" y="1989"/>
                  <a:pt x="2109" y="1986"/>
                  <a:pt x="2107" y="1983"/>
                </a:cubicBezTo>
                <a:cubicBezTo>
                  <a:pt x="2085" y="1918"/>
                  <a:pt x="2078" y="1914"/>
                  <a:pt x="2079" y="1911"/>
                </a:cubicBezTo>
                <a:cubicBezTo>
                  <a:pt x="2055" y="1866"/>
                  <a:pt x="2049" y="1852"/>
                  <a:pt x="2041" y="1838"/>
                </a:cubicBezTo>
                <a:cubicBezTo>
                  <a:pt x="1965" y="1757"/>
                  <a:pt x="1962" y="1741"/>
                  <a:pt x="1957" y="1746"/>
                </a:cubicBezTo>
                <a:cubicBezTo>
                  <a:pt x="2003" y="1791"/>
                  <a:pt x="2001" y="1802"/>
                  <a:pt x="2007" y="1806"/>
                </a:cubicBezTo>
                <a:cubicBezTo>
                  <a:pt x="2039" y="1854"/>
                  <a:pt x="2043" y="1857"/>
                  <a:pt x="2046" y="1860"/>
                </a:cubicBezTo>
                <a:cubicBezTo>
                  <a:pt x="2065" y="1901"/>
                  <a:pt x="2070" y="1913"/>
                  <a:pt x="2074" y="1925"/>
                </a:cubicBezTo>
                <a:cubicBezTo>
                  <a:pt x="2084" y="1955"/>
                  <a:pt x="2091" y="1959"/>
                  <a:pt x="2088" y="1961"/>
                </a:cubicBezTo>
                <a:cubicBezTo>
                  <a:pt x="2109" y="2008"/>
                  <a:pt x="2111" y="2011"/>
                  <a:pt x="2111" y="2014"/>
                </a:cubicBezTo>
                <a:cubicBezTo>
                  <a:pt x="2084" y="2001"/>
                  <a:pt x="2083" y="1990"/>
                  <a:pt x="2078" y="1979"/>
                </a:cubicBezTo>
                <a:cubicBezTo>
                  <a:pt x="2058" y="1935"/>
                  <a:pt x="2059" y="1924"/>
                  <a:pt x="2051" y="1913"/>
                </a:cubicBezTo>
                <a:cubicBezTo>
                  <a:pt x="2005" y="1834"/>
                  <a:pt x="1999" y="1823"/>
                  <a:pt x="1992" y="1811"/>
                </a:cubicBezTo>
                <a:cubicBezTo>
                  <a:pt x="1942" y="1756"/>
                  <a:pt x="1938" y="1745"/>
                  <a:pt x="1934" y="1752"/>
                </a:cubicBezTo>
                <a:cubicBezTo>
                  <a:pt x="2017" y="1869"/>
                  <a:pt x="2028" y="1877"/>
                  <a:pt x="2027" y="1885"/>
                </a:cubicBezTo>
                <a:cubicBezTo>
                  <a:pt x="2063" y="1966"/>
                  <a:pt x="2065" y="1973"/>
                  <a:pt x="2067" y="1980"/>
                </a:cubicBezTo>
                <a:cubicBezTo>
                  <a:pt x="2065" y="1992"/>
                  <a:pt x="2057" y="1989"/>
                  <a:pt x="2060" y="1986"/>
                </a:cubicBezTo>
                <a:cubicBezTo>
                  <a:pt x="2045" y="1948"/>
                  <a:pt x="2043" y="1946"/>
                  <a:pt x="2043" y="1943"/>
                </a:cubicBezTo>
                <a:cubicBezTo>
                  <a:pt x="2023" y="1902"/>
                  <a:pt x="2017" y="1897"/>
                  <a:pt x="2017" y="1893"/>
                </a:cubicBezTo>
                <a:cubicBezTo>
                  <a:pt x="2004" y="1865"/>
                  <a:pt x="1997" y="1860"/>
                  <a:pt x="1998" y="1855"/>
                </a:cubicBezTo>
                <a:cubicBezTo>
                  <a:pt x="1963" y="1808"/>
                  <a:pt x="1953" y="1796"/>
                  <a:pt x="1940" y="1775"/>
                </a:cubicBezTo>
                <a:cubicBezTo>
                  <a:pt x="1905" y="1717"/>
                  <a:pt x="1893" y="1717"/>
                  <a:pt x="1896" y="1709"/>
                </a:cubicBezTo>
                <a:cubicBezTo>
                  <a:pt x="1877" y="1696"/>
                  <a:pt x="1887" y="1701"/>
                  <a:pt x="1884" y="1705"/>
                </a:cubicBezTo>
                <a:cubicBezTo>
                  <a:pt x="1901" y="1729"/>
                  <a:pt x="1903" y="1740"/>
                  <a:pt x="1915" y="1751"/>
                </a:cubicBezTo>
                <a:cubicBezTo>
                  <a:pt x="1973" y="1832"/>
                  <a:pt x="1981" y="1851"/>
                  <a:pt x="1997" y="1870"/>
                </a:cubicBezTo>
                <a:cubicBezTo>
                  <a:pt x="2010" y="1904"/>
                  <a:pt x="2014" y="1909"/>
                  <a:pt x="2017" y="1913"/>
                </a:cubicBezTo>
                <a:cubicBezTo>
                  <a:pt x="2030" y="1939"/>
                  <a:pt x="2036" y="1949"/>
                  <a:pt x="2039" y="1958"/>
                </a:cubicBezTo>
                <a:cubicBezTo>
                  <a:pt x="2048" y="1982"/>
                  <a:pt x="2048" y="1987"/>
                  <a:pt x="2045" y="1985"/>
                </a:cubicBezTo>
                <a:cubicBezTo>
                  <a:pt x="2031" y="1963"/>
                  <a:pt x="2024" y="1958"/>
                  <a:pt x="2019" y="1952"/>
                </a:cubicBezTo>
                <a:cubicBezTo>
                  <a:pt x="1966" y="1858"/>
                  <a:pt x="1972" y="1850"/>
                  <a:pt x="1964" y="1850"/>
                </a:cubicBezTo>
                <a:cubicBezTo>
                  <a:pt x="1953" y="1828"/>
                  <a:pt x="1951" y="1823"/>
                  <a:pt x="1948" y="1818"/>
                </a:cubicBezTo>
                <a:cubicBezTo>
                  <a:pt x="1895" y="1732"/>
                  <a:pt x="1891" y="1727"/>
                  <a:pt x="1888" y="1723"/>
                </a:cubicBezTo>
                <a:cubicBezTo>
                  <a:pt x="1919" y="1786"/>
                  <a:pt x="1923" y="1796"/>
                  <a:pt x="1930" y="1807"/>
                </a:cubicBezTo>
                <a:cubicBezTo>
                  <a:pt x="1947" y="1834"/>
                  <a:pt x="1951" y="1837"/>
                  <a:pt x="1950" y="1839"/>
                </a:cubicBezTo>
                <a:cubicBezTo>
                  <a:pt x="1975" y="1882"/>
                  <a:pt x="1974" y="1885"/>
                  <a:pt x="1977" y="1888"/>
                </a:cubicBezTo>
                <a:cubicBezTo>
                  <a:pt x="1992" y="1925"/>
                  <a:pt x="2004" y="1931"/>
                  <a:pt x="1999" y="1935"/>
                </a:cubicBezTo>
                <a:cubicBezTo>
                  <a:pt x="2013" y="1957"/>
                  <a:pt x="2017" y="1963"/>
                  <a:pt x="2017" y="1969"/>
                </a:cubicBezTo>
                <a:cubicBezTo>
                  <a:pt x="2004" y="1947"/>
                  <a:pt x="1994" y="1941"/>
                  <a:pt x="1991" y="1936"/>
                </a:cubicBezTo>
                <a:cubicBezTo>
                  <a:pt x="1972" y="1896"/>
                  <a:pt x="1966" y="1889"/>
                  <a:pt x="1964" y="1882"/>
                </a:cubicBezTo>
                <a:cubicBezTo>
                  <a:pt x="1925" y="1808"/>
                  <a:pt x="1925" y="1804"/>
                  <a:pt x="1915" y="1797"/>
                </a:cubicBezTo>
                <a:cubicBezTo>
                  <a:pt x="1867" y="1736"/>
                  <a:pt x="1869" y="1724"/>
                  <a:pt x="1860" y="1730"/>
                </a:cubicBezTo>
                <a:cubicBezTo>
                  <a:pt x="1899" y="1781"/>
                  <a:pt x="1901" y="1790"/>
                  <a:pt x="1916" y="1808"/>
                </a:cubicBezTo>
                <a:cubicBezTo>
                  <a:pt x="1941" y="1843"/>
                  <a:pt x="1937" y="1847"/>
                  <a:pt x="1943" y="1851"/>
                </a:cubicBezTo>
                <a:cubicBezTo>
                  <a:pt x="1973" y="1924"/>
                  <a:pt x="1975" y="1926"/>
                  <a:pt x="1978" y="1931"/>
                </a:cubicBezTo>
                <a:cubicBezTo>
                  <a:pt x="1970" y="1937"/>
                  <a:pt x="1972" y="1932"/>
                  <a:pt x="1965" y="1927"/>
                </a:cubicBezTo>
                <a:cubicBezTo>
                  <a:pt x="1952" y="1892"/>
                  <a:pt x="1945" y="1884"/>
                  <a:pt x="1941" y="1876"/>
                </a:cubicBezTo>
                <a:cubicBezTo>
                  <a:pt x="1925" y="1837"/>
                  <a:pt x="1914" y="1832"/>
                  <a:pt x="1916" y="1828"/>
                </a:cubicBezTo>
                <a:cubicBezTo>
                  <a:pt x="1875" y="1771"/>
                  <a:pt x="1871" y="1766"/>
                  <a:pt x="1867" y="1761"/>
                </a:cubicBezTo>
                <a:cubicBezTo>
                  <a:pt x="1850" y="1739"/>
                  <a:pt x="1837" y="1733"/>
                  <a:pt x="1834" y="1724"/>
                </a:cubicBezTo>
                <a:cubicBezTo>
                  <a:pt x="1831" y="1727"/>
                  <a:pt x="1840" y="1739"/>
                  <a:pt x="1859" y="1759"/>
                </a:cubicBezTo>
                <a:cubicBezTo>
                  <a:pt x="1929" y="1870"/>
                  <a:pt x="1932" y="1882"/>
                  <a:pt x="1940" y="1894"/>
                </a:cubicBezTo>
                <a:cubicBezTo>
                  <a:pt x="1955" y="1926"/>
                  <a:pt x="1962" y="1930"/>
                  <a:pt x="1956" y="1933"/>
                </a:cubicBezTo>
                <a:cubicBezTo>
                  <a:pt x="1948" y="1914"/>
                  <a:pt x="1940" y="1910"/>
                  <a:pt x="1939" y="1907"/>
                </a:cubicBezTo>
                <a:cubicBezTo>
                  <a:pt x="1901" y="1834"/>
                  <a:pt x="1882" y="1810"/>
                  <a:pt x="1865" y="1786"/>
                </a:cubicBezTo>
                <a:cubicBezTo>
                  <a:pt x="1823" y="1743"/>
                  <a:pt x="1820" y="1733"/>
                  <a:pt x="1816" y="1736"/>
                </a:cubicBezTo>
                <a:cubicBezTo>
                  <a:pt x="1800" y="1727"/>
                  <a:pt x="1800" y="1727"/>
                  <a:pt x="1808" y="1734"/>
                </a:cubicBezTo>
                <a:cubicBezTo>
                  <a:pt x="1845" y="1773"/>
                  <a:pt x="1851" y="1780"/>
                  <a:pt x="1857" y="1787"/>
                </a:cubicBezTo>
                <a:cubicBezTo>
                  <a:pt x="1914" y="1883"/>
                  <a:pt x="1922" y="1889"/>
                  <a:pt x="1921" y="1893"/>
                </a:cubicBezTo>
                <a:cubicBezTo>
                  <a:pt x="1911" y="1899"/>
                  <a:pt x="1910" y="1880"/>
                  <a:pt x="1897" y="1865"/>
                </a:cubicBezTo>
                <a:cubicBezTo>
                  <a:pt x="1850" y="1801"/>
                  <a:pt x="1840" y="1789"/>
                  <a:pt x="1832" y="1778"/>
                </a:cubicBezTo>
                <a:cubicBezTo>
                  <a:pt x="1783" y="1729"/>
                  <a:pt x="1776" y="1719"/>
                  <a:pt x="1768" y="1715"/>
                </a:cubicBezTo>
                <a:cubicBezTo>
                  <a:pt x="1752" y="1711"/>
                  <a:pt x="1762" y="1716"/>
                  <a:pt x="1772" y="1723"/>
                </a:cubicBezTo>
                <a:cubicBezTo>
                  <a:pt x="1813" y="1762"/>
                  <a:pt x="1814" y="1765"/>
                  <a:pt x="1814" y="1767"/>
                </a:cubicBezTo>
                <a:cubicBezTo>
                  <a:pt x="1834" y="1793"/>
                  <a:pt x="1840" y="1799"/>
                  <a:pt x="1844" y="1808"/>
                </a:cubicBezTo>
                <a:cubicBezTo>
                  <a:pt x="1893" y="1871"/>
                  <a:pt x="1889" y="1874"/>
                  <a:pt x="1893" y="1877"/>
                </a:cubicBezTo>
                <a:cubicBezTo>
                  <a:pt x="1882" y="1864"/>
                  <a:pt x="1878" y="1863"/>
                  <a:pt x="1874" y="1856"/>
                </a:cubicBezTo>
                <a:cubicBezTo>
                  <a:pt x="1833" y="1802"/>
                  <a:pt x="1826" y="1794"/>
                  <a:pt x="1819" y="1786"/>
                </a:cubicBezTo>
                <a:cubicBezTo>
                  <a:pt x="1773" y="1738"/>
                  <a:pt x="1769" y="1738"/>
                  <a:pt x="1765" y="1734"/>
                </a:cubicBezTo>
                <a:cubicBezTo>
                  <a:pt x="1760" y="1738"/>
                  <a:pt x="1770" y="1737"/>
                  <a:pt x="1766" y="1742"/>
                </a:cubicBezTo>
                <a:cubicBezTo>
                  <a:pt x="1803" y="1777"/>
                  <a:pt x="1807" y="1785"/>
                  <a:pt x="1813" y="1785"/>
                </a:cubicBezTo>
                <a:cubicBezTo>
                  <a:pt x="1829" y="1807"/>
                  <a:pt x="1825" y="1810"/>
                  <a:pt x="1831" y="1813"/>
                </a:cubicBezTo>
                <a:cubicBezTo>
                  <a:pt x="1813" y="1794"/>
                  <a:pt x="1808" y="1796"/>
                  <a:pt x="1805" y="1790"/>
                </a:cubicBezTo>
                <a:cubicBezTo>
                  <a:pt x="1754" y="1747"/>
                  <a:pt x="1750" y="1740"/>
                  <a:pt x="1745" y="1738"/>
                </a:cubicBezTo>
                <a:cubicBezTo>
                  <a:pt x="1769" y="1764"/>
                  <a:pt x="1779" y="1774"/>
                  <a:pt x="1790" y="1782"/>
                </a:cubicBezTo>
                <a:cubicBezTo>
                  <a:pt x="1832" y="1841"/>
                  <a:pt x="1845" y="1847"/>
                  <a:pt x="1842" y="1852"/>
                </a:cubicBezTo>
                <a:cubicBezTo>
                  <a:pt x="1793" y="1807"/>
                  <a:pt x="1776" y="1786"/>
                  <a:pt x="1752" y="1769"/>
                </a:cubicBezTo>
                <a:cubicBezTo>
                  <a:pt x="1766" y="1787"/>
                  <a:pt x="1777" y="1798"/>
                  <a:pt x="1788" y="1810"/>
                </a:cubicBezTo>
                <a:cubicBezTo>
                  <a:pt x="1812" y="1838"/>
                  <a:pt x="1805" y="1839"/>
                  <a:pt x="1803" y="1837"/>
                </a:cubicBezTo>
                <a:cubicBezTo>
                  <a:pt x="1781" y="1826"/>
                  <a:pt x="1776" y="1821"/>
                  <a:pt x="1770" y="1820"/>
                </a:cubicBezTo>
                <a:cubicBezTo>
                  <a:pt x="1726" y="1790"/>
                  <a:pt x="1728" y="1785"/>
                  <a:pt x="1721" y="1787"/>
                </a:cubicBezTo>
                <a:cubicBezTo>
                  <a:pt x="1746" y="1808"/>
                  <a:pt x="1748" y="1812"/>
                  <a:pt x="1751" y="1811"/>
                </a:cubicBezTo>
                <a:cubicBezTo>
                  <a:pt x="1774" y="1830"/>
                  <a:pt x="1769" y="1830"/>
                  <a:pt x="1768" y="1830"/>
                </a:cubicBezTo>
                <a:cubicBezTo>
                  <a:pt x="1762" y="1829"/>
                  <a:pt x="1758" y="1825"/>
                  <a:pt x="1757" y="1825"/>
                </a:cubicBezTo>
                <a:cubicBezTo>
                  <a:pt x="1733" y="1815"/>
                  <a:pt x="1722" y="1808"/>
                  <a:pt x="1711" y="1802"/>
                </a:cubicBezTo>
                <a:cubicBezTo>
                  <a:pt x="1668" y="1781"/>
                  <a:pt x="1665" y="1767"/>
                  <a:pt x="1662" y="1772"/>
                </a:cubicBezTo>
                <a:cubicBezTo>
                  <a:pt x="1716" y="1810"/>
                  <a:pt x="1719" y="1814"/>
                  <a:pt x="1721" y="1816"/>
                </a:cubicBezTo>
                <a:cubicBezTo>
                  <a:pt x="1754" y="1831"/>
                  <a:pt x="1760" y="1834"/>
                  <a:pt x="1766" y="1838"/>
                </a:cubicBezTo>
                <a:cubicBezTo>
                  <a:pt x="1741" y="1835"/>
                  <a:pt x="1730" y="1831"/>
                  <a:pt x="1719" y="1827"/>
                </a:cubicBezTo>
                <a:cubicBezTo>
                  <a:pt x="1667" y="1800"/>
                  <a:pt x="1664" y="1802"/>
                  <a:pt x="1662" y="1799"/>
                </a:cubicBezTo>
                <a:cubicBezTo>
                  <a:pt x="1679" y="1814"/>
                  <a:pt x="1683" y="1818"/>
                  <a:pt x="1687" y="1817"/>
                </a:cubicBezTo>
                <a:cubicBezTo>
                  <a:pt x="1763" y="1850"/>
                  <a:pt x="1779" y="1856"/>
                  <a:pt x="1795" y="1858"/>
                </a:cubicBezTo>
                <a:cubicBezTo>
                  <a:pt x="1811" y="1866"/>
                  <a:pt x="1816" y="1856"/>
                  <a:pt x="1820" y="1863"/>
                </a:cubicBezTo>
                <a:cubicBezTo>
                  <a:pt x="1850" y="1871"/>
                  <a:pt x="1857" y="1864"/>
                  <a:pt x="1862" y="1875"/>
                </a:cubicBezTo>
                <a:cubicBezTo>
                  <a:pt x="1842" y="1876"/>
                  <a:pt x="1840" y="1873"/>
                  <a:pt x="1838" y="1874"/>
                </a:cubicBezTo>
                <a:cubicBezTo>
                  <a:pt x="1781" y="1864"/>
                  <a:pt x="1772" y="1865"/>
                  <a:pt x="1764" y="1866"/>
                </a:cubicBezTo>
                <a:cubicBezTo>
                  <a:pt x="1697" y="1850"/>
                  <a:pt x="1680" y="1845"/>
                  <a:pt x="1664" y="1837"/>
                </a:cubicBezTo>
                <a:cubicBezTo>
                  <a:pt x="1641" y="1830"/>
                  <a:pt x="1651" y="1834"/>
                  <a:pt x="1660" y="1843"/>
                </a:cubicBezTo>
                <a:cubicBezTo>
                  <a:pt x="1703" y="1857"/>
                  <a:pt x="1709" y="1862"/>
                  <a:pt x="1715" y="1862"/>
                </a:cubicBezTo>
                <a:cubicBezTo>
                  <a:pt x="1776" y="1874"/>
                  <a:pt x="1779" y="1875"/>
                  <a:pt x="1782" y="1876"/>
                </a:cubicBezTo>
                <a:cubicBezTo>
                  <a:pt x="1814" y="1881"/>
                  <a:pt x="1817" y="1882"/>
                  <a:pt x="1820" y="1880"/>
                </a:cubicBezTo>
                <a:cubicBezTo>
                  <a:pt x="1859" y="1887"/>
                  <a:pt x="1867" y="1889"/>
                  <a:pt x="1874" y="1888"/>
                </a:cubicBezTo>
                <a:cubicBezTo>
                  <a:pt x="1891" y="1901"/>
                  <a:pt x="1888" y="1900"/>
                  <a:pt x="1886" y="1895"/>
                </a:cubicBezTo>
                <a:cubicBezTo>
                  <a:pt x="1852" y="1893"/>
                  <a:pt x="1845" y="1895"/>
                  <a:pt x="1840" y="1892"/>
                </a:cubicBezTo>
                <a:cubicBezTo>
                  <a:pt x="1795" y="1885"/>
                  <a:pt x="1789" y="1891"/>
                  <a:pt x="1783" y="1887"/>
                </a:cubicBezTo>
                <a:cubicBezTo>
                  <a:pt x="1718" y="1880"/>
                  <a:pt x="1711" y="1879"/>
                  <a:pt x="1705" y="1877"/>
                </a:cubicBezTo>
                <a:cubicBezTo>
                  <a:pt x="1657" y="1869"/>
                  <a:pt x="1650" y="1862"/>
                  <a:pt x="1644" y="1861"/>
                </a:cubicBezTo>
                <a:cubicBezTo>
                  <a:pt x="1600" y="1841"/>
                  <a:pt x="1597" y="1831"/>
                  <a:pt x="1593" y="1833"/>
                </a:cubicBezTo>
                <a:cubicBezTo>
                  <a:pt x="1597" y="1840"/>
                  <a:pt x="1599" y="1842"/>
                  <a:pt x="1602" y="1843"/>
                </a:cubicBezTo>
                <a:cubicBezTo>
                  <a:pt x="1641" y="1869"/>
                  <a:pt x="1637" y="1872"/>
                  <a:pt x="1643" y="1876"/>
                </a:cubicBezTo>
                <a:cubicBezTo>
                  <a:pt x="1683" y="1894"/>
                  <a:pt x="1693" y="1901"/>
                  <a:pt x="1703" y="1902"/>
                </a:cubicBezTo>
                <a:cubicBezTo>
                  <a:pt x="1750" y="1920"/>
                  <a:pt x="1751" y="1916"/>
                  <a:pt x="1753" y="1916"/>
                </a:cubicBezTo>
                <a:cubicBezTo>
                  <a:pt x="1774" y="1922"/>
                  <a:pt x="1784" y="1924"/>
                  <a:pt x="1794" y="1923"/>
                </a:cubicBezTo>
                <a:cubicBezTo>
                  <a:pt x="1830" y="1924"/>
                  <a:pt x="1835" y="1925"/>
                  <a:pt x="1840" y="1926"/>
                </a:cubicBezTo>
                <a:cubicBezTo>
                  <a:pt x="1877" y="1930"/>
                  <a:pt x="1883" y="1925"/>
                  <a:pt x="1888" y="1925"/>
                </a:cubicBezTo>
                <a:cubicBezTo>
                  <a:pt x="1940" y="1939"/>
                  <a:pt x="1943" y="1934"/>
                  <a:pt x="1946" y="1941"/>
                </a:cubicBezTo>
                <a:cubicBezTo>
                  <a:pt x="1906" y="1945"/>
                  <a:pt x="1904" y="1942"/>
                  <a:pt x="1901" y="1943"/>
                </a:cubicBezTo>
                <a:cubicBezTo>
                  <a:pt x="1865" y="1942"/>
                  <a:pt x="1860" y="1941"/>
                  <a:pt x="1855" y="1940"/>
                </a:cubicBezTo>
                <a:cubicBezTo>
                  <a:pt x="1837" y="1942"/>
                  <a:pt x="1834" y="1939"/>
                  <a:pt x="1832" y="1940"/>
                </a:cubicBezTo>
                <a:cubicBezTo>
                  <a:pt x="1785" y="1936"/>
                  <a:pt x="1774" y="1934"/>
                  <a:pt x="1764" y="1932"/>
                </a:cubicBezTo>
                <a:cubicBezTo>
                  <a:pt x="1714" y="1916"/>
                  <a:pt x="1708" y="1920"/>
                  <a:pt x="1704" y="1913"/>
                </a:cubicBezTo>
                <a:cubicBezTo>
                  <a:pt x="1661" y="1902"/>
                  <a:pt x="1658" y="1892"/>
                  <a:pt x="1654" y="1899"/>
                </a:cubicBezTo>
                <a:cubicBezTo>
                  <a:pt x="1721" y="1926"/>
                  <a:pt x="1728" y="1931"/>
                  <a:pt x="1735" y="1935"/>
                </a:cubicBezTo>
                <a:cubicBezTo>
                  <a:pt x="1769" y="1942"/>
                  <a:pt x="1772" y="1946"/>
                  <a:pt x="1776" y="1942"/>
                </a:cubicBezTo>
                <a:cubicBezTo>
                  <a:pt x="1811" y="1952"/>
                  <a:pt x="1815" y="1945"/>
                  <a:pt x="1819" y="1951"/>
                </a:cubicBezTo>
                <a:cubicBezTo>
                  <a:pt x="1842" y="1951"/>
                  <a:pt x="1846" y="1953"/>
                  <a:pt x="1850" y="1950"/>
                </a:cubicBezTo>
                <a:cubicBezTo>
                  <a:pt x="1909" y="1952"/>
                  <a:pt x="1915" y="1954"/>
                  <a:pt x="1922" y="1953"/>
                </a:cubicBezTo>
                <a:cubicBezTo>
                  <a:pt x="1939" y="1951"/>
                  <a:pt x="1941" y="1956"/>
                  <a:pt x="1944" y="1952"/>
                </a:cubicBezTo>
                <a:cubicBezTo>
                  <a:pt x="1969" y="1956"/>
                  <a:pt x="1972" y="1958"/>
                  <a:pt x="1976" y="1959"/>
                </a:cubicBezTo>
                <a:cubicBezTo>
                  <a:pt x="1965" y="1961"/>
                  <a:pt x="1960" y="1960"/>
                  <a:pt x="1954" y="1957"/>
                </a:cubicBezTo>
                <a:cubicBezTo>
                  <a:pt x="1914" y="1964"/>
                  <a:pt x="1909" y="1955"/>
                  <a:pt x="1903" y="1961"/>
                </a:cubicBezTo>
                <a:cubicBezTo>
                  <a:pt x="1880" y="1964"/>
                  <a:pt x="1875" y="1959"/>
                  <a:pt x="1869" y="1959"/>
                </a:cubicBezTo>
                <a:cubicBezTo>
                  <a:pt x="1815" y="1960"/>
                  <a:pt x="1813" y="1960"/>
                  <a:pt x="1810" y="1958"/>
                </a:cubicBezTo>
                <a:cubicBezTo>
                  <a:pt x="1782" y="1951"/>
                  <a:pt x="1779" y="1954"/>
                  <a:pt x="1777" y="1953"/>
                </a:cubicBezTo>
                <a:cubicBezTo>
                  <a:pt x="1748" y="1947"/>
                  <a:pt x="1746" y="1947"/>
                  <a:pt x="1743" y="1948"/>
                </a:cubicBezTo>
                <a:cubicBezTo>
                  <a:pt x="1712" y="1936"/>
                  <a:pt x="1706" y="1934"/>
                  <a:pt x="1701" y="1929"/>
                </a:cubicBezTo>
                <a:cubicBezTo>
                  <a:pt x="1717" y="1946"/>
                  <a:pt x="1727" y="1946"/>
                  <a:pt x="1737" y="1953"/>
                </a:cubicBezTo>
                <a:cubicBezTo>
                  <a:pt x="1812" y="1968"/>
                  <a:pt x="1818" y="1971"/>
                  <a:pt x="1823" y="1970"/>
                </a:cubicBezTo>
                <a:cubicBezTo>
                  <a:pt x="1845" y="1969"/>
                  <a:pt x="1847" y="1974"/>
                  <a:pt x="1850" y="1970"/>
                </a:cubicBezTo>
                <a:cubicBezTo>
                  <a:pt x="1872" y="1968"/>
                  <a:pt x="1875" y="1968"/>
                  <a:pt x="1877" y="1972"/>
                </a:cubicBezTo>
                <a:cubicBezTo>
                  <a:pt x="1901" y="1970"/>
                  <a:pt x="1907" y="1971"/>
                  <a:pt x="1913" y="1970"/>
                </a:cubicBezTo>
                <a:cubicBezTo>
                  <a:pt x="1996" y="1976"/>
                  <a:pt x="2007" y="1978"/>
                  <a:pt x="2019" y="1982"/>
                </a:cubicBezTo>
                <a:cubicBezTo>
                  <a:pt x="1956" y="1985"/>
                  <a:pt x="1952" y="1983"/>
                  <a:pt x="1948" y="1983"/>
                </a:cubicBezTo>
                <a:cubicBezTo>
                  <a:pt x="1865" y="1989"/>
                  <a:pt x="1861" y="1990"/>
                  <a:pt x="1858" y="1989"/>
                </a:cubicBezTo>
                <a:cubicBezTo>
                  <a:pt x="1842" y="1988"/>
                  <a:pt x="1838" y="1989"/>
                  <a:pt x="1835" y="1989"/>
                </a:cubicBezTo>
                <a:cubicBezTo>
                  <a:pt x="1791" y="1980"/>
                  <a:pt x="1783" y="1979"/>
                  <a:pt x="1775" y="1975"/>
                </a:cubicBezTo>
                <a:cubicBezTo>
                  <a:pt x="1733" y="1968"/>
                  <a:pt x="1738" y="1969"/>
                  <a:pt x="1743" y="1971"/>
                </a:cubicBezTo>
                <a:cubicBezTo>
                  <a:pt x="1801" y="1990"/>
                  <a:pt x="1807" y="1993"/>
                  <a:pt x="1813" y="1994"/>
                </a:cubicBezTo>
                <a:cubicBezTo>
                  <a:pt x="1848" y="2002"/>
                  <a:pt x="1853" y="1994"/>
                  <a:pt x="1857" y="1999"/>
                </a:cubicBezTo>
                <a:cubicBezTo>
                  <a:pt x="1893" y="1996"/>
                  <a:pt x="1901" y="1998"/>
                  <a:pt x="1910" y="1996"/>
                </a:cubicBezTo>
                <a:cubicBezTo>
                  <a:pt x="1965" y="1991"/>
                  <a:pt x="1969" y="1993"/>
                  <a:pt x="1974" y="1989"/>
                </a:cubicBezTo>
                <a:cubicBezTo>
                  <a:pt x="2013" y="1993"/>
                  <a:pt x="2016" y="1991"/>
                  <a:pt x="2020" y="1996"/>
                </a:cubicBezTo>
                <a:cubicBezTo>
                  <a:pt x="2003" y="2000"/>
                  <a:pt x="1999" y="1994"/>
                  <a:pt x="1995" y="1997"/>
                </a:cubicBezTo>
                <a:cubicBezTo>
                  <a:pt x="1946" y="1996"/>
                  <a:pt x="1936" y="2007"/>
                  <a:pt x="1928" y="2000"/>
                </a:cubicBezTo>
                <a:cubicBezTo>
                  <a:pt x="1842" y="2015"/>
                  <a:pt x="1833" y="2014"/>
                  <a:pt x="1825" y="2015"/>
                </a:cubicBezTo>
                <a:cubicBezTo>
                  <a:pt x="1794" y="2010"/>
                  <a:pt x="1786" y="2016"/>
                  <a:pt x="1779" y="2012"/>
                </a:cubicBezTo>
                <a:cubicBezTo>
                  <a:pt x="1727" y="2002"/>
                  <a:pt x="1720" y="1995"/>
                  <a:pt x="1712" y="1998"/>
                </a:cubicBezTo>
                <a:cubicBezTo>
                  <a:pt x="1766" y="2016"/>
                  <a:pt x="1769" y="2018"/>
                  <a:pt x="1772" y="2021"/>
                </a:cubicBezTo>
                <a:cubicBezTo>
                  <a:pt x="1866" y="2024"/>
                  <a:pt x="1878" y="2021"/>
                  <a:pt x="1890" y="2019"/>
                </a:cubicBezTo>
                <a:cubicBezTo>
                  <a:pt x="1932" y="2010"/>
                  <a:pt x="1937" y="2015"/>
                  <a:pt x="1943" y="2010"/>
                </a:cubicBezTo>
                <a:cubicBezTo>
                  <a:pt x="1974" y="2009"/>
                  <a:pt x="1986" y="2010"/>
                  <a:pt x="1999" y="2005"/>
                </a:cubicBezTo>
                <a:cubicBezTo>
                  <a:pt x="2065" y="2015"/>
                  <a:pt x="2062" y="2015"/>
                  <a:pt x="2059" y="2014"/>
                </a:cubicBezTo>
                <a:cubicBezTo>
                  <a:pt x="2033" y="2015"/>
                  <a:pt x="2030" y="2011"/>
                  <a:pt x="2026" y="2013"/>
                </a:cubicBezTo>
                <a:cubicBezTo>
                  <a:pt x="1966" y="2015"/>
                  <a:pt x="1964" y="2014"/>
                  <a:pt x="1961" y="2015"/>
                </a:cubicBezTo>
                <a:cubicBezTo>
                  <a:pt x="1902" y="2024"/>
                  <a:pt x="1881" y="2032"/>
                  <a:pt x="1861" y="2033"/>
                </a:cubicBezTo>
                <a:cubicBezTo>
                  <a:pt x="1842" y="2035"/>
                  <a:pt x="1837" y="2035"/>
                  <a:pt x="1831" y="2036"/>
                </a:cubicBezTo>
                <a:cubicBezTo>
                  <a:pt x="1814" y="2032"/>
                  <a:pt x="1811" y="2034"/>
                  <a:pt x="1809" y="2032"/>
                </a:cubicBezTo>
                <a:cubicBezTo>
                  <a:pt x="1760" y="2026"/>
                  <a:pt x="1750" y="2023"/>
                  <a:pt x="1740" y="2023"/>
                </a:cubicBezTo>
                <a:cubicBezTo>
                  <a:pt x="1786" y="2037"/>
                  <a:pt x="1792" y="2040"/>
                  <a:pt x="1799" y="2038"/>
                </a:cubicBezTo>
                <a:cubicBezTo>
                  <a:pt x="1827" y="2043"/>
                  <a:pt x="1835" y="2045"/>
                  <a:pt x="1843" y="2043"/>
                </a:cubicBezTo>
                <a:cubicBezTo>
                  <a:pt x="1876" y="2042"/>
                  <a:pt x="1885" y="2038"/>
                  <a:pt x="1893" y="2037"/>
                </a:cubicBezTo>
                <a:cubicBezTo>
                  <a:pt x="1933" y="2027"/>
                  <a:pt x="1936" y="2029"/>
                  <a:pt x="1940" y="2030"/>
                </a:cubicBezTo>
                <a:cubicBezTo>
                  <a:pt x="1985" y="2019"/>
                  <a:pt x="1987" y="2022"/>
                  <a:pt x="1990" y="2021"/>
                </a:cubicBezTo>
                <a:cubicBezTo>
                  <a:pt x="2030" y="2021"/>
                  <a:pt x="2034" y="2027"/>
                  <a:pt x="2039" y="2022"/>
                </a:cubicBezTo>
                <a:cubicBezTo>
                  <a:pt x="2066" y="2021"/>
                  <a:pt x="2068" y="2028"/>
                  <a:pt x="2072" y="2025"/>
                </a:cubicBezTo>
                <a:cubicBezTo>
                  <a:pt x="2080" y="2034"/>
                  <a:pt x="2073" y="2035"/>
                  <a:pt x="2065" y="2031"/>
                </a:cubicBezTo>
                <a:cubicBezTo>
                  <a:pt x="2026" y="2036"/>
                  <a:pt x="2022" y="2032"/>
                  <a:pt x="2019" y="2034"/>
                </a:cubicBezTo>
                <a:cubicBezTo>
                  <a:pt x="1978" y="2039"/>
                  <a:pt x="1973" y="2041"/>
                  <a:pt x="1969" y="2040"/>
                </a:cubicBezTo>
                <a:cubicBezTo>
                  <a:pt x="1930" y="2047"/>
                  <a:pt x="1920" y="2051"/>
                  <a:pt x="1911" y="2053"/>
                </a:cubicBezTo>
                <a:cubicBezTo>
                  <a:pt x="1865" y="2061"/>
                  <a:pt x="1863" y="2058"/>
                  <a:pt x="1861" y="2059"/>
                </a:cubicBezTo>
                <a:cubicBezTo>
                  <a:pt x="1819" y="2062"/>
                  <a:pt x="1815" y="2058"/>
                  <a:pt x="1810" y="2060"/>
                </a:cubicBezTo>
                <a:cubicBezTo>
                  <a:pt x="1790" y="2059"/>
                  <a:pt x="1785" y="2058"/>
                  <a:pt x="1781" y="2057"/>
                </a:cubicBezTo>
                <a:cubicBezTo>
                  <a:pt x="1776" y="2063"/>
                  <a:pt x="1780" y="2063"/>
                  <a:pt x="1785" y="2065"/>
                </a:cubicBezTo>
                <a:cubicBezTo>
                  <a:pt x="1807" y="2068"/>
                  <a:pt x="1810" y="2068"/>
                  <a:pt x="1812" y="2067"/>
                </a:cubicBezTo>
                <a:cubicBezTo>
                  <a:pt x="1856" y="2069"/>
                  <a:pt x="1858" y="2069"/>
                  <a:pt x="1860" y="2068"/>
                </a:cubicBezTo>
                <a:cubicBezTo>
                  <a:pt x="1886" y="2067"/>
                  <a:pt x="1888" y="2068"/>
                  <a:pt x="1890" y="2066"/>
                </a:cubicBezTo>
                <a:cubicBezTo>
                  <a:pt x="1917" y="2057"/>
                  <a:pt x="1921" y="2064"/>
                  <a:pt x="1926" y="2060"/>
                </a:cubicBezTo>
                <a:cubicBezTo>
                  <a:pt x="1980" y="2047"/>
                  <a:pt x="1989" y="2048"/>
                  <a:pt x="1999" y="2042"/>
                </a:cubicBezTo>
                <a:cubicBezTo>
                  <a:pt x="2018" y="2044"/>
                  <a:pt x="2020" y="2045"/>
                  <a:pt x="2023" y="2042"/>
                </a:cubicBezTo>
                <a:cubicBezTo>
                  <a:pt x="2061" y="2040"/>
                  <a:pt x="2065" y="2040"/>
                  <a:pt x="2069" y="2042"/>
                </a:cubicBezTo>
                <a:cubicBezTo>
                  <a:pt x="2089" y="2045"/>
                  <a:pt x="2092" y="2044"/>
                  <a:pt x="2090" y="2047"/>
                </a:cubicBezTo>
                <a:cubicBezTo>
                  <a:pt x="2039" y="2050"/>
                  <a:pt x="2025" y="2060"/>
                  <a:pt x="2012" y="2057"/>
                </a:cubicBezTo>
                <a:cubicBezTo>
                  <a:pt x="1987" y="2061"/>
                  <a:pt x="1980" y="2066"/>
                  <a:pt x="1973" y="2065"/>
                </a:cubicBezTo>
                <a:cubicBezTo>
                  <a:pt x="1926" y="2080"/>
                  <a:pt x="1920" y="2077"/>
                  <a:pt x="1914" y="2080"/>
                </a:cubicBezTo>
                <a:cubicBezTo>
                  <a:pt x="1848" y="2084"/>
                  <a:pt x="1842" y="2084"/>
                  <a:pt x="1836" y="2084"/>
                </a:cubicBezTo>
                <a:cubicBezTo>
                  <a:pt x="1809" y="2083"/>
                  <a:pt x="1802" y="2084"/>
                  <a:pt x="1796" y="2081"/>
                </a:cubicBezTo>
                <a:cubicBezTo>
                  <a:pt x="1781" y="2083"/>
                  <a:pt x="1784" y="2084"/>
                  <a:pt x="1786" y="2087"/>
                </a:cubicBezTo>
                <a:cubicBezTo>
                  <a:pt x="1816" y="2091"/>
                  <a:pt x="1822" y="2088"/>
                  <a:pt x="1828" y="2091"/>
                </a:cubicBezTo>
                <a:cubicBezTo>
                  <a:pt x="1850" y="2093"/>
                  <a:pt x="1855" y="2091"/>
                  <a:pt x="1860" y="2092"/>
                </a:cubicBezTo>
                <a:cubicBezTo>
                  <a:pt x="1880" y="2093"/>
                  <a:pt x="1882" y="2090"/>
                  <a:pt x="1885" y="2090"/>
                </a:cubicBezTo>
                <a:cubicBezTo>
                  <a:pt x="1905" y="2093"/>
                  <a:pt x="1908" y="2086"/>
                  <a:pt x="1911" y="2090"/>
                </a:cubicBezTo>
                <a:cubicBezTo>
                  <a:pt x="1936" y="2089"/>
                  <a:pt x="1929" y="2089"/>
                  <a:pt x="1925" y="2090"/>
                </a:cubicBezTo>
                <a:cubicBezTo>
                  <a:pt x="1905" y="2095"/>
                  <a:pt x="1902" y="2094"/>
                  <a:pt x="1900" y="2094"/>
                </a:cubicBezTo>
                <a:cubicBezTo>
                  <a:pt x="1830" y="2102"/>
                  <a:pt x="1814" y="2103"/>
                  <a:pt x="1798" y="2100"/>
                </a:cubicBezTo>
                <a:cubicBezTo>
                  <a:pt x="1757" y="2101"/>
                  <a:pt x="1753" y="2092"/>
                  <a:pt x="1748" y="2100"/>
                </a:cubicBezTo>
                <a:cubicBezTo>
                  <a:pt x="1799" y="2109"/>
                  <a:pt x="1804" y="2109"/>
                  <a:pt x="1810" y="2110"/>
                </a:cubicBezTo>
                <a:cubicBezTo>
                  <a:pt x="1851" y="2110"/>
                  <a:pt x="1853" y="2109"/>
                  <a:pt x="1856" y="2110"/>
                </a:cubicBezTo>
                <a:cubicBezTo>
                  <a:pt x="1890" y="2107"/>
                  <a:pt x="1892" y="2108"/>
                  <a:pt x="1895" y="2105"/>
                </a:cubicBezTo>
                <a:cubicBezTo>
                  <a:pt x="1913" y="2105"/>
                  <a:pt x="1916" y="2100"/>
                  <a:pt x="1918" y="2102"/>
                </a:cubicBezTo>
                <a:cubicBezTo>
                  <a:pt x="1977" y="2083"/>
                  <a:pt x="1987" y="2085"/>
                  <a:pt x="1999" y="2078"/>
                </a:cubicBezTo>
                <a:cubicBezTo>
                  <a:pt x="2053" y="2068"/>
                  <a:pt x="2058" y="2069"/>
                  <a:pt x="2064" y="2070"/>
                </a:cubicBezTo>
                <a:cubicBezTo>
                  <a:pt x="2099" y="2065"/>
                  <a:pt x="2102" y="2065"/>
                  <a:pt x="2104" y="2066"/>
                </a:cubicBezTo>
                <a:cubicBezTo>
                  <a:pt x="2123" y="2069"/>
                  <a:pt x="2131" y="2064"/>
                  <a:pt x="2127" y="2069"/>
                </a:cubicBezTo>
                <a:cubicBezTo>
                  <a:pt x="2075" y="2080"/>
                  <a:pt x="2071" y="2079"/>
                  <a:pt x="2067" y="2079"/>
                </a:cubicBezTo>
                <a:cubicBezTo>
                  <a:pt x="2020" y="2094"/>
                  <a:pt x="2011" y="2100"/>
                  <a:pt x="2002" y="2098"/>
                </a:cubicBezTo>
                <a:cubicBezTo>
                  <a:pt x="1963" y="2116"/>
                  <a:pt x="1959" y="2109"/>
                  <a:pt x="1954" y="2116"/>
                </a:cubicBezTo>
                <a:cubicBezTo>
                  <a:pt x="1851" y="2138"/>
                  <a:pt x="1844" y="2132"/>
                  <a:pt x="1836" y="2136"/>
                </a:cubicBezTo>
                <a:cubicBezTo>
                  <a:pt x="1826" y="2142"/>
                  <a:pt x="1836" y="2142"/>
                  <a:pt x="1846" y="2142"/>
                </a:cubicBezTo>
                <a:cubicBezTo>
                  <a:pt x="1867" y="2140"/>
                  <a:pt x="1872" y="2144"/>
                  <a:pt x="1877" y="2141"/>
                </a:cubicBezTo>
                <a:cubicBezTo>
                  <a:pt x="1913" y="2139"/>
                  <a:pt x="1919" y="2132"/>
                  <a:pt x="1924" y="2134"/>
                </a:cubicBezTo>
                <a:cubicBezTo>
                  <a:pt x="1959" y="2125"/>
                  <a:pt x="1964" y="2124"/>
                  <a:pt x="1970" y="2120"/>
                </a:cubicBezTo>
                <a:cubicBezTo>
                  <a:pt x="2007" y="2106"/>
                  <a:pt x="2013" y="2108"/>
                  <a:pt x="2020" y="2105"/>
                </a:cubicBezTo>
                <a:cubicBezTo>
                  <a:pt x="2040" y="2100"/>
                  <a:pt x="2044" y="2093"/>
                  <a:pt x="2047" y="2096"/>
                </a:cubicBezTo>
                <a:cubicBezTo>
                  <a:pt x="2086" y="2089"/>
                  <a:pt x="2094" y="2082"/>
                  <a:pt x="2100" y="2084"/>
                </a:cubicBezTo>
                <a:cubicBezTo>
                  <a:pt x="2135" y="2086"/>
                  <a:pt x="2139" y="2077"/>
                  <a:pt x="2142" y="2079"/>
                </a:cubicBezTo>
                <a:cubicBezTo>
                  <a:pt x="2159" y="2083"/>
                  <a:pt x="2154" y="2082"/>
                  <a:pt x="2150" y="2081"/>
                </a:cubicBezTo>
                <a:cubicBezTo>
                  <a:pt x="2117" y="2084"/>
                  <a:pt x="2111" y="2088"/>
                  <a:pt x="2106" y="2088"/>
                </a:cubicBezTo>
                <a:cubicBezTo>
                  <a:pt x="2041" y="2104"/>
                  <a:pt x="2035" y="2114"/>
                  <a:pt x="2030" y="2111"/>
                </a:cubicBezTo>
                <a:cubicBezTo>
                  <a:pt x="1993" y="2122"/>
                  <a:pt x="1991" y="2126"/>
                  <a:pt x="1991" y="2128"/>
                </a:cubicBezTo>
                <a:cubicBezTo>
                  <a:pt x="1972" y="2138"/>
                  <a:pt x="1964" y="2127"/>
                  <a:pt x="1967" y="2134"/>
                </a:cubicBezTo>
                <a:cubicBezTo>
                  <a:pt x="1927" y="2146"/>
                  <a:pt x="1921" y="2143"/>
                  <a:pt x="1915" y="2148"/>
                </a:cubicBezTo>
                <a:cubicBezTo>
                  <a:pt x="1877" y="2147"/>
                  <a:pt x="1871" y="2154"/>
                  <a:pt x="1865" y="2154"/>
                </a:cubicBezTo>
                <a:cubicBezTo>
                  <a:pt x="1843" y="2149"/>
                  <a:pt x="1837" y="2158"/>
                  <a:pt x="1831" y="2151"/>
                </a:cubicBezTo>
                <a:cubicBezTo>
                  <a:pt x="1792" y="2150"/>
                  <a:pt x="1787" y="2142"/>
                  <a:pt x="1781" y="2146"/>
                </a:cubicBezTo>
                <a:cubicBezTo>
                  <a:pt x="1821" y="2158"/>
                  <a:pt x="1829" y="2160"/>
                  <a:pt x="1837" y="2160"/>
                </a:cubicBezTo>
                <a:cubicBezTo>
                  <a:pt x="1845" y="2160"/>
                  <a:pt x="1845" y="2160"/>
                  <a:pt x="1845" y="2160"/>
                </a:cubicBezTo>
                <a:cubicBezTo>
                  <a:pt x="1917" y="2153"/>
                  <a:pt x="1922" y="2158"/>
                  <a:pt x="1927" y="2152"/>
                </a:cubicBezTo>
                <a:cubicBezTo>
                  <a:pt x="1990" y="2138"/>
                  <a:pt x="2001" y="2131"/>
                  <a:pt x="2012" y="2129"/>
                </a:cubicBezTo>
                <a:cubicBezTo>
                  <a:pt x="2062" y="2106"/>
                  <a:pt x="2075" y="2111"/>
                  <a:pt x="2090" y="2102"/>
                </a:cubicBezTo>
                <a:cubicBezTo>
                  <a:pt x="2139" y="2090"/>
                  <a:pt x="2145" y="2096"/>
                  <a:pt x="2152" y="2091"/>
                </a:cubicBezTo>
                <a:cubicBezTo>
                  <a:pt x="2188" y="2096"/>
                  <a:pt x="2192" y="2094"/>
                  <a:pt x="2195" y="2094"/>
                </a:cubicBezTo>
                <a:cubicBezTo>
                  <a:pt x="2212" y="2100"/>
                  <a:pt x="2215" y="2098"/>
                  <a:pt x="2213" y="2101"/>
                </a:cubicBezTo>
                <a:cubicBezTo>
                  <a:pt x="2155" y="2109"/>
                  <a:pt x="2152" y="2110"/>
                  <a:pt x="2148" y="2109"/>
                </a:cubicBezTo>
                <a:cubicBezTo>
                  <a:pt x="2095" y="2129"/>
                  <a:pt x="2087" y="2129"/>
                  <a:pt x="2080" y="2134"/>
                </a:cubicBezTo>
                <a:cubicBezTo>
                  <a:pt x="2050" y="2142"/>
                  <a:pt x="2042" y="2150"/>
                  <a:pt x="2034" y="2151"/>
                </a:cubicBezTo>
                <a:cubicBezTo>
                  <a:pt x="2014" y="2160"/>
                  <a:pt x="2014" y="2160"/>
                  <a:pt x="2013" y="2160"/>
                </a:cubicBezTo>
                <a:cubicBezTo>
                  <a:pt x="2054" y="2153"/>
                  <a:pt x="2064" y="2154"/>
                  <a:pt x="2074" y="2148"/>
                </a:cubicBezTo>
                <a:cubicBezTo>
                  <a:pt x="2154" y="2114"/>
                  <a:pt x="2159" y="2123"/>
                  <a:pt x="2165" y="2115"/>
                </a:cubicBezTo>
                <a:cubicBezTo>
                  <a:pt x="2190" y="2117"/>
                  <a:pt x="2187" y="2113"/>
                  <a:pt x="2183" y="2119"/>
                </a:cubicBezTo>
                <a:cubicBezTo>
                  <a:pt x="2157" y="2125"/>
                  <a:pt x="2154" y="2123"/>
                  <a:pt x="2150" y="2125"/>
                </a:cubicBezTo>
                <a:cubicBezTo>
                  <a:pt x="2102" y="2142"/>
                  <a:pt x="2098" y="2146"/>
                  <a:pt x="2094" y="2147"/>
                </a:cubicBezTo>
                <a:cubicBezTo>
                  <a:pt x="2087" y="2160"/>
                  <a:pt x="2087" y="2160"/>
                  <a:pt x="2087" y="2160"/>
                </a:cubicBezTo>
                <a:cubicBezTo>
                  <a:pt x="2130" y="2147"/>
                  <a:pt x="2134" y="2139"/>
                  <a:pt x="2138" y="2141"/>
                </a:cubicBezTo>
                <a:cubicBezTo>
                  <a:pt x="2207" y="2127"/>
                  <a:pt x="2211" y="2122"/>
                  <a:pt x="2215" y="2123"/>
                </a:cubicBezTo>
                <a:cubicBezTo>
                  <a:pt x="2265" y="2131"/>
                  <a:pt x="2255" y="2136"/>
                  <a:pt x="2245" y="2134"/>
                </a:cubicBezTo>
                <a:cubicBezTo>
                  <a:pt x="2202" y="2144"/>
                  <a:pt x="2188" y="2144"/>
                  <a:pt x="2175" y="2150"/>
                </a:cubicBezTo>
                <a:cubicBezTo>
                  <a:pt x="2182" y="2158"/>
                  <a:pt x="2190" y="2154"/>
                  <a:pt x="2198" y="2153"/>
                </a:cubicBezTo>
                <a:cubicBezTo>
                  <a:pt x="2242" y="2147"/>
                  <a:pt x="2254" y="2144"/>
                  <a:pt x="2266" y="2142"/>
                </a:cubicBezTo>
                <a:cubicBezTo>
                  <a:pt x="2296" y="2149"/>
                  <a:pt x="2289" y="2141"/>
                  <a:pt x="2281" y="2149"/>
                </a:cubicBezTo>
                <a:cubicBezTo>
                  <a:pt x="2215" y="2160"/>
                  <a:pt x="2215" y="2160"/>
                  <a:pt x="2215" y="2160"/>
                </a:cubicBezTo>
                <a:cubicBezTo>
                  <a:pt x="2261" y="2163"/>
                  <a:pt x="2266" y="2158"/>
                  <a:pt x="2270" y="2159"/>
                </a:cubicBezTo>
                <a:cubicBezTo>
                  <a:pt x="2286" y="2157"/>
                  <a:pt x="2288" y="2158"/>
                  <a:pt x="2290" y="2159"/>
                </a:cubicBezTo>
                <a:cubicBezTo>
                  <a:pt x="2306" y="2159"/>
                  <a:pt x="2301" y="2160"/>
                  <a:pt x="2296" y="2159"/>
                </a:cubicBezTo>
                <a:cubicBezTo>
                  <a:pt x="2375" y="2159"/>
                  <a:pt x="2374" y="2158"/>
                  <a:pt x="2372" y="2157"/>
                </a:cubicBezTo>
                <a:cubicBezTo>
                  <a:pt x="2357" y="2145"/>
                  <a:pt x="2353" y="2143"/>
                  <a:pt x="2349" y="2136"/>
                </a:cubicBezTo>
                <a:cubicBezTo>
                  <a:pt x="2334" y="2103"/>
                  <a:pt x="2327" y="2099"/>
                  <a:pt x="2325" y="2096"/>
                </a:cubicBezTo>
                <a:cubicBezTo>
                  <a:pt x="2312" y="2069"/>
                  <a:pt x="2309" y="2062"/>
                  <a:pt x="2306" y="2055"/>
                </a:cubicBezTo>
                <a:cubicBezTo>
                  <a:pt x="2290" y="2013"/>
                  <a:pt x="2286" y="2009"/>
                  <a:pt x="2286" y="2006"/>
                </a:cubicBezTo>
                <a:cubicBezTo>
                  <a:pt x="2276" y="1972"/>
                  <a:pt x="2269" y="1966"/>
                  <a:pt x="2269" y="1960"/>
                </a:cubicBezTo>
                <a:cubicBezTo>
                  <a:pt x="2205" y="1870"/>
                  <a:pt x="2206" y="1871"/>
                  <a:pt x="2207" y="1872"/>
                </a:cubicBezTo>
                <a:cubicBezTo>
                  <a:pt x="2252" y="1922"/>
                  <a:pt x="2262" y="1928"/>
                  <a:pt x="2273" y="1948"/>
                </a:cubicBezTo>
                <a:cubicBezTo>
                  <a:pt x="2301" y="2003"/>
                  <a:pt x="2306" y="2005"/>
                  <a:pt x="2308" y="2010"/>
                </a:cubicBezTo>
                <a:cubicBezTo>
                  <a:pt x="2314" y="2029"/>
                  <a:pt x="2321" y="2036"/>
                  <a:pt x="2322" y="2043"/>
                </a:cubicBezTo>
                <a:cubicBezTo>
                  <a:pt x="2355" y="2106"/>
                  <a:pt x="2363" y="2126"/>
                  <a:pt x="2374" y="2146"/>
                </a:cubicBezTo>
                <a:cubicBezTo>
                  <a:pt x="2399" y="2160"/>
                  <a:pt x="2399" y="2160"/>
                  <a:pt x="2399" y="2160"/>
                </a:cubicBezTo>
                <a:close/>
                <a:moveTo>
                  <a:pt x="1838" y="1827"/>
                </a:moveTo>
                <a:cubicBezTo>
                  <a:pt x="1845" y="1821"/>
                  <a:pt x="1845" y="1838"/>
                  <a:pt x="1854" y="1842"/>
                </a:cubicBezTo>
                <a:cubicBezTo>
                  <a:pt x="1845" y="1846"/>
                  <a:pt x="1846" y="1833"/>
                  <a:pt x="1838" y="1827"/>
                </a:cubicBezTo>
                <a:close/>
                <a:moveTo>
                  <a:pt x="1853" y="1848"/>
                </a:moveTo>
                <a:cubicBezTo>
                  <a:pt x="1859" y="1847"/>
                  <a:pt x="1862" y="1858"/>
                  <a:pt x="1865" y="1862"/>
                </a:cubicBezTo>
                <a:cubicBezTo>
                  <a:pt x="1859" y="1863"/>
                  <a:pt x="1856" y="1852"/>
                  <a:pt x="1853" y="1848"/>
                </a:cubicBezTo>
                <a:close/>
                <a:moveTo>
                  <a:pt x="1645" y="1869"/>
                </a:moveTo>
                <a:cubicBezTo>
                  <a:pt x="1648" y="1868"/>
                  <a:pt x="1651" y="1869"/>
                  <a:pt x="1654" y="1872"/>
                </a:cubicBezTo>
                <a:cubicBezTo>
                  <a:pt x="1650" y="1878"/>
                  <a:pt x="1648" y="1871"/>
                  <a:pt x="1645" y="1869"/>
                </a:cubicBezTo>
                <a:close/>
                <a:moveTo>
                  <a:pt x="1907" y="1920"/>
                </a:moveTo>
                <a:cubicBezTo>
                  <a:pt x="1903" y="1914"/>
                  <a:pt x="1899" y="1920"/>
                  <a:pt x="1895" y="1916"/>
                </a:cubicBezTo>
                <a:cubicBezTo>
                  <a:pt x="1841" y="1913"/>
                  <a:pt x="1839" y="1913"/>
                  <a:pt x="1836" y="1915"/>
                </a:cubicBezTo>
                <a:cubicBezTo>
                  <a:pt x="1810" y="1916"/>
                  <a:pt x="1803" y="1912"/>
                  <a:pt x="1795" y="1914"/>
                </a:cubicBezTo>
                <a:cubicBezTo>
                  <a:pt x="1766" y="1908"/>
                  <a:pt x="1762" y="1912"/>
                  <a:pt x="1758" y="1909"/>
                </a:cubicBezTo>
                <a:cubicBezTo>
                  <a:pt x="1719" y="1899"/>
                  <a:pt x="1715" y="1899"/>
                  <a:pt x="1711" y="1898"/>
                </a:cubicBezTo>
                <a:cubicBezTo>
                  <a:pt x="1659" y="1869"/>
                  <a:pt x="1662" y="1879"/>
                  <a:pt x="1666" y="1876"/>
                </a:cubicBezTo>
                <a:cubicBezTo>
                  <a:pt x="1713" y="1885"/>
                  <a:pt x="1732" y="1891"/>
                  <a:pt x="1751" y="1894"/>
                </a:cubicBezTo>
                <a:cubicBezTo>
                  <a:pt x="1785" y="1897"/>
                  <a:pt x="1790" y="1895"/>
                  <a:pt x="1794" y="1900"/>
                </a:cubicBezTo>
                <a:cubicBezTo>
                  <a:pt x="1828" y="1901"/>
                  <a:pt x="1832" y="1905"/>
                  <a:pt x="1837" y="1903"/>
                </a:cubicBezTo>
                <a:cubicBezTo>
                  <a:pt x="1870" y="1907"/>
                  <a:pt x="1875" y="1907"/>
                  <a:pt x="1880" y="1906"/>
                </a:cubicBezTo>
                <a:cubicBezTo>
                  <a:pt x="1899" y="1909"/>
                  <a:pt x="1903" y="1916"/>
                  <a:pt x="1908" y="1914"/>
                </a:cubicBezTo>
                <a:cubicBezTo>
                  <a:pt x="1916" y="1920"/>
                  <a:pt x="1912" y="1920"/>
                  <a:pt x="1907" y="1920"/>
                </a:cubicBezTo>
                <a:close/>
                <a:moveTo>
                  <a:pt x="1952" y="1945"/>
                </a:moveTo>
                <a:cubicBezTo>
                  <a:pt x="1949" y="1940"/>
                  <a:pt x="1958" y="1939"/>
                  <a:pt x="1960" y="1944"/>
                </a:cubicBezTo>
                <a:cubicBezTo>
                  <a:pt x="1957" y="1945"/>
                  <a:pt x="1955" y="1943"/>
                  <a:pt x="1952" y="1945"/>
                </a:cubicBezTo>
                <a:close/>
                <a:moveTo>
                  <a:pt x="2090" y="2033"/>
                </a:moveTo>
                <a:cubicBezTo>
                  <a:pt x="2094" y="2028"/>
                  <a:pt x="2097" y="2030"/>
                  <a:pt x="2100" y="2035"/>
                </a:cubicBezTo>
                <a:cubicBezTo>
                  <a:pt x="2097" y="2036"/>
                  <a:pt x="2093" y="2037"/>
                  <a:pt x="2090" y="2033"/>
                </a:cubicBezTo>
                <a:close/>
                <a:moveTo>
                  <a:pt x="2417" y="2149"/>
                </a:moveTo>
                <a:cubicBezTo>
                  <a:pt x="2411" y="2141"/>
                  <a:pt x="2408" y="2133"/>
                  <a:pt x="2399" y="2124"/>
                </a:cubicBezTo>
                <a:cubicBezTo>
                  <a:pt x="2394" y="2113"/>
                  <a:pt x="2388" y="2102"/>
                  <a:pt x="2378" y="2090"/>
                </a:cubicBezTo>
                <a:cubicBezTo>
                  <a:pt x="2363" y="2061"/>
                  <a:pt x="2346" y="2031"/>
                  <a:pt x="2331" y="2001"/>
                </a:cubicBezTo>
                <a:cubicBezTo>
                  <a:pt x="2317" y="1971"/>
                  <a:pt x="2296" y="1941"/>
                  <a:pt x="2279" y="1911"/>
                </a:cubicBezTo>
                <a:cubicBezTo>
                  <a:pt x="2267" y="1900"/>
                  <a:pt x="2264" y="1893"/>
                  <a:pt x="2254" y="1886"/>
                </a:cubicBezTo>
                <a:cubicBezTo>
                  <a:pt x="2256" y="1883"/>
                  <a:pt x="2252" y="1884"/>
                  <a:pt x="2250" y="1881"/>
                </a:cubicBezTo>
                <a:cubicBezTo>
                  <a:pt x="2252" y="1878"/>
                  <a:pt x="2248" y="1876"/>
                  <a:pt x="2245" y="1876"/>
                </a:cubicBezTo>
                <a:cubicBezTo>
                  <a:pt x="2243" y="1872"/>
                  <a:pt x="2240" y="1865"/>
                  <a:pt x="2234" y="1869"/>
                </a:cubicBezTo>
                <a:cubicBezTo>
                  <a:pt x="2240" y="1873"/>
                  <a:pt x="2249" y="1891"/>
                  <a:pt x="2260" y="1896"/>
                </a:cubicBezTo>
                <a:cubicBezTo>
                  <a:pt x="2256" y="1900"/>
                  <a:pt x="2266" y="1904"/>
                  <a:pt x="2268" y="1909"/>
                </a:cubicBezTo>
                <a:cubicBezTo>
                  <a:pt x="2270" y="1913"/>
                  <a:pt x="2272" y="1918"/>
                  <a:pt x="2278" y="1923"/>
                </a:cubicBezTo>
                <a:cubicBezTo>
                  <a:pt x="2281" y="1932"/>
                  <a:pt x="2290" y="1941"/>
                  <a:pt x="2293" y="1950"/>
                </a:cubicBezTo>
                <a:cubicBezTo>
                  <a:pt x="2303" y="1969"/>
                  <a:pt x="2315" y="1987"/>
                  <a:pt x="2323" y="2005"/>
                </a:cubicBezTo>
                <a:cubicBezTo>
                  <a:pt x="2330" y="2014"/>
                  <a:pt x="2329" y="2023"/>
                  <a:pt x="2339" y="2032"/>
                </a:cubicBezTo>
                <a:cubicBezTo>
                  <a:pt x="2337" y="2041"/>
                  <a:pt x="2350" y="2051"/>
                  <a:pt x="2351" y="2059"/>
                </a:cubicBezTo>
                <a:cubicBezTo>
                  <a:pt x="2360" y="2069"/>
                  <a:pt x="2357" y="2077"/>
                  <a:pt x="2366" y="2087"/>
                </a:cubicBezTo>
                <a:cubicBezTo>
                  <a:pt x="2369" y="2096"/>
                  <a:pt x="2375" y="2105"/>
                  <a:pt x="2384" y="2114"/>
                </a:cubicBezTo>
                <a:cubicBezTo>
                  <a:pt x="2385" y="2119"/>
                  <a:pt x="2391" y="2125"/>
                  <a:pt x="2392" y="2130"/>
                </a:cubicBezTo>
                <a:cubicBezTo>
                  <a:pt x="2395" y="2133"/>
                  <a:pt x="2397" y="2136"/>
                  <a:pt x="2399" y="2138"/>
                </a:cubicBezTo>
                <a:cubicBezTo>
                  <a:pt x="2394" y="2141"/>
                  <a:pt x="2407" y="2145"/>
                  <a:pt x="2402" y="2148"/>
                </a:cubicBezTo>
                <a:cubicBezTo>
                  <a:pt x="2408" y="2151"/>
                  <a:pt x="2412" y="2156"/>
                  <a:pt x="2415" y="2160"/>
                </a:cubicBezTo>
                <a:cubicBezTo>
                  <a:pt x="2426" y="2160"/>
                  <a:pt x="2426" y="2160"/>
                  <a:pt x="2426" y="2160"/>
                </a:cubicBezTo>
                <a:cubicBezTo>
                  <a:pt x="2424" y="2157"/>
                  <a:pt x="2423" y="2154"/>
                  <a:pt x="2417" y="2149"/>
                </a:cubicBezTo>
                <a:close/>
                <a:moveTo>
                  <a:pt x="2465" y="2104"/>
                </a:moveTo>
                <a:cubicBezTo>
                  <a:pt x="2451" y="2090"/>
                  <a:pt x="2446" y="2076"/>
                  <a:pt x="2434" y="2062"/>
                </a:cubicBezTo>
                <a:cubicBezTo>
                  <a:pt x="2436" y="2059"/>
                  <a:pt x="2432" y="2056"/>
                  <a:pt x="2430" y="2054"/>
                </a:cubicBezTo>
                <a:cubicBezTo>
                  <a:pt x="2431" y="2051"/>
                  <a:pt x="2431" y="2049"/>
                  <a:pt x="2429" y="2046"/>
                </a:cubicBezTo>
                <a:cubicBezTo>
                  <a:pt x="2418" y="2032"/>
                  <a:pt x="2414" y="2018"/>
                  <a:pt x="2404" y="2004"/>
                </a:cubicBezTo>
                <a:cubicBezTo>
                  <a:pt x="2409" y="2001"/>
                  <a:pt x="2396" y="1997"/>
                  <a:pt x="2401" y="1995"/>
                </a:cubicBezTo>
                <a:cubicBezTo>
                  <a:pt x="2400" y="1991"/>
                  <a:pt x="2391" y="1987"/>
                  <a:pt x="2394" y="1983"/>
                </a:cubicBezTo>
                <a:cubicBezTo>
                  <a:pt x="2387" y="1978"/>
                  <a:pt x="2388" y="1966"/>
                  <a:pt x="2379" y="1965"/>
                </a:cubicBezTo>
                <a:cubicBezTo>
                  <a:pt x="2380" y="1970"/>
                  <a:pt x="2383" y="1973"/>
                  <a:pt x="2390" y="1982"/>
                </a:cubicBezTo>
                <a:cubicBezTo>
                  <a:pt x="2391" y="1985"/>
                  <a:pt x="2386" y="1987"/>
                  <a:pt x="2392" y="1991"/>
                </a:cubicBezTo>
                <a:cubicBezTo>
                  <a:pt x="2393" y="1994"/>
                  <a:pt x="2394" y="1997"/>
                  <a:pt x="2398" y="2001"/>
                </a:cubicBezTo>
                <a:cubicBezTo>
                  <a:pt x="2397" y="2007"/>
                  <a:pt x="2405" y="2015"/>
                  <a:pt x="2404" y="2021"/>
                </a:cubicBezTo>
                <a:cubicBezTo>
                  <a:pt x="2410" y="2025"/>
                  <a:pt x="2406" y="2027"/>
                  <a:pt x="2410" y="2031"/>
                </a:cubicBezTo>
                <a:cubicBezTo>
                  <a:pt x="2411" y="2035"/>
                  <a:pt x="2415" y="2038"/>
                  <a:pt x="2414" y="2042"/>
                </a:cubicBezTo>
                <a:cubicBezTo>
                  <a:pt x="2419" y="2045"/>
                  <a:pt x="2415" y="2048"/>
                  <a:pt x="2419" y="2051"/>
                </a:cubicBezTo>
                <a:cubicBezTo>
                  <a:pt x="2417" y="2055"/>
                  <a:pt x="2426" y="2059"/>
                  <a:pt x="2423" y="2063"/>
                </a:cubicBezTo>
                <a:cubicBezTo>
                  <a:pt x="2436" y="2077"/>
                  <a:pt x="2436" y="2084"/>
                  <a:pt x="2450" y="2100"/>
                </a:cubicBezTo>
                <a:cubicBezTo>
                  <a:pt x="2458" y="2115"/>
                  <a:pt x="2467" y="2122"/>
                  <a:pt x="2475" y="2139"/>
                </a:cubicBezTo>
                <a:cubicBezTo>
                  <a:pt x="2483" y="2146"/>
                  <a:pt x="2487" y="2153"/>
                  <a:pt x="2492" y="2160"/>
                </a:cubicBezTo>
                <a:cubicBezTo>
                  <a:pt x="2505" y="2160"/>
                  <a:pt x="2505" y="2160"/>
                  <a:pt x="2505" y="2160"/>
                </a:cubicBezTo>
                <a:cubicBezTo>
                  <a:pt x="2497" y="2148"/>
                  <a:pt x="2487" y="2136"/>
                  <a:pt x="2476" y="2123"/>
                </a:cubicBezTo>
                <a:cubicBezTo>
                  <a:pt x="2472" y="2113"/>
                  <a:pt x="2469" y="2112"/>
                  <a:pt x="2465" y="2104"/>
                </a:cubicBezTo>
                <a:close/>
                <a:moveTo>
                  <a:pt x="2502" y="2123"/>
                </a:moveTo>
                <a:cubicBezTo>
                  <a:pt x="2499" y="2119"/>
                  <a:pt x="2495" y="2114"/>
                  <a:pt x="2496" y="2109"/>
                </a:cubicBezTo>
                <a:cubicBezTo>
                  <a:pt x="2486" y="2106"/>
                  <a:pt x="2483" y="2091"/>
                  <a:pt x="2476" y="2083"/>
                </a:cubicBezTo>
                <a:cubicBezTo>
                  <a:pt x="2468" y="2080"/>
                  <a:pt x="2477" y="2070"/>
                  <a:pt x="2469" y="2072"/>
                </a:cubicBezTo>
                <a:cubicBezTo>
                  <a:pt x="2468" y="2067"/>
                  <a:pt x="2461" y="2062"/>
                  <a:pt x="2462" y="2057"/>
                </a:cubicBezTo>
                <a:cubicBezTo>
                  <a:pt x="2451" y="2047"/>
                  <a:pt x="2455" y="2038"/>
                  <a:pt x="2442" y="2028"/>
                </a:cubicBezTo>
                <a:cubicBezTo>
                  <a:pt x="2445" y="2023"/>
                  <a:pt x="2435" y="2018"/>
                  <a:pt x="2437" y="2013"/>
                </a:cubicBezTo>
                <a:cubicBezTo>
                  <a:pt x="2431" y="2007"/>
                  <a:pt x="2433" y="2002"/>
                  <a:pt x="2426" y="1996"/>
                </a:cubicBezTo>
                <a:cubicBezTo>
                  <a:pt x="2421" y="1985"/>
                  <a:pt x="2413" y="1974"/>
                  <a:pt x="2408" y="1963"/>
                </a:cubicBezTo>
                <a:cubicBezTo>
                  <a:pt x="2397" y="1949"/>
                  <a:pt x="2387" y="1934"/>
                  <a:pt x="2377" y="1920"/>
                </a:cubicBezTo>
                <a:cubicBezTo>
                  <a:pt x="2366" y="1914"/>
                  <a:pt x="2356" y="1898"/>
                  <a:pt x="2345" y="1887"/>
                </a:cubicBezTo>
                <a:cubicBezTo>
                  <a:pt x="2340" y="1882"/>
                  <a:pt x="2335" y="1882"/>
                  <a:pt x="2331" y="1874"/>
                </a:cubicBezTo>
                <a:cubicBezTo>
                  <a:pt x="2328" y="1871"/>
                  <a:pt x="2326" y="1869"/>
                  <a:pt x="2323" y="1866"/>
                </a:cubicBezTo>
                <a:cubicBezTo>
                  <a:pt x="2320" y="1870"/>
                  <a:pt x="2318" y="1858"/>
                  <a:pt x="2314" y="1865"/>
                </a:cubicBezTo>
                <a:cubicBezTo>
                  <a:pt x="2322" y="1870"/>
                  <a:pt x="2330" y="1882"/>
                  <a:pt x="2342" y="1890"/>
                </a:cubicBezTo>
                <a:cubicBezTo>
                  <a:pt x="2350" y="1903"/>
                  <a:pt x="2356" y="1909"/>
                  <a:pt x="2368" y="1920"/>
                </a:cubicBezTo>
                <a:cubicBezTo>
                  <a:pt x="2377" y="1936"/>
                  <a:pt x="2393" y="1953"/>
                  <a:pt x="2403" y="1970"/>
                </a:cubicBezTo>
                <a:cubicBezTo>
                  <a:pt x="2408" y="1979"/>
                  <a:pt x="2409" y="1987"/>
                  <a:pt x="2417" y="1996"/>
                </a:cubicBezTo>
                <a:cubicBezTo>
                  <a:pt x="2417" y="2004"/>
                  <a:pt x="2428" y="2013"/>
                  <a:pt x="2427" y="2021"/>
                </a:cubicBezTo>
                <a:cubicBezTo>
                  <a:pt x="2443" y="2039"/>
                  <a:pt x="2447" y="2055"/>
                  <a:pt x="2458" y="2073"/>
                </a:cubicBezTo>
                <a:cubicBezTo>
                  <a:pt x="2467" y="2083"/>
                  <a:pt x="2472" y="2093"/>
                  <a:pt x="2476" y="2103"/>
                </a:cubicBezTo>
                <a:cubicBezTo>
                  <a:pt x="2482" y="2104"/>
                  <a:pt x="2478" y="2105"/>
                  <a:pt x="2482" y="2110"/>
                </a:cubicBezTo>
                <a:cubicBezTo>
                  <a:pt x="2485" y="2114"/>
                  <a:pt x="2489" y="2117"/>
                  <a:pt x="2489" y="2121"/>
                </a:cubicBezTo>
                <a:cubicBezTo>
                  <a:pt x="2497" y="2124"/>
                  <a:pt x="2495" y="2133"/>
                  <a:pt x="2503" y="2141"/>
                </a:cubicBezTo>
                <a:cubicBezTo>
                  <a:pt x="2509" y="2149"/>
                  <a:pt x="2514" y="2154"/>
                  <a:pt x="2518" y="2160"/>
                </a:cubicBezTo>
                <a:cubicBezTo>
                  <a:pt x="2530" y="2160"/>
                  <a:pt x="2530" y="2160"/>
                  <a:pt x="2530" y="2160"/>
                </a:cubicBezTo>
                <a:cubicBezTo>
                  <a:pt x="2526" y="2154"/>
                  <a:pt x="2521" y="2148"/>
                  <a:pt x="2512" y="2138"/>
                </a:cubicBezTo>
                <a:cubicBezTo>
                  <a:pt x="2510" y="2133"/>
                  <a:pt x="2508" y="2129"/>
                  <a:pt x="2502" y="2123"/>
                </a:cubicBezTo>
                <a:close/>
                <a:moveTo>
                  <a:pt x="2459" y="2153"/>
                </a:moveTo>
                <a:cubicBezTo>
                  <a:pt x="2456" y="2150"/>
                  <a:pt x="2453" y="2146"/>
                  <a:pt x="2450" y="2143"/>
                </a:cubicBezTo>
                <a:cubicBezTo>
                  <a:pt x="2404" y="2065"/>
                  <a:pt x="2403" y="2059"/>
                  <a:pt x="2396" y="2051"/>
                </a:cubicBezTo>
                <a:cubicBezTo>
                  <a:pt x="2391" y="2028"/>
                  <a:pt x="2382" y="2020"/>
                  <a:pt x="2383" y="2014"/>
                </a:cubicBezTo>
                <a:cubicBezTo>
                  <a:pt x="2360" y="1965"/>
                  <a:pt x="2355" y="1958"/>
                  <a:pt x="2352" y="1951"/>
                </a:cubicBezTo>
                <a:cubicBezTo>
                  <a:pt x="2320" y="1909"/>
                  <a:pt x="2322" y="1898"/>
                  <a:pt x="2315" y="1902"/>
                </a:cubicBezTo>
                <a:cubicBezTo>
                  <a:pt x="2370" y="2007"/>
                  <a:pt x="2371" y="2014"/>
                  <a:pt x="2375" y="2021"/>
                </a:cubicBezTo>
                <a:cubicBezTo>
                  <a:pt x="2381" y="2054"/>
                  <a:pt x="2386" y="2049"/>
                  <a:pt x="2380" y="2043"/>
                </a:cubicBezTo>
                <a:cubicBezTo>
                  <a:pt x="2364" y="1998"/>
                  <a:pt x="2352" y="1991"/>
                  <a:pt x="2352" y="1985"/>
                </a:cubicBezTo>
                <a:cubicBezTo>
                  <a:pt x="2344" y="1962"/>
                  <a:pt x="2339" y="1955"/>
                  <a:pt x="2338" y="1949"/>
                </a:cubicBezTo>
                <a:cubicBezTo>
                  <a:pt x="2301" y="1894"/>
                  <a:pt x="2293" y="1879"/>
                  <a:pt x="2277" y="1863"/>
                </a:cubicBezTo>
                <a:cubicBezTo>
                  <a:pt x="2297" y="1890"/>
                  <a:pt x="2298" y="1894"/>
                  <a:pt x="2298" y="1897"/>
                </a:cubicBezTo>
                <a:cubicBezTo>
                  <a:pt x="2316" y="1928"/>
                  <a:pt x="2325" y="1935"/>
                  <a:pt x="2326" y="1942"/>
                </a:cubicBezTo>
                <a:cubicBezTo>
                  <a:pt x="2339" y="1986"/>
                  <a:pt x="2353" y="1990"/>
                  <a:pt x="2347" y="1993"/>
                </a:cubicBezTo>
                <a:cubicBezTo>
                  <a:pt x="2365" y="2028"/>
                  <a:pt x="2361" y="2031"/>
                  <a:pt x="2366" y="2034"/>
                </a:cubicBezTo>
                <a:cubicBezTo>
                  <a:pt x="2377" y="2059"/>
                  <a:pt x="2381" y="2062"/>
                  <a:pt x="2380" y="2066"/>
                </a:cubicBezTo>
                <a:cubicBezTo>
                  <a:pt x="2394" y="2093"/>
                  <a:pt x="2399" y="2101"/>
                  <a:pt x="2403" y="2106"/>
                </a:cubicBezTo>
                <a:cubicBezTo>
                  <a:pt x="2413" y="2118"/>
                  <a:pt x="2409" y="2121"/>
                  <a:pt x="2414" y="2125"/>
                </a:cubicBezTo>
                <a:cubicBezTo>
                  <a:pt x="2438" y="2159"/>
                  <a:pt x="2439" y="2160"/>
                  <a:pt x="2440" y="2160"/>
                </a:cubicBezTo>
                <a:cubicBezTo>
                  <a:pt x="2460" y="2160"/>
                  <a:pt x="2462" y="2156"/>
                  <a:pt x="2459" y="2153"/>
                </a:cubicBezTo>
                <a:close/>
                <a:moveTo>
                  <a:pt x="2392" y="2064"/>
                </a:moveTo>
                <a:cubicBezTo>
                  <a:pt x="2397" y="2062"/>
                  <a:pt x="2399" y="2073"/>
                  <a:pt x="2400" y="2077"/>
                </a:cubicBezTo>
                <a:cubicBezTo>
                  <a:pt x="2396" y="2078"/>
                  <a:pt x="2394" y="2067"/>
                  <a:pt x="2392" y="2064"/>
                </a:cubicBezTo>
                <a:close/>
                <a:moveTo>
                  <a:pt x="2400" y="2083"/>
                </a:moveTo>
                <a:cubicBezTo>
                  <a:pt x="2404" y="2080"/>
                  <a:pt x="2407" y="2089"/>
                  <a:pt x="2407" y="2091"/>
                </a:cubicBezTo>
                <a:cubicBezTo>
                  <a:pt x="2403" y="2094"/>
                  <a:pt x="2400" y="2084"/>
                  <a:pt x="2400" y="2083"/>
                </a:cubicBezTo>
                <a:close/>
                <a:moveTo>
                  <a:pt x="2867" y="2097"/>
                </a:moveTo>
                <a:cubicBezTo>
                  <a:pt x="2845" y="2071"/>
                  <a:pt x="2822" y="2045"/>
                  <a:pt x="2800" y="2020"/>
                </a:cubicBezTo>
                <a:cubicBezTo>
                  <a:pt x="2787" y="2012"/>
                  <a:pt x="2781" y="1993"/>
                  <a:pt x="2766" y="1994"/>
                </a:cubicBezTo>
                <a:cubicBezTo>
                  <a:pt x="2774" y="1997"/>
                  <a:pt x="2780" y="2010"/>
                  <a:pt x="2788" y="2013"/>
                </a:cubicBezTo>
                <a:cubicBezTo>
                  <a:pt x="2796" y="2027"/>
                  <a:pt x="2804" y="2030"/>
                  <a:pt x="2812" y="2044"/>
                </a:cubicBezTo>
                <a:cubicBezTo>
                  <a:pt x="2818" y="2047"/>
                  <a:pt x="2818" y="2053"/>
                  <a:pt x="2826" y="2060"/>
                </a:cubicBezTo>
                <a:cubicBezTo>
                  <a:pt x="2834" y="2069"/>
                  <a:pt x="2831" y="2068"/>
                  <a:pt x="2838" y="2076"/>
                </a:cubicBezTo>
                <a:cubicBezTo>
                  <a:pt x="2848" y="2083"/>
                  <a:pt x="2851" y="2096"/>
                  <a:pt x="2861" y="2103"/>
                </a:cubicBezTo>
                <a:cubicBezTo>
                  <a:pt x="2860" y="2107"/>
                  <a:pt x="2863" y="2112"/>
                  <a:pt x="2868" y="2117"/>
                </a:cubicBezTo>
                <a:cubicBezTo>
                  <a:pt x="2866" y="2122"/>
                  <a:pt x="2875" y="2128"/>
                  <a:pt x="2873" y="2133"/>
                </a:cubicBezTo>
                <a:cubicBezTo>
                  <a:pt x="2880" y="2142"/>
                  <a:pt x="2886" y="2151"/>
                  <a:pt x="2891" y="2160"/>
                </a:cubicBezTo>
                <a:cubicBezTo>
                  <a:pt x="2902" y="2160"/>
                  <a:pt x="2902" y="2160"/>
                  <a:pt x="2902" y="2160"/>
                </a:cubicBezTo>
                <a:cubicBezTo>
                  <a:pt x="2900" y="2157"/>
                  <a:pt x="2899" y="2155"/>
                  <a:pt x="2898" y="2151"/>
                </a:cubicBezTo>
                <a:cubicBezTo>
                  <a:pt x="2882" y="2133"/>
                  <a:pt x="2878" y="2115"/>
                  <a:pt x="2867" y="2097"/>
                </a:cubicBezTo>
                <a:close/>
                <a:moveTo>
                  <a:pt x="2925" y="2156"/>
                </a:moveTo>
                <a:cubicBezTo>
                  <a:pt x="2918" y="2156"/>
                  <a:pt x="2925" y="2151"/>
                  <a:pt x="2920" y="2147"/>
                </a:cubicBezTo>
                <a:cubicBezTo>
                  <a:pt x="2912" y="2136"/>
                  <a:pt x="2914" y="2134"/>
                  <a:pt x="2906" y="2124"/>
                </a:cubicBezTo>
                <a:cubicBezTo>
                  <a:pt x="2909" y="2121"/>
                  <a:pt x="2900" y="2116"/>
                  <a:pt x="2902" y="2113"/>
                </a:cubicBezTo>
                <a:cubicBezTo>
                  <a:pt x="2898" y="2109"/>
                  <a:pt x="2893" y="2104"/>
                  <a:pt x="2893" y="2100"/>
                </a:cubicBezTo>
                <a:cubicBezTo>
                  <a:pt x="2887" y="2091"/>
                  <a:pt x="2882" y="2083"/>
                  <a:pt x="2877" y="2074"/>
                </a:cubicBezTo>
                <a:cubicBezTo>
                  <a:pt x="2871" y="2068"/>
                  <a:pt x="2866" y="2062"/>
                  <a:pt x="2861" y="2056"/>
                </a:cubicBezTo>
                <a:cubicBezTo>
                  <a:pt x="2843" y="2043"/>
                  <a:pt x="2826" y="2021"/>
                  <a:pt x="2808" y="2009"/>
                </a:cubicBezTo>
                <a:cubicBezTo>
                  <a:pt x="2800" y="1999"/>
                  <a:pt x="2791" y="1996"/>
                  <a:pt x="2782" y="1986"/>
                </a:cubicBezTo>
                <a:cubicBezTo>
                  <a:pt x="2778" y="1981"/>
                  <a:pt x="2773" y="1984"/>
                  <a:pt x="2769" y="1977"/>
                </a:cubicBezTo>
                <a:cubicBezTo>
                  <a:pt x="2764" y="1972"/>
                  <a:pt x="2760" y="1969"/>
                  <a:pt x="2755" y="1969"/>
                </a:cubicBezTo>
                <a:cubicBezTo>
                  <a:pt x="2761" y="1976"/>
                  <a:pt x="2765" y="1974"/>
                  <a:pt x="2767" y="1982"/>
                </a:cubicBezTo>
                <a:cubicBezTo>
                  <a:pt x="2777" y="1985"/>
                  <a:pt x="2786" y="1998"/>
                  <a:pt x="2796" y="2006"/>
                </a:cubicBezTo>
                <a:cubicBezTo>
                  <a:pt x="2801" y="2013"/>
                  <a:pt x="2806" y="2014"/>
                  <a:pt x="2811" y="2019"/>
                </a:cubicBezTo>
                <a:cubicBezTo>
                  <a:pt x="2813" y="2021"/>
                  <a:pt x="2815" y="2025"/>
                  <a:pt x="2818" y="2024"/>
                </a:cubicBezTo>
                <a:cubicBezTo>
                  <a:pt x="2822" y="2026"/>
                  <a:pt x="2818" y="2034"/>
                  <a:pt x="2824" y="2031"/>
                </a:cubicBezTo>
                <a:cubicBezTo>
                  <a:pt x="2823" y="2036"/>
                  <a:pt x="2831" y="2036"/>
                  <a:pt x="2835" y="2044"/>
                </a:cubicBezTo>
                <a:cubicBezTo>
                  <a:pt x="2840" y="2050"/>
                  <a:pt x="2845" y="2054"/>
                  <a:pt x="2850" y="2057"/>
                </a:cubicBezTo>
                <a:cubicBezTo>
                  <a:pt x="2848" y="2060"/>
                  <a:pt x="2852" y="2062"/>
                  <a:pt x="2854" y="2062"/>
                </a:cubicBezTo>
                <a:cubicBezTo>
                  <a:pt x="2852" y="2065"/>
                  <a:pt x="2856" y="2067"/>
                  <a:pt x="2858" y="2067"/>
                </a:cubicBezTo>
                <a:cubicBezTo>
                  <a:pt x="2860" y="2072"/>
                  <a:pt x="2862" y="2074"/>
                  <a:pt x="2869" y="2078"/>
                </a:cubicBezTo>
                <a:cubicBezTo>
                  <a:pt x="2872" y="2087"/>
                  <a:pt x="2878" y="2097"/>
                  <a:pt x="2887" y="2106"/>
                </a:cubicBezTo>
                <a:cubicBezTo>
                  <a:pt x="2890" y="2112"/>
                  <a:pt x="2891" y="2117"/>
                  <a:pt x="2893" y="2123"/>
                </a:cubicBezTo>
                <a:cubicBezTo>
                  <a:pt x="2898" y="2120"/>
                  <a:pt x="2894" y="2128"/>
                  <a:pt x="2899" y="2130"/>
                </a:cubicBezTo>
                <a:cubicBezTo>
                  <a:pt x="2899" y="2136"/>
                  <a:pt x="2901" y="2132"/>
                  <a:pt x="2905" y="2136"/>
                </a:cubicBezTo>
                <a:cubicBezTo>
                  <a:pt x="2903" y="2142"/>
                  <a:pt x="2911" y="2148"/>
                  <a:pt x="2911" y="2154"/>
                </a:cubicBezTo>
                <a:cubicBezTo>
                  <a:pt x="2912" y="2159"/>
                  <a:pt x="2913" y="2156"/>
                  <a:pt x="2917" y="2160"/>
                </a:cubicBezTo>
                <a:cubicBezTo>
                  <a:pt x="2925" y="2160"/>
                  <a:pt x="2925" y="2160"/>
                  <a:pt x="2925" y="2160"/>
                </a:cubicBezTo>
                <a:cubicBezTo>
                  <a:pt x="2924" y="2159"/>
                  <a:pt x="2924" y="2158"/>
                  <a:pt x="2925" y="2156"/>
                </a:cubicBezTo>
                <a:close/>
                <a:moveTo>
                  <a:pt x="2984" y="2151"/>
                </a:moveTo>
                <a:cubicBezTo>
                  <a:pt x="2976" y="2138"/>
                  <a:pt x="2972" y="2125"/>
                  <a:pt x="2965" y="2113"/>
                </a:cubicBezTo>
                <a:cubicBezTo>
                  <a:pt x="2944" y="2085"/>
                  <a:pt x="2929" y="2066"/>
                  <a:pt x="2911" y="2044"/>
                </a:cubicBezTo>
                <a:cubicBezTo>
                  <a:pt x="2902" y="2037"/>
                  <a:pt x="2893" y="2028"/>
                  <a:pt x="2883" y="2019"/>
                </a:cubicBezTo>
                <a:cubicBezTo>
                  <a:pt x="2880" y="2020"/>
                  <a:pt x="2876" y="2016"/>
                  <a:pt x="2873" y="2014"/>
                </a:cubicBezTo>
                <a:cubicBezTo>
                  <a:pt x="2869" y="2018"/>
                  <a:pt x="2866" y="2004"/>
                  <a:pt x="2862" y="2008"/>
                </a:cubicBezTo>
                <a:cubicBezTo>
                  <a:pt x="2855" y="2002"/>
                  <a:pt x="2848" y="1997"/>
                  <a:pt x="2840" y="1996"/>
                </a:cubicBezTo>
                <a:cubicBezTo>
                  <a:pt x="2833" y="1988"/>
                  <a:pt x="2825" y="1988"/>
                  <a:pt x="2818" y="1981"/>
                </a:cubicBezTo>
                <a:cubicBezTo>
                  <a:pt x="2810" y="1980"/>
                  <a:pt x="2804" y="1964"/>
                  <a:pt x="2795" y="1971"/>
                </a:cubicBezTo>
                <a:cubicBezTo>
                  <a:pt x="2804" y="1978"/>
                  <a:pt x="2812" y="1981"/>
                  <a:pt x="2820" y="1990"/>
                </a:cubicBezTo>
                <a:cubicBezTo>
                  <a:pt x="2825" y="1992"/>
                  <a:pt x="2829" y="1996"/>
                  <a:pt x="2834" y="1999"/>
                </a:cubicBezTo>
                <a:cubicBezTo>
                  <a:pt x="2839" y="1996"/>
                  <a:pt x="2842" y="2006"/>
                  <a:pt x="2847" y="2004"/>
                </a:cubicBezTo>
                <a:cubicBezTo>
                  <a:pt x="2855" y="2014"/>
                  <a:pt x="2864" y="2015"/>
                  <a:pt x="2872" y="2023"/>
                </a:cubicBezTo>
                <a:cubicBezTo>
                  <a:pt x="2875" y="2021"/>
                  <a:pt x="2877" y="2030"/>
                  <a:pt x="2883" y="2028"/>
                </a:cubicBezTo>
                <a:cubicBezTo>
                  <a:pt x="2887" y="2035"/>
                  <a:pt x="2891" y="2037"/>
                  <a:pt x="2896" y="2040"/>
                </a:cubicBezTo>
                <a:cubicBezTo>
                  <a:pt x="2900" y="2047"/>
                  <a:pt x="2906" y="2059"/>
                  <a:pt x="2917" y="2065"/>
                </a:cubicBezTo>
                <a:cubicBezTo>
                  <a:pt x="2915" y="2069"/>
                  <a:pt x="2925" y="2074"/>
                  <a:pt x="2927" y="2079"/>
                </a:cubicBezTo>
                <a:cubicBezTo>
                  <a:pt x="2932" y="2085"/>
                  <a:pt x="2937" y="2090"/>
                  <a:pt x="2942" y="2096"/>
                </a:cubicBezTo>
                <a:cubicBezTo>
                  <a:pt x="2944" y="2102"/>
                  <a:pt x="2950" y="2108"/>
                  <a:pt x="2956" y="2115"/>
                </a:cubicBezTo>
                <a:cubicBezTo>
                  <a:pt x="2959" y="2123"/>
                  <a:pt x="2963" y="2131"/>
                  <a:pt x="2968" y="2139"/>
                </a:cubicBezTo>
                <a:cubicBezTo>
                  <a:pt x="2967" y="2143"/>
                  <a:pt x="2972" y="2148"/>
                  <a:pt x="2973" y="2152"/>
                </a:cubicBezTo>
                <a:cubicBezTo>
                  <a:pt x="2974" y="2155"/>
                  <a:pt x="2977" y="2158"/>
                  <a:pt x="2978" y="2160"/>
                </a:cubicBezTo>
                <a:cubicBezTo>
                  <a:pt x="2986" y="2160"/>
                  <a:pt x="2986" y="2160"/>
                  <a:pt x="2986" y="2160"/>
                </a:cubicBezTo>
                <a:cubicBezTo>
                  <a:pt x="2985" y="2157"/>
                  <a:pt x="2984" y="2154"/>
                  <a:pt x="2984" y="2151"/>
                </a:cubicBezTo>
                <a:close/>
                <a:moveTo>
                  <a:pt x="2933" y="2112"/>
                </a:moveTo>
                <a:cubicBezTo>
                  <a:pt x="2912" y="2088"/>
                  <a:pt x="2896" y="2065"/>
                  <a:pt x="2870" y="2037"/>
                </a:cubicBezTo>
                <a:cubicBezTo>
                  <a:pt x="2851" y="2023"/>
                  <a:pt x="2833" y="2005"/>
                  <a:pt x="2814" y="1993"/>
                </a:cubicBezTo>
                <a:cubicBezTo>
                  <a:pt x="2810" y="1987"/>
                  <a:pt x="2805" y="1991"/>
                  <a:pt x="2801" y="1984"/>
                </a:cubicBezTo>
                <a:cubicBezTo>
                  <a:pt x="2795" y="1984"/>
                  <a:pt x="2791" y="1977"/>
                  <a:pt x="2786" y="1977"/>
                </a:cubicBezTo>
                <a:cubicBezTo>
                  <a:pt x="2784" y="1975"/>
                  <a:pt x="2782" y="1974"/>
                  <a:pt x="2780" y="1974"/>
                </a:cubicBezTo>
                <a:cubicBezTo>
                  <a:pt x="2777" y="1971"/>
                  <a:pt x="2775" y="1967"/>
                  <a:pt x="2772" y="1968"/>
                </a:cubicBezTo>
                <a:cubicBezTo>
                  <a:pt x="2770" y="1966"/>
                  <a:pt x="2768" y="1962"/>
                  <a:pt x="2765" y="1963"/>
                </a:cubicBezTo>
                <a:cubicBezTo>
                  <a:pt x="2763" y="1960"/>
                  <a:pt x="2759" y="1961"/>
                  <a:pt x="2760" y="1965"/>
                </a:cubicBezTo>
                <a:cubicBezTo>
                  <a:pt x="2764" y="1964"/>
                  <a:pt x="2768" y="1967"/>
                  <a:pt x="2772" y="1972"/>
                </a:cubicBezTo>
                <a:cubicBezTo>
                  <a:pt x="2777" y="1974"/>
                  <a:pt x="2781" y="1979"/>
                  <a:pt x="2785" y="1980"/>
                </a:cubicBezTo>
                <a:cubicBezTo>
                  <a:pt x="2794" y="1986"/>
                  <a:pt x="2802" y="1990"/>
                  <a:pt x="2810" y="1999"/>
                </a:cubicBezTo>
                <a:cubicBezTo>
                  <a:pt x="2818" y="2006"/>
                  <a:pt x="2830" y="2007"/>
                  <a:pt x="2832" y="2017"/>
                </a:cubicBezTo>
                <a:cubicBezTo>
                  <a:pt x="2837" y="2017"/>
                  <a:pt x="2841" y="2021"/>
                  <a:pt x="2846" y="2026"/>
                </a:cubicBezTo>
                <a:cubicBezTo>
                  <a:pt x="2850" y="2033"/>
                  <a:pt x="2855" y="2032"/>
                  <a:pt x="2859" y="2038"/>
                </a:cubicBezTo>
                <a:cubicBezTo>
                  <a:pt x="2869" y="2049"/>
                  <a:pt x="2879" y="2061"/>
                  <a:pt x="2889" y="2072"/>
                </a:cubicBezTo>
                <a:cubicBezTo>
                  <a:pt x="2894" y="2076"/>
                  <a:pt x="2891" y="2080"/>
                  <a:pt x="2897" y="2085"/>
                </a:cubicBezTo>
                <a:cubicBezTo>
                  <a:pt x="2902" y="2090"/>
                  <a:pt x="2907" y="2096"/>
                  <a:pt x="2912" y="2101"/>
                </a:cubicBezTo>
                <a:cubicBezTo>
                  <a:pt x="2920" y="2107"/>
                  <a:pt x="2918" y="2115"/>
                  <a:pt x="2925" y="2116"/>
                </a:cubicBezTo>
                <a:cubicBezTo>
                  <a:pt x="2928" y="2119"/>
                  <a:pt x="2926" y="2121"/>
                  <a:pt x="2929" y="2124"/>
                </a:cubicBezTo>
                <a:cubicBezTo>
                  <a:pt x="2931" y="2127"/>
                  <a:pt x="2935" y="2130"/>
                  <a:pt x="2933" y="2132"/>
                </a:cubicBezTo>
                <a:cubicBezTo>
                  <a:pt x="2937" y="2138"/>
                  <a:pt x="2948" y="2144"/>
                  <a:pt x="2943" y="2150"/>
                </a:cubicBezTo>
                <a:cubicBezTo>
                  <a:pt x="2948" y="2150"/>
                  <a:pt x="2947" y="2156"/>
                  <a:pt x="2951" y="2160"/>
                </a:cubicBezTo>
                <a:cubicBezTo>
                  <a:pt x="2962" y="2160"/>
                  <a:pt x="2962" y="2160"/>
                  <a:pt x="2962" y="2160"/>
                </a:cubicBezTo>
                <a:cubicBezTo>
                  <a:pt x="2961" y="2159"/>
                  <a:pt x="2960" y="2157"/>
                  <a:pt x="2959" y="2155"/>
                </a:cubicBezTo>
                <a:cubicBezTo>
                  <a:pt x="2954" y="2141"/>
                  <a:pt x="2941" y="2126"/>
                  <a:pt x="2933" y="2112"/>
                </a:cubicBezTo>
                <a:close/>
                <a:moveTo>
                  <a:pt x="3015" y="2113"/>
                </a:moveTo>
                <a:cubicBezTo>
                  <a:pt x="3020" y="2110"/>
                  <a:pt x="3007" y="2106"/>
                  <a:pt x="3012" y="2103"/>
                </a:cubicBezTo>
                <a:cubicBezTo>
                  <a:pt x="3010" y="2100"/>
                  <a:pt x="3008" y="2097"/>
                  <a:pt x="3010" y="2094"/>
                </a:cubicBezTo>
                <a:cubicBezTo>
                  <a:pt x="2995" y="2074"/>
                  <a:pt x="2992" y="2063"/>
                  <a:pt x="2976" y="2045"/>
                </a:cubicBezTo>
                <a:cubicBezTo>
                  <a:pt x="2964" y="2035"/>
                  <a:pt x="2951" y="2024"/>
                  <a:pt x="2939" y="2017"/>
                </a:cubicBezTo>
                <a:cubicBezTo>
                  <a:pt x="2933" y="2010"/>
                  <a:pt x="2926" y="2010"/>
                  <a:pt x="2920" y="2001"/>
                </a:cubicBezTo>
                <a:cubicBezTo>
                  <a:pt x="2913" y="2001"/>
                  <a:pt x="2907" y="1991"/>
                  <a:pt x="2901" y="1992"/>
                </a:cubicBezTo>
                <a:cubicBezTo>
                  <a:pt x="2915" y="2006"/>
                  <a:pt x="2929" y="2015"/>
                  <a:pt x="2943" y="2025"/>
                </a:cubicBezTo>
                <a:cubicBezTo>
                  <a:pt x="2950" y="2033"/>
                  <a:pt x="2958" y="2039"/>
                  <a:pt x="2965" y="2043"/>
                </a:cubicBezTo>
                <a:cubicBezTo>
                  <a:pt x="2962" y="2047"/>
                  <a:pt x="2972" y="2052"/>
                  <a:pt x="2974" y="2056"/>
                </a:cubicBezTo>
                <a:cubicBezTo>
                  <a:pt x="2978" y="2061"/>
                  <a:pt x="2982" y="2066"/>
                  <a:pt x="2986" y="2071"/>
                </a:cubicBezTo>
                <a:cubicBezTo>
                  <a:pt x="2991" y="2078"/>
                  <a:pt x="2995" y="2092"/>
                  <a:pt x="3002" y="2095"/>
                </a:cubicBezTo>
                <a:cubicBezTo>
                  <a:pt x="2998" y="2100"/>
                  <a:pt x="3006" y="2107"/>
                  <a:pt x="3005" y="2112"/>
                </a:cubicBezTo>
                <a:cubicBezTo>
                  <a:pt x="3008" y="2118"/>
                  <a:pt x="3012" y="2124"/>
                  <a:pt x="3012" y="2130"/>
                </a:cubicBezTo>
                <a:cubicBezTo>
                  <a:pt x="3018" y="2140"/>
                  <a:pt x="3020" y="2150"/>
                  <a:pt x="3026" y="2160"/>
                </a:cubicBezTo>
                <a:cubicBezTo>
                  <a:pt x="3035" y="2160"/>
                  <a:pt x="3035" y="2160"/>
                  <a:pt x="3035" y="2160"/>
                </a:cubicBezTo>
                <a:cubicBezTo>
                  <a:pt x="3030" y="2151"/>
                  <a:pt x="3030" y="2142"/>
                  <a:pt x="3023" y="2132"/>
                </a:cubicBezTo>
                <a:cubicBezTo>
                  <a:pt x="3023" y="2126"/>
                  <a:pt x="3017" y="2119"/>
                  <a:pt x="3015" y="2113"/>
                </a:cubicBezTo>
                <a:close/>
                <a:moveTo>
                  <a:pt x="3006" y="2155"/>
                </a:moveTo>
                <a:cubicBezTo>
                  <a:pt x="3008" y="2139"/>
                  <a:pt x="2989" y="2121"/>
                  <a:pt x="2990" y="2105"/>
                </a:cubicBezTo>
                <a:cubicBezTo>
                  <a:pt x="2986" y="2100"/>
                  <a:pt x="2982" y="2095"/>
                  <a:pt x="2984" y="2091"/>
                </a:cubicBezTo>
                <a:cubicBezTo>
                  <a:pt x="2971" y="2074"/>
                  <a:pt x="2959" y="2055"/>
                  <a:pt x="2950" y="2042"/>
                </a:cubicBezTo>
                <a:cubicBezTo>
                  <a:pt x="2938" y="2031"/>
                  <a:pt x="2920" y="2017"/>
                  <a:pt x="2904" y="2003"/>
                </a:cubicBezTo>
                <a:cubicBezTo>
                  <a:pt x="2897" y="2003"/>
                  <a:pt x="2890" y="1997"/>
                  <a:pt x="2884" y="1993"/>
                </a:cubicBezTo>
                <a:cubicBezTo>
                  <a:pt x="2876" y="1993"/>
                  <a:pt x="2869" y="1982"/>
                  <a:pt x="2861" y="1984"/>
                </a:cubicBezTo>
                <a:cubicBezTo>
                  <a:pt x="2864" y="1987"/>
                  <a:pt x="2868" y="1986"/>
                  <a:pt x="2871" y="1992"/>
                </a:cubicBezTo>
                <a:cubicBezTo>
                  <a:pt x="2875" y="1991"/>
                  <a:pt x="2878" y="2000"/>
                  <a:pt x="2882" y="1997"/>
                </a:cubicBezTo>
                <a:cubicBezTo>
                  <a:pt x="2885" y="2002"/>
                  <a:pt x="2888" y="2003"/>
                  <a:pt x="2892" y="2003"/>
                </a:cubicBezTo>
                <a:cubicBezTo>
                  <a:pt x="2892" y="2006"/>
                  <a:pt x="2897" y="2009"/>
                  <a:pt x="2901" y="2009"/>
                </a:cubicBezTo>
                <a:cubicBezTo>
                  <a:pt x="2915" y="2021"/>
                  <a:pt x="2929" y="2033"/>
                  <a:pt x="2943" y="2045"/>
                </a:cubicBezTo>
                <a:cubicBezTo>
                  <a:pt x="2945" y="2047"/>
                  <a:pt x="2943" y="2049"/>
                  <a:pt x="2946" y="2051"/>
                </a:cubicBezTo>
                <a:cubicBezTo>
                  <a:pt x="2948" y="2053"/>
                  <a:pt x="2951" y="2052"/>
                  <a:pt x="2949" y="2054"/>
                </a:cubicBezTo>
                <a:cubicBezTo>
                  <a:pt x="2951" y="2059"/>
                  <a:pt x="2960" y="2063"/>
                  <a:pt x="2957" y="2067"/>
                </a:cubicBezTo>
                <a:cubicBezTo>
                  <a:pt x="2961" y="2072"/>
                  <a:pt x="2966" y="2076"/>
                  <a:pt x="2966" y="2080"/>
                </a:cubicBezTo>
                <a:cubicBezTo>
                  <a:pt x="2966" y="2085"/>
                  <a:pt x="2974" y="2090"/>
                  <a:pt x="2973" y="2095"/>
                </a:cubicBezTo>
                <a:cubicBezTo>
                  <a:pt x="2985" y="2112"/>
                  <a:pt x="2986" y="2129"/>
                  <a:pt x="2995" y="2147"/>
                </a:cubicBezTo>
                <a:cubicBezTo>
                  <a:pt x="2996" y="2151"/>
                  <a:pt x="2998" y="2156"/>
                  <a:pt x="2999" y="2160"/>
                </a:cubicBezTo>
                <a:cubicBezTo>
                  <a:pt x="3010" y="2160"/>
                  <a:pt x="3010" y="2160"/>
                  <a:pt x="3010" y="2160"/>
                </a:cubicBezTo>
                <a:cubicBezTo>
                  <a:pt x="3009" y="2159"/>
                  <a:pt x="3008" y="2157"/>
                  <a:pt x="3006" y="2155"/>
                </a:cubicBezTo>
                <a:close/>
                <a:moveTo>
                  <a:pt x="729" y="2129"/>
                </a:moveTo>
                <a:cubicBezTo>
                  <a:pt x="729" y="2126"/>
                  <a:pt x="729" y="2123"/>
                  <a:pt x="733" y="2124"/>
                </a:cubicBezTo>
                <a:cubicBezTo>
                  <a:pt x="753" y="2068"/>
                  <a:pt x="761" y="2070"/>
                  <a:pt x="759" y="2063"/>
                </a:cubicBezTo>
                <a:cubicBezTo>
                  <a:pt x="773" y="2016"/>
                  <a:pt x="777" y="2009"/>
                  <a:pt x="779" y="2000"/>
                </a:cubicBezTo>
                <a:cubicBezTo>
                  <a:pt x="790" y="1956"/>
                  <a:pt x="792" y="1944"/>
                  <a:pt x="793" y="1921"/>
                </a:cubicBezTo>
                <a:cubicBezTo>
                  <a:pt x="796" y="1847"/>
                  <a:pt x="795" y="1840"/>
                  <a:pt x="798" y="1837"/>
                </a:cubicBezTo>
                <a:cubicBezTo>
                  <a:pt x="793" y="1793"/>
                  <a:pt x="796" y="1792"/>
                  <a:pt x="794" y="1785"/>
                </a:cubicBezTo>
                <a:cubicBezTo>
                  <a:pt x="784" y="1845"/>
                  <a:pt x="785" y="1850"/>
                  <a:pt x="784" y="1854"/>
                </a:cubicBezTo>
                <a:cubicBezTo>
                  <a:pt x="770" y="1895"/>
                  <a:pt x="773" y="1909"/>
                  <a:pt x="766" y="1914"/>
                </a:cubicBezTo>
                <a:cubicBezTo>
                  <a:pt x="748" y="1953"/>
                  <a:pt x="745" y="1956"/>
                  <a:pt x="743" y="1959"/>
                </a:cubicBezTo>
                <a:cubicBezTo>
                  <a:pt x="726" y="1983"/>
                  <a:pt x="731" y="1992"/>
                  <a:pt x="723" y="1991"/>
                </a:cubicBezTo>
                <a:cubicBezTo>
                  <a:pt x="709" y="2014"/>
                  <a:pt x="707" y="2015"/>
                  <a:pt x="708" y="2019"/>
                </a:cubicBezTo>
                <a:cubicBezTo>
                  <a:pt x="674" y="2075"/>
                  <a:pt x="665" y="2079"/>
                  <a:pt x="665" y="2089"/>
                </a:cubicBezTo>
                <a:cubicBezTo>
                  <a:pt x="647" y="2122"/>
                  <a:pt x="642" y="2122"/>
                  <a:pt x="641" y="2126"/>
                </a:cubicBezTo>
                <a:cubicBezTo>
                  <a:pt x="625" y="2149"/>
                  <a:pt x="624" y="2156"/>
                  <a:pt x="620" y="2160"/>
                </a:cubicBezTo>
                <a:cubicBezTo>
                  <a:pt x="643" y="2138"/>
                  <a:pt x="647" y="2134"/>
                  <a:pt x="650" y="2130"/>
                </a:cubicBezTo>
                <a:cubicBezTo>
                  <a:pt x="684" y="2076"/>
                  <a:pt x="681" y="2069"/>
                  <a:pt x="685" y="2068"/>
                </a:cubicBezTo>
                <a:cubicBezTo>
                  <a:pt x="698" y="2051"/>
                  <a:pt x="699" y="2049"/>
                  <a:pt x="699" y="2045"/>
                </a:cubicBezTo>
                <a:cubicBezTo>
                  <a:pt x="720" y="2010"/>
                  <a:pt x="727" y="2010"/>
                  <a:pt x="726" y="2002"/>
                </a:cubicBezTo>
                <a:cubicBezTo>
                  <a:pt x="757" y="1966"/>
                  <a:pt x="748" y="1970"/>
                  <a:pt x="751" y="1974"/>
                </a:cubicBezTo>
                <a:cubicBezTo>
                  <a:pt x="732" y="2008"/>
                  <a:pt x="731" y="2023"/>
                  <a:pt x="724" y="2033"/>
                </a:cubicBezTo>
                <a:cubicBezTo>
                  <a:pt x="709" y="2059"/>
                  <a:pt x="707" y="2061"/>
                  <a:pt x="704" y="2063"/>
                </a:cubicBezTo>
                <a:cubicBezTo>
                  <a:pt x="677" y="2114"/>
                  <a:pt x="671" y="2113"/>
                  <a:pt x="671" y="2117"/>
                </a:cubicBezTo>
                <a:cubicBezTo>
                  <a:pt x="652" y="2143"/>
                  <a:pt x="652" y="2151"/>
                  <a:pt x="647" y="2154"/>
                </a:cubicBezTo>
                <a:cubicBezTo>
                  <a:pt x="657" y="2156"/>
                  <a:pt x="659" y="2152"/>
                  <a:pt x="662" y="2149"/>
                </a:cubicBezTo>
                <a:cubicBezTo>
                  <a:pt x="675" y="2126"/>
                  <a:pt x="679" y="2125"/>
                  <a:pt x="678" y="2121"/>
                </a:cubicBezTo>
                <a:cubicBezTo>
                  <a:pt x="714" y="2066"/>
                  <a:pt x="717" y="2065"/>
                  <a:pt x="717" y="2062"/>
                </a:cubicBezTo>
                <a:cubicBezTo>
                  <a:pt x="728" y="2047"/>
                  <a:pt x="726" y="2041"/>
                  <a:pt x="729" y="2041"/>
                </a:cubicBezTo>
                <a:cubicBezTo>
                  <a:pt x="740" y="2003"/>
                  <a:pt x="750" y="2005"/>
                  <a:pt x="748" y="1996"/>
                </a:cubicBezTo>
                <a:cubicBezTo>
                  <a:pt x="764" y="1960"/>
                  <a:pt x="761" y="1951"/>
                  <a:pt x="764" y="1947"/>
                </a:cubicBezTo>
                <a:cubicBezTo>
                  <a:pt x="796" y="1849"/>
                  <a:pt x="791" y="1858"/>
                  <a:pt x="791" y="1862"/>
                </a:cubicBezTo>
                <a:cubicBezTo>
                  <a:pt x="786" y="1901"/>
                  <a:pt x="782" y="1904"/>
                  <a:pt x="781" y="1908"/>
                </a:cubicBezTo>
                <a:cubicBezTo>
                  <a:pt x="772" y="1962"/>
                  <a:pt x="765" y="1962"/>
                  <a:pt x="766" y="1969"/>
                </a:cubicBezTo>
                <a:cubicBezTo>
                  <a:pt x="746" y="2037"/>
                  <a:pt x="738" y="2043"/>
                  <a:pt x="737" y="2054"/>
                </a:cubicBezTo>
                <a:cubicBezTo>
                  <a:pt x="716" y="2096"/>
                  <a:pt x="713" y="2097"/>
                  <a:pt x="714" y="2101"/>
                </a:cubicBezTo>
                <a:cubicBezTo>
                  <a:pt x="697" y="2124"/>
                  <a:pt x="696" y="2129"/>
                  <a:pt x="694" y="2133"/>
                </a:cubicBezTo>
                <a:cubicBezTo>
                  <a:pt x="679" y="2147"/>
                  <a:pt x="682" y="2155"/>
                  <a:pt x="678" y="2158"/>
                </a:cubicBezTo>
                <a:cubicBezTo>
                  <a:pt x="688" y="2156"/>
                  <a:pt x="691" y="2153"/>
                  <a:pt x="693" y="2149"/>
                </a:cubicBezTo>
                <a:cubicBezTo>
                  <a:pt x="704" y="2140"/>
                  <a:pt x="697" y="2130"/>
                  <a:pt x="705" y="2132"/>
                </a:cubicBezTo>
                <a:cubicBezTo>
                  <a:pt x="720" y="2101"/>
                  <a:pt x="726" y="2102"/>
                  <a:pt x="724" y="2096"/>
                </a:cubicBezTo>
                <a:cubicBezTo>
                  <a:pt x="745" y="2052"/>
                  <a:pt x="748" y="2046"/>
                  <a:pt x="753" y="2042"/>
                </a:cubicBezTo>
                <a:cubicBezTo>
                  <a:pt x="775" y="1963"/>
                  <a:pt x="776" y="1958"/>
                  <a:pt x="775" y="1953"/>
                </a:cubicBezTo>
                <a:cubicBezTo>
                  <a:pt x="783" y="1921"/>
                  <a:pt x="788" y="1921"/>
                  <a:pt x="786" y="1915"/>
                </a:cubicBezTo>
                <a:cubicBezTo>
                  <a:pt x="785" y="1961"/>
                  <a:pt x="781" y="1971"/>
                  <a:pt x="780" y="1983"/>
                </a:cubicBezTo>
                <a:cubicBezTo>
                  <a:pt x="765" y="2021"/>
                  <a:pt x="762" y="2030"/>
                  <a:pt x="760" y="2041"/>
                </a:cubicBezTo>
                <a:cubicBezTo>
                  <a:pt x="741" y="2077"/>
                  <a:pt x="740" y="2089"/>
                  <a:pt x="735" y="2097"/>
                </a:cubicBezTo>
                <a:cubicBezTo>
                  <a:pt x="715" y="2131"/>
                  <a:pt x="711" y="2140"/>
                  <a:pt x="708" y="2150"/>
                </a:cubicBezTo>
                <a:cubicBezTo>
                  <a:pt x="711" y="2160"/>
                  <a:pt x="711" y="2160"/>
                  <a:pt x="711" y="2160"/>
                </a:cubicBezTo>
                <a:cubicBezTo>
                  <a:pt x="719" y="2142"/>
                  <a:pt x="723" y="2142"/>
                  <a:pt x="723" y="2140"/>
                </a:cubicBezTo>
                <a:close/>
                <a:moveTo>
                  <a:pt x="2860" y="2138"/>
                </a:moveTo>
                <a:cubicBezTo>
                  <a:pt x="2860" y="2132"/>
                  <a:pt x="2854" y="2135"/>
                  <a:pt x="2854" y="2128"/>
                </a:cubicBezTo>
                <a:cubicBezTo>
                  <a:pt x="2845" y="2120"/>
                  <a:pt x="2844" y="2111"/>
                  <a:pt x="2838" y="2103"/>
                </a:cubicBezTo>
                <a:cubicBezTo>
                  <a:pt x="2828" y="2094"/>
                  <a:pt x="2828" y="2087"/>
                  <a:pt x="2819" y="2078"/>
                </a:cubicBezTo>
                <a:cubicBezTo>
                  <a:pt x="2818" y="2076"/>
                  <a:pt x="2815" y="2074"/>
                  <a:pt x="2816" y="2072"/>
                </a:cubicBezTo>
                <a:cubicBezTo>
                  <a:pt x="2815" y="2070"/>
                  <a:pt x="2817" y="2067"/>
                  <a:pt x="2814" y="2069"/>
                </a:cubicBezTo>
                <a:cubicBezTo>
                  <a:pt x="2807" y="2064"/>
                  <a:pt x="2810" y="2060"/>
                  <a:pt x="2805" y="2056"/>
                </a:cubicBezTo>
                <a:cubicBezTo>
                  <a:pt x="2797" y="2047"/>
                  <a:pt x="2797" y="2043"/>
                  <a:pt x="2789" y="2038"/>
                </a:cubicBezTo>
                <a:cubicBezTo>
                  <a:pt x="2789" y="2034"/>
                  <a:pt x="2785" y="2032"/>
                  <a:pt x="2782" y="2029"/>
                </a:cubicBezTo>
                <a:cubicBezTo>
                  <a:pt x="2776" y="2021"/>
                  <a:pt x="2773" y="2015"/>
                  <a:pt x="2765" y="2010"/>
                </a:cubicBezTo>
                <a:cubicBezTo>
                  <a:pt x="2762" y="2005"/>
                  <a:pt x="2762" y="2001"/>
                  <a:pt x="2757" y="1997"/>
                </a:cubicBezTo>
                <a:cubicBezTo>
                  <a:pt x="2748" y="1991"/>
                  <a:pt x="2740" y="1981"/>
                  <a:pt x="2732" y="1972"/>
                </a:cubicBezTo>
                <a:cubicBezTo>
                  <a:pt x="2721" y="1964"/>
                  <a:pt x="2710" y="1952"/>
                  <a:pt x="2698" y="1946"/>
                </a:cubicBezTo>
                <a:cubicBezTo>
                  <a:pt x="2693" y="1941"/>
                  <a:pt x="2687" y="1939"/>
                  <a:pt x="2682" y="1935"/>
                </a:cubicBezTo>
                <a:cubicBezTo>
                  <a:pt x="2676" y="1928"/>
                  <a:pt x="2670" y="1924"/>
                  <a:pt x="2664" y="1924"/>
                </a:cubicBezTo>
                <a:cubicBezTo>
                  <a:pt x="2685" y="1942"/>
                  <a:pt x="2706" y="1958"/>
                  <a:pt x="2727" y="1976"/>
                </a:cubicBezTo>
                <a:cubicBezTo>
                  <a:pt x="2744" y="1996"/>
                  <a:pt x="2765" y="2017"/>
                  <a:pt x="2777" y="2037"/>
                </a:cubicBezTo>
                <a:cubicBezTo>
                  <a:pt x="2781" y="2041"/>
                  <a:pt x="2786" y="2048"/>
                  <a:pt x="2790" y="2048"/>
                </a:cubicBezTo>
                <a:cubicBezTo>
                  <a:pt x="2785" y="2052"/>
                  <a:pt x="2800" y="2057"/>
                  <a:pt x="2796" y="2061"/>
                </a:cubicBezTo>
                <a:cubicBezTo>
                  <a:pt x="2798" y="2065"/>
                  <a:pt x="2807" y="2070"/>
                  <a:pt x="2804" y="2074"/>
                </a:cubicBezTo>
                <a:cubicBezTo>
                  <a:pt x="2815" y="2086"/>
                  <a:pt x="2813" y="2088"/>
                  <a:pt x="2822" y="2098"/>
                </a:cubicBezTo>
                <a:cubicBezTo>
                  <a:pt x="2826" y="2107"/>
                  <a:pt x="2835" y="2116"/>
                  <a:pt x="2839" y="2124"/>
                </a:cubicBezTo>
                <a:cubicBezTo>
                  <a:pt x="2845" y="2129"/>
                  <a:pt x="2842" y="2133"/>
                  <a:pt x="2848" y="2137"/>
                </a:cubicBezTo>
                <a:cubicBezTo>
                  <a:pt x="2855" y="2142"/>
                  <a:pt x="2850" y="2147"/>
                  <a:pt x="2854" y="2152"/>
                </a:cubicBezTo>
                <a:cubicBezTo>
                  <a:pt x="2857" y="2155"/>
                  <a:pt x="2859" y="2157"/>
                  <a:pt x="2862" y="2160"/>
                </a:cubicBezTo>
                <a:cubicBezTo>
                  <a:pt x="2873" y="2160"/>
                  <a:pt x="2873" y="2160"/>
                  <a:pt x="2873" y="2160"/>
                </a:cubicBezTo>
                <a:cubicBezTo>
                  <a:pt x="2870" y="2157"/>
                  <a:pt x="2867" y="2153"/>
                  <a:pt x="2864" y="2149"/>
                </a:cubicBezTo>
                <a:cubicBezTo>
                  <a:pt x="2867" y="2146"/>
                  <a:pt x="2858" y="2142"/>
                  <a:pt x="2860" y="2138"/>
                </a:cubicBezTo>
                <a:close/>
                <a:moveTo>
                  <a:pt x="796" y="1969"/>
                </a:moveTo>
                <a:cubicBezTo>
                  <a:pt x="799" y="1994"/>
                  <a:pt x="793" y="2012"/>
                  <a:pt x="792" y="2035"/>
                </a:cubicBezTo>
                <a:cubicBezTo>
                  <a:pt x="788" y="2035"/>
                  <a:pt x="791" y="2042"/>
                  <a:pt x="788" y="2043"/>
                </a:cubicBezTo>
                <a:cubicBezTo>
                  <a:pt x="785" y="2046"/>
                  <a:pt x="784" y="2049"/>
                  <a:pt x="785" y="2055"/>
                </a:cubicBezTo>
                <a:cubicBezTo>
                  <a:pt x="781" y="2055"/>
                  <a:pt x="784" y="2062"/>
                  <a:pt x="781" y="2064"/>
                </a:cubicBezTo>
                <a:cubicBezTo>
                  <a:pt x="778" y="2066"/>
                  <a:pt x="778" y="2071"/>
                  <a:pt x="777" y="2075"/>
                </a:cubicBezTo>
                <a:cubicBezTo>
                  <a:pt x="767" y="2082"/>
                  <a:pt x="766" y="2096"/>
                  <a:pt x="755" y="2103"/>
                </a:cubicBezTo>
                <a:cubicBezTo>
                  <a:pt x="749" y="2125"/>
                  <a:pt x="737" y="2143"/>
                  <a:pt x="726" y="2160"/>
                </a:cubicBezTo>
                <a:cubicBezTo>
                  <a:pt x="738" y="2160"/>
                  <a:pt x="738" y="2160"/>
                  <a:pt x="738" y="2160"/>
                </a:cubicBezTo>
                <a:cubicBezTo>
                  <a:pt x="740" y="2157"/>
                  <a:pt x="741" y="2154"/>
                  <a:pt x="743" y="2152"/>
                </a:cubicBezTo>
                <a:cubicBezTo>
                  <a:pt x="746" y="2142"/>
                  <a:pt x="753" y="2137"/>
                  <a:pt x="755" y="2127"/>
                </a:cubicBezTo>
                <a:cubicBezTo>
                  <a:pt x="758" y="2124"/>
                  <a:pt x="758" y="2119"/>
                  <a:pt x="761" y="2115"/>
                </a:cubicBezTo>
                <a:cubicBezTo>
                  <a:pt x="764" y="2112"/>
                  <a:pt x="766" y="2108"/>
                  <a:pt x="766" y="2102"/>
                </a:cubicBezTo>
                <a:cubicBezTo>
                  <a:pt x="773" y="2100"/>
                  <a:pt x="773" y="2092"/>
                  <a:pt x="778" y="2088"/>
                </a:cubicBezTo>
                <a:cubicBezTo>
                  <a:pt x="783" y="2083"/>
                  <a:pt x="783" y="2075"/>
                  <a:pt x="788" y="2070"/>
                </a:cubicBezTo>
                <a:cubicBezTo>
                  <a:pt x="788" y="2062"/>
                  <a:pt x="792" y="2057"/>
                  <a:pt x="793" y="2050"/>
                </a:cubicBezTo>
                <a:cubicBezTo>
                  <a:pt x="798" y="2045"/>
                  <a:pt x="796" y="2034"/>
                  <a:pt x="800" y="2030"/>
                </a:cubicBezTo>
                <a:cubicBezTo>
                  <a:pt x="801" y="2017"/>
                  <a:pt x="801" y="2004"/>
                  <a:pt x="802" y="1992"/>
                </a:cubicBezTo>
                <a:cubicBezTo>
                  <a:pt x="802" y="1988"/>
                  <a:pt x="802" y="1984"/>
                  <a:pt x="801" y="1979"/>
                </a:cubicBezTo>
                <a:cubicBezTo>
                  <a:pt x="800" y="1975"/>
                  <a:pt x="803" y="1966"/>
                  <a:pt x="796" y="1969"/>
                </a:cubicBezTo>
                <a:close/>
                <a:moveTo>
                  <a:pt x="632" y="2085"/>
                </a:moveTo>
                <a:cubicBezTo>
                  <a:pt x="639" y="2082"/>
                  <a:pt x="641" y="2073"/>
                  <a:pt x="648" y="2069"/>
                </a:cubicBezTo>
                <a:cubicBezTo>
                  <a:pt x="679" y="2024"/>
                  <a:pt x="680" y="2015"/>
                  <a:pt x="688" y="2011"/>
                </a:cubicBezTo>
                <a:cubicBezTo>
                  <a:pt x="698" y="1995"/>
                  <a:pt x="700" y="1994"/>
                  <a:pt x="702" y="1993"/>
                </a:cubicBezTo>
                <a:cubicBezTo>
                  <a:pt x="709" y="1979"/>
                  <a:pt x="711" y="1976"/>
                  <a:pt x="716" y="1974"/>
                </a:cubicBezTo>
                <a:cubicBezTo>
                  <a:pt x="740" y="1928"/>
                  <a:pt x="740" y="1923"/>
                  <a:pt x="745" y="1922"/>
                </a:cubicBezTo>
                <a:cubicBezTo>
                  <a:pt x="764" y="1882"/>
                  <a:pt x="767" y="1874"/>
                  <a:pt x="769" y="1866"/>
                </a:cubicBezTo>
                <a:cubicBezTo>
                  <a:pt x="779" y="1830"/>
                  <a:pt x="778" y="1830"/>
                  <a:pt x="779" y="1821"/>
                </a:cubicBezTo>
                <a:cubicBezTo>
                  <a:pt x="780" y="1813"/>
                  <a:pt x="775" y="1822"/>
                  <a:pt x="774" y="1835"/>
                </a:cubicBezTo>
                <a:cubicBezTo>
                  <a:pt x="762" y="1874"/>
                  <a:pt x="757" y="1877"/>
                  <a:pt x="755" y="1882"/>
                </a:cubicBezTo>
                <a:cubicBezTo>
                  <a:pt x="728" y="1935"/>
                  <a:pt x="723" y="1944"/>
                  <a:pt x="716" y="1952"/>
                </a:cubicBezTo>
                <a:cubicBezTo>
                  <a:pt x="707" y="1972"/>
                  <a:pt x="699" y="1973"/>
                  <a:pt x="699" y="1980"/>
                </a:cubicBezTo>
                <a:cubicBezTo>
                  <a:pt x="656" y="2040"/>
                  <a:pt x="650" y="2048"/>
                  <a:pt x="643" y="2056"/>
                </a:cubicBezTo>
                <a:cubicBezTo>
                  <a:pt x="618" y="2091"/>
                  <a:pt x="620" y="2096"/>
                  <a:pt x="617" y="2097"/>
                </a:cubicBezTo>
                <a:cubicBezTo>
                  <a:pt x="596" y="2127"/>
                  <a:pt x="594" y="2132"/>
                  <a:pt x="592" y="2138"/>
                </a:cubicBezTo>
                <a:cubicBezTo>
                  <a:pt x="581" y="2154"/>
                  <a:pt x="577" y="2156"/>
                  <a:pt x="576" y="2160"/>
                </a:cubicBezTo>
                <a:cubicBezTo>
                  <a:pt x="593" y="2151"/>
                  <a:pt x="595" y="2149"/>
                  <a:pt x="597" y="2147"/>
                </a:cubicBezTo>
                <a:close/>
                <a:moveTo>
                  <a:pt x="527" y="2119"/>
                </a:moveTo>
                <a:cubicBezTo>
                  <a:pt x="538" y="2111"/>
                  <a:pt x="537" y="2093"/>
                  <a:pt x="549" y="2087"/>
                </a:cubicBezTo>
                <a:cubicBezTo>
                  <a:pt x="562" y="2065"/>
                  <a:pt x="564" y="2058"/>
                  <a:pt x="570" y="2054"/>
                </a:cubicBezTo>
                <a:cubicBezTo>
                  <a:pt x="604" y="2015"/>
                  <a:pt x="605" y="2012"/>
                  <a:pt x="607" y="2008"/>
                </a:cubicBezTo>
                <a:cubicBezTo>
                  <a:pt x="621" y="1986"/>
                  <a:pt x="628" y="1985"/>
                  <a:pt x="629" y="1978"/>
                </a:cubicBezTo>
                <a:cubicBezTo>
                  <a:pt x="654" y="1948"/>
                  <a:pt x="657" y="1943"/>
                  <a:pt x="661" y="1939"/>
                </a:cubicBezTo>
                <a:cubicBezTo>
                  <a:pt x="683" y="1906"/>
                  <a:pt x="689" y="1903"/>
                  <a:pt x="693" y="1899"/>
                </a:cubicBezTo>
                <a:cubicBezTo>
                  <a:pt x="715" y="1866"/>
                  <a:pt x="713" y="1857"/>
                  <a:pt x="720" y="1856"/>
                </a:cubicBezTo>
                <a:cubicBezTo>
                  <a:pt x="738" y="1819"/>
                  <a:pt x="740" y="1813"/>
                  <a:pt x="743" y="1808"/>
                </a:cubicBezTo>
                <a:cubicBezTo>
                  <a:pt x="755" y="1770"/>
                  <a:pt x="760" y="1770"/>
                  <a:pt x="758" y="1764"/>
                </a:cubicBezTo>
                <a:cubicBezTo>
                  <a:pt x="748" y="1776"/>
                  <a:pt x="751" y="1782"/>
                  <a:pt x="748" y="1784"/>
                </a:cubicBezTo>
                <a:cubicBezTo>
                  <a:pt x="719" y="1836"/>
                  <a:pt x="716" y="1850"/>
                  <a:pt x="708" y="1859"/>
                </a:cubicBezTo>
                <a:cubicBezTo>
                  <a:pt x="681" y="1895"/>
                  <a:pt x="679" y="1902"/>
                  <a:pt x="676" y="1907"/>
                </a:cubicBezTo>
                <a:cubicBezTo>
                  <a:pt x="632" y="1957"/>
                  <a:pt x="630" y="1965"/>
                  <a:pt x="626" y="1970"/>
                </a:cubicBezTo>
                <a:cubicBezTo>
                  <a:pt x="604" y="1994"/>
                  <a:pt x="607" y="2001"/>
                  <a:pt x="599" y="2000"/>
                </a:cubicBezTo>
                <a:cubicBezTo>
                  <a:pt x="579" y="2025"/>
                  <a:pt x="577" y="2028"/>
                  <a:pt x="575" y="2030"/>
                </a:cubicBezTo>
                <a:cubicBezTo>
                  <a:pt x="541" y="2084"/>
                  <a:pt x="535" y="2083"/>
                  <a:pt x="536" y="2087"/>
                </a:cubicBezTo>
                <a:cubicBezTo>
                  <a:pt x="519" y="2123"/>
                  <a:pt x="515" y="2128"/>
                  <a:pt x="513" y="2135"/>
                </a:cubicBezTo>
                <a:cubicBezTo>
                  <a:pt x="505" y="2148"/>
                  <a:pt x="504" y="2152"/>
                  <a:pt x="503" y="2149"/>
                </a:cubicBezTo>
                <a:cubicBezTo>
                  <a:pt x="523" y="2073"/>
                  <a:pt x="531" y="2066"/>
                  <a:pt x="536" y="2057"/>
                </a:cubicBezTo>
                <a:cubicBezTo>
                  <a:pt x="557" y="2023"/>
                  <a:pt x="558" y="2021"/>
                  <a:pt x="559" y="2018"/>
                </a:cubicBezTo>
                <a:cubicBezTo>
                  <a:pt x="576" y="1990"/>
                  <a:pt x="580" y="1991"/>
                  <a:pt x="581" y="1990"/>
                </a:cubicBezTo>
                <a:cubicBezTo>
                  <a:pt x="594" y="1973"/>
                  <a:pt x="598" y="1963"/>
                  <a:pt x="607" y="1958"/>
                </a:cubicBezTo>
                <a:cubicBezTo>
                  <a:pt x="639" y="1919"/>
                  <a:pt x="644" y="1916"/>
                  <a:pt x="646" y="1911"/>
                </a:cubicBezTo>
                <a:cubicBezTo>
                  <a:pt x="671" y="1879"/>
                  <a:pt x="677" y="1871"/>
                  <a:pt x="684" y="1863"/>
                </a:cubicBezTo>
                <a:cubicBezTo>
                  <a:pt x="710" y="1821"/>
                  <a:pt x="711" y="1819"/>
                  <a:pt x="711" y="1815"/>
                </a:cubicBezTo>
                <a:cubicBezTo>
                  <a:pt x="721" y="1793"/>
                  <a:pt x="726" y="1787"/>
                  <a:pt x="728" y="1779"/>
                </a:cubicBezTo>
                <a:cubicBezTo>
                  <a:pt x="737" y="1759"/>
                  <a:pt x="740" y="1755"/>
                  <a:pt x="739" y="1748"/>
                </a:cubicBezTo>
                <a:cubicBezTo>
                  <a:pt x="749" y="1711"/>
                  <a:pt x="758" y="1704"/>
                  <a:pt x="751" y="1701"/>
                </a:cubicBezTo>
                <a:cubicBezTo>
                  <a:pt x="741" y="1737"/>
                  <a:pt x="739" y="1741"/>
                  <a:pt x="737" y="1743"/>
                </a:cubicBezTo>
                <a:cubicBezTo>
                  <a:pt x="723" y="1777"/>
                  <a:pt x="722" y="1781"/>
                  <a:pt x="720" y="1784"/>
                </a:cubicBezTo>
                <a:cubicBezTo>
                  <a:pt x="699" y="1812"/>
                  <a:pt x="704" y="1820"/>
                  <a:pt x="701" y="1822"/>
                </a:cubicBezTo>
                <a:cubicBezTo>
                  <a:pt x="683" y="1840"/>
                  <a:pt x="688" y="1849"/>
                  <a:pt x="681" y="1848"/>
                </a:cubicBezTo>
                <a:cubicBezTo>
                  <a:pt x="648" y="1893"/>
                  <a:pt x="646" y="1895"/>
                  <a:pt x="645" y="1898"/>
                </a:cubicBezTo>
                <a:cubicBezTo>
                  <a:pt x="620" y="1924"/>
                  <a:pt x="623" y="1930"/>
                  <a:pt x="619" y="1931"/>
                </a:cubicBezTo>
                <a:cubicBezTo>
                  <a:pt x="602" y="1950"/>
                  <a:pt x="597" y="1950"/>
                  <a:pt x="596" y="1954"/>
                </a:cubicBezTo>
                <a:cubicBezTo>
                  <a:pt x="576" y="1984"/>
                  <a:pt x="571" y="1984"/>
                  <a:pt x="568" y="1987"/>
                </a:cubicBezTo>
                <a:cubicBezTo>
                  <a:pt x="551" y="2020"/>
                  <a:pt x="544" y="2020"/>
                  <a:pt x="542" y="2024"/>
                </a:cubicBezTo>
                <a:cubicBezTo>
                  <a:pt x="532" y="2053"/>
                  <a:pt x="525" y="2052"/>
                  <a:pt x="525" y="2058"/>
                </a:cubicBezTo>
                <a:cubicBezTo>
                  <a:pt x="510" y="2092"/>
                  <a:pt x="506" y="2097"/>
                  <a:pt x="504" y="2103"/>
                </a:cubicBezTo>
                <a:cubicBezTo>
                  <a:pt x="494" y="2126"/>
                  <a:pt x="492" y="2119"/>
                  <a:pt x="495" y="2106"/>
                </a:cubicBezTo>
                <a:cubicBezTo>
                  <a:pt x="521" y="2035"/>
                  <a:pt x="521" y="2029"/>
                  <a:pt x="522" y="2023"/>
                </a:cubicBezTo>
                <a:cubicBezTo>
                  <a:pt x="542" y="1984"/>
                  <a:pt x="551" y="1988"/>
                  <a:pt x="548" y="1980"/>
                </a:cubicBezTo>
                <a:cubicBezTo>
                  <a:pt x="561" y="1958"/>
                  <a:pt x="565" y="1956"/>
                  <a:pt x="568" y="1954"/>
                </a:cubicBezTo>
                <a:cubicBezTo>
                  <a:pt x="588" y="1927"/>
                  <a:pt x="588" y="1924"/>
                  <a:pt x="590" y="1924"/>
                </a:cubicBezTo>
                <a:cubicBezTo>
                  <a:pt x="605" y="1911"/>
                  <a:pt x="601" y="1902"/>
                  <a:pt x="608" y="1903"/>
                </a:cubicBezTo>
                <a:cubicBezTo>
                  <a:pt x="626" y="1880"/>
                  <a:pt x="629" y="1872"/>
                  <a:pt x="634" y="1866"/>
                </a:cubicBezTo>
                <a:cubicBezTo>
                  <a:pt x="650" y="1842"/>
                  <a:pt x="654" y="1836"/>
                  <a:pt x="657" y="1830"/>
                </a:cubicBezTo>
                <a:cubicBezTo>
                  <a:pt x="680" y="1801"/>
                  <a:pt x="677" y="1794"/>
                  <a:pt x="681" y="1793"/>
                </a:cubicBezTo>
                <a:cubicBezTo>
                  <a:pt x="694" y="1771"/>
                  <a:pt x="693" y="1766"/>
                  <a:pt x="694" y="1762"/>
                </a:cubicBezTo>
                <a:cubicBezTo>
                  <a:pt x="707" y="1740"/>
                  <a:pt x="703" y="1731"/>
                  <a:pt x="707" y="1730"/>
                </a:cubicBezTo>
                <a:cubicBezTo>
                  <a:pt x="706" y="1726"/>
                  <a:pt x="697" y="1741"/>
                  <a:pt x="692" y="1760"/>
                </a:cubicBezTo>
                <a:cubicBezTo>
                  <a:pt x="678" y="1785"/>
                  <a:pt x="677" y="1787"/>
                  <a:pt x="676" y="1789"/>
                </a:cubicBezTo>
                <a:cubicBezTo>
                  <a:pt x="658" y="1813"/>
                  <a:pt x="654" y="1821"/>
                  <a:pt x="651" y="1830"/>
                </a:cubicBezTo>
                <a:cubicBezTo>
                  <a:pt x="598" y="1896"/>
                  <a:pt x="599" y="1902"/>
                  <a:pt x="595" y="1904"/>
                </a:cubicBezTo>
                <a:cubicBezTo>
                  <a:pt x="576" y="1926"/>
                  <a:pt x="576" y="1928"/>
                  <a:pt x="575" y="1930"/>
                </a:cubicBezTo>
                <a:cubicBezTo>
                  <a:pt x="534" y="1988"/>
                  <a:pt x="529" y="1994"/>
                  <a:pt x="525" y="2003"/>
                </a:cubicBezTo>
                <a:cubicBezTo>
                  <a:pt x="505" y="2043"/>
                  <a:pt x="504" y="2047"/>
                  <a:pt x="500" y="2051"/>
                </a:cubicBezTo>
                <a:cubicBezTo>
                  <a:pt x="491" y="2091"/>
                  <a:pt x="484" y="2096"/>
                  <a:pt x="485" y="2109"/>
                </a:cubicBezTo>
                <a:cubicBezTo>
                  <a:pt x="473" y="2124"/>
                  <a:pt x="472" y="2121"/>
                  <a:pt x="475" y="2120"/>
                </a:cubicBezTo>
                <a:cubicBezTo>
                  <a:pt x="477" y="2079"/>
                  <a:pt x="483" y="2074"/>
                  <a:pt x="484" y="2065"/>
                </a:cubicBezTo>
                <a:cubicBezTo>
                  <a:pt x="500" y="2022"/>
                  <a:pt x="497" y="2015"/>
                  <a:pt x="500" y="2014"/>
                </a:cubicBezTo>
                <a:cubicBezTo>
                  <a:pt x="524" y="1961"/>
                  <a:pt x="529" y="1957"/>
                  <a:pt x="528" y="1948"/>
                </a:cubicBezTo>
                <a:cubicBezTo>
                  <a:pt x="549" y="1923"/>
                  <a:pt x="542" y="1913"/>
                  <a:pt x="550" y="1916"/>
                </a:cubicBezTo>
                <a:cubicBezTo>
                  <a:pt x="566" y="1887"/>
                  <a:pt x="568" y="1885"/>
                  <a:pt x="569" y="1882"/>
                </a:cubicBezTo>
                <a:cubicBezTo>
                  <a:pt x="586" y="1853"/>
                  <a:pt x="587" y="1849"/>
                  <a:pt x="593" y="1850"/>
                </a:cubicBezTo>
                <a:cubicBezTo>
                  <a:pt x="633" y="1789"/>
                  <a:pt x="642" y="1779"/>
                  <a:pt x="649" y="1767"/>
                </a:cubicBezTo>
                <a:cubicBezTo>
                  <a:pt x="673" y="1728"/>
                  <a:pt x="682" y="1727"/>
                  <a:pt x="682" y="1719"/>
                </a:cubicBezTo>
                <a:cubicBezTo>
                  <a:pt x="703" y="1677"/>
                  <a:pt x="709" y="1673"/>
                  <a:pt x="709" y="1664"/>
                </a:cubicBezTo>
                <a:cubicBezTo>
                  <a:pt x="719" y="1643"/>
                  <a:pt x="716" y="1636"/>
                  <a:pt x="720" y="1635"/>
                </a:cubicBezTo>
                <a:cubicBezTo>
                  <a:pt x="713" y="1646"/>
                  <a:pt x="708" y="1649"/>
                  <a:pt x="709" y="1658"/>
                </a:cubicBezTo>
                <a:cubicBezTo>
                  <a:pt x="687" y="1698"/>
                  <a:pt x="683" y="1709"/>
                  <a:pt x="676" y="1717"/>
                </a:cubicBezTo>
                <a:cubicBezTo>
                  <a:pt x="652" y="1756"/>
                  <a:pt x="643" y="1762"/>
                  <a:pt x="638" y="1772"/>
                </a:cubicBezTo>
                <a:cubicBezTo>
                  <a:pt x="611" y="1808"/>
                  <a:pt x="605" y="1817"/>
                  <a:pt x="598" y="1825"/>
                </a:cubicBezTo>
                <a:cubicBezTo>
                  <a:pt x="570" y="1869"/>
                  <a:pt x="568" y="1871"/>
                  <a:pt x="564" y="1871"/>
                </a:cubicBezTo>
                <a:cubicBezTo>
                  <a:pt x="535" y="1917"/>
                  <a:pt x="533" y="1930"/>
                  <a:pt x="525" y="1937"/>
                </a:cubicBezTo>
                <a:cubicBezTo>
                  <a:pt x="502" y="1990"/>
                  <a:pt x="498" y="1994"/>
                  <a:pt x="494" y="1999"/>
                </a:cubicBezTo>
                <a:cubicBezTo>
                  <a:pt x="487" y="2028"/>
                  <a:pt x="482" y="2028"/>
                  <a:pt x="484" y="2034"/>
                </a:cubicBezTo>
                <a:cubicBezTo>
                  <a:pt x="469" y="2074"/>
                  <a:pt x="471" y="2083"/>
                  <a:pt x="468" y="2088"/>
                </a:cubicBezTo>
                <a:cubicBezTo>
                  <a:pt x="459" y="2089"/>
                  <a:pt x="460" y="2087"/>
                  <a:pt x="461" y="2086"/>
                </a:cubicBezTo>
                <a:cubicBezTo>
                  <a:pt x="469" y="2046"/>
                  <a:pt x="469" y="2035"/>
                  <a:pt x="470" y="2024"/>
                </a:cubicBezTo>
                <a:cubicBezTo>
                  <a:pt x="493" y="1973"/>
                  <a:pt x="496" y="1965"/>
                  <a:pt x="500" y="1959"/>
                </a:cubicBezTo>
                <a:cubicBezTo>
                  <a:pt x="538" y="1889"/>
                  <a:pt x="543" y="1883"/>
                  <a:pt x="547" y="1877"/>
                </a:cubicBezTo>
                <a:cubicBezTo>
                  <a:pt x="578" y="1836"/>
                  <a:pt x="584" y="1829"/>
                  <a:pt x="589" y="1821"/>
                </a:cubicBezTo>
                <a:cubicBezTo>
                  <a:pt x="607" y="1794"/>
                  <a:pt x="612" y="1792"/>
                  <a:pt x="615" y="1789"/>
                </a:cubicBezTo>
                <a:cubicBezTo>
                  <a:pt x="633" y="1760"/>
                  <a:pt x="634" y="1755"/>
                  <a:pt x="639" y="1752"/>
                </a:cubicBezTo>
                <a:cubicBezTo>
                  <a:pt x="679" y="1687"/>
                  <a:pt x="686" y="1688"/>
                  <a:pt x="684" y="1679"/>
                </a:cubicBezTo>
                <a:cubicBezTo>
                  <a:pt x="684" y="1668"/>
                  <a:pt x="684" y="1676"/>
                  <a:pt x="680" y="1680"/>
                </a:cubicBezTo>
                <a:cubicBezTo>
                  <a:pt x="637" y="1744"/>
                  <a:pt x="628" y="1750"/>
                  <a:pt x="624" y="1762"/>
                </a:cubicBezTo>
                <a:cubicBezTo>
                  <a:pt x="611" y="1778"/>
                  <a:pt x="610" y="1785"/>
                  <a:pt x="604" y="1788"/>
                </a:cubicBezTo>
                <a:cubicBezTo>
                  <a:pt x="583" y="1819"/>
                  <a:pt x="577" y="1821"/>
                  <a:pt x="576" y="1827"/>
                </a:cubicBezTo>
                <a:cubicBezTo>
                  <a:pt x="555" y="1861"/>
                  <a:pt x="545" y="1860"/>
                  <a:pt x="546" y="1868"/>
                </a:cubicBezTo>
                <a:cubicBezTo>
                  <a:pt x="519" y="1903"/>
                  <a:pt x="516" y="1912"/>
                  <a:pt x="508" y="1917"/>
                </a:cubicBezTo>
                <a:cubicBezTo>
                  <a:pt x="499" y="1947"/>
                  <a:pt x="488" y="1948"/>
                  <a:pt x="490" y="1960"/>
                </a:cubicBezTo>
                <a:cubicBezTo>
                  <a:pt x="476" y="1985"/>
                  <a:pt x="473" y="1985"/>
                  <a:pt x="474" y="1989"/>
                </a:cubicBezTo>
                <a:cubicBezTo>
                  <a:pt x="461" y="2021"/>
                  <a:pt x="461" y="2026"/>
                  <a:pt x="462" y="2031"/>
                </a:cubicBezTo>
                <a:cubicBezTo>
                  <a:pt x="445" y="2054"/>
                  <a:pt x="454" y="2048"/>
                  <a:pt x="450" y="2043"/>
                </a:cubicBezTo>
                <a:cubicBezTo>
                  <a:pt x="467" y="1957"/>
                  <a:pt x="468" y="1948"/>
                  <a:pt x="471" y="1939"/>
                </a:cubicBezTo>
                <a:cubicBezTo>
                  <a:pt x="485" y="1912"/>
                  <a:pt x="483" y="1904"/>
                  <a:pt x="485" y="1901"/>
                </a:cubicBezTo>
                <a:cubicBezTo>
                  <a:pt x="500" y="1872"/>
                  <a:pt x="501" y="1868"/>
                  <a:pt x="505" y="1865"/>
                </a:cubicBezTo>
                <a:cubicBezTo>
                  <a:pt x="521" y="1833"/>
                  <a:pt x="523" y="1832"/>
                  <a:pt x="524" y="1830"/>
                </a:cubicBezTo>
                <a:cubicBezTo>
                  <a:pt x="533" y="1814"/>
                  <a:pt x="536" y="1812"/>
                  <a:pt x="538" y="1808"/>
                </a:cubicBezTo>
                <a:cubicBezTo>
                  <a:pt x="569" y="1770"/>
                  <a:pt x="574" y="1764"/>
                  <a:pt x="580" y="1759"/>
                </a:cubicBezTo>
                <a:cubicBezTo>
                  <a:pt x="610" y="1726"/>
                  <a:pt x="622" y="1714"/>
                  <a:pt x="635" y="1702"/>
                </a:cubicBezTo>
                <a:cubicBezTo>
                  <a:pt x="667" y="1672"/>
                  <a:pt x="666" y="1666"/>
                  <a:pt x="672" y="1665"/>
                </a:cubicBezTo>
                <a:cubicBezTo>
                  <a:pt x="690" y="1640"/>
                  <a:pt x="693" y="1637"/>
                  <a:pt x="694" y="1633"/>
                </a:cubicBezTo>
                <a:cubicBezTo>
                  <a:pt x="695" y="1626"/>
                  <a:pt x="692" y="1630"/>
                  <a:pt x="687" y="1633"/>
                </a:cubicBezTo>
                <a:cubicBezTo>
                  <a:pt x="675" y="1652"/>
                  <a:pt x="672" y="1656"/>
                  <a:pt x="667" y="1659"/>
                </a:cubicBezTo>
                <a:cubicBezTo>
                  <a:pt x="626" y="1703"/>
                  <a:pt x="616" y="1710"/>
                  <a:pt x="608" y="1717"/>
                </a:cubicBezTo>
                <a:cubicBezTo>
                  <a:pt x="558" y="1774"/>
                  <a:pt x="548" y="1780"/>
                  <a:pt x="543" y="1790"/>
                </a:cubicBezTo>
                <a:cubicBezTo>
                  <a:pt x="527" y="1806"/>
                  <a:pt x="528" y="1814"/>
                  <a:pt x="521" y="1815"/>
                </a:cubicBezTo>
                <a:cubicBezTo>
                  <a:pt x="490" y="1870"/>
                  <a:pt x="490" y="1881"/>
                  <a:pt x="482" y="1886"/>
                </a:cubicBezTo>
                <a:cubicBezTo>
                  <a:pt x="465" y="1932"/>
                  <a:pt x="457" y="1948"/>
                  <a:pt x="453" y="1969"/>
                </a:cubicBezTo>
                <a:cubicBezTo>
                  <a:pt x="445" y="2003"/>
                  <a:pt x="442" y="2006"/>
                  <a:pt x="443" y="2013"/>
                </a:cubicBezTo>
                <a:cubicBezTo>
                  <a:pt x="442" y="1979"/>
                  <a:pt x="442" y="1977"/>
                  <a:pt x="444" y="1969"/>
                </a:cubicBezTo>
                <a:cubicBezTo>
                  <a:pt x="457" y="1930"/>
                  <a:pt x="460" y="1925"/>
                  <a:pt x="460" y="1918"/>
                </a:cubicBezTo>
                <a:cubicBezTo>
                  <a:pt x="468" y="1898"/>
                  <a:pt x="469" y="1895"/>
                  <a:pt x="472" y="1893"/>
                </a:cubicBezTo>
                <a:cubicBezTo>
                  <a:pt x="482" y="1864"/>
                  <a:pt x="486" y="1864"/>
                  <a:pt x="487" y="1861"/>
                </a:cubicBezTo>
                <a:cubicBezTo>
                  <a:pt x="513" y="1822"/>
                  <a:pt x="515" y="1819"/>
                  <a:pt x="514" y="1816"/>
                </a:cubicBezTo>
                <a:cubicBezTo>
                  <a:pt x="538" y="1785"/>
                  <a:pt x="543" y="1775"/>
                  <a:pt x="550" y="1765"/>
                </a:cubicBezTo>
                <a:cubicBezTo>
                  <a:pt x="563" y="1754"/>
                  <a:pt x="564" y="1748"/>
                  <a:pt x="569" y="1746"/>
                </a:cubicBezTo>
                <a:cubicBezTo>
                  <a:pt x="626" y="1679"/>
                  <a:pt x="635" y="1675"/>
                  <a:pt x="639" y="1667"/>
                </a:cubicBezTo>
                <a:cubicBezTo>
                  <a:pt x="652" y="1656"/>
                  <a:pt x="653" y="1650"/>
                  <a:pt x="658" y="1648"/>
                </a:cubicBezTo>
                <a:cubicBezTo>
                  <a:pt x="685" y="1613"/>
                  <a:pt x="690" y="1611"/>
                  <a:pt x="690" y="1605"/>
                </a:cubicBezTo>
                <a:cubicBezTo>
                  <a:pt x="666" y="1629"/>
                  <a:pt x="663" y="1633"/>
                  <a:pt x="661" y="1637"/>
                </a:cubicBezTo>
                <a:cubicBezTo>
                  <a:pt x="645" y="1655"/>
                  <a:pt x="642" y="1656"/>
                  <a:pt x="641" y="1658"/>
                </a:cubicBezTo>
                <a:cubicBezTo>
                  <a:pt x="623" y="1675"/>
                  <a:pt x="621" y="1677"/>
                  <a:pt x="621" y="1679"/>
                </a:cubicBezTo>
                <a:cubicBezTo>
                  <a:pt x="555" y="1747"/>
                  <a:pt x="542" y="1762"/>
                  <a:pt x="529" y="1778"/>
                </a:cubicBezTo>
                <a:cubicBezTo>
                  <a:pt x="480" y="1857"/>
                  <a:pt x="477" y="1861"/>
                  <a:pt x="474" y="1865"/>
                </a:cubicBezTo>
                <a:cubicBezTo>
                  <a:pt x="457" y="1892"/>
                  <a:pt x="460" y="1898"/>
                  <a:pt x="457" y="1899"/>
                </a:cubicBezTo>
                <a:cubicBezTo>
                  <a:pt x="448" y="1926"/>
                  <a:pt x="447" y="1932"/>
                  <a:pt x="444" y="1937"/>
                </a:cubicBezTo>
                <a:cubicBezTo>
                  <a:pt x="430" y="1990"/>
                  <a:pt x="434" y="2000"/>
                  <a:pt x="427" y="2001"/>
                </a:cubicBezTo>
                <a:cubicBezTo>
                  <a:pt x="428" y="1976"/>
                  <a:pt x="425" y="1969"/>
                  <a:pt x="429" y="1968"/>
                </a:cubicBezTo>
                <a:cubicBezTo>
                  <a:pt x="454" y="1873"/>
                  <a:pt x="457" y="1867"/>
                  <a:pt x="458" y="1859"/>
                </a:cubicBezTo>
                <a:cubicBezTo>
                  <a:pt x="503" y="1788"/>
                  <a:pt x="500" y="1781"/>
                  <a:pt x="503" y="1779"/>
                </a:cubicBezTo>
                <a:cubicBezTo>
                  <a:pt x="526" y="1748"/>
                  <a:pt x="531" y="1743"/>
                  <a:pt x="535" y="1738"/>
                </a:cubicBezTo>
                <a:cubicBezTo>
                  <a:pt x="560" y="1712"/>
                  <a:pt x="572" y="1703"/>
                  <a:pt x="580" y="1691"/>
                </a:cubicBezTo>
                <a:cubicBezTo>
                  <a:pt x="620" y="1659"/>
                  <a:pt x="620" y="1650"/>
                  <a:pt x="629" y="1648"/>
                </a:cubicBezTo>
                <a:cubicBezTo>
                  <a:pt x="643" y="1640"/>
                  <a:pt x="632" y="1634"/>
                  <a:pt x="633" y="1639"/>
                </a:cubicBezTo>
                <a:cubicBezTo>
                  <a:pt x="606" y="1659"/>
                  <a:pt x="608" y="1664"/>
                  <a:pt x="602" y="1663"/>
                </a:cubicBezTo>
                <a:cubicBezTo>
                  <a:pt x="571" y="1694"/>
                  <a:pt x="560" y="1701"/>
                  <a:pt x="553" y="1713"/>
                </a:cubicBezTo>
                <a:cubicBezTo>
                  <a:pt x="520" y="1748"/>
                  <a:pt x="511" y="1751"/>
                  <a:pt x="511" y="1761"/>
                </a:cubicBezTo>
                <a:cubicBezTo>
                  <a:pt x="490" y="1789"/>
                  <a:pt x="484" y="1795"/>
                  <a:pt x="481" y="1803"/>
                </a:cubicBezTo>
                <a:cubicBezTo>
                  <a:pt x="463" y="1829"/>
                  <a:pt x="463" y="1836"/>
                  <a:pt x="462" y="1841"/>
                </a:cubicBezTo>
                <a:cubicBezTo>
                  <a:pt x="437" y="1903"/>
                  <a:pt x="428" y="1911"/>
                  <a:pt x="428" y="1927"/>
                </a:cubicBezTo>
                <a:cubicBezTo>
                  <a:pt x="420" y="1948"/>
                  <a:pt x="418" y="1950"/>
                  <a:pt x="417" y="1954"/>
                </a:cubicBezTo>
                <a:cubicBezTo>
                  <a:pt x="420" y="1914"/>
                  <a:pt x="417" y="1907"/>
                  <a:pt x="420" y="1905"/>
                </a:cubicBezTo>
                <a:cubicBezTo>
                  <a:pt x="435" y="1847"/>
                  <a:pt x="437" y="1844"/>
                  <a:pt x="437" y="1841"/>
                </a:cubicBezTo>
                <a:cubicBezTo>
                  <a:pt x="456" y="1795"/>
                  <a:pt x="464" y="1784"/>
                  <a:pt x="470" y="1771"/>
                </a:cubicBezTo>
                <a:cubicBezTo>
                  <a:pt x="506" y="1721"/>
                  <a:pt x="509" y="1717"/>
                  <a:pt x="512" y="1713"/>
                </a:cubicBezTo>
                <a:cubicBezTo>
                  <a:pt x="521" y="1701"/>
                  <a:pt x="525" y="1702"/>
                  <a:pt x="526" y="1701"/>
                </a:cubicBezTo>
                <a:cubicBezTo>
                  <a:pt x="544" y="1677"/>
                  <a:pt x="559" y="1664"/>
                  <a:pt x="570" y="1648"/>
                </a:cubicBezTo>
                <a:cubicBezTo>
                  <a:pt x="607" y="1598"/>
                  <a:pt x="604" y="1589"/>
                  <a:pt x="610" y="1588"/>
                </a:cubicBezTo>
                <a:cubicBezTo>
                  <a:pt x="621" y="1556"/>
                  <a:pt x="624" y="1555"/>
                  <a:pt x="622" y="1550"/>
                </a:cubicBezTo>
                <a:cubicBezTo>
                  <a:pt x="610" y="1569"/>
                  <a:pt x="610" y="1577"/>
                  <a:pt x="605" y="1582"/>
                </a:cubicBezTo>
                <a:cubicBezTo>
                  <a:pt x="557" y="1650"/>
                  <a:pt x="554" y="1661"/>
                  <a:pt x="543" y="1665"/>
                </a:cubicBezTo>
                <a:cubicBezTo>
                  <a:pt x="512" y="1703"/>
                  <a:pt x="509" y="1704"/>
                  <a:pt x="509" y="1707"/>
                </a:cubicBezTo>
                <a:cubicBezTo>
                  <a:pt x="478" y="1744"/>
                  <a:pt x="469" y="1750"/>
                  <a:pt x="467" y="1762"/>
                </a:cubicBezTo>
                <a:cubicBezTo>
                  <a:pt x="443" y="1797"/>
                  <a:pt x="439" y="1807"/>
                  <a:pt x="438" y="1821"/>
                </a:cubicBezTo>
                <a:cubicBezTo>
                  <a:pt x="429" y="1846"/>
                  <a:pt x="423" y="1846"/>
                  <a:pt x="423" y="1851"/>
                </a:cubicBezTo>
                <a:cubicBezTo>
                  <a:pt x="408" y="1895"/>
                  <a:pt x="412" y="1908"/>
                  <a:pt x="405" y="1913"/>
                </a:cubicBezTo>
                <a:cubicBezTo>
                  <a:pt x="407" y="1876"/>
                  <a:pt x="415" y="1878"/>
                  <a:pt x="413" y="1871"/>
                </a:cubicBezTo>
                <a:cubicBezTo>
                  <a:pt x="418" y="1857"/>
                  <a:pt x="415" y="1850"/>
                  <a:pt x="418" y="1847"/>
                </a:cubicBezTo>
                <a:cubicBezTo>
                  <a:pt x="437" y="1792"/>
                  <a:pt x="440" y="1790"/>
                  <a:pt x="440" y="1788"/>
                </a:cubicBezTo>
                <a:cubicBezTo>
                  <a:pt x="448" y="1768"/>
                  <a:pt x="451" y="1760"/>
                  <a:pt x="455" y="1752"/>
                </a:cubicBezTo>
                <a:cubicBezTo>
                  <a:pt x="476" y="1717"/>
                  <a:pt x="475" y="1712"/>
                  <a:pt x="478" y="1709"/>
                </a:cubicBezTo>
                <a:cubicBezTo>
                  <a:pt x="495" y="1687"/>
                  <a:pt x="495" y="1681"/>
                  <a:pt x="498" y="1679"/>
                </a:cubicBezTo>
                <a:cubicBezTo>
                  <a:pt x="521" y="1647"/>
                  <a:pt x="524" y="1644"/>
                  <a:pt x="526" y="1640"/>
                </a:cubicBezTo>
                <a:cubicBezTo>
                  <a:pt x="551" y="1609"/>
                  <a:pt x="550" y="1603"/>
                  <a:pt x="554" y="1601"/>
                </a:cubicBezTo>
                <a:cubicBezTo>
                  <a:pt x="570" y="1563"/>
                  <a:pt x="576" y="1562"/>
                  <a:pt x="575" y="1556"/>
                </a:cubicBezTo>
                <a:cubicBezTo>
                  <a:pt x="581" y="1513"/>
                  <a:pt x="584" y="1508"/>
                  <a:pt x="584" y="1500"/>
                </a:cubicBezTo>
                <a:cubicBezTo>
                  <a:pt x="573" y="1529"/>
                  <a:pt x="577" y="1544"/>
                  <a:pt x="570" y="1550"/>
                </a:cubicBezTo>
                <a:cubicBezTo>
                  <a:pt x="548" y="1600"/>
                  <a:pt x="544" y="1602"/>
                  <a:pt x="541" y="1604"/>
                </a:cubicBezTo>
                <a:cubicBezTo>
                  <a:pt x="510" y="1653"/>
                  <a:pt x="506" y="1655"/>
                  <a:pt x="503" y="1657"/>
                </a:cubicBezTo>
                <a:cubicBezTo>
                  <a:pt x="481" y="1690"/>
                  <a:pt x="477" y="1696"/>
                  <a:pt x="474" y="1703"/>
                </a:cubicBezTo>
                <a:cubicBezTo>
                  <a:pt x="464" y="1717"/>
                  <a:pt x="463" y="1720"/>
                  <a:pt x="462" y="1717"/>
                </a:cubicBezTo>
                <a:cubicBezTo>
                  <a:pt x="474" y="1695"/>
                  <a:pt x="475" y="1693"/>
                  <a:pt x="475" y="1690"/>
                </a:cubicBezTo>
                <a:cubicBezTo>
                  <a:pt x="494" y="1659"/>
                  <a:pt x="495" y="1654"/>
                  <a:pt x="496" y="1649"/>
                </a:cubicBezTo>
                <a:cubicBezTo>
                  <a:pt x="525" y="1599"/>
                  <a:pt x="529" y="1590"/>
                  <a:pt x="533" y="1581"/>
                </a:cubicBezTo>
                <a:cubicBezTo>
                  <a:pt x="553" y="1505"/>
                  <a:pt x="553" y="1491"/>
                  <a:pt x="554" y="1479"/>
                </a:cubicBezTo>
                <a:cubicBezTo>
                  <a:pt x="544" y="1432"/>
                  <a:pt x="549" y="1437"/>
                  <a:pt x="547" y="1446"/>
                </a:cubicBezTo>
                <a:cubicBezTo>
                  <a:pt x="542" y="1527"/>
                  <a:pt x="542" y="1535"/>
                  <a:pt x="541" y="1543"/>
                </a:cubicBezTo>
                <a:cubicBezTo>
                  <a:pt x="526" y="1573"/>
                  <a:pt x="529" y="1580"/>
                  <a:pt x="524" y="1581"/>
                </a:cubicBezTo>
                <a:cubicBezTo>
                  <a:pt x="508" y="1611"/>
                  <a:pt x="503" y="1625"/>
                  <a:pt x="495" y="1636"/>
                </a:cubicBezTo>
                <a:cubicBezTo>
                  <a:pt x="475" y="1680"/>
                  <a:pt x="471" y="1684"/>
                  <a:pt x="466" y="1688"/>
                </a:cubicBezTo>
                <a:cubicBezTo>
                  <a:pt x="444" y="1731"/>
                  <a:pt x="441" y="1737"/>
                  <a:pt x="437" y="1743"/>
                </a:cubicBezTo>
                <a:cubicBezTo>
                  <a:pt x="416" y="1794"/>
                  <a:pt x="410" y="1794"/>
                  <a:pt x="413" y="1801"/>
                </a:cubicBezTo>
                <a:cubicBezTo>
                  <a:pt x="394" y="1860"/>
                  <a:pt x="396" y="1864"/>
                  <a:pt x="396" y="1868"/>
                </a:cubicBezTo>
                <a:cubicBezTo>
                  <a:pt x="390" y="1891"/>
                  <a:pt x="394" y="1899"/>
                  <a:pt x="389" y="1899"/>
                </a:cubicBezTo>
                <a:cubicBezTo>
                  <a:pt x="391" y="1841"/>
                  <a:pt x="392" y="1826"/>
                  <a:pt x="394" y="1811"/>
                </a:cubicBezTo>
                <a:cubicBezTo>
                  <a:pt x="401" y="1785"/>
                  <a:pt x="405" y="1780"/>
                  <a:pt x="404" y="1771"/>
                </a:cubicBezTo>
                <a:cubicBezTo>
                  <a:pt x="430" y="1712"/>
                  <a:pt x="435" y="1708"/>
                  <a:pt x="434" y="1699"/>
                </a:cubicBezTo>
                <a:cubicBezTo>
                  <a:pt x="451" y="1672"/>
                  <a:pt x="455" y="1665"/>
                  <a:pt x="457" y="1656"/>
                </a:cubicBezTo>
                <a:cubicBezTo>
                  <a:pt x="481" y="1622"/>
                  <a:pt x="480" y="1616"/>
                  <a:pt x="480" y="1611"/>
                </a:cubicBezTo>
                <a:cubicBezTo>
                  <a:pt x="505" y="1561"/>
                  <a:pt x="502" y="1553"/>
                  <a:pt x="507" y="1552"/>
                </a:cubicBezTo>
                <a:cubicBezTo>
                  <a:pt x="519" y="1524"/>
                  <a:pt x="515" y="1515"/>
                  <a:pt x="519" y="1514"/>
                </a:cubicBezTo>
                <a:cubicBezTo>
                  <a:pt x="520" y="1449"/>
                  <a:pt x="515" y="1450"/>
                  <a:pt x="517" y="1444"/>
                </a:cubicBezTo>
                <a:cubicBezTo>
                  <a:pt x="509" y="1516"/>
                  <a:pt x="509" y="1523"/>
                  <a:pt x="505" y="1526"/>
                </a:cubicBezTo>
                <a:cubicBezTo>
                  <a:pt x="494" y="1564"/>
                  <a:pt x="491" y="1568"/>
                  <a:pt x="489" y="1573"/>
                </a:cubicBezTo>
                <a:cubicBezTo>
                  <a:pt x="479" y="1592"/>
                  <a:pt x="483" y="1602"/>
                  <a:pt x="475" y="1602"/>
                </a:cubicBezTo>
                <a:cubicBezTo>
                  <a:pt x="443" y="1672"/>
                  <a:pt x="434" y="1679"/>
                  <a:pt x="431" y="1690"/>
                </a:cubicBezTo>
                <a:cubicBezTo>
                  <a:pt x="406" y="1738"/>
                  <a:pt x="409" y="1747"/>
                  <a:pt x="403" y="1749"/>
                </a:cubicBezTo>
                <a:cubicBezTo>
                  <a:pt x="434" y="1663"/>
                  <a:pt x="439" y="1660"/>
                  <a:pt x="440" y="1653"/>
                </a:cubicBezTo>
                <a:cubicBezTo>
                  <a:pt x="452" y="1614"/>
                  <a:pt x="459" y="1613"/>
                  <a:pt x="458" y="1606"/>
                </a:cubicBezTo>
                <a:cubicBezTo>
                  <a:pt x="480" y="1553"/>
                  <a:pt x="480" y="1545"/>
                  <a:pt x="482" y="1540"/>
                </a:cubicBezTo>
                <a:cubicBezTo>
                  <a:pt x="489" y="1465"/>
                  <a:pt x="491" y="1464"/>
                  <a:pt x="491" y="1448"/>
                </a:cubicBezTo>
                <a:cubicBezTo>
                  <a:pt x="487" y="1401"/>
                  <a:pt x="485" y="1390"/>
                  <a:pt x="484" y="1379"/>
                </a:cubicBezTo>
                <a:cubicBezTo>
                  <a:pt x="474" y="1371"/>
                  <a:pt x="480" y="1385"/>
                  <a:pt x="483" y="1403"/>
                </a:cubicBezTo>
                <a:cubicBezTo>
                  <a:pt x="487" y="1491"/>
                  <a:pt x="478" y="1495"/>
                  <a:pt x="482" y="1506"/>
                </a:cubicBezTo>
                <a:cubicBezTo>
                  <a:pt x="478" y="1531"/>
                  <a:pt x="477" y="1534"/>
                  <a:pt x="475" y="1537"/>
                </a:cubicBezTo>
                <a:cubicBezTo>
                  <a:pt x="459" y="1577"/>
                  <a:pt x="456" y="1591"/>
                  <a:pt x="451" y="1604"/>
                </a:cubicBezTo>
                <a:cubicBezTo>
                  <a:pt x="433" y="1645"/>
                  <a:pt x="431" y="1652"/>
                  <a:pt x="429" y="1658"/>
                </a:cubicBezTo>
                <a:cubicBezTo>
                  <a:pt x="412" y="1698"/>
                  <a:pt x="411" y="1701"/>
                  <a:pt x="408" y="1703"/>
                </a:cubicBezTo>
                <a:cubicBezTo>
                  <a:pt x="390" y="1762"/>
                  <a:pt x="384" y="1769"/>
                  <a:pt x="383" y="1779"/>
                </a:cubicBezTo>
                <a:cubicBezTo>
                  <a:pt x="369" y="1821"/>
                  <a:pt x="377" y="1833"/>
                  <a:pt x="371" y="1832"/>
                </a:cubicBezTo>
                <a:cubicBezTo>
                  <a:pt x="368" y="1777"/>
                  <a:pt x="371" y="1764"/>
                  <a:pt x="372" y="1749"/>
                </a:cubicBezTo>
                <a:cubicBezTo>
                  <a:pt x="382" y="1721"/>
                  <a:pt x="379" y="1714"/>
                  <a:pt x="383" y="1714"/>
                </a:cubicBezTo>
                <a:cubicBezTo>
                  <a:pt x="403" y="1659"/>
                  <a:pt x="406" y="1655"/>
                  <a:pt x="406" y="1649"/>
                </a:cubicBezTo>
                <a:cubicBezTo>
                  <a:pt x="424" y="1598"/>
                  <a:pt x="431" y="1597"/>
                  <a:pt x="431" y="1590"/>
                </a:cubicBezTo>
                <a:cubicBezTo>
                  <a:pt x="461" y="1509"/>
                  <a:pt x="462" y="1500"/>
                  <a:pt x="465" y="1494"/>
                </a:cubicBezTo>
                <a:cubicBezTo>
                  <a:pt x="472" y="1470"/>
                  <a:pt x="467" y="1462"/>
                  <a:pt x="472" y="1462"/>
                </a:cubicBezTo>
                <a:cubicBezTo>
                  <a:pt x="476" y="1437"/>
                  <a:pt x="471" y="1428"/>
                  <a:pt x="476" y="1427"/>
                </a:cubicBezTo>
                <a:cubicBezTo>
                  <a:pt x="473" y="1417"/>
                  <a:pt x="469" y="1447"/>
                  <a:pt x="462" y="1476"/>
                </a:cubicBezTo>
                <a:cubicBezTo>
                  <a:pt x="434" y="1564"/>
                  <a:pt x="433" y="1570"/>
                  <a:pt x="430" y="1573"/>
                </a:cubicBezTo>
                <a:cubicBezTo>
                  <a:pt x="422" y="1597"/>
                  <a:pt x="416" y="1602"/>
                  <a:pt x="415" y="1611"/>
                </a:cubicBezTo>
                <a:cubicBezTo>
                  <a:pt x="391" y="1664"/>
                  <a:pt x="387" y="1672"/>
                  <a:pt x="382" y="1679"/>
                </a:cubicBezTo>
                <a:cubicBezTo>
                  <a:pt x="367" y="1716"/>
                  <a:pt x="373" y="1726"/>
                  <a:pt x="366" y="1726"/>
                </a:cubicBezTo>
                <a:cubicBezTo>
                  <a:pt x="360" y="1762"/>
                  <a:pt x="364" y="1763"/>
                  <a:pt x="358" y="1766"/>
                </a:cubicBezTo>
                <a:cubicBezTo>
                  <a:pt x="381" y="1656"/>
                  <a:pt x="382" y="1648"/>
                  <a:pt x="386" y="1643"/>
                </a:cubicBezTo>
                <a:cubicBezTo>
                  <a:pt x="399" y="1610"/>
                  <a:pt x="404" y="1595"/>
                  <a:pt x="408" y="1581"/>
                </a:cubicBezTo>
                <a:cubicBezTo>
                  <a:pt x="436" y="1516"/>
                  <a:pt x="433" y="1505"/>
                  <a:pt x="438" y="1500"/>
                </a:cubicBezTo>
                <a:cubicBezTo>
                  <a:pt x="456" y="1427"/>
                  <a:pt x="459" y="1420"/>
                  <a:pt x="460" y="1411"/>
                </a:cubicBezTo>
                <a:cubicBezTo>
                  <a:pt x="455" y="1378"/>
                  <a:pt x="451" y="1393"/>
                  <a:pt x="453" y="1414"/>
                </a:cubicBezTo>
                <a:cubicBezTo>
                  <a:pt x="442" y="1477"/>
                  <a:pt x="433" y="1477"/>
                  <a:pt x="434" y="1487"/>
                </a:cubicBezTo>
                <a:cubicBezTo>
                  <a:pt x="416" y="1534"/>
                  <a:pt x="415" y="1548"/>
                  <a:pt x="409" y="1559"/>
                </a:cubicBezTo>
                <a:cubicBezTo>
                  <a:pt x="392" y="1598"/>
                  <a:pt x="391" y="1605"/>
                  <a:pt x="388" y="1610"/>
                </a:cubicBezTo>
                <a:cubicBezTo>
                  <a:pt x="380" y="1635"/>
                  <a:pt x="375" y="1638"/>
                  <a:pt x="376" y="1646"/>
                </a:cubicBezTo>
                <a:cubicBezTo>
                  <a:pt x="352" y="1701"/>
                  <a:pt x="360" y="1712"/>
                  <a:pt x="354" y="1711"/>
                </a:cubicBezTo>
                <a:cubicBezTo>
                  <a:pt x="350" y="1730"/>
                  <a:pt x="346" y="1726"/>
                  <a:pt x="345" y="1712"/>
                </a:cubicBezTo>
                <a:cubicBezTo>
                  <a:pt x="355" y="1665"/>
                  <a:pt x="358" y="1665"/>
                  <a:pt x="357" y="1661"/>
                </a:cubicBezTo>
                <a:cubicBezTo>
                  <a:pt x="366" y="1643"/>
                  <a:pt x="363" y="1637"/>
                  <a:pt x="366" y="1636"/>
                </a:cubicBezTo>
                <a:cubicBezTo>
                  <a:pt x="372" y="1617"/>
                  <a:pt x="374" y="1616"/>
                  <a:pt x="373" y="1612"/>
                </a:cubicBezTo>
                <a:cubicBezTo>
                  <a:pt x="395" y="1560"/>
                  <a:pt x="394" y="1553"/>
                  <a:pt x="400" y="1551"/>
                </a:cubicBezTo>
                <a:cubicBezTo>
                  <a:pt x="425" y="1482"/>
                  <a:pt x="427" y="1477"/>
                  <a:pt x="427" y="1470"/>
                </a:cubicBezTo>
                <a:cubicBezTo>
                  <a:pt x="418" y="1498"/>
                  <a:pt x="408" y="1504"/>
                  <a:pt x="408" y="1517"/>
                </a:cubicBezTo>
                <a:cubicBezTo>
                  <a:pt x="377" y="1581"/>
                  <a:pt x="373" y="1584"/>
                  <a:pt x="372" y="1590"/>
                </a:cubicBezTo>
                <a:cubicBezTo>
                  <a:pt x="363" y="1617"/>
                  <a:pt x="360" y="1628"/>
                  <a:pt x="353" y="1637"/>
                </a:cubicBezTo>
                <a:cubicBezTo>
                  <a:pt x="343" y="1676"/>
                  <a:pt x="340" y="1680"/>
                  <a:pt x="341" y="1688"/>
                </a:cubicBezTo>
                <a:cubicBezTo>
                  <a:pt x="338" y="1660"/>
                  <a:pt x="342" y="1652"/>
                  <a:pt x="340" y="1640"/>
                </a:cubicBezTo>
                <a:cubicBezTo>
                  <a:pt x="360" y="1597"/>
                  <a:pt x="360" y="1592"/>
                  <a:pt x="361" y="1588"/>
                </a:cubicBezTo>
                <a:cubicBezTo>
                  <a:pt x="367" y="1561"/>
                  <a:pt x="371" y="1559"/>
                  <a:pt x="371" y="1555"/>
                </a:cubicBezTo>
                <a:cubicBezTo>
                  <a:pt x="390" y="1506"/>
                  <a:pt x="387" y="1494"/>
                  <a:pt x="393" y="1490"/>
                </a:cubicBezTo>
                <a:cubicBezTo>
                  <a:pt x="403" y="1419"/>
                  <a:pt x="403" y="1406"/>
                  <a:pt x="402" y="1393"/>
                </a:cubicBezTo>
                <a:cubicBezTo>
                  <a:pt x="393" y="1354"/>
                  <a:pt x="388" y="1352"/>
                  <a:pt x="389" y="1344"/>
                </a:cubicBezTo>
                <a:cubicBezTo>
                  <a:pt x="382" y="1350"/>
                  <a:pt x="386" y="1352"/>
                  <a:pt x="388" y="1357"/>
                </a:cubicBezTo>
                <a:cubicBezTo>
                  <a:pt x="396" y="1435"/>
                  <a:pt x="396" y="1441"/>
                  <a:pt x="397" y="1446"/>
                </a:cubicBezTo>
                <a:cubicBezTo>
                  <a:pt x="389" y="1476"/>
                  <a:pt x="385" y="1481"/>
                  <a:pt x="384" y="1491"/>
                </a:cubicBezTo>
                <a:cubicBezTo>
                  <a:pt x="358" y="1561"/>
                  <a:pt x="358" y="1571"/>
                  <a:pt x="356" y="1578"/>
                </a:cubicBezTo>
                <a:cubicBezTo>
                  <a:pt x="341" y="1628"/>
                  <a:pt x="334" y="1627"/>
                  <a:pt x="335" y="1634"/>
                </a:cubicBezTo>
                <a:cubicBezTo>
                  <a:pt x="324" y="1665"/>
                  <a:pt x="328" y="1674"/>
                  <a:pt x="321" y="1674"/>
                </a:cubicBezTo>
                <a:cubicBezTo>
                  <a:pt x="334" y="1588"/>
                  <a:pt x="337" y="1580"/>
                  <a:pt x="340" y="1570"/>
                </a:cubicBezTo>
                <a:cubicBezTo>
                  <a:pt x="350" y="1541"/>
                  <a:pt x="350" y="1536"/>
                  <a:pt x="350" y="1530"/>
                </a:cubicBezTo>
                <a:cubicBezTo>
                  <a:pt x="360" y="1499"/>
                  <a:pt x="364" y="1497"/>
                  <a:pt x="363" y="1490"/>
                </a:cubicBezTo>
                <a:cubicBezTo>
                  <a:pt x="370" y="1438"/>
                  <a:pt x="375" y="1420"/>
                  <a:pt x="376" y="1397"/>
                </a:cubicBezTo>
                <a:cubicBezTo>
                  <a:pt x="365" y="1320"/>
                  <a:pt x="368" y="1312"/>
                  <a:pt x="363" y="1313"/>
                </a:cubicBezTo>
                <a:cubicBezTo>
                  <a:pt x="362" y="1332"/>
                  <a:pt x="366" y="1343"/>
                  <a:pt x="368" y="1356"/>
                </a:cubicBezTo>
                <a:cubicBezTo>
                  <a:pt x="367" y="1417"/>
                  <a:pt x="365" y="1421"/>
                  <a:pt x="365" y="1426"/>
                </a:cubicBezTo>
                <a:cubicBezTo>
                  <a:pt x="359" y="1455"/>
                  <a:pt x="363" y="1465"/>
                  <a:pt x="359" y="1466"/>
                </a:cubicBezTo>
                <a:cubicBezTo>
                  <a:pt x="340" y="1539"/>
                  <a:pt x="336" y="1559"/>
                  <a:pt x="329" y="1575"/>
                </a:cubicBezTo>
                <a:cubicBezTo>
                  <a:pt x="313" y="1626"/>
                  <a:pt x="312" y="1623"/>
                  <a:pt x="315" y="1622"/>
                </a:cubicBezTo>
                <a:cubicBezTo>
                  <a:pt x="321" y="1588"/>
                  <a:pt x="322" y="1576"/>
                  <a:pt x="324" y="1565"/>
                </a:cubicBezTo>
                <a:cubicBezTo>
                  <a:pt x="337" y="1477"/>
                  <a:pt x="342" y="1476"/>
                  <a:pt x="341" y="1469"/>
                </a:cubicBezTo>
                <a:cubicBezTo>
                  <a:pt x="333" y="1317"/>
                  <a:pt x="332" y="1308"/>
                  <a:pt x="330" y="1302"/>
                </a:cubicBezTo>
                <a:cubicBezTo>
                  <a:pt x="318" y="1275"/>
                  <a:pt x="315" y="1268"/>
                  <a:pt x="311" y="1262"/>
                </a:cubicBezTo>
                <a:cubicBezTo>
                  <a:pt x="305" y="1258"/>
                  <a:pt x="310" y="1270"/>
                  <a:pt x="317" y="1281"/>
                </a:cubicBezTo>
                <a:cubicBezTo>
                  <a:pt x="326" y="1312"/>
                  <a:pt x="326" y="1314"/>
                  <a:pt x="328" y="1315"/>
                </a:cubicBezTo>
                <a:cubicBezTo>
                  <a:pt x="329" y="1333"/>
                  <a:pt x="332" y="1343"/>
                  <a:pt x="333" y="1356"/>
                </a:cubicBezTo>
                <a:cubicBezTo>
                  <a:pt x="330" y="1464"/>
                  <a:pt x="334" y="1471"/>
                  <a:pt x="331" y="1472"/>
                </a:cubicBezTo>
                <a:cubicBezTo>
                  <a:pt x="326" y="1497"/>
                  <a:pt x="326" y="1501"/>
                  <a:pt x="326" y="1506"/>
                </a:cubicBezTo>
                <a:cubicBezTo>
                  <a:pt x="320" y="1533"/>
                  <a:pt x="322" y="1543"/>
                  <a:pt x="316" y="1548"/>
                </a:cubicBezTo>
                <a:cubicBezTo>
                  <a:pt x="325" y="1483"/>
                  <a:pt x="324" y="1478"/>
                  <a:pt x="326" y="1475"/>
                </a:cubicBezTo>
                <a:cubicBezTo>
                  <a:pt x="318" y="1352"/>
                  <a:pt x="312" y="1331"/>
                  <a:pt x="308" y="1301"/>
                </a:cubicBezTo>
                <a:cubicBezTo>
                  <a:pt x="295" y="1275"/>
                  <a:pt x="294" y="1264"/>
                  <a:pt x="289" y="1259"/>
                </a:cubicBezTo>
                <a:cubicBezTo>
                  <a:pt x="267" y="1237"/>
                  <a:pt x="279" y="1241"/>
                  <a:pt x="283" y="1255"/>
                </a:cubicBezTo>
                <a:cubicBezTo>
                  <a:pt x="295" y="1285"/>
                  <a:pt x="296" y="1289"/>
                  <a:pt x="298" y="1291"/>
                </a:cubicBezTo>
                <a:cubicBezTo>
                  <a:pt x="309" y="1335"/>
                  <a:pt x="306" y="1343"/>
                  <a:pt x="311" y="1343"/>
                </a:cubicBezTo>
                <a:cubicBezTo>
                  <a:pt x="317" y="1393"/>
                  <a:pt x="320" y="1396"/>
                  <a:pt x="319" y="1403"/>
                </a:cubicBezTo>
                <a:cubicBezTo>
                  <a:pt x="315" y="1486"/>
                  <a:pt x="316" y="1486"/>
                  <a:pt x="314" y="1491"/>
                </a:cubicBezTo>
                <a:cubicBezTo>
                  <a:pt x="313" y="1523"/>
                  <a:pt x="307" y="1531"/>
                  <a:pt x="307" y="1544"/>
                </a:cubicBezTo>
                <a:cubicBezTo>
                  <a:pt x="291" y="1555"/>
                  <a:pt x="301" y="1540"/>
                  <a:pt x="301" y="1520"/>
                </a:cubicBezTo>
                <a:cubicBezTo>
                  <a:pt x="300" y="1371"/>
                  <a:pt x="298" y="1365"/>
                  <a:pt x="298" y="1357"/>
                </a:cubicBezTo>
                <a:cubicBezTo>
                  <a:pt x="292" y="1333"/>
                  <a:pt x="291" y="1319"/>
                  <a:pt x="286" y="1307"/>
                </a:cubicBezTo>
                <a:cubicBezTo>
                  <a:pt x="262" y="1254"/>
                  <a:pt x="263" y="1243"/>
                  <a:pt x="258" y="1242"/>
                </a:cubicBezTo>
                <a:cubicBezTo>
                  <a:pt x="286" y="1321"/>
                  <a:pt x="285" y="1331"/>
                  <a:pt x="288" y="1336"/>
                </a:cubicBezTo>
                <a:cubicBezTo>
                  <a:pt x="293" y="1366"/>
                  <a:pt x="296" y="1381"/>
                  <a:pt x="297" y="1398"/>
                </a:cubicBezTo>
                <a:cubicBezTo>
                  <a:pt x="299" y="1489"/>
                  <a:pt x="294" y="1492"/>
                  <a:pt x="295" y="1499"/>
                </a:cubicBezTo>
                <a:cubicBezTo>
                  <a:pt x="290" y="1445"/>
                  <a:pt x="287" y="1444"/>
                  <a:pt x="287" y="1441"/>
                </a:cubicBezTo>
                <a:cubicBezTo>
                  <a:pt x="283" y="1415"/>
                  <a:pt x="287" y="1416"/>
                  <a:pt x="283" y="1412"/>
                </a:cubicBezTo>
                <a:cubicBezTo>
                  <a:pt x="269" y="1353"/>
                  <a:pt x="262" y="1342"/>
                  <a:pt x="259" y="1327"/>
                </a:cubicBezTo>
                <a:cubicBezTo>
                  <a:pt x="234" y="1272"/>
                  <a:pt x="238" y="1259"/>
                  <a:pt x="228" y="1261"/>
                </a:cubicBezTo>
                <a:cubicBezTo>
                  <a:pt x="239" y="1279"/>
                  <a:pt x="239" y="1288"/>
                  <a:pt x="244" y="1293"/>
                </a:cubicBezTo>
                <a:cubicBezTo>
                  <a:pt x="270" y="1419"/>
                  <a:pt x="279" y="1422"/>
                  <a:pt x="277" y="1426"/>
                </a:cubicBezTo>
                <a:cubicBezTo>
                  <a:pt x="278" y="1456"/>
                  <a:pt x="282" y="1465"/>
                  <a:pt x="278" y="1465"/>
                </a:cubicBezTo>
                <a:cubicBezTo>
                  <a:pt x="250" y="1385"/>
                  <a:pt x="252" y="1374"/>
                  <a:pt x="247" y="1371"/>
                </a:cubicBezTo>
                <a:cubicBezTo>
                  <a:pt x="231" y="1330"/>
                  <a:pt x="231" y="1320"/>
                  <a:pt x="224" y="1320"/>
                </a:cubicBezTo>
                <a:cubicBezTo>
                  <a:pt x="253" y="1397"/>
                  <a:pt x="257" y="1421"/>
                  <a:pt x="265" y="1440"/>
                </a:cubicBezTo>
                <a:cubicBezTo>
                  <a:pt x="281" y="1531"/>
                  <a:pt x="286" y="1534"/>
                  <a:pt x="285" y="1543"/>
                </a:cubicBezTo>
                <a:cubicBezTo>
                  <a:pt x="284" y="1556"/>
                  <a:pt x="280" y="1549"/>
                  <a:pt x="281" y="1537"/>
                </a:cubicBezTo>
                <a:cubicBezTo>
                  <a:pt x="247" y="1462"/>
                  <a:pt x="249" y="1450"/>
                  <a:pt x="244" y="1448"/>
                </a:cubicBezTo>
                <a:cubicBezTo>
                  <a:pt x="221" y="1375"/>
                  <a:pt x="214" y="1365"/>
                  <a:pt x="211" y="1352"/>
                </a:cubicBezTo>
                <a:cubicBezTo>
                  <a:pt x="195" y="1325"/>
                  <a:pt x="197" y="1318"/>
                  <a:pt x="193" y="1318"/>
                </a:cubicBezTo>
                <a:cubicBezTo>
                  <a:pt x="167" y="1263"/>
                  <a:pt x="166" y="1260"/>
                  <a:pt x="163" y="1259"/>
                </a:cubicBezTo>
                <a:cubicBezTo>
                  <a:pt x="165" y="1272"/>
                  <a:pt x="172" y="1286"/>
                  <a:pt x="179" y="1300"/>
                </a:cubicBezTo>
                <a:cubicBezTo>
                  <a:pt x="191" y="1329"/>
                  <a:pt x="195" y="1335"/>
                  <a:pt x="199" y="1342"/>
                </a:cubicBezTo>
                <a:cubicBezTo>
                  <a:pt x="226" y="1428"/>
                  <a:pt x="232" y="1438"/>
                  <a:pt x="235" y="1451"/>
                </a:cubicBezTo>
                <a:cubicBezTo>
                  <a:pt x="247" y="1477"/>
                  <a:pt x="248" y="1489"/>
                  <a:pt x="244" y="1487"/>
                </a:cubicBezTo>
                <a:cubicBezTo>
                  <a:pt x="228" y="1464"/>
                  <a:pt x="227" y="1461"/>
                  <a:pt x="227" y="1456"/>
                </a:cubicBezTo>
                <a:cubicBezTo>
                  <a:pt x="203" y="1423"/>
                  <a:pt x="201" y="1417"/>
                  <a:pt x="195" y="1414"/>
                </a:cubicBezTo>
                <a:cubicBezTo>
                  <a:pt x="155" y="1347"/>
                  <a:pt x="145" y="1324"/>
                  <a:pt x="133" y="1303"/>
                </a:cubicBezTo>
                <a:cubicBezTo>
                  <a:pt x="109" y="1262"/>
                  <a:pt x="115" y="1250"/>
                  <a:pt x="110" y="1252"/>
                </a:cubicBezTo>
                <a:cubicBezTo>
                  <a:pt x="109" y="1242"/>
                  <a:pt x="105" y="1259"/>
                  <a:pt x="113" y="1263"/>
                </a:cubicBezTo>
                <a:cubicBezTo>
                  <a:pt x="127" y="1300"/>
                  <a:pt x="126" y="1302"/>
                  <a:pt x="126" y="1303"/>
                </a:cubicBezTo>
                <a:cubicBezTo>
                  <a:pt x="141" y="1331"/>
                  <a:pt x="144" y="1335"/>
                  <a:pt x="146" y="1339"/>
                </a:cubicBezTo>
                <a:cubicBezTo>
                  <a:pt x="190" y="1424"/>
                  <a:pt x="196" y="1426"/>
                  <a:pt x="197" y="1434"/>
                </a:cubicBezTo>
                <a:cubicBezTo>
                  <a:pt x="210" y="1458"/>
                  <a:pt x="220" y="1459"/>
                  <a:pt x="214" y="1461"/>
                </a:cubicBezTo>
                <a:cubicBezTo>
                  <a:pt x="187" y="1433"/>
                  <a:pt x="186" y="1419"/>
                  <a:pt x="176" y="1416"/>
                </a:cubicBezTo>
                <a:cubicBezTo>
                  <a:pt x="141" y="1351"/>
                  <a:pt x="132" y="1347"/>
                  <a:pt x="131" y="1333"/>
                </a:cubicBezTo>
                <a:cubicBezTo>
                  <a:pt x="111" y="1296"/>
                  <a:pt x="107" y="1286"/>
                  <a:pt x="103" y="1276"/>
                </a:cubicBezTo>
                <a:cubicBezTo>
                  <a:pt x="91" y="1264"/>
                  <a:pt x="97" y="1277"/>
                  <a:pt x="102" y="1292"/>
                </a:cubicBezTo>
                <a:cubicBezTo>
                  <a:pt x="114" y="1318"/>
                  <a:pt x="118" y="1323"/>
                  <a:pt x="120" y="1332"/>
                </a:cubicBezTo>
                <a:cubicBezTo>
                  <a:pt x="155" y="1393"/>
                  <a:pt x="155" y="1404"/>
                  <a:pt x="162" y="1406"/>
                </a:cubicBezTo>
                <a:cubicBezTo>
                  <a:pt x="199" y="1459"/>
                  <a:pt x="201" y="1462"/>
                  <a:pt x="201" y="1466"/>
                </a:cubicBezTo>
                <a:cubicBezTo>
                  <a:pt x="226" y="1495"/>
                  <a:pt x="229" y="1501"/>
                  <a:pt x="233" y="1508"/>
                </a:cubicBezTo>
                <a:cubicBezTo>
                  <a:pt x="258" y="1549"/>
                  <a:pt x="262" y="1552"/>
                  <a:pt x="264" y="1556"/>
                </a:cubicBezTo>
                <a:cubicBezTo>
                  <a:pt x="275" y="1581"/>
                  <a:pt x="279" y="1585"/>
                  <a:pt x="280" y="1594"/>
                </a:cubicBezTo>
                <a:cubicBezTo>
                  <a:pt x="252" y="1560"/>
                  <a:pt x="253" y="1550"/>
                  <a:pt x="246" y="1548"/>
                </a:cubicBezTo>
                <a:cubicBezTo>
                  <a:pt x="206" y="1500"/>
                  <a:pt x="201" y="1497"/>
                  <a:pt x="199" y="1490"/>
                </a:cubicBezTo>
                <a:cubicBezTo>
                  <a:pt x="157" y="1432"/>
                  <a:pt x="148" y="1422"/>
                  <a:pt x="143" y="1409"/>
                </a:cubicBezTo>
                <a:cubicBezTo>
                  <a:pt x="131" y="1385"/>
                  <a:pt x="125" y="1383"/>
                  <a:pt x="125" y="1373"/>
                </a:cubicBezTo>
                <a:cubicBezTo>
                  <a:pt x="105" y="1330"/>
                  <a:pt x="100" y="1329"/>
                  <a:pt x="101" y="1320"/>
                </a:cubicBezTo>
                <a:cubicBezTo>
                  <a:pt x="102" y="1331"/>
                  <a:pt x="100" y="1339"/>
                  <a:pt x="103" y="1340"/>
                </a:cubicBezTo>
                <a:cubicBezTo>
                  <a:pt x="110" y="1364"/>
                  <a:pt x="115" y="1363"/>
                  <a:pt x="114" y="1370"/>
                </a:cubicBezTo>
                <a:cubicBezTo>
                  <a:pt x="137" y="1408"/>
                  <a:pt x="136" y="1419"/>
                  <a:pt x="141" y="1422"/>
                </a:cubicBezTo>
                <a:cubicBezTo>
                  <a:pt x="156" y="1453"/>
                  <a:pt x="166" y="1461"/>
                  <a:pt x="173" y="1473"/>
                </a:cubicBezTo>
                <a:cubicBezTo>
                  <a:pt x="189" y="1492"/>
                  <a:pt x="192" y="1499"/>
                  <a:pt x="195" y="1504"/>
                </a:cubicBezTo>
                <a:cubicBezTo>
                  <a:pt x="213" y="1516"/>
                  <a:pt x="212" y="1522"/>
                  <a:pt x="214" y="1524"/>
                </a:cubicBezTo>
                <a:cubicBezTo>
                  <a:pt x="255" y="1589"/>
                  <a:pt x="252" y="1574"/>
                  <a:pt x="239" y="1568"/>
                </a:cubicBezTo>
                <a:cubicBezTo>
                  <a:pt x="221" y="1541"/>
                  <a:pt x="214" y="1544"/>
                  <a:pt x="215" y="1537"/>
                </a:cubicBezTo>
                <a:cubicBezTo>
                  <a:pt x="180" y="1500"/>
                  <a:pt x="179" y="1495"/>
                  <a:pt x="175" y="1494"/>
                </a:cubicBezTo>
                <a:cubicBezTo>
                  <a:pt x="146" y="1459"/>
                  <a:pt x="144" y="1451"/>
                  <a:pt x="139" y="1447"/>
                </a:cubicBezTo>
                <a:cubicBezTo>
                  <a:pt x="94" y="1374"/>
                  <a:pt x="93" y="1370"/>
                  <a:pt x="90" y="1369"/>
                </a:cubicBezTo>
                <a:cubicBezTo>
                  <a:pt x="78" y="1346"/>
                  <a:pt x="78" y="1341"/>
                  <a:pt x="74" y="1340"/>
                </a:cubicBezTo>
                <a:cubicBezTo>
                  <a:pt x="93" y="1394"/>
                  <a:pt x="106" y="1399"/>
                  <a:pt x="108" y="1416"/>
                </a:cubicBezTo>
                <a:cubicBezTo>
                  <a:pt x="134" y="1452"/>
                  <a:pt x="138" y="1456"/>
                  <a:pt x="140" y="1464"/>
                </a:cubicBezTo>
                <a:cubicBezTo>
                  <a:pt x="169" y="1499"/>
                  <a:pt x="172" y="1505"/>
                  <a:pt x="176" y="1510"/>
                </a:cubicBezTo>
                <a:cubicBezTo>
                  <a:pt x="257" y="1606"/>
                  <a:pt x="266" y="1609"/>
                  <a:pt x="269" y="1619"/>
                </a:cubicBezTo>
                <a:cubicBezTo>
                  <a:pt x="296" y="1654"/>
                  <a:pt x="301" y="1655"/>
                  <a:pt x="300" y="1663"/>
                </a:cubicBezTo>
                <a:cubicBezTo>
                  <a:pt x="312" y="1683"/>
                  <a:pt x="316" y="1685"/>
                  <a:pt x="313" y="1686"/>
                </a:cubicBezTo>
                <a:cubicBezTo>
                  <a:pt x="294" y="1663"/>
                  <a:pt x="292" y="1654"/>
                  <a:pt x="286" y="1648"/>
                </a:cubicBezTo>
                <a:cubicBezTo>
                  <a:pt x="254" y="1611"/>
                  <a:pt x="253" y="1608"/>
                  <a:pt x="250" y="1605"/>
                </a:cubicBezTo>
                <a:cubicBezTo>
                  <a:pt x="221" y="1575"/>
                  <a:pt x="218" y="1567"/>
                  <a:pt x="210" y="1564"/>
                </a:cubicBezTo>
                <a:cubicBezTo>
                  <a:pt x="184" y="1536"/>
                  <a:pt x="174" y="1525"/>
                  <a:pt x="165" y="1512"/>
                </a:cubicBezTo>
                <a:cubicBezTo>
                  <a:pt x="129" y="1461"/>
                  <a:pt x="115" y="1454"/>
                  <a:pt x="110" y="1438"/>
                </a:cubicBezTo>
                <a:cubicBezTo>
                  <a:pt x="87" y="1406"/>
                  <a:pt x="88" y="1398"/>
                  <a:pt x="83" y="1398"/>
                </a:cubicBezTo>
                <a:cubicBezTo>
                  <a:pt x="103" y="1435"/>
                  <a:pt x="106" y="1446"/>
                  <a:pt x="113" y="1453"/>
                </a:cubicBezTo>
                <a:cubicBezTo>
                  <a:pt x="161" y="1516"/>
                  <a:pt x="160" y="1524"/>
                  <a:pt x="166" y="1526"/>
                </a:cubicBezTo>
                <a:cubicBezTo>
                  <a:pt x="208" y="1573"/>
                  <a:pt x="213" y="1575"/>
                  <a:pt x="214" y="1581"/>
                </a:cubicBezTo>
                <a:cubicBezTo>
                  <a:pt x="228" y="1594"/>
                  <a:pt x="228" y="1599"/>
                  <a:pt x="233" y="1600"/>
                </a:cubicBezTo>
                <a:cubicBezTo>
                  <a:pt x="258" y="1636"/>
                  <a:pt x="268" y="1637"/>
                  <a:pt x="271" y="1645"/>
                </a:cubicBezTo>
                <a:cubicBezTo>
                  <a:pt x="283" y="1662"/>
                  <a:pt x="286" y="1663"/>
                  <a:pt x="283" y="1664"/>
                </a:cubicBezTo>
                <a:cubicBezTo>
                  <a:pt x="266" y="1645"/>
                  <a:pt x="264" y="1642"/>
                  <a:pt x="262" y="1639"/>
                </a:cubicBezTo>
                <a:cubicBezTo>
                  <a:pt x="243" y="1618"/>
                  <a:pt x="229" y="1611"/>
                  <a:pt x="221" y="1596"/>
                </a:cubicBezTo>
                <a:cubicBezTo>
                  <a:pt x="199" y="1583"/>
                  <a:pt x="200" y="1572"/>
                  <a:pt x="191" y="1572"/>
                </a:cubicBezTo>
                <a:cubicBezTo>
                  <a:pt x="170" y="1549"/>
                  <a:pt x="170" y="1543"/>
                  <a:pt x="165" y="1543"/>
                </a:cubicBezTo>
                <a:cubicBezTo>
                  <a:pt x="111" y="1476"/>
                  <a:pt x="109" y="1469"/>
                  <a:pt x="103" y="1467"/>
                </a:cubicBezTo>
                <a:cubicBezTo>
                  <a:pt x="65" y="1409"/>
                  <a:pt x="64" y="1401"/>
                  <a:pt x="61" y="1395"/>
                </a:cubicBezTo>
                <a:cubicBezTo>
                  <a:pt x="44" y="1364"/>
                  <a:pt x="47" y="1355"/>
                  <a:pt x="43" y="1355"/>
                </a:cubicBezTo>
                <a:cubicBezTo>
                  <a:pt x="34" y="1346"/>
                  <a:pt x="41" y="1361"/>
                  <a:pt x="42" y="1375"/>
                </a:cubicBezTo>
                <a:cubicBezTo>
                  <a:pt x="70" y="1427"/>
                  <a:pt x="76" y="1441"/>
                  <a:pt x="84" y="1453"/>
                </a:cubicBezTo>
                <a:cubicBezTo>
                  <a:pt x="119" y="1498"/>
                  <a:pt x="126" y="1512"/>
                  <a:pt x="137" y="1521"/>
                </a:cubicBezTo>
                <a:cubicBezTo>
                  <a:pt x="155" y="1543"/>
                  <a:pt x="158" y="1549"/>
                  <a:pt x="164" y="1554"/>
                </a:cubicBezTo>
                <a:cubicBezTo>
                  <a:pt x="202" y="1593"/>
                  <a:pt x="206" y="1594"/>
                  <a:pt x="206" y="1599"/>
                </a:cubicBezTo>
                <a:cubicBezTo>
                  <a:pt x="242" y="1635"/>
                  <a:pt x="249" y="1638"/>
                  <a:pt x="253" y="1644"/>
                </a:cubicBezTo>
                <a:cubicBezTo>
                  <a:pt x="322" y="1730"/>
                  <a:pt x="324" y="1732"/>
                  <a:pt x="327" y="1733"/>
                </a:cubicBezTo>
                <a:cubicBezTo>
                  <a:pt x="330" y="1757"/>
                  <a:pt x="328" y="1750"/>
                  <a:pt x="324" y="1746"/>
                </a:cubicBezTo>
                <a:cubicBezTo>
                  <a:pt x="297" y="1716"/>
                  <a:pt x="292" y="1714"/>
                  <a:pt x="290" y="1707"/>
                </a:cubicBezTo>
                <a:cubicBezTo>
                  <a:pt x="252" y="1673"/>
                  <a:pt x="244" y="1674"/>
                  <a:pt x="244" y="1667"/>
                </a:cubicBezTo>
                <a:cubicBezTo>
                  <a:pt x="222" y="1653"/>
                  <a:pt x="223" y="1647"/>
                  <a:pt x="218" y="1649"/>
                </a:cubicBezTo>
                <a:cubicBezTo>
                  <a:pt x="180" y="1612"/>
                  <a:pt x="177" y="1606"/>
                  <a:pt x="172" y="1604"/>
                </a:cubicBezTo>
                <a:cubicBezTo>
                  <a:pt x="145" y="1572"/>
                  <a:pt x="138" y="1572"/>
                  <a:pt x="136" y="1565"/>
                </a:cubicBezTo>
                <a:cubicBezTo>
                  <a:pt x="94" y="1522"/>
                  <a:pt x="94" y="1514"/>
                  <a:pt x="89" y="1511"/>
                </a:cubicBezTo>
                <a:cubicBezTo>
                  <a:pt x="53" y="1462"/>
                  <a:pt x="51" y="1455"/>
                  <a:pt x="47" y="1451"/>
                </a:cubicBezTo>
                <a:cubicBezTo>
                  <a:pt x="19" y="1397"/>
                  <a:pt x="20" y="1392"/>
                  <a:pt x="17" y="1392"/>
                </a:cubicBezTo>
                <a:cubicBezTo>
                  <a:pt x="29" y="1432"/>
                  <a:pt x="32" y="1437"/>
                  <a:pt x="36" y="1441"/>
                </a:cubicBezTo>
                <a:cubicBezTo>
                  <a:pt x="55" y="1476"/>
                  <a:pt x="57" y="1482"/>
                  <a:pt x="63" y="1485"/>
                </a:cubicBezTo>
                <a:cubicBezTo>
                  <a:pt x="82" y="1520"/>
                  <a:pt x="91" y="1517"/>
                  <a:pt x="90" y="1527"/>
                </a:cubicBezTo>
                <a:cubicBezTo>
                  <a:pt x="130" y="1572"/>
                  <a:pt x="136" y="1582"/>
                  <a:pt x="144" y="1588"/>
                </a:cubicBezTo>
                <a:cubicBezTo>
                  <a:pt x="165" y="1605"/>
                  <a:pt x="163" y="1612"/>
                  <a:pt x="168" y="1611"/>
                </a:cubicBezTo>
                <a:cubicBezTo>
                  <a:pt x="192" y="1640"/>
                  <a:pt x="200" y="1639"/>
                  <a:pt x="201" y="1645"/>
                </a:cubicBezTo>
                <a:cubicBezTo>
                  <a:pt x="223" y="1662"/>
                  <a:pt x="231" y="1669"/>
                  <a:pt x="240" y="1676"/>
                </a:cubicBezTo>
                <a:cubicBezTo>
                  <a:pt x="282" y="1709"/>
                  <a:pt x="293" y="1729"/>
                  <a:pt x="308" y="1745"/>
                </a:cubicBezTo>
                <a:cubicBezTo>
                  <a:pt x="341" y="1789"/>
                  <a:pt x="348" y="1789"/>
                  <a:pt x="347" y="1799"/>
                </a:cubicBezTo>
                <a:cubicBezTo>
                  <a:pt x="249" y="1714"/>
                  <a:pt x="242" y="1702"/>
                  <a:pt x="229" y="1698"/>
                </a:cubicBezTo>
                <a:cubicBezTo>
                  <a:pt x="213" y="1681"/>
                  <a:pt x="209" y="1680"/>
                  <a:pt x="205" y="1680"/>
                </a:cubicBezTo>
                <a:cubicBezTo>
                  <a:pt x="183" y="1658"/>
                  <a:pt x="175" y="1658"/>
                  <a:pt x="175" y="1649"/>
                </a:cubicBezTo>
                <a:cubicBezTo>
                  <a:pt x="144" y="1629"/>
                  <a:pt x="144" y="1625"/>
                  <a:pt x="142" y="1623"/>
                </a:cubicBezTo>
                <a:cubicBezTo>
                  <a:pt x="119" y="1604"/>
                  <a:pt x="115" y="1600"/>
                  <a:pt x="112" y="1595"/>
                </a:cubicBezTo>
                <a:cubicBezTo>
                  <a:pt x="70" y="1551"/>
                  <a:pt x="64" y="1541"/>
                  <a:pt x="55" y="1533"/>
                </a:cubicBezTo>
                <a:cubicBezTo>
                  <a:pt x="43" y="1512"/>
                  <a:pt x="39" y="1508"/>
                  <a:pt x="36" y="1504"/>
                </a:cubicBezTo>
                <a:cubicBezTo>
                  <a:pt x="13" y="1470"/>
                  <a:pt x="12" y="1464"/>
                  <a:pt x="9" y="1460"/>
                </a:cubicBezTo>
                <a:cubicBezTo>
                  <a:pt x="0" y="1445"/>
                  <a:pt x="0" y="1449"/>
                  <a:pt x="0" y="1452"/>
                </a:cubicBezTo>
                <a:cubicBezTo>
                  <a:pt x="16" y="1485"/>
                  <a:pt x="21" y="1494"/>
                  <a:pt x="29" y="1500"/>
                </a:cubicBezTo>
                <a:cubicBezTo>
                  <a:pt x="68" y="1562"/>
                  <a:pt x="77" y="1567"/>
                  <a:pt x="80" y="1577"/>
                </a:cubicBezTo>
                <a:cubicBezTo>
                  <a:pt x="100" y="1594"/>
                  <a:pt x="101" y="1597"/>
                  <a:pt x="103" y="1598"/>
                </a:cubicBezTo>
                <a:cubicBezTo>
                  <a:pt x="135" y="1634"/>
                  <a:pt x="140" y="1632"/>
                  <a:pt x="139" y="1637"/>
                </a:cubicBezTo>
                <a:cubicBezTo>
                  <a:pt x="163" y="1650"/>
                  <a:pt x="163" y="1658"/>
                  <a:pt x="167" y="1661"/>
                </a:cubicBezTo>
                <a:cubicBezTo>
                  <a:pt x="193" y="1681"/>
                  <a:pt x="195" y="1682"/>
                  <a:pt x="197" y="1683"/>
                </a:cubicBezTo>
                <a:cubicBezTo>
                  <a:pt x="215" y="1700"/>
                  <a:pt x="218" y="1698"/>
                  <a:pt x="220" y="1699"/>
                </a:cubicBezTo>
                <a:cubicBezTo>
                  <a:pt x="230" y="1711"/>
                  <a:pt x="236" y="1712"/>
                  <a:pt x="239" y="1717"/>
                </a:cubicBezTo>
                <a:cubicBezTo>
                  <a:pt x="267" y="1736"/>
                  <a:pt x="274" y="1737"/>
                  <a:pt x="275" y="1743"/>
                </a:cubicBezTo>
                <a:cubicBezTo>
                  <a:pt x="302" y="1765"/>
                  <a:pt x="308" y="1766"/>
                  <a:pt x="310" y="1771"/>
                </a:cubicBezTo>
                <a:cubicBezTo>
                  <a:pt x="349" y="1821"/>
                  <a:pt x="357" y="1823"/>
                  <a:pt x="356" y="1836"/>
                </a:cubicBezTo>
                <a:cubicBezTo>
                  <a:pt x="331" y="1813"/>
                  <a:pt x="332" y="1805"/>
                  <a:pt x="326" y="1805"/>
                </a:cubicBezTo>
                <a:cubicBezTo>
                  <a:pt x="304" y="1782"/>
                  <a:pt x="298" y="1782"/>
                  <a:pt x="295" y="1779"/>
                </a:cubicBezTo>
                <a:cubicBezTo>
                  <a:pt x="282" y="1769"/>
                  <a:pt x="279" y="1766"/>
                  <a:pt x="277" y="1763"/>
                </a:cubicBezTo>
                <a:cubicBezTo>
                  <a:pt x="241" y="1743"/>
                  <a:pt x="238" y="1740"/>
                  <a:pt x="234" y="1739"/>
                </a:cubicBezTo>
                <a:cubicBezTo>
                  <a:pt x="227" y="1734"/>
                  <a:pt x="224" y="1735"/>
                  <a:pt x="222" y="1734"/>
                </a:cubicBezTo>
                <a:cubicBezTo>
                  <a:pt x="198" y="1718"/>
                  <a:pt x="195" y="1713"/>
                  <a:pt x="190" y="1714"/>
                </a:cubicBezTo>
                <a:cubicBezTo>
                  <a:pt x="156" y="1694"/>
                  <a:pt x="153" y="1694"/>
                  <a:pt x="154" y="1690"/>
                </a:cubicBezTo>
                <a:cubicBezTo>
                  <a:pt x="95" y="1661"/>
                  <a:pt x="89" y="1655"/>
                  <a:pt x="79" y="1654"/>
                </a:cubicBezTo>
                <a:cubicBezTo>
                  <a:pt x="34" y="1618"/>
                  <a:pt x="28" y="1612"/>
                  <a:pt x="21" y="1608"/>
                </a:cubicBezTo>
                <a:cubicBezTo>
                  <a:pt x="0" y="1597"/>
                  <a:pt x="0" y="1597"/>
                  <a:pt x="0" y="1597"/>
                </a:cubicBezTo>
                <a:cubicBezTo>
                  <a:pt x="18" y="1610"/>
                  <a:pt x="17" y="1616"/>
                  <a:pt x="22" y="1614"/>
                </a:cubicBezTo>
                <a:cubicBezTo>
                  <a:pt x="41" y="1634"/>
                  <a:pt x="43" y="1635"/>
                  <a:pt x="43" y="1639"/>
                </a:cubicBezTo>
                <a:cubicBezTo>
                  <a:pt x="69" y="1655"/>
                  <a:pt x="73" y="1658"/>
                  <a:pt x="77" y="1661"/>
                </a:cubicBezTo>
                <a:cubicBezTo>
                  <a:pt x="131" y="1690"/>
                  <a:pt x="139" y="1698"/>
                  <a:pt x="152" y="1699"/>
                </a:cubicBezTo>
                <a:cubicBezTo>
                  <a:pt x="190" y="1724"/>
                  <a:pt x="194" y="1728"/>
                  <a:pt x="200" y="1731"/>
                </a:cubicBezTo>
                <a:cubicBezTo>
                  <a:pt x="224" y="1743"/>
                  <a:pt x="229" y="1747"/>
                  <a:pt x="234" y="1750"/>
                </a:cubicBezTo>
                <a:cubicBezTo>
                  <a:pt x="259" y="1762"/>
                  <a:pt x="260" y="1770"/>
                  <a:pt x="266" y="1772"/>
                </a:cubicBezTo>
                <a:cubicBezTo>
                  <a:pt x="291" y="1792"/>
                  <a:pt x="302" y="1798"/>
                  <a:pt x="312" y="1804"/>
                </a:cubicBezTo>
                <a:cubicBezTo>
                  <a:pt x="330" y="1828"/>
                  <a:pt x="336" y="1826"/>
                  <a:pt x="338" y="1828"/>
                </a:cubicBezTo>
                <a:cubicBezTo>
                  <a:pt x="352" y="1850"/>
                  <a:pt x="358" y="1852"/>
                  <a:pt x="360" y="1859"/>
                </a:cubicBezTo>
                <a:cubicBezTo>
                  <a:pt x="343" y="1847"/>
                  <a:pt x="340" y="1848"/>
                  <a:pt x="340" y="1848"/>
                </a:cubicBezTo>
                <a:cubicBezTo>
                  <a:pt x="301" y="1820"/>
                  <a:pt x="296" y="1817"/>
                  <a:pt x="291" y="1812"/>
                </a:cubicBezTo>
                <a:cubicBezTo>
                  <a:pt x="261" y="1797"/>
                  <a:pt x="258" y="1795"/>
                  <a:pt x="255" y="1792"/>
                </a:cubicBezTo>
                <a:cubicBezTo>
                  <a:pt x="212" y="1770"/>
                  <a:pt x="205" y="1767"/>
                  <a:pt x="200" y="1761"/>
                </a:cubicBezTo>
                <a:cubicBezTo>
                  <a:pt x="134" y="1729"/>
                  <a:pt x="125" y="1733"/>
                  <a:pt x="126" y="1727"/>
                </a:cubicBezTo>
                <a:cubicBezTo>
                  <a:pt x="85" y="1708"/>
                  <a:pt x="80" y="1702"/>
                  <a:pt x="73" y="1698"/>
                </a:cubicBezTo>
                <a:cubicBezTo>
                  <a:pt x="42" y="1677"/>
                  <a:pt x="39" y="1673"/>
                  <a:pt x="34" y="1672"/>
                </a:cubicBezTo>
                <a:cubicBezTo>
                  <a:pt x="0" y="1645"/>
                  <a:pt x="0" y="1645"/>
                  <a:pt x="0" y="1645"/>
                </a:cubicBezTo>
                <a:cubicBezTo>
                  <a:pt x="11" y="1654"/>
                  <a:pt x="11" y="1662"/>
                  <a:pt x="18" y="1661"/>
                </a:cubicBezTo>
                <a:cubicBezTo>
                  <a:pt x="41" y="1686"/>
                  <a:pt x="48" y="1685"/>
                  <a:pt x="49" y="1691"/>
                </a:cubicBezTo>
                <a:cubicBezTo>
                  <a:pt x="65" y="1701"/>
                  <a:pt x="69" y="1705"/>
                  <a:pt x="72" y="1709"/>
                </a:cubicBezTo>
                <a:cubicBezTo>
                  <a:pt x="121" y="1739"/>
                  <a:pt x="131" y="1736"/>
                  <a:pt x="133" y="1742"/>
                </a:cubicBezTo>
                <a:cubicBezTo>
                  <a:pt x="161" y="1752"/>
                  <a:pt x="160" y="1758"/>
                  <a:pt x="167" y="1755"/>
                </a:cubicBezTo>
                <a:cubicBezTo>
                  <a:pt x="252" y="1806"/>
                  <a:pt x="263" y="1804"/>
                  <a:pt x="265" y="1814"/>
                </a:cubicBezTo>
                <a:cubicBezTo>
                  <a:pt x="307" y="1836"/>
                  <a:pt x="311" y="1835"/>
                  <a:pt x="313" y="1837"/>
                </a:cubicBezTo>
                <a:cubicBezTo>
                  <a:pt x="351" y="1865"/>
                  <a:pt x="359" y="1870"/>
                  <a:pt x="366" y="1879"/>
                </a:cubicBezTo>
                <a:cubicBezTo>
                  <a:pt x="354" y="1877"/>
                  <a:pt x="351" y="1874"/>
                  <a:pt x="348" y="1871"/>
                </a:cubicBezTo>
                <a:cubicBezTo>
                  <a:pt x="323" y="1853"/>
                  <a:pt x="319" y="1850"/>
                  <a:pt x="316" y="1847"/>
                </a:cubicBezTo>
                <a:cubicBezTo>
                  <a:pt x="264" y="1815"/>
                  <a:pt x="254" y="1813"/>
                  <a:pt x="249" y="1806"/>
                </a:cubicBezTo>
                <a:cubicBezTo>
                  <a:pt x="193" y="1785"/>
                  <a:pt x="191" y="1782"/>
                  <a:pt x="186" y="1782"/>
                </a:cubicBezTo>
                <a:cubicBezTo>
                  <a:pt x="162" y="1768"/>
                  <a:pt x="155" y="1771"/>
                  <a:pt x="155" y="1767"/>
                </a:cubicBezTo>
                <a:cubicBezTo>
                  <a:pt x="94" y="1748"/>
                  <a:pt x="90" y="1744"/>
                  <a:pt x="85" y="1741"/>
                </a:cubicBezTo>
                <a:cubicBezTo>
                  <a:pt x="19" y="1708"/>
                  <a:pt x="17" y="1706"/>
                  <a:pt x="13" y="1707"/>
                </a:cubicBezTo>
                <a:cubicBezTo>
                  <a:pt x="0" y="1704"/>
                  <a:pt x="0" y="1704"/>
                  <a:pt x="0" y="1704"/>
                </a:cubicBezTo>
                <a:cubicBezTo>
                  <a:pt x="20" y="1720"/>
                  <a:pt x="26" y="1717"/>
                  <a:pt x="25" y="1723"/>
                </a:cubicBezTo>
                <a:cubicBezTo>
                  <a:pt x="51" y="1734"/>
                  <a:pt x="56" y="1741"/>
                  <a:pt x="66" y="1742"/>
                </a:cubicBezTo>
                <a:cubicBezTo>
                  <a:pt x="119" y="1769"/>
                  <a:pt x="131" y="1768"/>
                  <a:pt x="138" y="1775"/>
                </a:cubicBezTo>
                <a:cubicBezTo>
                  <a:pt x="210" y="1795"/>
                  <a:pt x="221" y="1808"/>
                  <a:pt x="241" y="1811"/>
                </a:cubicBezTo>
                <a:cubicBezTo>
                  <a:pt x="271" y="1833"/>
                  <a:pt x="277" y="1831"/>
                  <a:pt x="275" y="1837"/>
                </a:cubicBezTo>
                <a:cubicBezTo>
                  <a:pt x="318" y="1854"/>
                  <a:pt x="315" y="1864"/>
                  <a:pt x="321" y="1864"/>
                </a:cubicBezTo>
                <a:cubicBezTo>
                  <a:pt x="354" y="1897"/>
                  <a:pt x="363" y="1894"/>
                  <a:pt x="363" y="1901"/>
                </a:cubicBezTo>
                <a:cubicBezTo>
                  <a:pt x="385" y="1922"/>
                  <a:pt x="387" y="1924"/>
                  <a:pt x="387" y="1927"/>
                </a:cubicBezTo>
                <a:cubicBezTo>
                  <a:pt x="376" y="1919"/>
                  <a:pt x="373" y="1920"/>
                  <a:pt x="373" y="1918"/>
                </a:cubicBezTo>
                <a:cubicBezTo>
                  <a:pt x="349" y="1899"/>
                  <a:pt x="336" y="1892"/>
                  <a:pt x="327" y="1881"/>
                </a:cubicBezTo>
                <a:cubicBezTo>
                  <a:pt x="296" y="1872"/>
                  <a:pt x="295" y="1861"/>
                  <a:pt x="284" y="1863"/>
                </a:cubicBezTo>
                <a:cubicBezTo>
                  <a:pt x="256" y="1850"/>
                  <a:pt x="249" y="1846"/>
                  <a:pt x="243" y="1841"/>
                </a:cubicBezTo>
                <a:cubicBezTo>
                  <a:pt x="183" y="1819"/>
                  <a:pt x="172" y="1810"/>
                  <a:pt x="153" y="1808"/>
                </a:cubicBezTo>
                <a:cubicBezTo>
                  <a:pt x="118" y="1791"/>
                  <a:pt x="112" y="1783"/>
                  <a:pt x="101" y="1781"/>
                </a:cubicBezTo>
                <a:cubicBezTo>
                  <a:pt x="59" y="1758"/>
                  <a:pt x="55" y="1755"/>
                  <a:pt x="49" y="1755"/>
                </a:cubicBezTo>
                <a:cubicBezTo>
                  <a:pt x="18" y="1735"/>
                  <a:pt x="16" y="1733"/>
                  <a:pt x="14" y="1731"/>
                </a:cubicBezTo>
                <a:cubicBezTo>
                  <a:pt x="1" y="1723"/>
                  <a:pt x="0" y="1723"/>
                  <a:pt x="0" y="1722"/>
                </a:cubicBezTo>
                <a:cubicBezTo>
                  <a:pt x="20" y="1746"/>
                  <a:pt x="39" y="1755"/>
                  <a:pt x="56" y="1767"/>
                </a:cubicBezTo>
                <a:cubicBezTo>
                  <a:pt x="94" y="1787"/>
                  <a:pt x="104" y="1790"/>
                  <a:pt x="113" y="1796"/>
                </a:cubicBezTo>
                <a:cubicBezTo>
                  <a:pt x="181" y="1829"/>
                  <a:pt x="191" y="1832"/>
                  <a:pt x="201" y="1836"/>
                </a:cubicBezTo>
                <a:cubicBezTo>
                  <a:pt x="242" y="1852"/>
                  <a:pt x="249" y="1859"/>
                  <a:pt x="260" y="1862"/>
                </a:cubicBezTo>
                <a:cubicBezTo>
                  <a:pt x="306" y="1885"/>
                  <a:pt x="310" y="1888"/>
                  <a:pt x="316" y="1889"/>
                </a:cubicBezTo>
                <a:cubicBezTo>
                  <a:pt x="357" y="1916"/>
                  <a:pt x="358" y="1919"/>
                  <a:pt x="360" y="1921"/>
                </a:cubicBezTo>
                <a:cubicBezTo>
                  <a:pt x="377" y="1940"/>
                  <a:pt x="380" y="1940"/>
                  <a:pt x="381" y="1943"/>
                </a:cubicBezTo>
                <a:cubicBezTo>
                  <a:pt x="372" y="1941"/>
                  <a:pt x="372" y="1936"/>
                  <a:pt x="368" y="1935"/>
                </a:cubicBezTo>
                <a:cubicBezTo>
                  <a:pt x="327" y="1914"/>
                  <a:pt x="329" y="1906"/>
                  <a:pt x="322" y="1908"/>
                </a:cubicBezTo>
                <a:cubicBezTo>
                  <a:pt x="289" y="1888"/>
                  <a:pt x="279" y="1888"/>
                  <a:pt x="274" y="1883"/>
                </a:cubicBezTo>
                <a:cubicBezTo>
                  <a:pt x="223" y="1860"/>
                  <a:pt x="205" y="1861"/>
                  <a:pt x="198" y="1851"/>
                </a:cubicBezTo>
                <a:cubicBezTo>
                  <a:pt x="141" y="1840"/>
                  <a:pt x="132" y="1832"/>
                  <a:pt x="120" y="1828"/>
                </a:cubicBezTo>
                <a:cubicBezTo>
                  <a:pt x="62" y="1807"/>
                  <a:pt x="59" y="1807"/>
                  <a:pt x="55" y="1807"/>
                </a:cubicBezTo>
                <a:cubicBezTo>
                  <a:pt x="7" y="1785"/>
                  <a:pt x="5" y="1780"/>
                  <a:pt x="0" y="1778"/>
                </a:cubicBezTo>
                <a:cubicBezTo>
                  <a:pt x="11" y="1790"/>
                  <a:pt x="14" y="1795"/>
                  <a:pt x="21" y="1796"/>
                </a:cubicBezTo>
                <a:cubicBezTo>
                  <a:pt x="69" y="1822"/>
                  <a:pt x="73" y="1822"/>
                  <a:pt x="73" y="1825"/>
                </a:cubicBezTo>
                <a:cubicBezTo>
                  <a:pt x="107" y="1837"/>
                  <a:pt x="117" y="1835"/>
                  <a:pt x="121" y="1841"/>
                </a:cubicBezTo>
                <a:cubicBezTo>
                  <a:pt x="173" y="1856"/>
                  <a:pt x="180" y="1858"/>
                  <a:pt x="185" y="1863"/>
                </a:cubicBezTo>
                <a:cubicBezTo>
                  <a:pt x="244" y="1877"/>
                  <a:pt x="247" y="1885"/>
                  <a:pt x="257" y="1886"/>
                </a:cubicBezTo>
                <a:cubicBezTo>
                  <a:pt x="328" y="1923"/>
                  <a:pt x="333" y="1922"/>
                  <a:pt x="334" y="1927"/>
                </a:cubicBezTo>
                <a:cubicBezTo>
                  <a:pt x="357" y="1939"/>
                  <a:pt x="358" y="1941"/>
                  <a:pt x="359" y="1943"/>
                </a:cubicBezTo>
                <a:cubicBezTo>
                  <a:pt x="389" y="1965"/>
                  <a:pt x="397" y="1968"/>
                  <a:pt x="399" y="1977"/>
                </a:cubicBezTo>
                <a:cubicBezTo>
                  <a:pt x="374" y="1960"/>
                  <a:pt x="371" y="1957"/>
                  <a:pt x="367" y="1955"/>
                </a:cubicBezTo>
                <a:cubicBezTo>
                  <a:pt x="354" y="1942"/>
                  <a:pt x="348" y="1943"/>
                  <a:pt x="346" y="1939"/>
                </a:cubicBezTo>
                <a:cubicBezTo>
                  <a:pt x="304" y="1918"/>
                  <a:pt x="302" y="1914"/>
                  <a:pt x="296" y="1914"/>
                </a:cubicBezTo>
                <a:cubicBezTo>
                  <a:pt x="255" y="1891"/>
                  <a:pt x="250" y="1892"/>
                  <a:pt x="246" y="1889"/>
                </a:cubicBezTo>
                <a:cubicBezTo>
                  <a:pt x="214" y="1878"/>
                  <a:pt x="207" y="1878"/>
                  <a:pt x="204" y="1875"/>
                </a:cubicBezTo>
                <a:cubicBezTo>
                  <a:pt x="145" y="1856"/>
                  <a:pt x="139" y="1862"/>
                  <a:pt x="137" y="1855"/>
                </a:cubicBezTo>
                <a:cubicBezTo>
                  <a:pt x="80" y="1844"/>
                  <a:pt x="74" y="1838"/>
                  <a:pt x="63" y="1837"/>
                </a:cubicBezTo>
                <a:cubicBezTo>
                  <a:pt x="29" y="1820"/>
                  <a:pt x="21" y="1817"/>
                  <a:pt x="14" y="1812"/>
                </a:cubicBezTo>
                <a:cubicBezTo>
                  <a:pt x="3" y="1812"/>
                  <a:pt x="5" y="1813"/>
                  <a:pt x="7" y="1814"/>
                </a:cubicBezTo>
                <a:cubicBezTo>
                  <a:pt x="48" y="1839"/>
                  <a:pt x="54" y="1842"/>
                  <a:pt x="62" y="1843"/>
                </a:cubicBezTo>
                <a:cubicBezTo>
                  <a:pt x="83" y="1858"/>
                  <a:pt x="95" y="1854"/>
                  <a:pt x="100" y="1858"/>
                </a:cubicBezTo>
                <a:cubicBezTo>
                  <a:pt x="168" y="1879"/>
                  <a:pt x="177" y="1875"/>
                  <a:pt x="180" y="1879"/>
                </a:cubicBezTo>
                <a:cubicBezTo>
                  <a:pt x="238" y="1897"/>
                  <a:pt x="250" y="1901"/>
                  <a:pt x="261" y="1906"/>
                </a:cubicBezTo>
                <a:cubicBezTo>
                  <a:pt x="333" y="1945"/>
                  <a:pt x="345" y="1948"/>
                  <a:pt x="354" y="1956"/>
                </a:cubicBezTo>
                <a:cubicBezTo>
                  <a:pt x="371" y="1971"/>
                  <a:pt x="377" y="1972"/>
                  <a:pt x="381" y="1976"/>
                </a:cubicBezTo>
                <a:cubicBezTo>
                  <a:pt x="410" y="2003"/>
                  <a:pt x="416" y="2005"/>
                  <a:pt x="421" y="2008"/>
                </a:cubicBezTo>
                <a:cubicBezTo>
                  <a:pt x="419" y="2023"/>
                  <a:pt x="415" y="2019"/>
                  <a:pt x="412" y="2013"/>
                </a:cubicBezTo>
                <a:cubicBezTo>
                  <a:pt x="396" y="2002"/>
                  <a:pt x="394" y="2001"/>
                  <a:pt x="394" y="1997"/>
                </a:cubicBezTo>
                <a:cubicBezTo>
                  <a:pt x="369" y="1981"/>
                  <a:pt x="367" y="1980"/>
                  <a:pt x="366" y="1977"/>
                </a:cubicBezTo>
                <a:cubicBezTo>
                  <a:pt x="342" y="1959"/>
                  <a:pt x="331" y="1963"/>
                  <a:pt x="330" y="1956"/>
                </a:cubicBezTo>
                <a:cubicBezTo>
                  <a:pt x="293" y="1936"/>
                  <a:pt x="287" y="1934"/>
                  <a:pt x="282" y="1930"/>
                </a:cubicBezTo>
                <a:cubicBezTo>
                  <a:pt x="221" y="1911"/>
                  <a:pt x="220" y="1904"/>
                  <a:pt x="208" y="1907"/>
                </a:cubicBezTo>
                <a:cubicBezTo>
                  <a:pt x="75" y="1890"/>
                  <a:pt x="83" y="1888"/>
                  <a:pt x="87" y="1890"/>
                </a:cubicBezTo>
                <a:cubicBezTo>
                  <a:pt x="138" y="1913"/>
                  <a:pt x="148" y="1916"/>
                  <a:pt x="157" y="1922"/>
                </a:cubicBezTo>
                <a:cubicBezTo>
                  <a:pt x="263" y="1960"/>
                  <a:pt x="273" y="1964"/>
                  <a:pt x="285" y="1967"/>
                </a:cubicBezTo>
                <a:cubicBezTo>
                  <a:pt x="325" y="1987"/>
                  <a:pt x="336" y="1992"/>
                  <a:pt x="346" y="1998"/>
                </a:cubicBezTo>
                <a:cubicBezTo>
                  <a:pt x="383" y="2021"/>
                  <a:pt x="386" y="2023"/>
                  <a:pt x="387" y="2026"/>
                </a:cubicBezTo>
                <a:cubicBezTo>
                  <a:pt x="406" y="2038"/>
                  <a:pt x="410" y="2041"/>
                  <a:pt x="415" y="2044"/>
                </a:cubicBezTo>
                <a:cubicBezTo>
                  <a:pt x="427" y="2059"/>
                  <a:pt x="430" y="2059"/>
                  <a:pt x="431" y="2062"/>
                </a:cubicBezTo>
                <a:cubicBezTo>
                  <a:pt x="435" y="2076"/>
                  <a:pt x="425" y="2066"/>
                  <a:pt x="415" y="2057"/>
                </a:cubicBezTo>
                <a:cubicBezTo>
                  <a:pt x="366" y="2016"/>
                  <a:pt x="358" y="2016"/>
                  <a:pt x="355" y="2011"/>
                </a:cubicBezTo>
                <a:cubicBezTo>
                  <a:pt x="315" y="1992"/>
                  <a:pt x="305" y="1986"/>
                  <a:pt x="292" y="1984"/>
                </a:cubicBezTo>
                <a:cubicBezTo>
                  <a:pt x="225" y="1957"/>
                  <a:pt x="220" y="1954"/>
                  <a:pt x="214" y="1953"/>
                </a:cubicBezTo>
                <a:cubicBezTo>
                  <a:pt x="186" y="1938"/>
                  <a:pt x="170" y="1937"/>
                  <a:pt x="160" y="1930"/>
                </a:cubicBezTo>
                <a:cubicBezTo>
                  <a:pt x="116" y="1915"/>
                  <a:pt x="111" y="1911"/>
                  <a:pt x="104" y="1910"/>
                </a:cubicBezTo>
                <a:cubicBezTo>
                  <a:pt x="63" y="1893"/>
                  <a:pt x="62" y="1885"/>
                  <a:pt x="54" y="1885"/>
                </a:cubicBezTo>
                <a:cubicBezTo>
                  <a:pt x="34" y="1870"/>
                  <a:pt x="30" y="1866"/>
                  <a:pt x="26" y="1861"/>
                </a:cubicBezTo>
                <a:cubicBezTo>
                  <a:pt x="0" y="1847"/>
                  <a:pt x="1" y="1847"/>
                  <a:pt x="1" y="1848"/>
                </a:cubicBezTo>
                <a:cubicBezTo>
                  <a:pt x="22" y="1863"/>
                  <a:pt x="21" y="1872"/>
                  <a:pt x="29" y="1872"/>
                </a:cubicBezTo>
                <a:cubicBezTo>
                  <a:pt x="60" y="1894"/>
                  <a:pt x="65" y="1903"/>
                  <a:pt x="75" y="1906"/>
                </a:cubicBezTo>
                <a:cubicBezTo>
                  <a:pt x="112" y="1923"/>
                  <a:pt x="122" y="1926"/>
                  <a:pt x="131" y="1930"/>
                </a:cubicBezTo>
                <a:cubicBezTo>
                  <a:pt x="168" y="1943"/>
                  <a:pt x="174" y="1948"/>
                  <a:pt x="183" y="1948"/>
                </a:cubicBezTo>
                <a:cubicBezTo>
                  <a:pt x="235" y="1971"/>
                  <a:pt x="241" y="1975"/>
                  <a:pt x="252" y="1974"/>
                </a:cubicBezTo>
                <a:cubicBezTo>
                  <a:pt x="295" y="1992"/>
                  <a:pt x="297" y="1997"/>
                  <a:pt x="304" y="1995"/>
                </a:cubicBezTo>
                <a:cubicBezTo>
                  <a:pt x="355" y="2024"/>
                  <a:pt x="357" y="2025"/>
                  <a:pt x="359" y="2026"/>
                </a:cubicBezTo>
                <a:cubicBezTo>
                  <a:pt x="381" y="2040"/>
                  <a:pt x="384" y="2043"/>
                  <a:pt x="388" y="2045"/>
                </a:cubicBezTo>
                <a:cubicBezTo>
                  <a:pt x="384" y="2048"/>
                  <a:pt x="369" y="2044"/>
                  <a:pt x="359" y="2034"/>
                </a:cubicBezTo>
                <a:cubicBezTo>
                  <a:pt x="320" y="2025"/>
                  <a:pt x="323" y="2016"/>
                  <a:pt x="317" y="2018"/>
                </a:cubicBezTo>
                <a:cubicBezTo>
                  <a:pt x="276" y="2006"/>
                  <a:pt x="276" y="2002"/>
                  <a:pt x="274" y="2001"/>
                </a:cubicBezTo>
                <a:cubicBezTo>
                  <a:pt x="241" y="1995"/>
                  <a:pt x="240" y="1992"/>
                  <a:pt x="236" y="1993"/>
                </a:cubicBezTo>
                <a:cubicBezTo>
                  <a:pt x="210" y="1981"/>
                  <a:pt x="201" y="1985"/>
                  <a:pt x="200" y="1978"/>
                </a:cubicBezTo>
                <a:cubicBezTo>
                  <a:pt x="133" y="1960"/>
                  <a:pt x="123" y="1961"/>
                  <a:pt x="118" y="1957"/>
                </a:cubicBezTo>
                <a:cubicBezTo>
                  <a:pt x="100" y="1945"/>
                  <a:pt x="90" y="1952"/>
                  <a:pt x="93" y="1944"/>
                </a:cubicBezTo>
                <a:cubicBezTo>
                  <a:pt x="49" y="1931"/>
                  <a:pt x="58" y="1932"/>
                  <a:pt x="64" y="1937"/>
                </a:cubicBezTo>
                <a:cubicBezTo>
                  <a:pt x="80" y="1947"/>
                  <a:pt x="81" y="1949"/>
                  <a:pt x="82" y="1951"/>
                </a:cubicBezTo>
                <a:cubicBezTo>
                  <a:pt x="127" y="1968"/>
                  <a:pt x="132" y="1972"/>
                  <a:pt x="139" y="1973"/>
                </a:cubicBezTo>
                <a:cubicBezTo>
                  <a:pt x="182" y="1987"/>
                  <a:pt x="190" y="1982"/>
                  <a:pt x="190" y="1987"/>
                </a:cubicBezTo>
                <a:cubicBezTo>
                  <a:pt x="248" y="2008"/>
                  <a:pt x="257" y="2006"/>
                  <a:pt x="263" y="2008"/>
                </a:cubicBezTo>
                <a:cubicBezTo>
                  <a:pt x="311" y="2025"/>
                  <a:pt x="318" y="2027"/>
                  <a:pt x="322" y="2033"/>
                </a:cubicBezTo>
                <a:cubicBezTo>
                  <a:pt x="370" y="2056"/>
                  <a:pt x="375" y="2055"/>
                  <a:pt x="378" y="2057"/>
                </a:cubicBezTo>
                <a:cubicBezTo>
                  <a:pt x="437" y="2104"/>
                  <a:pt x="444" y="2102"/>
                  <a:pt x="443" y="2109"/>
                </a:cubicBezTo>
                <a:cubicBezTo>
                  <a:pt x="462" y="2130"/>
                  <a:pt x="464" y="2132"/>
                  <a:pt x="465" y="2134"/>
                </a:cubicBezTo>
                <a:cubicBezTo>
                  <a:pt x="457" y="2127"/>
                  <a:pt x="451" y="2128"/>
                  <a:pt x="451" y="2122"/>
                </a:cubicBezTo>
                <a:cubicBezTo>
                  <a:pt x="423" y="2104"/>
                  <a:pt x="417" y="2098"/>
                  <a:pt x="411" y="2092"/>
                </a:cubicBezTo>
                <a:cubicBezTo>
                  <a:pt x="362" y="2061"/>
                  <a:pt x="351" y="2061"/>
                  <a:pt x="345" y="2055"/>
                </a:cubicBezTo>
                <a:cubicBezTo>
                  <a:pt x="286" y="2031"/>
                  <a:pt x="275" y="2027"/>
                  <a:pt x="264" y="2021"/>
                </a:cubicBezTo>
                <a:cubicBezTo>
                  <a:pt x="230" y="2007"/>
                  <a:pt x="228" y="2010"/>
                  <a:pt x="226" y="2007"/>
                </a:cubicBezTo>
                <a:cubicBezTo>
                  <a:pt x="192" y="1997"/>
                  <a:pt x="187" y="1995"/>
                  <a:pt x="181" y="1992"/>
                </a:cubicBezTo>
                <a:cubicBezTo>
                  <a:pt x="108" y="1970"/>
                  <a:pt x="98" y="1960"/>
                  <a:pt x="83" y="1958"/>
                </a:cubicBezTo>
                <a:cubicBezTo>
                  <a:pt x="25" y="1928"/>
                  <a:pt x="23" y="1926"/>
                  <a:pt x="19" y="1925"/>
                </a:cubicBezTo>
                <a:cubicBezTo>
                  <a:pt x="40" y="1946"/>
                  <a:pt x="48" y="1943"/>
                  <a:pt x="49" y="1949"/>
                </a:cubicBezTo>
                <a:cubicBezTo>
                  <a:pt x="103" y="1971"/>
                  <a:pt x="111" y="1978"/>
                  <a:pt x="122" y="1981"/>
                </a:cubicBezTo>
                <a:cubicBezTo>
                  <a:pt x="192" y="2004"/>
                  <a:pt x="200" y="2010"/>
                  <a:pt x="211" y="2012"/>
                </a:cubicBezTo>
                <a:cubicBezTo>
                  <a:pt x="263" y="2031"/>
                  <a:pt x="270" y="2031"/>
                  <a:pt x="272" y="2036"/>
                </a:cubicBezTo>
                <a:cubicBezTo>
                  <a:pt x="314" y="2054"/>
                  <a:pt x="326" y="2056"/>
                  <a:pt x="335" y="2062"/>
                </a:cubicBezTo>
                <a:cubicBezTo>
                  <a:pt x="402" y="2103"/>
                  <a:pt x="410" y="2103"/>
                  <a:pt x="413" y="2109"/>
                </a:cubicBezTo>
                <a:cubicBezTo>
                  <a:pt x="439" y="2128"/>
                  <a:pt x="442" y="2130"/>
                  <a:pt x="445" y="2131"/>
                </a:cubicBezTo>
                <a:cubicBezTo>
                  <a:pt x="473" y="2160"/>
                  <a:pt x="473" y="2160"/>
                  <a:pt x="473" y="2160"/>
                </a:cubicBezTo>
                <a:cubicBezTo>
                  <a:pt x="521" y="2147"/>
                  <a:pt x="516" y="2139"/>
                  <a:pt x="524" y="2139"/>
                </a:cubicBezTo>
                <a:close/>
                <a:moveTo>
                  <a:pt x="452" y="1733"/>
                </a:moveTo>
                <a:cubicBezTo>
                  <a:pt x="454" y="1730"/>
                  <a:pt x="456" y="1727"/>
                  <a:pt x="458" y="1724"/>
                </a:cubicBezTo>
                <a:cubicBezTo>
                  <a:pt x="465" y="1726"/>
                  <a:pt x="453" y="1729"/>
                  <a:pt x="456" y="1735"/>
                </a:cubicBezTo>
                <a:cubicBezTo>
                  <a:pt x="453" y="1737"/>
                  <a:pt x="452" y="1741"/>
                  <a:pt x="450" y="1744"/>
                </a:cubicBezTo>
                <a:cubicBezTo>
                  <a:pt x="443" y="1741"/>
                  <a:pt x="454" y="1738"/>
                  <a:pt x="452" y="1733"/>
                </a:cubicBezTo>
                <a:close/>
                <a:moveTo>
                  <a:pt x="440" y="1760"/>
                </a:moveTo>
                <a:cubicBezTo>
                  <a:pt x="442" y="1755"/>
                  <a:pt x="444" y="1751"/>
                  <a:pt x="446" y="1746"/>
                </a:cubicBezTo>
                <a:cubicBezTo>
                  <a:pt x="452" y="1748"/>
                  <a:pt x="442" y="1753"/>
                  <a:pt x="445" y="1759"/>
                </a:cubicBezTo>
                <a:cubicBezTo>
                  <a:pt x="441" y="1763"/>
                  <a:pt x="438" y="1767"/>
                  <a:pt x="437" y="1773"/>
                </a:cubicBezTo>
                <a:cubicBezTo>
                  <a:pt x="432" y="1771"/>
                  <a:pt x="438" y="1762"/>
                  <a:pt x="440" y="1760"/>
                </a:cubicBezTo>
                <a:close/>
                <a:moveTo>
                  <a:pt x="424" y="1798"/>
                </a:moveTo>
                <a:cubicBezTo>
                  <a:pt x="427" y="1792"/>
                  <a:pt x="424" y="1802"/>
                  <a:pt x="424" y="1805"/>
                </a:cubicBezTo>
                <a:cubicBezTo>
                  <a:pt x="420" y="1803"/>
                  <a:pt x="423" y="1801"/>
                  <a:pt x="424" y="1798"/>
                </a:cubicBezTo>
                <a:close/>
                <a:moveTo>
                  <a:pt x="399" y="1754"/>
                </a:moveTo>
                <a:cubicBezTo>
                  <a:pt x="404" y="1754"/>
                  <a:pt x="400" y="1761"/>
                  <a:pt x="399" y="1763"/>
                </a:cubicBezTo>
                <a:cubicBezTo>
                  <a:pt x="393" y="1762"/>
                  <a:pt x="401" y="1758"/>
                  <a:pt x="399" y="1754"/>
                </a:cubicBezTo>
                <a:close/>
                <a:moveTo>
                  <a:pt x="390" y="1787"/>
                </a:moveTo>
                <a:cubicBezTo>
                  <a:pt x="394" y="1782"/>
                  <a:pt x="390" y="1791"/>
                  <a:pt x="390" y="1794"/>
                </a:cubicBezTo>
                <a:cubicBezTo>
                  <a:pt x="386" y="1793"/>
                  <a:pt x="390" y="1790"/>
                  <a:pt x="390" y="1787"/>
                </a:cubicBezTo>
                <a:close/>
                <a:moveTo>
                  <a:pt x="217" y="1469"/>
                </a:moveTo>
                <a:cubicBezTo>
                  <a:pt x="217" y="1468"/>
                  <a:pt x="217" y="1467"/>
                  <a:pt x="216" y="1465"/>
                </a:cubicBezTo>
                <a:cubicBezTo>
                  <a:pt x="221" y="1464"/>
                  <a:pt x="221" y="1468"/>
                  <a:pt x="221" y="1471"/>
                </a:cubicBezTo>
                <a:cubicBezTo>
                  <a:pt x="220" y="1471"/>
                  <a:pt x="219" y="1469"/>
                  <a:pt x="217" y="1469"/>
                </a:cubicBezTo>
                <a:close/>
                <a:moveTo>
                  <a:pt x="234" y="1492"/>
                </a:moveTo>
                <a:cubicBezTo>
                  <a:pt x="235" y="1486"/>
                  <a:pt x="239" y="1497"/>
                  <a:pt x="243" y="1496"/>
                </a:cubicBezTo>
                <a:cubicBezTo>
                  <a:pt x="243" y="1499"/>
                  <a:pt x="243" y="1502"/>
                  <a:pt x="245" y="1502"/>
                </a:cubicBezTo>
                <a:cubicBezTo>
                  <a:pt x="241" y="1509"/>
                  <a:pt x="239" y="1493"/>
                  <a:pt x="234" y="1492"/>
                </a:cubicBezTo>
                <a:close/>
                <a:moveTo>
                  <a:pt x="288" y="1609"/>
                </a:moveTo>
                <a:cubicBezTo>
                  <a:pt x="292" y="1610"/>
                  <a:pt x="294" y="1614"/>
                  <a:pt x="295" y="1619"/>
                </a:cubicBezTo>
                <a:cubicBezTo>
                  <a:pt x="291" y="1618"/>
                  <a:pt x="289" y="1614"/>
                  <a:pt x="288" y="1609"/>
                </a:cubicBezTo>
                <a:close/>
                <a:moveTo>
                  <a:pt x="307" y="1605"/>
                </a:moveTo>
                <a:cubicBezTo>
                  <a:pt x="302" y="1602"/>
                  <a:pt x="305" y="1590"/>
                  <a:pt x="301" y="1586"/>
                </a:cubicBezTo>
                <a:cubicBezTo>
                  <a:pt x="305" y="1588"/>
                  <a:pt x="307" y="1588"/>
                  <a:pt x="310" y="1585"/>
                </a:cubicBezTo>
                <a:cubicBezTo>
                  <a:pt x="308" y="1574"/>
                  <a:pt x="312" y="1569"/>
                  <a:pt x="313" y="1561"/>
                </a:cubicBezTo>
                <a:cubicBezTo>
                  <a:pt x="313" y="1553"/>
                  <a:pt x="319" y="1567"/>
                  <a:pt x="313" y="1565"/>
                </a:cubicBezTo>
                <a:cubicBezTo>
                  <a:pt x="315" y="1582"/>
                  <a:pt x="308" y="1591"/>
                  <a:pt x="307" y="1605"/>
                </a:cubicBezTo>
                <a:close/>
                <a:moveTo>
                  <a:pt x="359" y="1783"/>
                </a:moveTo>
                <a:cubicBezTo>
                  <a:pt x="351" y="1782"/>
                  <a:pt x="356" y="1772"/>
                  <a:pt x="358" y="1768"/>
                </a:cubicBezTo>
                <a:cubicBezTo>
                  <a:pt x="365" y="1770"/>
                  <a:pt x="356" y="1776"/>
                  <a:pt x="359" y="1783"/>
                </a:cubicBezTo>
                <a:close/>
                <a:moveTo>
                  <a:pt x="388" y="2010"/>
                </a:moveTo>
                <a:cubicBezTo>
                  <a:pt x="384" y="2012"/>
                  <a:pt x="382" y="2009"/>
                  <a:pt x="379" y="2009"/>
                </a:cubicBezTo>
                <a:cubicBezTo>
                  <a:pt x="376" y="2005"/>
                  <a:pt x="372" y="2001"/>
                  <a:pt x="368" y="1999"/>
                </a:cubicBezTo>
                <a:cubicBezTo>
                  <a:pt x="362" y="1998"/>
                  <a:pt x="359" y="1993"/>
                  <a:pt x="354" y="1991"/>
                </a:cubicBezTo>
                <a:cubicBezTo>
                  <a:pt x="350" y="1988"/>
                  <a:pt x="344" y="1987"/>
                  <a:pt x="340" y="1983"/>
                </a:cubicBezTo>
                <a:cubicBezTo>
                  <a:pt x="330" y="1979"/>
                  <a:pt x="323" y="1971"/>
                  <a:pt x="311" y="1970"/>
                </a:cubicBezTo>
                <a:cubicBezTo>
                  <a:pt x="304" y="1963"/>
                  <a:pt x="290" y="1963"/>
                  <a:pt x="284" y="1954"/>
                </a:cubicBezTo>
                <a:cubicBezTo>
                  <a:pt x="260" y="1951"/>
                  <a:pt x="240" y="1944"/>
                  <a:pt x="223" y="1932"/>
                </a:cubicBezTo>
                <a:cubicBezTo>
                  <a:pt x="211" y="1932"/>
                  <a:pt x="203" y="1927"/>
                  <a:pt x="192" y="1926"/>
                </a:cubicBezTo>
                <a:cubicBezTo>
                  <a:pt x="186" y="1920"/>
                  <a:pt x="173" y="1921"/>
                  <a:pt x="167" y="1915"/>
                </a:cubicBezTo>
                <a:cubicBezTo>
                  <a:pt x="156" y="1913"/>
                  <a:pt x="149" y="1908"/>
                  <a:pt x="138" y="1906"/>
                </a:cubicBezTo>
                <a:cubicBezTo>
                  <a:pt x="129" y="1903"/>
                  <a:pt x="123" y="1897"/>
                  <a:pt x="111" y="1897"/>
                </a:cubicBezTo>
                <a:cubicBezTo>
                  <a:pt x="119" y="1888"/>
                  <a:pt x="125" y="1901"/>
                  <a:pt x="135" y="1897"/>
                </a:cubicBezTo>
                <a:cubicBezTo>
                  <a:pt x="143" y="1899"/>
                  <a:pt x="151" y="1901"/>
                  <a:pt x="162" y="1900"/>
                </a:cubicBezTo>
                <a:cubicBezTo>
                  <a:pt x="165" y="1904"/>
                  <a:pt x="173" y="1902"/>
                  <a:pt x="177" y="1905"/>
                </a:cubicBezTo>
                <a:cubicBezTo>
                  <a:pt x="183" y="1906"/>
                  <a:pt x="188" y="1907"/>
                  <a:pt x="191" y="1911"/>
                </a:cubicBezTo>
                <a:cubicBezTo>
                  <a:pt x="203" y="1911"/>
                  <a:pt x="209" y="1918"/>
                  <a:pt x="222" y="1917"/>
                </a:cubicBezTo>
                <a:cubicBezTo>
                  <a:pt x="230" y="1923"/>
                  <a:pt x="243" y="1923"/>
                  <a:pt x="251" y="1928"/>
                </a:cubicBezTo>
                <a:cubicBezTo>
                  <a:pt x="260" y="1933"/>
                  <a:pt x="268" y="1937"/>
                  <a:pt x="278" y="1939"/>
                </a:cubicBezTo>
                <a:cubicBezTo>
                  <a:pt x="282" y="1943"/>
                  <a:pt x="288" y="1944"/>
                  <a:pt x="292" y="1947"/>
                </a:cubicBezTo>
                <a:cubicBezTo>
                  <a:pt x="294" y="1949"/>
                  <a:pt x="297" y="1949"/>
                  <a:pt x="301" y="1949"/>
                </a:cubicBezTo>
                <a:cubicBezTo>
                  <a:pt x="300" y="1953"/>
                  <a:pt x="303" y="1953"/>
                  <a:pt x="305" y="1953"/>
                </a:cubicBezTo>
                <a:cubicBezTo>
                  <a:pt x="313" y="1958"/>
                  <a:pt x="323" y="1961"/>
                  <a:pt x="328" y="1969"/>
                </a:cubicBezTo>
                <a:cubicBezTo>
                  <a:pt x="335" y="1968"/>
                  <a:pt x="337" y="1973"/>
                  <a:pt x="340" y="1977"/>
                </a:cubicBezTo>
                <a:cubicBezTo>
                  <a:pt x="344" y="1976"/>
                  <a:pt x="345" y="1979"/>
                  <a:pt x="349" y="1978"/>
                </a:cubicBezTo>
                <a:cubicBezTo>
                  <a:pt x="348" y="1982"/>
                  <a:pt x="351" y="1982"/>
                  <a:pt x="353" y="1982"/>
                </a:cubicBezTo>
                <a:cubicBezTo>
                  <a:pt x="354" y="1988"/>
                  <a:pt x="363" y="1986"/>
                  <a:pt x="365" y="1990"/>
                </a:cubicBezTo>
                <a:cubicBezTo>
                  <a:pt x="371" y="1991"/>
                  <a:pt x="372" y="1996"/>
                  <a:pt x="378" y="1996"/>
                </a:cubicBezTo>
                <a:cubicBezTo>
                  <a:pt x="382" y="2003"/>
                  <a:pt x="388" y="2008"/>
                  <a:pt x="395" y="2012"/>
                </a:cubicBezTo>
                <a:cubicBezTo>
                  <a:pt x="395" y="2018"/>
                  <a:pt x="388" y="2013"/>
                  <a:pt x="388" y="2010"/>
                </a:cubicBezTo>
                <a:close/>
                <a:moveTo>
                  <a:pt x="596" y="2107"/>
                </a:moveTo>
                <a:cubicBezTo>
                  <a:pt x="598" y="2103"/>
                  <a:pt x="602" y="2098"/>
                  <a:pt x="604" y="2094"/>
                </a:cubicBezTo>
                <a:cubicBezTo>
                  <a:pt x="619" y="2080"/>
                  <a:pt x="618" y="2072"/>
                  <a:pt x="622" y="2068"/>
                </a:cubicBezTo>
                <a:cubicBezTo>
                  <a:pt x="660" y="2019"/>
                  <a:pt x="661" y="2017"/>
                  <a:pt x="662" y="2015"/>
                </a:cubicBezTo>
                <a:cubicBezTo>
                  <a:pt x="680" y="1994"/>
                  <a:pt x="677" y="1985"/>
                  <a:pt x="684" y="1985"/>
                </a:cubicBezTo>
                <a:cubicBezTo>
                  <a:pt x="699" y="1956"/>
                  <a:pt x="701" y="1954"/>
                  <a:pt x="703" y="1953"/>
                </a:cubicBezTo>
                <a:cubicBezTo>
                  <a:pt x="735" y="1903"/>
                  <a:pt x="744" y="1884"/>
                  <a:pt x="752" y="1865"/>
                </a:cubicBezTo>
                <a:cubicBezTo>
                  <a:pt x="765" y="1831"/>
                  <a:pt x="766" y="1825"/>
                  <a:pt x="768" y="1820"/>
                </a:cubicBezTo>
                <a:cubicBezTo>
                  <a:pt x="769" y="1817"/>
                  <a:pt x="760" y="1822"/>
                  <a:pt x="761" y="1836"/>
                </a:cubicBezTo>
                <a:cubicBezTo>
                  <a:pt x="728" y="1898"/>
                  <a:pt x="723" y="1908"/>
                  <a:pt x="718" y="1917"/>
                </a:cubicBezTo>
                <a:cubicBezTo>
                  <a:pt x="702" y="1935"/>
                  <a:pt x="702" y="1939"/>
                  <a:pt x="700" y="1940"/>
                </a:cubicBezTo>
                <a:cubicBezTo>
                  <a:pt x="676" y="1974"/>
                  <a:pt x="673" y="1984"/>
                  <a:pt x="667" y="1991"/>
                </a:cubicBezTo>
                <a:cubicBezTo>
                  <a:pt x="648" y="2019"/>
                  <a:pt x="646" y="2019"/>
                  <a:pt x="647" y="2023"/>
                </a:cubicBezTo>
                <a:cubicBezTo>
                  <a:pt x="633" y="2043"/>
                  <a:pt x="628" y="2045"/>
                  <a:pt x="625" y="2048"/>
                </a:cubicBezTo>
                <a:cubicBezTo>
                  <a:pt x="609" y="2076"/>
                  <a:pt x="604" y="2078"/>
                  <a:pt x="601" y="2081"/>
                </a:cubicBezTo>
                <a:cubicBezTo>
                  <a:pt x="576" y="2118"/>
                  <a:pt x="578" y="2126"/>
                  <a:pt x="571" y="2127"/>
                </a:cubicBezTo>
                <a:cubicBezTo>
                  <a:pt x="556" y="2155"/>
                  <a:pt x="554" y="2157"/>
                  <a:pt x="553" y="2160"/>
                </a:cubicBezTo>
                <a:cubicBezTo>
                  <a:pt x="565" y="2157"/>
                  <a:pt x="568" y="2155"/>
                  <a:pt x="566" y="2151"/>
                </a:cubicBezTo>
                <a:cubicBezTo>
                  <a:pt x="593" y="2117"/>
                  <a:pt x="590" y="2108"/>
                  <a:pt x="596" y="2107"/>
                </a:cubicBezTo>
                <a:close/>
                <a:moveTo>
                  <a:pt x="556" y="2121"/>
                </a:moveTo>
                <a:cubicBezTo>
                  <a:pt x="555" y="2115"/>
                  <a:pt x="559" y="2113"/>
                  <a:pt x="561" y="2110"/>
                </a:cubicBezTo>
                <a:cubicBezTo>
                  <a:pt x="585" y="2064"/>
                  <a:pt x="590" y="2064"/>
                  <a:pt x="591" y="2060"/>
                </a:cubicBezTo>
                <a:cubicBezTo>
                  <a:pt x="608" y="2038"/>
                  <a:pt x="607" y="2033"/>
                  <a:pt x="610" y="2030"/>
                </a:cubicBezTo>
                <a:cubicBezTo>
                  <a:pt x="638" y="2004"/>
                  <a:pt x="636" y="1993"/>
                  <a:pt x="645" y="1992"/>
                </a:cubicBezTo>
                <a:cubicBezTo>
                  <a:pt x="664" y="1965"/>
                  <a:pt x="667" y="1963"/>
                  <a:pt x="666" y="1958"/>
                </a:cubicBezTo>
                <a:cubicBezTo>
                  <a:pt x="682" y="1941"/>
                  <a:pt x="684" y="1938"/>
                  <a:pt x="687" y="1937"/>
                </a:cubicBezTo>
                <a:cubicBezTo>
                  <a:pt x="710" y="1898"/>
                  <a:pt x="721" y="1889"/>
                  <a:pt x="726" y="1875"/>
                </a:cubicBezTo>
                <a:cubicBezTo>
                  <a:pt x="749" y="1838"/>
                  <a:pt x="750" y="1835"/>
                  <a:pt x="749" y="1830"/>
                </a:cubicBezTo>
                <a:cubicBezTo>
                  <a:pt x="766" y="1792"/>
                  <a:pt x="762" y="1780"/>
                  <a:pt x="770" y="1778"/>
                </a:cubicBezTo>
                <a:cubicBezTo>
                  <a:pt x="774" y="1706"/>
                  <a:pt x="781" y="1717"/>
                  <a:pt x="776" y="1719"/>
                </a:cubicBezTo>
                <a:cubicBezTo>
                  <a:pt x="771" y="1756"/>
                  <a:pt x="768" y="1760"/>
                  <a:pt x="767" y="1765"/>
                </a:cubicBezTo>
                <a:cubicBezTo>
                  <a:pt x="751" y="1811"/>
                  <a:pt x="751" y="1818"/>
                  <a:pt x="746" y="1819"/>
                </a:cubicBezTo>
                <a:cubicBezTo>
                  <a:pt x="726" y="1861"/>
                  <a:pt x="723" y="1864"/>
                  <a:pt x="721" y="1869"/>
                </a:cubicBezTo>
                <a:cubicBezTo>
                  <a:pt x="686" y="1918"/>
                  <a:pt x="687" y="1914"/>
                  <a:pt x="683" y="1918"/>
                </a:cubicBezTo>
                <a:cubicBezTo>
                  <a:pt x="665" y="1944"/>
                  <a:pt x="666" y="1949"/>
                  <a:pt x="661" y="1950"/>
                </a:cubicBezTo>
                <a:cubicBezTo>
                  <a:pt x="649" y="1969"/>
                  <a:pt x="647" y="1972"/>
                  <a:pt x="646" y="1975"/>
                </a:cubicBezTo>
                <a:cubicBezTo>
                  <a:pt x="622" y="2004"/>
                  <a:pt x="620" y="2011"/>
                  <a:pt x="614" y="2014"/>
                </a:cubicBezTo>
                <a:cubicBezTo>
                  <a:pt x="595" y="2042"/>
                  <a:pt x="587" y="2040"/>
                  <a:pt x="590" y="2047"/>
                </a:cubicBezTo>
                <a:cubicBezTo>
                  <a:pt x="566" y="2088"/>
                  <a:pt x="559" y="2090"/>
                  <a:pt x="556" y="2097"/>
                </a:cubicBezTo>
                <a:cubicBezTo>
                  <a:pt x="535" y="2141"/>
                  <a:pt x="528" y="2144"/>
                  <a:pt x="527" y="2151"/>
                </a:cubicBezTo>
                <a:cubicBezTo>
                  <a:pt x="533" y="2157"/>
                  <a:pt x="535" y="2153"/>
                  <a:pt x="538" y="2151"/>
                </a:cubicBezTo>
                <a:cubicBezTo>
                  <a:pt x="549" y="2125"/>
                  <a:pt x="552" y="2123"/>
                  <a:pt x="556" y="2121"/>
                </a:cubicBezTo>
                <a:close/>
              </a:path>
            </a:pathLst>
          </a:custGeom>
          <a:solidFill>
            <a:schemeClr val="accent1">
              <a:lumMod val="20000"/>
              <a:lumOff val="80000"/>
            </a:schemeClr>
          </a:solidFill>
          <a:ln>
            <a:noFill/>
          </a:ln>
        </p:spPr>
      </p:sp>
      <p:sp>
        <p:nvSpPr>
          <p:cNvPr id="63" name="Rectangle 62">
            <a:extLst>
              <a:ext uri="{FF2B5EF4-FFF2-40B4-BE49-F238E27FC236}">
                <a16:creationId xmlns:a16="http://schemas.microsoft.com/office/drawing/2014/main" id="{59A34BDC-A3E7-4317-A652-4C711537E61E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4662419" y="0"/>
            <a:ext cx="7537705" cy="6858000"/>
          </a:xfrm>
          <a:prstGeom prst="rect">
            <a:avLst/>
          </a:pr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16AA1B8C-5C3D-4225-8F3D-AE51EA9A6B49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5304487" y="643467"/>
            <a:ext cx="6253571" cy="3379894"/>
          </a:xfrm>
        </p:spPr>
        <p:txBody>
          <a:bodyPr vert="horz" lIns="91440" tIns="45720" rIns="91440" bIns="45720" rtlCol="0" anchor="b">
            <a:normAutofit/>
          </a:bodyPr>
          <a:lstStyle/>
          <a:p>
            <a:pPr>
              <a:lnSpc>
                <a:spcPct val="105000"/>
              </a:lnSpc>
            </a:pPr>
            <a:r>
              <a:rPr lang="en-US" sz="5400"/>
              <a:t>Transactions in Detail</a:t>
            </a:r>
          </a:p>
        </p:txBody>
      </p:sp>
      <p:sp>
        <p:nvSpPr>
          <p:cNvPr id="5" name="Content Placeholder 4">
            <a:extLst>
              <a:ext uri="{FF2B5EF4-FFF2-40B4-BE49-F238E27FC236}">
                <a16:creationId xmlns:a16="http://schemas.microsoft.com/office/drawing/2014/main" id="{86C175A5-514B-4550-A568-2CB5EB35D88A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5313709" y="4470840"/>
            <a:ext cx="6244349" cy="1743693"/>
          </a:xfrm>
        </p:spPr>
        <p:txBody>
          <a:bodyPr vert="horz" lIns="91440" tIns="45720" rIns="91440" bIns="45720" rtlCol="0" anchor="t">
            <a:normAutofit/>
          </a:bodyPr>
          <a:lstStyle/>
          <a:p>
            <a:pPr marL="0" lvl="0" indent="0">
              <a:lnSpc>
                <a:spcPct val="130000"/>
              </a:lnSpc>
              <a:buNone/>
            </a:pPr>
            <a:r>
              <a:rPr lang="en-US" sz="2400"/>
              <a:t>Transactions: Behind the Scenes</a:t>
            </a:r>
          </a:p>
        </p:txBody>
      </p:sp>
      <p:cxnSp>
        <p:nvCxnSpPr>
          <p:cNvPr id="65" name="Straight Connector 64">
            <a:extLst>
              <a:ext uri="{FF2B5EF4-FFF2-40B4-BE49-F238E27FC236}">
                <a16:creationId xmlns:a16="http://schemas.microsoft.com/office/drawing/2014/main" id="{9EBAABD3-7850-4600-BF15-44633214A8EA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CxnSpPr>
            <a:cxnSpLocks noGrp="1" noRot="1" noChangeAspect="1" noMove="1" noResize="1" noEditPoints="1" noAdjustHandles="1" noChangeArrowheads="1" noChangeShapeType="1"/>
          </p:cNvCxn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CxnSpPr>
        <p:spPr>
          <a:xfrm>
            <a:off x="4798564" y="0"/>
            <a:ext cx="0" cy="6858000"/>
          </a:xfrm>
          <a:prstGeom prst="line">
            <a:avLst/>
          </a:prstGeom>
          <a:ln w="38100">
            <a:solidFill>
              <a:schemeClr val="tx2">
                <a:lumMod val="75000"/>
                <a:lumOff val="2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7" name="Straight Connector 66">
            <a:extLst>
              <a:ext uri="{FF2B5EF4-FFF2-40B4-BE49-F238E27FC236}">
                <a16:creationId xmlns:a16="http://schemas.microsoft.com/office/drawing/2014/main" id="{415FFF46-7665-4A66-A43B-FEE4EA334762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CxnSpPr>
            <a:cxnSpLocks noGrp="1" noRot="1" noChangeAspect="1" noMove="1" noResize="1" noEditPoints="1" noAdjustHandles="1" noChangeArrowheads="1" noChangeShapeType="1"/>
          </p:cNvCxn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CxnSpPr>
        <p:spPr>
          <a:xfrm>
            <a:off x="5418324" y="4228554"/>
            <a:ext cx="1371600" cy="0"/>
          </a:xfrm>
          <a:prstGeom prst="line">
            <a:avLst/>
          </a:prstGeom>
          <a:ln w="38100">
            <a:solidFill>
              <a:schemeClr val="tx2">
                <a:lumMod val="75000"/>
                <a:lumOff val="2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2813603260"/>
      </p:ext>
    </p:extLst>
  </p:cSld>
  <p:clrMapOvr>
    <a:masterClrMapping/>
  </p:clrMapOvr>
</p:sld>
</file>

<file path=ppt/slides/slide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8" name="Rectangle 37">
            <a:extLst>
              <a:ext uri="{FF2B5EF4-FFF2-40B4-BE49-F238E27FC236}">
                <a16:creationId xmlns:a16="http://schemas.microsoft.com/office/drawing/2014/main" id="{8307893A-9361-4AD3-A98C-AB26519D54AD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C25B044D-3A0F-4D22-B3B7-A92B395CC2D8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846580" y="568345"/>
            <a:ext cx="9701953" cy="1560716"/>
          </a:xfrm>
        </p:spPr>
        <p:txBody>
          <a:bodyPr>
            <a:normAutofit/>
          </a:bodyPr>
          <a:lstStyle/>
          <a:p>
            <a:r>
              <a:rPr lang="tr-TR" dirty="0"/>
              <a:t>Example Alice’s Case</a:t>
            </a:r>
          </a:p>
        </p:txBody>
      </p:sp>
      <p:cxnSp>
        <p:nvCxnSpPr>
          <p:cNvPr id="40" name="Straight Connector 39">
            <a:extLst>
              <a:ext uri="{FF2B5EF4-FFF2-40B4-BE49-F238E27FC236}">
                <a16:creationId xmlns:a16="http://schemas.microsoft.com/office/drawing/2014/main" id="{F1534FA6-97DA-4524-BBD3-450AE51EF930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CxnSpPr>
            <a:cxnSpLocks noGrp="1" noRot="1" noChangeAspect="1" noMove="1" noResize="1" noEditPoints="1" noAdjustHandles="1" noChangeArrowheads="1" noChangeShapeType="1"/>
          </p:cNvCxn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CxnSpPr>
        <p:spPr>
          <a:xfrm>
            <a:off x="1846580" y="2176009"/>
            <a:ext cx="9701953" cy="0"/>
          </a:xfrm>
          <a:prstGeom prst="line">
            <a:avLst/>
          </a:prstGeom>
          <a:ln w="38100">
            <a:solidFill>
              <a:schemeClr val="accent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aphicFrame>
        <p:nvGraphicFramePr>
          <p:cNvPr id="5" name="Content Placeholder 2">
            <a:extLst>
              <a:ext uri="{FF2B5EF4-FFF2-40B4-BE49-F238E27FC236}">
                <a16:creationId xmlns:a16="http://schemas.microsoft.com/office/drawing/2014/main" id="{E6749B78-BB6F-4449-938E-284C46DB6D37}"/>
              </a:ext>
            </a:extLst>
          </p:cNvPr>
          <p:cNvGraphicFramePr>
            <a:graphicFrameLocks noGrp="1"/>
          </p:cNvGraphicFramePr>
          <p:nvPr>
            <p:ph idx="1"/>
            <p:extLst>
              <p:ext uri="{D42A27DB-BD31-4B8C-83A1-F6EECF244321}">
                <p14:modId xmlns:p14="http://schemas.microsoft.com/office/powerpoint/2010/main" val="3229070319"/>
              </p:ext>
            </p:extLst>
          </p:nvPr>
        </p:nvGraphicFramePr>
        <p:xfrm>
          <a:off x="1846580" y="2438400"/>
          <a:ext cx="9701953" cy="3651250"/>
        </p:xfrm>
        <a:graphic>
          <a:graphicData uri="http://schemas.openxmlformats.org/drawingml/2006/diagram">
            <dgm:relIds xmlns:dgm="http://schemas.openxmlformats.org/drawingml/2006/diagram" xmlns:r="http://schemas.openxmlformats.org/officeDocument/2006/relationships" r:dm="rId2" r:lo="rId3" r:qs="rId4" r:cs="rId5"/>
          </a:graphicData>
        </a:graphic>
      </p:graphicFrame>
    </p:spTree>
    <p:extLst>
      <p:ext uri="{BB962C8B-B14F-4D97-AF65-F5344CB8AC3E}">
        <p14:creationId xmlns:p14="http://schemas.microsoft.com/office/powerpoint/2010/main" val="4163142943"/>
      </p:ext>
    </p:extLst>
  </p:cSld>
  <p:clrMapOvr>
    <a:masterClrMapping/>
  </p:clrMapOvr>
</p:sld>
</file>

<file path=ppt/slides/slide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2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Rectangle 6">
            <a:extLst>
              <a:ext uri="{FF2B5EF4-FFF2-40B4-BE49-F238E27FC236}">
                <a16:creationId xmlns:a16="http://schemas.microsoft.com/office/drawing/2014/main" id="{9A9DFB09-D894-4BFD-BAFE-3042CFF0CE99}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pic>
        <p:nvPicPr>
          <p:cNvPr id="9" name="Picture 8">
            <a:extLst>
              <a:ext uri="{FF2B5EF4-FFF2-40B4-BE49-F238E27FC236}">
                <a16:creationId xmlns:a16="http://schemas.microsoft.com/office/drawing/2014/main" id="{0D306AF4-0B70-4A1F-9120-98D23F58FC9B}"/>
              </a:ext>
            </a:extLst>
          </p:cNvPr>
          <p:cNvPicPr>
            <a:picLocks noGrp="1" noRot="1" noChangeAspect="1" noMove="1" noResize="1" noEditPoints="1" noAdjustHandles="1" noChangeArrowheads="1" noChangeShapeType="1" noCrop="1"/>
          </p:cNvPic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PicPr>
        <p:blipFill>
          <a:blip r:embed="rId3" cstate="email">
            <a:duotone>
              <a:srgbClr val="484A56"/>
              <a:srgbClr val="484A56"/>
            </a:duotone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2369" y="0"/>
            <a:ext cx="12187263" cy="6858000"/>
          </a:xfrm>
          <a:prstGeom prst="rect">
            <a:avLst/>
          </a:prstGeom>
        </p:spPr>
      </p:pic>
      <p:sp>
        <p:nvSpPr>
          <p:cNvPr id="11" name="Rectangle: Rounded Corners 10">
            <a:extLst>
              <a:ext uri="{FF2B5EF4-FFF2-40B4-BE49-F238E27FC236}">
                <a16:creationId xmlns:a16="http://schemas.microsoft.com/office/drawing/2014/main" id="{E956DDF7-7F41-4387-96F3-F5EACC7CA185}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518160" y="512064"/>
            <a:ext cx="11155680" cy="5833872"/>
          </a:xfrm>
          <a:prstGeom prst="roundRect">
            <a:avLst>
              <a:gd name="adj" fmla="val 6118"/>
            </a:avLst>
          </a:pr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3" name="Rounded Rectangle 20">
            <a:extLst>
              <a:ext uri="{FF2B5EF4-FFF2-40B4-BE49-F238E27FC236}">
                <a16:creationId xmlns:a16="http://schemas.microsoft.com/office/drawing/2014/main" id="{4AD8082C-1C76-453B-817F-ACE1C34C933B}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685061" y="678048"/>
            <a:ext cx="10821878" cy="5501909"/>
          </a:xfrm>
          <a:prstGeom prst="roundRect">
            <a:avLst>
              <a:gd name="adj" fmla="val 4760"/>
            </a:avLst>
          </a:prstGeom>
          <a:solidFill>
            <a:srgbClr val="FFFFFF"/>
          </a:solidFill>
          <a:ln w="76200">
            <a:solidFill>
              <a:schemeClr val="tx2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>
              <a:defRPr/>
            </a:pPr>
            <a:endParaRPr lang="en-US">
              <a:solidFill>
                <a:prstClr val="white"/>
              </a:solidFill>
              <a:latin typeface="Calibri" panose="020F0502020204030204"/>
            </a:endParaRPr>
          </a:p>
        </p:txBody>
      </p:sp>
      <p:pic>
        <p:nvPicPr>
          <p:cNvPr id="8" name="Picture 1">
            <a:extLst>
              <a:ext uri="{FF2B5EF4-FFF2-40B4-BE49-F238E27FC236}">
                <a16:creationId xmlns:a16="http://schemas.microsoft.com/office/drawing/2014/main" id="{B85A6DE4-D865-41E5-835D-AC57FDB68AB6}"/>
              </a:ext>
            </a:extLst>
          </p:cNvPr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167253" y="5022226"/>
            <a:ext cx="4697436" cy="1406700"/>
          </a:xfrm>
          <a:prstGeom prst="rect">
            <a:avLst/>
          </a:prstGeom>
        </p:spPr>
      </p:pic>
      <p:sp>
        <p:nvSpPr>
          <p:cNvPr id="2" name="Dikdörtgen 1">
            <a:extLst>
              <a:ext uri="{FF2B5EF4-FFF2-40B4-BE49-F238E27FC236}">
                <a16:creationId xmlns:a16="http://schemas.microsoft.com/office/drawing/2014/main" id="{66CAD90A-0C61-47EA-AC06-F3806E5CD1DA}"/>
              </a:ext>
            </a:extLst>
          </p:cNvPr>
          <p:cNvSpPr/>
          <p:nvPr/>
        </p:nvSpPr>
        <p:spPr>
          <a:xfrm>
            <a:off x="5960763" y="5571687"/>
            <a:ext cx="5450101" cy="307777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r>
              <a:rPr lang="tr-TR" sz="1400" dirty="0" err="1"/>
              <a:t>Table</a:t>
            </a:r>
            <a:r>
              <a:rPr lang="tr-TR" sz="1400" dirty="0"/>
              <a:t> 4-1 </a:t>
            </a:r>
            <a:r>
              <a:rPr lang="tr-TR" sz="1400" dirty="0" err="1"/>
              <a:t>first</a:t>
            </a:r>
            <a:r>
              <a:rPr lang="tr-TR" sz="1400" dirty="0"/>
              <a:t> </a:t>
            </a:r>
            <a:r>
              <a:rPr lang="tr-TR" sz="1400" dirty="0" err="1"/>
              <a:t>appeared</a:t>
            </a:r>
            <a:r>
              <a:rPr lang="tr-TR" sz="1400" dirty="0"/>
              <a:t> on </a:t>
            </a:r>
            <a:r>
              <a:rPr lang="tr-TR" sz="1400" dirty="0" err="1"/>
              <a:t>Chapter</a:t>
            </a:r>
            <a:r>
              <a:rPr lang="tr-TR" sz="1400" dirty="0"/>
              <a:t> 4: </a:t>
            </a:r>
            <a:r>
              <a:rPr lang="tr-TR" sz="1400" dirty="0" err="1"/>
              <a:t>Keys</a:t>
            </a:r>
            <a:r>
              <a:rPr lang="tr-TR" sz="1400" dirty="0"/>
              <a:t> &amp; </a:t>
            </a:r>
            <a:r>
              <a:rPr lang="tr-TR" sz="1400" dirty="0" err="1"/>
              <a:t>Addresses</a:t>
            </a:r>
            <a:r>
              <a:rPr lang="tr-TR" sz="1400" dirty="0"/>
              <a:t> as </a:t>
            </a:r>
            <a:r>
              <a:rPr lang="tr-TR" sz="1400" dirty="0" err="1"/>
              <a:t>slide</a:t>
            </a:r>
            <a:r>
              <a:rPr lang="tr-TR" sz="1400" dirty="0"/>
              <a:t> 71</a:t>
            </a:r>
          </a:p>
        </p:txBody>
      </p:sp>
      <p:pic>
        <p:nvPicPr>
          <p:cNvPr id="4" name="Resim 3">
            <a:extLst>
              <a:ext uri="{FF2B5EF4-FFF2-40B4-BE49-F238E27FC236}">
                <a16:creationId xmlns:a16="http://schemas.microsoft.com/office/drawing/2014/main" id="{57B67489-2506-4437-AC71-B5CBBB7B355B}"/>
              </a:ext>
            </a:extLst>
          </p:cNvPr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1856679" y="678043"/>
            <a:ext cx="7296150" cy="4171950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751425076"/>
      </p:ext>
    </p:extLst>
  </p:cSld>
  <p:clrMapOvr>
    <a:masterClrMapping/>
  </p:clrMapOvr>
</p:sld>
</file>

<file path=ppt/slides/slide1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3" name="Rectangle 22">
            <a:extLst>
              <a:ext uri="{FF2B5EF4-FFF2-40B4-BE49-F238E27FC236}">
                <a16:creationId xmlns:a16="http://schemas.microsoft.com/office/drawing/2014/main" id="{8307893A-9361-4AD3-A98C-AB26519D54AD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2BAF9F7B-2345-4AA3-A20A-39EF58E9D272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846580" y="568345"/>
            <a:ext cx="9701953" cy="1560716"/>
          </a:xfrm>
        </p:spPr>
        <p:txBody>
          <a:bodyPr>
            <a:normAutofit/>
          </a:bodyPr>
          <a:lstStyle/>
          <a:p>
            <a:r>
              <a:rPr lang="tr-TR" dirty="0"/>
              <a:t>Transactions—Behind the Scenes</a:t>
            </a:r>
          </a:p>
        </p:txBody>
      </p:sp>
      <p:cxnSp>
        <p:nvCxnSpPr>
          <p:cNvPr id="25" name="Straight Connector 24">
            <a:extLst>
              <a:ext uri="{FF2B5EF4-FFF2-40B4-BE49-F238E27FC236}">
                <a16:creationId xmlns:a16="http://schemas.microsoft.com/office/drawing/2014/main" id="{F1534FA6-97DA-4524-BBD3-450AE51EF930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CxnSpPr>
            <a:cxnSpLocks noGrp="1" noRot="1" noChangeAspect="1" noMove="1" noResize="1" noEditPoints="1" noAdjustHandles="1" noChangeArrowheads="1" noChangeShapeType="1"/>
          </p:cNvCxn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CxnSpPr>
        <p:spPr>
          <a:xfrm>
            <a:off x="1846580" y="2176009"/>
            <a:ext cx="9701953" cy="0"/>
          </a:xfrm>
          <a:prstGeom prst="line">
            <a:avLst/>
          </a:prstGeom>
          <a:ln w="38100">
            <a:solidFill>
              <a:schemeClr val="accent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aphicFrame>
        <p:nvGraphicFramePr>
          <p:cNvPr id="4" name="İçerik Yer Tutucusu 3">
            <a:extLst>
              <a:ext uri="{FF2B5EF4-FFF2-40B4-BE49-F238E27FC236}">
                <a16:creationId xmlns:a16="http://schemas.microsoft.com/office/drawing/2014/main" id="{D67BF796-66DF-4C08-A024-8AF7C9D2145A}"/>
              </a:ext>
            </a:extLst>
          </p:cNvPr>
          <p:cNvGraphicFramePr>
            <a:graphicFrameLocks noGrp="1"/>
          </p:cNvGraphicFramePr>
          <p:nvPr>
            <p:ph idx="1"/>
            <p:extLst>
              <p:ext uri="{D42A27DB-BD31-4B8C-83A1-F6EECF244321}">
                <p14:modId xmlns:p14="http://schemas.microsoft.com/office/powerpoint/2010/main" val="2381539008"/>
              </p:ext>
            </p:extLst>
          </p:nvPr>
        </p:nvGraphicFramePr>
        <p:xfrm>
          <a:off x="1846580" y="2438400"/>
          <a:ext cx="9701953" cy="3651250"/>
        </p:xfrm>
        <a:graphic>
          <a:graphicData uri="http://schemas.openxmlformats.org/drawingml/2006/diagram">
            <dgm:relIds xmlns:dgm="http://schemas.openxmlformats.org/drawingml/2006/diagram" xmlns:r="http://schemas.openxmlformats.org/officeDocument/2006/relationships" r:dm="rId2" r:lo="rId3" r:qs="rId4" r:cs="rId5"/>
          </a:graphicData>
        </a:graphic>
      </p:graphicFrame>
    </p:spTree>
    <p:extLst>
      <p:ext uri="{BB962C8B-B14F-4D97-AF65-F5344CB8AC3E}">
        <p14:creationId xmlns:p14="http://schemas.microsoft.com/office/powerpoint/2010/main" val="2002845892"/>
      </p:ext>
    </p:extLst>
  </p:cSld>
  <p:clrMapOvr>
    <a:masterClrMapping/>
  </p:clrMapOvr>
</p:sld>
</file>

<file path=ppt/slides/slide1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ctangle 1">
            <a:extLst>
              <a:ext uri="{FF2B5EF4-FFF2-40B4-BE49-F238E27FC236}">
                <a16:creationId xmlns:a16="http://schemas.microsoft.com/office/drawing/2014/main" id="{2C641992-1659-4615-97C4-4DB474E836C7}"/>
              </a:ext>
            </a:extLst>
          </p:cNvPr>
          <p:cNvSpPr/>
          <p:nvPr/>
        </p:nvSpPr>
        <p:spPr>
          <a:xfrm>
            <a:off x="3838576" y="258903"/>
            <a:ext cx="7686675" cy="6340197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r>
              <a:rPr lang="tr-TR" sz="1400" dirty="0">
                <a:solidFill>
                  <a:srgbClr val="000000"/>
                </a:solidFill>
                <a:latin typeface="UbuntuMono-Regular"/>
              </a:rPr>
              <a:t>{</a:t>
            </a:r>
          </a:p>
          <a:p>
            <a:r>
              <a:rPr lang="tr-TR" sz="1400" b="1" dirty="0">
                <a:solidFill>
                  <a:srgbClr val="33009A"/>
                </a:solidFill>
                <a:latin typeface="UbuntuMono-Bold"/>
              </a:rPr>
              <a:t>	"version"</a:t>
            </a:r>
            <a:r>
              <a:rPr lang="tr-TR" sz="1400" dirty="0">
                <a:solidFill>
                  <a:srgbClr val="000000"/>
                </a:solidFill>
                <a:latin typeface="UbuntuMono-Regular"/>
              </a:rPr>
              <a:t>: </a:t>
            </a:r>
            <a:r>
              <a:rPr lang="tr-TR" sz="1400" dirty="0">
                <a:solidFill>
                  <a:srgbClr val="FF6600"/>
                </a:solidFill>
                <a:latin typeface="UbuntuMono-Regular"/>
              </a:rPr>
              <a:t>1</a:t>
            </a:r>
            <a:r>
              <a:rPr lang="tr-TR" sz="1400" dirty="0">
                <a:solidFill>
                  <a:srgbClr val="000000"/>
                </a:solidFill>
                <a:latin typeface="UbuntuMono-Regular"/>
              </a:rPr>
              <a:t>,</a:t>
            </a:r>
          </a:p>
          <a:p>
            <a:r>
              <a:rPr lang="tr-TR" sz="1400" b="1" dirty="0">
                <a:solidFill>
                  <a:srgbClr val="33009A"/>
                </a:solidFill>
                <a:latin typeface="UbuntuMono-Bold"/>
              </a:rPr>
              <a:t>	"locktime"</a:t>
            </a:r>
            <a:r>
              <a:rPr lang="tr-TR" sz="1400" dirty="0">
                <a:solidFill>
                  <a:srgbClr val="000000"/>
                </a:solidFill>
                <a:latin typeface="UbuntuMono-Regular"/>
              </a:rPr>
              <a:t>: </a:t>
            </a:r>
            <a:r>
              <a:rPr lang="tr-TR" sz="1400" dirty="0">
                <a:solidFill>
                  <a:srgbClr val="FF6600"/>
                </a:solidFill>
                <a:latin typeface="UbuntuMono-Regular"/>
              </a:rPr>
              <a:t>0</a:t>
            </a:r>
            <a:r>
              <a:rPr lang="tr-TR" sz="1400" dirty="0">
                <a:solidFill>
                  <a:srgbClr val="000000"/>
                </a:solidFill>
                <a:latin typeface="UbuntuMono-Regular"/>
              </a:rPr>
              <a:t>,</a:t>
            </a:r>
          </a:p>
          <a:p>
            <a:r>
              <a:rPr lang="tr-TR" sz="1400" b="1" dirty="0">
                <a:solidFill>
                  <a:srgbClr val="33009A"/>
                </a:solidFill>
                <a:latin typeface="UbuntuMono-Bold"/>
              </a:rPr>
              <a:t>	"vin"</a:t>
            </a:r>
            <a:r>
              <a:rPr lang="tr-TR" sz="1400" dirty="0">
                <a:solidFill>
                  <a:srgbClr val="000000"/>
                </a:solidFill>
                <a:latin typeface="UbuntuMono-Regular"/>
              </a:rPr>
              <a:t>: [</a:t>
            </a:r>
          </a:p>
          <a:p>
            <a:r>
              <a:rPr lang="tr-TR" sz="1400" dirty="0">
                <a:solidFill>
                  <a:srgbClr val="000000"/>
                </a:solidFill>
                <a:latin typeface="UbuntuMono-Regular"/>
              </a:rPr>
              <a:t>		{</a:t>
            </a:r>
          </a:p>
          <a:p>
            <a:r>
              <a:rPr lang="tr-TR" sz="1400" b="1" dirty="0">
                <a:solidFill>
                  <a:srgbClr val="33009A"/>
                </a:solidFill>
                <a:latin typeface="UbuntuMono-Bold"/>
              </a:rPr>
              <a:t>			"txid"</a:t>
            </a:r>
            <a:r>
              <a:rPr lang="tr-TR" sz="1400" dirty="0">
                <a:solidFill>
                  <a:srgbClr val="000000"/>
                </a:solidFill>
                <a:latin typeface="UbuntuMono-Regular"/>
              </a:rPr>
              <a:t>:</a:t>
            </a:r>
          </a:p>
          <a:p>
            <a:r>
              <a:rPr lang="tr-TR" sz="1400" dirty="0">
                <a:solidFill>
                  <a:srgbClr val="CD3300"/>
                </a:solidFill>
                <a:latin typeface="UbuntuMono-Regular"/>
              </a:rPr>
              <a:t>"7957a35fe64f80d234d76d83a2a8f1a0d8149a41d81de548f0a65a8a999f6f18"</a:t>
            </a:r>
            <a:r>
              <a:rPr lang="tr-TR" sz="1400" dirty="0">
                <a:solidFill>
                  <a:srgbClr val="000000"/>
                </a:solidFill>
                <a:latin typeface="UbuntuMono-Regular"/>
              </a:rPr>
              <a:t>,</a:t>
            </a:r>
          </a:p>
          <a:p>
            <a:r>
              <a:rPr lang="tr-TR" sz="1400" b="1" dirty="0">
                <a:solidFill>
                  <a:srgbClr val="33009A"/>
                </a:solidFill>
                <a:latin typeface="UbuntuMono-Bold"/>
              </a:rPr>
              <a:t>			"vout"</a:t>
            </a:r>
            <a:r>
              <a:rPr lang="tr-TR" sz="1400" dirty="0">
                <a:solidFill>
                  <a:srgbClr val="000000"/>
                </a:solidFill>
                <a:latin typeface="UbuntuMono-Regular"/>
              </a:rPr>
              <a:t>: </a:t>
            </a:r>
            <a:r>
              <a:rPr lang="tr-TR" sz="1400" dirty="0">
                <a:solidFill>
                  <a:srgbClr val="FF6600"/>
                </a:solidFill>
                <a:latin typeface="UbuntuMono-Regular"/>
              </a:rPr>
              <a:t>0</a:t>
            </a:r>
            <a:r>
              <a:rPr lang="tr-TR" sz="1400" dirty="0">
                <a:solidFill>
                  <a:srgbClr val="000000"/>
                </a:solidFill>
                <a:latin typeface="UbuntuMono-Regular"/>
              </a:rPr>
              <a:t>,</a:t>
            </a:r>
          </a:p>
          <a:p>
            <a:r>
              <a:rPr lang="tr-TR" sz="1400" b="1" dirty="0">
                <a:solidFill>
                  <a:srgbClr val="33009A"/>
                </a:solidFill>
                <a:latin typeface="UbuntuMono-Bold"/>
              </a:rPr>
              <a:t>			"scriptSig" </a:t>
            </a:r>
            <a:r>
              <a:rPr lang="tr-TR" sz="1400" dirty="0">
                <a:solidFill>
                  <a:srgbClr val="000000"/>
                </a:solidFill>
                <a:latin typeface="UbuntuMono-Regular"/>
              </a:rPr>
              <a:t>:</a:t>
            </a:r>
          </a:p>
          <a:p>
            <a:r>
              <a:rPr lang="tr-TR" sz="1400" dirty="0">
                <a:solidFill>
                  <a:srgbClr val="CD3300"/>
                </a:solidFill>
                <a:latin typeface="UbuntuMono-Regular"/>
              </a:rPr>
              <a:t>"3045022100884d142d86652a3f47ba4746ec719bbfbd040a570b1deccbb6498c75c4ae24cb02204</a:t>
            </a:r>
          </a:p>
          <a:p>
            <a:r>
              <a:rPr lang="tr-TR" sz="1400" dirty="0">
                <a:solidFill>
                  <a:srgbClr val="CD3300"/>
                </a:solidFill>
                <a:latin typeface="UbuntuMono-Regular"/>
              </a:rPr>
              <a:t>b9f039ff08df09cbe9f6addac960298cad530a863ea8f53982c09db8f6e3813[ALL]</a:t>
            </a:r>
          </a:p>
          <a:p>
            <a:r>
              <a:rPr lang="tr-TR" sz="1400" dirty="0">
                <a:solidFill>
                  <a:srgbClr val="CD3300"/>
                </a:solidFill>
                <a:latin typeface="UbuntuMono-Regular"/>
              </a:rPr>
              <a:t>0484ecc0d46f1918b30928fa0e4ed99f16a0fb4fde0735e7ade8416ab9fe423cc5412336376789d1</a:t>
            </a:r>
          </a:p>
          <a:p>
            <a:r>
              <a:rPr lang="tr-TR" sz="1400" dirty="0">
                <a:solidFill>
                  <a:srgbClr val="CD3300"/>
                </a:solidFill>
                <a:latin typeface="UbuntuMono-Regular"/>
              </a:rPr>
              <a:t>72787ec3457eee41c04f4938de5cc17b4a10fa336a8d752adf"</a:t>
            </a:r>
            <a:r>
              <a:rPr lang="tr-TR" sz="1400" dirty="0">
                <a:solidFill>
                  <a:srgbClr val="000000"/>
                </a:solidFill>
                <a:latin typeface="UbuntuMono-Regular"/>
              </a:rPr>
              <a:t>,</a:t>
            </a:r>
          </a:p>
          <a:p>
            <a:r>
              <a:rPr lang="tr-TR" sz="1400" b="1" dirty="0">
                <a:solidFill>
                  <a:srgbClr val="33009A"/>
                </a:solidFill>
                <a:latin typeface="UbuntuMono-Bold"/>
              </a:rPr>
              <a:t>			"sequence"</a:t>
            </a:r>
            <a:r>
              <a:rPr lang="tr-TR" sz="1400" dirty="0">
                <a:solidFill>
                  <a:srgbClr val="000000"/>
                </a:solidFill>
                <a:latin typeface="UbuntuMono-Regular"/>
              </a:rPr>
              <a:t>: </a:t>
            </a:r>
            <a:r>
              <a:rPr lang="tr-TR" sz="1400" dirty="0">
                <a:solidFill>
                  <a:srgbClr val="FF6600"/>
                </a:solidFill>
                <a:latin typeface="UbuntuMono-Regular"/>
              </a:rPr>
              <a:t>4294967295</a:t>
            </a:r>
          </a:p>
          <a:p>
            <a:r>
              <a:rPr lang="tr-TR" sz="1400" dirty="0">
                <a:solidFill>
                  <a:srgbClr val="000000"/>
                </a:solidFill>
                <a:latin typeface="UbuntuMono-Regular"/>
              </a:rPr>
              <a:t>		}</a:t>
            </a:r>
          </a:p>
          <a:p>
            <a:r>
              <a:rPr lang="tr-TR" sz="1400" dirty="0">
                <a:solidFill>
                  <a:srgbClr val="000000"/>
                </a:solidFill>
                <a:latin typeface="UbuntuMono-Regular"/>
              </a:rPr>
              <a:t>	],</a:t>
            </a:r>
          </a:p>
          <a:p>
            <a:r>
              <a:rPr lang="tr-TR" sz="1400" b="1" dirty="0">
                <a:solidFill>
                  <a:srgbClr val="33009A"/>
                </a:solidFill>
                <a:latin typeface="UbuntuMono-Bold"/>
              </a:rPr>
              <a:t>	"vout"</a:t>
            </a:r>
            <a:r>
              <a:rPr lang="tr-TR" sz="1400" dirty="0">
                <a:solidFill>
                  <a:srgbClr val="000000"/>
                </a:solidFill>
                <a:latin typeface="UbuntuMono-Regular"/>
              </a:rPr>
              <a:t>: [</a:t>
            </a:r>
          </a:p>
          <a:p>
            <a:r>
              <a:rPr lang="tr-TR" sz="1400" dirty="0">
                <a:solidFill>
                  <a:srgbClr val="000000"/>
                </a:solidFill>
                <a:latin typeface="UbuntuMono-Regular"/>
              </a:rPr>
              <a:t>		{</a:t>
            </a:r>
          </a:p>
          <a:p>
            <a:r>
              <a:rPr lang="tr-TR" sz="1400" b="1" dirty="0">
                <a:solidFill>
                  <a:srgbClr val="33009A"/>
                </a:solidFill>
                <a:latin typeface="UbuntuMono-Bold"/>
              </a:rPr>
              <a:t>			"value"</a:t>
            </a:r>
            <a:r>
              <a:rPr lang="tr-TR" sz="1400" dirty="0">
                <a:solidFill>
                  <a:srgbClr val="000000"/>
                </a:solidFill>
                <a:latin typeface="UbuntuMono-Regular"/>
              </a:rPr>
              <a:t>: </a:t>
            </a:r>
            <a:r>
              <a:rPr lang="tr-TR" sz="1400" dirty="0">
                <a:solidFill>
                  <a:srgbClr val="FF6600"/>
                </a:solidFill>
                <a:latin typeface="UbuntuMono-Regular"/>
              </a:rPr>
              <a:t>0.01500000</a:t>
            </a:r>
            <a:r>
              <a:rPr lang="tr-TR" sz="1400" dirty="0">
                <a:solidFill>
                  <a:srgbClr val="000000"/>
                </a:solidFill>
                <a:latin typeface="UbuntuMono-Regular"/>
              </a:rPr>
              <a:t>,</a:t>
            </a:r>
          </a:p>
          <a:p>
            <a:r>
              <a:rPr lang="tr-TR" sz="1400" b="1" dirty="0">
                <a:solidFill>
                  <a:srgbClr val="33009A"/>
                </a:solidFill>
                <a:latin typeface="UbuntuMono-Bold"/>
              </a:rPr>
              <a:t>			"scriptPubKey"</a:t>
            </a:r>
            <a:r>
              <a:rPr lang="tr-TR" sz="1400" dirty="0">
                <a:solidFill>
                  <a:srgbClr val="000000"/>
                </a:solidFill>
                <a:latin typeface="UbuntuMono-Regular"/>
              </a:rPr>
              <a:t>: </a:t>
            </a:r>
            <a:r>
              <a:rPr lang="tr-TR" sz="1400" dirty="0">
                <a:solidFill>
                  <a:srgbClr val="CD3300"/>
                </a:solidFill>
                <a:latin typeface="UbuntuMono-Regular"/>
              </a:rPr>
              <a:t>"OP_DUP OP_HASH160</a:t>
            </a:r>
          </a:p>
          <a:p>
            <a:r>
              <a:rPr lang="tr-TR" sz="1400" dirty="0">
                <a:solidFill>
                  <a:srgbClr val="CD3300"/>
                </a:solidFill>
                <a:latin typeface="UbuntuMono-Regular"/>
              </a:rPr>
              <a:t>ab68025513c3dbd2f7b92a94e0581f5d50f654e7 OP_EQUALVERIFY OP_CHECKSIG"</a:t>
            </a:r>
          </a:p>
          <a:p>
            <a:r>
              <a:rPr lang="tr-TR" sz="1400" dirty="0">
                <a:solidFill>
                  <a:srgbClr val="000000"/>
                </a:solidFill>
                <a:latin typeface="UbuntuMono-Regular"/>
              </a:rPr>
              <a:t>		},</a:t>
            </a:r>
          </a:p>
          <a:p>
            <a:r>
              <a:rPr lang="tr-TR" sz="1400" dirty="0">
                <a:solidFill>
                  <a:srgbClr val="000000"/>
                </a:solidFill>
                <a:latin typeface="UbuntuMono-Regular"/>
              </a:rPr>
              <a:t>		{</a:t>
            </a:r>
          </a:p>
          <a:p>
            <a:r>
              <a:rPr lang="tr-TR" sz="1400" b="1" dirty="0">
                <a:solidFill>
                  <a:srgbClr val="33009A"/>
                </a:solidFill>
                <a:latin typeface="UbuntuMono-Bold"/>
              </a:rPr>
              <a:t>			"value"</a:t>
            </a:r>
            <a:r>
              <a:rPr lang="tr-TR" sz="1400" dirty="0">
                <a:solidFill>
                  <a:srgbClr val="000000"/>
                </a:solidFill>
                <a:latin typeface="UbuntuMono-Regular"/>
              </a:rPr>
              <a:t>: </a:t>
            </a:r>
            <a:r>
              <a:rPr lang="tr-TR" sz="1400" dirty="0">
                <a:solidFill>
                  <a:srgbClr val="FF6600"/>
                </a:solidFill>
                <a:latin typeface="UbuntuMono-Regular"/>
              </a:rPr>
              <a:t>0.08450000</a:t>
            </a:r>
            <a:r>
              <a:rPr lang="tr-TR" sz="1400" dirty="0">
                <a:solidFill>
                  <a:srgbClr val="000000"/>
                </a:solidFill>
                <a:latin typeface="UbuntuMono-Regular"/>
              </a:rPr>
              <a:t>,</a:t>
            </a:r>
          </a:p>
          <a:p>
            <a:r>
              <a:rPr lang="tr-TR" sz="1400" b="1" dirty="0">
                <a:solidFill>
                  <a:srgbClr val="33009A"/>
                </a:solidFill>
                <a:latin typeface="UbuntuMono-Bold"/>
              </a:rPr>
              <a:t>			"scriptPubKey"</a:t>
            </a:r>
            <a:r>
              <a:rPr lang="tr-TR" sz="1400" dirty="0">
                <a:solidFill>
                  <a:srgbClr val="000000"/>
                </a:solidFill>
                <a:latin typeface="UbuntuMono-Regular"/>
              </a:rPr>
              <a:t>: </a:t>
            </a:r>
            <a:r>
              <a:rPr lang="tr-TR" sz="1400" dirty="0">
                <a:solidFill>
                  <a:srgbClr val="CD3300"/>
                </a:solidFill>
                <a:latin typeface="UbuntuMono-Regular"/>
              </a:rPr>
              <a:t>"OP_DUP OP_HASH160</a:t>
            </a:r>
          </a:p>
          <a:p>
            <a:r>
              <a:rPr lang="tr-TR" sz="1400" dirty="0">
                <a:solidFill>
                  <a:srgbClr val="CD3300"/>
                </a:solidFill>
                <a:latin typeface="UbuntuMono-Regular"/>
              </a:rPr>
              <a:t>7f9b1a7fb68d60c536c2fd8aeaa53a8f3cc025a8 OP_EQUALVERIFY OP_CHECKSIG"</a:t>
            </a:r>
            <a:r>
              <a:rPr lang="tr-TR" sz="1400" dirty="0">
                <a:solidFill>
                  <a:srgbClr val="000000"/>
                </a:solidFill>
                <a:latin typeface="UbuntuMono-Regular"/>
              </a:rPr>
              <a:t>,</a:t>
            </a:r>
          </a:p>
          <a:p>
            <a:r>
              <a:rPr lang="tr-TR" sz="1400" dirty="0">
                <a:solidFill>
                  <a:srgbClr val="000000"/>
                </a:solidFill>
                <a:latin typeface="UbuntuMono-Regular"/>
              </a:rPr>
              <a:t>		}</a:t>
            </a:r>
          </a:p>
          <a:p>
            <a:r>
              <a:rPr lang="tr-TR" sz="1400" dirty="0">
                <a:solidFill>
                  <a:srgbClr val="000000"/>
                </a:solidFill>
                <a:latin typeface="UbuntuMono-Regular"/>
              </a:rPr>
              <a:t>	]</a:t>
            </a:r>
          </a:p>
          <a:p>
            <a:r>
              <a:rPr lang="tr-TR" sz="1400" dirty="0">
                <a:solidFill>
                  <a:srgbClr val="000000"/>
                </a:solidFill>
                <a:latin typeface="UbuntuMono-Regular"/>
              </a:rPr>
              <a:t>}</a:t>
            </a:r>
            <a:endParaRPr lang="tr-TR" sz="1400" dirty="0"/>
          </a:p>
        </p:txBody>
      </p:sp>
    </p:spTree>
    <p:extLst>
      <p:ext uri="{BB962C8B-B14F-4D97-AF65-F5344CB8AC3E}">
        <p14:creationId xmlns:p14="http://schemas.microsoft.com/office/powerpoint/2010/main" val="595367170"/>
      </p:ext>
    </p:extLst>
  </p:cSld>
  <p:clrMapOvr>
    <a:masterClrMapping/>
  </p:clrMapOvr>
</p:sld>
</file>

<file path=ppt/slides/slide1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Rectangle 8">
            <a:extLst>
              <a:ext uri="{FF2B5EF4-FFF2-40B4-BE49-F238E27FC236}">
                <a16:creationId xmlns:a16="http://schemas.microsoft.com/office/drawing/2014/main" id="{8307893A-9361-4AD3-A98C-AB26519D54AD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C93388B4-A444-409A-A7FD-2E460FB9BFC3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846580" y="568345"/>
            <a:ext cx="9701953" cy="1560716"/>
          </a:xfrm>
        </p:spPr>
        <p:txBody>
          <a:bodyPr>
            <a:normAutofit/>
          </a:bodyPr>
          <a:lstStyle/>
          <a:p>
            <a:r>
              <a:rPr lang="tr-TR" dirty="0"/>
              <a:t>Transaction Content</a:t>
            </a:r>
          </a:p>
        </p:txBody>
      </p:sp>
      <p:cxnSp>
        <p:nvCxnSpPr>
          <p:cNvPr id="11" name="Straight Connector 10">
            <a:extLst>
              <a:ext uri="{FF2B5EF4-FFF2-40B4-BE49-F238E27FC236}">
                <a16:creationId xmlns:a16="http://schemas.microsoft.com/office/drawing/2014/main" id="{F1534FA6-97DA-4524-BBD3-450AE51EF930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CxnSpPr>
            <a:cxnSpLocks noGrp="1" noRot="1" noChangeAspect="1" noMove="1" noResize="1" noEditPoints="1" noAdjustHandles="1" noChangeArrowheads="1" noChangeShapeType="1"/>
          </p:cNvCxn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CxnSpPr>
        <p:spPr>
          <a:xfrm>
            <a:off x="1846580" y="2176009"/>
            <a:ext cx="9701953" cy="0"/>
          </a:xfrm>
          <a:prstGeom prst="line">
            <a:avLst/>
          </a:prstGeom>
          <a:ln w="38100">
            <a:solidFill>
              <a:schemeClr val="accent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aphicFrame>
        <p:nvGraphicFramePr>
          <p:cNvPr id="4" name="İçerik Yer Tutucusu 3">
            <a:extLst>
              <a:ext uri="{FF2B5EF4-FFF2-40B4-BE49-F238E27FC236}">
                <a16:creationId xmlns:a16="http://schemas.microsoft.com/office/drawing/2014/main" id="{891A6058-B3DA-4373-A516-73E297C128A5}"/>
              </a:ext>
            </a:extLst>
          </p:cNvPr>
          <p:cNvGraphicFramePr>
            <a:graphicFrameLocks noGrp="1"/>
          </p:cNvGraphicFramePr>
          <p:nvPr>
            <p:ph idx="1"/>
            <p:extLst>
              <p:ext uri="{D42A27DB-BD31-4B8C-83A1-F6EECF244321}">
                <p14:modId xmlns:p14="http://schemas.microsoft.com/office/powerpoint/2010/main" val="1407478836"/>
              </p:ext>
            </p:extLst>
          </p:nvPr>
        </p:nvGraphicFramePr>
        <p:xfrm>
          <a:off x="721896" y="2213811"/>
          <a:ext cx="10826638" cy="4411577"/>
        </p:xfrm>
        <a:graphic>
          <a:graphicData uri="http://schemas.openxmlformats.org/drawingml/2006/diagram">
            <dgm:relIds xmlns:dgm="http://schemas.openxmlformats.org/drawingml/2006/diagram" xmlns:r="http://schemas.openxmlformats.org/officeDocument/2006/relationships" r:dm="rId2" r:lo="rId3" r:qs="rId4" r:cs="rId5"/>
          </a:graphicData>
        </a:graphic>
      </p:graphicFrame>
    </p:spTree>
    <p:extLst>
      <p:ext uri="{BB962C8B-B14F-4D97-AF65-F5344CB8AC3E}">
        <p14:creationId xmlns:p14="http://schemas.microsoft.com/office/powerpoint/2010/main" val="2537728573"/>
      </p:ext>
    </p:extLst>
  </p:cSld>
  <p:clrMapOvr>
    <a:masterClrMapping/>
  </p:clrMapOvr>
</p:sld>
</file>

<file path=ppt/slides/slide1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C93388B4-A444-409A-A7FD-2E460FB9BFC3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2933700" y="568345"/>
            <a:ext cx="8770571" cy="1560716"/>
          </a:xfrm>
        </p:spPr>
        <p:txBody>
          <a:bodyPr>
            <a:normAutofit/>
          </a:bodyPr>
          <a:lstStyle/>
          <a:p>
            <a:r>
              <a:rPr lang="tr-TR" dirty="0"/>
              <a:t>Transaction Content</a:t>
            </a:r>
          </a:p>
        </p:txBody>
      </p:sp>
      <p:graphicFrame>
        <p:nvGraphicFramePr>
          <p:cNvPr id="4" name="İçerik Yer Tutucusu 3">
            <a:extLst>
              <a:ext uri="{FF2B5EF4-FFF2-40B4-BE49-F238E27FC236}">
                <a16:creationId xmlns:a16="http://schemas.microsoft.com/office/drawing/2014/main" id="{891A6058-B3DA-4373-A516-73E297C128A5}"/>
              </a:ext>
            </a:extLst>
          </p:cNvPr>
          <p:cNvGraphicFramePr>
            <a:graphicFrameLocks noGrp="1"/>
          </p:cNvGraphicFramePr>
          <p:nvPr>
            <p:ph idx="1"/>
            <p:extLst>
              <p:ext uri="{D42A27DB-BD31-4B8C-83A1-F6EECF244321}">
                <p14:modId xmlns:p14="http://schemas.microsoft.com/office/powerpoint/2010/main" val="822325719"/>
              </p:ext>
            </p:extLst>
          </p:nvPr>
        </p:nvGraphicFramePr>
        <p:xfrm>
          <a:off x="2933700" y="2438400"/>
          <a:ext cx="8770938" cy="3651250"/>
        </p:xfrm>
        <a:graphic>
          <a:graphicData uri="http://schemas.openxmlformats.org/drawingml/2006/diagram">
            <dgm:relIds xmlns:dgm="http://schemas.openxmlformats.org/drawingml/2006/diagram" xmlns:r="http://schemas.openxmlformats.org/officeDocument/2006/relationships" r:dm="rId2" r:lo="rId3" r:qs="rId4" r:cs="rId5"/>
          </a:graphicData>
        </a:graphic>
      </p:graphicFrame>
    </p:spTree>
    <p:extLst>
      <p:ext uri="{BB962C8B-B14F-4D97-AF65-F5344CB8AC3E}">
        <p14:creationId xmlns:p14="http://schemas.microsoft.com/office/powerpoint/2010/main" val="614455611"/>
      </p:ext>
    </p:extLst>
  </p:cSld>
  <p:clrMapOvr>
    <a:masterClrMapping/>
  </p:clrMapOvr>
</p:sld>
</file>

<file path=ppt/slides/slide1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2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9" name="Rectangle 7">
            <a:extLst>
              <a:ext uri="{FF2B5EF4-FFF2-40B4-BE49-F238E27FC236}">
                <a16:creationId xmlns:a16="http://schemas.microsoft.com/office/drawing/2014/main" id="{E3DB6FEF-2505-46DD-98AA-E6F0013EDD4F}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chemeClr val="accent1">
              <a:lumMod val="60000"/>
              <a:lumOff val="4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>
              <a:defRPr/>
            </a:pPr>
            <a:endParaRPr lang="en-US">
              <a:solidFill>
                <a:prstClr val="white"/>
              </a:solidFill>
              <a:latin typeface="Calibri" panose="020F0502020204030204"/>
            </a:endParaRPr>
          </a:p>
        </p:txBody>
      </p:sp>
      <p:sp>
        <p:nvSpPr>
          <p:cNvPr id="20" name="Freeform 5">
            <a:extLst>
              <a:ext uri="{FF2B5EF4-FFF2-40B4-BE49-F238E27FC236}">
                <a16:creationId xmlns:a16="http://schemas.microsoft.com/office/drawing/2014/main" id="{8A450A7B-228C-4101-8701-8725F6D48B3D}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 bwMode="auto">
          <a:xfrm>
            <a:off x="8124" y="3175"/>
            <a:ext cx="12145034" cy="6862763"/>
          </a:xfrm>
          <a:custGeom>
            <a:avLst/>
            <a:gdLst/>
            <a:ahLst/>
            <a:cxnLst/>
            <a:rect l="0" t="0" r="r" b="b"/>
            <a:pathLst>
              <a:path w="3840" h="2160">
                <a:moveTo>
                  <a:pt x="3150" y="26"/>
                </a:moveTo>
                <a:cubicBezTo>
                  <a:pt x="3150" y="29"/>
                  <a:pt x="3149" y="31"/>
                  <a:pt x="3148" y="33"/>
                </a:cubicBezTo>
                <a:cubicBezTo>
                  <a:pt x="3130" y="54"/>
                  <a:pt x="3133" y="63"/>
                  <a:pt x="3126" y="63"/>
                </a:cubicBezTo>
                <a:cubicBezTo>
                  <a:pt x="3111" y="92"/>
                  <a:pt x="3109" y="94"/>
                  <a:pt x="3107" y="95"/>
                </a:cubicBezTo>
                <a:cubicBezTo>
                  <a:pt x="3075" y="145"/>
                  <a:pt x="3066" y="164"/>
                  <a:pt x="3058" y="184"/>
                </a:cubicBezTo>
                <a:cubicBezTo>
                  <a:pt x="3045" y="217"/>
                  <a:pt x="3044" y="224"/>
                  <a:pt x="3042" y="229"/>
                </a:cubicBezTo>
                <a:cubicBezTo>
                  <a:pt x="3041" y="231"/>
                  <a:pt x="3050" y="226"/>
                  <a:pt x="3049" y="213"/>
                </a:cubicBezTo>
                <a:cubicBezTo>
                  <a:pt x="3082" y="150"/>
                  <a:pt x="3087" y="141"/>
                  <a:pt x="3092" y="131"/>
                </a:cubicBezTo>
                <a:cubicBezTo>
                  <a:pt x="3108" y="113"/>
                  <a:pt x="3108" y="109"/>
                  <a:pt x="3110" y="108"/>
                </a:cubicBezTo>
                <a:cubicBezTo>
                  <a:pt x="3133" y="75"/>
                  <a:pt x="3137" y="65"/>
                  <a:pt x="3143" y="57"/>
                </a:cubicBezTo>
                <a:cubicBezTo>
                  <a:pt x="3162" y="30"/>
                  <a:pt x="3164" y="29"/>
                  <a:pt x="3163" y="26"/>
                </a:cubicBezTo>
                <a:cubicBezTo>
                  <a:pt x="3177" y="5"/>
                  <a:pt x="3181" y="3"/>
                  <a:pt x="3185" y="0"/>
                </a:cubicBezTo>
                <a:cubicBezTo>
                  <a:pt x="3164" y="11"/>
                  <a:pt x="3161" y="22"/>
                  <a:pt x="3150" y="26"/>
                </a:cubicBezTo>
                <a:close/>
                <a:moveTo>
                  <a:pt x="3022" y="73"/>
                </a:moveTo>
                <a:cubicBezTo>
                  <a:pt x="3020" y="92"/>
                  <a:pt x="3018" y="104"/>
                  <a:pt x="3017" y="128"/>
                </a:cubicBezTo>
                <a:cubicBezTo>
                  <a:pt x="3014" y="201"/>
                  <a:pt x="3015" y="208"/>
                  <a:pt x="3012" y="211"/>
                </a:cubicBezTo>
                <a:cubicBezTo>
                  <a:pt x="3017" y="255"/>
                  <a:pt x="3014" y="257"/>
                  <a:pt x="3016" y="263"/>
                </a:cubicBezTo>
                <a:cubicBezTo>
                  <a:pt x="3026" y="204"/>
                  <a:pt x="3025" y="199"/>
                  <a:pt x="3026" y="195"/>
                </a:cubicBezTo>
                <a:cubicBezTo>
                  <a:pt x="3040" y="153"/>
                  <a:pt x="3037" y="139"/>
                  <a:pt x="3044" y="134"/>
                </a:cubicBezTo>
                <a:cubicBezTo>
                  <a:pt x="3062" y="96"/>
                  <a:pt x="3065" y="93"/>
                  <a:pt x="3067" y="89"/>
                </a:cubicBezTo>
                <a:cubicBezTo>
                  <a:pt x="3083" y="65"/>
                  <a:pt x="3079" y="56"/>
                  <a:pt x="3086" y="57"/>
                </a:cubicBezTo>
                <a:cubicBezTo>
                  <a:pt x="3101" y="34"/>
                  <a:pt x="3103" y="33"/>
                  <a:pt x="3102" y="30"/>
                </a:cubicBezTo>
                <a:cubicBezTo>
                  <a:pt x="3111" y="0"/>
                  <a:pt x="3111" y="0"/>
                  <a:pt x="3111" y="0"/>
                </a:cubicBezTo>
                <a:cubicBezTo>
                  <a:pt x="3095" y="21"/>
                  <a:pt x="3096" y="29"/>
                  <a:pt x="3089" y="31"/>
                </a:cubicBezTo>
                <a:cubicBezTo>
                  <a:pt x="3073" y="69"/>
                  <a:pt x="3062" y="72"/>
                  <a:pt x="3060" y="83"/>
                </a:cubicBezTo>
                <a:cubicBezTo>
                  <a:pt x="3064" y="58"/>
                  <a:pt x="3069" y="55"/>
                  <a:pt x="3068" y="47"/>
                </a:cubicBezTo>
                <a:cubicBezTo>
                  <a:pt x="3085" y="0"/>
                  <a:pt x="3085" y="0"/>
                  <a:pt x="3085" y="0"/>
                </a:cubicBezTo>
                <a:cubicBezTo>
                  <a:pt x="3079" y="13"/>
                  <a:pt x="3075" y="16"/>
                  <a:pt x="3075" y="23"/>
                </a:cubicBezTo>
                <a:cubicBezTo>
                  <a:pt x="3058" y="55"/>
                  <a:pt x="3058" y="62"/>
                  <a:pt x="3057" y="68"/>
                </a:cubicBezTo>
                <a:cubicBezTo>
                  <a:pt x="3042" y="112"/>
                  <a:pt x="3040" y="124"/>
                  <a:pt x="3035" y="133"/>
                </a:cubicBezTo>
                <a:cubicBezTo>
                  <a:pt x="3018" y="179"/>
                  <a:pt x="3022" y="177"/>
                  <a:pt x="3020" y="169"/>
                </a:cubicBezTo>
                <a:cubicBezTo>
                  <a:pt x="3028" y="127"/>
                  <a:pt x="3035" y="121"/>
                  <a:pt x="3035" y="109"/>
                </a:cubicBezTo>
                <a:cubicBezTo>
                  <a:pt x="3047" y="70"/>
                  <a:pt x="3049" y="60"/>
                  <a:pt x="3053" y="51"/>
                </a:cubicBezTo>
                <a:cubicBezTo>
                  <a:pt x="3062" y="0"/>
                  <a:pt x="3062" y="0"/>
                  <a:pt x="3062" y="0"/>
                </a:cubicBezTo>
                <a:cubicBezTo>
                  <a:pt x="3048" y="47"/>
                  <a:pt x="3041" y="63"/>
                  <a:pt x="3038" y="82"/>
                </a:cubicBezTo>
                <a:cubicBezTo>
                  <a:pt x="3027" y="111"/>
                  <a:pt x="3030" y="119"/>
                  <a:pt x="3025" y="120"/>
                </a:cubicBezTo>
                <a:cubicBezTo>
                  <a:pt x="3021" y="108"/>
                  <a:pt x="3025" y="106"/>
                  <a:pt x="3024" y="99"/>
                </a:cubicBezTo>
                <a:cubicBezTo>
                  <a:pt x="3037" y="45"/>
                  <a:pt x="3042" y="43"/>
                  <a:pt x="3041" y="36"/>
                </a:cubicBezTo>
                <a:cubicBezTo>
                  <a:pt x="3045" y="0"/>
                  <a:pt x="3045" y="0"/>
                  <a:pt x="3045" y="0"/>
                </a:cubicBezTo>
                <a:cubicBezTo>
                  <a:pt x="3030" y="52"/>
                  <a:pt x="3028" y="56"/>
                  <a:pt x="3028" y="61"/>
                </a:cubicBezTo>
                <a:close/>
                <a:moveTo>
                  <a:pt x="3116" y="46"/>
                </a:moveTo>
                <a:cubicBezTo>
                  <a:pt x="3116" y="49"/>
                  <a:pt x="3113" y="49"/>
                  <a:pt x="3112" y="51"/>
                </a:cubicBezTo>
                <a:cubicBezTo>
                  <a:pt x="3103" y="60"/>
                  <a:pt x="3105" y="64"/>
                  <a:pt x="3102" y="65"/>
                </a:cubicBezTo>
                <a:cubicBezTo>
                  <a:pt x="3077" y="100"/>
                  <a:pt x="3078" y="112"/>
                  <a:pt x="3069" y="115"/>
                </a:cubicBezTo>
                <a:cubicBezTo>
                  <a:pt x="3059" y="148"/>
                  <a:pt x="3051" y="151"/>
                  <a:pt x="3050" y="160"/>
                </a:cubicBezTo>
                <a:cubicBezTo>
                  <a:pt x="3033" y="198"/>
                  <a:pt x="3037" y="206"/>
                  <a:pt x="3031" y="207"/>
                </a:cubicBezTo>
                <a:cubicBezTo>
                  <a:pt x="3028" y="240"/>
                  <a:pt x="3021" y="246"/>
                  <a:pt x="3028" y="247"/>
                </a:cubicBezTo>
                <a:cubicBezTo>
                  <a:pt x="3044" y="193"/>
                  <a:pt x="3046" y="187"/>
                  <a:pt x="3047" y="180"/>
                </a:cubicBezTo>
                <a:cubicBezTo>
                  <a:pt x="3066" y="142"/>
                  <a:pt x="3070" y="131"/>
                  <a:pt x="3078" y="123"/>
                </a:cubicBezTo>
                <a:cubicBezTo>
                  <a:pt x="3099" y="87"/>
                  <a:pt x="3100" y="84"/>
                  <a:pt x="3101" y="82"/>
                </a:cubicBezTo>
                <a:cubicBezTo>
                  <a:pt x="3138" y="36"/>
                  <a:pt x="3139" y="23"/>
                  <a:pt x="3149" y="18"/>
                </a:cubicBezTo>
                <a:cubicBezTo>
                  <a:pt x="3145" y="6"/>
                  <a:pt x="3139" y="11"/>
                  <a:pt x="3136" y="19"/>
                </a:cubicBezTo>
                <a:close/>
                <a:moveTo>
                  <a:pt x="3177" y="40"/>
                </a:moveTo>
                <a:cubicBezTo>
                  <a:pt x="3172" y="44"/>
                  <a:pt x="3174" y="55"/>
                  <a:pt x="3165" y="56"/>
                </a:cubicBezTo>
                <a:cubicBezTo>
                  <a:pt x="3146" y="83"/>
                  <a:pt x="3143" y="85"/>
                  <a:pt x="3143" y="90"/>
                </a:cubicBezTo>
                <a:cubicBezTo>
                  <a:pt x="3128" y="108"/>
                  <a:pt x="3126" y="110"/>
                  <a:pt x="3123" y="111"/>
                </a:cubicBezTo>
                <a:cubicBezTo>
                  <a:pt x="3100" y="150"/>
                  <a:pt x="3089" y="160"/>
                  <a:pt x="3084" y="173"/>
                </a:cubicBezTo>
                <a:cubicBezTo>
                  <a:pt x="3061" y="210"/>
                  <a:pt x="3060" y="214"/>
                  <a:pt x="3061" y="218"/>
                </a:cubicBezTo>
                <a:cubicBezTo>
                  <a:pt x="3044" y="256"/>
                  <a:pt x="3048" y="268"/>
                  <a:pt x="3040" y="270"/>
                </a:cubicBezTo>
                <a:cubicBezTo>
                  <a:pt x="3036" y="343"/>
                  <a:pt x="3029" y="331"/>
                  <a:pt x="3034" y="330"/>
                </a:cubicBezTo>
                <a:cubicBezTo>
                  <a:pt x="3039" y="292"/>
                  <a:pt x="3042" y="288"/>
                  <a:pt x="3043" y="283"/>
                </a:cubicBezTo>
                <a:cubicBezTo>
                  <a:pt x="3059" y="238"/>
                  <a:pt x="3058" y="231"/>
                  <a:pt x="3064" y="229"/>
                </a:cubicBezTo>
                <a:cubicBezTo>
                  <a:pt x="3084" y="187"/>
                  <a:pt x="3087" y="184"/>
                  <a:pt x="3089" y="179"/>
                </a:cubicBezTo>
                <a:cubicBezTo>
                  <a:pt x="3124" y="131"/>
                  <a:pt x="3123" y="135"/>
                  <a:pt x="3127" y="131"/>
                </a:cubicBezTo>
                <a:cubicBezTo>
                  <a:pt x="3145" y="105"/>
                  <a:pt x="3144" y="100"/>
                  <a:pt x="3148" y="99"/>
                </a:cubicBezTo>
                <a:cubicBezTo>
                  <a:pt x="3161" y="79"/>
                  <a:pt x="3163" y="77"/>
                  <a:pt x="3164" y="74"/>
                </a:cubicBezTo>
                <a:cubicBezTo>
                  <a:pt x="3188" y="45"/>
                  <a:pt x="3190" y="38"/>
                  <a:pt x="3196" y="34"/>
                </a:cubicBezTo>
                <a:cubicBezTo>
                  <a:pt x="3215" y="7"/>
                  <a:pt x="3223" y="9"/>
                  <a:pt x="3220" y="2"/>
                </a:cubicBezTo>
                <a:cubicBezTo>
                  <a:pt x="3209" y="3"/>
                  <a:pt x="3209" y="7"/>
                  <a:pt x="3205" y="7"/>
                </a:cubicBezTo>
                <a:cubicBezTo>
                  <a:pt x="3184" y="32"/>
                  <a:pt x="3182" y="37"/>
                  <a:pt x="3177" y="40"/>
                </a:cubicBezTo>
                <a:close/>
                <a:moveTo>
                  <a:pt x="3014" y="80"/>
                </a:moveTo>
                <a:cubicBezTo>
                  <a:pt x="3011" y="54"/>
                  <a:pt x="3017" y="36"/>
                  <a:pt x="3018" y="14"/>
                </a:cubicBezTo>
                <a:cubicBezTo>
                  <a:pt x="3022" y="13"/>
                  <a:pt x="3019" y="6"/>
                  <a:pt x="3022" y="5"/>
                </a:cubicBezTo>
                <a:cubicBezTo>
                  <a:pt x="3023" y="4"/>
                  <a:pt x="3024" y="2"/>
                  <a:pt x="3025" y="0"/>
                </a:cubicBezTo>
                <a:cubicBezTo>
                  <a:pt x="3015" y="0"/>
                  <a:pt x="3015" y="0"/>
                  <a:pt x="3015" y="0"/>
                </a:cubicBezTo>
                <a:cubicBezTo>
                  <a:pt x="3012" y="6"/>
                  <a:pt x="3014" y="15"/>
                  <a:pt x="3009" y="19"/>
                </a:cubicBezTo>
                <a:cubicBezTo>
                  <a:pt x="3009" y="31"/>
                  <a:pt x="3009" y="44"/>
                  <a:pt x="3008" y="56"/>
                </a:cubicBezTo>
                <a:cubicBezTo>
                  <a:pt x="3008" y="60"/>
                  <a:pt x="3008" y="65"/>
                  <a:pt x="3009" y="69"/>
                </a:cubicBezTo>
                <a:cubicBezTo>
                  <a:pt x="3010" y="73"/>
                  <a:pt x="3007" y="82"/>
                  <a:pt x="3014" y="80"/>
                </a:cubicBezTo>
                <a:close/>
                <a:moveTo>
                  <a:pt x="2154" y="176"/>
                </a:moveTo>
                <a:cubicBezTo>
                  <a:pt x="2152" y="182"/>
                  <a:pt x="2146" y="191"/>
                  <a:pt x="2153" y="194"/>
                </a:cubicBezTo>
                <a:cubicBezTo>
                  <a:pt x="2159" y="188"/>
                  <a:pt x="2164" y="180"/>
                  <a:pt x="2169" y="171"/>
                </a:cubicBezTo>
                <a:cubicBezTo>
                  <a:pt x="2175" y="150"/>
                  <a:pt x="2180" y="133"/>
                  <a:pt x="2186" y="119"/>
                </a:cubicBezTo>
                <a:cubicBezTo>
                  <a:pt x="2187" y="111"/>
                  <a:pt x="2188" y="103"/>
                  <a:pt x="2192" y="94"/>
                </a:cubicBezTo>
                <a:cubicBezTo>
                  <a:pt x="2190" y="89"/>
                  <a:pt x="2193" y="91"/>
                  <a:pt x="2194" y="85"/>
                </a:cubicBezTo>
                <a:cubicBezTo>
                  <a:pt x="2196" y="81"/>
                  <a:pt x="2197" y="76"/>
                  <a:pt x="2199" y="71"/>
                </a:cubicBezTo>
                <a:cubicBezTo>
                  <a:pt x="2200" y="47"/>
                  <a:pt x="2202" y="27"/>
                  <a:pt x="2205" y="0"/>
                </a:cubicBezTo>
                <a:cubicBezTo>
                  <a:pt x="2197" y="0"/>
                  <a:pt x="2197" y="0"/>
                  <a:pt x="2197" y="0"/>
                </a:cubicBezTo>
                <a:cubicBezTo>
                  <a:pt x="2196" y="4"/>
                  <a:pt x="2196" y="9"/>
                  <a:pt x="2195" y="13"/>
                </a:cubicBezTo>
                <a:cubicBezTo>
                  <a:pt x="2197" y="21"/>
                  <a:pt x="2191" y="35"/>
                  <a:pt x="2194" y="40"/>
                </a:cubicBezTo>
                <a:cubicBezTo>
                  <a:pt x="2195" y="41"/>
                  <a:pt x="2191" y="42"/>
                  <a:pt x="2191" y="41"/>
                </a:cubicBezTo>
                <a:cubicBezTo>
                  <a:pt x="2191" y="46"/>
                  <a:pt x="2192" y="50"/>
                  <a:pt x="2192" y="55"/>
                </a:cubicBezTo>
                <a:cubicBezTo>
                  <a:pt x="2192" y="55"/>
                  <a:pt x="2189" y="55"/>
                  <a:pt x="2189" y="57"/>
                </a:cubicBezTo>
                <a:cubicBezTo>
                  <a:pt x="2189" y="57"/>
                  <a:pt x="2191" y="58"/>
                  <a:pt x="2191" y="59"/>
                </a:cubicBezTo>
                <a:cubicBezTo>
                  <a:pt x="2191" y="62"/>
                  <a:pt x="2192" y="64"/>
                  <a:pt x="2190" y="68"/>
                </a:cubicBezTo>
                <a:cubicBezTo>
                  <a:pt x="2187" y="76"/>
                  <a:pt x="2186" y="89"/>
                  <a:pt x="2181" y="93"/>
                </a:cubicBezTo>
                <a:cubicBezTo>
                  <a:pt x="2185" y="94"/>
                  <a:pt x="2179" y="102"/>
                  <a:pt x="2179" y="106"/>
                </a:cubicBezTo>
                <a:cubicBezTo>
                  <a:pt x="2181" y="109"/>
                  <a:pt x="2179" y="114"/>
                  <a:pt x="2177" y="119"/>
                </a:cubicBezTo>
                <a:cubicBezTo>
                  <a:pt x="2171" y="131"/>
                  <a:pt x="2167" y="145"/>
                  <a:pt x="2163" y="160"/>
                </a:cubicBezTo>
                <a:cubicBezTo>
                  <a:pt x="2162" y="164"/>
                  <a:pt x="2159" y="164"/>
                  <a:pt x="2158" y="168"/>
                </a:cubicBezTo>
                <a:cubicBezTo>
                  <a:pt x="2157" y="171"/>
                  <a:pt x="2157" y="176"/>
                  <a:pt x="2154" y="176"/>
                </a:cubicBezTo>
                <a:close/>
                <a:moveTo>
                  <a:pt x="2311" y="845"/>
                </a:moveTo>
                <a:cubicBezTo>
                  <a:pt x="2314" y="849"/>
                  <a:pt x="2316" y="854"/>
                  <a:pt x="2323" y="858"/>
                </a:cubicBezTo>
                <a:cubicBezTo>
                  <a:pt x="2344" y="898"/>
                  <a:pt x="2346" y="909"/>
                  <a:pt x="2357" y="917"/>
                </a:cubicBezTo>
                <a:cubicBezTo>
                  <a:pt x="2373" y="962"/>
                  <a:pt x="2374" y="968"/>
                  <a:pt x="2379" y="974"/>
                </a:cubicBezTo>
                <a:cubicBezTo>
                  <a:pt x="2402" y="1039"/>
                  <a:pt x="2405" y="1045"/>
                  <a:pt x="2406" y="1052"/>
                </a:cubicBezTo>
                <a:cubicBezTo>
                  <a:pt x="2428" y="1117"/>
                  <a:pt x="2430" y="1124"/>
                  <a:pt x="2429" y="1131"/>
                </a:cubicBezTo>
                <a:cubicBezTo>
                  <a:pt x="2441" y="1178"/>
                  <a:pt x="2454" y="1182"/>
                  <a:pt x="2448" y="1190"/>
                </a:cubicBezTo>
                <a:cubicBezTo>
                  <a:pt x="2462" y="1236"/>
                  <a:pt x="2466" y="1242"/>
                  <a:pt x="2469" y="1249"/>
                </a:cubicBezTo>
                <a:cubicBezTo>
                  <a:pt x="2482" y="1291"/>
                  <a:pt x="2482" y="1294"/>
                  <a:pt x="2486" y="1297"/>
                </a:cubicBezTo>
                <a:cubicBezTo>
                  <a:pt x="2499" y="1333"/>
                  <a:pt x="2498" y="1340"/>
                  <a:pt x="2504" y="1345"/>
                </a:cubicBezTo>
                <a:cubicBezTo>
                  <a:pt x="2523" y="1391"/>
                  <a:pt x="2526" y="1397"/>
                  <a:pt x="2531" y="1403"/>
                </a:cubicBezTo>
                <a:cubicBezTo>
                  <a:pt x="2541" y="1435"/>
                  <a:pt x="2545" y="1437"/>
                  <a:pt x="2548" y="1440"/>
                </a:cubicBezTo>
                <a:cubicBezTo>
                  <a:pt x="2563" y="1473"/>
                  <a:pt x="2567" y="1475"/>
                  <a:pt x="2567" y="1479"/>
                </a:cubicBezTo>
                <a:cubicBezTo>
                  <a:pt x="2616" y="1536"/>
                  <a:pt x="2619" y="1537"/>
                  <a:pt x="2623" y="1537"/>
                </a:cubicBezTo>
                <a:cubicBezTo>
                  <a:pt x="2627" y="1538"/>
                  <a:pt x="2626" y="1536"/>
                  <a:pt x="2624" y="1535"/>
                </a:cubicBezTo>
                <a:cubicBezTo>
                  <a:pt x="2576" y="1476"/>
                  <a:pt x="2567" y="1471"/>
                  <a:pt x="2569" y="1465"/>
                </a:cubicBezTo>
                <a:cubicBezTo>
                  <a:pt x="2557" y="1435"/>
                  <a:pt x="2550" y="1434"/>
                  <a:pt x="2552" y="1430"/>
                </a:cubicBezTo>
                <a:cubicBezTo>
                  <a:pt x="2534" y="1388"/>
                  <a:pt x="2528" y="1383"/>
                  <a:pt x="2527" y="1377"/>
                </a:cubicBezTo>
                <a:cubicBezTo>
                  <a:pt x="2513" y="1348"/>
                  <a:pt x="2509" y="1345"/>
                  <a:pt x="2506" y="1342"/>
                </a:cubicBezTo>
                <a:cubicBezTo>
                  <a:pt x="2504" y="1319"/>
                  <a:pt x="2497" y="1314"/>
                  <a:pt x="2498" y="1307"/>
                </a:cubicBezTo>
                <a:cubicBezTo>
                  <a:pt x="2481" y="1279"/>
                  <a:pt x="2493" y="1274"/>
                  <a:pt x="2484" y="1272"/>
                </a:cubicBezTo>
                <a:cubicBezTo>
                  <a:pt x="2476" y="1250"/>
                  <a:pt x="2478" y="1244"/>
                  <a:pt x="2473" y="1238"/>
                </a:cubicBezTo>
                <a:cubicBezTo>
                  <a:pt x="2460" y="1192"/>
                  <a:pt x="2460" y="1189"/>
                  <a:pt x="2458" y="1186"/>
                </a:cubicBezTo>
                <a:cubicBezTo>
                  <a:pt x="2450" y="1144"/>
                  <a:pt x="2438" y="1140"/>
                  <a:pt x="2441" y="1133"/>
                </a:cubicBezTo>
                <a:cubicBezTo>
                  <a:pt x="2428" y="1087"/>
                  <a:pt x="2424" y="1075"/>
                  <a:pt x="2416" y="1064"/>
                </a:cubicBezTo>
                <a:cubicBezTo>
                  <a:pt x="2410" y="1041"/>
                  <a:pt x="2411" y="1035"/>
                  <a:pt x="2407" y="1030"/>
                </a:cubicBezTo>
                <a:cubicBezTo>
                  <a:pt x="2387" y="974"/>
                  <a:pt x="2384" y="968"/>
                  <a:pt x="2380" y="962"/>
                </a:cubicBezTo>
                <a:cubicBezTo>
                  <a:pt x="2366" y="915"/>
                  <a:pt x="2355" y="909"/>
                  <a:pt x="2357" y="902"/>
                </a:cubicBezTo>
                <a:cubicBezTo>
                  <a:pt x="2339" y="870"/>
                  <a:pt x="2335" y="867"/>
                  <a:pt x="2335" y="864"/>
                </a:cubicBezTo>
                <a:cubicBezTo>
                  <a:pt x="2329" y="853"/>
                  <a:pt x="2327" y="850"/>
                  <a:pt x="2322" y="847"/>
                </a:cubicBezTo>
                <a:close/>
                <a:moveTo>
                  <a:pt x="2226" y="830"/>
                </a:moveTo>
                <a:cubicBezTo>
                  <a:pt x="2225" y="835"/>
                  <a:pt x="2237" y="841"/>
                  <a:pt x="2240" y="840"/>
                </a:cubicBezTo>
                <a:cubicBezTo>
                  <a:pt x="2280" y="885"/>
                  <a:pt x="2282" y="892"/>
                  <a:pt x="2288" y="898"/>
                </a:cubicBezTo>
                <a:cubicBezTo>
                  <a:pt x="2309" y="930"/>
                  <a:pt x="2309" y="932"/>
                  <a:pt x="2309" y="933"/>
                </a:cubicBezTo>
                <a:cubicBezTo>
                  <a:pt x="2324" y="964"/>
                  <a:pt x="2328" y="967"/>
                  <a:pt x="2329" y="970"/>
                </a:cubicBezTo>
                <a:cubicBezTo>
                  <a:pt x="2351" y="1008"/>
                  <a:pt x="2350" y="1015"/>
                  <a:pt x="2355" y="1021"/>
                </a:cubicBezTo>
                <a:cubicBezTo>
                  <a:pt x="2373" y="1067"/>
                  <a:pt x="2375" y="1070"/>
                  <a:pt x="2375" y="1074"/>
                </a:cubicBezTo>
                <a:cubicBezTo>
                  <a:pt x="2397" y="1132"/>
                  <a:pt x="2396" y="1135"/>
                  <a:pt x="2401" y="1138"/>
                </a:cubicBezTo>
                <a:cubicBezTo>
                  <a:pt x="2407" y="1163"/>
                  <a:pt x="2406" y="1167"/>
                  <a:pt x="2414" y="1170"/>
                </a:cubicBezTo>
                <a:cubicBezTo>
                  <a:pt x="2421" y="1203"/>
                  <a:pt x="2425" y="1211"/>
                  <a:pt x="2422" y="1220"/>
                </a:cubicBezTo>
                <a:cubicBezTo>
                  <a:pt x="2443" y="1271"/>
                  <a:pt x="2443" y="1273"/>
                  <a:pt x="2443" y="1276"/>
                </a:cubicBezTo>
                <a:cubicBezTo>
                  <a:pt x="2453" y="1306"/>
                  <a:pt x="2452" y="1312"/>
                  <a:pt x="2457" y="1317"/>
                </a:cubicBezTo>
                <a:cubicBezTo>
                  <a:pt x="2463" y="1344"/>
                  <a:pt x="2471" y="1346"/>
                  <a:pt x="2470" y="1349"/>
                </a:cubicBezTo>
                <a:cubicBezTo>
                  <a:pt x="2487" y="1386"/>
                  <a:pt x="2484" y="1392"/>
                  <a:pt x="2494" y="1396"/>
                </a:cubicBezTo>
                <a:cubicBezTo>
                  <a:pt x="2510" y="1433"/>
                  <a:pt x="2518" y="1438"/>
                  <a:pt x="2517" y="1443"/>
                </a:cubicBezTo>
                <a:cubicBezTo>
                  <a:pt x="2533" y="1461"/>
                  <a:pt x="2535" y="1463"/>
                  <a:pt x="2536" y="1466"/>
                </a:cubicBezTo>
                <a:cubicBezTo>
                  <a:pt x="2554" y="1485"/>
                  <a:pt x="2560" y="1493"/>
                  <a:pt x="2563" y="1489"/>
                </a:cubicBezTo>
                <a:cubicBezTo>
                  <a:pt x="2530" y="1445"/>
                  <a:pt x="2522" y="1441"/>
                  <a:pt x="2522" y="1436"/>
                </a:cubicBezTo>
                <a:cubicBezTo>
                  <a:pt x="2466" y="1320"/>
                  <a:pt x="2462" y="1316"/>
                  <a:pt x="2464" y="1311"/>
                </a:cubicBezTo>
                <a:cubicBezTo>
                  <a:pt x="2445" y="1263"/>
                  <a:pt x="2447" y="1258"/>
                  <a:pt x="2442" y="1254"/>
                </a:cubicBezTo>
                <a:cubicBezTo>
                  <a:pt x="2435" y="1229"/>
                  <a:pt x="2435" y="1227"/>
                  <a:pt x="2435" y="1224"/>
                </a:cubicBezTo>
                <a:cubicBezTo>
                  <a:pt x="2407" y="1143"/>
                  <a:pt x="2407" y="1133"/>
                  <a:pt x="2403" y="1124"/>
                </a:cubicBezTo>
                <a:cubicBezTo>
                  <a:pt x="2396" y="1104"/>
                  <a:pt x="2396" y="1099"/>
                  <a:pt x="2394" y="1094"/>
                </a:cubicBezTo>
                <a:cubicBezTo>
                  <a:pt x="2379" y="1056"/>
                  <a:pt x="2379" y="1054"/>
                  <a:pt x="2377" y="1052"/>
                </a:cubicBezTo>
                <a:cubicBezTo>
                  <a:pt x="2362" y="1018"/>
                  <a:pt x="2360" y="1013"/>
                  <a:pt x="2359" y="1008"/>
                </a:cubicBezTo>
                <a:cubicBezTo>
                  <a:pt x="2322" y="939"/>
                  <a:pt x="2316" y="929"/>
                  <a:pt x="2311" y="919"/>
                </a:cubicBezTo>
                <a:cubicBezTo>
                  <a:pt x="2268" y="860"/>
                  <a:pt x="2269" y="857"/>
                  <a:pt x="2267" y="855"/>
                </a:cubicBezTo>
                <a:cubicBezTo>
                  <a:pt x="2242" y="833"/>
                  <a:pt x="2236" y="829"/>
                  <a:pt x="2230" y="825"/>
                </a:cubicBezTo>
                <a:cubicBezTo>
                  <a:pt x="2215" y="829"/>
                  <a:pt x="2217" y="829"/>
                  <a:pt x="2219" y="829"/>
                </a:cubicBezTo>
                <a:close/>
                <a:moveTo>
                  <a:pt x="3510" y="16"/>
                </a:moveTo>
                <a:cubicBezTo>
                  <a:pt x="3524" y="18"/>
                  <a:pt x="3535" y="22"/>
                  <a:pt x="3546" y="27"/>
                </a:cubicBezTo>
                <a:cubicBezTo>
                  <a:pt x="3580" y="42"/>
                  <a:pt x="3582" y="38"/>
                  <a:pt x="3584" y="42"/>
                </a:cubicBezTo>
                <a:cubicBezTo>
                  <a:pt x="3618" y="52"/>
                  <a:pt x="3623" y="54"/>
                  <a:pt x="3628" y="56"/>
                </a:cubicBezTo>
                <a:cubicBezTo>
                  <a:pt x="3702" y="78"/>
                  <a:pt x="3712" y="88"/>
                  <a:pt x="3727" y="91"/>
                </a:cubicBezTo>
                <a:cubicBezTo>
                  <a:pt x="3785" y="120"/>
                  <a:pt x="3787" y="122"/>
                  <a:pt x="3791" y="123"/>
                </a:cubicBezTo>
                <a:cubicBezTo>
                  <a:pt x="3770" y="103"/>
                  <a:pt x="3762" y="105"/>
                  <a:pt x="3760" y="99"/>
                </a:cubicBezTo>
                <a:cubicBezTo>
                  <a:pt x="3707" y="77"/>
                  <a:pt x="3699" y="70"/>
                  <a:pt x="3688" y="67"/>
                </a:cubicBezTo>
                <a:cubicBezTo>
                  <a:pt x="3618" y="44"/>
                  <a:pt x="3610" y="38"/>
                  <a:pt x="3599" y="36"/>
                </a:cubicBezTo>
                <a:cubicBezTo>
                  <a:pt x="3547" y="17"/>
                  <a:pt x="3540" y="18"/>
                  <a:pt x="3538" y="12"/>
                </a:cubicBezTo>
                <a:cubicBezTo>
                  <a:pt x="3504" y="1"/>
                  <a:pt x="3503" y="1"/>
                  <a:pt x="3503" y="0"/>
                </a:cubicBezTo>
                <a:cubicBezTo>
                  <a:pt x="3495" y="8"/>
                  <a:pt x="3505" y="9"/>
                  <a:pt x="3510" y="16"/>
                </a:cubicBezTo>
                <a:close/>
                <a:moveTo>
                  <a:pt x="3427" y="20"/>
                </a:moveTo>
                <a:cubicBezTo>
                  <a:pt x="3431" y="23"/>
                  <a:pt x="3439" y="22"/>
                  <a:pt x="3441" y="28"/>
                </a:cubicBezTo>
                <a:cubicBezTo>
                  <a:pt x="3472" y="49"/>
                  <a:pt x="3482" y="47"/>
                  <a:pt x="3484" y="53"/>
                </a:cubicBezTo>
                <a:cubicBezTo>
                  <a:pt x="3561" y="81"/>
                  <a:pt x="3567" y="88"/>
                  <a:pt x="3580" y="88"/>
                </a:cubicBezTo>
                <a:cubicBezTo>
                  <a:pt x="3610" y="99"/>
                  <a:pt x="3608" y="105"/>
                  <a:pt x="3614" y="103"/>
                </a:cubicBezTo>
                <a:cubicBezTo>
                  <a:pt x="3673" y="129"/>
                  <a:pt x="3682" y="128"/>
                  <a:pt x="3686" y="133"/>
                </a:cubicBezTo>
                <a:cubicBezTo>
                  <a:pt x="3728" y="150"/>
                  <a:pt x="3736" y="150"/>
                  <a:pt x="3738" y="156"/>
                </a:cubicBezTo>
                <a:cubicBezTo>
                  <a:pt x="3766" y="171"/>
                  <a:pt x="3768" y="173"/>
                  <a:pt x="3770" y="175"/>
                </a:cubicBezTo>
                <a:cubicBezTo>
                  <a:pt x="3815" y="218"/>
                  <a:pt x="3820" y="221"/>
                  <a:pt x="3824" y="226"/>
                </a:cubicBezTo>
                <a:cubicBezTo>
                  <a:pt x="3840" y="232"/>
                  <a:pt x="3826" y="226"/>
                  <a:pt x="3823" y="217"/>
                </a:cubicBezTo>
                <a:cubicBezTo>
                  <a:pt x="3809" y="197"/>
                  <a:pt x="3803" y="200"/>
                  <a:pt x="3804" y="195"/>
                </a:cubicBezTo>
                <a:cubicBezTo>
                  <a:pt x="3780" y="170"/>
                  <a:pt x="3772" y="173"/>
                  <a:pt x="3772" y="166"/>
                </a:cubicBezTo>
                <a:cubicBezTo>
                  <a:pt x="3732" y="139"/>
                  <a:pt x="3725" y="141"/>
                  <a:pt x="3724" y="135"/>
                </a:cubicBezTo>
                <a:cubicBezTo>
                  <a:pt x="3672" y="119"/>
                  <a:pt x="3670" y="114"/>
                  <a:pt x="3665" y="113"/>
                </a:cubicBezTo>
                <a:cubicBezTo>
                  <a:pt x="3622" y="94"/>
                  <a:pt x="3612" y="93"/>
                  <a:pt x="3607" y="88"/>
                </a:cubicBezTo>
                <a:cubicBezTo>
                  <a:pt x="3553" y="69"/>
                  <a:pt x="3545" y="69"/>
                  <a:pt x="3539" y="65"/>
                </a:cubicBezTo>
                <a:cubicBezTo>
                  <a:pt x="3500" y="46"/>
                  <a:pt x="3489" y="45"/>
                  <a:pt x="3481" y="40"/>
                </a:cubicBezTo>
                <a:cubicBezTo>
                  <a:pt x="3448" y="23"/>
                  <a:pt x="3449" y="17"/>
                  <a:pt x="3444" y="19"/>
                </a:cubicBezTo>
                <a:cubicBezTo>
                  <a:pt x="3422" y="2"/>
                  <a:pt x="3421" y="1"/>
                  <a:pt x="3421" y="0"/>
                </a:cubicBezTo>
                <a:close/>
                <a:moveTo>
                  <a:pt x="2120" y="152"/>
                </a:moveTo>
                <a:cubicBezTo>
                  <a:pt x="2122" y="149"/>
                  <a:pt x="2127" y="152"/>
                  <a:pt x="2126" y="145"/>
                </a:cubicBezTo>
                <a:cubicBezTo>
                  <a:pt x="2128" y="141"/>
                  <a:pt x="2129" y="136"/>
                  <a:pt x="2130" y="132"/>
                </a:cubicBezTo>
                <a:cubicBezTo>
                  <a:pt x="2133" y="135"/>
                  <a:pt x="2137" y="123"/>
                  <a:pt x="2133" y="124"/>
                </a:cubicBezTo>
                <a:cubicBezTo>
                  <a:pt x="2133" y="119"/>
                  <a:pt x="2138" y="121"/>
                  <a:pt x="2138" y="114"/>
                </a:cubicBezTo>
                <a:cubicBezTo>
                  <a:pt x="2137" y="106"/>
                  <a:pt x="2141" y="96"/>
                  <a:pt x="2144" y="86"/>
                </a:cubicBezTo>
                <a:cubicBezTo>
                  <a:pt x="2144" y="69"/>
                  <a:pt x="2149" y="48"/>
                  <a:pt x="2154" y="28"/>
                </a:cubicBezTo>
                <a:cubicBezTo>
                  <a:pt x="2152" y="20"/>
                  <a:pt x="2156" y="9"/>
                  <a:pt x="2156" y="0"/>
                </a:cubicBezTo>
                <a:cubicBezTo>
                  <a:pt x="2146" y="0"/>
                  <a:pt x="2146" y="0"/>
                  <a:pt x="2146" y="0"/>
                </a:cubicBezTo>
                <a:cubicBezTo>
                  <a:pt x="2146" y="12"/>
                  <a:pt x="2145" y="24"/>
                  <a:pt x="2146" y="35"/>
                </a:cubicBezTo>
                <a:cubicBezTo>
                  <a:pt x="2140" y="38"/>
                  <a:pt x="2145" y="45"/>
                  <a:pt x="2140" y="53"/>
                </a:cubicBezTo>
                <a:cubicBezTo>
                  <a:pt x="2143" y="59"/>
                  <a:pt x="2137" y="69"/>
                  <a:pt x="2135" y="77"/>
                </a:cubicBezTo>
                <a:cubicBezTo>
                  <a:pt x="2143" y="79"/>
                  <a:pt x="2129" y="83"/>
                  <a:pt x="2136" y="84"/>
                </a:cubicBezTo>
                <a:cubicBezTo>
                  <a:pt x="2134" y="88"/>
                  <a:pt x="2133" y="92"/>
                  <a:pt x="2132" y="96"/>
                </a:cubicBezTo>
                <a:cubicBezTo>
                  <a:pt x="2127" y="106"/>
                  <a:pt x="2131" y="111"/>
                  <a:pt x="2127" y="120"/>
                </a:cubicBezTo>
                <a:cubicBezTo>
                  <a:pt x="2126" y="127"/>
                  <a:pt x="2123" y="131"/>
                  <a:pt x="2120" y="136"/>
                </a:cubicBezTo>
                <a:cubicBezTo>
                  <a:pt x="2119" y="142"/>
                  <a:pt x="2114" y="150"/>
                  <a:pt x="2120" y="152"/>
                </a:cubicBezTo>
                <a:close/>
                <a:moveTo>
                  <a:pt x="3473" y="21"/>
                </a:moveTo>
                <a:cubicBezTo>
                  <a:pt x="3474" y="26"/>
                  <a:pt x="3481" y="23"/>
                  <a:pt x="3482" y="27"/>
                </a:cubicBezTo>
                <a:cubicBezTo>
                  <a:pt x="3525" y="42"/>
                  <a:pt x="3529" y="41"/>
                  <a:pt x="3529" y="43"/>
                </a:cubicBezTo>
                <a:cubicBezTo>
                  <a:pt x="3556" y="50"/>
                  <a:pt x="3560" y="53"/>
                  <a:pt x="3565" y="54"/>
                </a:cubicBezTo>
                <a:cubicBezTo>
                  <a:pt x="3587" y="59"/>
                  <a:pt x="3590" y="63"/>
                  <a:pt x="3596" y="63"/>
                </a:cubicBezTo>
                <a:cubicBezTo>
                  <a:pt x="3658" y="81"/>
                  <a:pt x="3665" y="83"/>
                  <a:pt x="3672" y="84"/>
                </a:cubicBezTo>
                <a:cubicBezTo>
                  <a:pt x="3705" y="94"/>
                  <a:pt x="3704" y="100"/>
                  <a:pt x="3710" y="98"/>
                </a:cubicBezTo>
                <a:cubicBezTo>
                  <a:pt x="3741" y="113"/>
                  <a:pt x="3750" y="122"/>
                  <a:pt x="3762" y="128"/>
                </a:cubicBezTo>
                <a:cubicBezTo>
                  <a:pt x="3734" y="106"/>
                  <a:pt x="3735" y="102"/>
                  <a:pt x="3732" y="101"/>
                </a:cubicBezTo>
                <a:cubicBezTo>
                  <a:pt x="3703" y="87"/>
                  <a:pt x="3695" y="86"/>
                  <a:pt x="3691" y="80"/>
                </a:cubicBezTo>
                <a:cubicBezTo>
                  <a:pt x="3643" y="67"/>
                  <a:pt x="3634" y="68"/>
                  <a:pt x="3631" y="63"/>
                </a:cubicBezTo>
                <a:cubicBezTo>
                  <a:pt x="3595" y="53"/>
                  <a:pt x="3580" y="51"/>
                  <a:pt x="3566" y="45"/>
                </a:cubicBezTo>
                <a:cubicBezTo>
                  <a:pt x="3521" y="29"/>
                  <a:pt x="3512" y="29"/>
                  <a:pt x="3506" y="25"/>
                </a:cubicBezTo>
                <a:cubicBezTo>
                  <a:pt x="3450" y="1"/>
                  <a:pt x="3450" y="1"/>
                  <a:pt x="3449" y="0"/>
                </a:cubicBezTo>
                <a:cubicBezTo>
                  <a:pt x="3460" y="14"/>
                  <a:pt x="3465" y="20"/>
                  <a:pt x="3473" y="21"/>
                </a:cubicBezTo>
                <a:close/>
                <a:moveTo>
                  <a:pt x="3620" y="24"/>
                </a:moveTo>
                <a:cubicBezTo>
                  <a:pt x="3631" y="33"/>
                  <a:pt x="3648" y="37"/>
                  <a:pt x="3660" y="45"/>
                </a:cubicBezTo>
                <a:cubicBezTo>
                  <a:pt x="3693" y="63"/>
                  <a:pt x="3695" y="64"/>
                  <a:pt x="3697" y="64"/>
                </a:cubicBezTo>
                <a:cubicBezTo>
                  <a:pt x="3679" y="44"/>
                  <a:pt x="3672" y="47"/>
                  <a:pt x="3673" y="40"/>
                </a:cubicBezTo>
                <a:cubicBezTo>
                  <a:pt x="3676" y="28"/>
                  <a:pt x="3672" y="29"/>
                  <a:pt x="3670" y="27"/>
                </a:cubicBezTo>
                <a:cubicBezTo>
                  <a:pt x="3650" y="7"/>
                  <a:pt x="3647" y="4"/>
                  <a:pt x="3644" y="0"/>
                </a:cubicBezTo>
                <a:cubicBezTo>
                  <a:pt x="3635" y="4"/>
                  <a:pt x="3633" y="2"/>
                  <a:pt x="3633" y="1"/>
                </a:cubicBezTo>
                <a:cubicBezTo>
                  <a:pt x="3612" y="3"/>
                  <a:pt x="3615" y="4"/>
                  <a:pt x="3618" y="7"/>
                </a:cubicBezTo>
                <a:cubicBezTo>
                  <a:pt x="3628" y="5"/>
                  <a:pt x="3633" y="12"/>
                  <a:pt x="3636" y="12"/>
                </a:cubicBezTo>
                <a:cubicBezTo>
                  <a:pt x="3662" y="38"/>
                  <a:pt x="3670" y="35"/>
                  <a:pt x="3669" y="42"/>
                </a:cubicBezTo>
                <a:cubicBezTo>
                  <a:pt x="3626" y="22"/>
                  <a:pt x="3626" y="19"/>
                  <a:pt x="3622" y="19"/>
                </a:cubicBezTo>
                <a:cubicBezTo>
                  <a:pt x="3555" y="0"/>
                  <a:pt x="3555" y="0"/>
                  <a:pt x="3555" y="0"/>
                </a:cubicBezTo>
                <a:close/>
                <a:moveTo>
                  <a:pt x="3212" y="33"/>
                </a:moveTo>
                <a:cubicBezTo>
                  <a:pt x="3206" y="33"/>
                  <a:pt x="3205" y="37"/>
                  <a:pt x="3203" y="40"/>
                </a:cubicBezTo>
                <a:cubicBezTo>
                  <a:pt x="3189" y="62"/>
                  <a:pt x="3182" y="63"/>
                  <a:pt x="3181" y="70"/>
                </a:cubicBezTo>
                <a:cubicBezTo>
                  <a:pt x="3156" y="101"/>
                  <a:pt x="3153" y="105"/>
                  <a:pt x="3149" y="110"/>
                </a:cubicBezTo>
                <a:cubicBezTo>
                  <a:pt x="3127" y="142"/>
                  <a:pt x="3121" y="145"/>
                  <a:pt x="3117" y="149"/>
                </a:cubicBezTo>
                <a:cubicBezTo>
                  <a:pt x="3095" y="182"/>
                  <a:pt x="3097" y="191"/>
                  <a:pt x="3089" y="192"/>
                </a:cubicBezTo>
                <a:cubicBezTo>
                  <a:pt x="3072" y="230"/>
                  <a:pt x="3070" y="235"/>
                  <a:pt x="3067" y="240"/>
                </a:cubicBezTo>
                <a:cubicBezTo>
                  <a:pt x="3055" y="279"/>
                  <a:pt x="3050" y="279"/>
                  <a:pt x="3052" y="285"/>
                </a:cubicBezTo>
                <a:cubicBezTo>
                  <a:pt x="3062" y="273"/>
                  <a:pt x="3059" y="266"/>
                  <a:pt x="3062" y="264"/>
                </a:cubicBezTo>
                <a:cubicBezTo>
                  <a:pt x="3091" y="212"/>
                  <a:pt x="3094" y="199"/>
                  <a:pt x="3102" y="189"/>
                </a:cubicBezTo>
                <a:cubicBezTo>
                  <a:pt x="3129" y="153"/>
                  <a:pt x="3131" y="147"/>
                  <a:pt x="3134" y="141"/>
                </a:cubicBezTo>
                <a:cubicBezTo>
                  <a:pt x="3178" y="91"/>
                  <a:pt x="3180" y="84"/>
                  <a:pt x="3184" y="79"/>
                </a:cubicBezTo>
                <a:cubicBezTo>
                  <a:pt x="3206" y="54"/>
                  <a:pt x="3203" y="47"/>
                  <a:pt x="3210" y="48"/>
                </a:cubicBezTo>
                <a:cubicBezTo>
                  <a:pt x="3230" y="23"/>
                  <a:pt x="3232" y="21"/>
                  <a:pt x="3235" y="18"/>
                </a:cubicBezTo>
                <a:cubicBezTo>
                  <a:pt x="3236" y="0"/>
                  <a:pt x="3236" y="0"/>
                  <a:pt x="3236" y="0"/>
                </a:cubicBezTo>
                <a:close/>
                <a:moveTo>
                  <a:pt x="3233" y="56"/>
                </a:moveTo>
                <a:cubicBezTo>
                  <a:pt x="3233" y="58"/>
                  <a:pt x="3230" y="57"/>
                  <a:pt x="3229" y="58"/>
                </a:cubicBezTo>
                <a:cubicBezTo>
                  <a:pt x="3216" y="75"/>
                  <a:pt x="3212" y="85"/>
                  <a:pt x="3202" y="90"/>
                </a:cubicBezTo>
                <a:cubicBezTo>
                  <a:pt x="3171" y="129"/>
                  <a:pt x="3166" y="132"/>
                  <a:pt x="3164" y="137"/>
                </a:cubicBezTo>
                <a:cubicBezTo>
                  <a:pt x="3139" y="170"/>
                  <a:pt x="3133" y="178"/>
                  <a:pt x="3126" y="185"/>
                </a:cubicBezTo>
                <a:cubicBezTo>
                  <a:pt x="3100" y="228"/>
                  <a:pt x="3098" y="230"/>
                  <a:pt x="3099" y="233"/>
                </a:cubicBezTo>
                <a:cubicBezTo>
                  <a:pt x="3089" y="255"/>
                  <a:pt x="3084" y="261"/>
                  <a:pt x="3082" y="269"/>
                </a:cubicBezTo>
                <a:cubicBezTo>
                  <a:pt x="3073" y="289"/>
                  <a:pt x="3070" y="294"/>
                  <a:pt x="3071" y="301"/>
                </a:cubicBezTo>
                <a:cubicBezTo>
                  <a:pt x="3061" y="337"/>
                  <a:pt x="3052" y="344"/>
                  <a:pt x="3059" y="348"/>
                </a:cubicBezTo>
                <a:cubicBezTo>
                  <a:pt x="3069" y="311"/>
                  <a:pt x="3071" y="307"/>
                  <a:pt x="3073" y="305"/>
                </a:cubicBezTo>
                <a:cubicBezTo>
                  <a:pt x="3087" y="271"/>
                  <a:pt x="3088" y="268"/>
                  <a:pt x="3090" y="264"/>
                </a:cubicBezTo>
                <a:cubicBezTo>
                  <a:pt x="3111" y="237"/>
                  <a:pt x="3106" y="228"/>
                  <a:pt x="3109" y="226"/>
                </a:cubicBezTo>
                <a:cubicBezTo>
                  <a:pt x="3127" y="208"/>
                  <a:pt x="3122" y="199"/>
                  <a:pt x="3129" y="201"/>
                </a:cubicBezTo>
                <a:cubicBezTo>
                  <a:pt x="3162" y="155"/>
                  <a:pt x="3164" y="153"/>
                  <a:pt x="3165" y="150"/>
                </a:cubicBezTo>
                <a:cubicBezTo>
                  <a:pt x="3190" y="125"/>
                  <a:pt x="3187" y="118"/>
                  <a:pt x="3191" y="117"/>
                </a:cubicBezTo>
                <a:cubicBezTo>
                  <a:pt x="3208" y="99"/>
                  <a:pt x="3213" y="99"/>
                  <a:pt x="3214" y="94"/>
                </a:cubicBezTo>
                <a:cubicBezTo>
                  <a:pt x="3234" y="64"/>
                  <a:pt x="3239" y="64"/>
                  <a:pt x="3242" y="61"/>
                </a:cubicBezTo>
                <a:cubicBezTo>
                  <a:pt x="3259" y="28"/>
                  <a:pt x="3265" y="28"/>
                  <a:pt x="3268" y="25"/>
                </a:cubicBezTo>
                <a:cubicBezTo>
                  <a:pt x="3279" y="1"/>
                  <a:pt x="3279" y="1"/>
                  <a:pt x="3279" y="0"/>
                </a:cubicBezTo>
                <a:cubicBezTo>
                  <a:pt x="3256" y="19"/>
                  <a:pt x="3257" y="22"/>
                  <a:pt x="3257" y="25"/>
                </a:cubicBezTo>
                <a:cubicBezTo>
                  <a:pt x="3238" y="46"/>
                  <a:pt x="3237" y="52"/>
                  <a:pt x="3233" y="56"/>
                </a:cubicBezTo>
                <a:close/>
                <a:moveTo>
                  <a:pt x="3266" y="58"/>
                </a:moveTo>
                <a:cubicBezTo>
                  <a:pt x="3268" y="64"/>
                  <a:pt x="3258" y="61"/>
                  <a:pt x="3262" y="69"/>
                </a:cubicBezTo>
                <a:cubicBezTo>
                  <a:pt x="3249" y="91"/>
                  <a:pt x="3245" y="92"/>
                  <a:pt x="3242" y="94"/>
                </a:cubicBezTo>
                <a:cubicBezTo>
                  <a:pt x="3222" y="121"/>
                  <a:pt x="3222" y="124"/>
                  <a:pt x="3220" y="124"/>
                </a:cubicBezTo>
                <a:cubicBezTo>
                  <a:pt x="3204" y="138"/>
                  <a:pt x="3209" y="147"/>
                  <a:pt x="3202" y="145"/>
                </a:cubicBezTo>
                <a:cubicBezTo>
                  <a:pt x="3184" y="168"/>
                  <a:pt x="3181" y="176"/>
                  <a:pt x="3176" y="182"/>
                </a:cubicBezTo>
                <a:cubicBezTo>
                  <a:pt x="3160" y="206"/>
                  <a:pt x="3156" y="212"/>
                  <a:pt x="3152" y="219"/>
                </a:cubicBezTo>
                <a:cubicBezTo>
                  <a:pt x="3130" y="247"/>
                  <a:pt x="3133" y="254"/>
                  <a:pt x="3129" y="255"/>
                </a:cubicBezTo>
                <a:cubicBezTo>
                  <a:pt x="3116" y="278"/>
                  <a:pt x="3117" y="283"/>
                  <a:pt x="3116" y="287"/>
                </a:cubicBezTo>
                <a:cubicBezTo>
                  <a:pt x="3103" y="309"/>
                  <a:pt x="3107" y="317"/>
                  <a:pt x="3103" y="318"/>
                </a:cubicBezTo>
                <a:cubicBezTo>
                  <a:pt x="3104" y="323"/>
                  <a:pt x="3113" y="307"/>
                  <a:pt x="3118" y="289"/>
                </a:cubicBezTo>
                <a:cubicBezTo>
                  <a:pt x="3132" y="263"/>
                  <a:pt x="3133" y="261"/>
                  <a:pt x="3133" y="259"/>
                </a:cubicBezTo>
                <a:cubicBezTo>
                  <a:pt x="3152" y="235"/>
                  <a:pt x="3156" y="227"/>
                  <a:pt x="3159" y="218"/>
                </a:cubicBezTo>
                <a:cubicBezTo>
                  <a:pt x="3212" y="152"/>
                  <a:pt x="3211" y="146"/>
                  <a:pt x="3215" y="144"/>
                </a:cubicBezTo>
                <a:cubicBezTo>
                  <a:pt x="3233" y="123"/>
                  <a:pt x="3234" y="121"/>
                  <a:pt x="3235" y="119"/>
                </a:cubicBezTo>
                <a:cubicBezTo>
                  <a:pt x="3276" y="61"/>
                  <a:pt x="3281" y="54"/>
                  <a:pt x="3285" y="45"/>
                </a:cubicBezTo>
                <a:cubicBezTo>
                  <a:pt x="3304" y="7"/>
                  <a:pt x="3306" y="3"/>
                  <a:pt x="3307" y="0"/>
                </a:cubicBezTo>
                <a:cubicBezTo>
                  <a:pt x="3289" y="13"/>
                  <a:pt x="3289" y="20"/>
                  <a:pt x="3288" y="25"/>
                </a:cubicBezTo>
                <a:close/>
                <a:moveTo>
                  <a:pt x="3328" y="44"/>
                </a:moveTo>
                <a:cubicBezTo>
                  <a:pt x="3331" y="57"/>
                  <a:pt x="3320" y="58"/>
                  <a:pt x="3321" y="69"/>
                </a:cubicBezTo>
                <a:cubicBezTo>
                  <a:pt x="3291" y="125"/>
                  <a:pt x="3285" y="140"/>
                  <a:pt x="3274" y="151"/>
                </a:cubicBezTo>
                <a:cubicBezTo>
                  <a:pt x="3246" y="195"/>
                  <a:pt x="3240" y="199"/>
                  <a:pt x="3239" y="206"/>
                </a:cubicBezTo>
                <a:cubicBezTo>
                  <a:pt x="3207" y="239"/>
                  <a:pt x="3211" y="249"/>
                  <a:pt x="3203" y="248"/>
                </a:cubicBezTo>
                <a:cubicBezTo>
                  <a:pt x="3187" y="277"/>
                  <a:pt x="3183" y="280"/>
                  <a:pt x="3181" y="284"/>
                </a:cubicBezTo>
                <a:cubicBezTo>
                  <a:pt x="3135" y="346"/>
                  <a:pt x="3135" y="352"/>
                  <a:pt x="3131" y="356"/>
                </a:cubicBezTo>
                <a:cubicBezTo>
                  <a:pt x="3116" y="393"/>
                  <a:pt x="3117" y="386"/>
                  <a:pt x="3120" y="383"/>
                </a:cubicBezTo>
                <a:cubicBezTo>
                  <a:pt x="3155" y="333"/>
                  <a:pt x="3159" y="323"/>
                  <a:pt x="3168" y="316"/>
                </a:cubicBezTo>
                <a:cubicBezTo>
                  <a:pt x="3194" y="280"/>
                  <a:pt x="3194" y="276"/>
                  <a:pt x="3196" y="275"/>
                </a:cubicBezTo>
                <a:cubicBezTo>
                  <a:pt x="3222" y="247"/>
                  <a:pt x="3220" y="237"/>
                  <a:pt x="3226" y="235"/>
                </a:cubicBezTo>
                <a:cubicBezTo>
                  <a:pt x="3249" y="205"/>
                  <a:pt x="3250" y="199"/>
                  <a:pt x="3256" y="196"/>
                </a:cubicBezTo>
                <a:cubicBezTo>
                  <a:pt x="3279" y="168"/>
                  <a:pt x="3281" y="159"/>
                  <a:pt x="3286" y="152"/>
                </a:cubicBezTo>
                <a:cubicBezTo>
                  <a:pt x="3303" y="114"/>
                  <a:pt x="3312" y="117"/>
                  <a:pt x="3311" y="111"/>
                </a:cubicBezTo>
                <a:cubicBezTo>
                  <a:pt x="3332" y="68"/>
                  <a:pt x="3332" y="66"/>
                  <a:pt x="3332" y="64"/>
                </a:cubicBezTo>
                <a:cubicBezTo>
                  <a:pt x="3341" y="43"/>
                  <a:pt x="3345" y="38"/>
                  <a:pt x="3347" y="30"/>
                </a:cubicBezTo>
                <a:cubicBezTo>
                  <a:pt x="3353" y="4"/>
                  <a:pt x="3354" y="3"/>
                  <a:pt x="3355" y="0"/>
                </a:cubicBezTo>
                <a:cubicBezTo>
                  <a:pt x="3335" y="30"/>
                  <a:pt x="3335" y="40"/>
                  <a:pt x="3328" y="44"/>
                </a:cubicBezTo>
                <a:close/>
                <a:moveTo>
                  <a:pt x="3306" y="46"/>
                </a:moveTo>
                <a:cubicBezTo>
                  <a:pt x="3299" y="56"/>
                  <a:pt x="3294" y="69"/>
                  <a:pt x="3289" y="82"/>
                </a:cubicBezTo>
                <a:cubicBezTo>
                  <a:pt x="3270" y="121"/>
                  <a:pt x="3264" y="120"/>
                  <a:pt x="3266" y="125"/>
                </a:cubicBezTo>
                <a:cubicBezTo>
                  <a:pt x="3247" y="151"/>
                  <a:pt x="3249" y="157"/>
                  <a:pt x="3247" y="159"/>
                </a:cubicBezTo>
                <a:cubicBezTo>
                  <a:pt x="3229" y="187"/>
                  <a:pt x="3227" y="190"/>
                  <a:pt x="3223" y="190"/>
                </a:cubicBezTo>
                <a:cubicBezTo>
                  <a:pt x="3198" y="226"/>
                  <a:pt x="3193" y="239"/>
                  <a:pt x="3183" y="247"/>
                </a:cubicBezTo>
                <a:cubicBezTo>
                  <a:pt x="3145" y="300"/>
                  <a:pt x="3145" y="309"/>
                  <a:pt x="3137" y="311"/>
                </a:cubicBezTo>
                <a:cubicBezTo>
                  <a:pt x="3114" y="353"/>
                  <a:pt x="3112" y="359"/>
                  <a:pt x="3108" y="364"/>
                </a:cubicBezTo>
                <a:cubicBezTo>
                  <a:pt x="3095" y="396"/>
                  <a:pt x="3095" y="401"/>
                  <a:pt x="3093" y="404"/>
                </a:cubicBezTo>
                <a:cubicBezTo>
                  <a:pt x="3091" y="418"/>
                  <a:pt x="3095" y="414"/>
                  <a:pt x="3096" y="408"/>
                </a:cubicBezTo>
                <a:cubicBezTo>
                  <a:pt x="3109" y="368"/>
                  <a:pt x="3117" y="366"/>
                  <a:pt x="3116" y="359"/>
                </a:cubicBezTo>
                <a:cubicBezTo>
                  <a:pt x="3148" y="313"/>
                  <a:pt x="3149" y="307"/>
                  <a:pt x="3154" y="304"/>
                </a:cubicBezTo>
                <a:cubicBezTo>
                  <a:pt x="3186" y="258"/>
                  <a:pt x="3191" y="256"/>
                  <a:pt x="3192" y="249"/>
                </a:cubicBezTo>
                <a:cubicBezTo>
                  <a:pt x="3234" y="190"/>
                  <a:pt x="3236" y="186"/>
                  <a:pt x="3239" y="182"/>
                </a:cubicBezTo>
                <a:cubicBezTo>
                  <a:pt x="3255" y="158"/>
                  <a:pt x="3264" y="150"/>
                  <a:pt x="3267" y="138"/>
                </a:cubicBezTo>
                <a:cubicBezTo>
                  <a:pt x="3306" y="78"/>
                  <a:pt x="3301" y="66"/>
                  <a:pt x="3308" y="66"/>
                </a:cubicBezTo>
                <a:cubicBezTo>
                  <a:pt x="3324" y="32"/>
                  <a:pt x="3322" y="26"/>
                  <a:pt x="3325" y="25"/>
                </a:cubicBezTo>
                <a:cubicBezTo>
                  <a:pt x="3322" y="0"/>
                  <a:pt x="3322" y="0"/>
                  <a:pt x="3322" y="0"/>
                </a:cubicBezTo>
                <a:cubicBezTo>
                  <a:pt x="3310" y="26"/>
                  <a:pt x="3313" y="33"/>
                  <a:pt x="3310" y="35"/>
                </a:cubicBezTo>
                <a:close/>
                <a:moveTo>
                  <a:pt x="1833" y="144"/>
                </a:moveTo>
                <a:cubicBezTo>
                  <a:pt x="1834" y="148"/>
                  <a:pt x="1831" y="154"/>
                  <a:pt x="1834" y="158"/>
                </a:cubicBezTo>
                <a:cubicBezTo>
                  <a:pt x="1833" y="176"/>
                  <a:pt x="1836" y="192"/>
                  <a:pt x="1833" y="212"/>
                </a:cubicBezTo>
                <a:cubicBezTo>
                  <a:pt x="1835" y="220"/>
                  <a:pt x="1835" y="229"/>
                  <a:pt x="1835" y="238"/>
                </a:cubicBezTo>
                <a:cubicBezTo>
                  <a:pt x="1833" y="244"/>
                  <a:pt x="1838" y="245"/>
                  <a:pt x="1835" y="251"/>
                </a:cubicBezTo>
                <a:cubicBezTo>
                  <a:pt x="1841" y="253"/>
                  <a:pt x="1829" y="264"/>
                  <a:pt x="1838" y="264"/>
                </a:cubicBezTo>
                <a:cubicBezTo>
                  <a:pt x="1842" y="241"/>
                  <a:pt x="1841" y="220"/>
                  <a:pt x="1839" y="200"/>
                </a:cubicBezTo>
                <a:cubicBezTo>
                  <a:pt x="1843" y="193"/>
                  <a:pt x="1838" y="190"/>
                  <a:pt x="1842" y="183"/>
                </a:cubicBezTo>
                <a:cubicBezTo>
                  <a:pt x="1838" y="180"/>
                  <a:pt x="1844" y="172"/>
                  <a:pt x="1840" y="168"/>
                </a:cubicBezTo>
                <a:cubicBezTo>
                  <a:pt x="1842" y="156"/>
                  <a:pt x="1839" y="146"/>
                  <a:pt x="1841" y="135"/>
                </a:cubicBezTo>
                <a:cubicBezTo>
                  <a:pt x="1838" y="133"/>
                  <a:pt x="1840" y="132"/>
                  <a:pt x="1842" y="130"/>
                </a:cubicBezTo>
                <a:cubicBezTo>
                  <a:pt x="1842" y="128"/>
                  <a:pt x="1841" y="125"/>
                  <a:pt x="1839" y="123"/>
                </a:cubicBezTo>
                <a:cubicBezTo>
                  <a:pt x="1838" y="118"/>
                  <a:pt x="1843" y="111"/>
                  <a:pt x="1840" y="107"/>
                </a:cubicBezTo>
                <a:cubicBezTo>
                  <a:pt x="1841" y="96"/>
                  <a:pt x="1841" y="85"/>
                  <a:pt x="1840" y="75"/>
                </a:cubicBezTo>
                <a:cubicBezTo>
                  <a:pt x="1842" y="53"/>
                  <a:pt x="1847" y="28"/>
                  <a:pt x="1852" y="4"/>
                </a:cubicBezTo>
                <a:cubicBezTo>
                  <a:pt x="1853" y="3"/>
                  <a:pt x="1853" y="2"/>
                  <a:pt x="1853" y="0"/>
                </a:cubicBezTo>
                <a:cubicBezTo>
                  <a:pt x="1845" y="0"/>
                  <a:pt x="1845" y="0"/>
                  <a:pt x="1845" y="0"/>
                </a:cubicBezTo>
                <a:cubicBezTo>
                  <a:pt x="1842" y="19"/>
                  <a:pt x="1837" y="36"/>
                  <a:pt x="1834" y="51"/>
                </a:cubicBezTo>
                <a:cubicBezTo>
                  <a:pt x="1833" y="68"/>
                  <a:pt x="1832" y="87"/>
                  <a:pt x="1831" y="105"/>
                </a:cubicBezTo>
                <a:cubicBezTo>
                  <a:pt x="1833" y="113"/>
                  <a:pt x="1831" y="122"/>
                  <a:pt x="1833" y="130"/>
                </a:cubicBezTo>
                <a:cubicBezTo>
                  <a:pt x="1832" y="135"/>
                  <a:pt x="1833" y="139"/>
                  <a:pt x="1833" y="144"/>
                </a:cubicBezTo>
                <a:close/>
                <a:moveTo>
                  <a:pt x="0" y="2063"/>
                </a:moveTo>
                <a:cubicBezTo>
                  <a:pt x="0" y="2074"/>
                  <a:pt x="0" y="2074"/>
                  <a:pt x="0" y="2074"/>
                </a:cubicBezTo>
                <a:cubicBezTo>
                  <a:pt x="3" y="2076"/>
                  <a:pt x="5" y="2078"/>
                  <a:pt x="8" y="2080"/>
                </a:cubicBezTo>
                <a:cubicBezTo>
                  <a:pt x="33" y="2102"/>
                  <a:pt x="57" y="2123"/>
                  <a:pt x="79" y="2145"/>
                </a:cubicBezTo>
                <a:cubicBezTo>
                  <a:pt x="83" y="2150"/>
                  <a:pt x="87" y="2155"/>
                  <a:pt x="91" y="2160"/>
                </a:cubicBezTo>
                <a:cubicBezTo>
                  <a:pt x="99" y="2160"/>
                  <a:pt x="99" y="2160"/>
                  <a:pt x="99" y="2160"/>
                </a:cubicBezTo>
                <a:cubicBezTo>
                  <a:pt x="91" y="2149"/>
                  <a:pt x="84" y="2139"/>
                  <a:pt x="73" y="2128"/>
                </a:cubicBezTo>
                <a:cubicBezTo>
                  <a:pt x="49" y="2106"/>
                  <a:pt x="25" y="2082"/>
                  <a:pt x="0" y="2063"/>
                </a:cubicBezTo>
                <a:close/>
                <a:moveTo>
                  <a:pt x="3426" y="101"/>
                </a:moveTo>
                <a:cubicBezTo>
                  <a:pt x="3427" y="105"/>
                  <a:pt x="3433" y="102"/>
                  <a:pt x="3433" y="107"/>
                </a:cubicBezTo>
                <a:cubicBezTo>
                  <a:pt x="3466" y="129"/>
                  <a:pt x="3473" y="131"/>
                  <a:pt x="3477" y="137"/>
                </a:cubicBezTo>
                <a:cubicBezTo>
                  <a:pt x="3507" y="145"/>
                  <a:pt x="3507" y="155"/>
                  <a:pt x="3517" y="154"/>
                </a:cubicBezTo>
                <a:cubicBezTo>
                  <a:pt x="3564" y="174"/>
                  <a:pt x="3568" y="181"/>
                  <a:pt x="3578" y="180"/>
                </a:cubicBezTo>
                <a:cubicBezTo>
                  <a:pt x="3640" y="204"/>
                  <a:pt x="3649" y="204"/>
                  <a:pt x="3652" y="210"/>
                </a:cubicBezTo>
                <a:cubicBezTo>
                  <a:pt x="3735" y="234"/>
                  <a:pt x="3740" y="237"/>
                  <a:pt x="3746" y="238"/>
                </a:cubicBezTo>
                <a:cubicBezTo>
                  <a:pt x="3773" y="254"/>
                  <a:pt x="3787" y="255"/>
                  <a:pt x="3796" y="263"/>
                </a:cubicBezTo>
                <a:cubicBezTo>
                  <a:pt x="3834" y="280"/>
                  <a:pt x="3836" y="285"/>
                  <a:pt x="3840" y="287"/>
                </a:cubicBezTo>
                <a:cubicBezTo>
                  <a:pt x="3828" y="268"/>
                  <a:pt x="3815" y="266"/>
                  <a:pt x="3807" y="258"/>
                </a:cubicBezTo>
                <a:cubicBezTo>
                  <a:pt x="3762" y="240"/>
                  <a:pt x="3755" y="231"/>
                  <a:pt x="3741" y="230"/>
                </a:cubicBezTo>
                <a:cubicBezTo>
                  <a:pt x="3722" y="217"/>
                  <a:pt x="3714" y="217"/>
                  <a:pt x="3708" y="217"/>
                </a:cubicBezTo>
                <a:cubicBezTo>
                  <a:pt x="3661" y="197"/>
                  <a:pt x="3650" y="199"/>
                  <a:pt x="3645" y="195"/>
                </a:cubicBezTo>
                <a:cubicBezTo>
                  <a:pt x="3599" y="178"/>
                  <a:pt x="3586" y="177"/>
                  <a:pt x="3580" y="169"/>
                </a:cubicBezTo>
                <a:cubicBezTo>
                  <a:pt x="3514" y="144"/>
                  <a:pt x="3501" y="134"/>
                  <a:pt x="3483" y="130"/>
                </a:cubicBezTo>
                <a:cubicBezTo>
                  <a:pt x="3463" y="111"/>
                  <a:pt x="3458" y="112"/>
                  <a:pt x="3455" y="110"/>
                </a:cubicBezTo>
                <a:cubicBezTo>
                  <a:pt x="3436" y="101"/>
                  <a:pt x="3434" y="92"/>
                  <a:pt x="3425" y="90"/>
                </a:cubicBezTo>
                <a:cubicBezTo>
                  <a:pt x="3423" y="83"/>
                  <a:pt x="3430" y="83"/>
                  <a:pt x="3432" y="87"/>
                </a:cubicBezTo>
                <a:cubicBezTo>
                  <a:pt x="3449" y="100"/>
                  <a:pt x="3451" y="102"/>
                  <a:pt x="3455" y="101"/>
                </a:cubicBezTo>
                <a:cubicBezTo>
                  <a:pt x="3485" y="120"/>
                  <a:pt x="3492" y="126"/>
                  <a:pt x="3502" y="128"/>
                </a:cubicBezTo>
                <a:cubicBezTo>
                  <a:pt x="3535" y="145"/>
                  <a:pt x="3541" y="152"/>
                  <a:pt x="3552" y="153"/>
                </a:cubicBezTo>
                <a:cubicBezTo>
                  <a:pt x="3582" y="166"/>
                  <a:pt x="3589" y="165"/>
                  <a:pt x="3591" y="170"/>
                </a:cubicBezTo>
                <a:cubicBezTo>
                  <a:pt x="3647" y="181"/>
                  <a:pt x="3653" y="188"/>
                  <a:pt x="3664" y="189"/>
                </a:cubicBezTo>
                <a:cubicBezTo>
                  <a:pt x="3699" y="198"/>
                  <a:pt x="3710" y="200"/>
                  <a:pt x="3720" y="203"/>
                </a:cubicBezTo>
                <a:cubicBezTo>
                  <a:pt x="3763" y="221"/>
                  <a:pt x="3768" y="222"/>
                  <a:pt x="3774" y="223"/>
                </a:cubicBezTo>
                <a:cubicBezTo>
                  <a:pt x="3810" y="245"/>
                  <a:pt x="3813" y="246"/>
                  <a:pt x="3814" y="246"/>
                </a:cubicBezTo>
                <a:cubicBezTo>
                  <a:pt x="3799" y="228"/>
                  <a:pt x="3790" y="229"/>
                  <a:pt x="3787" y="222"/>
                </a:cubicBezTo>
                <a:cubicBezTo>
                  <a:pt x="3747" y="202"/>
                  <a:pt x="3743" y="201"/>
                  <a:pt x="3739" y="201"/>
                </a:cubicBezTo>
                <a:cubicBezTo>
                  <a:pt x="3695" y="187"/>
                  <a:pt x="3682" y="182"/>
                  <a:pt x="3664" y="183"/>
                </a:cubicBezTo>
                <a:cubicBezTo>
                  <a:pt x="3625" y="169"/>
                  <a:pt x="3620" y="165"/>
                  <a:pt x="3617" y="168"/>
                </a:cubicBezTo>
                <a:cubicBezTo>
                  <a:pt x="3539" y="138"/>
                  <a:pt x="3528" y="132"/>
                  <a:pt x="3518" y="127"/>
                </a:cubicBezTo>
                <a:cubicBezTo>
                  <a:pt x="3453" y="92"/>
                  <a:pt x="3452" y="89"/>
                  <a:pt x="3449" y="88"/>
                </a:cubicBezTo>
                <a:cubicBezTo>
                  <a:pt x="3426" y="67"/>
                  <a:pt x="3420" y="64"/>
                  <a:pt x="3415" y="62"/>
                </a:cubicBezTo>
                <a:cubicBezTo>
                  <a:pt x="3388" y="37"/>
                  <a:pt x="3389" y="32"/>
                  <a:pt x="3386" y="32"/>
                </a:cubicBezTo>
                <a:cubicBezTo>
                  <a:pt x="3402" y="34"/>
                  <a:pt x="3402" y="38"/>
                  <a:pt x="3404" y="39"/>
                </a:cubicBezTo>
                <a:cubicBezTo>
                  <a:pt x="3422" y="49"/>
                  <a:pt x="3421" y="55"/>
                  <a:pt x="3425" y="55"/>
                </a:cubicBezTo>
                <a:cubicBezTo>
                  <a:pt x="3447" y="71"/>
                  <a:pt x="3451" y="71"/>
                  <a:pt x="3451" y="75"/>
                </a:cubicBezTo>
                <a:cubicBezTo>
                  <a:pt x="3487" y="93"/>
                  <a:pt x="3490" y="98"/>
                  <a:pt x="3496" y="100"/>
                </a:cubicBezTo>
                <a:cubicBezTo>
                  <a:pt x="3542" y="119"/>
                  <a:pt x="3548" y="130"/>
                  <a:pt x="3564" y="131"/>
                </a:cubicBezTo>
                <a:cubicBezTo>
                  <a:pt x="3608" y="148"/>
                  <a:pt x="3621" y="146"/>
                  <a:pt x="3626" y="152"/>
                </a:cubicBezTo>
                <a:cubicBezTo>
                  <a:pt x="3717" y="160"/>
                  <a:pt x="3716" y="154"/>
                  <a:pt x="3710" y="155"/>
                </a:cubicBezTo>
                <a:cubicBezTo>
                  <a:pt x="3630" y="121"/>
                  <a:pt x="3616" y="106"/>
                  <a:pt x="3588" y="107"/>
                </a:cubicBezTo>
                <a:cubicBezTo>
                  <a:pt x="3522" y="77"/>
                  <a:pt x="3514" y="79"/>
                  <a:pt x="3512" y="73"/>
                </a:cubicBezTo>
                <a:cubicBezTo>
                  <a:pt x="3454" y="45"/>
                  <a:pt x="3444" y="40"/>
                  <a:pt x="3437" y="32"/>
                </a:cubicBezTo>
                <a:cubicBezTo>
                  <a:pt x="3419" y="23"/>
                  <a:pt x="3415" y="23"/>
                  <a:pt x="3416" y="19"/>
                </a:cubicBezTo>
                <a:cubicBezTo>
                  <a:pt x="3395" y="3"/>
                  <a:pt x="3393" y="2"/>
                  <a:pt x="3392" y="0"/>
                </a:cubicBezTo>
                <a:cubicBezTo>
                  <a:pt x="3358" y="12"/>
                  <a:pt x="3359" y="22"/>
                  <a:pt x="3360" y="31"/>
                </a:cubicBezTo>
                <a:cubicBezTo>
                  <a:pt x="3336" y="112"/>
                  <a:pt x="3336" y="117"/>
                  <a:pt x="3336" y="123"/>
                </a:cubicBezTo>
                <a:cubicBezTo>
                  <a:pt x="3321" y="150"/>
                  <a:pt x="3320" y="156"/>
                  <a:pt x="3317" y="159"/>
                </a:cubicBezTo>
                <a:cubicBezTo>
                  <a:pt x="3304" y="194"/>
                  <a:pt x="3296" y="199"/>
                  <a:pt x="3294" y="209"/>
                </a:cubicBezTo>
                <a:cubicBezTo>
                  <a:pt x="3283" y="219"/>
                  <a:pt x="3283" y="221"/>
                  <a:pt x="3282" y="223"/>
                </a:cubicBezTo>
                <a:cubicBezTo>
                  <a:pt x="3266" y="241"/>
                  <a:pt x="3269" y="250"/>
                  <a:pt x="3262" y="250"/>
                </a:cubicBezTo>
                <a:cubicBezTo>
                  <a:pt x="3229" y="295"/>
                  <a:pt x="3223" y="295"/>
                  <a:pt x="3221" y="299"/>
                </a:cubicBezTo>
                <a:cubicBezTo>
                  <a:pt x="3170" y="353"/>
                  <a:pt x="3162" y="358"/>
                  <a:pt x="3156" y="365"/>
                </a:cubicBezTo>
                <a:cubicBezTo>
                  <a:pt x="3137" y="388"/>
                  <a:pt x="3134" y="391"/>
                  <a:pt x="3132" y="395"/>
                </a:cubicBezTo>
                <a:cubicBezTo>
                  <a:pt x="3114" y="416"/>
                  <a:pt x="3113" y="418"/>
                  <a:pt x="3112" y="420"/>
                </a:cubicBezTo>
                <a:cubicBezTo>
                  <a:pt x="3122" y="411"/>
                  <a:pt x="3125" y="411"/>
                  <a:pt x="3126" y="408"/>
                </a:cubicBezTo>
                <a:cubicBezTo>
                  <a:pt x="3143" y="383"/>
                  <a:pt x="3152" y="383"/>
                  <a:pt x="3153" y="376"/>
                </a:cubicBezTo>
                <a:cubicBezTo>
                  <a:pt x="3211" y="324"/>
                  <a:pt x="3215" y="314"/>
                  <a:pt x="3224" y="308"/>
                </a:cubicBezTo>
                <a:cubicBezTo>
                  <a:pt x="3267" y="256"/>
                  <a:pt x="3271" y="256"/>
                  <a:pt x="3273" y="254"/>
                </a:cubicBezTo>
                <a:cubicBezTo>
                  <a:pt x="3290" y="222"/>
                  <a:pt x="3298" y="217"/>
                  <a:pt x="3300" y="208"/>
                </a:cubicBezTo>
                <a:cubicBezTo>
                  <a:pt x="3327" y="156"/>
                  <a:pt x="3333" y="155"/>
                  <a:pt x="3333" y="149"/>
                </a:cubicBezTo>
                <a:cubicBezTo>
                  <a:pt x="3360" y="77"/>
                  <a:pt x="3358" y="69"/>
                  <a:pt x="3360" y="66"/>
                </a:cubicBezTo>
                <a:cubicBezTo>
                  <a:pt x="3370" y="31"/>
                  <a:pt x="3365" y="21"/>
                  <a:pt x="3372" y="22"/>
                </a:cubicBezTo>
                <a:cubicBezTo>
                  <a:pt x="3365" y="85"/>
                  <a:pt x="3358" y="92"/>
                  <a:pt x="3362" y="97"/>
                </a:cubicBezTo>
                <a:cubicBezTo>
                  <a:pt x="3350" y="134"/>
                  <a:pt x="3348" y="136"/>
                  <a:pt x="3346" y="137"/>
                </a:cubicBezTo>
                <a:cubicBezTo>
                  <a:pt x="3335" y="157"/>
                  <a:pt x="3338" y="164"/>
                  <a:pt x="3334" y="164"/>
                </a:cubicBezTo>
                <a:cubicBezTo>
                  <a:pt x="3322" y="190"/>
                  <a:pt x="3320" y="192"/>
                  <a:pt x="3317" y="194"/>
                </a:cubicBezTo>
                <a:cubicBezTo>
                  <a:pt x="3288" y="230"/>
                  <a:pt x="3295" y="240"/>
                  <a:pt x="3289" y="240"/>
                </a:cubicBezTo>
                <a:cubicBezTo>
                  <a:pt x="3257" y="283"/>
                  <a:pt x="3258" y="287"/>
                  <a:pt x="3256" y="288"/>
                </a:cubicBezTo>
                <a:cubicBezTo>
                  <a:pt x="3239" y="311"/>
                  <a:pt x="3231" y="316"/>
                  <a:pt x="3225" y="323"/>
                </a:cubicBezTo>
                <a:cubicBezTo>
                  <a:pt x="3168" y="381"/>
                  <a:pt x="3169" y="385"/>
                  <a:pt x="3166" y="386"/>
                </a:cubicBezTo>
                <a:cubicBezTo>
                  <a:pt x="3148" y="408"/>
                  <a:pt x="3140" y="413"/>
                  <a:pt x="3136" y="421"/>
                </a:cubicBezTo>
                <a:cubicBezTo>
                  <a:pt x="3127" y="443"/>
                  <a:pt x="3128" y="438"/>
                  <a:pt x="3130" y="434"/>
                </a:cubicBezTo>
                <a:cubicBezTo>
                  <a:pt x="3153" y="408"/>
                  <a:pt x="3156" y="404"/>
                  <a:pt x="3159" y="400"/>
                </a:cubicBezTo>
                <a:cubicBezTo>
                  <a:pt x="3173" y="387"/>
                  <a:pt x="3177" y="383"/>
                  <a:pt x="3179" y="378"/>
                </a:cubicBezTo>
                <a:cubicBezTo>
                  <a:pt x="3197" y="369"/>
                  <a:pt x="3196" y="361"/>
                  <a:pt x="3202" y="359"/>
                </a:cubicBezTo>
                <a:cubicBezTo>
                  <a:pt x="3289" y="252"/>
                  <a:pt x="3303" y="239"/>
                  <a:pt x="3312" y="220"/>
                </a:cubicBezTo>
                <a:cubicBezTo>
                  <a:pt x="3339" y="180"/>
                  <a:pt x="3340" y="174"/>
                  <a:pt x="3344" y="170"/>
                </a:cubicBezTo>
                <a:cubicBezTo>
                  <a:pt x="3352" y="146"/>
                  <a:pt x="3355" y="145"/>
                  <a:pt x="3355" y="141"/>
                </a:cubicBezTo>
                <a:cubicBezTo>
                  <a:pt x="3368" y="101"/>
                  <a:pt x="3374" y="93"/>
                  <a:pt x="3374" y="81"/>
                </a:cubicBezTo>
                <a:cubicBezTo>
                  <a:pt x="3386" y="52"/>
                  <a:pt x="3387" y="59"/>
                  <a:pt x="3391" y="64"/>
                </a:cubicBezTo>
                <a:cubicBezTo>
                  <a:pt x="3383" y="109"/>
                  <a:pt x="3368" y="123"/>
                  <a:pt x="3368" y="151"/>
                </a:cubicBezTo>
                <a:cubicBezTo>
                  <a:pt x="3344" y="200"/>
                  <a:pt x="3339" y="213"/>
                  <a:pt x="3332" y="226"/>
                </a:cubicBezTo>
                <a:cubicBezTo>
                  <a:pt x="3301" y="269"/>
                  <a:pt x="3302" y="274"/>
                  <a:pt x="3301" y="278"/>
                </a:cubicBezTo>
                <a:cubicBezTo>
                  <a:pt x="3272" y="313"/>
                  <a:pt x="3268" y="314"/>
                  <a:pt x="3269" y="320"/>
                </a:cubicBezTo>
                <a:cubicBezTo>
                  <a:pt x="3225" y="362"/>
                  <a:pt x="3218" y="366"/>
                  <a:pt x="3213" y="372"/>
                </a:cubicBezTo>
                <a:cubicBezTo>
                  <a:pt x="3179" y="404"/>
                  <a:pt x="3178" y="407"/>
                  <a:pt x="3172" y="407"/>
                </a:cubicBezTo>
                <a:cubicBezTo>
                  <a:pt x="3180" y="408"/>
                  <a:pt x="3182" y="406"/>
                  <a:pt x="3185" y="404"/>
                </a:cubicBezTo>
                <a:cubicBezTo>
                  <a:pt x="3205" y="378"/>
                  <a:pt x="3215" y="382"/>
                  <a:pt x="3214" y="376"/>
                </a:cubicBezTo>
                <a:cubicBezTo>
                  <a:pt x="3265" y="334"/>
                  <a:pt x="3267" y="327"/>
                  <a:pt x="3271" y="322"/>
                </a:cubicBezTo>
                <a:cubicBezTo>
                  <a:pt x="3306" y="287"/>
                  <a:pt x="3304" y="280"/>
                  <a:pt x="3307" y="278"/>
                </a:cubicBezTo>
                <a:cubicBezTo>
                  <a:pt x="3333" y="243"/>
                  <a:pt x="3332" y="237"/>
                  <a:pt x="3337" y="236"/>
                </a:cubicBezTo>
                <a:cubicBezTo>
                  <a:pt x="3353" y="204"/>
                  <a:pt x="3355" y="198"/>
                  <a:pt x="3358" y="193"/>
                </a:cubicBezTo>
                <a:cubicBezTo>
                  <a:pt x="3386" y="121"/>
                  <a:pt x="3383" y="114"/>
                  <a:pt x="3385" y="113"/>
                </a:cubicBezTo>
                <a:cubicBezTo>
                  <a:pt x="3391" y="93"/>
                  <a:pt x="3387" y="87"/>
                  <a:pt x="3395" y="88"/>
                </a:cubicBezTo>
                <a:cubicBezTo>
                  <a:pt x="3390" y="147"/>
                  <a:pt x="3384" y="146"/>
                  <a:pt x="3386" y="152"/>
                </a:cubicBezTo>
                <a:cubicBezTo>
                  <a:pt x="3369" y="209"/>
                  <a:pt x="3374" y="218"/>
                  <a:pt x="3367" y="217"/>
                </a:cubicBezTo>
                <a:cubicBezTo>
                  <a:pt x="3331" y="288"/>
                  <a:pt x="3323" y="301"/>
                  <a:pt x="3317" y="314"/>
                </a:cubicBezTo>
                <a:cubicBezTo>
                  <a:pt x="3296" y="336"/>
                  <a:pt x="3293" y="336"/>
                  <a:pt x="3294" y="340"/>
                </a:cubicBezTo>
                <a:cubicBezTo>
                  <a:pt x="3283" y="348"/>
                  <a:pt x="3285" y="351"/>
                  <a:pt x="3284" y="351"/>
                </a:cubicBezTo>
                <a:cubicBezTo>
                  <a:pt x="3230" y="404"/>
                  <a:pt x="3232" y="418"/>
                  <a:pt x="3221" y="421"/>
                </a:cubicBezTo>
                <a:cubicBezTo>
                  <a:pt x="3201" y="467"/>
                  <a:pt x="3193" y="468"/>
                  <a:pt x="3195" y="476"/>
                </a:cubicBezTo>
                <a:cubicBezTo>
                  <a:pt x="3185" y="499"/>
                  <a:pt x="3182" y="502"/>
                  <a:pt x="3186" y="503"/>
                </a:cubicBezTo>
                <a:cubicBezTo>
                  <a:pt x="3209" y="452"/>
                  <a:pt x="3220" y="442"/>
                  <a:pt x="3224" y="428"/>
                </a:cubicBezTo>
                <a:cubicBezTo>
                  <a:pt x="3273" y="375"/>
                  <a:pt x="3279" y="367"/>
                  <a:pt x="3287" y="360"/>
                </a:cubicBezTo>
                <a:cubicBezTo>
                  <a:pt x="3305" y="342"/>
                  <a:pt x="3305" y="338"/>
                  <a:pt x="3307" y="337"/>
                </a:cubicBezTo>
                <a:cubicBezTo>
                  <a:pt x="3348" y="283"/>
                  <a:pt x="3350" y="279"/>
                  <a:pt x="3351" y="272"/>
                </a:cubicBezTo>
                <a:cubicBezTo>
                  <a:pt x="3379" y="229"/>
                  <a:pt x="3374" y="220"/>
                  <a:pt x="3378" y="218"/>
                </a:cubicBezTo>
                <a:cubicBezTo>
                  <a:pt x="3386" y="191"/>
                  <a:pt x="3387" y="187"/>
                  <a:pt x="3390" y="184"/>
                </a:cubicBezTo>
                <a:cubicBezTo>
                  <a:pt x="3406" y="145"/>
                  <a:pt x="3399" y="145"/>
                  <a:pt x="3404" y="153"/>
                </a:cubicBezTo>
                <a:cubicBezTo>
                  <a:pt x="3399" y="178"/>
                  <a:pt x="3398" y="180"/>
                  <a:pt x="3397" y="182"/>
                </a:cubicBezTo>
                <a:cubicBezTo>
                  <a:pt x="3387" y="219"/>
                  <a:pt x="3380" y="234"/>
                  <a:pt x="3376" y="251"/>
                </a:cubicBezTo>
                <a:cubicBezTo>
                  <a:pt x="3369" y="261"/>
                  <a:pt x="3370" y="263"/>
                  <a:pt x="3370" y="264"/>
                </a:cubicBezTo>
                <a:cubicBezTo>
                  <a:pt x="3349" y="302"/>
                  <a:pt x="3350" y="312"/>
                  <a:pt x="3343" y="317"/>
                </a:cubicBezTo>
                <a:cubicBezTo>
                  <a:pt x="3329" y="342"/>
                  <a:pt x="3327" y="345"/>
                  <a:pt x="3326" y="348"/>
                </a:cubicBezTo>
                <a:cubicBezTo>
                  <a:pt x="3309" y="373"/>
                  <a:pt x="3306" y="375"/>
                  <a:pt x="3306" y="380"/>
                </a:cubicBezTo>
                <a:cubicBezTo>
                  <a:pt x="3279" y="409"/>
                  <a:pt x="3279" y="415"/>
                  <a:pt x="3276" y="418"/>
                </a:cubicBezTo>
                <a:cubicBezTo>
                  <a:pt x="3256" y="453"/>
                  <a:pt x="3249" y="452"/>
                  <a:pt x="3250" y="459"/>
                </a:cubicBezTo>
                <a:cubicBezTo>
                  <a:pt x="3231" y="494"/>
                  <a:pt x="3234" y="503"/>
                  <a:pt x="3229" y="504"/>
                </a:cubicBezTo>
                <a:cubicBezTo>
                  <a:pt x="3228" y="556"/>
                  <a:pt x="3220" y="565"/>
                  <a:pt x="3229" y="567"/>
                </a:cubicBezTo>
                <a:cubicBezTo>
                  <a:pt x="3242" y="488"/>
                  <a:pt x="3247" y="481"/>
                  <a:pt x="3249" y="470"/>
                </a:cubicBezTo>
                <a:cubicBezTo>
                  <a:pt x="3269" y="440"/>
                  <a:pt x="3269" y="435"/>
                  <a:pt x="3275" y="435"/>
                </a:cubicBezTo>
                <a:cubicBezTo>
                  <a:pt x="3307" y="387"/>
                  <a:pt x="3311" y="385"/>
                  <a:pt x="3313" y="382"/>
                </a:cubicBezTo>
                <a:cubicBezTo>
                  <a:pt x="3339" y="343"/>
                  <a:pt x="3340" y="339"/>
                  <a:pt x="3342" y="336"/>
                </a:cubicBezTo>
                <a:cubicBezTo>
                  <a:pt x="3348" y="337"/>
                  <a:pt x="3342" y="339"/>
                  <a:pt x="3343" y="345"/>
                </a:cubicBezTo>
                <a:cubicBezTo>
                  <a:pt x="3330" y="361"/>
                  <a:pt x="3328" y="366"/>
                  <a:pt x="3327" y="372"/>
                </a:cubicBezTo>
                <a:cubicBezTo>
                  <a:pt x="3310" y="403"/>
                  <a:pt x="3307" y="407"/>
                  <a:pt x="3306" y="413"/>
                </a:cubicBezTo>
                <a:cubicBezTo>
                  <a:pt x="3272" y="477"/>
                  <a:pt x="3268" y="487"/>
                  <a:pt x="3266" y="499"/>
                </a:cubicBezTo>
                <a:cubicBezTo>
                  <a:pt x="3257" y="584"/>
                  <a:pt x="3258" y="602"/>
                  <a:pt x="3259" y="613"/>
                </a:cubicBezTo>
                <a:cubicBezTo>
                  <a:pt x="3262" y="591"/>
                  <a:pt x="3261" y="580"/>
                  <a:pt x="3260" y="569"/>
                </a:cubicBezTo>
                <a:cubicBezTo>
                  <a:pt x="3274" y="501"/>
                  <a:pt x="3273" y="491"/>
                  <a:pt x="3276" y="485"/>
                </a:cubicBezTo>
                <a:cubicBezTo>
                  <a:pt x="3286" y="463"/>
                  <a:pt x="3287" y="460"/>
                  <a:pt x="3290" y="458"/>
                </a:cubicBezTo>
                <a:cubicBezTo>
                  <a:pt x="3317" y="406"/>
                  <a:pt x="3319" y="398"/>
                  <a:pt x="3324" y="394"/>
                </a:cubicBezTo>
                <a:cubicBezTo>
                  <a:pt x="3347" y="355"/>
                  <a:pt x="3347" y="346"/>
                  <a:pt x="3354" y="342"/>
                </a:cubicBezTo>
                <a:cubicBezTo>
                  <a:pt x="3379" y="293"/>
                  <a:pt x="3383" y="279"/>
                  <a:pt x="3390" y="267"/>
                </a:cubicBezTo>
                <a:cubicBezTo>
                  <a:pt x="3402" y="242"/>
                  <a:pt x="3400" y="232"/>
                  <a:pt x="3407" y="229"/>
                </a:cubicBezTo>
                <a:cubicBezTo>
                  <a:pt x="3419" y="181"/>
                  <a:pt x="3415" y="173"/>
                  <a:pt x="3416" y="169"/>
                </a:cubicBezTo>
                <a:cubicBezTo>
                  <a:pt x="3428" y="157"/>
                  <a:pt x="3419" y="164"/>
                  <a:pt x="3420" y="174"/>
                </a:cubicBezTo>
                <a:cubicBezTo>
                  <a:pt x="3412" y="238"/>
                  <a:pt x="3415" y="245"/>
                  <a:pt x="3412" y="246"/>
                </a:cubicBezTo>
                <a:cubicBezTo>
                  <a:pt x="3399" y="288"/>
                  <a:pt x="3396" y="301"/>
                  <a:pt x="3388" y="311"/>
                </a:cubicBezTo>
                <a:cubicBezTo>
                  <a:pt x="3370" y="349"/>
                  <a:pt x="3371" y="354"/>
                  <a:pt x="3370" y="358"/>
                </a:cubicBezTo>
                <a:cubicBezTo>
                  <a:pt x="3348" y="399"/>
                  <a:pt x="3344" y="406"/>
                  <a:pt x="3341" y="415"/>
                </a:cubicBezTo>
                <a:cubicBezTo>
                  <a:pt x="3323" y="443"/>
                  <a:pt x="3322" y="453"/>
                  <a:pt x="3318" y="460"/>
                </a:cubicBezTo>
                <a:cubicBezTo>
                  <a:pt x="3302" y="501"/>
                  <a:pt x="3300" y="505"/>
                  <a:pt x="3300" y="510"/>
                </a:cubicBezTo>
                <a:cubicBezTo>
                  <a:pt x="3292" y="547"/>
                  <a:pt x="3289" y="556"/>
                  <a:pt x="3288" y="567"/>
                </a:cubicBezTo>
                <a:cubicBezTo>
                  <a:pt x="3294" y="608"/>
                  <a:pt x="3292" y="615"/>
                  <a:pt x="3298" y="613"/>
                </a:cubicBezTo>
                <a:cubicBezTo>
                  <a:pt x="3303" y="514"/>
                  <a:pt x="3308" y="512"/>
                  <a:pt x="3308" y="505"/>
                </a:cubicBezTo>
                <a:cubicBezTo>
                  <a:pt x="3321" y="471"/>
                  <a:pt x="3323" y="471"/>
                  <a:pt x="3323" y="467"/>
                </a:cubicBezTo>
                <a:cubicBezTo>
                  <a:pt x="3336" y="433"/>
                  <a:pt x="3345" y="427"/>
                  <a:pt x="3348" y="415"/>
                </a:cubicBezTo>
                <a:cubicBezTo>
                  <a:pt x="3384" y="349"/>
                  <a:pt x="3387" y="338"/>
                  <a:pt x="3392" y="329"/>
                </a:cubicBezTo>
                <a:cubicBezTo>
                  <a:pt x="3401" y="322"/>
                  <a:pt x="3392" y="343"/>
                  <a:pt x="3383" y="364"/>
                </a:cubicBezTo>
                <a:cubicBezTo>
                  <a:pt x="3368" y="400"/>
                  <a:pt x="3367" y="406"/>
                  <a:pt x="3365" y="411"/>
                </a:cubicBezTo>
                <a:cubicBezTo>
                  <a:pt x="3348" y="447"/>
                  <a:pt x="3349" y="456"/>
                  <a:pt x="3344" y="459"/>
                </a:cubicBezTo>
                <a:cubicBezTo>
                  <a:pt x="3328" y="515"/>
                  <a:pt x="3325" y="520"/>
                  <a:pt x="3325" y="528"/>
                </a:cubicBezTo>
                <a:cubicBezTo>
                  <a:pt x="3318" y="606"/>
                  <a:pt x="3323" y="617"/>
                  <a:pt x="3318" y="620"/>
                </a:cubicBezTo>
                <a:cubicBezTo>
                  <a:pt x="3332" y="669"/>
                  <a:pt x="3325" y="683"/>
                  <a:pt x="3332" y="682"/>
                </a:cubicBezTo>
                <a:cubicBezTo>
                  <a:pt x="3326" y="633"/>
                  <a:pt x="3325" y="621"/>
                  <a:pt x="3324" y="609"/>
                </a:cubicBezTo>
                <a:cubicBezTo>
                  <a:pt x="3333" y="543"/>
                  <a:pt x="3329" y="535"/>
                  <a:pt x="3330" y="532"/>
                </a:cubicBezTo>
                <a:cubicBezTo>
                  <a:pt x="3338" y="510"/>
                  <a:pt x="3335" y="503"/>
                  <a:pt x="3339" y="503"/>
                </a:cubicBezTo>
                <a:cubicBezTo>
                  <a:pt x="3360" y="438"/>
                  <a:pt x="3365" y="434"/>
                  <a:pt x="3366" y="427"/>
                </a:cubicBezTo>
                <a:cubicBezTo>
                  <a:pt x="3388" y="388"/>
                  <a:pt x="3385" y="376"/>
                  <a:pt x="3391" y="372"/>
                </a:cubicBezTo>
                <a:cubicBezTo>
                  <a:pt x="3405" y="344"/>
                  <a:pt x="3402" y="337"/>
                  <a:pt x="3406" y="336"/>
                </a:cubicBezTo>
                <a:cubicBezTo>
                  <a:pt x="3431" y="261"/>
                  <a:pt x="3430" y="249"/>
                  <a:pt x="3436" y="242"/>
                </a:cubicBezTo>
                <a:cubicBezTo>
                  <a:pt x="3440" y="222"/>
                  <a:pt x="3448" y="227"/>
                  <a:pt x="3442" y="233"/>
                </a:cubicBezTo>
                <a:cubicBezTo>
                  <a:pt x="3435" y="304"/>
                  <a:pt x="3435" y="312"/>
                  <a:pt x="3433" y="317"/>
                </a:cubicBezTo>
                <a:cubicBezTo>
                  <a:pt x="3426" y="349"/>
                  <a:pt x="3415" y="355"/>
                  <a:pt x="3417" y="373"/>
                </a:cubicBezTo>
                <a:cubicBezTo>
                  <a:pt x="3398" y="409"/>
                  <a:pt x="3395" y="419"/>
                  <a:pt x="3390" y="429"/>
                </a:cubicBezTo>
                <a:cubicBezTo>
                  <a:pt x="3374" y="468"/>
                  <a:pt x="3369" y="477"/>
                  <a:pt x="3364" y="486"/>
                </a:cubicBezTo>
                <a:cubicBezTo>
                  <a:pt x="3350" y="555"/>
                  <a:pt x="3342" y="561"/>
                  <a:pt x="3343" y="564"/>
                </a:cubicBezTo>
                <a:cubicBezTo>
                  <a:pt x="3337" y="589"/>
                  <a:pt x="3341" y="597"/>
                  <a:pt x="3336" y="597"/>
                </a:cubicBezTo>
                <a:cubicBezTo>
                  <a:pt x="3336" y="631"/>
                  <a:pt x="3331" y="635"/>
                  <a:pt x="3333" y="645"/>
                </a:cubicBezTo>
                <a:cubicBezTo>
                  <a:pt x="3351" y="557"/>
                  <a:pt x="3354" y="542"/>
                  <a:pt x="3360" y="530"/>
                </a:cubicBezTo>
                <a:cubicBezTo>
                  <a:pt x="3380" y="472"/>
                  <a:pt x="3380" y="468"/>
                  <a:pt x="3384" y="469"/>
                </a:cubicBezTo>
                <a:cubicBezTo>
                  <a:pt x="3401" y="432"/>
                  <a:pt x="3401" y="421"/>
                  <a:pt x="3407" y="415"/>
                </a:cubicBezTo>
                <a:cubicBezTo>
                  <a:pt x="3429" y="360"/>
                  <a:pt x="3431" y="352"/>
                  <a:pt x="3435" y="345"/>
                </a:cubicBezTo>
                <a:cubicBezTo>
                  <a:pt x="3442" y="313"/>
                  <a:pt x="3444" y="307"/>
                  <a:pt x="3447" y="301"/>
                </a:cubicBezTo>
                <a:cubicBezTo>
                  <a:pt x="3455" y="291"/>
                  <a:pt x="3449" y="295"/>
                  <a:pt x="3453" y="298"/>
                </a:cubicBezTo>
                <a:cubicBezTo>
                  <a:pt x="3425" y="410"/>
                  <a:pt x="3420" y="410"/>
                  <a:pt x="3422" y="416"/>
                </a:cubicBezTo>
                <a:cubicBezTo>
                  <a:pt x="3393" y="478"/>
                  <a:pt x="3393" y="496"/>
                  <a:pt x="3385" y="506"/>
                </a:cubicBezTo>
                <a:cubicBezTo>
                  <a:pt x="3370" y="564"/>
                  <a:pt x="3362" y="575"/>
                  <a:pt x="3360" y="591"/>
                </a:cubicBezTo>
                <a:cubicBezTo>
                  <a:pt x="3351" y="652"/>
                  <a:pt x="3352" y="666"/>
                  <a:pt x="3353" y="681"/>
                </a:cubicBezTo>
                <a:cubicBezTo>
                  <a:pt x="3358" y="622"/>
                  <a:pt x="3364" y="612"/>
                  <a:pt x="3363" y="597"/>
                </a:cubicBezTo>
                <a:cubicBezTo>
                  <a:pt x="3380" y="557"/>
                  <a:pt x="3378" y="549"/>
                  <a:pt x="3383" y="546"/>
                </a:cubicBezTo>
                <a:cubicBezTo>
                  <a:pt x="3402" y="483"/>
                  <a:pt x="3407" y="480"/>
                  <a:pt x="3406" y="472"/>
                </a:cubicBezTo>
                <a:cubicBezTo>
                  <a:pt x="3425" y="437"/>
                  <a:pt x="3422" y="430"/>
                  <a:pt x="3425" y="429"/>
                </a:cubicBezTo>
                <a:cubicBezTo>
                  <a:pt x="3438" y="397"/>
                  <a:pt x="3437" y="388"/>
                  <a:pt x="3442" y="384"/>
                </a:cubicBezTo>
                <a:cubicBezTo>
                  <a:pt x="3455" y="332"/>
                  <a:pt x="3460" y="332"/>
                  <a:pt x="3457" y="326"/>
                </a:cubicBezTo>
                <a:cubicBezTo>
                  <a:pt x="3463" y="349"/>
                  <a:pt x="3458" y="358"/>
                  <a:pt x="3458" y="372"/>
                </a:cubicBezTo>
                <a:cubicBezTo>
                  <a:pt x="3450" y="388"/>
                  <a:pt x="3451" y="393"/>
                  <a:pt x="3451" y="396"/>
                </a:cubicBezTo>
                <a:cubicBezTo>
                  <a:pt x="3444" y="416"/>
                  <a:pt x="3442" y="417"/>
                  <a:pt x="3442" y="421"/>
                </a:cubicBezTo>
                <a:cubicBezTo>
                  <a:pt x="3431" y="446"/>
                  <a:pt x="3430" y="460"/>
                  <a:pt x="3424" y="468"/>
                </a:cubicBezTo>
                <a:cubicBezTo>
                  <a:pt x="3407" y="509"/>
                  <a:pt x="3401" y="518"/>
                  <a:pt x="3397" y="529"/>
                </a:cubicBezTo>
                <a:cubicBezTo>
                  <a:pt x="3383" y="583"/>
                  <a:pt x="3376" y="592"/>
                  <a:pt x="3382" y="596"/>
                </a:cubicBezTo>
                <a:cubicBezTo>
                  <a:pt x="3409" y="524"/>
                  <a:pt x="3412" y="513"/>
                  <a:pt x="3417" y="504"/>
                </a:cubicBezTo>
                <a:cubicBezTo>
                  <a:pt x="3441" y="458"/>
                  <a:pt x="3440" y="453"/>
                  <a:pt x="3440" y="450"/>
                </a:cubicBezTo>
                <a:cubicBezTo>
                  <a:pt x="3457" y="405"/>
                  <a:pt x="3457" y="398"/>
                  <a:pt x="3462" y="396"/>
                </a:cubicBezTo>
                <a:cubicBezTo>
                  <a:pt x="3472" y="356"/>
                  <a:pt x="3467" y="344"/>
                  <a:pt x="3476" y="344"/>
                </a:cubicBezTo>
                <a:cubicBezTo>
                  <a:pt x="3464" y="412"/>
                  <a:pt x="3465" y="422"/>
                  <a:pt x="3460" y="426"/>
                </a:cubicBezTo>
                <a:cubicBezTo>
                  <a:pt x="3449" y="464"/>
                  <a:pt x="3445" y="466"/>
                  <a:pt x="3446" y="471"/>
                </a:cubicBezTo>
                <a:cubicBezTo>
                  <a:pt x="3438" y="502"/>
                  <a:pt x="3433" y="506"/>
                  <a:pt x="3433" y="516"/>
                </a:cubicBezTo>
                <a:cubicBezTo>
                  <a:pt x="3417" y="568"/>
                  <a:pt x="3415" y="576"/>
                  <a:pt x="3410" y="581"/>
                </a:cubicBezTo>
                <a:cubicBezTo>
                  <a:pt x="3410" y="660"/>
                  <a:pt x="3412" y="665"/>
                  <a:pt x="3412" y="672"/>
                </a:cubicBezTo>
                <a:cubicBezTo>
                  <a:pt x="3426" y="706"/>
                  <a:pt x="3422" y="719"/>
                  <a:pt x="3430" y="717"/>
                </a:cubicBezTo>
                <a:cubicBezTo>
                  <a:pt x="3420" y="681"/>
                  <a:pt x="3418" y="669"/>
                  <a:pt x="3415" y="659"/>
                </a:cubicBezTo>
                <a:cubicBezTo>
                  <a:pt x="3417" y="602"/>
                  <a:pt x="3414" y="595"/>
                  <a:pt x="3417" y="593"/>
                </a:cubicBezTo>
                <a:cubicBezTo>
                  <a:pt x="3434" y="546"/>
                  <a:pt x="3431" y="525"/>
                  <a:pt x="3442" y="515"/>
                </a:cubicBezTo>
                <a:cubicBezTo>
                  <a:pt x="3458" y="465"/>
                  <a:pt x="3460" y="456"/>
                  <a:pt x="3461" y="448"/>
                </a:cubicBezTo>
                <a:cubicBezTo>
                  <a:pt x="3477" y="411"/>
                  <a:pt x="3477" y="404"/>
                  <a:pt x="3480" y="401"/>
                </a:cubicBezTo>
                <a:cubicBezTo>
                  <a:pt x="3493" y="395"/>
                  <a:pt x="3485" y="406"/>
                  <a:pt x="3486" y="425"/>
                </a:cubicBezTo>
                <a:cubicBezTo>
                  <a:pt x="3466" y="480"/>
                  <a:pt x="3469" y="488"/>
                  <a:pt x="3464" y="490"/>
                </a:cubicBezTo>
                <a:cubicBezTo>
                  <a:pt x="3457" y="522"/>
                  <a:pt x="3453" y="524"/>
                  <a:pt x="3454" y="532"/>
                </a:cubicBezTo>
                <a:cubicBezTo>
                  <a:pt x="3444" y="561"/>
                  <a:pt x="3446" y="568"/>
                  <a:pt x="3444" y="572"/>
                </a:cubicBezTo>
                <a:cubicBezTo>
                  <a:pt x="3437" y="682"/>
                  <a:pt x="3434" y="691"/>
                  <a:pt x="3439" y="719"/>
                </a:cubicBezTo>
                <a:cubicBezTo>
                  <a:pt x="3448" y="743"/>
                  <a:pt x="3450" y="749"/>
                  <a:pt x="3457" y="750"/>
                </a:cubicBezTo>
                <a:cubicBezTo>
                  <a:pt x="3444" y="682"/>
                  <a:pt x="3442" y="668"/>
                  <a:pt x="3441" y="655"/>
                </a:cubicBezTo>
                <a:cubicBezTo>
                  <a:pt x="3449" y="616"/>
                  <a:pt x="3442" y="615"/>
                  <a:pt x="3447" y="611"/>
                </a:cubicBezTo>
                <a:cubicBezTo>
                  <a:pt x="3451" y="571"/>
                  <a:pt x="3456" y="564"/>
                  <a:pt x="3456" y="554"/>
                </a:cubicBezTo>
                <a:cubicBezTo>
                  <a:pt x="3482" y="464"/>
                  <a:pt x="3487" y="456"/>
                  <a:pt x="3488" y="446"/>
                </a:cubicBezTo>
                <a:cubicBezTo>
                  <a:pt x="3494" y="430"/>
                  <a:pt x="3499" y="432"/>
                  <a:pt x="3495" y="433"/>
                </a:cubicBezTo>
                <a:cubicBezTo>
                  <a:pt x="3483" y="507"/>
                  <a:pt x="3473" y="525"/>
                  <a:pt x="3476" y="554"/>
                </a:cubicBezTo>
                <a:cubicBezTo>
                  <a:pt x="3469" y="597"/>
                  <a:pt x="3466" y="612"/>
                  <a:pt x="3465" y="629"/>
                </a:cubicBezTo>
                <a:cubicBezTo>
                  <a:pt x="3479" y="752"/>
                  <a:pt x="3485" y="750"/>
                  <a:pt x="3485" y="755"/>
                </a:cubicBezTo>
                <a:cubicBezTo>
                  <a:pt x="3499" y="791"/>
                  <a:pt x="3500" y="794"/>
                  <a:pt x="3503" y="795"/>
                </a:cubicBezTo>
                <a:cubicBezTo>
                  <a:pt x="3492" y="758"/>
                  <a:pt x="3488" y="746"/>
                  <a:pt x="3484" y="744"/>
                </a:cubicBezTo>
                <a:cubicBezTo>
                  <a:pt x="3481" y="733"/>
                  <a:pt x="3481" y="729"/>
                  <a:pt x="3481" y="729"/>
                </a:cubicBezTo>
                <a:cubicBezTo>
                  <a:pt x="3475" y="679"/>
                  <a:pt x="3475" y="662"/>
                  <a:pt x="3473" y="646"/>
                </a:cubicBezTo>
                <a:cubicBezTo>
                  <a:pt x="3481" y="573"/>
                  <a:pt x="3482" y="570"/>
                  <a:pt x="3481" y="565"/>
                </a:cubicBezTo>
                <a:cubicBezTo>
                  <a:pt x="3488" y="543"/>
                  <a:pt x="3484" y="535"/>
                  <a:pt x="3485" y="532"/>
                </a:cubicBezTo>
                <a:cubicBezTo>
                  <a:pt x="3494" y="519"/>
                  <a:pt x="3487" y="532"/>
                  <a:pt x="3488" y="551"/>
                </a:cubicBezTo>
                <a:cubicBezTo>
                  <a:pt x="3483" y="582"/>
                  <a:pt x="3481" y="591"/>
                  <a:pt x="3481" y="600"/>
                </a:cubicBezTo>
                <a:cubicBezTo>
                  <a:pt x="3506" y="747"/>
                  <a:pt x="3504" y="754"/>
                  <a:pt x="3507" y="755"/>
                </a:cubicBezTo>
                <a:cubicBezTo>
                  <a:pt x="3522" y="799"/>
                  <a:pt x="3528" y="803"/>
                  <a:pt x="3531" y="811"/>
                </a:cubicBezTo>
                <a:cubicBezTo>
                  <a:pt x="3524" y="788"/>
                  <a:pt x="3521" y="783"/>
                  <a:pt x="3520" y="776"/>
                </a:cubicBezTo>
                <a:cubicBezTo>
                  <a:pt x="3511" y="743"/>
                  <a:pt x="3507" y="733"/>
                  <a:pt x="3503" y="723"/>
                </a:cubicBezTo>
                <a:cubicBezTo>
                  <a:pt x="3500" y="696"/>
                  <a:pt x="3497" y="689"/>
                  <a:pt x="3495" y="682"/>
                </a:cubicBezTo>
                <a:cubicBezTo>
                  <a:pt x="3491" y="631"/>
                  <a:pt x="3491" y="616"/>
                  <a:pt x="3490" y="599"/>
                </a:cubicBezTo>
                <a:cubicBezTo>
                  <a:pt x="3495" y="554"/>
                  <a:pt x="3495" y="550"/>
                  <a:pt x="3497" y="548"/>
                </a:cubicBezTo>
                <a:cubicBezTo>
                  <a:pt x="3502" y="498"/>
                  <a:pt x="3505" y="494"/>
                  <a:pt x="3506" y="489"/>
                </a:cubicBezTo>
                <a:cubicBezTo>
                  <a:pt x="3506" y="547"/>
                  <a:pt x="3503" y="566"/>
                  <a:pt x="3502" y="585"/>
                </a:cubicBezTo>
                <a:cubicBezTo>
                  <a:pt x="3515" y="692"/>
                  <a:pt x="3511" y="695"/>
                  <a:pt x="3512" y="698"/>
                </a:cubicBezTo>
                <a:cubicBezTo>
                  <a:pt x="3528" y="752"/>
                  <a:pt x="3532" y="765"/>
                  <a:pt x="3537" y="775"/>
                </a:cubicBezTo>
                <a:cubicBezTo>
                  <a:pt x="3550" y="790"/>
                  <a:pt x="3543" y="782"/>
                  <a:pt x="3539" y="771"/>
                </a:cubicBezTo>
                <a:cubicBezTo>
                  <a:pt x="3522" y="708"/>
                  <a:pt x="3521" y="704"/>
                  <a:pt x="3519" y="702"/>
                </a:cubicBezTo>
                <a:cubicBezTo>
                  <a:pt x="3511" y="634"/>
                  <a:pt x="3511" y="615"/>
                  <a:pt x="3509" y="600"/>
                </a:cubicBezTo>
                <a:cubicBezTo>
                  <a:pt x="3520" y="547"/>
                  <a:pt x="3511" y="533"/>
                  <a:pt x="3520" y="534"/>
                </a:cubicBezTo>
                <a:cubicBezTo>
                  <a:pt x="3524" y="611"/>
                  <a:pt x="3521" y="619"/>
                  <a:pt x="3526" y="619"/>
                </a:cubicBezTo>
                <a:cubicBezTo>
                  <a:pt x="3528" y="645"/>
                  <a:pt x="3532" y="649"/>
                  <a:pt x="3531" y="660"/>
                </a:cubicBezTo>
                <a:cubicBezTo>
                  <a:pt x="3556" y="737"/>
                  <a:pt x="3561" y="744"/>
                  <a:pt x="3562" y="760"/>
                </a:cubicBezTo>
                <a:cubicBezTo>
                  <a:pt x="3585" y="787"/>
                  <a:pt x="3582" y="784"/>
                  <a:pt x="3579" y="783"/>
                </a:cubicBezTo>
                <a:cubicBezTo>
                  <a:pt x="3560" y="729"/>
                  <a:pt x="3552" y="701"/>
                  <a:pt x="3543" y="672"/>
                </a:cubicBezTo>
                <a:cubicBezTo>
                  <a:pt x="3532" y="618"/>
                  <a:pt x="3532" y="614"/>
                  <a:pt x="3532" y="609"/>
                </a:cubicBezTo>
                <a:cubicBezTo>
                  <a:pt x="3535" y="597"/>
                  <a:pt x="3540" y="609"/>
                  <a:pt x="3544" y="622"/>
                </a:cubicBezTo>
                <a:cubicBezTo>
                  <a:pt x="3564" y="685"/>
                  <a:pt x="3567" y="689"/>
                  <a:pt x="3569" y="696"/>
                </a:cubicBezTo>
                <a:cubicBezTo>
                  <a:pt x="3585" y="716"/>
                  <a:pt x="3578" y="710"/>
                  <a:pt x="3575" y="700"/>
                </a:cubicBezTo>
                <a:cubicBezTo>
                  <a:pt x="3544" y="591"/>
                  <a:pt x="3539" y="578"/>
                  <a:pt x="3533" y="566"/>
                </a:cubicBezTo>
                <a:cubicBezTo>
                  <a:pt x="3524" y="501"/>
                  <a:pt x="3524" y="496"/>
                  <a:pt x="3524" y="492"/>
                </a:cubicBezTo>
                <a:cubicBezTo>
                  <a:pt x="3538" y="519"/>
                  <a:pt x="3540" y="534"/>
                  <a:pt x="3545" y="545"/>
                </a:cubicBezTo>
                <a:cubicBezTo>
                  <a:pt x="3565" y="611"/>
                  <a:pt x="3571" y="614"/>
                  <a:pt x="3572" y="622"/>
                </a:cubicBezTo>
                <a:cubicBezTo>
                  <a:pt x="3605" y="698"/>
                  <a:pt x="3603" y="709"/>
                  <a:pt x="3609" y="711"/>
                </a:cubicBezTo>
                <a:cubicBezTo>
                  <a:pt x="3621" y="744"/>
                  <a:pt x="3629" y="753"/>
                  <a:pt x="3632" y="766"/>
                </a:cubicBezTo>
                <a:cubicBezTo>
                  <a:pt x="3648" y="791"/>
                  <a:pt x="3648" y="793"/>
                  <a:pt x="3650" y="793"/>
                </a:cubicBezTo>
                <a:cubicBezTo>
                  <a:pt x="3633" y="742"/>
                  <a:pt x="3627" y="742"/>
                  <a:pt x="3626" y="738"/>
                </a:cubicBezTo>
                <a:cubicBezTo>
                  <a:pt x="3609" y="692"/>
                  <a:pt x="3602" y="684"/>
                  <a:pt x="3600" y="670"/>
                </a:cubicBezTo>
                <a:cubicBezTo>
                  <a:pt x="3573" y="591"/>
                  <a:pt x="3570" y="586"/>
                  <a:pt x="3569" y="578"/>
                </a:cubicBezTo>
                <a:cubicBezTo>
                  <a:pt x="3567" y="568"/>
                  <a:pt x="3571" y="572"/>
                  <a:pt x="3573" y="578"/>
                </a:cubicBezTo>
                <a:cubicBezTo>
                  <a:pt x="3589" y="595"/>
                  <a:pt x="3591" y="601"/>
                  <a:pt x="3593" y="607"/>
                </a:cubicBezTo>
                <a:cubicBezTo>
                  <a:pt x="3615" y="642"/>
                  <a:pt x="3619" y="647"/>
                  <a:pt x="3622" y="651"/>
                </a:cubicBezTo>
                <a:cubicBezTo>
                  <a:pt x="3682" y="757"/>
                  <a:pt x="3686" y="769"/>
                  <a:pt x="3692" y="779"/>
                </a:cubicBezTo>
                <a:cubicBezTo>
                  <a:pt x="3700" y="801"/>
                  <a:pt x="3701" y="805"/>
                  <a:pt x="3701" y="809"/>
                </a:cubicBezTo>
                <a:cubicBezTo>
                  <a:pt x="3698" y="773"/>
                  <a:pt x="3692" y="767"/>
                  <a:pt x="3689" y="758"/>
                </a:cubicBezTo>
                <a:cubicBezTo>
                  <a:pt x="3682" y="741"/>
                  <a:pt x="3677" y="738"/>
                  <a:pt x="3678" y="732"/>
                </a:cubicBezTo>
                <a:cubicBezTo>
                  <a:pt x="3657" y="683"/>
                  <a:pt x="3641" y="668"/>
                  <a:pt x="3631" y="646"/>
                </a:cubicBezTo>
                <a:cubicBezTo>
                  <a:pt x="3609" y="610"/>
                  <a:pt x="3605" y="606"/>
                  <a:pt x="3603" y="600"/>
                </a:cubicBezTo>
                <a:cubicBezTo>
                  <a:pt x="3602" y="588"/>
                  <a:pt x="3604" y="593"/>
                  <a:pt x="3605" y="598"/>
                </a:cubicBezTo>
                <a:cubicBezTo>
                  <a:pt x="3636" y="646"/>
                  <a:pt x="3645" y="650"/>
                  <a:pt x="3649" y="660"/>
                </a:cubicBezTo>
                <a:cubicBezTo>
                  <a:pt x="3683" y="718"/>
                  <a:pt x="3683" y="724"/>
                  <a:pt x="3687" y="727"/>
                </a:cubicBezTo>
                <a:cubicBezTo>
                  <a:pt x="3711" y="775"/>
                  <a:pt x="3709" y="785"/>
                  <a:pt x="3715" y="787"/>
                </a:cubicBezTo>
                <a:cubicBezTo>
                  <a:pt x="3704" y="756"/>
                  <a:pt x="3706" y="749"/>
                  <a:pt x="3703" y="748"/>
                </a:cubicBezTo>
                <a:cubicBezTo>
                  <a:pt x="3683" y="705"/>
                  <a:pt x="3676" y="692"/>
                  <a:pt x="3670" y="678"/>
                </a:cubicBezTo>
                <a:cubicBezTo>
                  <a:pt x="3642" y="629"/>
                  <a:pt x="3632" y="620"/>
                  <a:pt x="3626" y="607"/>
                </a:cubicBezTo>
                <a:cubicBezTo>
                  <a:pt x="3605" y="580"/>
                  <a:pt x="3601" y="579"/>
                  <a:pt x="3601" y="574"/>
                </a:cubicBezTo>
                <a:cubicBezTo>
                  <a:pt x="3573" y="536"/>
                  <a:pt x="3569" y="530"/>
                  <a:pt x="3565" y="524"/>
                </a:cubicBezTo>
                <a:cubicBezTo>
                  <a:pt x="3546" y="487"/>
                  <a:pt x="3541" y="488"/>
                  <a:pt x="3543" y="482"/>
                </a:cubicBezTo>
                <a:cubicBezTo>
                  <a:pt x="3536" y="457"/>
                  <a:pt x="3537" y="465"/>
                  <a:pt x="3542" y="469"/>
                </a:cubicBezTo>
                <a:cubicBezTo>
                  <a:pt x="3566" y="506"/>
                  <a:pt x="3571" y="510"/>
                  <a:pt x="3575" y="514"/>
                </a:cubicBezTo>
                <a:cubicBezTo>
                  <a:pt x="3616" y="563"/>
                  <a:pt x="3621" y="567"/>
                  <a:pt x="3623" y="575"/>
                </a:cubicBezTo>
                <a:cubicBezTo>
                  <a:pt x="3671" y="639"/>
                  <a:pt x="3669" y="646"/>
                  <a:pt x="3672" y="648"/>
                </a:cubicBezTo>
                <a:cubicBezTo>
                  <a:pt x="3691" y="678"/>
                  <a:pt x="3690" y="689"/>
                  <a:pt x="3695" y="692"/>
                </a:cubicBezTo>
                <a:cubicBezTo>
                  <a:pt x="3712" y="731"/>
                  <a:pt x="3709" y="741"/>
                  <a:pt x="3716" y="741"/>
                </a:cubicBezTo>
                <a:cubicBezTo>
                  <a:pt x="3708" y="703"/>
                  <a:pt x="3703" y="704"/>
                  <a:pt x="3704" y="698"/>
                </a:cubicBezTo>
                <a:cubicBezTo>
                  <a:pt x="3691" y="675"/>
                  <a:pt x="3692" y="664"/>
                  <a:pt x="3686" y="662"/>
                </a:cubicBezTo>
                <a:cubicBezTo>
                  <a:pt x="3670" y="620"/>
                  <a:pt x="3664" y="622"/>
                  <a:pt x="3664" y="618"/>
                </a:cubicBezTo>
                <a:cubicBezTo>
                  <a:pt x="3633" y="576"/>
                  <a:pt x="3635" y="569"/>
                  <a:pt x="3632" y="567"/>
                </a:cubicBezTo>
                <a:cubicBezTo>
                  <a:pt x="3612" y="544"/>
                  <a:pt x="3609" y="542"/>
                  <a:pt x="3608" y="538"/>
                </a:cubicBezTo>
                <a:cubicBezTo>
                  <a:pt x="3595" y="520"/>
                  <a:pt x="3590" y="520"/>
                  <a:pt x="3589" y="516"/>
                </a:cubicBezTo>
                <a:cubicBezTo>
                  <a:pt x="3575" y="485"/>
                  <a:pt x="3576" y="492"/>
                  <a:pt x="3583" y="494"/>
                </a:cubicBezTo>
                <a:cubicBezTo>
                  <a:pt x="3605" y="518"/>
                  <a:pt x="3612" y="530"/>
                  <a:pt x="3621" y="540"/>
                </a:cubicBezTo>
                <a:cubicBezTo>
                  <a:pt x="3637" y="562"/>
                  <a:pt x="3646" y="562"/>
                  <a:pt x="3647" y="571"/>
                </a:cubicBezTo>
                <a:cubicBezTo>
                  <a:pt x="3679" y="613"/>
                  <a:pt x="3687" y="624"/>
                  <a:pt x="3693" y="637"/>
                </a:cubicBezTo>
                <a:cubicBezTo>
                  <a:pt x="3722" y="683"/>
                  <a:pt x="3722" y="688"/>
                  <a:pt x="3725" y="690"/>
                </a:cubicBezTo>
                <a:cubicBezTo>
                  <a:pt x="3736" y="699"/>
                  <a:pt x="3730" y="697"/>
                  <a:pt x="3730" y="687"/>
                </a:cubicBezTo>
                <a:cubicBezTo>
                  <a:pt x="3696" y="629"/>
                  <a:pt x="3695" y="622"/>
                  <a:pt x="3690" y="618"/>
                </a:cubicBezTo>
                <a:cubicBezTo>
                  <a:pt x="3664" y="581"/>
                  <a:pt x="3661" y="574"/>
                  <a:pt x="3658" y="568"/>
                </a:cubicBezTo>
                <a:cubicBezTo>
                  <a:pt x="3624" y="530"/>
                  <a:pt x="3617" y="519"/>
                  <a:pt x="3608" y="510"/>
                </a:cubicBezTo>
                <a:cubicBezTo>
                  <a:pt x="3534" y="424"/>
                  <a:pt x="3528" y="418"/>
                  <a:pt x="3524" y="409"/>
                </a:cubicBezTo>
                <a:cubicBezTo>
                  <a:pt x="3505" y="384"/>
                  <a:pt x="3506" y="376"/>
                  <a:pt x="3500" y="376"/>
                </a:cubicBezTo>
                <a:cubicBezTo>
                  <a:pt x="3502" y="363"/>
                  <a:pt x="3500" y="371"/>
                  <a:pt x="3504" y="371"/>
                </a:cubicBezTo>
                <a:cubicBezTo>
                  <a:pt x="3530" y="404"/>
                  <a:pt x="3532" y="412"/>
                  <a:pt x="3538" y="417"/>
                </a:cubicBezTo>
                <a:cubicBezTo>
                  <a:pt x="3562" y="446"/>
                  <a:pt x="3566" y="447"/>
                  <a:pt x="3567" y="452"/>
                </a:cubicBezTo>
                <a:cubicBezTo>
                  <a:pt x="3602" y="487"/>
                  <a:pt x="3602" y="492"/>
                  <a:pt x="3607" y="493"/>
                </a:cubicBezTo>
                <a:cubicBezTo>
                  <a:pt x="3650" y="542"/>
                  <a:pt x="3656" y="546"/>
                  <a:pt x="3659" y="555"/>
                </a:cubicBezTo>
                <a:cubicBezTo>
                  <a:pt x="3706" y="616"/>
                  <a:pt x="3708" y="625"/>
                  <a:pt x="3715" y="629"/>
                </a:cubicBezTo>
                <a:cubicBezTo>
                  <a:pt x="3727" y="644"/>
                  <a:pt x="3724" y="639"/>
                  <a:pt x="3720" y="638"/>
                </a:cubicBezTo>
                <a:cubicBezTo>
                  <a:pt x="3689" y="575"/>
                  <a:pt x="3675" y="561"/>
                  <a:pt x="3663" y="546"/>
                </a:cubicBezTo>
                <a:cubicBezTo>
                  <a:pt x="3641" y="512"/>
                  <a:pt x="3631" y="508"/>
                  <a:pt x="3625" y="500"/>
                </a:cubicBezTo>
                <a:cubicBezTo>
                  <a:pt x="3592" y="468"/>
                  <a:pt x="3591" y="465"/>
                  <a:pt x="3591" y="461"/>
                </a:cubicBezTo>
                <a:cubicBezTo>
                  <a:pt x="3577" y="443"/>
                  <a:pt x="3570" y="445"/>
                  <a:pt x="3570" y="438"/>
                </a:cubicBezTo>
                <a:cubicBezTo>
                  <a:pt x="3535" y="402"/>
                  <a:pt x="3533" y="398"/>
                  <a:pt x="3532" y="393"/>
                </a:cubicBezTo>
                <a:cubicBezTo>
                  <a:pt x="3530" y="387"/>
                  <a:pt x="3532" y="390"/>
                  <a:pt x="3534" y="393"/>
                </a:cubicBezTo>
                <a:cubicBezTo>
                  <a:pt x="3549" y="412"/>
                  <a:pt x="3552" y="411"/>
                  <a:pt x="3553" y="413"/>
                </a:cubicBezTo>
                <a:cubicBezTo>
                  <a:pt x="3592" y="453"/>
                  <a:pt x="3594" y="455"/>
                  <a:pt x="3596" y="458"/>
                </a:cubicBezTo>
                <a:cubicBezTo>
                  <a:pt x="3621" y="483"/>
                  <a:pt x="3627" y="485"/>
                  <a:pt x="3631" y="491"/>
                </a:cubicBezTo>
                <a:cubicBezTo>
                  <a:pt x="3653" y="516"/>
                  <a:pt x="3661" y="526"/>
                  <a:pt x="3669" y="536"/>
                </a:cubicBezTo>
                <a:cubicBezTo>
                  <a:pt x="3710" y="588"/>
                  <a:pt x="3713" y="595"/>
                  <a:pt x="3719" y="598"/>
                </a:cubicBezTo>
                <a:cubicBezTo>
                  <a:pt x="3754" y="657"/>
                  <a:pt x="3756" y="665"/>
                  <a:pt x="3759" y="672"/>
                </a:cubicBezTo>
                <a:cubicBezTo>
                  <a:pt x="3769" y="696"/>
                  <a:pt x="3765" y="705"/>
                  <a:pt x="3770" y="704"/>
                </a:cubicBezTo>
                <a:cubicBezTo>
                  <a:pt x="3763" y="670"/>
                  <a:pt x="3763" y="659"/>
                  <a:pt x="3758" y="655"/>
                </a:cubicBezTo>
                <a:cubicBezTo>
                  <a:pt x="3722" y="590"/>
                  <a:pt x="3717" y="586"/>
                  <a:pt x="3713" y="579"/>
                </a:cubicBezTo>
                <a:cubicBezTo>
                  <a:pt x="3668" y="527"/>
                  <a:pt x="3671" y="520"/>
                  <a:pt x="3668" y="519"/>
                </a:cubicBezTo>
                <a:cubicBezTo>
                  <a:pt x="3638" y="483"/>
                  <a:pt x="3626" y="475"/>
                  <a:pt x="3618" y="463"/>
                </a:cubicBezTo>
                <a:cubicBezTo>
                  <a:pt x="3597" y="446"/>
                  <a:pt x="3593" y="439"/>
                  <a:pt x="3587" y="435"/>
                </a:cubicBezTo>
                <a:cubicBezTo>
                  <a:pt x="3544" y="388"/>
                  <a:pt x="3531" y="373"/>
                  <a:pt x="3516" y="359"/>
                </a:cubicBezTo>
                <a:cubicBezTo>
                  <a:pt x="3482" y="312"/>
                  <a:pt x="3483" y="307"/>
                  <a:pt x="3480" y="307"/>
                </a:cubicBezTo>
                <a:cubicBezTo>
                  <a:pt x="3491" y="306"/>
                  <a:pt x="3495" y="310"/>
                  <a:pt x="3498" y="315"/>
                </a:cubicBezTo>
                <a:cubicBezTo>
                  <a:pt x="3528" y="347"/>
                  <a:pt x="3536" y="354"/>
                  <a:pt x="3543" y="362"/>
                </a:cubicBezTo>
                <a:cubicBezTo>
                  <a:pt x="3574" y="381"/>
                  <a:pt x="3571" y="392"/>
                  <a:pt x="3580" y="390"/>
                </a:cubicBezTo>
                <a:cubicBezTo>
                  <a:pt x="3598" y="407"/>
                  <a:pt x="3606" y="414"/>
                  <a:pt x="3615" y="420"/>
                </a:cubicBezTo>
                <a:cubicBezTo>
                  <a:pt x="3642" y="449"/>
                  <a:pt x="3647" y="454"/>
                  <a:pt x="3650" y="457"/>
                </a:cubicBezTo>
                <a:cubicBezTo>
                  <a:pt x="3680" y="486"/>
                  <a:pt x="3682" y="493"/>
                  <a:pt x="3686" y="498"/>
                </a:cubicBezTo>
                <a:cubicBezTo>
                  <a:pt x="3724" y="544"/>
                  <a:pt x="3729" y="547"/>
                  <a:pt x="3731" y="554"/>
                </a:cubicBezTo>
                <a:cubicBezTo>
                  <a:pt x="3765" y="605"/>
                  <a:pt x="3771" y="607"/>
                  <a:pt x="3773" y="614"/>
                </a:cubicBezTo>
                <a:cubicBezTo>
                  <a:pt x="3793" y="649"/>
                  <a:pt x="3792" y="642"/>
                  <a:pt x="3790" y="637"/>
                </a:cubicBezTo>
                <a:cubicBezTo>
                  <a:pt x="3772" y="601"/>
                  <a:pt x="3770" y="595"/>
                  <a:pt x="3765" y="593"/>
                </a:cubicBezTo>
                <a:cubicBezTo>
                  <a:pt x="3747" y="556"/>
                  <a:pt x="3740" y="557"/>
                  <a:pt x="3740" y="549"/>
                </a:cubicBezTo>
                <a:cubicBezTo>
                  <a:pt x="3716" y="518"/>
                  <a:pt x="3713" y="513"/>
                  <a:pt x="3708" y="510"/>
                </a:cubicBezTo>
                <a:cubicBezTo>
                  <a:pt x="3663" y="455"/>
                  <a:pt x="3658" y="453"/>
                  <a:pt x="3656" y="448"/>
                </a:cubicBezTo>
                <a:cubicBezTo>
                  <a:pt x="3639" y="433"/>
                  <a:pt x="3635" y="430"/>
                  <a:pt x="3631" y="428"/>
                </a:cubicBezTo>
                <a:cubicBezTo>
                  <a:pt x="3606" y="403"/>
                  <a:pt x="3605" y="400"/>
                  <a:pt x="3602" y="399"/>
                </a:cubicBezTo>
                <a:cubicBezTo>
                  <a:pt x="3568" y="367"/>
                  <a:pt x="3560" y="369"/>
                  <a:pt x="3558" y="363"/>
                </a:cubicBezTo>
                <a:cubicBezTo>
                  <a:pt x="3494" y="295"/>
                  <a:pt x="3486" y="288"/>
                  <a:pt x="3480" y="279"/>
                </a:cubicBezTo>
                <a:cubicBezTo>
                  <a:pt x="3472" y="259"/>
                  <a:pt x="3480" y="269"/>
                  <a:pt x="3487" y="280"/>
                </a:cubicBezTo>
                <a:cubicBezTo>
                  <a:pt x="3581" y="355"/>
                  <a:pt x="3584" y="357"/>
                  <a:pt x="3588" y="356"/>
                </a:cubicBezTo>
                <a:cubicBezTo>
                  <a:pt x="3607" y="371"/>
                  <a:pt x="3608" y="375"/>
                  <a:pt x="3614" y="374"/>
                </a:cubicBezTo>
                <a:cubicBezTo>
                  <a:pt x="3644" y="397"/>
                  <a:pt x="3643" y="407"/>
                  <a:pt x="3651" y="406"/>
                </a:cubicBezTo>
                <a:cubicBezTo>
                  <a:pt x="3671" y="425"/>
                  <a:pt x="3673" y="426"/>
                  <a:pt x="3674" y="429"/>
                </a:cubicBezTo>
                <a:cubicBezTo>
                  <a:pt x="3702" y="457"/>
                  <a:pt x="3707" y="461"/>
                  <a:pt x="3710" y="466"/>
                </a:cubicBezTo>
                <a:cubicBezTo>
                  <a:pt x="3755" y="519"/>
                  <a:pt x="3757" y="520"/>
                  <a:pt x="3760" y="521"/>
                </a:cubicBezTo>
                <a:cubicBezTo>
                  <a:pt x="3775" y="552"/>
                  <a:pt x="3783" y="552"/>
                  <a:pt x="3784" y="559"/>
                </a:cubicBezTo>
                <a:cubicBezTo>
                  <a:pt x="3802" y="592"/>
                  <a:pt x="3803" y="594"/>
                  <a:pt x="3806" y="594"/>
                </a:cubicBezTo>
                <a:cubicBezTo>
                  <a:pt x="3803" y="583"/>
                  <a:pt x="3803" y="576"/>
                  <a:pt x="3798" y="573"/>
                </a:cubicBezTo>
                <a:cubicBezTo>
                  <a:pt x="3759" y="513"/>
                  <a:pt x="3754" y="504"/>
                  <a:pt x="3747" y="496"/>
                </a:cubicBezTo>
                <a:cubicBezTo>
                  <a:pt x="3718" y="457"/>
                  <a:pt x="3712" y="459"/>
                  <a:pt x="3713" y="455"/>
                </a:cubicBezTo>
                <a:cubicBezTo>
                  <a:pt x="3682" y="427"/>
                  <a:pt x="3680" y="421"/>
                  <a:pt x="3676" y="418"/>
                </a:cubicBezTo>
                <a:cubicBezTo>
                  <a:pt x="3660" y="405"/>
                  <a:pt x="3655" y="404"/>
                  <a:pt x="3655" y="397"/>
                </a:cubicBezTo>
                <a:cubicBezTo>
                  <a:pt x="3624" y="378"/>
                  <a:pt x="3624" y="370"/>
                  <a:pt x="3618" y="369"/>
                </a:cubicBezTo>
                <a:cubicBezTo>
                  <a:pt x="3604" y="356"/>
                  <a:pt x="3600" y="353"/>
                  <a:pt x="3595" y="351"/>
                </a:cubicBezTo>
                <a:cubicBezTo>
                  <a:pt x="3588" y="343"/>
                  <a:pt x="3585" y="343"/>
                  <a:pt x="3583" y="341"/>
                </a:cubicBezTo>
                <a:cubicBezTo>
                  <a:pt x="3552" y="324"/>
                  <a:pt x="3552" y="316"/>
                  <a:pt x="3546" y="315"/>
                </a:cubicBezTo>
                <a:cubicBezTo>
                  <a:pt x="3518" y="293"/>
                  <a:pt x="3513" y="292"/>
                  <a:pt x="3511" y="287"/>
                </a:cubicBezTo>
                <a:cubicBezTo>
                  <a:pt x="3473" y="249"/>
                  <a:pt x="3471" y="239"/>
                  <a:pt x="3464" y="236"/>
                </a:cubicBezTo>
                <a:cubicBezTo>
                  <a:pt x="3464" y="229"/>
                  <a:pt x="3471" y="229"/>
                  <a:pt x="3475" y="233"/>
                </a:cubicBezTo>
                <a:cubicBezTo>
                  <a:pt x="3498" y="257"/>
                  <a:pt x="3501" y="260"/>
                  <a:pt x="3505" y="262"/>
                </a:cubicBezTo>
                <a:cubicBezTo>
                  <a:pt x="3519" y="277"/>
                  <a:pt x="3523" y="275"/>
                  <a:pt x="3524" y="278"/>
                </a:cubicBezTo>
                <a:cubicBezTo>
                  <a:pt x="3556" y="301"/>
                  <a:pt x="3562" y="300"/>
                  <a:pt x="3565" y="303"/>
                </a:cubicBezTo>
                <a:cubicBezTo>
                  <a:pt x="3580" y="312"/>
                  <a:pt x="3580" y="313"/>
                  <a:pt x="3581" y="313"/>
                </a:cubicBezTo>
                <a:cubicBezTo>
                  <a:pt x="3601" y="325"/>
                  <a:pt x="3604" y="326"/>
                  <a:pt x="3608" y="329"/>
                </a:cubicBezTo>
                <a:cubicBezTo>
                  <a:pt x="3643" y="351"/>
                  <a:pt x="3649" y="350"/>
                  <a:pt x="3652" y="354"/>
                </a:cubicBezTo>
                <a:cubicBezTo>
                  <a:pt x="3678" y="367"/>
                  <a:pt x="3693" y="375"/>
                  <a:pt x="3708" y="383"/>
                </a:cubicBezTo>
                <a:cubicBezTo>
                  <a:pt x="3760" y="411"/>
                  <a:pt x="3762" y="421"/>
                  <a:pt x="3770" y="424"/>
                </a:cubicBezTo>
                <a:cubicBezTo>
                  <a:pt x="3809" y="461"/>
                  <a:pt x="3812" y="463"/>
                  <a:pt x="3815" y="467"/>
                </a:cubicBezTo>
                <a:cubicBezTo>
                  <a:pt x="3834" y="487"/>
                  <a:pt x="3838" y="487"/>
                  <a:pt x="3840" y="490"/>
                </a:cubicBezTo>
                <a:cubicBezTo>
                  <a:pt x="3834" y="475"/>
                  <a:pt x="3825" y="469"/>
                  <a:pt x="3819" y="460"/>
                </a:cubicBezTo>
                <a:cubicBezTo>
                  <a:pt x="3792" y="438"/>
                  <a:pt x="3793" y="432"/>
                  <a:pt x="3788" y="434"/>
                </a:cubicBezTo>
                <a:cubicBezTo>
                  <a:pt x="3769" y="415"/>
                  <a:pt x="3767" y="413"/>
                  <a:pt x="3767" y="409"/>
                </a:cubicBezTo>
                <a:cubicBezTo>
                  <a:pt x="3741" y="393"/>
                  <a:pt x="3737" y="390"/>
                  <a:pt x="3733" y="388"/>
                </a:cubicBezTo>
                <a:cubicBezTo>
                  <a:pt x="3678" y="358"/>
                  <a:pt x="3671" y="350"/>
                  <a:pt x="3658" y="349"/>
                </a:cubicBezTo>
                <a:cubicBezTo>
                  <a:pt x="3620" y="324"/>
                  <a:pt x="3616" y="320"/>
                  <a:pt x="3610" y="318"/>
                </a:cubicBezTo>
                <a:cubicBezTo>
                  <a:pt x="3586" y="305"/>
                  <a:pt x="3581" y="301"/>
                  <a:pt x="3576" y="298"/>
                </a:cubicBezTo>
                <a:cubicBezTo>
                  <a:pt x="3551" y="286"/>
                  <a:pt x="3550" y="278"/>
                  <a:pt x="3543" y="276"/>
                </a:cubicBezTo>
                <a:cubicBezTo>
                  <a:pt x="3518" y="256"/>
                  <a:pt x="3508" y="251"/>
                  <a:pt x="3497" y="245"/>
                </a:cubicBezTo>
                <a:cubicBezTo>
                  <a:pt x="3480" y="220"/>
                  <a:pt x="3474" y="222"/>
                  <a:pt x="3472" y="220"/>
                </a:cubicBezTo>
                <a:cubicBezTo>
                  <a:pt x="3458" y="198"/>
                  <a:pt x="3452" y="196"/>
                  <a:pt x="3450" y="189"/>
                </a:cubicBezTo>
                <a:cubicBezTo>
                  <a:pt x="3467" y="202"/>
                  <a:pt x="3470" y="200"/>
                  <a:pt x="3470" y="201"/>
                </a:cubicBezTo>
                <a:cubicBezTo>
                  <a:pt x="3508" y="228"/>
                  <a:pt x="3514" y="232"/>
                  <a:pt x="3519" y="237"/>
                </a:cubicBezTo>
                <a:cubicBezTo>
                  <a:pt x="3549" y="252"/>
                  <a:pt x="3552" y="253"/>
                  <a:pt x="3555" y="256"/>
                </a:cubicBezTo>
                <a:cubicBezTo>
                  <a:pt x="3598" y="278"/>
                  <a:pt x="3605" y="282"/>
                  <a:pt x="3610" y="287"/>
                </a:cubicBezTo>
                <a:cubicBezTo>
                  <a:pt x="3676" y="320"/>
                  <a:pt x="3685" y="315"/>
                  <a:pt x="3684" y="321"/>
                </a:cubicBezTo>
                <a:cubicBezTo>
                  <a:pt x="3725" y="340"/>
                  <a:pt x="3730" y="346"/>
                  <a:pt x="3737" y="350"/>
                </a:cubicBezTo>
                <a:cubicBezTo>
                  <a:pt x="3768" y="372"/>
                  <a:pt x="3771" y="375"/>
                  <a:pt x="3776" y="376"/>
                </a:cubicBezTo>
                <a:cubicBezTo>
                  <a:pt x="3822" y="416"/>
                  <a:pt x="3821" y="423"/>
                  <a:pt x="3825" y="425"/>
                </a:cubicBezTo>
                <a:cubicBezTo>
                  <a:pt x="3836" y="427"/>
                  <a:pt x="3826" y="425"/>
                  <a:pt x="3824" y="414"/>
                </a:cubicBezTo>
                <a:cubicBezTo>
                  <a:pt x="3808" y="399"/>
                  <a:pt x="3802" y="401"/>
                  <a:pt x="3803" y="396"/>
                </a:cubicBezTo>
                <a:cubicBezTo>
                  <a:pt x="3777" y="374"/>
                  <a:pt x="3776" y="369"/>
                  <a:pt x="3771" y="367"/>
                </a:cubicBezTo>
                <a:cubicBezTo>
                  <a:pt x="3753" y="354"/>
                  <a:pt x="3751" y="352"/>
                  <a:pt x="3750" y="349"/>
                </a:cubicBezTo>
                <a:cubicBezTo>
                  <a:pt x="3700" y="322"/>
                  <a:pt x="3698" y="317"/>
                  <a:pt x="3690" y="316"/>
                </a:cubicBezTo>
                <a:cubicBezTo>
                  <a:pt x="3657" y="299"/>
                  <a:pt x="3656" y="297"/>
                  <a:pt x="3652" y="297"/>
                </a:cubicBezTo>
                <a:cubicBezTo>
                  <a:pt x="3597" y="265"/>
                  <a:pt x="3579" y="257"/>
                  <a:pt x="3561" y="251"/>
                </a:cubicBezTo>
                <a:cubicBezTo>
                  <a:pt x="3513" y="220"/>
                  <a:pt x="3507" y="220"/>
                  <a:pt x="3504" y="216"/>
                </a:cubicBezTo>
                <a:cubicBezTo>
                  <a:pt x="3485" y="199"/>
                  <a:pt x="3474" y="197"/>
                  <a:pt x="3469" y="188"/>
                </a:cubicBezTo>
                <a:cubicBezTo>
                  <a:pt x="3442" y="157"/>
                  <a:pt x="3447" y="163"/>
                  <a:pt x="3453" y="169"/>
                </a:cubicBezTo>
                <a:cubicBezTo>
                  <a:pt x="3478" y="187"/>
                  <a:pt x="3481" y="189"/>
                  <a:pt x="3483" y="193"/>
                </a:cubicBezTo>
                <a:cubicBezTo>
                  <a:pt x="3525" y="218"/>
                  <a:pt x="3531" y="224"/>
                  <a:pt x="3538" y="229"/>
                </a:cubicBezTo>
                <a:cubicBezTo>
                  <a:pt x="3595" y="256"/>
                  <a:pt x="3603" y="260"/>
                  <a:pt x="3610" y="265"/>
                </a:cubicBezTo>
                <a:cubicBezTo>
                  <a:pt x="3642" y="275"/>
                  <a:pt x="3644" y="276"/>
                  <a:pt x="3646" y="278"/>
                </a:cubicBezTo>
                <a:cubicBezTo>
                  <a:pt x="3697" y="296"/>
                  <a:pt x="3705" y="296"/>
                  <a:pt x="3709" y="300"/>
                </a:cubicBezTo>
                <a:cubicBezTo>
                  <a:pt x="3768" y="328"/>
                  <a:pt x="3781" y="331"/>
                  <a:pt x="3788" y="340"/>
                </a:cubicBezTo>
                <a:cubicBezTo>
                  <a:pt x="3806" y="351"/>
                  <a:pt x="3808" y="353"/>
                  <a:pt x="3811" y="354"/>
                </a:cubicBezTo>
                <a:cubicBezTo>
                  <a:pt x="3833" y="374"/>
                  <a:pt x="3837" y="374"/>
                  <a:pt x="3840" y="376"/>
                </a:cubicBezTo>
                <a:cubicBezTo>
                  <a:pt x="3829" y="365"/>
                  <a:pt x="3828" y="354"/>
                  <a:pt x="3818" y="353"/>
                </a:cubicBezTo>
                <a:cubicBezTo>
                  <a:pt x="3790" y="329"/>
                  <a:pt x="3784" y="331"/>
                  <a:pt x="3785" y="325"/>
                </a:cubicBezTo>
                <a:cubicBezTo>
                  <a:pt x="3759" y="314"/>
                  <a:pt x="3754" y="308"/>
                  <a:pt x="3744" y="306"/>
                </a:cubicBezTo>
                <a:cubicBezTo>
                  <a:pt x="3691" y="279"/>
                  <a:pt x="3678" y="280"/>
                  <a:pt x="3672" y="274"/>
                </a:cubicBezTo>
                <a:cubicBezTo>
                  <a:pt x="3600" y="254"/>
                  <a:pt x="3589" y="241"/>
                  <a:pt x="3569" y="237"/>
                </a:cubicBezTo>
                <a:cubicBezTo>
                  <a:pt x="3539" y="215"/>
                  <a:pt x="3533" y="217"/>
                  <a:pt x="3534" y="211"/>
                </a:cubicBezTo>
                <a:cubicBezTo>
                  <a:pt x="3492" y="194"/>
                  <a:pt x="3495" y="184"/>
                  <a:pt x="3489" y="184"/>
                </a:cubicBezTo>
                <a:cubicBezTo>
                  <a:pt x="3456" y="152"/>
                  <a:pt x="3447" y="155"/>
                  <a:pt x="3447" y="148"/>
                </a:cubicBezTo>
                <a:cubicBezTo>
                  <a:pt x="3425" y="126"/>
                  <a:pt x="3423" y="125"/>
                  <a:pt x="3423" y="121"/>
                </a:cubicBezTo>
                <a:cubicBezTo>
                  <a:pt x="3434" y="129"/>
                  <a:pt x="3437" y="129"/>
                  <a:pt x="3437" y="131"/>
                </a:cubicBezTo>
                <a:cubicBezTo>
                  <a:pt x="3461" y="150"/>
                  <a:pt x="3474" y="156"/>
                  <a:pt x="3483" y="167"/>
                </a:cubicBezTo>
                <a:cubicBezTo>
                  <a:pt x="3514" y="176"/>
                  <a:pt x="3515" y="187"/>
                  <a:pt x="3526" y="186"/>
                </a:cubicBezTo>
                <a:cubicBezTo>
                  <a:pt x="3554" y="198"/>
                  <a:pt x="3561" y="202"/>
                  <a:pt x="3567" y="207"/>
                </a:cubicBezTo>
                <a:cubicBezTo>
                  <a:pt x="3627" y="229"/>
                  <a:pt x="3638" y="238"/>
                  <a:pt x="3657" y="240"/>
                </a:cubicBezTo>
                <a:cubicBezTo>
                  <a:pt x="3691" y="257"/>
                  <a:pt x="3698" y="265"/>
                  <a:pt x="3709" y="267"/>
                </a:cubicBezTo>
                <a:cubicBezTo>
                  <a:pt x="3751" y="290"/>
                  <a:pt x="3755" y="293"/>
                  <a:pt x="3761" y="294"/>
                </a:cubicBezTo>
                <a:cubicBezTo>
                  <a:pt x="3792" y="313"/>
                  <a:pt x="3794" y="315"/>
                  <a:pt x="3795" y="318"/>
                </a:cubicBezTo>
                <a:cubicBezTo>
                  <a:pt x="3817" y="331"/>
                  <a:pt x="3824" y="336"/>
                  <a:pt x="3830" y="344"/>
                </a:cubicBezTo>
                <a:cubicBezTo>
                  <a:pt x="3837" y="339"/>
                  <a:pt x="3833" y="338"/>
                  <a:pt x="3829" y="335"/>
                </a:cubicBezTo>
                <a:cubicBezTo>
                  <a:pt x="3748" y="279"/>
                  <a:pt x="3746" y="274"/>
                  <a:pt x="3738" y="276"/>
                </a:cubicBezTo>
                <a:cubicBezTo>
                  <a:pt x="3689" y="246"/>
                  <a:pt x="3677" y="244"/>
                  <a:pt x="3670" y="237"/>
                </a:cubicBezTo>
                <a:cubicBezTo>
                  <a:pt x="3605" y="209"/>
                  <a:pt x="3600" y="207"/>
                  <a:pt x="3593" y="207"/>
                </a:cubicBezTo>
                <a:cubicBezTo>
                  <a:pt x="3541" y="181"/>
                  <a:pt x="3531" y="177"/>
                  <a:pt x="3521" y="173"/>
                </a:cubicBezTo>
                <a:cubicBezTo>
                  <a:pt x="3487" y="152"/>
                  <a:pt x="3476" y="148"/>
                  <a:pt x="3468" y="142"/>
                </a:cubicBezTo>
                <a:cubicBezTo>
                  <a:pt x="3450" y="123"/>
                  <a:pt x="3447" y="124"/>
                  <a:pt x="3445" y="122"/>
                </a:cubicBezTo>
                <a:cubicBezTo>
                  <a:pt x="3426" y="105"/>
                  <a:pt x="3423" y="102"/>
                  <a:pt x="3426" y="101"/>
                </a:cubicBezTo>
                <a:close/>
                <a:moveTo>
                  <a:pt x="3422" y="38"/>
                </a:moveTo>
                <a:cubicBezTo>
                  <a:pt x="3426" y="37"/>
                  <a:pt x="3428" y="39"/>
                  <a:pt x="3431" y="39"/>
                </a:cubicBezTo>
                <a:cubicBezTo>
                  <a:pt x="3434" y="44"/>
                  <a:pt x="3437" y="47"/>
                  <a:pt x="3442" y="50"/>
                </a:cubicBezTo>
                <a:cubicBezTo>
                  <a:pt x="3448" y="51"/>
                  <a:pt x="3451" y="55"/>
                  <a:pt x="3456" y="57"/>
                </a:cubicBezTo>
                <a:cubicBezTo>
                  <a:pt x="3460" y="61"/>
                  <a:pt x="3466" y="61"/>
                  <a:pt x="3470" y="65"/>
                </a:cubicBezTo>
                <a:cubicBezTo>
                  <a:pt x="3480" y="69"/>
                  <a:pt x="3486" y="77"/>
                  <a:pt x="3499" y="78"/>
                </a:cubicBezTo>
                <a:cubicBezTo>
                  <a:pt x="3506" y="86"/>
                  <a:pt x="3520" y="86"/>
                  <a:pt x="3526" y="94"/>
                </a:cubicBezTo>
                <a:cubicBezTo>
                  <a:pt x="3550" y="97"/>
                  <a:pt x="3570" y="105"/>
                  <a:pt x="3587" y="116"/>
                </a:cubicBezTo>
                <a:cubicBezTo>
                  <a:pt x="3599" y="116"/>
                  <a:pt x="3607" y="121"/>
                  <a:pt x="3618" y="122"/>
                </a:cubicBezTo>
                <a:cubicBezTo>
                  <a:pt x="3624" y="128"/>
                  <a:pt x="3636" y="128"/>
                  <a:pt x="3643" y="134"/>
                </a:cubicBezTo>
                <a:cubicBezTo>
                  <a:pt x="3653" y="135"/>
                  <a:pt x="3661" y="141"/>
                  <a:pt x="3672" y="143"/>
                </a:cubicBezTo>
                <a:cubicBezTo>
                  <a:pt x="3681" y="145"/>
                  <a:pt x="3687" y="152"/>
                  <a:pt x="3699" y="152"/>
                </a:cubicBezTo>
                <a:cubicBezTo>
                  <a:pt x="3691" y="160"/>
                  <a:pt x="3685" y="147"/>
                  <a:pt x="3674" y="151"/>
                </a:cubicBezTo>
                <a:cubicBezTo>
                  <a:pt x="3667" y="149"/>
                  <a:pt x="3659" y="148"/>
                  <a:pt x="3648" y="149"/>
                </a:cubicBezTo>
                <a:cubicBezTo>
                  <a:pt x="3645" y="145"/>
                  <a:pt x="3637" y="146"/>
                  <a:pt x="3632" y="143"/>
                </a:cubicBezTo>
                <a:cubicBezTo>
                  <a:pt x="3627" y="143"/>
                  <a:pt x="3622" y="141"/>
                  <a:pt x="3619" y="138"/>
                </a:cubicBezTo>
                <a:cubicBezTo>
                  <a:pt x="3607" y="137"/>
                  <a:pt x="3600" y="131"/>
                  <a:pt x="3588" y="131"/>
                </a:cubicBezTo>
                <a:cubicBezTo>
                  <a:pt x="3580" y="125"/>
                  <a:pt x="3567" y="125"/>
                  <a:pt x="3559" y="120"/>
                </a:cubicBezTo>
                <a:cubicBezTo>
                  <a:pt x="3550" y="116"/>
                  <a:pt x="3542" y="111"/>
                  <a:pt x="3532" y="109"/>
                </a:cubicBezTo>
                <a:cubicBezTo>
                  <a:pt x="3528" y="105"/>
                  <a:pt x="3522" y="104"/>
                  <a:pt x="3518" y="101"/>
                </a:cubicBezTo>
                <a:cubicBezTo>
                  <a:pt x="3516" y="100"/>
                  <a:pt x="3513" y="99"/>
                  <a:pt x="3509" y="100"/>
                </a:cubicBezTo>
                <a:cubicBezTo>
                  <a:pt x="3510" y="96"/>
                  <a:pt x="3507" y="96"/>
                  <a:pt x="3504" y="95"/>
                </a:cubicBezTo>
                <a:cubicBezTo>
                  <a:pt x="3497" y="90"/>
                  <a:pt x="3487" y="87"/>
                  <a:pt x="3481" y="80"/>
                </a:cubicBezTo>
                <a:cubicBezTo>
                  <a:pt x="3475" y="80"/>
                  <a:pt x="3473" y="75"/>
                  <a:pt x="3470" y="72"/>
                </a:cubicBezTo>
                <a:cubicBezTo>
                  <a:pt x="3466" y="72"/>
                  <a:pt x="3465" y="69"/>
                  <a:pt x="3461" y="70"/>
                </a:cubicBezTo>
                <a:cubicBezTo>
                  <a:pt x="3462" y="66"/>
                  <a:pt x="3459" y="66"/>
                  <a:pt x="3456" y="66"/>
                </a:cubicBezTo>
                <a:cubicBezTo>
                  <a:pt x="3455" y="60"/>
                  <a:pt x="3447" y="63"/>
                  <a:pt x="3445" y="58"/>
                </a:cubicBezTo>
                <a:cubicBezTo>
                  <a:pt x="3439" y="58"/>
                  <a:pt x="3438" y="52"/>
                  <a:pt x="3431" y="53"/>
                </a:cubicBezTo>
                <a:cubicBezTo>
                  <a:pt x="3428" y="45"/>
                  <a:pt x="3422" y="40"/>
                  <a:pt x="3415" y="36"/>
                </a:cubicBezTo>
                <a:cubicBezTo>
                  <a:pt x="3415" y="31"/>
                  <a:pt x="3422" y="35"/>
                  <a:pt x="3422" y="38"/>
                </a:cubicBezTo>
                <a:close/>
                <a:moveTo>
                  <a:pt x="3358" y="316"/>
                </a:moveTo>
                <a:cubicBezTo>
                  <a:pt x="3355" y="318"/>
                  <a:pt x="3354" y="322"/>
                  <a:pt x="3352" y="325"/>
                </a:cubicBezTo>
                <a:cubicBezTo>
                  <a:pt x="3345" y="322"/>
                  <a:pt x="3356" y="319"/>
                  <a:pt x="3354" y="314"/>
                </a:cubicBezTo>
                <a:cubicBezTo>
                  <a:pt x="3356" y="311"/>
                  <a:pt x="3358" y="308"/>
                  <a:pt x="3360" y="305"/>
                </a:cubicBezTo>
                <a:cubicBezTo>
                  <a:pt x="3367" y="307"/>
                  <a:pt x="3355" y="310"/>
                  <a:pt x="3358" y="316"/>
                </a:cubicBezTo>
                <a:close/>
                <a:moveTo>
                  <a:pt x="3369" y="289"/>
                </a:moveTo>
                <a:cubicBezTo>
                  <a:pt x="3368" y="293"/>
                  <a:pt x="3366" y="297"/>
                  <a:pt x="3364" y="302"/>
                </a:cubicBezTo>
                <a:cubicBezTo>
                  <a:pt x="3358" y="300"/>
                  <a:pt x="3368" y="295"/>
                  <a:pt x="3365" y="289"/>
                </a:cubicBezTo>
                <a:cubicBezTo>
                  <a:pt x="3369" y="286"/>
                  <a:pt x="3372" y="281"/>
                  <a:pt x="3373" y="275"/>
                </a:cubicBezTo>
                <a:cubicBezTo>
                  <a:pt x="3378" y="277"/>
                  <a:pt x="3371" y="286"/>
                  <a:pt x="3369" y="289"/>
                </a:cubicBezTo>
                <a:close/>
                <a:moveTo>
                  <a:pt x="3386" y="250"/>
                </a:moveTo>
                <a:cubicBezTo>
                  <a:pt x="3383" y="256"/>
                  <a:pt x="3386" y="247"/>
                  <a:pt x="3386" y="244"/>
                </a:cubicBezTo>
                <a:cubicBezTo>
                  <a:pt x="3390" y="245"/>
                  <a:pt x="3387" y="248"/>
                  <a:pt x="3386" y="250"/>
                </a:cubicBezTo>
                <a:close/>
                <a:moveTo>
                  <a:pt x="3411" y="294"/>
                </a:moveTo>
                <a:cubicBezTo>
                  <a:pt x="3406" y="294"/>
                  <a:pt x="3410" y="287"/>
                  <a:pt x="3411" y="286"/>
                </a:cubicBezTo>
                <a:cubicBezTo>
                  <a:pt x="3417" y="287"/>
                  <a:pt x="3409" y="290"/>
                  <a:pt x="3411" y="294"/>
                </a:cubicBezTo>
                <a:close/>
                <a:moveTo>
                  <a:pt x="3420" y="261"/>
                </a:moveTo>
                <a:cubicBezTo>
                  <a:pt x="3416" y="267"/>
                  <a:pt x="3419" y="257"/>
                  <a:pt x="3419" y="254"/>
                </a:cubicBezTo>
                <a:cubicBezTo>
                  <a:pt x="3423" y="256"/>
                  <a:pt x="3420" y="258"/>
                  <a:pt x="3420" y="261"/>
                </a:cubicBezTo>
                <a:close/>
                <a:moveTo>
                  <a:pt x="3593" y="579"/>
                </a:moveTo>
                <a:cubicBezTo>
                  <a:pt x="3593" y="580"/>
                  <a:pt x="3593" y="582"/>
                  <a:pt x="3593" y="583"/>
                </a:cubicBezTo>
                <a:cubicBezTo>
                  <a:pt x="3589" y="585"/>
                  <a:pt x="3589" y="580"/>
                  <a:pt x="3589" y="577"/>
                </a:cubicBezTo>
                <a:cubicBezTo>
                  <a:pt x="3590" y="577"/>
                  <a:pt x="3591" y="579"/>
                  <a:pt x="3593" y="579"/>
                </a:cubicBezTo>
                <a:close/>
                <a:moveTo>
                  <a:pt x="3576" y="556"/>
                </a:moveTo>
                <a:cubicBezTo>
                  <a:pt x="3575" y="562"/>
                  <a:pt x="3571" y="551"/>
                  <a:pt x="3567" y="552"/>
                </a:cubicBezTo>
                <a:cubicBezTo>
                  <a:pt x="3567" y="549"/>
                  <a:pt x="3567" y="546"/>
                  <a:pt x="3565" y="546"/>
                </a:cubicBezTo>
                <a:cubicBezTo>
                  <a:pt x="3569" y="539"/>
                  <a:pt x="3571" y="556"/>
                  <a:pt x="3576" y="556"/>
                </a:cubicBezTo>
                <a:close/>
                <a:moveTo>
                  <a:pt x="3522" y="440"/>
                </a:moveTo>
                <a:cubicBezTo>
                  <a:pt x="3518" y="438"/>
                  <a:pt x="3516" y="434"/>
                  <a:pt x="3515" y="429"/>
                </a:cubicBezTo>
                <a:cubicBezTo>
                  <a:pt x="3519" y="430"/>
                  <a:pt x="3521" y="435"/>
                  <a:pt x="3522" y="440"/>
                </a:cubicBezTo>
                <a:close/>
                <a:moveTo>
                  <a:pt x="3503" y="443"/>
                </a:moveTo>
                <a:cubicBezTo>
                  <a:pt x="3507" y="446"/>
                  <a:pt x="3504" y="458"/>
                  <a:pt x="3508" y="462"/>
                </a:cubicBezTo>
                <a:cubicBezTo>
                  <a:pt x="3505" y="460"/>
                  <a:pt x="3503" y="460"/>
                  <a:pt x="3500" y="463"/>
                </a:cubicBezTo>
                <a:cubicBezTo>
                  <a:pt x="3502" y="474"/>
                  <a:pt x="3498" y="479"/>
                  <a:pt x="3497" y="487"/>
                </a:cubicBezTo>
                <a:cubicBezTo>
                  <a:pt x="3497" y="495"/>
                  <a:pt x="3491" y="481"/>
                  <a:pt x="3497" y="483"/>
                </a:cubicBezTo>
                <a:cubicBezTo>
                  <a:pt x="3495" y="466"/>
                  <a:pt x="3502" y="458"/>
                  <a:pt x="3503" y="443"/>
                </a:cubicBezTo>
                <a:close/>
                <a:moveTo>
                  <a:pt x="3451" y="265"/>
                </a:moveTo>
                <a:cubicBezTo>
                  <a:pt x="3459" y="267"/>
                  <a:pt x="3454" y="277"/>
                  <a:pt x="3452" y="281"/>
                </a:cubicBezTo>
                <a:cubicBezTo>
                  <a:pt x="3445" y="278"/>
                  <a:pt x="3454" y="272"/>
                  <a:pt x="3451" y="265"/>
                </a:cubicBezTo>
                <a:close/>
                <a:moveTo>
                  <a:pt x="57" y="2139"/>
                </a:moveTo>
                <a:cubicBezTo>
                  <a:pt x="52" y="2141"/>
                  <a:pt x="48" y="2128"/>
                  <a:pt x="43" y="2130"/>
                </a:cubicBezTo>
                <a:cubicBezTo>
                  <a:pt x="38" y="2120"/>
                  <a:pt x="28" y="2117"/>
                  <a:pt x="18" y="2109"/>
                </a:cubicBezTo>
                <a:cubicBezTo>
                  <a:pt x="12" y="2104"/>
                  <a:pt x="6" y="2099"/>
                  <a:pt x="0" y="2093"/>
                </a:cubicBezTo>
                <a:cubicBezTo>
                  <a:pt x="0" y="2105"/>
                  <a:pt x="0" y="2105"/>
                  <a:pt x="0" y="2105"/>
                </a:cubicBezTo>
                <a:cubicBezTo>
                  <a:pt x="5" y="2108"/>
                  <a:pt x="10" y="2111"/>
                  <a:pt x="15" y="2115"/>
                </a:cubicBezTo>
                <a:cubicBezTo>
                  <a:pt x="29" y="2128"/>
                  <a:pt x="43" y="2139"/>
                  <a:pt x="58" y="2150"/>
                </a:cubicBezTo>
                <a:cubicBezTo>
                  <a:pt x="60" y="2153"/>
                  <a:pt x="64" y="2157"/>
                  <a:pt x="67" y="2160"/>
                </a:cubicBezTo>
                <a:cubicBezTo>
                  <a:pt x="74" y="2160"/>
                  <a:pt x="74" y="2160"/>
                  <a:pt x="74" y="2160"/>
                </a:cubicBezTo>
                <a:cubicBezTo>
                  <a:pt x="72" y="2157"/>
                  <a:pt x="69" y="2154"/>
                  <a:pt x="67" y="2150"/>
                </a:cubicBezTo>
                <a:cubicBezTo>
                  <a:pt x="61" y="2143"/>
                  <a:pt x="59" y="2146"/>
                  <a:pt x="57" y="2139"/>
                </a:cubicBezTo>
                <a:close/>
                <a:moveTo>
                  <a:pt x="0" y="2131"/>
                </a:moveTo>
                <a:cubicBezTo>
                  <a:pt x="0" y="2152"/>
                  <a:pt x="0" y="2152"/>
                  <a:pt x="0" y="2152"/>
                </a:cubicBezTo>
                <a:cubicBezTo>
                  <a:pt x="2" y="2155"/>
                  <a:pt x="4" y="2158"/>
                  <a:pt x="6" y="2160"/>
                </a:cubicBezTo>
                <a:cubicBezTo>
                  <a:pt x="18" y="2160"/>
                  <a:pt x="18" y="2160"/>
                  <a:pt x="18" y="2160"/>
                </a:cubicBezTo>
                <a:cubicBezTo>
                  <a:pt x="15" y="2155"/>
                  <a:pt x="11" y="2149"/>
                  <a:pt x="5" y="2144"/>
                </a:cubicBezTo>
                <a:cubicBezTo>
                  <a:pt x="4" y="2139"/>
                  <a:pt x="2" y="2135"/>
                  <a:pt x="0" y="2131"/>
                </a:cubicBezTo>
                <a:close/>
                <a:moveTo>
                  <a:pt x="1714" y="33"/>
                </a:moveTo>
                <a:cubicBezTo>
                  <a:pt x="1718" y="31"/>
                  <a:pt x="1719" y="23"/>
                  <a:pt x="1721" y="17"/>
                </a:cubicBezTo>
                <a:cubicBezTo>
                  <a:pt x="1726" y="16"/>
                  <a:pt x="1724" y="2"/>
                  <a:pt x="1730" y="2"/>
                </a:cubicBezTo>
                <a:cubicBezTo>
                  <a:pt x="1730" y="1"/>
                  <a:pt x="1730" y="1"/>
                  <a:pt x="1730" y="0"/>
                </a:cubicBezTo>
                <a:cubicBezTo>
                  <a:pt x="1723" y="0"/>
                  <a:pt x="1723" y="0"/>
                  <a:pt x="1723" y="0"/>
                </a:cubicBezTo>
                <a:cubicBezTo>
                  <a:pt x="1720" y="5"/>
                  <a:pt x="1718" y="9"/>
                  <a:pt x="1715" y="13"/>
                </a:cubicBezTo>
                <a:cubicBezTo>
                  <a:pt x="1710" y="27"/>
                  <a:pt x="1705" y="42"/>
                  <a:pt x="1699" y="54"/>
                </a:cubicBezTo>
                <a:cubicBezTo>
                  <a:pt x="1702" y="61"/>
                  <a:pt x="1694" y="63"/>
                  <a:pt x="1693" y="72"/>
                </a:cubicBezTo>
                <a:cubicBezTo>
                  <a:pt x="1691" y="82"/>
                  <a:pt x="1692" y="83"/>
                  <a:pt x="1687" y="91"/>
                </a:cubicBezTo>
                <a:cubicBezTo>
                  <a:pt x="1685" y="88"/>
                  <a:pt x="1688" y="82"/>
                  <a:pt x="1687" y="77"/>
                </a:cubicBezTo>
                <a:cubicBezTo>
                  <a:pt x="1688" y="73"/>
                  <a:pt x="1690" y="68"/>
                  <a:pt x="1691" y="63"/>
                </a:cubicBezTo>
                <a:cubicBezTo>
                  <a:pt x="1692" y="53"/>
                  <a:pt x="1693" y="52"/>
                  <a:pt x="1696" y="39"/>
                </a:cubicBezTo>
                <a:cubicBezTo>
                  <a:pt x="1699" y="24"/>
                  <a:pt x="1705" y="13"/>
                  <a:pt x="1710" y="0"/>
                </a:cubicBezTo>
                <a:cubicBezTo>
                  <a:pt x="1703" y="0"/>
                  <a:pt x="1703" y="0"/>
                  <a:pt x="1703" y="0"/>
                </a:cubicBezTo>
                <a:cubicBezTo>
                  <a:pt x="1695" y="24"/>
                  <a:pt x="1693" y="32"/>
                  <a:pt x="1684" y="65"/>
                </a:cubicBezTo>
                <a:cubicBezTo>
                  <a:pt x="1684" y="77"/>
                  <a:pt x="1684" y="89"/>
                  <a:pt x="1679" y="103"/>
                </a:cubicBezTo>
                <a:cubicBezTo>
                  <a:pt x="1682" y="103"/>
                  <a:pt x="1685" y="103"/>
                  <a:pt x="1682" y="101"/>
                </a:cubicBezTo>
                <a:cubicBezTo>
                  <a:pt x="1684" y="98"/>
                  <a:pt x="1686" y="102"/>
                  <a:pt x="1686" y="104"/>
                </a:cubicBezTo>
                <a:cubicBezTo>
                  <a:pt x="1686" y="109"/>
                  <a:pt x="1678" y="118"/>
                  <a:pt x="1686" y="118"/>
                </a:cubicBezTo>
                <a:cubicBezTo>
                  <a:pt x="1691" y="95"/>
                  <a:pt x="1698" y="83"/>
                  <a:pt x="1700" y="65"/>
                </a:cubicBezTo>
                <a:cubicBezTo>
                  <a:pt x="1705" y="57"/>
                  <a:pt x="1709" y="44"/>
                  <a:pt x="1714" y="33"/>
                </a:cubicBezTo>
                <a:close/>
                <a:moveTo>
                  <a:pt x="3158" y="1807"/>
                </a:moveTo>
                <a:cubicBezTo>
                  <a:pt x="3155" y="1805"/>
                  <a:pt x="3153" y="1805"/>
                  <a:pt x="3151" y="1805"/>
                </a:cubicBezTo>
                <a:cubicBezTo>
                  <a:pt x="3135" y="1790"/>
                  <a:pt x="3132" y="1787"/>
                  <a:pt x="3131" y="1789"/>
                </a:cubicBezTo>
                <a:cubicBezTo>
                  <a:pt x="3095" y="1762"/>
                  <a:pt x="3093" y="1759"/>
                  <a:pt x="3083" y="1754"/>
                </a:cubicBezTo>
                <a:cubicBezTo>
                  <a:pt x="3060" y="1715"/>
                  <a:pt x="3059" y="1709"/>
                  <a:pt x="3057" y="1703"/>
                </a:cubicBezTo>
                <a:cubicBezTo>
                  <a:pt x="3049" y="1705"/>
                  <a:pt x="3054" y="1709"/>
                  <a:pt x="3051" y="1715"/>
                </a:cubicBezTo>
                <a:cubicBezTo>
                  <a:pt x="3069" y="1745"/>
                  <a:pt x="3066" y="1750"/>
                  <a:pt x="3073" y="1753"/>
                </a:cubicBezTo>
                <a:cubicBezTo>
                  <a:pt x="3064" y="1757"/>
                  <a:pt x="3058" y="1755"/>
                  <a:pt x="3052" y="1750"/>
                </a:cubicBezTo>
                <a:cubicBezTo>
                  <a:pt x="3027" y="1719"/>
                  <a:pt x="3031" y="1715"/>
                  <a:pt x="3024" y="1713"/>
                </a:cubicBezTo>
                <a:cubicBezTo>
                  <a:pt x="3006" y="1687"/>
                  <a:pt x="3005" y="1680"/>
                  <a:pt x="2998" y="1674"/>
                </a:cubicBezTo>
                <a:cubicBezTo>
                  <a:pt x="2974" y="1614"/>
                  <a:pt x="2974" y="1605"/>
                  <a:pt x="2968" y="1597"/>
                </a:cubicBezTo>
                <a:cubicBezTo>
                  <a:pt x="2960" y="1561"/>
                  <a:pt x="2955" y="1552"/>
                  <a:pt x="2954" y="1543"/>
                </a:cubicBezTo>
                <a:cubicBezTo>
                  <a:pt x="2942" y="1487"/>
                  <a:pt x="2938" y="1485"/>
                  <a:pt x="2939" y="1483"/>
                </a:cubicBezTo>
                <a:cubicBezTo>
                  <a:pt x="2932" y="1458"/>
                  <a:pt x="2930" y="1454"/>
                  <a:pt x="2926" y="1451"/>
                </a:cubicBezTo>
                <a:cubicBezTo>
                  <a:pt x="2918" y="1423"/>
                  <a:pt x="2918" y="1412"/>
                  <a:pt x="2913" y="1416"/>
                </a:cubicBezTo>
                <a:cubicBezTo>
                  <a:pt x="2922" y="1441"/>
                  <a:pt x="2923" y="1444"/>
                  <a:pt x="2924" y="1447"/>
                </a:cubicBezTo>
                <a:cubicBezTo>
                  <a:pt x="2933" y="1489"/>
                  <a:pt x="2937" y="1499"/>
                  <a:pt x="2939" y="1510"/>
                </a:cubicBezTo>
                <a:cubicBezTo>
                  <a:pt x="2947" y="1546"/>
                  <a:pt x="2946" y="1552"/>
                  <a:pt x="2950" y="1556"/>
                </a:cubicBezTo>
                <a:cubicBezTo>
                  <a:pt x="2955" y="1583"/>
                  <a:pt x="2959" y="1585"/>
                  <a:pt x="2955" y="1588"/>
                </a:cubicBezTo>
                <a:cubicBezTo>
                  <a:pt x="2965" y="1615"/>
                  <a:pt x="2972" y="1624"/>
                  <a:pt x="2974" y="1635"/>
                </a:cubicBezTo>
                <a:cubicBezTo>
                  <a:pt x="3005" y="1703"/>
                  <a:pt x="3014" y="1707"/>
                  <a:pt x="3013" y="1713"/>
                </a:cubicBezTo>
                <a:cubicBezTo>
                  <a:pt x="3012" y="1729"/>
                  <a:pt x="3007" y="1712"/>
                  <a:pt x="2996" y="1704"/>
                </a:cubicBezTo>
                <a:cubicBezTo>
                  <a:pt x="2983" y="1672"/>
                  <a:pt x="2975" y="1670"/>
                  <a:pt x="2977" y="1666"/>
                </a:cubicBezTo>
                <a:cubicBezTo>
                  <a:pt x="2961" y="1640"/>
                  <a:pt x="2961" y="1632"/>
                  <a:pt x="2956" y="1626"/>
                </a:cubicBezTo>
                <a:cubicBezTo>
                  <a:pt x="2948" y="1598"/>
                  <a:pt x="2946" y="1591"/>
                  <a:pt x="2945" y="1584"/>
                </a:cubicBezTo>
                <a:cubicBezTo>
                  <a:pt x="2934" y="1529"/>
                  <a:pt x="2935" y="1525"/>
                  <a:pt x="2934" y="1522"/>
                </a:cubicBezTo>
                <a:cubicBezTo>
                  <a:pt x="2931" y="1493"/>
                  <a:pt x="2927" y="1487"/>
                  <a:pt x="2928" y="1479"/>
                </a:cubicBezTo>
                <a:cubicBezTo>
                  <a:pt x="2906" y="1410"/>
                  <a:pt x="2905" y="1403"/>
                  <a:pt x="2902" y="1396"/>
                </a:cubicBezTo>
                <a:cubicBezTo>
                  <a:pt x="2891" y="1385"/>
                  <a:pt x="2900" y="1391"/>
                  <a:pt x="2900" y="1400"/>
                </a:cubicBezTo>
                <a:cubicBezTo>
                  <a:pt x="2911" y="1442"/>
                  <a:pt x="2915" y="1445"/>
                  <a:pt x="2913" y="1450"/>
                </a:cubicBezTo>
                <a:cubicBezTo>
                  <a:pt x="2922" y="1477"/>
                  <a:pt x="2920" y="1480"/>
                  <a:pt x="2921" y="1482"/>
                </a:cubicBezTo>
                <a:cubicBezTo>
                  <a:pt x="2923" y="1506"/>
                  <a:pt x="2930" y="1509"/>
                  <a:pt x="2926" y="1514"/>
                </a:cubicBezTo>
                <a:cubicBezTo>
                  <a:pt x="2937" y="1582"/>
                  <a:pt x="2936" y="1585"/>
                  <a:pt x="2938" y="1587"/>
                </a:cubicBezTo>
                <a:cubicBezTo>
                  <a:pt x="2946" y="1620"/>
                  <a:pt x="2947" y="1623"/>
                  <a:pt x="2947" y="1628"/>
                </a:cubicBezTo>
                <a:cubicBezTo>
                  <a:pt x="2952" y="1638"/>
                  <a:pt x="2959" y="1643"/>
                  <a:pt x="2958" y="1648"/>
                </a:cubicBezTo>
                <a:cubicBezTo>
                  <a:pt x="2970" y="1669"/>
                  <a:pt x="2970" y="1675"/>
                  <a:pt x="2975" y="1680"/>
                </a:cubicBezTo>
                <a:cubicBezTo>
                  <a:pt x="2985" y="1703"/>
                  <a:pt x="2991" y="1708"/>
                  <a:pt x="2992" y="1715"/>
                </a:cubicBezTo>
                <a:cubicBezTo>
                  <a:pt x="2960" y="1672"/>
                  <a:pt x="2952" y="1665"/>
                  <a:pt x="2949" y="1657"/>
                </a:cubicBezTo>
                <a:cubicBezTo>
                  <a:pt x="2930" y="1604"/>
                  <a:pt x="2923" y="1599"/>
                  <a:pt x="2923" y="1593"/>
                </a:cubicBezTo>
                <a:cubicBezTo>
                  <a:pt x="2916" y="1554"/>
                  <a:pt x="2909" y="1552"/>
                  <a:pt x="2911" y="1548"/>
                </a:cubicBezTo>
                <a:cubicBezTo>
                  <a:pt x="2903" y="1513"/>
                  <a:pt x="2903" y="1506"/>
                  <a:pt x="2901" y="1500"/>
                </a:cubicBezTo>
                <a:cubicBezTo>
                  <a:pt x="2897" y="1475"/>
                  <a:pt x="2894" y="1469"/>
                  <a:pt x="2895" y="1462"/>
                </a:cubicBezTo>
                <a:cubicBezTo>
                  <a:pt x="2886" y="1404"/>
                  <a:pt x="2880" y="1402"/>
                  <a:pt x="2879" y="1399"/>
                </a:cubicBezTo>
                <a:cubicBezTo>
                  <a:pt x="2849" y="1306"/>
                  <a:pt x="2845" y="1298"/>
                  <a:pt x="2848" y="1289"/>
                </a:cubicBezTo>
                <a:cubicBezTo>
                  <a:pt x="2840" y="1270"/>
                  <a:pt x="2841" y="1277"/>
                  <a:pt x="2844" y="1284"/>
                </a:cubicBezTo>
                <a:cubicBezTo>
                  <a:pt x="2845" y="1328"/>
                  <a:pt x="2844" y="1332"/>
                  <a:pt x="2849" y="1334"/>
                </a:cubicBezTo>
                <a:cubicBezTo>
                  <a:pt x="2853" y="1401"/>
                  <a:pt x="2850" y="1416"/>
                  <a:pt x="2854" y="1429"/>
                </a:cubicBezTo>
                <a:cubicBezTo>
                  <a:pt x="2854" y="1447"/>
                  <a:pt x="2859" y="1448"/>
                  <a:pt x="2855" y="1451"/>
                </a:cubicBezTo>
                <a:cubicBezTo>
                  <a:pt x="2860" y="1486"/>
                  <a:pt x="2863" y="1500"/>
                  <a:pt x="2863" y="1514"/>
                </a:cubicBezTo>
                <a:cubicBezTo>
                  <a:pt x="2878" y="1567"/>
                  <a:pt x="2875" y="1571"/>
                  <a:pt x="2878" y="1574"/>
                </a:cubicBezTo>
                <a:cubicBezTo>
                  <a:pt x="2882" y="1588"/>
                  <a:pt x="2881" y="1592"/>
                  <a:pt x="2886" y="1594"/>
                </a:cubicBezTo>
                <a:cubicBezTo>
                  <a:pt x="2895" y="1630"/>
                  <a:pt x="2905" y="1631"/>
                  <a:pt x="2897" y="1633"/>
                </a:cubicBezTo>
                <a:cubicBezTo>
                  <a:pt x="2887" y="1603"/>
                  <a:pt x="2880" y="1602"/>
                  <a:pt x="2877" y="1599"/>
                </a:cubicBezTo>
                <a:cubicBezTo>
                  <a:pt x="2871" y="1576"/>
                  <a:pt x="2870" y="1573"/>
                  <a:pt x="2870" y="1571"/>
                </a:cubicBezTo>
                <a:cubicBezTo>
                  <a:pt x="2856" y="1524"/>
                  <a:pt x="2855" y="1519"/>
                  <a:pt x="2855" y="1514"/>
                </a:cubicBezTo>
                <a:cubicBezTo>
                  <a:pt x="2847" y="1481"/>
                  <a:pt x="2848" y="1476"/>
                  <a:pt x="2844" y="1472"/>
                </a:cubicBezTo>
                <a:cubicBezTo>
                  <a:pt x="2834" y="1424"/>
                  <a:pt x="2823" y="1421"/>
                  <a:pt x="2829" y="1415"/>
                </a:cubicBezTo>
                <a:cubicBezTo>
                  <a:pt x="2807" y="1354"/>
                  <a:pt x="2797" y="1336"/>
                  <a:pt x="2792" y="1317"/>
                </a:cubicBezTo>
                <a:cubicBezTo>
                  <a:pt x="2772" y="1287"/>
                  <a:pt x="2779" y="1281"/>
                  <a:pt x="2772" y="1278"/>
                </a:cubicBezTo>
                <a:cubicBezTo>
                  <a:pt x="2760" y="1259"/>
                  <a:pt x="2763" y="1254"/>
                  <a:pt x="2758" y="1250"/>
                </a:cubicBezTo>
                <a:cubicBezTo>
                  <a:pt x="2739" y="1219"/>
                  <a:pt x="2740" y="1214"/>
                  <a:pt x="2733" y="1210"/>
                </a:cubicBezTo>
                <a:cubicBezTo>
                  <a:pt x="2704" y="1176"/>
                  <a:pt x="2698" y="1167"/>
                  <a:pt x="2691" y="1158"/>
                </a:cubicBezTo>
                <a:cubicBezTo>
                  <a:pt x="2677" y="1152"/>
                  <a:pt x="2667" y="1150"/>
                  <a:pt x="2672" y="1156"/>
                </a:cubicBezTo>
                <a:cubicBezTo>
                  <a:pt x="2687" y="1171"/>
                  <a:pt x="2696" y="1174"/>
                  <a:pt x="2701" y="1178"/>
                </a:cubicBezTo>
                <a:cubicBezTo>
                  <a:pt x="2719" y="1217"/>
                  <a:pt x="2727" y="1221"/>
                  <a:pt x="2727" y="1227"/>
                </a:cubicBezTo>
                <a:cubicBezTo>
                  <a:pt x="2742" y="1266"/>
                  <a:pt x="2752" y="1271"/>
                  <a:pt x="2751" y="1277"/>
                </a:cubicBezTo>
                <a:cubicBezTo>
                  <a:pt x="2767" y="1314"/>
                  <a:pt x="2767" y="1317"/>
                  <a:pt x="2771" y="1319"/>
                </a:cubicBezTo>
                <a:cubicBezTo>
                  <a:pt x="2780" y="1351"/>
                  <a:pt x="2787" y="1356"/>
                  <a:pt x="2786" y="1363"/>
                </a:cubicBezTo>
                <a:cubicBezTo>
                  <a:pt x="2796" y="1382"/>
                  <a:pt x="2794" y="1385"/>
                  <a:pt x="2795" y="1388"/>
                </a:cubicBezTo>
                <a:cubicBezTo>
                  <a:pt x="2803" y="1417"/>
                  <a:pt x="2805" y="1420"/>
                  <a:pt x="2809" y="1423"/>
                </a:cubicBezTo>
                <a:cubicBezTo>
                  <a:pt x="2813" y="1444"/>
                  <a:pt x="2814" y="1447"/>
                  <a:pt x="2811" y="1450"/>
                </a:cubicBezTo>
                <a:cubicBezTo>
                  <a:pt x="2825" y="1491"/>
                  <a:pt x="2828" y="1493"/>
                  <a:pt x="2828" y="1496"/>
                </a:cubicBezTo>
                <a:cubicBezTo>
                  <a:pt x="2835" y="1522"/>
                  <a:pt x="2836" y="1525"/>
                  <a:pt x="2839" y="1527"/>
                </a:cubicBezTo>
                <a:cubicBezTo>
                  <a:pt x="2851" y="1580"/>
                  <a:pt x="2853" y="1585"/>
                  <a:pt x="2858" y="1589"/>
                </a:cubicBezTo>
                <a:cubicBezTo>
                  <a:pt x="2886" y="1644"/>
                  <a:pt x="2890" y="1655"/>
                  <a:pt x="2897" y="1665"/>
                </a:cubicBezTo>
                <a:cubicBezTo>
                  <a:pt x="2908" y="1689"/>
                  <a:pt x="2910" y="1697"/>
                  <a:pt x="2906" y="1694"/>
                </a:cubicBezTo>
                <a:cubicBezTo>
                  <a:pt x="2862" y="1637"/>
                  <a:pt x="2851" y="1606"/>
                  <a:pt x="2832" y="1577"/>
                </a:cubicBezTo>
                <a:cubicBezTo>
                  <a:pt x="2811" y="1528"/>
                  <a:pt x="2810" y="1524"/>
                  <a:pt x="2809" y="1520"/>
                </a:cubicBezTo>
                <a:cubicBezTo>
                  <a:pt x="2791" y="1470"/>
                  <a:pt x="2788" y="1454"/>
                  <a:pt x="2785" y="1438"/>
                </a:cubicBezTo>
                <a:cubicBezTo>
                  <a:pt x="2763" y="1361"/>
                  <a:pt x="2758" y="1353"/>
                  <a:pt x="2755" y="1345"/>
                </a:cubicBezTo>
                <a:cubicBezTo>
                  <a:pt x="2747" y="1318"/>
                  <a:pt x="2739" y="1315"/>
                  <a:pt x="2742" y="1310"/>
                </a:cubicBezTo>
                <a:cubicBezTo>
                  <a:pt x="2741" y="1318"/>
                  <a:pt x="2741" y="1322"/>
                  <a:pt x="2742" y="1326"/>
                </a:cubicBezTo>
                <a:cubicBezTo>
                  <a:pt x="2761" y="1380"/>
                  <a:pt x="2766" y="1383"/>
                  <a:pt x="2764" y="1388"/>
                </a:cubicBezTo>
                <a:cubicBezTo>
                  <a:pt x="2781" y="1433"/>
                  <a:pt x="2773" y="1439"/>
                  <a:pt x="2780" y="1443"/>
                </a:cubicBezTo>
                <a:cubicBezTo>
                  <a:pt x="2790" y="1491"/>
                  <a:pt x="2792" y="1496"/>
                  <a:pt x="2793" y="1501"/>
                </a:cubicBezTo>
                <a:cubicBezTo>
                  <a:pt x="2787" y="1502"/>
                  <a:pt x="2789" y="1498"/>
                  <a:pt x="2789" y="1496"/>
                </a:cubicBezTo>
                <a:cubicBezTo>
                  <a:pt x="2774" y="1451"/>
                  <a:pt x="2763" y="1443"/>
                  <a:pt x="2765" y="1433"/>
                </a:cubicBezTo>
                <a:cubicBezTo>
                  <a:pt x="2755" y="1409"/>
                  <a:pt x="2757" y="1406"/>
                  <a:pt x="2756" y="1403"/>
                </a:cubicBezTo>
                <a:cubicBezTo>
                  <a:pt x="2750" y="1380"/>
                  <a:pt x="2748" y="1378"/>
                  <a:pt x="2749" y="1375"/>
                </a:cubicBezTo>
                <a:cubicBezTo>
                  <a:pt x="2738" y="1336"/>
                  <a:pt x="2739" y="1326"/>
                  <a:pt x="2732" y="1317"/>
                </a:cubicBezTo>
                <a:cubicBezTo>
                  <a:pt x="2728" y="1292"/>
                  <a:pt x="2727" y="1288"/>
                  <a:pt x="2730" y="1289"/>
                </a:cubicBezTo>
                <a:cubicBezTo>
                  <a:pt x="2732" y="1282"/>
                  <a:pt x="2729" y="1282"/>
                  <a:pt x="2727" y="1282"/>
                </a:cubicBezTo>
                <a:cubicBezTo>
                  <a:pt x="2709" y="1224"/>
                  <a:pt x="2705" y="1217"/>
                  <a:pt x="2701" y="1210"/>
                </a:cubicBezTo>
                <a:cubicBezTo>
                  <a:pt x="2696" y="1199"/>
                  <a:pt x="2693" y="1203"/>
                  <a:pt x="2696" y="1206"/>
                </a:cubicBezTo>
                <a:cubicBezTo>
                  <a:pt x="2702" y="1235"/>
                  <a:pt x="2712" y="1241"/>
                  <a:pt x="2709" y="1249"/>
                </a:cubicBezTo>
                <a:cubicBezTo>
                  <a:pt x="2725" y="1297"/>
                  <a:pt x="2724" y="1301"/>
                  <a:pt x="2725" y="1304"/>
                </a:cubicBezTo>
                <a:cubicBezTo>
                  <a:pt x="2726" y="1320"/>
                  <a:pt x="2730" y="1323"/>
                  <a:pt x="2728" y="1327"/>
                </a:cubicBezTo>
                <a:cubicBezTo>
                  <a:pt x="2735" y="1366"/>
                  <a:pt x="2739" y="1368"/>
                  <a:pt x="2740" y="1372"/>
                </a:cubicBezTo>
                <a:cubicBezTo>
                  <a:pt x="2745" y="1391"/>
                  <a:pt x="2748" y="1399"/>
                  <a:pt x="2746" y="1407"/>
                </a:cubicBezTo>
                <a:cubicBezTo>
                  <a:pt x="2757" y="1429"/>
                  <a:pt x="2755" y="1432"/>
                  <a:pt x="2756" y="1435"/>
                </a:cubicBezTo>
                <a:cubicBezTo>
                  <a:pt x="2761" y="1455"/>
                  <a:pt x="2766" y="1459"/>
                  <a:pt x="2762" y="1465"/>
                </a:cubicBezTo>
                <a:cubicBezTo>
                  <a:pt x="2789" y="1521"/>
                  <a:pt x="2792" y="1525"/>
                  <a:pt x="2789" y="1530"/>
                </a:cubicBezTo>
                <a:cubicBezTo>
                  <a:pt x="2809" y="1580"/>
                  <a:pt x="2816" y="1588"/>
                  <a:pt x="2818" y="1597"/>
                </a:cubicBezTo>
                <a:cubicBezTo>
                  <a:pt x="2846" y="1638"/>
                  <a:pt x="2843" y="1644"/>
                  <a:pt x="2851" y="1647"/>
                </a:cubicBezTo>
                <a:cubicBezTo>
                  <a:pt x="2857" y="1651"/>
                  <a:pt x="2858" y="1648"/>
                  <a:pt x="2855" y="1645"/>
                </a:cubicBezTo>
                <a:cubicBezTo>
                  <a:pt x="2847" y="1622"/>
                  <a:pt x="2838" y="1620"/>
                  <a:pt x="2840" y="1616"/>
                </a:cubicBezTo>
                <a:cubicBezTo>
                  <a:pt x="2807" y="1551"/>
                  <a:pt x="2804" y="1544"/>
                  <a:pt x="2803" y="1537"/>
                </a:cubicBezTo>
                <a:cubicBezTo>
                  <a:pt x="2799" y="1521"/>
                  <a:pt x="2796" y="1518"/>
                  <a:pt x="2800" y="1519"/>
                </a:cubicBezTo>
                <a:cubicBezTo>
                  <a:pt x="2808" y="1542"/>
                  <a:pt x="2809" y="1548"/>
                  <a:pt x="2813" y="1554"/>
                </a:cubicBezTo>
                <a:cubicBezTo>
                  <a:pt x="2824" y="1583"/>
                  <a:pt x="2831" y="1585"/>
                  <a:pt x="2829" y="1588"/>
                </a:cubicBezTo>
                <a:cubicBezTo>
                  <a:pt x="2842" y="1611"/>
                  <a:pt x="2844" y="1617"/>
                  <a:pt x="2849" y="1622"/>
                </a:cubicBezTo>
                <a:cubicBezTo>
                  <a:pt x="2854" y="1643"/>
                  <a:pt x="2867" y="1644"/>
                  <a:pt x="2863" y="1648"/>
                </a:cubicBezTo>
                <a:cubicBezTo>
                  <a:pt x="2874" y="1665"/>
                  <a:pt x="2880" y="1668"/>
                  <a:pt x="2881" y="1672"/>
                </a:cubicBezTo>
                <a:cubicBezTo>
                  <a:pt x="2867" y="1679"/>
                  <a:pt x="2862" y="1674"/>
                  <a:pt x="2858" y="1675"/>
                </a:cubicBezTo>
                <a:cubicBezTo>
                  <a:pt x="2840" y="1657"/>
                  <a:pt x="2839" y="1651"/>
                  <a:pt x="2833" y="1646"/>
                </a:cubicBezTo>
                <a:cubicBezTo>
                  <a:pt x="2813" y="1626"/>
                  <a:pt x="2811" y="1624"/>
                  <a:pt x="2808" y="1621"/>
                </a:cubicBezTo>
                <a:cubicBezTo>
                  <a:pt x="2784" y="1586"/>
                  <a:pt x="2782" y="1584"/>
                  <a:pt x="2782" y="1581"/>
                </a:cubicBezTo>
                <a:cubicBezTo>
                  <a:pt x="2753" y="1534"/>
                  <a:pt x="2757" y="1527"/>
                  <a:pt x="2750" y="1522"/>
                </a:cubicBezTo>
                <a:cubicBezTo>
                  <a:pt x="2742" y="1503"/>
                  <a:pt x="2741" y="1500"/>
                  <a:pt x="2740" y="1498"/>
                </a:cubicBezTo>
                <a:cubicBezTo>
                  <a:pt x="2735" y="1477"/>
                  <a:pt x="2729" y="1475"/>
                  <a:pt x="2729" y="1472"/>
                </a:cubicBezTo>
                <a:cubicBezTo>
                  <a:pt x="2717" y="1432"/>
                  <a:pt x="2715" y="1427"/>
                  <a:pt x="2713" y="1422"/>
                </a:cubicBezTo>
                <a:cubicBezTo>
                  <a:pt x="2707" y="1382"/>
                  <a:pt x="2701" y="1380"/>
                  <a:pt x="2700" y="1377"/>
                </a:cubicBezTo>
                <a:cubicBezTo>
                  <a:pt x="2694" y="1327"/>
                  <a:pt x="2686" y="1323"/>
                  <a:pt x="2688" y="1316"/>
                </a:cubicBezTo>
                <a:cubicBezTo>
                  <a:pt x="2675" y="1280"/>
                  <a:pt x="2685" y="1274"/>
                  <a:pt x="2678" y="1273"/>
                </a:cubicBezTo>
                <a:cubicBezTo>
                  <a:pt x="2664" y="1216"/>
                  <a:pt x="2663" y="1205"/>
                  <a:pt x="2657" y="1194"/>
                </a:cubicBezTo>
                <a:cubicBezTo>
                  <a:pt x="2642" y="1140"/>
                  <a:pt x="2641" y="1137"/>
                  <a:pt x="2642" y="1134"/>
                </a:cubicBezTo>
                <a:cubicBezTo>
                  <a:pt x="2635" y="1113"/>
                  <a:pt x="2634" y="1110"/>
                  <a:pt x="2634" y="1107"/>
                </a:cubicBezTo>
                <a:cubicBezTo>
                  <a:pt x="2615" y="1061"/>
                  <a:pt x="2615" y="1053"/>
                  <a:pt x="2612" y="1045"/>
                </a:cubicBezTo>
                <a:cubicBezTo>
                  <a:pt x="2569" y="975"/>
                  <a:pt x="2573" y="967"/>
                  <a:pt x="2565" y="962"/>
                </a:cubicBezTo>
                <a:cubicBezTo>
                  <a:pt x="2564" y="964"/>
                  <a:pt x="2567" y="984"/>
                  <a:pt x="2581" y="1001"/>
                </a:cubicBezTo>
                <a:cubicBezTo>
                  <a:pt x="2593" y="1031"/>
                  <a:pt x="2587" y="1036"/>
                  <a:pt x="2590" y="1039"/>
                </a:cubicBezTo>
                <a:cubicBezTo>
                  <a:pt x="2593" y="1066"/>
                  <a:pt x="2592" y="1072"/>
                  <a:pt x="2598" y="1078"/>
                </a:cubicBezTo>
                <a:cubicBezTo>
                  <a:pt x="2600" y="1131"/>
                  <a:pt x="2604" y="1143"/>
                  <a:pt x="2603" y="1157"/>
                </a:cubicBezTo>
                <a:cubicBezTo>
                  <a:pt x="2611" y="1222"/>
                  <a:pt x="2612" y="1229"/>
                  <a:pt x="2611" y="1236"/>
                </a:cubicBezTo>
                <a:cubicBezTo>
                  <a:pt x="2616" y="1268"/>
                  <a:pt x="2615" y="1272"/>
                  <a:pt x="2616" y="1276"/>
                </a:cubicBezTo>
                <a:cubicBezTo>
                  <a:pt x="2627" y="1307"/>
                  <a:pt x="2618" y="1313"/>
                  <a:pt x="2624" y="1315"/>
                </a:cubicBezTo>
                <a:cubicBezTo>
                  <a:pt x="2624" y="1341"/>
                  <a:pt x="2628" y="1347"/>
                  <a:pt x="2630" y="1353"/>
                </a:cubicBezTo>
                <a:cubicBezTo>
                  <a:pt x="2640" y="1406"/>
                  <a:pt x="2644" y="1418"/>
                  <a:pt x="2648" y="1431"/>
                </a:cubicBezTo>
                <a:cubicBezTo>
                  <a:pt x="2672" y="1494"/>
                  <a:pt x="2679" y="1519"/>
                  <a:pt x="2697" y="1542"/>
                </a:cubicBezTo>
                <a:cubicBezTo>
                  <a:pt x="2719" y="1582"/>
                  <a:pt x="2726" y="1584"/>
                  <a:pt x="2725" y="1587"/>
                </a:cubicBezTo>
                <a:cubicBezTo>
                  <a:pt x="2737" y="1611"/>
                  <a:pt x="2733" y="1608"/>
                  <a:pt x="2729" y="1605"/>
                </a:cubicBezTo>
                <a:cubicBezTo>
                  <a:pt x="2723" y="1602"/>
                  <a:pt x="2721" y="1601"/>
                  <a:pt x="2719" y="1601"/>
                </a:cubicBezTo>
                <a:cubicBezTo>
                  <a:pt x="2684" y="1558"/>
                  <a:pt x="2688" y="1550"/>
                  <a:pt x="2678" y="1545"/>
                </a:cubicBezTo>
                <a:cubicBezTo>
                  <a:pt x="2663" y="1519"/>
                  <a:pt x="2656" y="1513"/>
                  <a:pt x="2657" y="1505"/>
                </a:cubicBezTo>
                <a:cubicBezTo>
                  <a:pt x="2638" y="1461"/>
                  <a:pt x="2631" y="1459"/>
                  <a:pt x="2633" y="1455"/>
                </a:cubicBezTo>
                <a:cubicBezTo>
                  <a:pt x="2618" y="1407"/>
                  <a:pt x="2611" y="1398"/>
                  <a:pt x="2615" y="1388"/>
                </a:cubicBezTo>
                <a:cubicBezTo>
                  <a:pt x="2603" y="1339"/>
                  <a:pt x="2605" y="1334"/>
                  <a:pt x="2601" y="1329"/>
                </a:cubicBezTo>
                <a:cubicBezTo>
                  <a:pt x="2603" y="1313"/>
                  <a:pt x="2596" y="1309"/>
                  <a:pt x="2601" y="1302"/>
                </a:cubicBezTo>
                <a:cubicBezTo>
                  <a:pt x="2595" y="1232"/>
                  <a:pt x="2596" y="1221"/>
                  <a:pt x="2593" y="1211"/>
                </a:cubicBezTo>
                <a:cubicBezTo>
                  <a:pt x="2593" y="1171"/>
                  <a:pt x="2592" y="1168"/>
                  <a:pt x="2592" y="1166"/>
                </a:cubicBezTo>
                <a:cubicBezTo>
                  <a:pt x="2585" y="1131"/>
                  <a:pt x="2588" y="1110"/>
                  <a:pt x="2585" y="1090"/>
                </a:cubicBezTo>
                <a:cubicBezTo>
                  <a:pt x="2577" y="1051"/>
                  <a:pt x="2577" y="1041"/>
                  <a:pt x="2571" y="1032"/>
                </a:cubicBezTo>
                <a:cubicBezTo>
                  <a:pt x="2548" y="965"/>
                  <a:pt x="2541" y="957"/>
                  <a:pt x="2540" y="948"/>
                </a:cubicBezTo>
                <a:cubicBezTo>
                  <a:pt x="2522" y="912"/>
                  <a:pt x="2517" y="903"/>
                  <a:pt x="2511" y="894"/>
                </a:cubicBezTo>
                <a:cubicBezTo>
                  <a:pt x="2495" y="873"/>
                  <a:pt x="2491" y="870"/>
                  <a:pt x="2489" y="872"/>
                </a:cubicBezTo>
                <a:cubicBezTo>
                  <a:pt x="2516" y="912"/>
                  <a:pt x="2519" y="916"/>
                  <a:pt x="2519" y="921"/>
                </a:cubicBezTo>
                <a:cubicBezTo>
                  <a:pt x="2535" y="961"/>
                  <a:pt x="2536" y="963"/>
                  <a:pt x="2537" y="964"/>
                </a:cubicBezTo>
                <a:cubicBezTo>
                  <a:pt x="2545" y="985"/>
                  <a:pt x="2546" y="987"/>
                  <a:pt x="2547" y="989"/>
                </a:cubicBezTo>
                <a:cubicBezTo>
                  <a:pt x="2553" y="1015"/>
                  <a:pt x="2554" y="1019"/>
                  <a:pt x="2556" y="1024"/>
                </a:cubicBezTo>
                <a:cubicBezTo>
                  <a:pt x="2563" y="1103"/>
                  <a:pt x="2562" y="1107"/>
                  <a:pt x="2564" y="1110"/>
                </a:cubicBezTo>
                <a:cubicBezTo>
                  <a:pt x="2564" y="1125"/>
                  <a:pt x="2564" y="1132"/>
                  <a:pt x="2566" y="1138"/>
                </a:cubicBezTo>
                <a:cubicBezTo>
                  <a:pt x="2561" y="1174"/>
                  <a:pt x="2570" y="1176"/>
                  <a:pt x="2567" y="1180"/>
                </a:cubicBezTo>
                <a:cubicBezTo>
                  <a:pt x="2571" y="1227"/>
                  <a:pt x="2573" y="1230"/>
                  <a:pt x="2570" y="1235"/>
                </a:cubicBezTo>
                <a:cubicBezTo>
                  <a:pt x="2573" y="1249"/>
                  <a:pt x="2574" y="1253"/>
                  <a:pt x="2573" y="1258"/>
                </a:cubicBezTo>
                <a:cubicBezTo>
                  <a:pt x="2576" y="1305"/>
                  <a:pt x="2575" y="1313"/>
                  <a:pt x="2575" y="1322"/>
                </a:cubicBezTo>
                <a:cubicBezTo>
                  <a:pt x="2578" y="1352"/>
                  <a:pt x="2579" y="1356"/>
                  <a:pt x="2584" y="1359"/>
                </a:cubicBezTo>
                <a:cubicBezTo>
                  <a:pt x="2589" y="1406"/>
                  <a:pt x="2594" y="1414"/>
                  <a:pt x="2593" y="1423"/>
                </a:cubicBezTo>
                <a:cubicBezTo>
                  <a:pt x="2604" y="1454"/>
                  <a:pt x="2606" y="1459"/>
                  <a:pt x="2608" y="1465"/>
                </a:cubicBezTo>
                <a:cubicBezTo>
                  <a:pt x="2608" y="1472"/>
                  <a:pt x="2606" y="1464"/>
                  <a:pt x="2600" y="1457"/>
                </a:cubicBezTo>
                <a:cubicBezTo>
                  <a:pt x="2589" y="1423"/>
                  <a:pt x="2580" y="1416"/>
                  <a:pt x="2578" y="1408"/>
                </a:cubicBezTo>
                <a:cubicBezTo>
                  <a:pt x="2568" y="1371"/>
                  <a:pt x="2571" y="1367"/>
                  <a:pt x="2570" y="1364"/>
                </a:cubicBezTo>
                <a:cubicBezTo>
                  <a:pt x="2564" y="1333"/>
                  <a:pt x="2563" y="1329"/>
                  <a:pt x="2562" y="1324"/>
                </a:cubicBezTo>
                <a:cubicBezTo>
                  <a:pt x="2557" y="1275"/>
                  <a:pt x="2551" y="1267"/>
                  <a:pt x="2555" y="1257"/>
                </a:cubicBezTo>
                <a:cubicBezTo>
                  <a:pt x="2545" y="1222"/>
                  <a:pt x="2544" y="1213"/>
                  <a:pt x="2543" y="1204"/>
                </a:cubicBezTo>
                <a:cubicBezTo>
                  <a:pt x="2538" y="1174"/>
                  <a:pt x="2541" y="1168"/>
                  <a:pt x="2538" y="1164"/>
                </a:cubicBezTo>
                <a:cubicBezTo>
                  <a:pt x="2538" y="1118"/>
                  <a:pt x="2536" y="1114"/>
                  <a:pt x="2535" y="1110"/>
                </a:cubicBezTo>
                <a:cubicBezTo>
                  <a:pt x="2523" y="1023"/>
                  <a:pt x="2516" y="1004"/>
                  <a:pt x="2513" y="985"/>
                </a:cubicBezTo>
                <a:cubicBezTo>
                  <a:pt x="2497" y="937"/>
                  <a:pt x="2492" y="933"/>
                  <a:pt x="2491" y="928"/>
                </a:cubicBezTo>
                <a:cubicBezTo>
                  <a:pt x="2456" y="864"/>
                  <a:pt x="2445" y="856"/>
                  <a:pt x="2440" y="847"/>
                </a:cubicBezTo>
                <a:cubicBezTo>
                  <a:pt x="2423" y="825"/>
                  <a:pt x="2418" y="822"/>
                  <a:pt x="2416" y="824"/>
                </a:cubicBezTo>
                <a:cubicBezTo>
                  <a:pt x="2466" y="889"/>
                  <a:pt x="2465" y="895"/>
                  <a:pt x="2471" y="899"/>
                </a:cubicBezTo>
                <a:cubicBezTo>
                  <a:pt x="2480" y="926"/>
                  <a:pt x="2487" y="927"/>
                  <a:pt x="2484" y="931"/>
                </a:cubicBezTo>
                <a:cubicBezTo>
                  <a:pt x="2502" y="971"/>
                  <a:pt x="2500" y="978"/>
                  <a:pt x="2504" y="984"/>
                </a:cubicBezTo>
                <a:cubicBezTo>
                  <a:pt x="2519" y="1035"/>
                  <a:pt x="2519" y="1048"/>
                  <a:pt x="2521" y="1061"/>
                </a:cubicBezTo>
                <a:cubicBezTo>
                  <a:pt x="2523" y="1094"/>
                  <a:pt x="2525" y="1097"/>
                  <a:pt x="2525" y="1101"/>
                </a:cubicBezTo>
                <a:cubicBezTo>
                  <a:pt x="2530" y="1187"/>
                  <a:pt x="2534" y="1193"/>
                  <a:pt x="2533" y="1200"/>
                </a:cubicBezTo>
                <a:cubicBezTo>
                  <a:pt x="2541" y="1242"/>
                  <a:pt x="2547" y="1244"/>
                  <a:pt x="2542" y="1248"/>
                </a:cubicBezTo>
                <a:cubicBezTo>
                  <a:pt x="2540" y="1238"/>
                  <a:pt x="2532" y="1221"/>
                  <a:pt x="2533" y="1203"/>
                </a:cubicBezTo>
                <a:cubicBezTo>
                  <a:pt x="2506" y="1094"/>
                  <a:pt x="2505" y="1090"/>
                  <a:pt x="2507" y="1085"/>
                </a:cubicBezTo>
                <a:cubicBezTo>
                  <a:pt x="2491" y="1037"/>
                  <a:pt x="2485" y="1030"/>
                  <a:pt x="2484" y="1021"/>
                </a:cubicBezTo>
                <a:cubicBezTo>
                  <a:pt x="2470" y="978"/>
                  <a:pt x="2464" y="974"/>
                  <a:pt x="2463" y="970"/>
                </a:cubicBezTo>
                <a:cubicBezTo>
                  <a:pt x="2425" y="913"/>
                  <a:pt x="2420" y="905"/>
                  <a:pt x="2415" y="896"/>
                </a:cubicBezTo>
                <a:cubicBezTo>
                  <a:pt x="2347" y="844"/>
                  <a:pt x="2367" y="846"/>
                  <a:pt x="2364" y="851"/>
                </a:cubicBezTo>
                <a:cubicBezTo>
                  <a:pt x="2398" y="881"/>
                  <a:pt x="2395" y="885"/>
                  <a:pt x="2401" y="887"/>
                </a:cubicBezTo>
                <a:cubicBezTo>
                  <a:pt x="2420" y="914"/>
                  <a:pt x="2421" y="917"/>
                  <a:pt x="2423" y="920"/>
                </a:cubicBezTo>
                <a:cubicBezTo>
                  <a:pt x="2470" y="1009"/>
                  <a:pt x="2477" y="1021"/>
                  <a:pt x="2479" y="1033"/>
                </a:cubicBezTo>
                <a:cubicBezTo>
                  <a:pt x="2487" y="1057"/>
                  <a:pt x="2492" y="1063"/>
                  <a:pt x="2491" y="1070"/>
                </a:cubicBezTo>
                <a:cubicBezTo>
                  <a:pt x="2500" y="1118"/>
                  <a:pt x="2507" y="1120"/>
                  <a:pt x="2505" y="1124"/>
                </a:cubicBezTo>
                <a:cubicBezTo>
                  <a:pt x="2516" y="1167"/>
                  <a:pt x="2521" y="1173"/>
                  <a:pt x="2519" y="1180"/>
                </a:cubicBezTo>
                <a:cubicBezTo>
                  <a:pt x="2529" y="1223"/>
                  <a:pt x="2528" y="1227"/>
                  <a:pt x="2528" y="1231"/>
                </a:cubicBezTo>
                <a:cubicBezTo>
                  <a:pt x="2535" y="1259"/>
                  <a:pt x="2536" y="1263"/>
                  <a:pt x="2535" y="1267"/>
                </a:cubicBezTo>
                <a:cubicBezTo>
                  <a:pt x="2543" y="1307"/>
                  <a:pt x="2545" y="1311"/>
                  <a:pt x="2545" y="1315"/>
                </a:cubicBezTo>
                <a:cubicBezTo>
                  <a:pt x="2549" y="1346"/>
                  <a:pt x="2551" y="1354"/>
                  <a:pt x="2556" y="1362"/>
                </a:cubicBezTo>
                <a:cubicBezTo>
                  <a:pt x="2566" y="1400"/>
                  <a:pt x="2567" y="1402"/>
                  <a:pt x="2567" y="1403"/>
                </a:cubicBezTo>
                <a:cubicBezTo>
                  <a:pt x="2547" y="1372"/>
                  <a:pt x="2545" y="1368"/>
                  <a:pt x="2541" y="1365"/>
                </a:cubicBezTo>
                <a:cubicBezTo>
                  <a:pt x="2530" y="1327"/>
                  <a:pt x="2528" y="1322"/>
                  <a:pt x="2528" y="1317"/>
                </a:cubicBezTo>
                <a:cubicBezTo>
                  <a:pt x="2519" y="1281"/>
                  <a:pt x="2515" y="1276"/>
                  <a:pt x="2514" y="1271"/>
                </a:cubicBezTo>
                <a:cubicBezTo>
                  <a:pt x="2501" y="1222"/>
                  <a:pt x="2501" y="1220"/>
                  <a:pt x="2503" y="1217"/>
                </a:cubicBezTo>
                <a:cubicBezTo>
                  <a:pt x="2493" y="1184"/>
                  <a:pt x="2494" y="1173"/>
                  <a:pt x="2489" y="1163"/>
                </a:cubicBezTo>
                <a:cubicBezTo>
                  <a:pt x="2478" y="1123"/>
                  <a:pt x="2479" y="1120"/>
                  <a:pt x="2477" y="1118"/>
                </a:cubicBezTo>
                <a:cubicBezTo>
                  <a:pt x="2465" y="1061"/>
                  <a:pt x="2464" y="1050"/>
                  <a:pt x="2458" y="1040"/>
                </a:cubicBezTo>
                <a:cubicBezTo>
                  <a:pt x="2438" y="969"/>
                  <a:pt x="2428" y="961"/>
                  <a:pt x="2429" y="950"/>
                </a:cubicBezTo>
                <a:cubicBezTo>
                  <a:pt x="2404" y="901"/>
                  <a:pt x="2405" y="895"/>
                  <a:pt x="2398" y="890"/>
                </a:cubicBezTo>
                <a:cubicBezTo>
                  <a:pt x="2373" y="865"/>
                  <a:pt x="2373" y="859"/>
                  <a:pt x="2370" y="861"/>
                </a:cubicBezTo>
                <a:cubicBezTo>
                  <a:pt x="2414" y="928"/>
                  <a:pt x="2413" y="940"/>
                  <a:pt x="2421" y="950"/>
                </a:cubicBezTo>
                <a:cubicBezTo>
                  <a:pt x="2424" y="979"/>
                  <a:pt x="2436" y="980"/>
                  <a:pt x="2433" y="984"/>
                </a:cubicBezTo>
                <a:cubicBezTo>
                  <a:pt x="2445" y="1019"/>
                  <a:pt x="2445" y="1021"/>
                  <a:pt x="2449" y="1023"/>
                </a:cubicBezTo>
                <a:cubicBezTo>
                  <a:pt x="2456" y="1056"/>
                  <a:pt x="2458" y="1061"/>
                  <a:pt x="2459" y="1067"/>
                </a:cubicBezTo>
                <a:cubicBezTo>
                  <a:pt x="2468" y="1089"/>
                  <a:pt x="2462" y="1096"/>
                  <a:pt x="2467" y="1101"/>
                </a:cubicBezTo>
                <a:cubicBezTo>
                  <a:pt x="2478" y="1155"/>
                  <a:pt x="2481" y="1157"/>
                  <a:pt x="2481" y="1160"/>
                </a:cubicBezTo>
                <a:cubicBezTo>
                  <a:pt x="2486" y="1197"/>
                  <a:pt x="2492" y="1207"/>
                  <a:pt x="2494" y="1218"/>
                </a:cubicBezTo>
                <a:cubicBezTo>
                  <a:pt x="2496" y="1246"/>
                  <a:pt x="2503" y="1248"/>
                  <a:pt x="2501" y="1252"/>
                </a:cubicBezTo>
                <a:cubicBezTo>
                  <a:pt x="2511" y="1278"/>
                  <a:pt x="2507" y="1282"/>
                  <a:pt x="2510" y="1284"/>
                </a:cubicBezTo>
                <a:cubicBezTo>
                  <a:pt x="2521" y="1328"/>
                  <a:pt x="2527" y="1339"/>
                  <a:pt x="2530" y="1350"/>
                </a:cubicBezTo>
                <a:cubicBezTo>
                  <a:pt x="2536" y="1372"/>
                  <a:pt x="2540" y="1377"/>
                  <a:pt x="2540" y="1382"/>
                </a:cubicBezTo>
                <a:cubicBezTo>
                  <a:pt x="2558" y="1416"/>
                  <a:pt x="2567" y="1421"/>
                  <a:pt x="2564" y="1428"/>
                </a:cubicBezTo>
                <a:cubicBezTo>
                  <a:pt x="2586" y="1475"/>
                  <a:pt x="2600" y="1476"/>
                  <a:pt x="2595" y="1480"/>
                </a:cubicBezTo>
                <a:cubicBezTo>
                  <a:pt x="2603" y="1500"/>
                  <a:pt x="2610" y="1502"/>
                  <a:pt x="2610" y="1505"/>
                </a:cubicBezTo>
                <a:cubicBezTo>
                  <a:pt x="2629" y="1535"/>
                  <a:pt x="2628" y="1540"/>
                  <a:pt x="2635" y="1543"/>
                </a:cubicBezTo>
                <a:cubicBezTo>
                  <a:pt x="2632" y="1550"/>
                  <a:pt x="2641" y="1552"/>
                  <a:pt x="2639" y="1556"/>
                </a:cubicBezTo>
                <a:cubicBezTo>
                  <a:pt x="2553" y="1493"/>
                  <a:pt x="2545" y="1489"/>
                  <a:pt x="2546" y="1483"/>
                </a:cubicBezTo>
                <a:cubicBezTo>
                  <a:pt x="2498" y="1431"/>
                  <a:pt x="2494" y="1426"/>
                  <a:pt x="2491" y="1420"/>
                </a:cubicBezTo>
                <a:cubicBezTo>
                  <a:pt x="2460" y="1376"/>
                  <a:pt x="2458" y="1364"/>
                  <a:pt x="2452" y="1353"/>
                </a:cubicBezTo>
                <a:cubicBezTo>
                  <a:pt x="2433" y="1313"/>
                  <a:pt x="2438" y="1305"/>
                  <a:pt x="2429" y="1301"/>
                </a:cubicBezTo>
                <a:cubicBezTo>
                  <a:pt x="2410" y="1264"/>
                  <a:pt x="2414" y="1260"/>
                  <a:pt x="2414" y="1257"/>
                </a:cubicBezTo>
                <a:cubicBezTo>
                  <a:pt x="2405" y="1236"/>
                  <a:pt x="2404" y="1233"/>
                  <a:pt x="2402" y="1231"/>
                </a:cubicBezTo>
                <a:cubicBezTo>
                  <a:pt x="2389" y="1192"/>
                  <a:pt x="2377" y="1192"/>
                  <a:pt x="2384" y="1187"/>
                </a:cubicBezTo>
                <a:cubicBezTo>
                  <a:pt x="2354" y="1133"/>
                  <a:pt x="2351" y="1121"/>
                  <a:pt x="2343" y="1110"/>
                </a:cubicBezTo>
                <a:cubicBezTo>
                  <a:pt x="2320" y="1065"/>
                  <a:pt x="2318" y="1062"/>
                  <a:pt x="2314" y="1060"/>
                </a:cubicBezTo>
                <a:cubicBezTo>
                  <a:pt x="2282" y="1003"/>
                  <a:pt x="2272" y="999"/>
                  <a:pt x="2273" y="992"/>
                </a:cubicBezTo>
                <a:cubicBezTo>
                  <a:pt x="2249" y="966"/>
                  <a:pt x="2245" y="954"/>
                  <a:pt x="2228" y="945"/>
                </a:cubicBezTo>
                <a:cubicBezTo>
                  <a:pt x="2207" y="915"/>
                  <a:pt x="2197" y="908"/>
                  <a:pt x="2190" y="901"/>
                </a:cubicBezTo>
                <a:cubicBezTo>
                  <a:pt x="2128" y="855"/>
                  <a:pt x="2122" y="846"/>
                  <a:pt x="2119" y="853"/>
                </a:cubicBezTo>
                <a:cubicBezTo>
                  <a:pt x="2131" y="868"/>
                  <a:pt x="2135" y="869"/>
                  <a:pt x="2138" y="869"/>
                </a:cubicBezTo>
                <a:cubicBezTo>
                  <a:pt x="2175" y="901"/>
                  <a:pt x="2188" y="909"/>
                  <a:pt x="2196" y="918"/>
                </a:cubicBezTo>
                <a:cubicBezTo>
                  <a:pt x="2232" y="953"/>
                  <a:pt x="2235" y="963"/>
                  <a:pt x="2245" y="971"/>
                </a:cubicBezTo>
                <a:cubicBezTo>
                  <a:pt x="2282" y="1016"/>
                  <a:pt x="2282" y="1022"/>
                  <a:pt x="2287" y="1026"/>
                </a:cubicBezTo>
                <a:cubicBezTo>
                  <a:pt x="2295" y="1045"/>
                  <a:pt x="2301" y="1049"/>
                  <a:pt x="2302" y="1054"/>
                </a:cubicBezTo>
                <a:cubicBezTo>
                  <a:pt x="2320" y="1087"/>
                  <a:pt x="2327" y="1091"/>
                  <a:pt x="2327" y="1096"/>
                </a:cubicBezTo>
                <a:cubicBezTo>
                  <a:pt x="2346" y="1129"/>
                  <a:pt x="2346" y="1134"/>
                  <a:pt x="2351" y="1139"/>
                </a:cubicBezTo>
                <a:cubicBezTo>
                  <a:pt x="2361" y="1163"/>
                  <a:pt x="2363" y="1166"/>
                  <a:pt x="2368" y="1168"/>
                </a:cubicBezTo>
                <a:cubicBezTo>
                  <a:pt x="2377" y="1209"/>
                  <a:pt x="2389" y="1211"/>
                  <a:pt x="2385" y="1217"/>
                </a:cubicBezTo>
                <a:cubicBezTo>
                  <a:pt x="2399" y="1258"/>
                  <a:pt x="2404" y="1262"/>
                  <a:pt x="2408" y="1266"/>
                </a:cubicBezTo>
                <a:cubicBezTo>
                  <a:pt x="2419" y="1293"/>
                  <a:pt x="2415" y="1298"/>
                  <a:pt x="2421" y="1301"/>
                </a:cubicBezTo>
                <a:cubicBezTo>
                  <a:pt x="2438" y="1342"/>
                  <a:pt x="2443" y="1346"/>
                  <a:pt x="2443" y="1350"/>
                </a:cubicBezTo>
                <a:cubicBezTo>
                  <a:pt x="2439" y="1341"/>
                  <a:pt x="2422" y="1324"/>
                  <a:pt x="2416" y="1305"/>
                </a:cubicBezTo>
                <a:cubicBezTo>
                  <a:pt x="2393" y="1273"/>
                  <a:pt x="2396" y="1267"/>
                  <a:pt x="2391" y="1263"/>
                </a:cubicBezTo>
                <a:cubicBezTo>
                  <a:pt x="2377" y="1239"/>
                  <a:pt x="2377" y="1237"/>
                  <a:pt x="2373" y="1235"/>
                </a:cubicBezTo>
                <a:cubicBezTo>
                  <a:pt x="2347" y="1182"/>
                  <a:pt x="2340" y="1173"/>
                  <a:pt x="2337" y="1164"/>
                </a:cubicBezTo>
                <a:cubicBezTo>
                  <a:pt x="2315" y="1131"/>
                  <a:pt x="2310" y="1126"/>
                  <a:pt x="2311" y="1120"/>
                </a:cubicBezTo>
                <a:cubicBezTo>
                  <a:pt x="2293" y="1094"/>
                  <a:pt x="2286" y="1084"/>
                  <a:pt x="2279" y="1073"/>
                </a:cubicBezTo>
                <a:cubicBezTo>
                  <a:pt x="2235" y="1000"/>
                  <a:pt x="2221" y="991"/>
                  <a:pt x="2215" y="980"/>
                </a:cubicBezTo>
                <a:cubicBezTo>
                  <a:pt x="2173" y="942"/>
                  <a:pt x="2176" y="938"/>
                  <a:pt x="2172" y="936"/>
                </a:cubicBezTo>
                <a:cubicBezTo>
                  <a:pt x="2117" y="899"/>
                  <a:pt x="2124" y="901"/>
                  <a:pt x="2127" y="904"/>
                </a:cubicBezTo>
                <a:cubicBezTo>
                  <a:pt x="2164" y="935"/>
                  <a:pt x="2173" y="946"/>
                  <a:pt x="2184" y="957"/>
                </a:cubicBezTo>
                <a:cubicBezTo>
                  <a:pt x="2206" y="984"/>
                  <a:pt x="2215" y="985"/>
                  <a:pt x="2212" y="989"/>
                </a:cubicBezTo>
                <a:cubicBezTo>
                  <a:pt x="2239" y="1031"/>
                  <a:pt x="2242" y="1033"/>
                  <a:pt x="2245" y="1034"/>
                </a:cubicBezTo>
                <a:cubicBezTo>
                  <a:pt x="2277" y="1078"/>
                  <a:pt x="2278" y="1086"/>
                  <a:pt x="2284" y="1094"/>
                </a:cubicBezTo>
                <a:cubicBezTo>
                  <a:pt x="2318" y="1152"/>
                  <a:pt x="2325" y="1160"/>
                  <a:pt x="2328" y="1168"/>
                </a:cubicBezTo>
                <a:cubicBezTo>
                  <a:pt x="2348" y="1210"/>
                  <a:pt x="2359" y="1213"/>
                  <a:pt x="2356" y="1218"/>
                </a:cubicBezTo>
                <a:cubicBezTo>
                  <a:pt x="2389" y="1274"/>
                  <a:pt x="2392" y="1282"/>
                  <a:pt x="2397" y="1290"/>
                </a:cubicBezTo>
                <a:cubicBezTo>
                  <a:pt x="2426" y="1344"/>
                  <a:pt x="2425" y="1350"/>
                  <a:pt x="2431" y="1349"/>
                </a:cubicBezTo>
                <a:cubicBezTo>
                  <a:pt x="2442" y="1375"/>
                  <a:pt x="2449" y="1379"/>
                  <a:pt x="2450" y="1383"/>
                </a:cubicBezTo>
                <a:cubicBezTo>
                  <a:pt x="2459" y="1401"/>
                  <a:pt x="2449" y="1394"/>
                  <a:pt x="2448" y="1390"/>
                </a:cubicBezTo>
                <a:cubicBezTo>
                  <a:pt x="2435" y="1366"/>
                  <a:pt x="2428" y="1370"/>
                  <a:pt x="2426" y="1364"/>
                </a:cubicBezTo>
                <a:cubicBezTo>
                  <a:pt x="2402" y="1323"/>
                  <a:pt x="2393" y="1316"/>
                  <a:pt x="2393" y="1308"/>
                </a:cubicBezTo>
                <a:cubicBezTo>
                  <a:pt x="2365" y="1270"/>
                  <a:pt x="2358" y="1255"/>
                  <a:pt x="2349" y="1240"/>
                </a:cubicBezTo>
                <a:cubicBezTo>
                  <a:pt x="2330" y="1210"/>
                  <a:pt x="2321" y="1202"/>
                  <a:pt x="2319" y="1194"/>
                </a:cubicBezTo>
                <a:cubicBezTo>
                  <a:pt x="2298" y="1164"/>
                  <a:pt x="2300" y="1156"/>
                  <a:pt x="2291" y="1149"/>
                </a:cubicBezTo>
                <a:cubicBezTo>
                  <a:pt x="2275" y="1118"/>
                  <a:pt x="2269" y="1111"/>
                  <a:pt x="2265" y="1103"/>
                </a:cubicBezTo>
                <a:cubicBezTo>
                  <a:pt x="2231" y="1042"/>
                  <a:pt x="2222" y="1040"/>
                  <a:pt x="2223" y="1035"/>
                </a:cubicBezTo>
                <a:cubicBezTo>
                  <a:pt x="2208" y="1017"/>
                  <a:pt x="2212" y="1014"/>
                  <a:pt x="2207" y="1012"/>
                </a:cubicBezTo>
                <a:cubicBezTo>
                  <a:pt x="2177" y="975"/>
                  <a:pt x="2180" y="972"/>
                  <a:pt x="2175" y="970"/>
                </a:cubicBezTo>
                <a:cubicBezTo>
                  <a:pt x="2160" y="950"/>
                  <a:pt x="2156" y="947"/>
                  <a:pt x="2156" y="944"/>
                </a:cubicBezTo>
                <a:cubicBezTo>
                  <a:pt x="2135" y="924"/>
                  <a:pt x="2131" y="922"/>
                  <a:pt x="2127" y="919"/>
                </a:cubicBezTo>
                <a:cubicBezTo>
                  <a:pt x="2066" y="879"/>
                  <a:pt x="2060" y="875"/>
                  <a:pt x="2053" y="870"/>
                </a:cubicBezTo>
                <a:cubicBezTo>
                  <a:pt x="2041" y="864"/>
                  <a:pt x="2045" y="872"/>
                  <a:pt x="2049" y="872"/>
                </a:cubicBezTo>
                <a:cubicBezTo>
                  <a:pt x="2083" y="887"/>
                  <a:pt x="2082" y="901"/>
                  <a:pt x="2086" y="895"/>
                </a:cubicBezTo>
                <a:cubicBezTo>
                  <a:pt x="2136" y="937"/>
                  <a:pt x="2158" y="956"/>
                  <a:pt x="2170" y="977"/>
                </a:cubicBezTo>
                <a:cubicBezTo>
                  <a:pt x="2201" y="1019"/>
                  <a:pt x="2207" y="1030"/>
                  <a:pt x="2215" y="1040"/>
                </a:cubicBezTo>
                <a:cubicBezTo>
                  <a:pt x="2242" y="1090"/>
                  <a:pt x="2250" y="1091"/>
                  <a:pt x="2249" y="1095"/>
                </a:cubicBezTo>
                <a:cubicBezTo>
                  <a:pt x="2279" y="1146"/>
                  <a:pt x="2287" y="1157"/>
                  <a:pt x="2295" y="1167"/>
                </a:cubicBezTo>
                <a:cubicBezTo>
                  <a:pt x="2319" y="1209"/>
                  <a:pt x="2324" y="1220"/>
                  <a:pt x="2334" y="1230"/>
                </a:cubicBezTo>
                <a:cubicBezTo>
                  <a:pt x="2378" y="1305"/>
                  <a:pt x="2386" y="1315"/>
                  <a:pt x="2391" y="1326"/>
                </a:cubicBezTo>
                <a:cubicBezTo>
                  <a:pt x="2425" y="1379"/>
                  <a:pt x="2446" y="1399"/>
                  <a:pt x="2462" y="1420"/>
                </a:cubicBezTo>
                <a:cubicBezTo>
                  <a:pt x="2493" y="1454"/>
                  <a:pt x="2509" y="1456"/>
                  <a:pt x="2502" y="1462"/>
                </a:cubicBezTo>
                <a:cubicBezTo>
                  <a:pt x="2420" y="1396"/>
                  <a:pt x="2419" y="1392"/>
                  <a:pt x="2415" y="1388"/>
                </a:cubicBezTo>
                <a:cubicBezTo>
                  <a:pt x="2373" y="1338"/>
                  <a:pt x="2363" y="1331"/>
                  <a:pt x="2362" y="1322"/>
                </a:cubicBezTo>
                <a:cubicBezTo>
                  <a:pt x="2329" y="1277"/>
                  <a:pt x="2324" y="1268"/>
                  <a:pt x="2317" y="1260"/>
                </a:cubicBezTo>
                <a:cubicBezTo>
                  <a:pt x="2273" y="1202"/>
                  <a:pt x="2274" y="1192"/>
                  <a:pt x="2265" y="1184"/>
                </a:cubicBezTo>
                <a:cubicBezTo>
                  <a:pt x="2231" y="1128"/>
                  <a:pt x="2228" y="1124"/>
                  <a:pt x="2224" y="1120"/>
                </a:cubicBezTo>
                <a:cubicBezTo>
                  <a:pt x="2206" y="1089"/>
                  <a:pt x="2206" y="1085"/>
                  <a:pt x="2201" y="1081"/>
                </a:cubicBezTo>
                <a:cubicBezTo>
                  <a:pt x="2145" y="996"/>
                  <a:pt x="2139" y="988"/>
                  <a:pt x="2132" y="980"/>
                </a:cubicBezTo>
                <a:cubicBezTo>
                  <a:pt x="2095" y="938"/>
                  <a:pt x="2082" y="921"/>
                  <a:pt x="2063" y="906"/>
                </a:cubicBezTo>
                <a:cubicBezTo>
                  <a:pt x="1958" y="846"/>
                  <a:pt x="1958" y="850"/>
                  <a:pt x="1960" y="848"/>
                </a:cubicBezTo>
                <a:cubicBezTo>
                  <a:pt x="1964" y="857"/>
                  <a:pt x="1973" y="868"/>
                  <a:pt x="1990" y="875"/>
                </a:cubicBezTo>
                <a:cubicBezTo>
                  <a:pt x="2029" y="915"/>
                  <a:pt x="2043" y="917"/>
                  <a:pt x="2042" y="922"/>
                </a:cubicBezTo>
                <a:cubicBezTo>
                  <a:pt x="2071" y="951"/>
                  <a:pt x="2074" y="955"/>
                  <a:pt x="2077" y="959"/>
                </a:cubicBezTo>
                <a:cubicBezTo>
                  <a:pt x="2113" y="1006"/>
                  <a:pt x="2117" y="1015"/>
                  <a:pt x="2123" y="1024"/>
                </a:cubicBezTo>
                <a:cubicBezTo>
                  <a:pt x="2145" y="1069"/>
                  <a:pt x="2158" y="1071"/>
                  <a:pt x="2153" y="1078"/>
                </a:cubicBezTo>
                <a:cubicBezTo>
                  <a:pt x="2060" y="980"/>
                  <a:pt x="2026" y="953"/>
                  <a:pt x="2003" y="933"/>
                </a:cubicBezTo>
                <a:cubicBezTo>
                  <a:pt x="1997" y="934"/>
                  <a:pt x="2030" y="962"/>
                  <a:pt x="2059" y="987"/>
                </a:cubicBezTo>
                <a:cubicBezTo>
                  <a:pt x="2135" y="1070"/>
                  <a:pt x="2141" y="1071"/>
                  <a:pt x="2140" y="1074"/>
                </a:cubicBezTo>
                <a:cubicBezTo>
                  <a:pt x="2158" y="1100"/>
                  <a:pt x="2165" y="1104"/>
                  <a:pt x="2166" y="1110"/>
                </a:cubicBezTo>
                <a:cubicBezTo>
                  <a:pt x="2185" y="1150"/>
                  <a:pt x="2199" y="1154"/>
                  <a:pt x="2198" y="1160"/>
                </a:cubicBezTo>
                <a:cubicBezTo>
                  <a:pt x="2229" y="1202"/>
                  <a:pt x="2233" y="1214"/>
                  <a:pt x="2241" y="1225"/>
                </a:cubicBezTo>
                <a:cubicBezTo>
                  <a:pt x="2280" y="1279"/>
                  <a:pt x="2285" y="1284"/>
                  <a:pt x="2287" y="1290"/>
                </a:cubicBezTo>
                <a:cubicBezTo>
                  <a:pt x="2310" y="1315"/>
                  <a:pt x="2308" y="1324"/>
                  <a:pt x="2312" y="1320"/>
                </a:cubicBezTo>
                <a:cubicBezTo>
                  <a:pt x="2334" y="1347"/>
                  <a:pt x="2343" y="1348"/>
                  <a:pt x="2340" y="1352"/>
                </a:cubicBezTo>
                <a:cubicBezTo>
                  <a:pt x="2304" y="1320"/>
                  <a:pt x="2297" y="1317"/>
                  <a:pt x="2298" y="1313"/>
                </a:cubicBezTo>
                <a:cubicBezTo>
                  <a:pt x="2267" y="1279"/>
                  <a:pt x="2258" y="1276"/>
                  <a:pt x="2259" y="1272"/>
                </a:cubicBezTo>
                <a:cubicBezTo>
                  <a:pt x="2207" y="1202"/>
                  <a:pt x="2201" y="1196"/>
                  <a:pt x="2194" y="1189"/>
                </a:cubicBezTo>
                <a:cubicBezTo>
                  <a:pt x="2163" y="1144"/>
                  <a:pt x="2160" y="1140"/>
                  <a:pt x="2155" y="1137"/>
                </a:cubicBezTo>
                <a:cubicBezTo>
                  <a:pt x="2105" y="1071"/>
                  <a:pt x="2089" y="1058"/>
                  <a:pt x="2076" y="1045"/>
                </a:cubicBezTo>
                <a:cubicBezTo>
                  <a:pt x="1943" y="937"/>
                  <a:pt x="1938" y="939"/>
                  <a:pt x="1930" y="932"/>
                </a:cubicBezTo>
                <a:cubicBezTo>
                  <a:pt x="1910" y="924"/>
                  <a:pt x="1912" y="926"/>
                  <a:pt x="1917" y="929"/>
                </a:cubicBezTo>
                <a:cubicBezTo>
                  <a:pt x="1950" y="953"/>
                  <a:pt x="1966" y="960"/>
                  <a:pt x="1975" y="967"/>
                </a:cubicBezTo>
                <a:cubicBezTo>
                  <a:pt x="2003" y="992"/>
                  <a:pt x="2017" y="997"/>
                  <a:pt x="2022" y="1007"/>
                </a:cubicBezTo>
                <a:cubicBezTo>
                  <a:pt x="2034" y="1020"/>
                  <a:pt x="2049" y="1023"/>
                  <a:pt x="2047" y="1028"/>
                </a:cubicBezTo>
                <a:cubicBezTo>
                  <a:pt x="2123" y="1110"/>
                  <a:pt x="2134" y="1117"/>
                  <a:pt x="2136" y="1127"/>
                </a:cubicBezTo>
                <a:cubicBezTo>
                  <a:pt x="2105" y="1093"/>
                  <a:pt x="2090" y="1093"/>
                  <a:pt x="2094" y="1088"/>
                </a:cubicBezTo>
                <a:cubicBezTo>
                  <a:pt x="1994" y="1026"/>
                  <a:pt x="1979" y="1015"/>
                  <a:pt x="1964" y="1007"/>
                </a:cubicBezTo>
                <a:cubicBezTo>
                  <a:pt x="1884" y="981"/>
                  <a:pt x="1880" y="980"/>
                  <a:pt x="1875" y="979"/>
                </a:cubicBezTo>
                <a:cubicBezTo>
                  <a:pt x="1802" y="959"/>
                  <a:pt x="1794" y="957"/>
                  <a:pt x="1785" y="954"/>
                </a:cubicBezTo>
                <a:cubicBezTo>
                  <a:pt x="1780" y="960"/>
                  <a:pt x="1800" y="964"/>
                  <a:pt x="1820" y="969"/>
                </a:cubicBezTo>
                <a:cubicBezTo>
                  <a:pt x="1861" y="984"/>
                  <a:pt x="1871" y="985"/>
                  <a:pt x="1882" y="989"/>
                </a:cubicBezTo>
                <a:cubicBezTo>
                  <a:pt x="1898" y="991"/>
                  <a:pt x="1904" y="998"/>
                  <a:pt x="1909" y="996"/>
                </a:cubicBezTo>
                <a:cubicBezTo>
                  <a:pt x="2016" y="1047"/>
                  <a:pt x="2029" y="1056"/>
                  <a:pt x="2042" y="1064"/>
                </a:cubicBezTo>
                <a:cubicBezTo>
                  <a:pt x="2139" y="1152"/>
                  <a:pt x="2153" y="1157"/>
                  <a:pt x="2152" y="1166"/>
                </a:cubicBezTo>
                <a:cubicBezTo>
                  <a:pt x="2037" y="1063"/>
                  <a:pt x="2028" y="1057"/>
                  <a:pt x="2019" y="1051"/>
                </a:cubicBezTo>
                <a:cubicBezTo>
                  <a:pt x="1918" y="1008"/>
                  <a:pt x="1913" y="1000"/>
                  <a:pt x="1910" y="1002"/>
                </a:cubicBezTo>
                <a:cubicBezTo>
                  <a:pt x="1880" y="995"/>
                  <a:pt x="1876" y="992"/>
                  <a:pt x="1872" y="993"/>
                </a:cubicBezTo>
                <a:cubicBezTo>
                  <a:pt x="1988" y="1044"/>
                  <a:pt x="1992" y="1046"/>
                  <a:pt x="2005" y="1053"/>
                </a:cubicBezTo>
                <a:cubicBezTo>
                  <a:pt x="2110" y="1134"/>
                  <a:pt x="2114" y="1139"/>
                  <a:pt x="2122" y="1144"/>
                </a:cubicBezTo>
                <a:cubicBezTo>
                  <a:pt x="2182" y="1205"/>
                  <a:pt x="2180" y="1210"/>
                  <a:pt x="2186" y="1213"/>
                </a:cubicBezTo>
                <a:cubicBezTo>
                  <a:pt x="2204" y="1238"/>
                  <a:pt x="2216" y="1240"/>
                  <a:pt x="2212" y="1245"/>
                </a:cubicBezTo>
                <a:cubicBezTo>
                  <a:pt x="2180" y="1218"/>
                  <a:pt x="2174" y="1210"/>
                  <a:pt x="2167" y="1202"/>
                </a:cubicBezTo>
                <a:cubicBezTo>
                  <a:pt x="2144" y="1177"/>
                  <a:pt x="2130" y="1177"/>
                  <a:pt x="2134" y="1173"/>
                </a:cubicBezTo>
                <a:cubicBezTo>
                  <a:pt x="2017" y="1102"/>
                  <a:pt x="2002" y="1093"/>
                  <a:pt x="1988" y="1086"/>
                </a:cubicBezTo>
                <a:cubicBezTo>
                  <a:pt x="1953" y="1072"/>
                  <a:pt x="1948" y="1063"/>
                  <a:pt x="1945" y="1071"/>
                </a:cubicBezTo>
                <a:cubicBezTo>
                  <a:pt x="2015" y="1108"/>
                  <a:pt x="2016" y="1110"/>
                  <a:pt x="2017" y="1108"/>
                </a:cubicBezTo>
                <a:cubicBezTo>
                  <a:pt x="2048" y="1127"/>
                  <a:pt x="2059" y="1131"/>
                  <a:pt x="2070" y="1140"/>
                </a:cubicBezTo>
                <a:cubicBezTo>
                  <a:pt x="2124" y="1179"/>
                  <a:pt x="2128" y="1181"/>
                  <a:pt x="2126" y="1185"/>
                </a:cubicBezTo>
                <a:cubicBezTo>
                  <a:pt x="1894" y="1067"/>
                  <a:pt x="1862" y="1046"/>
                  <a:pt x="1831" y="1031"/>
                </a:cubicBezTo>
                <a:cubicBezTo>
                  <a:pt x="1819" y="1028"/>
                  <a:pt x="1825" y="1032"/>
                  <a:pt x="1830" y="1036"/>
                </a:cubicBezTo>
                <a:cubicBezTo>
                  <a:pt x="1878" y="1062"/>
                  <a:pt x="1891" y="1074"/>
                  <a:pt x="1911" y="1079"/>
                </a:cubicBezTo>
                <a:cubicBezTo>
                  <a:pt x="2085" y="1172"/>
                  <a:pt x="2097" y="1179"/>
                  <a:pt x="2108" y="1184"/>
                </a:cubicBezTo>
                <a:cubicBezTo>
                  <a:pt x="2173" y="1234"/>
                  <a:pt x="2187" y="1235"/>
                  <a:pt x="2182" y="1239"/>
                </a:cubicBezTo>
                <a:cubicBezTo>
                  <a:pt x="2062" y="1185"/>
                  <a:pt x="2032" y="1171"/>
                  <a:pt x="2001" y="1152"/>
                </a:cubicBezTo>
                <a:cubicBezTo>
                  <a:pt x="1899" y="1094"/>
                  <a:pt x="1870" y="1065"/>
                  <a:pt x="1827" y="1044"/>
                </a:cubicBezTo>
                <a:cubicBezTo>
                  <a:pt x="1802" y="1021"/>
                  <a:pt x="1793" y="1020"/>
                  <a:pt x="1796" y="1016"/>
                </a:cubicBezTo>
                <a:cubicBezTo>
                  <a:pt x="1765" y="983"/>
                  <a:pt x="1759" y="982"/>
                  <a:pt x="1760" y="979"/>
                </a:cubicBezTo>
                <a:cubicBezTo>
                  <a:pt x="1750" y="965"/>
                  <a:pt x="1742" y="962"/>
                  <a:pt x="1742" y="964"/>
                </a:cubicBezTo>
                <a:cubicBezTo>
                  <a:pt x="1859" y="1073"/>
                  <a:pt x="1897" y="1098"/>
                  <a:pt x="1927" y="1122"/>
                </a:cubicBezTo>
                <a:cubicBezTo>
                  <a:pt x="1984" y="1157"/>
                  <a:pt x="1995" y="1155"/>
                  <a:pt x="1997" y="1163"/>
                </a:cubicBezTo>
                <a:cubicBezTo>
                  <a:pt x="2066" y="1192"/>
                  <a:pt x="2073" y="1204"/>
                  <a:pt x="2077" y="1200"/>
                </a:cubicBezTo>
                <a:cubicBezTo>
                  <a:pt x="1999" y="1181"/>
                  <a:pt x="1975" y="1172"/>
                  <a:pt x="1952" y="1164"/>
                </a:cubicBezTo>
                <a:cubicBezTo>
                  <a:pt x="1812" y="1102"/>
                  <a:pt x="1800" y="1107"/>
                  <a:pt x="1802" y="1101"/>
                </a:cubicBezTo>
                <a:cubicBezTo>
                  <a:pt x="1863" y="1135"/>
                  <a:pt x="1871" y="1147"/>
                  <a:pt x="1875" y="1145"/>
                </a:cubicBezTo>
                <a:cubicBezTo>
                  <a:pt x="1932" y="1163"/>
                  <a:pt x="1935" y="1166"/>
                  <a:pt x="1938" y="1168"/>
                </a:cubicBezTo>
                <a:cubicBezTo>
                  <a:pt x="1958" y="1170"/>
                  <a:pt x="1962" y="1178"/>
                  <a:pt x="1966" y="1178"/>
                </a:cubicBezTo>
                <a:cubicBezTo>
                  <a:pt x="1988" y="1181"/>
                  <a:pt x="1995" y="1191"/>
                  <a:pt x="2001" y="1189"/>
                </a:cubicBezTo>
                <a:cubicBezTo>
                  <a:pt x="2074" y="1212"/>
                  <a:pt x="2078" y="1217"/>
                  <a:pt x="2080" y="1215"/>
                </a:cubicBezTo>
                <a:cubicBezTo>
                  <a:pt x="2117" y="1228"/>
                  <a:pt x="2124" y="1232"/>
                  <a:pt x="2137" y="1235"/>
                </a:cubicBezTo>
                <a:cubicBezTo>
                  <a:pt x="2234" y="1279"/>
                  <a:pt x="2245" y="1287"/>
                  <a:pt x="2243" y="1292"/>
                </a:cubicBezTo>
                <a:cubicBezTo>
                  <a:pt x="2131" y="1245"/>
                  <a:pt x="2120" y="1242"/>
                  <a:pt x="2108" y="1239"/>
                </a:cubicBezTo>
                <a:cubicBezTo>
                  <a:pt x="2028" y="1217"/>
                  <a:pt x="2017" y="1216"/>
                  <a:pt x="2005" y="1213"/>
                </a:cubicBezTo>
                <a:cubicBezTo>
                  <a:pt x="1958" y="1197"/>
                  <a:pt x="1947" y="1195"/>
                  <a:pt x="1935" y="1192"/>
                </a:cubicBezTo>
                <a:cubicBezTo>
                  <a:pt x="1799" y="1116"/>
                  <a:pt x="1795" y="1118"/>
                  <a:pt x="1793" y="1116"/>
                </a:cubicBezTo>
                <a:cubicBezTo>
                  <a:pt x="1777" y="1110"/>
                  <a:pt x="1780" y="1101"/>
                  <a:pt x="1777" y="1100"/>
                </a:cubicBezTo>
                <a:cubicBezTo>
                  <a:pt x="1768" y="1091"/>
                  <a:pt x="1766" y="1092"/>
                  <a:pt x="1768" y="1094"/>
                </a:cubicBezTo>
                <a:cubicBezTo>
                  <a:pt x="1775" y="1110"/>
                  <a:pt x="1784" y="1111"/>
                  <a:pt x="1786" y="1114"/>
                </a:cubicBezTo>
                <a:cubicBezTo>
                  <a:pt x="1836" y="1150"/>
                  <a:pt x="1847" y="1161"/>
                  <a:pt x="1855" y="1163"/>
                </a:cubicBezTo>
                <a:cubicBezTo>
                  <a:pt x="1888" y="1188"/>
                  <a:pt x="1893" y="1191"/>
                  <a:pt x="1895" y="1189"/>
                </a:cubicBezTo>
                <a:cubicBezTo>
                  <a:pt x="1958" y="1223"/>
                  <a:pt x="1978" y="1230"/>
                  <a:pt x="2003" y="1240"/>
                </a:cubicBezTo>
                <a:cubicBezTo>
                  <a:pt x="2041" y="1245"/>
                  <a:pt x="2048" y="1253"/>
                  <a:pt x="2053" y="1252"/>
                </a:cubicBezTo>
                <a:cubicBezTo>
                  <a:pt x="2147" y="1279"/>
                  <a:pt x="2157" y="1282"/>
                  <a:pt x="2166" y="1286"/>
                </a:cubicBezTo>
                <a:cubicBezTo>
                  <a:pt x="2217" y="1301"/>
                  <a:pt x="2237" y="1308"/>
                  <a:pt x="2257" y="1315"/>
                </a:cubicBezTo>
                <a:cubicBezTo>
                  <a:pt x="2324" y="1358"/>
                  <a:pt x="2331" y="1352"/>
                  <a:pt x="2328" y="1357"/>
                </a:cubicBezTo>
                <a:cubicBezTo>
                  <a:pt x="2331" y="1361"/>
                  <a:pt x="2323" y="1361"/>
                  <a:pt x="2312" y="1354"/>
                </a:cubicBezTo>
                <a:cubicBezTo>
                  <a:pt x="2262" y="1327"/>
                  <a:pt x="2258" y="1327"/>
                  <a:pt x="2253" y="1325"/>
                </a:cubicBezTo>
                <a:cubicBezTo>
                  <a:pt x="2222" y="1313"/>
                  <a:pt x="2216" y="1307"/>
                  <a:pt x="2212" y="1308"/>
                </a:cubicBezTo>
                <a:cubicBezTo>
                  <a:pt x="2192" y="1303"/>
                  <a:pt x="2187" y="1302"/>
                  <a:pt x="2182" y="1302"/>
                </a:cubicBezTo>
                <a:cubicBezTo>
                  <a:pt x="2120" y="1285"/>
                  <a:pt x="2116" y="1290"/>
                  <a:pt x="2111" y="1286"/>
                </a:cubicBezTo>
                <a:cubicBezTo>
                  <a:pt x="2062" y="1273"/>
                  <a:pt x="2058" y="1275"/>
                  <a:pt x="2054" y="1274"/>
                </a:cubicBezTo>
                <a:cubicBezTo>
                  <a:pt x="2005" y="1263"/>
                  <a:pt x="2001" y="1263"/>
                  <a:pt x="1996" y="1262"/>
                </a:cubicBezTo>
                <a:cubicBezTo>
                  <a:pt x="1943" y="1252"/>
                  <a:pt x="1934" y="1249"/>
                  <a:pt x="1924" y="1245"/>
                </a:cubicBezTo>
                <a:cubicBezTo>
                  <a:pt x="1874" y="1231"/>
                  <a:pt x="1855" y="1225"/>
                  <a:pt x="1835" y="1217"/>
                </a:cubicBezTo>
                <a:cubicBezTo>
                  <a:pt x="1789" y="1181"/>
                  <a:pt x="1784" y="1176"/>
                  <a:pt x="1780" y="1181"/>
                </a:cubicBezTo>
                <a:cubicBezTo>
                  <a:pt x="1792" y="1194"/>
                  <a:pt x="1801" y="1197"/>
                  <a:pt x="1800" y="1202"/>
                </a:cubicBezTo>
                <a:cubicBezTo>
                  <a:pt x="1724" y="1168"/>
                  <a:pt x="1766" y="1186"/>
                  <a:pt x="1797" y="1207"/>
                </a:cubicBezTo>
                <a:cubicBezTo>
                  <a:pt x="1849" y="1237"/>
                  <a:pt x="1860" y="1244"/>
                  <a:pt x="1870" y="1251"/>
                </a:cubicBezTo>
                <a:cubicBezTo>
                  <a:pt x="2017" y="1319"/>
                  <a:pt x="2027" y="1321"/>
                  <a:pt x="2038" y="1326"/>
                </a:cubicBezTo>
                <a:cubicBezTo>
                  <a:pt x="2062" y="1334"/>
                  <a:pt x="2064" y="1329"/>
                  <a:pt x="2067" y="1332"/>
                </a:cubicBezTo>
                <a:cubicBezTo>
                  <a:pt x="2101" y="1345"/>
                  <a:pt x="2109" y="1344"/>
                  <a:pt x="2117" y="1348"/>
                </a:cubicBezTo>
                <a:cubicBezTo>
                  <a:pt x="2179" y="1365"/>
                  <a:pt x="2190" y="1363"/>
                  <a:pt x="2202" y="1370"/>
                </a:cubicBezTo>
                <a:cubicBezTo>
                  <a:pt x="2239" y="1378"/>
                  <a:pt x="2242" y="1381"/>
                  <a:pt x="2243" y="1379"/>
                </a:cubicBezTo>
                <a:cubicBezTo>
                  <a:pt x="2271" y="1395"/>
                  <a:pt x="2279" y="1390"/>
                  <a:pt x="2289" y="1396"/>
                </a:cubicBezTo>
                <a:cubicBezTo>
                  <a:pt x="2335" y="1407"/>
                  <a:pt x="2342" y="1415"/>
                  <a:pt x="2346" y="1413"/>
                </a:cubicBezTo>
                <a:cubicBezTo>
                  <a:pt x="2436" y="1455"/>
                  <a:pt x="2440" y="1458"/>
                  <a:pt x="2445" y="1461"/>
                </a:cubicBezTo>
                <a:cubicBezTo>
                  <a:pt x="2441" y="1460"/>
                  <a:pt x="2440" y="1470"/>
                  <a:pt x="2435" y="1465"/>
                </a:cubicBezTo>
                <a:cubicBezTo>
                  <a:pt x="2403" y="1446"/>
                  <a:pt x="2399" y="1444"/>
                  <a:pt x="2396" y="1441"/>
                </a:cubicBezTo>
                <a:cubicBezTo>
                  <a:pt x="2345" y="1421"/>
                  <a:pt x="2342" y="1417"/>
                  <a:pt x="2339" y="1419"/>
                </a:cubicBezTo>
                <a:cubicBezTo>
                  <a:pt x="2288" y="1400"/>
                  <a:pt x="2278" y="1399"/>
                  <a:pt x="2267" y="1395"/>
                </a:cubicBezTo>
                <a:cubicBezTo>
                  <a:pt x="2242" y="1393"/>
                  <a:pt x="2238" y="1387"/>
                  <a:pt x="2236" y="1390"/>
                </a:cubicBezTo>
                <a:cubicBezTo>
                  <a:pt x="2185" y="1383"/>
                  <a:pt x="2180" y="1381"/>
                  <a:pt x="2174" y="1380"/>
                </a:cubicBezTo>
                <a:cubicBezTo>
                  <a:pt x="2108" y="1367"/>
                  <a:pt x="2100" y="1369"/>
                  <a:pt x="2091" y="1364"/>
                </a:cubicBezTo>
                <a:cubicBezTo>
                  <a:pt x="2030" y="1352"/>
                  <a:pt x="2020" y="1345"/>
                  <a:pt x="2012" y="1348"/>
                </a:cubicBezTo>
                <a:cubicBezTo>
                  <a:pt x="1921" y="1321"/>
                  <a:pt x="1904" y="1314"/>
                  <a:pt x="1888" y="1310"/>
                </a:cubicBezTo>
                <a:cubicBezTo>
                  <a:pt x="1846" y="1294"/>
                  <a:pt x="1847" y="1280"/>
                  <a:pt x="1844" y="1286"/>
                </a:cubicBezTo>
                <a:cubicBezTo>
                  <a:pt x="1805" y="1264"/>
                  <a:pt x="1802" y="1260"/>
                  <a:pt x="1799" y="1256"/>
                </a:cubicBezTo>
                <a:cubicBezTo>
                  <a:pt x="1792" y="1262"/>
                  <a:pt x="1796" y="1264"/>
                  <a:pt x="1799" y="1267"/>
                </a:cubicBezTo>
                <a:cubicBezTo>
                  <a:pt x="1822" y="1281"/>
                  <a:pt x="1831" y="1288"/>
                  <a:pt x="1839" y="1293"/>
                </a:cubicBezTo>
                <a:cubicBezTo>
                  <a:pt x="1935" y="1335"/>
                  <a:pt x="1945" y="1339"/>
                  <a:pt x="1956" y="1342"/>
                </a:cubicBezTo>
                <a:cubicBezTo>
                  <a:pt x="1993" y="1352"/>
                  <a:pt x="1997" y="1353"/>
                  <a:pt x="2002" y="1352"/>
                </a:cubicBezTo>
                <a:cubicBezTo>
                  <a:pt x="2082" y="1371"/>
                  <a:pt x="2083" y="1372"/>
                  <a:pt x="2085" y="1373"/>
                </a:cubicBezTo>
                <a:cubicBezTo>
                  <a:pt x="2115" y="1375"/>
                  <a:pt x="2118" y="1381"/>
                  <a:pt x="2120" y="1378"/>
                </a:cubicBezTo>
                <a:cubicBezTo>
                  <a:pt x="2155" y="1386"/>
                  <a:pt x="2165" y="1383"/>
                  <a:pt x="2176" y="1389"/>
                </a:cubicBezTo>
                <a:cubicBezTo>
                  <a:pt x="2196" y="1393"/>
                  <a:pt x="2201" y="1391"/>
                  <a:pt x="2207" y="1394"/>
                </a:cubicBezTo>
                <a:cubicBezTo>
                  <a:pt x="2226" y="1393"/>
                  <a:pt x="2232" y="1397"/>
                  <a:pt x="2237" y="1396"/>
                </a:cubicBezTo>
                <a:cubicBezTo>
                  <a:pt x="2289" y="1410"/>
                  <a:pt x="2294" y="1408"/>
                  <a:pt x="2300" y="1412"/>
                </a:cubicBezTo>
                <a:cubicBezTo>
                  <a:pt x="2403" y="1451"/>
                  <a:pt x="2407" y="1454"/>
                  <a:pt x="2411" y="1457"/>
                </a:cubicBezTo>
                <a:cubicBezTo>
                  <a:pt x="2382" y="1460"/>
                  <a:pt x="2378" y="1455"/>
                  <a:pt x="2375" y="1456"/>
                </a:cubicBezTo>
                <a:cubicBezTo>
                  <a:pt x="2349" y="1454"/>
                  <a:pt x="2346" y="1457"/>
                  <a:pt x="2342" y="1455"/>
                </a:cubicBezTo>
                <a:cubicBezTo>
                  <a:pt x="2278" y="1447"/>
                  <a:pt x="2273" y="1444"/>
                  <a:pt x="2267" y="1445"/>
                </a:cubicBezTo>
                <a:cubicBezTo>
                  <a:pt x="2223" y="1440"/>
                  <a:pt x="2219" y="1437"/>
                  <a:pt x="2215" y="1433"/>
                </a:cubicBezTo>
                <a:cubicBezTo>
                  <a:pt x="2193" y="1431"/>
                  <a:pt x="2191" y="1434"/>
                  <a:pt x="2188" y="1434"/>
                </a:cubicBezTo>
                <a:cubicBezTo>
                  <a:pt x="2155" y="1427"/>
                  <a:pt x="2148" y="1421"/>
                  <a:pt x="2143" y="1423"/>
                </a:cubicBezTo>
                <a:cubicBezTo>
                  <a:pt x="2090" y="1417"/>
                  <a:pt x="2083" y="1408"/>
                  <a:pt x="2079" y="1413"/>
                </a:cubicBezTo>
                <a:cubicBezTo>
                  <a:pt x="1999" y="1398"/>
                  <a:pt x="1989" y="1393"/>
                  <a:pt x="1980" y="1392"/>
                </a:cubicBezTo>
                <a:cubicBezTo>
                  <a:pt x="1957" y="1385"/>
                  <a:pt x="1954" y="1382"/>
                  <a:pt x="1952" y="1384"/>
                </a:cubicBezTo>
                <a:cubicBezTo>
                  <a:pt x="1867" y="1355"/>
                  <a:pt x="1868" y="1352"/>
                  <a:pt x="1868" y="1352"/>
                </a:cubicBezTo>
                <a:cubicBezTo>
                  <a:pt x="1854" y="1345"/>
                  <a:pt x="1853" y="1346"/>
                  <a:pt x="1851" y="1346"/>
                </a:cubicBezTo>
                <a:cubicBezTo>
                  <a:pt x="1819" y="1330"/>
                  <a:pt x="1814" y="1322"/>
                  <a:pt x="1810" y="1321"/>
                </a:cubicBezTo>
                <a:cubicBezTo>
                  <a:pt x="1759" y="1288"/>
                  <a:pt x="1760" y="1285"/>
                  <a:pt x="1757" y="1283"/>
                </a:cubicBezTo>
                <a:cubicBezTo>
                  <a:pt x="1737" y="1278"/>
                  <a:pt x="1744" y="1285"/>
                  <a:pt x="1751" y="1292"/>
                </a:cubicBezTo>
                <a:cubicBezTo>
                  <a:pt x="1824" y="1336"/>
                  <a:pt x="1820" y="1339"/>
                  <a:pt x="1825" y="1342"/>
                </a:cubicBezTo>
                <a:cubicBezTo>
                  <a:pt x="1914" y="1376"/>
                  <a:pt x="1921" y="1385"/>
                  <a:pt x="1926" y="1383"/>
                </a:cubicBezTo>
                <a:cubicBezTo>
                  <a:pt x="1966" y="1396"/>
                  <a:pt x="1970" y="1399"/>
                  <a:pt x="1972" y="1397"/>
                </a:cubicBezTo>
                <a:cubicBezTo>
                  <a:pt x="2078" y="1420"/>
                  <a:pt x="2102" y="1426"/>
                  <a:pt x="2125" y="1426"/>
                </a:cubicBezTo>
                <a:cubicBezTo>
                  <a:pt x="2205" y="1443"/>
                  <a:pt x="2211" y="1443"/>
                  <a:pt x="2217" y="1442"/>
                </a:cubicBezTo>
                <a:cubicBezTo>
                  <a:pt x="2256" y="1449"/>
                  <a:pt x="2259" y="1450"/>
                  <a:pt x="2263" y="1452"/>
                </a:cubicBezTo>
                <a:cubicBezTo>
                  <a:pt x="2241" y="1449"/>
                  <a:pt x="2235" y="1450"/>
                  <a:pt x="2228" y="1453"/>
                </a:cubicBezTo>
                <a:cubicBezTo>
                  <a:pt x="2161" y="1450"/>
                  <a:pt x="2138" y="1452"/>
                  <a:pt x="2115" y="1453"/>
                </a:cubicBezTo>
                <a:cubicBezTo>
                  <a:pt x="2033" y="1453"/>
                  <a:pt x="2030" y="1453"/>
                  <a:pt x="2027" y="1452"/>
                </a:cubicBezTo>
                <a:cubicBezTo>
                  <a:pt x="1998" y="1450"/>
                  <a:pt x="1996" y="1456"/>
                  <a:pt x="1992" y="1450"/>
                </a:cubicBezTo>
                <a:cubicBezTo>
                  <a:pt x="1962" y="1449"/>
                  <a:pt x="1960" y="1455"/>
                  <a:pt x="1955" y="1449"/>
                </a:cubicBezTo>
                <a:cubicBezTo>
                  <a:pt x="1918" y="1451"/>
                  <a:pt x="1915" y="1451"/>
                  <a:pt x="1912" y="1452"/>
                </a:cubicBezTo>
                <a:cubicBezTo>
                  <a:pt x="1934" y="1456"/>
                  <a:pt x="1942" y="1456"/>
                  <a:pt x="1951" y="1457"/>
                </a:cubicBezTo>
                <a:cubicBezTo>
                  <a:pt x="1993" y="1458"/>
                  <a:pt x="1997" y="1456"/>
                  <a:pt x="2001" y="1459"/>
                </a:cubicBezTo>
                <a:cubicBezTo>
                  <a:pt x="2056" y="1461"/>
                  <a:pt x="2060" y="1459"/>
                  <a:pt x="2065" y="1462"/>
                </a:cubicBezTo>
                <a:cubicBezTo>
                  <a:pt x="2095" y="1465"/>
                  <a:pt x="2098" y="1457"/>
                  <a:pt x="2104" y="1462"/>
                </a:cubicBezTo>
                <a:cubicBezTo>
                  <a:pt x="2171" y="1462"/>
                  <a:pt x="2187" y="1459"/>
                  <a:pt x="2205" y="1461"/>
                </a:cubicBezTo>
                <a:cubicBezTo>
                  <a:pt x="2239" y="1464"/>
                  <a:pt x="2246" y="1458"/>
                  <a:pt x="2255" y="1463"/>
                </a:cubicBezTo>
                <a:cubicBezTo>
                  <a:pt x="2379" y="1467"/>
                  <a:pt x="2385" y="1469"/>
                  <a:pt x="2390" y="1469"/>
                </a:cubicBezTo>
                <a:cubicBezTo>
                  <a:pt x="2447" y="1477"/>
                  <a:pt x="2453" y="1485"/>
                  <a:pt x="2456" y="1481"/>
                </a:cubicBezTo>
                <a:cubicBezTo>
                  <a:pt x="2471" y="1483"/>
                  <a:pt x="2476" y="1485"/>
                  <a:pt x="2480" y="1484"/>
                </a:cubicBezTo>
                <a:cubicBezTo>
                  <a:pt x="2496" y="1492"/>
                  <a:pt x="2489" y="1491"/>
                  <a:pt x="2481" y="1490"/>
                </a:cubicBezTo>
                <a:cubicBezTo>
                  <a:pt x="2459" y="1486"/>
                  <a:pt x="2459" y="1488"/>
                  <a:pt x="2457" y="1487"/>
                </a:cubicBezTo>
                <a:cubicBezTo>
                  <a:pt x="2436" y="1484"/>
                  <a:pt x="2430" y="1485"/>
                  <a:pt x="2423" y="1483"/>
                </a:cubicBezTo>
                <a:cubicBezTo>
                  <a:pt x="2367" y="1482"/>
                  <a:pt x="2348" y="1479"/>
                  <a:pt x="2330" y="1481"/>
                </a:cubicBezTo>
                <a:cubicBezTo>
                  <a:pt x="2283" y="1485"/>
                  <a:pt x="2277" y="1479"/>
                  <a:pt x="2273" y="1480"/>
                </a:cubicBezTo>
                <a:cubicBezTo>
                  <a:pt x="2200" y="1484"/>
                  <a:pt x="2196" y="1487"/>
                  <a:pt x="2191" y="1488"/>
                </a:cubicBezTo>
                <a:cubicBezTo>
                  <a:pt x="2155" y="1488"/>
                  <a:pt x="2153" y="1490"/>
                  <a:pt x="2150" y="1487"/>
                </a:cubicBezTo>
                <a:cubicBezTo>
                  <a:pt x="2117" y="1486"/>
                  <a:pt x="2113" y="1490"/>
                  <a:pt x="2108" y="1488"/>
                </a:cubicBezTo>
                <a:cubicBezTo>
                  <a:pt x="2069" y="1483"/>
                  <a:pt x="2060" y="1487"/>
                  <a:pt x="2050" y="1484"/>
                </a:cubicBezTo>
                <a:cubicBezTo>
                  <a:pt x="1988" y="1472"/>
                  <a:pt x="1985" y="1477"/>
                  <a:pt x="1979" y="1473"/>
                </a:cubicBezTo>
                <a:cubicBezTo>
                  <a:pt x="1945" y="1469"/>
                  <a:pt x="1938" y="1456"/>
                  <a:pt x="1935" y="1464"/>
                </a:cubicBezTo>
                <a:cubicBezTo>
                  <a:pt x="2001" y="1482"/>
                  <a:pt x="2009" y="1487"/>
                  <a:pt x="2015" y="1486"/>
                </a:cubicBezTo>
                <a:cubicBezTo>
                  <a:pt x="2080" y="1493"/>
                  <a:pt x="2086" y="1494"/>
                  <a:pt x="2094" y="1497"/>
                </a:cubicBezTo>
                <a:cubicBezTo>
                  <a:pt x="2167" y="1495"/>
                  <a:pt x="2186" y="1498"/>
                  <a:pt x="2203" y="1494"/>
                </a:cubicBezTo>
                <a:cubicBezTo>
                  <a:pt x="2239" y="1495"/>
                  <a:pt x="2241" y="1492"/>
                  <a:pt x="2244" y="1492"/>
                </a:cubicBezTo>
                <a:cubicBezTo>
                  <a:pt x="2289" y="1487"/>
                  <a:pt x="2294" y="1490"/>
                  <a:pt x="2298" y="1489"/>
                </a:cubicBezTo>
                <a:cubicBezTo>
                  <a:pt x="2349" y="1491"/>
                  <a:pt x="2358" y="1488"/>
                  <a:pt x="2368" y="1491"/>
                </a:cubicBezTo>
                <a:cubicBezTo>
                  <a:pt x="2408" y="1491"/>
                  <a:pt x="2409" y="1489"/>
                  <a:pt x="2412" y="1491"/>
                </a:cubicBezTo>
                <a:cubicBezTo>
                  <a:pt x="2452" y="1494"/>
                  <a:pt x="2456" y="1493"/>
                  <a:pt x="2462" y="1498"/>
                </a:cubicBezTo>
                <a:cubicBezTo>
                  <a:pt x="2494" y="1499"/>
                  <a:pt x="2499" y="1504"/>
                  <a:pt x="2504" y="1503"/>
                </a:cubicBezTo>
                <a:cubicBezTo>
                  <a:pt x="2539" y="1513"/>
                  <a:pt x="2541" y="1511"/>
                  <a:pt x="2544" y="1514"/>
                </a:cubicBezTo>
                <a:cubicBezTo>
                  <a:pt x="2540" y="1522"/>
                  <a:pt x="2534" y="1517"/>
                  <a:pt x="2528" y="1514"/>
                </a:cubicBezTo>
                <a:cubicBezTo>
                  <a:pt x="2499" y="1515"/>
                  <a:pt x="2495" y="1516"/>
                  <a:pt x="2491" y="1515"/>
                </a:cubicBezTo>
                <a:cubicBezTo>
                  <a:pt x="2470" y="1517"/>
                  <a:pt x="2461" y="1511"/>
                  <a:pt x="2453" y="1516"/>
                </a:cubicBezTo>
                <a:cubicBezTo>
                  <a:pt x="2361" y="1511"/>
                  <a:pt x="2358" y="1522"/>
                  <a:pt x="2352" y="1514"/>
                </a:cubicBezTo>
                <a:cubicBezTo>
                  <a:pt x="2303" y="1521"/>
                  <a:pt x="2299" y="1520"/>
                  <a:pt x="2295" y="1521"/>
                </a:cubicBezTo>
                <a:cubicBezTo>
                  <a:pt x="2268" y="1522"/>
                  <a:pt x="2265" y="1529"/>
                  <a:pt x="2260" y="1526"/>
                </a:cubicBezTo>
                <a:cubicBezTo>
                  <a:pt x="2207" y="1533"/>
                  <a:pt x="2198" y="1529"/>
                  <a:pt x="2191" y="1533"/>
                </a:cubicBezTo>
                <a:cubicBezTo>
                  <a:pt x="2159" y="1533"/>
                  <a:pt x="2151" y="1531"/>
                  <a:pt x="2144" y="1533"/>
                </a:cubicBezTo>
                <a:cubicBezTo>
                  <a:pt x="2122" y="1534"/>
                  <a:pt x="2121" y="1537"/>
                  <a:pt x="2124" y="1535"/>
                </a:cubicBezTo>
                <a:cubicBezTo>
                  <a:pt x="2146" y="1533"/>
                  <a:pt x="2152" y="1539"/>
                  <a:pt x="2156" y="1538"/>
                </a:cubicBezTo>
                <a:cubicBezTo>
                  <a:pt x="2199" y="1537"/>
                  <a:pt x="2208" y="1537"/>
                  <a:pt x="2217" y="1537"/>
                </a:cubicBezTo>
                <a:cubicBezTo>
                  <a:pt x="2258" y="1531"/>
                  <a:pt x="2264" y="1537"/>
                  <a:pt x="2268" y="1534"/>
                </a:cubicBezTo>
                <a:cubicBezTo>
                  <a:pt x="2296" y="1526"/>
                  <a:pt x="2301" y="1531"/>
                  <a:pt x="2304" y="1527"/>
                </a:cubicBezTo>
                <a:cubicBezTo>
                  <a:pt x="2335" y="1525"/>
                  <a:pt x="2338" y="1528"/>
                  <a:pt x="2341" y="1528"/>
                </a:cubicBezTo>
                <a:cubicBezTo>
                  <a:pt x="2369" y="1527"/>
                  <a:pt x="2374" y="1522"/>
                  <a:pt x="2379" y="1525"/>
                </a:cubicBezTo>
                <a:cubicBezTo>
                  <a:pt x="2415" y="1519"/>
                  <a:pt x="2422" y="1529"/>
                  <a:pt x="2426" y="1521"/>
                </a:cubicBezTo>
                <a:cubicBezTo>
                  <a:pt x="2479" y="1523"/>
                  <a:pt x="2484" y="1524"/>
                  <a:pt x="2489" y="1524"/>
                </a:cubicBezTo>
                <a:cubicBezTo>
                  <a:pt x="2510" y="1525"/>
                  <a:pt x="2516" y="1524"/>
                  <a:pt x="2521" y="1524"/>
                </a:cubicBezTo>
                <a:cubicBezTo>
                  <a:pt x="2547" y="1526"/>
                  <a:pt x="2559" y="1534"/>
                  <a:pt x="2570" y="1533"/>
                </a:cubicBezTo>
                <a:cubicBezTo>
                  <a:pt x="2608" y="1551"/>
                  <a:pt x="2617" y="1556"/>
                  <a:pt x="2627" y="1558"/>
                </a:cubicBezTo>
                <a:cubicBezTo>
                  <a:pt x="2654" y="1575"/>
                  <a:pt x="2658" y="1582"/>
                  <a:pt x="2661" y="1578"/>
                </a:cubicBezTo>
                <a:cubicBezTo>
                  <a:pt x="2679" y="1592"/>
                  <a:pt x="2668" y="1591"/>
                  <a:pt x="2658" y="1587"/>
                </a:cubicBezTo>
                <a:cubicBezTo>
                  <a:pt x="2602" y="1571"/>
                  <a:pt x="2598" y="1576"/>
                  <a:pt x="2592" y="1572"/>
                </a:cubicBezTo>
                <a:cubicBezTo>
                  <a:pt x="2493" y="1566"/>
                  <a:pt x="2486" y="1559"/>
                  <a:pt x="2482" y="1564"/>
                </a:cubicBezTo>
                <a:cubicBezTo>
                  <a:pt x="2454" y="1559"/>
                  <a:pt x="2452" y="1559"/>
                  <a:pt x="2450" y="1561"/>
                </a:cubicBezTo>
                <a:cubicBezTo>
                  <a:pt x="2407" y="1554"/>
                  <a:pt x="2405" y="1561"/>
                  <a:pt x="2401" y="1560"/>
                </a:cubicBezTo>
                <a:cubicBezTo>
                  <a:pt x="2363" y="1561"/>
                  <a:pt x="2358" y="1554"/>
                  <a:pt x="2355" y="1558"/>
                </a:cubicBezTo>
                <a:cubicBezTo>
                  <a:pt x="2328" y="1563"/>
                  <a:pt x="2323" y="1555"/>
                  <a:pt x="2321" y="1561"/>
                </a:cubicBezTo>
                <a:cubicBezTo>
                  <a:pt x="2293" y="1560"/>
                  <a:pt x="2290" y="1562"/>
                  <a:pt x="2286" y="1562"/>
                </a:cubicBezTo>
                <a:cubicBezTo>
                  <a:pt x="2243" y="1564"/>
                  <a:pt x="2236" y="1566"/>
                  <a:pt x="2229" y="1566"/>
                </a:cubicBezTo>
                <a:cubicBezTo>
                  <a:pt x="2173" y="1564"/>
                  <a:pt x="2167" y="1569"/>
                  <a:pt x="2158" y="1566"/>
                </a:cubicBezTo>
                <a:cubicBezTo>
                  <a:pt x="2121" y="1565"/>
                  <a:pt x="2118" y="1572"/>
                  <a:pt x="2113" y="1567"/>
                </a:cubicBezTo>
                <a:cubicBezTo>
                  <a:pt x="2076" y="1567"/>
                  <a:pt x="2075" y="1564"/>
                  <a:pt x="2074" y="1562"/>
                </a:cubicBezTo>
                <a:cubicBezTo>
                  <a:pt x="2035" y="1553"/>
                  <a:pt x="2033" y="1551"/>
                  <a:pt x="2031" y="1549"/>
                </a:cubicBezTo>
                <a:cubicBezTo>
                  <a:pt x="2019" y="1549"/>
                  <a:pt x="2032" y="1553"/>
                  <a:pt x="2045" y="1559"/>
                </a:cubicBezTo>
                <a:cubicBezTo>
                  <a:pt x="2068" y="1563"/>
                  <a:pt x="2066" y="1572"/>
                  <a:pt x="2070" y="1568"/>
                </a:cubicBezTo>
                <a:cubicBezTo>
                  <a:pt x="2092" y="1572"/>
                  <a:pt x="2098" y="1570"/>
                  <a:pt x="2102" y="1576"/>
                </a:cubicBezTo>
                <a:cubicBezTo>
                  <a:pt x="2162" y="1582"/>
                  <a:pt x="2171" y="1587"/>
                  <a:pt x="2179" y="1585"/>
                </a:cubicBezTo>
                <a:cubicBezTo>
                  <a:pt x="2207" y="1588"/>
                  <a:pt x="2208" y="1584"/>
                  <a:pt x="2211" y="1585"/>
                </a:cubicBezTo>
                <a:cubicBezTo>
                  <a:pt x="2233" y="1583"/>
                  <a:pt x="2239" y="1590"/>
                  <a:pt x="2242" y="1585"/>
                </a:cubicBezTo>
                <a:cubicBezTo>
                  <a:pt x="2263" y="1586"/>
                  <a:pt x="2272" y="1586"/>
                  <a:pt x="2280" y="1587"/>
                </a:cubicBezTo>
                <a:cubicBezTo>
                  <a:pt x="2313" y="1585"/>
                  <a:pt x="2323" y="1589"/>
                  <a:pt x="2331" y="1589"/>
                </a:cubicBezTo>
                <a:cubicBezTo>
                  <a:pt x="2365" y="1592"/>
                  <a:pt x="2367" y="1591"/>
                  <a:pt x="2369" y="1591"/>
                </a:cubicBezTo>
                <a:cubicBezTo>
                  <a:pt x="2399" y="1594"/>
                  <a:pt x="2405" y="1600"/>
                  <a:pt x="2408" y="1596"/>
                </a:cubicBezTo>
                <a:cubicBezTo>
                  <a:pt x="2442" y="1597"/>
                  <a:pt x="2451" y="1602"/>
                  <a:pt x="2459" y="1598"/>
                </a:cubicBezTo>
                <a:cubicBezTo>
                  <a:pt x="2471" y="1601"/>
                  <a:pt x="2473" y="1601"/>
                  <a:pt x="2475" y="1601"/>
                </a:cubicBezTo>
                <a:cubicBezTo>
                  <a:pt x="2445" y="1606"/>
                  <a:pt x="2443" y="1607"/>
                  <a:pt x="2439" y="1604"/>
                </a:cubicBezTo>
                <a:cubicBezTo>
                  <a:pt x="2395" y="1607"/>
                  <a:pt x="2374" y="1608"/>
                  <a:pt x="2352" y="1609"/>
                </a:cubicBezTo>
                <a:cubicBezTo>
                  <a:pt x="2254" y="1621"/>
                  <a:pt x="2247" y="1616"/>
                  <a:pt x="2243" y="1620"/>
                </a:cubicBezTo>
                <a:cubicBezTo>
                  <a:pt x="2203" y="1616"/>
                  <a:pt x="2183" y="1620"/>
                  <a:pt x="2161" y="1620"/>
                </a:cubicBezTo>
                <a:cubicBezTo>
                  <a:pt x="2112" y="1621"/>
                  <a:pt x="2109" y="1622"/>
                  <a:pt x="2107" y="1623"/>
                </a:cubicBezTo>
                <a:cubicBezTo>
                  <a:pt x="2030" y="1621"/>
                  <a:pt x="2026" y="1616"/>
                  <a:pt x="2024" y="1618"/>
                </a:cubicBezTo>
                <a:cubicBezTo>
                  <a:pt x="1994" y="1611"/>
                  <a:pt x="1990" y="1617"/>
                  <a:pt x="1983" y="1612"/>
                </a:cubicBezTo>
                <a:cubicBezTo>
                  <a:pt x="1985" y="1614"/>
                  <a:pt x="1988" y="1619"/>
                  <a:pt x="1991" y="1617"/>
                </a:cubicBezTo>
                <a:cubicBezTo>
                  <a:pt x="2042" y="1624"/>
                  <a:pt x="2053" y="1625"/>
                  <a:pt x="2063" y="1626"/>
                </a:cubicBezTo>
                <a:cubicBezTo>
                  <a:pt x="2134" y="1631"/>
                  <a:pt x="2138" y="1625"/>
                  <a:pt x="2144" y="1627"/>
                </a:cubicBezTo>
                <a:cubicBezTo>
                  <a:pt x="2193" y="1623"/>
                  <a:pt x="2196" y="1627"/>
                  <a:pt x="2199" y="1627"/>
                </a:cubicBezTo>
                <a:cubicBezTo>
                  <a:pt x="2212" y="1625"/>
                  <a:pt x="2218" y="1627"/>
                  <a:pt x="2223" y="1625"/>
                </a:cubicBezTo>
                <a:cubicBezTo>
                  <a:pt x="2307" y="1624"/>
                  <a:pt x="2311" y="1617"/>
                  <a:pt x="2317" y="1622"/>
                </a:cubicBezTo>
                <a:cubicBezTo>
                  <a:pt x="2338" y="1618"/>
                  <a:pt x="2344" y="1620"/>
                  <a:pt x="2349" y="1617"/>
                </a:cubicBezTo>
                <a:cubicBezTo>
                  <a:pt x="2418" y="1614"/>
                  <a:pt x="2424" y="1617"/>
                  <a:pt x="2428" y="1612"/>
                </a:cubicBezTo>
                <a:cubicBezTo>
                  <a:pt x="2486" y="1613"/>
                  <a:pt x="2495" y="1611"/>
                  <a:pt x="2504" y="1613"/>
                </a:cubicBezTo>
                <a:cubicBezTo>
                  <a:pt x="2538" y="1616"/>
                  <a:pt x="2544" y="1614"/>
                  <a:pt x="2551" y="1618"/>
                </a:cubicBezTo>
                <a:cubicBezTo>
                  <a:pt x="2576" y="1617"/>
                  <a:pt x="2582" y="1619"/>
                  <a:pt x="2589" y="1619"/>
                </a:cubicBezTo>
                <a:cubicBezTo>
                  <a:pt x="2605" y="1620"/>
                  <a:pt x="2607" y="1617"/>
                  <a:pt x="2606" y="1621"/>
                </a:cubicBezTo>
                <a:cubicBezTo>
                  <a:pt x="2570" y="1626"/>
                  <a:pt x="2567" y="1624"/>
                  <a:pt x="2565" y="1624"/>
                </a:cubicBezTo>
                <a:cubicBezTo>
                  <a:pt x="2544" y="1626"/>
                  <a:pt x="2543" y="1633"/>
                  <a:pt x="2539" y="1631"/>
                </a:cubicBezTo>
                <a:cubicBezTo>
                  <a:pt x="2525" y="1626"/>
                  <a:pt x="2522" y="1626"/>
                  <a:pt x="2519" y="1625"/>
                </a:cubicBezTo>
                <a:cubicBezTo>
                  <a:pt x="2488" y="1626"/>
                  <a:pt x="2486" y="1632"/>
                  <a:pt x="2482" y="1630"/>
                </a:cubicBezTo>
                <a:cubicBezTo>
                  <a:pt x="2437" y="1636"/>
                  <a:pt x="2418" y="1631"/>
                  <a:pt x="2401" y="1638"/>
                </a:cubicBezTo>
                <a:cubicBezTo>
                  <a:pt x="2369" y="1638"/>
                  <a:pt x="2365" y="1641"/>
                  <a:pt x="2360" y="1640"/>
                </a:cubicBezTo>
                <a:cubicBezTo>
                  <a:pt x="2288" y="1646"/>
                  <a:pt x="2283" y="1643"/>
                  <a:pt x="2279" y="1644"/>
                </a:cubicBezTo>
                <a:cubicBezTo>
                  <a:pt x="2247" y="1646"/>
                  <a:pt x="2241" y="1643"/>
                  <a:pt x="2237" y="1644"/>
                </a:cubicBezTo>
                <a:cubicBezTo>
                  <a:pt x="2191" y="1641"/>
                  <a:pt x="2187" y="1648"/>
                  <a:pt x="2181" y="1641"/>
                </a:cubicBezTo>
                <a:cubicBezTo>
                  <a:pt x="2122" y="1643"/>
                  <a:pt x="2117" y="1637"/>
                  <a:pt x="2113" y="1638"/>
                </a:cubicBezTo>
                <a:cubicBezTo>
                  <a:pt x="2065" y="1636"/>
                  <a:pt x="2061" y="1637"/>
                  <a:pt x="2056" y="1637"/>
                </a:cubicBezTo>
                <a:cubicBezTo>
                  <a:pt x="2022" y="1634"/>
                  <a:pt x="2017" y="1630"/>
                  <a:pt x="2012" y="1631"/>
                </a:cubicBezTo>
                <a:cubicBezTo>
                  <a:pt x="2047" y="1640"/>
                  <a:pt x="2052" y="1641"/>
                  <a:pt x="2057" y="1640"/>
                </a:cubicBezTo>
                <a:cubicBezTo>
                  <a:pt x="2091" y="1647"/>
                  <a:pt x="2095" y="1643"/>
                  <a:pt x="2100" y="1645"/>
                </a:cubicBezTo>
                <a:cubicBezTo>
                  <a:pt x="2132" y="1645"/>
                  <a:pt x="2135" y="1647"/>
                  <a:pt x="2137" y="1649"/>
                </a:cubicBezTo>
                <a:cubicBezTo>
                  <a:pt x="2164" y="1651"/>
                  <a:pt x="2167" y="1648"/>
                  <a:pt x="2170" y="1650"/>
                </a:cubicBezTo>
                <a:cubicBezTo>
                  <a:pt x="2195" y="1655"/>
                  <a:pt x="2198" y="1646"/>
                  <a:pt x="2204" y="1651"/>
                </a:cubicBezTo>
                <a:cubicBezTo>
                  <a:pt x="2257" y="1652"/>
                  <a:pt x="2266" y="1651"/>
                  <a:pt x="2276" y="1652"/>
                </a:cubicBezTo>
                <a:cubicBezTo>
                  <a:pt x="2344" y="1649"/>
                  <a:pt x="2354" y="1649"/>
                  <a:pt x="2363" y="1647"/>
                </a:cubicBezTo>
                <a:cubicBezTo>
                  <a:pt x="2397" y="1650"/>
                  <a:pt x="2400" y="1643"/>
                  <a:pt x="2405" y="1644"/>
                </a:cubicBezTo>
                <a:cubicBezTo>
                  <a:pt x="2459" y="1643"/>
                  <a:pt x="2467" y="1634"/>
                  <a:pt x="2478" y="1640"/>
                </a:cubicBezTo>
                <a:cubicBezTo>
                  <a:pt x="2425" y="1649"/>
                  <a:pt x="2417" y="1651"/>
                  <a:pt x="2410" y="1652"/>
                </a:cubicBezTo>
                <a:cubicBezTo>
                  <a:pt x="2383" y="1656"/>
                  <a:pt x="2381" y="1661"/>
                  <a:pt x="2376" y="1659"/>
                </a:cubicBezTo>
                <a:cubicBezTo>
                  <a:pt x="2349" y="1660"/>
                  <a:pt x="2346" y="1666"/>
                  <a:pt x="2341" y="1661"/>
                </a:cubicBezTo>
                <a:cubicBezTo>
                  <a:pt x="2303" y="1667"/>
                  <a:pt x="2299" y="1668"/>
                  <a:pt x="2295" y="1667"/>
                </a:cubicBezTo>
                <a:cubicBezTo>
                  <a:pt x="2267" y="1667"/>
                  <a:pt x="2260" y="1667"/>
                  <a:pt x="2253" y="1668"/>
                </a:cubicBezTo>
                <a:cubicBezTo>
                  <a:pt x="2216" y="1663"/>
                  <a:pt x="2215" y="1672"/>
                  <a:pt x="2210" y="1669"/>
                </a:cubicBezTo>
                <a:cubicBezTo>
                  <a:pt x="2143" y="1667"/>
                  <a:pt x="2139" y="1664"/>
                  <a:pt x="2136" y="1669"/>
                </a:cubicBezTo>
                <a:cubicBezTo>
                  <a:pt x="2175" y="1676"/>
                  <a:pt x="2181" y="1672"/>
                  <a:pt x="2188" y="1675"/>
                </a:cubicBezTo>
                <a:cubicBezTo>
                  <a:pt x="2221" y="1675"/>
                  <a:pt x="2222" y="1675"/>
                  <a:pt x="2223" y="1672"/>
                </a:cubicBezTo>
                <a:cubicBezTo>
                  <a:pt x="2253" y="1672"/>
                  <a:pt x="2257" y="1673"/>
                  <a:pt x="2260" y="1676"/>
                </a:cubicBezTo>
                <a:cubicBezTo>
                  <a:pt x="2296" y="1677"/>
                  <a:pt x="2293" y="1681"/>
                  <a:pt x="2300" y="1684"/>
                </a:cubicBezTo>
                <a:cubicBezTo>
                  <a:pt x="2357" y="1678"/>
                  <a:pt x="2366" y="1682"/>
                  <a:pt x="2374" y="1678"/>
                </a:cubicBezTo>
                <a:cubicBezTo>
                  <a:pt x="2435" y="1674"/>
                  <a:pt x="2440" y="1673"/>
                  <a:pt x="2445" y="1673"/>
                </a:cubicBezTo>
                <a:cubicBezTo>
                  <a:pt x="2465" y="1667"/>
                  <a:pt x="2471" y="1669"/>
                  <a:pt x="2476" y="1667"/>
                </a:cubicBezTo>
                <a:cubicBezTo>
                  <a:pt x="2508" y="1661"/>
                  <a:pt x="2512" y="1666"/>
                  <a:pt x="2514" y="1664"/>
                </a:cubicBezTo>
                <a:cubicBezTo>
                  <a:pt x="2547" y="1662"/>
                  <a:pt x="2554" y="1661"/>
                  <a:pt x="2560" y="1658"/>
                </a:cubicBezTo>
                <a:cubicBezTo>
                  <a:pt x="2620" y="1652"/>
                  <a:pt x="2623" y="1651"/>
                  <a:pt x="2626" y="1650"/>
                </a:cubicBezTo>
                <a:cubicBezTo>
                  <a:pt x="2662" y="1652"/>
                  <a:pt x="2669" y="1652"/>
                  <a:pt x="2675" y="1651"/>
                </a:cubicBezTo>
                <a:cubicBezTo>
                  <a:pt x="2724" y="1652"/>
                  <a:pt x="2732" y="1655"/>
                  <a:pt x="2739" y="1654"/>
                </a:cubicBezTo>
                <a:cubicBezTo>
                  <a:pt x="2796" y="1661"/>
                  <a:pt x="2800" y="1664"/>
                  <a:pt x="2803" y="1663"/>
                </a:cubicBezTo>
                <a:cubicBezTo>
                  <a:pt x="2817" y="1678"/>
                  <a:pt x="2813" y="1673"/>
                  <a:pt x="2811" y="1675"/>
                </a:cubicBezTo>
                <a:cubicBezTo>
                  <a:pt x="2770" y="1672"/>
                  <a:pt x="2758" y="1673"/>
                  <a:pt x="2745" y="1671"/>
                </a:cubicBezTo>
                <a:cubicBezTo>
                  <a:pt x="2650" y="1676"/>
                  <a:pt x="2646" y="1683"/>
                  <a:pt x="2638" y="1679"/>
                </a:cubicBezTo>
                <a:cubicBezTo>
                  <a:pt x="2619" y="1686"/>
                  <a:pt x="2615" y="1682"/>
                  <a:pt x="2613" y="1685"/>
                </a:cubicBezTo>
                <a:cubicBezTo>
                  <a:pt x="2593" y="1688"/>
                  <a:pt x="2590" y="1688"/>
                  <a:pt x="2587" y="1689"/>
                </a:cubicBezTo>
                <a:cubicBezTo>
                  <a:pt x="2558" y="1695"/>
                  <a:pt x="2555" y="1695"/>
                  <a:pt x="2552" y="1697"/>
                </a:cubicBezTo>
                <a:cubicBezTo>
                  <a:pt x="2509" y="1701"/>
                  <a:pt x="2506" y="1705"/>
                  <a:pt x="2501" y="1700"/>
                </a:cubicBezTo>
                <a:cubicBezTo>
                  <a:pt x="2459" y="1707"/>
                  <a:pt x="2451" y="1707"/>
                  <a:pt x="2443" y="1708"/>
                </a:cubicBezTo>
                <a:cubicBezTo>
                  <a:pt x="2414" y="1713"/>
                  <a:pt x="2406" y="1710"/>
                  <a:pt x="2398" y="1713"/>
                </a:cubicBezTo>
                <a:cubicBezTo>
                  <a:pt x="2321" y="1710"/>
                  <a:pt x="2314" y="1713"/>
                  <a:pt x="2305" y="1711"/>
                </a:cubicBezTo>
                <a:cubicBezTo>
                  <a:pt x="2241" y="1703"/>
                  <a:pt x="2226" y="1705"/>
                  <a:pt x="2210" y="1700"/>
                </a:cubicBezTo>
                <a:cubicBezTo>
                  <a:pt x="2178" y="1697"/>
                  <a:pt x="2168" y="1688"/>
                  <a:pt x="2161" y="1691"/>
                </a:cubicBezTo>
                <a:cubicBezTo>
                  <a:pt x="2204" y="1705"/>
                  <a:pt x="2210" y="1706"/>
                  <a:pt x="2216" y="1707"/>
                </a:cubicBezTo>
                <a:cubicBezTo>
                  <a:pt x="2314" y="1720"/>
                  <a:pt x="2320" y="1719"/>
                  <a:pt x="2326" y="1719"/>
                </a:cubicBezTo>
                <a:cubicBezTo>
                  <a:pt x="2366" y="1716"/>
                  <a:pt x="2374" y="1724"/>
                  <a:pt x="2380" y="1721"/>
                </a:cubicBezTo>
                <a:cubicBezTo>
                  <a:pt x="2490" y="1712"/>
                  <a:pt x="2502" y="1711"/>
                  <a:pt x="2514" y="1711"/>
                </a:cubicBezTo>
                <a:cubicBezTo>
                  <a:pt x="2560" y="1701"/>
                  <a:pt x="2570" y="1701"/>
                  <a:pt x="2580" y="1700"/>
                </a:cubicBezTo>
                <a:cubicBezTo>
                  <a:pt x="2624" y="1689"/>
                  <a:pt x="2627" y="1689"/>
                  <a:pt x="2630" y="1691"/>
                </a:cubicBezTo>
                <a:cubicBezTo>
                  <a:pt x="2674" y="1686"/>
                  <a:pt x="2680" y="1685"/>
                  <a:pt x="2687" y="1685"/>
                </a:cubicBezTo>
                <a:cubicBezTo>
                  <a:pt x="2721" y="1678"/>
                  <a:pt x="2725" y="1684"/>
                  <a:pt x="2728" y="1681"/>
                </a:cubicBezTo>
                <a:cubicBezTo>
                  <a:pt x="2748" y="1684"/>
                  <a:pt x="2750" y="1680"/>
                  <a:pt x="2752" y="1681"/>
                </a:cubicBezTo>
                <a:cubicBezTo>
                  <a:pt x="2779" y="1689"/>
                  <a:pt x="2773" y="1678"/>
                  <a:pt x="2772" y="1686"/>
                </a:cubicBezTo>
                <a:cubicBezTo>
                  <a:pt x="2733" y="1690"/>
                  <a:pt x="2731" y="1691"/>
                  <a:pt x="2729" y="1692"/>
                </a:cubicBezTo>
                <a:cubicBezTo>
                  <a:pt x="2699" y="1696"/>
                  <a:pt x="2691" y="1701"/>
                  <a:pt x="2682" y="1703"/>
                </a:cubicBezTo>
                <a:cubicBezTo>
                  <a:pt x="2646" y="1707"/>
                  <a:pt x="2638" y="1713"/>
                  <a:pt x="2630" y="1715"/>
                </a:cubicBezTo>
                <a:cubicBezTo>
                  <a:pt x="2586" y="1730"/>
                  <a:pt x="2581" y="1731"/>
                  <a:pt x="2577" y="1732"/>
                </a:cubicBezTo>
                <a:cubicBezTo>
                  <a:pt x="2534" y="1747"/>
                  <a:pt x="2530" y="1748"/>
                  <a:pt x="2525" y="1750"/>
                </a:cubicBezTo>
                <a:cubicBezTo>
                  <a:pt x="2489" y="1754"/>
                  <a:pt x="2482" y="1764"/>
                  <a:pt x="2472" y="1759"/>
                </a:cubicBezTo>
                <a:cubicBezTo>
                  <a:pt x="2413" y="1764"/>
                  <a:pt x="2409" y="1766"/>
                  <a:pt x="2404" y="1766"/>
                </a:cubicBezTo>
                <a:cubicBezTo>
                  <a:pt x="2352" y="1766"/>
                  <a:pt x="2342" y="1760"/>
                  <a:pt x="2333" y="1763"/>
                </a:cubicBezTo>
                <a:cubicBezTo>
                  <a:pt x="2404" y="1770"/>
                  <a:pt x="2412" y="1772"/>
                  <a:pt x="2419" y="1771"/>
                </a:cubicBezTo>
                <a:cubicBezTo>
                  <a:pt x="2475" y="1765"/>
                  <a:pt x="2491" y="1769"/>
                  <a:pt x="2504" y="1762"/>
                </a:cubicBezTo>
                <a:cubicBezTo>
                  <a:pt x="2567" y="1744"/>
                  <a:pt x="2571" y="1747"/>
                  <a:pt x="2574" y="1740"/>
                </a:cubicBezTo>
                <a:cubicBezTo>
                  <a:pt x="2596" y="1732"/>
                  <a:pt x="2601" y="1738"/>
                  <a:pt x="2603" y="1731"/>
                </a:cubicBezTo>
                <a:cubicBezTo>
                  <a:pt x="2653" y="1722"/>
                  <a:pt x="2659" y="1714"/>
                  <a:pt x="2666" y="1712"/>
                </a:cubicBezTo>
                <a:cubicBezTo>
                  <a:pt x="2710" y="1703"/>
                  <a:pt x="2727" y="1700"/>
                  <a:pt x="2744" y="1697"/>
                </a:cubicBezTo>
                <a:cubicBezTo>
                  <a:pt x="2780" y="1698"/>
                  <a:pt x="2788" y="1692"/>
                  <a:pt x="2797" y="1695"/>
                </a:cubicBezTo>
                <a:cubicBezTo>
                  <a:pt x="2832" y="1693"/>
                  <a:pt x="2841" y="1692"/>
                  <a:pt x="2851" y="1697"/>
                </a:cubicBezTo>
                <a:cubicBezTo>
                  <a:pt x="2883" y="1700"/>
                  <a:pt x="2887" y="1701"/>
                  <a:pt x="2892" y="1703"/>
                </a:cubicBezTo>
                <a:cubicBezTo>
                  <a:pt x="2862" y="1708"/>
                  <a:pt x="2854" y="1704"/>
                  <a:pt x="2847" y="1707"/>
                </a:cubicBezTo>
                <a:cubicBezTo>
                  <a:pt x="2795" y="1706"/>
                  <a:pt x="2789" y="1714"/>
                  <a:pt x="2780" y="1710"/>
                </a:cubicBezTo>
                <a:cubicBezTo>
                  <a:pt x="2763" y="1715"/>
                  <a:pt x="2760" y="1712"/>
                  <a:pt x="2759" y="1714"/>
                </a:cubicBezTo>
                <a:cubicBezTo>
                  <a:pt x="2721" y="1718"/>
                  <a:pt x="2707" y="1724"/>
                  <a:pt x="2692" y="1724"/>
                </a:cubicBezTo>
                <a:cubicBezTo>
                  <a:pt x="2667" y="1732"/>
                  <a:pt x="2663" y="1731"/>
                  <a:pt x="2661" y="1735"/>
                </a:cubicBezTo>
                <a:cubicBezTo>
                  <a:pt x="2626" y="1745"/>
                  <a:pt x="2625" y="1745"/>
                  <a:pt x="2624" y="1748"/>
                </a:cubicBezTo>
                <a:cubicBezTo>
                  <a:pt x="2592" y="1757"/>
                  <a:pt x="2578" y="1764"/>
                  <a:pt x="2563" y="1768"/>
                </a:cubicBezTo>
                <a:cubicBezTo>
                  <a:pt x="2535" y="1773"/>
                  <a:pt x="2528" y="1777"/>
                  <a:pt x="2520" y="1781"/>
                </a:cubicBezTo>
                <a:cubicBezTo>
                  <a:pt x="2487" y="1781"/>
                  <a:pt x="2479" y="1784"/>
                  <a:pt x="2471" y="1785"/>
                </a:cubicBezTo>
                <a:cubicBezTo>
                  <a:pt x="2370" y="1780"/>
                  <a:pt x="2359" y="1771"/>
                  <a:pt x="2349" y="1774"/>
                </a:cubicBezTo>
                <a:cubicBezTo>
                  <a:pt x="2390" y="1781"/>
                  <a:pt x="2394" y="1787"/>
                  <a:pt x="2397" y="1785"/>
                </a:cubicBezTo>
                <a:cubicBezTo>
                  <a:pt x="2438" y="1786"/>
                  <a:pt x="2451" y="1790"/>
                  <a:pt x="2462" y="1789"/>
                </a:cubicBezTo>
                <a:cubicBezTo>
                  <a:pt x="2521" y="1786"/>
                  <a:pt x="2524" y="1785"/>
                  <a:pt x="2528" y="1786"/>
                </a:cubicBezTo>
                <a:cubicBezTo>
                  <a:pt x="2579" y="1770"/>
                  <a:pt x="2588" y="1769"/>
                  <a:pt x="2592" y="1768"/>
                </a:cubicBezTo>
                <a:cubicBezTo>
                  <a:pt x="2650" y="1747"/>
                  <a:pt x="2654" y="1746"/>
                  <a:pt x="2657" y="1746"/>
                </a:cubicBezTo>
                <a:cubicBezTo>
                  <a:pt x="2687" y="1734"/>
                  <a:pt x="2690" y="1734"/>
                  <a:pt x="2694" y="1737"/>
                </a:cubicBezTo>
                <a:cubicBezTo>
                  <a:pt x="2724" y="1724"/>
                  <a:pt x="2729" y="1728"/>
                  <a:pt x="2731" y="1727"/>
                </a:cubicBezTo>
                <a:cubicBezTo>
                  <a:pt x="2767" y="1722"/>
                  <a:pt x="2772" y="1720"/>
                  <a:pt x="2779" y="1723"/>
                </a:cubicBezTo>
                <a:cubicBezTo>
                  <a:pt x="2794" y="1720"/>
                  <a:pt x="2797" y="1718"/>
                  <a:pt x="2796" y="1721"/>
                </a:cubicBezTo>
                <a:cubicBezTo>
                  <a:pt x="2776" y="1728"/>
                  <a:pt x="2771" y="1730"/>
                  <a:pt x="2765" y="1732"/>
                </a:cubicBezTo>
                <a:cubicBezTo>
                  <a:pt x="2712" y="1755"/>
                  <a:pt x="2708" y="1762"/>
                  <a:pt x="2702" y="1760"/>
                </a:cubicBezTo>
                <a:cubicBezTo>
                  <a:pt x="2646" y="1781"/>
                  <a:pt x="2641" y="1788"/>
                  <a:pt x="2635" y="1789"/>
                </a:cubicBezTo>
                <a:cubicBezTo>
                  <a:pt x="2575" y="1810"/>
                  <a:pt x="2566" y="1802"/>
                  <a:pt x="2560" y="1807"/>
                </a:cubicBezTo>
                <a:cubicBezTo>
                  <a:pt x="2499" y="1820"/>
                  <a:pt x="2504" y="1816"/>
                  <a:pt x="2511" y="1819"/>
                </a:cubicBezTo>
                <a:cubicBezTo>
                  <a:pt x="2569" y="1813"/>
                  <a:pt x="2574" y="1809"/>
                  <a:pt x="2580" y="1813"/>
                </a:cubicBezTo>
                <a:cubicBezTo>
                  <a:pt x="2618" y="1802"/>
                  <a:pt x="2621" y="1802"/>
                  <a:pt x="2624" y="1803"/>
                </a:cubicBezTo>
                <a:cubicBezTo>
                  <a:pt x="2645" y="1797"/>
                  <a:pt x="2648" y="1796"/>
                  <a:pt x="2651" y="1794"/>
                </a:cubicBezTo>
                <a:cubicBezTo>
                  <a:pt x="2689" y="1774"/>
                  <a:pt x="2696" y="1779"/>
                  <a:pt x="2701" y="1773"/>
                </a:cubicBezTo>
                <a:cubicBezTo>
                  <a:pt x="2741" y="1756"/>
                  <a:pt x="2745" y="1746"/>
                  <a:pt x="2751" y="1749"/>
                </a:cubicBezTo>
                <a:cubicBezTo>
                  <a:pt x="2789" y="1733"/>
                  <a:pt x="2792" y="1733"/>
                  <a:pt x="2795" y="1730"/>
                </a:cubicBezTo>
                <a:cubicBezTo>
                  <a:pt x="2788" y="1740"/>
                  <a:pt x="2783" y="1735"/>
                  <a:pt x="2780" y="1741"/>
                </a:cubicBezTo>
                <a:cubicBezTo>
                  <a:pt x="2731" y="1774"/>
                  <a:pt x="2723" y="1772"/>
                  <a:pt x="2717" y="1781"/>
                </a:cubicBezTo>
                <a:cubicBezTo>
                  <a:pt x="2647" y="1806"/>
                  <a:pt x="2644" y="1811"/>
                  <a:pt x="2640" y="1810"/>
                </a:cubicBezTo>
                <a:cubicBezTo>
                  <a:pt x="2650" y="1810"/>
                  <a:pt x="2656" y="1813"/>
                  <a:pt x="2661" y="1809"/>
                </a:cubicBezTo>
                <a:cubicBezTo>
                  <a:pt x="2708" y="1802"/>
                  <a:pt x="2718" y="1795"/>
                  <a:pt x="2730" y="1797"/>
                </a:cubicBezTo>
                <a:cubicBezTo>
                  <a:pt x="2808" y="1776"/>
                  <a:pt x="2811" y="1768"/>
                  <a:pt x="2815" y="1767"/>
                </a:cubicBezTo>
                <a:cubicBezTo>
                  <a:pt x="2831" y="1757"/>
                  <a:pt x="2836" y="1762"/>
                  <a:pt x="2840" y="1758"/>
                </a:cubicBezTo>
                <a:cubicBezTo>
                  <a:pt x="2870" y="1752"/>
                  <a:pt x="2873" y="1743"/>
                  <a:pt x="2878" y="1747"/>
                </a:cubicBezTo>
                <a:cubicBezTo>
                  <a:pt x="2933" y="1737"/>
                  <a:pt x="2936" y="1737"/>
                  <a:pt x="2940" y="1738"/>
                </a:cubicBezTo>
                <a:cubicBezTo>
                  <a:pt x="2979" y="1744"/>
                  <a:pt x="2985" y="1741"/>
                  <a:pt x="2993" y="1744"/>
                </a:cubicBezTo>
                <a:cubicBezTo>
                  <a:pt x="3006" y="1750"/>
                  <a:pt x="3002" y="1756"/>
                  <a:pt x="2996" y="1751"/>
                </a:cubicBezTo>
                <a:cubicBezTo>
                  <a:pt x="2968" y="1752"/>
                  <a:pt x="2964" y="1751"/>
                  <a:pt x="2961" y="1749"/>
                </a:cubicBezTo>
                <a:cubicBezTo>
                  <a:pt x="2898" y="1754"/>
                  <a:pt x="2888" y="1762"/>
                  <a:pt x="2876" y="1758"/>
                </a:cubicBezTo>
                <a:cubicBezTo>
                  <a:pt x="2827" y="1782"/>
                  <a:pt x="2820" y="1785"/>
                  <a:pt x="2813" y="1787"/>
                </a:cubicBezTo>
                <a:cubicBezTo>
                  <a:pt x="2798" y="1797"/>
                  <a:pt x="2801" y="1795"/>
                  <a:pt x="2805" y="1795"/>
                </a:cubicBezTo>
                <a:cubicBezTo>
                  <a:pt x="2842" y="1780"/>
                  <a:pt x="2850" y="1784"/>
                  <a:pt x="2856" y="1776"/>
                </a:cubicBezTo>
                <a:cubicBezTo>
                  <a:pt x="2907" y="1764"/>
                  <a:pt x="2915" y="1765"/>
                  <a:pt x="2922" y="1760"/>
                </a:cubicBezTo>
                <a:cubicBezTo>
                  <a:pt x="2969" y="1757"/>
                  <a:pt x="2974" y="1763"/>
                  <a:pt x="2977" y="1760"/>
                </a:cubicBezTo>
                <a:cubicBezTo>
                  <a:pt x="3025" y="1770"/>
                  <a:pt x="3035" y="1767"/>
                  <a:pt x="3047" y="1773"/>
                </a:cubicBezTo>
                <a:cubicBezTo>
                  <a:pt x="3015" y="1779"/>
                  <a:pt x="3010" y="1773"/>
                  <a:pt x="3005" y="1776"/>
                </a:cubicBezTo>
                <a:cubicBezTo>
                  <a:pt x="3006" y="1780"/>
                  <a:pt x="3009" y="1784"/>
                  <a:pt x="3012" y="1786"/>
                </a:cubicBezTo>
                <a:cubicBezTo>
                  <a:pt x="2990" y="1813"/>
                  <a:pt x="2982" y="1817"/>
                  <a:pt x="2975" y="1826"/>
                </a:cubicBezTo>
                <a:cubicBezTo>
                  <a:pt x="3010" y="1818"/>
                  <a:pt x="3011" y="1815"/>
                  <a:pt x="3013" y="1816"/>
                </a:cubicBezTo>
                <a:cubicBezTo>
                  <a:pt x="3037" y="1804"/>
                  <a:pt x="3040" y="1802"/>
                  <a:pt x="3044" y="1802"/>
                </a:cubicBezTo>
                <a:cubicBezTo>
                  <a:pt x="3141" y="1829"/>
                  <a:pt x="3145" y="1819"/>
                  <a:pt x="3151" y="1821"/>
                </a:cubicBezTo>
                <a:close/>
                <a:moveTo>
                  <a:pt x="2862" y="1579"/>
                </a:moveTo>
                <a:cubicBezTo>
                  <a:pt x="2853" y="1564"/>
                  <a:pt x="2854" y="1547"/>
                  <a:pt x="2846" y="1531"/>
                </a:cubicBezTo>
                <a:cubicBezTo>
                  <a:pt x="2843" y="1511"/>
                  <a:pt x="2840" y="1510"/>
                  <a:pt x="2841" y="1507"/>
                </a:cubicBezTo>
                <a:cubicBezTo>
                  <a:pt x="2815" y="1429"/>
                  <a:pt x="2813" y="1421"/>
                  <a:pt x="2813" y="1412"/>
                </a:cubicBezTo>
                <a:cubicBezTo>
                  <a:pt x="2793" y="1358"/>
                  <a:pt x="2786" y="1351"/>
                  <a:pt x="2786" y="1342"/>
                </a:cubicBezTo>
                <a:cubicBezTo>
                  <a:pt x="2769" y="1304"/>
                  <a:pt x="2769" y="1300"/>
                  <a:pt x="2764" y="1296"/>
                </a:cubicBezTo>
                <a:cubicBezTo>
                  <a:pt x="2737" y="1243"/>
                  <a:pt x="2739" y="1234"/>
                  <a:pt x="2732" y="1227"/>
                </a:cubicBezTo>
                <a:cubicBezTo>
                  <a:pt x="2719" y="1202"/>
                  <a:pt x="2722" y="1202"/>
                  <a:pt x="2724" y="1204"/>
                </a:cubicBezTo>
                <a:cubicBezTo>
                  <a:pt x="2736" y="1222"/>
                  <a:pt x="2739" y="1227"/>
                  <a:pt x="2741" y="1233"/>
                </a:cubicBezTo>
                <a:cubicBezTo>
                  <a:pt x="2767" y="1280"/>
                  <a:pt x="2769" y="1283"/>
                  <a:pt x="2769" y="1286"/>
                </a:cubicBezTo>
                <a:cubicBezTo>
                  <a:pt x="2790" y="1326"/>
                  <a:pt x="2788" y="1332"/>
                  <a:pt x="2795" y="1337"/>
                </a:cubicBezTo>
                <a:cubicBezTo>
                  <a:pt x="2816" y="1408"/>
                  <a:pt x="2821" y="1417"/>
                  <a:pt x="2821" y="1428"/>
                </a:cubicBezTo>
                <a:cubicBezTo>
                  <a:pt x="2828" y="1445"/>
                  <a:pt x="2827" y="1448"/>
                  <a:pt x="2827" y="1450"/>
                </a:cubicBezTo>
                <a:cubicBezTo>
                  <a:pt x="2840" y="1494"/>
                  <a:pt x="2842" y="1499"/>
                  <a:pt x="2844" y="1504"/>
                </a:cubicBezTo>
                <a:cubicBezTo>
                  <a:pt x="2856" y="1554"/>
                  <a:pt x="2859" y="1558"/>
                  <a:pt x="2859" y="1564"/>
                </a:cubicBezTo>
                <a:close/>
                <a:moveTo>
                  <a:pt x="2583" y="1443"/>
                </a:moveTo>
                <a:cubicBezTo>
                  <a:pt x="2577" y="1441"/>
                  <a:pt x="2582" y="1437"/>
                  <a:pt x="2578" y="1434"/>
                </a:cubicBezTo>
                <a:cubicBezTo>
                  <a:pt x="2574" y="1428"/>
                  <a:pt x="2573" y="1422"/>
                  <a:pt x="2570" y="1416"/>
                </a:cubicBezTo>
                <a:cubicBezTo>
                  <a:pt x="2572" y="1413"/>
                  <a:pt x="2573" y="1418"/>
                  <a:pt x="2572" y="1420"/>
                </a:cubicBezTo>
                <a:cubicBezTo>
                  <a:pt x="2582" y="1429"/>
                  <a:pt x="2582" y="1440"/>
                  <a:pt x="2589" y="1449"/>
                </a:cubicBezTo>
                <a:cubicBezTo>
                  <a:pt x="2586" y="1453"/>
                  <a:pt x="2583" y="1445"/>
                  <a:pt x="2583" y="1443"/>
                </a:cubicBezTo>
                <a:close/>
                <a:moveTo>
                  <a:pt x="2161" y="1164"/>
                </a:moveTo>
                <a:cubicBezTo>
                  <a:pt x="2159" y="1156"/>
                  <a:pt x="2149" y="1149"/>
                  <a:pt x="2145" y="1141"/>
                </a:cubicBezTo>
                <a:cubicBezTo>
                  <a:pt x="2150" y="1136"/>
                  <a:pt x="2148" y="1145"/>
                  <a:pt x="2152" y="1146"/>
                </a:cubicBezTo>
                <a:cubicBezTo>
                  <a:pt x="2153" y="1148"/>
                  <a:pt x="2156" y="1151"/>
                  <a:pt x="2160" y="1153"/>
                </a:cubicBezTo>
                <a:cubicBezTo>
                  <a:pt x="2160" y="1160"/>
                  <a:pt x="2166" y="1166"/>
                  <a:pt x="2172" y="1172"/>
                </a:cubicBezTo>
                <a:cubicBezTo>
                  <a:pt x="2166" y="1176"/>
                  <a:pt x="2167" y="1165"/>
                  <a:pt x="2161" y="1164"/>
                </a:cubicBezTo>
                <a:close/>
                <a:moveTo>
                  <a:pt x="2176" y="1185"/>
                </a:moveTo>
                <a:cubicBezTo>
                  <a:pt x="2179" y="1177"/>
                  <a:pt x="2182" y="1189"/>
                  <a:pt x="2185" y="1191"/>
                </a:cubicBezTo>
                <a:cubicBezTo>
                  <a:pt x="2180" y="1195"/>
                  <a:pt x="2182" y="1185"/>
                  <a:pt x="2176" y="1185"/>
                </a:cubicBezTo>
                <a:close/>
                <a:moveTo>
                  <a:pt x="2197" y="1209"/>
                </a:moveTo>
                <a:cubicBezTo>
                  <a:pt x="2194" y="1203"/>
                  <a:pt x="2200" y="1211"/>
                  <a:pt x="2202" y="1213"/>
                </a:cubicBezTo>
                <a:cubicBezTo>
                  <a:pt x="2199" y="1215"/>
                  <a:pt x="2199" y="1211"/>
                  <a:pt x="2197" y="1209"/>
                </a:cubicBezTo>
                <a:close/>
                <a:moveTo>
                  <a:pt x="2096" y="1210"/>
                </a:moveTo>
                <a:cubicBezTo>
                  <a:pt x="2094" y="1207"/>
                  <a:pt x="2099" y="1209"/>
                  <a:pt x="2101" y="1211"/>
                </a:cubicBezTo>
                <a:cubicBezTo>
                  <a:pt x="2103" y="1214"/>
                  <a:pt x="2099" y="1212"/>
                  <a:pt x="2096" y="1210"/>
                </a:cubicBezTo>
                <a:close/>
                <a:moveTo>
                  <a:pt x="2214" y="1294"/>
                </a:moveTo>
                <a:cubicBezTo>
                  <a:pt x="2209" y="1289"/>
                  <a:pt x="2207" y="1293"/>
                  <a:pt x="2203" y="1289"/>
                </a:cubicBezTo>
                <a:cubicBezTo>
                  <a:pt x="2145" y="1278"/>
                  <a:pt x="2137" y="1269"/>
                  <a:pt x="2130" y="1270"/>
                </a:cubicBezTo>
                <a:cubicBezTo>
                  <a:pt x="2065" y="1252"/>
                  <a:pt x="2059" y="1244"/>
                  <a:pt x="2056" y="1247"/>
                </a:cubicBezTo>
                <a:cubicBezTo>
                  <a:pt x="2032" y="1238"/>
                  <a:pt x="2030" y="1242"/>
                  <a:pt x="2026" y="1237"/>
                </a:cubicBezTo>
                <a:cubicBezTo>
                  <a:pt x="1992" y="1231"/>
                  <a:pt x="1987" y="1224"/>
                  <a:pt x="1985" y="1228"/>
                </a:cubicBezTo>
                <a:cubicBezTo>
                  <a:pt x="1894" y="1185"/>
                  <a:pt x="1889" y="1182"/>
                  <a:pt x="1884" y="1179"/>
                </a:cubicBezTo>
                <a:cubicBezTo>
                  <a:pt x="1936" y="1199"/>
                  <a:pt x="1940" y="1202"/>
                  <a:pt x="1943" y="1200"/>
                </a:cubicBezTo>
                <a:cubicBezTo>
                  <a:pt x="1968" y="1208"/>
                  <a:pt x="1973" y="1214"/>
                  <a:pt x="1975" y="1211"/>
                </a:cubicBezTo>
                <a:cubicBezTo>
                  <a:pt x="2048" y="1233"/>
                  <a:pt x="2055" y="1236"/>
                  <a:pt x="2062" y="1235"/>
                </a:cubicBezTo>
                <a:cubicBezTo>
                  <a:pt x="2108" y="1244"/>
                  <a:pt x="2114" y="1253"/>
                  <a:pt x="2117" y="1250"/>
                </a:cubicBezTo>
                <a:cubicBezTo>
                  <a:pt x="2143" y="1262"/>
                  <a:pt x="2145" y="1257"/>
                  <a:pt x="2149" y="1261"/>
                </a:cubicBezTo>
                <a:cubicBezTo>
                  <a:pt x="2224" y="1291"/>
                  <a:pt x="2230" y="1292"/>
                  <a:pt x="2235" y="1297"/>
                </a:cubicBezTo>
                <a:close/>
                <a:moveTo>
                  <a:pt x="2235" y="1269"/>
                </a:moveTo>
                <a:cubicBezTo>
                  <a:pt x="2230" y="1265"/>
                  <a:pt x="2223" y="1262"/>
                  <a:pt x="2222" y="1257"/>
                </a:cubicBezTo>
                <a:cubicBezTo>
                  <a:pt x="2227" y="1254"/>
                  <a:pt x="2226" y="1264"/>
                  <a:pt x="2233" y="1265"/>
                </a:cubicBezTo>
                <a:cubicBezTo>
                  <a:pt x="2236" y="1266"/>
                  <a:pt x="2235" y="1268"/>
                  <a:pt x="2237" y="1270"/>
                </a:cubicBezTo>
                <a:cubicBezTo>
                  <a:pt x="2240" y="1272"/>
                  <a:pt x="2242" y="1273"/>
                  <a:pt x="2244" y="1275"/>
                </a:cubicBezTo>
                <a:cubicBezTo>
                  <a:pt x="2250" y="1281"/>
                  <a:pt x="2232" y="1272"/>
                  <a:pt x="2235" y="1269"/>
                </a:cubicBezTo>
                <a:close/>
                <a:moveTo>
                  <a:pt x="2448" y="1429"/>
                </a:moveTo>
                <a:cubicBezTo>
                  <a:pt x="2451" y="1431"/>
                  <a:pt x="2453" y="1432"/>
                  <a:pt x="2456" y="1434"/>
                </a:cubicBezTo>
                <a:cubicBezTo>
                  <a:pt x="2458" y="1437"/>
                  <a:pt x="2454" y="1436"/>
                  <a:pt x="2453" y="1434"/>
                </a:cubicBezTo>
                <a:cubicBezTo>
                  <a:pt x="2450" y="1433"/>
                  <a:pt x="2448" y="1431"/>
                  <a:pt x="2445" y="1430"/>
                </a:cubicBezTo>
                <a:cubicBezTo>
                  <a:pt x="2443" y="1427"/>
                  <a:pt x="2446" y="1428"/>
                  <a:pt x="2448" y="1429"/>
                </a:cubicBezTo>
                <a:close/>
                <a:moveTo>
                  <a:pt x="2359" y="1335"/>
                </a:moveTo>
                <a:cubicBezTo>
                  <a:pt x="2355" y="1338"/>
                  <a:pt x="2355" y="1333"/>
                  <a:pt x="2353" y="1332"/>
                </a:cubicBezTo>
                <a:cubicBezTo>
                  <a:pt x="2351" y="1325"/>
                  <a:pt x="2356" y="1333"/>
                  <a:pt x="2359" y="1335"/>
                </a:cubicBezTo>
                <a:close/>
                <a:moveTo>
                  <a:pt x="2273" y="1239"/>
                </a:moveTo>
                <a:cubicBezTo>
                  <a:pt x="2265" y="1229"/>
                  <a:pt x="2258" y="1219"/>
                  <a:pt x="2252" y="1209"/>
                </a:cubicBezTo>
                <a:cubicBezTo>
                  <a:pt x="2209" y="1141"/>
                  <a:pt x="2202" y="1137"/>
                  <a:pt x="2201" y="1131"/>
                </a:cubicBezTo>
                <a:cubicBezTo>
                  <a:pt x="2182" y="1105"/>
                  <a:pt x="2183" y="1103"/>
                  <a:pt x="2180" y="1101"/>
                </a:cubicBezTo>
                <a:cubicBezTo>
                  <a:pt x="2155" y="1064"/>
                  <a:pt x="2155" y="1058"/>
                  <a:pt x="2148" y="1054"/>
                </a:cubicBezTo>
                <a:cubicBezTo>
                  <a:pt x="2108" y="987"/>
                  <a:pt x="2105" y="982"/>
                  <a:pt x="2100" y="977"/>
                </a:cubicBezTo>
                <a:cubicBezTo>
                  <a:pt x="2088" y="959"/>
                  <a:pt x="2079" y="954"/>
                  <a:pt x="2077" y="948"/>
                </a:cubicBezTo>
                <a:cubicBezTo>
                  <a:pt x="2024" y="896"/>
                  <a:pt x="2010" y="887"/>
                  <a:pt x="2001" y="877"/>
                </a:cubicBezTo>
                <a:cubicBezTo>
                  <a:pt x="1972" y="854"/>
                  <a:pt x="1977" y="859"/>
                  <a:pt x="1982" y="859"/>
                </a:cubicBezTo>
                <a:cubicBezTo>
                  <a:pt x="2035" y="890"/>
                  <a:pt x="2044" y="903"/>
                  <a:pt x="2063" y="913"/>
                </a:cubicBezTo>
                <a:cubicBezTo>
                  <a:pt x="2104" y="956"/>
                  <a:pt x="2107" y="960"/>
                  <a:pt x="2108" y="964"/>
                </a:cubicBezTo>
                <a:cubicBezTo>
                  <a:pt x="2144" y="1006"/>
                  <a:pt x="2147" y="1010"/>
                  <a:pt x="2148" y="1014"/>
                </a:cubicBezTo>
                <a:cubicBezTo>
                  <a:pt x="2196" y="1085"/>
                  <a:pt x="2195" y="1090"/>
                  <a:pt x="2200" y="1094"/>
                </a:cubicBezTo>
                <a:cubicBezTo>
                  <a:pt x="2235" y="1150"/>
                  <a:pt x="2235" y="1155"/>
                  <a:pt x="2240" y="1159"/>
                </a:cubicBezTo>
                <a:cubicBezTo>
                  <a:pt x="2266" y="1203"/>
                  <a:pt x="2273" y="1206"/>
                  <a:pt x="2274" y="1211"/>
                </a:cubicBezTo>
                <a:cubicBezTo>
                  <a:pt x="2296" y="1240"/>
                  <a:pt x="2302" y="1258"/>
                  <a:pt x="2318" y="1274"/>
                </a:cubicBezTo>
                <a:cubicBezTo>
                  <a:pt x="2328" y="1293"/>
                  <a:pt x="2330" y="1297"/>
                  <a:pt x="2334" y="1301"/>
                </a:cubicBezTo>
                <a:cubicBezTo>
                  <a:pt x="2328" y="1309"/>
                  <a:pt x="2328" y="1303"/>
                  <a:pt x="2320" y="1299"/>
                </a:cubicBezTo>
                <a:cubicBezTo>
                  <a:pt x="2303" y="1273"/>
                  <a:pt x="2296" y="1272"/>
                  <a:pt x="2298" y="1269"/>
                </a:cubicBezTo>
                <a:cubicBezTo>
                  <a:pt x="2277" y="1244"/>
                  <a:pt x="2272" y="1242"/>
                  <a:pt x="2273" y="1239"/>
                </a:cubicBezTo>
                <a:close/>
                <a:moveTo>
                  <a:pt x="2317" y="1315"/>
                </a:moveTo>
                <a:cubicBezTo>
                  <a:pt x="2316" y="1310"/>
                  <a:pt x="2308" y="1306"/>
                  <a:pt x="2306" y="1300"/>
                </a:cubicBezTo>
                <a:cubicBezTo>
                  <a:pt x="2304" y="1295"/>
                  <a:pt x="2300" y="1291"/>
                  <a:pt x="2297" y="1286"/>
                </a:cubicBezTo>
                <a:cubicBezTo>
                  <a:pt x="2289" y="1277"/>
                  <a:pt x="2282" y="1267"/>
                  <a:pt x="2274" y="1258"/>
                </a:cubicBezTo>
                <a:cubicBezTo>
                  <a:pt x="2277" y="1256"/>
                  <a:pt x="2276" y="1260"/>
                  <a:pt x="2279" y="1262"/>
                </a:cubicBezTo>
                <a:cubicBezTo>
                  <a:pt x="2282" y="1263"/>
                  <a:pt x="2284" y="1265"/>
                  <a:pt x="2287" y="1266"/>
                </a:cubicBezTo>
                <a:cubicBezTo>
                  <a:pt x="2287" y="1272"/>
                  <a:pt x="2292" y="1277"/>
                  <a:pt x="2298" y="1282"/>
                </a:cubicBezTo>
                <a:cubicBezTo>
                  <a:pt x="2299" y="1287"/>
                  <a:pt x="2306" y="1291"/>
                  <a:pt x="2308" y="1297"/>
                </a:cubicBezTo>
                <a:cubicBezTo>
                  <a:pt x="2320" y="1305"/>
                  <a:pt x="2321" y="1316"/>
                  <a:pt x="2335" y="1324"/>
                </a:cubicBezTo>
                <a:cubicBezTo>
                  <a:pt x="2329" y="1330"/>
                  <a:pt x="2326" y="1318"/>
                  <a:pt x="2317" y="1315"/>
                </a:cubicBezTo>
                <a:close/>
                <a:moveTo>
                  <a:pt x="2334" y="1329"/>
                </a:moveTo>
                <a:cubicBezTo>
                  <a:pt x="2335" y="1328"/>
                  <a:pt x="2337" y="1329"/>
                  <a:pt x="2339" y="1330"/>
                </a:cubicBezTo>
                <a:cubicBezTo>
                  <a:pt x="2353" y="1342"/>
                  <a:pt x="2363" y="1355"/>
                  <a:pt x="2382" y="1367"/>
                </a:cubicBezTo>
                <a:cubicBezTo>
                  <a:pt x="2388" y="1372"/>
                  <a:pt x="2390" y="1378"/>
                  <a:pt x="2398" y="1382"/>
                </a:cubicBezTo>
                <a:cubicBezTo>
                  <a:pt x="2404" y="1383"/>
                  <a:pt x="2397" y="1394"/>
                  <a:pt x="2404" y="1389"/>
                </a:cubicBezTo>
                <a:cubicBezTo>
                  <a:pt x="2405" y="1393"/>
                  <a:pt x="2410" y="1395"/>
                  <a:pt x="2411" y="1399"/>
                </a:cubicBezTo>
                <a:cubicBezTo>
                  <a:pt x="2413" y="1402"/>
                  <a:pt x="2423" y="1404"/>
                  <a:pt x="2420" y="1408"/>
                </a:cubicBezTo>
                <a:cubicBezTo>
                  <a:pt x="2423" y="1410"/>
                  <a:pt x="2431" y="1412"/>
                  <a:pt x="2425" y="1416"/>
                </a:cubicBezTo>
                <a:cubicBezTo>
                  <a:pt x="2424" y="1411"/>
                  <a:pt x="2420" y="1415"/>
                  <a:pt x="2414" y="1409"/>
                </a:cubicBezTo>
                <a:cubicBezTo>
                  <a:pt x="2408" y="1407"/>
                  <a:pt x="2411" y="1402"/>
                  <a:pt x="2405" y="1400"/>
                </a:cubicBezTo>
                <a:cubicBezTo>
                  <a:pt x="2398" y="1396"/>
                  <a:pt x="2391" y="1391"/>
                  <a:pt x="2385" y="1387"/>
                </a:cubicBezTo>
                <a:cubicBezTo>
                  <a:pt x="2366" y="1368"/>
                  <a:pt x="2351" y="1348"/>
                  <a:pt x="2334" y="1329"/>
                </a:cubicBezTo>
                <a:close/>
                <a:moveTo>
                  <a:pt x="2489" y="1477"/>
                </a:moveTo>
                <a:cubicBezTo>
                  <a:pt x="2484" y="1476"/>
                  <a:pt x="2475" y="1475"/>
                  <a:pt x="2474" y="1469"/>
                </a:cubicBezTo>
                <a:cubicBezTo>
                  <a:pt x="2394" y="1424"/>
                  <a:pt x="2383" y="1424"/>
                  <a:pt x="2370" y="1413"/>
                </a:cubicBezTo>
                <a:cubicBezTo>
                  <a:pt x="2334" y="1402"/>
                  <a:pt x="2329" y="1399"/>
                  <a:pt x="2324" y="1399"/>
                </a:cubicBezTo>
                <a:cubicBezTo>
                  <a:pt x="2273" y="1380"/>
                  <a:pt x="2269" y="1381"/>
                  <a:pt x="2264" y="1379"/>
                </a:cubicBezTo>
                <a:cubicBezTo>
                  <a:pt x="2221" y="1363"/>
                  <a:pt x="2217" y="1365"/>
                  <a:pt x="2215" y="1363"/>
                </a:cubicBezTo>
                <a:cubicBezTo>
                  <a:pt x="2193" y="1359"/>
                  <a:pt x="2189" y="1356"/>
                  <a:pt x="2186" y="1354"/>
                </a:cubicBezTo>
                <a:cubicBezTo>
                  <a:pt x="2160" y="1349"/>
                  <a:pt x="2155" y="1345"/>
                  <a:pt x="2150" y="1346"/>
                </a:cubicBezTo>
                <a:cubicBezTo>
                  <a:pt x="2069" y="1323"/>
                  <a:pt x="2059" y="1322"/>
                  <a:pt x="2049" y="1320"/>
                </a:cubicBezTo>
                <a:cubicBezTo>
                  <a:pt x="2000" y="1301"/>
                  <a:pt x="1995" y="1302"/>
                  <a:pt x="1990" y="1299"/>
                </a:cubicBezTo>
                <a:cubicBezTo>
                  <a:pt x="1896" y="1255"/>
                  <a:pt x="1890" y="1251"/>
                  <a:pt x="1885" y="1248"/>
                </a:cubicBezTo>
                <a:cubicBezTo>
                  <a:pt x="1873" y="1238"/>
                  <a:pt x="1875" y="1238"/>
                  <a:pt x="1877" y="1240"/>
                </a:cubicBezTo>
                <a:cubicBezTo>
                  <a:pt x="1922" y="1254"/>
                  <a:pt x="1926" y="1252"/>
                  <a:pt x="1931" y="1258"/>
                </a:cubicBezTo>
                <a:cubicBezTo>
                  <a:pt x="1967" y="1262"/>
                  <a:pt x="1971" y="1268"/>
                  <a:pt x="1973" y="1265"/>
                </a:cubicBezTo>
                <a:cubicBezTo>
                  <a:pt x="2029" y="1276"/>
                  <a:pt x="2037" y="1284"/>
                  <a:pt x="2042" y="1279"/>
                </a:cubicBezTo>
                <a:cubicBezTo>
                  <a:pt x="2089" y="1292"/>
                  <a:pt x="2094" y="1289"/>
                  <a:pt x="2100" y="1294"/>
                </a:cubicBezTo>
                <a:cubicBezTo>
                  <a:pt x="2177" y="1307"/>
                  <a:pt x="2183" y="1311"/>
                  <a:pt x="2187" y="1310"/>
                </a:cubicBezTo>
                <a:cubicBezTo>
                  <a:pt x="2256" y="1336"/>
                  <a:pt x="2257" y="1330"/>
                  <a:pt x="2258" y="1337"/>
                </a:cubicBezTo>
                <a:cubicBezTo>
                  <a:pt x="2304" y="1360"/>
                  <a:pt x="2324" y="1367"/>
                  <a:pt x="2345" y="1379"/>
                </a:cubicBezTo>
                <a:cubicBezTo>
                  <a:pt x="2411" y="1419"/>
                  <a:pt x="2413" y="1422"/>
                  <a:pt x="2414" y="1425"/>
                </a:cubicBezTo>
                <a:cubicBezTo>
                  <a:pt x="2449" y="1443"/>
                  <a:pt x="2462" y="1451"/>
                  <a:pt x="2475" y="1460"/>
                </a:cubicBezTo>
                <a:close/>
                <a:moveTo>
                  <a:pt x="2508" y="1489"/>
                </a:moveTo>
                <a:cubicBezTo>
                  <a:pt x="2505" y="1480"/>
                  <a:pt x="2519" y="1488"/>
                  <a:pt x="2524" y="1492"/>
                </a:cubicBezTo>
                <a:cubicBezTo>
                  <a:pt x="2519" y="1495"/>
                  <a:pt x="2512" y="1487"/>
                  <a:pt x="2508" y="1489"/>
                </a:cubicBezTo>
                <a:close/>
                <a:moveTo>
                  <a:pt x="2534" y="1501"/>
                </a:moveTo>
                <a:cubicBezTo>
                  <a:pt x="2531" y="1500"/>
                  <a:pt x="2529" y="1498"/>
                  <a:pt x="2526" y="1497"/>
                </a:cubicBezTo>
                <a:cubicBezTo>
                  <a:pt x="2524" y="1494"/>
                  <a:pt x="2527" y="1495"/>
                  <a:pt x="2529" y="1496"/>
                </a:cubicBezTo>
                <a:cubicBezTo>
                  <a:pt x="2532" y="1498"/>
                  <a:pt x="2534" y="1499"/>
                  <a:pt x="2537" y="1501"/>
                </a:cubicBezTo>
                <a:cubicBezTo>
                  <a:pt x="2539" y="1504"/>
                  <a:pt x="2535" y="1503"/>
                  <a:pt x="2534" y="1501"/>
                </a:cubicBezTo>
                <a:close/>
                <a:moveTo>
                  <a:pt x="2300" y="1676"/>
                </a:moveTo>
                <a:cubicBezTo>
                  <a:pt x="2304" y="1674"/>
                  <a:pt x="2308" y="1671"/>
                  <a:pt x="2314" y="1675"/>
                </a:cubicBezTo>
                <a:cubicBezTo>
                  <a:pt x="2309" y="1676"/>
                  <a:pt x="2305" y="1679"/>
                  <a:pt x="2300" y="1676"/>
                </a:cubicBezTo>
                <a:close/>
                <a:moveTo>
                  <a:pt x="2329" y="1675"/>
                </a:moveTo>
                <a:cubicBezTo>
                  <a:pt x="2326" y="1677"/>
                  <a:pt x="2321" y="1673"/>
                  <a:pt x="2317" y="1677"/>
                </a:cubicBezTo>
                <a:cubicBezTo>
                  <a:pt x="2313" y="1672"/>
                  <a:pt x="2324" y="1676"/>
                  <a:pt x="2326" y="1672"/>
                </a:cubicBezTo>
                <a:cubicBezTo>
                  <a:pt x="2330" y="1673"/>
                  <a:pt x="2334" y="1672"/>
                  <a:pt x="2338" y="1670"/>
                </a:cubicBezTo>
                <a:cubicBezTo>
                  <a:pt x="2342" y="1675"/>
                  <a:pt x="2332" y="1675"/>
                  <a:pt x="2329" y="1675"/>
                </a:cubicBezTo>
                <a:close/>
                <a:moveTo>
                  <a:pt x="2742" y="1593"/>
                </a:moveTo>
                <a:cubicBezTo>
                  <a:pt x="2729" y="1584"/>
                  <a:pt x="2729" y="1573"/>
                  <a:pt x="2717" y="1564"/>
                </a:cubicBezTo>
                <a:cubicBezTo>
                  <a:pt x="2704" y="1537"/>
                  <a:pt x="2702" y="1535"/>
                  <a:pt x="2699" y="1533"/>
                </a:cubicBezTo>
                <a:cubicBezTo>
                  <a:pt x="2684" y="1506"/>
                  <a:pt x="2685" y="1504"/>
                  <a:pt x="2683" y="1501"/>
                </a:cubicBezTo>
                <a:cubicBezTo>
                  <a:pt x="2650" y="1418"/>
                  <a:pt x="2654" y="1414"/>
                  <a:pt x="2651" y="1412"/>
                </a:cubicBezTo>
                <a:cubicBezTo>
                  <a:pt x="2638" y="1362"/>
                  <a:pt x="2638" y="1351"/>
                  <a:pt x="2636" y="1339"/>
                </a:cubicBezTo>
                <a:cubicBezTo>
                  <a:pt x="2625" y="1301"/>
                  <a:pt x="2630" y="1294"/>
                  <a:pt x="2625" y="1290"/>
                </a:cubicBezTo>
                <a:cubicBezTo>
                  <a:pt x="2622" y="1250"/>
                  <a:pt x="2621" y="1245"/>
                  <a:pt x="2621" y="1240"/>
                </a:cubicBezTo>
                <a:cubicBezTo>
                  <a:pt x="2612" y="1150"/>
                  <a:pt x="2607" y="1129"/>
                  <a:pt x="2608" y="1106"/>
                </a:cubicBezTo>
                <a:cubicBezTo>
                  <a:pt x="2616" y="1110"/>
                  <a:pt x="2612" y="1115"/>
                  <a:pt x="2616" y="1119"/>
                </a:cubicBezTo>
                <a:cubicBezTo>
                  <a:pt x="2620" y="1134"/>
                  <a:pt x="2621" y="1138"/>
                  <a:pt x="2620" y="1143"/>
                </a:cubicBezTo>
                <a:cubicBezTo>
                  <a:pt x="2635" y="1209"/>
                  <a:pt x="2637" y="1213"/>
                  <a:pt x="2636" y="1218"/>
                </a:cubicBezTo>
                <a:cubicBezTo>
                  <a:pt x="2642" y="1252"/>
                  <a:pt x="2643" y="1257"/>
                  <a:pt x="2643" y="1263"/>
                </a:cubicBezTo>
                <a:cubicBezTo>
                  <a:pt x="2658" y="1309"/>
                  <a:pt x="2657" y="1314"/>
                  <a:pt x="2657" y="1319"/>
                </a:cubicBezTo>
                <a:cubicBezTo>
                  <a:pt x="2668" y="1364"/>
                  <a:pt x="2668" y="1366"/>
                  <a:pt x="2666" y="1370"/>
                </a:cubicBezTo>
                <a:cubicBezTo>
                  <a:pt x="2671" y="1392"/>
                  <a:pt x="2676" y="1393"/>
                  <a:pt x="2676" y="1394"/>
                </a:cubicBezTo>
                <a:cubicBezTo>
                  <a:pt x="2681" y="1409"/>
                  <a:pt x="2673" y="1415"/>
                  <a:pt x="2680" y="1419"/>
                </a:cubicBezTo>
                <a:cubicBezTo>
                  <a:pt x="2689" y="1457"/>
                  <a:pt x="2692" y="1466"/>
                  <a:pt x="2698" y="1475"/>
                </a:cubicBezTo>
                <a:cubicBezTo>
                  <a:pt x="2724" y="1549"/>
                  <a:pt x="2735" y="1567"/>
                  <a:pt x="2748" y="1584"/>
                </a:cubicBezTo>
                <a:cubicBezTo>
                  <a:pt x="2774" y="1618"/>
                  <a:pt x="2781" y="1626"/>
                  <a:pt x="2788" y="1634"/>
                </a:cubicBezTo>
                <a:cubicBezTo>
                  <a:pt x="2756" y="1619"/>
                  <a:pt x="2754" y="1614"/>
                  <a:pt x="2750" y="1609"/>
                </a:cubicBezTo>
                <a:close/>
                <a:moveTo>
                  <a:pt x="2716" y="1610"/>
                </a:moveTo>
                <a:cubicBezTo>
                  <a:pt x="2718" y="1613"/>
                  <a:pt x="2713" y="1611"/>
                  <a:pt x="2711" y="1609"/>
                </a:cubicBezTo>
                <a:cubicBezTo>
                  <a:pt x="2708" y="1605"/>
                  <a:pt x="2713" y="1608"/>
                  <a:pt x="2716" y="1610"/>
                </a:cubicBezTo>
                <a:close/>
                <a:moveTo>
                  <a:pt x="2687" y="1582"/>
                </a:moveTo>
                <a:cubicBezTo>
                  <a:pt x="2683" y="1586"/>
                  <a:pt x="2677" y="1577"/>
                  <a:pt x="2673" y="1576"/>
                </a:cubicBezTo>
                <a:cubicBezTo>
                  <a:pt x="2647" y="1538"/>
                  <a:pt x="2652" y="1531"/>
                  <a:pt x="2645" y="1526"/>
                </a:cubicBezTo>
                <a:cubicBezTo>
                  <a:pt x="2627" y="1486"/>
                  <a:pt x="2621" y="1477"/>
                  <a:pt x="2619" y="1467"/>
                </a:cubicBezTo>
                <a:cubicBezTo>
                  <a:pt x="2594" y="1380"/>
                  <a:pt x="2592" y="1371"/>
                  <a:pt x="2592" y="1362"/>
                </a:cubicBezTo>
                <a:cubicBezTo>
                  <a:pt x="2580" y="1281"/>
                  <a:pt x="2583" y="1276"/>
                  <a:pt x="2582" y="1272"/>
                </a:cubicBezTo>
                <a:cubicBezTo>
                  <a:pt x="2585" y="1242"/>
                  <a:pt x="2578" y="1239"/>
                  <a:pt x="2581" y="1234"/>
                </a:cubicBezTo>
                <a:cubicBezTo>
                  <a:pt x="2578" y="1214"/>
                  <a:pt x="2576" y="1213"/>
                  <a:pt x="2575" y="1212"/>
                </a:cubicBezTo>
                <a:cubicBezTo>
                  <a:pt x="2574" y="1144"/>
                  <a:pt x="2577" y="1139"/>
                  <a:pt x="2572" y="1137"/>
                </a:cubicBezTo>
                <a:cubicBezTo>
                  <a:pt x="2574" y="1098"/>
                  <a:pt x="2569" y="1092"/>
                  <a:pt x="2573" y="1085"/>
                </a:cubicBezTo>
                <a:cubicBezTo>
                  <a:pt x="2570" y="1056"/>
                  <a:pt x="2569" y="1050"/>
                  <a:pt x="2566" y="1044"/>
                </a:cubicBezTo>
                <a:cubicBezTo>
                  <a:pt x="2572" y="1064"/>
                  <a:pt x="2576" y="1069"/>
                  <a:pt x="2574" y="1075"/>
                </a:cubicBezTo>
                <a:cubicBezTo>
                  <a:pt x="2582" y="1149"/>
                  <a:pt x="2583" y="1152"/>
                  <a:pt x="2584" y="1155"/>
                </a:cubicBezTo>
                <a:cubicBezTo>
                  <a:pt x="2588" y="1193"/>
                  <a:pt x="2583" y="1206"/>
                  <a:pt x="2587" y="1217"/>
                </a:cubicBezTo>
                <a:cubicBezTo>
                  <a:pt x="2589" y="1273"/>
                  <a:pt x="2591" y="1275"/>
                  <a:pt x="2592" y="1276"/>
                </a:cubicBezTo>
                <a:cubicBezTo>
                  <a:pt x="2589" y="1301"/>
                  <a:pt x="2594" y="1311"/>
                  <a:pt x="2592" y="1323"/>
                </a:cubicBezTo>
                <a:cubicBezTo>
                  <a:pt x="2594" y="1347"/>
                  <a:pt x="2599" y="1352"/>
                  <a:pt x="2598" y="1358"/>
                </a:cubicBezTo>
                <a:cubicBezTo>
                  <a:pt x="2604" y="1388"/>
                  <a:pt x="2602" y="1391"/>
                  <a:pt x="2606" y="1393"/>
                </a:cubicBezTo>
                <a:cubicBezTo>
                  <a:pt x="2611" y="1423"/>
                  <a:pt x="2611" y="1425"/>
                  <a:pt x="2615" y="1427"/>
                </a:cubicBezTo>
                <a:cubicBezTo>
                  <a:pt x="2628" y="1467"/>
                  <a:pt x="2631" y="1472"/>
                  <a:pt x="2633" y="1478"/>
                </a:cubicBezTo>
                <a:cubicBezTo>
                  <a:pt x="2651" y="1517"/>
                  <a:pt x="2656" y="1521"/>
                  <a:pt x="2658" y="1527"/>
                </a:cubicBezTo>
                <a:cubicBezTo>
                  <a:pt x="2697" y="1593"/>
                  <a:pt x="2691" y="1584"/>
                  <a:pt x="2687" y="1582"/>
                </a:cubicBezTo>
                <a:close/>
                <a:moveTo>
                  <a:pt x="2144" y="1575"/>
                </a:moveTo>
                <a:cubicBezTo>
                  <a:pt x="2148" y="1570"/>
                  <a:pt x="2154" y="1577"/>
                  <a:pt x="2158" y="1574"/>
                </a:cubicBezTo>
                <a:cubicBezTo>
                  <a:pt x="2160" y="1578"/>
                  <a:pt x="2149" y="1578"/>
                  <a:pt x="2144" y="1575"/>
                </a:cubicBezTo>
                <a:close/>
                <a:moveTo>
                  <a:pt x="2526" y="1607"/>
                </a:moveTo>
                <a:cubicBezTo>
                  <a:pt x="2524" y="1607"/>
                  <a:pt x="2522" y="1607"/>
                  <a:pt x="2520" y="1605"/>
                </a:cubicBezTo>
                <a:cubicBezTo>
                  <a:pt x="2516" y="1609"/>
                  <a:pt x="2511" y="1603"/>
                  <a:pt x="2508" y="1607"/>
                </a:cubicBezTo>
                <a:cubicBezTo>
                  <a:pt x="2499" y="1605"/>
                  <a:pt x="2490" y="1605"/>
                  <a:pt x="2482" y="1606"/>
                </a:cubicBezTo>
                <a:cubicBezTo>
                  <a:pt x="2480" y="1603"/>
                  <a:pt x="2484" y="1601"/>
                  <a:pt x="2486" y="1604"/>
                </a:cubicBezTo>
                <a:cubicBezTo>
                  <a:pt x="2489" y="1602"/>
                  <a:pt x="2492" y="1603"/>
                  <a:pt x="2494" y="1601"/>
                </a:cubicBezTo>
                <a:cubicBezTo>
                  <a:pt x="2507" y="1605"/>
                  <a:pt x="2518" y="1601"/>
                  <a:pt x="2531" y="1604"/>
                </a:cubicBezTo>
                <a:cubicBezTo>
                  <a:pt x="2533" y="1608"/>
                  <a:pt x="2528" y="1604"/>
                  <a:pt x="2526" y="1607"/>
                </a:cubicBezTo>
                <a:close/>
                <a:moveTo>
                  <a:pt x="2567" y="1613"/>
                </a:moveTo>
                <a:cubicBezTo>
                  <a:pt x="2559" y="1606"/>
                  <a:pt x="2555" y="1614"/>
                  <a:pt x="2547" y="1607"/>
                </a:cubicBezTo>
                <a:cubicBezTo>
                  <a:pt x="2553" y="1605"/>
                  <a:pt x="2561" y="1610"/>
                  <a:pt x="2568" y="1608"/>
                </a:cubicBezTo>
                <a:cubicBezTo>
                  <a:pt x="2574" y="1610"/>
                  <a:pt x="2580" y="1607"/>
                  <a:pt x="2587" y="1610"/>
                </a:cubicBezTo>
                <a:cubicBezTo>
                  <a:pt x="2581" y="1615"/>
                  <a:pt x="2573" y="1607"/>
                  <a:pt x="2567" y="1613"/>
                </a:cubicBezTo>
                <a:close/>
                <a:moveTo>
                  <a:pt x="2540" y="1598"/>
                </a:moveTo>
                <a:cubicBezTo>
                  <a:pt x="2525" y="1593"/>
                  <a:pt x="2512" y="1597"/>
                  <a:pt x="2497" y="1592"/>
                </a:cubicBezTo>
                <a:cubicBezTo>
                  <a:pt x="2450" y="1595"/>
                  <a:pt x="2441" y="1586"/>
                  <a:pt x="2435" y="1590"/>
                </a:cubicBezTo>
                <a:cubicBezTo>
                  <a:pt x="2387" y="1588"/>
                  <a:pt x="2379" y="1582"/>
                  <a:pt x="2372" y="1583"/>
                </a:cubicBezTo>
                <a:cubicBezTo>
                  <a:pt x="2312" y="1577"/>
                  <a:pt x="2305" y="1580"/>
                  <a:pt x="2296" y="1579"/>
                </a:cubicBezTo>
                <a:cubicBezTo>
                  <a:pt x="2241" y="1575"/>
                  <a:pt x="2238" y="1581"/>
                  <a:pt x="2233" y="1579"/>
                </a:cubicBezTo>
                <a:cubicBezTo>
                  <a:pt x="2204" y="1581"/>
                  <a:pt x="2199" y="1578"/>
                  <a:pt x="2196" y="1580"/>
                </a:cubicBezTo>
                <a:cubicBezTo>
                  <a:pt x="2167" y="1578"/>
                  <a:pt x="2165" y="1578"/>
                  <a:pt x="2162" y="1576"/>
                </a:cubicBezTo>
                <a:cubicBezTo>
                  <a:pt x="2207" y="1569"/>
                  <a:pt x="2214" y="1577"/>
                  <a:pt x="2219" y="1572"/>
                </a:cubicBezTo>
                <a:cubicBezTo>
                  <a:pt x="2278" y="1569"/>
                  <a:pt x="2290" y="1571"/>
                  <a:pt x="2300" y="1569"/>
                </a:cubicBezTo>
                <a:cubicBezTo>
                  <a:pt x="2323" y="1569"/>
                  <a:pt x="2329" y="1569"/>
                  <a:pt x="2335" y="1568"/>
                </a:cubicBezTo>
                <a:cubicBezTo>
                  <a:pt x="2440" y="1571"/>
                  <a:pt x="2444" y="1568"/>
                  <a:pt x="2449" y="1566"/>
                </a:cubicBezTo>
                <a:cubicBezTo>
                  <a:pt x="2502" y="1575"/>
                  <a:pt x="2506" y="1569"/>
                  <a:pt x="2512" y="1573"/>
                </a:cubicBezTo>
                <a:cubicBezTo>
                  <a:pt x="2567" y="1582"/>
                  <a:pt x="2574" y="1579"/>
                  <a:pt x="2583" y="1581"/>
                </a:cubicBezTo>
                <a:cubicBezTo>
                  <a:pt x="2641" y="1590"/>
                  <a:pt x="2646" y="1593"/>
                  <a:pt x="2652" y="1596"/>
                </a:cubicBezTo>
                <a:cubicBezTo>
                  <a:pt x="2707" y="1622"/>
                  <a:pt x="2702" y="1616"/>
                  <a:pt x="2699" y="1619"/>
                </a:cubicBezTo>
                <a:cubicBezTo>
                  <a:pt x="2672" y="1612"/>
                  <a:pt x="2669" y="1612"/>
                  <a:pt x="2666" y="1613"/>
                </a:cubicBezTo>
                <a:cubicBezTo>
                  <a:pt x="2637" y="1606"/>
                  <a:pt x="2631" y="1611"/>
                  <a:pt x="2624" y="1606"/>
                </a:cubicBezTo>
                <a:close/>
                <a:moveTo>
                  <a:pt x="2597" y="1611"/>
                </a:moveTo>
                <a:cubicBezTo>
                  <a:pt x="2606" y="1607"/>
                  <a:pt x="2618" y="1619"/>
                  <a:pt x="2627" y="1613"/>
                </a:cubicBezTo>
                <a:cubicBezTo>
                  <a:pt x="2633" y="1619"/>
                  <a:pt x="2636" y="1614"/>
                  <a:pt x="2642" y="1618"/>
                </a:cubicBezTo>
                <a:cubicBezTo>
                  <a:pt x="2633" y="1621"/>
                  <a:pt x="2623" y="1619"/>
                  <a:pt x="2614" y="1621"/>
                </a:cubicBezTo>
                <a:cubicBezTo>
                  <a:pt x="2608" y="1613"/>
                  <a:pt x="2605" y="1615"/>
                  <a:pt x="2597" y="1611"/>
                </a:cubicBezTo>
                <a:close/>
                <a:moveTo>
                  <a:pt x="2763" y="1649"/>
                </a:moveTo>
                <a:cubicBezTo>
                  <a:pt x="2754" y="1649"/>
                  <a:pt x="2745" y="1646"/>
                  <a:pt x="2735" y="1643"/>
                </a:cubicBezTo>
                <a:cubicBezTo>
                  <a:pt x="2676" y="1644"/>
                  <a:pt x="2666" y="1642"/>
                  <a:pt x="2656" y="1643"/>
                </a:cubicBezTo>
                <a:cubicBezTo>
                  <a:pt x="2619" y="1644"/>
                  <a:pt x="2610" y="1645"/>
                  <a:pt x="2601" y="1648"/>
                </a:cubicBezTo>
                <a:cubicBezTo>
                  <a:pt x="2566" y="1648"/>
                  <a:pt x="2563" y="1648"/>
                  <a:pt x="2560" y="1650"/>
                </a:cubicBezTo>
                <a:cubicBezTo>
                  <a:pt x="2515" y="1653"/>
                  <a:pt x="2510" y="1656"/>
                  <a:pt x="2503" y="1654"/>
                </a:cubicBezTo>
                <a:cubicBezTo>
                  <a:pt x="2451" y="1659"/>
                  <a:pt x="2440" y="1669"/>
                  <a:pt x="2426" y="1663"/>
                </a:cubicBezTo>
                <a:cubicBezTo>
                  <a:pt x="2376" y="1673"/>
                  <a:pt x="2369" y="1667"/>
                  <a:pt x="2365" y="1672"/>
                </a:cubicBezTo>
                <a:cubicBezTo>
                  <a:pt x="2379" y="1668"/>
                  <a:pt x="2384" y="1667"/>
                  <a:pt x="2389" y="1664"/>
                </a:cubicBezTo>
                <a:cubicBezTo>
                  <a:pt x="2438" y="1657"/>
                  <a:pt x="2443" y="1656"/>
                  <a:pt x="2448" y="1654"/>
                </a:cubicBezTo>
                <a:cubicBezTo>
                  <a:pt x="2508" y="1641"/>
                  <a:pt x="2511" y="1645"/>
                  <a:pt x="2512" y="1644"/>
                </a:cubicBezTo>
                <a:cubicBezTo>
                  <a:pt x="2542" y="1641"/>
                  <a:pt x="2546" y="1637"/>
                  <a:pt x="2551" y="1636"/>
                </a:cubicBezTo>
                <a:cubicBezTo>
                  <a:pt x="2604" y="1630"/>
                  <a:pt x="2614" y="1631"/>
                  <a:pt x="2623" y="1627"/>
                </a:cubicBezTo>
                <a:cubicBezTo>
                  <a:pt x="2687" y="1626"/>
                  <a:pt x="2697" y="1629"/>
                  <a:pt x="2705" y="1626"/>
                </a:cubicBezTo>
                <a:cubicBezTo>
                  <a:pt x="2750" y="1637"/>
                  <a:pt x="2753" y="1632"/>
                  <a:pt x="2757" y="1637"/>
                </a:cubicBezTo>
                <a:cubicBezTo>
                  <a:pt x="2783" y="1654"/>
                  <a:pt x="2773" y="1651"/>
                  <a:pt x="2763" y="1649"/>
                </a:cubicBezTo>
                <a:close/>
                <a:moveTo>
                  <a:pt x="2805" y="1637"/>
                </a:moveTo>
                <a:cubicBezTo>
                  <a:pt x="2800" y="1634"/>
                  <a:pt x="2797" y="1631"/>
                  <a:pt x="2796" y="1626"/>
                </a:cubicBezTo>
                <a:cubicBezTo>
                  <a:pt x="2758" y="1589"/>
                  <a:pt x="2761" y="1584"/>
                  <a:pt x="2756" y="1581"/>
                </a:cubicBezTo>
                <a:cubicBezTo>
                  <a:pt x="2746" y="1568"/>
                  <a:pt x="2747" y="1564"/>
                  <a:pt x="2740" y="1561"/>
                </a:cubicBezTo>
                <a:cubicBezTo>
                  <a:pt x="2730" y="1535"/>
                  <a:pt x="2730" y="1532"/>
                  <a:pt x="2727" y="1530"/>
                </a:cubicBezTo>
                <a:cubicBezTo>
                  <a:pt x="2718" y="1506"/>
                  <a:pt x="2718" y="1503"/>
                  <a:pt x="2714" y="1501"/>
                </a:cubicBezTo>
                <a:cubicBezTo>
                  <a:pt x="2687" y="1421"/>
                  <a:pt x="2685" y="1400"/>
                  <a:pt x="2677" y="1380"/>
                </a:cubicBezTo>
                <a:cubicBezTo>
                  <a:pt x="2674" y="1353"/>
                  <a:pt x="2671" y="1351"/>
                  <a:pt x="2673" y="1348"/>
                </a:cubicBezTo>
                <a:cubicBezTo>
                  <a:pt x="2646" y="1236"/>
                  <a:pt x="2645" y="1214"/>
                  <a:pt x="2642" y="1194"/>
                </a:cubicBezTo>
                <a:cubicBezTo>
                  <a:pt x="2628" y="1129"/>
                  <a:pt x="2621" y="1127"/>
                  <a:pt x="2623" y="1123"/>
                </a:cubicBezTo>
                <a:cubicBezTo>
                  <a:pt x="2620" y="1109"/>
                  <a:pt x="2614" y="1106"/>
                  <a:pt x="2617" y="1101"/>
                </a:cubicBezTo>
                <a:cubicBezTo>
                  <a:pt x="2600" y="1060"/>
                  <a:pt x="2601" y="1047"/>
                  <a:pt x="2596" y="1035"/>
                </a:cubicBezTo>
                <a:cubicBezTo>
                  <a:pt x="2606" y="1050"/>
                  <a:pt x="2612" y="1052"/>
                  <a:pt x="2608" y="1056"/>
                </a:cubicBezTo>
                <a:cubicBezTo>
                  <a:pt x="2633" y="1119"/>
                  <a:pt x="2633" y="1126"/>
                  <a:pt x="2632" y="1133"/>
                </a:cubicBezTo>
                <a:cubicBezTo>
                  <a:pt x="2642" y="1158"/>
                  <a:pt x="2644" y="1164"/>
                  <a:pt x="2643" y="1171"/>
                </a:cubicBezTo>
                <a:cubicBezTo>
                  <a:pt x="2653" y="1196"/>
                  <a:pt x="2654" y="1203"/>
                  <a:pt x="2657" y="1209"/>
                </a:cubicBezTo>
                <a:cubicBezTo>
                  <a:pt x="2667" y="1272"/>
                  <a:pt x="2677" y="1274"/>
                  <a:pt x="2671" y="1279"/>
                </a:cubicBezTo>
                <a:cubicBezTo>
                  <a:pt x="2685" y="1333"/>
                  <a:pt x="2681" y="1340"/>
                  <a:pt x="2688" y="1345"/>
                </a:cubicBezTo>
                <a:cubicBezTo>
                  <a:pt x="2693" y="1378"/>
                  <a:pt x="2694" y="1381"/>
                  <a:pt x="2696" y="1384"/>
                </a:cubicBezTo>
                <a:cubicBezTo>
                  <a:pt x="2700" y="1418"/>
                  <a:pt x="2706" y="1420"/>
                  <a:pt x="2703" y="1423"/>
                </a:cubicBezTo>
                <a:cubicBezTo>
                  <a:pt x="2722" y="1475"/>
                  <a:pt x="2722" y="1478"/>
                  <a:pt x="2723" y="1481"/>
                </a:cubicBezTo>
                <a:cubicBezTo>
                  <a:pt x="2751" y="1548"/>
                  <a:pt x="2760" y="1560"/>
                  <a:pt x="2766" y="1573"/>
                </a:cubicBezTo>
                <a:cubicBezTo>
                  <a:pt x="2784" y="1604"/>
                  <a:pt x="2791" y="1605"/>
                  <a:pt x="2789" y="1609"/>
                </a:cubicBezTo>
                <a:close/>
                <a:moveTo>
                  <a:pt x="2817" y="1654"/>
                </a:moveTo>
                <a:cubicBezTo>
                  <a:pt x="2819" y="1652"/>
                  <a:pt x="2819" y="1650"/>
                  <a:pt x="2818" y="1649"/>
                </a:cubicBezTo>
                <a:cubicBezTo>
                  <a:pt x="2824" y="1647"/>
                  <a:pt x="2833" y="1657"/>
                  <a:pt x="2836" y="1661"/>
                </a:cubicBezTo>
                <a:cubicBezTo>
                  <a:pt x="2827" y="1663"/>
                  <a:pt x="2826" y="1655"/>
                  <a:pt x="2817" y="1654"/>
                </a:cubicBezTo>
                <a:close/>
                <a:moveTo>
                  <a:pt x="2828" y="1677"/>
                </a:moveTo>
                <a:cubicBezTo>
                  <a:pt x="2829" y="1675"/>
                  <a:pt x="2831" y="1673"/>
                  <a:pt x="2832" y="1671"/>
                </a:cubicBezTo>
                <a:cubicBezTo>
                  <a:pt x="2835" y="1671"/>
                  <a:pt x="2840" y="1673"/>
                  <a:pt x="2844" y="1677"/>
                </a:cubicBezTo>
                <a:cubicBezTo>
                  <a:pt x="2839" y="1679"/>
                  <a:pt x="2834" y="1679"/>
                  <a:pt x="2828" y="1677"/>
                </a:cubicBezTo>
                <a:close/>
                <a:moveTo>
                  <a:pt x="2900" y="1640"/>
                </a:moveTo>
                <a:cubicBezTo>
                  <a:pt x="2895" y="1633"/>
                  <a:pt x="2905" y="1639"/>
                  <a:pt x="2904" y="1641"/>
                </a:cubicBezTo>
                <a:cubicBezTo>
                  <a:pt x="2904" y="1642"/>
                  <a:pt x="2900" y="1641"/>
                  <a:pt x="2900" y="1640"/>
                </a:cubicBezTo>
                <a:close/>
                <a:moveTo>
                  <a:pt x="2864" y="1737"/>
                </a:moveTo>
                <a:cubicBezTo>
                  <a:pt x="2860" y="1739"/>
                  <a:pt x="2856" y="1743"/>
                  <a:pt x="2851" y="1741"/>
                </a:cubicBezTo>
                <a:cubicBezTo>
                  <a:pt x="2847" y="1745"/>
                  <a:pt x="2843" y="1748"/>
                  <a:pt x="2837" y="1746"/>
                </a:cubicBezTo>
                <a:cubicBezTo>
                  <a:pt x="2834" y="1753"/>
                  <a:pt x="2829" y="1752"/>
                  <a:pt x="2825" y="1753"/>
                </a:cubicBezTo>
                <a:cubicBezTo>
                  <a:pt x="2822" y="1759"/>
                  <a:pt x="2817" y="1754"/>
                  <a:pt x="2813" y="1758"/>
                </a:cubicBezTo>
                <a:cubicBezTo>
                  <a:pt x="2811" y="1757"/>
                  <a:pt x="2810" y="1760"/>
                  <a:pt x="2809" y="1761"/>
                </a:cubicBezTo>
                <a:cubicBezTo>
                  <a:pt x="2807" y="1762"/>
                  <a:pt x="2807" y="1761"/>
                  <a:pt x="2806" y="1761"/>
                </a:cubicBezTo>
                <a:cubicBezTo>
                  <a:pt x="2804" y="1762"/>
                  <a:pt x="2799" y="1763"/>
                  <a:pt x="2797" y="1766"/>
                </a:cubicBezTo>
                <a:cubicBezTo>
                  <a:pt x="2796" y="1768"/>
                  <a:pt x="2791" y="1771"/>
                  <a:pt x="2787" y="1770"/>
                </a:cubicBezTo>
                <a:cubicBezTo>
                  <a:pt x="2779" y="1776"/>
                  <a:pt x="2771" y="1778"/>
                  <a:pt x="2762" y="1779"/>
                </a:cubicBezTo>
                <a:cubicBezTo>
                  <a:pt x="2761" y="1784"/>
                  <a:pt x="2757" y="1780"/>
                  <a:pt x="2755" y="1782"/>
                </a:cubicBezTo>
                <a:cubicBezTo>
                  <a:pt x="2753" y="1784"/>
                  <a:pt x="2751" y="1785"/>
                  <a:pt x="2749" y="1784"/>
                </a:cubicBezTo>
                <a:cubicBezTo>
                  <a:pt x="2745" y="1785"/>
                  <a:pt x="2741" y="1789"/>
                  <a:pt x="2736" y="1788"/>
                </a:cubicBezTo>
                <a:cubicBezTo>
                  <a:pt x="2732" y="1791"/>
                  <a:pt x="2726" y="1789"/>
                  <a:pt x="2722" y="1792"/>
                </a:cubicBezTo>
                <a:cubicBezTo>
                  <a:pt x="2720" y="1791"/>
                  <a:pt x="2719" y="1795"/>
                  <a:pt x="2716" y="1793"/>
                </a:cubicBezTo>
                <a:cubicBezTo>
                  <a:pt x="2714" y="1793"/>
                  <a:pt x="2712" y="1793"/>
                  <a:pt x="2710" y="1795"/>
                </a:cubicBezTo>
                <a:cubicBezTo>
                  <a:pt x="2707" y="1789"/>
                  <a:pt x="2717" y="1789"/>
                  <a:pt x="2720" y="1788"/>
                </a:cubicBezTo>
                <a:cubicBezTo>
                  <a:pt x="2724" y="1786"/>
                  <a:pt x="2726" y="1778"/>
                  <a:pt x="2732" y="1783"/>
                </a:cubicBezTo>
                <a:cubicBezTo>
                  <a:pt x="2734" y="1775"/>
                  <a:pt x="2739" y="1776"/>
                  <a:pt x="2742" y="1774"/>
                </a:cubicBezTo>
                <a:cubicBezTo>
                  <a:pt x="2745" y="1768"/>
                  <a:pt x="2750" y="1771"/>
                  <a:pt x="2753" y="1766"/>
                </a:cubicBezTo>
                <a:cubicBezTo>
                  <a:pt x="2762" y="1766"/>
                  <a:pt x="2768" y="1758"/>
                  <a:pt x="2776" y="1755"/>
                </a:cubicBezTo>
                <a:cubicBezTo>
                  <a:pt x="2783" y="1749"/>
                  <a:pt x="2792" y="1749"/>
                  <a:pt x="2799" y="1741"/>
                </a:cubicBezTo>
                <a:cubicBezTo>
                  <a:pt x="2810" y="1740"/>
                  <a:pt x="2821" y="1735"/>
                  <a:pt x="2831" y="1731"/>
                </a:cubicBezTo>
                <a:cubicBezTo>
                  <a:pt x="2836" y="1732"/>
                  <a:pt x="2840" y="1731"/>
                  <a:pt x="2843" y="1729"/>
                </a:cubicBezTo>
                <a:cubicBezTo>
                  <a:pt x="2849" y="1735"/>
                  <a:pt x="2851" y="1724"/>
                  <a:pt x="2856" y="1729"/>
                </a:cubicBezTo>
                <a:cubicBezTo>
                  <a:pt x="2864" y="1725"/>
                  <a:pt x="2872" y="1724"/>
                  <a:pt x="2880" y="1721"/>
                </a:cubicBezTo>
                <a:cubicBezTo>
                  <a:pt x="2893" y="1726"/>
                  <a:pt x="2905" y="1722"/>
                  <a:pt x="2918" y="1726"/>
                </a:cubicBezTo>
                <a:cubicBezTo>
                  <a:pt x="2900" y="1729"/>
                  <a:pt x="2882" y="1734"/>
                  <a:pt x="2864" y="1737"/>
                </a:cubicBezTo>
                <a:close/>
                <a:moveTo>
                  <a:pt x="2915" y="1687"/>
                </a:moveTo>
                <a:cubicBezTo>
                  <a:pt x="2914" y="1684"/>
                  <a:pt x="2912" y="1681"/>
                  <a:pt x="2912" y="1677"/>
                </a:cubicBezTo>
                <a:cubicBezTo>
                  <a:pt x="2906" y="1672"/>
                  <a:pt x="2907" y="1664"/>
                  <a:pt x="2900" y="1659"/>
                </a:cubicBezTo>
                <a:cubicBezTo>
                  <a:pt x="2904" y="1655"/>
                  <a:pt x="2909" y="1664"/>
                  <a:pt x="2908" y="1667"/>
                </a:cubicBezTo>
                <a:cubicBezTo>
                  <a:pt x="2913" y="1670"/>
                  <a:pt x="2912" y="1673"/>
                  <a:pt x="2915" y="1677"/>
                </a:cubicBezTo>
                <a:cubicBezTo>
                  <a:pt x="2917" y="1678"/>
                  <a:pt x="2915" y="1681"/>
                  <a:pt x="2916" y="1683"/>
                </a:cubicBezTo>
                <a:cubicBezTo>
                  <a:pt x="2916" y="1684"/>
                  <a:pt x="2919" y="1684"/>
                  <a:pt x="2920" y="1685"/>
                </a:cubicBezTo>
                <a:cubicBezTo>
                  <a:pt x="2920" y="1685"/>
                  <a:pt x="2918" y="1686"/>
                  <a:pt x="2918" y="1687"/>
                </a:cubicBezTo>
                <a:cubicBezTo>
                  <a:pt x="2920" y="1690"/>
                  <a:pt x="2927" y="1693"/>
                  <a:pt x="2922" y="1697"/>
                </a:cubicBezTo>
                <a:cubicBezTo>
                  <a:pt x="2915" y="1695"/>
                  <a:pt x="2918" y="1691"/>
                  <a:pt x="2915" y="1687"/>
                </a:cubicBezTo>
                <a:close/>
                <a:moveTo>
                  <a:pt x="2921" y="1726"/>
                </a:moveTo>
                <a:cubicBezTo>
                  <a:pt x="2924" y="1725"/>
                  <a:pt x="2927" y="1725"/>
                  <a:pt x="2929" y="1726"/>
                </a:cubicBezTo>
                <a:cubicBezTo>
                  <a:pt x="2933" y="1729"/>
                  <a:pt x="2924" y="1727"/>
                  <a:pt x="2921" y="1726"/>
                </a:cubicBezTo>
                <a:close/>
                <a:moveTo>
                  <a:pt x="2925" y="1704"/>
                </a:moveTo>
                <a:cubicBezTo>
                  <a:pt x="2926" y="1701"/>
                  <a:pt x="2929" y="1702"/>
                  <a:pt x="2931" y="1703"/>
                </a:cubicBezTo>
                <a:cubicBezTo>
                  <a:pt x="2930" y="1704"/>
                  <a:pt x="2931" y="1705"/>
                  <a:pt x="2932" y="1706"/>
                </a:cubicBezTo>
                <a:cubicBezTo>
                  <a:pt x="2930" y="1708"/>
                  <a:pt x="2927" y="1706"/>
                  <a:pt x="2925" y="1704"/>
                </a:cubicBezTo>
                <a:close/>
                <a:moveTo>
                  <a:pt x="2954" y="1716"/>
                </a:moveTo>
                <a:cubicBezTo>
                  <a:pt x="2953" y="1717"/>
                  <a:pt x="2950" y="1716"/>
                  <a:pt x="2949" y="1715"/>
                </a:cubicBezTo>
                <a:cubicBezTo>
                  <a:pt x="2945" y="1708"/>
                  <a:pt x="2955" y="1714"/>
                  <a:pt x="2954" y="1716"/>
                </a:cubicBezTo>
                <a:close/>
                <a:moveTo>
                  <a:pt x="2973" y="1726"/>
                </a:moveTo>
                <a:cubicBezTo>
                  <a:pt x="2968" y="1724"/>
                  <a:pt x="2972" y="1720"/>
                  <a:pt x="2969" y="1718"/>
                </a:cubicBezTo>
                <a:cubicBezTo>
                  <a:pt x="2938" y="1683"/>
                  <a:pt x="2930" y="1679"/>
                  <a:pt x="2927" y="1674"/>
                </a:cubicBezTo>
                <a:cubicBezTo>
                  <a:pt x="2915" y="1643"/>
                  <a:pt x="2912" y="1636"/>
                  <a:pt x="2907" y="1629"/>
                </a:cubicBezTo>
                <a:cubicBezTo>
                  <a:pt x="2892" y="1579"/>
                  <a:pt x="2886" y="1575"/>
                  <a:pt x="2887" y="1569"/>
                </a:cubicBezTo>
                <a:cubicBezTo>
                  <a:pt x="2883" y="1542"/>
                  <a:pt x="2877" y="1540"/>
                  <a:pt x="2879" y="1538"/>
                </a:cubicBezTo>
                <a:cubicBezTo>
                  <a:pt x="2871" y="1501"/>
                  <a:pt x="2870" y="1496"/>
                  <a:pt x="2868" y="1491"/>
                </a:cubicBezTo>
                <a:cubicBezTo>
                  <a:pt x="2853" y="1392"/>
                  <a:pt x="2859" y="1387"/>
                  <a:pt x="2855" y="1385"/>
                </a:cubicBezTo>
                <a:cubicBezTo>
                  <a:pt x="2851" y="1351"/>
                  <a:pt x="2854" y="1340"/>
                  <a:pt x="2850" y="1330"/>
                </a:cubicBezTo>
                <a:cubicBezTo>
                  <a:pt x="2857" y="1350"/>
                  <a:pt x="2862" y="1353"/>
                  <a:pt x="2863" y="1357"/>
                </a:cubicBezTo>
                <a:cubicBezTo>
                  <a:pt x="2872" y="1389"/>
                  <a:pt x="2874" y="1392"/>
                  <a:pt x="2874" y="1395"/>
                </a:cubicBezTo>
                <a:cubicBezTo>
                  <a:pt x="2880" y="1418"/>
                  <a:pt x="2877" y="1423"/>
                  <a:pt x="2880" y="1426"/>
                </a:cubicBezTo>
                <a:cubicBezTo>
                  <a:pt x="2883" y="1449"/>
                  <a:pt x="2885" y="1452"/>
                  <a:pt x="2886" y="1456"/>
                </a:cubicBezTo>
                <a:cubicBezTo>
                  <a:pt x="2887" y="1491"/>
                  <a:pt x="2897" y="1495"/>
                  <a:pt x="2892" y="1502"/>
                </a:cubicBezTo>
                <a:cubicBezTo>
                  <a:pt x="2901" y="1537"/>
                  <a:pt x="2901" y="1540"/>
                  <a:pt x="2899" y="1543"/>
                </a:cubicBezTo>
                <a:cubicBezTo>
                  <a:pt x="2907" y="1572"/>
                  <a:pt x="2913" y="1576"/>
                  <a:pt x="2910" y="1582"/>
                </a:cubicBezTo>
                <a:cubicBezTo>
                  <a:pt x="2913" y="1604"/>
                  <a:pt x="2924" y="1607"/>
                  <a:pt x="2918" y="1613"/>
                </a:cubicBezTo>
                <a:cubicBezTo>
                  <a:pt x="2937" y="1642"/>
                  <a:pt x="2934" y="1651"/>
                  <a:pt x="2941" y="1657"/>
                </a:cubicBezTo>
                <a:cubicBezTo>
                  <a:pt x="2993" y="1738"/>
                  <a:pt x="2982" y="1726"/>
                  <a:pt x="2973" y="1726"/>
                </a:cubicBezTo>
                <a:close/>
                <a:moveTo>
                  <a:pt x="3024" y="1736"/>
                </a:moveTo>
                <a:cubicBezTo>
                  <a:pt x="3029" y="1728"/>
                  <a:pt x="3032" y="1742"/>
                  <a:pt x="3035" y="1744"/>
                </a:cubicBezTo>
                <a:cubicBezTo>
                  <a:pt x="3030" y="1747"/>
                  <a:pt x="3028" y="1738"/>
                  <a:pt x="3024" y="1736"/>
                </a:cubicBezTo>
                <a:close/>
                <a:moveTo>
                  <a:pt x="3115" y="1805"/>
                </a:moveTo>
                <a:cubicBezTo>
                  <a:pt x="3110" y="1802"/>
                  <a:pt x="3105" y="1802"/>
                  <a:pt x="3100" y="1803"/>
                </a:cubicBezTo>
                <a:cubicBezTo>
                  <a:pt x="3096" y="1798"/>
                  <a:pt x="3093" y="1800"/>
                  <a:pt x="3088" y="1797"/>
                </a:cubicBezTo>
                <a:cubicBezTo>
                  <a:pt x="3084" y="1796"/>
                  <a:pt x="3080" y="1793"/>
                  <a:pt x="3077" y="1795"/>
                </a:cubicBezTo>
                <a:cubicBezTo>
                  <a:pt x="3074" y="1791"/>
                  <a:pt x="3079" y="1792"/>
                  <a:pt x="3080" y="1790"/>
                </a:cubicBezTo>
                <a:cubicBezTo>
                  <a:pt x="3084" y="1789"/>
                  <a:pt x="3088" y="1790"/>
                  <a:pt x="3091" y="1789"/>
                </a:cubicBezTo>
                <a:cubicBezTo>
                  <a:pt x="3096" y="1792"/>
                  <a:pt x="3101" y="1795"/>
                  <a:pt x="3106" y="1799"/>
                </a:cubicBezTo>
                <a:cubicBezTo>
                  <a:pt x="3108" y="1801"/>
                  <a:pt x="3110" y="1799"/>
                  <a:pt x="3113" y="1800"/>
                </a:cubicBezTo>
                <a:cubicBezTo>
                  <a:pt x="3114" y="1802"/>
                  <a:pt x="3116" y="1803"/>
                  <a:pt x="3118" y="1804"/>
                </a:cubicBezTo>
                <a:cubicBezTo>
                  <a:pt x="3120" y="1805"/>
                  <a:pt x="3122" y="1806"/>
                  <a:pt x="3123" y="1808"/>
                </a:cubicBezTo>
                <a:cubicBezTo>
                  <a:pt x="3121" y="1810"/>
                  <a:pt x="3118" y="1806"/>
                  <a:pt x="3115" y="1805"/>
                </a:cubicBezTo>
                <a:close/>
                <a:moveTo>
                  <a:pt x="1680" y="9"/>
                </a:moveTo>
                <a:cubicBezTo>
                  <a:pt x="1681" y="6"/>
                  <a:pt x="1682" y="3"/>
                  <a:pt x="1683" y="0"/>
                </a:cubicBezTo>
                <a:cubicBezTo>
                  <a:pt x="1678" y="0"/>
                  <a:pt x="1678" y="0"/>
                  <a:pt x="1678" y="0"/>
                </a:cubicBezTo>
                <a:cubicBezTo>
                  <a:pt x="1678" y="2"/>
                  <a:pt x="1677" y="4"/>
                  <a:pt x="1676" y="6"/>
                </a:cubicBezTo>
                <a:cubicBezTo>
                  <a:pt x="1676" y="9"/>
                  <a:pt x="1678" y="11"/>
                  <a:pt x="1676" y="15"/>
                </a:cubicBezTo>
                <a:cubicBezTo>
                  <a:pt x="1672" y="19"/>
                  <a:pt x="1676" y="26"/>
                  <a:pt x="1679" y="20"/>
                </a:cubicBezTo>
                <a:cubicBezTo>
                  <a:pt x="1674" y="19"/>
                  <a:pt x="1680" y="13"/>
                  <a:pt x="1680" y="9"/>
                </a:cubicBezTo>
                <a:close/>
                <a:moveTo>
                  <a:pt x="974" y="1507"/>
                </a:moveTo>
                <a:cubicBezTo>
                  <a:pt x="972" y="1503"/>
                  <a:pt x="969" y="1505"/>
                  <a:pt x="966" y="1504"/>
                </a:cubicBezTo>
                <a:cubicBezTo>
                  <a:pt x="931" y="1480"/>
                  <a:pt x="929" y="1480"/>
                  <a:pt x="927" y="1479"/>
                </a:cubicBezTo>
                <a:cubicBezTo>
                  <a:pt x="911" y="1456"/>
                  <a:pt x="903" y="1450"/>
                  <a:pt x="900" y="1449"/>
                </a:cubicBezTo>
                <a:cubicBezTo>
                  <a:pt x="891" y="1420"/>
                  <a:pt x="892" y="1413"/>
                  <a:pt x="887" y="1405"/>
                </a:cubicBezTo>
                <a:cubicBezTo>
                  <a:pt x="899" y="1346"/>
                  <a:pt x="894" y="1342"/>
                  <a:pt x="900" y="1340"/>
                </a:cubicBezTo>
                <a:cubicBezTo>
                  <a:pt x="889" y="1354"/>
                  <a:pt x="882" y="1359"/>
                  <a:pt x="883" y="1365"/>
                </a:cubicBezTo>
                <a:cubicBezTo>
                  <a:pt x="879" y="1379"/>
                  <a:pt x="873" y="1375"/>
                  <a:pt x="876" y="1373"/>
                </a:cubicBezTo>
                <a:cubicBezTo>
                  <a:pt x="867" y="1315"/>
                  <a:pt x="864" y="1303"/>
                  <a:pt x="861" y="1290"/>
                </a:cubicBezTo>
                <a:cubicBezTo>
                  <a:pt x="844" y="1227"/>
                  <a:pt x="849" y="1225"/>
                  <a:pt x="845" y="1221"/>
                </a:cubicBezTo>
                <a:cubicBezTo>
                  <a:pt x="820" y="1167"/>
                  <a:pt x="816" y="1162"/>
                  <a:pt x="812" y="1156"/>
                </a:cubicBezTo>
                <a:cubicBezTo>
                  <a:pt x="782" y="1111"/>
                  <a:pt x="775" y="1106"/>
                  <a:pt x="777" y="1103"/>
                </a:cubicBezTo>
                <a:cubicBezTo>
                  <a:pt x="763" y="1061"/>
                  <a:pt x="767" y="1054"/>
                  <a:pt x="760" y="1046"/>
                </a:cubicBezTo>
                <a:cubicBezTo>
                  <a:pt x="758" y="1037"/>
                  <a:pt x="754" y="1047"/>
                  <a:pt x="761" y="1059"/>
                </a:cubicBezTo>
                <a:cubicBezTo>
                  <a:pt x="759" y="1081"/>
                  <a:pt x="757" y="1079"/>
                  <a:pt x="755" y="1076"/>
                </a:cubicBezTo>
                <a:cubicBezTo>
                  <a:pt x="746" y="1052"/>
                  <a:pt x="751" y="1050"/>
                  <a:pt x="749" y="1046"/>
                </a:cubicBezTo>
                <a:cubicBezTo>
                  <a:pt x="743" y="1005"/>
                  <a:pt x="744" y="997"/>
                  <a:pt x="744" y="990"/>
                </a:cubicBezTo>
                <a:cubicBezTo>
                  <a:pt x="720" y="917"/>
                  <a:pt x="722" y="913"/>
                  <a:pt x="719" y="909"/>
                </a:cubicBezTo>
                <a:cubicBezTo>
                  <a:pt x="724" y="939"/>
                  <a:pt x="724" y="944"/>
                  <a:pt x="729" y="950"/>
                </a:cubicBezTo>
                <a:cubicBezTo>
                  <a:pt x="742" y="1033"/>
                  <a:pt x="743" y="1042"/>
                  <a:pt x="742" y="1051"/>
                </a:cubicBezTo>
                <a:cubicBezTo>
                  <a:pt x="748" y="1098"/>
                  <a:pt x="747" y="1116"/>
                  <a:pt x="751" y="1135"/>
                </a:cubicBezTo>
                <a:cubicBezTo>
                  <a:pt x="760" y="1183"/>
                  <a:pt x="759" y="1188"/>
                  <a:pt x="763" y="1193"/>
                </a:cubicBezTo>
                <a:cubicBezTo>
                  <a:pt x="774" y="1226"/>
                  <a:pt x="771" y="1231"/>
                  <a:pt x="772" y="1236"/>
                </a:cubicBezTo>
                <a:cubicBezTo>
                  <a:pt x="781" y="1282"/>
                  <a:pt x="794" y="1289"/>
                  <a:pt x="786" y="1293"/>
                </a:cubicBezTo>
                <a:cubicBezTo>
                  <a:pt x="799" y="1326"/>
                  <a:pt x="799" y="1331"/>
                  <a:pt x="801" y="1336"/>
                </a:cubicBezTo>
                <a:cubicBezTo>
                  <a:pt x="825" y="1401"/>
                  <a:pt x="829" y="1406"/>
                  <a:pt x="830" y="1411"/>
                </a:cubicBezTo>
                <a:cubicBezTo>
                  <a:pt x="830" y="1413"/>
                  <a:pt x="823" y="1404"/>
                  <a:pt x="816" y="1394"/>
                </a:cubicBezTo>
                <a:cubicBezTo>
                  <a:pt x="781" y="1320"/>
                  <a:pt x="783" y="1315"/>
                  <a:pt x="776" y="1308"/>
                </a:cubicBezTo>
                <a:cubicBezTo>
                  <a:pt x="769" y="1284"/>
                  <a:pt x="767" y="1277"/>
                  <a:pt x="765" y="1270"/>
                </a:cubicBezTo>
                <a:cubicBezTo>
                  <a:pt x="743" y="1187"/>
                  <a:pt x="741" y="1180"/>
                  <a:pt x="742" y="1174"/>
                </a:cubicBezTo>
                <a:cubicBezTo>
                  <a:pt x="735" y="1142"/>
                  <a:pt x="733" y="1130"/>
                  <a:pt x="734" y="1118"/>
                </a:cubicBezTo>
                <a:cubicBezTo>
                  <a:pt x="731" y="1086"/>
                  <a:pt x="725" y="1082"/>
                  <a:pt x="728" y="1080"/>
                </a:cubicBezTo>
                <a:cubicBezTo>
                  <a:pt x="722" y="1018"/>
                  <a:pt x="715" y="1010"/>
                  <a:pt x="717" y="1004"/>
                </a:cubicBezTo>
                <a:cubicBezTo>
                  <a:pt x="713" y="1033"/>
                  <a:pt x="724" y="1038"/>
                  <a:pt x="716" y="1040"/>
                </a:cubicBezTo>
                <a:cubicBezTo>
                  <a:pt x="717" y="1070"/>
                  <a:pt x="724" y="1074"/>
                  <a:pt x="721" y="1077"/>
                </a:cubicBezTo>
                <a:cubicBezTo>
                  <a:pt x="722" y="1126"/>
                  <a:pt x="728" y="1130"/>
                  <a:pt x="725" y="1132"/>
                </a:cubicBezTo>
                <a:cubicBezTo>
                  <a:pt x="721" y="1146"/>
                  <a:pt x="726" y="1142"/>
                  <a:pt x="720" y="1136"/>
                </a:cubicBezTo>
                <a:cubicBezTo>
                  <a:pt x="713" y="1098"/>
                  <a:pt x="714" y="1093"/>
                  <a:pt x="712" y="1088"/>
                </a:cubicBezTo>
                <a:cubicBezTo>
                  <a:pt x="704" y="1052"/>
                  <a:pt x="713" y="1048"/>
                  <a:pt x="706" y="1042"/>
                </a:cubicBezTo>
                <a:cubicBezTo>
                  <a:pt x="704" y="1006"/>
                  <a:pt x="702" y="1001"/>
                  <a:pt x="703" y="996"/>
                </a:cubicBezTo>
                <a:cubicBezTo>
                  <a:pt x="697" y="954"/>
                  <a:pt x="698" y="944"/>
                  <a:pt x="696" y="934"/>
                </a:cubicBezTo>
                <a:cubicBezTo>
                  <a:pt x="689" y="896"/>
                  <a:pt x="689" y="891"/>
                  <a:pt x="689" y="885"/>
                </a:cubicBezTo>
                <a:cubicBezTo>
                  <a:pt x="677" y="832"/>
                  <a:pt x="675" y="827"/>
                  <a:pt x="676" y="822"/>
                </a:cubicBezTo>
                <a:cubicBezTo>
                  <a:pt x="670" y="849"/>
                  <a:pt x="681" y="857"/>
                  <a:pt x="677" y="862"/>
                </a:cubicBezTo>
                <a:cubicBezTo>
                  <a:pt x="682" y="891"/>
                  <a:pt x="679" y="902"/>
                  <a:pt x="682" y="914"/>
                </a:cubicBezTo>
                <a:cubicBezTo>
                  <a:pt x="675" y="936"/>
                  <a:pt x="679" y="939"/>
                  <a:pt x="675" y="941"/>
                </a:cubicBezTo>
                <a:cubicBezTo>
                  <a:pt x="676" y="951"/>
                  <a:pt x="674" y="953"/>
                  <a:pt x="677" y="955"/>
                </a:cubicBezTo>
                <a:cubicBezTo>
                  <a:pt x="671" y="1001"/>
                  <a:pt x="666" y="1006"/>
                  <a:pt x="669" y="1012"/>
                </a:cubicBezTo>
                <a:cubicBezTo>
                  <a:pt x="670" y="1042"/>
                  <a:pt x="665" y="1044"/>
                  <a:pt x="671" y="1048"/>
                </a:cubicBezTo>
                <a:cubicBezTo>
                  <a:pt x="675" y="1091"/>
                  <a:pt x="668" y="1096"/>
                  <a:pt x="672" y="1103"/>
                </a:cubicBezTo>
                <a:cubicBezTo>
                  <a:pt x="675" y="1163"/>
                  <a:pt x="676" y="1169"/>
                  <a:pt x="676" y="1176"/>
                </a:cubicBezTo>
                <a:cubicBezTo>
                  <a:pt x="682" y="1236"/>
                  <a:pt x="694" y="1244"/>
                  <a:pt x="688" y="1250"/>
                </a:cubicBezTo>
                <a:cubicBezTo>
                  <a:pt x="698" y="1281"/>
                  <a:pt x="699" y="1284"/>
                  <a:pt x="696" y="1287"/>
                </a:cubicBezTo>
                <a:cubicBezTo>
                  <a:pt x="690" y="1298"/>
                  <a:pt x="692" y="1293"/>
                  <a:pt x="688" y="1287"/>
                </a:cubicBezTo>
                <a:cubicBezTo>
                  <a:pt x="672" y="1252"/>
                  <a:pt x="668" y="1243"/>
                  <a:pt x="666" y="1233"/>
                </a:cubicBezTo>
                <a:cubicBezTo>
                  <a:pt x="651" y="1146"/>
                  <a:pt x="645" y="1138"/>
                  <a:pt x="646" y="1130"/>
                </a:cubicBezTo>
                <a:cubicBezTo>
                  <a:pt x="640" y="1069"/>
                  <a:pt x="643" y="1054"/>
                  <a:pt x="643" y="1039"/>
                </a:cubicBezTo>
                <a:cubicBezTo>
                  <a:pt x="647" y="987"/>
                  <a:pt x="648" y="980"/>
                  <a:pt x="646" y="972"/>
                </a:cubicBezTo>
                <a:cubicBezTo>
                  <a:pt x="652" y="935"/>
                  <a:pt x="651" y="931"/>
                  <a:pt x="652" y="928"/>
                </a:cubicBezTo>
                <a:cubicBezTo>
                  <a:pt x="656" y="852"/>
                  <a:pt x="648" y="843"/>
                  <a:pt x="653" y="836"/>
                </a:cubicBezTo>
                <a:cubicBezTo>
                  <a:pt x="643" y="816"/>
                  <a:pt x="650" y="822"/>
                  <a:pt x="647" y="827"/>
                </a:cubicBezTo>
                <a:cubicBezTo>
                  <a:pt x="644" y="882"/>
                  <a:pt x="649" y="888"/>
                  <a:pt x="645" y="892"/>
                </a:cubicBezTo>
                <a:cubicBezTo>
                  <a:pt x="642" y="928"/>
                  <a:pt x="644" y="934"/>
                  <a:pt x="641" y="938"/>
                </a:cubicBezTo>
                <a:cubicBezTo>
                  <a:pt x="641" y="965"/>
                  <a:pt x="638" y="967"/>
                  <a:pt x="639" y="969"/>
                </a:cubicBezTo>
                <a:cubicBezTo>
                  <a:pt x="633" y="1038"/>
                  <a:pt x="633" y="1043"/>
                  <a:pt x="633" y="1048"/>
                </a:cubicBezTo>
                <a:cubicBezTo>
                  <a:pt x="633" y="1085"/>
                  <a:pt x="635" y="1090"/>
                  <a:pt x="635" y="1095"/>
                </a:cubicBezTo>
                <a:cubicBezTo>
                  <a:pt x="642" y="1123"/>
                  <a:pt x="631" y="1124"/>
                  <a:pt x="637" y="1128"/>
                </a:cubicBezTo>
                <a:cubicBezTo>
                  <a:pt x="638" y="1156"/>
                  <a:pt x="642" y="1169"/>
                  <a:pt x="642" y="1181"/>
                </a:cubicBezTo>
                <a:cubicBezTo>
                  <a:pt x="652" y="1203"/>
                  <a:pt x="648" y="1205"/>
                  <a:pt x="651" y="1209"/>
                </a:cubicBezTo>
                <a:cubicBezTo>
                  <a:pt x="670" y="1264"/>
                  <a:pt x="669" y="1270"/>
                  <a:pt x="673" y="1277"/>
                </a:cubicBezTo>
                <a:cubicBezTo>
                  <a:pt x="675" y="1288"/>
                  <a:pt x="670" y="1291"/>
                  <a:pt x="665" y="1285"/>
                </a:cubicBezTo>
                <a:cubicBezTo>
                  <a:pt x="650" y="1251"/>
                  <a:pt x="642" y="1245"/>
                  <a:pt x="645" y="1241"/>
                </a:cubicBezTo>
                <a:cubicBezTo>
                  <a:pt x="624" y="1186"/>
                  <a:pt x="627" y="1177"/>
                  <a:pt x="624" y="1167"/>
                </a:cubicBezTo>
                <a:cubicBezTo>
                  <a:pt x="617" y="1119"/>
                  <a:pt x="620" y="1115"/>
                  <a:pt x="615" y="1109"/>
                </a:cubicBezTo>
                <a:cubicBezTo>
                  <a:pt x="612" y="1061"/>
                  <a:pt x="616" y="1043"/>
                  <a:pt x="609" y="1022"/>
                </a:cubicBezTo>
                <a:cubicBezTo>
                  <a:pt x="623" y="949"/>
                  <a:pt x="617" y="941"/>
                  <a:pt x="624" y="934"/>
                </a:cubicBezTo>
                <a:cubicBezTo>
                  <a:pt x="640" y="866"/>
                  <a:pt x="634" y="861"/>
                  <a:pt x="637" y="858"/>
                </a:cubicBezTo>
                <a:cubicBezTo>
                  <a:pt x="635" y="834"/>
                  <a:pt x="646" y="833"/>
                  <a:pt x="640" y="829"/>
                </a:cubicBezTo>
                <a:cubicBezTo>
                  <a:pt x="642" y="801"/>
                  <a:pt x="647" y="799"/>
                  <a:pt x="643" y="795"/>
                </a:cubicBezTo>
                <a:cubicBezTo>
                  <a:pt x="643" y="761"/>
                  <a:pt x="645" y="757"/>
                  <a:pt x="645" y="753"/>
                </a:cubicBezTo>
                <a:cubicBezTo>
                  <a:pt x="634" y="744"/>
                  <a:pt x="632" y="755"/>
                  <a:pt x="638" y="766"/>
                </a:cubicBezTo>
                <a:cubicBezTo>
                  <a:pt x="632" y="820"/>
                  <a:pt x="632" y="834"/>
                  <a:pt x="632" y="848"/>
                </a:cubicBezTo>
                <a:cubicBezTo>
                  <a:pt x="621" y="875"/>
                  <a:pt x="625" y="883"/>
                  <a:pt x="619" y="889"/>
                </a:cubicBezTo>
                <a:cubicBezTo>
                  <a:pt x="609" y="963"/>
                  <a:pt x="606" y="993"/>
                  <a:pt x="601" y="1022"/>
                </a:cubicBezTo>
                <a:cubicBezTo>
                  <a:pt x="607" y="1061"/>
                  <a:pt x="599" y="1069"/>
                  <a:pt x="604" y="1079"/>
                </a:cubicBezTo>
                <a:cubicBezTo>
                  <a:pt x="607" y="1103"/>
                  <a:pt x="605" y="1105"/>
                  <a:pt x="606" y="1108"/>
                </a:cubicBezTo>
                <a:cubicBezTo>
                  <a:pt x="615" y="1176"/>
                  <a:pt x="616" y="1186"/>
                  <a:pt x="621" y="1196"/>
                </a:cubicBezTo>
                <a:cubicBezTo>
                  <a:pt x="630" y="1230"/>
                  <a:pt x="630" y="1235"/>
                  <a:pt x="634" y="1240"/>
                </a:cubicBezTo>
                <a:cubicBezTo>
                  <a:pt x="624" y="1245"/>
                  <a:pt x="627" y="1241"/>
                  <a:pt x="623" y="1237"/>
                </a:cubicBezTo>
                <a:cubicBezTo>
                  <a:pt x="611" y="1184"/>
                  <a:pt x="605" y="1176"/>
                  <a:pt x="607" y="1169"/>
                </a:cubicBezTo>
                <a:cubicBezTo>
                  <a:pt x="596" y="1116"/>
                  <a:pt x="594" y="1108"/>
                  <a:pt x="593" y="1101"/>
                </a:cubicBezTo>
                <a:cubicBezTo>
                  <a:pt x="593" y="1067"/>
                  <a:pt x="588" y="1054"/>
                  <a:pt x="589" y="1042"/>
                </a:cubicBezTo>
                <a:cubicBezTo>
                  <a:pt x="591" y="964"/>
                  <a:pt x="591" y="961"/>
                  <a:pt x="590" y="958"/>
                </a:cubicBezTo>
                <a:cubicBezTo>
                  <a:pt x="590" y="927"/>
                  <a:pt x="596" y="925"/>
                  <a:pt x="593" y="921"/>
                </a:cubicBezTo>
                <a:cubicBezTo>
                  <a:pt x="605" y="892"/>
                  <a:pt x="595" y="887"/>
                  <a:pt x="603" y="885"/>
                </a:cubicBezTo>
                <a:cubicBezTo>
                  <a:pt x="602" y="863"/>
                  <a:pt x="614" y="862"/>
                  <a:pt x="607" y="858"/>
                </a:cubicBezTo>
                <a:cubicBezTo>
                  <a:pt x="613" y="834"/>
                  <a:pt x="614" y="828"/>
                  <a:pt x="616" y="822"/>
                </a:cubicBezTo>
                <a:cubicBezTo>
                  <a:pt x="615" y="800"/>
                  <a:pt x="620" y="797"/>
                  <a:pt x="618" y="794"/>
                </a:cubicBezTo>
                <a:cubicBezTo>
                  <a:pt x="608" y="817"/>
                  <a:pt x="609" y="822"/>
                  <a:pt x="609" y="827"/>
                </a:cubicBezTo>
                <a:cubicBezTo>
                  <a:pt x="597" y="876"/>
                  <a:pt x="594" y="885"/>
                  <a:pt x="590" y="894"/>
                </a:cubicBezTo>
                <a:cubicBezTo>
                  <a:pt x="584" y="957"/>
                  <a:pt x="578" y="965"/>
                  <a:pt x="581" y="975"/>
                </a:cubicBezTo>
                <a:cubicBezTo>
                  <a:pt x="579" y="1012"/>
                  <a:pt x="580" y="1021"/>
                  <a:pt x="580" y="1030"/>
                </a:cubicBezTo>
                <a:cubicBezTo>
                  <a:pt x="582" y="1091"/>
                  <a:pt x="586" y="1096"/>
                  <a:pt x="585" y="1101"/>
                </a:cubicBezTo>
                <a:cubicBezTo>
                  <a:pt x="600" y="1177"/>
                  <a:pt x="598" y="1181"/>
                  <a:pt x="604" y="1187"/>
                </a:cubicBezTo>
                <a:cubicBezTo>
                  <a:pt x="606" y="1230"/>
                  <a:pt x="603" y="1224"/>
                  <a:pt x="600" y="1219"/>
                </a:cubicBezTo>
                <a:cubicBezTo>
                  <a:pt x="585" y="1180"/>
                  <a:pt x="590" y="1172"/>
                  <a:pt x="586" y="1170"/>
                </a:cubicBezTo>
                <a:cubicBezTo>
                  <a:pt x="581" y="1151"/>
                  <a:pt x="584" y="1149"/>
                  <a:pt x="579" y="1145"/>
                </a:cubicBezTo>
                <a:cubicBezTo>
                  <a:pt x="573" y="1114"/>
                  <a:pt x="573" y="1112"/>
                  <a:pt x="573" y="1110"/>
                </a:cubicBezTo>
                <a:cubicBezTo>
                  <a:pt x="566" y="1082"/>
                  <a:pt x="569" y="1078"/>
                  <a:pt x="568" y="1073"/>
                </a:cubicBezTo>
                <a:cubicBezTo>
                  <a:pt x="566" y="1036"/>
                  <a:pt x="563" y="1033"/>
                  <a:pt x="567" y="1031"/>
                </a:cubicBezTo>
                <a:cubicBezTo>
                  <a:pt x="569" y="979"/>
                  <a:pt x="563" y="969"/>
                  <a:pt x="565" y="960"/>
                </a:cubicBezTo>
                <a:cubicBezTo>
                  <a:pt x="568" y="930"/>
                  <a:pt x="564" y="927"/>
                  <a:pt x="566" y="924"/>
                </a:cubicBezTo>
                <a:cubicBezTo>
                  <a:pt x="574" y="895"/>
                  <a:pt x="569" y="889"/>
                  <a:pt x="573" y="885"/>
                </a:cubicBezTo>
                <a:cubicBezTo>
                  <a:pt x="579" y="847"/>
                  <a:pt x="578" y="841"/>
                  <a:pt x="578" y="836"/>
                </a:cubicBezTo>
                <a:cubicBezTo>
                  <a:pt x="583" y="808"/>
                  <a:pt x="590" y="806"/>
                  <a:pt x="590" y="803"/>
                </a:cubicBezTo>
                <a:cubicBezTo>
                  <a:pt x="597" y="749"/>
                  <a:pt x="598" y="743"/>
                  <a:pt x="599" y="738"/>
                </a:cubicBezTo>
                <a:cubicBezTo>
                  <a:pt x="600" y="694"/>
                  <a:pt x="601" y="691"/>
                  <a:pt x="601" y="688"/>
                </a:cubicBezTo>
                <a:cubicBezTo>
                  <a:pt x="594" y="675"/>
                  <a:pt x="596" y="680"/>
                  <a:pt x="600" y="686"/>
                </a:cubicBezTo>
                <a:cubicBezTo>
                  <a:pt x="595" y="733"/>
                  <a:pt x="590" y="739"/>
                  <a:pt x="592" y="746"/>
                </a:cubicBezTo>
                <a:cubicBezTo>
                  <a:pt x="570" y="852"/>
                  <a:pt x="563" y="853"/>
                  <a:pt x="567" y="857"/>
                </a:cubicBezTo>
                <a:cubicBezTo>
                  <a:pt x="563" y="882"/>
                  <a:pt x="561" y="885"/>
                  <a:pt x="563" y="889"/>
                </a:cubicBezTo>
                <a:cubicBezTo>
                  <a:pt x="558" y="915"/>
                  <a:pt x="558" y="918"/>
                  <a:pt x="558" y="920"/>
                </a:cubicBezTo>
                <a:cubicBezTo>
                  <a:pt x="554" y="958"/>
                  <a:pt x="558" y="966"/>
                  <a:pt x="555" y="972"/>
                </a:cubicBezTo>
                <a:cubicBezTo>
                  <a:pt x="558" y="1019"/>
                  <a:pt x="555" y="1023"/>
                  <a:pt x="557" y="1027"/>
                </a:cubicBezTo>
                <a:cubicBezTo>
                  <a:pt x="558" y="1059"/>
                  <a:pt x="561" y="1064"/>
                  <a:pt x="556" y="1068"/>
                </a:cubicBezTo>
                <a:cubicBezTo>
                  <a:pt x="562" y="1093"/>
                  <a:pt x="560" y="1096"/>
                  <a:pt x="563" y="1100"/>
                </a:cubicBezTo>
                <a:cubicBezTo>
                  <a:pt x="564" y="1121"/>
                  <a:pt x="568" y="1131"/>
                  <a:pt x="571" y="1141"/>
                </a:cubicBezTo>
                <a:cubicBezTo>
                  <a:pt x="580" y="1181"/>
                  <a:pt x="584" y="1184"/>
                  <a:pt x="582" y="1186"/>
                </a:cubicBezTo>
                <a:cubicBezTo>
                  <a:pt x="564" y="1172"/>
                  <a:pt x="561" y="1161"/>
                  <a:pt x="558" y="1150"/>
                </a:cubicBezTo>
                <a:cubicBezTo>
                  <a:pt x="546" y="1104"/>
                  <a:pt x="550" y="1101"/>
                  <a:pt x="545" y="1097"/>
                </a:cubicBezTo>
                <a:cubicBezTo>
                  <a:pt x="543" y="1058"/>
                  <a:pt x="539" y="1047"/>
                  <a:pt x="540" y="1037"/>
                </a:cubicBezTo>
                <a:cubicBezTo>
                  <a:pt x="536" y="987"/>
                  <a:pt x="533" y="982"/>
                  <a:pt x="534" y="977"/>
                </a:cubicBezTo>
                <a:cubicBezTo>
                  <a:pt x="533" y="942"/>
                  <a:pt x="535" y="938"/>
                  <a:pt x="535" y="933"/>
                </a:cubicBezTo>
                <a:cubicBezTo>
                  <a:pt x="540" y="908"/>
                  <a:pt x="534" y="897"/>
                  <a:pt x="541" y="889"/>
                </a:cubicBezTo>
                <a:cubicBezTo>
                  <a:pt x="544" y="865"/>
                  <a:pt x="544" y="862"/>
                  <a:pt x="547" y="860"/>
                </a:cubicBezTo>
                <a:cubicBezTo>
                  <a:pt x="546" y="829"/>
                  <a:pt x="552" y="826"/>
                  <a:pt x="552" y="822"/>
                </a:cubicBezTo>
                <a:cubicBezTo>
                  <a:pt x="565" y="779"/>
                  <a:pt x="565" y="775"/>
                  <a:pt x="567" y="771"/>
                </a:cubicBezTo>
                <a:cubicBezTo>
                  <a:pt x="575" y="741"/>
                  <a:pt x="570" y="736"/>
                  <a:pt x="577" y="732"/>
                </a:cubicBezTo>
                <a:cubicBezTo>
                  <a:pt x="577" y="702"/>
                  <a:pt x="583" y="698"/>
                  <a:pt x="578" y="693"/>
                </a:cubicBezTo>
                <a:cubicBezTo>
                  <a:pt x="583" y="675"/>
                  <a:pt x="583" y="671"/>
                  <a:pt x="583" y="666"/>
                </a:cubicBezTo>
                <a:cubicBezTo>
                  <a:pt x="575" y="703"/>
                  <a:pt x="574" y="710"/>
                  <a:pt x="571" y="717"/>
                </a:cubicBezTo>
                <a:cubicBezTo>
                  <a:pt x="570" y="735"/>
                  <a:pt x="567" y="736"/>
                  <a:pt x="568" y="739"/>
                </a:cubicBezTo>
                <a:cubicBezTo>
                  <a:pt x="561" y="763"/>
                  <a:pt x="562" y="767"/>
                  <a:pt x="561" y="770"/>
                </a:cubicBezTo>
                <a:cubicBezTo>
                  <a:pt x="549" y="802"/>
                  <a:pt x="549" y="804"/>
                  <a:pt x="549" y="806"/>
                </a:cubicBezTo>
                <a:cubicBezTo>
                  <a:pt x="540" y="840"/>
                  <a:pt x="537" y="858"/>
                  <a:pt x="532" y="876"/>
                </a:cubicBezTo>
                <a:cubicBezTo>
                  <a:pt x="524" y="936"/>
                  <a:pt x="527" y="941"/>
                  <a:pt x="525" y="946"/>
                </a:cubicBezTo>
                <a:cubicBezTo>
                  <a:pt x="526" y="979"/>
                  <a:pt x="524" y="983"/>
                  <a:pt x="526" y="988"/>
                </a:cubicBezTo>
                <a:cubicBezTo>
                  <a:pt x="528" y="1026"/>
                  <a:pt x="534" y="1036"/>
                  <a:pt x="529" y="1045"/>
                </a:cubicBezTo>
                <a:cubicBezTo>
                  <a:pt x="544" y="1143"/>
                  <a:pt x="552" y="1151"/>
                  <a:pt x="548" y="1157"/>
                </a:cubicBezTo>
                <a:cubicBezTo>
                  <a:pt x="539" y="1126"/>
                  <a:pt x="532" y="1132"/>
                  <a:pt x="527" y="1121"/>
                </a:cubicBezTo>
                <a:cubicBezTo>
                  <a:pt x="526" y="1098"/>
                  <a:pt x="526" y="1092"/>
                  <a:pt x="524" y="1086"/>
                </a:cubicBezTo>
                <a:cubicBezTo>
                  <a:pt x="522" y="1028"/>
                  <a:pt x="517" y="1022"/>
                  <a:pt x="520" y="1017"/>
                </a:cubicBezTo>
                <a:cubicBezTo>
                  <a:pt x="518" y="993"/>
                  <a:pt x="516" y="987"/>
                  <a:pt x="519" y="982"/>
                </a:cubicBezTo>
                <a:cubicBezTo>
                  <a:pt x="517" y="890"/>
                  <a:pt x="517" y="878"/>
                  <a:pt x="522" y="865"/>
                </a:cubicBezTo>
                <a:cubicBezTo>
                  <a:pt x="524" y="834"/>
                  <a:pt x="523" y="830"/>
                  <a:pt x="523" y="826"/>
                </a:cubicBezTo>
                <a:cubicBezTo>
                  <a:pt x="528" y="766"/>
                  <a:pt x="535" y="764"/>
                  <a:pt x="533" y="761"/>
                </a:cubicBezTo>
                <a:cubicBezTo>
                  <a:pt x="541" y="726"/>
                  <a:pt x="537" y="718"/>
                  <a:pt x="541" y="712"/>
                </a:cubicBezTo>
                <a:cubicBezTo>
                  <a:pt x="551" y="692"/>
                  <a:pt x="546" y="688"/>
                  <a:pt x="549" y="685"/>
                </a:cubicBezTo>
                <a:cubicBezTo>
                  <a:pt x="542" y="713"/>
                  <a:pt x="530" y="716"/>
                  <a:pt x="535" y="722"/>
                </a:cubicBezTo>
                <a:cubicBezTo>
                  <a:pt x="526" y="743"/>
                  <a:pt x="531" y="749"/>
                  <a:pt x="525" y="753"/>
                </a:cubicBezTo>
                <a:cubicBezTo>
                  <a:pt x="518" y="809"/>
                  <a:pt x="514" y="815"/>
                  <a:pt x="518" y="822"/>
                </a:cubicBezTo>
                <a:cubicBezTo>
                  <a:pt x="513" y="854"/>
                  <a:pt x="513" y="856"/>
                  <a:pt x="510" y="857"/>
                </a:cubicBezTo>
                <a:cubicBezTo>
                  <a:pt x="508" y="870"/>
                  <a:pt x="511" y="872"/>
                  <a:pt x="509" y="874"/>
                </a:cubicBezTo>
                <a:cubicBezTo>
                  <a:pt x="509" y="898"/>
                  <a:pt x="507" y="901"/>
                  <a:pt x="507" y="905"/>
                </a:cubicBezTo>
                <a:cubicBezTo>
                  <a:pt x="503" y="954"/>
                  <a:pt x="508" y="962"/>
                  <a:pt x="504" y="969"/>
                </a:cubicBezTo>
                <a:cubicBezTo>
                  <a:pt x="508" y="1018"/>
                  <a:pt x="511" y="1031"/>
                  <a:pt x="509" y="1043"/>
                </a:cubicBezTo>
                <a:cubicBezTo>
                  <a:pt x="511" y="1074"/>
                  <a:pt x="512" y="1078"/>
                  <a:pt x="515" y="1081"/>
                </a:cubicBezTo>
                <a:cubicBezTo>
                  <a:pt x="518" y="1112"/>
                  <a:pt x="517" y="1113"/>
                  <a:pt x="517" y="1115"/>
                </a:cubicBezTo>
                <a:cubicBezTo>
                  <a:pt x="503" y="1090"/>
                  <a:pt x="497" y="1080"/>
                  <a:pt x="501" y="1073"/>
                </a:cubicBezTo>
                <a:cubicBezTo>
                  <a:pt x="492" y="1033"/>
                  <a:pt x="486" y="1028"/>
                  <a:pt x="490" y="1024"/>
                </a:cubicBezTo>
                <a:cubicBezTo>
                  <a:pt x="487" y="996"/>
                  <a:pt x="483" y="991"/>
                  <a:pt x="485" y="987"/>
                </a:cubicBezTo>
                <a:cubicBezTo>
                  <a:pt x="484" y="972"/>
                  <a:pt x="482" y="969"/>
                  <a:pt x="484" y="967"/>
                </a:cubicBezTo>
                <a:cubicBezTo>
                  <a:pt x="483" y="926"/>
                  <a:pt x="486" y="914"/>
                  <a:pt x="486" y="901"/>
                </a:cubicBezTo>
                <a:cubicBezTo>
                  <a:pt x="486" y="872"/>
                  <a:pt x="486" y="869"/>
                  <a:pt x="487" y="866"/>
                </a:cubicBezTo>
                <a:cubicBezTo>
                  <a:pt x="491" y="841"/>
                  <a:pt x="492" y="835"/>
                  <a:pt x="496" y="830"/>
                </a:cubicBezTo>
                <a:cubicBezTo>
                  <a:pt x="497" y="808"/>
                  <a:pt x="497" y="805"/>
                  <a:pt x="498" y="802"/>
                </a:cubicBezTo>
                <a:cubicBezTo>
                  <a:pt x="501" y="781"/>
                  <a:pt x="502" y="777"/>
                  <a:pt x="502" y="774"/>
                </a:cubicBezTo>
                <a:cubicBezTo>
                  <a:pt x="509" y="743"/>
                  <a:pt x="503" y="739"/>
                  <a:pt x="507" y="736"/>
                </a:cubicBezTo>
                <a:cubicBezTo>
                  <a:pt x="513" y="714"/>
                  <a:pt x="508" y="710"/>
                  <a:pt x="514" y="708"/>
                </a:cubicBezTo>
                <a:cubicBezTo>
                  <a:pt x="516" y="672"/>
                  <a:pt x="518" y="666"/>
                  <a:pt x="514" y="659"/>
                </a:cubicBezTo>
                <a:cubicBezTo>
                  <a:pt x="522" y="620"/>
                  <a:pt x="511" y="615"/>
                  <a:pt x="515" y="613"/>
                </a:cubicBezTo>
                <a:cubicBezTo>
                  <a:pt x="513" y="576"/>
                  <a:pt x="517" y="570"/>
                  <a:pt x="514" y="562"/>
                </a:cubicBezTo>
                <a:cubicBezTo>
                  <a:pt x="512" y="540"/>
                  <a:pt x="511" y="537"/>
                  <a:pt x="513" y="534"/>
                </a:cubicBezTo>
                <a:cubicBezTo>
                  <a:pt x="508" y="542"/>
                  <a:pt x="509" y="547"/>
                  <a:pt x="510" y="552"/>
                </a:cubicBezTo>
                <a:cubicBezTo>
                  <a:pt x="511" y="613"/>
                  <a:pt x="510" y="618"/>
                  <a:pt x="509" y="622"/>
                </a:cubicBezTo>
                <a:cubicBezTo>
                  <a:pt x="509" y="654"/>
                  <a:pt x="508" y="658"/>
                  <a:pt x="509" y="663"/>
                </a:cubicBezTo>
                <a:cubicBezTo>
                  <a:pt x="499" y="722"/>
                  <a:pt x="502" y="727"/>
                  <a:pt x="499" y="732"/>
                </a:cubicBezTo>
                <a:cubicBezTo>
                  <a:pt x="490" y="794"/>
                  <a:pt x="488" y="801"/>
                  <a:pt x="486" y="808"/>
                </a:cubicBezTo>
                <a:cubicBezTo>
                  <a:pt x="484" y="836"/>
                  <a:pt x="481" y="842"/>
                  <a:pt x="480" y="849"/>
                </a:cubicBezTo>
                <a:cubicBezTo>
                  <a:pt x="477" y="885"/>
                  <a:pt x="474" y="888"/>
                  <a:pt x="476" y="892"/>
                </a:cubicBezTo>
                <a:cubicBezTo>
                  <a:pt x="475" y="941"/>
                  <a:pt x="477" y="949"/>
                  <a:pt x="474" y="956"/>
                </a:cubicBezTo>
                <a:cubicBezTo>
                  <a:pt x="478" y="1007"/>
                  <a:pt x="478" y="1015"/>
                  <a:pt x="481" y="1023"/>
                </a:cubicBezTo>
                <a:cubicBezTo>
                  <a:pt x="485" y="1060"/>
                  <a:pt x="486" y="1063"/>
                  <a:pt x="489" y="1068"/>
                </a:cubicBezTo>
                <a:cubicBezTo>
                  <a:pt x="477" y="1065"/>
                  <a:pt x="473" y="1058"/>
                  <a:pt x="472" y="1051"/>
                </a:cubicBezTo>
                <a:cubicBezTo>
                  <a:pt x="469" y="1021"/>
                  <a:pt x="469" y="1014"/>
                  <a:pt x="467" y="1006"/>
                </a:cubicBezTo>
                <a:cubicBezTo>
                  <a:pt x="464" y="956"/>
                  <a:pt x="462" y="949"/>
                  <a:pt x="460" y="941"/>
                </a:cubicBezTo>
                <a:cubicBezTo>
                  <a:pt x="460" y="879"/>
                  <a:pt x="462" y="877"/>
                  <a:pt x="461" y="874"/>
                </a:cubicBezTo>
                <a:cubicBezTo>
                  <a:pt x="468" y="826"/>
                  <a:pt x="463" y="820"/>
                  <a:pt x="467" y="815"/>
                </a:cubicBezTo>
                <a:cubicBezTo>
                  <a:pt x="474" y="789"/>
                  <a:pt x="470" y="786"/>
                  <a:pt x="474" y="784"/>
                </a:cubicBezTo>
                <a:cubicBezTo>
                  <a:pt x="479" y="746"/>
                  <a:pt x="482" y="724"/>
                  <a:pt x="486" y="703"/>
                </a:cubicBezTo>
                <a:cubicBezTo>
                  <a:pt x="490" y="666"/>
                  <a:pt x="494" y="661"/>
                  <a:pt x="493" y="656"/>
                </a:cubicBezTo>
                <a:cubicBezTo>
                  <a:pt x="494" y="600"/>
                  <a:pt x="491" y="594"/>
                  <a:pt x="490" y="588"/>
                </a:cubicBezTo>
                <a:cubicBezTo>
                  <a:pt x="482" y="572"/>
                  <a:pt x="482" y="575"/>
                  <a:pt x="485" y="578"/>
                </a:cubicBezTo>
                <a:cubicBezTo>
                  <a:pt x="489" y="615"/>
                  <a:pt x="484" y="625"/>
                  <a:pt x="488" y="638"/>
                </a:cubicBezTo>
                <a:cubicBezTo>
                  <a:pt x="482" y="691"/>
                  <a:pt x="474" y="695"/>
                  <a:pt x="477" y="701"/>
                </a:cubicBezTo>
                <a:cubicBezTo>
                  <a:pt x="478" y="728"/>
                  <a:pt x="467" y="729"/>
                  <a:pt x="473" y="734"/>
                </a:cubicBezTo>
                <a:cubicBezTo>
                  <a:pt x="466" y="787"/>
                  <a:pt x="456" y="807"/>
                  <a:pt x="456" y="829"/>
                </a:cubicBezTo>
                <a:cubicBezTo>
                  <a:pt x="452" y="864"/>
                  <a:pt x="453" y="867"/>
                  <a:pt x="452" y="869"/>
                </a:cubicBezTo>
                <a:cubicBezTo>
                  <a:pt x="452" y="898"/>
                  <a:pt x="451" y="901"/>
                  <a:pt x="450" y="903"/>
                </a:cubicBezTo>
                <a:cubicBezTo>
                  <a:pt x="454" y="926"/>
                  <a:pt x="448" y="928"/>
                  <a:pt x="454" y="932"/>
                </a:cubicBezTo>
                <a:cubicBezTo>
                  <a:pt x="453" y="980"/>
                  <a:pt x="457" y="993"/>
                  <a:pt x="458" y="1005"/>
                </a:cubicBezTo>
                <a:cubicBezTo>
                  <a:pt x="460" y="1036"/>
                  <a:pt x="452" y="1028"/>
                  <a:pt x="453" y="1021"/>
                </a:cubicBezTo>
                <a:cubicBezTo>
                  <a:pt x="440" y="968"/>
                  <a:pt x="437" y="966"/>
                  <a:pt x="439" y="964"/>
                </a:cubicBezTo>
                <a:cubicBezTo>
                  <a:pt x="438" y="947"/>
                  <a:pt x="437" y="944"/>
                  <a:pt x="437" y="942"/>
                </a:cubicBezTo>
                <a:cubicBezTo>
                  <a:pt x="434" y="894"/>
                  <a:pt x="436" y="890"/>
                  <a:pt x="437" y="885"/>
                </a:cubicBezTo>
                <a:cubicBezTo>
                  <a:pt x="442" y="839"/>
                  <a:pt x="439" y="834"/>
                  <a:pt x="440" y="830"/>
                </a:cubicBezTo>
                <a:cubicBezTo>
                  <a:pt x="450" y="793"/>
                  <a:pt x="446" y="783"/>
                  <a:pt x="451" y="774"/>
                </a:cubicBezTo>
                <a:cubicBezTo>
                  <a:pt x="454" y="744"/>
                  <a:pt x="457" y="742"/>
                  <a:pt x="457" y="740"/>
                </a:cubicBezTo>
                <a:cubicBezTo>
                  <a:pt x="463" y="717"/>
                  <a:pt x="463" y="715"/>
                  <a:pt x="464" y="713"/>
                </a:cubicBezTo>
                <a:cubicBezTo>
                  <a:pt x="468" y="697"/>
                  <a:pt x="463" y="694"/>
                  <a:pt x="468" y="692"/>
                </a:cubicBezTo>
                <a:cubicBezTo>
                  <a:pt x="474" y="647"/>
                  <a:pt x="473" y="645"/>
                  <a:pt x="473" y="643"/>
                </a:cubicBezTo>
                <a:cubicBezTo>
                  <a:pt x="475" y="617"/>
                  <a:pt x="478" y="612"/>
                  <a:pt x="474" y="607"/>
                </a:cubicBezTo>
                <a:cubicBezTo>
                  <a:pt x="467" y="544"/>
                  <a:pt x="471" y="539"/>
                  <a:pt x="465" y="538"/>
                </a:cubicBezTo>
                <a:cubicBezTo>
                  <a:pt x="461" y="511"/>
                  <a:pt x="460" y="507"/>
                  <a:pt x="462" y="503"/>
                </a:cubicBezTo>
                <a:cubicBezTo>
                  <a:pt x="457" y="538"/>
                  <a:pt x="470" y="546"/>
                  <a:pt x="465" y="552"/>
                </a:cubicBezTo>
                <a:cubicBezTo>
                  <a:pt x="470" y="582"/>
                  <a:pt x="469" y="588"/>
                  <a:pt x="468" y="595"/>
                </a:cubicBezTo>
                <a:cubicBezTo>
                  <a:pt x="465" y="622"/>
                  <a:pt x="467" y="628"/>
                  <a:pt x="467" y="634"/>
                </a:cubicBezTo>
                <a:cubicBezTo>
                  <a:pt x="460" y="664"/>
                  <a:pt x="461" y="676"/>
                  <a:pt x="459" y="687"/>
                </a:cubicBezTo>
                <a:cubicBezTo>
                  <a:pt x="444" y="731"/>
                  <a:pt x="452" y="736"/>
                  <a:pt x="447" y="739"/>
                </a:cubicBezTo>
                <a:cubicBezTo>
                  <a:pt x="444" y="764"/>
                  <a:pt x="442" y="767"/>
                  <a:pt x="441" y="770"/>
                </a:cubicBezTo>
                <a:cubicBezTo>
                  <a:pt x="433" y="806"/>
                  <a:pt x="437" y="810"/>
                  <a:pt x="433" y="813"/>
                </a:cubicBezTo>
                <a:cubicBezTo>
                  <a:pt x="430" y="841"/>
                  <a:pt x="429" y="849"/>
                  <a:pt x="426" y="855"/>
                </a:cubicBezTo>
                <a:cubicBezTo>
                  <a:pt x="427" y="895"/>
                  <a:pt x="426" y="897"/>
                  <a:pt x="425" y="899"/>
                </a:cubicBezTo>
                <a:cubicBezTo>
                  <a:pt x="422" y="888"/>
                  <a:pt x="419" y="883"/>
                  <a:pt x="419" y="879"/>
                </a:cubicBezTo>
                <a:cubicBezTo>
                  <a:pt x="422" y="840"/>
                  <a:pt x="418" y="835"/>
                  <a:pt x="419" y="831"/>
                </a:cubicBezTo>
                <a:cubicBezTo>
                  <a:pt x="420" y="773"/>
                  <a:pt x="425" y="741"/>
                  <a:pt x="432" y="709"/>
                </a:cubicBezTo>
                <a:cubicBezTo>
                  <a:pt x="433" y="669"/>
                  <a:pt x="436" y="665"/>
                  <a:pt x="432" y="661"/>
                </a:cubicBezTo>
                <a:cubicBezTo>
                  <a:pt x="438" y="624"/>
                  <a:pt x="435" y="620"/>
                  <a:pt x="438" y="617"/>
                </a:cubicBezTo>
                <a:cubicBezTo>
                  <a:pt x="438" y="601"/>
                  <a:pt x="437" y="597"/>
                  <a:pt x="437" y="593"/>
                </a:cubicBezTo>
                <a:cubicBezTo>
                  <a:pt x="433" y="602"/>
                  <a:pt x="434" y="608"/>
                  <a:pt x="433" y="613"/>
                </a:cubicBezTo>
                <a:cubicBezTo>
                  <a:pt x="423" y="677"/>
                  <a:pt x="424" y="683"/>
                  <a:pt x="425" y="688"/>
                </a:cubicBezTo>
                <a:cubicBezTo>
                  <a:pt x="418" y="711"/>
                  <a:pt x="423" y="715"/>
                  <a:pt x="418" y="717"/>
                </a:cubicBezTo>
                <a:cubicBezTo>
                  <a:pt x="411" y="765"/>
                  <a:pt x="414" y="768"/>
                  <a:pt x="414" y="771"/>
                </a:cubicBezTo>
                <a:cubicBezTo>
                  <a:pt x="415" y="805"/>
                  <a:pt x="408" y="814"/>
                  <a:pt x="413" y="825"/>
                </a:cubicBezTo>
                <a:cubicBezTo>
                  <a:pt x="409" y="843"/>
                  <a:pt x="411" y="847"/>
                  <a:pt x="408" y="852"/>
                </a:cubicBezTo>
                <a:cubicBezTo>
                  <a:pt x="413" y="907"/>
                  <a:pt x="416" y="911"/>
                  <a:pt x="415" y="915"/>
                </a:cubicBezTo>
                <a:cubicBezTo>
                  <a:pt x="424" y="956"/>
                  <a:pt x="423" y="963"/>
                  <a:pt x="426" y="971"/>
                </a:cubicBezTo>
                <a:cubicBezTo>
                  <a:pt x="422" y="973"/>
                  <a:pt x="413" y="966"/>
                  <a:pt x="416" y="962"/>
                </a:cubicBezTo>
                <a:cubicBezTo>
                  <a:pt x="398" y="901"/>
                  <a:pt x="390" y="896"/>
                  <a:pt x="397" y="893"/>
                </a:cubicBezTo>
                <a:cubicBezTo>
                  <a:pt x="393" y="859"/>
                  <a:pt x="388" y="854"/>
                  <a:pt x="387" y="849"/>
                </a:cubicBezTo>
                <a:cubicBezTo>
                  <a:pt x="388" y="825"/>
                  <a:pt x="387" y="822"/>
                  <a:pt x="387" y="819"/>
                </a:cubicBezTo>
                <a:cubicBezTo>
                  <a:pt x="387" y="781"/>
                  <a:pt x="387" y="778"/>
                  <a:pt x="385" y="775"/>
                </a:cubicBezTo>
                <a:cubicBezTo>
                  <a:pt x="385" y="740"/>
                  <a:pt x="388" y="735"/>
                  <a:pt x="388" y="730"/>
                </a:cubicBezTo>
                <a:cubicBezTo>
                  <a:pt x="396" y="683"/>
                  <a:pt x="389" y="676"/>
                  <a:pt x="394" y="672"/>
                </a:cubicBezTo>
                <a:cubicBezTo>
                  <a:pt x="397" y="622"/>
                  <a:pt x="400" y="617"/>
                  <a:pt x="397" y="611"/>
                </a:cubicBezTo>
                <a:cubicBezTo>
                  <a:pt x="404" y="586"/>
                  <a:pt x="406" y="584"/>
                  <a:pt x="405" y="581"/>
                </a:cubicBezTo>
                <a:cubicBezTo>
                  <a:pt x="415" y="540"/>
                  <a:pt x="413" y="537"/>
                  <a:pt x="414" y="535"/>
                </a:cubicBezTo>
                <a:cubicBezTo>
                  <a:pt x="414" y="477"/>
                  <a:pt x="420" y="468"/>
                  <a:pt x="416" y="458"/>
                </a:cubicBezTo>
                <a:cubicBezTo>
                  <a:pt x="412" y="435"/>
                  <a:pt x="414" y="431"/>
                  <a:pt x="411" y="432"/>
                </a:cubicBezTo>
                <a:cubicBezTo>
                  <a:pt x="412" y="490"/>
                  <a:pt x="409" y="495"/>
                  <a:pt x="411" y="500"/>
                </a:cubicBezTo>
                <a:cubicBezTo>
                  <a:pt x="408" y="524"/>
                  <a:pt x="408" y="526"/>
                  <a:pt x="408" y="529"/>
                </a:cubicBezTo>
                <a:cubicBezTo>
                  <a:pt x="405" y="563"/>
                  <a:pt x="397" y="567"/>
                  <a:pt x="402" y="573"/>
                </a:cubicBezTo>
                <a:cubicBezTo>
                  <a:pt x="394" y="607"/>
                  <a:pt x="390" y="612"/>
                  <a:pt x="391" y="618"/>
                </a:cubicBezTo>
                <a:cubicBezTo>
                  <a:pt x="389" y="640"/>
                  <a:pt x="389" y="643"/>
                  <a:pt x="389" y="646"/>
                </a:cubicBezTo>
                <a:cubicBezTo>
                  <a:pt x="386" y="667"/>
                  <a:pt x="380" y="670"/>
                  <a:pt x="385" y="673"/>
                </a:cubicBezTo>
                <a:cubicBezTo>
                  <a:pt x="376" y="720"/>
                  <a:pt x="380" y="734"/>
                  <a:pt x="377" y="746"/>
                </a:cubicBezTo>
                <a:cubicBezTo>
                  <a:pt x="382" y="786"/>
                  <a:pt x="376" y="788"/>
                  <a:pt x="378" y="791"/>
                </a:cubicBezTo>
                <a:cubicBezTo>
                  <a:pt x="372" y="812"/>
                  <a:pt x="384" y="817"/>
                  <a:pt x="379" y="819"/>
                </a:cubicBezTo>
                <a:cubicBezTo>
                  <a:pt x="384" y="878"/>
                  <a:pt x="385" y="881"/>
                  <a:pt x="382" y="884"/>
                </a:cubicBezTo>
                <a:cubicBezTo>
                  <a:pt x="375" y="870"/>
                  <a:pt x="378" y="866"/>
                  <a:pt x="377" y="861"/>
                </a:cubicBezTo>
                <a:cubicBezTo>
                  <a:pt x="373" y="822"/>
                  <a:pt x="370" y="812"/>
                  <a:pt x="373" y="803"/>
                </a:cubicBezTo>
                <a:cubicBezTo>
                  <a:pt x="369" y="752"/>
                  <a:pt x="366" y="739"/>
                  <a:pt x="370" y="727"/>
                </a:cubicBezTo>
                <a:cubicBezTo>
                  <a:pt x="374" y="678"/>
                  <a:pt x="368" y="674"/>
                  <a:pt x="373" y="671"/>
                </a:cubicBezTo>
                <a:cubicBezTo>
                  <a:pt x="375" y="650"/>
                  <a:pt x="376" y="644"/>
                  <a:pt x="375" y="637"/>
                </a:cubicBezTo>
                <a:cubicBezTo>
                  <a:pt x="385" y="618"/>
                  <a:pt x="376" y="613"/>
                  <a:pt x="383" y="611"/>
                </a:cubicBezTo>
                <a:cubicBezTo>
                  <a:pt x="392" y="583"/>
                  <a:pt x="382" y="577"/>
                  <a:pt x="389" y="574"/>
                </a:cubicBezTo>
                <a:cubicBezTo>
                  <a:pt x="394" y="539"/>
                  <a:pt x="393" y="537"/>
                  <a:pt x="394" y="536"/>
                </a:cubicBezTo>
                <a:cubicBezTo>
                  <a:pt x="399" y="513"/>
                  <a:pt x="397" y="506"/>
                  <a:pt x="397" y="499"/>
                </a:cubicBezTo>
                <a:cubicBezTo>
                  <a:pt x="395" y="482"/>
                  <a:pt x="393" y="485"/>
                  <a:pt x="394" y="487"/>
                </a:cubicBezTo>
                <a:cubicBezTo>
                  <a:pt x="386" y="537"/>
                  <a:pt x="387" y="542"/>
                  <a:pt x="386" y="547"/>
                </a:cubicBezTo>
                <a:cubicBezTo>
                  <a:pt x="384" y="570"/>
                  <a:pt x="381" y="575"/>
                  <a:pt x="380" y="580"/>
                </a:cubicBezTo>
                <a:cubicBezTo>
                  <a:pt x="374" y="608"/>
                  <a:pt x="372" y="618"/>
                  <a:pt x="369" y="629"/>
                </a:cubicBezTo>
                <a:cubicBezTo>
                  <a:pt x="362" y="701"/>
                  <a:pt x="362" y="711"/>
                  <a:pt x="360" y="721"/>
                </a:cubicBezTo>
                <a:cubicBezTo>
                  <a:pt x="357" y="790"/>
                  <a:pt x="360" y="800"/>
                  <a:pt x="362" y="810"/>
                </a:cubicBezTo>
                <a:cubicBezTo>
                  <a:pt x="364" y="835"/>
                  <a:pt x="365" y="838"/>
                  <a:pt x="365" y="840"/>
                </a:cubicBezTo>
                <a:cubicBezTo>
                  <a:pt x="372" y="877"/>
                  <a:pt x="366" y="881"/>
                  <a:pt x="371" y="887"/>
                </a:cubicBezTo>
                <a:cubicBezTo>
                  <a:pt x="360" y="876"/>
                  <a:pt x="349" y="866"/>
                  <a:pt x="352" y="857"/>
                </a:cubicBezTo>
                <a:cubicBezTo>
                  <a:pt x="349" y="832"/>
                  <a:pt x="341" y="829"/>
                  <a:pt x="344" y="823"/>
                </a:cubicBezTo>
                <a:cubicBezTo>
                  <a:pt x="342" y="804"/>
                  <a:pt x="343" y="799"/>
                  <a:pt x="340" y="794"/>
                </a:cubicBezTo>
                <a:cubicBezTo>
                  <a:pt x="344" y="767"/>
                  <a:pt x="335" y="758"/>
                  <a:pt x="342" y="752"/>
                </a:cubicBezTo>
                <a:cubicBezTo>
                  <a:pt x="344" y="689"/>
                  <a:pt x="344" y="687"/>
                  <a:pt x="342" y="685"/>
                </a:cubicBezTo>
                <a:cubicBezTo>
                  <a:pt x="346" y="665"/>
                  <a:pt x="346" y="662"/>
                  <a:pt x="348" y="659"/>
                </a:cubicBezTo>
                <a:cubicBezTo>
                  <a:pt x="351" y="634"/>
                  <a:pt x="353" y="631"/>
                  <a:pt x="358" y="628"/>
                </a:cubicBezTo>
                <a:cubicBezTo>
                  <a:pt x="364" y="573"/>
                  <a:pt x="367" y="568"/>
                  <a:pt x="364" y="562"/>
                </a:cubicBezTo>
                <a:cubicBezTo>
                  <a:pt x="375" y="527"/>
                  <a:pt x="370" y="521"/>
                  <a:pt x="375" y="517"/>
                </a:cubicBezTo>
                <a:cubicBezTo>
                  <a:pt x="381" y="476"/>
                  <a:pt x="381" y="466"/>
                  <a:pt x="382" y="456"/>
                </a:cubicBezTo>
                <a:cubicBezTo>
                  <a:pt x="383" y="391"/>
                  <a:pt x="380" y="388"/>
                  <a:pt x="380" y="385"/>
                </a:cubicBezTo>
                <a:cubicBezTo>
                  <a:pt x="380" y="365"/>
                  <a:pt x="378" y="363"/>
                  <a:pt x="375" y="362"/>
                </a:cubicBezTo>
                <a:cubicBezTo>
                  <a:pt x="377" y="320"/>
                  <a:pt x="375" y="314"/>
                  <a:pt x="376" y="308"/>
                </a:cubicBezTo>
                <a:cubicBezTo>
                  <a:pt x="366" y="262"/>
                  <a:pt x="371" y="257"/>
                  <a:pt x="364" y="249"/>
                </a:cubicBezTo>
                <a:cubicBezTo>
                  <a:pt x="357" y="219"/>
                  <a:pt x="350" y="209"/>
                  <a:pt x="348" y="212"/>
                </a:cubicBezTo>
                <a:cubicBezTo>
                  <a:pt x="361" y="263"/>
                  <a:pt x="365" y="271"/>
                  <a:pt x="365" y="278"/>
                </a:cubicBezTo>
                <a:cubicBezTo>
                  <a:pt x="373" y="347"/>
                  <a:pt x="367" y="353"/>
                  <a:pt x="370" y="360"/>
                </a:cubicBezTo>
                <a:cubicBezTo>
                  <a:pt x="368" y="383"/>
                  <a:pt x="362" y="385"/>
                  <a:pt x="367" y="389"/>
                </a:cubicBezTo>
                <a:cubicBezTo>
                  <a:pt x="359" y="426"/>
                  <a:pt x="354" y="432"/>
                  <a:pt x="354" y="438"/>
                </a:cubicBezTo>
                <a:cubicBezTo>
                  <a:pt x="346" y="471"/>
                  <a:pt x="341" y="484"/>
                  <a:pt x="339" y="497"/>
                </a:cubicBezTo>
                <a:cubicBezTo>
                  <a:pt x="329" y="543"/>
                  <a:pt x="322" y="548"/>
                  <a:pt x="325" y="556"/>
                </a:cubicBezTo>
                <a:cubicBezTo>
                  <a:pt x="320" y="592"/>
                  <a:pt x="315" y="606"/>
                  <a:pt x="315" y="621"/>
                </a:cubicBezTo>
                <a:cubicBezTo>
                  <a:pt x="312" y="648"/>
                  <a:pt x="309" y="651"/>
                  <a:pt x="313" y="655"/>
                </a:cubicBezTo>
                <a:cubicBezTo>
                  <a:pt x="309" y="675"/>
                  <a:pt x="311" y="683"/>
                  <a:pt x="309" y="690"/>
                </a:cubicBezTo>
                <a:cubicBezTo>
                  <a:pt x="304" y="717"/>
                  <a:pt x="313" y="722"/>
                  <a:pt x="306" y="724"/>
                </a:cubicBezTo>
                <a:cubicBezTo>
                  <a:pt x="307" y="752"/>
                  <a:pt x="314" y="757"/>
                  <a:pt x="308" y="761"/>
                </a:cubicBezTo>
                <a:cubicBezTo>
                  <a:pt x="301" y="681"/>
                  <a:pt x="302" y="674"/>
                  <a:pt x="300" y="667"/>
                </a:cubicBezTo>
                <a:cubicBezTo>
                  <a:pt x="303" y="622"/>
                  <a:pt x="302" y="618"/>
                  <a:pt x="306" y="615"/>
                </a:cubicBezTo>
                <a:cubicBezTo>
                  <a:pt x="315" y="560"/>
                  <a:pt x="315" y="557"/>
                  <a:pt x="316" y="554"/>
                </a:cubicBezTo>
                <a:cubicBezTo>
                  <a:pt x="318" y="529"/>
                  <a:pt x="325" y="526"/>
                  <a:pt x="320" y="522"/>
                </a:cubicBezTo>
                <a:cubicBezTo>
                  <a:pt x="330" y="478"/>
                  <a:pt x="331" y="475"/>
                  <a:pt x="333" y="472"/>
                </a:cubicBezTo>
                <a:cubicBezTo>
                  <a:pt x="334" y="447"/>
                  <a:pt x="338" y="444"/>
                  <a:pt x="339" y="441"/>
                </a:cubicBezTo>
                <a:cubicBezTo>
                  <a:pt x="341" y="417"/>
                  <a:pt x="344" y="414"/>
                  <a:pt x="342" y="410"/>
                </a:cubicBezTo>
                <a:cubicBezTo>
                  <a:pt x="343" y="371"/>
                  <a:pt x="341" y="364"/>
                  <a:pt x="344" y="357"/>
                </a:cubicBezTo>
                <a:cubicBezTo>
                  <a:pt x="331" y="289"/>
                  <a:pt x="326" y="279"/>
                  <a:pt x="324" y="269"/>
                </a:cubicBezTo>
                <a:cubicBezTo>
                  <a:pt x="317" y="254"/>
                  <a:pt x="314" y="265"/>
                  <a:pt x="322" y="277"/>
                </a:cubicBezTo>
                <a:cubicBezTo>
                  <a:pt x="324" y="297"/>
                  <a:pt x="329" y="300"/>
                  <a:pt x="327" y="303"/>
                </a:cubicBezTo>
                <a:cubicBezTo>
                  <a:pt x="335" y="347"/>
                  <a:pt x="336" y="355"/>
                  <a:pt x="335" y="363"/>
                </a:cubicBezTo>
                <a:cubicBezTo>
                  <a:pt x="329" y="420"/>
                  <a:pt x="334" y="428"/>
                  <a:pt x="330" y="434"/>
                </a:cubicBezTo>
                <a:cubicBezTo>
                  <a:pt x="324" y="463"/>
                  <a:pt x="322" y="470"/>
                  <a:pt x="322" y="477"/>
                </a:cubicBezTo>
                <a:cubicBezTo>
                  <a:pt x="311" y="526"/>
                  <a:pt x="312" y="534"/>
                  <a:pt x="309" y="540"/>
                </a:cubicBezTo>
                <a:cubicBezTo>
                  <a:pt x="295" y="624"/>
                  <a:pt x="294" y="627"/>
                  <a:pt x="292" y="630"/>
                </a:cubicBezTo>
                <a:cubicBezTo>
                  <a:pt x="291" y="652"/>
                  <a:pt x="292" y="656"/>
                  <a:pt x="292" y="659"/>
                </a:cubicBezTo>
                <a:cubicBezTo>
                  <a:pt x="292" y="705"/>
                  <a:pt x="293" y="711"/>
                  <a:pt x="293" y="717"/>
                </a:cubicBezTo>
                <a:cubicBezTo>
                  <a:pt x="293" y="733"/>
                  <a:pt x="294" y="736"/>
                  <a:pt x="292" y="734"/>
                </a:cubicBezTo>
                <a:cubicBezTo>
                  <a:pt x="289" y="694"/>
                  <a:pt x="277" y="695"/>
                  <a:pt x="284" y="689"/>
                </a:cubicBezTo>
                <a:cubicBezTo>
                  <a:pt x="283" y="634"/>
                  <a:pt x="284" y="631"/>
                  <a:pt x="283" y="628"/>
                </a:cubicBezTo>
                <a:cubicBezTo>
                  <a:pt x="285" y="596"/>
                  <a:pt x="290" y="592"/>
                  <a:pt x="288" y="587"/>
                </a:cubicBezTo>
                <a:cubicBezTo>
                  <a:pt x="296" y="555"/>
                  <a:pt x="294" y="550"/>
                  <a:pt x="297" y="546"/>
                </a:cubicBezTo>
                <a:cubicBezTo>
                  <a:pt x="302" y="524"/>
                  <a:pt x="300" y="521"/>
                  <a:pt x="301" y="519"/>
                </a:cubicBezTo>
                <a:cubicBezTo>
                  <a:pt x="305" y="475"/>
                  <a:pt x="304" y="473"/>
                  <a:pt x="308" y="471"/>
                </a:cubicBezTo>
                <a:cubicBezTo>
                  <a:pt x="306" y="439"/>
                  <a:pt x="313" y="430"/>
                  <a:pt x="309" y="420"/>
                </a:cubicBezTo>
                <a:cubicBezTo>
                  <a:pt x="312" y="383"/>
                  <a:pt x="309" y="373"/>
                  <a:pt x="312" y="364"/>
                </a:cubicBezTo>
                <a:cubicBezTo>
                  <a:pt x="304" y="330"/>
                  <a:pt x="309" y="326"/>
                  <a:pt x="305" y="321"/>
                </a:cubicBezTo>
                <a:cubicBezTo>
                  <a:pt x="294" y="266"/>
                  <a:pt x="291" y="256"/>
                  <a:pt x="286" y="246"/>
                </a:cubicBezTo>
                <a:cubicBezTo>
                  <a:pt x="272" y="214"/>
                  <a:pt x="274" y="209"/>
                  <a:pt x="270" y="204"/>
                </a:cubicBezTo>
                <a:cubicBezTo>
                  <a:pt x="263" y="201"/>
                  <a:pt x="269" y="213"/>
                  <a:pt x="274" y="225"/>
                </a:cubicBezTo>
                <a:cubicBezTo>
                  <a:pt x="284" y="267"/>
                  <a:pt x="290" y="274"/>
                  <a:pt x="291" y="279"/>
                </a:cubicBezTo>
                <a:cubicBezTo>
                  <a:pt x="298" y="309"/>
                  <a:pt x="296" y="320"/>
                  <a:pt x="303" y="333"/>
                </a:cubicBezTo>
                <a:cubicBezTo>
                  <a:pt x="301" y="383"/>
                  <a:pt x="302" y="396"/>
                  <a:pt x="301" y="409"/>
                </a:cubicBezTo>
                <a:cubicBezTo>
                  <a:pt x="298" y="441"/>
                  <a:pt x="299" y="444"/>
                  <a:pt x="299" y="448"/>
                </a:cubicBezTo>
                <a:cubicBezTo>
                  <a:pt x="292" y="469"/>
                  <a:pt x="302" y="474"/>
                  <a:pt x="295" y="475"/>
                </a:cubicBezTo>
                <a:cubicBezTo>
                  <a:pt x="282" y="575"/>
                  <a:pt x="277" y="588"/>
                  <a:pt x="277" y="601"/>
                </a:cubicBezTo>
                <a:cubicBezTo>
                  <a:pt x="270" y="621"/>
                  <a:pt x="277" y="626"/>
                  <a:pt x="272" y="628"/>
                </a:cubicBezTo>
                <a:cubicBezTo>
                  <a:pt x="265" y="615"/>
                  <a:pt x="270" y="596"/>
                  <a:pt x="270" y="576"/>
                </a:cubicBezTo>
                <a:cubicBezTo>
                  <a:pt x="279" y="502"/>
                  <a:pt x="277" y="498"/>
                  <a:pt x="277" y="496"/>
                </a:cubicBezTo>
                <a:cubicBezTo>
                  <a:pt x="279" y="469"/>
                  <a:pt x="282" y="464"/>
                  <a:pt x="280" y="459"/>
                </a:cubicBezTo>
                <a:cubicBezTo>
                  <a:pt x="285" y="425"/>
                  <a:pt x="282" y="419"/>
                  <a:pt x="283" y="414"/>
                </a:cubicBezTo>
                <a:cubicBezTo>
                  <a:pt x="284" y="394"/>
                  <a:pt x="281" y="389"/>
                  <a:pt x="283" y="384"/>
                </a:cubicBezTo>
                <a:cubicBezTo>
                  <a:pt x="276" y="328"/>
                  <a:pt x="271" y="317"/>
                  <a:pt x="271" y="307"/>
                </a:cubicBezTo>
                <a:cubicBezTo>
                  <a:pt x="257" y="256"/>
                  <a:pt x="255" y="250"/>
                  <a:pt x="254" y="245"/>
                </a:cubicBezTo>
                <a:cubicBezTo>
                  <a:pt x="220" y="175"/>
                  <a:pt x="210" y="168"/>
                  <a:pt x="208" y="162"/>
                </a:cubicBezTo>
                <a:cubicBezTo>
                  <a:pt x="233" y="223"/>
                  <a:pt x="239" y="222"/>
                  <a:pt x="237" y="225"/>
                </a:cubicBezTo>
                <a:cubicBezTo>
                  <a:pt x="254" y="264"/>
                  <a:pt x="253" y="276"/>
                  <a:pt x="260" y="288"/>
                </a:cubicBezTo>
                <a:cubicBezTo>
                  <a:pt x="264" y="326"/>
                  <a:pt x="267" y="331"/>
                  <a:pt x="267" y="335"/>
                </a:cubicBezTo>
                <a:cubicBezTo>
                  <a:pt x="272" y="407"/>
                  <a:pt x="275" y="411"/>
                  <a:pt x="272" y="414"/>
                </a:cubicBezTo>
                <a:cubicBezTo>
                  <a:pt x="276" y="454"/>
                  <a:pt x="267" y="456"/>
                  <a:pt x="271" y="460"/>
                </a:cubicBezTo>
                <a:cubicBezTo>
                  <a:pt x="270" y="503"/>
                  <a:pt x="264" y="509"/>
                  <a:pt x="266" y="517"/>
                </a:cubicBezTo>
                <a:cubicBezTo>
                  <a:pt x="257" y="543"/>
                  <a:pt x="265" y="548"/>
                  <a:pt x="260" y="551"/>
                </a:cubicBezTo>
                <a:cubicBezTo>
                  <a:pt x="259" y="593"/>
                  <a:pt x="259" y="601"/>
                  <a:pt x="258" y="608"/>
                </a:cubicBezTo>
                <a:cubicBezTo>
                  <a:pt x="259" y="636"/>
                  <a:pt x="262" y="640"/>
                  <a:pt x="259" y="643"/>
                </a:cubicBezTo>
                <a:cubicBezTo>
                  <a:pt x="249" y="634"/>
                  <a:pt x="251" y="618"/>
                  <a:pt x="247" y="600"/>
                </a:cubicBezTo>
                <a:cubicBezTo>
                  <a:pt x="240" y="541"/>
                  <a:pt x="241" y="533"/>
                  <a:pt x="241" y="524"/>
                </a:cubicBezTo>
                <a:cubicBezTo>
                  <a:pt x="248" y="492"/>
                  <a:pt x="240" y="482"/>
                  <a:pt x="246" y="475"/>
                </a:cubicBezTo>
                <a:cubicBezTo>
                  <a:pt x="244" y="453"/>
                  <a:pt x="250" y="452"/>
                  <a:pt x="246" y="448"/>
                </a:cubicBezTo>
                <a:cubicBezTo>
                  <a:pt x="247" y="407"/>
                  <a:pt x="254" y="404"/>
                  <a:pt x="251" y="399"/>
                </a:cubicBezTo>
                <a:cubicBezTo>
                  <a:pt x="254" y="383"/>
                  <a:pt x="250" y="378"/>
                  <a:pt x="252" y="374"/>
                </a:cubicBezTo>
                <a:cubicBezTo>
                  <a:pt x="251" y="314"/>
                  <a:pt x="248" y="306"/>
                  <a:pt x="251" y="298"/>
                </a:cubicBezTo>
                <a:cubicBezTo>
                  <a:pt x="240" y="257"/>
                  <a:pt x="233" y="260"/>
                  <a:pt x="238" y="264"/>
                </a:cubicBezTo>
                <a:cubicBezTo>
                  <a:pt x="247" y="313"/>
                  <a:pt x="244" y="319"/>
                  <a:pt x="248" y="327"/>
                </a:cubicBezTo>
                <a:cubicBezTo>
                  <a:pt x="248" y="356"/>
                  <a:pt x="242" y="359"/>
                  <a:pt x="245" y="364"/>
                </a:cubicBezTo>
                <a:cubicBezTo>
                  <a:pt x="241" y="405"/>
                  <a:pt x="239" y="409"/>
                  <a:pt x="242" y="414"/>
                </a:cubicBezTo>
                <a:cubicBezTo>
                  <a:pt x="239" y="435"/>
                  <a:pt x="240" y="438"/>
                  <a:pt x="240" y="440"/>
                </a:cubicBezTo>
                <a:cubicBezTo>
                  <a:pt x="236" y="486"/>
                  <a:pt x="234" y="494"/>
                  <a:pt x="234" y="503"/>
                </a:cubicBezTo>
                <a:cubicBezTo>
                  <a:pt x="231" y="524"/>
                  <a:pt x="232" y="526"/>
                  <a:pt x="231" y="529"/>
                </a:cubicBezTo>
                <a:cubicBezTo>
                  <a:pt x="230" y="471"/>
                  <a:pt x="222" y="464"/>
                  <a:pt x="227" y="459"/>
                </a:cubicBezTo>
                <a:cubicBezTo>
                  <a:pt x="228" y="431"/>
                  <a:pt x="222" y="427"/>
                  <a:pt x="226" y="425"/>
                </a:cubicBezTo>
                <a:cubicBezTo>
                  <a:pt x="227" y="372"/>
                  <a:pt x="228" y="367"/>
                  <a:pt x="225" y="362"/>
                </a:cubicBezTo>
                <a:cubicBezTo>
                  <a:pt x="226" y="313"/>
                  <a:pt x="223" y="308"/>
                  <a:pt x="225" y="303"/>
                </a:cubicBezTo>
                <a:cubicBezTo>
                  <a:pt x="215" y="226"/>
                  <a:pt x="202" y="221"/>
                  <a:pt x="208" y="219"/>
                </a:cubicBezTo>
                <a:cubicBezTo>
                  <a:pt x="202" y="192"/>
                  <a:pt x="193" y="187"/>
                  <a:pt x="197" y="184"/>
                </a:cubicBezTo>
                <a:cubicBezTo>
                  <a:pt x="159" y="111"/>
                  <a:pt x="161" y="108"/>
                  <a:pt x="158" y="104"/>
                </a:cubicBezTo>
                <a:cubicBezTo>
                  <a:pt x="162" y="120"/>
                  <a:pt x="165" y="126"/>
                  <a:pt x="165" y="132"/>
                </a:cubicBezTo>
                <a:cubicBezTo>
                  <a:pt x="195" y="203"/>
                  <a:pt x="200" y="209"/>
                  <a:pt x="199" y="214"/>
                </a:cubicBezTo>
                <a:cubicBezTo>
                  <a:pt x="212" y="270"/>
                  <a:pt x="215" y="275"/>
                  <a:pt x="215" y="281"/>
                </a:cubicBezTo>
                <a:cubicBezTo>
                  <a:pt x="212" y="317"/>
                  <a:pt x="220" y="324"/>
                  <a:pt x="217" y="330"/>
                </a:cubicBezTo>
                <a:cubicBezTo>
                  <a:pt x="219" y="372"/>
                  <a:pt x="217" y="383"/>
                  <a:pt x="215" y="393"/>
                </a:cubicBezTo>
                <a:cubicBezTo>
                  <a:pt x="221" y="422"/>
                  <a:pt x="210" y="424"/>
                  <a:pt x="216" y="429"/>
                </a:cubicBezTo>
                <a:cubicBezTo>
                  <a:pt x="216" y="474"/>
                  <a:pt x="220" y="483"/>
                  <a:pt x="217" y="491"/>
                </a:cubicBezTo>
                <a:cubicBezTo>
                  <a:pt x="226" y="548"/>
                  <a:pt x="218" y="555"/>
                  <a:pt x="224" y="564"/>
                </a:cubicBezTo>
                <a:cubicBezTo>
                  <a:pt x="214" y="556"/>
                  <a:pt x="221" y="553"/>
                  <a:pt x="218" y="549"/>
                </a:cubicBezTo>
                <a:cubicBezTo>
                  <a:pt x="213" y="498"/>
                  <a:pt x="206" y="488"/>
                  <a:pt x="209" y="480"/>
                </a:cubicBezTo>
                <a:cubicBezTo>
                  <a:pt x="200" y="416"/>
                  <a:pt x="200" y="407"/>
                  <a:pt x="200" y="399"/>
                </a:cubicBezTo>
                <a:cubicBezTo>
                  <a:pt x="200" y="341"/>
                  <a:pt x="197" y="337"/>
                  <a:pt x="198" y="333"/>
                </a:cubicBezTo>
                <a:cubicBezTo>
                  <a:pt x="199" y="312"/>
                  <a:pt x="203" y="310"/>
                  <a:pt x="198" y="306"/>
                </a:cubicBezTo>
                <a:cubicBezTo>
                  <a:pt x="198" y="275"/>
                  <a:pt x="194" y="269"/>
                  <a:pt x="195" y="265"/>
                </a:cubicBezTo>
                <a:cubicBezTo>
                  <a:pt x="175" y="191"/>
                  <a:pt x="172" y="186"/>
                  <a:pt x="170" y="181"/>
                </a:cubicBezTo>
                <a:cubicBezTo>
                  <a:pt x="122" y="111"/>
                  <a:pt x="132" y="117"/>
                  <a:pt x="134" y="122"/>
                </a:cubicBezTo>
                <a:cubicBezTo>
                  <a:pt x="153" y="151"/>
                  <a:pt x="153" y="155"/>
                  <a:pt x="155" y="160"/>
                </a:cubicBezTo>
                <a:cubicBezTo>
                  <a:pt x="182" y="243"/>
                  <a:pt x="187" y="248"/>
                  <a:pt x="187" y="252"/>
                </a:cubicBezTo>
                <a:cubicBezTo>
                  <a:pt x="190" y="282"/>
                  <a:pt x="193" y="287"/>
                  <a:pt x="190" y="291"/>
                </a:cubicBezTo>
                <a:cubicBezTo>
                  <a:pt x="194" y="347"/>
                  <a:pt x="192" y="351"/>
                  <a:pt x="190" y="355"/>
                </a:cubicBezTo>
                <a:cubicBezTo>
                  <a:pt x="191" y="394"/>
                  <a:pt x="194" y="397"/>
                  <a:pt x="192" y="399"/>
                </a:cubicBezTo>
                <a:cubicBezTo>
                  <a:pt x="193" y="428"/>
                  <a:pt x="194" y="436"/>
                  <a:pt x="195" y="445"/>
                </a:cubicBezTo>
                <a:cubicBezTo>
                  <a:pt x="197" y="504"/>
                  <a:pt x="204" y="514"/>
                  <a:pt x="202" y="522"/>
                </a:cubicBezTo>
                <a:cubicBezTo>
                  <a:pt x="195" y="496"/>
                  <a:pt x="192" y="492"/>
                  <a:pt x="191" y="488"/>
                </a:cubicBezTo>
                <a:cubicBezTo>
                  <a:pt x="182" y="442"/>
                  <a:pt x="186" y="437"/>
                  <a:pt x="185" y="430"/>
                </a:cubicBezTo>
                <a:cubicBezTo>
                  <a:pt x="186" y="370"/>
                  <a:pt x="181" y="363"/>
                  <a:pt x="183" y="357"/>
                </a:cubicBezTo>
                <a:cubicBezTo>
                  <a:pt x="182" y="325"/>
                  <a:pt x="175" y="321"/>
                  <a:pt x="177" y="318"/>
                </a:cubicBezTo>
                <a:cubicBezTo>
                  <a:pt x="173" y="294"/>
                  <a:pt x="175" y="288"/>
                  <a:pt x="172" y="281"/>
                </a:cubicBezTo>
                <a:cubicBezTo>
                  <a:pt x="170" y="250"/>
                  <a:pt x="163" y="245"/>
                  <a:pt x="166" y="243"/>
                </a:cubicBezTo>
                <a:cubicBezTo>
                  <a:pt x="117" y="146"/>
                  <a:pt x="115" y="136"/>
                  <a:pt x="110" y="138"/>
                </a:cubicBezTo>
                <a:cubicBezTo>
                  <a:pt x="158" y="251"/>
                  <a:pt x="166" y="268"/>
                  <a:pt x="163" y="283"/>
                </a:cubicBezTo>
                <a:cubicBezTo>
                  <a:pt x="170" y="315"/>
                  <a:pt x="167" y="323"/>
                  <a:pt x="173" y="332"/>
                </a:cubicBezTo>
                <a:cubicBezTo>
                  <a:pt x="172" y="391"/>
                  <a:pt x="174" y="397"/>
                  <a:pt x="174" y="404"/>
                </a:cubicBezTo>
                <a:cubicBezTo>
                  <a:pt x="174" y="419"/>
                  <a:pt x="175" y="423"/>
                  <a:pt x="172" y="421"/>
                </a:cubicBezTo>
                <a:cubicBezTo>
                  <a:pt x="157" y="335"/>
                  <a:pt x="157" y="325"/>
                  <a:pt x="156" y="322"/>
                </a:cubicBezTo>
                <a:cubicBezTo>
                  <a:pt x="154" y="304"/>
                  <a:pt x="152" y="301"/>
                  <a:pt x="152" y="298"/>
                </a:cubicBezTo>
                <a:cubicBezTo>
                  <a:pt x="121" y="215"/>
                  <a:pt x="124" y="220"/>
                  <a:pt x="126" y="224"/>
                </a:cubicBezTo>
                <a:cubicBezTo>
                  <a:pt x="142" y="278"/>
                  <a:pt x="141" y="294"/>
                  <a:pt x="149" y="312"/>
                </a:cubicBezTo>
                <a:cubicBezTo>
                  <a:pt x="152" y="360"/>
                  <a:pt x="149" y="372"/>
                  <a:pt x="155" y="385"/>
                </a:cubicBezTo>
                <a:cubicBezTo>
                  <a:pt x="164" y="425"/>
                  <a:pt x="163" y="427"/>
                  <a:pt x="166" y="430"/>
                </a:cubicBezTo>
                <a:cubicBezTo>
                  <a:pt x="166" y="449"/>
                  <a:pt x="160" y="441"/>
                  <a:pt x="155" y="433"/>
                </a:cubicBezTo>
                <a:cubicBezTo>
                  <a:pt x="52" y="216"/>
                  <a:pt x="51" y="203"/>
                  <a:pt x="42" y="189"/>
                </a:cubicBezTo>
                <a:cubicBezTo>
                  <a:pt x="33" y="158"/>
                  <a:pt x="33" y="148"/>
                  <a:pt x="29" y="151"/>
                </a:cubicBezTo>
                <a:cubicBezTo>
                  <a:pt x="101" y="327"/>
                  <a:pt x="104" y="346"/>
                  <a:pt x="123" y="370"/>
                </a:cubicBezTo>
                <a:cubicBezTo>
                  <a:pt x="135" y="395"/>
                  <a:pt x="130" y="397"/>
                  <a:pt x="134" y="400"/>
                </a:cubicBezTo>
                <a:cubicBezTo>
                  <a:pt x="148" y="437"/>
                  <a:pt x="157" y="443"/>
                  <a:pt x="154" y="447"/>
                </a:cubicBezTo>
                <a:cubicBezTo>
                  <a:pt x="151" y="451"/>
                  <a:pt x="156" y="444"/>
                  <a:pt x="151" y="447"/>
                </a:cubicBezTo>
                <a:cubicBezTo>
                  <a:pt x="132" y="420"/>
                  <a:pt x="125" y="405"/>
                  <a:pt x="116" y="394"/>
                </a:cubicBezTo>
                <a:cubicBezTo>
                  <a:pt x="47" y="271"/>
                  <a:pt x="45" y="264"/>
                  <a:pt x="39" y="256"/>
                </a:cubicBezTo>
                <a:cubicBezTo>
                  <a:pt x="23" y="217"/>
                  <a:pt x="19" y="203"/>
                  <a:pt x="8" y="187"/>
                </a:cubicBezTo>
                <a:cubicBezTo>
                  <a:pt x="0" y="172"/>
                  <a:pt x="0" y="172"/>
                  <a:pt x="0" y="172"/>
                </a:cubicBezTo>
                <a:cubicBezTo>
                  <a:pt x="13" y="212"/>
                  <a:pt x="18" y="217"/>
                  <a:pt x="17" y="221"/>
                </a:cubicBezTo>
                <a:cubicBezTo>
                  <a:pt x="38" y="262"/>
                  <a:pt x="42" y="277"/>
                  <a:pt x="49" y="292"/>
                </a:cubicBezTo>
                <a:cubicBezTo>
                  <a:pt x="88" y="361"/>
                  <a:pt x="84" y="375"/>
                  <a:pt x="89" y="371"/>
                </a:cubicBezTo>
                <a:cubicBezTo>
                  <a:pt x="157" y="471"/>
                  <a:pt x="164" y="481"/>
                  <a:pt x="172" y="491"/>
                </a:cubicBezTo>
                <a:cubicBezTo>
                  <a:pt x="187" y="517"/>
                  <a:pt x="186" y="518"/>
                  <a:pt x="186" y="518"/>
                </a:cubicBezTo>
                <a:cubicBezTo>
                  <a:pt x="198" y="535"/>
                  <a:pt x="201" y="544"/>
                  <a:pt x="199" y="552"/>
                </a:cubicBezTo>
                <a:cubicBezTo>
                  <a:pt x="156" y="486"/>
                  <a:pt x="141" y="472"/>
                  <a:pt x="130" y="459"/>
                </a:cubicBezTo>
                <a:cubicBezTo>
                  <a:pt x="110" y="430"/>
                  <a:pt x="107" y="427"/>
                  <a:pt x="105" y="423"/>
                </a:cubicBezTo>
                <a:cubicBezTo>
                  <a:pt x="50" y="348"/>
                  <a:pt x="55" y="346"/>
                  <a:pt x="50" y="342"/>
                </a:cubicBezTo>
                <a:cubicBezTo>
                  <a:pt x="3" y="267"/>
                  <a:pt x="5" y="258"/>
                  <a:pt x="0" y="254"/>
                </a:cubicBezTo>
                <a:cubicBezTo>
                  <a:pt x="11" y="297"/>
                  <a:pt x="19" y="301"/>
                  <a:pt x="20" y="304"/>
                </a:cubicBezTo>
                <a:cubicBezTo>
                  <a:pt x="37" y="330"/>
                  <a:pt x="35" y="333"/>
                  <a:pt x="38" y="337"/>
                </a:cubicBezTo>
                <a:cubicBezTo>
                  <a:pt x="94" y="423"/>
                  <a:pt x="98" y="426"/>
                  <a:pt x="101" y="429"/>
                </a:cubicBezTo>
                <a:cubicBezTo>
                  <a:pt x="129" y="469"/>
                  <a:pt x="132" y="472"/>
                  <a:pt x="134" y="475"/>
                </a:cubicBezTo>
                <a:cubicBezTo>
                  <a:pt x="155" y="502"/>
                  <a:pt x="157" y="504"/>
                  <a:pt x="159" y="507"/>
                </a:cubicBezTo>
                <a:cubicBezTo>
                  <a:pt x="167" y="526"/>
                  <a:pt x="176" y="523"/>
                  <a:pt x="172" y="528"/>
                </a:cubicBezTo>
                <a:cubicBezTo>
                  <a:pt x="127" y="476"/>
                  <a:pt x="107" y="458"/>
                  <a:pt x="85" y="432"/>
                </a:cubicBezTo>
                <a:cubicBezTo>
                  <a:pt x="42" y="373"/>
                  <a:pt x="30" y="364"/>
                  <a:pt x="27" y="355"/>
                </a:cubicBezTo>
                <a:cubicBezTo>
                  <a:pt x="0" y="328"/>
                  <a:pt x="0" y="328"/>
                  <a:pt x="0" y="328"/>
                </a:cubicBezTo>
                <a:cubicBezTo>
                  <a:pt x="26" y="363"/>
                  <a:pt x="25" y="368"/>
                  <a:pt x="32" y="373"/>
                </a:cubicBezTo>
                <a:cubicBezTo>
                  <a:pt x="69" y="424"/>
                  <a:pt x="79" y="434"/>
                  <a:pt x="89" y="450"/>
                </a:cubicBezTo>
                <a:cubicBezTo>
                  <a:pt x="187" y="565"/>
                  <a:pt x="194" y="574"/>
                  <a:pt x="200" y="583"/>
                </a:cubicBezTo>
                <a:cubicBezTo>
                  <a:pt x="195" y="580"/>
                  <a:pt x="178" y="573"/>
                  <a:pt x="164" y="552"/>
                </a:cubicBezTo>
                <a:cubicBezTo>
                  <a:pt x="130" y="519"/>
                  <a:pt x="122" y="508"/>
                  <a:pt x="114" y="500"/>
                </a:cubicBezTo>
                <a:cubicBezTo>
                  <a:pt x="18" y="376"/>
                  <a:pt x="19" y="374"/>
                  <a:pt x="16" y="374"/>
                </a:cubicBezTo>
                <a:cubicBezTo>
                  <a:pt x="7" y="360"/>
                  <a:pt x="5" y="354"/>
                  <a:pt x="0" y="347"/>
                </a:cubicBezTo>
                <a:cubicBezTo>
                  <a:pt x="0" y="358"/>
                  <a:pt x="0" y="358"/>
                  <a:pt x="0" y="359"/>
                </a:cubicBezTo>
                <a:cubicBezTo>
                  <a:pt x="16" y="378"/>
                  <a:pt x="13" y="388"/>
                  <a:pt x="20" y="387"/>
                </a:cubicBezTo>
                <a:cubicBezTo>
                  <a:pt x="147" y="544"/>
                  <a:pt x="149" y="552"/>
                  <a:pt x="153" y="555"/>
                </a:cubicBezTo>
                <a:cubicBezTo>
                  <a:pt x="205" y="609"/>
                  <a:pt x="209" y="614"/>
                  <a:pt x="213" y="620"/>
                </a:cubicBezTo>
                <a:cubicBezTo>
                  <a:pt x="248" y="673"/>
                  <a:pt x="250" y="678"/>
                  <a:pt x="249" y="682"/>
                </a:cubicBezTo>
                <a:cubicBezTo>
                  <a:pt x="215" y="648"/>
                  <a:pt x="211" y="642"/>
                  <a:pt x="207" y="642"/>
                </a:cubicBezTo>
                <a:cubicBezTo>
                  <a:pt x="173" y="607"/>
                  <a:pt x="159" y="599"/>
                  <a:pt x="145" y="585"/>
                </a:cubicBezTo>
                <a:cubicBezTo>
                  <a:pt x="89" y="539"/>
                  <a:pt x="87" y="528"/>
                  <a:pt x="82" y="530"/>
                </a:cubicBezTo>
                <a:cubicBezTo>
                  <a:pt x="10" y="445"/>
                  <a:pt x="5" y="438"/>
                  <a:pt x="0" y="430"/>
                </a:cubicBezTo>
                <a:cubicBezTo>
                  <a:pt x="7" y="448"/>
                  <a:pt x="10" y="450"/>
                  <a:pt x="12" y="455"/>
                </a:cubicBezTo>
                <a:cubicBezTo>
                  <a:pt x="63" y="516"/>
                  <a:pt x="68" y="529"/>
                  <a:pt x="76" y="532"/>
                </a:cubicBezTo>
                <a:cubicBezTo>
                  <a:pt x="109" y="563"/>
                  <a:pt x="112" y="569"/>
                  <a:pt x="116" y="574"/>
                </a:cubicBezTo>
                <a:cubicBezTo>
                  <a:pt x="151" y="606"/>
                  <a:pt x="166" y="613"/>
                  <a:pt x="180" y="630"/>
                </a:cubicBezTo>
                <a:cubicBezTo>
                  <a:pt x="239" y="683"/>
                  <a:pt x="241" y="686"/>
                  <a:pt x="243" y="689"/>
                </a:cubicBezTo>
                <a:cubicBezTo>
                  <a:pt x="155" y="616"/>
                  <a:pt x="134" y="603"/>
                  <a:pt x="114" y="586"/>
                </a:cubicBezTo>
                <a:cubicBezTo>
                  <a:pt x="37" y="519"/>
                  <a:pt x="35" y="503"/>
                  <a:pt x="30" y="506"/>
                </a:cubicBezTo>
                <a:cubicBezTo>
                  <a:pt x="76" y="567"/>
                  <a:pt x="91" y="576"/>
                  <a:pt x="105" y="592"/>
                </a:cubicBezTo>
                <a:cubicBezTo>
                  <a:pt x="129" y="611"/>
                  <a:pt x="137" y="616"/>
                  <a:pt x="145" y="622"/>
                </a:cubicBezTo>
                <a:cubicBezTo>
                  <a:pt x="163" y="636"/>
                  <a:pt x="167" y="641"/>
                  <a:pt x="165" y="643"/>
                </a:cubicBezTo>
                <a:cubicBezTo>
                  <a:pt x="119" y="612"/>
                  <a:pt x="116" y="612"/>
                  <a:pt x="114" y="612"/>
                </a:cubicBezTo>
                <a:cubicBezTo>
                  <a:pt x="88" y="593"/>
                  <a:pt x="82" y="591"/>
                  <a:pt x="77" y="587"/>
                </a:cubicBezTo>
                <a:cubicBezTo>
                  <a:pt x="13" y="544"/>
                  <a:pt x="7" y="538"/>
                  <a:pt x="0" y="533"/>
                </a:cubicBezTo>
                <a:cubicBezTo>
                  <a:pt x="17" y="555"/>
                  <a:pt x="24" y="560"/>
                  <a:pt x="31" y="567"/>
                </a:cubicBezTo>
                <a:cubicBezTo>
                  <a:pt x="78" y="600"/>
                  <a:pt x="82" y="597"/>
                  <a:pt x="86" y="603"/>
                </a:cubicBezTo>
                <a:cubicBezTo>
                  <a:pt x="126" y="627"/>
                  <a:pt x="133" y="631"/>
                  <a:pt x="141" y="636"/>
                </a:cubicBezTo>
                <a:cubicBezTo>
                  <a:pt x="168" y="656"/>
                  <a:pt x="171" y="658"/>
                  <a:pt x="173" y="658"/>
                </a:cubicBezTo>
                <a:cubicBezTo>
                  <a:pt x="213" y="686"/>
                  <a:pt x="215" y="691"/>
                  <a:pt x="217" y="694"/>
                </a:cubicBezTo>
                <a:cubicBezTo>
                  <a:pt x="241" y="718"/>
                  <a:pt x="246" y="717"/>
                  <a:pt x="251" y="723"/>
                </a:cubicBezTo>
                <a:cubicBezTo>
                  <a:pt x="272" y="754"/>
                  <a:pt x="281" y="753"/>
                  <a:pt x="277" y="759"/>
                </a:cubicBezTo>
                <a:cubicBezTo>
                  <a:pt x="250" y="738"/>
                  <a:pt x="248" y="731"/>
                  <a:pt x="245" y="733"/>
                </a:cubicBezTo>
                <a:cubicBezTo>
                  <a:pt x="215" y="709"/>
                  <a:pt x="205" y="703"/>
                  <a:pt x="195" y="696"/>
                </a:cubicBezTo>
                <a:cubicBezTo>
                  <a:pt x="156" y="670"/>
                  <a:pt x="145" y="670"/>
                  <a:pt x="135" y="661"/>
                </a:cubicBezTo>
                <a:cubicBezTo>
                  <a:pt x="98" y="642"/>
                  <a:pt x="87" y="639"/>
                  <a:pt x="78" y="630"/>
                </a:cubicBezTo>
                <a:cubicBezTo>
                  <a:pt x="44" y="608"/>
                  <a:pt x="39" y="604"/>
                  <a:pt x="35" y="599"/>
                </a:cubicBezTo>
                <a:cubicBezTo>
                  <a:pt x="64" y="632"/>
                  <a:pt x="77" y="634"/>
                  <a:pt x="88" y="647"/>
                </a:cubicBezTo>
                <a:cubicBezTo>
                  <a:pt x="113" y="663"/>
                  <a:pt x="120" y="661"/>
                  <a:pt x="126" y="668"/>
                </a:cubicBezTo>
                <a:cubicBezTo>
                  <a:pt x="179" y="700"/>
                  <a:pt x="192" y="704"/>
                  <a:pt x="205" y="714"/>
                </a:cubicBezTo>
                <a:cubicBezTo>
                  <a:pt x="252" y="749"/>
                  <a:pt x="256" y="748"/>
                  <a:pt x="259" y="752"/>
                </a:cubicBezTo>
                <a:cubicBezTo>
                  <a:pt x="309" y="812"/>
                  <a:pt x="313" y="815"/>
                  <a:pt x="311" y="817"/>
                </a:cubicBezTo>
                <a:cubicBezTo>
                  <a:pt x="287" y="793"/>
                  <a:pt x="281" y="789"/>
                  <a:pt x="275" y="782"/>
                </a:cubicBezTo>
                <a:cubicBezTo>
                  <a:pt x="238" y="756"/>
                  <a:pt x="233" y="745"/>
                  <a:pt x="226" y="744"/>
                </a:cubicBezTo>
                <a:cubicBezTo>
                  <a:pt x="179" y="713"/>
                  <a:pt x="167" y="709"/>
                  <a:pt x="155" y="701"/>
                </a:cubicBezTo>
                <a:cubicBezTo>
                  <a:pt x="130" y="689"/>
                  <a:pt x="124" y="688"/>
                  <a:pt x="118" y="682"/>
                </a:cubicBezTo>
                <a:cubicBezTo>
                  <a:pt x="87" y="673"/>
                  <a:pt x="85" y="666"/>
                  <a:pt x="81" y="668"/>
                </a:cubicBezTo>
                <a:cubicBezTo>
                  <a:pt x="6" y="628"/>
                  <a:pt x="4" y="626"/>
                  <a:pt x="0" y="626"/>
                </a:cubicBezTo>
                <a:cubicBezTo>
                  <a:pt x="2" y="634"/>
                  <a:pt x="4" y="634"/>
                  <a:pt x="5" y="633"/>
                </a:cubicBezTo>
                <a:cubicBezTo>
                  <a:pt x="34" y="652"/>
                  <a:pt x="37" y="657"/>
                  <a:pt x="41" y="656"/>
                </a:cubicBezTo>
                <a:cubicBezTo>
                  <a:pt x="82" y="671"/>
                  <a:pt x="86" y="684"/>
                  <a:pt x="93" y="681"/>
                </a:cubicBezTo>
                <a:cubicBezTo>
                  <a:pt x="148" y="714"/>
                  <a:pt x="153" y="704"/>
                  <a:pt x="155" y="711"/>
                </a:cubicBezTo>
                <a:cubicBezTo>
                  <a:pt x="188" y="727"/>
                  <a:pt x="193" y="733"/>
                  <a:pt x="199" y="736"/>
                </a:cubicBezTo>
                <a:cubicBezTo>
                  <a:pt x="227" y="758"/>
                  <a:pt x="231" y="754"/>
                  <a:pt x="233" y="760"/>
                </a:cubicBezTo>
                <a:cubicBezTo>
                  <a:pt x="290" y="813"/>
                  <a:pt x="296" y="820"/>
                  <a:pt x="302" y="824"/>
                </a:cubicBezTo>
                <a:cubicBezTo>
                  <a:pt x="314" y="839"/>
                  <a:pt x="311" y="840"/>
                  <a:pt x="308" y="836"/>
                </a:cubicBezTo>
                <a:cubicBezTo>
                  <a:pt x="294" y="829"/>
                  <a:pt x="288" y="817"/>
                  <a:pt x="281" y="817"/>
                </a:cubicBezTo>
                <a:cubicBezTo>
                  <a:pt x="229" y="777"/>
                  <a:pt x="227" y="773"/>
                  <a:pt x="223" y="773"/>
                </a:cubicBezTo>
                <a:cubicBezTo>
                  <a:pt x="175" y="741"/>
                  <a:pt x="167" y="743"/>
                  <a:pt x="160" y="734"/>
                </a:cubicBezTo>
                <a:cubicBezTo>
                  <a:pt x="133" y="722"/>
                  <a:pt x="125" y="722"/>
                  <a:pt x="118" y="716"/>
                </a:cubicBezTo>
                <a:cubicBezTo>
                  <a:pt x="83" y="708"/>
                  <a:pt x="81" y="695"/>
                  <a:pt x="75" y="701"/>
                </a:cubicBezTo>
                <a:cubicBezTo>
                  <a:pt x="102" y="718"/>
                  <a:pt x="105" y="719"/>
                  <a:pt x="108" y="721"/>
                </a:cubicBezTo>
                <a:cubicBezTo>
                  <a:pt x="162" y="747"/>
                  <a:pt x="164" y="749"/>
                  <a:pt x="168" y="748"/>
                </a:cubicBezTo>
                <a:cubicBezTo>
                  <a:pt x="198" y="770"/>
                  <a:pt x="205" y="770"/>
                  <a:pt x="210" y="774"/>
                </a:cubicBezTo>
                <a:cubicBezTo>
                  <a:pt x="297" y="836"/>
                  <a:pt x="302" y="842"/>
                  <a:pt x="307" y="846"/>
                </a:cubicBezTo>
                <a:cubicBezTo>
                  <a:pt x="324" y="865"/>
                  <a:pt x="312" y="860"/>
                  <a:pt x="303" y="847"/>
                </a:cubicBezTo>
                <a:cubicBezTo>
                  <a:pt x="244" y="813"/>
                  <a:pt x="238" y="807"/>
                  <a:pt x="232" y="801"/>
                </a:cubicBezTo>
                <a:cubicBezTo>
                  <a:pt x="172" y="765"/>
                  <a:pt x="165" y="768"/>
                  <a:pt x="159" y="759"/>
                </a:cubicBezTo>
                <a:cubicBezTo>
                  <a:pt x="124" y="742"/>
                  <a:pt x="119" y="747"/>
                  <a:pt x="115" y="742"/>
                </a:cubicBezTo>
                <a:cubicBezTo>
                  <a:pt x="80" y="724"/>
                  <a:pt x="77" y="723"/>
                  <a:pt x="75" y="720"/>
                </a:cubicBezTo>
                <a:cubicBezTo>
                  <a:pt x="43" y="707"/>
                  <a:pt x="39" y="696"/>
                  <a:pt x="34" y="699"/>
                </a:cubicBezTo>
                <a:cubicBezTo>
                  <a:pt x="17" y="698"/>
                  <a:pt x="31" y="699"/>
                  <a:pt x="42" y="711"/>
                </a:cubicBezTo>
                <a:cubicBezTo>
                  <a:pt x="73" y="726"/>
                  <a:pt x="76" y="731"/>
                  <a:pt x="80" y="730"/>
                </a:cubicBezTo>
                <a:cubicBezTo>
                  <a:pt x="143" y="758"/>
                  <a:pt x="148" y="769"/>
                  <a:pt x="155" y="768"/>
                </a:cubicBezTo>
                <a:cubicBezTo>
                  <a:pt x="195" y="790"/>
                  <a:pt x="198" y="792"/>
                  <a:pt x="201" y="791"/>
                </a:cubicBezTo>
                <a:cubicBezTo>
                  <a:pt x="241" y="822"/>
                  <a:pt x="254" y="823"/>
                  <a:pt x="266" y="833"/>
                </a:cubicBezTo>
                <a:cubicBezTo>
                  <a:pt x="321" y="881"/>
                  <a:pt x="327" y="880"/>
                  <a:pt x="332" y="885"/>
                </a:cubicBezTo>
                <a:cubicBezTo>
                  <a:pt x="358" y="919"/>
                  <a:pt x="348" y="917"/>
                  <a:pt x="340" y="904"/>
                </a:cubicBezTo>
                <a:cubicBezTo>
                  <a:pt x="310" y="881"/>
                  <a:pt x="307" y="882"/>
                  <a:pt x="305" y="877"/>
                </a:cubicBezTo>
                <a:cubicBezTo>
                  <a:pt x="278" y="859"/>
                  <a:pt x="271" y="855"/>
                  <a:pt x="263" y="852"/>
                </a:cubicBezTo>
                <a:cubicBezTo>
                  <a:pt x="217" y="825"/>
                  <a:pt x="212" y="819"/>
                  <a:pt x="208" y="816"/>
                </a:cubicBezTo>
                <a:cubicBezTo>
                  <a:pt x="170" y="802"/>
                  <a:pt x="169" y="799"/>
                  <a:pt x="167" y="799"/>
                </a:cubicBezTo>
                <a:cubicBezTo>
                  <a:pt x="126" y="782"/>
                  <a:pt x="119" y="775"/>
                  <a:pt x="110" y="776"/>
                </a:cubicBezTo>
                <a:cubicBezTo>
                  <a:pt x="70" y="760"/>
                  <a:pt x="67" y="754"/>
                  <a:pt x="62" y="754"/>
                </a:cubicBezTo>
                <a:cubicBezTo>
                  <a:pt x="18" y="739"/>
                  <a:pt x="25" y="738"/>
                  <a:pt x="31" y="744"/>
                </a:cubicBezTo>
                <a:cubicBezTo>
                  <a:pt x="75" y="767"/>
                  <a:pt x="81" y="772"/>
                  <a:pt x="88" y="772"/>
                </a:cubicBezTo>
                <a:cubicBezTo>
                  <a:pt x="132" y="793"/>
                  <a:pt x="139" y="794"/>
                  <a:pt x="145" y="799"/>
                </a:cubicBezTo>
                <a:cubicBezTo>
                  <a:pt x="158" y="805"/>
                  <a:pt x="163" y="802"/>
                  <a:pt x="166" y="806"/>
                </a:cubicBezTo>
                <a:cubicBezTo>
                  <a:pt x="217" y="829"/>
                  <a:pt x="228" y="842"/>
                  <a:pt x="241" y="848"/>
                </a:cubicBezTo>
                <a:cubicBezTo>
                  <a:pt x="293" y="879"/>
                  <a:pt x="304" y="894"/>
                  <a:pt x="317" y="898"/>
                </a:cubicBezTo>
                <a:cubicBezTo>
                  <a:pt x="372" y="946"/>
                  <a:pt x="386" y="963"/>
                  <a:pt x="400" y="976"/>
                </a:cubicBezTo>
                <a:cubicBezTo>
                  <a:pt x="392" y="979"/>
                  <a:pt x="371" y="960"/>
                  <a:pt x="349" y="943"/>
                </a:cubicBezTo>
                <a:cubicBezTo>
                  <a:pt x="329" y="924"/>
                  <a:pt x="322" y="926"/>
                  <a:pt x="317" y="917"/>
                </a:cubicBezTo>
                <a:cubicBezTo>
                  <a:pt x="278" y="892"/>
                  <a:pt x="274" y="883"/>
                  <a:pt x="269" y="882"/>
                </a:cubicBezTo>
                <a:cubicBezTo>
                  <a:pt x="213" y="844"/>
                  <a:pt x="206" y="850"/>
                  <a:pt x="202" y="841"/>
                </a:cubicBezTo>
                <a:cubicBezTo>
                  <a:pt x="179" y="829"/>
                  <a:pt x="173" y="827"/>
                  <a:pt x="167" y="823"/>
                </a:cubicBezTo>
                <a:cubicBezTo>
                  <a:pt x="145" y="809"/>
                  <a:pt x="140" y="807"/>
                  <a:pt x="135" y="803"/>
                </a:cubicBezTo>
                <a:cubicBezTo>
                  <a:pt x="94" y="787"/>
                  <a:pt x="88" y="786"/>
                  <a:pt x="82" y="782"/>
                </a:cubicBezTo>
                <a:cubicBezTo>
                  <a:pt x="18" y="768"/>
                  <a:pt x="25" y="763"/>
                  <a:pt x="31" y="770"/>
                </a:cubicBezTo>
                <a:cubicBezTo>
                  <a:pt x="72" y="789"/>
                  <a:pt x="76" y="784"/>
                  <a:pt x="78" y="788"/>
                </a:cubicBezTo>
                <a:cubicBezTo>
                  <a:pt x="101" y="793"/>
                  <a:pt x="103" y="801"/>
                  <a:pt x="107" y="799"/>
                </a:cubicBezTo>
                <a:cubicBezTo>
                  <a:pt x="130" y="808"/>
                  <a:pt x="135" y="815"/>
                  <a:pt x="142" y="817"/>
                </a:cubicBezTo>
                <a:cubicBezTo>
                  <a:pt x="170" y="836"/>
                  <a:pt x="179" y="838"/>
                  <a:pt x="187" y="844"/>
                </a:cubicBezTo>
                <a:cubicBezTo>
                  <a:pt x="233" y="870"/>
                  <a:pt x="251" y="880"/>
                  <a:pt x="268" y="893"/>
                </a:cubicBezTo>
                <a:cubicBezTo>
                  <a:pt x="303" y="920"/>
                  <a:pt x="313" y="923"/>
                  <a:pt x="321" y="933"/>
                </a:cubicBezTo>
                <a:cubicBezTo>
                  <a:pt x="355" y="961"/>
                  <a:pt x="358" y="960"/>
                  <a:pt x="359" y="965"/>
                </a:cubicBezTo>
                <a:cubicBezTo>
                  <a:pt x="330" y="953"/>
                  <a:pt x="328" y="946"/>
                  <a:pt x="325" y="946"/>
                </a:cubicBezTo>
                <a:cubicBezTo>
                  <a:pt x="294" y="928"/>
                  <a:pt x="291" y="926"/>
                  <a:pt x="288" y="928"/>
                </a:cubicBezTo>
                <a:cubicBezTo>
                  <a:pt x="253" y="905"/>
                  <a:pt x="246" y="907"/>
                  <a:pt x="240" y="902"/>
                </a:cubicBezTo>
                <a:cubicBezTo>
                  <a:pt x="196" y="874"/>
                  <a:pt x="189" y="878"/>
                  <a:pt x="183" y="871"/>
                </a:cubicBezTo>
                <a:cubicBezTo>
                  <a:pt x="151" y="863"/>
                  <a:pt x="149" y="853"/>
                  <a:pt x="145" y="855"/>
                </a:cubicBezTo>
                <a:cubicBezTo>
                  <a:pt x="101" y="836"/>
                  <a:pt x="95" y="830"/>
                  <a:pt x="89" y="825"/>
                </a:cubicBezTo>
                <a:cubicBezTo>
                  <a:pt x="75" y="820"/>
                  <a:pt x="78" y="824"/>
                  <a:pt x="81" y="829"/>
                </a:cubicBezTo>
                <a:cubicBezTo>
                  <a:pt x="125" y="851"/>
                  <a:pt x="134" y="857"/>
                  <a:pt x="143" y="859"/>
                </a:cubicBezTo>
                <a:cubicBezTo>
                  <a:pt x="177" y="878"/>
                  <a:pt x="186" y="880"/>
                  <a:pt x="195" y="884"/>
                </a:cubicBezTo>
                <a:cubicBezTo>
                  <a:pt x="207" y="892"/>
                  <a:pt x="211" y="897"/>
                  <a:pt x="218" y="897"/>
                </a:cubicBezTo>
                <a:cubicBezTo>
                  <a:pt x="249" y="916"/>
                  <a:pt x="257" y="920"/>
                  <a:pt x="265" y="922"/>
                </a:cubicBezTo>
                <a:cubicBezTo>
                  <a:pt x="296" y="944"/>
                  <a:pt x="307" y="946"/>
                  <a:pt x="317" y="954"/>
                </a:cubicBezTo>
                <a:cubicBezTo>
                  <a:pt x="372" y="983"/>
                  <a:pt x="377" y="991"/>
                  <a:pt x="383" y="991"/>
                </a:cubicBezTo>
                <a:cubicBezTo>
                  <a:pt x="407" y="1010"/>
                  <a:pt x="410" y="1011"/>
                  <a:pt x="412" y="1013"/>
                </a:cubicBezTo>
                <a:cubicBezTo>
                  <a:pt x="429" y="1029"/>
                  <a:pt x="432" y="1032"/>
                  <a:pt x="434" y="1035"/>
                </a:cubicBezTo>
                <a:cubicBezTo>
                  <a:pt x="391" y="1012"/>
                  <a:pt x="379" y="1003"/>
                  <a:pt x="366" y="1000"/>
                </a:cubicBezTo>
                <a:cubicBezTo>
                  <a:pt x="282" y="959"/>
                  <a:pt x="273" y="956"/>
                  <a:pt x="265" y="952"/>
                </a:cubicBezTo>
                <a:cubicBezTo>
                  <a:pt x="208" y="925"/>
                  <a:pt x="204" y="923"/>
                  <a:pt x="199" y="924"/>
                </a:cubicBezTo>
                <a:cubicBezTo>
                  <a:pt x="168" y="902"/>
                  <a:pt x="164" y="897"/>
                  <a:pt x="160" y="895"/>
                </a:cubicBezTo>
                <a:cubicBezTo>
                  <a:pt x="119" y="863"/>
                  <a:pt x="114" y="861"/>
                  <a:pt x="110" y="856"/>
                </a:cubicBezTo>
                <a:cubicBezTo>
                  <a:pt x="97" y="853"/>
                  <a:pt x="111" y="861"/>
                  <a:pt x="124" y="875"/>
                </a:cubicBezTo>
                <a:cubicBezTo>
                  <a:pt x="187" y="933"/>
                  <a:pt x="199" y="943"/>
                  <a:pt x="211" y="952"/>
                </a:cubicBezTo>
                <a:cubicBezTo>
                  <a:pt x="237" y="972"/>
                  <a:pt x="244" y="976"/>
                  <a:pt x="251" y="978"/>
                </a:cubicBezTo>
                <a:cubicBezTo>
                  <a:pt x="355" y="1037"/>
                  <a:pt x="362" y="1036"/>
                  <a:pt x="369" y="1041"/>
                </a:cubicBezTo>
                <a:cubicBezTo>
                  <a:pt x="396" y="1053"/>
                  <a:pt x="402" y="1057"/>
                  <a:pt x="410" y="1057"/>
                </a:cubicBezTo>
                <a:cubicBezTo>
                  <a:pt x="443" y="1078"/>
                  <a:pt x="446" y="1080"/>
                  <a:pt x="450" y="1080"/>
                </a:cubicBezTo>
                <a:cubicBezTo>
                  <a:pt x="498" y="1117"/>
                  <a:pt x="507" y="1122"/>
                  <a:pt x="503" y="1125"/>
                </a:cubicBezTo>
                <a:cubicBezTo>
                  <a:pt x="426" y="1084"/>
                  <a:pt x="415" y="1078"/>
                  <a:pt x="403" y="1075"/>
                </a:cubicBezTo>
                <a:cubicBezTo>
                  <a:pt x="382" y="1065"/>
                  <a:pt x="376" y="1061"/>
                  <a:pt x="370" y="1062"/>
                </a:cubicBezTo>
                <a:cubicBezTo>
                  <a:pt x="331" y="1045"/>
                  <a:pt x="325" y="1046"/>
                  <a:pt x="320" y="1041"/>
                </a:cubicBezTo>
                <a:cubicBezTo>
                  <a:pt x="300" y="1035"/>
                  <a:pt x="297" y="1034"/>
                  <a:pt x="295" y="1035"/>
                </a:cubicBezTo>
                <a:cubicBezTo>
                  <a:pt x="257" y="1018"/>
                  <a:pt x="244" y="1017"/>
                  <a:pt x="232" y="1015"/>
                </a:cubicBezTo>
                <a:cubicBezTo>
                  <a:pt x="276" y="1032"/>
                  <a:pt x="287" y="1038"/>
                  <a:pt x="298" y="1040"/>
                </a:cubicBezTo>
                <a:cubicBezTo>
                  <a:pt x="343" y="1060"/>
                  <a:pt x="355" y="1062"/>
                  <a:pt x="366" y="1067"/>
                </a:cubicBezTo>
                <a:cubicBezTo>
                  <a:pt x="421" y="1094"/>
                  <a:pt x="428" y="1089"/>
                  <a:pt x="433" y="1097"/>
                </a:cubicBezTo>
                <a:cubicBezTo>
                  <a:pt x="477" y="1120"/>
                  <a:pt x="488" y="1124"/>
                  <a:pt x="499" y="1130"/>
                </a:cubicBezTo>
                <a:cubicBezTo>
                  <a:pt x="530" y="1153"/>
                  <a:pt x="538" y="1158"/>
                  <a:pt x="534" y="1161"/>
                </a:cubicBezTo>
                <a:cubicBezTo>
                  <a:pt x="497" y="1142"/>
                  <a:pt x="495" y="1135"/>
                  <a:pt x="492" y="1135"/>
                </a:cubicBezTo>
                <a:cubicBezTo>
                  <a:pt x="453" y="1119"/>
                  <a:pt x="442" y="1110"/>
                  <a:pt x="430" y="1105"/>
                </a:cubicBezTo>
                <a:cubicBezTo>
                  <a:pt x="399" y="1091"/>
                  <a:pt x="395" y="1089"/>
                  <a:pt x="392" y="1089"/>
                </a:cubicBezTo>
                <a:cubicBezTo>
                  <a:pt x="366" y="1080"/>
                  <a:pt x="361" y="1073"/>
                  <a:pt x="354" y="1073"/>
                </a:cubicBezTo>
                <a:cubicBezTo>
                  <a:pt x="272" y="1038"/>
                  <a:pt x="264" y="1045"/>
                  <a:pt x="258" y="1037"/>
                </a:cubicBezTo>
                <a:cubicBezTo>
                  <a:pt x="228" y="1020"/>
                  <a:pt x="224" y="1018"/>
                  <a:pt x="221" y="1018"/>
                </a:cubicBezTo>
                <a:cubicBezTo>
                  <a:pt x="190" y="1001"/>
                  <a:pt x="188" y="991"/>
                  <a:pt x="184" y="993"/>
                </a:cubicBezTo>
                <a:cubicBezTo>
                  <a:pt x="154" y="965"/>
                  <a:pt x="150" y="962"/>
                  <a:pt x="146" y="962"/>
                </a:cubicBezTo>
                <a:cubicBezTo>
                  <a:pt x="188" y="1003"/>
                  <a:pt x="191" y="1002"/>
                  <a:pt x="193" y="1006"/>
                </a:cubicBezTo>
                <a:cubicBezTo>
                  <a:pt x="231" y="1027"/>
                  <a:pt x="233" y="1033"/>
                  <a:pt x="236" y="1031"/>
                </a:cubicBezTo>
                <a:cubicBezTo>
                  <a:pt x="256" y="1046"/>
                  <a:pt x="258" y="1053"/>
                  <a:pt x="261" y="1051"/>
                </a:cubicBezTo>
                <a:cubicBezTo>
                  <a:pt x="284" y="1067"/>
                  <a:pt x="286" y="1072"/>
                  <a:pt x="288" y="1075"/>
                </a:cubicBezTo>
                <a:cubicBezTo>
                  <a:pt x="317" y="1095"/>
                  <a:pt x="323" y="1099"/>
                  <a:pt x="330" y="1104"/>
                </a:cubicBezTo>
                <a:cubicBezTo>
                  <a:pt x="350" y="1113"/>
                  <a:pt x="352" y="1114"/>
                  <a:pt x="355" y="1115"/>
                </a:cubicBezTo>
                <a:cubicBezTo>
                  <a:pt x="387" y="1132"/>
                  <a:pt x="392" y="1132"/>
                  <a:pt x="396" y="1137"/>
                </a:cubicBezTo>
                <a:cubicBezTo>
                  <a:pt x="442" y="1160"/>
                  <a:pt x="445" y="1159"/>
                  <a:pt x="447" y="1162"/>
                </a:cubicBezTo>
                <a:cubicBezTo>
                  <a:pt x="495" y="1178"/>
                  <a:pt x="504" y="1188"/>
                  <a:pt x="514" y="1189"/>
                </a:cubicBezTo>
                <a:cubicBezTo>
                  <a:pt x="545" y="1207"/>
                  <a:pt x="548" y="1205"/>
                  <a:pt x="550" y="1206"/>
                </a:cubicBezTo>
                <a:cubicBezTo>
                  <a:pt x="576" y="1222"/>
                  <a:pt x="581" y="1223"/>
                  <a:pt x="586" y="1229"/>
                </a:cubicBezTo>
                <a:cubicBezTo>
                  <a:pt x="606" y="1238"/>
                  <a:pt x="610" y="1248"/>
                  <a:pt x="615" y="1248"/>
                </a:cubicBezTo>
                <a:cubicBezTo>
                  <a:pt x="617" y="1257"/>
                  <a:pt x="606" y="1255"/>
                  <a:pt x="597" y="1245"/>
                </a:cubicBezTo>
                <a:cubicBezTo>
                  <a:pt x="545" y="1221"/>
                  <a:pt x="540" y="1217"/>
                  <a:pt x="534" y="1218"/>
                </a:cubicBezTo>
                <a:cubicBezTo>
                  <a:pt x="485" y="1200"/>
                  <a:pt x="482" y="1196"/>
                  <a:pt x="479" y="1193"/>
                </a:cubicBezTo>
                <a:cubicBezTo>
                  <a:pt x="454" y="1186"/>
                  <a:pt x="450" y="1184"/>
                  <a:pt x="446" y="1184"/>
                </a:cubicBezTo>
                <a:cubicBezTo>
                  <a:pt x="389" y="1155"/>
                  <a:pt x="374" y="1155"/>
                  <a:pt x="361" y="1140"/>
                </a:cubicBezTo>
                <a:cubicBezTo>
                  <a:pt x="332" y="1126"/>
                  <a:pt x="326" y="1117"/>
                  <a:pt x="318" y="1117"/>
                </a:cubicBezTo>
                <a:cubicBezTo>
                  <a:pt x="296" y="1099"/>
                  <a:pt x="291" y="1096"/>
                  <a:pt x="284" y="1096"/>
                </a:cubicBezTo>
                <a:cubicBezTo>
                  <a:pt x="297" y="1108"/>
                  <a:pt x="302" y="1107"/>
                  <a:pt x="305" y="1110"/>
                </a:cubicBezTo>
                <a:cubicBezTo>
                  <a:pt x="326" y="1125"/>
                  <a:pt x="329" y="1128"/>
                  <a:pt x="333" y="1134"/>
                </a:cubicBezTo>
                <a:cubicBezTo>
                  <a:pt x="387" y="1166"/>
                  <a:pt x="394" y="1176"/>
                  <a:pt x="401" y="1181"/>
                </a:cubicBezTo>
                <a:cubicBezTo>
                  <a:pt x="430" y="1196"/>
                  <a:pt x="433" y="1199"/>
                  <a:pt x="437" y="1204"/>
                </a:cubicBezTo>
                <a:cubicBezTo>
                  <a:pt x="480" y="1225"/>
                  <a:pt x="488" y="1230"/>
                  <a:pt x="496" y="1231"/>
                </a:cubicBezTo>
                <a:cubicBezTo>
                  <a:pt x="512" y="1244"/>
                  <a:pt x="515" y="1239"/>
                  <a:pt x="516" y="1244"/>
                </a:cubicBezTo>
                <a:cubicBezTo>
                  <a:pt x="550" y="1257"/>
                  <a:pt x="553" y="1259"/>
                  <a:pt x="557" y="1260"/>
                </a:cubicBezTo>
                <a:cubicBezTo>
                  <a:pt x="595" y="1278"/>
                  <a:pt x="602" y="1276"/>
                  <a:pt x="608" y="1283"/>
                </a:cubicBezTo>
                <a:cubicBezTo>
                  <a:pt x="633" y="1289"/>
                  <a:pt x="638" y="1292"/>
                  <a:pt x="642" y="1290"/>
                </a:cubicBezTo>
                <a:cubicBezTo>
                  <a:pt x="671" y="1306"/>
                  <a:pt x="673" y="1306"/>
                  <a:pt x="672" y="1309"/>
                </a:cubicBezTo>
                <a:cubicBezTo>
                  <a:pt x="688" y="1331"/>
                  <a:pt x="675" y="1322"/>
                  <a:pt x="660" y="1323"/>
                </a:cubicBezTo>
                <a:cubicBezTo>
                  <a:pt x="632" y="1317"/>
                  <a:pt x="625" y="1308"/>
                  <a:pt x="617" y="1311"/>
                </a:cubicBezTo>
                <a:cubicBezTo>
                  <a:pt x="588" y="1307"/>
                  <a:pt x="582" y="1296"/>
                  <a:pt x="574" y="1299"/>
                </a:cubicBezTo>
                <a:cubicBezTo>
                  <a:pt x="545" y="1291"/>
                  <a:pt x="539" y="1284"/>
                  <a:pt x="531" y="1284"/>
                </a:cubicBezTo>
                <a:cubicBezTo>
                  <a:pt x="518" y="1276"/>
                  <a:pt x="514" y="1277"/>
                  <a:pt x="511" y="1275"/>
                </a:cubicBezTo>
                <a:cubicBezTo>
                  <a:pt x="466" y="1250"/>
                  <a:pt x="462" y="1253"/>
                  <a:pt x="459" y="1247"/>
                </a:cubicBezTo>
                <a:cubicBezTo>
                  <a:pt x="425" y="1226"/>
                  <a:pt x="420" y="1229"/>
                  <a:pt x="418" y="1223"/>
                </a:cubicBezTo>
                <a:cubicBezTo>
                  <a:pt x="384" y="1200"/>
                  <a:pt x="381" y="1195"/>
                  <a:pt x="377" y="1196"/>
                </a:cubicBezTo>
                <a:cubicBezTo>
                  <a:pt x="435" y="1244"/>
                  <a:pt x="446" y="1249"/>
                  <a:pt x="456" y="1258"/>
                </a:cubicBezTo>
                <a:cubicBezTo>
                  <a:pt x="492" y="1278"/>
                  <a:pt x="498" y="1276"/>
                  <a:pt x="504" y="1280"/>
                </a:cubicBezTo>
                <a:cubicBezTo>
                  <a:pt x="525" y="1289"/>
                  <a:pt x="530" y="1291"/>
                  <a:pt x="536" y="1294"/>
                </a:cubicBezTo>
                <a:cubicBezTo>
                  <a:pt x="557" y="1301"/>
                  <a:pt x="562" y="1305"/>
                  <a:pt x="568" y="1306"/>
                </a:cubicBezTo>
                <a:cubicBezTo>
                  <a:pt x="590" y="1309"/>
                  <a:pt x="595" y="1319"/>
                  <a:pt x="601" y="1315"/>
                </a:cubicBezTo>
                <a:cubicBezTo>
                  <a:pt x="677" y="1338"/>
                  <a:pt x="682" y="1337"/>
                  <a:pt x="686" y="1337"/>
                </a:cubicBezTo>
                <a:cubicBezTo>
                  <a:pt x="717" y="1352"/>
                  <a:pt x="722" y="1353"/>
                  <a:pt x="726" y="1359"/>
                </a:cubicBezTo>
                <a:cubicBezTo>
                  <a:pt x="698" y="1354"/>
                  <a:pt x="691" y="1350"/>
                  <a:pt x="684" y="1349"/>
                </a:cubicBezTo>
                <a:cubicBezTo>
                  <a:pt x="670" y="1348"/>
                  <a:pt x="667" y="1343"/>
                  <a:pt x="663" y="1345"/>
                </a:cubicBezTo>
                <a:cubicBezTo>
                  <a:pt x="627" y="1341"/>
                  <a:pt x="624" y="1336"/>
                  <a:pt x="620" y="1338"/>
                </a:cubicBezTo>
                <a:cubicBezTo>
                  <a:pt x="560" y="1320"/>
                  <a:pt x="556" y="1320"/>
                  <a:pt x="553" y="1319"/>
                </a:cubicBezTo>
                <a:cubicBezTo>
                  <a:pt x="518" y="1303"/>
                  <a:pt x="512" y="1300"/>
                  <a:pt x="505" y="1300"/>
                </a:cubicBezTo>
                <a:cubicBezTo>
                  <a:pt x="488" y="1293"/>
                  <a:pt x="487" y="1289"/>
                  <a:pt x="485" y="1290"/>
                </a:cubicBezTo>
                <a:cubicBezTo>
                  <a:pt x="521" y="1315"/>
                  <a:pt x="524" y="1319"/>
                  <a:pt x="528" y="1318"/>
                </a:cubicBezTo>
                <a:cubicBezTo>
                  <a:pt x="566" y="1335"/>
                  <a:pt x="569" y="1341"/>
                  <a:pt x="572" y="1346"/>
                </a:cubicBezTo>
                <a:cubicBezTo>
                  <a:pt x="604" y="1356"/>
                  <a:pt x="608" y="1362"/>
                  <a:pt x="611" y="1366"/>
                </a:cubicBezTo>
                <a:cubicBezTo>
                  <a:pt x="652" y="1386"/>
                  <a:pt x="660" y="1398"/>
                  <a:pt x="669" y="1400"/>
                </a:cubicBezTo>
                <a:cubicBezTo>
                  <a:pt x="717" y="1420"/>
                  <a:pt x="721" y="1423"/>
                  <a:pt x="726" y="1423"/>
                </a:cubicBezTo>
                <a:cubicBezTo>
                  <a:pt x="789" y="1445"/>
                  <a:pt x="794" y="1444"/>
                  <a:pt x="799" y="1446"/>
                </a:cubicBezTo>
                <a:cubicBezTo>
                  <a:pt x="834" y="1455"/>
                  <a:pt x="839" y="1460"/>
                  <a:pt x="844" y="1460"/>
                </a:cubicBezTo>
                <a:cubicBezTo>
                  <a:pt x="868" y="1469"/>
                  <a:pt x="872" y="1468"/>
                  <a:pt x="870" y="1471"/>
                </a:cubicBezTo>
                <a:cubicBezTo>
                  <a:pt x="799" y="1494"/>
                  <a:pt x="796" y="1495"/>
                  <a:pt x="792" y="1497"/>
                </a:cubicBezTo>
                <a:cubicBezTo>
                  <a:pt x="807" y="1500"/>
                  <a:pt x="814" y="1498"/>
                  <a:pt x="821" y="1492"/>
                </a:cubicBezTo>
                <a:cubicBezTo>
                  <a:pt x="853" y="1487"/>
                  <a:pt x="846" y="1492"/>
                  <a:pt x="840" y="1492"/>
                </a:cubicBezTo>
                <a:cubicBezTo>
                  <a:pt x="845" y="1498"/>
                  <a:pt x="850" y="1500"/>
                  <a:pt x="857" y="1494"/>
                </a:cubicBezTo>
                <a:cubicBezTo>
                  <a:pt x="896" y="1495"/>
                  <a:pt x="902" y="1495"/>
                  <a:pt x="906" y="1499"/>
                </a:cubicBezTo>
                <a:cubicBezTo>
                  <a:pt x="937" y="1499"/>
                  <a:pt x="939" y="1509"/>
                  <a:pt x="944" y="1507"/>
                </a:cubicBezTo>
                <a:cubicBezTo>
                  <a:pt x="979" y="1513"/>
                  <a:pt x="980" y="1525"/>
                  <a:pt x="984" y="1518"/>
                </a:cubicBezTo>
                <a:close/>
                <a:moveTo>
                  <a:pt x="194" y="560"/>
                </a:moveTo>
                <a:cubicBezTo>
                  <a:pt x="193" y="556"/>
                  <a:pt x="197" y="560"/>
                  <a:pt x="199" y="563"/>
                </a:cubicBezTo>
                <a:cubicBezTo>
                  <a:pt x="200" y="567"/>
                  <a:pt x="196" y="563"/>
                  <a:pt x="194" y="560"/>
                </a:cubicBezTo>
                <a:close/>
                <a:moveTo>
                  <a:pt x="272" y="655"/>
                </a:moveTo>
                <a:cubicBezTo>
                  <a:pt x="271" y="660"/>
                  <a:pt x="274" y="665"/>
                  <a:pt x="273" y="670"/>
                </a:cubicBezTo>
                <a:cubicBezTo>
                  <a:pt x="266" y="671"/>
                  <a:pt x="272" y="661"/>
                  <a:pt x="269" y="657"/>
                </a:cubicBezTo>
                <a:cubicBezTo>
                  <a:pt x="270" y="652"/>
                  <a:pt x="269" y="647"/>
                  <a:pt x="268" y="641"/>
                </a:cubicBezTo>
                <a:cubicBezTo>
                  <a:pt x="275" y="641"/>
                  <a:pt x="269" y="651"/>
                  <a:pt x="272" y="655"/>
                </a:cubicBezTo>
                <a:close/>
                <a:moveTo>
                  <a:pt x="268" y="727"/>
                </a:moveTo>
                <a:cubicBezTo>
                  <a:pt x="276" y="724"/>
                  <a:pt x="273" y="733"/>
                  <a:pt x="279" y="738"/>
                </a:cubicBezTo>
                <a:cubicBezTo>
                  <a:pt x="274" y="741"/>
                  <a:pt x="272" y="730"/>
                  <a:pt x="268" y="727"/>
                </a:cubicBezTo>
                <a:close/>
                <a:moveTo>
                  <a:pt x="290" y="751"/>
                </a:moveTo>
                <a:cubicBezTo>
                  <a:pt x="298" y="753"/>
                  <a:pt x="300" y="766"/>
                  <a:pt x="303" y="772"/>
                </a:cubicBezTo>
                <a:cubicBezTo>
                  <a:pt x="296" y="771"/>
                  <a:pt x="298" y="758"/>
                  <a:pt x="290" y="751"/>
                </a:cubicBezTo>
                <a:close/>
                <a:moveTo>
                  <a:pt x="308" y="784"/>
                </a:moveTo>
                <a:cubicBezTo>
                  <a:pt x="319" y="781"/>
                  <a:pt x="311" y="795"/>
                  <a:pt x="318" y="801"/>
                </a:cubicBezTo>
                <a:cubicBezTo>
                  <a:pt x="308" y="801"/>
                  <a:pt x="317" y="790"/>
                  <a:pt x="308" y="784"/>
                </a:cubicBezTo>
                <a:close/>
                <a:moveTo>
                  <a:pt x="335" y="731"/>
                </a:moveTo>
                <a:cubicBezTo>
                  <a:pt x="331" y="739"/>
                  <a:pt x="333" y="748"/>
                  <a:pt x="329" y="756"/>
                </a:cubicBezTo>
                <a:cubicBezTo>
                  <a:pt x="331" y="839"/>
                  <a:pt x="330" y="829"/>
                  <a:pt x="331" y="827"/>
                </a:cubicBezTo>
                <a:cubicBezTo>
                  <a:pt x="322" y="788"/>
                  <a:pt x="320" y="778"/>
                  <a:pt x="322" y="769"/>
                </a:cubicBezTo>
                <a:cubicBezTo>
                  <a:pt x="318" y="724"/>
                  <a:pt x="317" y="720"/>
                  <a:pt x="317" y="717"/>
                </a:cubicBezTo>
                <a:cubicBezTo>
                  <a:pt x="318" y="666"/>
                  <a:pt x="315" y="662"/>
                  <a:pt x="318" y="659"/>
                </a:cubicBezTo>
                <a:cubicBezTo>
                  <a:pt x="321" y="617"/>
                  <a:pt x="325" y="610"/>
                  <a:pt x="326" y="603"/>
                </a:cubicBezTo>
                <a:cubicBezTo>
                  <a:pt x="329" y="554"/>
                  <a:pt x="337" y="551"/>
                  <a:pt x="334" y="546"/>
                </a:cubicBezTo>
                <a:cubicBezTo>
                  <a:pt x="340" y="528"/>
                  <a:pt x="337" y="525"/>
                  <a:pt x="340" y="524"/>
                </a:cubicBezTo>
                <a:cubicBezTo>
                  <a:pt x="358" y="455"/>
                  <a:pt x="361" y="441"/>
                  <a:pt x="367" y="427"/>
                </a:cubicBezTo>
                <a:cubicBezTo>
                  <a:pt x="372" y="400"/>
                  <a:pt x="369" y="396"/>
                  <a:pt x="372" y="393"/>
                </a:cubicBezTo>
                <a:cubicBezTo>
                  <a:pt x="373" y="371"/>
                  <a:pt x="375" y="370"/>
                  <a:pt x="377" y="374"/>
                </a:cubicBezTo>
                <a:cubicBezTo>
                  <a:pt x="377" y="403"/>
                  <a:pt x="376" y="410"/>
                  <a:pt x="376" y="417"/>
                </a:cubicBezTo>
                <a:cubicBezTo>
                  <a:pt x="376" y="432"/>
                  <a:pt x="379" y="436"/>
                  <a:pt x="376" y="439"/>
                </a:cubicBezTo>
                <a:cubicBezTo>
                  <a:pt x="374" y="475"/>
                  <a:pt x="370" y="478"/>
                  <a:pt x="372" y="482"/>
                </a:cubicBezTo>
                <a:cubicBezTo>
                  <a:pt x="363" y="531"/>
                  <a:pt x="358" y="537"/>
                  <a:pt x="363" y="545"/>
                </a:cubicBezTo>
                <a:cubicBezTo>
                  <a:pt x="349" y="586"/>
                  <a:pt x="354" y="590"/>
                  <a:pt x="351" y="593"/>
                </a:cubicBezTo>
                <a:cubicBezTo>
                  <a:pt x="346" y="626"/>
                  <a:pt x="344" y="633"/>
                  <a:pt x="342" y="640"/>
                </a:cubicBezTo>
                <a:cubicBezTo>
                  <a:pt x="338" y="668"/>
                  <a:pt x="336" y="675"/>
                  <a:pt x="335" y="682"/>
                </a:cubicBezTo>
                <a:close/>
                <a:moveTo>
                  <a:pt x="377" y="918"/>
                </a:moveTo>
                <a:cubicBezTo>
                  <a:pt x="384" y="917"/>
                  <a:pt x="377" y="927"/>
                  <a:pt x="384" y="931"/>
                </a:cubicBezTo>
                <a:cubicBezTo>
                  <a:pt x="377" y="932"/>
                  <a:pt x="376" y="921"/>
                  <a:pt x="377" y="918"/>
                </a:cubicBezTo>
                <a:close/>
                <a:moveTo>
                  <a:pt x="383" y="897"/>
                </a:moveTo>
                <a:cubicBezTo>
                  <a:pt x="382" y="892"/>
                  <a:pt x="387" y="897"/>
                  <a:pt x="385" y="899"/>
                </a:cubicBezTo>
                <a:cubicBezTo>
                  <a:pt x="387" y="902"/>
                  <a:pt x="385" y="904"/>
                  <a:pt x="388" y="907"/>
                </a:cubicBezTo>
                <a:cubicBezTo>
                  <a:pt x="387" y="914"/>
                  <a:pt x="383" y="899"/>
                  <a:pt x="383" y="897"/>
                </a:cubicBezTo>
                <a:close/>
                <a:moveTo>
                  <a:pt x="454" y="1071"/>
                </a:moveTo>
                <a:cubicBezTo>
                  <a:pt x="452" y="1070"/>
                  <a:pt x="449" y="1072"/>
                  <a:pt x="447" y="1068"/>
                </a:cubicBezTo>
                <a:cubicBezTo>
                  <a:pt x="405" y="1048"/>
                  <a:pt x="400" y="1045"/>
                  <a:pt x="395" y="1044"/>
                </a:cubicBezTo>
                <a:cubicBezTo>
                  <a:pt x="344" y="1022"/>
                  <a:pt x="338" y="1021"/>
                  <a:pt x="333" y="1018"/>
                </a:cubicBezTo>
                <a:cubicBezTo>
                  <a:pt x="314" y="1012"/>
                  <a:pt x="310" y="1001"/>
                  <a:pt x="304" y="1004"/>
                </a:cubicBezTo>
                <a:cubicBezTo>
                  <a:pt x="227" y="958"/>
                  <a:pt x="222" y="952"/>
                  <a:pt x="217" y="949"/>
                </a:cubicBezTo>
                <a:cubicBezTo>
                  <a:pt x="187" y="918"/>
                  <a:pt x="197" y="935"/>
                  <a:pt x="210" y="935"/>
                </a:cubicBezTo>
                <a:cubicBezTo>
                  <a:pt x="249" y="953"/>
                  <a:pt x="254" y="958"/>
                  <a:pt x="260" y="960"/>
                </a:cubicBezTo>
                <a:cubicBezTo>
                  <a:pt x="301" y="977"/>
                  <a:pt x="306" y="982"/>
                  <a:pt x="311" y="983"/>
                </a:cubicBezTo>
                <a:cubicBezTo>
                  <a:pt x="357" y="1005"/>
                  <a:pt x="360" y="1006"/>
                  <a:pt x="363" y="1007"/>
                </a:cubicBezTo>
                <a:cubicBezTo>
                  <a:pt x="404" y="1025"/>
                  <a:pt x="402" y="1033"/>
                  <a:pt x="409" y="1031"/>
                </a:cubicBezTo>
                <a:cubicBezTo>
                  <a:pt x="437" y="1049"/>
                  <a:pt x="439" y="1056"/>
                  <a:pt x="441" y="1053"/>
                </a:cubicBezTo>
                <a:cubicBezTo>
                  <a:pt x="464" y="1081"/>
                  <a:pt x="459" y="1076"/>
                  <a:pt x="454" y="1071"/>
                </a:cubicBezTo>
                <a:close/>
                <a:moveTo>
                  <a:pt x="268" y="1051"/>
                </a:moveTo>
                <a:cubicBezTo>
                  <a:pt x="271" y="1051"/>
                  <a:pt x="273" y="1052"/>
                  <a:pt x="276" y="1054"/>
                </a:cubicBezTo>
                <a:cubicBezTo>
                  <a:pt x="278" y="1059"/>
                  <a:pt x="270" y="1054"/>
                  <a:pt x="268" y="1051"/>
                </a:cubicBezTo>
                <a:close/>
                <a:moveTo>
                  <a:pt x="580" y="1214"/>
                </a:moveTo>
                <a:cubicBezTo>
                  <a:pt x="573" y="1211"/>
                  <a:pt x="567" y="1205"/>
                  <a:pt x="560" y="1205"/>
                </a:cubicBezTo>
                <a:cubicBezTo>
                  <a:pt x="529" y="1186"/>
                  <a:pt x="526" y="1184"/>
                  <a:pt x="522" y="1186"/>
                </a:cubicBezTo>
                <a:cubicBezTo>
                  <a:pt x="481" y="1169"/>
                  <a:pt x="479" y="1162"/>
                  <a:pt x="475" y="1164"/>
                </a:cubicBezTo>
                <a:cubicBezTo>
                  <a:pt x="441" y="1147"/>
                  <a:pt x="434" y="1148"/>
                  <a:pt x="428" y="1143"/>
                </a:cubicBezTo>
                <a:cubicBezTo>
                  <a:pt x="404" y="1135"/>
                  <a:pt x="402" y="1125"/>
                  <a:pt x="398" y="1127"/>
                </a:cubicBezTo>
                <a:cubicBezTo>
                  <a:pt x="345" y="1102"/>
                  <a:pt x="339" y="1102"/>
                  <a:pt x="333" y="1096"/>
                </a:cubicBezTo>
                <a:cubicBezTo>
                  <a:pt x="282" y="1057"/>
                  <a:pt x="286" y="1056"/>
                  <a:pt x="289" y="1061"/>
                </a:cubicBezTo>
                <a:cubicBezTo>
                  <a:pt x="303" y="1065"/>
                  <a:pt x="306" y="1064"/>
                  <a:pt x="309" y="1067"/>
                </a:cubicBezTo>
                <a:cubicBezTo>
                  <a:pt x="329" y="1073"/>
                  <a:pt x="332" y="1077"/>
                  <a:pt x="336" y="1075"/>
                </a:cubicBezTo>
                <a:cubicBezTo>
                  <a:pt x="382" y="1096"/>
                  <a:pt x="389" y="1094"/>
                  <a:pt x="395" y="1100"/>
                </a:cubicBezTo>
                <a:cubicBezTo>
                  <a:pt x="420" y="1110"/>
                  <a:pt x="426" y="1117"/>
                  <a:pt x="433" y="1116"/>
                </a:cubicBezTo>
                <a:cubicBezTo>
                  <a:pt x="475" y="1138"/>
                  <a:pt x="479" y="1137"/>
                  <a:pt x="482" y="1140"/>
                </a:cubicBezTo>
                <a:cubicBezTo>
                  <a:pt x="503" y="1150"/>
                  <a:pt x="505" y="1157"/>
                  <a:pt x="509" y="1155"/>
                </a:cubicBezTo>
                <a:cubicBezTo>
                  <a:pt x="552" y="1189"/>
                  <a:pt x="558" y="1193"/>
                  <a:pt x="565" y="1196"/>
                </a:cubicBezTo>
                <a:close/>
                <a:moveTo>
                  <a:pt x="617" y="1274"/>
                </a:moveTo>
                <a:cubicBezTo>
                  <a:pt x="613" y="1273"/>
                  <a:pt x="608" y="1272"/>
                  <a:pt x="604" y="1270"/>
                </a:cubicBezTo>
                <a:cubicBezTo>
                  <a:pt x="596" y="1264"/>
                  <a:pt x="587" y="1264"/>
                  <a:pt x="579" y="1258"/>
                </a:cubicBezTo>
                <a:cubicBezTo>
                  <a:pt x="575" y="1258"/>
                  <a:pt x="570" y="1256"/>
                  <a:pt x="566" y="1254"/>
                </a:cubicBezTo>
                <a:cubicBezTo>
                  <a:pt x="562" y="1252"/>
                  <a:pt x="558" y="1249"/>
                  <a:pt x="554" y="1249"/>
                </a:cubicBezTo>
                <a:cubicBezTo>
                  <a:pt x="546" y="1247"/>
                  <a:pt x="537" y="1243"/>
                  <a:pt x="529" y="1240"/>
                </a:cubicBezTo>
                <a:cubicBezTo>
                  <a:pt x="513" y="1231"/>
                  <a:pt x="495" y="1229"/>
                  <a:pt x="480" y="1216"/>
                </a:cubicBezTo>
                <a:cubicBezTo>
                  <a:pt x="475" y="1215"/>
                  <a:pt x="471" y="1216"/>
                  <a:pt x="467" y="1209"/>
                </a:cubicBezTo>
                <a:cubicBezTo>
                  <a:pt x="462" y="1214"/>
                  <a:pt x="460" y="1202"/>
                  <a:pt x="455" y="1204"/>
                </a:cubicBezTo>
                <a:cubicBezTo>
                  <a:pt x="447" y="1200"/>
                  <a:pt x="439" y="1194"/>
                  <a:pt x="431" y="1192"/>
                </a:cubicBezTo>
                <a:cubicBezTo>
                  <a:pt x="427" y="1188"/>
                  <a:pt x="424" y="1185"/>
                  <a:pt x="420" y="1184"/>
                </a:cubicBezTo>
                <a:cubicBezTo>
                  <a:pt x="419" y="1181"/>
                  <a:pt x="421" y="1183"/>
                  <a:pt x="423" y="1182"/>
                </a:cubicBezTo>
                <a:cubicBezTo>
                  <a:pt x="425" y="1182"/>
                  <a:pt x="427" y="1183"/>
                  <a:pt x="429" y="1186"/>
                </a:cubicBezTo>
                <a:cubicBezTo>
                  <a:pt x="434" y="1181"/>
                  <a:pt x="436" y="1194"/>
                  <a:pt x="441" y="1188"/>
                </a:cubicBezTo>
                <a:cubicBezTo>
                  <a:pt x="447" y="1196"/>
                  <a:pt x="456" y="1192"/>
                  <a:pt x="462" y="1199"/>
                </a:cubicBezTo>
                <a:cubicBezTo>
                  <a:pt x="464" y="1201"/>
                  <a:pt x="467" y="1198"/>
                  <a:pt x="468" y="1200"/>
                </a:cubicBezTo>
                <a:cubicBezTo>
                  <a:pt x="470" y="1204"/>
                  <a:pt x="472" y="1203"/>
                  <a:pt x="475" y="1201"/>
                </a:cubicBezTo>
                <a:cubicBezTo>
                  <a:pt x="477" y="1208"/>
                  <a:pt x="482" y="1201"/>
                  <a:pt x="484" y="1208"/>
                </a:cubicBezTo>
                <a:cubicBezTo>
                  <a:pt x="492" y="1207"/>
                  <a:pt x="499" y="1213"/>
                  <a:pt x="506" y="1216"/>
                </a:cubicBezTo>
                <a:cubicBezTo>
                  <a:pt x="515" y="1216"/>
                  <a:pt x="522" y="1222"/>
                  <a:pt x="530" y="1226"/>
                </a:cubicBezTo>
                <a:cubicBezTo>
                  <a:pt x="538" y="1225"/>
                  <a:pt x="545" y="1230"/>
                  <a:pt x="552" y="1235"/>
                </a:cubicBezTo>
                <a:cubicBezTo>
                  <a:pt x="556" y="1235"/>
                  <a:pt x="559" y="1239"/>
                  <a:pt x="563" y="1240"/>
                </a:cubicBezTo>
                <a:cubicBezTo>
                  <a:pt x="567" y="1242"/>
                  <a:pt x="571" y="1239"/>
                  <a:pt x="573" y="1246"/>
                </a:cubicBezTo>
                <a:cubicBezTo>
                  <a:pt x="581" y="1247"/>
                  <a:pt x="588" y="1254"/>
                  <a:pt x="595" y="1254"/>
                </a:cubicBezTo>
                <a:cubicBezTo>
                  <a:pt x="597" y="1256"/>
                  <a:pt x="598" y="1258"/>
                  <a:pt x="599" y="1260"/>
                </a:cubicBezTo>
                <a:cubicBezTo>
                  <a:pt x="604" y="1262"/>
                  <a:pt x="609" y="1265"/>
                  <a:pt x="614" y="1265"/>
                </a:cubicBezTo>
                <a:cubicBezTo>
                  <a:pt x="618" y="1269"/>
                  <a:pt x="623" y="1274"/>
                  <a:pt x="628" y="1274"/>
                </a:cubicBezTo>
                <a:cubicBezTo>
                  <a:pt x="629" y="1283"/>
                  <a:pt x="620" y="1272"/>
                  <a:pt x="617" y="1274"/>
                </a:cubicBezTo>
                <a:close/>
                <a:moveTo>
                  <a:pt x="805" y="1319"/>
                </a:moveTo>
                <a:cubicBezTo>
                  <a:pt x="807" y="1316"/>
                  <a:pt x="803" y="1312"/>
                  <a:pt x="802" y="1308"/>
                </a:cubicBezTo>
                <a:cubicBezTo>
                  <a:pt x="798" y="1300"/>
                  <a:pt x="801" y="1294"/>
                  <a:pt x="795" y="1286"/>
                </a:cubicBezTo>
                <a:cubicBezTo>
                  <a:pt x="796" y="1283"/>
                  <a:pt x="793" y="1279"/>
                  <a:pt x="792" y="1275"/>
                </a:cubicBezTo>
                <a:cubicBezTo>
                  <a:pt x="792" y="1271"/>
                  <a:pt x="789" y="1267"/>
                  <a:pt x="789" y="1263"/>
                </a:cubicBezTo>
                <a:cubicBezTo>
                  <a:pt x="784" y="1259"/>
                  <a:pt x="792" y="1257"/>
                  <a:pt x="786" y="1252"/>
                </a:cubicBezTo>
                <a:cubicBezTo>
                  <a:pt x="788" y="1249"/>
                  <a:pt x="782" y="1245"/>
                  <a:pt x="785" y="1242"/>
                </a:cubicBezTo>
                <a:cubicBezTo>
                  <a:pt x="779" y="1240"/>
                  <a:pt x="788" y="1232"/>
                  <a:pt x="782" y="1234"/>
                </a:cubicBezTo>
                <a:cubicBezTo>
                  <a:pt x="780" y="1230"/>
                  <a:pt x="785" y="1227"/>
                  <a:pt x="779" y="1223"/>
                </a:cubicBezTo>
                <a:cubicBezTo>
                  <a:pt x="777" y="1216"/>
                  <a:pt x="771" y="1208"/>
                  <a:pt x="775" y="1202"/>
                </a:cubicBezTo>
                <a:cubicBezTo>
                  <a:pt x="766" y="1186"/>
                  <a:pt x="772" y="1173"/>
                  <a:pt x="762" y="1157"/>
                </a:cubicBezTo>
                <a:cubicBezTo>
                  <a:pt x="762" y="1151"/>
                  <a:pt x="764" y="1145"/>
                  <a:pt x="759" y="1138"/>
                </a:cubicBezTo>
                <a:cubicBezTo>
                  <a:pt x="763" y="1133"/>
                  <a:pt x="757" y="1126"/>
                  <a:pt x="757" y="1120"/>
                </a:cubicBezTo>
                <a:cubicBezTo>
                  <a:pt x="762" y="1115"/>
                  <a:pt x="752" y="1107"/>
                  <a:pt x="757" y="1102"/>
                </a:cubicBezTo>
                <a:cubicBezTo>
                  <a:pt x="753" y="1095"/>
                  <a:pt x="756" y="1090"/>
                  <a:pt x="752" y="1084"/>
                </a:cubicBezTo>
                <a:cubicBezTo>
                  <a:pt x="757" y="1082"/>
                  <a:pt x="759" y="1092"/>
                  <a:pt x="763" y="1095"/>
                </a:cubicBezTo>
                <a:cubicBezTo>
                  <a:pt x="764" y="1101"/>
                  <a:pt x="771" y="1108"/>
                  <a:pt x="771" y="1113"/>
                </a:cubicBezTo>
                <a:cubicBezTo>
                  <a:pt x="774" y="1123"/>
                  <a:pt x="774" y="1132"/>
                  <a:pt x="777" y="1141"/>
                </a:cubicBezTo>
                <a:cubicBezTo>
                  <a:pt x="776" y="1145"/>
                  <a:pt x="777" y="1150"/>
                  <a:pt x="779" y="1155"/>
                </a:cubicBezTo>
                <a:cubicBezTo>
                  <a:pt x="776" y="1159"/>
                  <a:pt x="783" y="1164"/>
                  <a:pt x="780" y="1168"/>
                </a:cubicBezTo>
                <a:cubicBezTo>
                  <a:pt x="783" y="1178"/>
                  <a:pt x="783" y="1186"/>
                  <a:pt x="787" y="1196"/>
                </a:cubicBezTo>
                <a:cubicBezTo>
                  <a:pt x="784" y="1199"/>
                  <a:pt x="791" y="1205"/>
                  <a:pt x="788" y="1208"/>
                </a:cubicBezTo>
                <a:cubicBezTo>
                  <a:pt x="790" y="1213"/>
                  <a:pt x="790" y="1217"/>
                  <a:pt x="795" y="1222"/>
                </a:cubicBezTo>
                <a:cubicBezTo>
                  <a:pt x="789" y="1226"/>
                  <a:pt x="793" y="1231"/>
                  <a:pt x="797" y="1237"/>
                </a:cubicBezTo>
                <a:cubicBezTo>
                  <a:pt x="791" y="1240"/>
                  <a:pt x="797" y="1245"/>
                  <a:pt x="798" y="1249"/>
                </a:cubicBezTo>
                <a:cubicBezTo>
                  <a:pt x="792" y="1257"/>
                  <a:pt x="805" y="1267"/>
                  <a:pt x="800" y="1275"/>
                </a:cubicBezTo>
                <a:cubicBezTo>
                  <a:pt x="807" y="1281"/>
                  <a:pt x="801" y="1284"/>
                  <a:pt x="805" y="1290"/>
                </a:cubicBezTo>
                <a:cubicBezTo>
                  <a:pt x="807" y="1294"/>
                  <a:pt x="806" y="1298"/>
                  <a:pt x="806" y="1302"/>
                </a:cubicBezTo>
                <a:cubicBezTo>
                  <a:pt x="808" y="1311"/>
                  <a:pt x="809" y="1319"/>
                  <a:pt x="811" y="1328"/>
                </a:cubicBezTo>
                <a:cubicBezTo>
                  <a:pt x="805" y="1330"/>
                  <a:pt x="808" y="1322"/>
                  <a:pt x="805" y="1319"/>
                </a:cubicBezTo>
                <a:close/>
                <a:moveTo>
                  <a:pt x="825" y="1377"/>
                </a:moveTo>
                <a:cubicBezTo>
                  <a:pt x="822" y="1373"/>
                  <a:pt x="823" y="1369"/>
                  <a:pt x="818" y="1364"/>
                </a:cubicBezTo>
                <a:cubicBezTo>
                  <a:pt x="822" y="1360"/>
                  <a:pt x="813" y="1353"/>
                  <a:pt x="816" y="1349"/>
                </a:cubicBezTo>
                <a:cubicBezTo>
                  <a:pt x="810" y="1344"/>
                  <a:pt x="813" y="1340"/>
                  <a:pt x="808" y="1335"/>
                </a:cubicBezTo>
                <a:cubicBezTo>
                  <a:pt x="816" y="1330"/>
                  <a:pt x="814" y="1343"/>
                  <a:pt x="816" y="1346"/>
                </a:cubicBezTo>
                <a:cubicBezTo>
                  <a:pt x="821" y="1352"/>
                  <a:pt x="818" y="1356"/>
                  <a:pt x="824" y="1362"/>
                </a:cubicBezTo>
                <a:cubicBezTo>
                  <a:pt x="821" y="1369"/>
                  <a:pt x="831" y="1379"/>
                  <a:pt x="832" y="1388"/>
                </a:cubicBezTo>
                <a:cubicBezTo>
                  <a:pt x="826" y="1390"/>
                  <a:pt x="828" y="1380"/>
                  <a:pt x="825" y="1377"/>
                </a:cubicBezTo>
                <a:close/>
                <a:moveTo>
                  <a:pt x="750" y="1257"/>
                </a:moveTo>
                <a:cubicBezTo>
                  <a:pt x="752" y="1260"/>
                  <a:pt x="755" y="1264"/>
                  <a:pt x="757" y="1267"/>
                </a:cubicBezTo>
                <a:cubicBezTo>
                  <a:pt x="754" y="1272"/>
                  <a:pt x="762" y="1279"/>
                  <a:pt x="761" y="1284"/>
                </a:cubicBezTo>
                <a:cubicBezTo>
                  <a:pt x="759" y="1289"/>
                  <a:pt x="763" y="1294"/>
                  <a:pt x="764" y="1300"/>
                </a:cubicBezTo>
                <a:cubicBezTo>
                  <a:pt x="765" y="1305"/>
                  <a:pt x="771" y="1311"/>
                  <a:pt x="771" y="1317"/>
                </a:cubicBezTo>
                <a:cubicBezTo>
                  <a:pt x="774" y="1320"/>
                  <a:pt x="773" y="1322"/>
                  <a:pt x="774" y="1325"/>
                </a:cubicBezTo>
                <a:cubicBezTo>
                  <a:pt x="776" y="1327"/>
                  <a:pt x="778" y="1330"/>
                  <a:pt x="776" y="1332"/>
                </a:cubicBezTo>
                <a:cubicBezTo>
                  <a:pt x="783" y="1341"/>
                  <a:pt x="783" y="1356"/>
                  <a:pt x="792" y="1361"/>
                </a:cubicBezTo>
                <a:cubicBezTo>
                  <a:pt x="790" y="1363"/>
                  <a:pt x="793" y="1366"/>
                  <a:pt x="795" y="1369"/>
                </a:cubicBezTo>
                <a:cubicBezTo>
                  <a:pt x="797" y="1372"/>
                  <a:pt x="795" y="1374"/>
                  <a:pt x="798" y="1377"/>
                </a:cubicBezTo>
                <a:cubicBezTo>
                  <a:pt x="798" y="1382"/>
                  <a:pt x="807" y="1388"/>
                  <a:pt x="801" y="1392"/>
                </a:cubicBezTo>
                <a:cubicBezTo>
                  <a:pt x="779" y="1365"/>
                  <a:pt x="778" y="1342"/>
                  <a:pt x="763" y="1317"/>
                </a:cubicBezTo>
                <a:cubicBezTo>
                  <a:pt x="764" y="1312"/>
                  <a:pt x="764" y="1307"/>
                  <a:pt x="760" y="1301"/>
                </a:cubicBezTo>
                <a:cubicBezTo>
                  <a:pt x="762" y="1296"/>
                  <a:pt x="756" y="1291"/>
                  <a:pt x="757" y="1286"/>
                </a:cubicBezTo>
                <a:cubicBezTo>
                  <a:pt x="757" y="1281"/>
                  <a:pt x="754" y="1276"/>
                  <a:pt x="752" y="1271"/>
                </a:cubicBezTo>
                <a:cubicBezTo>
                  <a:pt x="754" y="1267"/>
                  <a:pt x="749" y="1261"/>
                  <a:pt x="750" y="1257"/>
                </a:cubicBezTo>
                <a:cubicBezTo>
                  <a:pt x="743" y="1251"/>
                  <a:pt x="755" y="1253"/>
                  <a:pt x="750" y="1257"/>
                </a:cubicBezTo>
                <a:close/>
                <a:moveTo>
                  <a:pt x="732" y="1176"/>
                </a:moveTo>
                <a:cubicBezTo>
                  <a:pt x="734" y="1178"/>
                  <a:pt x="734" y="1179"/>
                  <a:pt x="733" y="1180"/>
                </a:cubicBezTo>
                <a:cubicBezTo>
                  <a:pt x="737" y="1184"/>
                  <a:pt x="732" y="1187"/>
                  <a:pt x="737" y="1191"/>
                </a:cubicBezTo>
                <a:cubicBezTo>
                  <a:pt x="733" y="1195"/>
                  <a:pt x="740" y="1200"/>
                  <a:pt x="737" y="1205"/>
                </a:cubicBezTo>
                <a:cubicBezTo>
                  <a:pt x="734" y="1200"/>
                  <a:pt x="733" y="1196"/>
                  <a:pt x="736" y="1192"/>
                </a:cubicBezTo>
                <a:cubicBezTo>
                  <a:pt x="731" y="1185"/>
                  <a:pt x="731" y="1179"/>
                  <a:pt x="730" y="1172"/>
                </a:cubicBezTo>
                <a:cubicBezTo>
                  <a:pt x="733" y="1171"/>
                  <a:pt x="730" y="1174"/>
                  <a:pt x="732" y="1176"/>
                </a:cubicBezTo>
                <a:close/>
                <a:moveTo>
                  <a:pt x="727" y="1158"/>
                </a:moveTo>
                <a:cubicBezTo>
                  <a:pt x="726" y="1149"/>
                  <a:pt x="735" y="1168"/>
                  <a:pt x="728" y="1162"/>
                </a:cubicBezTo>
                <a:cubicBezTo>
                  <a:pt x="725" y="1160"/>
                  <a:pt x="728" y="1159"/>
                  <a:pt x="727" y="1158"/>
                </a:cubicBezTo>
                <a:close/>
                <a:moveTo>
                  <a:pt x="687" y="988"/>
                </a:moveTo>
                <a:cubicBezTo>
                  <a:pt x="686" y="980"/>
                  <a:pt x="691" y="972"/>
                  <a:pt x="688" y="963"/>
                </a:cubicBezTo>
                <a:cubicBezTo>
                  <a:pt x="690" y="939"/>
                  <a:pt x="692" y="942"/>
                  <a:pt x="690" y="943"/>
                </a:cubicBezTo>
                <a:cubicBezTo>
                  <a:pt x="691" y="958"/>
                  <a:pt x="690" y="959"/>
                  <a:pt x="692" y="961"/>
                </a:cubicBezTo>
                <a:cubicBezTo>
                  <a:pt x="692" y="977"/>
                  <a:pt x="693" y="981"/>
                  <a:pt x="692" y="985"/>
                </a:cubicBezTo>
                <a:cubicBezTo>
                  <a:pt x="698" y="1018"/>
                  <a:pt x="694" y="1026"/>
                  <a:pt x="698" y="1034"/>
                </a:cubicBezTo>
                <a:cubicBezTo>
                  <a:pt x="707" y="1091"/>
                  <a:pt x="704" y="1098"/>
                  <a:pt x="708" y="1107"/>
                </a:cubicBezTo>
                <a:cubicBezTo>
                  <a:pt x="711" y="1139"/>
                  <a:pt x="716" y="1148"/>
                  <a:pt x="715" y="1156"/>
                </a:cubicBezTo>
                <a:cubicBezTo>
                  <a:pt x="725" y="1197"/>
                  <a:pt x="729" y="1214"/>
                  <a:pt x="734" y="1231"/>
                </a:cubicBezTo>
                <a:cubicBezTo>
                  <a:pt x="749" y="1288"/>
                  <a:pt x="747" y="1296"/>
                  <a:pt x="752" y="1306"/>
                </a:cubicBezTo>
                <a:cubicBezTo>
                  <a:pt x="764" y="1347"/>
                  <a:pt x="773" y="1364"/>
                  <a:pt x="782" y="1381"/>
                </a:cubicBezTo>
                <a:cubicBezTo>
                  <a:pt x="746" y="1345"/>
                  <a:pt x="746" y="1340"/>
                  <a:pt x="740" y="1333"/>
                </a:cubicBezTo>
                <a:cubicBezTo>
                  <a:pt x="729" y="1298"/>
                  <a:pt x="730" y="1290"/>
                  <a:pt x="721" y="1280"/>
                </a:cubicBezTo>
                <a:cubicBezTo>
                  <a:pt x="713" y="1238"/>
                  <a:pt x="715" y="1234"/>
                  <a:pt x="712" y="1230"/>
                </a:cubicBezTo>
                <a:cubicBezTo>
                  <a:pt x="706" y="1195"/>
                  <a:pt x="704" y="1194"/>
                  <a:pt x="704" y="1193"/>
                </a:cubicBezTo>
                <a:cubicBezTo>
                  <a:pt x="701" y="1173"/>
                  <a:pt x="699" y="1164"/>
                  <a:pt x="699" y="1156"/>
                </a:cubicBezTo>
                <a:cubicBezTo>
                  <a:pt x="691" y="1100"/>
                  <a:pt x="690" y="1092"/>
                  <a:pt x="691" y="1084"/>
                </a:cubicBezTo>
                <a:close/>
                <a:moveTo>
                  <a:pt x="736" y="1347"/>
                </a:moveTo>
                <a:cubicBezTo>
                  <a:pt x="730" y="1348"/>
                  <a:pt x="730" y="1337"/>
                  <a:pt x="727" y="1334"/>
                </a:cubicBezTo>
                <a:cubicBezTo>
                  <a:pt x="734" y="1333"/>
                  <a:pt x="734" y="1344"/>
                  <a:pt x="736" y="1347"/>
                </a:cubicBezTo>
                <a:close/>
                <a:moveTo>
                  <a:pt x="678" y="1070"/>
                </a:moveTo>
                <a:cubicBezTo>
                  <a:pt x="684" y="1068"/>
                  <a:pt x="678" y="1073"/>
                  <a:pt x="680" y="1076"/>
                </a:cubicBezTo>
                <a:cubicBezTo>
                  <a:pt x="684" y="1082"/>
                  <a:pt x="675" y="1078"/>
                  <a:pt x="678" y="1070"/>
                </a:cubicBezTo>
                <a:close/>
                <a:moveTo>
                  <a:pt x="716" y="1310"/>
                </a:moveTo>
                <a:cubicBezTo>
                  <a:pt x="716" y="1305"/>
                  <a:pt x="710" y="1299"/>
                  <a:pt x="709" y="1294"/>
                </a:cubicBezTo>
                <a:cubicBezTo>
                  <a:pt x="710" y="1289"/>
                  <a:pt x="705" y="1283"/>
                  <a:pt x="706" y="1278"/>
                </a:cubicBezTo>
                <a:cubicBezTo>
                  <a:pt x="703" y="1275"/>
                  <a:pt x="704" y="1272"/>
                  <a:pt x="705" y="1270"/>
                </a:cubicBezTo>
                <a:cubicBezTo>
                  <a:pt x="702" y="1269"/>
                  <a:pt x="703" y="1267"/>
                  <a:pt x="702" y="1264"/>
                </a:cubicBezTo>
                <a:cubicBezTo>
                  <a:pt x="697" y="1253"/>
                  <a:pt x="697" y="1242"/>
                  <a:pt x="693" y="1230"/>
                </a:cubicBezTo>
                <a:cubicBezTo>
                  <a:pt x="694" y="1225"/>
                  <a:pt x="691" y="1219"/>
                  <a:pt x="693" y="1214"/>
                </a:cubicBezTo>
                <a:cubicBezTo>
                  <a:pt x="689" y="1208"/>
                  <a:pt x="692" y="1204"/>
                  <a:pt x="692" y="1199"/>
                </a:cubicBezTo>
                <a:cubicBezTo>
                  <a:pt x="686" y="1180"/>
                  <a:pt x="684" y="1162"/>
                  <a:pt x="683" y="1144"/>
                </a:cubicBezTo>
                <a:cubicBezTo>
                  <a:pt x="684" y="1135"/>
                  <a:pt x="679" y="1126"/>
                  <a:pt x="682" y="1117"/>
                </a:cubicBezTo>
                <a:cubicBezTo>
                  <a:pt x="676" y="1107"/>
                  <a:pt x="683" y="1100"/>
                  <a:pt x="679" y="1090"/>
                </a:cubicBezTo>
                <a:cubicBezTo>
                  <a:pt x="684" y="1088"/>
                  <a:pt x="681" y="1096"/>
                  <a:pt x="682" y="1099"/>
                </a:cubicBezTo>
                <a:cubicBezTo>
                  <a:pt x="682" y="1102"/>
                  <a:pt x="683" y="1106"/>
                  <a:pt x="682" y="1109"/>
                </a:cubicBezTo>
                <a:cubicBezTo>
                  <a:pt x="684" y="1117"/>
                  <a:pt x="686" y="1124"/>
                  <a:pt x="683" y="1130"/>
                </a:cubicBezTo>
                <a:cubicBezTo>
                  <a:pt x="686" y="1138"/>
                  <a:pt x="688" y="1145"/>
                  <a:pt x="689" y="1153"/>
                </a:cubicBezTo>
                <a:cubicBezTo>
                  <a:pt x="687" y="1156"/>
                  <a:pt x="691" y="1160"/>
                  <a:pt x="692" y="1164"/>
                </a:cubicBezTo>
                <a:cubicBezTo>
                  <a:pt x="687" y="1167"/>
                  <a:pt x="693" y="1171"/>
                  <a:pt x="690" y="1173"/>
                </a:cubicBezTo>
                <a:cubicBezTo>
                  <a:pt x="694" y="1180"/>
                  <a:pt x="697" y="1187"/>
                  <a:pt x="696" y="1193"/>
                </a:cubicBezTo>
                <a:cubicBezTo>
                  <a:pt x="697" y="1196"/>
                  <a:pt x="697" y="1199"/>
                  <a:pt x="698" y="1203"/>
                </a:cubicBezTo>
                <a:cubicBezTo>
                  <a:pt x="696" y="1206"/>
                  <a:pt x="702" y="1210"/>
                  <a:pt x="699" y="1212"/>
                </a:cubicBezTo>
                <a:cubicBezTo>
                  <a:pt x="702" y="1225"/>
                  <a:pt x="703" y="1237"/>
                  <a:pt x="707" y="1250"/>
                </a:cubicBezTo>
                <a:cubicBezTo>
                  <a:pt x="708" y="1274"/>
                  <a:pt x="726" y="1302"/>
                  <a:pt x="727" y="1326"/>
                </a:cubicBezTo>
                <a:cubicBezTo>
                  <a:pt x="721" y="1327"/>
                  <a:pt x="718" y="1315"/>
                  <a:pt x="716" y="1310"/>
                </a:cubicBezTo>
                <a:close/>
                <a:moveTo>
                  <a:pt x="591" y="1343"/>
                </a:moveTo>
                <a:cubicBezTo>
                  <a:pt x="583" y="1344"/>
                  <a:pt x="576" y="1334"/>
                  <a:pt x="568" y="1336"/>
                </a:cubicBezTo>
                <a:cubicBezTo>
                  <a:pt x="565" y="1330"/>
                  <a:pt x="572" y="1336"/>
                  <a:pt x="574" y="1334"/>
                </a:cubicBezTo>
                <a:cubicBezTo>
                  <a:pt x="577" y="1336"/>
                  <a:pt x="579" y="1334"/>
                  <a:pt x="582" y="1336"/>
                </a:cubicBezTo>
                <a:cubicBezTo>
                  <a:pt x="587" y="1339"/>
                  <a:pt x="593" y="1337"/>
                  <a:pt x="598" y="1344"/>
                </a:cubicBezTo>
                <a:cubicBezTo>
                  <a:pt x="607" y="1344"/>
                  <a:pt x="617" y="1346"/>
                  <a:pt x="627" y="1347"/>
                </a:cubicBezTo>
                <a:cubicBezTo>
                  <a:pt x="632" y="1349"/>
                  <a:pt x="637" y="1350"/>
                  <a:pt x="642" y="1350"/>
                </a:cubicBezTo>
                <a:cubicBezTo>
                  <a:pt x="646" y="1353"/>
                  <a:pt x="651" y="1353"/>
                  <a:pt x="655" y="1354"/>
                </a:cubicBezTo>
                <a:cubicBezTo>
                  <a:pt x="661" y="1352"/>
                  <a:pt x="665" y="1356"/>
                  <a:pt x="671" y="1356"/>
                </a:cubicBezTo>
                <a:cubicBezTo>
                  <a:pt x="675" y="1357"/>
                  <a:pt x="680" y="1358"/>
                  <a:pt x="684" y="1360"/>
                </a:cubicBezTo>
                <a:cubicBezTo>
                  <a:pt x="693" y="1361"/>
                  <a:pt x="702" y="1366"/>
                  <a:pt x="711" y="1364"/>
                </a:cubicBezTo>
                <a:cubicBezTo>
                  <a:pt x="722" y="1373"/>
                  <a:pt x="735" y="1372"/>
                  <a:pt x="746" y="1380"/>
                </a:cubicBezTo>
                <a:cubicBezTo>
                  <a:pt x="750" y="1379"/>
                  <a:pt x="753" y="1379"/>
                  <a:pt x="755" y="1381"/>
                </a:cubicBezTo>
                <a:cubicBezTo>
                  <a:pt x="757" y="1389"/>
                  <a:pt x="762" y="1379"/>
                  <a:pt x="764" y="1386"/>
                </a:cubicBezTo>
                <a:cubicBezTo>
                  <a:pt x="770" y="1383"/>
                  <a:pt x="774" y="1394"/>
                  <a:pt x="781" y="1390"/>
                </a:cubicBezTo>
                <a:cubicBezTo>
                  <a:pt x="782" y="1393"/>
                  <a:pt x="784" y="1395"/>
                  <a:pt x="786" y="1394"/>
                </a:cubicBezTo>
                <a:cubicBezTo>
                  <a:pt x="786" y="1397"/>
                  <a:pt x="786" y="1399"/>
                  <a:pt x="789" y="1398"/>
                </a:cubicBezTo>
                <a:cubicBezTo>
                  <a:pt x="792" y="1398"/>
                  <a:pt x="795" y="1403"/>
                  <a:pt x="798" y="1407"/>
                </a:cubicBezTo>
                <a:cubicBezTo>
                  <a:pt x="791" y="1410"/>
                  <a:pt x="786" y="1403"/>
                  <a:pt x="780" y="1404"/>
                </a:cubicBezTo>
                <a:cubicBezTo>
                  <a:pt x="774" y="1399"/>
                  <a:pt x="768" y="1401"/>
                  <a:pt x="763" y="1395"/>
                </a:cubicBezTo>
                <a:cubicBezTo>
                  <a:pt x="758" y="1394"/>
                  <a:pt x="753" y="1395"/>
                  <a:pt x="749" y="1391"/>
                </a:cubicBezTo>
                <a:cubicBezTo>
                  <a:pt x="745" y="1391"/>
                  <a:pt x="741" y="1390"/>
                  <a:pt x="737" y="1389"/>
                </a:cubicBezTo>
                <a:cubicBezTo>
                  <a:pt x="729" y="1388"/>
                  <a:pt x="721" y="1384"/>
                  <a:pt x="713" y="1382"/>
                </a:cubicBezTo>
                <a:cubicBezTo>
                  <a:pt x="705" y="1380"/>
                  <a:pt x="696" y="1378"/>
                  <a:pt x="688" y="1376"/>
                </a:cubicBezTo>
                <a:cubicBezTo>
                  <a:pt x="679" y="1375"/>
                  <a:pt x="671" y="1373"/>
                  <a:pt x="664" y="1369"/>
                </a:cubicBezTo>
                <a:cubicBezTo>
                  <a:pt x="661" y="1368"/>
                  <a:pt x="658" y="1370"/>
                  <a:pt x="656" y="1366"/>
                </a:cubicBezTo>
                <a:cubicBezTo>
                  <a:pt x="654" y="1367"/>
                  <a:pt x="653" y="1364"/>
                  <a:pt x="650" y="1365"/>
                </a:cubicBezTo>
                <a:cubicBezTo>
                  <a:pt x="647" y="1361"/>
                  <a:pt x="642" y="1366"/>
                  <a:pt x="639" y="1360"/>
                </a:cubicBezTo>
                <a:cubicBezTo>
                  <a:pt x="630" y="1360"/>
                  <a:pt x="623" y="1356"/>
                  <a:pt x="615" y="1353"/>
                </a:cubicBezTo>
                <a:cubicBezTo>
                  <a:pt x="607" y="1348"/>
                  <a:pt x="599" y="1348"/>
                  <a:pt x="591" y="1343"/>
                </a:cubicBezTo>
                <a:close/>
                <a:moveTo>
                  <a:pt x="862" y="1455"/>
                </a:moveTo>
                <a:cubicBezTo>
                  <a:pt x="859" y="1456"/>
                  <a:pt x="857" y="1456"/>
                  <a:pt x="854" y="1453"/>
                </a:cubicBezTo>
                <a:cubicBezTo>
                  <a:pt x="849" y="1453"/>
                  <a:pt x="844" y="1449"/>
                  <a:pt x="838" y="1448"/>
                </a:cubicBezTo>
                <a:cubicBezTo>
                  <a:pt x="828" y="1443"/>
                  <a:pt x="817" y="1443"/>
                  <a:pt x="807" y="1438"/>
                </a:cubicBezTo>
                <a:cubicBezTo>
                  <a:pt x="796" y="1436"/>
                  <a:pt x="786" y="1431"/>
                  <a:pt x="775" y="1431"/>
                </a:cubicBezTo>
                <a:cubicBezTo>
                  <a:pt x="771" y="1424"/>
                  <a:pt x="764" y="1431"/>
                  <a:pt x="759" y="1424"/>
                </a:cubicBezTo>
                <a:cubicBezTo>
                  <a:pt x="754" y="1427"/>
                  <a:pt x="750" y="1419"/>
                  <a:pt x="744" y="1422"/>
                </a:cubicBezTo>
                <a:cubicBezTo>
                  <a:pt x="734" y="1413"/>
                  <a:pt x="722" y="1416"/>
                  <a:pt x="712" y="1410"/>
                </a:cubicBezTo>
                <a:cubicBezTo>
                  <a:pt x="707" y="1405"/>
                  <a:pt x="700" y="1410"/>
                  <a:pt x="696" y="1402"/>
                </a:cubicBezTo>
                <a:cubicBezTo>
                  <a:pt x="690" y="1403"/>
                  <a:pt x="685" y="1401"/>
                  <a:pt x="681" y="1397"/>
                </a:cubicBezTo>
                <a:cubicBezTo>
                  <a:pt x="670" y="1394"/>
                  <a:pt x="660" y="1389"/>
                  <a:pt x="650" y="1384"/>
                </a:cubicBezTo>
                <a:cubicBezTo>
                  <a:pt x="646" y="1377"/>
                  <a:pt x="639" y="1382"/>
                  <a:pt x="635" y="1374"/>
                </a:cubicBezTo>
                <a:cubicBezTo>
                  <a:pt x="629" y="1374"/>
                  <a:pt x="625" y="1367"/>
                  <a:pt x="620" y="1368"/>
                </a:cubicBezTo>
                <a:cubicBezTo>
                  <a:pt x="619" y="1366"/>
                  <a:pt x="618" y="1364"/>
                  <a:pt x="616" y="1363"/>
                </a:cubicBezTo>
                <a:cubicBezTo>
                  <a:pt x="626" y="1363"/>
                  <a:pt x="635" y="1369"/>
                  <a:pt x="644" y="1372"/>
                </a:cubicBezTo>
                <a:cubicBezTo>
                  <a:pt x="654" y="1376"/>
                  <a:pt x="663" y="1379"/>
                  <a:pt x="673" y="1381"/>
                </a:cubicBezTo>
                <a:cubicBezTo>
                  <a:pt x="677" y="1385"/>
                  <a:pt x="682" y="1385"/>
                  <a:pt x="687" y="1387"/>
                </a:cubicBezTo>
                <a:cubicBezTo>
                  <a:pt x="690" y="1386"/>
                  <a:pt x="693" y="1387"/>
                  <a:pt x="695" y="1390"/>
                </a:cubicBezTo>
                <a:cubicBezTo>
                  <a:pt x="697" y="1387"/>
                  <a:pt x="699" y="1389"/>
                  <a:pt x="701" y="1391"/>
                </a:cubicBezTo>
                <a:cubicBezTo>
                  <a:pt x="706" y="1386"/>
                  <a:pt x="709" y="1395"/>
                  <a:pt x="715" y="1392"/>
                </a:cubicBezTo>
                <a:cubicBezTo>
                  <a:pt x="716" y="1396"/>
                  <a:pt x="720" y="1392"/>
                  <a:pt x="722" y="1394"/>
                </a:cubicBezTo>
                <a:cubicBezTo>
                  <a:pt x="724" y="1395"/>
                  <a:pt x="726" y="1396"/>
                  <a:pt x="728" y="1398"/>
                </a:cubicBezTo>
                <a:cubicBezTo>
                  <a:pt x="733" y="1400"/>
                  <a:pt x="738" y="1398"/>
                  <a:pt x="743" y="1401"/>
                </a:cubicBezTo>
                <a:cubicBezTo>
                  <a:pt x="748" y="1400"/>
                  <a:pt x="751" y="1407"/>
                  <a:pt x="757" y="1402"/>
                </a:cubicBezTo>
                <a:cubicBezTo>
                  <a:pt x="766" y="1410"/>
                  <a:pt x="776" y="1411"/>
                  <a:pt x="786" y="1416"/>
                </a:cubicBezTo>
                <a:cubicBezTo>
                  <a:pt x="796" y="1416"/>
                  <a:pt x="804" y="1425"/>
                  <a:pt x="814" y="1425"/>
                </a:cubicBezTo>
                <a:cubicBezTo>
                  <a:pt x="822" y="1434"/>
                  <a:pt x="833" y="1431"/>
                  <a:pt x="841" y="1438"/>
                </a:cubicBezTo>
                <a:cubicBezTo>
                  <a:pt x="850" y="1444"/>
                  <a:pt x="859" y="1451"/>
                  <a:pt x="868" y="1453"/>
                </a:cubicBezTo>
                <a:cubicBezTo>
                  <a:pt x="871" y="1458"/>
                  <a:pt x="863" y="1458"/>
                  <a:pt x="862" y="1455"/>
                </a:cubicBezTo>
                <a:close/>
                <a:moveTo>
                  <a:pt x="840" y="1425"/>
                </a:moveTo>
                <a:cubicBezTo>
                  <a:pt x="842" y="1424"/>
                  <a:pt x="844" y="1423"/>
                  <a:pt x="846" y="1421"/>
                </a:cubicBezTo>
                <a:cubicBezTo>
                  <a:pt x="847" y="1424"/>
                  <a:pt x="849" y="1426"/>
                  <a:pt x="851" y="1428"/>
                </a:cubicBezTo>
                <a:cubicBezTo>
                  <a:pt x="846" y="1432"/>
                  <a:pt x="843" y="1428"/>
                  <a:pt x="840" y="1425"/>
                </a:cubicBezTo>
                <a:close/>
                <a:moveTo>
                  <a:pt x="860" y="1430"/>
                </a:moveTo>
                <a:cubicBezTo>
                  <a:pt x="863" y="1427"/>
                  <a:pt x="855" y="1422"/>
                  <a:pt x="857" y="1419"/>
                </a:cubicBezTo>
                <a:cubicBezTo>
                  <a:pt x="837" y="1377"/>
                  <a:pt x="840" y="1373"/>
                  <a:pt x="834" y="1368"/>
                </a:cubicBezTo>
                <a:cubicBezTo>
                  <a:pt x="825" y="1337"/>
                  <a:pt x="822" y="1332"/>
                  <a:pt x="822" y="1328"/>
                </a:cubicBezTo>
                <a:cubicBezTo>
                  <a:pt x="816" y="1281"/>
                  <a:pt x="809" y="1272"/>
                  <a:pt x="808" y="1263"/>
                </a:cubicBezTo>
                <a:cubicBezTo>
                  <a:pt x="805" y="1231"/>
                  <a:pt x="802" y="1222"/>
                  <a:pt x="799" y="1214"/>
                </a:cubicBezTo>
                <a:cubicBezTo>
                  <a:pt x="788" y="1155"/>
                  <a:pt x="788" y="1147"/>
                  <a:pt x="784" y="1139"/>
                </a:cubicBezTo>
                <a:cubicBezTo>
                  <a:pt x="801" y="1169"/>
                  <a:pt x="802" y="1172"/>
                  <a:pt x="804" y="1175"/>
                </a:cubicBezTo>
                <a:cubicBezTo>
                  <a:pt x="817" y="1231"/>
                  <a:pt x="820" y="1237"/>
                  <a:pt x="819" y="1242"/>
                </a:cubicBezTo>
                <a:cubicBezTo>
                  <a:pt x="835" y="1298"/>
                  <a:pt x="831" y="1303"/>
                  <a:pt x="835" y="1309"/>
                </a:cubicBezTo>
                <a:cubicBezTo>
                  <a:pt x="846" y="1364"/>
                  <a:pt x="845" y="1369"/>
                  <a:pt x="847" y="1375"/>
                </a:cubicBezTo>
                <a:cubicBezTo>
                  <a:pt x="855" y="1404"/>
                  <a:pt x="856" y="1406"/>
                  <a:pt x="859" y="1409"/>
                </a:cubicBezTo>
                <a:close/>
                <a:moveTo>
                  <a:pt x="866" y="1401"/>
                </a:moveTo>
                <a:cubicBezTo>
                  <a:pt x="866" y="1396"/>
                  <a:pt x="864" y="1391"/>
                  <a:pt x="863" y="1385"/>
                </a:cubicBezTo>
                <a:cubicBezTo>
                  <a:pt x="855" y="1379"/>
                  <a:pt x="863" y="1375"/>
                  <a:pt x="856" y="1368"/>
                </a:cubicBezTo>
                <a:cubicBezTo>
                  <a:pt x="856" y="1363"/>
                  <a:pt x="852" y="1357"/>
                  <a:pt x="856" y="1353"/>
                </a:cubicBezTo>
                <a:cubicBezTo>
                  <a:pt x="852" y="1352"/>
                  <a:pt x="853" y="1350"/>
                  <a:pt x="852" y="1347"/>
                </a:cubicBezTo>
                <a:cubicBezTo>
                  <a:pt x="854" y="1345"/>
                  <a:pt x="848" y="1345"/>
                  <a:pt x="851" y="1343"/>
                </a:cubicBezTo>
                <a:cubicBezTo>
                  <a:pt x="850" y="1337"/>
                  <a:pt x="848" y="1332"/>
                  <a:pt x="848" y="1326"/>
                </a:cubicBezTo>
                <a:cubicBezTo>
                  <a:pt x="845" y="1321"/>
                  <a:pt x="846" y="1316"/>
                  <a:pt x="844" y="1310"/>
                </a:cubicBezTo>
                <a:cubicBezTo>
                  <a:pt x="841" y="1304"/>
                  <a:pt x="846" y="1300"/>
                  <a:pt x="840" y="1294"/>
                </a:cubicBezTo>
                <a:cubicBezTo>
                  <a:pt x="845" y="1289"/>
                  <a:pt x="838" y="1283"/>
                  <a:pt x="837" y="1278"/>
                </a:cubicBezTo>
                <a:cubicBezTo>
                  <a:pt x="837" y="1272"/>
                  <a:pt x="834" y="1267"/>
                  <a:pt x="833" y="1261"/>
                </a:cubicBezTo>
                <a:cubicBezTo>
                  <a:pt x="833" y="1251"/>
                  <a:pt x="827" y="1240"/>
                  <a:pt x="829" y="1230"/>
                </a:cubicBezTo>
                <a:cubicBezTo>
                  <a:pt x="823" y="1208"/>
                  <a:pt x="819" y="1186"/>
                  <a:pt x="806" y="1163"/>
                </a:cubicBezTo>
                <a:cubicBezTo>
                  <a:pt x="810" y="1161"/>
                  <a:pt x="812" y="1170"/>
                  <a:pt x="815" y="1172"/>
                </a:cubicBezTo>
                <a:cubicBezTo>
                  <a:pt x="819" y="1171"/>
                  <a:pt x="816" y="1174"/>
                  <a:pt x="818" y="1176"/>
                </a:cubicBezTo>
                <a:cubicBezTo>
                  <a:pt x="819" y="1178"/>
                  <a:pt x="821" y="1180"/>
                  <a:pt x="822" y="1181"/>
                </a:cubicBezTo>
                <a:cubicBezTo>
                  <a:pt x="823" y="1187"/>
                  <a:pt x="828" y="1193"/>
                  <a:pt x="828" y="1198"/>
                </a:cubicBezTo>
                <a:cubicBezTo>
                  <a:pt x="828" y="1203"/>
                  <a:pt x="835" y="1209"/>
                  <a:pt x="834" y="1213"/>
                </a:cubicBezTo>
                <a:cubicBezTo>
                  <a:pt x="837" y="1218"/>
                  <a:pt x="836" y="1223"/>
                  <a:pt x="839" y="1228"/>
                </a:cubicBezTo>
                <a:cubicBezTo>
                  <a:pt x="846" y="1234"/>
                  <a:pt x="837" y="1237"/>
                  <a:pt x="844" y="1243"/>
                </a:cubicBezTo>
                <a:cubicBezTo>
                  <a:pt x="842" y="1245"/>
                  <a:pt x="847" y="1249"/>
                  <a:pt x="845" y="1251"/>
                </a:cubicBezTo>
                <a:cubicBezTo>
                  <a:pt x="845" y="1253"/>
                  <a:pt x="845" y="1255"/>
                  <a:pt x="847" y="1257"/>
                </a:cubicBezTo>
                <a:cubicBezTo>
                  <a:pt x="845" y="1262"/>
                  <a:pt x="849" y="1267"/>
                  <a:pt x="849" y="1272"/>
                </a:cubicBezTo>
                <a:cubicBezTo>
                  <a:pt x="851" y="1282"/>
                  <a:pt x="851" y="1291"/>
                  <a:pt x="856" y="1301"/>
                </a:cubicBezTo>
                <a:cubicBezTo>
                  <a:pt x="855" y="1321"/>
                  <a:pt x="863" y="1343"/>
                  <a:pt x="860" y="1363"/>
                </a:cubicBezTo>
                <a:cubicBezTo>
                  <a:pt x="865" y="1372"/>
                  <a:pt x="865" y="1380"/>
                  <a:pt x="868" y="1389"/>
                </a:cubicBezTo>
                <a:cubicBezTo>
                  <a:pt x="870" y="1398"/>
                  <a:pt x="875" y="1407"/>
                  <a:pt x="873" y="1415"/>
                </a:cubicBezTo>
                <a:cubicBezTo>
                  <a:pt x="867" y="1416"/>
                  <a:pt x="868" y="1405"/>
                  <a:pt x="866" y="1401"/>
                </a:cubicBezTo>
                <a:close/>
                <a:moveTo>
                  <a:pt x="872" y="1421"/>
                </a:moveTo>
                <a:cubicBezTo>
                  <a:pt x="878" y="1421"/>
                  <a:pt x="879" y="1433"/>
                  <a:pt x="881" y="1437"/>
                </a:cubicBezTo>
                <a:cubicBezTo>
                  <a:pt x="873" y="1437"/>
                  <a:pt x="876" y="1426"/>
                  <a:pt x="872" y="1421"/>
                </a:cubicBezTo>
                <a:close/>
                <a:moveTo>
                  <a:pt x="0" y="157"/>
                </a:moveTo>
                <a:cubicBezTo>
                  <a:pt x="0" y="158"/>
                  <a:pt x="0" y="158"/>
                  <a:pt x="0" y="158"/>
                </a:cubicBezTo>
                <a:cubicBezTo>
                  <a:pt x="0" y="158"/>
                  <a:pt x="1" y="157"/>
                  <a:pt x="1" y="157"/>
                </a:cubicBezTo>
                <a:cubicBezTo>
                  <a:pt x="1" y="157"/>
                  <a:pt x="0" y="157"/>
                  <a:pt x="0" y="157"/>
                </a:cubicBezTo>
                <a:close/>
                <a:moveTo>
                  <a:pt x="1990" y="177"/>
                </a:moveTo>
                <a:cubicBezTo>
                  <a:pt x="1986" y="177"/>
                  <a:pt x="1989" y="180"/>
                  <a:pt x="1988" y="183"/>
                </a:cubicBezTo>
                <a:cubicBezTo>
                  <a:pt x="1987" y="200"/>
                  <a:pt x="1977" y="199"/>
                  <a:pt x="1977" y="203"/>
                </a:cubicBezTo>
                <a:cubicBezTo>
                  <a:pt x="1972" y="214"/>
                  <a:pt x="1973" y="215"/>
                  <a:pt x="1974" y="213"/>
                </a:cubicBezTo>
                <a:cubicBezTo>
                  <a:pt x="1987" y="201"/>
                  <a:pt x="1986" y="193"/>
                  <a:pt x="1988" y="190"/>
                </a:cubicBezTo>
                <a:cubicBezTo>
                  <a:pt x="2008" y="131"/>
                  <a:pt x="2015" y="118"/>
                  <a:pt x="2014" y="109"/>
                </a:cubicBezTo>
                <a:cubicBezTo>
                  <a:pt x="2029" y="70"/>
                  <a:pt x="2030" y="64"/>
                  <a:pt x="2028" y="63"/>
                </a:cubicBezTo>
                <a:cubicBezTo>
                  <a:pt x="2038" y="12"/>
                  <a:pt x="2039" y="6"/>
                  <a:pt x="2040" y="0"/>
                </a:cubicBezTo>
                <a:cubicBezTo>
                  <a:pt x="2031" y="29"/>
                  <a:pt x="2029" y="44"/>
                  <a:pt x="2027" y="60"/>
                </a:cubicBezTo>
                <a:cubicBezTo>
                  <a:pt x="2025" y="57"/>
                  <a:pt x="2024" y="42"/>
                  <a:pt x="2025" y="26"/>
                </a:cubicBezTo>
                <a:cubicBezTo>
                  <a:pt x="2026" y="2"/>
                  <a:pt x="2026" y="1"/>
                  <a:pt x="2026" y="0"/>
                </a:cubicBezTo>
                <a:cubicBezTo>
                  <a:pt x="2013" y="63"/>
                  <a:pt x="2011" y="101"/>
                  <a:pt x="2002" y="142"/>
                </a:cubicBezTo>
                <a:close/>
                <a:moveTo>
                  <a:pt x="1971" y="192"/>
                </a:moveTo>
                <a:cubicBezTo>
                  <a:pt x="1982" y="160"/>
                  <a:pt x="1984" y="143"/>
                  <a:pt x="1990" y="113"/>
                </a:cubicBezTo>
                <a:cubicBezTo>
                  <a:pt x="1986" y="110"/>
                  <a:pt x="1995" y="99"/>
                  <a:pt x="1991" y="95"/>
                </a:cubicBezTo>
                <a:cubicBezTo>
                  <a:pt x="1992" y="88"/>
                  <a:pt x="1993" y="81"/>
                  <a:pt x="1992" y="75"/>
                </a:cubicBezTo>
                <a:cubicBezTo>
                  <a:pt x="1995" y="62"/>
                  <a:pt x="1995" y="49"/>
                  <a:pt x="1995" y="37"/>
                </a:cubicBezTo>
                <a:cubicBezTo>
                  <a:pt x="1992" y="36"/>
                  <a:pt x="1994" y="32"/>
                  <a:pt x="1995" y="28"/>
                </a:cubicBezTo>
                <a:cubicBezTo>
                  <a:pt x="1995" y="25"/>
                  <a:pt x="1993" y="23"/>
                  <a:pt x="1996" y="19"/>
                </a:cubicBezTo>
                <a:cubicBezTo>
                  <a:pt x="1993" y="18"/>
                  <a:pt x="1995" y="14"/>
                  <a:pt x="1996" y="10"/>
                </a:cubicBezTo>
                <a:cubicBezTo>
                  <a:pt x="1992" y="9"/>
                  <a:pt x="1996" y="4"/>
                  <a:pt x="1997" y="0"/>
                </a:cubicBezTo>
                <a:cubicBezTo>
                  <a:pt x="1988" y="0"/>
                  <a:pt x="1988" y="0"/>
                  <a:pt x="1988" y="0"/>
                </a:cubicBezTo>
                <a:cubicBezTo>
                  <a:pt x="1987" y="6"/>
                  <a:pt x="1987" y="11"/>
                  <a:pt x="1987" y="17"/>
                </a:cubicBezTo>
                <a:cubicBezTo>
                  <a:pt x="1989" y="40"/>
                  <a:pt x="1987" y="66"/>
                  <a:pt x="1985" y="91"/>
                </a:cubicBezTo>
                <a:cubicBezTo>
                  <a:pt x="1985" y="113"/>
                  <a:pt x="1977" y="140"/>
                  <a:pt x="1977" y="166"/>
                </a:cubicBezTo>
                <a:cubicBezTo>
                  <a:pt x="1969" y="169"/>
                  <a:pt x="1977" y="178"/>
                  <a:pt x="1971" y="178"/>
                </a:cubicBezTo>
                <a:cubicBezTo>
                  <a:pt x="1975" y="184"/>
                  <a:pt x="1964" y="188"/>
                  <a:pt x="1971" y="192"/>
                </a:cubicBezTo>
                <a:close/>
                <a:moveTo>
                  <a:pt x="1900" y="50"/>
                </a:moveTo>
                <a:cubicBezTo>
                  <a:pt x="1902" y="34"/>
                  <a:pt x="1906" y="17"/>
                  <a:pt x="1908" y="0"/>
                </a:cubicBezTo>
                <a:cubicBezTo>
                  <a:pt x="1903" y="0"/>
                  <a:pt x="1903" y="0"/>
                  <a:pt x="1903" y="0"/>
                </a:cubicBezTo>
                <a:cubicBezTo>
                  <a:pt x="1902" y="2"/>
                  <a:pt x="1902" y="4"/>
                  <a:pt x="1902" y="5"/>
                </a:cubicBezTo>
                <a:cubicBezTo>
                  <a:pt x="1900" y="13"/>
                  <a:pt x="1899" y="20"/>
                  <a:pt x="1900" y="27"/>
                </a:cubicBezTo>
                <a:cubicBezTo>
                  <a:pt x="1900" y="31"/>
                  <a:pt x="1894" y="37"/>
                  <a:pt x="1899" y="38"/>
                </a:cubicBezTo>
                <a:cubicBezTo>
                  <a:pt x="1899" y="42"/>
                  <a:pt x="1892" y="50"/>
                  <a:pt x="1900" y="50"/>
                </a:cubicBezTo>
                <a:close/>
                <a:moveTo>
                  <a:pt x="1772" y="0"/>
                </a:moveTo>
                <a:cubicBezTo>
                  <a:pt x="1766" y="0"/>
                  <a:pt x="1766" y="0"/>
                  <a:pt x="1766" y="0"/>
                </a:cubicBezTo>
                <a:cubicBezTo>
                  <a:pt x="1761" y="13"/>
                  <a:pt x="1756" y="25"/>
                  <a:pt x="1752" y="35"/>
                </a:cubicBezTo>
                <a:cubicBezTo>
                  <a:pt x="1750" y="40"/>
                  <a:pt x="1748" y="48"/>
                  <a:pt x="1746" y="54"/>
                </a:cubicBezTo>
                <a:cubicBezTo>
                  <a:pt x="1744" y="62"/>
                  <a:pt x="1740" y="68"/>
                  <a:pt x="1743" y="74"/>
                </a:cubicBezTo>
                <a:cubicBezTo>
                  <a:pt x="1751" y="51"/>
                  <a:pt x="1761" y="26"/>
                  <a:pt x="1772" y="0"/>
                </a:cubicBezTo>
                <a:close/>
                <a:moveTo>
                  <a:pt x="2038" y="266"/>
                </a:moveTo>
                <a:cubicBezTo>
                  <a:pt x="2058" y="233"/>
                  <a:pt x="2063" y="188"/>
                  <a:pt x="2074" y="152"/>
                </a:cubicBezTo>
                <a:cubicBezTo>
                  <a:pt x="2076" y="145"/>
                  <a:pt x="2072" y="141"/>
                  <a:pt x="2075" y="134"/>
                </a:cubicBezTo>
                <a:cubicBezTo>
                  <a:pt x="2079" y="120"/>
                  <a:pt x="2079" y="118"/>
                  <a:pt x="2084" y="105"/>
                </a:cubicBezTo>
                <a:cubicBezTo>
                  <a:pt x="2087" y="93"/>
                  <a:pt x="2091" y="81"/>
                  <a:pt x="2094" y="69"/>
                </a:cubicBezTo>
                <a:cubicBezTo>
                  <a:pt x="2098" y="46"/>
                  <a:pt x="2102" y="24"/>
                  <a:pt x="2107" y="0"/>
                </a:cubicBezTo>
                <a:cubicBezTo>
                  <a:pt x="2098" y="0"/>
                  <a:pt x="2098" y="0"/>
                  <a:pt x="2098" y="0"/>
                </a:cubicBezTo>
                <a:cubicBezTo>
                  <a:pt x="2096" y="14"/>
                  <a:pt x="2093" y="27"/>
                  <a:pt x="2092" y="39"/>
                </a:cubicBezTo>
                <a:cubicBezTo>
                  <a:pt x="2091" y="44"/>
                  <a:pt x="2089" y="50"/>
                  <a:pt x="2087" y="56"/>
                </a:cubicBezTo>
                <a:cubicBezTo>
                  <a:pt x="2085" y="62"/>
                  <a:pt x="2082" y="67"/>
                  <a:pt x="2085" y="71"/>
                </a:cubicBezTo>
                <a:cubicBezTo>
                  <a:pt x="2084" y="75"/>
                  <a:pt x="2082" y="75"/>
                  <a:pt x="2082" y="72"/>
                </a:cubicBezTo>
                <a:cubicBezTo>
                  <a:pt x="2081" y="70"/>
                  <a:pt x="2081" y="68"/>
                  <a:pt x="2082" y="66"/>
                </a:cubicBezTo>
                <a:cubicBezTo>
                  <a:pt x="2081" y="61"/>
                  <a:pt x="2084" y="55"/>
                  <a:pt x="2081" y="52"/>
                </a:cubicBezTo>
                <a:cubicBezTo>
                  <a:pt x="2085" y="41"/>
                  <a:pt x="2079" y="34"/>
                  <a:pt x="2083" y="23"/>
                </a:cubicBezTo>
                <a:cubicBezTo>
                  <a:pt x="2083" y="18"/>
                  <a:pt x="2079" y="16"/>
                  <a:pt x="2083" y="9"/>
                </a:cubicBezTo>
                <a:cubicBezTo>
                  <a:pt x="2081" y="7"/>
                  <a:pt x="2081" y="4"/>
                  <a:pt x="2081" y="0"/>
                </a:cubicBezTo>
                <a:cubicBezTo>
                  <a:pt x="2074" y="0"/>
                  <a:pt x="2074" y="0"/>
                  <a:pt x="2074" y="0"/>
                </a:cubicBezTo>
                <a:cubicBezTo>
                  <a:pt x="2074" y="7"/>
                  <a:pt x="2074" y="13"/>
                  <a:pt x="2073" y="20"/>
                </a:cubicBezTo>
                <a:cubicBezTo>
                  <a:pt x="2077" y="23"/>
                  <a:pt x="2070" y="32"/>
                  <a:pt x="2075" y="34"/>
                </a:cubicBezTo>
                <a:cubicBezTo>
                  <a:pt x="2073" y="40"/>
                  <a:pt x="2073" y="46"/>
                  <a:pt x="2075" y="50"/>
                </a:cubicBezTo>
                <a:cubicBezTo>
                  <a:pt x="2074" y="71"/>
                  <a:pt x="2074" y="91"/>
                  <a:pt x="2072" y="113"/>
                </a:cubicBezTo>
                <a:cubicBezTo>
                  <a:pt x="2068" y="119"/>
                  <a:pt x="2065" y="134"/>
                  <a:pt x="2058" y="145"/>
                </a:cubicBezTo>
                <a:cubicBezTo>
                  <a:pt x="2057" y="151"/>
                  <a:pt x="2055" y="156"/>
                  <a:pt x="2053" y="162"/>
                </a:cubicBezTo>
                <a:cubicBezTo>
                  <a:pt x="2052" y="167"/>
                  <a:pt x="2048" y="174"/>
                  <a:pt x="2054" y="175"/>
                </a:cubicBezTo>
                <a:cubicBezTo>
                  <a:pt x="2055" y="173"/>
                  <a:pt x="2057" y="173"/>
                  <a:pt x="2058" y="170"/>
                </a:cubicBezTo>
                <a:cubicBezTo>
                  <a:pt x="2058" y="166"/>
                  <a:pt x="2062" y="165"/>
                  <a:pt x="2059" y="164"/>
                </a:cubicBezTo>
                <a:cubicBezTo>
                  <a:pt x="2063" y="161"/>
                  <a:pt x="2063" y="151"/>
                  <a:pt x="2068" y="150"/>
                </a:cubicBezTo>
                <a:cubicBezTo>
                  <a:pt x="2058" y="193"/>
                  <a:pt x="2055" y="210"/>
                  <a:pt x="2042" y="252"/>
                </a:cubicBezTo>
                <a:cubicBezTo>
                  <a:pt x="2041" y="255"/>
                  <a:pt x="2033" y="262"/>
                  <a:pt x="2038" y="266"/>
                </a:cubicBezTo>
                <a:close/>
                <a:moveTo>
                  <a:pt x="1895" y="189"/>
                </a:moveTo>
                <a:cubicBezTo>
                  <a:pt x="1897" y="183"/>
                  <a:pt x="1898" y="177"/>
                  <a:pt x="1900" y="171"/>
                </a:cubicBezTo>
                <a:cubicBezTo>
                  <a:pt x="1902" y="165"/>
                  <a:pt x="1905" y="159"/>
                  <a:pt x="1903" y="155"/>
                </a:cubicBezTo>
                <a:cubicBezTo>
                  <a:pt x="1908" y="155"/>
                  <a:pt x="1907" y="144"/>
                  <a:pt x="1910" y="139"/>
                </a:cubicBezTo>
                <a:cubicBezTo>
                  <a:pt x="1911" y="117"/>
                  <a:pt x="1919" y="102"/>
                  <a:pt x="1918" y="80"/>
                </a:cubicBezTo>
                <a:cubicBezTo>
                  <a:pt x="1925" y="53"/>
                  <a:pt x="1931" y="26"/>
                  <a:pt x="1935" y="0"/>
                </a:cubicBezTo>
                <a:cubicBezTo>
                  <a:pt x="1927" y="0"/>
                  <a:pt x="1927" y="0"/>
                  <a:pt x="1927" y="0"/>
                </a:cubicBezTo>
                <a:cubicBezTo>
                  <a:pt x="1924" y="22"/>
                  <a:pt x="1917" y="43"/>
                  <a:pt x="1916" y="66"/>
                </a:cubicBezTo>
                <a:cubicBezTo>
                  <a:pt x="1911" y="100"/>
                  <a:pt x="1901" y="137"/>
                  <a:pt x="1896" y="171"/>
                </a:cubicBezTo>
                <a:cubicBezTo>
                  <a:pt x="1890" y="184"/>
                  <a:pt x="1893" y="192"/>
                  <a:pt x="1885" y="198"/>
                </a:cubicBezTo>
                <a:cubicBezTo>
                  <a:pt x="1892" y="201"/>
                  <a:pt x="1893" y="196"/>
                  <a:pt x="1895" y="189"/>
                </a:cubicBezTo>
                <a:close/>
                <a:moveTo>
                  <a:pt x="1767" y="129"/>
                </a:moveTo>
                <a:cubicBezTo>
                  <a:pt x="1770" y="127"/>
                  <a:pt x="1772" y="124"/>
                  <a:pt x="1772" y="119"/>
                </a:cubicBezTo>
                <a:cubicBezTo>
                  <a:pt x="1772" y="117"/>
                  <a:pt x="1771" y="107"/>
                  <a:pt x="1776" y="108"/>
                </a:cubicBezTo>
                <a:cubicBezTo>
                  <a:pt x="1778" y="97"/>
                  <a:pt x="1778" y="98"/>
                  <a:pt x="1780" y="87"/>
                </a:cubicBezTo>
                <a:cubicBezTo>
                  <a:pt x="1787" y="80"/>
                  <a:pt x="1788" y="63"/>
                  <a:pt x="1792" y="52"/>
                </a:cubicBezTo>
                <a:cubicBezTo>
                  <a:pt x="1797" y="50"/>
                  <a:pt x="1795" y="46"/>
                  <a:pt x="1795" y="42"/>
                </a:cubicBezTo>
                <a:cubicBezTo>
                  <a:pt x="1801" y="41"/>
                  <a:pt x="1800" y="29"/>
                  <a:pt x="1803" y="23"/>
                </a:cubicBezTo>
                <a:cubicBezTo>
                  <a:pt x="1807" y="19"/>
                  <a:pt x="1808" y="9"/>
                  <a:pt x="1813" y="0"/>
                </a:cubicBezTo>
                <a:cubicBezTo>
                  <a:pt x="1807" y="0"/>
                  <a:pt x="1807" y="0"/>
                  <a:pt x="1807" y="0"/>
                </a:cubicBezTo>
                <a:cubicBezTo>
                  <a:pt x="1802" y="14"/>
                  <a:pt x="1797" y="27"/>
                  <a:pt x="1791" y="40"/>
                </a:cubicBezTo>
                <a:cubicBezTo>
                  <a:pt x="1787" y="56"/>
                  <a:pt x="1782" y="71"/>
                  <a:pt x="1778" y="86"/>
                </a:cubicBezTo>
                <a:cubicBezTo>
                  <a:pt x="1773" y="92"/>
                  <a:pt x="1776" y="96"/>
                  <a:pt x="1772" y="105"/>
                </a:cubicBezTo>
                <a:cubicBezTo>
                  <a:pt x="1771" y="109"/>
                  <a:pt x="1770" y="113"/>
                  <a:pt x="1768" y="118"/>
                </a:cubicBezTo>
                <a:cubicBezTo>
                  <a:pt x="1769" y="121"/>
                  <a:pt x="1763" y="128"/>
                  <a:pt x="1767" y="129"/>
                </a:cubicBezTo>
                <a:close/>
                <a:moveTo>
                  <a:pt x="1848" y="80"/>
                </a:moveTo>
                <a:cubicBezTo>
                  <a:pt x="1847" y="84"/>
                  <a:pt x="1845" y="88"/>
                  <a:pt x="1844" y="92"/>
                </a:cubicBezTo>
                <a:cubicBezTo>
                  <a:pt x="1848" y="94"/>
                  <a:pt x="1842" y="102"/>
                  <a:pt x="1845" y="104"/>
                </a:cubicBezTo>
                <a:cubicBezTo>
                  <a:pt x="1847" y="108"/>
                  <a:pt x="1844" y="114"/>
                  <a:pt x="1843" y="119"/>
                </a:cubicBezTo>
                <a:cubicBezTo>
                  <a:pt x="1845" y="122"/>
                  <a:pt x="1846" y="126"/>
                  <a:pt x="1844" y="131"/>
                </a:cubicBezTo>
                <a:cubicBezTo>
                  <a:pt x="1846" y="134"/>
                  <a:pt x="1845" y="140"/>
                  <a:pt x="1847" y="143"/>
                </a:cubicBezTo>
                <a:cubicBezTo>
                  <a:pt x="1851" y="119"/>
                  <a:pt x="1849" y="97"/>
                  <a:pt x="1852" y="72"/>
                </a:cubicBezTo>
                <a:cubicBezTo>
                  <a:pt x="1854" y="60"/>
                  <a:pt x="1855" y="47"/>
                  <a:pt x="1857" y="35"/>
                </a:cubicBezTo>
                <a:cubicBezTo>
                  <a:pt x="1862" y="18"/>
                  <a:pt x="1862" y="14"/>
                  <a:pt x="1865" y="0"/>
                </a:cubicBezTo>
                <a:cubicBezTo>
                  <a:pt x="1858" y="0"/>
                  <a:pt x="1858" y="0"/>
                  <a:pt x="1858" y="0"/>
                </a:cubicBezTo>
                <a:cubicBezTo>
                  <a:pt x="1853" y="28"/>
                  <a:pt x="1846" y="56"/>
                  <a:pt x="1848" y="80"/>
                </a:cubicBezTo>
                <a:close/>
                <a:moveTo>
                  <a:pt x="1862" y="259"/>
                </a:moveTo>
                <a:cubicBezTo>
                  <a:pt x="1858" y="265"/>
                  <a:pt x="1862" y="266"/>
                  <a:pt x="1858" y="267"/>
                </a:cubicBezTo>
                <a:cubicBezTo>
                  <a:pt x="1856" y="268"/>
                  <a:pt x="1856" y="277"/>
                  <a:pt x="1857" y="276"/>
                </a:cubicBezTo>
                <a:cubicBezTo>
                  <a:pt x="1867" y="260"/>
                  <a:pt x="1877" y="244"/>
                  <a:pt x="1888" y="228"/>
                </a:cubicBezTo>
                <a:cubicBezTo>
                  <a:pt x="1900" y="211"/>
                  <a:pt x="1905" y="198"/>
                  <a:pt x="1914" y="177"/>
                </a:cubicBezTo>
                <a:cubicBezTo>
                  <a:pt x="1927" y="132"/>
                  <a:pt x="1941" y="88"/>
                  <a:pt x="1954" y="52"/>
                </a:cubicBezTo>
                <a:cubicBezTo>
                  <a:pt x="1954" y="42"/>
                  <a:pt x="1959" y="30"/>
                  <a:pt x="1959" y="20"/>
                </a:cubicBezTo>
                <a:cubicBezTo>
                  <a:pt x="1962" y="9"/>
                  <a:pt x="1964" y="8"/>
                  <a:pt x="1965" y="0"/>
                </a:cubicBezTo>
                <a:cubicBezTo>
                  <a:pt x="1957" y="0"/>
                  <a:pt x="1957" y="0"/>
                  <a:pt x="1957" y="0"/>
                </a:cubicBezTo>
                <a:cubicBezTo>
                  <a:pt x="1955" y="6"/>
                  <a:pt x="1953" y="13"/>
                  <a:pt x="1952" y="20"/>
                </a:cubicBezTo>
                <a:cubicBezTo>
                  <a:pt x="1952" y="30"/>
                  <a:pt x="1948" y="34"/>
                  <a:pt x="1948" y="42"/>
                </a:cubicBezTo>
                <a:cubicBezTo>
                  <a:pt x="1936" y="87"/>
                  <a:pt x="1917" y="124"/>
                  <a:pt x="1909" y="171"/>
                </a:cubicBezTo>
                <a:cubicBezTo>
                  <a:pt x="1904" y="174"/>
                  <a:pt x="1904" y="184"/>
                  <a:pt x="1901" y="191"/>
                </a:cubicBezTo>
                <a:cubicBezTo>
                  <a:pt x="1900" y="195"/>
                  <a:pt x="1897" y="195"/>
                  <a:pt x="1896" y="199"/>
                </a:cubicBezTo>
                <a:cubicBezTo>
                  <a:pt x="1894" y="202"/>
                  <a:pt x="1896" y="211"/>
                  <a:pt x="1891" y="209"/>
                </a:cubicBezTo>
                <a:cubicBezTo>
                  <a:pt x="1890" y="218"/>
                  <a:pt x="1886" y="223"/>
                  <a:pt x="1881" y="226"/>
                </a:cubicBezTo>
                <a:cubicBezTo>
                  <a:pt x="1880" y="236"/>
                  <a:pt x="1874" y="238"/>
                  <a:pt x="1872" y="249"/>
                </a:cubicBezTo>
                <a:cubicBezTo>
                  <a:pt x="1869" y="248"/>
                  <a:pt x="1870" y="254"/>
                  <a:pt x="1866" y="254"/>
                </a:cubicBezTo>
                <a:cubicBezTo>
                  <a:pt x="1861" y="255"/>
                  <a:pt x="1868" y="260"/>
                  <a:pt x="1862" y="259"/>
                </a:cubicBezTo>
                <a:close/>
              </a:path>
            </a:pathLst>
          </a:custGeom>
          <a:solidFill>
            <a:schemeClr val="accent1">
              <a:lumMod val="40000"/>
              <a:lumOff val="60000"/>
            </a:schemeClr>
          </a:solidFill>
          <a:ln>
            <a:noFill/>
          </a:ln>
        </p:spPr>
      </p:sp>
      <p:sp>
        <p:nvSpPr>
          <p:cNvPr id="21" name="Freeform 9">
            <a:extLst>
              <a:ext uri="{FF2B5EF4-FFF2-40B4-BE49-F238E27FC236}">
                <a16:creationId xmlns:a16="http://schemas.microsoft.com/office/drawing/2014/main" id="{7A601649-7DA5-4AA2-8711-0963D83A11C6}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 bwMode="auto">
          <a:xfrm>
            <a:off x="8124" y="3175"/>
            <a:ext cx="12145034" cy="6862763"/>
          </a:xfrm>
          <a:custGeom>
            <a:avLst/>
            <a:gdLst/>
            <a:ahLst/>
            <a:cxnLst/>
            <a:rect l="0" t="0" r="r" b="b"/>
            <a:pathLst>
              <a:path w="3840" h="2160">
                <a:moveTo>
                  <a:pt x="31" y="1111"/>
                </a:moveTo>
                <a:cubicBezTo>
                  <a:pt x="45" y="1096"/>
                  <a:pt x="58" y="1080"/>
                  <a:pt x="69" y="1061"/>
                </a:cubicBezTo>
                <a:cubicBezTo>
                  <a:pt x="72" y="1054"/>
                  <a:pt x="75" y="1047"/>
                  <a:pt x="78" y="1040"/>
                </a:cubicBezTo>
                <a:cubicBezTo>
                  <a:pt x="69" y="1034"/>
                  <a:pt x="72" y="1054"/>
                  <a:pt x="66" y="1052"/>
                </a:cubicBezTo>
                <a:cubicBezTo>
                  <a:pt x="66" y="1060"/>
                  <a:pt x="61" y="1061"/>
                  <a:pt x="58" y="1070"/>
                </a:cubicBezTo>
                <a:cubicBezTo>
                  <a:pt x="53" y="1075"/>
                  <a:pt x="48" y="1080"/>
                  <a:pt x="44" y="1086"/>
                </a:cubicBezTo>
                <a:cubicBezTo>
                  <a:pt x="43" y="1091"/>
                  <a:pt x="39" y="1088"/>
                  <a:pt x="38" y="1095"/>
                </a:cubicBezTo>
                <a:cubicBezTo>
                  <a:pt x="33" y="1091"/>
                  <a:pt x="35" y="1105"/>
                  <a:pt x="31" y="1101"/>
                </a:cubicBezTo>
                <a:cubicBezTo>
                  <a:pt x="26" y="1106"/>
                  <a:pt x="21" y="1111"/>
                  <a:pt x="17" y="1117"/>
                </a:cubicBezTo>
                <a:cubicBezTo>
                  <a:pt x="15" y="1119"/>
                  <a:pt x="12" y="1120"/>
                  <a:pt x="9" y="1123"/>
                </a:cubicBezTo>
                <a:cubicBezTo>
                  <a:pt x="6" y="1123"/>
                  <a:pt x="6" y="1131"/>
                  <a:pt x="2" y="1129"/>
                </a:cubicBezTo>
                <a:cubicBezTo>
                  <a:pt x="1" y="1130"/>
                  <a:pt x="1" y="1131"/>
                  <a:pt x="0" y="1131"/>
                </a:cubicBezTo>
                <a:cubicBezTo>
                  <a:pt x="0" y="1141"/>
                  <a:pt x="0" y="1141"/>
                  <a:pt x="0" y="1141"/>
                </a:cubicBezTo>
                <a:cubicBezTo>
                  <a:pt x="4" y="1138"/>
                  <a:pt x="7" y="1136"/>
                  <a:pt x="10" y="1133"/>
                </a:cubicBezTo>
                <a:cubicBezTo>
                  <a:pt x="17" y="1124"/>
                  <a:pt x="24" y="1117"/>
                  <a:pt x="31" y="1111"/>
                </a:cubicBezTo>
                <a:close/>
                <a:moveTo>
                  <a:pt x="15" y="1054"/>
                </a:moveTo>
                <a:cubicBezTo>
                  <a:pt x="19" y="1046"/>
                  <a:pt x="26" y="1046"/>
                  <a:pt x="31" y="1040"/>
                </a:cubicBezTo>
                <a:cubicBezTo>
                  <a:pt x="35" y="1041"/>
                  <a:pt x="36" y="1033"/>
                  <a:pt x="40" y="1034"/>
                </a:cubicBezTo>
                <a:cubicBezTo>
                  <a:pt x="43" y="1031"/>
                  <a:pt x="45" y="1026"/>
                  <a:pt x="48" y="1026"/>
                </a:cubicBezTo>
                <a:cubicBezTo>
                  <a:pt x="49" y="1024"/>
                  <a:pt x="51" y="1024"/>
                  <a:pt x="53" y="1025"/>
                </a:cubicBezTo>
                <a:cubicBezTo>
                  <a:pt x="54" y="1023"/>
                  <a:pt x="52" y="1021"/>
                  <a:pt x="54" y="1018"/>
                </a:cubicBezTo>
                <a:cubicBezTo>
                  <a:pt x="57" y="1018"/>
                  <a:pt x="60" y="1015"/>
                  <a:pt x="62" y="1010"/>
                </a:cubicBezTo>
                <a:cubicBezTo>
                  <a:pt x="68" y="1004"/>
                  <a:pt x="72" y="998"/>
                  <a:pt x="73" y="989"/>
                </a:cubicBezTo>
                <a:cubicBezTo>
                  <a:pt x="67" y="986"/>
                  <a:pt x="65" y="992"/>
                  <a:pt x="62" y="998"/>
                </a:cubicBezTo>
                <a:cubicBezTo>
                  <a:pt x="58" y="1003"/>
                  <a:pt x="54" y="1005"/>
                  <a:pt x="51" y="1013"/>
                </a:cubicBezTo>
                <a:cubicBezTo>
                  <a:pt x="46" y="1012"/>
                  <a:pt x="43" y="1019"/>
                  <a:pt x="38" y="1021"/>
                </a:cubicBezTo>
                <a:cubicBezTo>
                  <a:pt x="36" y="1031"/>
                  <a:pt x="28" y="1027"/>
                  <a:pt x="25" y="1035"/>
                </a:cubicBezTo>
                <a:cubicBezTo>
                  <a:pt x="17" y="1041"/>
                  <a:pt x="7" y="1044"/>
                  <a:pt x="0" y="1056"/>
                </a:cubicBezTo>
                <a:cubicBezTo>
                  <a:pt x="0" y="1064"/>
                  <a:pt x="0" y="1064"/>
                  <a:pt x="0" y="1064"/>
                </a:cubicBezTo>
                <a:cubicBezTo>
                  <a:pt x="5" y="1062"/>
                  <a:pt x="8" y="1054"/>
                  <a:pt x="15" y="1054"/>
                </a:cubicBezTo>
                <a:close/>
                <a:moveTo>
                  <a:pt x="21" y="1107"/>
                </a:moveTo>
                <a:cubicBezTo>
                  <a:pt x="25" y="1101"/>
                  <a:pt x="31" y="1100"/>
                  <a:pt x="34" y="1093"/>
                </a:cubicBezTo>
                <a:cubicBezTo>
                  <a:pt x="39" y="1092"/>
                  <a:pt x="40" y="1081"/>
                  <a:pt x="46" y="1082"/>
                </a:cubicBezTo>
                <a:cubicBezTo>
                  <a:pt x="48" y="1073"/>
                  <a:pt x="54" y="1072"/>
                  <a:pt x="58" y="1065"/>
                </a:cubicBezTo>
                <a:cubicBezTo>
                  <a:pt x="54" y="1063"/>
                  <a:pt x="60" y="1062"/>
                  <a:pt x="57" y="1060"/>
                </a:cubicBezTo>
                <a:cubicBezTo>
                  <a:pt x="57" y="1056"/>
                  <a:pt x="66" y="1056"/>
                  <a:pt x="61" y="1052"/>
                </a:cubicBezTo>
                <a:cubicBezTo>
                  <a:pt x="44" y="1073"/>
                  <a:pt x="28" y="1095"/>
                  <a:pt x="7" y="1105"/>
                </a:cubicBezTo>
                <a:cubicBezTo>
                  <a:pt x="5" y="1108"/>
                  <a:pt x="3" y="1110"/>
                  <a:pt x="0" y="1112"/>
                </a:cubicBezTo>
                <a:cubicBezTo>
                  <a:pt x="0" y="1121"/>
                  <a:pt x="0" y="1121"/>
                  <a:pt x="0" y="1121"/>
                </a:cubicBezTo>
                <a:cubicBezTo>
                  <a:pt x="3" y="1119"/>
                  <a:pt x="5" y="1117"/>
                  <a:pt x="8" y="1115"/>
                </a:cubicBezTo>
                <a:cubicBezTo>
                  <a:pt x="13" y="1114"/>
                  <a:pt x="15" y="1106"/>
                  <a:pt x="21" y="1107"/>
                </a:cubicBezTo>
                <a:close/>
                <a:moveTo>
                  <a:pt x="37" y="962"/>
                </a:moveTo>
                <a:cubicBezTo>
                  <a:pt x="39" y="959"/>
                  <a:pt x="42" y="960"/>
                  <a:pt x="44" y="958"/>
                </a:cubicBezTo>
                <a:cubicBezTo>
                  <a:pt x="46" y="955"/>
                  <a:pt x="46" y="950"/>
                  <a:pt x="49" y="950"/>
                </a:cubicBezTo>
                <a:cubicBezTo>
                  <a:pt x="55" y="942"/>
                  <a:pt x="52" y="942"/>
                  <a:pt x="58" y="935"/>
                </a:cubicBezTo>
                <a:cubicBezTo>
                  <a:pt x="61" y="928"/>
                  <a:pt x="64" y="922"/>
                  <a:pt x="67" y="915"/>
                </a:cubicBezTo>
                <a:cubicBezTo>
                  <a:pt x="72" y="913"/>
                  <a:pt x="72" y="903"/>
                  <a:pt x="66" y="900"/>
                </a:cubicBezTo>
                <a:cubicBezTo>
                  <a:pt x="64" y="900"/>
                  <a:pt x="63" y="899"/>
                  <a:pt x="62" y="899"/>
                </a:cubicBezTo>
                <a:cubicBezTo>
                  <a:pt x="60" y="902"/>
                  <a:pt x="61" y="904"/>
                  <a:pt x="61" y="906"/>
                </a:cubicBezTo>
                <a:cubicBezTo>
                  <a:pt x="54" y="905"/>
                  <a:pt x="62" y="911"/>
                  <a:pt x="61" y="913"/>
                </a:cubicBezTo>
                <a:cubicBezTo>
                  <a:pt x="56" y="913"/>
                  <a:pt x="53" y="926"/>
                  <a:pt x="54" y="929"/>
                </a:cubicBezTo>
                <a:cubicBezTo>
                  <a:pt x="46" y="930"/>
                  <a:pt x="45" y="945"/>
                  <a:pt x="38" y="948"/>
                </a:cubicBezTo>
                <a:cubicBezTo>
                  <a:pt x="34" y="957"/>
                  <a:pt x="27" y="962"/>
                  <a:pt x="22" y="970"/>
                </a:cubicBezTo>
                <a:cubicBezTo>
                  <a:pt x="17" y="976"/>
                  <a:pt x="11" y="979"/>
                  <a:pt x="6" y="986"/>
                </a:cubicBezTo>
                <a:cubicBezTo>
                  <a:pt x="4" y="987"/>
                  <a:pt x="2" y="989"/>
                  <a:pt x="0" y="991"/>
                </a:cubicBezTo>
                <a:cubicBezTo>
                  <a:pt x="0" y="1003"/>
                  <a:pt x="0" y="1003"/>
                  <a:pt x="0" y="1003"/>
                </a:cubicBezTo>
                <a:cubicBezTo>
                  <a:pt x="5" y="998"/>
                  <a:pt x="9" y="994"/>
                  <a:pt x="14" y="990"/>
                </a:cubicBezTo>
                <a:cubicBezTo>
                  <a:pt x="22" y="982"/>
                  <a:pt x="30" y="972"/>
                  <a:pt x="37" y="962"/>
                </a:cubicBezTo>
                <a:close/>
                <a:moveTo>
                  <a:pt x="126" y="0"/>
                </a:moveTo>
                <a:cubicBezTo>
                  <a:pt x="129" y="4"/>
                  <a:pt x="131" y="8"/>
                  <a:pt x="137" y="8"/>
                </a:cubicBezTo>
                <a:cubicBezTo>
                  <a:pt x="137" y="5"/>
                  <a:pt x="136" y="3"/>
                  <a:pt x="135" y="0"/>
                </a:cubicBezTo>
                <a:lnTo>
                  <a:pt x="126" y="0"/>
                </a:lnTo>
                <a:close/>
                <a:moveTo>
                  <a:pt x="23" y="823"/>
                </a:moveTo>
                <a:cubicBezTo>
                  <a:pt x="18" y="820"/>
                  <a:pt x="26" y="813"/>
                  <a:pt x="18" y="812"/>
                </a:cubicBezTo>
                <a:cubicBezTo>
                  <a:pt x="15" y="810"/>
                  <a:pt x="15" y="817"/>
                  <a:pt x="11" y="816"/>
                </a:cubicBezTo>
                <a:cubicBezTo>
                  <a:pt x="9" y="820"/>
                  <a:pt x="9" y="824"/>
                  <a:pt x="9" y="827"/>
                </a:cubicBezTo>
                <a:cubicBezTo>
                  <a:pt x="6" y="826"/>
                  <a:pt x="6" y="831"/>
                  <a:pt x="7" y="833"/>
                </a:cubicBezTo>
                <a:cubicBezTo>
                  <a:pt x="1" y="831"/>
                  <a:pt x="8" y="838"/>
                  <a:pt x="3" y="841"/>
                </a:cubicBezTo>
                <a:cubicBezTo>
                  <a:pt x="2" y="843"/>
                  <a:pt x="1" y="844"/>
                  <a:pt x="0" y="846"/>
                </a:cubicBezTo>
                <a:cubicBezTo>
                  <a:pt x="0" y="863"/>
                  <a:pt x="0" y="863"/>
                  <a:pt x="0" y="863"/>
                </a:cubicBezTo>
                <a:cubicBezTo>
                  <a:pt x="6" y="853"/>
                  <a:pt x="11" y="843"/>
                  <a:pt x="18" y="835"/>
                </a:cubicBezTo>
                <a:cubicBezTo>
                  <a:pt x="13" y="831"/>
                  <a:pt x="22" y="827"/>
                  <a:pt x="23" y="823"/>
                </a:cubicBezTo>
                <a:close/>
                <a:moveTo>
                  <a:pt x="78" y="1128"/>
                </a:moveTo>
                <a:cubicBezTo>
                  <a:pt x="67" y="1132"/>
                  <a:pt x="63" y="1150"/>
                  <a:pt x="51" y="1152"/>
                </a:cubicBezTo>
                <a:cubicBezTo>
                  <a:pt x="48" y="1159"/>
                  <a:pt x="42" y="1159"/>
                  <a:pt x="39" y="1166"/>
                </a:cubicBezTo>
                <a:cubicBezTo>
                  <a:pt x="34" y="1169"/>
                  <a:pt x="29" y="1171"/>
                  <a:pt x="25" y="1177"/>
                </a:cubicBezTo>
                <a:cubicBezTo>
                  <a:pt x="23" y="1180"/>
                  <a:pt x="19" y="1176"/>
                  <a:pt x="18" y="1181"/>
                </a:cubicBezTo>
                <a:cubicBezTo>
                  <a:pt x="14" y="1180"/>
                  <a:pt x="14" y="1187"/>
                  <a:pt x="9" y="1184"/>
                </a:cubicBezTo>
                <a:cubicBezTo>
                  <a:pt x="7" y="1189"/>
                  <a:pt x="3" y="1189"/>
                  <a:pt x="0" y="1192"/>
                </a:cubicBezTo>
                <a:cubicBezTo>
                  <a:pt x="0" y="1200"/>
                  <a:pt x="0" y="1200"/>
                  <a:pt x="0" y="1200"/>
                </a:cubicBezTo>
                <a:cubicBezTo>
                  <a:pt x="0" y="1200"/>
                  <a:pt x="0" y="1200"/>
                  <a:pt x="1" y="1200"/>
                </a:cubicBezTo>
                <a:cubicBezTo>
                  <a:pt x="6" y="1199"/>
                  <a:pt x="9" y="1193"/>
                  <a:pt x="14" y="1191"/>
                </a:cubicBezTo>
                <a:cubicBezTo>
                  <a:pt x="22" y="1186"/>
                  <a:pt x="30" y="1180"/>
                  <a:pt x="38" y="1173"/>
                </a:cubicBezTo>
                <a:cubicBezTo>
                  <a:pt x="46" y="1165"/>
                  <a:pt x="56" y="1161"/>
                  <a:pt x="62" y="1150"/>
                </a:cubicBezTo>
                <a:cubicBezTo>
                  <a:pt x="70" y="1145"/>
                  <a:pt x="76" y="1133"/>
                  <a:pt x="84" y="1126"/>
                </a:cubicBezTo>
                <a:cubicBezTo>
                  <a:pt x="87" y="1119"/>
                  <a:pt x="93" y="1121"/>
                  <a:pt x="95" y="1112"/>
                </a:cubicBezTo>
                <a:cubicBezTo>
                  <a:pt x="98" y="1113"/>
                  <a:pt x="99" y="1108"/>
                  <a:pt x="100" y="1104"/>
                </a:cubicBezTo>
                <a:cubicBezTo>
                  <a:pt x="103" y="1106"/>
                  <a:pt x="105" y="1100"/>
                  <a:pt x="103" y="1098"/>
                </a:cubicBezTo>
                <a:cubicBezTo>
                  <a:pt x="95" y="1109"/>
                  <a:pt x="86" y="1118"/>
                  <a:pt x="78" y="1128"/>
                </a:cubicBezTo>
                <a:close/>
                <a:moveTo>
                  <a:pt x="8" y="1255"/>
                </a:moveTo>
                <a:cubicBezTo>
                  <a:pt x="5" y="1257"/>
                  <a:pt x="3" y="1259"/>
                  <a:pt x="0" y="1261"/>
                </a:cubicBezTo>
                <a:cubicBezTo>
                  <a:pt x="0" y="1267"/>
                  <a:pt x="0" y="1267"/>
                  <a:pt x="0" y="1267"/>
                </a:cubicBezTo>
                <a:cubicBezTo>
                  <a:pt x="1" y="1267"/>
                  <a:pt x="3" y="1266"/>
                  <a:pt x="4" y="1265"/>
                </a:cubicBezTo>
                <a:cubicBezTo>
                  <a:pt x="4" y="1261"/>
                  <a:pt x="13" y="1259"/>
                  <a:pt x="8" y="1255"/>
                </a:cubicBezTo>
                <a:close/>
                <a:moveTo>
                  <a:pt x="48" y="1199"/>
                </a:moveTo>
                <a:cubicBezTo>
                  <a:pt x="45" y="1203"/>
                  <a:pt x="42" y="1207"/>
                  <a:pt x="37" y="1208"/>
                </a:cubicBezTo>
                <a:cubicBezTo>
                  <a:pt x="34" y="1213"/>
                  <a:pt x="31" y="1216"/>
                  <a:pt x="26" y="1218"/>
                </a:cubicBezTo>
                <a:cubicBezTo>
                  <a:pt x="20" y="1225"/>
                  <a:pt x="12" y="1230"/>
                  <a:pt x="5" y="1235"/>
                </a:cubicBezTo>
                <a:cubicBezTo>
                  <a:pt x="3" y="1234"/>
                  <a:pt x="1" y="1235"/>
                  <a:pt x="0" y="1236"/>
                </a:cubicBezTo>
                <a:cubicBezTo>
                  <a:pt x="0" y="1245"/>
                  <a:pt x="0" y="1245"/>
                  <a:pt x="0" y="1245"/>
                </a:cubicBezTo>
                <a:cubicBezTo>
                  <a:pt x="1" y="1244"/>
                  <a:pt x="2" y="1244"/>
                  <a:pt x="3" y="1243"/>
                </a:cubicBezTo>
                <a:cubicBezTo>
                  <a:pt x="7" y="1240"/>
                  <a:pt x="10" y="1236"/>
                  <a:pt x="15" y="1234"/>
                </a:cubicBezTo>
                <a:cubicBezTo>
                  <a:pt x="19" y="1232"/>
                  <a:pt x="23" y="1227"/>
                  <a:pt x="28" y="1225"/>
                </a:cubicBezTo>
                <a:cubicBezTo>
                  <a:pt x="36" y="1219"/>
                  <a:pt x="44" y="1212"/>
                  <a:pt x="51" y="1204"/>
                </a:cubicBezTo>
                <a:cubicBezTo>
                  <a:pt x="53" y="1198"/>
                  <a:pt x="59" y="1200"/>
                  <a:pt x="61" y="1192"/>
                </a:cubicBezTo>
                <a:cubicBezTo>
                  <a:pt x="64" y="1193"/>
                  <a:pt x="64" y="1187"/>
                  <a:pt x="67" y="1188"/>
                </a:cubicBezTo>
                <a:cubicBezTo>
                  <a:pt x="68" y="1184"/>
                  <a:pt x="71" y="1181"/>
                  <a:pt x="69" y="1179"/>
                </a:cubicBezTo>
                <a:cubicBezTo>
                  <a:pt x="62" y="1186"/>
                  <a:pt x="56" y="1194"/>
                  <a:pt x="48" y="1199"/>
                </a:cubicBezTo>
                <a:close/>
                <a:moveTo>
                  <a:pt x="920" y="10"/>
                </a:moveTo>
                <a:cubicBezTo>
                  <a:pt x="925" y="12"/>
                  <a:pt x="931" y="14"/>
                  <a:pt x="935" y="17"/>
                </a:cubicBezTo>
                <a:cubicBezTo>
                  <a:pt x="954" y="28"/>
                  <a:pt x="960" y="29"/>
                  <a:pt x="963" y="33"/>
                </a:cubicBezTo>
                <a:cubicBezTo>
                  <a:pt x="1027" y="64"/>
                  <a:pt x="1029" y="69"/>
                  <a:pt x="1034" y="71"/>
                </a:cubicBezTo>
                <a:cubicBezTo>
                  <a:pt x="1068" y="87"/>
                  <a:pt x="1071" y="88"/>
                  <a:pt x="1073" y="90"/>
                </a:cubicBezTo>
                <a:cubicBezTo>
                  <a:pt x="1128" y="114"/>
                  <a:pt x="1137" y="122"/>
                  <a:pt x="1151" y="124"/>
                </a:cubicBezTo>
                <a:cubicBezTo>
                  <a:pt x="1235" y="156"/>
                  <a:pt x="1245" y="163"/>
                  <a:pt x="1261" y="164"/>
                </a:cubicBezTo>
                <a:cubicBezTo>
                  <a:pt x="1288" y="169"/>
                  <a:pt x="1293" y="172"/>
                  <a:pt x="1303" y="171"/>
                </a:cubicBezTo>
                <a:cubicBezTo>
                  <a:pt x="1331" y="172"/>
                  <a:pt x="1327" y="172"/>
                  <a:pt x="1322" y="171"/>
                </a:cubicBezTo>
                <a:cubicBezTo>
                  <a:pt x="1251" y="157"/>
                  <a:pt x="1246" y="152"/>
                  <a:pt x="1238" y="152"/>
                </a:cubicBezTo>
                <a:cubicBezTo>
                  <a:pt x="1203" y="142"/>
                  <a:pt x="1194" y="133"/>
                  <a:pt x="1177" y="131"/>
                </a:cubicBezTo>
                <a:cubicBezTo>
                  <a:pt x="1162" y="122"/>
                  <a:pt x="1157" y="121"/>
                  <a:pt x="1153" y="118"/>
                </a:cubicBezTo>
                <a:cubicBezTo>
                  <a:pt x="1092" y="91"/>
                  <a:pt x="1083" y="87"/>
                  <a:pt x="1076" y="81"/>
                </a:cubicBezTo>
                <a:cubicBezTo>
                  <a:pt x="1016" y="51"/>
                  <a:pt x="1006" y="48"/>
                  <a:pt x="998" y="44"/>
                </a:cubicBezTo>
                <a:cubicBezTo>
                  <a:pt x="966" y="24"/>
                  <a:pt x="957" y="21"/>
                  <a:pt x="951" y="15"/>
                </a:cubicBezTo>
                <a:cubicBezTo>
                  <a:pt x="901" y="0"/>
                  <a:pt x="901" y="0"/>
                  <a:pt x="901" y="0"/>
                </a:cubicBezTo>
                <a:close/>
                <a:moveTo>
                  <a:pt x="1096" y="23"/>
                </a:moveTo>
                <a:cubicBezTo>
                  <a:pt x="1108" y="25"/>
                  <a:pt x="1112" y="33"/>
                  <a:pt x="1125" y="34"/>
                </a:cubicBezTo>
                <a:cubicBezTo>
                  <a:pt x="1154" y="53"/>
                  <a:pt x="1163" y="51"/>
                  <a:pt x="1163" y="57"/>
                </a:cubicBezTo>
                <a:cubicBezTo>
                  <a:pt x="1224" y="83"/>
                  <a:pt x="1241" y="93"/>
                  <a:pt x="1261" y="100"/>
                </a:cubicBezTo>
                <a:cubicBezTo>
                  <a:pt x="1309" y="119"/>
                  <a:pt x="1319" y="116"/>
                  <a:pt x="1321" y="121"/>
                </a:cubicBezTo>
                <a:cubicBezTo>
                  <a:pt x="1483" y="135"/>
                  <a:pt x="1494" y="132"/>
                  <a:pt x="1508" y="132"/>
                </a:cubicBezTo>
                <a:cubicBezTo>
                  <a:pt x="1513" y="124"/>
                  <a:pt x="1524" y="129"/>
                  <a:pt x="1522" y="121"/>
                </a:cubicBezTo>
                <a:cubicBezTo>
                  <a:pt x="1429" y="114"/>
                  <a:pt x="1421" y="115"/>
                  <a:pt x="1415" y="115"/>
                </a:cubicBezTo>
                <a:cubicBezTo>
                  <a:pt x="1377" y="104"/>
                  <a:pt x="1367" y="106"/>
                  <a:pt x="1365" y="100"/>
                </a:cubicBezTo>
                <a:cubicBezTo>
                  <a:pt x="1321" y="90"/>
                  <a:pt x="1313" y="84"/>
                  <a:pt x="1302" y="82"/>
                </a:cubicBezTo>
                <a:cubicBezTo>
                  <a:pt x="1242" y="52"/>
                  <a:pt x="1240" y="47"/>
                  <a:pt x="1233" y="47"/>
                </a:cubicBezTo>
                <a:cubicBezTo>
                  <a:pt x="1284" y="57"/>
                  <a:pt x="1302" y="60"/>
                  <a:pt x="1318" y="64"/>
                </a:cubicBezTo>
                <a:cubicBezTo>
                  <a:pt x="1452" y="80"/>
                  <a:pt x="1459" y="83"/>
                  <a:pt x="1464" y="79"/>
                </a:cubicBezTo>
                <a:cubicBezTo>
                  <a:pt x="1275" y="49"/>
                  <a:pt x="1260" y="41"/>
                  <a:pt x="1240" y="39"/>
                </a:cubicBezTo>
                <a:cubicBezTo>
                  <a:pt x="1219" y="31"/>
                  <a:pt x="1217" y="26"/>
                  <a:pt x="1208" y="27"/>
                </a:cubicBezTo>
                <a:cubicBezTo>
                  <a:pt x="1171" y="4"/>
                  <a:pt x="1160" y="6"/>
                  <a:pt x="1156" y="2"/>
                </a:cubicBezTo>
                <a:cubicBezTo>
                  <a:pt x="1119" y="4"/>
                  <a:pt x="1126" y="9"/>
                  <a:pt x="1136" y="10"/>
                </a:cubicBezTo>
                <a:cubicBezTo>
                  <a:pt x="1169" y="30"/>
                  <a:pt x="1176" y="28"/>
                  <a:pt x="1177" y="31"/>
                </a:cubicBezTo>
                <a:cubicBezTo>
                  <a:pt x="1206" y="45"/>
                  <a:pt x="1215" y="46"/>
                  <a:pt x="1220" y="49"/>
                </a:cubicBezTo>
                <a:cubicBezTo>
                  <a:pt x="1280" y="78"/>
                  <a:pt x="1290" y="84"/>
                  <a:pt x="1302" y="88"/>
                </a:cubicBezTo>
                <a:cubicBezTo>
                  <a:pt x="1327" y="100"/>
                  <a:pt x="1331" y="99"/>
                  <a:pt x="1335" y="100"/>
                </a:cubicBezTo>
                <a:cubicBezTo>
                  <a:pt x="1385" y="116"/>
                  <a:pt x="1401" y="116"/>
                  <a:pt x="1413" y="121"/>
                </a:cubicBezTo>
                <a:cubicBezTo>
                  <a:pt x="1486" y="126"/>
                  <a:pt x="1486" y="125"/>
                  <a:pt x="1495" y="127"/>
                </a:cubicBezTo>
                <a:cubicBezTo>
                  <a:pt x="1458" y="133"/>
                  <a:pt x="1456" y="132"/>
                  <a:pt x="1443" y="133"/>
                </a:cubicBezTo>
                <a:cubicBezTo>
                  <a:pt x="1346" y="119"/>
                  <a:pt x="1337" y="119"/>
                  <a:pt x="1334" y="115"/>
                </a:cubicBezTo>
                <a:cubicBezTo>
                  <a:pt x="1283" y="98"/>
                  <a:pt x="1273" y="101"/>
                  <a:pt x="1274" y="94"/>
                </a:cubicBezTo>
                <a:cubicBezTo>
                  <a:pt x="1197" y="60"/>
                  <a:pt x="1189" y="61"/>
                  <a:pt x="1185" y="57"/>
                </a:cubicBezTo>
                <a:cubicBezTo>
                  <a:pt x="1136" y="33"/>
                  <a:pt x="1127" y="28"/>
                  <a:pt x="1118" y="23"/>
                </a:cubicBezTo>
                <a:cubicBezTo>
                  <a:pt x="1081" y="8"/>
                  <a:pt x="1076" y="3"/>
                  <a:pt x="1068" y="0"/>
                </a:cubicBezTo>
                <a:cubicBezTo>
                  <a:pt x="1077" y="14"/>
                  <a:pt x="1089" y="16"/>
                  <a:pt x="1096" y="23"/>
                </a:cubicBezTo>
                <a:close/>
                <a:moveTo>
                  <a:pt x="979" y="13"/>
                </a:moveTo>
                <a:cubicBezTo>
                  <a:pt x="986" y="13"/>
                  <a:pt x="987" y="17"/>
                  <a:pt x="992" y="18"/>
                </a:cubicBezTo>
                <a:cubicBezTo>
                  <a:pt x="1035" y="35"/>
                  <a:pt x="1037" y="39"/>
                  <a:pt x="1039" y="43"/>
                </a:cubicBezTo>
                <a:cubicBezTo>
                  <a:pt x="1082" y="59"/>
                  <a:pt x="1083" y="64"/>
                  <a:pt x="1089" y="64"/>
                </a:cubicBezTo>
                <a:cubicBezTo>
                  <a:pt x="1163" y="104"/>
                  <a:pt x="1170" y="102"/>
                  <a:pt x="1173" y="105"/>
                </a:cubicBezTo>
                <a:cubicBezTo>
                  <a:pt x="1200" y="116"/>
                  <a:pt x="1202" y="117"/>
                  <a:pt x="1203" y="119"/>
                </a:cubicBezTo>
                <a:cubicBezTo>
                  <a:pt x="1236" y="133"/>
                  <a:pt x="1244" y="134"/>
                  <a:pt x="1249" y="139"/>
                </a:cubicBezTo>
                <a:cubicBezTo>
                  <a:pt x="1273" y="146"/>
                  <a:pt x="1277" y="147"/>
                  <a:pt x="1279" y="149"/>
                </a:cubicBezTo>
                <a:cubicBezTo>
                  <a:pt x="1302" y="160"/>
                  <a:pt x="1315" y="152"/>
                  <a:pt x="1314" y="158"/>
                </a:cubicBezTo>
                <a:cubicBezTo>
                  <a:pt x="1355" y="161"/>
                  <a:pt x="1375" y="162"/>
                  <a:pt x="1394" y="162"/>
                </a:cubicBezTo>
                <a:cubicBezTo>
                  <a:pt x="1429" y="161"/>
                  <a:pt x="1435" y="155"/>
                  <a:pt x="1429" y="154"/>
                </a:cubicBezTo>
                <a:cubicBezTo>
                  <a:pt x="1393" y="155"/>
                  <a:pt x="1392" y="157"/>
                  <a:pt x="1381" y="155"/>
                </a:cubicBezTo>
                <a:cubicBezTo>
                  <a:pt x="1358" y="157"/>
                  <a:pt x="1347" y="153"/>
                  <a:pt x="1338" y="154"/>
                </a:cubicBezTo>
                <a:cubicBezTo>
                  <a:pt x="1234" y="126"/>
                  <a:pt x="1232" y="119"/>
                  <a:pt x="1223" y="119"/>
                </a:cubicBezTo>
                <a:cubicBezTo>
                  <a:pt x="1147" y="88"/>
                  <a:pt x="1147" y="80"/>
                  <a:pt x="1139" y="80"/>
                </a:cubicBezTo>
                <a:cubicBezTo>
                  <a:pt x="1111" y="65"/>
                  <a:pt x="1099" y="60"/>
                  <a:pt x="1087" y="55"/>
                </a:cubicBezTo>
                <a:cubicBezTo>
                  <a:pt x="1033" y="27"/>
                  <a:pt x="1028" y="24"/>
                  <a:pt x="1022" y="21"/>
                </a:cubicBezTo>
                <a:cubicBezTo>
                  <a:pt x="956" y="0"/>
                  <a:pt x="956" y="0"/>
                  <a:pt x="956" y="0"/>
                </a:cubicBezTo>
                <a:close/>
                <a:moveTo>
                  <a:pt x="1304" y="25"/>
                </a:moveTo>
                <a:cubicBezTo>
                  <a:pt x="1335" y="32"/>
                  <a:pt x="1379" y="35"/>
                  <a:pt x="1419" y="41"/>
                </a:cubicBezTo>
                <a:cubicBezTo>
                  <a:pt x="1435" y="41"/>
                  <a:pt x="1451" y="41"/>
                  <a:pt x="1467" y="42"/>
                </a:cubicBezTo>
                <a:cubicBezTo>
                  <a:pt x="1473" y="45"/>
                  <a:pt x="1476" y="40"/>
                  <a:pt x="1486" y="42"/>
                </a:cubicBezTo>
                <a:cubicBezTo>
                  <a:pt x="1491" y="42"/>
                  <a:pt x="1495" y="42"/>
                  <a:pt x="1499" y="42"/>
                </a:cubicBezTo>
                <a:cubicBezTo>
                  <a:pt x="1503" y="41"/>
                  <a:pt x="1511" y="45"/>
                  <a:pt x="1510" y="40"/>
                </a:cubicBezTo>
                <a:cubicBezTo>
                  <a:pt x="1508" y="38"/>
                  <a:pt x="1505" y="37"/>
                  <a:pt x="1500" y="38"/>
                </a:cubicBezTo>
                <a:cubicBezTo>
                  <a:pt x="1498" y="39"/>
                  <a:pt x="1489" y="43"/>
                  <a:pt x="1489" y="38"/>
                </a:cubicBezTo>
                <a:cubicBezTo>
                  <a:pt x="1477" y="38"/>
                  <a:pt x="1478" y="38"/>
                  <a:pt x="1467" y="39"/>
                </a:cubicBezTo>
                <a:cubicBezTo>
                  <a:pt x="1458" y="35"/>
                  <a:pt x="1442" y="38"/>
                  <a:pt x="1430" y="36"/>
                </a:cubicBezTo>
                <a:cubicBezTo>
                  <a:pt x="1426" y="33"/>
                  <a:pt x="1423" y="35"/>
                  <a:pt x="1419" y="36"/>
                </a:cubicBezTo>
                <a:cubicBezTo>
                  <a:pt x="1417" y="31"/>
                  <a:pt x="1405" y="35"/>
                  <a:pt x="1399" y="34"/>
                </a:cubicBezTo>
                <a:cubicBezTo>
                  <a:pt x="1393" y="30"/>
                  <a:pt x="1379" y="33"/>
                  <a:pt x="1369" y="29"/>
                </a:cubicBezTo>
                <a:cubicBezTo>
                  <a:pt x="1366" y="28"/>
                  <a:pt x="1363" y="28"/>
                  <a:pt x="1360" y="28"/>
                </a:cubicBezTo>
                <a:cubicBezTo>
                  <a:pt x="1356" y="29"/>
                  <a:pt x="1355" y="25"/>
                  <a:pt x="1354" y="28"/>
                </a:cubicBezTo>
                <a:cubicBezTo>
                  <a:pt x="1352" y="23"/>
                  <a:pt x="1338" y="29"/>
                  <a:pt x="1336" y="23"/>
                </a:cubicBezTo>
                <a:cubicBezTo>
                  <a:pt x="1311" y="21"/>
                  <a:pt x="1288" y="17"/>
                  <a:pt x="1269" y="9"/>
                </a:cubicBezTo>
                <a:cubicBezTo>
                  <a:pt x="1257" y="8"/>
                  <a:pt x="1250" y="4"/>
                  <a:pt x="1241" y="0"/>
                </a:cubicBezTo>
                <a:cubicBezTo>
                  <a:pt x="1214" y="0"/>
                  <a:pt x="1214" y="0"/>
                  <a:pt x="1214" y="0"/>
                </a:cubicBezTo>
                <a:cubicBezTo>
                  <a:pt x="1225" y="4"/>
                  <a:pt x="1237" y="7"/>
                  <a:pt x="1249" y="11"/>
                </a:cubicBezTo>
                <a:cubicBezTo>
                  <a:pt x="1265" y="18"/>
                  <a:pt x="1285" y="21"/>
                  <a:pt x="1304" y="25"/>
                </a:cubicBezTo>
                <a:close/>
                <a:moveTo>
                  <a:pt x="883" y="9"/>
                </a:moveTo>
                <a:cubicBezTo>
                  <a:pt x="887" y="14"/>
                  <a:pt x="895" y="14"/>
                  <a:pt x="898" y="20"/>
                </a:cubicBezTo>
                <a:cubicBezTo>
                  <a:pt x="913" y="36"/>
                  <a:pt x="920" y="33"/>
                  <a:pt x="922" y="36"/>
                </a:cubicBezTo>
                <a:cubicBezTo>
                  <a:pt x="951" y="55"/>
                  <a:pt x="953" y="62"/>
                  <a:pt x="960" y="63"/>
                </a:cubicBezTo>
                <a:cubicBezTo>
                  <a:pt x="985" y="82"/>
                  <a:pt x="997" y="88"/>
                  <a:pt x="1008" y="95"/>
                </a:cubicBezTo>
                <a:cubicBezTo>
                  <a:pt x="1077" y="135"/>
                  <a:pt x="1084" y="133"/>
                  <a:pt x="1085" y="136"/>
                </a:cubicBezTo>
                <a:cubicBezTo>
                  <a:pt x="1124" y="154"/>
                  <a:pt x="1130" y="165"/>
                  <a:pt x="1148" y="165"/>
                </a:cubicBezTo>
                <a:cubicBezTo>
                  <a:pt x="1177" y="180"/>
                  <a:pt x="1184" y="177"/>
                  <a:pt x="1185" y="182"/>
                </a:cubicBezTo>
                <a:cubicBezTo>
                  <a:pt x="1245" y="198"/>
                  <a:pt x="1249" y="200"/>
                  <a:pt x="1254" y="200"/>
                </a:cubicBezTo>
                <a:cubicBezTo>
                  <a:pt x="1350" y="212"/>
                  <a:pt x="1357" y="219"/>
                  <a:pt x="1360" y="218"/>
                </a:cubicBezTo>
                <a:cubicBezTo>
                  <a:pt x="1358" y="204"/>
                  <a:pt x="1355" y="205"/>
                  <a:pt x="1352" y="207"/>
                </a:cubicBezTo>
                <a:cubicBezTo>
                  <a:pt x="1328" y="204"/>
                  <a:pt x="1321" y="204"/>
                  <a:pt x="1306" y="204"/>
                </a:cubicBezTo>
                <a:cubicBezTo>
                  <a:pt x="1249" y="187"/>
                  <a:pt x="1239" y="190"/>
                  <a:pt x="1237" y="185"/>
                </a:cubicBezTo>
                <a:cubicBezTo>
                  <a:pt x="1165" y="161"/>
                  <a:pt x="1154" y="164"/>
                  <a:pt x="1152" y="159"/>
                </a:cubicBezTo>
                <a:cubicBezTo>
                  <a:pt x="1126" y="149"/>
                  <a:pt x="1124" y="147"/>
                  <a:pt x="1120" y="147"/>
                </a:cubicBezTo>
                <a:cubicBezTo>
                  <a:pt x="1087" y="129"/>
                  <a:pt x="1085" y="124"/>
                  <a:pt x="1077" y="125"/>
                </a:cubicBezTo>
                <a:cubicBezTo>
                  <a:pt x="1047" y="103"/>
                  <a:pt x="1040" y="103"/>
                  <a:pt x="1036" y="100"/>
                </a:cubicBezTo>
                <a:cubicBezTo>
                  <a:pt x="1008" y="81"/>
                  <a:pt x="1003" y="82"/>
                  <a:pt x="999" y="81"/>
                </a:cubicBezTo>
                <a:cubicBezTo>
                  <a:pt x="968" y="59"/>
                  <a:pt x="965" y="56"/>
                  <a:pt x="961" y="54"/>
                </a:cubicBezTo>
                <a:cubicBezTo>
                  <a:pt x="925" y="28"/>
                  <a:pt x="920" y="26"/>
                  <a:pt x="915" y="25"/>
                </a:cubicBezTo>
                <a:cubicBezTo>
                  <a:pt x="893" y="5"/>
                  <a:pt x="887" y="4"/>
                  <a:pt x="885" y="1"/>
                </a:cubicBezTo>
                <a:cubicBezTo>
                  <a:pt x="872" y="5"/>
                  <a:pt x="878" y="6"/>
                  <a:pt x="883" y="9"/>
                </a:cubicBezTo>
                <a:close/>
                <a:moveTo>
                  <a:pt x="1280" y="0"/>
                </a:moveTo>
                <a:cubicBezTo>
                  <a:pt x="1280" y="0"/>
                  <a:pt x="1280" y="0"/>
                  <a:pt x="1280" y="0"/>
                </a:cubicBezTo>
                <a:cubicBezTo>
                  <a:pt x="1280" y="0"/>
                  <a:pt x="1280" y="0"/>
                  <a:pt x="1280" y="0"/>
                </a:cubicBezTo>
                <a:cubicBezTo>
                  <a:pt x="1280" y="0"/>
                  <a:pt x="1280" y="0"/>
                  <a:pt x="1280" y="0"/>
                </a:cubicBezTo>
                <a:close/>
                <a:moveTo>
                  <a:pt x="833" y="8"/>
                </a:moveTo>
                <a:cubicBezTo>
                  <a:pt x="837" y="12"/>
                  <a:pt x="843" y="13"/>
                  <a:pt x="846" y="17"/>
                </a:cubicBezTo>
                <a:cubicBezTo>
                  <a:pt x="882" y="51"/>
                  <a:pt x="891" y="50"/>
                  <a:pt x="893" y="55"/>
                </a:cubicBezTo>
                <a:cubicBezTo>
                  <a:pt x="911" y="66"/>
                  <a:pt x="911" y="74"/>
                  <a:pt x="916" y="75"/>
                </a:cubicBezTo>
                <a:cubicBezTo>
                  <a:pt x="986" y="136"/>
                  <a:pt x="988" y="138"/>
                  <a:pt x="991" y="138"/>
                </a:cubicBezTo>
                <a:cubicBezTo>
                  <a:pt x="1014" y="162"/>
                  <a:pt x="1027" y="164"/>
                  <a:pt x="1032" y="172"/>
                </a:cubicBezTo>
                <a:cubicBezTo>
                  <a:pt x="1049" y="184"/>
                  <a:pt x="1054" y="186"/>
                  <a:pt x="1056" y="192"/>
                </a:cubicBezTo>
                <a:cubicBezTo>
                  <a:pt x="1096" y="211"/>
                  <a:pt x="1102" y="220"/>
                  <a:pt x="1114" y="224"/>
                </a:cubicBezTo>
                <a:cubicBezTo>
                  <a:pt x="1182" y="262"/>
                  <a:pt x="1192" y="266"/>
                  <a:pt x="1202" y="271"/>
                </a:cubicBezTo>
                <a:cubicBezTo>
                  <a:pt x="1247" y="288"/>
                  <a:pt x="1251" y="287"/>
                  <a:pt x="1252" y="290"/>
                </a:cubicBezTo>
                <a:cubicBezTo>
                  <a:pt x="1295" y="297"/>
                  <a:pt x="1305" y="294"/>
                  <a:pt x="1304" y="287"/>
                </a:cubicBezTo>
                <a:cubicBezTo>
                  <a:pt x="1296" y="277"/>
                  <a:pt x="1294" y="287"/>
                  <a:pt x="1291" y="286"/>
                </a:cubicBezTo>
                <a:cubicBezTo>
                  <a:pt x="1240" y="278"/>
                  <a:pt x="1233" y="274"/>
                  <a:pt x="1224" y="272"/>
                </a:cubicBezTo>
                <a:cubicBezTo>
                  <a:pt x="1177" y="250"/>
                  <a:pt x="1172" y="250"/>
                  <a:pt x="1170" y="247"/>
                </a:cubicBezTo>
                <a:cubicBezTo>
                  <a:pt x="1150" y="240"/>
                  <a:pt x="1150" y="230"/>
                  <a:pt x="1138" y="231"/>
                </a:cubicBezTo>
                <a:cubicBezTo>
                  <a:pt x="1116" y="211"/>
                  <a:pt x="1101" y="214"/>
                  <a:pt x="1099" y="206"/>
                </a:cubicBezTo>
                <a:cubicBezTo>
                  <a:pt x="1054" y="177"/>
                  <a:pt x="1048" y="173"/>
                  <a:pt x="1043" y="168"/>
                </a:cubicBezTo>
                <a:cubicBezTo>
                  <a:pt x="1011" y="146"/>
                  <a:pt x="999" y="136"/>
                  <a:pt x="987" y="127"/>
                </a:cubicBezTo>
                <a:cubicBezTo>
                  <a:pt x="971" y="108"/>
                  <a:pt x="966" y="108"/>
                  <a:pt x="962" y="107"/>
                </a:cubicBezTo>
                <a:cubicBezTo>
                  <a:pt x="940" y="87"/>
                  <a:pt x="938" y="84"/>
                  <a:pt x="934" y="82"/>
                </a:cubicBezTo>
                <a:cubicBezTo>
                  <a:pt x="885" y="38"/>
                  <a:pt x="878" y="37"/>
                  <a:pt x="876" y="31"/>
                </a:cubicBezTo>
                <a:cubicBezTo>
                  <a:pt x="860" y="15"/>
                  <a:pt x="853" y="14"/>
                  <a:pt x="850" y="8"/>
                </a:cubicBezTo>
                <a:cubicBezTo>
                  <a:pt x="828" y="2"/>
                  <a:pt x="832" y="4"/>
                  <a:pt x="833" y="8"/>
                </a:cubicBezTo>
                <a:close/>
                <a:moveTo>
                  <a:pt x="750" y="19"/>
                </a:moveTo>
                <a:cubicBezTo>
                  <a:pt x="756" y="21"/>
                  <a:pt x="760" y="24"/>
                  <a:pt x="763" y="28"/>
                </a:cubicBezTo>
                <a:cubicBezTo>
                  <a:pt x="795" y="48"/>
                  <a:pt x="793" y="58"/>
                  <a:pt x="801" y="58"/>
                </a:cubicBezTo>
                <a:cubicBezTo>
                  <a:pt x="830" y="88"/>
                  <a:pt x="839" y="94"/>
                  <a:pt x="846" y="102"/>
                </a:cubicBezTo>
                <a:cubicBezTo>
                  <a:pt x="861" y="116"/>
                  <a:pt x="865" y="120"/>
                  <a:pt x="867" y="124"/>
                </a:cubicBezTo>
                <a:cubicBezTo>
                  <a:pt x="917" y="168"/>
                  <a:pt x="917" y="172"/>
                  <a:pt x="919" y="174"/>
                </a:cubicBezTo>
                <a:cubicBezTo>
                  <a:pt x="944" y="198"/>
                  <a:pt x="950" y="207"/>
                  <a:pt x="957" y="214"/>
                </a:cubicBezTo>
                <a:cubicBezTo>
                  <a:pt x="1014" y="262"/>
                  <a:pt x="1021" y="270"/>
                  <a:pt x="1032" y="274"/>
                </a:cubicBezTo>
                <a:cubicBezTo>
                  <a:pt x="1086" y="317"/>
                  <a:pt x="1095" y="316"/>
                  <a:pt x="1096" y="321"/>
                </a:cubicBezTo>
                <a:cubicBezTo>
                  <a:pt x="1138" y="334"/>
                  <a:pt x="1141" y="339"/>
                  <a:pt x="1148" y="340"/>
                </a:cubicBezTo>
                <a:cubicBezTo>
                  <a:pt x="1136" y="331"/>
                  <a:pt x="1110" y="323"/>
                  <a:pt x="1092" y="308"/>
                </a:cubicBezTo>
                <a:cubicBezTo>
                  <a:pt x="1045" y="279"/>
                  <a:pt x="1047" y="273"/>
                  <a:pt x="1041" y="274"/>
                </a:cubicBezTo>
                <a:cubicBezTo>
                  <a:pt x="1014" y="255"/>
                  <a:pt x="1012" y="250"/>
                  <a:pt x="1006" y="247"/>
                </a:cubicBezTo>
                <a:cubicBezTo>
                  <a:pt x="990" y="232"/>
                  <a:pt x="985" y="227"/>
                  <a:pt x="981" y="223"/>
                </a:cubicBezTo>
                <a:cubicBezTo>
                  <a:pt x="959" y="204"/>
                  <a:pt x="956" y="201"/>
                  <a:pt x="955" y="198"/>
                </a:cubicBezTo>
                <a:cubicBezTo>
                  <a:pt x="920" y="167"/>
                  <a:pt x="916" y="155"/>
                  <a:pt x="904" y="151"/>
                </a:cubicBezTo>
                <a:cubicBezTo>
                  <a:pt x="889" y="134"/>
                  <a:pt x="887" y="129"/>
                  <a:pt x="880" y="127"/>
                </a:cubicBezTo>
                <a:cubicBezTo>
                  <a:pt x="843" y="89"/>
                  <a:pt x="841" y="87"/>
                  <a:pt x="840" y="85"/>
                </a:cubicBezTo>
                <a:cubicBezTo>
                  <a:pt x="818" y="66"/>
                  <a:pt x="818" y="62"/>
                  <a:pt x="817" y="60"/>
                </a:cubicBezTo>
                <a:cubicBezTo>
                  <a:pt x="790" y="41"/>
                  <a:pt x="790" y="33"/>
                  <a:pt x="782" y="33"/>
                </a:cubicBezTo>
                <a:cubicBezTo>
                  <a:pt x="747" y="6"/>
                  <a:pt x="748" y="2"/>
                  <a:pt x="746" y="0"/>
                </a:cubicBezTo>
                <a:cubicBezTo>
                  <a:pt x="739" y="12"/>
                  <a:pt x="750" y="11"/>
                  <a:pt x="750" y="19"/>
                </a:cubicBezTo>
                <a:close/>
                <a:moveTo>
                  <a:pt x="709" y="12"/>
                </a:moveTo>
                <a:cubicBezTo>
                  <a:pt x="713" y="13"/>
                  <a:pt x="713" y="18"/>
                  <a:pt x="715" y="21"/>
                </a:cubicBezTo>
                <a:cubicBezTo>
                  <a:pt x="737" y="43"/>
                  <a:pt x="740" y="46"/>
                  <a:pt x="743" y="50"/>
                </a:cubicBezTo>
                <a:cubicBezTo>
                  <a:pt x="773" y="89"/>
                  <a:pt x="783" y="92"/>
                  <a:pt x="785" y="103"/>
                </a:cubicBezTo>
                <a:cubicBezTo>
                  <a:pt x="812" y="126"/>
                  <a:pt x="818" y="134"/>
                  <a:pt x="823" y="141"/>
                </a:cubicBezTo>
                <a:cubicBezTo>
                  <a:pt x="844" y="164"/>
                  <a:pt x="844" y="170"/>
                  <a:pt x="849" y="172"/>
                </a:cubicBezTo>
                <a:cubicBezTo>
                  <a:pt x="873" y="211"/>
                  <a:pt x="877" y="213"/>
                  <a:pt x="881" y="216"/>
                </a:cubicBezTo>
                <a:cubicBezTo>
                  <a:pt x="937" y="283"/>
                  <a:pt x="953" y="295"/>
                  <a:pt x="966" y="310"/>
                </a:cubicBezTo>
                <a:cubicBezTo>
                  <a:pt x="1005" y="341"/>
                  <a:pt x="1012" y="342"/>
                  <a:pt x="1015" y="346"/>
                </a:cubicBezTo>
                <a:cubicBezTo>
                  <a:pt x="1079" y="381"/>
                  <a:pt x="1093" y="382"/>
                  <a:pt x="1102" y="387"/>
                </a:cubicBezTo>
                <a:cubicBezTo>
                  <a:pt x="1128" y="397"/>
                  <a:pt x="1134" y="397"/>
                  <a:pt x="1134" y="394"/>
                </a:cubicBezTo>
                <a:cubicBezTo>
                  <a:pt x="1057" y="366"/>
                  <a:pt x="1055" y="360"/>
                  <a:pt x="1048" y="360"/>
                </a:cubicBezTo>
                <a:cubicBezTo>
                  <a:pt x="1026" y="342"/>
                  <a:pt x="1019" y="344"/>
                  <a:pt x="1020" y="339"/>
                </a:cubicBezTo>
                <a:cubicBezTo>
                  <a:pt x="983" y="316"/>
                  <a:pt x="981" y="309"/>
                  <a:pt x="975" y="306"/>
                </a:cubicBezTo>
                <a:cubicBezTo>
                  <a:pt x="934" y="271"/>
                  <a:pt x="928" y="260"/>
                  <a:pt x="919" y="250"/>
                </a:cubicBezTo>
                <a:cubicBezTo>
                  <a:pt x="900" y="223"/>
                  <a:pt x="896" y="222"/>
                  <a:pt x="894" y="219"/>
                </a:cubicBezTo>
                <a:cubicBezTo>
                  <a:pt x="844" y="149"/>
                  <a:pt x="837" y="146"/>
                  <a:pt x="834" y="139"/>
                </a:cubicBezTo>
                <a:cubicBezTo>
                  <a:pt x="805" y="108"/>
                  <a:pt x="799" y="109"/>
                  <a:pt x="800" y="103"/>
                </a:cubicBezTo>
                <a:cubicBezTo>
                  <a:pt x="808" y="110"/>
                  <a:pt x="824" y="120"/>
                  <a:pt x="832" y="137"/>
                </a:cubicBezTo>
                <a:cubicBezTo>
                  <a:pt x="914" y="214"/>
                  <a:pt x="916" y="217"/>
                  <a:pt x="918" y="221"/>
                </a:cubicBezTo>
                <a:cubicBezTo>
                  <a:pt x="957" y="254"/>
                  <a:pt x="966" y="257"/>
                  <a:pt x="971" y="264"/>
                </a:cubicBezTo>
                <a:cubicBezTo>
                  <a:pt x="1006" y="292"/>
                  <a:pt x="1013" y="292"/>
                  <a:pt x="1016" y="296"/>
                </a:cubicBezTo>
                <a:cubicBezTo>
                  <a:pt x="1079" y="324"/>
                  <a:pt x="1087" y="328"/>
                  <a:pt x="1096" y="332"/>
                </a:cubicBezTo>
                <a:cubicBezTo>
                  <a:pt x="1182" y="339"/>
                  <a:pt x="1164" y="349"/>
                  <a:pt x="1164" y="342"/>
                </a:cubicBezTo>
                <a:cubicBezTo>
                  <a:pt x="1119" y="336"/>
                  <a:pt x="1120" y="331"/>
                  <a:pt x="1114" y="333"/>
                </a:cubicBezTo>
                <a:cubicBezTo>
                  <a:pt x="1082" y="320"/>
                  <a:pt x="1080" y="318"/>
                  <a:pt x="1077" y="317"/>
                </a:cubicBezTo>
                <a:cubicBezTo>
                  <a:pt x="989" y="266"/>
                  <a:pt x="977" y="261"/>
                  <a:pt x="969" y="251"/>
                </a:cubicBezTo>
                <a:cubicBezTo>
                  <a:pt x="950" y="235"/>
                  <a:pt x="942" y="233"/>
                  <a:pt x="939" y="226"/>
                </a:cubicBezTo>
                <a:cubicBezTo>
                  <a:pt x="906" y="190"/>
                  <a:pt x="899" y="192"/>
                  <a:pt x="899" y="188"/>
                </a:cubicBezTo>
                <a:cubicBezTo>
                  <a:pt x="866" y="157"/>
                  <a:pt x="859" y="155"/>
                  <a:pt x="856" y="148"/>
                </a:cubicBezTo>
                <a:cubicBezTo>
                  <a:pt x="825" y="117"/>
                  <a:pt x="824" y="114"/>
                  <a:pt x="822" y="110"/>
                </a:cubicBezTo>
                <a:cubicBezTo>
                  <a:pt x="801" y="90"/>
                  <a:pt x="798" y="87"/>
                  <a:pt x="796" y="84"/>
                </a:cubicBezTo>
                <a:cubicBezTo>
                  <a:pt x="768" y="53"/>
                  <a:pt x="765" y="51"/>
                  <a:pt x="762" y="48"/>
                </a:cubicBezTo>
                <a:cubicBezTo>
                  <a:pt x="742" y="24"/>
                  <a:pt x="737" y="18"/>
                  <a:pt x="728" y="15"/>
                </a:cubicBezTo>
                <a:cubicBezTo>
                  <a:pt x="704" y="1"/>
                  <a:pt x="705" y="2"/>
                  <a:pt x="707" y="3"/>
                </a:cubicBezTo>
                <a:close/>
                <a:moveTo>
                  <a:pt x="781" y="5"/>
                </a:moveTo>
                <a:cubicBezTo>
                  <a:pt x="780" y="9"/>
                  <a:pt x="783" y="9"/>
                  <a:pt x="785" y="11"/>
                </a:cubicBezTo>
                <a:cubicBezTo>
                  <a:pt x="813" y="32"/>
                  <a:pt x="815" y="38"/>
                  <a:pt x="821" y="41"/>
                </a:cubicBezTo>
                <a:cubicBezTo>
                  <a:pt x="837" y="55"/>
                  <a:pt x="839" y="56"/>
                  <a:pt x="843" y="56"/>
                </a:cubicBezTo>
                <a:cubicBezTo>
                  <a:pt x="873" y="83"/>
                  <a:pt x="883" y="90"/>
                  <a:pt x="892" y="99"/>
                </a:cubicBezTo>
                <a:cubicBezTo>
                  <a:pt x="909" y="114"/>
                  <a:pt x="916" y="117"/>
                  <a:pt x="918" y="123"/>
                </a:cubicBezTo>
                <a:cubicBezTo>
                  <a:pt x="952" y="150"/>
                  <a:pt x="958" y="152"/>
                  <a:pt x="960" y="157"/>
                </a:cubicBezTo>
                <a:cubicBezTo>
                  <a:pt x="1007" y="194"/>
                  <a:pt x="1009" y="196"/>
                  <a:pt x="1010" y="199"/>
                </a:cubicBezTo>
                <a:cubicBezTo>
                  <a:pt x="1034" y="220"/>
                  <a:pt x="1042" y="221"/>
                  <a:pt x="1044" y="226"/>
                </a:cubicBezTo>
                <a:cubicBezTo>
                  <a:pt x="1095" y="265"/>
                  <a:pt x="1104" y="266"/>
                  <a:pt x="1108" y="271"/>
                </a:cubicBezTo>
                <a:cubicBezTo>
                  <a:pt x="1152" y="297"/>
                  <a:pt x="1154" y="304"/>
                  <a:pt x="1162" y="305"/>
                </a:cubicBezTo>
                <a:cubicBezTo>
                  <a:pt x="1183" y="317"/>
                  <a:pt x="1184" y="319"/>
                  <a:pt x="1184" y="321"/>
                </a:cubicBezTo>
                <a:cubicBezTo>
                  <a:pt x="1209" y="327"/>
                  <a:pt x="1216" y="329"/>
                  <a:pt x="1225" y="326"/>
                </a:cubicBezTo>
                <a:cubicBezTo>
                  <a:pt x="1193" y="309"/>
                  <a:pt x="1186" y="309"/>
                  <a:pt x="1182" y="306"/>
                </a:cubicBezTo>
                <a:cubicBezTo>
                  <a:pt x="1131" y="277"/>
                  <a:pt x="1126" y="272"/>
                  <a:pt x="1119" y="270"/>
                </a:cubicBezTo>
                <a:cubicBezTo>
                  <a:pt x="1082" y="240"/>
                  <a:pt x="1074" y="237"/>
                  <a:pt x="1068" y="233"/>
                </a:cubicBezTo>
                <a:cubicBezTo>
                  <a:pt x="1015" y="191"/>
                  <a:pt x="1009" y="187"/>
                  <a:pt x="1004" y="182"/>
                </a:cubicBezTo>
                <a:cubicBezTo>
                  <a:pt x="952" y="138"/>
                  <a:pt x="945" y="135"/>
                  <a:pt x="941" y="128"/>
                </a:cubicBezTo>
                <a:cubicBezTo>
                  <a:pt x="904" y="100"/>
                  <a:pt x="901" y="93"/>
                  <a:pt x="894" y="90"/>
                </a:cubicBezTo>
                <a:cubicBezTo>
                  <a:pt x="858" y="58"/>
                  <a:pt x="853" y="54"/>
                  <a:pt x="847" y="50"/>
                </a:cubicBezTo>
                <a:cubicBezTo>
                  <a:pt x="822" y="26"/>
                  <a:pt x="817" y="26"/>
                  <a:pt x="813" y="25"/>
                </a:cubicBezTo>
                <a:cubicBezTo>
                  <a:pt x="781" y="0"/>
                  <a:pt x="781" y="0"/>
                  <a:pt x="781" y="0"/>
                </a:cubicBezTo>
                <a:close/>
                <a:moveTo>
                  <a:pt x="429" y="17"/>
                </a:moveTo>
                <a:cubicBezTo>
                  <a:pt x="434" y="17"/>
                  <a:pt x="433" y="24"/>
                  <a:pt x="440" y="23"/>
                </a:cubicBezTo>
                <a:cubicBezTo>
                  <a:pt x="504" y="85"/>
                  <a:pt x="517" y="96"/>
                  <a:pt x="530" y="106"/>
                </a:cubicBezTo>
                <a:cubicBezTo>
                  <a:pt x="570" y="139"/>
                  <a:pt x="576" y="139"/>
                  <a:pt x="579" y="142"/>
                </a:cubicBezTo>
                <a:cubicBezTo>
                  <a:pt x="604" y="156"/>
                  <a:pt x="606" y="167"/>
                  <a:pt x="609" y="160"/>
                </a:cubicBezTo>
                <a:cubicBezTo>
                  <a:pt x="583" y="140"/>
                  <a:pt x="574" y="135"/>
                  <a:pt x="569" y="129"/>
                </a:cubicBezTo>
                <a:cubicBezTo>
                  <a:pt x="531" y="105"/>
                  <a:pt x="533" y="96"/>
                  <a:pt x="526" y="97"/>
                </a:cubicBezTo>
                <a:cubicBezTo>
                  <a:pt x="493" y="61"/>
                  <a:pt x="489" y="59"/>
                  <a:pt x="487" y="53"/>
                </a:cubicBezTo>
                <a:cubicBezTo>
                  <a:pt x="450" y="20"/>
                  <a:pt x="443" y="19"/>
                  <a:pt x="442" y="13"/>
                </a:cubicBezTo>
                <a:cubicBezTo>
                  <a:pt x="463" y="26"/>
                  <a:pt x="465" y="28"/>
                  <a:pt x="466" y="31"/>
                </a:cubicBezTo>
                <a:cubicBezTo>
                  <a:pt x="519" y="68"/>
                  <a:pt x="521" y="73"/>
                  <a:pt x="526" y="76"/>
                </a:cubicBezTo>
                <a:cubicBezTo>
                  <a:pt x="542" y="88"/>
                  <a:pt x="542" y="94"/>
                  <a:pt x="547" y="96"/>
                </a:cubicBezTo>
                <a:cubicBezTo>
                  <a:pt x="565" y="108"/>
                  <a:pt x="564" y="115"/>
                  <a:pt x="571" y="116"/>
                </a:cubicBezTo>
                <a:cubicBezTo>
                  <a:pt x="606" y="152"/>
                  <a:pt x="609" y="155"/>
                  <a:pt x="614" y="158"/>
                </a:cubicBezTo>
                <a:cubicBezTo>
                  <a:pt x="619" y="167"/>
                  <a:pt x="612" y="162"/>
                  <a:pt x="611" y="167"/>
                </a:cubicBezTo>
                <a:cubicBezTo>
                  <a:pt x="629" y="174"/>
                  <a:pt x="629" y="177"/>
                  <a:pt x="633" y="176"/>
                </a:cubicBezTo>
                <a:cubicBezTo>
                  <a:pt x="695" y="224"/>
                  <a:pt x="698" y="233"/>
                  <a:pt x="708" y="234"/>
                </a:cubicBezTo>
                <a:cubicBezTo>
                  <a:pt x="693" y="216"/>
                  <a:pt x="685" y="219"/>
                  <a:pt x="684" y="214"/>
                </a:cubicBezTo>
                <a:cubicBezTo>
                  <a:pt x="649" y="191"/>
                  <a:pt x="648" y="181"/>
                  <a:pt x="639" y="178"/>
                </a:cubicBezTo>
                <a:cubicBezTo>
                  <a:pt x="616" y="151"/>
                  <a:pt x="612" y="152"/>
                  <a:pt x="612" y="149"/>
                </a:cubicBezTo>
                <a:cubicBezTo>
                  <a:pt x="596" y="135"/>
                  <a:pt x="596" y="129"/>
                  <a:pt x="593" y="127"/>
                </a:cubicBezTo>
                <a:cubicBezTo>
                  <a:pt x="564" y="105"/>
                  <a:pt x="565" y="101"/>
                  <a:pt x="563" y="100"/>
                </a:cubicBezTo>
                <a:cubicBezTo>
                  <a:pt x="537" y="78"/>
                  <a:pt x="536" y="72"/>
                  <a:pt x="531" y="71"/>
                </a:cubicBezTo>
                <a:cubicBezTo>
                  <a:pt x="517" y="59"/>
                  <a:pt x="516" y="57"/>
                  <a:pt x="516" y="53"/>
                </a:cubicBezTo>
                <a:cubicBezTo>
                  <a:pt x="486" y="37"/>
                  <a:pt x="484" y="26"/>
                  <a:pt x="473" y="24"/>
                </a:cubicBezTo>
                <a:cubicBezTo>
                  <a:pt x="427" y="0"/>
                  <a:pt x="427" y="0"/>
                  <a:pt x="427" y="0"/>
                </a:cubicBezTo>
                <a:cubicBezTo>
                  <a:pt x="438" y="11"/>
                  <a:pt x="441" y="12"/>
                  <a:pt x="438" y="13"/>
                </a:cubicBezTo>
                <a:cubicBezTo>
                  <a:pt x="423" y="1"/>
                  <a:pt x="422" y="1"/>
                  <a:pt x="422" y="0"/>
                </a:cubicBezTo>
                <a:cubicBezTo>
                  <a:pt x="424" y="10"/>
                  <a:pt x="427" y="13"/>
                  <a:pt x="429" y="17"/>
                </a:cubicBezTo>
                <a:close/>
                <a:moveTo>
                  <a:pt x="385" y="151"/>
                </a:moveTo>
                <a:cubicBezTo>
                  <a:pt x="384" y="148"/>
                  <a:pt x="382" y="146"/>
                  <a:pt x="378" y="146"/>
                </a:cubicBezTo>
                <a:cubicBezTo>
                  <a:pt x="359" y="123"/>
                  <a:pt x="353" y="121"/>
                  <a:pt x="349" y="117"/>
                </a:cubicBezTo>
                <a:cubicBezTo>
                  <a:pt x="312" y="78"/>
                  <a:pt x="306" y="76"/>
                  <a:pt x="304" y="71"/>
                </a:cubicBezTo>
                <a:cubicBezTo>
                  <a:pt x="278" y="47"/>
                  <a:pt x="276" y="45"/>
                  <a:pt x="276" y="42"/>
                </a:cubicBezTo>
                <a:cubicBezTo>
                  <a:pt x="256" y="35"/>
                  <a:pt x="262" y="26"/>
                  <a:pt x="255" y="28"/>
                </a:cubicBezTo>
                <a:cubicBezTo>
                  <a:pt x="207" y="0"/>
                  <a:pt x="207" y="0"/>
                  <a:pt x="207" y="0"/>
                </a:cubicBezTo>
                <a:cubicBezTo>
                  <a:pt x="240" y="25"/>
                  <a:pt x="245" y="33"/>
                  <a:pt x="254" y="37"/>
                </a:cubicBezTo>
                <a:cubicBezTo>
                  <a:pt x="280" y="63"/>
                  <a:pt x="289" y="68"/>
                  <a:pt x="295" y="75"/>
                </a:cubicBezTo>
                <a:cubicBezTo>
                  <a:pt x="336" y="116"/>
                  <a:pt x="339" y="115"/>
                  <a:pt x="340" y="117"/>
                </a:cubicBezTo>
                <a:cubicBezTo>
                  <a:pt x="359" y="135"/>
                  <a:pt x="363" y="137"/>
                  <a:pt x="368" y="137"/>
                </a:cubicBezTo>
                <a:cubicBezTo>
                  <a:pt x="389" y="157"/>
                  <a:pt x="395" y="166"/>
                  <a:pt x="398" y="160"/>
                </a:cubicBezTo>
                <a:close/>
                <a:moveTo>
                  <a:pt x="1507" y="2099"/>
                </a:moveTo>
                <a:cubicBezTo>
                  <a:pt x="1503" y="2109"/>
                  <a:pt x="1496" y="2117"/>
                  <a:pt x="1494" y="2129"/>
                </a:cubicBezTo>
                <a:cubicBezTo>
                  <a:pt x="1487" y="2132"/>
                  <a:pt x="1486" y="2141"/>
                  <a:pt x="1481" y="2145"/>
                </a:cubicBezTo>
                <a:cubicBezTo>
                  <a:pt x="1478" y="2151"/>
                  <a:pt x="1471" y="2153"/>
                  <a:pt x="1468" y="2160"/>
                </a:cubicBezTo>
                <a:cubicBezTo>
                  <a:pt x="1468" y="2160"/>
                  <a:pt x="1467" y="2160"/>
                  <a:pt x="1467" y="2160"/>
                </a:cubicBezTo>
                <a:cubicBezTo>
                  <a:pt x="1479" y="2160"/>
                  <a:pt x="1479" y="2160"/>
                  <a:pt x="1479" y="2160"/>
                </a:cubicBezTo>
                <a:cubicBezTo>
                  <a:pt x="1481" y="2159"/>
                  <a:pt x="1482" y="2158"/>
                  <a:pt x="1481" y="2155"/>
                </a:cubicBezTo>
                <a:cubicBezTo>
                  <a:pt x="1488" y="2155"/>
                  <a:pt x="1487" y="2146"/>
                  <a:pt x="1494" y="2145"/>
                </a:cubicBezTo>
                <a:cubicBezTo>
                  <a:pt x="1495" y="2139"/>
                  <a:pt x="1496" y="2135"/>
                  <a:pt x="1501" y="2134"/>
                </a:cubicBezTo>
                <a:cubicBezTo>
                  <a:pt x="1501" y="2128"/>
                  <a:pt x="1505" y="2126"/>
                  <a:pt x="1507" y="2123"/>
                </a:cubicBezTo>
                <a:cubicBezTo>
                  <a:pt x="1505" y="2116"/>
                  <a:pt x="1511" y="2116"/>
                  <a:pt x="1509" y="2110"/>
                </a:cubicBezTo>
                <a:cubicBezTo>
                  <a:pt x="1512" y="2107"/>
                  <a:pt x="1513" y="2099"/>
                  <a:pt x="1507" y="2099"/>
                </a:cubicBezTo>
                <a:close/>
                <a:moveTo>
                  <a:pt x="1509" y="2042"/>
                </a:moveTo>
                <a:cubicBezTo>
                  <a:pt x="1498" y="2041"/>
                  <a:pt x="1501" y="2053"/>
                  <a:pt x="1494" y="2055"/>
                </a:cubicBezTo>
                <a:cubicBezTo>
                  <a:pt x="1489" y="2060"/>
                  <a:pt x="1487" y="2067"/>
                  <a:pt x="1481" y="2070"/>
                </a:cubicBezTo>
                <a:cubicBezTo>
                  <a:pt x="1478" y="2077"/>
                  <a:pt x="1471" y="2079"/>
                  <a:pt x="1468" y="2086"/>
                </a:cubicBezTo>
                <a:cubicBezTo>
                  <a:pt x="1463" y="2091"/>
                  <a:pt x="1460" y="2098"/>
                  <a:pt x="1453" y="2101"/>
                </a:cubicBezTo>
                <a:cubicBezTo>
                  <a:pt x="1435" y="2123"/>
                  <a:pt x="1408" y="2135"/>
                  <a:pt x="1389" y="2155"/>
                </a:cubicBezTo>
                <a:cubicBezTo>
                  <a:pt x="1389" y="2159"/>
                  <a:pt x="1384" y="2158"/>
                  <a:pt x="1383" y="2160"/>
                </a:cubicBezTo>
                <a:cubicBezTo>
                  <a:pt x="1396" y="2160"/>
                  <a:pt x="1396" y="2160"/>
                  <a:pt x="1396" y="2160"/>
                </a:cubicBezTo>
                <a:cubicBezTo>
                  <a:pt x="1400" y="2158"/>
                  <a:pt x="1402" y="2154"/>
                  <a:pt x="1405" y="2151"/>
                </a:cubicBezTo>
                <a:cubicBezTo>
                  <a:pt x="1409" y="2147"/>
                  <a:pt x="1415" y="2146"/>
                  <a:pt x="1418" y="2140"/>
                </a:cubicBezTo>
                <a:cubicBezTo>
                  <a:pt x="1420" y="2139"/>
                  <a:pt x="1423" y="2138"/>
                  <a:pt x="1424" y="2136"/>
                </a:cubicBezTo>
                <a:cubicBezTo>
                  <a:pt x="1425" y="2132"/>
                  <a:pt x="1432" y="2134"/>
                  <a:pt x="1433" y="2131"/>
                </a:cubicBezTo>
                <a:cubicBezTo>
                  <a:pt x="1440" y="2124"/>
                  <a:pt x="1449" y="2117"/>
                  <a:pt x="1457" y="2110"/>
                </a:cubicBezTo>
                <a:cubicBezTo>
                  <a:pt x="1459" y="2104"/>
                  <a:pt x="1466" y="2102"/>
                  <a:pt x="1468" y="2097"/>
                </a:cubicBezTo>
                <a:cubicBezTo>
                  <a:pt x="1471" y="2091"/>
                  <a:pt x="1475" y="2087"/>
                  <a:pt x="1479" y="2083"/>
                </a:cubicBezTo>
                <a:cubicBezTo>
                  <a:pt x="1485" y="2075"/>
                  <a:pt x="1493" y="2067"/>
                  <a:pt x="1498" y="2057"/>
                </a:cubicBezTo>
                <a:cubicBezTo>
                  <a:pt x="1501" y="2056"/>
                  <a:pt x="1503" y="2055"/>
                  <a:pt x="1503" y="2051"/>
                </a:cubicBezTo>
                <a:cubicBezTo>
                  <a:pt x="1505" y="2049"/>
                  <a:pt x="1507" y="2046"/>
                  <a:pt x="1509" y="2044"/>
                </a:cubicBezTo>
                <a:cubicBezTo>
                  <a:pt x="1513" y="2044"/>
                  <a:pt x="1510" y="2038"/>
                  <a:pt x="1514" y="2038"/>
                </a:cubicBezTo>
                <a:cubicBezTo>
                  <a:pt x="1512" y="2032"/>
                  <a:pt x="1518" y="2033"/>
                  <a:pt x="1518" y="2029"/>
                </a:cubicBezTo>
                <a:cubicBezTo>
                  <a:pt x="1511" y="2029"/>
                  <a:pt x="1510" y="2035"/>
                  <a:pt x="1509" y="2042"/>
                </a:cubicBezTo>
                <a:close/>
                <a:moveTo>
                  <a:pt x="1392" y="2125"/>
                </a:moveTo>
                <a:cubicBezTo>
                  <a:pt x="1392" y="2119"/>
                  <a:pt x="1401" y="2121"/>
                  <a:pt x="1402" y="2116"/>
                </a:cubicBezTo>
                <a:cubicBezTo>
                  <a:pt x="1434" y="2086"/>
                  <a:pt x="1442" y="2088"/>
                  <a:pt x="1444" y="2083"/>
                </a:cubicBezTo>
                <a:cubicBezTo>
                  <a:pt x="1462" y="2059"/>
                  <a:pt x="1469" y="2060"/>
                  <a:pt x="1470" y="2055"/>
                </a:cubicBezTo>
                <a:cubicBezTo>
                  <a:pt x="1490" y="2036"/>
                  <a:pt x="1492" y="2034"/>
                  <a:pt x="1494" y="2033"/>
                </a:cubicBezTo>
                <a:cubicBezTo>
                  <a:pt x="1512" y="2017"/>
                  <a:pt x="1514" y="2004"/>
                  <a:pt x="1509" y="2003"/>
                </a:cubicBezTo>
                <a:cubicBezTo>
                  <a:pt x="1466" y="2054"/>
                  <a:pt x="1462" y="2055"/>
                  <a:pt x="1461" y="2059"/>
                </a:cubicBezTo>
                <a:cubicBezTo>
                  <a:pt x="1449" y="2068"/>
                  <a:pt x="1446" y="2069"/>
                  <a:pt x="1446" y="2075"/>
                </a:cubicBezTo>
                <a:cubicBezTo>
                  <a:pt x="1423" y="2087"/>
                  <a:pt x="1422" y="2091"/>
                  <a:pt x="1420" y="2094"/>
                </a:cubicBezTo>
                <a:cubicBezTo>
                  <a:pt x="1397" y="2111"/>
                  <a:pt x="1395" y="2113"/>
                  <a:pt x="1394" y="2114"/>
                </a:cubicBezTo>
                <a:cubicBezTo>
                  <a:pt x="1343" y="2159"/>
                  <a:pt x="1342" y="2159"/>
                  <a:pt x="1341" y="2160"/>
                </a:cubicBezTo>
                <a:cubicBezTo>
                  <a:pt x="1360" y="2155"/>
                  <a:pt x="1362" y="2153"/>
                  <a:pt x="1365" y="2153"/>
                </a:cubicBezTo>
                <a:cubicBezTo>
                  <a:pt x="1382" y="2127"/>
                  <a:pt x="1389" y="2128"/>
                  <a:pt x="1392" y="2125"/>
                </a:cubicBezTo>
                <a:close/>
                <a:moveTo>
                  <a:pt x="1461" y="2131"/>
                </a:moveTo>
                <a:cubicBezTo>
                  <a:pt x="1458" y="2140"/>
                  <a:pt x="1448" y="2143"/>
                  <a:pt x="1446" y="2153"/>
                </a:cubicBezTo>
                <a:cubicBezTo>
                  <a:pt x="1441" y="2153"/>
                  <a:pt x="1438" y="2157"/>
                  <a:pt x="1436" y="2160"/>
                </a:cubicBezTo>
                <a:cubicBezTo>
                  <a:pt x="1445" y="2160"/>
                  <a:pt x="1445" y="2160"/>
                  <a:pt x="1445" y="2160"/>
                </a:cubicBezTo>
                <a:cubicBezTo>
                  <a:pt x="1446" y="2158"/>
                  <a:pt x="1448" y="2156"/>
                  <a:pt x="1450" y="2155"/>
                </a:cubicBezTo>
                <a:cubicBezTo>
                  <a:pt x="1453" y="2153"/>
                  <a:pt x="1451" y="2147"/>
                  <a:pt x="1457" y="2149"/>
                </a:cubicBezTo>
                <a:cubicBezTo>
                  <a:pt x="1455" y="2143"/>
                  <a:pt x="1461" y="2144"/>
                  <a:pt x="1461" y="2140"/>
                </a:cubicBezTo>
                <a:cubicBezTo>
                  <a:pt x="1462" y="2139"/>
                  <a:pt x="1467" y="2132"/>
                  <a:pt x="1461" y="2131"/>
                </a:cubicBezTo>
                <a:close/>
                <a:moveTo>
                  <a:pt x="1527" y="1857"/>
                </a:moveTo>
                <a:cubicBezTo>
                  <a:pt x="1525" y="1861"/>
                  <a:pt x="1521" y="1863"/>
                  <a:pt x="1522" y="1870"/>
                </a:cubicBezTo>
                <a:cubicBezTo>
                  <a:pt x="1494" y="1913"/>
                  <a:pt x="1484" y="1917"/>
                  <a:pt x="1481" y="1927"/>
                </a:cubicBezTo>
                <a:cubicBezTo>
                  <a:pt x="1462" y="1952"/>
                  <a:pt x="1458" y="1955"/>
                  <a:pt x="1457" y="1959"/>
                </a:cubicBezTo>
                <a:cubicBezTo>
                  <a:pt x="1426" y="2000"/>
                  <a:pt x="1415" y="2003"/>
                  <a:pt x="1411" y="2012"/>
                </a:cubicBezTo>
                <a:cubicBezTo>
                  <a:pt x="1383" y="2042"/>
                  <a:pt x="1371" y="2050"/>
                  <a:pt x="1363" y="2062"/>
                </a:cubicBezTo>
                <a:cubicBezTo>
                  <a:pt x="1339" y="2088"/>
                  <a:pt x="1333" y="2088"/>
                  <a:pt x="1330" y="2090"/>
                </a:cubicBezTo>
                <a:cubicBezTo>
                  <a:pt x="1301" y="2125"/>
                  <a:pt x="1296" y="2125"/>
                  <a:pt x="1296" y="2129"/>
                </a:cubicBezTo>
                <a:cubicBezTo>
                  <a:pt x="1275" y="2157"/>
                  <a:pt x="1274" y="2159"/>
                  <a:pt x="1273" y="2160"/>
                </a:cubicBezTo>
                <a:cubicBezTo>
                  <a:pt x="1296" y="2148"/>
                  <a:pt x="1296" y="2140"/>
                  <a:pt x="1302" y="2138"/>
                </a:cubicBezTo>
                <a:cubicBezTo>
                  <a:pt x="1317" y="2122"/>
                  <a:pt x="1315" y="2116"/>
                  <a:pt x="1320" y="2116"/>
                </a:cubicBezTo>
                <a:cubicBezTo>
                  <a:pt x="1339" y="2093"/>
                  <a:pt x="1344" y="2092"/>
                  <a:pt x="1346" y="2090"/>
                </a:cubicBezTo>
                <a:cubicBezTo>
                  <a:pt x="1359" y="2073"/>
                  <a:pt x="1366" y="2075"/>
                  <a:pt x="1365" y="2070"/>
                </a:cubicBezTo>
                <a:cubicBezTo>
                  <a:pt x="1383" y="2053"/>
                  <a:pt x="1385" y="2045"/>
                  <a:pt x="1392" y="2042"/>
                </a:cubicBezTo>
                <a:cubicBezTo>
                  <a:pt x="1407" y="2027"/>
                  <a:pt x="1409" y="2025"/>
                  <a:pt x="1411" y="2022"/>
                </a:cubicBezTo>
                <a:cubicBezTo>
                  <a:pt x="1429" y="2007"/>
                  <a:pt x="1427" y="2001"/>
                  <a:pt x="1433" y="2003"/>
                </a:cubicBezTo>
                <a:cubicBezTo>
                  <a:pt x="1463" y="1970"/>
                  <a:pt x="1461" y="1959"/>
                  <a:pt x="1468" y="1957"/>
                </a:cubicBezTo>
                <a:cubicBezTo>
                  <a:pt x="1484" y="1929"/>
                  <a:pt x="1489" y="1929"/>
                  <a:pt x="1487" y="1922"/>
                </a:cubicBezTo>
                <a:cubicBezTo>
                  <a:pt x="1509" y="1885"/>
                  <a:pt x="1518" y="1890"/>
                  <a:pt x="1516" y="1883"/>
                </a:cubicBezTo>
                <a:cubicBezTo>
                  <a:pt x="1524" y="1862"/>
                  <a:pt x="1533" y="1859"/>
                  <a:pt x="1527" y="1857"/>
                </a:cubicBezTo>
                <a:close/>
                <a:moveTo>
                  <a:pt x="1352" y="2127"/>
                </a:moveTo>
                <a:cubicBezTo>
                  <a:pt x="1354" y="2125"/>
                  <a:pt x="1357" y="2123"/>
                  <a:pt x="1359" y="2121"/>
                </a:cubicBezTo>
                <a:cubicBezTo>
                  <a:pt x="1395" y="2078"/>
                  <a:pt x="1399" y="2074"/>
                  <a:pt x="1405" y="2070"/>
                </a:cubicBezTo>
                <a:cubicBezTo>
                  <a:pt x="1423" y="2052"/>
                  <a:pt x="1427" y="2047"/>
                  <a:pt x="1431" y="2042"/>
                </a:cubicBezTo>
                <a:cubicBezTo>
                  <a:pt x="1457" y="2023"/>
                  <a:pt x="1460" y="2021"/>
                  <a:pt x="1459" y="2016"/>
                </a:cubicBezTo>
                <a:cubicBezTo>
                  <a:pt x="1462" y="2009"/>
                  <a:pt x="1456" y="2017"/>
                  <a:pt x="1446" y="2022"/>
                </a:cubicBezTo>
                <a:cubicBezTo>
                  <a:pt x="1424" y="2038"/>
                  <a:pt x="1427" y="2045"/>
                  <a:pt x="1422" y="2044"/>
                </a:cubicBezTo>
                <a:cubicBezTo>
                  <a:pt x="1392" y="2075"/>
                  <a:pt x="1382" y="2080"/>
                  <a:pt x="1374" y="2088"/>
                </a:cubicBezTo>
                <a:cubicBezTo>
                  <a:pt x="1345" y="2122"/>
                  <a:pt x="1343" y="2124"/>
                  <a:pt x="1341" y="2127"/>
                </a:cubicBezTo>
                <a:cubicBezTo>
                  <a:pt x="1332" y="2135"/>
                  <a:pt x="1333" y="2138"/>
                  <a:pt x="1330" y="2138"/>
                </a:cubicBezTo>
                <a:cubicBezTo>
                  <a:pt x="1315" y="2150"/>
                  <a:pt x="1317" y="2157"/>
                  <a:pt x="1313" y="2158"/>
                </a:cubicBezTo>
                <a:cubicBezTo>
                  <a:pt x="1328" y="2154"/>
                  <a:pt x="1334" y="2147"/>
                  <a:pt x="1341" y="2142"/>
                </a:cubicBezTo>
                <a:close/>
                <a:moveTo>
                  <a:pt x="1579" y="1510"/>
                </a:moveTo>
                <a:cubicBezTo>
                  <a:pt x="1576" y="1516"/>
                  <a:pt x="1577" y="1527"/>
                  <a:pt x="1572" y="1532"/>
                </a:cubicBezTo>
                <a:cubicBezTo>
                  <a:pt x="1553" y="1580"/>
                  <a:pt x="1549" y="1586"/>
                  <a:pt x="1546" y="1593"/>
                </a:cubicBezTo>
                <a:cubicBezTo>
                  <a:pt x="1508" y="1646"/>
                  <a:pt x="1502" y="1650"/>
                  <a:pt x="1501" y="1652"/>
                </a:cubicBezTo>
                <a:cubicBezTo>
                  <a:pt x="1485" y="1663"/>
                  <a:pt x="1489" y="1672"/>
                  <a:pt x="1483" y="1671"/>
                </a:cubicBezTo>
                <a:cubicBezTo>
                  <a:pt x="1448" y="1697"/>
                  <a:pt x="1450" y="1704"/>
                  <a:pt x="1446" y="1704"/>
                </a:cubicBezTo>
                <a:cubicBezTo>
                  <a:pt x="1400" y="1740"/>
                  <a:pt x="1393" y="1742"/>
                  <a:pt x="1392" y="1750"/>
                </a:cubicBezTo>
                <a:cubicBezTo>
                  <a:pt x="1354" y="1774"/>
                  <a:pt x="1358" y="1783"/>
                  <a:pt x="1352" y="1783"/>
                </a:cubicBezTo>
                <a:cubicBezTo>
                  <a:pt x="1309" y="1823"/>
                  <a:pt x="1313" y="1832"/>
                  <a:pt x="1306" y="1831"/>
                </a:cubicBezTo>
                <a:cubicBezTo>
                  <a:pt x="1291" y="1850"/>
                  <a:pt x="1288" y="1851"/>
                  <a:pt x="1289" y="1855"/>
                </a:cubicBezTo>
                <a:cubicBezTo>
                  <a:pt x="1269" y="1881"/>
                  <a:pt x="1265" y="1882"/>
                  <a:pt x="1263" y="1885"/>
                </a:cubicBezTo>
                <a:cubicBezTo>
                  <a:pt x="1247" y="1908"/>
                  <a:pt x="1244" y="1910"/>
                  <a:pt x="1241" y="1913"/>
                </a:cubicBezTo>
                <a:cubicBezTo>
                  <a:pt x="1232" y="1921"/>
                  <a:pt x="1240" y="1911"/>
                  <a:pt x="1245" y="1900"/>
                </a:cubicBezTo>
                <a:cubicBezTo>
                  <a:pt x="1283" y="1849"/>
                  <a:pt x="1286" y="1842"/>
                  <a:pt x="1289" y="1835"/>
                </a:cubicBezTo>
                <a:cubicBezTo>
                  <a:pt x="1309" y="1806"/>
                  <a:pt x="1318" y="1810"/>
                  <a:pt x="1317" y="1804"/>
                </a:cubicBezTo>
                <a:cubicBezTo>
                  <a:pt x="1359" y="1769"/>
                  <a:pt x="1359" y="1764"/>
                  <a:pt x="1363" y="1763"/>
                </a:cubicBezTo>
                <a:cubicBezTo>
                  <a:pt x="1384" y="1744"/>
                  <a:pt x="1387" y="1737"/>
                  <a:pt x="1392" y="1732"/>
                </a:cubicBezTo>
                <a:cubicBezTo>
                  <a:pt x="1416" y="1708"/>
                  <a:pt x="1420" y="1707"/>
                  <a:pt x="1422" y="1704"/>
                </a:cubicBezTo>
                <a:cubicBezTo>
                  <a:pt x="1441" y="1688"/>
                  <a:pt x="1443" y="1686"/>
                  <a:pt x="1444" y="1682"/>
                </a:cubicBezTo>
                <a:cubicBezTo>
                  <a:pt x="1465" y="1668"/>
                  <a:pt x="1461" y="1659"/>
                  <a:pt x="1468" y="1660"/>
                </a:cubicBezTo>
                <a:cubicBezTo>
                  <a:pt x="1491" y="1612"/>
                  <a:pt x="1503" y="1610"/>
                  <a:pt x="1503" y="1597"/>
                </a:cubicBezTo>
                <a:cubicBezTo>
                  <a:pt x="1527" y="1537"/>
                  <a:pt x="1531" y="1534"/>
                  <a:pt x="1531" y="1527"/>
                </a:cubicBezTo>
                <a:cubicBezTo>
                  <a:pt x="1517" y="1548"/>
                  <a:pt x="1518" y="1552"/>
                  <a:pt x="1518" y="1556"/>
                </a:cubicBezTo>
                <a:cubicBezTo>
                  <a:pt x="1510" y="1576"/>
                  <a:pt x="1505" y="1576"/>
                  <a:pt x="1507" y="1582"/>
                </a:cubicBezTo>
                <a:cubicBezTo>
                  <a:pt x="1476" y="1632"/>
                  <a:pt x="1471" y="1639"/>
                  <a:pt x="1468" y="1647"/>
                </a:cubicBezTo>
                <a:cubicBezTo>
                  <a:pt x="1436" y="1686"/>
                  <a:pt x="1427" y="1682"/>
                  <a:pt x="1429" y="1689"/>
                </a:cubicBezTo>
                <a:cubicBezTo>
                  <a:pt x="1397" y="1713"/>
                  <a:pt x="1396" y="1723"/>
                  <a:pt x="1387" y="1724"/>
                </a:cubicBezTo>
                <a:cubicBezTo>
                  <a:pt x="1347" y="1765"/>
                  <a:pt x="1336" y="1774"/>
                  <a:pt x="1324" y="1783"/>
                </a:cubicBezTo>
                <a:cubicBezTo>
                  <a:pt x="1294" y="1825"/>
                  <a:pt x="1284" y="1819"/>
                  <a:pt x="1287" y="1826"/>
                </a:cubicBezTo>
                <a:cubicBezTo>
                  <a:pt x="1269" y="1846"/>
                  <a:pt x="1267" y="1852"/>
                  <a:pt x="1263" y="1857"/>
                </a:cubicBezTo>
                <a:cubicBezTo>
                  <a:pt x="1241" y="1894"/>
                  <a:pt x="1235" y="1892"/>
                  <a:pt x="1237" y="1898"/>
                </a:cubicBezTo>
                <a:cubicBezTo>
                  <a:pt x="1230" y="1892"/>
                  <a:pt x="1235" y="1886"/>
                  <a:pt x="1239" y="1879"/>
                </a:cubicBezTo>
                <a:cubicBezTo>
                  <a:pt x="1256" y="1846"/>
                  <a:pt x="1268" y="1835"/>
                  <a:pt x="1274" y="1820"/>
                </a:cubicBezTo>
                <a:cubicBezTo>
                  <a:pt x="1287" y="1807"/>
                  <a:pt x="1290" y="1804"/>
                  <a:pt x="1293" y="1800"/>
                </a:cubicBezTo>
                <a:cubicBezTo>
                  <a:pt x="1318" y="1779"/>
                  <a:pt x="1319" y="1773"/>
                  <a:pt x="1324" y="1772"/>
                </a:cubicBezTo>
                <a:cubicBezTo>
                  <a:pt x="1347" y="1749"/>
                  <a:pt x="1349" y="1744"/>
                  <a:pt x="1354" y="1743"/>
                </a:cubicBezTo>
                <a:cubicBezTo>
                  <a:pt x="1365" y="1728"/>
                  <a:pt x="1371" y="1728"/>
                  <a:pt x="1372" y="1722"/>
                </a:cubicBezTo>
                <a:cubicBezTo>
                  <a:pt x="1395" y="1693"/>
                  <a:pt x="1399" y="1693"/>
                  <a:pt x="1400" y="1691"/>
                </a:cubicBezTo>
                <a:cubicBezTo>
                  <a:pt x="1433" y="1656"/>
                  <a:pt x="1430" y="1647"/>
                  <a:pt x="1437" y="1647"/>
                </a:cubicBezTo>
                <a:cubicBezTo>
                  <a:pt x="1461" y="1606"/>
                  <a:pt x="1467" y="1605"/>
                  <a:pt x="1468" y="1599"/>
                </a:cubicBezTo>
                <a:cubicBezTo>
                  <a:pt x="1488" y="1573"/>
                  <a:pt x="1484" y="1562"/>
                  <a:pt x="1490" y="1560"/>
                </a:cubicBezTo>
                <a:cubicBezTo>
                  <a:pt x="1512" y="1498"/>
                  <a:pt x="1513" y="1492"/>
                  <a:pt x="1514" y="1486"/>
                </a:cubicBezTo>
                <a:cubicBezTo>
                  <a:pt x="1523" y="1457"/>
                  <a:pt x="1522" y="1452"/>
                  <a:pt x="1522" y="1449"/>
                </a:cubicBezTo>
                <a:cubicBezTo>
                  <a:pt x="1510" y="1484"/>
                  <a:pt x="1507" y="1489"/>
                  <a:pt x="1507" y="1497"/>
                </a:cubicBezTo>
                <a:cubicBezTo>
                  <a:pt x="1490" y="1532"/>
                  <a:pt x="1493" y="1538"/>
                  <a:pt x="1490" y="1538"/>
                </a:cubicBezTo>
                <a:cubicBezTo>
                  <a:pt x="1467" y="1585"/>
                  <a:pt x="1465" y="1592"/>
                  <a:pt x="1461" y="1597"/>
                </a:cubicBezTo>
                <a:cubicBezTo>
                  <a:pt x="1423" y="1648"/>
                  <a:pt x="1419" y="1653"/>
                  <a:pt x="1416" y="1658"/>
                </a:cubicBezTo>
                <a:cubicBezTo>
                  <a:pt x="1397" y="1673"/>
                  <a:pt x="1404" y="1684"/>
                  <a:pt x="1396" y="1680"/>
                </a:cubicBezTo>
                <a:cubicBezTo>
                  <a:pt x="1383" y="1699"/>
                  <a:pt x="1379" y="1700"/>
                  <a:pt x="1376" y="1702"/>
                </a:cubicBezTo>
                <a:cubicBezTo>
                  <a:pt x="1295" y="1789"/>
                  <a:pt x="1288" y="1786"/>
                  <a:pt x="1289" y="1791"/>
                </a:cubicBezTo>
                <a:cubicBezTo>
                  <a:pt x="1276" y="1807"/>
                  <a:pt x="1274" y="1807"/>
                  <a:pt x="1274" y="1809"/>
                </a:cubicBezTo>
                <a:cubicBezTo>
                  <a:pt x="1315" y="1744"/>
                  <a:pt x="1330" y="1731"/>
                  <a:pt x="1341" y="1715"/>
                </a:cubicBezTo>
                <a:cubicBezTo>
                  <a:pt x="1359" y="1699"/>
                  <a:pt x="1361" y="1697"/>
                  <a:pt x="1361" y="1693"/>
                </a:cubicBezTo>
                <a:cubicBezTo>
                  <a:pt x="1387" y="1671"/>
                  <a:pt x="1383" y="1661"/>
                  <a:pt x="1392" y="1663"/>
                </a:cubicBezTo>
                <a:cubicBezTo>
                  <a:pt x="1413" y="1636"/>
                  <a:pt x="1410" y="1630"/>
                  <a:pt x="1413" y="1630"/>
                </a:cubicBezTo>
                <a:cubicBezTo>
                  <a:pt x="1427" y="1606"/>
                  <a:pt x="1434" y="1606"/>
                  <a:pt x="1433" y="1597"/>
                </a:cubicBezTo>
                <a:cubicBezTo>
                  <a:pt x="1464" y="1531"/>
                  <a:pt x="1472" y="1526"/>
                  <a:pt x="1472" y="1512"/>
                </a:cubicBezTo>
                <a:cubicBezTo>
                  <a:pt x="1485" y="1469"/>
                  <a:pt x="1487" y="1458"/>
                  <a:pt x="1490" y="1447"/>
                </a:cubicBezTo>
                <a:cubicBezTo>
                  <a:pt x="1496" y="1386"/>
                  <a:pt x="1498" y="1372"/>
                  <a:pt x="1494" y="1371"/>
                </a:cubicBezTo>
                <a:cubicBezTo>
                  <a:pt x="1481" y="1459"/>
                  <a:pt x="1480" y="1462"/>
                  <a:pt x="1479" y="1464"/>
                </a:cubicBezTo>
                <a:cubicBezTo>
                  <a:pt x="1458" y="1526"/>
                  <a:pt x="1455" y="1533"/>
                  <a:pt x="1453" y="1541"/>
                </a:cubicBezTo>
                <a:cubicBezTo>
                  <a:pt x="1435" y="1576"/>
                  <a:pt x="1428" y="1591"/>
                  <a:pt x="1420" y="1604"/>
                </a:cubicBezTo>
                <a:cubicBezTo>
                  <a:pt x="1397" y="1633"/>
                  <a:pt x="1397" y="1638"/>
                  <a:pt x="1394" y="1641"/>
                </a:cubicBezTo>
                <a:cubicBezTo>
                  <a:pt x="1371" y="1672"/>
                  <a:pt x="1364" y="1671"/>
                  <a:pt x="1365" y="1678"/>
                </a:cubicBezTo>
                <a:cubicBezTo>
                  <a:pt x="1330" y="1711"/>
                  <a:pt x="1331" y="1717"/>
                  <a:pt x="1326" y="1717"/>
                </a:cubicBezTo>
                <a:cubicBezTo>
                  <a:pt x="1310" y="1739"/>
                  <a:pt x="1306" y="1742"/>
                  <a:pt x="1304" y="1746"/>
                </a:cubicBezTo>
                <a:cubicBezTo>
                  <a:pt x="1274" y="1783"/>
                  <a:pt x="1272" y="1787"/>
                  <a:pt x="1269" y="1789"/>
                </a:cubicBezTo>
                <a:cubicBezTo>
                  <a:pt x="1256" y="1812"/>
                  <a:pt x="1254" y="1812"/>
                  <a:pt x="1254" y="1815"/>
                </a:cubicBezTo>
                <a:cubicBezTo>
                  <a:pt x="1275" y="1759"/>
                  <a:pt x="1280" y="1753"/>
                  <a:pt x="1282" y="1743"/>
                </a:cubicBezTo>
                <a:cubicBezTo>
                  <a:pt x="1316" y="1701"/>
                  <a:pt x="1316" y="1695"/>
                  <a:pt x="1320" y="1693"/>
                </a:cubicBezTo>
                <a:cubicBezTo>
                  <a:pt x="1345" y="1660"/>
                  <a:pt x="1348" y="1658"/>
                  <a:pt x="1350" y="1654"/>
                </a:cubicBezTo>
                <a:cubicBezTo>
                  <a:pt x="1368" y="1640"/>
                  <a:pt x="1369" y="1630"/>
                  <a:pt x="1376" y="1626"/>
                </a:cubicBezTo>
                <a:cubicBezTo>
                  <a:pt x="1392" y="1603"/>
                  <a:pt x="1395" y="1604"/>
                  <a:pt x="1396" y="1602"/>
                </a:cubicBezTo>
                <a:cubicBezTo>
                  <a:pt x="1412" y="1579"/>
                  <a:pt x="1417" y="1571"/>
                  <a:pt x="1422" y="1565"/>
                </a:cubicBezTo>
                <a:cubicBezTo>
                  <a:pt x="1456" y="1505"/>
                  <a:pt x="1465" y="1490"/>
                  <a:pt x="1470" y="1471"/>
                </a:cubicBezTo>
                <a:cubicBezTo>
                  <a:pt x="1457" y="1496"/>
                  <a:pt x="1452" y="1500"/>
                  <a:pt x="1450" y="1508"/>
                </a:cubicBezTo>
                <a:cubicBezTo>
                  <a:pt x="1424" y="1544"/>
                  <a:pt x="1425" y="1550"/>
                  <a:pt x="1422" y="1554"/>
                </a:cubicBezTo>
                <a:cubicBezTo>
                  <a:pt x="1402" y="1574"/>
                  <a:pt x="1402" y="1580"/>
                  <a:pt x="1398" y="1582"/>
                </a:cubicBezTo>
                <a:cubicBezTo>
                  <a:pt x="1368" y="1611"/>
                  <a:pt x="1371" y="1621"/>
                  <a:pt x="1365" y="1621"/>
                </a:cubicBezTo>
                <a:cubicBezTo>
                  <a:pt x="1354" y="1633"/>
                  <a:pt x="1354" y="1639"/>
                  <a:pt x="1350" y="1641"/>
                </a:cubicBezTo>
                <a:cubicBezTo>
                  <a:pt x="1312" y="1680"/>
                  <a:pt x="1314" y="1689"/>
                  <a:pt x="1309" y="1689"/>
                </a:cubicBezTo>
                <a:cubicBezTo>
                  <a:pt x="1303" y="1687"/>
                  <a:pt x="1312" y="1679"/>
                  <a:pt x="1317" y="1669"/>
                </a:cubicBezTo>
                <a:cubicBezTo>
                  <a:pt x="1338" y="1634"/>
                  <a:pt x="1343" y="1631"/>
                  <a:pt x="1346" y="1626"/>
                </a:cubicBezTo>
                <a:cubicBezTo>
                  <a:pt x="1362" y="1602"/>
                  <a:pt x="1370" y="1594"/>
                  <a:pt x="1374" y="1582"/>
                </a:cubicBezTo>
                <a:cubicBezTo>
                  <a:pt x="1400" y="1555"/>
                  <a:pt x="1402" y="1543"/>
                  <a:pt x="1411" y="1538"/>
                </a:cubicBezTo>
                <a:cubicBezTo>
                  <a:pt x="1430" y="1502"/>
                  <a:pt x="1436" y="1494"/>
                  <a:pt x="1442" y="1486"/>
                </a:cubicBezTo>
                <a:cubicBezTo>
                  <a:pt x="1463" y="1430"/>
                  <a:pt x="1462" y="1425"/>
                  <a:pt x="1466" y="1423"/>
                </a:cubicBezTo>
                <a:cubicBezTo>
                  <a:pt x="1476" y="1383"/>
                  <a:pt x="1478" y="1365"/>
                  <a:pt x="1481" y="1349"/>
                </a:cubicBezTo>
                <a:cubicBezTo>
                  <a:pt x="1488" y="1306"/>
                  <a:pt x="1492" y="1305"/>
                  <a:pt x="1485" y="1303"/>
                </a:cubicBezTo>
                <a:cubicBezTo>
                  <a:pt x="1480" y="1348"/>
                  <a:pt x="1473" y="1361"/>
                  <a:pt x="1472" y="1373"/>
                </a:cubicBezTo>
                <a:cubicBezTo>
                  <a:pt x="1455" y="1430"/>
                  <a:pt x="1453" y="1436"/>
                  <a:pt x="1453" y="1442"/>
                </a:cubicBezTo>
                <a:cubicBezTo>
                  <a:pt x="1426" y="1491"/>
                  <a:pt x="1427" y="1499"/>
                  <a:pt x="1422" y="1501"/>
                </a:cubicBezTo>
                <a:cubicBezTo>
                  <a:pt x="1403" y="1536"/>
                  <a:pt x="1397" y="1537"/>
                  <a:pt x="1396" y="1543"/>
                </a:cubicBezTo>
                <a:cubicBezTo>
                  <a:pt x="1363" y="1583"/>
                  <a:pt x="1363" y="1588"/>
                  <a:pt x="1359" y="1589"/>
                </a:cubicBezTo>
                <a:cubicBezTo>
                  <a:pt x="1340" y="1611"/>
                  <a:pt x="1343" y="1619"/>
                  <a:pt x="1337" y="1619"/>
                </a:cubicBezTo>
                <a:cubicBezTo>
                  <a:pt x="1308" y="1668"/>
                  <a:pt x="1302" y="1674"/>
                  <a:pt x="1298" y="1680"/>
                </a:cubicBezTo>
                <a:cubicBezTo>
                  <a:pt x="1268" y="1729"/>
                  <a:pt x="1267" y="1740"/>
                  <a:pt x="1261" y="1746"/>
                </a:cubicBezTo>
                <a:cubicBezTo>
                  <a:pt x="1277" y="1701"/>
                  <a:pt x="1282" y="1699"/>
                  <a:pt x="1285" y="1695"/>
                </a:cubicBezTo>
                <a:cubicBezTo>
                  <a:pt x="1316" y="1640"/>
                  <a:pt x="1317" y="1629"/>
                  <a:pt x="1324" y="1623"/>
                </a:cubicBezTo>
                <a:cubicBezTo>
                  <a:pt x="1354" y="1567"/>
                  <a:pt x="1362" y="1563"/>
                  <a:pt x="1365" y="1554"/>
                </a:cubicBezTo>
                <a:cubicBezTo>
                  <a:pt x="1392" y="1519"/>
                  <a:pt x="1393" y="1513"/>
                  <a:pt x="1396" y="1510"/>
                </a:cubicBezTo>
                <a:cubicBezTo>
                  <a:pt x="1407" y="1498"/>
                  <a:pt x="1409" y="1493"/>
                  <a:pt x="1411" y="1488"/>
                </a:cubicBezTo>
                <a:cubicBezTo>
                  <a:pt x="1431" y="1446"/>
                  <a:pt x="1440" y="1431"/>
                  <a:pt x="1444" y="1410"/>
                </a:cubicBezTo>
                <a:cubicBezTo>
                  <a:pt x="1455" y="1371"/>
                  <a:pt x="1457" y="1361"/>
                  <a:pt x="1459" y="1351"/>
                </a:cubicBezTo>
                <a:cubicBezTo>
                  <a:pt x="1456" y="1316"/>
                  <a:pt x="1460" y="1326"/>
                  <a:pt x="1455" y="1327"/>
                </a:cubicBezTo>
                <a:cubicBezTo>
                  <a:pt x="1450" y="1376"/>
                  <a:pt x="1442" y="1392"/>
                  <a:pt x="1439" y="1412"/>
                </a:cubicBezTo>
                <a:cubicBezTo>
                  <a:pt x="1419" y="1450"/>
                  <a:pt x="1422" y="1459"/>
                  <a:pt x="1418" y="1460"/>
                </a:cubicBezTo>
                <a:cubicBezTo>
                  <a:pt x="1403" y="1493"/>
                  <a:pt x="1394" y="1496"/>
                  <a:pt x="1392" y="1506"/>
                </a:cubicBezTo>
                <a:cubicBezTo>
                  <a:pt x="1367" y="1540"/>
                  <a:pt x="1364" y="1542"/>
                  <a:pt x="1361" y="1545"/>
                </a:cubicBezTo>
                <a:cubicBezTo>
                  <a:pt x="1341" y="1571"/>
                  <a:pt x="1342" y="1575"/>
                  <a:pt x="1339" y="1575"/>
                </a:cubicBezTo>
                <a:cubicBezTo>
                  <a:pt x="1315" y="1617"/>
                  <a:pt x="1314" y="1628"/>
                  <a:pt x="1306" y="1632"/>
                </a:cubicBezTo>
                <a:cubicBezTo>
                  <a:pt x="1281" y="1673"/>
                  <a:pt x="1283" y="1669"/>
                  <a:pt x="1285" y="1665"/>
                </a:cubicBezTo>
                <a:cubicBezTo>
                  <a:pt x="1293" y="1637"/>
                  <a:pt x="1298" y="1629"/>
                  <a:pt x="1298" y="1621"/>
                </a:cubicBezTo>
                <a:cubicBezTo>
                  <a:pt x="1327" y="1583"/>
                  <a:pt x="1332" y="1570"/>
                  <a:pt x="1341" y="1562"/>
                </a:cubicBezTo>
                <a:cubicBezTo>
                  <a:pt x="1362" y="1525"/>
                  <a:pt x="1368" y="1521"/>
                  <a:pt x="1370" y="1514"/>
                </a:cubicBezTo>
                <a:cubicBezTo>
                  <a:pt x="1382" y="1497"/>
                  <a:pt x="1380" y="1491"/>
                  <a:pt x="1383" y="1490"/>
                </a:cubicBezTo>
                <a:cubicBezTo>
                  <a:pt x="1400" y="1460"/>
                  <a:pt x="1402" y="1453"/>
                  <a:pt x="1405" y="1447"/>
                </a:cubicBezTo>
                <a:cubicBezTo>
                  <a:pt x="1421" y="1403"/>
                  <a:pt x="1428" y="1375"/>
                  <a:pt x="1431" y="1344"/>
                </a:cubicBezTo>
                <a:cubicBezTo>
                  <a:pt x="1424" y="1331"/>
                  <a:pt x="1428" y="1347"/>
                  <a:pt x="1422" y="1364"/>
                </a:cubicBezTo>
                <a:cubicBezTo>
                  <a:pt x="1389" y="1467"/>
                  <a:pt x="1384" y="1467"/>
                  <a:pt x="1383" y="1471"/>
                </a:cubicBezTo>
                <a:cubicBezTo>
                  <a:pt x="1360" y="1505"/>
                  <a:pt x="1363" y="1514"/>
                  <a:pt x="1357" y="1514"/>
                </a:cubicBezTo>
                <a:cubicBezTo>
                  <a:pt x="1325" y="1568"/>
                  <a:pt x="1323" y="1570"/>
                  <a:pt x="1322" y="1573"/>
                </a:cubicBezTo>
                <a:cubicBezTo>
                  <a:pt x="1318" y="1562"/>
                  <a:pt x="1327" y="1553"/>
                  <a:pt x="1330" y="1538"/>
                </a:cubicBezTo>
                <a:cubicBezTo>
                  <a:pt x="1360" y="1485"/>
                  <a:pt x="1360" y="1483"/>
                  <a:pt x="1361" y="1480"/>
                </a:cubicBezTo>
                <a:cubicBezTo>
                  <a:pt x="1374" y="1460"/>
                  <a:pt x="1374" y="1453"/>
                  <a:pt x="1378" y="1447"/>
                </a:cubicBezTo>
                <a:cubicBezTo>
                  <a:pt x="1390" y="1394"/>
                  <a:pt x="1388" y="1398"/>
                  <a:pt x="1387" y="1403"/>
                </a:cubicBezTo>
                <a:cubicBezTo>
                  <a:pt x="1351" y="1475"/>
                  <a:pt x="1354" y="1486"/>
                  <a:pt x="1348" y="1488"/>
                </a:cubicBezTo>
                <a:cubicBezTo>
                  <a:pt x="1316" y="1541"/>
                  <a:pt x="1317" y="1550"/>
                  <a:pt x="1313" y="1554"/>
                </a:cubicBezTo>
                <a:cubicBezTo>
                  <a:pt x="1303" y="1582"/>
                  <a:pt x="1298" y="1589"/>
                  <a:pt x="1302" y="1589"/>
                </a:cubicBezTo>
                <a:cubicBezTo>
                  <a:pt x="1311" y="1542"/>
                  <a:pt x="1309" y="1486"/>
                  <a:pt x="1322" y="1445"/>
                </a:cubicBezTo>
                <a:cubicBezTo>
                  <a:pt x="1347" y="1309"/>
                  <a:pt x="1348" y="1301"/>
                  <a:pt x="1350" y="1294"/>
                </a:cubicBezTo>
                <a:cubicBezTo>
                  <a:pt x="1342" y="1297"/>
                  <a:pt x="1337" y="1326"/>
                  <a:pt x="1328" y="1353"/>
                </a:cubicBezTo>
                <a:cubicBezTo>
                  <a:pt x="1301" y="1512"/>
                  <a:pt x="1302" y="1520"/>
                  <a:pt x="1300" y="1525"/>
                </a:cubicBezTo>
                <a:cubicBezTo>
                  <a:pt x="1294" y="1548"/>
                  <a:pt x="1295" y="1546"/>
                  <a:pt x="1293" y="1554"/>
                </a:cubicBezTo>
                <a:cubicBezTo>
                  <a:pt x="1283" y="1594"/>
                  <a:pt x="1287" y="1604"/>
                  <a:pt x="1282" y="1606"/>
                </a:cubicBezTo>
                <a:cubicBezTo>
                  <a:pt x="1281" y="1580"/>
                  <a:pt x="1286" y="1581"/>
                  <a:pt x="1285" y="1575"/>
                </a:cubicBezTo>
                <a:cubicBezTo>
                  <a:pt x="1283" y="1509"/>
                  <a:pt x="1285" y="1500"/>
                  <a:pt x="1282" y="1488"/>
                </a:cubicBezTo>
                <a:cubicBezTo>
                  <a:pt x="1307" y="1366"/>
                  <a:pt x="1303" y="1357"/>
                  <a:pt x="1304" y="1353"/>
                </a:cubicBezTo>
                <a:cubicBezTo>
                  <a:pt x="1322" y="1288"/>
                  <a:pt x="1323" y="1280"/>
                  <a:pt x="1324" y="1272"/>
                </a:cubicBezTo>
                <a:cubicBezTo>
                  <a:pt x="1320" y="1266"/>
                  <a:pt x="1318" y="1285"/>
                  <a:pt x="1311" y="1299"/>
                </a:cubicBezTo>
                <a:cubicBezTo>
                  <a:pt x="1303" y="1329"/>
                  <a:pt x="1307" y="1338"/>
                  <a:pt x="1302" y="1338"/>
                </a:cubicBezTo>
                <a:cubicBezTo>
                  <a:pt x="1288" y="1420"/>
                  <a:pt x="1282" y="1435"/>
                  <a:pt x="1278" y="1451"/>
                </a:cubicBezTo>
                <a:cubicBezTo>
                  <a:pt x="1274" y="1519"/>
                  <a:pt x="1277" y="1544"/>
                  <a:pt x="1276" y="1586"/>
                </a:cubicBezTo>
                <a:cubicBezTo>
                  <a:pt x="1275" y="1640"/>
                  <a:pt x="1270" y="1639"/>
                  <a:pt x="1272" y="1645"/>
                </a:cubicBezTo>
                <a:cubicBezTo>
                  <a:pt x="1269" y="1666"/>
                  <a:pt x="1272" y="1667"/>
                  <a:pt x="1272" y="1667"/>
                </a:cubicBezTo>
                <a:cubicBezTo>
                  <a:pt x="1263" y="1686"/>
                  <a:pt x="1260" y="1671"/>
                  <a:pt x="1261" y="1654"/>
                </a:cubicBezTo>
                <a:cubicBezTo>
                  <a:pt x="1259" y="1577"/>
                  <a:pt x="1257" y="1567"/>
                  <a:pt x="1261" y="1562"/>
                </a:cubicBezTo>
                <a:cubicBezTo>
                  <a:pt x="1258" y="1525"/>
                  <a:pt x="1261" y="1505"/>
                  <a:pt x="1256" y="1493"/>
                </a:cubicBezTo>
                <a:cubicBezTo>
                  <a:pt x="1259" y="1422"/>
                  <a:pt x="1264" y="1408"/>
                  <a:pt x="1263" y="1388"/>
                </a:cubicBezTo>
                <a:cubicBezTo>
                  <a:pt x="1266" y="1353"/>
                  <a:pt x="1260" y="1365"/>
                  <a:pt x="1261" y="1384"/>
                </a:cubicBezTo>
                <a:cubicBezTo>
                  <a:pt x="1254" y="1407"/>
                  <a:pt x="1258" y="1415"/>
                  <a:pt x="1256" y="1418"/>
                </a:cubicBezTo>
                <a:cubicBezTo>
                  <a:pt x="1251" y="1496"/>
                  <a:pt x="1249" y="1512"/>
                  <a:pt x="1250" y="1530"/>
                </a:cubicBezTo>
                <a:cubicBezTo>
                  <a:pt x="1249" y="1585"/>
                  <a:pt x="1251" y="1587"/>
                  <a:pt x="1252" y="1589"/>
                </a:cubicBezTo>
                <a:cubicBezTo>
                  <a:pt x="1252" y="1622"/>
                  <a:pt x="1256" y="1623"/>
                  <a:pt x="1254" y="1630"/>
                </a:cubicBezTo>
                <a:cubicBezTo>
                  <a:pt x="1254" y="1651"/>
                  <a:pt x="1255" y="1655"/>
                  <a:pt x="1252" y="1656"/>
                </a:cubicBezTo>
                <a:cubicBezTo>
                  <a:pt x="1249" y="1641"/>
                  <a:pt x="1246" y="1637"/>
                  <a:pt x="1245" y="1630"/>
                </a:cubicBezTo>
                <a:cubicBezTo>
                  <a:pt x="1238" y="1483"/>
                  <a:pt x="1233" y="1484"/>
                  <a:pt x="1235" y="1477"/>
                </a:cubicBezTo>
                <a:cubicBezTo>
                  <a:pt x="1237" y="1385"/>
                  <a:pt x="1236" y="1379"/>
                  <a:pt x="1237" y="1362"/>
                </a:cubicBezTo>
                <a:cubicBezTo>
                  <a:pt x="1241" y="1335"/>
                  <a:pt x="1237" y="1341"/>
                  <a:pt x="1235" y="1349"/>
                </a:cubicBezTo>
                <a:cubicBezTo>
                  <a:pt x="1228" y="1434"/>
                  <a:pt x="1228" y="1434"/>
                  <a:pt x="1228" y="1434"/>
                </a:cubicBezTo>
                <a:cubicBezTo>
                  <a:pt x="1229" y="1493"/>
                  <a:pt x="1228" y="1494"/>
                  <a:pt x="1230" y="1506"/>
                </a:cubicBezTo>
                <a:cubicBezTo>
                  <a:pt x="1241" y="1659"/>
                  <a:pt x="1243" y="1673"/>
                  <a:pt x="1243" y="1693"/>
                </a:cubicBezTo>
                <a:cubicBezTo>
                  <a:pt x="1244" y="1744"/>
                  <a:pt x="1248" y="1748"/>
                  <a:pt x="1241" y="1750"/>
                </a:cubicBezTo>
                <a:cubicBezTo>
                  <a:pt x="1230" y="1656"/>
                  <a:pt x="1225" y="1654"/>
                  <a:pt x="1226" y="1645"/>
                </a:cubicBezTo>
                <a:cubicBezTo>
                  <a:pt x="1215" y="1495"/>
                  <a:pt x="1215" y="1476"/>
                  <a:pt x="1215" y="1460"/>
                </a:cubicBezTo>
                <a:cubicBezTo>
                  <a:pt x="1217" y="1441"/>
                  <a:pt x="1215" y="1440"/>
                  <a:pt x="1215" y="1440"/>
                </a:cubicBezTo>
                <a:cubicBezTo>
                  <a:pt x="1217" y="1406"/>
                  <a:pt x="1212" y="1407"/>
                  <a:pt x="1213" y="1414"/>
                </a:cubicBezTo>
                <a:cubicBezTo>
                  <a:pt x="1212" y="1453"/>
                  <a:pt x="1204" y="1459"/>
                  <a:pt x="1211" y="1462"/>
                </a:cubicBezTo>
                <a:cubicBezTo>
                  <a:pt x="1223" y="1664"/>
                  <a:pt x="1219" y="1671"/>
                  <a:pt x="1221" y="1676"/>
                </a:cubicBezTo>
                <a:cubicBezTo>
                  <a:pt x="1232" y="1763"/>
                  <a:pt x="1232" y="1763"/>
                  <a:pt x="1232" y="1763"/>
                </a:cubicBezTo>
                <a:cubicBezTo>
                  <a:pt x="1230" y="1827"/>
                  <a:pt x="1229" y="1832"/>
                  <a:pt x="1226" y="1835"/>
                </a:cubicBezTo>
                <a:cubicBezTo>
                  <a:pt x="1217" y="1788"/>
                  <a:pt x="1219" y="1780"/>
                  <a:pt x="1215" y="1778"/>
                </a:cubicBezTo>
                <a:cubicBezTo>
                  <a:pt x="1208" y="1730"/>
                  <a:pt x="1200" y="1715"/>
                  <a:pt x="1197" y="1695"/>
                </a:cubicBezTo>
                <a:cubicBezTo>
                  <a:pt x="1179" y="1625"/>
                  <a:pt x="1183" y="1616"/>
                  <a:pt x="1178" y="1615"/>
                </a:cubicBezTo>
                <a:cubicBezTo>
                  <a:pt x="1169" y="1471"/>
                  <a:pt x="1169" y="1471"/>
                  <a:pt x="1169" y="1471"/>
                </a:cubicBezTo>
                <a:cubicBezTo>
                  <a:pt x="1168" y="1443"/>
                  <a:pt x="1165" y="1446"/>
                  <a:pt x="1165" y="1451"/>
                </a:cubicBezTo>
                <a:cubicBezTo>
                  <a:pt x="1164" y="1504"/>
                  <a:pt x="1165" y="1507"/>
                  <a:pt x="1165" y="1512"/>
                </a:cubicBezTo>
                <a:cubicBezTo>
                  <a:pt x="1171" y="1591"/>
                  <a:pt x="1168" y="1605"/>
                  <a:pt x="1171" y="1613"/>
                </a:cubicBezTo>
                <a:cubicBezTo>
                  <a:pt x="1181" y="1657"/>
                  <a:pt x="1180" y="1663"/>
                  <a:pt x="1180" y="1669"/>
                </a:cubicBezTo>
                <a:cubicBezTo>
                  <a:pt x="1190" y="1716"/>
                  <a:pt x="1198" y="1731"/>
                  <a:pt x="1200" y="1752"/>
                </a:cubicBezTo>
                <a:cubicBezTo>
                  <a:pt x="1217" y="1837"/>
                  <a:pt x="1217" y="1837"/>
                  <a:pt x="1217" y="1837"/>
                </a:cubicBezTo>
                <a:cubicBezTo>
                  <a:pt x="1188" y="1727"/>
                  <a:pt x="1178" y="1704"/>
                  <a:pt x="1171" y="1678"/>
                </a:cubicBezTo>
                <a:cubicBezTo>
                  <a:pt x="1148" y="1580"/>
                  <a:pt x="1156" y="1565"/>
                  <a:pt x="1150" y="1565"/>
                </a:cubicBezTo>
                <a:cubicBezTo>
                  <a:pt x="1152" y="1641"/>
                  <a:pt x="1159" y="1657"/>
                  <a:pt x="1160" y="1678"/>
                </a:cubicBezTo>
                <a:cubicBezTo>
                  <a:pt x="1169" y="1708"/>
                  <a:pt x="1173" y="1716"/>
                  <a:pt x="1176" y="1726"/>
                </a:cubicBezTo>
                <a:cubicBezTo>
                  <a:pt x="1183" y="1748"/>
                  <a:pt x="1183" y="1754"/>
                  <a:pt x="1180" y="1754"/>
                </a:cubicBezTo>
                <a:cubicBezTo>
                  <a:pt x="1161" y="1703"/>
                  <a:pt x="1159" y="1701"/>
                  <a:pt x="1156" y="1700"/>
                </a:cubicBezTo>
                <a:cubicBezTo>
                  <a:pt x="1146" y="1669"/>
                  <a:pt x="1143" y="1664"/>
                  <a:pt x="1141" y="1658"/>
                </a:cubicBezTo>
                <a:cubicBezTo>
                  <a:pt x="1113" y="1583"/>
                  <a:pt x="1111" y="1573"/>
                  <a:pt x="1108" y="1562"/>
                </a:cubicBezTo>
                <a:cubicBezTo>
                  <a:pt x="1100" y="1553"/>
                  <a:pt x="1105" y="1570"/>
                  <a:pt x="1108" y="1589"/>
                </a:cubicBezTo>
                <a:cubicBezTo>
                  <a:pt x="1127" y="1648"/>
                  <a:pt x="1131" y="1655"/>
                  <a:pt x="1134" y="1663"/>
                </a:cubicBezTo>
                <a:cubicBezTo>
                  <a:pt x="1149" y="1694"/>
                  <a:pt x="1149" y="1704"/>
                  <a:pt x="1154" y="1711"/>
                </a:cubicBezTo>
                <a:cubicBezTo>
                  <a:pt x="1172" y="1752"/>
                  <a:pt x="1171" y="1761"/>
                  <a:pt x="1176" y="1763"/>
                </a:cubicBezTo>
                <a:cubicBezTo>
                  <a:pt x="1183" y="1795"/>
                  <a:pt x="1188" y="1805"/>
                  <a:pt x="1191" y="1817"/>
                </a:cubicBezTo>
                <a:cubicBezTo>
                  <a:pt x="1200" y="1838"/>
                  <a:pt x="1197" y="1849"/>
                  <a:pt x="1202" y="1852"/>
                </a:cubicBezTo>
                <a:cubicBezTo>
                  <a:pt x="1205" y="1895"/>
                  <a:pt x="1209" y="1903"/>
                  <a:pt x="1204" y="1903"/>
                </a:cubicBezTo>
                <a:cubicBezTo>
                  <a:pt x="1200" y="1891"/>
                  <a:pt x="1196" y="1889"/>
                  <a:pt x="1197" y="1881"/>
                </a:cubicBezTo>
                <a:cubicBezTo>
                  <a:pt x="1190" y="1859"/>
                  <a:pt x="1188" y="1854"/>
                  <a:pt x="1187" y="1848"/>
                </a:cubicBezTo>
                <a:cubicBezTo>
                  <a:pt x="1163" y="1796"/>
                  <a:pt x="1164" y="1787"/>
                  <a:pt x="1158" y="1785"/>
                </a:cubicBezTo>
                <a:cubicBezTo>
                  <a:pt x="1131" y="1733"/>
                  <a:pt x="1135" y="1732"/>
                  <a:pt x="1130" y="1726"/>
                </a:cubicBezTo>
                <a:cubicBezTo>
                  <a:pt x="1106" y="1674"/>
                  <a:pt x="1105" y="1667"/>
                  <a:pt x="1104" y="1660"/>
                </a:cubicBezTo>
                <a:cubicBezTo>
                  <a:pt x="1092" y="1645"/>
                  <a:pt x="1099" y="1656"/>
                  <a:pt x="1102" y="1671"/>
                </a:cubicBezTo>
                <a:cubicBezTo>
                  <a:pt x="1122" y="1723"/>
                  <a:pt x="1122" y="1728"/>
                  <a:pt x="1126" y="1730"/>
                </a:cubicBezTo>
                <a:cubicBezTo>
                  <a:pt x="1148" y="1779"/>
                  <a:pt x="1152" y="1785"/>
                  <a:pt x="1154" y="1793"/>
                </a:cubicBezTo>
                <a:cubicBezTo>
                  <a:pt x="1188" y="1879"/>
                  <a:pt x="1186" y="1886"/>
                  <a:pt x="1189" y="1887"/>
                </a:cubicBezTo>
                <a:cubicBezTo>
                  <a:pt x="1200" y="1972"/>
                  <a:pt x="1200" y="1972"/>
                  <a:pt x="1200" y="1972"/>
                </a:cubicBezTo>
                <a:cubicBezTo>
                  <a:pt x="1197" y="1978"/>
                  <a:pt x="1194" y="1969"/>
                  <a:pt x="1191" y="1959"/>
                </a:cubicBezTo>
                <a:cubicBezTo>
                  <a:pt x="1179" y="1903"/>
                  <a:pt x="1182" y="1899"/>
                  <a:pt x="1180" y="1892"/>
                </a:cubicBezTo>
                <a:cubicBezTo>
                  <a:pt x="1163" y="1845"/>
                  <a:pt x="1160" y="1839"/>
                  <a:pt x="1156" y="1833"/>
                </a:cubicBezTo>
                <a:cubicBezTo>
                  <a:pt x="1131" y="1785"/>
                  <a:pt x="1130" y="1781"/>
                  <a:pt x="1128" y="1778"/>
                </a:cubicBezTo>
                <a:cubicBezTo>
                  <a:pt x="1111" y="1736"/>
                  <a:pt x="1101" y="1742"/>
                  <a:pt x="1104" y="1735"/>
                </a:cubicBezTo>
                <a:cubicBezTo>
                  <a:pt x="1071" y="1679"/>
                  <a:pt x="1067" y="1666"/>
                  <a:pt x="1060" y="1654"/>
                </a:cubicBezTo>
                <a:cubicBezTo>
                  <a:pt x="1049" y="1627"/>
                  <a:pt x="1050" y="1617"/>
                  <a:pt x="1043" y="1615"/>
                </a:cubicBezTo>
                <a:cubicBezTo>
                  <a:pt x="1056" y="1663"/>
                  <a:pt x="1061" y="1667"/>
                  <a:pt x="1062" y="1674"/>
                </a:cubicBezTo>
                <a:cubicBezTo>
                  <a:pt x="1073" y="1700"/>
                  <a:pt x="1076" y="1705"/>
                  <a:pt x="1080" y="1711"/>
                </a:cubicBezTo>
                <a:cubicBezTo>
                  <a:pt x="1100" y="1752"/>
                  <a:pt x="1107" y="1755"/>
                  <a:pt x="1108" y="1763"/>
                </a:cubicBezTo>
                <a:cubicBezTo>
                  <a:pt x="1132" y="1809"/>
                  <a:pt x="1138" y="1807"/>
                  <a:pt x="1136" y="1813"/>
                </a:cubicBezTo>
                <a:cubicBezTo>
                  <a:pt x="1156" y="1857"/>
                  <a:pt x="1160" y="1861"/>
                  <a:pt x="1160" y="1870"/>
                </a:cubicBezTo>
                <a:cubicBezTo>
                  <a:pt x="1171" y="1894"/>
                  <a:pt x="1171" y="1904"/>
                  <a:pt x="1176" y="1909"/>
                </a:cubicBezTo>
                <a:cubicBezTo>
                  <a:pt x="1188" y="1985"/>
                  <a:pt x="1184" y="1994"/>
                  <a:pt x="1189" y="1994"/>
                </a:cubicBezTo>
                <a:cubicBezTo>
                  <a:pt x="1181" y="1994"/>
                  <a:pt x="1184" y="1992"/>
                  <a:pt x="1184" y="1992"/>
                </a:cubicBezTo>
                <a:cubicBezTo>
                  <a:pt x="1171" y="1946"/>
                  <a:pt x="1164" y="1932"/>
                  <a:pt x="1163" y="1913"/>
                </a:cubicBezTo>
                <a:cubicBezTo>
                  <a:pt x="1151" y="1884"/>
                  <a:pt x="1143" y="1881"/>
                  <a:pt x="1143" y="1870"/>
                </a:cubicBezTo>
                <a:cubicBezTo>
                  <a:pt x="1120" y="1824"/>
                  <a:pt x="1119" y="1821"/>
                  <a:pt x="1119" y="1815"/>
                </a:cubicBezTo>
                <a:cubicBezTo>
                  <a:pt x="1093" y="1783"/>
                  <a:pt x="1091" y="1775"/>
                  <a:pt x="1086" y="1770"/>
                </a:cubicBezTo>
                <a:cubicBezTo>
                  <a:pt x="1073" y="1758"/>
                  <a:pt x="1078" y="1761"/>
                  <a:pt x="1080" y="1767"/>
                </a:cubicBezTo>
                <a:cubicBezTo>
                  <a:pt x="1094" y="1796"/>
                  <a:pt x="1105" y="1803"/>
                  <a:pt x="1108" y="1817"/>
                </a:cubicBezTo>
                <a:cubicBezTo>
                  <a:pt x="1124" y="1843"/>
                  <a:pt x="1121" y="1850"/>
                  <a:pt x="1126" y="1850"/>
                </a:cubicBezTo>
                <a:cubicBezTo>
                  <a:pt x="1151" y="1911"/>
                  <a:pt x="1161" y="1936"/>
                  <a:pt x="1165" y="1966"/>
                </a:cubicBezTo>
                <a:cubicBezTo>
                  <a:pt x="1177" y="2011"/>
                  <a:pt x="1185" y="2016"/>
                  <a:pt x="1180" y="2022"/>
                </a:cubicBezTo>
                <a:cubicBezTo>
                  <a:pt x="1165" y="1991"/>
                  <a:pt x="1163" y="1975"/>
                  <a:pt x="1158" y="1961"/>
                </a:cubicBezTo>
                <a:cubicBezTo>
                  <a:pt x="1134" y="1913"/>
                  <a:pt x="1135" y="1894"/>
                  <a:pt x="1126" y="1885"/>
                </a:cubicBezTo>
                <a:cubicBezTo>
                  <a:pt x="1101" y="1842"/>
                  <a:pt x="1098" y="1834"/>
                  <a:pt x="1095" y="1826"/>
                </a:cubicBezTo>
                <a:cubicBezTo>
                  <a:pt x="1079" y="1795"/>
                  <a:pt x="1071" y="1790"/>
                  <a:pt x="1069" y="1778"/>
                </a:cubicBezTo>
                <a:cubicBezTo>
                  <a:pt x="1059" y="1761"/>
                  <a:pt x="1059" y="1754"/>
                  <a:pt x="1054" y="1752"/>
                </a:cubicBezTo>
                <a:cubicBezTo>
                  <a:pt x="1039" y="1719"/>
                  <a:pt x="1039" y="1712"/>
                  <a:pt x="1034" y="1711"/>
                </a:cubicBezTo>
                <a:cubicBezTo>
                  <a:pt x="1046" y="1743"/>
                  <a:pt x="1046" y="1752"/>
                  <a:pt x="1051" y="1756"/>
                </a:cubicBezTo>
                <a:cubicBezTo>
                  <a:pt x="1065" y="1790"/>
                  <a:pt x="1073" y="1801"/>
                  <a:pt x="1078" y="1815"/>
                </a:cubicBezTo>
                <a:cubicBezTo>
                  <a:pt x="1100" y="1859"/>
                  <a:pt x="1108" y="1861"/>
                  <a:pt x="1108" y="1870"/>
                </a:cubicBezTo>
                <a:cubicBezTo>
                  <a:pt x="1125" y="1900"/>
                  <a:pt x="1124" y="1905"/>
                  <a:pt x="1128" y="1907"/>
                </a:cubicBezTo>
                <a:cubicBezTo>
                  <a:pt x="1156" y="1984"/>
                  <a:pt x="1160" y="1999"/>
                  <a:pt x="1167" y="2012"/>
                </a:cubicBezTo>
                <a:cubicBezTo>
                  <a:pt x="1177" y="2063"/>
                  <a:pt x="1183" y="2072"/>
                  <a:pt x="1184" y="2086"/>
                </a:cubicBezTo>
                <a:cubicBezTo>
                  <a:pt x="1167" y="2065"/>
                  <a:pt x="1168" y="2057"/>
                  <a:pt x="1165" y="2053"/>
                </a:cubicBezTo>
                <a:cubicBezTo>
                  <a:pt x="1156" y="2026"/>
                  <a:pt x="1153" y="2023"/>
                  <a:pt x="1156" y="2022"/>
                </a:cubicBezTo>
                <a:cubicBezTo>
                  <a:pt x="1136" y="1970"/>
                  <a:pt x="1130" y="1962"/>
                  <a:pt x="1128" y="1950"/>
                </a:cubicBezTo>
                <a:cubicBezTo>
                  <a:pt x="1109" y="1914"/>
                  <a:pt x="1105" y="1907"/>
                  <a:pt x="1102" y="1898"/>
                </a:cubicBezTo>
                <a:cubicBezTo>
                  <a:pt x="1087" y="1883"/>
                  <a:pt x="1089" y="1877"/>
                  <a:pt x="1086" y="1876"/>
                </a:cubicBezTo>
                <a:cubicBezTo>
                  <a:pt x="1054" y="1823"/>
                  <a:pt x="1051" y="1814"/>
                  <a:pt x="1045" y="1809"/>
                </a:cubicBezTo>
                <a:cubicBezTo>
                  <a:pt x="1027" y="1777"/>
                  <a:pt x="1023" y="1769"/>
                  <a:pt x="1019" y="1761"/>
                </a:cubicBezTo>
                <a:cubicBezTo>
                  <a:pt x="1015" y="1765"/>
                  <a:pt x="1017" y="1772"/>
                  <a:pt x="1021" y="1778"/>
                </a:cubicBezTo>
                <a:cubicBezTo>
                  <a:pt x="1046" y="1821"/>
                  <a:pt x="1048" y="1829"/>
                  <a:pt x="1054" y="1833"/>
                </a:cubicBezTo>
                <a:cubicBezTo>
                  <a:pt x="1076" y="1869"/>
                  <a:pt x="1074" y="1873"/>
                  <a:pt x="1075" y="1874"/>
                </a:cubicBezTo>
                <a:cubicBezTo>
                  <a:pt x="1088" y="1895"/>
                  <a:pt x="1093" y="1899"/>
                  <a:pt x="1095" y="1907"/>
                </a:cubicBezTo>
                <a:cubicBezTo>
                  <a:pt x="1125" y="1974"/>
                  <a:pt x="1129" y="1979"/>
                  <a:pt x="1132" y="1985"/>
                </a:cubicBezTo>
                <a:cubicBezTo>
                  <a:pt x="1155" y="2062"/>
                  <a:pt x="1160" y="2069"/>
                  <a:pt x="1163" y="2077"/>
                </a:cubicBezTo>
                <a:cubicBezTo>
                  <a:pt x="1199" y="2160"/>
                  <a:pt x="1199" y="2160"/>
                  <a:pt x="1199" y="2160"/>
                </a:cubicBezTo>
                <a:cubicBezTo>
                  <a:pt x="1207" y="2118"/>
                  <a:pt x="1213" y="2112"/>
                  <a:pt x="1215" y="2101"/>
                </a:cubicBezTo>
                <a:cubicBezTo>
                  <a:pt x="1231" y="2073"/>
                  <a:pt x="1235" y="2071"/>
                  <a:pt x="1235" y="2064"/>
                </a:cubicBezTo>
                <a:cubicBezTo>
                  <a:pt x="1253" y="2040"/>
                  <a:pt x="1251" y="2034"/>
                  <a:pt x="1256" y="2036"/>
                </a:cubicBezTo>
                <a:cubicBezTo>
                  <a:pt x="1278" y="2002"/>
                  <a:pt x="1278" y="1999"/>
                  <a:pt x="1278" y="1996"/>
                </a:cubicBezTo>
                <a:cubicBezTo>
                  <a:pt x="1296" y="1974"/>
                  <a:pt x="1297" y="1970"/>
                  <a:pt x="1302" y="1968"/>
                </a:cubicBezTo>
                <a:cubicBezTo>
                  <a:pt x="1332" y="1928"/>
                  <a:pt x="1337" y="1926"/>
                  <a:pt x="1337" y="1920"/>
                </a:cubicBezTo>
                <a:cubicBezTo>
                  <a:pt x="1372" y="1885"/>
                  <a:pt x="1376" y="1881"/>
                  <a:pt x="1378" y="1876"/>
                </a:cubicBezTo>
                <a:cubicBezTo>
                  <a:pt x="1404" y="1854"/>
                  <a:pt x="1402" y="1849"/>
                  <a:pt x="1407" y="1850"/>
                </a:cubicBezTo>
                <a:cubicBezTo>
                  <a:pt x="1438" y="1821"/>
                  <a:pt x="1440" y="1819"/>
                  <a:pt x="1439" y="1815"/>
                </a:cubicBezTo>
                <a:cubicBezTo>
                  <a:pt x="1465" y="1793"/>
                  <a:pt x="1467" y="1780"/>
                  <a:pt x="1479" y="1776"/>
                </a:cubicBezTo>
                <a:cubicBezTo>
                  <a:pt x="1501" y="1736"/>
                  <a:pt x="1500" y="1733"/>
                  <a:pt x="1503" y="1732"/>
                </a:cubicBezTo>
                <a:cubicBezTo>
                  <a:pt x="1484" y="1757"/>
                  <a:pt x="1476" y="1761"/>
                  <a:pt x="1474" y="1772"/>
                </a:cubicBezTo>
                <a:cubicBezTo>
                  <a:pt x="1452" y="1794"/>
                  <a:pt x="1452" y="1796"/>
                  <a:pt x="1448" y="1796"/>
                </a:cubicBezTo>
                <a:cubicBezTo>
                  <a:pt x="1431" y="1818"/>
                  <a:pt x="1426" y="1820"/>
                  <a:pt x="1422" y="1822"/>
                </a:cubicBezTo>
                <a:cubicBezTo>
                  <a:pt x="1399" y="1848"/>
                  <a:pt x="1393" y="1849"/>
                  <a:pt x="1389" y="1852"/>
                </a:cubicBezTo>
                <a:cubicBezTo>
                  <a:pt x="1370" y="1874"/>
                  <a:pt x="1368" y="1876"/>
                  <a:pt x="1365" y="1879"/>
                </a:cubicBezTo>
                <a:cubicBezTo>
                  <a:pt x="1352" y="1896"/>
                  <a:pt x="1346" y="1894"/>
                  <a:pt x="1348" y="1900"/>
                </a:cubicBezTo>
                <a:cubicBezTo>
                  <a:pt x="1328" y="1926"/>
                  <a:pt x="1317" y="1924"/>
                  <a:pt x="1317" y="1933"/>
                </a:cubicBezTo>
                <a:cubicBezTo>
                  <a:pt x="1282" y="1982"/>
                  <a:pt x="1277" y="1986"/>
                  <a:pt x="1272" y="1990"/>
                </a:cubicBezTo>
                <a:cubicBezTo>
                  <a:pt x="1260" y="2009"/>
                  <a:pt x="1259" y="2012"/>
                  <a:pt x="1259" y="2016"/>
                </a:cubicBezTo>
                <a:cubicBezTo>
                  <a:pt x="1227" y="2056"/>
                  <a:pt x="1228" y="2066"/>
                  <a:pt x="1221" y="2068"/>
                </a:cubicBezTo>
                <a:cubicBezTo>
                  <a:pt x="1213" y="2075"/>
                  <a:pt x="1217" y="2073"/>
                  <a:pt x="1219" y="2068"/>
                </a:cubicBezTo>
                <a:cubicBezTo>
                  <a:pt x="1238" y="2041"/>
                  <a:pt x="1236" y="2032"/>
                  <a:pt x="1239" y="2027"/>
                </a:cubicBezTo>
                <a:cubicBezTo>
                  <a:pt x="1264" y="1978"/>
                  <a:pt x="1273" y="1978"/>
                  <a:pt x="1274" y="1970"/>
                </a:cubicBezTo>
                <a:cubicBezTo>
                  <a:pt x="1319" y="1906"/>
                  <a:pt x="1329" y="1912"/>
                  <a:pt x="1326" y="1905"/>
                </a:cubicBezTo>
                <a:cubicBezTo>
                  <a:pt x="1347" y="1891"/>
                  <a:pt x="1335" y="1884"/>
                  <a:pt x="1341" y="1885"/>
                </a:cubicBezTo>
                <a:cubicBezTo>
                  <a:pt x="1371" y="1867"/>
                  <a:pt x="1360" y="1858"/>
                  <a:pt x="1365" y="1859"/>
                </a:cubicBezTo>
                <a:cubicBezTo>
                  <a:pt x="1388" y="1843"/>
                  <a:pt x="1391" y="1840"/>
                  <a:pt x="1392" y="1835"/>
                </a:cubicBezTo>
                <a:cubicBezTo>
                  <a:pt x="1413" y="1810"/>
                  <a:pt x="1424" y="1812"/>
                  <a:pt x="1424" y="1802"/>
                </a:cubicBezTo>
                <a:cubicBezTo>
                  <a:pt x="1434" y="1791"/>
                  <a:pt x="1439" y="1791"/>
                  <a:pt x="1439" y="1787"/>
                </a:cubicBezTo>
                <a:cubicBezTo>
                  <a:pt x="1465" y="1752"/>
                  <a:pt x="1463" y="1753"/>
                  <a:pt x="1461" y="1754"/>
                </a:cubicBezTo>
                <a:cubicBezTo>
                  <a:pt x="1440" y="1779"/>
                  <a:pt x="1432" y="1785"/>
                  <a:pt x="1429" y="1796"/>
                </a:cubicBezTo>
                <a:cubicBezTo>
                  <a:pt x="1407" y="1811"/>
                  <a:pt x="1408" y="1817"/>
                  <a:pt x="1402" y="1815"/>
                </a:cubicBezTo>
                <a:cubicBezTo>
                  <a:pt x="1380" y="1832"/>
                  <a:pt x="1382" y="1838"/>
                  <a:pt x="1378" y="1839"/>
                </a:cubicBezTo>
                <a:cubicBezTo>
                  <a:pt x="1326" y="1895"/>
                  <a:pt x="1317" y="1899"/>
                  <a:pt x="1313" y="1909"/>
                </a:cubicBezTo>
                <a:cubicBezTo>
                  <a:pt x="1270" y="1963"/>
                  <a:pt x="1262" y="1968"/>
                  <a:pt x="1259" y="1979"/>
                </a:cubicBezTo>
                <a:cubicBezTo>
                  <a:pt x="1234" y="2019"/>
                  <a:pt x="1235" y="2023"/>
                  <a:pt x="1230" y="2022"/>
                </a:cubicBezTo>
                <a:cubicBezTo>
                  <a:pt x="1217" y="2047"/>
                  <a:pt x="1216" y="2054"/>
                  <a:pt x="1213" y="2057"/>
                </a:cubicBezTo>
                <a:cubicBezTo>
                  <a:pt x="1203" y="2078"/>
                  <a:pt x="1196" y="2069"/>
                  <a:pt x="1195" y="2062"/>
                </a:cubicBezTo>
                <a:cubicBezTo>
                  <a:pt x="1212" y="2023"/>
                  <a:pt x="1212" y="2017"/>
                  <a:pt x="1217" y="2016"/>
                </a:cubicBezTo>
                <a:cubicBezTo>
                  <a:pt x="1225" y="1996"/>
                  <a:pt x="1229" y="1996"/>
                  <a:pt x="1230" y="1994"/>
                </a:cubicBezTo>
                <a:cubicBezTo>
                  <a:pt x="1246" y="1972"/>
                  <a:pt x="1245" y="1966"/>
                  <a:pt x="1248" y="1964"/>
                </a:cubicBezTo>
                <a:cubicBezTo>
                  <a:pt x="1289" y="1906"/>
                  <a:pt x="1295" y="1902"/>
                  <a:pt x="1298" y="1896"/>
                </a:cubicBezTo>
                <a:cubicBezTo>
                  <a:pt x="1307" y="1885"/>
                  <a:pt x="1311" y="1884"/>
                  <a:pt x="1313" y="1881"/>
                </a:cubicBezTo>
                <a:cubicBezTo>
                  <a:pt x="1330" y="1864"/>
                  <a:pt x="1332" y="1861"/>
                  <a:pt x="1337" y="1861"/>
                </a:cubicBezTo>
                <a:cubicBezTo>
                  <a:pt x="1366" y="1832"/>
                  <a:pt x="1372" y="1824"/>
                  <a:pt x="1381" y="1817"/>
                </a:cubicBezTo>
                <a:cubicBezTo>
                  <a:pt x="1402" y="1788"/>
                  <a:pt x="1410" y="1789"/>
                  <a:pt x="1411" y="1783"/>
                </a:cubicBezTo>
                <a:cubicBezTo>
                  <a:pt x="1435" y="1755"/>
                  <a:pt x="1442" y="1756"/>
                  <a:pt x="1444" y="1750"/>
                </a:cubicBezTo>
                <a:cubicBezTo>
                  <a:pt x="1487" y="1692"/>
                  <a:pt x="1498" y="1687"/>
                  <a:pt x="1501" y="1676"/>
                </a:cubicBezTo>
                <a:cubicBezTo>
                  <a:pt x="1513" y="1663"/>
                  <a:pt x="1510" y="1657"/>
                  <a:pt x="1514" y="1656"/>
                </a:cubicBezTo>
                <a:cubicBezTo>
                  <a:pt x="1531" y="1632"/>
                  <a:pt x="1531" y="1623"/>
                  <a:pt x="1535" y="1619"/>
                </a:cubicBezTo>
                <a:cubicBezTo>
                  <a:pt x="1560" y="1583"/>
                  <a:pt x="1561" y="1575"/>
                  <a:pt x="1564" y="1569"/>
                </a:cubicBezTo>
                <a:cubicBezTo>
                  <a:pt x="1579" y="1527"/>
                  <a:pt x="1580" y="1524"/>
                  <a:pt x="1579" y="1519"/>
                </a:cubicBezTo>
                <a:close/>
                <a:moveTo>
                  <a:pt x="1256" y="1826"/>
                </a:moveTo>
                <a:cubicBezTo>
                  <a:pt x="1260" y="1823"/>
                  <a:pt x="1263" y="1818"/>
                  <a:pt x="1265" y="1813"/>
                </a:cubicBezTo>
                <a:cubicBezTo>
                  <a:pt x="1271" y="1817"/>
                  <a:pt x="1260" y="1821"/>
                  <a:pt x="1261" y="1826"/>
                </a:cubicBezTo>
                <a:cubicBezTo>
                  <a:pt x="1257" y="1829"/>
                  <a:pt x="1256" y="1836"/>
                  <a:pt x="1252" y="1839"/>
                </a:cubicBezTo>
                <a:cubicBezTo>
                  <a:pt x="1246" y="1836"/>
                  <a:pt x="1257" y="1831"/>
                  <a:pt x="1256" y="1826"/>
                </a:cubicBezTo>
                <a:close/>
                <a:moveTo>
                  <a:pt x="1252" y="1704"/>
                </a:moveTo>
                <a:cubicBezTo>
                  <a:pt x="1254" y="1700"/>
                  <a:pt x="1254" y="1705"/>
                  <a:pt x="1254" y="1708"/>
                </a:cubicBezTo>
                <a:cubicBezTo>
                  <a:pt x="1252" y="1712"/>
                  <a:pt x="1252" y="1707"/>
                  <a:pt x="1252" y="1704"/>
                </a:cubicBezTo>
                <a:close/>
                <a:moveTo>
                  <a:pt x="1211" y="2088"/>
                </a:moveTo>
                <a:cubicBezTo>
                  <a:pt x="1212" y="2084"/>
                  <a:pt x="1214" y="2090"/>
                  <a:pt x="1211" y="2090"/>
                </a:cubicBezTo>
                <a:cubicBezTo>
                  <a:pt x="1211" y="2094"/>
                  <a:pt x="1208" y="2095"/>
                  <a:pt x="1208" y="2099"/>
                </a:cubicBezTo>
                <a:cubicBezTo>
                  <a:pt x="1203" y="2104"/>
                  <a:pt x="1209" y="2089"/>
                  <a:pt x="1211" y="2088"/>
                </a:cubicBezTo>
                <a:close/>
                <a:moveTo>
                  <a:pt x="1191" y="2116"/>
                </a:moveTo>
                <a:cubicBezTo>
                  <a:pt x="1185" y="2113"/>
                  <a:pt x="1191" y="2103"/>
                  <a:pt x="1193" y="2101"/>
                </a:cubicBezTo>
                <a:cubicBezTo>
                  <a:pt x="1199" y="2105"/>
                  <a:pt x="1188" y="2109"/>
                  <a:pt x="1191" y="2116"/>
                </a:cubicBezTo>
                <a:close/>
                <a:moveTo>
                  <a:pt x="1219" y="1916"/>
                </a:moveTo>
                <a:cubicBezTo>
                  <a:pt x="1225" y="1921"/>
                  <a:pt x="1218" y="1933"/>
                  <a:pt x="1217" y="1940"/>
                </a:cubicBezTo>
                <a:cubicBezTo>
                  <a:pt x="1212" y="1935"/>
                  <a:pt x="1222" y="1926"/>
                  <a:pt x="1219" y="1916"/>
                </a:cubicBezTo>
                <a:close/>
                <a:moveTo>
                  <a:pt x="1215" y="1883"/>
                </a:moveTo>
                <a:cubicBezTo>
                  <a:pt x="1223" y="1885"/>
                  <a:pt x="1215" y="1890"/>
                  <a:pt x="1217" y="1898"/>
                </a:cubicBezTo>
                <a:cubicBezTo>
                  <a:pt x="1212" y="1897"/>
                  <a:pt x="1216" y="1887"/>
                  <a:pt x="1215" y="1883"/>
                </a:cubicBezTo>
                <a:close/>
                <a:moveTo>
                  <a:pt x="1215" y="1953"/>
                </a:moveTo>
                <a:cubicBezTo>
                  <a:pt x="1225" y="1956"/>
                  <a:pt x="1210" y="1963"/>
                  <a:pt x="1213" y="1972"/>
                </a:cubicBezTo>
                <a:cubicBezTo>
                  <a:pt x="1205" y="1966"/>
                  <a:pt x="1218" y="1962"/>
                  <a:pt x="1215" y="1953"/>
                </a:cubicBezTo>
                <a:close/>
                <a:moveTo>
                  <a:pt x="1503" y="1667"/>
                </a:moveTo>
                <a:cubicBezTo>
                  <a:pt x="1497" y="1666"/>
                  <a:pt x="1501" y="1675"/>
                  <a:pt x="1496" y="1676"/>
                </a:cubicBezTo>
                <a:cubicBezTo>
                  <a:pt x="1479" y="1700"/>
                  <a:pt x="1478" y="1701"/>
                  <a:pt x="1477" y="1702"/>
                </a:cubicBezTo>
                <a:cubicBezTo>
                  <a:pt x="1453" y="1729"/>
                  <a:pt x="1455" y="1737"/>
                  <a:pt x="1448" y="1735"/>
                </a:cubicBezTo>
                <a:cubicBezTo>
                  <a:pt x="1421" y="1763"/>
                  <a:pt x="1414" y="1767"/>
                  <a:pt x="1411" y="1774"/>
                </a:cubicBezTo>
                <a:cubicBezTo>
                  <a:pt x="1382" y="1802"/>
                  <a:pt x="1374" y="1808"/>
                  <a:pt x="1370" y="1817"/>
                </a:cubicBezTo>
                <a:cubicBezTo>
                  <a:pt x="1349" y="1831"/>
                  <a:pt x="1347" y="1837"/>
                  <a:pt x="1344" y="1841"/>
                </a:cubicBezTo>
                <a:cubicBezTo>
                  <a:pt x="1317" y="1866"/>
                  <a:pt x="1313" y="1866"/>
                  <a:pt x="1311" y="1870"/>
                </a:cubicBezTo>
                <a:cubicBezTo>
                  <a:pt x="1280" y="1911"/>
                  <a:pt x="1267" y="1911"/>
                  <a:pt x="1267" y="1924"/>
                </a:cubicBezTo>
                <a:cubicBezTo>
                  <a:pt x="1224" y="1976"/>
                  <a:pt x="1220" y="1998"/>
                  <a:pt x="1206" y="2012"/>
                </a:cubicBezTo>
                <a:cubicBezTo>
                  <a:pt x="1215" y="1984"/>
                  <a:pt x="1215" y="1976"/>
                  <a:pt x="1221" y="1974"/>
                </a:cubicBezTo>
                <a:cubicBezTo>
                  <a:pt x="1251" y="1919"/>
                  <a:pt x="1250" y="1913"/>
                  <a:pt x="1254" y="1911"/>
                </a:cubicBezTo>
                <a:cubicBezTo>
                  <a:pt x="1282" y="1880"/>
                  <a:pt x="1282" y="1869"/>
                  <a:pt x="1289" y="1865"/>
                </a:cubicBezTo>
                <a:cubicBezTo>
                  <a:pt x="1309" y="1844"/>
                  <a:pt x="1311" y="1835"/>
                  <a:pt x="1320" y="1833"/>
                </a:cubicBezTo>
                <a:cubicBezTo>
                  <a:pt x="1356" y="1793"/>
                  <a:pt x="1359" y="1786"/>
                  <a:pt x="1365" y="1783"/>
                </a:cubicBezTo>
                <a:cubicBezTo>
                  <a:pt x="1384" y="1765"/>
                  <a:pt x="1385" y="1763"/>
                  <a:pt x="1387" y="1763"/>
                </a:cubicBezTo>
                <a:cubicBezTo>
                  <a:pt x="1411" y="1742"/>
                  <a:pt x="1423" y="1733"/>
                  <a:pt x="1435" y="1724"/>
                </a:cubicBezTo>
                <a:cubicBezTo>
                  <a:pt x="1481" y="1684"/>
                  <a:pt x="1482" y="1680"/>
                  <a:pt x="1485" y="1678"/>
                </a:cubicBezTo>
                <a:cubicBezTo>
                  <a:pt x="1501" y="1660"/>
                  <a:pt x="1504" y="1659"/>
                  <a:pt x="1505" y="1656"/>
                </a:cubicBezTo>
                <a:close/>
                <a:moveTo>
                  <a:pt x="3827" y="1689"/>
                </a:moveTo>
                <a:cubicBezTo>
                  <a:pt x="3822" y="1681"/>
                  <a:pt x="3815" y="1679"/>
                  <a:pt x="3810" y="1674"/>
                </a:cubicBezTo>
                <a:cubicBezTo>
                  <a:pt x="3786" y="1654"/>
                  <a:pt x="3779" y="1651"/>
                  <a:pt x="3773" y="1648"/>
                </a:cubicBezTo>
                <a:cubicBezTo>
                  <a:pt x="3732" y="1620"/>
                  <a:pt x="3724" y="1621"/>
                  <a:pt x="3718" y="1614"/>
                </a:cubicBezTo>
                <a:cubicBezTo>
                  <a:pt x="3671" y="1584"/>
                  <a:pt x="3666" y="1588"/>
                  <a:pt x="3664" y="1582"/>
                </a:cubicBezTo>
                <a:cubicBezTo>
                  <a:pt x="3623" y="1550"/>
                  <a:pt x="3616" y="1549"/>
                  <a:pt x="3611" y="1541"/>
                </a:cubicBezTo>
                <a:cubicBezTo>
                  <a:pt x="3587" y="1524"/>
                  <a:pt x="3582" y="1515"/>
                  <a:pt x="3576" y="1512"/>
                </a:cubicBezTo>
                <a:cubicBezTo>
                  <a:pt x="3523" y="1447"/>
                  <a:pt x="3522" y="1437"/>
                  <a:pt x="3517" y="1439"/>
                </a:cubicBezTo>
                <a:cubicBezTo>
                  <a:pt x="3524" y="1435"/>
                  <a:pt x="3522" y="1438"/>
                  <a:pt x="3523" y="1439"/>
                </a:cubicBezTo>
                <a:cubicBezTo>
                  <a:pt x="3560" y="1475"/>
                  <a:pt x="3574" y="1484"/>
                  <a:pt x="3586" y="1501"/>
                </a:cubicBezTo>
                <a:cubicBezTo>
                  <a:pt x="3613" y="1523"/>
                  <a:pt x="3622" y="1521"/>
                  <a:pt x="3628" y="1532"/>
                </a:cubicBezTo>
                <a:cubicBezTo>
                  <a:pt x="3674" y="1562"/>
                  <a:pt x="3677" y="1565"/>
                  <a:pt x="3680" y="1570"/>
                </a:cubicBezTo>
                <a:cubicBezTo>
                  <a:pt x="3722" y="1587"/>
                  <a:pt x="3728" y="1593"/>
                  <a:pt x="3735" y="1596"/>
                </a:cubicBezTo>
                <a:cubicBezTo>
                  <a:pt x="3754" y="1599"/>
                  <a:pt x="3748" y="1599"/>
                  <a:pt x="3743" y="1594"/>
                </a:cubicBezTo>
                <a:cubicBezTo>
                  <a:pt x="3713" y="1575"/>
                  <a:pt x="3700" y="1574"/>
                  <a:pt x="3689" y="1562"/>
                </a:cubicBezTo>
                <a:cubicBezTo>
                  <a:pt x="3660" y="1547"/>
                  <a:pt x="3659" y="1539"/>
                  <a:pt x="3655" y="1541"/>
                </a:cubicBezTo>
                <a:cubicBezTo>
                  <a:pt x="3598" y="1497"/>
                  <a:pt x="3575" y="1479"/>
                  <a:pt x="3555" y="1453"/>
                </a:cubicBezTo>
                <a:cubicBezTo>
                  <a:pt x="3519" y="1416"/>
                  <a:pt x="3508" y="1416"/>
                  <a:pt x="3510" y="1407"/>
                </a:cubicBezTo>
                <a:cubicBezTo>
                  <a:pt x="3541" y="1429"/>
                  <a:pt x="3552" y="1443"/>
                  <a:pt x="3564" y="1453"/>
                </a:cubicBezTo>
                <a:cubicBezTo>
                  <a:pt x="3613" y="1486"/>
                  <a:pt x="3622" y="1505"/>
                  <a:pt x="3636" y="1508"/>
                </a:cubicBezTo>
                <a:cubicBezTo>
                  <a:pt x="3682" y="1535"/>
                  <a:pt x="3689" y="1542"/>
                  <a:pt x="3697" y="1547"/>
                </a:cubicBezTo>
                <a:cubicBezTo>
                  <a:pt x="3728" y="1568"/>
                  <a:pt x="3739" y="1569"/>
                  <a:pt x="3747" y="1578"/>
                </a:cubicBezTo>
                <a:cubicBezTo>
                  <a:pt x="3766" y="1589"/>
                  <a:pt x="3770" y="1596"/>
                  <a:pt x="3776" y="1595"/>
                </a:cubicBezTo>
                <a:cubicBezTo>
                  <a:pt x="3808" y="1618"/>
                  <a:pt x="3811" y="1625"/>
                  <a:pt x="3817" y="1623"/>
                </a:cubicBezTo>
                <a:cubicBezTo>
                  <a:pt x="3788" y="1599"/>
                  <a:pt x="3783" y="1590"/>
                  <a:pt x="3775" y="1589"/>
                </a:cubicBezTo>
                <a:cubicBezTo>
                  <a:pt x="3744" y="1565"/>
                  <a:pt x="3731" y="1560"/>
                  <a:pt x="3719" y="1548"/>
                </a:cubicBezTo>
                <a:cubicBezTo>
                  <a:pt x="3674" y="1518"/>
                  <a:pt x="3666" y="1521"/>
                  <a:pt x="3661" y="1513"/>
                </a:cubicBezTo>
                <a:cubicBezTo>
                  <a:pt x="3629" y="1493"/>
                  <a:pt x="3626" y="1488"/>
                  <a:pt x="3622" y="1488"/>
                </a:cubicBezTo>
                <a:cubicBezTo>
                  <a:pt x="3554" y="1431"/>
                  <a:pt x="3542" y="1419"/>
                  <a:pt x="3528" y="1411"/>
                </a:cubicBezTo>
                <a:cubicBezTo>
                  <a:pt x="3491" y="1368"/>
                  <a:pt x="3481" y="1362"/>
                  <a:pt x="3472" y="1350"/>
                </a:cubicBezTo>
                <a:cubicBezTo>
                  <a:pt x="3499" y="1360"/>
                  <a:pt x="3503" y="1368"/>
                  <a:pt x="3508" y="1370"/>
                </a:cubicBezTo>
                <a:cubicBezTo>
                  <a:pt x="3531" y="1391"/>
                  <a:pt x="3535" y="1392"/>
                  <a:pt x="3533" y="1395"/>
                </a:cubicBezTo>
                <a:cubicBezTo>
                  <a:pt x="3580" y="1434"/>
                  <a:pt x="3590" y="1438"/>
                  <a:pt x="3599" y="1447"/>
                </a:cubicBezTo>
                <a:cubicBezTo>
                  <a:pt x="3636" y="1472"/>
                  <a:pt x="3644" y="1476"/>
                  <a:pt x="3652" y="1483"/>
                </a:cubicBezTo>
                <a:cubicBezTo>
                  <a:pt x="3673" y="1489"/>
                  <a:pt x="3674" y="1496"/>
                  <a:pt x="3678" y="1495"/>
                </a:cubicBezTo>
                <a:cubicBezTo>
                  <a:pt x="3737" y="1528"/>
                  <a:pt x="3745" y="1534"/>
                  <a:pt x="3753" y="1536"/>
                </a:cubicBezTo>
                <a:cubicBezTo>
                  <a:pt x="3787" y="1557"/>
                  <a:pt x="3796" y="1562"/>
                  <a:pt x="3804" y="1568"/>
                </a:cubicBezTo>
                <a:cubicBezTo>
                  <a:pt x="3805" y="1561"/>
                  <a:pt x="3799" y="1556"/>
                  <a:pt x="3793" y="1552"/>
                </a:cubicBezTo>
                <a:cubicBezTo>
                  <a:pt x="3745" y="1525"/>
                  <a:pt x="3740" y="1519"/>
                  <a:pt x="3732" y="1518"/>
                </a:cubicBezTo>
                <a:cubicBezTo>
                  <a:pt x="3691" y="1496"/>
                  <a:pt x="3691" y="1492"/>
                  <a:pt x="3689" y="1491"/>
                </a:cubicBezTo>
                <a:cubicBezTo>
                  <a:pt x="3666" y="1478"/>
                  <a:pt x="3659" y="1477"/>
                  <a:pt x="3653" y="1471"/>
                </a:cubicBezTo>
                <a:cubicBezTo>
                  <a:pt x="3589" y="1424"/>
                  <a:pt x="3582" y="1422"/>
                  <a:pt x="3576" y="1417"/>
                </a:cubicBezTo>
                <a:cubicBezTo>
                  <a:pt x="3512" y="1356"/>
                  <a:pt x="3504" y="1353"/>
                  <a:pt x="3497" y="1347"/>
                </a:cubicBezTo>
                <a:cubicBezTo>
                  <a:pt x="3434" y="1269"/>
                  <a:pt x="3431" y="1265"/>
                  <a:pt x="3432" y="1261"/>
                </a:cubicBezTo>
                <a:cubicBezTo>
                  <a:pt x="3490" y="1320"/>
                  <a:pt x="3493" y="1321"/>
                  <a:pt x="3496" y="1320"/>
                </a:cubicBezTo>
                <a:cubicBezTo>
                  <a:pt x="3526" y="1349"/>
                  <a:pt x="3531" y="1358"/>
                  <a:pt x="3536" y="1362"/>
                </a:cubicBezTo>
                <a:cubicBezTo>
                  <a:pt x="3574" y="1397"/>
                  <a:pt x="3581" y="1398"/>
                  <a:pt x="3586" y="1405"/>
                </a:cubicBezTo>
                <a:cubicBezTo>
                  <a:pt x="3640" y="1440"/>
                  <a:pt x="3643" y="1443"/>
                  <a:pt x="3645" y="1448"/>
                </a:cubicBezTo>
                <a:cubicBezTo>
                  <a:pt x="3673" y="1473"/>
                  <a:pt x="3678" y="1469"/>
                  <a:pt x="3681" y="1471"/>
                </a:cubicBezTo>
                <a:cubicBezTo>
                  <a:pt x="3713" y="1487"/>
                  <a:pt x="3716" y="1501"/>
                  <a:pt x="3724" y="1499"/>
                </a:cubicBezTo>
                <a:cubicBezTo>
                  <a:pt x="3772" y="1524"/>
                  <a:pt x="3783" y="1533"/>
                  <a:pt x="3796" y="1534"/>
                </a:cubicBezTo>
                <a:cubicBezTo>
                  <a:pt x="3807" y="1534"/>
                  <a:pt x="3800" y="1533"/>
                  <a:pt x="3794" y="1527"/>
                </a:cubicBezTo>
                <a:cubicBezTo>
                  <a:pt x="3760" y="1515"/>
                  <a:pt x="3759" y="1505"/>
                  <a:pt x="3754" y="1509"/>
                </a:cubicBezTo>
                <a:cubicBezTo>
                  <a:pt x="3728" y="1498"/>
                  <a:pt x="3734" y="1492"/>
                  <a:pt x="3729" y="1493"/>
                </a:cubicBezTo>
                <a:cubicBezTo>
                  <a:pt x="3697" y="1467"/>
                  <a:pt x="3690" y="1476"/>
                  <a:pt x="3689" y="1467"/>
                </a:cubicBezTo>
                <a:cubicBezTo>
                  <a:pt x="3648" y="1438"/>
                  <a:pt x="3643" y="1437"/>
                  <a:pt x="3640" y="1429"/>
                </a:cubicBezTo>
                <a:cubicBezTo>
                  <a:pt x="3565" y="1379"/>
                  <a:pt x="3562" y="1371"/>
                  <a:pt x="3557" y="1370"/>
                </a:cubicBezTo>
                <a:cubicBezTo>
                  <a:pt x="3508" y="1322"/>
                  <a:pt x="3500" y="1312"/>
                  <a:pt x="3492" y="1303"/>
                </a:cubicBezTo>
                <a:cubicBezTo>
                  <a:pt x="3476" y="1289"/>
                  <a:pt x="3465" y="1285"/>
                  <a:pt x="3469" y="1278"/>
                </a:cubicBezTo>
                <a:cubicBezTo>
                  <a:pt x="3519" y="1313"/>
                  <a:pt x="3521" y="1321"/>
                  <a:pt x="3525" y="1319"/>
                </a:cubicBezTo>
                <a:cubicBezTo>
                  <a:pt x="3556" y="1344"/>
                  <a:pt x="3559" y="1347"/>
                  <a:pt x="3563" y="1347"/>
                </a:cubicBezTo>
                <a:cubicBezTo>
                  <a:pt x="3609" y="1374"/>
                  <a:pt x="3615" y="1384"/>
                  <a:pt x="3623" y="1384"/>
                </a:cubicBezTo>
                <a:cubicBezTo>
                  <a:pt x="3668" y="1413"/>
                  <a:pt x="3673" y="1420"/>
                  <a:pt x="3680" y="1422"/>
                </a:cubicBezTo>
                <a:cubicBezTo>
                  <a:pt x="3706" y="1438"/>
                  <a:pt x="3712" y="1443"/>
                  <a:pt x="3720" y="1444"/>
                </a:cubicBezTo>
                <a:cubicBezTo>
                  <a:pt x="3762" y="1470"/>
                  <a:pt x="3764" y="1478"/>
                  <a:pt x="3768" y="1476"/>
                </a:cubicBezTo>
                <a:cubicBezTo>
                  <a:pt x="3762" y="1471"/>
                  <a:pt x="3759" y="1466"/>
                  <a:pt x="3757" y="1461"/>
                </a:cubicBezTo>
                <a:cubicBezTo>
                  <a:pt x="3697" y="1429"/>
                  <a:pt x="3695" y="1419"/>
                  <a:pt x="3689" y="1420"/>
                </a:cubicBezTo>
                <a:cubicBezTo>
                  <a:pt x="3648" y="1395"/>
                  <a:pt x="3648" y="1394"/>
                  <a:pt x="3647" y="1392"/>
                </a:cubicBezTo>
                <a:cubicBezTo>
                  <a:pt x="3623" y="1371"/>
                  <a:pt x="3617" y="1377"/>
                  <a:pt x="3614" y="1370"/>
                </a:cubicBezTo>
                <a:cubicBezTo>
                  <a:pt x="3570" y="1344"/>
                  <a:pt x="3576" y="1338"/>
                  <a:pt x="3568" y="1342"/>
                </a:cubicBezTo>
                <a:cubicBezTo>
                  <a:pt x="3511" y="1303"/>
                  <a:pt x="3501" y="1291"/>
                  <a:pt x="3490" y="1285"/>
                </a:cubicBezTo>
                <a:cubicBezTo>
                  <a:pt x="3458" y="1254"/>
                  <a:pt x="3448" y="1254"/>
                  <a:pt x="3445" y="1245"/>
                </a:cubicBezTo>
                <a:cubicBezTo>
                  <a:pt x="3425" y="1230"/>
                  <a:pt x="3423" y="1227"/>
                  <a:pt x="3420" y="1226"/>
                </a:cubicBezTo>
                <a:cubicBezTo>
                  <a:pt x="3406" y="1202"/>
                  <a:pt x="3396" y="1204"/>
                  <a:pt x="3402" y="1199"/>
                </a:cubicBezTo>
                <a:cubicBezTo>
                  <a:pt x="3488" y="1263"/>
                  <a:pt x="3502" y="1269"/>
                  <a:pt x="3515" y="1276"/>
                </a:cubicBezTo>
                <a:cubicBezTo>
                  <a:pt x="3590" y="1319"/>
                  <a:pt x="3598" y="1326"/>
                  <a:pt x="3608" y="1330"/>
                </a:cubicBezTo>
                <a:cubicBezTo>
                  <a:pt x="3652" y="1363"/>
                  <a:pt x="3658" y="1360"/>
                  <a:pt x="3662" y="1367"/>
                </a:cubicBezTo>
                <a:cubicBezTo>
                  <a:pt x="3696" y="1396"/>
                  <a:pt x="3705" y="1402"/>
                  <a:pt x="3712" y="1412"/>
                </a:cubicBezTo>
                <a:cubicBezTo>
                  <a:pt x="3742" y="1439"/>
                  <a:pt x="3745" y="1445"/>
                  <a:pt x="3750" y="1448"/>
                </a:cubicBezTo>
                <a:cubicBezTo>
                  <a:pt x="3710" y="1400"/>
                  <a:pt x="3696" y="1387"/>
                  <a:pt x="3682" y="1372"/>
                </a:cubicBezTo>
                <a:cubicBezTo>
                  <a:pt x="3635" y="1319"/>
                  <a:pt x="3632" y="1314"/>
                  <a:pt x="3628" y="1313"/>
                </a:cubicBezTo>
                <a:cubicBezTo>
                  <a:pt x="3572" y="1267"/>
                  <a:pt x="3545" y="1249"/>
                  <a:pt x="3518" y="1230"/>
                </a:cubicBezTo>
                <a:cubicBezTo>
                  <a:pt x="3473" y="1209"/>
                  <a:pt x="3472" y="1198"/>
                  <a:pt x="3467" y="1203"/>
                </a:cubicBezTo>
                <a:cubicBezTo>
                  <a:pt x="3428" y="1181"/>
                  <a:pt x="3422" y="1174"/>
                  <a:pt x="3414" y="1173"/>
                </a:cubicBezTo>
                <a:cubicBezTo>
                  <a:pt x="3381" y="1146"/>
                  <a:pt x="3367" y="1135"/>
                  <a:pt x="3354" y="1125"/>
                </a:cubicBezTo>
                <a:cubicBezTo>
                  <a:pt x="3351" y="1113"/>
                  <a:pt x="3364" y="1118"/>
                  <a:pt x="3374" y="1127"/>
                </a:cubicBezTo>
                <a:cubicBezTo>
                  <a:pt x="3446" y="1170"/>
                  <a:pt x="3448" y="1171"/>
                  <a:pt x="3451" y="1170"/>
                </a:cubicBezTo>
                <a:cubicBezTo>
                  <a:pt x="3483" y="1191"/>
                  <a:pt x="3489" y="1192"/>
                  <a:pt x="3495" y="1195"/>
                </a:cubicBezTo>
                <a:cubicBezTo>
                  <a:pt x="3535" y="1210"/>
                  <a:pt x="3536" y="1218"/>
                  <a:pt x="3540" y="1215"/>
                </a:cubicBezTo>
                <a:cubicBezTo>
                  <a:pt x="3559" y="1230"/>
                  <a:pt x="3565" y="1220"/>
                  <a:pt x="3566" y="1228"/>
                </a:cubicBezTo>
                <a:cubicBezTo>
                  <a:pt x="3619" y="1240"/>
                  <a:pt x="3611" y="1246"/>
                  <a:pt x="3606" y="1241"/>
                </a:cubicBezTo>
                <a:cubicBezTo>
                  <a:pt x="3548" y="1214"/>
                  <a:pt x="3543" y="1208"/>
                  <a:pt x="3536" y="1209"/>
                </a:cubicBezTo>
                <a:cubicBezTo>
                  <a:pt x="3471" y="1175"/>
                  <a:pt x="3461" y="1165"/>
                  <a:pt x="3449" y="1161"/>
                </a:cubicBezTo>
                <a:cubicBezTo>
                  <a:pt x="3408" y="1139"/>
                  <a:pt x="3402" y="1137"/>
                  <a:pt x="3398" y="1130"/>
                </a:cubicBezTo>
                <a:cubicBezTo>
                  <a:pt x="3340" y="1089"/>
                  <a:pt x="3334" y="1084"/>
                  <a:pt x="3327" y="1077"/>
                </a:cubicBezTo>
                <a:cubicBezTo>
                  <a:pt x="3317" y="1064"/>
                  <a:pt x="3323" y="1067"/>
                  <a:pt x="3328" y="1074"/>
                </a:cubicBezTo>
                <a:cubicBezTo>
                  <a:pt x="3358" y="1090"/>
                  <a:pt x="3360" y="1098"/>
                  <a:pt x="3363" y="1098"/>
                </a:cubicBezTo>
                <a:cubicBezTo>
                  <a:pt x="3425" y="1134"/>
                  <a:pt x="3432" y="1139"/>
                  <a:pt x="3438" y="1142"/>
                </a:cubicBezTo>
                <a:cubicBezTo>
                  <a:pt x="3460" y="1158"/>
                  <a:pt x="3463" y="1159"/>
                  <a:pt x="3468" y="1156"/>
                </a:cubicBezTo>
                <a:cubicBezTo>
                  <a:pt x="3511" y="1180"/>
                  <a:pt x="3525" y="1185"/>
                  <a:pt x="3538" y="1192"/>
                </a:cubicBezTo>
                <a:cubicBezTo>
                  <a:pt x="3604" y="1225"/>
                  <a:pt x="3609" y="1234"/>
                  <a:pt x="3616" y="1235"/>
                </a:cubicBezTo>
                <a:cubicBezTo>
                  <a:pt x="3641" y="1254"/>
                  <a:pt x="3647" y="1261"/>
                  <a:pt x="3653" y="1266"/>
                </a:cubicBezTo>
                <a:cubicBezTo>
                  <a:pt x="3677" y="1288"/>
                  <a:pt x="3684" y="1291"/>
                  <a:pt x="3690" y="1296"/>
                </a:cubicBezTo>
                <a:cubicBezTo>
                  <a:pt x="3703" y="1302"/>
                  <a:pt x="3693" y="1298"/>
                  <a:pt x="3684" y="1286"/>
                </a:cubicBezTo>
                <a:cubicBezTo>
                  <a:pt x="3660" y="1267"/>
                  <a:pt x="3659" y="1260"/>
                  <a:pt x="3656" y="1261"/>
                </a:cubicBezTo>
                <a:cubicBezTo>
                  <a:pt x="3619" y="1228"/>
                  <a:pt x="3616" y="1229"/>
                  <a:pt x="3614" y="1225"/>
                </a:cubicBezTo>
                <a:cubicBezTo>
                  <a:pt x="3594" y="1204"/>
                  <a:pt x="3591" y="1205"/>
                  <a:pt x="3589" y="1201"/>
                </a:cubicBezTo>
                <a:cubicBezTo>
                  <a:pt x="3566" y="1181"/>
                  <a:pt x="3564" y="1176"/>
                  <a:pt x="3562" y="1173"/>
                </a:cubicBezTo>
                <a:cubicBezTo>
                  <a:pt x="3525" y="1143"/>
                  <a:pt x="3523" y="1142"/>
                  <a:pt x="3522" y="1141"/>
                </a:cubicBezTo>
                <a:cubicBezTo>
                  <a:pt x="3496" y="1126"/>
                  <a:pt x="3491" y="1125"/>
                  <a:pt x="3488" y="1120"/>
                </a:cubicBezTo>
                <a:cubicBezTo>
                  <a:pt x="3448" y="1095"/>
                  <a:pt x="3439" y="1087"/>
                  <a:pt x="3428" y="1082"/>
                </a:cubicBezTo>
                <a:cubicBezTo>
                  <a:pt x="3403" y="1070"/>
                  <a:pt x="3402" y="1063"/>
                  <a:pt x="3399" y="1064"/>
                </a:cubicBezTo>
                <a:cubicBezTo>
                  <a:pt x="3332" y="1024"/>
                  <a:pt x="3325" y="1028"/>
                  <a:pt x="3322" y="1020"/>
                </a:cubicBezTo>
                <a:cubicBezTo>
                  <a:pt x="3297" y="1005"/>
                  <a:pt x="3295" y="1003"/>
                  <a:pt x="3292" y="1002"/>
                </a:cubicBezTo>
                <a:cubicBezTo>
                  <a:pt x="3260" y="981"/>
                  <a:pt x="3258" y="977"/>
                  <a:pt x="3255" y="976"/>
                </a:cubicBezTo>
                <a:cubicBezTo>
                  <a:pt x="3231" y="953"/>
                  <a:pt x="3229" y="949"/>
                  <a:pt x="3227" y="946"/>
                </a:cubicBezTo>
                <a:cubicBezTo>
                  <a:pt x="3264" y="965"/>
                  <a:pt x="3274" y="976"/>
                  <a:pt x="3286" y="981"/>
                </a:cubicBezTo>
                <a:cubicBezTo>
                  <a:pt x="3328" y="1007"/>
                  <a:pt x="3340" y="1010"/>
                  <a:pt x="3351" y="1014"/>
                </a:cubicBezTo>
                <a:cubicBezTo>
                  <a:pt x="3379" y="1029"/>
                  <a:pt x="3382" y="1034"/>
                  <a:pt x="3385" y="1036"/>
                </a:cubicBezTo>
                <a:cubicBezTo>
                  <a:pt x="3416" y="1052"/>
                  <a:pt x="3425" y="1050"/>
                  <a:pt x="3431" y="1059"/>
                </a:cubicBezTo>
                <a:cubicBezTo>
                  <a:pt x="3502" y="1097"/>
                  <a:pt x="3503" y="1108"/>
                  <a:pt x="3507" y="1106"/>
                </a:cubicBezTo>
                <a:cubicBezTo>
                  <a:pt x="3543" y="1136"/>
                  <a:pt x="3545" y="1138"/>
                  <a:pt x="3548" y="1140"/>
                </a:cubicBezTo>
                <a:cubicBezTo>
                  <a:pt x="3574" y="1156"/>
                  <a:pt x="3573" y="1153"/>
                  <a:pt x="3571" y="1154"/>
                </a:cubicBezTo>
                <a:cubicBezTo>
                  <a:pt x="3558" y="1134"/>
                  <a:pt x="3548" y="1133"/>
                  <a:pt x="3546" y="1130"/>
                </a:cubicBezTo>
                <a:cubicBezTo>
                  <a:pt x="3518" y="1109"/>
                  <a:pt x="3511" y="1099"/>
                  <a:pt x="3503" y="1094"/>
                </a:cubicBezTo>
                <a:cubicBezTo>
                  <a:pt x="3453" y="1053"/>
                  <a:pt x="3451" y="1043"/>
                  <a:pt x="3445" y="1045"/>
                </a:cubicBezTo>
                <a:cubicBezTo>
                  <a:pt x="3417" y="1024"/>
                  <a:pt x="3413" y="1021"/>
                  <a:pt x="3410" y="1016"/>
                </a:cubicBezTo>
                <a:cubicBezTo>
                  <a:pt x="3358" y="980"/>
                  <a:pt x="3354" y="981"/>
                  <a:pt x="3351" y="976"/>
                </a:cubicBezTo>
                <a:cubicBezTo>
                  <a:pt x="3337" y="968"/>
                  <a:pt x="3333" y="968"/>
                  <a:pt x="3329" y="967"/>
                </a:cubicBezTo>
                <a:cubicBezTo>
                  <a:pt x="3294" y="946"/>
                  <a:pt x="3290" y="949"/>
                  <a:pt x="3288" y="941"/>
                </a:cubicBezTo>
                <a:cubicBezTo>
                  <a:pt x="3241" y="919"/>
                  <a:pt x="3237" y="920"/>
                  <a:pt x="3234" y="915"/>
                </a:cubicBezTo>
                <a:cubicBezTo>
                  <a:pt x="3205" y="900"/>
                  <a:pt x="3200" y="898"/>
                  <a:pt x="3195" y="899"/>
                </a:cubicBezTo>
                <a:cubicBezTo>
                  <a:pt x="3175" y="884"/>
                  <a:pt x="3172" y="884"/>
                  <a:pt x="3170" y="883"/>
                </a:cubicBezTo>
                <a:cubicBezTo>
                  <a:pt x="3195" y="875"/>
                  <a:pt x="3199" y="875"/>
                  <a:pt x="3203" y="875"/>
                </a:cubicBezTo>
                <a:cubicBezTo>
                  <a:pt x="3240" y="895"/>
                  <a:pt x="3246" y="887"/>
                  <a:pt x="3249" y="893"/>
                </a:cubicBezTo>
                <a:cubicBezTo>
                  <a:pt x="3288" y="904"/>
                  <a:pt x="3290" y="912"/>
                  <a:pt x="3294" y="910"/>
                </a:cubicBezTo>
                <a:cubicBezTo>
                  <a:pt x="3330" y="928"/>
                  <a:pt x="3331" y="930"/>
                  <a:pt x="3333" y="929"/>
                </a:cubicBezTo>
                <a:cubicBezTo>
                  <a:pt x="3357" y="941"/>
                  <a:pt x="3364" y="949"/>
                  <a:pt x="3372" y="951"/>
                </a:cubicBezTo>
                <a:cubicBezTo>
                  <a:pt x="3408" y="970"/>
                  <a:pt x="3410" y="979"/>
                  <a:pt x="3414" y="981"/>
                </a:cubicBezTo>
                <a:cubicBezTo>
                  <a:pt x="3449" y="1003"/>
                  <a:pt x="3451" y="1013"/>
                  <a:pt x="3456" y="1012"/>
                </a:cubicBezTo>
                <a:cubicBezTo>
                  <a:pt x="3489" y="1044"/>
                  <a:pt x="3492" y="1048"/>
                  <a:pt x="3497" y="1049"/>
                </a:cubicBezTo>
                <a:cubicBezTo>
                  <a:pt x="3401" y="963"/>
                  <a:pt x="3396" y="957"/>
                  <a:pt x="3390" y="954"/>
                </a:cubicBezTo>
                <a:cubicBezTo>
                  <a:pt x="3354" y="936"/>
                  <a:pt x="3353" y="929"/>
                  <a:pt x="3350" y="930"/>
                </a:cubicBezTo>
                <a:cubicBezTo>
                  <a:pt x="3324" y="912"/>
                  <a:pt x="3322" y="914"/>
                  <a:pt x="3321" y="914"/>
                </a:cubicBezTo>
                <a:cubicBezTo>
                  <a:pt x="3289" y="894"/>
                  <a:pt x="3285" y="896"/>
                  <a:pt x="3283" y="895"/>
                </a:cubicBezTo>
                <a:cubicBezTo>
                  <a:pt x="3251" y="882"/>
                  <a:pt x="3244" y="883"/>
                  <a:pt x="3238" y="879"/>
                </a:cubicBezTo>
                <a:cubicBezTo>
                  <a:pt x="3163" y="843"/>
                  <a:pt x="3156" y="848"/>
                  <a:pt x="3152" y="844"/>
                </a:cubicBezTo>
                <a:cubicBezTo>
                  <a:pt x="3129" y="824"/>
                  <a:pt x="3133" y="823"/>
                  <a:pt x="3136" y="829"/>
                </a:cubicBezTo>
                <a:cubicBezTo>
                  <a:pt x="3171" y="839"/>
                  <a:pt x="3173" y="840"/>
                  <a:pt x="3174" y="842"/>
                </a:cubicBezTo>
                <a:cubicBezTo>
                  <a:pt x="3201" y="845"/>
                  <a:pt x="3208" y="851"/>
                  <a:pt x="3217" y="851"/>
                </a:cubicBezTo>
                <a:cubicBezTo>
                  <a:pt x="3244" y="863"/>
                  <a:pt x="3252" y="861"/>
                  <a:pt x="3258" y="865"/>
                </a:cubicBezTo>
                <a:cubicBezTo>
                  <a:pt x="3312" y="888"/>
                  <a:pt x="3315" y="890"/>
                  <a:pt x="3319" y="891"/>
                </a:cubicBezTo>
                <a:cubicBezTo>
                  <a:pt x="3360" y="920"/>
                  <a:pt x="3365" y="916"/>
                  <a:pt x="3368" y="920"/>
                </a:cubicBezTo>
                <a:cubicBezTo>
                  <a:pt x="3374" y="912"/>
                  <a:pt x="3365" y="914"/>
                  <a:pt x="3358" y="907"/>
                </a:cubicBezTo>
                <a:cubicBezTo>
                  <a:pt x="3329" y="880"/>
                  <a:pt x="3319" y="883"/>
                  <a:pt x="3314" y="872"/>
                </a:cubicBezTo>
                <a:cubicBezTo>
                  <a:pt x="3285" y="856"/>
                  <a:pt x="3281" y="852"/>
                  <a:pt x="3276" y="850"/>
                </a:cubicBezTo>
                <a:cubicBezTo>
                  <a:pt x="3245" y="827"/>
                  <a:pt x="3239" y="825"/>
                  <a:pt x="3235" y="816"/>
                </a:cubicBezTo>
                <a:cubicBezTo>
                  <a:pt x="3182" y="776"/>
                  <a:pt x="3171" y="775"/>
                  <a:pt x="3161" y="768"/>
                </a:cubicBezTo>
                <a:cubicBezTo>
                  <a:pt x="3121" y="750"/>
                  <a:pt x="3110" y="747"/>
                  <a:pt x="3101" y="739"/>
                </a:cubicBezTo>
                <a:cubicBezTo>
                  <a:pt x="3052" y="714"/>
                  <a:pt x="3044" y="719"/>
                  <a:pt x="3040" y="714"/>
                </a:cubicBezTo>
                <a:cubicBezTo>
                  <a:pt x="3003" y="699"/>
                  <a:pt x="2998" y="697"/>
                  <a:pt x="2993" y="694"/>
                </a:cubicBezTo>
                <a:cubicBezTo>
                  <a:pt x="3002" y="688"/>
                  <a:pt x="3024" y="683"/>
                  <a:pt x="3048" y="671"/>
                </a:cubicBezTo>
                <a:cubicBezTo>
                  <a:pt x="3075" y="669"/>
                  <a:pt x="3083" y="661"/>
                  <a:pt x="3080" y="655"/>
                </a:cubicBezTo>
                <a:cubicBezTo>
                  <a:pt x="3030" y="667"/>
                  <a:pt x="3022" y="671"/>
                  <a:pt x="3014" y="674"/>
                </a:cubicBezTo>
                <a:cubicBezTo>
                  <a:pt x="3024" y="659"/>
                  <a:pt x="3033" y="668"/>
                  <a:pt x="3036" y="659"/>
                </a:cubicBezTo>
                <a:cubicBezTo>
                  <a:pt x="2993" y="660"/>
                  <a:pt x="2986" y="663"/>
                  <a:pt x="2980" y="666"/>
                </a:cubicBezTo>
                <a:cubicBezTo>
                  <a:pt x="2939" y="653"/>
                  <a:pt x="2932" y="657"/>
                  <a:pt x="2928" y="652"/>
                </a:cubicBezTo>
                <a:cubicBezTo>
                  <a:pt x="2898" y="634"/>
                  <a:pt x="2890" y="634"/>
                  <a:pt x="2883" y="626"/>
                </a:cubicBezTo>
                <a:cubicBezTo>
                  <a:pt x="2861" y="631"/>
                  <a:pt x="2869" y="634"/>
                  <a:pt x="2873" y="637"/>
                </a:cubicBezTo>
                <a:cubicBezTo>
                  <a:pt x="2898" y="653"/>
                  <a:pt x="2909" y="660"/>
                  <a:pt x="2918" y="668"/>
                </a:cubicBezTo>
                <a:cubicBezTo>
                  <a:pt x="2928" y="687"/>
                  <a:pt x="2934" y="689"/>
                  <a:pt x="2939" y="695"/>
                </a:cubicBezTo>
                <a:cubicBezTo>
                  <a:pt x="2944" y="721"/>
                  <a:pt x="2952" y="728"/>
                  <a:pt x="2948" y="731"/>
                </a:cubicBezTo>
                <a:cubicBezTo>
                  <a:pt x="2950" y="798"/>
                  <a:pt x="2944" y="807"/>
                  <a:pt x="2940" y="817"/>
                </a:cubicBezTo>
                <a:cubicBezTo>
                  <a:pt x="2938" y="837"/>
                  <a:pt x="2940" y="824"/>
                  <a:pt x="2950" y="820"/>
                </a:cubicBezTo>
                <a:cubicBezTo>
                  <a:pt x="2961" y="789"/>
                  <a:pt x="2962" y="779"/>
                  <a:pt x="2965" y="784"/>
                </a:cubicBezTo>
                <a:cubicBezTo>
                  <a:pt x="2967" y="814"/>
                  <a:pt x="2969" y="828"/>
                  <a:pt x="2968" y="842"/>
                </a:cubicBezTo>
                <a:cubicBezTo>
                  <a:pt x="2974" y="934"/>
                  <a:pt x="2982" y="943"/>
                  <a:pt x="2978" y="949"/>
                </a:cubicBezTo>
                <a:cubicBezTo>
                  <a:pt x="2990" y="987"/>
                  <a:pt x="2993" y="1001"/>
                  <a:pt x="2999" y="1016"/>
                </a:cubicBezTo>
                <a:cubicBezTo>
                  <a:pt x="3032" y="1065"/>
                  <a:pt x="3034" y="1074"/>
                  <a:pt x="3041" y="1085"/>
                </a:cubicBezTo>
                <a:cubicBezTo>
                  <a:pt x="3045" y="1117"/>
                  <a:pt x="3048" y="1125"/>
                  <a:pt x="3047" y="1133"/>
                </a:cubicBezTo>
                <a:cubicBezTo>
                  <a:pt x="3052" y="1173"/>
                  <a:pt x="3059" y="1185"/>
                  <a:pt x="3062" y="1183"/>
                </a:cubicBezTo>
                <a:cubicBezTo>
                  <a:pt x="3055" y="1114"/>
                  <a:pt x="3058" y="1119"/>
                  <a:pt x="3061" y="1120"/>
                </a:cubicBezTo>
                <a:cubicBezTo>
                  <a:pt x="3064" y="1132"/>
                  <a:pt x="3070" y="1142"/>
                  <a:pt x="3064" y="1148"/>
                </a:cubicBezTo>
                <a:cubicBezTo>
                  <a:pt x="3067" y="1182"/>
                  <a:pt x="3066" y="1190"/>
                  <a:pt x="3065" y="1197"/>
                </a:cubicBezTo>
                <a:cubicBezTo>
                  <a:pt x="3076" y="1282"/>
                  <a:pt x="3077" y="1290"/>
                  <a:pt x="3079" y="1299"/>
                </a:cubicBezTo>
                <a:cubicBezTo>
                  <a:pt x="3087" y="1310"/>
                  <a:pt x="3085" y="1298"/>
                  <a:pt x="3082" y="1286"/>
                </a:cubicBezTo>
                <a:cubicBezTo>
                  <a:pt x="3078" y="1227"/>
                  <a:pt x="3069" y="1205"/>
                  <a:pt x="3075" y="1186"/>
                </a:cubicBezTo>
                <a:cubicBezTo>
                  <a:pt x="3073" y="1135"/>
                  <a:pt x="3072" y="1130"/>
                  <a:pt x="3076" y="1125"/>
                </a:cubicBezTo>
                <a:cubicBezTo>
                  <a:pt x="3075" y="1028"/>
                  <a:pt x="3067" y="1020"/>
                  <a:pt x="3071" y="1016"/>
                </a:cubicBezTo>
                <a:cubicBezTo>
                  <a:pt x="3067" y="980"/>
                  <a:pt x="3066" y="975"/>
                  <a:pt x="3063" y="969"/>
                </a:cubicBezTo>
                <a:cubicBezTo>
                  <a:pt x="3057" y="926"/>
                  <a:pt x="3056" y="916"/>
                  <a:pt x="3054" y="905"/>
                </a:cubicBezTo>
                <a:cubicBezTo>
                  <a:pt x="3049" y="868"/>
                  <a:pt x="3041" y="861"/>
                  <a:pt x="3046" y="858"/>
                </a:cubicBezTo>
                <a:cubicBezTo>
                  <a:pt x="3031" y="797"/>
                  <a:pt x="3030" y="786"/>
                  <a:pt x="3022" y="773"/>
                </a:cubicBezTo>
                <a:cubicBezTo>
                  <a:pt x="3014" y="747"/>
                  <a:pt x="3011" y="747"/>
                  <a:pt x="3016" y="744"/>
                </a:cubicBezTo>
                <a:cubicBezTo>
                  <a:pt x="3050" y="839"/>
                  <a:pt x="3059" y="847"/>
                  <a:pt x="3056" y="852"/>
                </a:cubicBezTo>
                <a:cubicBezTo>
                  <a:pt x="3070" y="887"/>
                  <a:pt x="3065" y="889"/>
                  <a:pt x="3069" y="894"/>
                </a:cubicBezTo>
                <a:cubicBezTo>
                  <a:pt x="3084" y="974"/>
                  <a:pt x="3084" y="987"/>
                  <a:pt x="3087" y="1001"/>
                </a:cubicBezTo>
                <a:cubicBezTo>
                  <a:pt x="3086" y="1036"/>
                  <a:pt x="3093" y="1041"/>
                  <a:pt x="3089" y="1044"/>
                </a:cubicBezTo>
                <a:cubicBezTo>
                  <a:pt x="3093" y="1109"/>
                  <a:pt x="3094" y="1113"/>
                  <a:pt x="3092" y="1116"/>
                </a:cubicBezTo>
                <a:cubicBezTo>
                  <a:pt x="3094" y="1174"/>
                  <a:pt x="3095" y="1181"/>
                  <a:pt x="3095" y="1188"/>
                </a:cubicBezTo>
                <a:cubicBezTo>
                  <a:pt x="3102" y="1188"/>
                  <a:pt x="3095" y="1183"/>
                  <a:pt x="3099" y="1180"/>
                </a:cubicBezTo>
                <a:cubicBezTo>
                  <a:pt x="3098" y="1147"/>
                  <a:pt x="3098" y="1144"/>
                  <a:pt x="3101" y="1141"/>
                </a:cubicBezTo>
                <a:cubicBezTo>
                  <a:pt x="3103" y="1088"/>
                  <a:pt x="3096" y="1082"/>
                  <a:pt x="3099" y="1079"/>
                </a:cubicBezTo>
                <a:cubicBezTo>
                  <a:pt x="3102" y="1056"/>
                  <a:pt x="3097" y="1051"/>
                  <a:pt x="3103" y="1049"/>
                </a:cubicBezTo>
                <a:cubicBezTo>
                  <a:pt x="3108" y="1090"/>
                  <a:pt x="3111" y="1096"/>
                  <a:pt x="3108" y="1101"/>
                </a:cubicBezTo>
                <a:cubicBezTo>
                  <a:pt x="3109" y="1140"/>
                  <a:pt x="3116" y="1148"/>
                  <a:pt x="3110" y="1152"/>
                </a:cubicBezTo>
                <a:cubicBezTo>
                  <a:pt x="3112" y="1193"/>
                  <a:pt x="3113" y="1198"/>
                  <a:pt x="3112" y="1203"/>
                </a:cubicBezTo>
                <a:cubicBezTo>
                  <a:pt x="3115" y="1245"/>
                  <a:pt x="3109" y="1249"/>
                  <a:pt x="3112" y="1255"/>
                </a:cubicBezTo>
                <a:cubicBezTo>
                  <a:pt x="3109" y="1311"/>
                  <a:pt x="3117" y="1319"/>
                  <a:pt x="3115" y="1324"/>
                </a:cubicBezTo>
                <a:cubicBezTo>
                  <a:pt x="3117" y="1370"/>
                  <a:pt x="3120" y="1383"/>
                  <a:pt x="3117" y="1394"/>
                </a:cubicBezTo>
                <a:cubicBezTo>
                  <a:pt x="3127" y="1414"/>
                  <a:pt x="3128" y="1401"/>
                  <a:pt x="3121" y="1387"/>
                </a:cubicBezTo>
                <a:cubicBezTo>
                  <a:pt x="3122" y="1355"/>
                  <a:pt x="3121" y="1352"/>
                  <a:pt x="3124" y="1349"/>
                </a:cubicBezTo>
                <a:cubicBezTo>
                  <a:pt x="3129" y="1294"/>
                  <a:pt x="3130" y="1292"/>
                  <a:pt x="3132" y="1290"/>
                </a:cubicBezTo>
                <a:cubicBezTo>
                  <a:pt x="3132" y="1271"/>
                  <a:pt x="3133" y="1275"/>
                  <a:pt x="3136" y="1274"/>
                </a:cubicBezTo>
                <a:cubicBezTo>
                  <a:pt x="3145" y="1244"/>
                  <a:pt x="3144" y="1234"/>
                  <a:pt x="3149" y="1226"/>
                </a:cubicBezTo>
                <a:cubicBezTo>
                  <a:pt x="3150" y="1183"/>
                  <a:pt x="3156" y="1181"/>
                  <a:pt x="3152" y="1178"/>
                </a:cubicBezTo>
                <a:cubicBezTo>
                  <a:pt x="3155" y="1141"/>
                  <a:pt x="3153" y="1134"/>
                  <a:pt x="3157" y="1128"/>
                </a:cubicBezTo>
                <a:cubicBezTo>
                  <a:pt x="3158" y="1062"/>
                  <a:pt x="3159" y="1055"/>
                  <a:pt x="3157" y="1049"/>
                </a:cubicBezTo>
                <a:cubicBezTo>
                  <a:pt x="3160" y="982"/>
                  <a:pt x="3153" y="974"/>
                  <a:pt x="3155" y="968"/>
                </a:cubicBezTo>
                <a:cubicBezTo>
                  <a:pt x="3145" y="922"/>
                  <a:pt x="3151" y="920"/>
                  <a:pt x="3150" y="916"/>
                </a:cubicBezTo>
                <a:cubicBezTo>
                  <a:pt x="3147" y="883"/>
                  <a:pt x="3153" y="880"/>
                  <a:pt x="3156" y="888"/>
                </a:cubicBezTo>
                <a:cubicBezTo>
                  <a:pt x="3165" y="928"/>
                  <a:pt x="3166" y="926"/>
                  <a:pt x="3169" y="935"/>
                </a:cubicBezTo>
                <a:cubicBezTo>
                  <a:pt x="3187" y="1039"/>
                  <a:pt x="3186" y="1046"/>
                  <a:pt x="3189" y="1055"/>
                </a:cubicBezTo>
                <a:cubicBezTo>
                  <a:pt x="3185" y="1114"/>
                  <a:pt x="3188" y="1123"/>
                  <a:pt x="3185" y="1131"/>
                </a:cubicBezTo>
                <a:cubicBezTo>
                  <a:pt x="3179" y="1213"/>
                  <a:pt x="3173" y="1220"/>
                  <a:pt x="3176" y="1229"/>
                </a:cubicBezTo>
                <a:cubicBezTo>
                  <a:pt x="3163" y="1280"/>
                  <a:pt x="3160" y="1284"/>
                  <a:pt x="3163" y="1289"/>
                </a:cubicBezTo>
                <a:cubicBezTo>
                  <a:pt x="3153" y="1341"/>
                  <a:pt x="3148" y="1356"/>
                  <a:pt x="3149" y="1373"/>
                </a:cubicBezTo>
                <a:cubicBezTo>
                  <a:pt x="3151" y="1417"/>
                  <a:pt x="3144" y="1420"/>
                  <a:pt x="3149" y="1425"/>
                </a:cubicBezTo>
                <a:cubicBezTo>
                  <a:pt x="3155" y="1378"/>
                  <a:pt x="3156" y="1367"/>
                  <a:pt x="3154" y="1354"/>
                </a:cubicBezTo>
                <a:cubicBezTo>
                  <a:pt x="3165" y="1316"/>
                  <a:pt x="3166" y="1311"/>
                  <a:pt x="3167" y="1305"/>
                </a:cubicBezTo>
                <a:cubicBezTo>
                  <a:pt x="3176" y="1270"/>
                  <a:pt x="3175" y="1267"/>
                  <a:pt x="3177" y="1264"/>
                </a:cubicBezTo>
                <a:cubicBezTo>
                  <a:pt x="3187" y="1210"/>
                  <a:pt x="3189" y="1199"/>
                  <a:pt x="3191" y="1188"/>
                </a:cubicBezTo>
                <a:cubicBezTo>
                  <a:pt x="3195" y="1149"/>
                  <a:pt x="3193" y="1142"/>
                  <a:pt x="3194" y="1137"/>
                </a:cubicBezTo>
                <a:cubicBezTo>
                  <a:pt x="3196" y="1100"/>
                  <a:pt x="3196" y="1097"/>
                  <a:pt x="3197" y="1094"/>
                </a:cubicBezTo>
                <a:cubicBezTo>
                  <a:pt x="3195" y="1071"/>
                  <a:pt x="3197" y="1069"/>
                  <a:pt x="3195" y="1066"/>
                </a:cubicBezTo>
                <a:cubicBezTo>
                  <a:pt x="3196" y="1014"/>
                  <a:pt x="3190" y="1009"/>
                  <a:pt x="3193" y="1006"/>
                </a:cubicBezTo>
                <a:cubicBezTo>
                  <a:pt x="3187" y="970"/>
                  <a:pt x="3186" y="957"/>
                  <a:pt x="3181" y="942"/>
                </a:cubicBezTo>
                <a:cubicBezTo>
                  <a:pt x="3172" y="905"/>
                  <a:pt x="3165" y="899"/>
                  <a:pt x="3169" y="897"/>
                </a:cubicBezTo>
                <a:cubicBezTo>
                  <a:pt x="3193" y="936"/>
                  <a:pt x="3197" y="938"/>
                  <a:pt x="3200" y="945"/>
                </a:cubicBezTo>
                <a:cubicBezTo>
                  <a:pt x="3205" y="988"/>
                  <a:pt x="3213" y="1001"/>
                  <a:pt x="3210" y="1011"/>
                </a:cubicBezTo>
                <a:cubicBezTo>
                  <a:pt x="3216" y="1080"/>
                  <a:pt x="3212" y="1084"/>
                  <a:pt x="3217" y="1091"/>
                </a:cubicBezTo>
                <a:cubicBezTo>
                  <a:pt x="3214" y="1126"/>
                  <a:pt x="3219" y="1133"/>
                  <a:pt x="3217" y="1138"/>
                </a:cubicBezTo>
                <a:cubicBezTo>
                  <a:pt x="3206" y="1258"/>
                  <a:pt x="3194" y="1263"/>
                  <a:pt x="3198" y="1272"/>
                </a:cubicBezTo>
                <a:cubicBezTo>
                  <a:pt x="3179" y="1351"/>
                  <a:pt x="3173" y="1358"/>
                  <a:pt x="3172" y="1366"/>
                </a:cubicBezTo>
                <a:cubicBezTo>
                  <a:pt x="3163" y="1392"/>
                  <a:pt x="3160" y="1394"/>
                  <a:pt x="3160" y="1397"/>
                </a:cubicBezTo>
                <a:cubicBezTo>
                  <a:pt x="3154" y="1428"/>
                  <a:pt x="3159" y="1432"/>
                  <a:pt x="3153" y="1434"/>
                </a:cubicBezTo>
                <a:cubicBezTo>
                  <a:pt x="3150" y="1467"/>
                  <a:pt x="3150" y="1472"/>
                  <a:pt x="3147" y="1475"/>
                </a:cubicBezTo>
                <a:cubicBezTo>
                  <a:pt x="3151" y="1507"/>
                  <a:pt x="3154" y="1515"/>
                  <a:pt x="3160" y="1512"/>
                </a:cubicBezTo>
                <a:cubicBezTo>
                  <a:pt x="3159" y="1447"/>
                  <a:pt x="3165" y="1441"/>
                  <a:pt x="3164" y="1433"/>
                </a:cubicBezTo>
                <a:cubicBezTo>
                  <a:pt x="3173" y="1372"/>
                  <a:pt x="3184" y="1371"/>
                  <a:pt x="3180" y="1366"/>
                </a:cubicBezTo>
                <a:cubicBezTo>
                  <a:pt x="3201" y="1314"/>
                  <a:pt x="3194" y="1304"/>
                  <a:pt x="3201" y="1297"/>
                </a:cubicBezTo>
                <a:cubicBezTo>
                  <a:pt x="3225" y="1182"/>
                  <a:pt x="3222" y="1176"/>
                  <a:pt x="3225" y="1171"/>
                </a:cubicBezTo>
                <a:cubicBezTo>
                  <a:pt x="3228" y="1123"/>
                  <a:pt x="3230" y="1121"/>
                  <a:pt x="3227" y="1118"/>
                </a:cubicBezTo>
                <a:cubicBezTo>
                  <a:pt x="3225" y="1065"/>
                  <a:pt x="3224" y="1055"/>
                  <a:pt x="3223" y="1044"/>
                </a:cubicBezTo>
                <a:cubicBezTo>
                  <a:pt x="3215" y="989"/>
                  <a:pt x="3220" y="986"/>
                  <a:pt x="3216" y="979"/>
                </a:cubicBezTo>
                <a:cubicBezTo>
                  <a:pt x="3216" y="948"/>
                  <a:pt x="3217" y="958"/>
                  <a:pt x="3221" y="955"/>
                </a:cubicBezTo>
                <a:cubicBezTo>
                  <a:pt x="3228" y="1001"/>
                  <a:pt x="3229" y="1009"/>
                  <a:pt x="3230" y="1018"/>
                </a:cubicBezTo>
                <a:cubicBezTo>
                  <a:pt x="3236" y="1076"/>
                  <a:pt x="3243" y="1086"/>
                  <a:pt x="3241" y="1094"/>
                </a:cubicBezTo>
                <a:cubicBezTo>
                  <a:pt x="3239" y="1134"/>
                  <a:pt x="3241" y="1139"/>
                  <a:pt x="3245" y="1144"/>
                </a:cubicBezTo>
                <a:cubicBezTo>
                  <a:pt x="3236" y="1237"/>
                  <a:pt x="3231" y="1250"/>
                  <a:pt x="3231" y="1264"/>
                </a:cubicBezTo>
                <a:cubicBezTo>
                  <a:pt x="3225" y="1290"/>
                  <a:pt x="3224" y="1296"/>
                  <a:pt x="3220" y="1302"/>
                </a:cubicBezTo>
                <a:cubicBezTo>
                  <a:pt x="3214" y="1328"/>
                  <a:pt x="3216" y="1336"/>
                  <a:pt x="3213" y="1342"/>
                </a:cubicBezTo>
                <a:cubicBezTo>
                  <a:pt x="3207" y="1365"/>
                  <a:pt x="3199" y="1366"/>
                  <a:pt x="3202" y="1370"/>
                </a:cubicBezTo>
                <a:cubicBezTo>
                  <a:pt x="3194" y="1393"/>
                  <a:pt x="3193" y="1396"/>
                  <a:pt x="3191" y="1399"/>
                </a:cubicBezTo>
                <a:cubicBezTo>
                  <a:pt x="3182" y="1431"/>
                  <a:pt x="3186" y="1436"/>
                  <a:pt x="3180" y="1438"/>
                </a:cubicBezTo>
                <a:cubicBezTo>
                  <a:pt x="3184" y="1446"/>
                  <a:pt x="3192" y="1438"/>
                  <a:pt x="3188" y="1427"/>
                </a:cubicBezTo>
                <a:cubicBezTo>
                  <a:pt x="3201" y="1389"/>
                  <a:pt x="3204" y="1380"/>
                  <a:pt x="3210" y="1371"/>
                </a:cubicBezTo>
                <a:cubicBezTo>
                  <a:pt x="3234" y="1306"/>
                  <a:pt x="3232" y="1295"/>
                  <a:pt x="3235" y="1286"/>
                </a:cubicBezTo>
                <a:cubicBezTo>
                  <a:pt x="3246" y="1236"/>
                  <a:pt x="3245" y="1231"/>
                  <a:pt x="3245" y="1226"/>
                </a:cubicBezTo>
                <a:cubicBezTo>
                  <a:pt x="3252" y="1156"/>
                  <a:pt x="3254" y="1146"/>
                  <a:pt x="3251" y="1135"/>
                </a:cubicBezTo>
                <a:cubicBezTo>
                  <a:pt x="3253" y="1084"/>
                  <a:pt x="3246" y="1062"/>
                  <a:pt x="3243" y="1041"/>
                </a:cubicBezTo>
                <a:cubicBezTo>
                  <a:pt x="3240" y="998"/>
                  <a:pt x="3234" y="986"/>
                  <a:pt x="3236" y="976"/>
                </a:cubicBezTo>
                <a:cubicBezTo>
                  <a:pt x="3253" y="1016"/>
                  <a:pt x="3250" y="1025"/>
                  <a:pt x="3251" y="1036"/>
                </a:cubicBezTo>
                <a:cubicBezTo>
                  <a:pt x="3259" y="1058"/>
                  <a:pt x="3260" y="1059"/>
                  <a:pt x="3260" y="1061"/>
                </a:cubicBezTo>
                <a:cubicBezTo>
                  <a:pt x="3265" y="1094"/>
                  <a:pt x="3262" y="1098"/>
                  <a:pt x="3263" y="1103"/>
                </a:cubicBezTo>
                <a:cubicBezTo>
                  <a:pt x="3267" y="1125"/>
                  <a:pt x="3264" y="1130"/>
                  <a:pt x="3264" y="1135"/>
                </a:cubicBezTo>
                <a:cubicBezTo>
                  <a:pt x="3265" y="1184"/>
                  <a:pt x="3263" y="1186"/>
                  <a:pt x="3262" y="1188"/>
                </a:cubicBezTo>
                <a:cubicBezTo>
                  <a:pt x="3264" y="1224"/>
                  <a:pt x="3258" y="1233"/>
                  <a:pt x="3261" y="1244"/>
                </a:cubicBezTo>
                <a:cubicBezTo>
                  <a:pt x="3258" y="1295"/>
                  <a:pt x="3252" y="1299"/>
                  <a:pt x="3248" y="1303"/>
                </a:cubicBezTo>
                <a:cubicBezTo>
                  <a:pt x="3248" y="1327"/>
                  <a:pt x="3244" y="1332"/>
                  <a:pt x="3247" y="1339"/>
                </a:cubicBezTo>
                <a:cubicBezTo>
                  <a:pt x="3235" y="1378"/>
                  <a:pt x="3233" y="1384"/>
                  <a:pt x="3235" y="1390"/>
                </a:cubicBezTo>
                <a:cubicBezTo>
                  <a:pt x="3220" y="1427"/>
                  <a:pt x="3219" y="1429"/>
                  <a:pt x="3218" y="1432"/>
                </a:cubicBezTo>
                <a:cubicBezTo>
                  <a:pt x="3202" y="1481"/>
                  <a:pt x="3197" y="1486"/>
                  <a:pt x="3198" y="1493"/>
                </a:cubicBezTo>
                <a:cubicBezTo>
                  <a:pt x="3188" y="1549"/>
                  <a:pt x="3188" y="1552"/>
                  <a:pt x="3190" y="1555"/>
                </a:cubicBezTo>
                <a:cubicBezTo>
                  <a:pt x="3191" y="1578"/>
                  <a:pt x="3185" y="1580"/>
                  <a:pt x="3187" y="1584"/>
                </a:cubicBezTo>
                <a:cubicBezTo>
                  <a:pt x="3198" y="1539"/>
                  <a:pt x="3196" y="1531"/>
                  <a:pt x="3200" y="1525"/>
                </a:cubicBezTo>
                <a:cubicBezTo>
                  <a:pt x="3215" y="1451"/>
                  <a:pt x="3233" y="1424"/>
                  <a:pt x="3240" y="1395"/>
                </a:cubicBezTo>
                <a:cubicBezTo>
                  <a:pt x="3242" y="1369"/>
                  <a:pt x="3253" y="1367"/>
                  <a:pt x="3249" y="1362"/>
                </a:cubicBezTo>
                <a:cubicBezTo>
                  <a:pt x="3258" y="1328"/>
                  <a:pt x="3257" y="1326"/>
                  <a:pt x="3258" y="1325"/>
                </a:cubicBezTo>
                <a:cubicBezTo>
                  <a:pt x="3263" y="1299"/>
                  <a:pt x="3264" y="1292"/>
                  <a:pt x="3265" y="1285"/>
                </a:cubicBezTo>
                <a:cubicBezTo>
                  <a:pt x="3273" y="1232"/>
                  <a:pt x="3267" y="1222"/>
                  <a:pt x="3275" y="1216"/>
                </a:cubicBezTo>
                <a:cubicBezTo>
                  <a:pt x="3273" y="1181"/>
                  <a:pt x="3272" y="1177"/>
                  <a:pt x="3275" y="1173"/>
                </a:cubicBezTo>
                <a:cubicBezTo>
                  <a:pt x="3271" y="1142"/>
                  <a:pt x="3276" y="1139"/>
                  <a:pt x="3275" y="1135"/>
                </a:cubicBezTo>
                <a:cubicBezTo>
                  <a:pt x="3275" y="1115"/>
                  <a:pt x="3277" y="1113"/>
                  <a:pt x="3275" y="1110"/>
                </a:cubicBezTo>
                <a:cubicBezTo>
                  <a:pt x="3266" y="1042"/>
                  <a:pt x="3265" y="1039"/>
                  <a:pt x="3265" y="1036"/>
                </a:cubicBezTo>
                <a:cubicBezTo>
                  <a:pt x="3265" y="1022"/>
                  <a:pt x="3274" y="1018"/>
                  <a:pt x="3279" y="1031"/>
                </a:cubicBezTo>
                <a:cubicBezTo>
                  <a:pt x="3283" y="1112"/>
                  <a:pt x="3292" y="1110"/>
                  <a:pt x="3289" y="1116"/>
                </a:cubicBezTo>
                <a:cubicBezTo>
                  <a:pt x="3295" y="1149"/>
                  <a:pt x="3288" y="1153"/>
                  <a:pt x="3292" y="1160"/>
                </a:cubicBezTo>
                <a:cubicBezTo>
                  <a:pt x="3290" y="1231"/>
                  <a:pt x="3294" y="1237"/>
                  <a:pt x="3293" y="1242"/>
                </a:cubicBezTo>
                <a:cubicBezTo>
                  <a:pt x="3292" y="1281"/>
                  <a:pt x="3291" y="1286"/>
                  <a:pt x="3288" y="1291"/>
                </a:cubicBezTo>
                <a:cubicBezTo>
                  <a:pt x="3287" y="1318"/>
                  <a:pt x="3281" y="1319"/>
                  <a:pt x="3284" y="1323"/>
                </a:cubicBezTo>
                <a:cubicBezTo>
                  <a:pt x="3273" y="1372"/>
                  <a:pt x="3269" y="1374"/>
                  <a:pt x="3268" y="1376"/>
                </a:cubicBezTo>
                <a:cubicBezTo>
                  <a:pt x="3258" y="1401"/>
                  <a:pt x="3267" y="1409"/>
                  <a:pt x="3258" y="1412"/>
                </a:cubicBezTo>
                <a:cubicBezTo>
                  <a:pt x="3246" y="1448"/>
                  <a:pt x="3240" y="1456"/>
                  <a:pt x="3240" y="1466"/>
                </a:cubicBezTo>
                <a:cubicBezTo>
                  <a:pt x="3232" y="1498"/>
                  <a:pt x="3226" y="1501"/>
                  <a:pt x="3224" y="1505"/>
                </a:cubicBezTo>
                <a:cubicBezTo>
                  <a:pt x="3214" y="1537"/>
                  <a:pt x="3214" y="1542"/>
                  <a:pt x="3213" y="1547"/>
                </a:cubicBezTo>
                <a:cubicBezTo>
                  <a:pt x="3210" y="1570"/>
                  <a:pt x="3207" y="1572"/>
                  <a:pt x="3207" y="1575"/>
                </a:cubicBezTo>
                <a:cubicBezTo>
                  <a:pt x="3206" y="1587"/>
                  <a:pt x="3213" y="1574"/>
                  <a:pt x="3217" y="1559"/>
                </a:cubicBezTo>
                <a:cubicBezTo>
                  <a:pt x="3226" y="1523"/>
                  <a:pt x="3228" y="1522"/>
                  <a:pt x="3227" y="1520"/>
                </a:cubicBezTo>
                <a:cubicBezTo>
                  <a:pt x="3236" y="1499"/>
                  <a:pt x="3235" y="1495"/>
                  <a:pt x="3238" y="1492"/>
                </a:cubicBezTo>
                <a:cubicBezTo>
                  <a:pt x="3249" y="1462"/>
                  <a:pt x="3251" y="1454"/>
                  <a:pt x="3254" y="1447"/>
                </a:cubicBezTo>
                <a:cubicBezTo>
                  <a:pt x="3266" y="1434"/>
                  <a:pt x="3259" y="1428"/>
                  <a:pt x="3267" y="1426"/>
                </a:cubicBezTo>
                <a:cubicBezTo>
                  <a:pt x="3291" y="1328"/>
                  <a:pt x="3293" y="1319"/>
                  <a:pt x="3295" y="1309"/>
                </a:cubicBezTo>
                <a:cubicBezTo>
                  <a:pt x="3295" y="1272"/>
                  <a:pt x="3304" y="1270"/>
                  <a:pt x="3299" y="1263"/>
                </a:cubicBezTo>
                <a:cubicBezTo>
                  <a:pt x="3300" y="1227"/>
                  <a:pt x="3303" y="1222"/>
                  <a:pt x="3300" y="1216"/>
                </a:cubicBezTo>
                <a:cubicBezTo>
                  <a:pt x="3306" y="1096"/>
                  <a:pt x="3289" y="1092"/>
                  <a:pt x="3296" y="1084"/>
                </a:cubicBezTo>
                <a:cubicBezTo>
                  <a:pt x="3307" y="1085"/>
                  <a:pt x="3304" y="1080"/>
                  <a:pt x="3302" y="1086"/>
                </a:cubicBezTo>
                <a:cubicBezTo>
                  <a:pt x="3316" y="1116"/>
                  <a:pt x="3310" y="1118"/>
                  <a:pt x="3315" y="1123"/>
                </a:cubicBezTo>
                <a:cubicBezTo>
                  <a:pt x="3320" y="1188"/>
                  <a:pt x="3309" y="1192"/>
                  <a:pt x="3315" y="1199"/>
                </a:cubicBezTo>
                <a:cubicBezTo>
                  <a:pt x="3308" y="1229"/>
                  <a:pt x="3313" y="1234"/>
                  <a:pt x="3311" y="1237"/>
                </a:cubicBezTo>
                <a:cubicBezTo>
                  <a:pt x="3302" y="1311"/>
                  <a:pt x="3307" y="1327"/>
                  <a:pt x="3302" y="1340"/>
                </a:cubicBezTo>
                <a:cubicBezTo>
                  <a:pt x="3290" y="1405"/>
                  <a:pt x="3289" y="1408"/>
                  <a:pt x="3288" y="1411"/>
                </a:cubicBezTo>
                <a:cubicBezTo>
                  <a:pt x="3277" y="1471"/>
                  <a:pt x="3275" y="1477"/>
                  <a:pt x="3272" y="1483"/>
                </a:cubicBezTo>
                <a:cubicBezTo>
                  <a:pt x="3265" y="1511"/>
                  <a:pt x="3263" y="1517"/>
                  <a:pt x="3263" y="1524"/>
                </a:cubicBezTo>
                <a:cubicBezTo>
                  <a:pt x="3248" y="1557"/>
                  <a:pt x="3247" y="1560"/>
                  <a:pt x="3250" y="1564"/>
                </a:cubicBezTo>
                <a:cubicBezTo>
                  <a:pt x="3251" y="1572"/>
                  <a:pt x="3252" y="1561"/>
                  <a:pt x="3259" y="1551"/>
                </a:cubicBezTo>
                <a:cubicBezTo>
                  <a:pt x="3271" y="1525"/>
                  <a:pt x="3265" y="1520"/>
                  <a:pt x="3270" y="1518"/>
                </a:cubicBezTo>
                <a:cubicBezTo>
                  <a:pt x="3282" y="1472"/>
                  <a:pt x="3288" y="1462"/>
                  <a:pt x="3291" y="1450"/>
                </a:cubicBezTo>
                <a:cubicBezTo>
                  <a:pt x="3301" y="1403"/>
                  <a:pt x="3302" y="1399"/>
                  <a:pt x="3301" y="1396"/>
                </a:cubicBezTo>
                <a:cubicBezTo>
                  <a:pt x="3305" y="1383"/>
                  <a:pt x="3304" y="1381"/>
                  <a:pt x="3306" y="1379"/>
                </a:cubicBezTo>
                <a:cubicBezTo>
                  <a:pt x="3314" y="1359"/>
                  <a:pt x="3308" y="1354"/>
                  <a:pt x="3311" y="1352"/>
                </a:cubicBezTo>
                <a:cubicBezTo>
                  <a:pt x="3312" y="1308"/>
                  <a:pt x="3320" y="1302"/>
                  <a:pt x="3317" y="1294"/>
                </a:cubicBezTo>
                <a:cubicBezTo>
                  <a:pt x="3325" y="1246"/>
                  <a:pt x="3318" y="1237"/>
                  <a:pt x="3322" y="1231"/>
                </a:cubicBezTo>
                <a:cubicBezTo>
                  <a:pt x="3327" y="1166"/>
                  <a:pt x="3326" y="1162"/>
                  <a:pt x="3324" y="1158"/>
                </a:cubicBezTo>
                <a:cubicBezTo>
                  <a:pt x="3326" y="1124"/>
                  <a:pt x="3320" y="1119"/>
                  <a:pt x="3325" y="1117"/>
                </a:cubicBezTo>
                <a:cubicBezTo>
                  <a:pt x="3331" y="1117"/>
                  <a:pt x="3335" y="1124"/>
                  <a:pt x="3339" y="1131"/>
                </a:cubicBezTo>
                <a:cubicBezTo>
                  <a:pt x="3344" y="1190"/>
                  <a:pt x="3346" y="1195"/>
                  <a:pt x="3344" y="1199"/>
                </a:cubicBezTo>
                <a:cubicBezTo>
                  <a:pt x="3344" y="1229"/>
                  <a:pt x="3347" y="1235"/>
                  <a:pt x="3346" y="1239"/>
                </a:cubicBezTo>
                <a:cubicBezTo>
                  <a:pt x="3345" y="1262"/>
                  <a:pt x="3347" y="1265"/>
                  <a:pt x="3348" y="1268"/>
                </a:cubicBezTo>
                <a:cubicBezTo>
                  <a:pt x="3344" y="1292"/>
                  <a:pt x="3342" y="1299"/>
                  <a:pt x="3340" y="1305"/>
                </a:cubicBezTo>
                <a:cubicBezTo>
                  <a:pt x="3337" y="1369"/>
                  <a:pt x="3330" y="1371"/>
                  <a:pt x="3330" y="1374"/>
                </a:cubicBezTo>
                <a:cubicBezTo>
                  <a:pt x="3325" y="1397"/>
                  <a:pt x="3324" y="1400"/>
                  <a:pt x="3325" y="1404"/>
                </a:cubicBezTo>
                <a:cubicBezTo>
                  <a:pt x="3316" y="1437"/>
                  <a:pt x="3315" y="1438"/>
                  <a:pt x="3314" y="1443"/>
                </a:cubicBezTo>
                <a:cubicBezTo>
                  <a:pt x="3305" y="1465"/>
                  <a:pt x="3312" y="1470"/>
                  <a:pt x="3306" y="1472"/>
                </a:cubicBezTo>
                <a:cubicBezTo>
                  <a:pt x="3300" y="1507"/>
                  <a:pt x="3299" y="1510"/>
                  <a:pt x="3297" y="1513"/>
                </a:cubicBezTo>
                <a:cubicBezTo>
                  <a:pt x="3293" y="1537"/>
                  <a:pt x="3285" y="1538"/>
                  <a:pt x="3290" y="1544"/>
                </a:cubicBezTo>
                <a:cubicBezTo>
                  <a:pt x="3287" y="1572"/>
                  <a:pt x="3276" y="1576"/>
                  <a:pt x="3281" y="1585"/>
                </a:cubicBezTo>
                <a:cubicBezTo>
                  <a:pt x="3277" y="1633"/>
                  <a:pt x="3271" y="1638"/>
                  <a:pt x="3275" y="1646"/>
                </a:cubicBezTo>
                <a:cubicBezTo>
                  <a:pt x="3268" y="1674"/>
                  <a:pt x="3272" y="1682"/>
                  <a:pt x="3268" y="1688"/>
                </a:cubicBezTo>
                <a:cubicBezTo>
                  <a:pt x="3263" y="1723"/>
                  <a:pt x="3269" y="1728"/>
                  <a:pt x="3266" y="1730"/>
                </a:cubicBezTo>
                <a:cubicBezTo>
                  <a:pt x="3271" y="1746"/>
                  <a:pt x="3274" y="1743"/>
                  <a:pt x="3269" y="1737"/>
                </a:cubicBezTo>
                <a:cubicBezTo>
                  <a:pt x="3272" y="1680"/>
                  <a:pt x="3280" y="1672"/>
                  <a:pt x="3278" y="1661"/>
                </a:cubicBezTo>
                <a:cubicBezTo>
                  <a:pt x="3282" y="1626"/>
                  <a:pt x="3284" y="1622"/>
                  <a:pt x="3283" y="1617"/>
                </a:cubicBezTo>
                <a:cubicBezTo>
                  <a:pt x="3289" y="1561"/>
                  <a:pt x="3298" y="1553"/>
                  <a:pt x="3298" y="1543"/>
                </a:cubicBezTo>
                <a:cubicBezTo>
                  <a:pt x="3308" y="1499"/>
                  <a:pt x="3315" y="1485"/>
                  <a:pt x="3316" y="1469"/>
                </a:cubicBezTo>
                <a:cubicBezTo>
                  <a:pt x="3325" y="1431"/>
                  <a:pt x="3330" y="1428"/>
                  <a:pt x="3331" y="1425"/>
                </a:cubicBezTo>
                <a:cubicBezTo>
                  <a:pt x="3340" y="1376"/>
                  <a:pt x="3345" y="1373"/>
                  <a:pt x="3343" y="1369"/>
                </a:cubicBezTo>
                <a:cubicBezTo>
                  <a:pt x="3349" y="1326"/>
                  <a:pt x="3347" y="1318"/>
                  <a:pt x="3352" y="1312"/>
                </a:cubicBezTo>
                <a:cubicBezTo>
                  <a:pt x="3355" y="1256"/>
                  <a:pt x="3358" y="1249"/>
                  <a:pt x="3354" y="1240"/>
                </a:cubicBezTo>
                <a:cubicBezTo>
                  <a:pt x="3356" y="1187"/>
                  <a:pt x="3353" y="1182"/>
                  <a:pt x="3352" y="1178"/>
                </a:cubicBezTo>
                <a:cubicBezTo>
                  <a:pt x="3350" y="1152"/>
                  <a:pt x="3358" y="1157"/>
                  <a:pt x="3365" y="1163"/>
                </a:cubicBezTo>
                <a:cubicBezTo>
                  <a:pt x="3365" y="1201"/>
                  <a:pt x="3368" y="1206"/>
                  <a:pt x="3367" y="1210"/>
                </a:cubicBezTo>
                <a:cubicBezTo>
                  <a:pt x="3365" y="1266"/>
                  <a:pt x="3369" y="1274"/>
                  <a:pt x="3367" y="1281"/>
                </a:cubicBezTo>
                <a:cubicBezTo>
                  <a:pt x="3359" y="1358"/>
                  <a:pt x="3362" y="1365"/>
                  <a:pt x="3360" y="1370"/>
                </a:cubicBezTo>
                <a:cubicBezTo>
                  <a:pt x="3357" y="1401"/>
                  <a:pt x="3353" y="1413"/>
                  <a:pt x="3354" y="1426"/>
                </a:cubicBezTo>
                <a:cubicBezTo>
                  <a:pt x="3342" y="1462"/>
                  <a:pt x="3341" y="1465"/>
                  <a:pt x="3339" y="1467"/>
                </a:cubicBezTo>
                <a:cubicBezTo>
                  <a:pt x="3337" y="1487"/>
                  <a:pt x="3329" y="1488"/>
                  <a:pt x="3332" y="1493"/>
                </a:cubicBezTo>
                <a:cubicBezTo>
                  <a:pt x="3311" y="1584"/>
                  <a:pt x="3307" y="1589"/>
                  <a:pt x="3306" y="1595"/>
                </a:cubicBezTo>
                <a:cubicBezTo>
                  <a:pt x="3297" y="1642"/>
                  <a:pt x="3295" y="1653"/>
                  <a:pt x="3297" y="1666"/>
                </a:cubicBezTo>
                <a:cubicBezTo>
                  <a:pt x="3296" y="1697"/>
                  <a:pt x="3297" y="1701"/>
                  <a:pt x="3300" y="1705"/>
                </a:cubicBezTo>
                <a:cubicBezTo>
                  <a:pt x="3307" y="1683"/>
                  <a:pt x="3299" y="1675"/>
                  <a:pt x="3305" y="1670"/>
                </a:cubicBezTo>
                <a:cubicBezTo>
                  <a:pt x="3314" y="1592"/>
                  <a:pt x="3317" y="1587"/>
                  <a:pt x="3320" y="1582"/>
                </a:cubicBezTo>
                <a:cubicBezTo>
                  <a:pt x="3327" y="1544"/>
                  <a:pt x="3331" y="1542"/>
                  <a:pt x="3331" y="1540"/>
                </a:cubicBezTo>
                <a:cubicBezTo>
                  <a:pt x="3333" y="1506"/>
                  <a:pt x="3344" y="1502"/>
                  <a:pt x="3342" y="1496"/>
                </a:cubicBezTo>
                <a:cubicBezTo>
                  <a:pt x="3368" y="1406"/>
                  <a:pt x="3367" y="1399"/>
                  <a:pt x="3368" y="1393"/>
                </a:cubicBezTo>
                <a:cubicBezTo>
                  <a:pt x="3372" y="1369"/>
                  <a:pt x="3370" y="1362"/>
                  <a:pt x="3374" y="1357"/>
                </a:cubicBezTo>
                <a:cubicBezTo>
                  <a:pt x="3370" y="1333"/>
                  <a:pt x="3376" y="1331"/>
                  <a:pt x="3374" y="1327"/>
                </a:cubicBezTo>
                <a:cubicBezTo>
                  <a:pt x="3375" y="1290"/>
                  <a:pt x="3379" y="1285"/>
                  <a:pt x="3375" y="1277"/>
                </a:cubicBezTo>
                <a:cubicBezTo>
                  <a:pt x="3380" y="1210"/>
                  <a:pt x="3373" y="1201"/>
                  <a:pt x="3378" y="1196"/>
                </a:cubicBezTo>
                <a:cubicBezTo>
                  <a:pt x="3387" y="1254"/>
                  <a:pt x="3398" y="1267"/>
                  <a:pt x="3391" y="1276"/>
                </a:cubicBezTo>
                <a:cubicBezTo>
                  <a:pt x="3393" y="1294"/>
                  <a:pt x="3394" y="1297"/>
                  <a:pt x="3390" y="1298"/>
                </a:cubicBezTo>
                <a:cubicBezTo>
                  <a:pt x="3386" y="1342"/>
                  <a:pt x="3393" y="1349"/>
                  <a:pt x="3389" y="1354"/>
                </a:cubicBezTo>
                <a:cubicBezTo>
                  <a:pt x="3387" y="1405"/>
                  <a:pt x="3377" y="1408"/>
                  <a:pt x="3380" y="1414"/>
                </a:cubicBezTo>
                <a:cubicBezTo>
                  <a:pt x="3373" y="1448"/>
                  <a:pt x="3368" y="1452"/>
                  <a:pt x="3369" y="1458"/>
                </a:cubicBezTo>
                <a:cubicBezTo>
                  <a:pt x="3348" y="1506"/>
                  <a:pt x="3357" y="1514"/>
                  <a:pt x="3351" y="1517"/>
                </a:cubicBezTo>
                <a:cubicBezTo>
                  <a:pt x="3346" y="1537"/>
                  <a:pt x="3342" y="1541"/>
                  <a:pt x="3344" y="1546"/>
                </a:cubicBezTo>
                <a:cubicBezTo>
                  <a:pt x="3339" y="1563"/>
                  <a:pt x="3338" y="1565"/>
                  <a:pt x="3336" y="1567"/>
                </a:cubicBezTo>
                <a:cubicBezTo>
                  <a:pt x="3327" y="1612"/>
                  <a:pt x="3322" y="1615"/>
                  <a:pt x="3323" y="1621"/>
                </a:cubicBezTo>
                <a:cubicBezTo>
                  <a:pt x="3319" y="1641"/>
                  <a:pt x="3315" y="1645"/>
                  <a:pt x="3319" y="1651"/>
                </a:cubicBezTo>
                <a:cubicBezTo>
                  <a:pt x="3313" y="1707"/>
                  <a:pt x="3315" y="1719"/>
                  <a:pt x="3311" y="1729"/>
                </a:cubicBezTo>
                <a:cubicBezTo>
                  <a:pt x="3316" y="1758"/>
                  <a:pt x="3318" y="1763"/>
                  <a:pt x="3316" y="1767"/>
                </a:cubicBezTo>
                <a:cubicBezTo>
                  <a:pt x="3321" y="1777"/>
                  <a:pt x="3325" y="1764"/>
                  <a:pt x="3316" y="1748"/>
                </a:cubicBezTo>
                <a:cubicBezTo>
                  <a:pt x="3319" y="1710"/>
                  <a:pt x="3319" y="1706"/>
                  <a:pt x="3320" y="1702"/>
                </a:cubicBezTo>
                <a:cubicBezTo>
                  <a:pt x="3317" y="1662"/>
                  <a:pt x="3326" y="1661"/>
                  <a:pt x="3321" y="1655"/>
                </a:cubicBezTo>
                <a:cubicBezTo>
                  <a:pt x="3331" y="1625"/>
                  <a:pt x="3332" y="1621"/>
                  <a:pt x="3333" y="1618"/>
                </a:cubicBezTo>
                <a:cubicBezTo>
                  <a:pt x="3354" y="1553"/>
                  <a:pt x="3353" y="1545"/>
                  <a:pt x="3355" y="1537"/>
                </a:cubicBezTo>
                <a:cubicBezTo>
                  <a:pt x="3359" y="1510"/>
                  <a:pt x="3369" y="1509"/>
                  <a:pt x="3366" y="1504"/>
                </a:cubicBezTo>
                <a:cubicBezTo>
                  <a:pt x="3373" y="1465"/>
                  <a:pt x="3384" y="1464"/>
                  <a:pt x="3378" y="1458"/>
                </a:cubicBezTo>
                <a:cubicBezTo>
                  <a:pt x="3390" y="1433"/>
                  <a:pt x="3381" y="1427"/>
                  <a:pt x="3389" y="1425"/>
                </a:cubicBezTo>
                <a:cubicBezTo>
                  <a:pt x="3399" y="1371"/>
                  <a:pt x="3400" y="1367"/>
                  <a:pt x="3399" y="1362"/>
                </a:cubicBezTo>
                <a:cubicBezTo>
                  <a:pt x="3402" y="1354"/>
                  <a:pt x="3405" y="1359"/>
                  <a:pt x="3406" y="1363"/>
                </a:cubicBezTo>
                <a:cubicBezTo>
                  <a:pt x="3407" y="1409"/>
                  <a:pt x="3398" y="1411"/>
                  <a:pt x="3403" y="1417"/>
                </a:cubicBezTo>
                <a:cubicBezTo>
                  <a:pt x="3397" y="1447"/>
                  <a:pt x="3396" y="1452"/>
                  <a:pt x="3396" y="1456"/>
                </a:cubicBezTo>
                <a:cubicBezTo>
                  <a:pt x="3371" y="1591"/>
                  <a:pt x="3367" y="1595"/>
                  <a:pt x="3366" y="1599"/>
                </a:cubicBezTo>
                <a:cubicBezTo>
                  <a:pt x="3363" y="1632"/>
                  <a:pt x="3356" y="1639"/>
                  <a:pt x="3361" y="1649"/>
                </a:cubicBezTo>
                <a:cubicBezTo>
                  <a:pt x="3355" y="1669"/>
                  <a:pt x="3358" y="1672"/>
                  <a:pt x="3356" y="1673"/>
                </a:cubicBezTo>
                <a:cubicBezTo>
                  <a:pt x="3352" y="1690"/>
                  <a:pt x="3360" y="1687"/>
                  <a:pt x="3361" y="1682"/>
                </a:cubicBezTo>
                <a:cubicBezTo>
                  <a:pt x="3372" y="1622"/>
                  <a:pt x="3371" y="1610"/>
                  <a:pt x="3374" y="1600"/>
                </a:cubicBezTo>
                <a:cubicBezTo>
                  <a:pt x="3382" y="1565"/>
                  <a:pt x="3383" y="1563"/>
                  <a:pt x="3385" y="1561"/>
                </a:cubicBezTo>
                <a:cubicBezTo>
                  <a:pt x="3392" y="1525"/>
                  <a:pt x="3396" y="1515"/>
                  <a:pt x="3399" y="1504"/>
                </a:cubicBezTo>
                <a:cubicBezTo>
                  <a:pt x="3409" y="1484"/>
                  <a:pt x="3400" y="1475"/>
                  <a:pt x="3404" y="1471"/>
                </a:cubicBezTo>
                <a:cubicBezTo>
                  <a:pt x="3407" y="1422"/>
                  <a:pt x="3415" y="1422"/>
                  <a:pt x="3417" y="1422"/>
                </a:cubicBezTo>
                <a:cubicBezTo>
                  <a:pt x="3414" y="1376"/>
                  <a:pt x="3413" y="1364"/>
                  <a:pt x="3416" y="1352"/>
                </a:cubicBezTo>
                <a:cubicBezTo>
                  <a:pt x="3415" y="1319"/>
                  <a:pt x="3409" y="1310"/>
                  <a:pt x="3412" y="1302"/>
                </a:cubicBezTo>
                <a:cubicBezTo>
                  <a:pt x="3410" y="1257"/>
                  <a:pt x="3415" y="1264"/>
                  <a:pt x="3415" y="1270"/>
                </a:cubicBezTo>
                <a:cubicBezTo>
                  <a:pt x="3433" y="1332"/>
                  <a:pt x="3430" y="1341"/>
                  <a:pt x="3435" y="1352"/>
                </a:cubicBezTo>
                <a:cubicBezTo>
                  <a:pt x="3435" y="1387"/>
                  <a:pt x="3432" y="1391"/>
                  <a:pt x="3436" y="1398"/>
                </a:cubicBezTo>
                <a:cubicBezTo>
                  <a:pt x="3432" y="1431"/>
                  <a:pt x="3436" y="1435"/>
                  <a:pt x="3431" y="1436"/>
                </a:cubicBezTo>
                <a:cubicBezTo>
                  <a:pt x="3428" y="1480"/>
                  <a:pt x="3430" y="1482"/>
                  <a:pt x="3432" y="1485"/>
                </a:cubicBezTo>
                <a:cubicBezTo>
                  <a:pt x="3427" y="1515"/>
                  <a:pt x="3428" y="1521"/>
                  <a:pt x="3424" y="1525"/>
                </a:cubicBezTo>
                <a:cubicBezTo>
                  <a:pt x="3417" y="1579"/>
                  <a:pt x="3414" y="1583"/>
                  <a:pt x="3417" y="1589"/>
                </a:cubicBezTo>
                <a:cubicBezTo>
                  <a:pt x="3403" y="1642"/>
                  <a:pt x="3402" y="1647"/>
                  <a:pt x="3402" y="1653"/>
                </a:cubicBezTo>
                <a:cubicBezTo>
                  <a:pt x="3390" y="1687"/>
                  <a:pt x="3394" y="1691"/>
                  <a:pt x="3389" y="1693"/>
                </a:cubicBezTo>
                <a:cubicBezTo>
                  <a:pt x="3375" y="1737"/>
                  <a:pt x="3375" y="1740"/>
                  <a:pt x="3377" y="1743"/>
                </a:cubicBezTo>
                <a:cubicBezTo>
                  <a:pt x="3364" y="1778"/>
                  <a:pt x="3370" y="1792"/>
                  <a:pt x="3361" y="1802"/>
                </a:cubicBezTo>
                <a:cubicBezTo>
                  <a:pt x="3361" y="1851"/>
                  <a:pt x="3364" y="1854"/>
                  <a:pt x="3362" y="1856"/>
                </a:cubicBezTo>
                <a:cubicBezTo>
                  <a:pt x="3366" y="1823"/>
                  <a:pt x="3372" y="1815"/>
                  <a:pt x="3367" y="1803"/>
                </a:cubicBezTo>
                <a:cubicBezTo>
                  <a:pt x="3376" y="1771"/>
                  <a:pt x="3375" y="1768"/>
                  <a:pt x="3379" y="1767"/>
                </a:cubicBezTo>
                <a:cubicBezTo>
                  <a:pt x="3383" y="1736"/>
                  <a:pt x="3387" y="1732"/>
                  <a:pt x="3390" y="1728"/>
                </a:cubicBezTo>
                <a:cubicBezTo>
                  <a:pt x="3397" y="1691"/>
                  <a:pt x="3403" y="1687"/>
                  <a:pt x="3404" y="1681"/>
                </a:cubicBezTo>
                <a:cubicBezTo>
                  <a:pt x="3411" y="1650"/>
                  <a:pt x="3412" y="1647"/>
                  <a:pt x="3413" y="1644"/>
                </a:cubicBezTo>
                <a:cubicBezTo>
                  <a:pt x="3415" y="1620"/>
                  <a:pt x="3422" y="1618"/>
                  <a:pt x="3417" y="1614"/>
                </a:cubicBezTo>
                <a:cubicBezTo>
                  <a:pt x="3423" y="1579"/>
                  <a:pt x="3434" y="1575"/>
                  <a:pt x="3429" y="1566"/>
                </a:cubicBezTo>
                <a:cubicBezTo>
                  <a:pt x="3436" y="1500"/>
                  <a:pt x="3438" y="1494"/>
                  <a:pt x="3441" y="1488"/>
                </a:cubicBezTo>
                <a:cubicBezTo>
                  <a:pt x="3442" y="1464"/>
                  <a:pt x="3441" y="1460"/>
                  <a:pt x="3440" y="1456"/>
                </a:cubicBezTo>
                <a:cubicBezTo>
                  <a:pt x="3448" y="1401"/>
                  <a:pt x="3441" y="1392"/>
                  <a:pt x="3446" y="1387"/>
                </a:cubicBezTo>
                <a:cubicBezTo>
                  <a:pt x="3451" y="1376"/>
                  <a:pt x="3448" y="1380"/>
                  <a:pt x="3448" y="1385"/>
                </a:cubicBezTo>
                <a:cubicBezTo>
                  <a:pt x="3445" y="1422"/>
                  <a:pt x="3452" y="1429"/>
                  <a:pt x="3452" y="1435"/>
                </a:cubicBezTo>
                <a:cubicBezTo>
                  <a:pt x="3455" y="1495"/>
                  <a:pt x="3447" y="1500"/>
                  <a:pt x="3450" y="1508"/>
                </a:cubicBezTo>
                <a:cubicBezTo>
                  <a:pt x="3441" y="1592"/>
                  <a:pt x="3429" y="1592"/>
                  <a:pt x="3436" y="1598"/>
                </a:cubicBezTo>
                <a:cubicBezTo>
                  <a:pt x="3423" y="1621"/>
                  <a:pt x="3439" y="1621"/>
                  <a:pt x="3432" y="1624"/>
                </a:cubicBezTo>
                <a:cubicBezTo>
                  <a:pt x="3413" y="1657"/>
                  <a:pt x="3429" y="1660"/>
                  <a:pt x="3423" y="1662"/>
                </a:cubicBezTo>
                <a:cubicBezTo>
                  <a:pt x="3410" y="1689"/>
                  <a:pt x="3409" y="1694"/>
                  <a:pt x="3412" y="1699"/>
                </a:cubicBezTo>
                <a:cubicBezTo>
                  <a:pt x="3404" y="1734"/>
                  <a:pt x="3393" y="1739"/>
                  <a:pt x="3398" y="1748"/>
                </a:cubicBezTo>
                <a:cubicBezTo>
                  <a:pt x="3395" y="1763"/>
                  <a:pt x="3390" y="1766"/>
                  <a:pt x="3392" y="1770"/>
                </a:cubicBezTo>
                <a:cubicBezTo>
                  <a:pt x="3387" y="1817"/>
                  <a:pt x="3388" y="1815"/>
                  <a:pt x="3389" y="1813"/>
                </a:cubicBezTo>
                <a:cubicBezTo>
                  <a:pt x="3396" y="1778"/>
                  <a:pt x="3400" y="1768"/>
                  <a:pt x="3398" y="1756"/>
                </a:cubicBezTo>
                <a:cubicBezTo>
                  <a:pt x="3410" y="1730"/>
                  <a:pt x="3405" y="1725"/>
                  <a:pt x="3412" y="1723"/>
                </a:cubicBezTo>
                <a:cubicBezTo>
                  <a:pt x="3424" y="1695"/>
                  <a:pt x="3419" y="1691"/>
                  <a:pt x="3422" y="1688"/>
                </a:cubicBezTo>
                <a:cubicBezTo>
                  <a:pt x="3441" y="1607"/>
                  <a:pt x="3447" y="1598"/>
                  <a:pt x="3446" y="1586"/>
                </a:cubicBezTo>
                <a:cubicBezTo>
                  <a:pt x="3457" y="1512"/>
                  <a:pt x="3462" y="1503"/>
                  <a:pt x="3460" y="1491"/>
                </a:cubicBezTo>
                <a:cubicBezTo>
                  <a:pt x="3461" y="1440"/>
                  <a:pt x="3458" y="1436"/>
                  <a:pt x="3463" y="1435"/>
                </a:cubicBezTo>
                <a:cubicBezTo>
                  <a:pt x="3462" y="1404"/>
                  <a:pt x="3459" y="1398"/>
                  <a:pt x="3460" y="1392"/>
                </a:cubicBezTo>
                <a:cubicBezTo>
                  <a:pt x="3458" y="1367"/>
                  <a:pt x="3470" y="1372"/>
                  <a:pt x="3475" y="1379"/>
                </a:cubicBezTo>
                <a:cubicBezTo>
                  <a:pt x="3480" y="1425"/>
                  <a:pt x="3483" y="1430"/>
                  <a:pt x="3479" y="1434"/>
                </a:cubicBezTo>
                <a:cubicBezTo>
                  <a:pt x="3482" y="1457"/>
                  <a:pt x="3478" y="1458"/>
                  <a:pt x="3478" y="1461"/>
                </a:cubicBezTo>
                <a:cubicBezTo>
                  <a:pt x="3476" y="1491"/>
                  <a:pt x="3479" y="1496"/>
                  <a:pt x="3478" y="1500"/>
                </a:cubicBezTo>
                <a:cubicBezTo>
                  <a:pt x="3470" y="1576"/>
                  <a:pt x="3467" y="1583"/>
                  <a:pt x="3467" y="1591"/>
                </a:cubicBezTo>
                <a:cubicBezTo>
                  <a:pt x="3464" y="1606"/>
                  <a:pt x="3461" y="1609"/>
                  <a:pt x="3461" y="1613"/>
                </a:cubicBezTo>
                <a:cubicBezTo>
                  <a:pt x="3454" y="1638"/>
                  <a:pt x="3454" y="1642"/>
                  <a:pt x="3449" y="1645"/>
                </a:cubicBezTo>
                <a:cubicBezTo>
                  <a:pt x="3438" y="1688"/>
                  <a:pt x="3436" y="1699"/>
                  <a:pt x="3431" y="1710"/>
                </a:cubicBezTo>
                <a:cubicBezTo>
                  <a:pt x="3427" y="1749"/>
                  <a:pt x="3419" y="1753"/>
                  <a:pt x="3421" y="1759"/>
                </a:cubicBezTo>
                <a:cubicBezTo>
                  <a:pt x="3414" y="1798"/>
                  <a:pt x="3406" y="1801"/>
                  <a:pt x="3408" y="1808"/>
                </a:cubicBezTo>
                <a:cubicBezTo>
                  <a:pt x="3398" y="1886"/>
                  <a:pt x="3391" y="1896"/>
                  <a:pt x="3394" y="1908"/>
                </a:cubicBezTo>
                <a:cubicBezTo>
                  <a:pt x="3390" y="1927"/>
                  <a:pt x="3395" y="1932"/>
                  <a:pt x="3393" y="1934"/>
                </a:cubicBezTo>
                <a:cubicBezTo>
                  <a:pt x="3390" y="1966"/>
                  <a:pt x="3394" y="1974"/>
                  <a:pt x="3392" y="1981"/>
                </a:cubicBezTo>
                <a:cubicBezTo>
                  <a:pt x="3388" y="2028"/>
                  <a:pt x="3392" y="2036"/>
                  <a:pt x="3392" y="2043"/>
                </a:cubicBezTo>
                <a:cubicBezTo>
                  <a:pt x="3401" y="2091"/>
                  <a:pt x="3402" y="2095"/>
                  <a:pt x="3405" y="2099"/>
                </a:cubicBezTo>
                <a:cubicBezTo>
                  <a:pt x="3401" y="2074"/>
                  <a:pt x="3404" y="2067"/>
                  <a:pt x="3397" y="2057"/>
                </a:cubicBezTo>
                <a:cubicBezTo>
                  <a:pt x="3400" y="1997"/>
                  <a:pt x="3395" y="1981"/>
                  <a:pt x="3401" y="1967"/>
                </a:cubicBezTo>
                <a:cubicBezTo>
                  <a:pt x="3408" y="1929"/>
                  <a:pt x="3404" y="1925"/>
                  <a:pt x="3409" y="1924"/>
                </a:cubicBezTo>
                <a:cubicBezTo>
                  <a:pt x="3415" y="1896"/>
                  <a:pt x="3417" y="1889"/>
                  <a:pt x="3421" y="1882"/>
                </a:cubicBezTo>
                <a:cubicBezTo>
                  <a:pt x="3432" y="1848"/>
                  <a:pt x="3435" y="1845"/>
                  <a:pt x="3435" y="1841"/>
                </a:cubicBezTo>
                <a:cubicBezTo>
                  <a:pt x="3464" y="1774"/>
                  <a:pt x="3463" y="1766"/>
                  <a:pt x="3468" y="1760"/>
                </a:cubicBezTo>
                <a:cubicBezTo>
                  <a:pt x="3481" y="1724"/>
                  <a:pt x="3478" y="1719"/>
                  <a:pt x="3482" y="1716"/>
                </a:cubicBezTo>
                <a:cubicBezTo>
                  <a:pt x="3494" y="1652"/>
                  <a:pt x="3496" y="1648"/>
                  <a:pt x="3495" y="1643"/>
                </a:cubicBezTo>
                <a:cubicBezTo>
                  <a:pt x="3500" y="1623"/>
                  <a:pt x="3502" y="1622"/>
                  <a:pt x="3500" y="1619"/>
                </a:cubicBezTo>
                <a:cubicBezTo>
                  <a:pt x="3506" y="1577"/>
                  <a:pt x="3508" y="1573"/>
                  <a:pt x="3506" y="1568"/>
                </a:cubicBezTo>
                <a:cubicBezTo>
                  <a:pt x="3512" y="1540"/>
                  <a:pt x="3511" y="1535"/>
                  <a:pt x="3513" y="1532"/>
                </a:cubicBezTo>
                <a:cubicBezTo>
                  <a:pt x="3515" y="1572"/>
                  <a:pt x="3510" y="1584"/>
                  <a:pt x="3515" y="1599"/>
                </a:cubicBezTo>
                <a:cubicBezTo>
                  <a:pt x="3504" y="1650"/>
                  <a:pt x="3506" y="1658"/>
                  <a:pt x="3504" y="1665"/>
                </a:cubicBezTo>
                <a:cubicBezTo>
                  <a:pt x="3496" y="1703"/>
                  <a:pt x="3488" y="1716"/>
                  <a:pt x="3485" y="1731"/>
                </a:cubicBezTo>
                <a:cubicBezTo>
                  <a:pt x="3479" y="1756"/>
                  <a:pt x="3474" y="1759"/>
                  <a:pt x="3476" y="1763"/>
                </a:cubicBezTo>
                <a:cubicBezTo>
                  <a:pt x="3463" y="1803"/>
                  <a:pt x="3464" y="1811"/>
                  <a:pt x="3457" y="1818"/>
                </a:cubicBezTo>
                <a:cubicBezTo>
                  <a:pt x="3452" y="1843"/>
                  <a:pt x="3449" y="1846"/>
                  <a:pt x="3449" y="1850"/>
                </a:cubicBezTo>
                <a:cubicBezTo>
                  <a:pt x="3437" y="1873"/>
                  <a:pt x="3443" y="1879"/>
                  <a:pt x="3440" y="1882"/>
                </a:cubicBezTo>
                <a:cubicBezTo>
                  <a:pt x="3435" y="1913"/>
                  <a:pt x="3436" y="1921"/>
                  <a:pt x="3433" y="1927"/>
                </a:cubicBezTo>
                <a:cubicBezTo>
                  <a:pt x="3431" y="1993"/>
                  <a:pt x="3438" y="2005"/>
                  <a:pt x="3437" y="2015"/>
                </a:cubicBezTo>
                <a:cubicBezTo>
                  <a:pt x="3445" y="2068"/>
                  <a:pt x="3449" y="2081"/>
                  <a:pt x="3454" y="2079"/>
                </a:cubicBezTo>
                <a:cubicBezTo>
                  <a:pt x="3446" y="2029"/>
                  <a:pt x="3445" y="2025"/>
                  <a:pt x="3442" y="2020"/>
                </a:cubicBezTo>
                <a:cubicBezTo>
                  <a:pt x="3442" y="1992"/>
                  <a:pt x="3443" y="1983"/>
                  <a:pt x="3440" y="1973"/>
                </a:cubicBezTo>
                <a:cubicBezTo>
                  <a:pt x="3445" y="1909"/>
                  <a:pt x="3446" y="1899"/>
                  <a:pt x="3445" y="1891"/>
                </a:cubicBezTo>
                <a:cubicBezTo>
                  <a:pt x="3461" y="1854"/>
                  <a:pt x="3460" y="1850"/>
                  <a:pt x="3460" y="1846"/>
                </a:cubicBezTo>
                <a:cubicBezTo>
                  <a:pt x="3475" y="1793"/>
                  <a:pt x="3479" y="1786"/>
                  <a:pt x="3482" y="1779"/>
                </a:cubicBezTo>
                <a:cubicBezTo>
                  <a:pt x="3507" y="1698"/>
                  <a:pt x="3509" y="1684"/>
                  <a:pt x="3513" y="1671"/>
                </a:cubicBezTo>
                <a:cubicBezTo>
                  <a:pt x="3520" y="1649"/>
                  <a:pt x="3514" y="1643"/>
                  <a:pt x="3518" y="1641"/>
                </a:cubicBezTo>
                <a:cubicBezTo>
                  <a:pt x="3521" y="1601"/>
                  <a:pt x="3525" y="1595"/>
                  <a:pt x="3522" y="1586"/>
                </a:cubicBezTo>
                <a:cubicBezTo>
                  <a:pt x="3525" y="1554"/>
                  <a:pt x="3525" y="1552"/>
                  <a:pt x="3523" y="1550"/>
                </a:cubicBezTo>
                <a:cubicBezTo>
                  <a:pt x="3531" y="1579"/>
                  <a:pt x="3531" y="1583"/>
                  <a:pt x="3531" y="1587"/>
                </a:cubicBezTo>
                <a:cubicBezTo>
                  <a:pt x="3529" y="1651"/>
                  <a:pt x="3527" y="1653"/>
                  <a:pt x="3529" y="1656"/>
                </a:cubicBezTo>
                <a:cubicBezTo>
                  <a:pt x="3522" y="1684"/>
                  <a:pt x="3521" y="1689"/>
                  <a:pt x="3521" y="1694"/>
                </a:cubicBezTo>
                <a:cubicBezTo>
                  <a:pt x="3516" y="1729"/>
                  <a:pt x="3504" y="1731"/>
                  <a:pt x="3507" y="1737"/>
                </a:cubicBezTo>
                <a:cubicBezTo>
                  <a:pt x="3498" y="1768"/>
                  <a:pt x="3498" y="1771"/>
                  <a:pt x="3498" y="1773"/>
                </a:cubicBezTo>
                <a:cubicBezTo>
                  <a:pt x="3485" y="1804"/>
                  <a:pt x="3490" y="1816"/>
                  <a:pt x="3483" y="1825"/>
                </a:cubicBezTo>
                <a:cubicBezTo>
                  <a:pt x="3480" y="1845"/>
                  <a:pt x="3479" y="1850"/>
                  <a:pt x="3479" y="1855"/>
                </a:cubicBezTo>
                <a:cubicBezTo>
                  <a:pt x="3475" y="1908"/>
                  <a:pt x="3465" y="1910"/>
                  <a:pt x="3470" y="1917"/>
                </a:cubicBezTo>
                <a:cubicBezTo>
                  <a:pt x="3465" y="1968"/>
                  <a:pt x="3468" y="1974"/>
                  <a:pt x="3464" y="1978"/>
                </a:cubicBezTo>
                <a:cubicBezTo>
                  <a:pt x="3472" y="2023"/>
                  <a:pt x="3468" y="2033"/>
                  <a:pt x="3472" y="2044"/>
                </a:cubicBezTo>
                <a:cubicBezTo>
                  <a:pt x="3481" y="2100"/>
                  <a:pt x="3492" y="2101"/>
                  <a:pt x="3486" y="2107"/>
                </a:cubicBezTo>
                <a:cubicBezTo>
                  <a:pt x="3498" y="2137"/>
                  <a:pt x="3500" y="2142"/>
                  <a:pt x="3503" y="2141"/>
                </a:cubicBezTo>
                <a:cubicBezTo>
                  <a:pt x="3487" y="2075"/>
                  <a:pt x="3484" y="2068"/>
                  <a:pt x="3482" y="2061"/>
                </a:cubicBezTo>
                <a:cubicBezTo>
                  <a:pt x="3474" y="2027"/>
                  <a:pt x="3481" y="2026"/>
                  <a:pt x="3478" y="2022"/>
                </a:cubicBezTo>
                <a:cubicBezTo>
                  <a:pt x="3476" y="1955"/>
                  <a:pt x="3478" y="1948"/>
                  <a:pt x="3476" y="1941"/>
                </a:cubicBezTo>
                <a:cubicBezTo>
                  <a:pt x="3484" y="1875"/>
                  <a:pt x="3485" y="1872"/>
                  <a:pt x="3487" y="1869"/>
                </a:cubicBezTo>
                <a:cubicBezTo>
                  <a:pt x="3489" y="1844"/>
                  <a:pt x="3495" y="1842"/>
                  <a:pt x="3490" y="1837"/>
                </a:cubicBezTo>
                <a:cubicBezTo>
                  <a:pt x="3500" y="1788"/>
                  <a:pt x="3510" y="1762"/>
                  <a:pt x="3520" y="1735"/>
                </a:cubicBezTo>
                <a:cubicBezTo>
                  <a:pt x="3536" y="1682"/>
                  <a:pt x="3530" y="1677"/>
                  <a:pt x="3535" y="1675"/>
                </a:cubicBezTo>
                <a:cubicBezTo>
                  <a:pt x="3539" y="1659"/>
                  <a:pt x="3538" y="1655"/>
                  <a:pt x="3541" y="1658"/>
                </a:cubicBezTo>
                <a:cubicBezTo>
                  <a:pt x="3517" y="1789"/>
                  <a:pt x="3524" y="1796"/>
                  <a:pt x="3518" y="1799"/>
                </a:cubicBezTo>
                <a:cubicBezTo>
                  <a:pt x="3515" y="1821"/>
                  <a:pt x="3511" y="1825"/>
                  <a:pt x="3515" y="1831"/>
                </a:cubicBezTo>
                <a:cubicBezTo>
                  <a:pt x="3509" y="1869"/>
                  <a:pt x="3503" y="1873"/>
                  <a:pt x="3507" y="1880"/>
                </a:cubicBezTo>
                <a:cubicBezTo>
                  <a:pt x="3503" y="1908"/>
                  <a:pt x="3500" y="1910"/>
                  <a:pt x="3501" y="1913"/>
                </a:cubicBezTo>
                <a:cubicBezTo>
                  <a:pt x="3498" y="1956"/>
                  <a:pt x="3499" y="1968"/>
                  <a:pt x="3500" y="1979"/>
                </a:cubicBezTo>
                <a:cubicBezTo>
                  <a:pt x="3506" y="2052"/>
                  <a:pt x="3514" y="2059"/>
                  <a:pt x="3510" y="2063"/>
                </a:cubicBezTo>
                <a:cubicBezTo>
                  <a:pt x="3538" y="2132"/>
                  <a:pt x="3538" y="2143"/>
                  <a:pt x="3548" y="2157"/>
                </a:cubicBezTo>
                <a:cubicBezTo>
                  <a:pt x="3547" y="2144"/>
                  <a:pt x="3540" y="2128"/>
                  <a:pt x="3532" y="2111"/>
                </a:cubicBezTo>
                <a:cubicBezTo>
                  <a:pt x="3530" y="2090"/>
                  <a:pt x="3523" y="2082"/>
                  <a:pt x="3523" y="2076"/>
                </a:cubicBezTo>
                <a:cubicBezTo>
                  <a:pt x="3515" y="2007"/>
                  <a:pt x="3512" y="2002"/>
                  <a:pt x="3511" y="1998"/>
                </a:cubicBezTo>
                <a:cubicBezTo>
                  <a:pt x="3511" y="1925"/>
                  <a:pt x="3511" y="1917"/>
                  <a:pt x="3513" y="1909"/>
                </a:cubicBezTo>
                <a:cubicBezTo>
                  <a:pt x="3519" y="1876"/>
                  <a:pt x="3513" y="1866"/>
                  <a:pt x="3519" y="1859"/>
                </a:cubicBezTo>
                <a:cubicBezTo>
                  <a:pt x="3526" y="1827"/>
                  <a:pt x="3521" y="1817"/>
                  <a:pt x="3527" y="1811"/>
                </a:cubicBezTo>
                <a:cubicBezTo>
                  <a:pt x="3533" y="1769"/>
                  <a:pt x="3540" y="1767"/>
                  <a:pt x="3537" y="1761"/>
                </a:cubicBezTo>
                <a:cubicBezTo>
                  <a:pt x="3544" y="1729"/>
                  <a:pt x="3544" y="1721"/>
                  <a:pt x="3545" y="1713"/>
                </a:cubicBezTo>
                <a:cubicBezTo>
                  <a:pt x="3553" y="1672"/>
                  <a:pt x="3550" y="1667"/>
                  <a:pt x="3552" y="1662"/>
                </a:cubicBezTo>
                <a:cubicBezTo>
                  <a:pt x="3554" y="1642"/>
                  <a:pt x="3553" y="1638"/>
                  <a:pt x="3556" y="1641"/>
                </a:cubicBezTo>
                <a:cubicBezTo>
                  <a:pt x="3564" y="1736"/>
                  <a:pt x="3565" y="1745"/>
                  <a:pt x="3563" y="1754"/>
                </a:cubicBezTo>
                <a:cubicBezTo>
                  <a:pt x="3558" y="1799"/>
                  <a:pt x="3551" y="1802"/>
                  <a:pt x="3556" y="1808"/>
                </a:cubicBezTo>
                <a:cubicBezTo>
                  <a:pt x="3546" y="1849"/>
                  <a:pt x="3547" y="1852"/>
                  <a:pt x="3547" y="1854"/>
                </a:cubicBezTo>
                <a:cubicBezTo>
                  <a:pt x="3542" y="1894"/>
                  <a:pt x="3541" y="1898"/>
                  <a:pt x="3536" y="1902"/>
                </a:cubicBezTo>
                <a:cubicBezTo>
                  <a:pt x="3535" y="1925"/>
                  <a:pt x="3535" y="1927"/>
                  <a:pt x="3535" y="1929"/>
                </a:cubicBezTo>
                <a:cubicBezTo>
                  <a:pt x="3525" y="1979"/>
                  <a:pt x="3527" y="1989"/>
                  <a:pt x="3525" y="1998"/>
                </a:cubicBezTo>
                <a:cubicBezTo>
                  <a:pt x="3539" y="2083"/>
                  <a:pt x="3540" y="2080"/>
                  <a:pt x="3537" y="2076"/>
                </a:cubicBezTo>
                <a:cubicBezTo>
                  <a:pt x="3532" y="2032"/>
                  <a:pt x="3531" y="2024"/>
                  <a:pt x="3533" y="2018"/>
                </a:cubicBezTo>
                <a:cubicBezTo>
                  <a:pt x="3537" y="1977"/>
                  <a:pt x="3538" y="1973"/>
                  <a:pt x="3538" y="1968"/>
                </a:cubicBezTo>
                <a:cubicBezTo>
                  <a:pt x="3543" y="1933"/>
                  <a:pt x="3545" y="1924"/>
                  <a:pt x="3546" y="1915"/>
                </a:cubicBezTo>
                <a:cubicBezTo>
                  <a:pt x="3550" y="1884"/>
                  <a:pt x="3554" y="1883"/>
                  <a:pt x="3553" y="1880"/>
                </a:cubicBezTo>
                <a:cubicBezTo>
                  <a:pt x="3559" y="1851"/>
                  <a:pt x="3560" y="1841"/>
                  <a:pt x="3561" y="1832"/>
                </a:cubicBezTo>
                <a:cubicBezTo>
                  <a:pt x="3568" y="1790"/>
                  <a:pt x="3567" y="1787"/>
                  <a:pt x="3571" y="1786"/>
                </a:cubicBezTo>
                <a:cubicBezTo>
                  <a:pt x="3572" y="1822"/>
                  <a:pt x="3568" y="1827"/>
                  <a:pt x="3571" y="1835"/>
                </a:cubicBezTo>
                <a:cubicBezTo>
                  <a:pt x="3568" y="1875"/>
                  <a:pt x="3568" y="1878"/>
                  <a:pt x="3567" y="1881"/>
                </a:cubicBezTo>
                <a:cubicBezTo>
                  <a:pt x="3563" y="1933"/>
                  <a:pt x="3559" y="1938"/>
                  <a:pt x="3562" y="1944"/>
                </a:cubicBezTo>
                <a:cubicBezTo>
                  <a:pt x="3557" y="1996"/>
                  <a:pt x="3552" y="2000"/>
                  <a:pt x="3554" y="2006"/>
                </a:cubicBezTo>
                <a:cubicBezTo>
                  <a:pt x="3559" y="2073"/>
                  <a:pt x="3554" y="2087"/>
                  <a:pt x="3562" y="2105"/>
                </a:cubicBezTo>
                <a:cubicBezTo>
                  <a:pt x="3569" y="2134"/>
                  <a:pt x="3564" y="2137"/>
                  <a:pt x="3569" y="2142"/>
                </a:cubicBezTo>
                <a:cubicBezTo>
                  <a:pt x="3579" y="2160"/>
                  <a:pt x="3579" y="2160"/>
                  <a:pt x="3579" y="2160"/>
                </a:cubicBezTo>
                <a:cubicBezTo>
                  <a:pt x="3570" y="2116"/>
                  <a:pt x="3569" y="2110"/>
                  <a:pt x="3566" y="2103"/>
                </a:cubicBezTo>
                <a:cubicBezTo>
                  <a:pt x="3565" y="2043"/>
                  <a:pt x="3560" y="2036"/>
                  <a:pt x="3563" y="2031"/>
                </a:cubicBezTo>
                <a:cubicBezTo>
                  <a:pt x="3562" y="1988"/>
                  <a:pt x="3567" y="1984"/>
                  <a:pt x="3565" y="1977"/>
                </a:cubicBezTo>
                <a:cubicBezTo>
                  <a:pt x="3575" y="1922"/>
                  <a:pt x="3572" y="1917"/>
                  <a:pt x="3576" y="1914"/>
                </a:cubicBezTo>
                <a:cubicBezTo>
                  <a:pt x="3581" y="1883"/>
                  <a:pt x="3574" y="1877"/>
                  <a:pt x="3580" y="1874"/>
                </a:cubicBezTo>
                <a:cubicBezTo>
                  <a:pt x="3581" y="1811"/>
                  <a:pt x="3583" y="1803"/>
                  <a:pt x="3584" y="1795"/>
                </a:cubicBezTo>
                <a:cubicBezTo>
                  <a:pt x="3586" y="1732"/>
                  <a:pt x="3581" y="1721"/>
                  <a:pt x="3583" y="1713"/>
                </a:cubicBezTo>
                <a:cubicBezTo>
                  <a:pt x="3592" y="1764"/>
                  <a:pt x="3588" y="1768"/>
                  <a:pt x="3588" y="1773"/>
                </a:cubicBezTo>
                <a:cubicBezTo>
                  <a:pt x="3588" y="1842"/>
                  <a:pt x="3593" y="1853"/>
                  <a:pt x="3590" y="1862"/>
                </a:cubicBezTo>
                <a:cubicBezTo>
                  <a:pt x="3591" y="1932"/>
                  <a:pt x="3586" y="1940"/>
                  <a:pt x="3588" y="1951"/>
                </a:cubicBezTo>
                <a:cubicBezTo>
                  <a:pt x="3582" y="1998"/>
                  <a:pt x="3584" y="2004"/>
                  <a:pt x="3583" y="2008"/>
                </a:cubicBezTo>
                <a:cubicBezTo>
                  <a:pt x="3579" y="2026"/>
                  <a:pt x="3580" y="2032"/>
                  <a:pt x="3580" y="2037"/>
                </a:cubicBezTo>
                <a:cubicBezTo>
                  <a:pt x="3584" y="2088"/>
                  <a:pt x="3584" y="2107"/>
                  <a:pt x="3592" y="2129"/>
                </a:cubicBezTo>
                <a:cubicBezTo>
                  <a:pt x="3605" y="2160"/>
                  <a:pt x="3605" y="2160"/>
                  <a:pt x="3605" y="2160"/>
                </a:cubicBezTo>
                <a:cubicBezTo>
                  <a:pt x="3593" y="2092"/>
                  <a:pt x="3588" y="2086"/>
                  <a:pt x="3589" y="2081"/>
                </a:cubicBezTo>
                <a:cubicBezTo>
                  <a:pt x="3589" y="2049"/>
                  <a:pt x="3586" y="2043"/>
                  <a:pt x="3590" y="2040"/>
                </a:cubicBezTo>
                <a:cubicBezTo>
                  <a:pt x="3592" y="1978"/>
                  <a:pt x="3594" y="1974"/>
                  <a:pt x="3597" y="1970"/>
                </a:cubicBezTo>
                <a:cubicBezTo>
                  <a:pt x="3600" y="1927"/>
                  <a:pt x="3597" y="1924"/>
                  <a:pt x="3599" y="1922"/>
                </a:cubicBezTo>
                <a:cubicBezTo>
                  <a:pt x="3602" y="1891"/>
                  <a:pt x="3601" y="1882"/>
                  <a:pt x="3601" y="1872"/>
                </a:cubicBezTo>
                <a:cubicBezTo>
                  <a:pt x="3605" y="1808"/>
                  <a:pt x="3598" y="1796"/>
                  <a:pt x="3601" y="1787"/>
                </a:cubicBezTo>
                <a:cubicBezTo>
                  <a:pt x="3606" y="1817"/>
                  <a:pt x="3609" y="1821"/>
                  <a:pt x="3610" y="1826"/>
                </a:cubicBezTo>
                <a:cubicBezTo>
                  <a:pt x="3615" y="1876"/>
                  <a:pt x="3610" y="1882"/>
                  <a:pt x="3610" y="1889"/>
                </a:cubicBezTo>
                <a:cubicBezTo>
                  <a:pt x="3603" y="1955"/>
                  <a:pt x="3607" y="1963"/>
                  <a:pt x="3604" y="1969"/>
                </a:cubicBezTo>
                <a:cubicBezTo>
                  <a:pt x="3602" y="2003"/>
                  <a:pt x="3609" y="2008"/>
                  <a:pt x="3606" y="2011"/>
                </a:cubicBezTo>
                <a:cubicBezTo>
                  <a:pt x="3608" y="2038"/>
                  <a:pt x="3605" y="2044"/>
                  <a:pt x="3608" y="2052"/>
                </a:cubicBezTo>
                <a:cubicBezTo>
                  <a:pt x="3607" y="2086"/>
                  <a:pt x="3614" y="2092"/>
                  <a:pt x="3610" y="2094"/>
                </a:cubicBezTo>
                <a:cubicBezTo>
                  <a:pt x="3629" y="2141"/>
                  <a:pt x="3624" y="2122"/>
                  <a:pt x="3621" y="2104"/>
                </a:cubicBezTo>
                <a:cubicBezTo>
                  <a:pt x="3617" y="2034"/>
                  <a:pt x="3614" y="2029"/>
                  <a:pt x="3617" y="2025"/>
                </a:cubicBezTo>
                <a:cubicBezTo>
                  <a:pt x="3613" y="1967"/>
                  <a:pt x="3616" y="1954"/>
                  <a:pt x="3617" y="1940"/>
                </a:cubicBezTo>
                <a:cubicBezTo>
                  <a:pt x="3620" y="1907"/>
                  <a:pt x="3620" y="1906"/>
                  <a:pt x="3619" y="1903"/>
                </a:cubicBezTo>
                <a:cubicBezTo>
                  <a:pt x="3625" y="1960"/>
                  <a:pt x="3635" y="1977"/>
                  <a:pt x="3626" y="1989"/>
                </a:cubicBezTo>
                <a:cubicBezTo>
                  <a:pt x="3632" y="2019"/>
                  <a:pt x="3629" y="2022"/>
                  <a:pt x="3629" y="2023"/>
                </a:cubicBezTo>
                <a:cubicBezTo>
                  <a:pt x="3639" y="2083"/>
                  <a:pt x="3643" y="2106"/>
                  <a:pt x="3650" y="2131"/>
                </a:cubicBezTo>
                <a:cubicBezTo>
                  <a:pt x="3646" y="2095"/>
                  <a:pt x="3648" y="2087"/>
                  <a:pt x="3644" y="2077"/>
                </a:cubicBezTo>
                <a:cubicBezTo>
                  <a:pt x="3642" y="1997"/>
                  <a:pt x="3638" y="1989"/>
                  <a:pt x="3642" y="1983"/>
                </a:cubicBezTo>
                <a:cubicBezTo>
                  <a:pt x="3636" y="1915"/>
                  <a:pt x="3635" y="1908"/>
                  <a:pt x="3633" y="1900"/>
                </a:cubicBezTo>
                <a:cubicBezTo>
                  <a:pt x="3632" y="1877"/>
                  <a:pt x="3626" y="1869"/>
                  <a:pt x="3628" y="1862"/>
                </a:cubicBezTo>
                <a:cubicBezTo>
                  <a:pt x="3704" y="2064"/>
                  <a:pt x="3715" y="2091"/>
                  <a:pt x="3723" y="2120"/>
                </a:cubicBezTo>
                <a:cubicBezTo>
                  <a:pt x="3738" y="2147"/>
                  <a:pt x="3735" y="2134"/>
                  <a:pt x="3732" y="2120"/>
                </a:cubicBezTo>
                <a:cubicBezTo>
                  <a:pt x="3671" y="1955"/>
                  <a:pt x="3666" y="1948"/>
                  <a:pt x="3665" y="1942"/>
                </a:cubicBezTo>
                <a:cubicBezTo>
                  <a:pt x="3658" y="1918"/>
                  <a:pt x="3659" y="1920"/>
                  <a:pt x="3656" y="1912"/>
                </a:cubicBezTo>
                <a:cubicBezTo>
                  <a:pt x="3644" y="1868"/>
                  <a:pt x="3634" y="1861"/>
                  <a:pt x="3638" y="1856"/>
                </a:cubicBezTo>
                <a:cubicBezTo>
                  <a:pt x="3654" y="1880"/>
                  <a:pt x="3649" y="1882"/>
                  <a:pt x="3653" y="1886"/>
                </a:cubicBezTo>
                <a:cubicBezTo>
                  <a:pt x="3690" y="1949"/>
                  <a:pt x="3693" y="1958"/>
                  <a:pt x="3702" y="1968"/>
                </a:cubicBezTo>
                <a:cubicBezTo>
                  <a:pt x="3745" y="2097"/>
                  <a:pt x="3753" y="2103"/>
                  <a:pt x="3754" y="2107"/>
                </a:cubicBezTo>
                <a:cubicBezTo>
                  <a:pt x="3776" y="2160"/>
                  <a:pt x="3776" y="2160"/>
                  <a:pt x="3776" y="2160"/>
                </a:cubicBezTo>
                <a:cubicBezTo>
                  <a:pt x="3769" y="2130"/>
                  <a:pt x="3760" y="2123"/>
                  <a:pt x="3765" y="2121"/>
                </a:cubicBezTo>
                <a:cubicBezTo>
                  <a:pt x="3734" y="2035"/>
                  <a:pt x="3731" y="2018"/>
                  <a:pt x="3726" y="2000"/>
                </a:cubicBezTo>
                <a:cubicBezTo>
                  <a:pt x="3693" y="1934"/>
                  <a:pt x="3677" y="1912"/>
                  <a:pt x="3655" y="1871"/>
                </a:cubicBezTo>
                <a:cubicBezTo>
                  <a:pt x="3628" y="1820"/>
                  <a:pt x="3632" y="1818"/>
                  <a:pt x="3627" y="1813"/>
                </a:cubicBezTo>
                <a:cubicBezTo>
                  <a:pt x="3618" y="1792"/>
                  <a:pt x="3615" y="1792"/>
                  <a:pt x="3616" y="1793"/>
                </a:cubicBezTo>
                <a:cubicBezTo>
                  <a:pt x="3614" y="1770"/>
                  <a:pt x="3625" y="1783"/>
                  <a:pt x="3633" y="1799"/>
                </a:cubicBezTo>
                <a:cubicBezTo>
                  <a:pt x="3676" y="1871"/>
                  <a:pt x="3684" y="1880"/>
                  <a:pt x="3682" y="1886"/>
                </a:cubicBezTo>
                <a:cubicBezTo>
                  <a:pt x="3706" y="1920"/>
                  <a:pt x="3713" y="1940"/>
                  <a:pt x="3724" y="1950"/>
                </a:cubicBezTo>
                <a:cubicBezTo>
                  <a:pt x="3760" y="2018"/>
                  <a:pt x="3762" y="2034"/>
                  <a:pt x="3775" y="2052"/>
                </a:cubicBezTo>
                <a:cubicBezTo>
                  <a:pt x="3791" y="2087"/>
                  <a:pt x="3790" y="2072"/>
                  <a:pt x="3779" y="2055"/>
                </a:cubicBezTo>
                <a:cubicBezTo>
                  <a:pt x="3773" y="2029"/>
                  <a:pt x="3765" y="2023"/>
                  <a:pt x="3764" y="2020"/>
                </a:cubicBezTo>
                <a:cubicBezTo>
                  <a:pt x="3727" y="1943"/>
                  <a:pt x="3720" y="1927"/>
                  <a:pt x="3710" y="1911"/>
                </a:cubicBezTo>
                <a:cubicBezTo>
                  <a:pt x="3681" y="1859"/>
                  <a:pt x="3679" y="1858"/>
                  <a:pt x="3677" y="1856"/>
                </a:cubicBezTo>
                <a:cubicBezTo>
                  <a:pt x="3659" y="1825"/>
                  <a:pt x="3654" y="1826"/>
                  <a:pt x="3652" y="1818"/>
                </a:cubicBezTo>
                <a:cubicBezTo>
                  <a:pt x="3641" y="1799"/>
                  <a:pt x="3638" y="1795"/>
                  <a:pt x="3640" y="1793"/>
                </a:cubicBezTo>
                <a:cubicBezTo>
                  <a:pt x="3651" y="1805"/>
                  <a:pt x="3656" y="1807"/>
                  <a:pt x="3660" y="1814"/>
                </a:cubicBezTo>
                <a:cubicBezTo>
                  <a:pt x="3747" y="1948"/>
                  <a:pt x="3751" y="1945"/>
                  <a:pt x="3753" y="1952"/>
                </a:cubicBezTo>
                <a:cubicBezTo>
                  <a:pt x="3801" y="2041"/>
                  <a:pt x="3805" y="2046"/>
                  <a:pt x="3813" y="2063"/>
                </a:cubicBezTo>
                <a:cubicBezTo>
                  <a:pt x="3824" y="2090"/>
                  <a:pt x="3825" y="2083"/>
                  <a:pt x="3823" y="2074"/>
                </a:cubicBezTo>
                <a:cubicBezTo>
                  <a:pt x="3793" y="2008"/>
                  <a:pt x="3788" y="1999"/>
                  <a:pt x="3783" y="1990"/>
                </a:cubicBezTo>
                <a:cubicBezTo>
                  <a:pt x="3750" y="1934"/>
                  <a:pt x="3750" y="1933"/>
                  <a:pt x="3742" y="1923"/>
                </a:cubicBezTo>
                <a:cubicBezTo>
                  <a:pt x="3649" y="1784"/>
                  <a:pt x="3640" y="1771"/>
                  <a:pt x="3628" y="1753"/>
                </a:cubicBezTo>
                <a:cubicBezTo>
                  <a:pt x="3600" y="1705"/>
                  <a:pt x="3594" y="1703"/>
                  <a:pt x="3600" y="1698"/>
                </a:cubicBezTo>
                <a:cubicBezTo>
                  <a:pt x="3661" y="1781"/>
                  <a:pt x="3667" y="1780"/>
                  <a:pt x="3671" y="1789"/>
                </a:cubicBezTo>
                <a:cubicBezTo>
                  <a:pt x="3762" y="1925"/>
                  <a:pt x="3772" y="1943"/>
                  <a:pt x="3781" y="1958"/>
                </a:cubicBezTo>
                <a:cubicBezTo>
                  <a:pt x="3789" y="1977"/>
                  <a:pt x="3792" y="1977"/>
                  <a:pt x="3792" y="1977"/>
                </a:cubicBezTo>
                <a:cubicBezTo>
                  <a:pt x="3808" y="2010"/>
                  <a:pt x="3813" y="2006"/>
                  <a:pt x="3808" y="2000"/>
                </a:cubicBezTo>
                <a:cubicBezTo>
                  <a:pt x="3787" y="1964"/>
                  <a:pt x="3792" y="1953"/>
                  <a:pt x="3784" y="1954"/>
                </a:cubicBezTo>
                <a:cubicBezTo>
                  <a:pt x="3664" y="1770"/>
                  <a:pt x="3663" y="1761"/>
                  <a:pt x="3658" y="1758"/>
                </a:cubicBezTo>
                <a:cubicBezTo>
                  <a:pt x="3608" y="1693"/>
                  <a:pt x="3604" y="1687"/>
                  <a:pt x="3601" y="1681"/>
                </a:cubicBezTo>
                <a:cubicBezTo>
                  <a:pt x="3568" y="1619"/>
                  <a:pt x="3567" y="1614"/>
                  <a:pt x="3568" y="1609"/>
                </a:cubicBezTo>
                <a:cubicBezTo>
                  <a:pt x="3602" y="1650"/>
                  <a:pt x="3605" y="1657"/>
                  <a:pt x="3609" y="1657"/>
                </a:cubicBezTo>
                <a:cubicBezTo>
                  <a:pt x="3642" y="1699"/>
                  <a:pt x="3657" y="1709"/>
                  <a:pt x="3670" y="1726"/>
                </a:cubicBezTo>
                <a:cubicBezTo>
                  <a:pt x="3726" y="1782"/>
                  <a:pt x="3727" y="1793"/>
                  <a:pt x="3732" y="1792"/>
                </a:cubicBezTo>
                <a:cubicBezTo>
                  <a:pt x="3804" y="1897"/>
                  <a:pt x="3811" y="1910"/>
                  <a:pt x="3818" y="1923"/>
                </a:cubicBezTo>
                <a:cubicBezTo>
                  <a:pt x="3834" y="1949"/>
                  <a:pt x="3835" y="1944"/>
                  <a:pt x="3833" y="1939"/>
                </a:cubicBezTo>
                <a:cubicBezTo>
                  <a:pt x="3805" y="1889"/>
                  <a:pt x="3802" y="1887"/>
                  <a:pt x="3800" y="1881"/>
                </a:cubicBezTo>
                <a:cubicBezTo>
                  <a:pt x="3752" y="1810"/>
                  <a:pt x="3747" y="1795"/>
                  <a:pt x="3740" y="1790"/>
                </a:cubicBezTo>
                <a:cubicBezTo>
                  <a:pt x="3707" y="1754"/>
                  <a:pt x="3704" y="1747"/>
                  <a:pt x="3701" y="1741"/>
                </a:cubicBezTo>
                <a:cubicBezTo>
                  <a:pt x="3666" y="1702"/>
                  <a:pt x="3650" y="1693"/>
                  <a:pt x="3638" y="1674"/>
                </a:cubicBezTo>
                <a:cubicBezTo>
                  <a:pt x="3579" y="1610"/>
                  <a:pt x="3577" y="1606"/>
                  <a:pt x="3575" y="1603"/>
                </a:cubicBezTo>
                <a:cubicBezTo>
                  <a:pt x="3662" y="1692"/>
                  <a:pt x="3684" y="1707"/>
                  <a:pt x="3705" y="1728"/>
                </a:cubicBezTo>
                <a:cubicBezTo>
                  <a:pt x="3780" y="1809"/>
                  <a:pt x="3780" y="1827"/>
                  <a:pt x="3786" y="1824"/>
                </a:cubicBezTo>
                <a:cubicBezTo>
                  <a:pt x="3743" y="1752"/>
                  <a:pt x="3728" y="1741"/>
                  <a:pt x="3715" y="1723"/>
                </a:cubicBezTo>
                <a:cubicBezTo>
                  <a:pt x="3691" y="1699"/>
                  <a:pt x="3682" y="1693"/>
                  <a:pt x="3674" y="1685"/>
                </a:cubicBezTo>
                <a:cubicBezTo>
                  <a:pt x="3656" y="1669"/>
                  <a:pt x="3653" y="1663"/>
                  <a:pt x="3655" y="1661"/>
                </a:cubicBezTo>
                <a:cubicBezTo>
                  <a:pt x="3701" y="1699"/>
                  <a:pt x="3704" y="1700"/>
                  <a:pt x="3707" y="1700"/>
                </a:cubicBezTo>
                <a:cubicBezTo>
                  <a:pt x="3733" y="1723"/>
                  <a:pt x="3739" y="1726"/>
                  <a:pt x="3744" y="1730"/>
                </a:cubicBezTo>
                <a:cubicBezTo>
                  <a:pt x="3810" y="1787"/>
                  <a:pt x="3819" y="1795"/>
                  <a:pt x="3827" y="1803"/>
                </a:cubicBezTo>
                <a:cubicBezTo>
                  <a:pt x="3840" y="1813"/>
                  <a:pt x="3840" y="1813"/>
                  <a:pt x="3840" y="1813"/>
                </a:cubicBezTo>
                <a:cubicBezTo>
                  <a:pt x="3784" y="1755"/>
                  <a:pt x="3778" y="1742"/>
                  <a:pt x="3769" y="1741"/>
                </a:cubicBezTo>
                <a:cubicBezTo>
                  <a:pt x="3733" y="1710"/>
                  <a:pt x="3728" y="1711"/>
                  <a:pt x="3725" y="1703"/>
                </a:cubicBezTo>
                <a:cubicBezTo>
                  <a:pt x="3677" y="1667"/>
                  <a:pt x="3672" y="1665"/>
                  <a:pt x="3670" y="1658"/>
                </a:cubicBezTo>
                <a:cubicBezTo>
                  <a:pt x="3644" y="1644"/>
                  <a:pt x="3643" y="1636"/>
                  <a:pt x="3639" y="1637"/>
                </a:cubicBezTo>
                <a:cubicBezTo>
                  <a:pt x="3601" y="1601"/>
                  <a:pt x="3599" y="1596"/>
                  <a:pt x="3597" y="1593"/>
                </a:cubicBezTo>
                <a:cubicBezTo>
                  <a:pt x="3566" y="1555"/>
                  <a:pt x="3560" y="1554"/>
                  <a:pt x="3556" y="1545"/>
                </a:cubicBezTo>
                <a:cubicBezTo>
                  <a:pt x="3552" y="1522"/>
                  <a:pt x="3553" y="1536"/>
                  <a:pt x="3559" y="1536"/>
                </a:cubicBezTo>
                <a:cubicBezTo>
                  <a:pt x="3580" y="1559"/>
                  <a:pt x="3583" y="1558"/>
                  <a:pt x="3585" y="1562"/>
                </a:cubicBezTo>
                <a:cubicBezTo>
                  <a:pt x="3634" y="1600"/>
                  <a:pt x="3637" y="1610"/>
                  <a:pt x="3644" y="1607"/>
                </a:cubicBezTo>
                <a:cubicBezTo>
                  <a:pt x="3695" y="1644"/>
                  <a:pt x="3699" y="1652"/>
                  <a:pt x="3705" y="1652"/>
                </a:cubicBezTo>
                <a:cubicBezTo>
                  <a:pt x="3754" y="1683"/>
                  <a:pt x="3757" y="1694"/>
                  <a:pt x="3762" y="1695"/>
                </a:cubicBezTo>
                <a:cubicBezTo>
                  <a:pt x="3798" y="1722"/>
                  <a:pt x="3801" y="1735"/>
                  <a:pt x="3808" y="1732"/>
                </a:cubicBezTo>
                <a:cubicBezTo>
                  <a:pt x="3735" y="1667"/>
                  <a:pt x="3734" y="1659"/>
                  <a:pt x="3730" y="1662"/>
                </a:cubicBezTo>
                <a:cubicBezTo>
                  <a:pt x="3691" y="1638"/>
                  <a:pt x="3686" y="1628"/>
                  <a:pt x="3679" y="1626"/>
                </a:cubicBezTo>
                <a:cubicBezTo>
                  <a:pt x="3606" y="1569"/>
                  <a:pt x="3593" y="1561"/>
                  <a:pt x="3584" y="1546"/>
                </a:cubicBezTo>
                <a:cubicBezTo>
                  <a:pt x="3554" y="1514"/>
                  <a:pt x="3542" y="1501"/>
                  <a:pt x="3531" y="1486"/>
                </a:cubicBezTo>
                <a:cubicBezTo>
                  <a:pt x="3515" y="1452"/>
                  <a:pt x="3508" y="1447"/>
                  <a:pt x="3512" y="1445"/>
                </a:cubicBezTo>
                <a:cubicBezTo>
                  <a:pt x="3556" y="1505"/>
                  <a:pt x="3567" y="1513"/>
                  <a:pt x="3566" y="1520"/>
                </a:cubicBezTo>
                <a:cubicBezTo>
                  <a:pt x="3605" y="1552"/>
                  <a:pt x="3611" y="1553"/>
                  <a:pt x="3616" y="1560"/>
                </a:cubicBezTo>
                <a:cubicBezTo>
                  <a:pt x="3676" y="1598"/>
                  <a:pt x="3677" y="1606"/>
                  <a:pt x="3681" y="1605"/>
                </a:cubicBezTo>
                <a:cubicBezTo>
                  <a:pt x="3717" y="1624"/>
                  <a:pt x="3722" y="1631"/>
                  <a:pt x="3729" y="1632"/>
                </a:cubicBezTo>
                <a:cubicBezTo>
                  <a:pt x="3761" y="1652"/>
                  <a:pt x="3773" y="1659"/>
                  <a:pt x="3786" y="1665"/>
                </a:cubicBezTo>
                <a:cubicBezTo>
                  <a:pt x="3834" y="1700"/>
                  <a:pt x="3837" y="1704"/>
                  <a:pt x="3840" y="1705"/>
                </a:cubicBezTo>
                <a:close/>
                <a:moveTo>
                  <a:pt x="3587" y="1208"/>
                </a:moveTo>
                <a:cubicBezTo>
                  <a:pt x="3585" y="1207"/>
                  <a:pt x="3582" y="1206"/>
                  <a:pt x="3580" y="1204"/>
                </a:cubicBezTo>
                <a:cubicBezTo>
                  <a:pt x="3578" y="1198"/>
                  <a:pt x="3586" y="1205"/>
                  <a:pt x="3587" y="1208"/>
                </a:cubicBezTo>
                <a:close/>
                <a:moveTo>
                  <a:pt x="3234" y="928"/>
                </a:moveTo>
                <a:cubicBezTo>
                  <a:pt x="3238" y="930"/>
                  <a:pt x="3243" y="932"/>
                  <a:pt x="3248" y="934"/>
                </a:cubicBezTo>
                <a:cubicBezTo>
                  <a:pt x="3256" y="941"/>
                  <a:pt x="3265" y="942"/>
                  <a:pt x="3273" y="950"/>
                </a:cubicBezTo>
                <a:cubicBezTo>
                  <a:pt x="3278" y="950"/>
                  <a:pt x="3283" y="953"/>
                  <a:pt x="3287" y="955"/>
                </a:cubicBezTo>
                <a:cubicBezTo>
                  <a:pt x="3291" y="957"/>
                  <a:pt x="3295" y="962"/>
                  <a:pt x="3299" y="962"/>
                </a:cubicBezTo>
                <a:cubicBezTo>
                  <a:pt x="3308" y="965"/>
                  <a:pt x="3317" y="970"/>
                  <a:pt x="3326" y="974"/>
                </a:cubicBezTo>
                <a:cubicBezTo>
                  <a:pt x="3342" y="986"/>
                  <a:pt x="3361" y="990"/>
                  <a:pt x="3376" y="1006"/>
                </a:cubicBezTo>
                <a:cubicBezTo>
                  <a:pt x="3381" y="1008"/>
                  <a:pt x="3386" y="1007"/>
                  <a:pt x="3389" y="1014"/>
                </a:cubicBezTo>
                <a:cubicBezTo>
                  <a:pt x="3395" y="1010"/>
                  <a:pt x="3396" y="1023"/>
                  <a:pt x="3402" y="1021"/>
                </a:cubicBezTo>
                <a:cubicBezTo>
                  <a:pt x="3410" y="1027"/>
                  <a:pt x="3418" y="1034"/>
                  <a:pt x="3427" y="1037"/>
                </a:cubicBezTo>
                <a:cubicBezTo>
                  <a:pt x="3430" y="1042"/>
                  <a:pt x="3434" y="1046"/>
                  <a:pt x="3438" y="1047"/>
                </a:cubicBezTo>
                <a:cubicBezTo>
                  <a:pt x="3439" y="1050"/>
                  <a:pt x="3436" y="1048"/>
                  <a:pt x="3434" y="1049"/>
                </a:cubicBezTo>
                <a:cubicBezTo>
                  <a:pt x="3432" y="1048"/>
                  <a:pt x="3430" y="1047"/>
                  <a:pt x="3428" y="1044"/>
                </a:cubicBezTo>
                <a:cubicBezTo>
                  <a:pt x="3422" y="1049"/>
                  <a:pt x="3422" y="1034"/>
                  <a:pt x="3415" y="1041"/>
                </a:cubicBezTo>
                <a:cubicBezTo>
                  <a:pt x="3409" y="1031"/>
                  <a:pt x="3400" y="1034"/>
                  <a:pt x="3393" y="1026"/>
                </a:cubicBezTo>
                <a:cubicBezTo>
                  <a:pt x="3392" y="1024"/>
                  <a:pt x="3388" y="1027"/>
                  <a:pt x="3387" y="1024"/>
                </a:cubicBezTo>
                <a:cubicBezTo>
                  <a:pt x="3386" y="1020"/>
                  <a:pt x="3383" y="1021"/>
                  <a:pt x="3380" y="1022"/>
                </a:cubicBezTo>
                <a:cubicBezTo>
                  <a:pt x="3378" y="1015"/>
                  <a:pt x="3372" y="1022"/>
                  <a:pt x="3370" y="1014"/>
                </a:cubicBezTo>
                <a:cubicBezTo>
                  <a:pt x="3362" y="1014"/>
                  <a:pt x="3355" y="1007"/>
                  <a:pt x="3347" y="1003"/>
                </a:cubicBezTo>
                <a:cubicBezTo>
                  <a:pt x="3338" y="1002"/>
                  <a:pt x="3331" y="995"/>
                  <a:pt x="3323" y="989"/>
                </a:cubicBezTo>
                <a:cubicBezTo>
                  <a:pt x="3315" y="989"/>
                  <a:pt x="3307" y="983"/>
                  <a:pt x="3300" y="978"/>
                </a:cubicBezTo>
                <a:cubicBezTo>
                  <a:pt x="3296" y="977"/>
                  <a:pt x="3293" y="972"/>
                  <a:pt x="3288" y="971"/>
                </a:cubicBezTo>
                <a:cubicBezTo>
                  <a:pt x="3285" y="968"/>
                  <a:pt x="3280" y="971"/>
                  <a:pt x="3278" y="963"/>
                </a:cubicBezTo>
                <a:cubicBezTo>
                  <a:pt x="3270" y="961"/>
                  <a:pt x="3264" y="953"/>
                  <a:pt x="3255" y="952"/>
                </a:cubicBezTo>
                <a:cubicBezTo>
                  <a:pt x="3254" y="950"/>
                  <a:pt x="3253" y="948"/>
                  <a:pt x="3252" y="946"/>
                </a:cubicBezTo>
                <a:cubicBezTo>
                  <a:pt x="3247" y="942"/>
                  <a:pt x="3242" y="939"/>
                  <a:pt x="3236" y="938"/>
                </a:cubicBezTo>
                <a:cubicBezTo>
                  <a:pt x="3232" y="933"/>
                  <a:pt x="3228" y="927"/>
                  <a:pt x="3222" y="927"/>
                </a:cubicBezTo>
                <a:cubicBezTo>
                  <a:pt x="3222" y="917"/>
                  <a:pt x="3230" y="930"/>
                  <a:pt x="3234" y="928"/>
                </a:cubicBezTo>
                <a:close/>
                <a:moveTo>
                  <a:pt x="3269" y="856"/>
                </a:moveTo>
                <a:cubicBezTo>
                  <a:pt x="3278" y="856"/>
                  <a:pt x="3285" y="867"/>
                  <a:pt x="3294" y="867"/>
                </a:cubicBezTo>
                <a:cubicBezTo>
                  <a:pt x="3296" y="873"/>
                  <a:pt x="3289" y="865"/>
                  <a:pt x="3287" y="868"/>
                </a:cubicBezTo>
                <a:cubicBezTo>
                  <a:pt x="3284" y="866"/>
                  <a:pt x="3281" y="867"/>
                  <a:pt x="3279" y="864"/>
                </a:cubicBezTo>
                <a:cubicBezTo>
                  <a:pt x="3274" y="860"/>
                  <a:pt x="3267" y="862"/>
                  <a:pt x="3263" y="855"/>
                </a:cubicBezTo>
                <a:cubicBezTo>
                  <a:pt x="3252" y="853"/>
                  <a:pt x="3242" y="851"/>
                  <a:pt x="3231" y="848"/>
                </a:cubicBezTo>
                <a:cubicBezTo>
                  <a:pt x="3226" y="845"/>
                  <a:pt x="3221" y="843"/>
                  <a:pt x="3215" y="843"/>
                </a:cubicBezTo>
                <a:cubicBezTo>
                  <a:pt x="3211" y="839"/>
                  <a:pt x="3206" y="839"/>
                  <a:pt x="3201" y="838"/>
                </a:cubicBezTo>
                <a:cubicBezTo>
                  <a:pt x="3195" y="839"/>
                  <a:pt x="3190" y="834"/>
                  <a:pt x="3185" y="833"/>
                </a:cubicBezTo>
                <a:cubicBezTo>
                  <a:pt x="3180" y="832"/>
                  <a:pt x="3175" y="831"/>
                  <a:pt x="3171" y="828"/>
                </a:cubicBezTo>
                <a:cubicBezTo>
                  <a:pt x="3161" y="826"/>
                  <a:pt x="3152" y="820"/>
                  <a:pt x="3142" y="820"/>
                </a:cubicBezTo>
                <a:cubicBezTo>
                  <a:pt x="3130" y="810"/>
                  <a:pt x="3117" y="809"/>
                  <a:pt x="3105" y="799"/>
                </a:cubicBezTo>
                <a:cubicBezTo>
                  <a:pt x="3102" y="800"/>
                  <a:pt x="3098" y="799"/>
                  <a:pt x="3096" y="797"/>
                </a:cubicBezTo>
                <a:cubicBezTo>
                  <a:pt x="3094" y="789"/>
                  <a:pt x="3088" y="799"/>
                  <a:pt x="3087" y="791"/>
                </a:cubicBezTo>
                <a:cubicBezTo>
                  <a:pt x="3080" y="793"/>
                  <a:pt x="3077" y="781"/>
                  <a:pt x="3069" y="784"/>
                </a:cubicBezTo>
                <a:cubicBezTo>
                  <a:pt x="3068" y="781"/>
                  <a:pt x="3066" y="778"/>
                  <a:pt x="3064" y="779"/>
                </a:cubicBezTo>
                <a:cubicBezTo>
                  <a:pt x="3064" y="777"/>
                  <a:pt x="3064" y="774"/>
                  <a:pt x="3061" y="775"/>
                </a:cubicBezTo>
                <a:cubicBezTo>
                  <a:pt x="3058" y="774"/>
                  <a:pt x="3055" y="769"/>
                  <a:pt x="3052" y="764"/>
                </a:cubicBezTo>
                <a:cubicBezTo>
                  <a:pt x="3060" y="762"/>
                  <a:pt x="3065" y="770"/>
                  <a:pt x="3072" y="769"/>
                </a:cubicBezTo>
                <a:cubicBezTo>
                  <a:pt x="3077" y="776"/>
                  <a:pt x="3084" y="774"/>
                  <a:pt x="3089" y="781"/>
                </a:cubicBezTo>
                <a:cubicBezTo>
                  <a:pt x="3094" y="782"/>
                  <a:pt x="3100" y="782"/>
                  <a:pt x="3104" y="787"/>
                </a:cubicBezTo>
                <a:cubicBezTo>
                  <a:pt x="3108" y="787"/>
                  <a:pt x="3112" y="789"/>
                  <a:pt x="3117" y="790"/>
                </a:cubicBezTo>
                <a:cubicBezTo>
                  <a:pt x="3125" y="792"/>
                  <a:pt x="3133" y="798"/>
                  <a:pt x="3142" y="801"/>
                </a:cubicBezTo>
                <a:cubicBezTo>
                  <a:pt x="3151" y="803"/>
                  <a:pt x="3160" y="806"/>
                  <a:pt x="3169" y="810"/>
                </a:cubicBezTo>
                <a:cubicBezTo>
                  <a:pt x="3177" y="812"/>
                  <a:pt x="3186" y="815"/>
                  <a:pt x="3194" y="820"/>
                </a:cubicBezTo>
                <a:cubicBezTo>
                  <a:pt x="3196" y="821"/>
                  <a:pt x="3200" y="820"/>
                  <a:pt x="3201" y="824"/>
                </a:cubicBezTo>
                <a:cubicBezTo>
                  <a:pt x="3204" y="823"/>
                  <a:pt x="3205" y="827"/>
                  <a:pt x="3208" y="826"/>
                </a:cubicBezTo>
                <a:cubicBezTo>
                  <a:pt x="3211" y="830"/>
                  <a:pt x="3217" y="825"/>
                  <a:pt x="3220" y="832"/>
                </a:cubicBezTo>
                <a:cubicBezTo>
                  <a:pt x="3229" y="834"/>
                  <a:pt x="3237" y="839"/>
                  <a:pt x="3245" y="843"/>
                </a:cubicBezTo>
                <a:cubicBezTo>
                  <a:pt x="3253" y="849"/>
                  <a:pt x="3262" y="849"/>
                  <a:pt x="3269" y="856"/>
                </a:cubicBezTo>
                <a:close/>
                <a:moveTo>
                  <a:pt x="3121" y="851"/>
                </a:moveTo>
                <a:cubicBezTo>
                  <a:pt x="3114" y="851"/>
                  <a:pt x="3115" y="840"/>
                  <a:pt x="3113" y="836"/>
                </a:cubicBezTo>
                <a:cubicBezTo>
                  <a:pt x="3120" y="836"/>
                  <a:pt x="3119" y="847"/>
                  <a:pt x="3121" y="851"/>
                </a:cubicBezTo>
                <a:close/>
                <a:moveTo>
                  <a:pt x="2966" y="723"/>
                </a:moveTo>
                <a:cubicBezTo>
                  <a:pt x="2974" y="724"/>
                  <a:pt x="2969" y="736"/>
                  <a:pt x="2973" y="741"/>
                </a:cubicBezTo>
                <a:cubicBezTo>
                  <a:pt x="2967" y="741"/>
                  <a:pt x="2968" y="728"/>
                  <a:pt x="2966" y="723"/>
                </a:cubicBezTo>
                <a:close/>
                <a:moveTo>
                  <a:pt x="3008" y="1016"/>
                </a:moveTo>
                <a:cubicBezTo>
                  <a:pt x="3004" y="1017"/>
                  <a:pt x="3007" y="1015"/>
                  <a:pt x="3006" y="1012"/>
                </a:cubicBezTo>
                <a:cubicBezTo>
                  <a:pt x="3004" y="1010"/>
                  <a:pt x="3003" y="1008"/>
                  <a:pt x="3002" y="1006"/>
                </a:cubicBezTo>
                <a:cubicBezTo>
                  <a:pt x="3001" y="1000"/>
                  <a:pt x="2996" y="993"/>
                  <a:pt x="2997" y="987"/>
                </a:cubicBezTo>
                <a:cubicBezTo>
                  <a:pt x="2997" y="982"/>
                  <a:pt x="2990" y="975"/>
                  <a:pt x="2993" y="971"/>
                </a:cubicBezTo>
                <a:cubicBezTo>
                  <a:pt x="2990" y="965"/>
                  <a:pt x="2991" y="960"/>
                  <a:pt x="2988" y="954"/>
                </a:cubicBezTo>
                <a:cubicBezTo>
                  <a:pt x="2982" y="947"/>
                  <a:pt x="2991" y="944"/>
                  <a:pt x="2984" y="937"/>
                </a:cubicBezTo>
                <a:cubicBezTo>
                  <a:pt x="2987" y="935"/>
                  <a:pt x="2982" y="930"/>
                  <a:pt x="2985" y="928"/>
                </a:cubicBezTo>
                <a:cubicBezTo>
                  <a:pt x="2985" y="926"/>
                  <a:pt x="2985" y="924"/>
                  <a:pt x="2983" y="921"/>
                </a:cubicBezTo>
                <a:cubicBezTo>
                  <a:pt x="2985" y="916"/>
                  <a:pt x="2981" y="910"/>
                  <a:pt x="2983" y="905"/>
                </a:cubicBezTo>
                <a:cubicBezTo>
                  <a:pt x="2981" y="894"/>
                  <a:pt x="2982" y="884"/>
                  <a:pt x="2978" y="872"/>
                </a:cubicBezTo>
                <a:cubicBezTo>
                  <a:pt x="2981" y="851"/>
                  <a:pt x="2975" y="827"/>
                  <a:pt x="2980" y="805"/>
                </a:cubicBezTo>
                <a:cubicBezTo>
                  <a:pt x="2976" y="795"/>
                  <a:pt x="2977" y="786"/>
                  <a:pt x="2974" y="776"/>
                </a:cubicBezTo>
                <a:cubicBezTo>
                  <a:pt x="2973" y="766"/>
                  <a:pt x="2969" y="756"/>
                  <a:pt x="2972" y="747"/>
                </a:cubicBezTo>
                <a:cubicBezTo>
                  <a:pt x="2979" y="747"/>
                  <a:pt x="2976" y="759"/>
                  <a:pt x="2978" y="763"/>
                </a:cubicBezTo>
                <a:cubicBezTo>
                  <a:pt x="2977" y="769"/>
                  <a:pt x="2980" y="775"/>
                  <a:pt x="2980" y="781"/>
                </a:cubicBezTo>
                <a:cubicBezTo>
                  <a:pt x="2988" y="789"/>
                  <a:pt x="2979" y="792"/>
                  <a:pt x="2985" y="800"/>
                </a:cubicBezTo>
                <a:cubicBezTo>
                  <a:pt x="2984" y="805"/>
                  <a:pt x="2988" y="812"/>
                  <a:pt x="2984" y="817"/>
                </a:cubicBezTo>
                <a:cubicBezTo>
                  <a:pt x="2988" y="818"/>
                  <a:pt x="2987" y="820"/>
                  <a:pt x="2988" y="823"/>
                </a:cubicBezTo>
                <a:cubicBezTo>
                  <a:pt x="2985" y="826"/>
                  <a:pt x="2991" y="826"/>
                  <a:pt x="2988" y="828"/>
                </a:cubicBezTo>
                <a:cubicBezTo>
                  <a:pt x="2988" y="834"/>
                  <a:pt x="2990" y="841"/>
                  <a:pt x="2990" y="846"/>
                </a:cubicBezTo>
                <a:cubicBezTo>
                  <a:pt x="2992" y="853"/>
                  <a:pt x="2990" y="858"/>
                  <a:pt x="2992" y="864"/>
                </a:cubicBezTo>
                <a:cubicBezTo>
                  <a:pt x="2994" y="871"/>
                  <a:pt x="2988" y="875"/>
                  <a:pt x="2994" y="882"/>
                </a:cubicBezTo>
                <a:cubicBezTo>
                  <a:pt x="2989" y="887"/>
                  <a:pt x="2996" y="894"/>
                  <a:pt x="2996" y="900"/>
                </a:cubicBezTo>
                <a:cubicBezTo>
                  <a:pt x="2996" y="906"/>
                  <a:pt x="2998" y="912"/>
                  <a:pt x="2998" y="918"/>
                </a:cubicBezTo>
                <a:cubicBezTo>
                  <a:pt x="2997" y="930"/>
                  <a:pt x="3002" y="942"/>
                  <a:pt x="2999" y="953"/>
                </a:cubicBezTo>
                <a:cubicBezTo>
                  <a:pt x="3003" y="978"/>
                  <a:pt x="3006" y="1001"/>
                  <a:pt x="3017" y="1028"/>
                </a:cubicBezTo>
                <a:cubicBezTo>
                  <a:pt x="3012" y="1030"/>
                  <a:pt x="3011" y="1019"/>
                  <a:pt x="3008" y="1016"/>
                </a:cubicBezTo>
                <a:close/>
                <a:moveTo>
                  <a:pt x="3027" y="1036"/>
                </a:moveTo>
                <a:cubicBezTo>
                  <a:pt x="3032" y="1033"/>
                  <a:pt x="3024" y="1028"/>
                  <a:pt x="3023" y="1024"/>
                </a:cubicBezTo>
                <a:cubicBezTo>
                  <a:pt x="3013" y="970"/>
                  <a:pt x="3013" y="964"/>
                  <a:pt x="3010" y="958"/>
                </a:cubicBezTo>
                <a:cubicBezTo>
                  <a:pt x="3009" y="898"/>
                  <a:pt x="3001" y="890"/>
                  <a:pt x="3007" y="886"/>
                </a:cubicBezTo>
                <a:cubicBezTo>
                  <a:pt x="2992" y="822"/>
                  <a:pt x="3003" y="819"/>
                  <a:pt x="2998" y="812"/>
                </a:cubicBezTo>
                <a:cubicBezTo>
                  <a:pt x="2992" y="771"/>
                  <a:pt x="2986" y="766"/>
                  <a:pt x="2990" y="764"/>
                </a:cubicBezTo>
                <a:cubicBezTo>
                  <a:pt x="2983" y="719"/>
                  <a:pt x="2985" y="730"/>
                  <a:pt x="2988" y="733"/>
                </a:cubicBezTo>
                <a:cubicBezTo>
                  <a:pt x="3000" y="776"/>
                  <a:pt x="3004" y="782"/>
                  <a:pt x="3003" y="787"/>
                </a:cubicBezTo>
                <a:cubicBezTo>
                  <a:pt x="3014" y="823"/>
                  <a:pt x="3013" y="827"/>
                  <a:pt x="3018" y="833"/>
                </a:cubicBezTo>
                <a:cubicBezTo>
                  <a:pt x="3023" y="872"/>
                  <a:pt x="3015" y="879"/>
                  <a:pt x="3023" y="890"/>
                </a:cubicBezTo>
                <a:cubicBezTo>
                  <a:pt x="3027" y="937"/>
                  <a:pt x="3022" y="940"/>
                  <a:pt x="3027" y="945"/>
                </a:cubicBezTo>
                <a:cubicBezTo>
                  <a:pt x="3036" y="1011"/>
                  <a:pt x="3031" y="1019"/>
                  <a:pt x="3037" y="1030"/>
                </a:cubicBezTo>
                <a:close/>
                <a:moveTo>
                  <a:pt x="2998" y="735"/>
                </a:moveTo>
                <a:cubicBezTo>
                  <a:pt x="3003" y="732"/>
                  <a:pt x="3005" y="737"/>
                  <a:pt x="3008" y="740"/>
                </a:cubicBezTo>
                <a:cubicBezTo>
                  <a:pt x="3006" y="741"/>
                  <a:pt x="3004" y="742"/>
                  <a:pt x="3002" y="744"/>
                </a:cubicBezTo>
                <a:cubicBezTo>
                  <a:pt x="3001" y="741"/>
                  <a:pt x="2999" y="738"/>
                  <a:pt x="2998" y="735"/>
                </a:cubicBezTo>
                <a:close/>
                <a:moveTo>
                  <a:pt x="3035" y="859"/>
                </a:moveTo>
                <a:cubicBezTo>
                  <a:pt x="3033" y="862"/>
                  <a:pt x="3036" y="867"/>
                  <a:pt x="3037" y="871"/>
                </a:cubicBezTo>
                <a:cubicBezTo>
                  <a:pt x="3040" y="880"/>
                  <a:pt x="3037" y="886"/>
                  <a:pt x="3043" y="895"/>
                </a:cubicBezTo>
                <a:cubicBezTo>
                  <a:pt x="3041" y="899"/>
                  <a:pt x="3043" y="904"/>
                  <a:pt x="3044" y="908"/>
                </a:cubicBezTo>
                <a:cubicBezTo>
                  <a:pt x="3044" y="912"/>
                  <a:pt x="3047" y="917"/>
                  <a:pt x="3046" y="921"/>
                </a:cubicBezTo>
                <a:cubicBezTo>
                  <a:pt x="3051" y="926"/>
                  <a:pt x="3043" y="928"/>
                  <a:pt x="3048" y="933"/>
                </a:cubicBezTo>
                <a:cubicBezTo>
                  <a:pt x="3046" y="936"/>
                  <a:pt x="3052" y="942"/>
                  <a:pt x="3049" y="944"/>
                </a:cubicBezTo>
                <a:cubicBezTo>
                  <a:pt x="3054" y="948"/>
                  <a:pt x="3044" y="955"/>
                  <a:pt x="3051" y="953"/>
                </a:cubicBezTo>
                <a:cubicBezTo>
                  <a:pt x="3053" y="958"/>
                  <a:pt x="3047" y="961"/>
                  <a:pt x="3053" y="966"/>
                </a:cubicBezTo>
                <a:cubicBezTo>
                  <a:pt x="3054" y="974"/>
                  <a:pt x="3060" y="983"/>
                  <a:pt x="3055" y="989"/>
                </a:cubicBezTo>
                <a:cubicBezTo>
                  <a:pt x="3063" y="1007"/>
                  <a:pt x="3055" y="1021"/>
                  <a:pt x="3064" y="1039"/>
                </a:cubicBezTo>
                <a:cubicBezTo>
                  <a:pt x="3064" y="1046"/>
                  <a:pt x="3060" y="1052"/>
                  <a:pt x="3066" y="1060"/>
                </a:cubicBezTo>
                <a:cubicBezTo>
                  <a:pt x="3061" y="1065"/>
                  <a:pt x="3066" y="1073"/>
                  <a:pt x="3066" y="1079"/>
                </a:cubicBezTo>
                <a:cubicBezTo>
                  <a:pt x="3059" y="1084"/>
                  <a:pt x="3069" y="1094"/>
                  <a:pt x="3064" y="1100"/>
                </a:cubicBezTo>
                <a:cubicBezTo>
                  <a:pt x="3067" y="1107"/>
                  <a:pt x="3063" y="1112"/>
                  <a:pt x="3067" y="1120"/>
                </a:cubicBezTo>
                <a:cubicBezTo>
                  <a:pt x="3062" y="1121"/>
                  <a:pt x="3060" y="1110"/>
                  <a:pt x="3056" y="1106"/>
                </a:cubicBezTo>
                <a:cubicBezTo>
                  <a:pt x="3056" y="1100"/>
                  <a:pt x="3049" y="1092"/>
                  <a:pt x="3050" y="1085"/>
                </a:cubicBezTo>
                <a:cubicBezTo>
                  <a:pt x="3047" y="1075"/>
                  <a:pt x="3049" y="1065"/>
                  <a:pt x="3046" y="1055"/>
                </a:cubicBezTo>
                <a:cubicBezTo>
                  <a:pt x="3048" y="1050"/>
                  <a:pt x="3047" y="1045"/>
                  <a:pt x="3045" y="1039"/>
                </a:cubicBezTo>
                <a:cubicBezTo>
                  <a:pt x="3050" y="1035"/>
                  <a:pt x="3042" y="1029"/>
                  <a:pt x="3046" y="1025"/>
                </a:cubicBezTo>
                <a:cubicBezTo>
                  <a:pt x="3043" y="1014"/>
                  <a:pt x="3045" y="1005"/>
                  <a:pt x="3042" y="994"/>
                </a:cubicBezTo>
                <a:cubicBezTo>
                  <a:pt x="3045" y="991"/>
                  <a:pt x="3038" y="984"/>
                  <a:pt x="3042" y="981"/>
                </a:cubicBezTo>
                <a:cubicBezTo>
                  <a:pt x="3040" y="975"/>
                  <a:pt x="3041" y="971"/>
                  <a:pt x="3036" y="965"/>
                </a:cubicBezTo>
                <a:cubicBezTo>
                  <a:pt x="3042" y="961"/>
                  <a:pt x="3038" y="955"/>
                  <a:pt x="3035" y="949"/>
                </a:cubicBezTo>
                <a:cubicBezTo>
                  <a:pt x="3042" y="946"/>
                  <a:pt x="3035" y="940"/>
                  <a:pt x="3035" y="935"/>
                </a:cubicBezTo>
                <a:cubicBezTo>
                  <a:pt x="3042" y="928"/>
                  <a:pt x="3030" y="915"/>
                  <a:pt x="3036" y="908"/>
                </a:cubicBezTo>
                <a:cubicBezTo>
                  <a:pt x="3029" y="900"/>
                  <a:pt x="3036" y="897"/>
                  <a:pt x="3032" y="891"/>
                </a:cubicBezTo>
                <a:cubicBezTo>
                  <a:pt x="3031" y="886"/>
                  <a:pt x="3032" y="882"/>
                  <a:pt x="3032" y="877"/>
                </a:cubicBezTo>
                <a:cubicBezTo>
                  <a:pt x="3031" y="867"/>
                  <a:pt x="3031" y="858"/>
                  <a:pt x="3029" y="848"/>
                </a:cubicBezTo>
                <a:cubicBezTo>
                  <a:pt x="3036" y="847"/>
                  <a:pt x="3032" y="856"/>
                  <a:pt x="3035" y="859"/>
                </a:cubicBezTo>
                <a:close/>
                <a:moveTo>
                  <a:pt x="3020" y="794"/>
                </a:moveTo>
                <a:cubicBezTo>
                  <a:pt x="3022" y="799"/>
                  <a:pt x="3021" y="803"/>
                  <a:pt x="3026" y="809"/>
                </a:cubicBezTo>
                <a:cubicBezTo>
                  <a:pt x="3021" y="813"/>
                  <a:pt x="3030" y="821"/>
                  <a:pt x="3027" y="825"/>
                </a:cubicBezTo>
                <a:cubicBezTo>
                  <a:pt x="3033" y="831"/>
                  <a:pt x="3028" y="835"/>
                  <a:pt x="3033" y="841"/>
                </a:cubicBezTo>
                <a:cubicBezTo>
                  <a:pt x="3025" y="846"/>
                  <a:pt x="3028" y="832"/>
                  <a:pt x="3026" y="828"/>
                </a:cubicBezTo>
                <a:cubicBezTo>
                  <a:pt x="3022" y="822"/>
                  <a:pt x="3025" y="818"/>
                  <a:pt x="3019" y="811"/>
                </a:cubicBezTo>
                <a:cubicBezTo>
                  <a:pt x="3023" y="803"/>
                  <a:pt x="3013" y="791"/>
                  <a:pt x="3013" y="781"/>
                </a:cubicBezTo>
                <a:cubicBezTo>
                  <a:pt x="3020" y="780"/>
                  <a:pt x="3017" y="790"/>
                  <a:pt x="3020" y="794"/>
                </a:cubicBezTo>
                <a:close/>
                <a:moveTo>
                  <a:pt x="3009" y="726"/>
                </a:moveTo>
                <a:cubicBezTo>
                  <a:pt x="3000" y="718"/>
                  <a:pt x="2991" y="710"/>
                  <a:pt x="2981" y="706"/>
                </a:cubicBezTo>
                <a:cubicBezTo>
                  <a:pt x="2978" y="701"/>
                  <a:pt x="2988" y="702"/>
                  <a:pt x="2988" y="705"/>
                </a:cubicBezTo>
                <a:cubicBezTo>
                  <a:pt x="2991" y="704"/>
                  <a:pt x="2994" y="705"/>
                  <a:pt x="2996" y="709"/>
                </a:cubicBezTo>
                <a:cubicBezTo>
                  <a:pt x="3002" y="709"/>
                  <a:pt x="3008" y="713"/>
                  <a:pt x="3013" y="715"/>
                </a:cubicBezTo>
                <a:cubicBezTo>
                  <a:pt x="3024" y="722"/>
                  <a:pt x="3036" y="723"/>
                  <a:pt x="3046" y="729"/>
                </a:cubicBezTo>
                <a:cubicBezTo>
                  <a:pt x="3057" y="733"/>
                  <a:pt x="3068" y="740"/>
                  <a:pt x="3080" y="740"/>
                </a:cubicBezTo>
                <a:cubicBezTo>
                  <a:pt x="3084" y="749"/>
                  <a:pt x="3092" y="742"/>
                  <a:pt x="3096" y="750"/>
                </a:cubicBezTo>
                <a:cubicBezTo>
                  <a:pt x="3103" y="748"/>
                  <a:pt x="3106" y="756"/>
                  <a:pt x="3112" y="754"/>
                </a:cubicBezTo>
                <a:cubicBezTo>
                  <a:pt x="3122" y="765"/>
                  <a:pt x="3136" y="763"/>
                  <a:pt x="3146" y="771"/>
                </a:cubicBezTo>
                <a:cubicBezTo>
                  <a:pt x="3151" y="776"/>
                  <a:pt x="3159" y="772"/>
                  <a:pt x="3163" y="780"/>
                </a:cubicBezTo>
                <a:cubicBezTo>
                  <a:pt x="3168" y="781"/>
                  <a:pt x="3174" y="783"/>
                  <a:pt x="3178" y="788"/>
                </a:cubicBezTo>
                <a:cubicBezTo>
                  <a:pt x="3189" y="792"/>
                  <a:pt x="3199" y="799"/>
                  <a:pt x="3210" y="805"/>
                </a:cubicBezTo>
                <a:cubicBezTo>
                  <a:pt x="3214" y="814"/>
                  <a:pt x="3222" y="809"/>
                  <a:pt x="3225" y="818"/>
                </a:cubicBezTo>
                <a:cubicBezTo>
                  <a:pt x="3231" y="818"/>
                  <a:pt x="3235" y="826"/>
                  <a:pt x="3241" y="826"/>
                </a:cubicBezTo>
                <a:cubicBezTo>
                  <a:pt x="3242" y="828"/>
                  <a:pt x="3243" y="830"/>
                  <a:pt x="3244" y="832"/>
                </a:cubicBezTo>
                <a:cubicBezTo>
                  <a:pt x="3234" y="831"/>
                  <a:pt x="3225" y="823"/>
                  <a:pt x="3215" y="819"/>
                </a:cubicBezTo>
                <a:cubicBezTo>
                  <a:pt x="3205" y="814"/>
                  <a:pt x="3195" y="810"/>
                  <a:pt x="3185" y="806"/>
                </a:cubicBezTo>
                <a:cubicBezTo>
                  <a:pt x="3181" y="801"/>
                  <a:pt x="3175" y="801"/>
                  <a:pt x="3170" y="798"/>
                </a:cubicBezTo>
                <a:cubicBezTo>
                  <a:pt x="3167" y="799"/>
                  <a:pt x="3164" y="798"/>
                  <a:pt x="3162" y="794"/>
                </a:cubicBezTo>
                <a:cubicBezTo>
                  <a:pt x="3159" y="797"/>
                  <a:pt x="3158" y="795"/>
                  <a:pt x="3156" y="792"/>
                </a:cubicBezTo>
                <a:cubicBezTo>
                  <a:pt x="3150" y="797"/>
                  <a:pt x="3147" y="787"/>
                  <a:pt x="3141" y="790"/>
                </a:cubicBezTo>
                <a:cubicBezTo>
                  <a:pt x="3139" y="785"/>
                  <a:pt x="3135" y="789"/>
                  <a:pt x="3133" y="786"/>
                </a:cubicBezTo>
                <a:cubicBezTo>
                  <a:pt x="3131" y="785"/>
                  <a:pt x="3129" y="784"/>
                  <a:pt x="3128" y="781"/>
                </a:cubicBezTo>
                <a:cubicBezTo>
                  <a:pt x="3122" y="779"/>
                  <a:pt x="3116" y="781"/>
                  <a:pt x="3112" y="777"/>
                </a:cubicBezTo>
                <a:cubicBezTo>
                  <a:pt x="3106" y="777"/>
                  <a:pt x="3103" y="770"/>
                  <a:pt x="3097" y="774"/>
                </a:cubicBezTo>
                <a:cubicBezTo>
                  <a:pt x="3088" y="764"/>
                  <a:pt x="3077" y="763"/>
                  <a:pt x="3067" y="756"/>
                </a:cubicBezTo>
                <a:cubicBezTo>
                  <a:pt x="3056" y="755"/>
                  <a:pt x="3048" y="745"/>
                  <a:pt x="3037" y="743"/>
                </a:cubicBezTo>
                <a:cubicBezTo>
                  <a:pt x="3029" y="733"/>
                  <a:pt x="3018" y="734"/>
                  <a:pt x="3009" y="726"/>
                </a:cubicBezTo>
                <a:close/>
                <a:moveTo>
                  <a:pt x="3088" y="932"/>
                </a:moveTo>
                <a:cubicBezTo>
                  <a:pt x="3086" y="928"/>
                  <a:pt x="3084" y="924"/>
                  <a:pt x="3081" y="920"/>
                </a:cubicBezTo>
                <a:cubicBezTo>
                  <a:pt x="3085" y="915"/>
                  <a:pt x="3078" y="907"/>
                  <a:pt x="3079" y="902"/>
                </a:cubicBezTo>
                <a:cubicBezTo>
                  <a:pt x="3082" y="897"/>
                  <a:pt x="3078" y="890"/>
                  <a:pt x="3077" y="884"/>
                </a:cubicBezTo>
                <a:cubicBezTo>
                  <a:pt x="3077" y="878"/>
                  <a:pt x="3071" y="871"/>
                  <a:pt x="3072" y="865"/>
                </a:cubicBezTo>
                <a:cubicBezTo>
                  <a:pt x="3068" y="861"/>
                  <a:pt x="3070" y="859"/>
                  <a:pt x="3069" y="856"/>
                </a:cubicBezTo>
                <a:cubicBezTo>
                  <a:pt x="3067" y="853"/>
                  <a:pt x="3065" y="850"/>
                  <a:pt x="3068" y="848"/>
                </a:cubicBezTo>
                <a:cubicBezTo>
                  <a:pt x="3062" y="838"/>
                  <a:pt x="3063" y="821"/>
                  <a:pt x="3054" y="815"/>
                </a:cubicBezTo>
                <a:cubicBezTo>
                  <a:pt x="3057" y="813"/>
                  <a:pt x="3053" y="809"/>
                  <a:pt x="3051" y="806"/>
                </a:cubicBezTo>
                <a:cubicBezTo>
                  <a:pt x="3049" y="802"/>
                  <a:pt x="3051" y="800"/>
                  <a:pt x="3049" y="796"/>
                </a:cubicBezTo>
                <a:cubicBezTo>
                  <a:pt x="3050" y="791"/>
                  <a:pt x="3041" y="784"/>
                  <a:pt x="3048" y="780"/>
                </a:cubicBezTo>
                <a:cubicBezTo>
                  <a:pt x="3068" y="811"/>
                  <a:pt x="3067" y="836"/>
                  <a:pt x="3080" y="866"/>
                </a:cubicBezTo>
                <a:cubicBezTo>
                  <a:pt x="3079" y="871"/>
                  <a:pt x="3078" y="877"/>
                  <a:pt x="3082" y="884"/>
                </a:cubicBezTo>
                <a:cubicBezTo>
                  <a:pt x="3080" y="888"/>
                  <a:pt x="3085" y="895"/>
                  <a:pt x="3083" y="900"/>
                </a:cubicBezTo>
                <a:cubicBezTo>
                  <a:pt x="3083" y="905"/>
                  <a:pt x="3086" y="911"/>
                  <a:pt x="3087" y="916"/>
                </a:cubicBezTo>
                <a:cubicBezTo>
                  <a:pt x="3085" y="921"/>
                  <a:pt x="3090" y="927"/>
                  <a:pt x="3088" y="932"/>
                </a:cubicBezTo>
                <a:cubicBezTo>
                  <a:pt x="3095" y="940"/>
                  <a:pt x="3082" y="936"/>
                  <a:pt x="3088" y="932"/>
                </a:cubicBezTo>
                <a:close/>
                <a:moveTo>
                  <a:pt x="3098" y="1017"/>
                </a:moveTo>
                <a:cubicBezTo>
                  <a:pt x="3095" y="1012"/>
                  <a:pt x="3099" y="1010"/>
                  <a:pt x="3094" y="1005"/>
                </a:cubicBezTo>
                <a:cubicBezTo>
                  <a:pt x="3100" y="1001"/>
                  <a:pt x="3093" y="994"/>
                  <a:pt x="3097" y="990"/>
                </a:cubicBezTo>
                <a:cubicBezTo>
                  <a:pt x="3099" y="995"/>
                  <a:pt x="3100" y="1000"/>
                  <a:pt x="3097" y="1004"/>
                </a:cubicBezTo>
                <a:cubicBezTo>
                  <a:pt x="3101" y="1012"/>
                  <a:pt x="3100" y="1019"/>
                  <a:pt x="3101" y="1026"/>
                </a:cubicBezTo>
                <a:cubicBezTo>
                  <a:pt x="3097" y="1027"/>
                  <a:pt x="3100" y="1024"/>
                  <a:pt x="3099" y="1022"/>
                </a:cubicBezTo>
                <a:cubicBezTo>
                  <a:pt x="3097" y="1020"/>
                  <a:pt x="3097" y="1018"/>
                  <a:pt x="3098" y="1017"/>
                </a:cubicBezTo>
                <a:close/>
                <a:moveTo>
                  <a:pt x="3102" y="1037"/>
                </a:moveTo>
                <a:cubicBezTo>
                  <a:pt x="3104" y="1040"/>
                  <a:pt x="3102" y="1040"/>
                  <a:pt x="3102" y="1042"/>
                </a:cubicBezTo>
                <a:cubicBezTo>
                  <a:pt x="3103" y="1051"/>
                  <a:pt x="3095" y="1030"/>
                  <a:pt x="3102" y="1037"/>
                </a:cubicBezTo>
                <a:close/>
                <a:moveTo>
                  <a:pt x="3133" y="1125"/>
                </a:moveTo>
                <a:cubicBezTo>
                  <a:pt x="3136" y="1144"/>
                  <a:pt x="3134" y="1162"/>
                  <a:pt x="3134" y="1180"/>
                </a:cubicBezTo>
                <a:cubicBezTo>
                  <a:pt x="3121" y="1261"/>
                  <a:pt x="3124" y="1266"/>
                  <a:pt x="3120" y="1270"/>
                </a:cubicBezTo>
                <a:cubicBezTo>
                  <a:pt x="3117" y="1275"/>
                  <a:pt x="3119" y="1274"/>
                  <a:pt x="3118" y="1271"/>
                </a:cubicBezTo>
                <a:cubicBezTo>
                  <a:pt x="3121" y="1257"/>
                  <a:pt x="3119" y="1254"/>
                  <a:pt x="3118" y="1252"/>
                </a:cubicBezTo>
                <a:cubicBezTo>
                  <a:pt x="3118" y="1228"/>
                  <a:pt x="3121" y="1224"/>
                  <a:pt x="3121" y="1220"/>
                </a:cubicBezTo>
                <a:cubicBezTo>
                  <a:pt x="3122" y="1171"/>
                  <a:pt x="3120" y="1162"/>
                  <a:pt x="3122" y="1154"/>
                </a:cubicBezTo>
                <a:cubicBezTo>
                  <a:pt x="3120" y="1095"/>
                  <a:pt x="3117" y="1089"/>
                  <a:pt x="3118" y="1085"/>
                </a:cubicBezTo>
                <a:cubicBezTo>
                  <a:pt x="3110" y="1040"/>
                  <a:pt x="3113" y="1036"/>
                  <a:pt x="3112" y="1031"/>
                </a:cubicBezTo>
                <a:cubicBezTo>
                  <a:pt x="3101" y="953"/>
                  <a:pt x="3102" y="945"/>
                  <a:pt x="3098" y="935"/>
                </a:cubicBezTo>
                <a:cubicBezTo>
                  <a:pt x="3089" y="874"/>
                  <a:pt x="3092" y="870"/>
                  <a:pt x="3088" y="864"/>
                </a:cubicBezTo>
                <a:cubicBezTo>
                  <a:pt x="3074" y="793"/>
                  <a:pt x="3077" y="807"/>
                  <a:pt x="3084" y="806"/>
                </a:cubicBezTo>
                <a:cubicBezTo>
                  <a:pt x="3106" y="855"/>
                  <a:pt x="3107" y="860"/>
                  <a:pt x="3110" y="865"/>
                </a:cubicBezTo>
                <a:cubicBezTo>
                  <a:pt x="3119" y="919"/>
                  <a:pt x="3123" y="929"/>
                  <a:pt x="3125" y="939"/>
                </a:cubicBezTo>
                <a:cubicBezTo>
                  <a:pt x="3124" y="973"/>
                  <a:pt x="3130" y="984"/>
                  <a:pt x="3128" y="992"/>
                </a:cubicBezTo>
                <a:cubicBezTo>
                  <a:pt x="3131" y="1008"/>
                  <a:pt x="3129" y="1011"/>
                  <a:pt x="3129" y="1013"/>
                </a:cubicBezTo>
                <a:cubicBezTo>
                  <a:pt x="3134" y="1056"/>
                  <a:pt x="3135" y="1065"/>
                  <a:pt x="3133" y="1073"/>
                </a:cubicBezTo>
                <a:close/>
                <a:moveTo>
                  <a:pt x="3146" y="1143"/>
                </a:moveTo>
                <a:cubicBezTo>
                  <a:pt x="3139" y="1144"/>
                  <a:pt x="3146" y="1139"/>
                  <a:pt x="3144" y="1135"/>
                </a:cubicBezTo>
                <a:cubicBezTo>
                  <a:pt x="3141" y="1129"/>
                  <a:pt x="3149" y="1134"/>
                  <a:pt x="3146" y="1143"/>
                </a:cubicBezTo>
                <a:close/>
                <a:moveTo>
                  <a:pt x="3147" y="967"/>
                </a:moveTo>
                <a:cubicBezTo>
                  <a:pt x="3145" y="973"/>
                  <a:pt x="3147" y="979"/>
                  <a:pt x="3145" y="984"/>
                </a:cubicBezTo>
                <a:cubicBezTo>
                  <a:pt x="3149" y="991"/>
                  <a:pt x="3145" y="996"/>
                  <a:pt x="3144" y="1001"/>
                </a:cubicBezTo>
                <a:cubicBezTo>
                  <a:pt x="3149" y="1023"/>
                  <a:pt x="3149" y="1042"/>
                  <a:pt x="3149" y="1062"/>
                </a:cubicBezTo>
                <a:cubicBezTo>
                  <a:pt x="3146" y="1071"/>
                  <a:pt x="3150" y="1082"/>
                  <a:pt x="3146" y="1091"/>
                </a:cubicBezTo>
                <a:cubicBezTo>
                  <a:pt x="3152" y="1102"/>
                  <a:pt x="3144" y="1110"/>
                  <a:pt x="3147" y="1120"/>
                </a:cubicBezTo>
                <a:cubicBezTo>
                  <a:pt x="3141" y="1123"/>
                  <a:pt x="3146" y="1114"/>
                  <a:pt x="3144" y="1111"/>
                </a:cubicBezTo>
                <a:cubicBezTo>
                  <a:pt x="3144" y="1107"/>
                  <a:pt x="3144" y="1103"/>
                  <a:pt x="3145" y="1099"/>
                </a:cubicBezTo>
                <a:cubicBezTo>
                  <a:pt x="3144" y="1091"/>
                  <a:pt x="3143" y="1084"/>
                  <a:pt x="3146" y="1077"/>
                </a:cubicBezTo>
                <a:cubicBezTo>
                  <a:pt x="3144" y="1068"/>
                  <a:pt x="3143" y="1060"/>
                  <a:pt x="3143" y="1051"/>
                </a:cubicBezTo>
                <a:cubicBezTo>
                  <a:pt x="3145" y="1048"/>
                  <a:pt x="3142" y="1043"/>
                  <a:pt x="3141" y="1039"/>
                </a:cubicBezTo>
                <a:cubicBezTo>
                  <a:pt x="3146" y="1037"/>
                  <a:pt x="3140" y="1032"/>
                  <a:pt x="3144" y="1029"/>
                </a:cubicBezTo>
                <a:cubicBezTo>
                  <a:pt x="3140" y="1021"/>
                  <a:pt x="3138" y="1014"/>
                  <a:pt x="3139" y="1007"/>
                </a:cubicBezTo>
                <a:cubicBezTo>
                  <a:pt x="3139" y="1003"/>
                  <a:pt x="3139" y="1000"/>
                  <a:pt x="3139" y="996"/>
                </a:cubicBezTo>
                <a:cubicBezTo>
                  <a:pt x="3141" y="994"/>
                  <a:pt x="3134" y="988"/>
                  <a:pt x="3138" y="986"/>
                </a:cubicBezTo>
                <a:cubicBezTo>
                  <a:pt x="3136" y="972"/>
                  <a:pt x="3137" y="959"/>
                  <a:pt x="3134" y="945"/>
                </a:cubicBezTo>
                <a:cubicBezTo>
                  <a:pt x="3135" y="918"/>
                  <a:pt x="3119" y="886"/>
                  <a:pt x="3120" y="859"/>
                </a:cubicBezTo>
                <a:cubicBezTo>
                  <a:pt x="3127" y="860"/>
                  <a:pt x="3129" y="873"/>
                  <a:pt x="3131" y="878"/>
                </a:cubicBezTo>
                <a:cubicBezTo>
                  <a:pt x="3130" y="883"/>
                  <a:pt x="3136" y="891"/>
                  <a:pt x="3136" y="897"/>
                </a:cubicBezTo>
                <a:cubicBezTo>
                  <a:pt x="3134" y="902"/>
                  <a:pt x="3140" y="909"/>
                  <a:pt x="3138" y="915"/>
                </a:cubicBezTo>
                <a:cubicBezTo>
                  <a:pt x="3140" y="918"/>
                  <a:pt x="3140" y="921"/>
                  <a:pt x="3138" y="923"/>
                </a:cubicBezTo>
                <a:cubicBezTo>
                  <a:pt x="3142" y="924"/>
                  <a:pt x="3140" y="926"/>
                  <a:pt x="3141" y="929"/>
                </a:cubicBezTo>
                <a:cubicBezTo>
                  <a:pt x="3145" y="943"/>
                  <a:pt x="3143" y="954"/>
                  <a:pt x="3147" y="967"/>
                </a:cubicBezTo>
                <a:close/>
                <a:moveTo>
                  <a:pt x="3300" y="1035"/>
                </a:moveTo>
                <a:cubicBezTo>
                  <a:pt x="3295" y="1028"/>
                  <a:pt x="3289" y="1022"/>
                  <a:pt x="3282" y="1018"/>
                </a:cubicBezTo>
                <a:cubicBezTo>
                  <a:pt x="3274" y="1001"/>
                  <a:pt x="3280" y="1009"/>
                  <a:pt x="3288" y="1009"/>
                </a:cubicBezTo>
                <a:cubicBezTo>
                  <a:pt x="3320" y="1033"/>
                  <a:pt x="3323" y="1035"/>
                  <a:pt x="3327" y="1034"/>
                </a:cubicBezTo>
                <a:cubicBezTo>
                  <a:pt x="3370" y="1056"/>
                  <a:pt x="3372" y="1065"/>
                  <a:pt x="3376" y="1063"/>
                </a:cubicBezTo>
                <a:cubicBezTo>
                  <a:pt x="3411" y="1085"/>
                  <a:pt x="3419" y="1084"/>
                  <a:pt x="3425" y="1090"/>
                </a:cubicBezTo>
                <a:cubicBezTo>
                  <a:pt x="3450" y="1102"/>
                  <a:pt x="3451" y="1113"/>
                  <a:pt x="3455" y="1111"/>
                </a:cubicBezTo>
                <a:cubicBezTo>
                  <a:pt x="3509" y="1144"/>
                  <a:pt x="3517" y="1145"/>
                  <a:pt x="3523" y="1152"/>
                </a:cubicBezTo>
                <a:cubicBezTo>
                  <a:pt x="3573" y="1200"/>
                  <a:pt x="3569" y="1200"/>
                  <a:pt x="3566" y="1195"/>
                </a:cubicBezTo>
                <a:cubicBezTo>
                  <a:pt x="3552" y="1189"/>
                  <a:pt x="3548" y="1189"/>
                  <a:pt x="3545" y="1185"/>
                </a:cubicBezTo>
                <a:cubicBezTo>
                  <a:pt x="3524" y="1178"/>
                  <a:pt x="3521" y="1172"/>
                  <a:pt x="3516" y="1174"/>
                </a:cubicBezTo>
                <a:cubicBezTo>
                  <a:pt x="3469" y="1147"/>
                  <a:pt x="3462" y="1147"/>
                  <a:pt x="3456" y="1140"/>
                </a:cubicBezTo>
                <a:cubicBezTo>
                  <a:pt x="3430" y="1127"/>
                  <a:pt x="3424" y="1119"/>
                  <a:pt x="3417" y="1119"/>
                </a:cubicBezTo>
                <a:cubicBezTo>
                  <a:pt x="3373" y="1091"/>
                  <a:pt x="3369" y="1091"/>
                  <a:pt x="3366" y="1088"/>
                </a:cubicBezTo>
                <a:cubicBezTo>
                  <a:pt x="3343" y="1075"/>
                  <a:pt x="3342" y="1066"/>
                  <a:pt x="3338" y="1068"/>
                </a:cubicBezTo>
                <a:close/>
                <a:moveTo>
                  <a:pt x="3392" y="1172"/>
                </a:moveTo>
                <a:cubicBezTo>
                  <a:pt x="3385" y="1167"/>
                  <a:pt x="3378" y="1163"/>
                  <a:pt x="3372" y="1156"/>
                </a:cubicBezTo>
                <a:cubicBezTo>
                  <a:pt x="3399" y="1168"/>
                  <a:pt x="3400" y="1175"/>
                  <a:pt x="3404" y="1173"/>
                </a:cubicBezTo>
                <a:cubicBezTo>
                  <a:pt x="3454" y="1209"/>
                  <a:pt x="3460" y="1205"/>
                  <a:pt x="3464" y="1212"/>
                </a:cubicBezTo>
                <a:cubicBezTo>
                  <a:pt x="3514" y="1237"/>
                  <a:pt x="3515" y="1240"/>
                  <a:pt x="3516" y="1240"/>
                </a:cubicBezTo>
                <a:cubicBezTo>
                  <a:pt x="3547" y="1261"/>
                  <a:pt x="3553" y="1261"/>
                  <a:pt x="3558" y="1266"/>
                </a:cubicBezTo>
                <a:cubicBezTo>
                  <a:pt x="3637" y="1326"/>
                  <a:pt x="3641" y="1334"/>
                  <a:pt x="3647" y="1335"/>
                </a:cubicBezTo>
                <a:cubicBezTo>
                  <a:pt x="3634" y="1330"/>
                  <a:pt x="3626" y="1332"/>
                  <a:pt x="3621" y="1328"/>
                </a:cubicBezTo>
                <a:cubicBezTo>
                  <a:pt x="3579" y="1307"/>
                  <a:pt x="3575" y="1297"/>
                  <a:pt x="3568" y="1298"/>
                </a:cubicBezTo>
                <a:cubicBezTo>
                  <a:pt x="3521" y="1272"/>
                  <a:pt x="3509" y="1264"/>
                  <a:pt x="3498" y="1256"/>
                </a:cubicBezTo>
                <a:cubicBezTo>
                  <a:pt x="3474" y="1243"/>
                  <a:pt x="3469" y="1237"/>
                  <a:pt x="3463" y="1235"/>
                </a:cubicBezTo>
                <a:cubicBezTo>
                  <a:pt x="3427" y="1207"/>
                  <a:pt x="3421" y="1204"/>
                  <a:pt x="3416" y="1199"/>
                </a:cubicBezTo>
                <a:cubicBezTo>
                  <a:pt x="3398" y="1177"/>
                  <a:pt x="3390" y="1177"/>
                  <a:pt x="3392" y="1172"/>
                </a:cubicBezTo>
                <a:close/>
                <a:moveTo>
                  <a:pt x="3445" y="1360"/>
                </a:moveTo>
                <a:cubicBezTo>
                  <a:pt x="3442" y="1357"/>
                  <a:pt x="3445" y="1354"/>
                  <a:pt x="3442" y="1351"/>
                </a:cubicBezTo>
                <a:cubicBezTo>
                  <a:pt x="3444" y="1343"/>
                  <a:pt x="3447" y="1359"/>
                  <a:pt x="3446" y="1362"/>
                </a:cubicBezTo>
                <a:cubicBezTo>
                  <a:pt x="3447" y="1367"/>
                  <a:pt x="3442" y="1362"/>
                  <a:pt x="3445" y="1360"/>
                </a:cubicBezTo>
                <a:close/>
                <a:moveTo>
                  <a:pt x="3455" y="1340"/>
                </a:moveTo>
                <a:cubicBezTo>
                  <a:pt x="3447" y="1340"/>
                  <a:pt x="3456" y="1330"/>
                  <a:pt x="3449" y="1325"/>
                </a:cubicBezTo>
                <a:cubicBezTo>
                  <a:pt x="3457" y="1325"/>
                  <a:pt x="3457" y="1337"/>
                  <a:pt x="3455" y="1340"/>
                </a:cubicBezTo>
                <a:close/>
                <a:moveTo>
                  <a:pt x="3500" y="1553"/>
                </a:moveTo>
                <a:cubicBezTo>
                  <a:pt x="3499" y="1556"/>
                  <a:pt x="3499" y="1560"/>
                  <a:pt x="3499" y="1564"/>
                </a:cubicBezTo>
                <a:cubicBezTo>
                  <a:pt x="3491" y="1619"/>
                  <a:pt x="3494" y="1624"/>
                  <a:pt x="3490" y="1627"/>
                </a:cubicBezTo>
                <a:cubicBezTo>
                  <a:pt x="3483" y="1671"/>
                  <a:pt x="3478" y="1679"/>
                  <a:pt x="3476" y="1687"/>
                </a:cubicBezTo>
                <a:cubicBezTo>
                  <a:pt x="3467" y="1740"/>
                  <a:pt x="3458" y="1742"/>
                  <a:pt x="3461" y="1747"/>
                </a:cubicBezTo>
                <a:cubicBezTo>
                  <a:pt x="3453" y="1766"/>
                  <a:pt x="3455" y="1770"/>
                  <a:pt x="3453" y="1771"/>
                </a:cubicBezTo>
                <a:cubicBezTo>
                  <a:pt x="3426" y="1843"/>
                  <a:pt x="3420" y="1858"/>
                  <a:pt x="3413" y="1873"/>
                </a:cubicBezTo>
                <a:cubicBezTo>
                  <a:pt x="3404" y="1901"/>
                  <a:pt x="3407" y="1906"/>
                  <a:pt x="3403" y="1909"/>
                </a:cubicBezTo>
                <a:cubicBezTo>
                  <a:pt x="3400" y="1933"/>
                  <a:pt x="3398" y="1933"/>
                  <a:pt x="3396" y="1929"/>
                </a:cubicBezTo>
                <a:cubicBezTo>
                  <a:pt x="3399" y="1898"/>
                  <a:pt x="3401" y="1890"/>
                  <a:pt x="3402" y="1882"/>
                </a:cubicBezTo>
                <a:cubicBezTo>
                  <a:pt x="3404" y="1867"/>
                  <a:pt x="3401" y="1862"/>
                  <a:pt x="3404" y="1859"/>
                </a:cubicBezTo>
                <a:cubicBezTo>
                  <a:pt x="3410" y="1820"/>
                  <a:pt x="3415" y="1817"/>
                  <a:pt x="3414" y="1813"/>
                </a:cubicBezTo>
                <a:cubicBezTo>
                  <a:pt x="3428" y="1760"/>
                  <a:pt x="3435" y="1755"/>
                  <a:pt x="3430" y="1746"/>
                </a:cubicBezTo>
                <a:cubicBezTo>
                  <a:pt x="3449" y="1702"/>
                  <a:pt x="3445" y="1698"/>
                  <a:pt x="3447" y="1695"/>
                </a:cubicBezTo>
                <a:cubicBezTo>
                  <a:pt x="3457" y="1660"/>
                  <a:pt x="3460" y="1653"/>
                  <a:pt x="3463" y="1645"/>
                </a:cubicBezTo>
                <a:cubicBezTo>
                  <a:pt x="3471" y="1615"/>
                  <a:pt x="3473" y="1607"/>
                  <a:pt x="3475" y="1600"/>
                </a:cubicBezTo>
                <a:cubicBezTo>
                  <a:pt x="3486" y="1539"/>
                  <a:pt x="3485" y="1529"/>
                  <a:pt x="3490" y="1520"/>
                </a:cubicBezTo>
                <a:cubicBezTo>
                  <a:pt x="3496" y="1430"/>
                  <a:pt x="3496" y="1441"/>
                  <a:pt x="3495" y="1443"/>
                </a:cubicBezTo>
                <a:cubicBezTo>
                  <a:pt x="3501" y="1487"/>
                  <a:pt x="3502" y="1497"/>
                  <a:pt x="3499" y="1507"/>
                </a:cubicBezTo>
                <a:close/>
                <a:moveTo>
                  <a:pt x="3614" y="1747"/>
                </a:moveTo>
                <a:cubicBezTo>
                  <a:pt x="3615" y="1752"/>
                  <a:pt x="3611" y="1747"/>
                  <a:pt x="3610" y="1744"/>
                </a:cubicBezTo>
                <a:cubicBezTo>
                  <a:pt x="3609" y="1740"/>
                  <a:pt x="3613" y="1744"/>
                  <a:pt x="3614" y="1747"/>
                </a:cubicBezTo>
                <a:close/>
                <a:moveTo>
                  <a:pt x="3553" y="1558"/>
                </a:moveTo>
                <a:cubicBezTo>
                  <a:pt x="3543" y="1561"/>
                  <a:pt x="3548" y="1551"/>
                  <a:pt x="3542" y="1545"/>
                </a:cubicBezTo>
                <a:cubicBezTo>
                  <a:pt x="3547" y="1543"/>
                  <a:pt x="3549" y="1555"/>
                  <a:pt x="3553" y="1558"/>
                </a:cubicBezTo>
                <a:close/>
                <a:moveTo>
                  <a:pt x="3540" y="1637"/>
                </a:moveTo>
                <a:cubicBezTo>
                  <a:pt x="3542" y="1631"/>
                  <a:pt x="3540" y="1625"/>
                  <a:pt x="3541" y="1619"/>
                </a:cubicBezTo>
                <a:cubicBezTo>
                  <a:pt x="3549" y="1619"/>
                  <a:pt x="3541" y="1630"/>
                  <a:pt x="3544" y="1634"/>
                </a:cubicBezTo>
                <a:cubicBezTo>
                  <a:pt x="3542" y="1640"/>
                  <a:pt x="3542" y="1645"/>
                  <a:pt x="3543" y="1651"/>
                </a:cubicBezTo>
                <a:cubicBezTo>
                  <a:pt x="3535" y="1651"/>
                  <a:pt x="3543" y="1641"/>
                  <a:pt x="3540" y="1637"/>
                </a:cubicBezTo>
                <a:close/>
                <a:moveTo>
                  <a:pt x="3531" y="1530"/>
                </a:moveTo>
                <a:cubicBezTo>
                  <a:pt x="3523" y="1527"/>
                  <a:pt x="3522" y="1512"/>
                  <a:pt x="3520" y="1506"/>
                </a:cubicBezTo>
                <a:cubicBezTo>
                  <a:pt x="3527" y="1508"/>
                  <a:pt x="3523" y="1522"/>
                  <a:pt x="3531" y="1530"/>
                </a:cubicBezTo>
                <a:close/>
                <a:moveTo>
                  <a:pt x="3515" y="1492"/>
                </a:moveTo>
                <a:cubicBezTo>
                  <a:pt x="3503" y="1494"/>
                  <a:pt x="3514" y="1480"/>
                  <a:pt x="3506" y="1473"/>
                </a:cubicBezTo>
                <a:cubicBezTo>
                  <a:pt x="3517" y="1475"/>
                  <a:pt x="3507" y="1485"/>
                  <a:pt x="3515" y="1492"/>
                </a:cubicBezTo>
                <a:close/>
                <a:moveTo>
                  <a:pt x="3814" y="0"/>
                </a:moveTo>
                <a:cubicBezTo>
                  <a:pt x="3805" y="0"/>
                  <a:pt x="3805" y="0"/>
                  <a:pt x="3805" y="0"/>
                </a:cubicBezTo>
                <a:cubicBezTo>
                  <a:pt x="3810" y="6"/>
                  <a:pt x="3814" y="12"/>
                  <a:pt x="3821" y="18"/>
                </a:cubicBezTo>
                <a:cubicBezTo>
                  <a:pt x="3827" y="24"/>
                  <a:pt x="3834" y="30"/>
                  <a:pt x="3840" y="36"/>
                </a:cubicBezTo>
                <a:cubicBezTo>
                  <a:pt x="3840" y="26"/>
                  <a:pt x="3840" y="26"/>
                  <a:pt x="3840" y="26"/>
                </a:cubicBezTo>
                <a:cubicBezTo>
                  <a:pt x="3831" y="18"/>
                  <a:pt x="3823" y="9"/>
                  <a:pt x="3814" y="1"/>
                </a:cubicBezTo>
                <a:cubicBezTo>
                  <a:pt x="3814" y="1"/>
                  <a:pt x="3814" y="1"/>
                  <a:pt x="3814" y="0"/>
                </a:cubicBezTo>
                <a:close/>
                <a:moveTo>
                  <a:pt x="3831" y="0"/>
                </a:moveTo>
                <a:cubicBezTo>
                  <a:pt x="3834" y="2"/>
                  <a:pt x="3835" y="3"/>
                  <a:pt x="3837" y="7"/>
                </a:cubicBezTo>
                <a:cubicBezTo>
                  <a:pt x="3838" y="7"/>
                  <a:pt x="3839" y="7"/>
                  <a:pt x="3840" y="8"/>
                </a:cubicBezTo>
                <a:cubicBezTo>
                  <a:pt x="3840" y="0"/>
                  <a:pt x="3840" y="0"/>
                  <a:pt x="3840" y="0"/>
                </a:cubicBezTo>
                <a:lnTo>
                  <a:pt x="3831" y="0"/>
                </a:lnTo>
                <a:close/>
                <a:moveTo>
                  <a:pt x="740" y="250"/>
                </a:moveTo>
                <a:cubicBezTo>
                  <a:pt x="740" y="254"/>
                  <a:pt x="736" y="252"/>
                  <a:pt x="734" y="250"/>
                </a:cubicBezTo>
                <a:cubicBezTo>
                  <a:pt x="700" y="243"/>
                  <a:pt x="693" y="242"/>
                  <a:pt x="688" y="238"/>
                </a:cubicBezTo>
                <a:cubicBezTo>
                  <a:pt x="649" y="218"/>
                  <a:pt x="646" y="213"/>
                  <a:pt x="639" y="211"/>
                </a:cubicBezTo>
                <a:cubicBezTo>
                  <a:pt x="605" y="186"/>
                  <a:pt x="597" y="185"/>
                  <a:pt x="594" y="179"/>
                </a:cubicBezTo>
                <a:cubicBezTo>
                  <a:pt x="566" y="166"/>
                  <a:pt x="569" y="159"/>
                  <a:pt x="564" y="159"/>
                </a:cubicBezTo>
                <a:cubicBezTo>
                  <a:pt x="529" y="136"/>
                  <a:pt x="526" y="135"/>
                  <a:pt x="525" y="132"/>
                </a:cubicBezTo>
                <a:cubicBezTo>
                  <a:pt x="512" y="117"/>
                  <a:pt x="505" y="119"/>
                  <a:pt x="506" y="114"/>
                </a:cubicBezTo>
                <a:cubicBezTo>
                  <a:pt x="484" y="93"/>
                  <a:pt x="478" y="94"/>
                  <a:pt x="478" y="90"/>
                </a:cubicBezTo>
                <a:cubicBezTo>
                  <a:pt x="454" y="72"/>
                  <a:pt x="447" y="64"/>
                  <a:pt x="437" y="58"/>
                </a:cubicBezTo>
                <a:cubicBezTo>
                  <a:pt x="424" y="42"/>
                  <a:pt x="416" y="42"/>
                  <a:pt x="414" y="36"/>
                </a:cubicBezTo>
                <a:cubicBezTo>
                  <a:pt x="402" y="18"/>
                  <a:pt x="391" y="21"/>
                  <a:pt x="390" y="14"/>
                </a:cubicBezTo>
                <a:cubicBezTo>
                  <a:pt x="372" y="9"/>
                  <a:pt x="380" y="20"/>
                  <a:pt x="392" y="27"/>
                </a:cubicBezTo>
                <a:cubicBezTo>
                  <a:pt x="405" y="43"/>
                  <a:pt x="409" y="42"/>
                  <a:pt x="409" y="45"/>
                </a:cubicBezTo>
                <a:cubicBezTo>
                  <a:pt x="474" y="97"/>
                  <a:pt x="479" y="102"/>
                  <a:pt x="484" y="109"/>
                </a:cubicBezTo>
                <a:cubicBezTo>
                  <a:pt x="530" y="145"/>
                  <a:pt x="540" y="147"/>
                  <a:pt x="544" y="154"/>
                </a:cubicBezTo>
                <a:cubicBezTo>
                  <a:pt x="580" y="177"/>
                  <a:pt x="581" y="181"/>
                  <a:pt x="587" y="182"/>
                </a:cubicBezTo>
                <a:cubicBezTo>
                  <a:pt x="639" y="211"/>
                  <a:pt x="642" y="220"/>
                  <a:pt x="652" y="222"/>
                </a:cubicBezTo>
                <a:cubicBezTo>
                  <a:pt x="676" y="237"/>
                  <a:pt x="673" y="238"/>
                  <a:pt x="671" y="238"/>
                </a:cubicBezTo>
                <a:cubicBezTo>
                  <a:pt x="651" y="229"/>
                  <a:pt x="645" y="226"/>
                  <a:pt x="641" y="222"/>
                </a:cubicBezTo>
                <a:cubicBezTo>
                  <a:pt x="594" y="197"/>
                  <a:pt x="590" y="195"/>
                  <a:pt x="589" y="192"/>
                </a:cubicBezTo>
                <a:cubicBezTo>
                  <a:pt x="550" y="170"/>
                  <a:pt x="548" y="164"/>
                  <a:pt x="539" y="163"/>
                </a:cubicBezTo>
                <a:cubicBezTo>
                  <a:pt x="484" y="114"/>
                  <a:pt x="474" y="110"/>
                  <a:pt x="469" y="100"/>
                </a:cubicBezTo>
                <a:cubicBezTo>
                  <a:pt x="454" y="90"/>
                  <a:pt x="453" y="87"/>
                  <a:pt x="452" y="85"/>
                </a:cubicBezTo>
                <a:cubicBezTo>
                  <a:pt x="417" y="55"/>
                  <a:pt x="413" y="52"/>
                  <a:pt x="409" y="49"/>
                </a:cubicBezTo>
                <a:cubicBezTo>
                  <a:pt x="372" y="13"/>
                  <a:pt x="367" y="11"/>
                  <a:pt x="364" y="7"/>
                </a:cubicBezTo>
                <a:cubicBezTo>
                  <a:pt x="344" y="1"/>
                  <a:pt x="344" y="1"/>
                  <a:pt x="345" y="2"/>
                </a:cubicBezTo>
                <a:cubicBezTo>
                  <a:pt x="378" y="27"/>
                  <a:pt x="378" y="34"/>
                  <a:pt x="383" y="35"/>
                </a:cubicBezTo>
                <a:cubicBezTo>
                  <a:pt x="407" y="60"/>
                  <a:pt x="411" y="64"/>
                  <a:pt x="415" y="67"/>
                </a:cubicBezTo>
                <a:cubicBezTo>
                  <a:pt x="446" y="91"/>
                  <a:pt x="451" y="100"/>
                  <a:pt x="460" y="105"/>
                </a:cubicBezTo>
                <a:cubicBezTo>
                  <a:pt x="490" y="130"/>
                  <a:pt x="498" y="136"/>
                  <a:pt x="505" y="143"/>
                </a:cubicBezTo>
                <a:cubicBezTo>
                  <a:pt x="570" y="188"/>
                  <a:pt x="575" y="191"/>
                  <a:pt x="578" y="194"/>
                </a:cubicBezTo>
                <a:cubicBezTo>
                  <a:pt x="601" y="206"/>
                  <a:pt x="601" y="209"/>
                  <a:pt x="604" y="210"/>
                </a:cubicBezTo>
                <a:cubicBezTo>
                  <a:pt x="635" y="227"/>
                  <a:pt x="639" y="230"/>
                  <a:pt x="645" y="231"/>
                </a:cubicBezTo>
                <a:cubicBezTo>
                  <a:pt x="681" y="244"/>
                  <a:pt x="685" y="247"/>
                  <a:pt x="690" y="249"/>
                </a:cubicBezTo>
                <a:cubicBezTo>
                  <a:pt x="728" y="254"/>
                  <a:pt x="731" y="254"/>
                  <a:pt x="734" y="255"/>
                </a:cubicBezTo>
                <a:close/>
                <a:moveTo>
                  <a:pt x="989" y="371"/>
                </a:moveTo>
                <a:cubicBezTo>
                  <a:pt x="998" y="376"/>
                  <a:pt x="1006" y="381"/>
                  <a:pt x="1017" y="385"/>
                </a:cubicBezTo>
                <a:cubicBezTo>
                  <a:pt x="1041" y="394"/>
                  <a:pt x="1046" y="395"/>
                  <a:pt x="1047" y="392"/>
                </a:cubicBezTo>
                <a:cubicBezTo>
                  <a:pt x="1003" y="373"/>
                  <a:pt x="998" y="371"/>
                  <a:pt x="995" y="367"/>
                </a:cubicBezTo>
                <a:cubicBezTo>
                  <a:pt x="960" y="342"/>
                  <a:pt x="958" y="341"/>
                  <a:pt x="956" y="340"/>
                </a:cubicBezTo>
                <a:cubicBezTo>
                  <a:pt x="939" y="327"/>
                  <a:pt x="937" y="326"/>
                  <a:pt x="935" y="324"/>
                </a:cubicBezTo>
                <a:cubicBezTo>
                  <a:pt x="917" y="306"/>
                  <a:pt x="913" y="302"/>
                  <a:pt x="909" y="300"/>
                </a:cubicBezTo>
                <a:cubicBezTo>
                  <a:pt x="861" y="237"/>
                  <a:pt x="859" y="233"/>
                  <a:pt x="856" y="231"/>
                </a:cubicBezTo>
                <a:cubicBezTo>
                  <a:pt x="848" y="219"/>
                  <a:pt x="845" y="213"/>
                  <a:pt x="839" y="209"/>
                </a:cubicBezTo>
                <a:cubicBezTo>
                  <a:pt x="825" y="175"/>
                  <a:pt x="815" y="179"/>
                  <a:pt x="816" y="173"/>
                </a:cubicBezTo>
                <a:cubicBezTo>
                  <a:pt x="788" y="136"/>
                  <a:pt x="784" y="135"/>
                  <a:pt x="784" y="129"/>
                </a:cubicBezTo>
                <a:cubicBezTo>
                  <a:pt x="774" y="119"/>
                  <a:pt x="771" y="116"/>
                  <a:pt x="770" y="111"/>
                </a:cubicBezTo>
                <a:cubicBezTo>
                  <a:pt x="742" y="73"/>
                  <a:pt x="738" y="66"/>
                  <a:pt x="734" y="58"/>
                </a:cubicBezTo>
                <a:cubicBezTo>
                  <a:pt x="714" y="35"/>
                  <a:pt x="711" y="32"/>
                  <a:pt x="706" y="31"/>
                </a:cubicBezTo>
                <a:cubicBezTo>
                  <a:pt x="680" y="2"/>
                  <a:pt x="679" y="1"/>
                  <a:pt x="679" y="0"/>
                </a:cubicBezTo>
                <a:cubicBezTo>
                  <a:pt x="686" y="20"/>
                  <a:pt x="692" y="26"/>
                  <a:pt x="697" y="33"/>
                </a:cubicBezTo>
                <a:cubicBezTo>
                  <a:pt x="751" y="95"/>
                  <a:pt x="751" y="101"/>
                  <a:pt x="754" y="104"/>
                </a:cubicBezTo>
                <a:cubicBezTo>
                  <a:pt x="768" y="131"/>
                  <a:pt x="775" y="130"/>
                  <a:pt x="776" y="135"/>
                </a:cubicBezTo>
                <a:cubicBezTo>
                  <a:pt x="788" y="151"/>
                  <a:pt x="791" y="151"/>
                  <a:pt x="793" y="151"/>
                </a:cubicBezTo>
                <a:cubicBezTo>
                  <a:pt x="829" y="208"/>
                  <a:pt x="829" y="214"/>
                  <a:pt x="835" y="213"/>
                </a:cubicBezTo>
                <a:cubicBezTo>
                  <a:pt x="854" y="247"/>
                  <a:pt x="861" y="249"/>
                  <a:pt x="862" y="257"/>
                </a:cubicBezTo>
                <a:cubicBezTo>
                  <a:pt x="880" y="280"/>
                  <a:pt x="884" y="285"/>
                  <a:pt x="890" y="288"/>
                </a:cubicBezTo>
                <a:cubicBezTo>
                  <a:pt x="874" y="275"/>
                  <a:pt x="868" y="272"/>
                  <a:pt x="867" y="266"/>
                </a:cubicBezTo>
                <a:cubicBezTo>
                  <a:pt x="820" y="208"/>
                  <a:pt x="817" y="207"/>
                  <a:pt x="816" y="204"/>
                </a:cubicBezTo>
                <a:cubicBezTo>
                  <a:pt x="792" y="174"/>
                  <a:pt x="789" y="161"/>
                  <a:pt x="780" y="153"/>
                </a:cubicBezTo>
                <a:cubicBezTo>
                  <a:pt x="748" y="107"/>
                  <a:pt x="745" y="107"/>
                  <a:pt x="744" y="106"/>
                </a:cubicBezTo>
                <a:cubicBezTo>
                  <a:pt x="733" y="84"/>
                  <a:pt x="723" y="78"/>
                  <a:pt x="718" y="67"/>
                </a:cubicBezTo>
                <a:cubicBezTo>
                  <a:pt x="703" y="47"/>
                  <a:pt x="697" y="46"/>
                  <a:pt x="695" y="40"/>
                </a:cubicBezTo>
                <a:cubicBezTo>
                  <a:pt x="673" y="18"/>
                  <a:pt x="673" y="15"/>
                  <a:pt x="669" y="15"/>
                </a:cubicBezTo>
                <a:cubicBezTo>
                  <a:pt x="644" y="0"/>
                  <a:pt x="644" y="0"/>
                  <a:pt x="644" y="0"/>
                </a:cubicBezTo>
                <a:cubicBezTo>
                  <a:pt x="675" y="28"/>
                  <a:pt x="679" y="37"/>
                  <a:pt x="686" y="44"/>
                </a:cubicBezTo>
                <a:cubicBezTo>
                  <a:pt x="707" y="69"/>
                  <a:pt x="710" y="70"/>
                  <a:pt x="707" y="71"/>
                </a:cubicBezTo>
                <a:cubicBezTo>
                  <a:pt x="730" y="96"/>
                  <a:pt x="734" y="106"/>
                  <a:pt x="741" y="113"/>
                </a:cubicBezTo>
                <a:cubicBezTo>
                  <a:pt x="782" y="170"/>
                  <a:pt x="787" y="179"/>
                  <a:pt x="794" y="186"/>
                </a:cubicBezTo>
                <a:cubicBezTo>
                  <a:pt x="806" y="199"/>
                  <a:pt x="804" y="205"/>
                  <a:pt x="807" y="206"/>
                </a:cubicBezTo>
                <a:cubicBezTo>
                  <a:pt x="854" y="262"/>
                  <a:pt x="852" y="269"/>
                  <a:pt x="860" y="268"/>
                </a:cubicBezTo>
                <a:cubicBezTo>
                  <a:pt x="896" y="311"/>
                  <a:pt x="905" y="316"/>
                  <a:pt x="913" y="322"/>
                </a:cubicBezTo>
                <a:cubicBezTo>
                  <a:pt x="967" y="358"/>
                  <a:pt x="972" y="359"/>
                  <a:pt x="976" y="362"/>
                </a:cubicBezTo>
                <a:close/>
                <a:moveTo>
                  <a:pt x="1027" y="2129"/>
                </a:moveTo>
                <a:cubicBezTo>
                  <a:pt x="1022" y="2125"/>
                  <a:pt x="1022" y="2116"/>
                  <a:pt x="1017" y="2112"/>
                </a:cubicBezTo>
                <a:cubicBezTo>
                  <a:pt x="1016" y="2108"/>
                  <a:pt x="1019" y="2101"/>
                  <a:pt x="1012" y="2103"/>
                </a:cubicBezTo>
                <a:cubicBezTo>
                  <a:pt x="1012" y="2098"/>
                  <a:pt x="1011" y="2094"/>
                  <a:pt x="1008" y="2092"/>
                </a:cubicBezTo>
                <a:cubicBezTo>
                  <a:pt x="1006" y="2085"/>
                  <a:pt x="1004" y="2077"/>
                  <a:pt x="1001" y="2070"/>
                </a:cubicBezTo>
                <a:cubicBezTo>
                  <a:pt x="997" y="2070"/>
                  <a:pt x="1000" y="2063"/>
                  <a:pt x="997" y="2062"/>
                </a:cubicBezTo>
                <a:cubicBezTo>
                  <a:pt x="993" y="2060"/>
                  <a:pt x="997" y="2051"/>
                  <a:pt x="993" y="2051"/>
                </a:cubicBezTo>
                <a:cubicBezTo>
                  <a:pt x="993" y="2041"/>
                  <a:pt x="988" y="2036"/>
                  <a:pt x="986" y="2029"/>
                </a:cubicBezTo>
                <a:cubicBezTo>
                  <a:pt x="988" y="2022"/>
                  <a:pt x="982" y="2023"/>
                  <a:pt x="984" y="2016"/>
                </a:cubicBezTo>
                <a:cubicBezTo>
                  <a:pt x="984" y="2010"/>
                  <a:pt x="983" y="2005"/>
                  <a:pt x="979" y="2003"/>
                </a:cubicBezTo>
                <a:cubicBezTo>
                  <a:pt x="978" y="2019"/>
                  <a:pt x="984" y="2027"/>
                  <a:pt x="986" y="2040"/>
                </a:cubicBezTo>
                <a:cubicBezTo>
                  <a:pt x="987" y="2046"/>
                  <a:pt x="989" y="2051"/>
                  <a:pt x="990" y="2057"/>
                </a:cubicBezTo>
                <a:cubicBezTo>
                  <a:pt x="990" y="2061"/>
                  <a:pt x="993" y="2062"/>
                  <a:pt x="993" y="2066"/>
                </a:cubicBezTo>
                <a:cubicBezTo>
                  <a:pt x="996" y="2066"/>
                  <a:pt x="994" y="2072"/>
                  <a:pt x="997" y="2073"/>
                </a:cubicBezTo>
                <a:cubicBezTo>
                  <a:pt x="998" y="2086"/>
                  <a:pt x="1006" y="2093"/>
                  <a:pt x="1008" y="2105"/>
                </a:cubicBezTo>
                <a:cubicBezTo>
                  <a:pt x="1011" y="2105"/>
                  <a:pt x="1009" y="2111"/>
                  <a:pt x="1012" y="2112"/>
                </a:cubicBezTo>
                <a:cubicBezTo>
                  <a:pt x="1012" y="2116"/>
                  <a:pt x="1015" y="2117"/>
                  <a:pt x="1014" y="2121"/>
                </a:cubicBezTo>
                <a:cubicBezTo>
                  <a:pt x="1016" y="2125"/>
                  <a:pt x="1020" y="2133"/>
                  <a:pt x="1017" y="2136"/>
                </a:cubicBezTo>
                <a:cubicBezTo>
                  <a:pt x="1020" y="2136"/>
                  <a:pt x="1018" y="2142"/>
                  <a:pt x="1021" y="2142"/>
                </a:cubicBezTo>
                <a:cubicBezTo>
                  <a:pt x="1020" y="2146"/>
                  <a:pt x="1023" y="2147"/>
                  <a:pt x="1023" y="2151"/>
                </a:cubicBezTo>
                <a:cubicBezTo>
                  <a:pt x="1023" y="2155"/>
                  <a:pt x="1024" y="2158"/>
                  <a:pt x="1025" y="2160"/>
                </a:cubicBezTo>
                <a:cubicBezTo>
                  <a:pt x="1032" y="2160"/>
                  <a:pt x="1032" y="2160"/>
                  <a:pt x="1032" y="2160"/>
                </a:cubicBezTo>
                <a:cubicBezTo>
                  <a:pt x="1032" y="2159"/>
                  <a:pt x="1032" y="2159"/>
                  <a:pt x="1032" y="2158"/>
                </a:cubicBezTo>
                <a:cubicBezTo>
                  <a:pt x="1033" y="2158"/>
                  <a:pt x="1035" y="2159"/>
                  <a:pt x="1036" y="2160"/>
                </a:cubicBezTo>
                <a:cubicBezTo>
                  <a:pt x="1045" y="2160"/>
                  <a:pt x="1045" y="2160"/>
                  <a:pt x="1045" y="2160"/>
                </a:cubicBezTo>
                <a:cubicBezTo>
                  <a:pt x="1043" y="2156"/>
                  <a:pt x="1040" y="2152"/>
                  <a:pt x="1036" y="2149"/>
                </a:cubicBezTo>
                <a:cubicBezTo>
                  <a:pt x="1037" y="2138"/>
                  <a:pt x="1027" y="2139"/>
                  <a:pt x="1027" y="2129"/>
                </a:cubicBezTo>
                <a:close/>
                <a:moveTo>
                  <a:pt x="1027" y="2147"/>
                </a:moveTo>
                <a:cubicBezTo>
                  <a:pt x="1029" y="2148"/>
                  <a:pt x="1031" y="2151"/>
                  <a:pt x="1032" y="2153"/>
                </a:cubicBezTo>
                <a:cubicBezTo>
                  <a:pt x="1031" y="2159"/>
                  <a:pt x="1027" y="2150"/>
                  <a:pt x="1027" y="2147"/>
                </a:cubicBezTo>
                <a:close/>
                <a:moveTo>
                  <a:pt x="887" y="319"/>
                </a:moveTo>
                <a:cubicBezTo>
                  <a:pt x="888" y="314"/>
                  <a:pt x="881" y="316"/>
                  <a:pt x="881" y="312"/>
                </a:cubicBezTo>
                <a:cubicBezTo>
                  <a:pt x="860" y="299"/>
                  <a:pt x="864" y="290"/>
                  <a:pt x="857" y="292"/>
                </a:cubicBezTo>
                <a:cubicBezTo>
                  <a:pt x="829" y="256"/>
                  <a:pt x="827" y="249"/>
                  <a:pt x="821" y="246"/>
                </a:cubicBezTo>
                <a:cubicBezTo>
                  <a:pt x="769" y="177"/>
                  <a:pt x="766" y="171"/>
                  <a:pt x="762" y="166"/>
                </a:cubicBezTo>
                <a:cubicBezTo>
                  <a:pt x="731" y="135"/>
                  <a:pt x="734" y="128"/>
                  <a:pt x="730" y="128"/>
                </a:cubicBezTo>
                <a:cubicBezTo>
                  <a:pt x="708" y="102"/>
                  <a:pt x="706" y="100"/>
                  <a:pt x="704" y="97"/>
                </a:cubicBezTo>
                <a:cubicBezTo>
                  <a:pt x="687" y="81"/>
                  <a:pt x="689" y="75"/>
                  <a:pt x="683" y="77"/>
                </a:cubicBezTo>
                <a:cubicBezTo>
                  <a:pt x="649" y="44"/>
                  <a:pt x="648" y="36"/>
                  <a:pt x="643" y="32"/>
                </a:cubicBezTo>
                <a:cubicBezTo>
                  <a:pt x="595" y="0"/>
                  <a:pt x="595" y="0"/>
                  <a:pt x="595" y="0"/>
                </a:cubicBezTo>
                <a:cubicBezTo>
                  <a:pt x="618" y="17"/>
                  <a:pt x="617" y="23"/>
                  <a:pt x="621" y="23"/>
                </a:cubicBezTo>
                <a:cubicBezTo>
                  <a:pt x="659" y="58"/>
                  <a:pt x="665" y="68"/>
                  <a:pt x="672" y="77"/>
                </a:cubicBezTo>
                <a:cubicBezTo>
                  <a:pt x="702" y="103"/>
                  <a:pt x="701" y="111"/>
                  <a:pt x="708" y="112"/>
                </a:cubicBezTo>
                <a:cubicBezTo>
                  <a:pt x="732" y="144"/>
                  <a:pt x="736" y="147"/>
                  <a:pt x="738" y="152"/>
                </a:cubicBezTo>
                <a:cubicBezTo>
                  <a:pt x="794" y="223"/>
                  <a:pt x="810" y="239"/>
                  <a:pt x="821" y="259"/>
                </a:cubicBezTo>
                <a:cubicBezTo>
                  <a:pt x="812" y="259"/>
                  <a:pt x="813" y="253"/>
                  <a:pt x="808" y="252"/>
                </a:cubicBezTo>
                <a:cubicBezTo>
                  <a:pt x="796" y="241"/>
                  <a:pt x="793" y="238"/>
                  <a:pt x="791" y="234"/>
                </a:cubicBezTo>
                <a:cubicBezTo>
                  <a:pt x="743" y="186"/>
                  <a:pt x="739" y="183"/>
                  <a:pt x="738" y="178"/>
                </a:cubicBezTo>
                <a:cubicBezTo>
                  <a:pt x="714" y="153"/>
                  <a:pt x="710" y="150"/>
                  <a:pt x="708" y="145"/>
                </a:cubicBezTo>
                <a:cubicBezTo>
                  <a:pt x="670" y="114"/>
                  <a:pt x="668" y="109"/>
                  <a:pt x="665" y="105"/>
                </a:cubicBezTo>
                <a:cubicBezTo>
                  <a:pt x="633" y="73"/>
                  <a:pt x="631" y="71"/>
                  <a:pt x="631" y="67"/>
                </a:cubicBezTo>
                <a:cubicBezTo>
                  <a:pt x="615" y="51"/>
                  <a:pt x="610" y="52"/>
                  <a:pt x="610" y="51"/>
                </a:cubicBezTo>
                <a:cubicBezTo>
                  <a:pt x="597" y="42"/>
                  <a:pt x="601" y="32"/>
                  <a:pt x="592" y="33"/>
                </a:cubicBezTo>
                <a:cubicBezTo>
                  <a:pt x="567" y="8"/>
                  <a:pt x="562" y="4"/>
                  <a:pt x="557" y="0"/>
                </a:cubicBezTo>
                <a:cubicBezTo>
                  <a:pt x="552" y="10"/>
                  <a:pt x="563" y="13"/>
                  <a:pt x="569" y="22"/>
                </a:cubicBezTo>
                <a:cubicBezTo>
                  <a:pt x="629" y="79"/>
                  <a:pt x="629" y="83"/>
                  <a:pt x="633" y="82"/>
                </a:cubicBezTo>
                <a:cubicBezTo>
                  <a:pt x="676" y="124"/>
                  <a:pt x="689" y="140"/>
                  <a:pt x="705" y="154"/>
                </a:cubicBezTo>
                <a:cubicBezTo>
                  <a:pt x="778" y="231"/>
                  <a:pt x="785" y="238"/>
                  <a:pt x="793" y="245"/>
                </a:cubicBezTo>
                <a:cubicBezTo>
                  <a:pt x="808" y="256"/>
                  <a:pt x="807" y="260"/>
                  <a:pt x="808" y="261"/>
                </a:cubicBezTo>
                <a:cubicBezTo>
                  <a:pt x="834" y="279"/>
                  <a:pt x="840" y="280"/>
                  <a:pt x="844" y="283"/>
                </a:cubicBezTo>
                <a:cubicBezTo>
                  <a:pt x="859" y="314"/>
                  <a:pt x="859" y="308"/>
                  <a:pt x="855" y="307"/>
                </a:cubicBezTo>
                <a:cubicBezTo>
                  <a:pt x="822" y="280"/>
                  <a:pt x="808" y="275"/>
                  <a:pt x="801" y="263"/>
                </a:cubicBezTo>
                <a:cubicBezTo>
                  <a:pt x="778" y="238"/>
                  <a:pt x="768" y="243"/>
                  <a:pt x="771" y="236"/>
                </a:cubicBezTo>
                <a:cubicBezTo>
                  <a:pt x="741" y="218"/>
                  <a:pt x="746" y="208"/>
                  <a:pt x="739" y="211"/>
                </a:cubicBezTo>
                <a:cubicBezTo>
                  <a:pt x="700" y="175"/>
                  <a:pt x="692" y="164"/>
                  <a:pt x="681" y="155"/>
                </a:cubicBezTo>
                <a:cubicBezTo>
                  <a:pt x="658" y="131"/>
                  <a:pt x="649" y="121"/>
                  <a:pt x="641" y="111"/>
                </a:cubicBezTo>
                <a:cubicBezTo>
                  <a:pt x="610" y="82"/>
                  <a:pt x="609" y="78"/>
                  <a:pt x="605" y="77"/>
                </a:cubicBezTo>
                <a:cubicBezTo>
                  <a:pt x="581" y="54"/>
                  <a:pt x="580" y="50"/>
                  <a:pt x="575" y="50"/>
                </a:cubicBezTo>
                <a:cubicBezTo>
                  <a:pt x="534" y="16"/>
                  <a:pt x="534" y="11"/>
                  <a:pt x="530" y="10"/>
                </a:cubicBezTo>
                <a:cubicBezTo>
                  <a:pt x="503" y="0"/>
                  <a:pt x="503" y="0"/>
                  <a:pt x="503" y="0"/>
                </a:cubicBezTo>
                <a:cubicBezTo>
                  <a:pt x="515" y="14"/>
                  <a:pt x="521" y="12"/>
                  <a:pt x="523" y="14"/>
                </a:cubicBezTo>
                <a:cubicBezTo>
                  <a:pt x="555" y="41"/>
                  <a:pt x="559" y="45"/>
                  <a:pt x="564" y="48"/>
                </a:cubicBezTo>
                <a:cubicBezTo>
                  <a:pt x="590" y="78"/>
                  <a:pt x="596" y="77"/>
                  <a:pt x="598" y="79"/>
                </a:cubicBezTo>
                <a:cubicBezTo>
                  <a:pt x="631" y="118"/>
                  <a:pt x="640" y="117"/>
                  <a:pt x="641" y="124"/>
                </a:cubicBezTo>
                <a:cubicBezTo>
                  <a:pt x="671" y="148"/>
                  <a:pt x="666" y="158"/>
                  <a:pt x="673" y="155"/>
                </a:cubicBezTo>
                <a:cubicBezTo>
                  <a:pt x="715" y="195"/>
                  <a:pt x="722" y="205"/>
                  <a:pt x="733" y="211"/>
                </a:cubicBezTo>
                <a:cubicBezTo>
                  <a:pt x="774" y="248"/>
                  <a:pt x="776" y="250"/>
                  <a:pt x="777" y="253"/>
                </a:cubicBezTo>
                <a:cubicBezTo>
                  <a:pt x="795" y="267"/>
                  <a:pt x="797" y="269"/>
                  <a:pt x="799" y="271"/>
                </a:cubicBezTo>
                <a:cubicBezTo>
                  <a:pt x="840" y="300"/>
                  <a:pt x="844" y="307"/>
                  <a:pt x="850" y="312"/>
                </a:cubicBezTo>
                <a:cubicBezTo>
                  <a:pt x="924" y="348"/>
                  <a:pt x="925" y="357"/>
                  <a:pt x="934" y="357"/>
                </a:cubicBezTo>
                <a:cubicBezTo>
                  <a:pt x="934" y="355"/>
                  <a:pt x="921" y="340"/>
                  <a:pt x="900" y="332"/>
                </a:cubicBezTo>
                <a:close/>
                <a:moveTo>
                  <a:pt x="417" y="167"/>
                </a:moveTo>
                <a:cubicBezTo>
                  <a:pt x="412" y="160"/>
                  <a:pt x="403" y="156"/>
                  <a:pt x="398" y="149"/>
                </a:cubicBezTo>
                <a:cubicBezTo>
                  <a:pt x="374" y="130"/>
                  <a:pt x="375" y="123"/>
                  <a:pt x="368" y="124"/>
                </a:cubicBezTo>
                <a:cubicBezTo>
                  <a:pt x="353" y="108"/>
                  <a:pt x="352" y="106"/>
                  <a:pt x="351" y="104"/>
                </a:cubicBezTo>
                <a:cubicBezTo>
                  <a:pt x="329" y="83"/>
                  <a:pt x="329" y="77"/>
                  <a:pt x="326" y="73"/>
                </a:cubicBezTo>
                <a:cubicBezTo>
                  <a:pt x="286" y="24"/>
                  <a:pt x="279" y="26"/>
                  <a:pt x="279" y="22"/>
                </a:cubicBezTo>
                <a:cubicBezTo>
                  <a:pt x="240" y="0"/>
                  <a:pt x="240" y="0"/>
                  <a:pt x="240" y="0"/>
                </a:cubicBezTo>
                <a:cubicBezTo>
                  <a:pt x="256" y="19"/>
                  <a:pt x="265" y="15"/>
                  <a:pt x="263" y="22"/>
                </a:cubicBezTo>
                <a:cubicBezTo>
                  <a:pt x="312" y="70"/>
                  <a:pt x="314" y="72"/>
                  <a:pt x="317" y="73"/>
                </a:cubicBezTo>
                <a:cubicBezTo>
                  <a:pt x="335" y="90"/>
                  <a:pt x="331" y="99"/>
                  <a:pt x="338" y="98"/>
                </a:cubicBezTo>
                <a:cubicBezTo>
                  <a:pt x="376" y="141"/>
                  <a:pt x="389" y="148"/>
                  <a:pt x="400" y="158"/>
                </a:cubicBezTo>
                <a:cubicBezTo>
                  <a:pt x="428" y="181"/>
                  <a:pt x="429" y="185"/>
                  <a:pt x="434" y="185"/>
                </a:cubicBezTo>
                <a:close/>
                <a:moveTo>
                  <a:pt x="527" y="235"/>
                </a:moveTo>
                <a:cubicBezTo>
                  <a:pt x="526" y="226"/>
                  <a:pt x="513" y="224"/>
                  <a:pt x="519" y="215"/>
                </a:cubicBezTo>
                <a:cubicBezTo>
                  <a:pt x="496" y="189"/>
                  <a:pt x="492" y="188"/>
                  <a:pt x="491" y="184"/>
                </a:cubicBezTo>
                <a:cubicBezTo>
                  <a:pt x="440" y="113"/>
                  <a:pt x="434" y="113"/>
                  <a:pt x="434" y="108"/>
                </a:cubicBezTo>
                <a:cubicBezTo>
                  <a:pt x="423" y="99"/>
                  <a:pt x="423" y="94"/>
                  <a:pt x="421" y="91"/>
                </a:cubicBezTo>
                <a:cubicBezTo>
                  <a:pt x="377" y="41"/>
                  <a:pt x="367" y="32"/>
                  <a:pt x="357" y="22"/>
                </a:cubicBezTo>
                <a:cubicBezTo>
                  <a:pt x="342" y="7"/>
                  <a:pt x="340" y="6"/>
                  <a:pt x="338" y="6"/>
                </a:cubicBezTo>
                <a:cubicBezTo>
                  <a:pt x="319" y="0"/>
                  <a:pt x="319" y="0"/>
                  <a:pt x="319" y="0"/>
                </a:cubicBezTo>
                <a:cubicBezTo>
                  <a:pt x="343" y="19"/>
                  <a:pt x="344" y="25"/>
                  <a:pt x="348" y="28"/>
                </a:cubicBezTo>
                <a:cubicBezTo>
                  <a:pt x="367" y="41"/>
                  <a:pt x="366" y="48"/>
                  <a:pt x="374" y="48"/>
                </a:cubicBezTo>
                <a:cubicBezTo>
                  <a:pt x="399" y="84"/>
                  <a:pt x="410" y="89"/>
                  <a:pt x="414" y="99"/>
                </a:cubicBezTo>
                <a:cubicBezTo>
                  <a:pt x="464" y="158"/>
                  <a:pt x="467" y="158"/>
                  <a:pt x="468" y="161"/>
                </a:cubicBezTo>
                <a:cubicBezTo>
                  <a:pt x="497" y="204"/>
                  <a:pt x="491" y="197"/>
                  <a:pt x="489" y="197"/>
                </a:cubicBezTo>
                <a:cubicBezTo>
                  <a:pt x="469" y="181"/>
                  <a:pt x="467" y="179"/>
                  <a:pt x="465" y="177"/>
                </a:cubicBezTo>
                <a:cubicBezTo>
                  <a:pt x="441" y="152"/>
                  <a:pt x="434" y="155"/>
                  <a:pt x="435" y="150"/>
                </a:cubicBezTo>
                <a:cubicBezTo>
                  <a:pt x="421" y="129"/>
                  <a:pt x="412" y="132"/>
                  <a:pt x="414" y="125"/>
                </a:cubicBezTo>
                <a:cubicBezTo>
                  <a:pt x="401" y="106"/>
                  <a:pt x="395" y="108"/>
                  <a:pt x="395" y="103"/>
                </a:cubicBezTo>
                <a:cubicBezTo>
                  <a:pt x="363" y="74"/>
                  <a:pt x="362" y="68"/>
                  <a:pt x="356" y="65"/>
                </a:cubicBezTo>
                <a:cubicBezTo>
                  <a:pt x="338" y="45"/>
                  <a:pt x="336" y="44"/>
                  <a:pt x="335" y="41"/>
                </a:cubicBezTo>
                <a:cubicBezTo>
                  <a:pt x="308" y="17"/>
                  <a:pt x="306" y="15"/>
                  <a:pt x="303" y="14"/>
                </a:cubicBezTo>
                <a:cubicBezTo>
                  <a:pt x="275" y="0"/>
                  <a:pt x="275" y="0"/>
                  <a:pt x="275" y="0"/>
                </a:cubicBezTo>
                <a:cubicBezTo>
                  <a:pt x="299" y="19"/>
                  <a:pt x="304" y="24"/>
                  <a:pt x="307" y="29"/>
                </a:cubicBezTo>
                <a:cubicBezTo>
                  <a:pt x="332" y="48"/>
                  <a:pt x="330" y="56"/>
                  <a:pt x="337" y="54"/>
                </a:cubicBezTo>
                <a:cubicBezTo>
                  <a:pt x="368" y="81"/>
                  <a:pt x="367" y="87"/>
                  <a:pt x="369" y="90"/>
                </a:cubicBezTo>
                <a:cubicBezTo>
                  <a:pt x="398" y="119"/>
                  <a:pt x="406" y="128"/>
                  <a:pt x="413" y="138"/>
                </a:cubicBezTo>
                <a:cubicBezTo>
                  <a:pt x="435" y="161"/>
                  <a:pt x="441" y="161"/>
                  <a:pt x="441" y="165"/>
                </a:cubicBezTo>
                <a:cubicBezTo>
                  <a:pt x="525" y="234"/>
                  <a:pt x="526" y="240"/>
                  <a:pt x="529" y="243"/>
                </a:cubicBezTo>
                <a:close/>
                <a:moveTo>
                  <a:pt x="1152" y="2099"/>
                </a:moveTo>
                <a:cubicBezTo>
                  <a:pt x="1150" y="2096"/>
                  <a:pt x="1154" y="2087"/>
                  <a:pt x="1150" y="2088"/>
                </a:cubicBezTo>
                <a:cubicBezTo>
                  <a:pt x="1138" y="2039"/>
                  <a:pt x="1133" y="2035"/>
                  <a:pt x="1134" y="2025"/>
                </a:cubicBezTo>
                <a:cubicBezTo>
                  <a:pt x="1111" y="1981"/>
                  <a:pt x="1109" y="1965"/>
                  <a:pt x="1102" y="1955"/>
                </a:cubicBezTo>
                <a:cubicBezTo>
                  <a:pt x="1091" y="1924"/>
                  <a:pt x="1085" y="1926"/>
                  <a:pt x="1086" y="1920"/>
                </a:cubicBezTo>
                <a:cubicBezTo>
                  <a:pt x="1073" y="1890"/>
                  <a:pt x="1072" y="1887"/>
                  <a:pt x="1069" y="1885"/>
                </a:cubicBezTo>
                <a:cubicBezTo>
                  <a:pt x="1052" y="1843"/>
                  <a:pt x="1043" y="1843"/>
                  <a:pt x="1043" y="1835"/>
                </a:cubicBezTo>
                <a:cubicBezTo>
                  <a:pt x="1003" y="1780"/>
                  <a:pt x="996" y="1770"/>
                  <a:pt x="988" y="1761"/>
                </a:cubicBezTo>
                <a:cubicBezTo>
                  <a:pt x="1012" y="1803"/>
                  <a:pt x="1016" y="1808"/>
                  <a:pt x="1021" y="1813"/>
                </a:cubicBezTo>
                <a:cubicBezTo>
                  <a:pt x="1030" y="1837"/>
                  <a:pt x="1036" y="1835"/>
                  <a:pt x="1036" y="1839"/>
                </a:cubicBezTo>
                <a:cubicBezTo>
                  <a:pt x="1046" y="1859"/>
                  <a:pt x="1050" y="1860"/>
                  <a:pt x="1049" y="1865"/>
                </a:cubicBezTo>
                <a:cubicBezTo>
                  <a:pt x="1067" y="1896"/>
                  <a:pt x="1069" y="1900"/>
                  <a:pt x="1071" y="1903"/>
                </a:cubicBezTo>
                <a:cubicBezTo>
                  <a:pt x="1092" y="1948"/>
                  <a:pt x="1092" y="1955"/>
                  <a:pt x="1095" y="1959"/>
                </a:cubicBezTo>
                <a:cubicBezTo>
                  <a:pt x="1123" y="2041"/>
                  <a:pt x="1129" y="2042"/>
                  <a:pt x="1130" y="2049"/>
                </a:cubicBezTo>
                <a:cubicBezTo>
                  <a:pt x="1150" y="2114"/>
                  <a:pt x="1150" y="2117"/>
                  <a:pt x="1150" y="2121"/>
                </a:cubicBezTo>
                <a:cubicBezTo>
                  <a:pt x="1151" y="2128"/>
                  <a:pt x="1142" y="2118"/>
                  <a:pt x="1139" y="2103"/>
                </a:cubicBezTo>
                <a:cubicBezTo>
                  <a:pt x="1126" y="2078"/>
                  <a:pt x="1123" y="2071"/>
                  <a:pt x="1119" y="2066"/>
                </a:cubicBezTo>
                <a:cubicBezTo>
                  <a:pt x="1108" y="2039"/>
                  <a:pt x="1106" y="2032"/>
                  <a:pt x="1099" y="2029"/>
                </a:cubicBezTo>
                <a:cubicBezTo>
                  <a:pt x="1078" y="1982"/>
                  <a:pt x="1076" y="1975"/>
                  <a:pt x="1071" y="1970"/>
                </a:cubicBezTo>
                <a:cubicBezTo>
                  <a:pt x="1048" y="1932"/>
                  <a:pt x="1047" y="1928"/>
                  <a:pt x="1047" y="1924"/>
                </a:cubicBezTo>
                <a:cubicBezTo>
                  <a:pt x="1030" y="1888"/>
                  <a:pt x="1021" y="1887"/>
                  <a:pt x="1021" y="1879"/>
                </a:cubicBezTo>
                <a:cubicBezTo>
                  <a:pt x="1008" y="1846"/>
                  <a:pt x="1000" y="1840"/>
                  <a:pt x="999" y="1846"/>
                </a:cubicBezTo>
                <a:cubicBezTo>
                  <a:pt x="1015" y="1873"/>
                  <a:pt x="1017" y="1885"/>
                  <a:pt x="1023" y="1892"/>
                </a:cubicBezTo>
                <a:cubicBezTo>
                  <a:pt x="1045" y="1935"/>
                  <a:pt x="1047" y="1939"/>
                  <a:pt x="1049" y="1944"/>
                </a:cubicBezTo>
                <a:cubicBezTo>
                  <a:pt x="1065" y="1974"/>
                  <a:pt x="1066" y="1974"/>
                  <a:pt x="1067" y="1974"/>
                </a:cubicBezTo>
                <a:cubicBezTo>
                  <a:pt x="1082" y="2010"/>
                  <a:pt x="1086" y="2011"/>
                  <a:pt x="1086" y="2018"/>
                </a:cubicBezTo>
                <a:cubicBezTo>
                  <a:pt x="1103" y="2056"/>
                  <a:pt x="1107" y="2058"/>
                  <a:pt x="1110" y="2062"/>
                </a:cubicBezTo>
                <a:cubicBezTo>
                  <a:pt x="1141" y="2137"/>
                  <a:pt x="1147" y="2139"/>
                  <a:pt x="1147" y="2147"/>
                </a:cubicBezTo>
                <a:cubicBezTo>
                  <a:pt x="1165" y="2142"/>
                  <a:pt x="1161" y="2123"/>
                  <a:pt x="1156" y="2105"/>
                </a:cubicBezTo>
                <a:close/>
                <a:moveTo>
                  <a:pt x="1282" y="2121"/>
                </a:moveTo>
                <a:cubicBezTo>
                  <a:pt x="1283" y="2117"/>
                  <a:pt x="1286" y="2117"/>
                  <a:pt x="1287" y="2114"/>
                </a:cubicBezTo>
                <a:cubicBezTo>
                  <a:pt x="1321" y="2080"/>
                  <a:pt x="1320" y="2072"/>
                  <a:pt x="1326" y="2070"/>
                </a:cubicBezTo>
                <a:cubicBezTo>
                  <a:pt x="1347" y="2053"/>
                  <a:pt x="1345" y="2047"/>
                  <a:pt x="1350" y="2049"/>
                </a:cubicBezTo>
                <a:cubicBezTo>
                  <a:pt x="1377" y="2021"/>
                  <a:pt x="1391" y="2005"/>
                  <a:pt x="1407" y="1990"/>
                </a:cubicBezTo>
                <a:cubicBezTo>
                  <a:pt x="1432" y="1962"/>
                  <a:pt x="1438" y="1960"/>
                  <a:pt x="1439" y="1955"/>
                </a:cubicBezTo>
                <a:cubicBezTo>
                  <a:pt x="1473" y="1911"/>
                  <a:pt x="1474" y="1904"/>
                  <a:pt x="1477" y="1898"/>
                </a:cubicBezTo>
                <a:cubicBezTo>
                  <a:pt x="1479" y="1880"/>
                  <a:pt x="1478" y="1883"/>
                  <a:pt x="1479" y="1887"/>
                </a:cubicBezTo>
                <a:cubicBezTo>
                  <a:pt x="1460" y="1920"/>
                  <a:pt x="1450" y="1925"/>
                  <a:pt x="1446" y="1937"/>
                </a:cubicBezTo>
                <a:cubicBezTo>
                  <a:pt x="1410" y="1977"/>
                  <a:pt x="1401" y="1976"/>
                  <a:pt x="1400" y="1983"/>
                </a:cubicBezTo>
                <a:cubicBezTo>
                  <a:pt x="1385" y="2005"/>
                  <a:pt x="1376" y="2000"/>
                  <a:pt x="1378" y="2007"/>
                </a:cubicBezTo>
                <a:cubicBezTo>
                  <a:pt x="1342" y="2047"/>
                  <a:pt x="1322" y="2057"/>
                  <a:pt x="1309" y="2075"/>
                </a:cubicBezTo>
                <a:cubicBezTo>
                  <a:pt x="1286" y="2101"/>
                  <a:pt x="1285" y="2104"/>
                  <a:pt x="1282" y="2105"/>
                </a:cubicBezTo>
                <a:cubicBezTo>
                  <a:pt x="1265" y="2129"/>
                  <a:pt x="1263" y="2131"/>
                  <a:pt x="1261" y="2131"/>
                </a:cubicBezTo>
                <a:cubicBezTo>
                  <a:pt x="1251" y="2152"/>
                  <a:pt x="1245" y="2151"/>
                  <a:pt x="1248" y="2158"/>
                </a:cubicBezTo>
                <a:cubicBezTo>
                  <a:pt x="1262" y="2152"/>
                  <a:pt x="1267" y="2142"/>
                  <a:pt x="1272" y="2131"/>
                </a:cubicBezTo>
                <a:close/>
                <a:moveTo>
                  <a:pt x="1252" y="2121"/>
                </a:moveTo>
                <a:cubicBezTo>
                  <a:pt x="1253" y="2116"/>
                  <a:pt x="1258" y="2113"/>
                  <a:pt x="1261" y="2110"/>
                </a:cubicBezTo>
                <a:cubicBezTo>
                  <a:pt x="1292" y="2075"/>
                  <a:pt x="1292" y="2069"/>
                  <a:pt x="1296" y="2066"/>
                </a:cubicBezTo>
                <a:cubicBezTo>
                  <a:pt x="1325" y="2042"/>
                  <a:pt x="1328" y="2032"/>
                  <a:pt x="1337" y="2027"/>
                </a:cubicBezTo>
                <a:cubicBezTo>
                  <a:pt x="1357" y="2004"/>
                  <a:pt x="1360" y="2005"/>
                  <a:pt x="1361" y="2003"/>
                </a:cubicBezTo>
                <a:cubicBezTo>
                  <a:pt x="1379" y="1988"/>
                  <a:pt x="1381" y="1987"/>
                  <a:pt x="1383" y="1985"/>
                </a:cubicBezTo>
                <a:cubicBezTo>
                  <a:pt x="1395" y="1974"/>
                  <a:pt x="1393" y="1969"/>
                  <a:pt x="1398" y="1970"/>
                </a:cubicBezTo>
                <a:cubicBezTo>
                  <a:pt x="1429" y="1937"/>
                  <a:pt x="1430" y="1935"/>
                  <a:pt x="1431" y="1933"/>
                </a:cubicBezTo>
                <a:cubicBezTo>
                  <a:pt x="1448" y="1913"/>
                  <a:pt x="1452" y="1911"/>
                  <a:pt x="1453" y="1905"/>
                </a:cubicBezTo>
                <a:cubicBezTo>
                  <a:pt x="1484" y="1849"/>
                  <a:pt x="1489" y="1848"/>
                  <a:pt x="1485" y="1844"/>
                </a:cubicBezTo>
                <a:cubicBezTo>
                  <a:pt x="1498" y="1819"/>
                  <a:pt x="1499" y="1815"/>
                  <a:pt x="1503" y="1813"/>
                </a:cubicBezTo>
                <a:cubicBezTo>
                  <a:pt x="1479" y="1838"/>
                  <a:pt x="1484" y="1853"/>
                  <a:pt x="1477" y="1855"/>
                </a:cubicBezTo>
                <a:cubicBezTo>
                  <a:pt x="1464" y="1882"/>
                  <a:pt x="1459" y="1886"/>
                  <a:pt x="1455" y="1892"/>
                </a:cubicBezTo>
                <a:cubicBezTo>
                  <a:pt x="1437" y="1912"/>
                  <a:pt x="1434" y="1918"/>
                  <a:pt x="1431" y="1922"/>
                </a:cubicBezTo>
                <a:cubicBezTo>
                  <a:pt x="1408" y="1942"/>
                  <a:pt x="1402" y="1953"/>
                  <a:pt x="1394" y="1961"/>
                </a:cubicBezTo>
                <a:cubicBezTo>
                  <a:pt x="1356" y="1988"/>
                  <a:pt x="1360" y="1997"/>
                  <a:pt x="1354" y="1996"/>
                </a:cubicBezTo>
                <a:cubicBezTo>
                  <a:pt x="1337" y="2014"/>
                  <a:pt x="1333" y="2016"/>
                  <a:pt x="1330" y="2018"/>
                </a:cubicBezTo>
                <a:cubicBezTo>
                  <a:pt x="1304" y="2043"/>
                  <a:pt x="1304" y="2048"/>
                  <a:pt x="1300" y="2049"/>
                </a:cubicBezTo>
                <a:cubicBezTo>
                  <a:pt x="1281" y="2070"/>
                  <a:pt x="1275" y="2075"/>
                  <a:pt x="1269" y="2079"/>
                </a:cubicBezTo>
                <a:cubicBezTo>
                  <a:pt x="1247" y="2112"/>
                  <a:pt x="1245" y="2113"/>
                  <a:pt x="1243" y="2114"/>
                </a:cubicBezTo>
                <a:cubicBezTo>
                  <a:pt x="1247" y="2103"/>
                  <a:pt x="1247" y="2098"/>
                  <a:pt x="1250" y="2094"/>
                </a:cubicBezTo>
                <a:cubicBezTo>
                  <a:pt x="1275" y="2064"/>
                  <a:pt x="1275" y="2058"/>
                  <a:pt x="1278" y="2055"/>
                </a:cubicBezTo>
                <a:cubicBezTo>
                  <a:pt x="1312" y="2008"/>
                  <a:pt x="1335" y="1985"/>
                  <a:pt x="1359" y="1964"/>
                </a:cubicBezTo>
                <a:cubicBezTo>
                  <a:pt x="1384" y="1931"/>
                  <a:pt x="1387" y="1930"/>
                  <a:pt x="1387" y="1924"/>
                </a:cubicBezTo>
                <a:cubicBezTo>
                  <a:pt x="1413" y="1898"/>
                  <a:pt x="1413" y="1892"/>
                  <a:pt x="1418" y="1892"/>
                </a:cubicBezTo>
                <a:cubicBezTo>
                  <a:pt x="1427" y="1879"/>
                  <a:pt x="1429" y="1875"/>
                  <a:pt x="1431" y="1872"/>
                </a:cubicBezTo>
                <a:cubicBezTo>
                  <a:pt x="1422" y="1877"/>
                  <a:pt x="1419" y="1882"/>
                  <a:pt x="1416" y="1885"/>
                </a:cubicBezTo>
                <a:cubicBezTo>
                  <a:pt x="1370" y="1932"/>
                  <a:pt x="1368" y="1937"/>
                  <a:pt x="1365" y="1942"/>
                </a:cubicBezTo>
                <a:cubicBezTo>
                  <a:pt x="1347" y="1957"/>
                  <a:pt x="1348" y="1963"/>
                  <a:pt x="1344" y="1961"/>
                </a:cubicBezTo>
                <a:cubicBezTo>
                  <a:pt x="1310" y="1997"/>
                  <a:pt x="1311" y="2001"/>
                  <a:pt x="1309" y="2003"/>
                </a:cubicBezTo>
                <a:cubicBezTo>
                  <a:pt x="1290" y="2031"/>
                  <a:pt x="1278" y="2034"/>
                  <a:pt x="1276" y="2046"/>
                </a:cubicBezTo>
                <a:cubicBezTo>
                  <a:pt x="1263" y="2059"/>
                  <a:pt x="1262" y="2063"/>
                  <a:pt x="1256" y="2066"/>
                </a:cubicBezTo>
                <a:cubicBezTo>
                  <a:pt x="1229" y="2114"/>
                  <a:pt x="1229" y="2119"/>
                  <a:pt x="1226" y="2121"/>
                </a:cubicBezTo>
                <a:cubicBezTo>
                  <a:pt x="1210" y="2155"/>
                  <a:pt x="1209" y="2158"/>
                  <a:pt x="1208" y="2160"/>
                </a:cubicBezTo>
                <a:cubicBezTo>
                  <a:pt x="1234" y="2148"/>
                  <a:pt x="1239" y="2141"/>
                  <a:pt x="1243" y="2131"/>
                </a:cubicBezTo>
                <a:close/>
                <a:moveTo>
                  <a:pt x="1095" y="2090"/>
                </a:moveTo>
                <a:cubicBezTo>
                  <a:pt x="1092" y="2080"/>
                  <a:pt x="1087" y="2072"/>
                  <a:pt x="1082" y="2064"/>
                </a:cubicBezTo>
                <a:cubicBezTo>
                  <a:pt x="1051" y="2009"/>
                  <a:pt x="1049" y="2005"/>
                  <a:pt x="1045" y="2003"/>
                </a:cubicBezTo>
                <a:cubicBezTo>
                  <a:pt x="1032" y="1967"/>
                  <a:pt x="1032" y="1961"/>
                  <a:pt x="1030" y="1957"/>
                </a:cubicBezTo>
                <a:cubicBezTo>
                  <a:pt x="1015" y="1906"/>
                  <a:pt x="1012" y="1903"/>
                  <a:pt x="1012" y="1896"/>
                </a:cubicBezTo>
                <a:cubicBezTo>
                  <a:pt x="1003" y="1886"/>
                  <a:pt x="1010" y="1901"/>
                  <a:pt x="1012" y="1920"/>
                </a:cubicBezTo>
                <a:cubicBezTo>
                  <a:pt x="1029" y="2003"/>
                  <a:pt x="1034" y="2018"/>
                  <a:pt x="1038" y="2033"/>
                </a:cubicBezTo>
                <a:cubicBezTo>
                  <a:pt x="1048" y="2064"/>
                  <a:pt x="1051" y="2072"/>
                  <a:pt x="1056" y="2077"/>
                </a:cubicBezTo>
                <a:cubicBezTo>
                  <a:pt x="1101" y="2160"/>
                  <a:pt x="1101" y="2160"/>
                  <a:pt x="1101" y="2160"/>
                </a:cubicBezTo>
                <a:cubicBezTo>
                  <a:pt x="1097" y="2151"/>
                  <a:pt x="1093" y="2150"/>
                  <a:pt x="1093" y="2142"/>
                </a:cubicBezTo>
                <a:cubicBezTo>
                  <a:pt x="1069" y="2093"/>
                  <a:pt x="1058" y="2074"/>
                  <a:pt x="1051" y="2051"/>
                </a:cubicBezTo>
                <a:cubicBezTo>
                  <a:pt x="1037" y="2005"/>
                  <a:pt x="1030" y="1997"/>
                  <a:pt x="1030" y="1983"/>
                </a:cubicBezTo>
                <a:cubicBezTo>
                  <a:pt x="1058" y="2041"/>
                  <a:pt x="1062" y="2045"/>
                  <a:pt x="1064" y="2051"/>
                </a:cubicBezTo>
                <a:cubicBezTo>
                  <a:pt x="1085" y="2092"/>
                  <a:pt x="1091" y="2094"/>
                  <a:pt x="1093" y="2101"/>
                </a:cubicBezTo>
                <a:cubicBezTo>
                  <a:pt x="1127" y="2147"/>
                  <a:pt x="1120" y="2159"/>
                  <a:pt x="1126" y="2158"/>
                </a:cubicBezTo>
                <a:cubicBezTo>
                  <a:pt x="1131" y="2147"/>
                  <a:pt x="1123" y="2137"/>
                  <a:pt x="1117" y="2125"/>
                </a:cubicBezTo>
                <a:close/>
                <a:moveTo>
                  <a:pt x="1062" y="2155"/>
                </a:moveTo>
                <a:cubicBezTo>
                  <a:pt x="1062" y="2152"/>
                  <a:pt x="1061" y="2150"/>
                  <a:pt x="1058" y="2149"/>
                </a:cubicBezTo>
                <a:cubicBezTo>
                  <a:pt x="1061" y="2142"/>
                  <a:pt x="1051" y="2147"/>
                  <a:pt x="1054" y="2140"/>
                </a:cubicBezTo>
                <a:cubicBezTo>
                  <a:pt x="1048" y="2137"/>
                  <a:pt x="1047" y="2129"/>
                  <a:pt x="1040" y="2127"/>
                </a:cubicBezTo>
                <a:cubicBezTo>
                  <a:pt x="1037" y="2113"/>
                  <a:pt x="1027" y="2105"/>
                  <a:pt x="1019" y="2097"/>
                </a:cubicBezTo>
                <a:cubicBezTo>
                  <a:pt x="1017" y="2106"/>
                  <a:pt x="1026" y="2106"/>
                  <a:pt x="1027" y="2112"/>
                </a:cubicBezTo>
                <a:cubicBezTo>
                  <a:pt x="1028" y="2119"/>
                  <a:pt x="1036" y="2120"/>
                  <a:pt x="1036" y="2127"/>
                </a:cubicBezTo>
                <a:cubicBezTo>
                  <a:pt x="1045" y="2135"/>
                  <a:pt x="1050" y="2146"/>
                  <a:pt x="1058" y="2155"/>
                </a:cubicBezTo>
                <a:cubicBezTo>
                  <a:pt x="1059" y="2157"/>
                  <a:pt x="1060" y="2159"/>
                  <a:pt x="1061" y="2160"/>
                </a:cubicBezTo>
                <a:cubicBezTo>
                  <a:pt x="1067" y="2160"/>
                  <a:pt x="1067" y="2160"/>
                  <a:pt x="1067" y="2160"/>
                </a:cubicBezTo>
                <a:cubicBezTo>
                  <a:pt x="1066" y="2158"/>
                  <a:pt x="1066" y="2155"/>
                  <a:pt x="1062" y="2155"/>
                </a:cubicBezTo>
                <a:close/>
              </a:path>
            </a:pathLst>
          </a:custGeom>
          <a:solidFill>
            <a:schemeClr val="accent1">
              <a:lumMod val="40000"/>
              <a:lumOff val="60000"/>
            </a:schemeClr>
          </a:solidFill>
          <a:ln>
            <a:noFill/>
          </a:ln>
        </p:spPr>
      </p:sp>
      <p:sp>
        <p:nvSpPr>
          <p:cNvPr id="22" name="Freeform 13">
            <a:extLst>
              <a:ext uri="{FF2B5EF4-FFF2-40B4-BE49-F238E27FC236}">
                <a16:creationId xmlns:a16="http://schemas.microsoft.com/office/drawing/2014/main" id="{4BF06320-21C2-4178-97BE-A72378A8A20E}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 bwMode="auto">
          <a:xfrm>
            <a:off x="1798" y="0"/>
            <a:ext cx="12151360" cy="6875463"/>
          </a:xfrm>
          <a:custGeom>
            <a:avLst/>
            <a:gdLst/>
            <a:ahLst/>
            <a:cxnLst/>
            <a:rect l="0" t="0" r="r" b="b"/>
            <a:pathLst>
              <a:path w="3840" h="2163">
                <a:moveTo>
                  <a:pt x="3809" y="960"/>
                </a:moveTo>
                <a:cubicBezTo>
                  <a:pt x="3796" y="975"/>
                  <a:pt x="3783" y="990"/>
                  <a:pt x="3772" y="1010"/>
                </a:cubicBezTo>
                <a:cubicBezTo>
                  <a:pt x="3769" y="1017"/>
                  <a:pt x="3766" y="1024"/>
                  <a:pt x="3763" y="1030"/>
                </a:cubicBezTo>
                <a:cubicBezTo>
                  <a:pt x="3771" y="1037"/>
                  <a:pt x="3769" y="1017"/>
                  <a:pt x="3775" y="1019"/>
                </a:cubicBezTo>
                <a:cubicBezTo>
                  <a:pt x="3774" y="1010"/>
                  <a:pt x="3779" y="1009"/>
                  <a:pt x="3783" y="1001"/>
                </a:cubicBezTo>
                <a:cubicBezTo>
                  <a:pt x="3787" y="996"/>
                  <a:pt x="3792" y="991"/>
                  <a:pt x="3796" y="985"/>
                </a:cubicBezTo>
                <a:cubicBezTo>
                  <a:pt x="3798" y="980"/>
                  <a:pt x="3802" y="982"/>
                  <a:pt x="3803" y="976"/>
                </a:cubicBezTo>
                <a:cubicBezTo>
                  <a:pt x="3807" y="980"/>
                  <a:pt x="3805" y="966"/>
                  <a:pt x="3810" y="970"/>
                </a:cubicBezTo>
                <a:cubicBezTo>
                  <a:pt x="3815" y="965"/>
                  <a:pt x="3819" y="960"/>
                  <a:pt x="3824" y="954"/>
                </a:cubicBezTo>
                <a:cubicBezTo>
                  <a:pt x="3826" y="952"/>
                  <a:pt x="3829" y="950"/>
                  <a:pt x="3831" y="948"/>
                </a:cubicBezTo>
                <a:cubicBezTo>
                  <a:pt x="3834" y="948"/>
                  <a:pt x="3835" y="940"/>
                  <a:pt x="3838" y="942"/>
                </a:cubicBezTo>
                <a:cubicBezTo>
                  <a:pt x="3839" y="941"/>
                  <a:pt x="3840" y="940"/>
                  <a:pt x="3840" y="940"/>
                </a:cubicBezTo>
                <a:cubicBezTo>
                  <a:pt x="3840" y="930"/>
                  <a:pt x="3840" y="930"/>
                  <a:pt x="3840" y="930"/>
                </a:cubicBezTo>
                <a:cubicBezTo>
                  <a:pt x="3837" y="933"/>
                  <a:pt x="3833" y="935"/>
                  <a:pt x="3830" y="938"/>
                </a:cubicBezTo>
                <a:cubicBezTo>
                  <a:pt x="3824" y="947"/>
                  <a:pt x="3817" y="953"/>
                  <a:pt x="3809" y="960"/>
                </a:cubicBezTo>
                <a:close/>
                <a:moveTo>
                  <a:pt x="3827" y="880"/>
                </a:moveTo>
                <a:cubicBezTo>
                  <a:pt x="3818" y="885"/>
                  <a:pt x="3810" y="891"/>
                  <a:pt x="3802" y="898"/>
                </a:cubicBezTo>
                <a:cubicBezTo>
                  <a:pt x="3795" y="906"/>
                  <a:pt x="3785" y="910"/>
                  <a:pt x="3779" y="921"/>
                </a:cubicBezTo>
                <a:cubicBezTo>
                  <a:pt x="3770" y="926"/>
                  <a:pt x="3764" y="938"/>
                  <a:pt x="3757" y="945"/>
                </a:cubicBezTo>
                <a:cubicBezTo>
                  <a:pt x="3754" y="951"/>
                  <a:pt x="3748" y="950"/>
                  <a:pt x="3746" y="959"/>
                </a:cubicBezTo>
                <a:cubicBezTo>
                  <a:pt x="3743" y="958"/>
                  <a:pt x="3742" y="963"/>
                  <a:pt x="3740" y="966"/>
                </a:cubicBezTo>
                <a:cubicBezTo>
                  <a:pt x="3738" y="965"/>
                  <a:pt x="3735" y="971"/>
                  <a:pt x="3738" y="972"/>
                </a:cubicBezTo>
                <a:cubicBezTo>
                  <a:pt x="3746" y="962"/>
                  <a:pt x="3754" y="953"/>
                  <a:pt x="3762" y="942"/>
                </a:cubicBezTo>
                <a:cubicBezTo>
                  <a:pt x="3773" y="939"/>
                  <a:pt x="3778" y="921"/>
                  <a:pt x="3789" y="918"/>
                </a:cubicBezTo>
                <a:cubicBezTo>
                  <a:pt x="3792" y="911"/>
                  <a:pt x="3799" y="912"/>
                  <a:pt x="3802" y="905"/>
                </a:cubicBezTo>
                <a:cubicBezTo>
                  <a:pt x="3807" y="902"/>
                  <a:pt x="3812" y="899"/>
                  <a:pt x="3816" y="894"/>
                </a:cubicBezTo>
                <a:cubicBezTo>
                  <a:pt x="3817" y="891"/>
                  <a:pt x="3822" y="895"/>
                  <a:pt x="3822" y="890"/>
                </a:cubicBezTo>
                <a:cubicBezTo>
                  <a:pt x="3826" y="891"/>
                  <a:pt x="3827" y="884"/>
                  <a:pt x="3831" y="886"/>
                </a:cubicBezTo>
                <a:cubicBezTo>
                  <a:pt x="3833" y="882"/>
                  <a:pt x="3837" y="881"/>
                  <a:pt x="3840" y="879"/>
                </a:cubicBezTo>
                <a:cubicBezTo>
                  <a:pt x="3840" y="871"/>
                  <a:pt x="3840" y="871"/>
                  <a:pt x="3840" y="871"/>
                </a:cubicBezTo>
                <a:cubicBezTo>
                  <a:pt x="3840" y="871"/>
                  <a:pt x="3840" y="871"/>
                  <a:pt x="3840" y="871"/>
                </a:cubicBezTo>
                <a:cubicBezTo>
                  <a:pt x="3835" y="872"/>
                  <a:pt x="3831" y="878"/>
                  <a:pt x="3827" y="880"/>
                </a:cubicBezTo>
                <a:close/>
                <a:moveTo>
                  <a:pt x="3837" y="806"/>
                </a:moveTo>
                <a:cubicBezTo>
                  <a:pt x="3836" y="810"/>
                  <a:pt x="3827" y="812"/>
                  <a:pt x="3832" y="816"/>
                </a:cubicBezTo>
                <a:cubicBezTo>
                  <a:pt x="3835" y="814"/>
                  <a:pt x="3837" y="812"/>
                  <a:pt x="3840" y="810"/>
                </a:cubicBezTo>
                <a:cubicBezTo>
                  <a:pt x="3840" y="804"/>
                  <a:pt x="3840" y="804"/>
                  <a:pt x="3840" y="804"/>
                </a:cubicBezTo>
                <a:cubicBezTo>
                  <a:pt x="3839" y="804"/>
                  <a:pt x="3838" y="805"/>
                  <a:pt x="3837" y="806"/>
                </a:cubicBezTo>
                <a:close/>
                <a:moveTo>
                  <a:pt x="2318" y="205"/>
                </a:moveTo>
                <a:cubicBezTo>
                  <a:pt x="2319" y="200"/>
                  <a:pt x="2323" y="198"/>
                  <a:pt x="2322" y="192"/>
                </a:cubicBezTo>
                <a:cubicBezTo>
                  <a:pt x="2351" y="148"/>
                  <a:pt x="2361" y="145"/>
                  <a:pt x="2364" y="135"/>
                </a:cubicBezTo>
                <a:cubicBezTo>
                  <a:pt x="2383" y="109"/>
                  <a:pt x="2387" y="107"/>
                  <a:pt x="2388" y="102"/>
                </a:cubicBezTo>
                <a:cubicBezTo>
                  <a:pt x="2419" y="61"/>
                  <a:pt x="2429" y="59"/>
                  <a:pt x="2434" y="50"/>
                </a:cubicBezTo>
                <a:cubicBezTo>
                  <a:pt x="2462" y="20"/>
                  <a:pt x="2474" y="12"/>
                  <a:pt x="2481" y="0"/>
                </a:cubicBezTo>
                <a:cubicBezTo>
                  <a:pt x="2462" y="9"/>
                  <a:pt x="2460" y="16"/>
                  <a:pt x="2453" y="19"/>
                </a:cubicBezTo>
                <a:cubicBezTo>
                  <a:pt x="2438" y="35"/>
                  <a:pt x="2436" y="37"/>
                  <a:pt x="2434" y="39"/>
                </a:cubicBezTo>
                <a:cubicBezTo>
                  <a:pt x="2416" y="54"/>
                  <a:pt x="2418" y="60"/>
                  <a:pt x="2412" y="59"/>
                </a:cubicBezTo>
                <a:cubicBezTo>
                  <a:pt x="2382" y="92"/>
                  <a:pt x="2384" y="103"/>
                  <a:pt x="2377" y="104"/>
                </a:cubicBezTo>
                <a:cubicBezTo>
                  <a:pt x="2361" y="133"/>
                  <a:pt x="2355" y="132"/>
                  <a:pt x="2357" y="139"/>
                </a:cubicBezTo>
                <a:cubicBezTo>
                  <a:pt x="2336" y="177"/>
                  <a:pt x="2326" y="171"/>
                  <a:pt x="2329" y="179"/>
                </a:cubicBezTo>
                <a:cubicBezTo>
                  <a:pt x="2321" y="199"/>
                  <a:pt x="2312" y="203"/>
                  <a:pt x="2318" y="205"/>
                </a:cubicBezTo>
                <a:close/>
                <a:moveTo>
                  <a:pt x="3826" y="837"/>
                </a:moveTo>
                <a:cubicBezTo>
                  <a:pt x="3821" y="839"/>
                  <a:pt x="3818" y="844"/>
                  <a:pt x="3813" y="845"/>
                </a:cubicBezTo>
                <a:cubicBezTo>
                  <a:pt x="3805" y="852"/>
                  <a:pt x="3797" y="858"/>
                  <a:pt x="3790" y="867"/>
                </a:cubicBezTo>
                <a:cubicBezTo>
                  <a:pt x="3787" y="873"/>
                  <a:pt x="3782" y="871"/>
                  <a:pt x="3780" y="879"/>
                </a:cubicBezTo>
                <a:cubicBezTo>
                  <a:pt x="3776" y="877"/>
                  <a:pt x="3776" y="884"/>
                  <a:pt x="3773" y="883"/>
                </a:cubicBezTo>
                <a:cubicBezTo>
                  <a:pt x="3772" y="886"/>
                  <a:pt x="3769" y="890"/>
                  <a:pt x="3772" y="892"/>
                </a:cubicBezTo>
                <a:cubicBezTo>
                  <a:pt x="3778" y="885"/>
                  <a:pt x="3784" y="877"/>
                  <a:pt x="3792" y="872"/>
                </a:cubicBezTo>
                <a:cubicBezTo>
                  <a:pt x="3795" y="867"/>
                  <a:pt x="3799" y="864"/>
                  <a:pt x="3803" y="863"/>
                </a:cubicBezTo>
                <a:cubicBezTo>
                  <a:pt x="3806" y="858"/>
                  <a:pt x="3810" y="855"/>
                  <a:pt x="3814" y="853"/>
                </a:cubicBezTo>
                <a:cubicBezTo>
                  <a:pt x="3821" y="846"/>
                  <a:pt x="3828" y="841"/>
                  <a:pt x="3836" y="836"/>
                </a:cubicBezTo>
                <a:cubicBezTo>
                  <a:pt x="3837" y="837"/>
                  <a:pt x="3839" y="836"/>
                  <a:pt x="3840" y="835"/>
                </a:cubicBezTo>
                <a:cubicBezTo>
                  <a:pt x="3840" y="826"/>
                  <a:pt x="3840" y="826"/>
                  <a:pt x="3840" y="826"/>
                </a:cubicBezTo>
                <a:cubicBezTo>
                  <a:pt x="3839" y="827"/>
                  <a:pt x="3838" y="827"/>
                  <a:pt x="3837" y="827"/>
                </a:cubicBezTo>
                <a:cubicBezTo>
                  <a:pt x="3834" y="831"/>
                  <a:pt x="3830" y="835"/>
                  <a:pt x="3826" y="837"/>
                </a:cubicBezTo>
                <a:close/>
                <a:moveTo>
                  <a:pt x="3819" y="964"/>
                </a:moveTo>
                <a:cubicBezTo>
                  <a:pt x="3816" y="970"/>
                  <a:pt x="3810" y="971"/>
                  <a:pt x="3807" y="978"/>
                </a:cubicBezTo>
                <a:cubicBezTo>
                  <a:pt x="3801" y="978"/>
                  <a:pt x="3800" y="989"/>
                  <a:pt x="3795" y="989"/>
                </a:cubicBezTo>
                <a:cubicBezTo>
                  <a:pt x="3792" y="998"/>
                  <a:pt x="3786" y="999"/>
                  <a:pt x="3783" y="1006"/>
                </a:cubicBezTo>
                <a:cubicBezTo>
                  <a:pt x="3787" y="1008"/>
                  <a:pt x="3780" y="1008"/>
                  <a:pt x="3783" y="1011"/>
                </a:cubicBezTo>
                <a:cubicBezTo>
                  <a:pt x="3784" y="1015"/>
                  <a:pt x="3774" y="1015"/>
                  <a:pt x="3780" y="1019"/>
                </a:cubicBezTo>
                <a:cubicBezTo>
                  <a:pt x="3796" y="998"/>
                  <a:pt x="3813" y="976"/>
                  <a:pt x="3833" y="965"/>
                </a:cubicBezTo>
                <a:cubicBezTo>
                  <a:pt x="3835" y="963"/>
                  <a:pt x="3838" y="961"/>
                  <a:pt x="3840" y="959"/>
                </a:cubicBezTo>
                <a:cubicBezTo>
                  <a:pt x="3840" y="950"/>
                  <a:pt x="3840" y="950"/>
                  <a:pt x="3840" y="950"/>
                </a:cubicBezTo>
                <a:cubicBezTo>
                  <a:pt x="3837" y="952"/>
                  <a:pt x="3835" y="954"/>
                  <a:pt x="3833" y="956"/>
                </a:cubicBezTo>
                <a:cubicBezTo>
                  <a:pt x="3827" y="957"/>
                  <a:pt x="3825" y="965"/>
                  <a:pt x="3819" y="964"/>
                </a:cubicBezTo>
                <a:close/>
                <a:moveTo>
                  <a:pt x="3803" y="1109"/>
                </a:moveTo>
                <a:cubicBezTo>
                  <a:pt x="3801" y="1112"/>
                  <a:pt x="3798" y="1111"/>
                  <a:pt x="3797" y="1113"/>
                </a:cubicBezTo>
                <a:cubicBezTo>
                  <a:pt x="3795" y="1116"/>
                  <a:pt x="3794" y="1121"/>
                  <a:pt x="3791" y="1120"/>
                </a:cubicBezTo>
                <a:cubicBezTo>
                  <a:pt x="3786" y="1128"/>
                  <a:pt x="3788" y="1129"/>
                  <a:pt x="3782" y="1136"/>
                </a:cubicBezTo>
                <a:cubicBezTo>
                  <a:pt x="3780" y="1142"/>
                  <a:pt x="3777" y="1149"/>
                  <a:pt x="3774" y="1156"/>
                </a:cubicBezTo>
                <a:cubicBezTo>
                  <a:pt x="3769" y="1158"/>
                  <a:pt x="3768" y="1168"/>
                  <a:pt x="3775" y="1170"/>
                </a:cubicBezTo>
                <a:cubicBezTo>
                  <a:pt x="3776" y="1171"/>
                  <a:pt x="3778" y="1171"/>
                  <a:pt x="3779" y="1172"/>
                </a:cubicBezTo>
                <a:cubicBezTo>
                  <a:pt x="3780" y="1169"/>
                  <a:pt x="3780" y="1167"/>
                  <a:pt x="3779" y="1165"/>
                </a:cubicBezTo>
                <a:cubicBezTo>
                  <a:pt x="3787" y="1166"/>
                  <a:pt x="3779" y="1160"/>
                  <a:pt x="3780" y="1158"/>
                </a:cubicBezTo>
                <a:cubicBezTo>
                  <a:pt x="3785" y="1158"/>
                  <a:pt x="3788" y="1145"/>
                  <a:pt x="3787" y="1142"/>
                </a:cubicBezTo>
                <a:cubicBezTo>
                  <a:pt x="3794" y="1141"/>
                  <a:pt x="3796" y="1126"/>
                  <a:pt x="3802" y="1123"/>
                </a:cubicBezTo>
                <a:cubicBezTo>
                  <a:pt x="3807" y="1114"/>
                  <a:pt x="3813" y="1109"/>
                  <a:pt x="3818" y="1101"/>
                </a:cubicBezTo>
                <a:cubicBezTo>
                  <a:pt x="3823" y="1095"/>
                  <a:pt x="3830" y="1091"/>
                  <a:pt x="3835" y="1084"/>
                </a:cubicBezTo>
                <a:cubicBezTo>
                  <a:pt x="3837" y="1084"/>
                  <a:pt x="3838" y="1082"/>
                  <a:pt x="3840" y="1081"/>
                </a:cubicBezTo>
                <a:cubicBezTo>
                  <a:pt x="3840" y="1069"/>
                  <a:pt x="3840" y="1069"/>
                  <a:pt x="3840" y="1069"/>
                </a:cubicBezTo>
                <a:cubicBezTo>
                  <a:pt x="3836" y="1073"/>
                  <a:pt x="3831" y="1077"/>
                  <a:pt x="3827" y="1081"/>
                </a:cubicBezTo>
                <a:cubicBezTo>
                  <a:pt x="3818" y="1089"/>
                  <a:pt x="3811" y="1099"/>
                  <a:pt x="3803" y="1109"/>
                </a:cubicBezTo>
                <a:close/>
                <a:moveTo>
                  <a:pt x="3818" y="1248"/>
                </a:moveTo>
                <a:cubicBezTo>
                  <a:pt x="3822" y="1250"/>
                  <a:pt x="3815" y="1258"/>
                  <a:pt x="3822" y="1259"/>
                </a:cubicBezTo>
                <a:cubicBezTo>
                  <a:pt x="3826" y="1261"/>
                  <a:pt x="3826" y="1254"/>
                  <a:pt x="3829" y="1255"/>
                </a:cubicBezTo>
                <a:cubicBezTo>
                  <a:pt x="3832" y="1250"/>
                  <a:pt x="3832" y="1247"/>
                  <a:pt x="3831" y="1244"/>
                </a:cubicBezTo>
                <a:cubicBezTo>
                  <a:pt x="3835" y="1245"/>
                  <a:pt x="3835" y="1240"/>
                  <a:pt x="3834" y="1238"/>
                </a:cubicBezTo>
                <a:cubicBezTo>
                  <a:pt x="3839" y="1240"/>
                  <a:pt x="3833" y="1233"/>
                  <a:pt x="3837" y="1230"/>
                </a:cubicBezTo>
                <a:cubicBezTo>
                  <a:pt x="3838" y="1228"/>
                  <a:pt x="3839" y="1227"/>
                  <a:pt x="3840" y="1226"/>
                </a:cubicBezTo>
                <a:cubicBezTo>
                  <a:pt x="3840" y="1209"/>
                  <a:pt x="3840" y="1209"/>
                  <a:pt x="3840" y="1209"/>
                </a:cubicBezTo>
                <a:cubicBezTo>
                  <a:pt x="3835" y="1219"/>
                  <a:pt x="3829" y="1228"/>
                  <a:pt x="3823" y="1236"/>
                </a:cubicBezTo>
                <a:cubicBezTo>
                  <a:pt x="3828" y="1240"/>
                  <a:pt x="3819" y="1244"/>
                  <a:pt x="3818" y="1248"/>
                </a:cubicBezTo>
                <a:close/>
                <a:moveTo>
                  <a:pt x="3121" y="2109"/>
                </a:moveTo>
                <a:cubicBezTo>
                  <a:pt x="3119" y="2105"/>
                  <a:pt x="3124" y="2102"/>
                  <a:pt x="3118" y="2098"/>
                </a:cubicBezTo>
                <a:cubicBezTo>
                  <a:pt x="3121" y="2094"/>
                  <a:pt x="3113" y="2089"/>
                  <a:pt x="3115" y="2086"/>
                </a:cubicBezTo>
                <a:cubicBezTo>
                  <a:pt x="3114" y="2077"/>
                  <a:pt x="3111" y="2069"/>
                  <a:pt x="3108" y="2060"/>
                </a:cubicBezTo>
                <a:cubicBezTo>
                  <a:pt x="3108" y="2056"/>
                  <a:pt x="3105" y="2053"/>
                  <a:pt x="3104" y="2049"/>
                </a:cubicBezTo>
                <a:cubicBezTo>
                  <a:pt x="3103" y="2048"/>
                  <a:pt x="3105" y="2045"/>
                  <a:pt x="3104" y="2043"/>
                </a:cubicBezTo>
                <a:cubicBezTo>
                  <a:pt x="3103" y="2041"/>
                  <a:pt x="3099" y="2039"/>
                  <a:pt x="3102" y="2037"/>
                </a:cubicBezTo>
                <a:cubicBezTo>
                  <a:pt x="3096" y="2032"/>
                  <a:pt x="3099" y="2028"/>
                  <a:pt x="3093" y="2024"/>
                </a:cubicBezTo>
                <a:cubicBezTo>
                  <a:pt x="3095" y="2020"/>
                  <a:pt x="3092" y="2014"/>
                  <a:pt x="3087" y="2017"/>
                </a:cubicBezTo>
                <a:cubicBezTo>
                  <a:pt x="3092" y="2025"/>
                  <a:pt x="3088" y="2032"/>
                  <a:pt x="3095" y="2039"/>
                </a:cubicBezTo>
                <a:cubicBezTo>
                  <a:pt x="3093" y="2041"/>
                  <a:pt x="3096" y="2042"/>
                  <a:pt x="3096" y="2044"/>
                </a:cubicBezTo>
                <a:cubicBezTo>
                  <a:pt x="3097" y="2045"/>
                  <a:pt x="3096" y="2049"/>
                  <a:pt x="3096" y="2050"/>
                </a:cubicBezTo>
                <a:cubicBezTo>
                  <a:pt x="3096" y="2051"/>
                  <a:pt x="3098" y="2052"/>
                  <a:pt x="3099" y="2054"/>
                </a:cubicBezTo>
                <a:cubicBezTo>
                  <a:pt x="3101" y="2058"/>
                  <a:pt x="3097" y="2059"/>
                  <a:pt x="3101" y="2063"/>
                </a:cubicBezTo>
                <a:cubicBezTo>
                  <a:pt x="3106" y="2071"/>
                  <a:pt x="3101" y="2078"/>
                  <a:pt x="3107" y="2087"/>
                </a:cubicBezTo>
                <a:cubicBezTo>
                  <a:pt x="3108" y="2094"/>
                  <a:pt x="3109" y="2102"/>
                  <a:pt x="3114" y="2110"/>
                </a:cubicBezTo>
                <a:cubicBezTo>
                  <a:pt x="3112" y="2117"/>
                  <a:pt x="3115" y="2125"/>
                  <a:pt x="3115" y="2132"/>
                </a:cubicBezTo>
                <a:cubicBezTo>
                  <a:pt x="3119" y="2136"/>
                  <a:pt x="3117" y="2139"/>
                  <a:pt x="3119" y="2143"/>
                </a:cubicBezTo>
                <a:cubicBezTo>
                  <a:pt x="3118" y="2145"/>
                  <a:pt x="3120" y="2147"/>
                  <a:pt x="3122" y="2149"/>
                </a:cubicBezTo>
                <a:cubicBezTo>
                  <a:pt x="3124" y="2152"/>
                  <a:pt x="3120" y="2153"/>
                  <a:pt x="3121" y="2155"/>
                </a:cubicBezTo>
                <a:cubicBezTo>
                  <a:pt x="3122" y="2157"/>
                  <a:pt x="3123" y="2159"/>
                  <a:pt x="3123" y="2160"/>
                </a:cubicBezTo>
                <a:cubicBezTo>
                  <a:pt x="3132" y="2160"/>
                  <a:pt x="3132" y="2160"/>
                  <a:pt x="3132" y="2160"/>
                </a:cubicBezTo>
                <a:cubicBezTo>
                  <a:pt x="3132" y="2160"/>
                  <a:pt x="3132" y="2159"/>
                  <a:pt x="3132" y="2158"/>
                </a:cubicBezTo>
                <a:cubicBezTo>
                  <a:pt x="3129" y="2142"/>
                  <a:pt x="3124" y="2125"/>
                  <a:pt x="3121" y="2109"/>
                </a:cubicBezTo>
                <a:close/>
                <a:moveTo>
                  <a:pt x="3826" y="1017"/>
                </a:moveTo>
                <a:cubicBezTo>
                  <a:pt x="3822" y="1025"/>
                  <a:pt x="3814" y="1024"/>
                  <a:pt x="3810" y="1031"/>
                </a:cubicBezTo>
                <a:cubicBezTo>
                  <a:pt x="3806" y="1030"/>
                  <a:pt x="3805" y="1038"/>
                  <a:pt x="3801" y="1037"/>
                </a:cubicBezTo>
                <a:cubicBezTo>
                  <a:pt x="3798" y="1040"/>
                  <a:pt x="3796" y="1045"/>
                  <a:pt x="3792" y="1045"/>
                </a:cubicBezTo>
                <a:cubicBezTo>
                  <a:pt x="3791" y="1047"/>
                  <a:pt x="3790" y="1047"/>
                  <a:pt x="3787" y="1045"/>
                </a:cubicBezTo>
                <a:cubicBezTo>
                  <a:pt x="3786" y="1048"/>
                  <a:pt x="3789" y="1049"/>
                  <a:pt x="3787" y="1052"/>
                </a:cubicBezTo>
                <a:cubicBezTo>
                  <a:pt x="3783" y="1053"/>
                  <a:pt x="3780" y="1056"/>
                  <a:pt x="3779" y="1061"/>
                </a:cubicBezTo>
                <a:cubicBezTo>
                  <a:pt x="3772" y="1066"/>
                  <a:pt x="3768" y="1072"/>
                  <a:pt x="3767" y="1082"/>
                </a:cubicBezTo>
                <a:cubicBezTo>
                  <a:pt x="3773" y="1085"/>
                  <a:pt x="3776" y="1078"/>
                  <a:pt x="3778" y="1072"/>
                </a:cubicBezTo>
                <a:cubicBezTo>
                  <a:pt x="3782" y="1068"/>
                  <a:pt x="3787" y="1066"/>
                  <a:pt x="3789" y="1058"/>
                </a:cubicBezTo>
                <a:cubicBezTo>
                  <a:pt x="3795" y="1059"/>
                  <a:pt x="3798" y="1052"/>
                  <a:pt x="3802" y="1049"/>
                </a:cubicBezTo>
                <a:cubicBezTo>
                  <a:pt x="3805" y="1040"/>
                  <a:pt x="3812" y="1044"/>
                  <a:pt x="3815" y="1036"/>
                </a:cubicBezTo>
                <a:cubicBezTo>
                  <a:pt x="3824" y="1030"/>
                  <a:pt x="3833" y="1026"/>
                  <a:pt x="3840" y="1015"/>
                </a:cubicBezTo>
                <a:cubicBezTo>
                  <a:pt x="3840" y="1007"/>
                  <a:pt x="3840" y="1007"/>
                  <a:pt x="3840" y="1007"/>
                </a:cubicBezTo>
                <a:cubicBezTo>
                  <a:pt x="3835" y="1010"/>
                  <a:pt x="3832" y="1017"/>
                  <a:pt x="3826" y="1017"/>
                </a:cubicBezTo>
                <a:close/>
                <a:moveTo>
                  <a:pt x="450" y="2148"/>
                </a:moveTo>
                <a:cubicBezTo>
                  <a:pt x="443" y="2147"/>
                  <a:pt x="440" y="2141"/>
                  <a:pt x="432" y="2141"/>
                </a:cubicBezTo>
                <a:cubicBezTo>
                  <a:pt x="398" y="2115"/>
                  <a:pt x="391" y="2113"/>
                  <a:pt x="386" y="2109"/>
                </a:cubicBezTo>
                <a:cubicBezTo>
                  <a:pt x="312" y="2071"/>
                  <a:pt x="301" y="2066"/>
                  <a:pt x="298" y="2063"/>
                </a:cubicBezTo>
                <a:cubicBezTo>
                  <a:pt x="286" y="2058"/>
                  <a:pt x="284" y="2061"/>
                  <a:pt x="285" y="2061"/>
                </a:cubicBezTo>
                <a:cubicBezTo>
                  <a:pt x="253" y="2044"/>
                  <a:pt x="241" y="2046"/>
                  <a:pt x="235" y="2041"/>
                </a:cubicBezTo>
                <a:cubicBezTo>
                  <a:pt x="141" y="2001"/>
                  <a:pt x="136" y="1995"/>
                  <a:pt x="127" y="1994"/>
                </a:cubicBezTo>
                <a:cubicBezTo>
                  <a:pt x="113" y="1982"/>
                  <a:pt x="110" y="1982"/>
                  <a:pt x="111" y="1986"/>
                </a:cubicBezTo>
                <a:cubicBezTo>
                  <a:pt x="141" y="2010"/>
                  <a:pt x="141" y="2016"/>
                  <a:pt x="144" y="2019"/>
                </a:cubicBezTo>
                <a:cubicBezTo>
                  <a:pt x="143" y="2021"/>
                  <a:pt x="142" y="2027"/>
                  <a:pt x="147" y="2025"/>
                </a:cubicBezTo>
                <a:cubicBezTo>
                  <a:pt x="177" y="2058"/>
                  <a:pt x="180" y="2066"/>
                  <a:pt x="187" y="2070"/>
                </a:cubicBezTo>
                <a:cubicBezTo>
                  <a:pt x="244" y="2123"/>
                  <a:pt x="247" y="2132"/>
                  <a:pt x="253" y="2138"/>
                </a:cubicBezTo>
                <a:cubicBezTo>
                  <a:pt x="283" y="2160"/>
                  <a:pt x="283" y="2160"/>
                  <a:pt x="283" y="2160"/>
                </a:cubicBezTo>
                <a:cubicBezTo>
                  <a:pt x="254" y="2126"/>
                  <a:pt x="250" y="2124"/>
                  <a:pt x="247" y="2121"/>
                </a:cubicBezTo>
                <a:cubicBezTo>
                  <a:pt x="268" y="2130"/>
                  <a:pt x="274" y="2132"/>
                  <a:pt x="279" y="2136"/>
                </a:cubicBezTo>
                <a:cubicBezTo>
                  <a:pt x="313" y="2158"/>
                  <a:pt x="315" y="2159"/>
                  <a:pt x="318" y="2160"/>
                </a:cubicBezTo>
                <a:cubicBezTo>
                  <a:pt x="329" y="2157"/>
                  <a:pt x="326" y="2149"/>
                  <a:pt x="315" y="2149"/>
                </a:cubicBezTo>
                <a:cubicBezTo>
                  <a:pt x="288" y="2131"/>
                  <a:pt x="286" y="2130"/>
                  <a:pt x="285" y="2127"/>
                </a:cubicBezTo>
                <a:cubicBezTo>
                  <a:pt x="259" y="2117"/>
                  <a:pt x="260" y="2107"/>
                  <a:pt x="251" y="2110"/>
                </a:cubicBezTo>
                <a:cubicBezTo>
                  <a:pt x="223" y="2093"/>
                  <a:pt x="222" y="2087"/>
                  <a:pt x="216" y="2086"/>
                </a:cubicBezTo>
                <a:cubicBezTo>
                  <a:pt x="193" y="2069"/>
                  <a:pt x="184" y="2057"/>
                  <a:pt x="174" y="2047"/>
                </a:cubicBezTo>
                <a:cubicBezTo>
                  <a:pt x="206" y="2062"/>
                  <a:pt x="209" y="2064"/>
                  <a:pt x="211" y="2069"/>
                </a:cubicBezTo>
                <a:cubicBezTo>
                  <a:pt x="250" y="2097"/>
                  <a:pt x="255" y="2097"/>
                  <a:pt x="259" y="2100"/>
                </a:cubicBezTo>
                <a:cubicBezTo>
                  <a:pt x="299" y="2125"/>
                  <a:pt x="305" y="2125"/>
                  <a:pt x="309" y="2127"/>
                </a:cubicBezTo>
                <a:cubicBezTo>
                  <a:pt x="332" y="2140"/>
                  <a:pt x="331" y="2143"/>
                  <a:pt x="334" y="2143"/>
                </a:cubicBezTo>
                <a:cubicBezTo>
                  <a:pt x="363" y="2158"/>
                  <a:pt x="366" y="2159"/>
                  <a:pt x="369" y="2160"/>
                </a:cubicBezTo>
                <a:cubicBezTo>
                  <a:pt x="382" y="2154"/>
                  <a:pt x="375" y="2154"/>
                  <a:pt x="372" y="2149"/>
                </a:cubicBezTo>
                <a:cubicBezTo>
                  <a:pt x="323" y="2123"/>
                  <a:pt x="317" y="2125"/>
                  <a:pt x="313" y="2121"/>
                </a:cubicBezTo>
                <a:cubicBezTo>
                  <a:pt x="300" y="2113"/>
                  <a:pt x="295" y="2114"/>
                  <a:pt x="295" y="2111"/>
                </a:cubicBezTo>
                <a:cubicBezTo>
                  <a:pt x="234" y="2076"/>
                  <a:pt x="233" y="2074"/>
                  <a:pt x="231" y="2074"/>
                </a:cubicBezTo>
                <a:cubicBezTo>
                  <a:pt x="259" y="2083"/>
                  <a:pt x="261" y="2087"/>
                  <a:pt x="265" y="2089"/>
                </a:cubicBezTo>
                <a:cubicBezTo>
                  <a:pt x="310" y="2106"/>
                  <a:pt x="319" y="2108"/>
                  <a:pt x="325" y="2113"/>
                </a:cubicBezTo>
                <a:cubicBezTo>
                  <a:pt x="367" y="2126"/>
                  <a:pt x="366" y="2132"/>
                  <a:pt x="370" y="2132"/>
                </a:cubicBezTo>
                <a:cubicBezTo>
                  <a:pt x="395" y="2147"/>
                  <a:pt x="398" y="2148"/>
                  <a:pt x="400" y="2149"/>
                </a:cubicBezTo>
                <a:cubicBezTo>
                  <a:pt x="412" y="2155"/>
                  <a:pt x="413" y="2157"/>
                  <a:pt x="414" y="2157"/>
                </a:cubicBezTo>
                <a:cubicBezTo>
                  <a:pt x="439" y="2160"/>
                  <a:pt x="439" y="2160"/>
                  <a:pt x="439" y="2160"/>
                </a:cubicBezTo>
                <a:cubicBezTo>
                  <a:pt x="427" y="2149"/>
                  <a:pt x="421" y="2151"/>
                  <a:pt x="418" y="2148"/>
                </a:cubicBezTo>
                <a:cubicBezTo>
                  <a:pt x="389" y="2135"/>
                  <a:pt x="387" y="2131"/>
                  <a:pt x="383" y="2129"/>
                </a:cubicBezTo>
                <a:cubicBezTo>
                  <a:pt x="334" y="2106"/>
                  <a:pt x="329" y="2103"/>
                  <a:pt x="322" y="2100"/>
                </a:cubicBezTo>
                <a:cubicBezTo>
                  <a:pt x="300" y="2091"/>
                  <a:pt x="295" y="2088"/>
                  <a:pt x="289" y="2087"/>
                </a:cubicBezTo>
                <a:cubicBezTo>
                  <a:pt x="263" y="2072"/>
                  <a:pt x="256" y="2075"/>
                  <a:pt x="255" y="2072"/>
                </a:cubicBezTo>
                <a:cubicBezTo>
                  <a:pt x="202" y="2047"/>
                  <a:pt x="196" y="2045"/>
                  <a:pt x="191" y="2042"/>
                </a:cubicBezTo>
                <a:cubicBezTo>
                  <a:pt x="182" y="2043"/>
                  <a:pt x="176" y="2036"/>
                  <a:pt x="174" y="2036"/>
                </a:cubicBezTo>
                <a:cubicBezTo>
                  <a:pt x="148" y="2010"/>
                  <a:pt x="140" y="2013"/>
                  <a:pt x="141" y="2006"/>
                </a:cubicBezTo>
                <a:cubicBezTo>
                  <a:pt x="184" y="2026"/>
                  <a:pt x="184" y="2030"/>
                  <a:pt x="188" y="2029"/>
                </a:cubicBezTo>
                <a:cubicBezTo>
                  <a:pt x="278" y="2065"/>
                  <a:pt x="282" y="2074"/>
                  <a:pt x="296" y="2072"/>
                </a:cubicBezTo>
                <a:cubicBezTo>
                  <a:pt x="324" y="2086"/>
                  <a:pt x="331" y="2089"/>
                  <a:pt x="337" y="2093"/>
                </a:cubicBezTo>
                <a:cubicBezTo>
                  <a:pt x="364" y="2108"/>
                  <a:pt x="372" y="2110"/>
                  <a:pt x="376" y="2116"/>
                </a:cubicBezTo>
                <a:cubicBezTo>
                  <a:pt x="390" y="2124"/>
                  <a:pt x="394" y="2125"/>
                  <a:pt x="396" y="2128"/>
                </a:cubicBezTo>
                <a:cubicBezTo>
                  <a:pt x="426" y="2151"/>
                  <a:pt x="435" y="2147"/>
                  <a:pt x="433" y="2154"/>
                </a:cubicBezTo>
                <a:cubicBezTo>
                  <a:pt x="456" y="2157"/>
                  <a:pt x="452" y="2154"/>
                  <a:pt x="450" y="2148"/>
                </a:cubicBezTo>
                <a:close/>
                <a:moveTo>
                  <a:pt x="2266" y="551"/>
                </a:moveTo>
                <a:cubicBezTo>
                  <a:pt x="2269" y="545"/>
                  <a:pt x="2268" y="535"/>
                  <a:pt x="2272" y="530"/>
                </a:cubicBezTo>
                <a:cubicBezTo>
                  <a:pt x="2292" y="481"/>
                  <a:pt x="2296" y="476"/>
                  <a:pt x="2298" y="469"/>
                </a:cubicBezTo>
                <a:cubicBezTo>
                  <a:pt x="2337" y="415"/>
                  <a:pt x="2342" y="412"/>
                  <a:pt x="2344" y="410"/>
                </a:cubicBezTo>
                <a:cubicBezTo>
                  <a:pt x="2360" y="398"/>
                  <a:pt x="2356" y="389"/>
                  <a:pt x="2362" y="390"/>
                </a:cubicBezTo>
                <a:cubicBezTo>
                  <a:pt x="2397" y="365"/>
                  <a:pt x="2395" y="358"/>
                  <a:pt x="2399" y="357"/>
                </a:cubicBezTo>
                <a:cubicBezTo>
                  <a:pt x="2444" y="321"/>
                  <a:pt x="2452" y="319"/>
                  <a:pt x="2453" y="312"/>
                </a:cubicBezTo>
                <a:cubicBezTo>
                  <a:pt x="2491" y="287"/>
                  <a:pt x="2487" y="278"/>
                  <a:pt x="2493" y="279"/>
                </a:cubicBezTo>
                <a:cubicBezTo>
                  <a:pt x="2535" y="238"/>
                  <a:pt x="2531" y="229"/>
                  <a:pt x="2538" y="231"/>
                </a:cubicBezTo>
                <a:cubicBezTo>
                  <a:pt x="2554" y="211"/>
                  <a:pt x="2557" y="211"/>
                  <a:pt x="2556" y="207"/>
                </a:cubicBezTo>
                <a:cubicBezTo>
                  <a:pt x="2576" y="181"/>
                  <a:pt x="2580" y="179"/>
                  <a:pt x="2582" y="176"/>
                </a:cubicBezTo>
                <a:cubicBezTo>
                  <a:pt x="2597" y="153"/>
                  <a:pt x="2601" y="151"/>
                  <a:pt x="2604" y="148"/>
                </a:cubicBezTo>
                <a:cubicBezTo>
                  <a:pt x="2613" y="141"/>
                  <a:pt x="2605" y="150"/>
                  <a:pt x="2599" y="161"/>
                </a:cubicBezTo>
                <a:cubicBezTo>
                  <a:pt x="2562" y="212"/>
                  <a:pt x="2559" y="220"/>
                  <a:pt x="2556" y="226"/>
                </a:cubicBezTo>
                <a:cubicBezTo>
                  <a:pt x="2536" y="255"/>
                  <a:pt x="2527" y="251"/>
                  <a:pt x="2527" y="257"/>
                </a:cubicBezTo>
                <a:cubicBezTo>
                  <a:pt x="2486" y="293"/>
                  <a:pt x="2486" y="298"/>
                  <a:pt x="2482" y="298"/>
                </a:cubicBezTo>
                <a:cubicBezTo>
                  <a:pt x="2460" y="317"/>
                  <a:pt x="2458" y="324"/>
                  <a:pt x="2453" y="329"/>
                </a:cubicBezTo>
                <a:cubicBezTo>
                  <a:pt x="2429" y="353"/>
                  <a:pt x="2425" y="354"/>
                  <a:pt x="2423" y="357"/>
                </a:cubicBezTo>
                <a:cubicBezTo>
                  <a:pt x="2404" y="374"/>
                  <a:pt x="2402" y="376"/>
                  <a:pt x="2401" y="379"/>
                </a:cubicBezTo>
                <a:cubicBezTo>
                  <a:pt x="2380" y="394"/>
                  <a:pt x="2384" y="403"/>
                  <a:pt x="2377" y="401"/>
                </a:cubicBezTo>
                <a:cubicBezTo>
                  <a:pt x="2353" y="449"/>
                  <a:pt x="2342" y="451"/>
                  <a:pt x="2342" y="464"/>
                </a:cubicBezTo>
                <a:cubicBezTo>
                  <a:pt x="2318" y="525"/>
                  <a:pt x="2314" y="528"/>
                  <a:pt x="2314" y="534"/>
                </a:cubicBezTo>
                <a:cubicBezTo>
                  <a:pt x="2328" y="514"/>
                  <a:pt x="2327" y="509"/>
                  <a:pt x="2327" y="506"/>
                </a:cubicBezTo>
                <a:cubicBezTo>
                  <a:pt x="2335" y="485"/>
                  <a:pt x="2339" y="486"/>
                  <a:pt x="2338" y="479"/>
                </a:cubicBezTo>
                <a:cubicBezTo>
                  <a:pt x="2369" y="429"/>
                  <a:pt x="2374" y="423"/>
                  <a:pt x="2377" y="414"/>
                </a:cubicBezTo>
                <a:cubicBezTo>
                  <a:pt x="2409" y="376"/>
                  <a:pt x="2418" y="380"/>
                  <a:pt x="2416" y="373"/>
                </a:cubicBezTo>
                <a:cubicBezTo>
                  <a:pt x="2448" y="348"/>
                  <a:pt x="2448" y="339"/>
                  <a:pt x="2458" y="338"/>
                </a:cubicBezTo>
                <a:cubicBezTo>
                  <a:pt x="2497" y="296"/>
                  <a:pt x="2509" y="287"/>
                  <a:pt x="2521" y="279"/>
                </a:cubicBezTo>
                <a:cubicBezTo>
                  <a:pt x="2551" y="237"/>
                  <a:pt x="2561" y="242"/>
                  <a:pt x="2558" y="235"/>
                </a:cubicBezTo>
                <a:cubicBezTo>
                  <a:pt x="2575" y="216"/>
                  <a:pt x="2578" y="210"/>
                  <a:pt x="2582" y="205"/>
                </a:cubicBezTo>
                <a:cubicBezTo>
                  <a:pt x="2604" y="168"/>
                  <a:pt x="2610" y="169"/>
                  <a:pt x="2608" y="163"/>
                </a:cubicBezTo>
                <a:cubicBezTo>
                  <a:pt x="2614" y="170"/>
                  <a:pt x="2610" y="176"/>
                  <a:pt x="2606" y="183"/>
                </a:cubicBezTo>
                <a:cubicBezTo>
                  <a:pt x="2589" y="216"/>
                  <a:pt x="2577" y="226"/>
                  <a:pt x="2571" y="242"/>
                </a:cubicBezTo>
                <a:cubicBezTo>
                  <a:pt x="2558" y="254"/>
                  <a:pt x="2554" y="258"/>
                  <a:pt x="2551" y="261"/>
                </a:cubicBezTo>
                <a:cubicBezTo>
                  <a:pt x="2527" y="282"/>
                  <a:pt x="2526" y="288"/>
                  <a:pt x="2521" y="290"/>
                </a:cubicBezTo>
                <a:cubicBezTo>
                  <a:pt x="2498" y="313"/>
                  <a:pt x="2496" y="317"/>
                  <a:pt x="2490" y="318"/>
                </a:cubicBezTo>
                <a:cubicBezTo>
                  <a:pt x="2480" y="334"/>
                  <a:pt x="2473" y="334"/>
                  <a:pt x="2473" y="340"/>
                </a:cubicBezTo>
                <a:cubicBezTo>
                  <a:pt x="2450" y="368"/>
                  <a:pt x="2446" y="368"/>
                  <a:pt x="2445" y="370"/>
                </a:cubicBezTo>
                <a:cubicBezTo>
                  <a:pt x="2412" y="406"/>
                  <a:pt x="2415" y="415"/>
                  <a:pt x="2407" y="414"/>
                </a:cubicBezTo>
                <a:cubicBezTo>
                  <a:pt x="2383" y="455"/>
                  <a:pt x="2378" y="456"/>
                  <a:pt x="2377" y="462"/>
                </a:cubicBezTo>
                <a:cubicBezTo>
                  <a:pt x="2357" y="489"/>
                  <a:pt x="2361" y="500"/>
                  <a:pt x="2355" y="501"/>
                </a:cubicBezTo>
                <a:cubicBezTo>
                  <a:pt x="2332" y="563"/>
                  <a:pt x="2332" y="570"/>
                  <a:pt x="2331" y="575"/>
                </a:cubicBezTo>
                <a:cubicBezTo>
                  <a:pt x="2321" y="604"/>
                  <a:pt x="2323" y="609"/>
                  <a:pt x="2322" y="612"/>
                </a:cubicBezTo>
                <a:cubicBezTo>
                  <a:pt x="2334" y="577"/>
                  <a:pt x="2338" y="572"/>
                  <a:pt x="2338" y="564"/>
                </a:cubicBezTo>
                <a:cubicBezTo>
                  <a:pt x="2354" y="530"/>
                  <a:pt x="2352" y="524"/>
                  <a:pt x="2355" y="523"/>
                </a:cubicBezTo>
                <a:cubicBezTo>
                  <a:pt x="2378" y="476"/>
                  <a:pt x="2380" y="470"/>
                  <a:pt x="2383" y="464"/>
                </a:cubicBezTo>
                <a:cubicBezTo>
                  <a:pt x="2422" y="413"/>
                  <a:pt x="2426" y="409"/>
                  <a:pt x="2429" y="403"/>
                </a:cubicBezTo>
                <a:cubicBezTo>
                  <a:pt x="2448" y="389"/>
                  <a:pt x="2441" y="378"/>
                  <a:pt x="2449" y="381"/>
                </a:cubicBezTo>
                <a:cubicBezTo>
                  <a:pt x="2462" y="363"/>
                  <a:pt x="2465" y="361"/>
                  <a:pt x="2469" y="359"/>
                </a:cubicBezTo>
                <a:cubicBezTo>
                  <a:pt x="2549" y="273"/>
                  <a:pt x="2556" y="275"/>
                  <a:pt x="2556" y="270"/>
                </a:cubicBezTo>
                <a:cubicBezTo>
                  <a:pt x="2569" y="255"/>
                  <a:pt x="2571" y="254"/>
                  <a:pt x="2571" y="253"/>
                </a:cubicBezTo>
                <a:cubicBezTo>
                  <a:pt x="2530" y="317"/>
                  <a:pt x="2515" y="330"/>
                  <a:pt x="2503" y="346"/>
                </a:cubicBezTo>
                <a:cubicBezTo>
                  <a:pt x="2485" y="363"/>
                  <a:pt x="2484" y="364"/>
                  <a:pt x="2484" y="368"/>
                </a:cubicBezTo>
                <a:cubicBezTo>
                  <a:pt x="2458" y="390"/>
                  <a:pt x="2461" y="400"/>
                  <a:pt x="2453" y="399"/>
                </a:cubicBezTo>
                <a:cubicBezTo>
                  <a:pt x="2432" y="425"/>
                  <a:pt x="2435" y="431"/>
                  <a:pt x="2431" y="431"/>
                </a:cubicBezTo>
                <a:cubicBezTo>
                  <a:pt x="2417" y="455"/>
                  <a:pt x="2411" y="456"/>
                  <a:pt x="2412" y="464"/>
                </a:cubicBezTo>
                <a:cubicBezTo>
                  <a:pt x="2381" y="530"/>
                  <a:pt x="2373" y="536"/>
                  <a:pt x="2373" y="549"/>
                </a:cubicBezTo>
                <a:cubicBezTo>
                  <a:pt x="2360" y="592"/>
                  <a:pt x="2358" y="604"/>
                  <a:pt x="2355" y="615"/>
                </a:cubicBezTo>
                <a:cubicBezTo>
                  <a:pt x="2348" y="676"/>
                  <a:pt x="2346" y="689"/>
                  <a:pt x="2351" y="691"/>
                </a:cubicBezTo>
                <a:cubicBezTo>
                  <a:pt x="2364" y="602"/>
                  <a:pt x="2364" y="599"/>
                  <a:pt x="2366" y="597"/>
                </a:cubicBezTo>
                <a:cubicBezTo>
                  <a:pt x="2387" y="536"/>
                  <a:pt x="2389" y="528"/>
                  <a:pt x="2392" y="521"/>
                </a:cubicBezTo>
                <a:cubicBezTo>
                  <a:pt x="2410" y="485"/>
                  <a:pt x="2417" y="471"/>
                  <a:pt x="2425" y="458"/>
                </a:cubicBezTo>
                <a:cubicBezTo>
                  <a:pt x="2448" y="429"/>
                  <a:pt x="2448" y="423"/>
                  <a:pt x="2451" y="421"/>
                </a:cubicBezTo>
                <a:cubicBezTo>
                  <a:pt x="2474" y="389"/>
                  <a:pt x="2480" y="390"/>
                  <a:pt x="2479" y="383"/>
                </a:cubicBezTo>
                <a:cubicBezTo>
                  <a:pt x="2514" y="350"/>
                  <a:pt x="2514" y="345"/>
                  <a:pt x="2519" y="344"/>
                </a:cubicBezTo>
                <a:cubicBezTo>
                  <a:pt x="2535" y="322"/>
                  <a:pt x="2539" y="320"/>
                  <a:pt x="2540" y="316"/>
                </a:cubicBezTo>
                <a:cubicBezTo>
                  <a:pt x="2571" y="278"/>
                  <a:pt x="2572" y="274"/>
                  <a:pt x="2575" y="272"/>
                </a:cubicBezTo>
                <a:cubicBezTo>
                  <a:pt x="2589" y="250"/>
                  <a:pt x="2591" y="250"/>
                  <a:pt x="2591" y="246"/>
                </a:cubicBezTo>
                <a:cubicBezTo>
                  <a:pt x="2570" y="303"/>
                  <a:pt x="2565" y="309"/>
                  <a:pt x="2562" y="318"/>
                </a:cubicBezTo>
                <a:cubicBezTo>
                  <a:pt x="2529" y="360"/>
                  <a:pt x="2529" y="366"/>
                  <a:pt x="2525" y="368"/>
                </a:cubicBezTo>
                <a:cubicBezTo>
                  <a:pt x="2500" y="401"/>
                  <a:pt x="2497" y="404"/>
                  <a:pt x="2495" y="407"/>
                </a:cubicBezTo>
                <a:cubicBezTo>
                  <a:pt x="2477" y="421"/>
                  <a:pt x="2475" y="431"/>
                  <a:pt x="2469" y="436"/>
                </a:cubicBezTo>
                <a:cubicBezTo>
                  <a:pt x="2453" y="458"/>
                  <a:pt x="2449" y="457"/>
                  <a:pt x="2449" y="460"/>
                </a:cubicBezTo>
                <a:cubicBezTo>
                  <a:pt x="2433" y="483"/>
                  <a:pt x="2428" y="490"/>
                  <a:pt x="2423" y="497"/>
                </a:cubicBezTo>
                <a:cubicBezTo>
                  <a:pt x="2389" y="557"/>
                  <a:pt x="2380" y="572"/>
                  <a:pt x="2375" y="591"/>
                </a:cubicBezTo>
                <a:cubicBezTo>
                  <a:pt x="2388" y="566"/>
                  <a:pt x="2393" y="561"/>
                  <a:pt x="2394" y="554"/>
                </a:cubicBezTo>
                <a:cubicBezTo>
                  <a:pt x="2421" y="517"/>
                  <a:pt x="2420" y="511"/>
                  <a:pt x="2423" y="508"/>
                </a:cubicBezTo>
                <a:cubicBezTo>
                  <a:pt x="2443" y="487"/>
                  <a:pt x="2443" y="481"/>
                  <a:pt x="2447" y="479"/>
                </a:cubicBezTo>
                <a:cubicBezTo>
                  <a:pt x="2477" y="451"/>
                  <a:pt x="2473" y="441"/>
                  <a:pt x="2479" y="440"/>
                </a:cubicBezTo>
                <a:cubicBezTo>
                  <a:pt x="2491" y="429"/>
                  <a:pt x="2491" y="423"/>
                  <a:pt x="2495" y="421"/>
                </a:cubicBezTo>
                <a:cubicBezTo>
                  <a:pt x="2533" y="381"/>
                  <a:pt x="2531" y="373"/>
                  <a:pt x="2536" y="373"/>
                </a:cubicBezTo>
                <a:cubicBezTo>
                  <a:pt x="2542" y="375"/>
                  <a:pt x="2533" y="382"/>
                  <a:pt x="2527" y="392"/>
                </a:cubicBezTo>
                <a:cubicBezTo>
                  <a:pt x="2507" y="428"/>
                  <a:pt x="2501" y="430"/>
                  <a:pt x="2499" y="436"/>
                </a:cubicBezTo>
                <a:cubicBezTo>
                  <a:pt x="2483" y="460"/>
                  <a:pt x="2475" y="467"/>
                  <a:pt x="2471" y="479"/>
                </a:cubicBezTo>
                <a:cubicBezTo>
                  <a:pt x="2444" y="506"/>
                  <a:pt x="2443" y="518"/>
                  <a:pt x="2434" y="523"/>
                </a:cubicBezTo>
                <a:cubicBezTo>
                  <a:pt x="2415" y="560"/>
                  <a:pt x="2409" y="568"/>
                  <a:pt x="2403" y="575"/>
                </a:cubicBezTo>
                <a:cubicBezTo>
                  <a:pt x="2382" y="632"/>
                  <a:pt x="2382" y="637"/>
                  <a:pt x="2379" y="639"/>
                </a:cubicBezTo>
                <a:cubicBezTo>
                  <a:pt x="2369" y="679"/>
                  <a:pt x="2367" y="696"/>
                  <a:pt x="2364" y="713"/>
                </a:cubicBezTo>
                <a:cubicBezTo>
                  <a:pt x="2357" y="755"/>
                  <a:pt x="2353" y="757"/>
                  <a:pt x="2359" y="758"/>
                </a:cubicBezTo>
                <a:cubicBezTo>
                  <a:pt x="2365" y="714"/>
                  <a:pt x="2371" y="701"/>
                  <a:pt x="2373" y="689"/>
                </a:cubicBezTo>
                <a:cubicBezTo>
                  <a:pt x="2390" y="631"/>
                  <a:pt x="2392" y="626"/>
                  <a:pt x="2392" y="619"/>
                </a:cubicBezTo>
                <a:cubicBezTo>
                  <a:pt x="2419" y="571"/>
                  <a:pt x="2418" y="562"/>
                  <a:pt x="2423" y="560"/>
                </a:cubicBezTo>
                <a:cubicBezTo>
                  <a:pt x="2441" y="526"/>
                  <a:pt x="2448" y="525"/>
                  <a:pt x="2449" y="519"/>
                </a:cubicBezTo>
                <a:cubicBezTo>
                  <a:pt x="2482" y="479"/>
                  <a:pt x="2481" y="473"/>
                  <a:pt x="2486" y="473"/>
                </a:cubicBezTo>
                <a:cubicBezTo>
                  <a:pt x="2505" y="451"/>
                  <a:pt x="2502" y="443"/>
                  <a:pt x="2508" y="442"/>
                </a:cubicBezTo>
                <a:cubicBezTo>
                  <a:pt x="2537" y="393"/>
                  <a:pt x="2543" y="388"/>
                  <a:pt x="2547" y="381"/>
                </a:cubicBezTo>
                <a:cubicBezTo>
                  <a:pt x="2577" y="332"/>
                  <a:pt x="2578" y="321"/>
                  <a:pt x="2584" y="316"/>
                </a:cubicBezTo>
                <a:cubicBezTo>
                  <a:pt x="2567" y="360"/>
                  <a:pt x="2563" y="362"/>
                  <a:pt x="2560" y="366"/>
                </a:cubicBezTo>
                <a:cubicBezTo>
                  <a:pt x="2529" y="421"/>
                  <a:pt x="2528" y="432"/>
                  <a:pt x="2521" y="438"/>
                </a:cubicBezTo>
                <a:cubicBezTo>
                  <a:pt x="2490" y="494"/>
                  <a:pt x="2482" y="498"/>
                  <a:pt x="2479" y="508"/>
                </a:cubicBezTo>
                <a:cubicBezTo>
                  <a:pt x="2453" y="542"/>
                  <a:pt x="2452" y="548"/>
                  <a:pt x="2449" y="551"/>
                </a:cubicBezTo>
                <a:cubicBezTo>
                  <a:pt x="2437" y="564"/>
                  <a:pt x="2436" y="569"/>
                  <a:pt x="2434" y="573"/>
                </a:cubicBezTo>
                <a:cubicBezTo>
                  <a:pt x="2414" y="615"/>
                  <a:pt x="2404" y="630"/>
                  <a:pt x="2401" y="652"/>
                </a:cubicBezTo>
                <a:cubicBezTo>
                  <a:pt x="2390" y="690"/>
                  <a:pt x="2387" y="700"/>
                  <a:pt x="2386" y="711"/>
                </a:cubicBezTo>
                <a:cubicBezTo>
                  <a:pt x="2389" y="745"/>
                  <a:pt x="2385" y="735"/>
                  <a:pt x="2390" y="734"/>
                </a:cubicBezTo>
                <a:cubicBezTo>
                  <a:pt x="2395" y="685"/>
                  <a:pt x="2402" y="670"/>
                  <a:pt x="2405" y="649"/>
                </a:cubicBezTo>
                <a:cubicBezTo>
                  <a:pt x="2426" y="612"/>
                  <a:pt x="2423" y="603"/>
                  <a:pt x="2427" y="602"/>
                </a:cubicBezTo>
                <a:cubicBezTo>
                  <a:pt x="2441" y="569"/>
                  <a:pt x="2451" y="566"/>
                  <a:pt x="2453" y="556"/>
                </a:cubicBezTo>
                <a:cubicBezTo>
                  <a:pt x="2477" y="522"/>
                  <a:pt x="2481" y="520"/>
                  <a:pt x="2484" y="516"/>
                </a:cubicBezTo>
                <a:cubicBezTo>
                  <a:pt x="2504" y="490"/>
                  <a:pt x="2503" y="486"/>
                  <a:pt x="2506" y="486"/>
                </a:cubicBezTo>
                <a:cubicBezTo>
                  <a:pt x="2530" y="444"/>
                  <a:pt x="2531" y="434"/>
                  <a:pt x="2538" y="429"/>
                </a:cubicBezTo>
                <a:cubicBezTo>
                  <a:pt x="2564" y="389"/>
                  <a:pt x="2562" y="392"/>
                  <a:pt x="2560" y="397"/>
                </a:cubicBezTo>
                <a:cubicBezTo>
                  <a:pt x="2551" y="425"/>
                  <a:pt x="2547" y="432"/>
                  <a:pt x="2547" y="440"/>
                </a:cubicBezTo>
                <a:cubicBezTo>
                  <a:pt x="2518" y="479"/>
                  <a:pt x="2513" y="491"/>
                  <a:pt x="2503" y="499"/>
                </a:cubicBezTo>
                <a:cubicBezTo>
                  <a:pt x="2482" y="537"/>
                  <a:pt x="2477" y="540"/>
                  <a:pt x="2475" y="547"/>
                </a:cubicBezTo>
                <a:cubicBezTo>
                  <a:pt x="2463" y="564"/>
                  <a:pt x="2465" y="570"/>
                  <a:pt x="2462" y="571"/>
                </a:cubicBezTo>
                <a:cubicBezTo>
                  <a:pt x="2445" y="602"/>
                  <a:pt x="2443" y="608"/>
                  <a:pt x="2440" y="615"/>
                </a:cubicBezTo>
                <a:cubicBezTo>
                  <a:pt x="2423" y="658"/>
                  <a:pt x="2417" y="686"/>
                  <a:pt x="2414" y="717"/>
                </a:cubicBezTo>
                <a:cubicBezTo>
                  <a:pt x="2421" y="730"/>
                  <a:pt x="2417" y="715"/>
                  <a:pt x="2423" y="697"/>
                </a:cubicBezTo>
                <a:cubicBezTo>
                  <a:pt x="2456" y="595"/>
                  <a:pt x="2461" y="595"/>
                  <a:pt x="2462" y="591"/>
                </a:cubicBezTo>
                <a:cubicBezTo>
                  <a:pt x="2484" y="556"/>
                  <a:pt x="2482" y="547"/>
                  <a:pt x="2488" y="547"/>
                </a:cubicBezTo>
                <a:cubicBezTo>
                  <a:pt x="2520" y="494"/>
                  <a:pt x="2522" y="491"/>
                  <a:pt x="2523" y="488"/>
                </a:cubicBezTo>
                <a:cubicBezTo>
                  <a:pt x="2527" y="499"/>
                  <a:pt x="2518" y="509"/>
                  <a:pt x="2514" y="523"/>
                </a:cubicBezTo>
                <a:cubicBezTo>
                  <a:pt x="2485" y="577"/>
                  <a:pt x="2485" y="579"/>
                  <a:pt x="2484" y="582"/>
                </a:cubicBezTo>
                <a:cubicBezTo>
                  <a:pt x="2471" y="601"/>
                  <a:pt x="2471" y="608"/>
                  <a:pt x="2466" y="615"/>
                </a:cubicBezTo>
                <a:cubicBezTo>
                  <a:pt x="2455" y="667"/>
                  <a:pt x="2457" y="663"/>
                  <a:pt x="2458" y="658"/>
                </a:cubicBezTo>
                <a:cubicBezTo>
                  <a:pt x="2494" y="586"/>
                  <a:pt x="2491" y="575"/>
                  <a:pt x="2497" y="573"/>
                </a:cubicBezTo>
                <a:cubicBezTo>
                  <a:pt x="2528" y="520"/>
                  <a:pt x="2527" y="511"/>
                  <a:pt x="2532" y="508"/>
                </a:cubicBezTo>
                <a:cubicBezTo>
                  <a:pt x="2542" y="479"/>
                  <a:pt x="2547" y="472"/>
                  <a:pt x="2543" y="473"/>
                </a:cubicBezTo>
                <a:cubicBezTo>
                  <a:pt x="2533" y="519"/>
                  <a:pt x="2535" y="575"/>
                  <a:pt x="2523" y="617"/>
                </a:cubicBezTo>
                <a:cubicBezTo>
                  <a:pt x="2498" y="753"/>
                  <a:pt x="2496" y="760"/>
                  <a:pt x="2495" y="767"/>
                </a:cubicBezTo>
                <a:cubicBezTo>
                  <a:pt x="2503" y="765"/>
                  <a:pt x="2508" y="735"/>
                  <a:pt x="2516" y="708"/>
                </a:cubicBezTo>
                <a:cubicBezTo>
                  <a:pt x="2543" y="549"/>
                  <a:pt x="2543" y="541"/>
                  <a:pt x="2545" y="536"/>
                </a:cubicBezTo>
                <a:cubicBezTo>
                  <a:pt x="2550" y="513"/>
                  <a:pt x="2550" y="516"/>
                  <a:pt x="2551" y="508"/>
                </a:cubicBezTo>
                <a:cubicBezTo>
                  <a:pt x="2561" y="468"/>
                  <a:pt x="2557" y="457"/>
                  <a:pt x="2562" y="455"/>
                </a:cubicBezTo>
                <a:cubicBezTo>
                  <a:pt x="2564" y="481"/>
                  <a:pt x="2559" y="481"/>
                  <a:pt x="2560" y="486"/>
                </a:cubicBezTo>
                <a:cubicBezTo>
                  <a:pt x="2561" y="552"/>
                  <a:pt x="2560" y="561"/>
                  <a:pt x="2562" y="573"/>
                </a:cubicBezTo>
                <a:cubicBezTo>
                  <a:pt x="2538" y="696"/>
                  <a:pt x="2542" y="705"/>
                  <a:pt x="2540" y="708"/>
                </a:cubicBezTo>
                <a:cubicBezTo>
                  <a:pt x="2522" y="773"/>
                  <a:pt x="2522" y="782"/>
                  <a:pt x="2521" y="789"/>
                </a:cubicBezTo>
                <a:cubicBezTo>
                  <a:pt x="2525" y="796"/>
                  <a:pt x="2527" y="777"/>
                  <a:pt x="2534" y="763"/>
                </a:cubicBezTo>
                <a:cubicBezTo>
                  <a:pt x="2542" y="733"/>
                  <a:pt x="2538" y="724"/>
                  <a:pt x="2543" y="724"/>
                </a:cubicBezTo>
                <a:cubicBezTo>
                  <a:pt x="2557" y="641"/>
                  <a:pt x="2562" y="626"/>
                  <a:pt x="2567" y="610"/>
                </a:cubicBezTo>
                <a:cubicBezTo>
                  <a:pt x="2571" y="542"/>
                  <a:pt x="2568" y="518"/>
                  <a:pt x="2569" y="475"/>
                </a:cubicBezTo>
                <a:cubicBezTo>
                  <a:pt x="2570" y="422"/>
                  <a:pt x="2575" y="422"/>
                  <a:pt x="2573" y="416"/>
                </a:cubicBezTo>
                <a:cubicBezTo>
                  <a:pt x="2576" y="395"/>
                  <a:pt x="2573" y="394"/>
                  <a:pt x="2573" y="394"/>
                </a:cubicBezTo>
                <a:cubicBezTo>
                  <a:pt x="2582" y="376"/>
                  <a:pt x="2585" y="391"/>
                  <a:pt x="2584" y="407"/>
                </a:cubicBezTo>
                <a:cubicBezTo>
                  <a:pt x="2586" y="485"/>
                  <a:pt x="2588" y="495"/>
                  <a:pt x="2584" y="499"/>
                </a:cubicBezTo>
                <a:cubicBezTo>
                  <a:pt x="2587" y="537"/>
                  <a:pt x="2584" y="556"/>
                  <a:pt x="2588" y="569"/>
                </a:cubicBezTo>
                <a:cubicBezTo>
                  <a:pt x="2586" y="639"/>
                  <a:pt x="2581" y="653"/>
                  <a:pt x="2582" y="673"/>
                </a:cubicBezTo>
                <a:cubicBezTo>
                  <a:pt x="2579" y="709"/>
                  <a:pt x="2585" y="697"/>
                  <a:pt x="2584" y="678"/>
                </a:cubicBezTo>
                <a:cubicBezTo>
                  <a:pt x="2591" y="654"/>
                  <a:pt x="2587" y="646"/>
                  <a:pt x="2588" y="643"/>
                </a:cubicBezTo>
                <a:cubicBezTo>
                  <a:pt x="2594" y="565"/>
                  <a:pt x="2596" y="549"/>
                  <a:pt x="2595" y="532"/>
                </a:cubicBezTo>
                <a:cubicBezTo>
                  <a:pt x="2595" y="477"/>
                  <a:pt x="2594" y="475"/>
                  <a:pt x="2593" y="473"/>
                </a:cubicBezTo>
                <a:cubicBezTo>
                  <a:pt x="2593" y="439"/>
                  <a:pt x="2589" y="438"/>
                  <a:pt x="2591" y="431"/>
                </a:cubicBezTo>
                <a:cubicBezTo>
                  <a:pt x="2591" y="411"/>
                  <a:pt x="2590" y="406"/>
                  <a:pt x="2593" y="405"/>
                </a:cubicBezTo>
                <a:cubicBezTo>
                  <a:pt x="2596" y="421"/>
                  <a:pt x="2599" y="424"/>
                  <a:pt x="2599" y="431"/>
                </a:cubicBezTo>
                <a:cubicBezTo>
                  <a:pt x="2607" y="578"/>
                  <a:pt x="2612" y="578"/>
                  <a:pt x="2610" y="584"/>
                </a:cubicBezTo>
                <a:cubicBezTo>
                  <a:pt x="2608" y="676"/>
                  <a:pt x="2609" y="683"/>
                  <a:pt x="2608" y="700"/>
                </a:cubicBezTo>
                <a:cubicBezTo>
                  <a:pt x="2604" y="727"/>
                  <a:pt x="2608" y="721"/>
                  <a:pt x="2610" y="713"/>
                </a:cubicBezTo>
                <a:cubicBezTo>
                  <a:pt x="2617" y="628"/>
                  <a:pt x="2617" y="628"/>
                  <a:pt x="2617" y="628"/>
                </a:cubicBezTo>
                <a:cubicBezTo>
                  <a:pt x="2616" y="568"/>
                  <a:pt x="2617" y="567"/>
                  <a:pt x="2615" y="556"/>
                </a:cubicBezTo>
                <a:cubicBezTo>
                  <a:pt x="2604" y="402"/>
                  <a:pt x="2602" y="388"/>
                  <a:pt x="2602" y="368"/>
                </a:cubicBezTo>
                <a:cubicBezTo>
                  <a:pt x="2601" y="317"/>
                  <a:pt x="2597" y="313"/>
                  <a:pt x="2604" y="312"/>
                </a:cubicBezTo>
                <a:cubicBezTo>
                  <a:pt x="2615" y="406"/>
                  <a:pt x="2620" y="408"/>
                  <a:pt x="2619" y="416"/>
                </a:cubicBezTo>
                <a:cubicBezTo>
                  <a:pt x="2630" y="567"/>
                  <a:pt x="2630" y="585"/>
                  <a:pt x="2630" y="602"/>
                </a:cubicBezTo>
                <a:cubicBezTo>
                  <a:pt x="2627" y="621"/>
                  <a:pt x="2630" y="621"/>
                  <a:pt x="2630" y="621"/>
                </a:cubicBezTo>
                <a:cubicBezTo>
                  <a:pt x="2628" y="655"/>
                  <a:pt x="2633" y="654"/>
                  <a:pt x="2632" y="647"/>
                </a:cubicBezTo>
                <a:cubicBezTo>
                  <a:pt x="2632" y="609"/>
                  <a:pt x="2641" y="603"/>
                  <a:pt x="2634" y="599"/>
                </a:cubicBezTo>
                <a:cubicBezTo>
                  <a:pt x="2622" y="398"/>
                  <a:pt x="2625" y="390"/>
                  <a:pt x="2623" y="386"/>
                </a:cubicBezTo>
                <a:cubicBezTo>
                  <a:pt x="2612" y="298"/>
                  <a:pt x="2612" y="298"/>
                  <a:pt x="2612" y="298"/>
                </a:cubicBezTo>
                <a:cubicBezTo>
                  <a:pt x="2615" y="234"/>
                  <a:pt x="2616" y="229"/>
                  <a:pt x="2619" y="226"/>
                </a:cubicBezTo>
                <a:cubicBezTo>
                  <a:pt x="2627" y="274"/>
                  <a:pt x="2626" y="281"/>
                  <a:pt x="2630" y="283"/>
                </a:cubicBezTo>
                <a:cubicBezTo>
                  <a:pt x="2637" y="331"/>
                  <a:pt x="2644" y="346"/>
                  <a:pt x="2647" y="366"/>
                </a:cubicBezTo>
                <a:cubicBezTo>
                  <a:pt x="2666" y="436"/>
                  <a:pt x="2662" y="446"/>
                  <a:pt x="2667" y="447"/>
                </a:cubicBezTo>
                <a:cubicBezTo>
                  <a:pt x="2676" y="591"/>
                  <a:pt x="2676" y="591"/>
                  <a:pt x="2676" y="591"/>
                </a:cubicBezTo>
                <a:cubicBezTo>
                  <a:pt x="2677" y="618"/>
                  <a:pt x="2679" y="615"/>
                  <a:pt x="2680" y="610"/>
                </a:cubicBezTo>
                <a:cubicBezTo>
                  <a:pt x="2680" y="558"/>
                  <a:pt x="2679" y="554"/>
                  <a:pt x="2680" y="549"/>
                </a:cubicBezTo>
                <a:cubicBezTo>
                  <a:pt x="2674" y="470"/>
                  <a:pt x="2677" y="456"/>
                  <a:pt x="2673" y="449"/>
                </a:cubicBezTo>
                <a:cubicBezTo>
                  <a:pt x="2664" y="405"/>
                  <a:pt x="2665" y="398"/>
                  <a:pt x="2665" y="392"/>
                </a:cubicBezTo>
                <a:cubicBezTo>
                  <a:pt x="2654" y="345"/>
                  <a:pt x="2647" y="330"/>
                  <a:pt x="2645" y="309"/>
                </a:cubicBezTo>
                <a:cubicBezTo>
                  <a:pt x="2628" y="224"/>
                  <a:pt x="2628" y="224"/>
                  <a:pt x="2628" y="224"/>
                </a:cubicBezTo>
                <a:cubicBezTo>
                  <a:pt x="2657" y="335"/>
                  <a:pt x="2667" y="357"/>
                  <a:pt x="2673" y="383"/>
                </a:cubicBezTo>
                <a:cubicBezTo>
                  <a:pt x="2697" y="482"/>
                  <a:pt x="2689" y="497"/>
                  <a:pt x="2695" y="497"/>
                </a:cubicBezTo>
                <a:cubicBezTo>
                  <a:pt x="2693" y="420"/>
                  <a:pt x="2686" y="404"/>
                  <a:pt x="2684" y="383"/>
                </a:cubicBezTo>
                <a:cubicBezTo>
                  <a:pt x="2676" y="354"/>
                  <a:pt x="2672" y="345"/>
                  <a:pt x="2669" y="335"/>
                </a:cubicBezTo>
                <a:cubicBezTo>
                  <a:pt x="2662" y="314"/>
                  <a:pt x="2662" y="308"/>
                  <a:pt x="2665" y="307"/>
                </a:cubicBezTo>
                <a:cubicBezTo>
                  <a:pt x="2684" y="359"/>
                  <a:pt x="2686" y="361"/>
                  <a:pt x="2689" y="362"/>
                </a:cubicBezTo>
                <a:cubicBezTo>
                  <a:pt x="2699" y="392"/>
                  <a:pt x="2702" y="397"/>
                  <a:pt x="2704" y="403"/>
                </a:cubicBezTo>
                <a:cubicBezTo>
                  <a:pt x="2731" y="478"/>
                  <a:pt x="2734" y="489"/>
                  <a:pt x="2737" y="499"/>
                </a:cubicBezTo>
                <a:cubicBezTo>
                  <a:pt x="2745" y="509"/>
                  <a:pt x="2740" y="492"/>
                  <a:pt x="2737" y="473"/>
                </a:cubicBezTo>
                <a:cubicBezTo>
                  <a:pt x="2718" y="414"/>
                  <a:pt x="2713" y="407"/>
                  <a:pt x="2711" y="399"/>
                </a:cubicBezTo>
                <a:cubicBezTo>
                  <a:pt x="2696" y="368"/>
                  <a:pt x="2695" y="357"/>
                  <a:pt x="2691" y="351"/>
                </a:cubicBezTo>
                <a:cubicBezTo>
                  <a:pt x="2673" y="309"/>
                  <a:pt x="2674" y="301"/>
                  <a:pt x="2669" y="298"/>
                </a:cubicBezTo>
                <a:cubicBezTo>
                  <a:pt x="2662" y="267"/>
                  <a:pt x="2657" y="256"/>
                  <a:pt x="2654" y="244"/>
                </a:cubicBezTo>
                <a:cubicBezTo>
                  <a:pt x="2645" y="223"/>
                  <a:pt x="2648" y="212"/>
                  <a:pt x="2643" y="209"/>
                </a:cubicBezTo>
                <a:cubicBezTo>
                  <a:pt x="2640" y="167"/>
                  <a:pt x="2636" y="159"/>
                  <a:pt x="2641" y="159"/>
                </a:cubicBezTo>
                <a:cubicBezTo>
                  <a:pt x="2645" y="170"/>
                  <a:pt x="2649" y="172"/>
                  <a:pt x="2647" y="181"/>
                </a:cubicBezTo>
                <a:cubicBezTo>
                  <a:pt x="2655" y="202"/>
                  <a:pt x="2657" y="207"/>
                  <a:pt x="2658" y="213"/>
                </a:cubicBezTo>
                <a:cubicBezTo>
                  <a:pt x="2682" y="266"/>
                  <a:pt x="2681" y="275"/>
                  <a:pt x="2687" y="277"/>
                </a:cubicBezTo>
                <a:cubicBezTo>
                  <a:pt x="2714" y="328"/>
                  <a:pt x="2710" y="330"/>
                  <a:pt x="2715" y="335"/>
                </a:cubicBezTo>
                <a:cubicBezTo>
                  <a:pt x="2739" y="387"/>
                  <a:pt x="2739" y="394"/>
                  <a:pt x="2741" y="401"/>
                </a:cubicBezTo>
                <a:cubicBezTo>
                  <a:pt x="2753" y="416"/>
                  <a:pt x="2746" y="406"/>
                  <a:pt x="2743" y="390"/>
                </a:cubicBezTo>
                <a:cubicBezTo>
                  <a:pt x="2722" y="338"/>
                  <a:pt x="2722" y="333"/>
                  <a:pt x="2719" y="331"/>
                </a:cubicBezTo>
                <a:cubicBezTo>
                  <a:pt x="2696" y="283"/>
                  <a:pt x="2692" y="277"/>
                  <a:pt x="2691" y="268"/>
                </a:cubicBezTo>
                <a:cubicBezTo>
                  <a:pt x="2656" y="183"/>
                  <a:pt x="2659" y="175"/>
                  <a:pt x="2656" y="174"/>
                </a:cubicBezTo>
                <a:cubicBezTo>
                  <a:pt x="2645" y="89"/>
                  <a:pt x="2645" y="89"/>
                  <a:pt x="2645" y="89"/>
                </a:cubicBezTo>
                <a:cubicBezTo>
                  <a:pt x="2648" y="83"/>
                  <a:pt x="2651" y="92"/>
                  <a:pt x="2654" y="102"/>
                </a:cubicBezTo>
                <a:cubicBezTo>
                  <a:pt x="2666" y="159"/>
                  <a:pt x="2662" y="163"/>
                  <a:pt x="2665" y="170"/>
                </a:cubicBezTo>
                <a:cubicBezTo>
                  <a:pt x="2682" y="216"/>
                  <a:pt x="2685" y="223"/>
                  <a:pt x="2689" y="229"/>
                </a:cubicBezTo>
                <a:cubicBezTo>
                  <a:pt x="2713" y="277"/>
                  <a:pt x="2715" y="280"/>
                  <a:pt x="2717" y="283"/>
                </a:cubicBezTo>
                <a:cubicBezTo>
                  <a:pt x="2734" y="325"/>
                  <a:pt x="2744" y="320"/>
                  <a:pt x="2741" y="327"/>
                </a:cubicBezTo>
                <a:cubicBezTo>
                  <a:pt x="2773" y="382"/>
                  <a:pt x="2778" y="396"/>
                  <a:pt x="2785" y="407"/>
                </a:cubicBezTo>
                <a:cubicBezTo>
                  <a:pt x="2796" y="434"/>
                  <a:pt x="2795" y="444"/>
                  <a:pt x="2802" y="447"/>
                </a:cubicBezTo>
                <a:cubicBezTo>
                  <a:pt x="2789" y="399"/>
                  <a:pt x="2784" y="395"/>
                  <a:pt x="2782" y="388"/>
                </a:cubicBezTo>
                <a:cubicBezTo>
                  <a:pt x="2772" y="361"/>
                  <a:pt x="2768" y="356"/>
                  <a:pt x="2765" y="351"/>
                </a:cubicBezTo>
                <a:cubicBezTo>
                  <a:pt x="2745" y="309"/>
                  <a:pt x="2738" y="307"/>
                  <a:pt x="2737" y="298"/>
                </a:cubicBezTo>
                <a:cubicBezTo>
                  <a:pt x="2713" y="253"/>
                  <a:pt x="2707" y="254"/>
                  <a:pt x="2708" y="248"/>
                </a:cubicBezTo>
                <a:cubicBezTo>
                  <a:pt x="2689" y="204"/>
                  <a:pt x="2684" y="200"/>
                  <a:pt x="2684" y="192"/>
                </a:cubicBezTo>
                <a:cubicBezTo>
                  <a:pt x="2673" y="167"/>
                  <a:pt x="2673" y="158"/>
                  <a:pt x="2669" y="152"/>
                </a:cubicBezTo>
                <a:cubicBezTo>
                  <a:pt x="2657" y="77"/>
                  <a:pt x="2661" y="68"/>
                  <a:pt x="2656" y="67"/>
                </a:cubicBezTo>
                <a:cubicBezTo>
                  <a:pt x="2664" y="67"/>
                  <a:pt x="2660" y="69"/>
                  <a:pt x="2660" y="70"/>
                </a:cubicBezTo>
                <a:cubicBezTo>
                  <a:pt x="2674" y="116"/>
                  <a:pt x="2681" y="129"/>
                  <a:pt x="2682" y="148"/>
                </a:cubicBezTo>
                <a:cubicBezTo>
                  <a:pt x="2694" y="178"/>
                  <a:pt x="2702" y="181"/>
                  <a:pt x="2702" y="192"/>
                </a:cubicBezTo>
                <a:cubicBezTo>
                  <a:pt x="2725" y="237"/>
                  <a:pt x="2726" y="241"/>
                  <a:pt x="2726" y="246"/>
                </a:cubicBezTo>
                <a:cubicBezTo>
                  <a:pt x="2752" y="278"/>
                  <a:pt x="2754" y="286"/>
                  <a:pt x="2759" y="292"/>
                </a:cubicBezTo>
                <a:cubicBezTo>
                  <a:pt x="2772" y="303"/>
                  <a:pt x="2767" y="300"/>
                  <a:pt x="2765" y="294"/>
                </a:cubicBezTo>
                <a:cubicBezTo>
                  <a:pt x="2750" y="265"/>
                  <a:pt x="2740" y="258"/>
                  <a:pt x="2737" y="244"/>
                </a:cubicBezTo>
                <a:cubicBezTo>
                  <a:pt x="2721" y="219"/>
                  <a:pt x="2723" y="212"/>
                  <a:pt x="2719" y="211"/>
                </a:cubicBezTo>
                <a:cubicBezTo>
                  <a:pt x="2694" y="150"/>
                  <a:pt x="2684" y="126"/>
                  <a:pt x="2680" y="96"/>
                </a:cubicBezTo>
                <a:cubicBezTo>
                  <a:pt x="2668" y="50"/>
                  <a:pt x="2659" y="45"/>
                  <a:pt x="2665" y="39"/>
                </a:cubicBezTo>
                <a:cubicBezTo>
                  <a:pt x="2680" y="70"/>
                  <a:pt x="2682" y="86"/>
                  <a:pt x="2687" y="100"/>
                </a:cubicBezTo>
                <a:cubicBezTo>
                  <a:pt x="2711" y="149"/>
                  <a:pt x="2710" y="168"/>
                  <a:pt x="2719" y="176"/>
                </a:cubicBezTo>
                <a:cubicBezTo>
                  <a:pt x="2744" y="219"/>
                  <a:pt x="2747" y="228"/>
                  <a:pt x="2750" y="235"/>
                </a:cubicBezTo>
                <a:cubicBezTo>
                  <a:pt x="2765" y="266"/>
                  <a:pt x="2774" y="272"/>
                  <a:pt x="2776" y="283"/>
                </a:cubicBezTo>
                <a:cubicBezTo>
                  <a:pt x="2786" y="300"/>
                  <a:pt x="2786" y="308"/>
                  <a:pt x="2791" y="309"/>
                </a:cubicBezTo>
                <a:cubicBezTo>
                  <a:pt x="2806" y="343"/>
                  <a:pt x="2806" y="350"/>
                  <a:pt x="2811" y="351"/>
                </a:cubicBezTo>
                <a:cubicBezTo>
                  <a:pt x="2799" y="318"/>
                  <a:pt x="2799" y="309"/>
                  <a:pt x="2793" y="305"/>
                </a:cubicBezTo>
                <a:cubicBezTo>
                  <a:pt x="2780" y="271"/>
                  <a:pt x="2771" y="261"/>
                  <a:pt x="2767" y="246"/>
                </a:cubicBezTo>
                <a:cubicBezTo>
                  <a:pt x="2745" y="202"/>
                  <a:pt x="2737" y="201"/>
                  <a:pt x="2737" y="192"/>
                </a:cubicBezTo>
                <a:cubicBezTo>
                  <a:pt x="2720" y="162"/>
                  <a:pt x="2720" y="156"/>
                  <a:pt x="2717" y="155"/>
                </a:cubicBezTo>
                <a:cubicBezTo>
                  <a:pt x="2689" y="78"/>
                  <a:pt x="2685" y="62"/>
                  <a:pt x="2678" y="50"/>
                </a:cubicBezTo>
                <a:cubicBezTo>
                  <a:pt x="2669" y="8"/>
                  <a:pt x="2668" y="4"/>
                  <a:pt x="2667" y="0"/>
                </a:cubicBezTo>
                <a:cubicBezTo>
                  <a:pt x="2643" y="26"/>
                  <a:pt x="2634" y="31"/>
                  <a:pt x="2636" y="37"/>
                </a:cubicBezTo>
                <a:cubicBezTo>
                  <a:pt x="2621" y="57"/>
                  <a:pt x="2620" y="59"/>
                  <a:pt x="2619" y="61"/>
                </a:cubicBezTo>
                <a:cubicBezTo>
                  <a:pt x="2604" y="81"/>
                  <a:pt x="2606" y="87"/>
                  <a:pt x="2604" y="89"/>
                </a:cubicBezTo>
                <a:cubicBezTo>
                  <a:pt x="2577" y="128"/>
                  <a:pt x="2568" y="139"/>
                  <a:pt x="2560" y="150"/>
                </a:cubicBezTo>
                <a:cubicBezTo>
                  <a:pt x="2542" y="170"/>
                  <a:pt x="2540" y="170"/>
                  <a:pt x="2540" y="174"/>
                </a:cubicBezTo>
                <a:cubicBezTo>
                  <a:pt x="2521" y="188"/>
                  <a:pt x="2523" y="196"/>
                  <a:pt x="2516" y="194"/>
                </a:cubicBezTo>
                <a:cubicBezTo>
                  <a:pt x="2500" y="217"/>
                  <a:pt x="2490" y="217"/>
                  <a:pt x="2488" y="224"/>
                </a:cubicBezTo>
                <a:cubicBezTo>
                  <a:pt x="2447" y="256"/>
                  <a:pt x="2450" y="266"/>
                  <a:pt x="2442" y="266"/>
                </a:cubicBezTo>
                <a:cubicBezTo>
                  <a:pt x="2420" y="294"/>
                  <a:pt x="2413" y="295"/>
                  <a:pt x="2410" y="298"/>
                </a:cubicBezTo>
                <a:cubicBezTo>
                  <a:pt x="2372" y="341"/>
                  <a:pt x="2367" y="350"/>
                  <a:pt x="2359" y="357"/>
                </a:cubicBezTo>
                <a:cubicBezTo>
                  <a:pt x="2337" y="393"/>
                  <a:pt x="2335" y="395"/>
                  <a:pt x="2336" y="399"/>
                </a:cubicBezTo>
                <a:cubicBezTo>
                  <a:pt x="2321" y="412"/>
                  <a:pt x="2325" y="424"/>
                  <a:pt x="2320" y="427"/>
                </a:cubicBezTo>
                <a:cubicBezTo>
                  <a:pt x="2297" y="465"/>
                  <a:pt x="2291" y="468"/>
                  <a:pt x="2290" y="475"/>
                </a:cubicBezTo>
                <a:cubicBezTo>
                  <a:pt x="2269" y="516"/>
                  <a:pt x="2269" y="524"/>
                  <a:pt x="2268" y="532"/>
                </a:cubicBezTo>
                <a:close/>
                <a:moveTo>
                  <a:pt x="2588" y="235"/>
                </a:moveTo>
                <a:cubicBezTo>
                  <a:pt x="2585" y="239"/>
                  <a:pt x="2582" y="243"/>
                  <a:pt x="2580" y="248"/>
                </a:cubicBezTo>
                <a:cubicBezTo>
                  <a:pt x="2574" y="245"/>
                  <a:pt x="2584" y="240"/>
                  <a:pt x="2584" y="235"/>
                </a:cubicBezTo>
                <a:cubicBezTo>
                  <a:pt x="2588" y="232"/>
                  <a:pt x="2589" y="226"/>
                  <a:pt x="2593" y="222"/>
                </a:cubicBezTo>
                <a:cubicBezTo>
                  <a:pt x="2599" y="226"/>
                  <a:pt x="2588" y="230"/>
                  <a:pt x="2588" y="235"/>
                </a:cubicBezTo>
                <a:close/>
                <a:moveTo>
                  <a:pt x="2593" y="357"/>
                </a:moveTo>
                <a:cubicBezTo>
                  <a:pt x="2591" y="361"/>
                  <a:pt x="2590" y="356"/>
                  <a:pt x="2591" y="353"/>
                </a:cubicBezTo>
                <a:cubicBezTo>
                  <a:pt x="2592" y="349"/>
                  <a:pt x="2593" y="354"/>
                  <a:pt x="2593" y="357"/>
                </a:cubicBezTo>
                <a:close/>
                <a:moveTo>
                  <a:pt x="2626" y="146"/>
                </a:moveTo>
                <a:cubicBezTo>
                  <a:pt x="2620" y="140"/>
                  <a:pt x="2626" y="128"/>
                  <a:pt x="2628" y="122"/>
                </a:cubicBezTo>
                <a:cubicBezTo>
                  <a:pt x="2633" y="127"/>
                  <a:pt x="2623" y="136"/>
                  <a:pt x="2626" y="146"/>
                </a:cubicBezTo>
                <a:close/>
                <a:moveTo>
                  <a:pt x="2630" y="179"/>
                </a:moveTo>
                <a:cubicBezTo>
                  <a:pt x="2621" y="176"/>
                  <a:pt x="2630" y="171"/>
                  <a:pt x="2628" y="163"/>
                </a:cubicBezTo>
                <a:cubicBezTo>
                  <a:pt x="2633" y="164"/>
                  <a:pt x="2629" y="174"/>
                  <a:pt x="2630" y="179"/>
                </a:cubicBezTo>
                <a:close/>
                <a:moveTo>
                  <a:pt x="2630" y="109"/>
                </a:moveTo>
                <a:cubicBezTo>
                  <a:pt x="2620" y="105"/>
                  <a:pt x="2634" y="99"/>
                  <a:pt x="2632" y="89"/>
                </a:cubicBezTo>
                <a:cubicBezTo>
                  <a:pt x="2640" y="96"/>
                  <a:pt x="2627" y="99"/>
                  <a:pt x="2630" y="109"/>
                </a:cubicBezTo>
                <a:close/>
                <a:moveTo>
                  <a:pt x="2342" y="394"/>
                </a:moveTo>
                <a:cubicBezTo>
                  <a:pt x="2348" y="395"/>
                  <a:pt x="2344" y="386"/>
                  <a:pt x="2349" y="386"/>
                </a:cubicBezTo>
                <a:cubicBezTo>
                  <a:pt x="2366" y="361"/>
                  <a:pt x="2367" y="360"/>
                  <a:pt x="2368" y="359"/>
                </a:cubicBezTo>
                <a:cubicBezTo>
                  <a:pt x="2392" y="332"/>
                  <a:pt x="2390" y="325"/>
                  <a:pt x="2397" y="327"/>
                </a:cubicBezTo>
                <a:cubicBezTo>
                  <a:pt x="2424" y="298"/>
                  <a:pt x="2431" y="295"/>
                  <a:pt x="2434" y="288"/>
                </a:cubicBezTo>
                <a:cubicBezTo>
                  <a:pt x="2463" y="259"/>
                  <a:pt x="2471" y="253"/>
                  <a:pt x="2475" y="244"/>
                </a:cubicBezTo>
                <a:cubicBezTo>
                  <a:pt x="2495" y="230"/>
                  <a:pt x="2497" y="224"/>
                  <a:pt x="2501" y="220"/>
                </a:cubicBezTo>
                <a:cubicBezTo>
                  <a:pt x="2528" y="196"/>
                  <a:pt x="2532" y="195"/>
                  <a:pt x="2534" y="192"/>
                </a:cubicBezTo>
                <a:cubicBezTo>
                  <a:pt x="2564" y="150"/>
                  <a:pt x="2578" y="151"/>
                  <a:pt x="2578" y="137"/>
                </a:cubicBezTo>
                <a:cubicBezTo>
                  <a:pt x="2621" y="86"/>
                  <a:pt x="2625" y="63"/>
                  <a:pt x="2639" y="50"/>
                </a:cubicBezTo>
                <a:cubicBezTo>
                  <a:pt x="2629" y="77"/>
                  <a:pt x="2629" y="85"/>
                  <a:pt x="2623" y="87"/>
                </a:cubicBezTo>
                <a:cubicBezTo>
                  <a:pt x="2594" y="142"/>
                  <a:pt x="2594" y="148"/>
                  <a:pt x="2591" y="150"/>
                </a:cubicBezTo>
                <a:cubicBezTo>
                  <a:pt x="2563" y="181"/>
                  <a:pt x="2563" y="192"/>
                  <a:pt x="2556" y="196"/>
                </a:cubicBezTo>
                <a:cubicBezTo>
                  <a:pt x="2535" y="217"/>
                  <a:pt x="2534" y="226"/>
                  <a:pt x="2525" y="229"/>
                </a:cubicBezTo>
                <a:cubicBezTo>
                  <a:pt x="2489" y="268"/>
                  <a:pt x="2486" y="275"/>
                  <a:pt x="2479" y="279"/>
                </a:cubicBezTo>
                <a:cubicBezTo>
                  <a:pt x="2461" y="296"/>
                  <a:pt x="2460" y="298"/>
                  <a:pt x="2458" y="298"/>
                </a:cubicBezTo>
                <a:cubicBezTo>
                  <a:pt x="2433" y="319"/>
                  <a:pt x="2422" y="329"/>
                  <a:pt x="2410" y="338"/>
                </a:cubicBezTo>
                <a:cubicBezTo>
                  <a:pt x="2364" y="378"/>
                  <a:pt x="2362" y="381"/>
                  <a:pt x="2359" y="383"/>
                </a:cubicBezTo>
                <a:cubicBezTo>
                  <a:pt x="2343" y="402"/>
                  <a:pt x="2340" y="402"/>
                  <a:pt x="2340" y="405"/>
                </a:cubicBezTo>
                <a:close/>
                <a:moveTo>
                  <a:pt x="2551" y="26"/>
                </a:moveTo>
                <a:cubicBezTo>
                  <a:pt x="2533" y="53"/>
                  <a:pt x="2510" y="76"/>
                  <a:pt x="2486" y="98"/>
                </a:cubicBezTo>
                <a:cubicBezTo>
                  <a:pt x="2461" y="130"/>
                  <a:pt x="2457" y="132"/>
                  <a:pt x="2458" y="137"/>
                </a:cubicBezTo>
                <a:cubicBezTo>
                  <a:pt x="2431" y="164"/>
                  <a:pt x="2432" y="169"/>
                  <a:pt x="2427" y="170"/>
                </a:cubicBezTo>
                <a:cubicBezTo>
                  <a:pt x="2418" y="183"/>
                  <a:pt x="2416" y="187"/>
                  <a:pt x="2414" y="189"/>
                </a:cubicBezTo>
                <a:cubicBezTo>
                  <a:pt x="2423" y="184"/>
                  <a:pt x="2425" y="180"/>
                  <a:pt x="2429" y="176"/>
                </a:cubicBezTo>
                <a:cubicBezTo>
                  <a:pt x="2474" y="129"/>
                  <a:pt x="2477" y="124"/>
                  <a:pt x="2479" y="120"/>
                </a:cubicBezTo>
                <a:cubicBezTo>
                  <a:pt x="2498" y="104"/>
                  <a:pt x="2496" y="99"/>
                  <a:pt x="2501" y="100"/>
                </a:cubicBezTo>
                <a:cubicBezTo>
                  <a:pt x="2535" y="65"/>
                  <a:pt x="2534" y="60"/>
                  <a:pt x="2536" y="59"/>
                </a:cubicBezTo>
                <a:cubicBezTo>
                  <a:pt x="2555" y="30"/>
                  <a:pt x="2566" y="27"/>
                  <a:pt x="2569" y="15"/>
                </a:cubicBezTo>
                <a:cubicBezTo>
                  <a:pt x="2583" y="5"/>
                  <a:pt x="2583" y="3"/>
                  <a:pt x="2583" y="0"/>
                </a:cubicBezTo>
                <a:cubicBezTo>
                  <a:pt x="2563" y="8"/>
                  <a:pt x="2563" y="14"/>
                  <a:pt x="2560" y="17"/>
                </a:cubicBezTo>
                <a:close/>
                <a:moveTo>
                  <a:pt x="2711" y="37"/>
                </a:moveTo>
                <a:cubicBezTo>
                  <a:pt x="2717" y="39"/>
                  <a:pt x="2715" y="48"/>
                  <a:pt x="2719" y="52"/>
                </a:cubicBezTo>
                <a:cubicBezTo>
                  <a:pt x="2743" y="115"/>
                  <a:pt x="2751" y="115"/>
                  <a:pt x="2750" y="124"/>
                </a:cubicBezTo>
                <a:cubicBezTo>
                  <a:pt x="2761" y="147"/>
                  <a:pt x="2765" y="152"/>
                  <a:pt x="2767" y="159"/>
                </a:cubicBezTo>
                <a:cubicBezTo>
                  <a:pt x="2777" y="183"/>
                  <a:pt x="2781" y="188"/>
                  <a:pt x="2782" y="194"/>
                </a:cubicBezTo>
                <a:cubicBezTo>
                  <a:pt x="2806" y="231"/>
                  <a:pt x="2811" y="235"/>
                  <a:pt x="2813" y="242"/>
                </a:cubicBezTo>
                <a:cubicBezTo>
                  <a:pt x="2858" y="290"/>
                  <a:pt x="2848" y="290"/>
                  <a:pt x="2848" y="281"/>
                </a:cubicBezTo>
                <a:cubicBezTo>
                  <a:pt x="2826" y="242"/>
                  <a:pt x="2820" y="244"/>
                  <a:pt x="2820" y="240"/>
                </a:cubicBezTo>
                <a:cubicBezTo>
                  <a:pt x="2804" y="222"/>
                  <a:pt x="2807" y="214"/>
                  <a:pt x="2802" y="213"/>
                </a:cubicBezTo>
                <a:cubicBezTo>
                  <a:pt x="2789" y="193"/>
                  <a:pt x="2789" y="184"/>
                  <a:pt x="2785" y="179"/>
                </a:cubicBezTo>
                <a:cubicBezTo>
                  <a:pt x="2773" y="147"/>
                  <a:pt x="2767" y="140"/>
                  <a:pt x="2763" y="131"/>
                </a:cubicBezTo>
                <a:cubicBezTo>
                  <a:pt x="2742" y="83"/>
                  <a:pt x="2732" y="64"/>
                  <a:pt x="2726" y="43"/>
                </a:cubicBezTo>
                <a:cubicBezTo>
                  <a:pt x="2714" y="8"/>
                  <a:pt x="2713" y="4"/>
                  <a:pt x="2712" y="0"/>
                </a:cubicBezTo>
                <a:cubicBezTo>
                  <a:pt x="2707" y="23"/>
                  <a:pt x="2712" y="27"/>
                  <a:pt x="2711" y="37"/>
                </a:cubicBezTo>
                <a:close/>
                <a:moveTo>
                  <a:pt x="1591" y="997"/>
                </a:moveTo>
                <a:cubicBezTo>
                  <a:pt x="1591" y="991"/>
                  <a:pt x="1595" y="988"/>
                  <a:pt x="1595" y="981"/>
                </a:cubicBezTo>
                <a:cubicBezTo>
                  <a:pt x="1610" y="933"/>
                  <a:pt x="1607" y="925"/>
                  <a:pt x="1613" y="923"/>
                </a:cubicBezTo>
                <a:cubicBezTo>
                  <a:pt x="1626" y="868"/>
                  <a:pt x="1627" y="859"/>
                  <a:pt x="1631" y="853"/>
                </a:cubicBezTo>
                <a:cubicBezTo>
                  <a:pt x="1644" y="801"/>
                  <a:pt x="1644" y="793"/>
                  <a:pt x="1648" y="788"/>
                </a:cubicBezTo>
                <a:cubicBezTo>
                  <a:pt x="1660" y="736"/>
                  <a:pt x="1667" y="729"/>
                  <a:pt x="1669" y="720"/>
                </a:cubicBezTo>
                <a:cubicBezTo>
                  <a:pt x="1682" y="706"/>
                  <a:pt x="1681" y="700"/>
                  <a:pt x="1683" y="695"/>
                </a:cubicBezTo>
                <a:cubicBezTo>
                  <a:pt x="1695" y="675"/>
                  <a:pt x="1697" y="672"/>
                  <a:pt x="1699" y="674"/>
                </a:cubicBezTo>
                <a:cubicBezTo>
                  <a:pt x="1672" y="737"/>
                  <a:pt x="1676" y="744"/>
                  <a:pt x="1672" y="746"/>
                </a:cubicBezTo>
                <a:cubicBezTo>
                  <a:pt x="1661" y="790"/>
                  <a:pt x="1663" y="793"/>
                  <a:pt x="1661" y="794"/>
                </a:cubicBezTo>
                <a:cubicBezTo>
                  <a:pt x="1657" y="822"/>
                  <a:pt x="1655" y="826"/>
                  <a:pt x="1654" y="831"/>
                </a:cubicBezTo>
                <a:cubicBezTo>
                  <a:pt x="1651" y="853"/>
                  <a:pt x="1648" y="857"/>
                  <a:pt x="1649" y="863"/>
                </a:cubicBezTo>
                <a:cubicBezTo>
                  <a:pt x="1637" y="927"/>
                  <a:pt x="1636" y="933"/>
                  <a:pt x="1636" y="941"/>
                </a:cubicBezTo>
                <a:cubicBezTo>
                  <a:pt x="1629" y="975"/>
                  <a:pt x="1623" y="975"/>
                  <a:pt x="1625" y="980"/>
                </a:cubicBezTo>
                <a:cubicBezTo>
                  <a:pt x="1614" y="1012"/>
                  <a:pt x="1607" y="1023"/>
                  <a:pt x="1602" y="1035"/>
                </a:cubicBezTo>
                <a:cubicBezTo>
                  <a:pt x="1621" y="1005"/>
                  <a:pt x="1625" y="1005"/>
                  <a:pt x="1625" y="1002"/>
                </a:cubicBezTo>
                <a:cubicBezTo>
                  <a:pt x="1636" y="972"/>
                  <a:pt x="1636" y="964"/>
                  <a:pt x="1642" y="960"/>
                </a:cubicBezTo>
                <a:cubicBezTo>
                  <a:pt x="1649" y="910"/>
                  <a:pt x="1647" y="901"/>
                  <a:pt x="1653" y="898"/>
                </a:cubicBezTo>
                <a:cubicBezTo>
                  <a:pt x="1658" y="861"/>
                  <a:pt x="1659" y="845"/>
                  <a:pt x="1663" y="832"/>
                </a:cubicBezTo>
                <a:cubicBezTo>
                  <a:pt x="1674" y="785"/>
                  <a:pt x="1673" y="775"/>
                  <a:pt x="1676" y="769"/>
                </a:cubicBezTo>
                <a:cubicBezTo>
                  <a:pt x="1698" y="710"/>
                  <a:pt x="1694" y="703"/>
                  <a:pt x="1697" y="701"/>
                </a:cubicBezTo>
                <a:cubicBezTo>
                  <a:pt x="1721" y="660"/>
                  <a:pt x="1728" y="644"/>
                  <a:pt x="1737" y="630"/>
                </a:cubicBezTo>
                <a:cubicBezTo>
                  <a:pt x="1757" y="606"/>
                  <a:pt x="1761" y="604"/>
                  <a:pt x="1766" y="603"/>
                </a:cubicBezTo>
                <a:cubicBezTo>
                  <a:pt x="1773" y="599"/>
                  <a:pt x="1768" y="600"/>
                  <a:pt x="1766" y="603"/>
                </a:cubicBezTo>
                <a:cubicBezTo>
                  <a:pt x="1749" y="626"/>
                  <a:pt x="1750" y="632"/>
                  <a:pt x="1747" y="635"/>
                </a:cubicBezTo>
                <a:cubicBezTo>
                  <a:pt x="1719" y="686"/>
                  <a:pt x="1715" y="692"/>
                  <a:pt x="1712" y="701"/>
                </a:cubicBezTo>
                <a:cubicBezTo>
                  <a:pt x="1692" y="757"/>
                  <a:pt x="1692" y="767"/>
                  <a:pt x="1685" y="772"/>
                </a:cubicBezTo>
                <a:cubicBezTo>
                  <a:pt x="1669" y="830"/>
                  <a:pt x="1673" y="839"/>
                  <a:pt x="1667" y="842"/>
                </a:cubicBezTo>
                <a:cubicBezTo>
                  <a:pt x="1665" y="865"/>
                  <a:pt x="1664" y="870"/>
                  <a:pt x="1662" y="876"/>
                </a:cubicBezTo>
                <a:cubicBezTo>
                  <a:pt x="1650" y="927"/>
                  <a:pt x="1654" y="945"/>
                  <a:pt x="1645" y="954"/>
                </a:cubicBezTo>
                <a:cubicBezTo>
                  <a:pt x="1621" y="1043"/>
                  <a:pt x="1613" y="1046"/>
                  <a:pt x="1615" y="1055"/>
                </a:cubicBezTo>
                <a:cubicBezTo>
                  <a:pt x="1614" y="1060"/>
                  <a:pt x="1622" y="1054"/>
                  <a:pt x="1623" y="1043"/>
                </a:cubicBezTo>
                <a:cubicBezTo>
                  <a:pt x="1639" y="1006"/>
                  <a:pt x="1641" y="995"/>
                  <a:pt x="1647" y="987"/>
                </a:cubicBezTo>
                <a:cubicBezTo>
                  <a:pt x="1662" y="913"/>
                  <a:pt x="1670" y="906"/>
                  <a:pt x="1670" y="895"/>
                </a:cubicBezTo>
                <a:cubicBezTo>
                  <a:pt x="1687" y="827"/>
                  <a:pt x="1683" y="818"/>
                  <a:pt x="1686" y="814"/>
                </a:cubicBezTo>
                <a:cubicBezTo>
                  <a:pt x="1693" y="775"/>
                  <a:pt x="1702" y="773"/>
                  <a:pt x="1700" y="765"/>
                </a:cubicBezTo>
                <a:cubicBezTo>
                  <a:pt x="1730" y="692"/>
                  <a:pt x="1734" y="679"/>
                  <a:pt x="1740" y="667"/>
                </a:cubicBezTo>
                <a:cubicBezTo>
                  <a:pt x="1764" y="633"/>
                  <a:pt x="1761" y="628"/>
                  <a:pt x="1763" y="625"/>
                </a:cubicBezTo>
                <a:cubicBezTo>
                  <a:pt x="1784" y="596"/>
                  <a:pt x="1791" y="593"/>
                  <a:pt x="1794" y="586"/>
                </a:cubicBezTo>
                <a:cubicBezTo>
                  <a:pt x="1808" y="577"/>
                  <a:pt x="1808" y="574"/>
                  <a:pt x="1810" y="577"/>
                </a:cubicBezTo>
                <a:cubicBezTo>
                  <a:pt x="1785" y="618"/>
                  <a:pt x="1779" y="621"/>
                  <a:pt x="1779" y="629"/>
                </a:cubicBezTo>
                <a:cubicBezTo>
                  <a:pt x="1757" y="666"/>
                  <a:pt x="1756" y="673"/>
                  <a:pt x="1753" y="678"/>
                </a:cubicBezTo>
                <a:cubicBezTo>
                  <a:pt x="1723" y="756"/>
                  <a:pt x="1719" y="768"/>
                  <a:pt x="1716" y="771"/>
                </a:cubicBezTo>
                <a:cubicBezTo>
                  <a:pt x="1713" y="784"/>
                  <a:pt x="1716" y="785"/>
                  <a:pt x="1716" y="784"/>
                </a:cubicBezTo>
                <a:cubicBezTo>
                  <a:pt x="1703" y="818"/>
                  <a:pt x="1705" y="829"/>
                  <a:pt x="1701" y="836"/>
                </a:cubicBezTo>
                <a:cubicBezTo>
                  <a:pt x="1672" y="934"/>
                  <a:pt x="1666" y="939"/>
                  <a:pt x="1666" y="948"/>
                </a:cubicBezTo>
                <a:cubicBezTo>
                  <a:pt x="1656" y="964"/>
                  <a:pt x="1657" y="966"/>
                  <a:pt x="1660" y="965"/>
                </a:cubicBezTo>
                <a:cubicBezTo>
                  <a:pt x="1681" y="933"/>
                  <a:pt x="1686" y="932"/>
                  <a:pt x="1689" y="929"/>
                </a:cubicBezTo>
                <a:cubicBezTo>
                  <a:pt x="1692" y="929"/>
                  <a:pt x="1697" y="930"/>
                  <a:pt x="1695" y="925"/>
                </a:cubicBezTo>
                <a:cubicBezTo>
                  <a:pt x="1725" y="892"/>
                  <a:pt x="1733" y="888"/>
                  <a:pt x="1736" y="880"/>
                </a:cubicBezTo>
                <a:cubicBezTo>
                  <a:pt x="1782" y="818"/>
                  <a:pt x="1791" y="814"/>
                  <a:pt x="1796" y="808"/>
                </a:cubicBezTo>
                <a:cubicBezTo>
                  <a:pt x="1839" y="758"/>
                  <a:pt x="1838" y="752"/>
                  <a:pt x="1841" y="749"/>
                </a:cubicBezTo>
                <a:cubicBezTo>
                  <a:pt x="1855" y="724"/>
                  <a:pt x="1858" y="721"/>
                  <a:pt x="1859" y="716"/>
                </a:cubicBezTo>
                <a:cubicBezTo>
                  <a:pt x="1868" y="703"/>
                  <a:pt x="1872" y="700"/>
                  <a:pt x="1871" y="694"/>
                </a:cubicBezTo>
                <a:cubicBezTo>
                  <a:pt x="1887" y="668"/>
                  <a:pt x="1889" y="664"/>
                  <a:pt x="1891" y="660"/>
                </a:cubicBezTo>
                <a:cubicBezTo>
                  <a:pt x="1907" y="625"/>
                  <a:pt x="1908" y="623"/>
                  <a:pt x="1909" y="621"/>
                </a:cubicBezTo>
                <a:cubicBezTo>
                  <a:pt x="1919" y="591"/>
                  <a:pt x="1927" y="591"/>
                  <a:pt x="1924" y="583"/>
                </a:cubicBezTo>
                <a:cubicBezTo>
                  <a:pt x="1943" y="565"/>
                  <a:pt x="1936" y="556"/>
                  <a:pt x="1944" y="557"/>
                </a:cubicBezTo>
                <a:cubicBezTo>
                  <a:pt x="1961" y="515"/>
                  <a:pt x="1963" y="513"/>
                  <a:pt x="1964" y="509"/>
                </a:cubicBezTo>
                <a:cubicBezTo>
                  <a:pt x="1974" y="496"/>
                  <a:pt x="1971" y="486"/>
                  <a:pt x="1979" y="484"/>
                </a:cubicBezTo>
                <a:cubicBezTo>
                  <a:pt x="1987" y="478"/>
                  <a:pt x="1983" y="488"/>
                  <a:pt x="1982" y="499"/>
                </a:cubicBezTo>
                <a:cubicBezTo>
                  <a:pt x="1984" y="525"/>
                  <a:pt x="1985" y="528"/>
                  <a:pt x="1985" y="532"/>
                </a:cubicBezTo>
                <a:cubicBezTo>
                  <a:pt x="1992" y="482"/>
                  <a:pt x="1998" y="479"/>
                  <a:pt x="1997" y="470"/>
                </a:cubicBezTo>
                <a:cubicBezTo>
                  <a:pt x="2016" y="476"/>
                  <a:pt x="2011" y="464"/>
                  <a:pt x="2014" y="458"/>
                </a:cubicBezTo>
                <a:cubicBezTo>
                  <a:pt x="2023" y="444"/>
                  <a:pt x="2017" y="446"/>
                  <a:pt x="2020" y="455"/>
                </a:cubicBezTo>
                <a:cubicBezTo>
                  <a:pt x="2028" y="470"/>
                  <a:pt x="2025" y="476"/>
                  <a:pt x="2029" y="478"/>
                </a:cubicBezTo>
                <a:cubicBezTo>
                  <a:pt x="2037" y="428"/>
                  <a:pt x="2041" y="425"/>
                  <a:pt x="2040" y="418"/>
                </a:cubicBezTo>
                <a:cubicBezTo>
                  <a:pt x="2053" y="391"/>
                  <a:pt x="2065" y="395"/>
                  <a:pt x="2061" y="388"/>
                </a:cubicBezTo>
                <a:cubicBezTo>
                  <a:pt x="2076" y="361"/>
                  <a:pt x="2072" y="363"/>
                  <a:pt x="2071" y="357"/>
                </a:cubicBezTo>
                <a:cubicBezTo>
                  <a:pt x="2019" y="368"/>
                  <a:pt x="2016" y="366"/>
                  <a:pt x="2013" y="365"/>
                </a:cubicBezTo>
                <a:cubicBezTo>
                  <a:pt x="1985" y="336"/>
                  <a:pt x="1974" y="340"/>
                  <a:pt x="1973" y="328"/>
                </a:cubicBezTo>
                <a:cubicBezTo>
                  <a:pt x="1978" y="346"/>
                  <a:pt x="1981" y="350"/>
                  <a:pt x="1985" y="355"/>
                </a:cubicBezTo>
                <a:cubicBezTo>
                  <a:pt x="2009" y="380"/>
                  <a:pt x="2013" y="383"/>
                  <a:pt x="2017" y="387"/>
                </a:cubicBezTo>
                <a:cubicBezTo>
                  <a:pt x="1983" y="404"/>
                  <a:pt x="1984" y="398"/>
                  <a:pt x="1979" y="400"/>
                </a:cubicBezTo>
                <a:cubicBezTo>
                  <a:pt x="1942" y="400"/>
                  <a:pt x="1943" y="392"/>
                  <a:pt x="1936" y="395"/>
                </a:cubicBezTo>
                <a:cubicBezTo>
                  <a:pt x="1910" y="389"/>
                  <a:pt x="1906" y="388"/>
                  <a:pt x="1904" y="385"/>
                </a:cubicBezTo>
                <a:cubicBezTo>
                  <a:pt x="1835" y="360"/>
                  <a:pt x="1828" y="358"/>
                  <a:pt x="1823" y="353"/>
                </a:cubicBezTo>
                <a:cubicBezTo>
                  <a:pt x="1774" y="332"/>
                  <a:pt x="1774" y="325"/>
                  <a:pt x="1769" y="325"/>
                </a:cubicBezTo>
                <a:cubicBezTo>
                  <a:pt x="1728" y="306"/>
                  <a:pt x="1722" y="307"/>
                  <a:pt x="1719" y="305"/>
                </a:cubicBezTo>
                <a:cubicBezTo>
                  <a:pt x="1684" y="287"/>
                  <a:pt x="1676" y="287"/>
                  <a:pt x="1670" y="283"/>
                </a:cubicBezTo>
                <a:cubicBezTo>
                  <a:pt x="1616" y="276"/>
                  <a:pt x="1604" y="277"/>
                  <a:pt x="1592" y="277"/>
                </a:cubicBezTo>
                <a:cubicBezTo>
                  <a:pt x="1594" y="280"/>
                  <a:pt x="1613" y="284"/>
                  <a:pt x="1635" y="283"/>
                </a:cubicBezTo>
                <a:cubicBezTo>
                  <a:pt x="1657" y="292"/>
                  <a:pt x="1663" y="288"/>
                  <a:pt x="1665" y="291"/>
                </a:cubicBezTo>
                <a:cubicBezTo>
                  <a:pt x="1741" y="318"/>
                  <a:pt x="1767" y="337"/>
                  <a:pt x="1797" y="349"/>
                </a:cubicBezTo>
                <a:cubicBezTo>
                  <a:pt x="1813" y="360"/>
                  <a:pt x="1814" y="361"/>
                  <a:pt x="1816" y="363"/>
                </a:cubicBezTo>
                <a:cubicBezTo>
                  <a:pt x="1887" y="388"/>
                  <a:pt x="1889" y="392"/>
                  <a:pt x="1892" y="394"/>
                </a:cubicBezTo>
                <a:cubicBezTo>
                  <a:pt x="1944" y="403"/>
                  <a:pt x="1955" y="411"/>
                  <a:pt x="1970" y="411"/>
                </a:cubicBezTo>
                <a:cubicBezTo>
                  <a:pt x="2004" y="413"/>
                  <a:pt x="2006" y="413"/>
                  <a:pt x="2008" y="413"/>
                </a:cubicBezTo>
                <a:cubicBezTo>
                  <a:pt x="2000" y="416"/>
                  <a:pt x="1998" y="418"/>
                  <a:pt x="1996" y="419"/>
                </a:cubicBezTo>
                <a:cubicBezTo>
                  <a:pt x="1935" y="417"/>
                  <a:pt x="1925" y="412"/>
                  <a:pt x="1914" y="407"/>
                </a:cubicBezTo>
                <a:cubicBezTo>
                  <a:pt x="1886" y="400"/>
                  <a:pt x="1868" y="398"/>
                  <a:pt x="1856" y="389"/>
                </a:cubicBezTo>
                <a:cubicBezTo>
                  <a:pt x="1831" y="377"/>
                  <a:pt x="1825" y="378"/>
                  <a:pt x="1822" y="375"/>
                </a:cubicBezTo>
                <a:cubicBezTo>
                  <a:pt x="1787" y="357"/>
                  <a:pt x="1782" y="358"/>
                  <a:pt x="1779" y="357"/>
                </a:cubicBezTo>
                <a:cubicBezTo>
                  <a:pt x="1762" y="352"/>
                  <a:pt x="1764" y="344"/>
                  <a:pt x="1757" y="347"/>
                </a:cubicBezTo>
                <a:cubicBezTo>
                  <a:pt x="1743" y="338"/>
                  <a:pt x="1738" y="339"/>
                  <a:pt x="1735" y="336"/>
                </a:cubicBezTo>
                <a:cubicBezTo>
                  <a:pt x="1708" y="326"/>
                  <a:pt x="1693" y="321"/>
                  <a:pt x="1678" y="315"/>
                </a:cubicBezTo>
                <a:cubicBezTo>
                  <a:pt x="1644" y="309"/>
                  <a:pt x="1637" y="305"/>
                  <a:pt x="1628" y="304"/>
                </a:cubicBezTo>
                <a:cubicBezTo>
                  <a:pt x="1587" y="293"/>
                  <a:pt x="1579" y="297"/>
                  <a:pt x="1577" y="293"/>
                </a:cubicBezTo>
                <a:cubicBezTo>
                  <a:pt x="1478" y="297"/>
                  <a:pt x="1469" y="299"/>
                  <a:pt x="1454" y="298"/>
                </a:cubicBezTo>
                <a:cubicBezTo>
                  <a:pt x="1420" y="304"/>
                  <a:pt x="1411" y="305"/>
                  <a:pt x="1400" y="307"/>
                </a:cubicBezTo>
                <a:cubicBezTo>
                  <a:pt x="1397" y="310"/>
                  <a:pt x="1420" y="310"/>
                  <a:pt x="1444" y="308"/>
                </a:cubicBezTo>
                <a:cubicBezTo>
                  <a:pt x="1478" y="310"/>
                  <a:pt x="1483" y="317"/>
                  <a:pt x="1494" y="313"/>
                </a:cubicBezTo>
                <a:cubicBezTo>
                  <a:pt x="1547" y="330"/>
                  <a:pt x="1550" y="333"/>
                  <a:pt x="1555" y="333"/>
                </a:cubicBezTo>
                <a:cubicBezTo>
                  <a:pt x="1582" y="345"/>
                  <a:pt x="1585" y="347"/>
                  <a:pt x="1589" y="349"/>
                </a:cubicBezTo>
                <a:cubicBezTo>
                  <a:pt x="1616" y="360"/>
                  <a:pt x="1616" y="367"/>
                  <a:pt x="1623" y="365"/>
                </a:cubicBezTo>
                <a:cubicBezTo>
                  <a:pt x="1648" y="381"/>
                  <a:pt x="1665" y="385"/>
                  <a:pt x="1678" y="397"/>
                </a:cubicBezTo>
                <a:cubicBezTo>
                  <a:pt x="1726" y="414"/>
                  <a:pt x="1728" y="418"/>
                  <a:pt x="1731" y="421"/>
                </a:cubicBezTo>
                <a:cubicBezTo>
                  <a:pt x="1755" y="430"/>
                  <a:pt x="1759" y="430"/>
                  <a:pt x="1762" y="433"/>
                </a:cubicBezTo>
                <a:cubicBezTo>
                  <a:pt x="1807" y="456"/>
                  <a:pt x="1816" y="455"/>
                  <a:pt x="1822" y="460"/>
                </a:cubicBezTo>
                <a:cubicBezTo>
                  <a:pt x="1852" y="468"/>
                  <a:pt x="1860" y="470"/>
                  <a:pt x="1866" y="474"/>
                </a:cubicBezTo>
                <a:cubicBezTo>
                  <a:pt x="1905" y="475"/>
                  <a:pt x="1910" y="476"/>
                  <a:pt x="1914" y="478"/>
                </a:cubicBezTo>
                <a:cubicBezTo>
                  <a:pt x="1913" y="492"/>
                  <a:pt x="1911" y="496"/>
                  <a:pt x="1904" y="498"/>
                </a:cubicBezTo>
                <a:cubicBezTo>
                  <a:pt x="1850" y="489"/>
                  <a:pt x="1841" y="492"/>
                  <a:pt x="1834" y="491"/>
                </a:cubicBezTo>
                <a:cubicBezTo>
                  <a:pt x="1794" y="478"/>
                  <a:pt x="1788" y="478"/>
                  <a:pt x="1784" y="473"/>
                </a:cubicBezTo>
                <a:cubicBezTo>
                  <a:pt x="1745" y="457"/>
                  <a:pt x="1727" y="442"/>
                  <a:pt x="1702" y="437"/>
                </a:cubicBezTo>
                <a:cubicBezTo>
                  <a:pt x="1656" y="409"/>
                  <a:pt x="1651" y="403"/>
                  <a:pt x="1643" y="401"/>
                </a:cubicBezTo>
                <a:cubicBezTo>
                  <a:pt x="1610" y="385"/>
                  <a:pt x="1611" y="381"/>
                  <a:pt x="1608" y="381"/>
                </a:cubicBezTo>
                <a:cubicBezTo>
                  <a:pt x="1598" y="373"/>
                  <a:pt x="1594" y="374"/>
                  <a:pt x="1593" y="372"/>
                </a:cubicBezTo>
                <a:cubicBezTo>
                  <a:pt x="1555" y="351"/>
                  <a:pt x="1543" y="353"/>
                  <a:pt x="1540" y="344"/>
                </a:cubicBezTo>
                <a:cubicBezTo>
                  <a:pt x="1506" y="339"/>
                  <a:pt x="1502" y="331"/>
                  <a:pt x="1493" y="331"/>
                </a:cubicBezTo>
                <a:cubicBezTo>
                  <a:pt x="1454" y="318"/>
                  <a:pt x="1445" y="322"/>
                  <a:pt x="1444" y="317"/>
                </a:cubicBezTo>
                <a:cubicBezTo>
                  <a:pt x="1411" y="318"/>
                  <a:pt x="1405" y="311"/>
                  <a:pt x="1404" y="318"/>
                </a:cubicBezTo>
                <a:cubicBezTo>
                  <a:pt x="1460" y="329"/>
                  <a:pt x="1466" y="329"/>
                  <a:pt x="1473" y="330"/>
                </a:cubicBezTo>
                <a:cubicBezTo>
                  <a:pt x="1513" y="345"/>
                  <a:pt x="1524" y="347"/>
                  <a:pt x="1533" y="354"/>
                </a:cubicBezTo>
                <a:cubicBezTo>
                  <a:pt x="1571" y="372"/>
                  <a:pt x="1574" y="372"/>
                  <a:pt x="1576" y="373"/>
                </a:cubicBezTo>
                <a:cubicBezTo>
                  <a:pt x="1626" y="404"/>
                  <a:pt x="1639" y="404"/>
                  <a:pt x="1645" y="414"/>
                </a:cubicBezTo>
                <a:cubicBezTo>
                  <a:pt x="1705" y="444"/>
                  <a:pt x="1706" y="446"/>
                  <a:pt x="1709" y="447"/>
                </a:cubicBezTo>
                <a:cubicBezTo>
                  <a:pt x="1733" y="461"/>
                  <a:pt x="1738" y="463"/>
                  <a:pt x="1745" y="462"/>
                </a:cubicBezTo>
                <a:cubicBezTo>
                  <a:pt x="1768" y="476"/>
                  <a:pt x="1770" y="478"/>
                  <a:pt x="1774" y="477"/>
                </a:cubicBezTo>
                <a:cubicBezTo>
                  <a:pt x="1806" y="494"/>
                  <a:pt x="1815" y="492"/>
                  <a:pt x="1819" y="495"/>
                </a:cubicBezTo>
                <a:cubicBezTo>
                  <a:pt x="1873" y="511"/>
                  <a:pt x="1884" y="506"/>
                  <a:pt x="1888" y="510"/>
                </a:cubicBezTo>
                <a:cubicBezTo>
                  <a:pt x="1869" y="516"/>
                  <a:pt x="1866" y="515"/>
                  <a:pt x="1863" y="514"/>
                </a:cubicBezTo>
                <a:cubicBezTo>
                  <a:pt x="1835" y="516"/>
                  <a:pt x="1831" y="512"/>
                  <a:pt x="1825" y="512"/>
                </a:cubicBezTo>
                <a:cubicBezTo>
                  <a:pt x="1781" y="495"/>
                  <a:pt x="1779" y="493"/>
                  <a:pt x="1775" y="495"/>
                </a:cubicBezTo>
                <a:cubicBezTo>
                  <a:pt x="1738" y="472"/>
                  <a:pt x="1730" y="475"/>
                  <a:pt x="1728" y="470"/>
                </a:cubicBezTo>
                <a:cubicBezTo>
                  <a:pt x="1705" y="458"/>
                  <a:pt x="1703" y="456"/>
                  <a:pt x="1700" y="457"/>
                </a:cubicBezTo>
                <a:cubicBezTo>
                  <a:pt x="1653" y="427"/>
                  <a:pt x="1642" y="426"/>
                  <a:pt x="1637" y="415"/>
                </a:cubicBezTo>
                <a:cubicBezTo>
                  <a:pt x="1618" y="408"/>
                  <a:pt x="1613" y="406"/>
                  <a:pt x="1608" y="405"/>
                </a:cubicBezTo>
                <a:cubicBezTo>
                  <a:pt x="1580" y="386"/>
                  <a:pt x="1573" y="389"/>
                  <a:pt x="1571" y="383"/>
                </a:cubicBezTo>
                <a:cubicBezTo>
                  <a:pt x="1546" y="373"/>
                  <a:pt x="1538" y="367"/>
                  <a:pt x="1528" y="364"/>
                </a:cubicBezTo>
                <a:cubicBezTo>
                  <a:pt x="1452" y="335"/>
                  <a:pt x="1444" y="337"/>
                  <a:pt x="1440" y="333"/>
                </a:cubicBezTo>
                <a:cubicBezTo>
                  <a:pt x="1412" y="329"/>
                  <a:pt x="1409" y="326"/>
                  <a:pt x="1409" y="330"/>
                </a:cubicBezTo>
                <a:cubicBezTo>
                  <a:pt x="1478" y="351"/>
                  <a:pt x="1489" y="352"/>
                  <a:pt x="1497" y="356"/>
                </a:cubicBezTo>
                <a:cubicBezTo>
                  <a:pt x="1540" y="378"/>
                  <a:pt x="1541" y="380"/>
                  <a:pt x="1546" y="379"/>
                </a:cubicBezTo>
                <a:cubicBezTo>
                  <a:pt x="1569" y="394"/>
                  <a:pt x="1574" y="397"/>
                  <a:pt x="1580" y="397"/>
                </a:cubicBezTo>
                <a:cubicBezTo>
                  <a:pt x="1624" y="422"/>
                  <a:pt x="1629" y="423"/>
                  <a:pt x="1634" y="425"/>
                </a:cubicBezTo>
                <a:cubicBezTo>
                  <a:pt x="1646" y="437"/>
                  <a:pt x="1652" y="436"/>
                  <a:pt x="1655" y="441"/>
                </a:cubicBezTo>
                <a:cubicBezTo>
                  <a:pt x="1683" y="456"/>
                  <a:pt x="1689" y="454"/>
                  <a:pt x="1689" y="461"/>
                </a:cubicBezTo>
                <a:cubicBezTo>
                  <a:pt x="1731" y="481"/>
                  <a:pt x="1736" y="482"/>
                  <a:pt x="1738" y="486"/>
                </a:cubicBezTo>
                <a:cubicBezTo>
                  <a:pt x="1766" y="502"/>
                  <a:pt x="1774" y="499"/>
                  <a:pt x="1776" y="503"/>
                </a:cubicBezTo>
                <a:cubicBezTo>
                  <a:pt x="1808" y="514"/>
                  <a:pt x="1813" y="515"/>
                  <a:pt x="1817" y="518"/>
                </a:cubicBezTo>
                <a:cubicBezTo>
                  <a:pt x="1835" y="524"/>
                  <a:pt x="1840" y="524"/>
                  <a:pt x="1843" y="527"/>
                </a:cubicBezTo>
                <a:cubicBezTo>
                  <a:pt x="1844" y="539"/>
                  <a:pt x="1833" y="532"/>
                  <a:pt x="1822" y="537"/>
                </a:cubicBezTo>
                <a:cubicBezTo>
                  <a:pt x="1763" y="519"/>
                  <a:pt x="1760" y="515"/>
                  <a:pt x="1756" y="513"/>
                </a:cubicBezTo>
                <a:cubicBezTo>
                  <a:pt x="1726" y="503"/>
                  <a:pt x="1719" y="500"/>
                  <a:pt x="1713" y="495"/>
                </a:cubicBezTo>
                <a:cubicBezTo>
                  <a:pt x="1680" y="476"/>
                  <a:pt x="1674" y="477"/>
                  <a:pt x="1671" y="473"/>
                </a:cubicBezTo>
                <a:cubicBezTo>
                  <a:pt x="1645" y="461"/>
                  <a:pt x="1644" y="455"/>
                  <a:pt x="1637" y="455"/>
                </a:cubicBezTo>
                <a:cubicBezTo>
                  <a:pt x="1601" y="434"/>
                  <a:pt x="1598" y="425"/>
                  <a:pt x="1590" y="426"/>
                </a:cubicBezTo>
                <a:cubicBezTo>
                  <a:pt x="1571" y="413"/>
                  <a:pt x="1568" y="411"/>
                  <a:pt x="1565" y="411"/>
                </a:cubicBezTo>
                <a:cubicBezTo>
                  <a:pt x="1547" y="395"/>
                  <a:pt x="1543" y="395"/>
                  <a:pt x="1540" y="393"/>
                </a:cubicBezTo>
                <a:cubicBezTo>
                  <a:pt x="1478" y="362"/>
                  <a:pt x="1474" y="356"/>
                  <a:pt x="1464" y="358"/>
                </a:cubicBezTo>
                <a:cubicBezTo>
                  <a:pt x="1433" y="346"/>
                  <a:pt x="1429" y="345"/>
                  <a:pt x="1426" y="343"/>
                </a:cubicBezTo>
                <a:cubicBezTo>
                  <a:pt x="1374" y="333"/>
                  <a:pt x="1366" y="332"/>
                  <a:pt x="1360" y="330"/>
                </a:cubicBezTo>
                <a:cubicBezTo>
                  <a:pt x="1329" y="331"/>
                  <a:pt x="1332" y="335"/>
                  <a:pt x="1340" y="331"/>
                </a:cubicBezTo>
                <a:cubicBezTo>
                  <a:pt x="1379" y="339"/>
                  <a:pt x="1390" y="339"/>
                  <a:pt x="1398" y="343"/>
                </a:cubicBezTo>
                <a:cubicBezTo>
                  <a:pt x="1435" y="353"/>
                  <a:pt x="1445" y="354"/>
                  <a:pt x="1452" y="360"/>
                </a:cubicBezTo>
                <a:cubicBezTo>
                  <a:pt x="1485" y="377"/>
                  <a:pt x="1496" y="378"/>
                  <a:pt x="1502" y="384"/>
                </a:cubicBezTo>
                <a:cubicBezTo>
                  <a:pt x="1541" y="399"/>
                  <a:pt x="1542" y="408"/>
                  <a:pt x="1549" y="409"/>
                </a:cubicBezTo>
                <a:cubicBezTo>
                  <a:pt x="1571" y="418"/>
                  <a:pt x="1568" y="428"/>
                  <a:pt x="1574" y="424"/>
                </a:cubicBezTo>
                <a:cubicBezTo>
                  <a:pt x="1592" y="440"/>
                  <a:pt x="1600" y="435"/>
                  <a:pt x="1599" y="442"/>
                </a:cubicBezTo>
                <a:cubicBezTo>
                  <a:pt x="1641" y="464"/>
                  <a:pt x="1644" y="471"/>
                  <a:pt x="1651" y="473"/>
                </a:cubicBezTo>
                <a:cubicBezTo>
                  <a:pt x="1673" y="488"/>
                  <a:pt x="1680" y="489"/>
                  <a:pt x="1686" y="493"/>
                </a:cubicBezTo>
                <a:cubicBezTo>
                  <a:pt x="1729" y="513"/>
                  <a:pt x="1736" y="515"/>
                  <a:pt x="1742" y="518"/>
                </a:cubicBezTo>
                <a:cubicBezTo>
                  <a:pt x="1788" y="534"/>
                  <a:pt x="1792" y="539"/>
                  <a:pt x="1801" y="539"/>
                </a:cubicBezTo>
                <a:cubicBezTo>
                  <a:pt x="1790" y="544"/>
                  <a:pt x="1783" y="547"/>
                  <a:pt x="1780" y="545"/>
                </a:cubicBezTo>
                <a:cubicBezTo>
                  <a:pt x="1738" y="528"/>
                  <a:pt x="1721" y="530"/>
                  <a:pt x="1713" y="519"/>
                </a:cubicBezTo>
                <a:cubicBezTo>
                  <a:pt x="1690" y="508"/>
                  <a:pt x="1683" y="507"/>
                  <a:pt x="1679" y="501"/>
                </a:cubicBezTo>
                <a:cubicBezTo>
                  <a:pt x="1636" y="472"/>
                  <a:pt x="1632" y="471"/>
                  <a:pt x="1629" y="470"/>
                </a:cubicBezTo>
                <a:cubicBezTo>
                  <a:pt x="1606" y="458"/>
                  <a:pt x="1604" y="451"/>
                  <a:pt x="1597" y="451"/>
                </a:cubicBezTo>
                <a:cubicBezTo>
                  <a:pt x="1563" y="430"/>
                  <a:pt x="1559" y="427"/>
                  <a:pt x="1554" y="424"/>
                </a:cubicBezTo>
                <a:cubicBezTo>
                  <a:pt x="1519" y="405"/>
                  <a:pt x="1516" y="400"/>
                  <a:pt x="1511" y="396"/>
                </a:cubicBezTo>
                <a:cubicBezTo>
                  <a:pt x="1476" y="378"/>
                  <a:pt x="1467" y="380"/>
                  <a:pt x="1465" y="373"/>
                </a:cubicBezTo>
                <a:cubicBezTo>
                  <a:pt x="1426" y="360"/>
                  <a:pt x="1420" y="358"/>
                  <a:pt x="1415" y="356"/>
                </a:cubicBezTo>
                <a:cubicBezTo>
                  <a:pt x="1375" y="348"/>
                  <a:pt x="1375" y="343"/>
                  <a:pt x="1369" y="346"/>
                </a:cubicBezTo>
                <a:cubicBezTo>
                  <a:pt x="1382" y="355"/>
                  <a:pt x="1389" y="351"/>
                  <a:pt x="1391" y="353"/>
                </a:cubicBezTo>
                <a:cubicBezTo>
                  <a:pt x="1446" y="377"/>
                  <a:pt x="1459" y="379"/>
                  <a:pt x="1470" y="386"/>
                </a:cubicBezTo>
                <a:cubicBezTo>
                  <a:pt x="1508" y="408"/>
                  <a:pt x="1515" y="409"/>
                  <a:pt x="1521" y="412"/>
                </a:cubicBezTo>
                <a:cubicBezTo>
                  <a:pt x="1575" y="451"/>
                  <a:pt x="1583" y="451"/>
                  <a:pt x="1588" y="455"/>
                </a:cubicBezTo>
                <a:cubicBezTo>
                  <a:pt x="1615" y="475"/>
                  <a:pt x="1622" y="471"/>
                  <a:pt x="1621" y="478"/>
                </a:cubicBezTo>
                <a:cubicBezTo>
                  <a:pt x="1649" y="495"/>
                  <a:pt x="1651" y="497"/>
                  <a:pt x="1654" y="499"/>
                </a:cubicBezTo>
                <a:cubicBezTo>
                  <a:pt x="1711" y="527"/>
                  <a:pt x="1711" y="533"/>
                  <a:pt x="1715" y="532"/>
                </a:cubicBezTo>
                <a:cubicBezTo>
                  <a:pt x="1752" y="544"/>
                  <a:pt x="1758" y="548"/>
                  <a:pt x="1765" y="550"/>
                </a:cubicBezTo>
                <a:cubicBezTo>
                  <a:pt x="1779" y="556"/>
                  <a:pt x="1783" y="556"/>
                  <a:pt x="1780" y="558"/>
                </a:cubicBezTo>
                <a:cubicBezTo>
                  <a:pt x="1702" y="547"/>
                  <a:pt x="1695" y="539"/>
                  <a:pt x="1685" y="535"/>
                </a:cubicBezTo>
                <a:cubicBezTo>
                  <a:pt x="1649" y="518"/>
                  <a:pt x="1646" y="517"/>
                  <a:pt x="1644" y="516"/>
                </a:cubicBezTo>
                <a:cubicBezTo>
                  <a:pt x="1614" y="502"/>
                  <a:pt x="1615" y="498"/>
                  <a:pt x="1614" y="497"/>
                </a:cubicBezTo>
                <a:cubicBezTo>
                  <a:pt x="1595" y="486"/>
                  <a:pt x="1585" y="484"/>
                  <a:pt x="1579" y="475"/>
                </a:cubicBezTo>
                <a:cubicBezTo>
                  <a:pt x="1537" y="447"/>
                  <a:pt x="1533" y="443"/>
                  <a:pt x="1528" y="442"/>
                </a:cubicBezTo>
                <a:cubicBezTo>
                  <a:pt x="1493" y="420"/>
                  <a:pt x="1484" y="415"/>
                  <a:pt x="1476" y="409"/>
                </a:cubicBezTo>
                <a:cubicBezTo>
                  <a:pt x="1431" y="388"/>
                  <a:pt x="1429" y="386"/>
                  <a:pt x="1425" y="387"/>
                </a:cubicBezTo>
                <a:cubicBezTo>
                  <a:pt x="1403" y="379"/>
                  <a:pt x="1396" y="375"/>
                  <a:pt x="1388" y="374"/>
                </a:cubicBezTo>
                <a:cubicBezTo>
                  <a:pt x="1367" y="367"/>
                  <a:pt x="1362" y="365"/>
                  <a:pt x="1355" y="366"/>
                </a:cubicBezTo>
                <a:cubicBezTo>
                  <a:pt x="1318" y="360"/>
                  <a:pt x="1310" y="352"/>
                  <a:pt x="1307" y="360"/>
                </a:cubicBezTo>
                <a:cubicBezTo>
                  <a:pt x="1345" y="366"/>
                  <a:pt x="1349" y="367"/>
                  <a:pt x="1351" y="369"/>
                </a:cubicBezTo>
                <a:cubicBezTo>
                  <a:pt x="1386" y="379"/>
                  <a:pt x="1390" y="380"/>
                  <a:pt x="1393" y="382"/>
                </a:cubicBezTo>
                <a:cubicBezTo>
                  <a:pt x="1423" y="399"/>
                  <a:pt x="1432" y="393"/>
                  <a:pt x="1434" y="397"/>
                </a:cubicBezTo>
                <a:cubicBezTo>
                  <a:pt x="1454" y="412"/>
                  <a:pt x="1462" y="407"/>
                  <a:pt x="1461" y="414"/>
                </a:cubicBezTo>
                <a:cubicBezTo>
                  <a:pt x="1510" y="441"/>
                  <a:pt x="1512" y="443"/>
                  <a:pt x="1515" y="444"/>
                </a:cubicBezTo>
                <a:cubicBezTo>
                  <a:pt x="1543" y="466"/>
                  <a:pt x="1550" y="462"/>
                  <a:pt x="1551" y="466"/>
                </a:cubicBezTo>
                <a:cubicBezTo>
                  <a:pt x="1571" y="481"/>
                  <a:pt x="1572" y="486"/>
                  <a:pt x="1576" y="486"/>
                </a:cubicBezTo>
                <a:cubicBezTo>
                  <a:pt x="1608" y="503"/>
                  <a:pt x="1609" y="508"/>
                  <a:pt x="1612" y="511"/>
                </a:cubicBezTo>
                <a:cubicBezTo>
                  <a:pt x="1647" y="524"/>
                  <a:pt x="1647" y="530"/>
                  <a:pt x="1651" y="532"/>
                </a:cubicBezTo>
                <a:cubicBezTo>
                  <a:pt x="1681" y="539"/>
                  <a:pt x="1682" y="546"/>
                  <a:pt x="1687" y="546"/>
                </a:cubicBezTo>
                <a:cubicBezTo>
                  <a:pt x="1722" y="557"/>
                  <a:pt x="1728" y="560"/>
                  <a:pt x="1734" y="562"/>
                </a:cubicBezTo>
                <a:cubicBezTo>
                  <a:pt x="1758" y="569"/>
                  <a:pt x="1752" y="572"/>
                  <a:pt x="1738" y="570"/>
                </a:cubicBezTo>
                <a:cubicBezTo>
                  <a:pt x="1665" y="552"/>
                  <a:pt x="1658" y="553"/>
                  <a:pt x="1652" y="552"/>
                </a:cubicBezTo>
                <a:cubicBezTo>
                  <a:pt x="1612" y="537"/>
                  <a:pt x="1614" y="527"/>
                  <a:pt x="1607" y="532"/>
                </a:cubicBezTo>
                <a:cubicBezTo>
                  <a:pt x="1584" y="521"/>
                  <a:pt x="1582" y="517"/>
                  <a:pt x="1579" y="514"/>
                </a:cubicBezTo>
                <a:cubicBezTo>
                  <a:pt x="1550" y="497"/>
                  <a:pt x="1547" y="498"/>
                  <a:pt x="1547" y="496"/>
                </a:cubicBezTo>
                <a:cubicBezTo>
                  <a:pt x="1532" y="482"/>
                  <a:pt x="1524" y="487"/>
                  <a:pt x="1524" y="480"/>
                </a:cubicBezTo>
                <a:cubicBezTo>
                  <a:pt x="1499" y="464"/>
                  <a:pt x="1491" y="463"/>
                  <a:pt x="1485" y="458"/>
                </a:cubicBezTo>
                <a:cubicBezTo>
                  <a:pt x="1459" y="445"/>
                  <a:pt x="1453" y="441"/>
                  <a:pt x="1446" y="439"/>
                </a:cubicBezTo>
                <a:cubicBezTo>
                  <a:pt x="1415" y="420"/>
                  <a:pt x="1408" y="423"/>
                  <a:pt x="1407" y="419"/>
                </a:cubicBezTo>
                <a:cubicBezTo>
                  <a:pt x="1383" y="409"/>
                  <a:pt x="1378" y="410"/>
                  <a:pt x="1374" y="410"/>
                </a:cubicBezTo>
                <a:cubicBezTo>
                  <a:pt x="1351" y="399"/>
                  <a:pt x="1343" y="404"/>
                  <a:pt x="1341" y="400"/>
                </a:cubicBezTo>
                <a:cubicBezTo>
                  <a:pt x="1337" y="401"/>
                  <a:pt x="1353" y="409"/>
                  <a:pt x="1372" y="412"/>
                </a:cubicBezTo>
                <a:cubicBezTo>
                  <a:pt x="1399" y="423"/>
                  <a:pt x="1401" y="424"/>
                  <a:pt x="1403" y="424"/>
                </a:cubicBezTo>
                <a:cubicBezTo>
                  <a:pt x="1429" y="440"/>
                  <a:pt x="1438" y="443"/>
                  <a:pt x="1447" y="445"/>
                </a:cubicBezTo>
                <a:cubicBezTo>
                  <a:pt x="1518" y="491"/>
                  <a:pt x="1524" y="489"/>
                  <a:pt x="1526" y="493"/>
                </a:cubicBezTo>
                <a:cubicBezTo>
                  <a:pt x="1550" y="509"/>
                  <a:pt x="1552" y="509"/>
                  <a:pt x="1554" y="510"/>
                </a:cubicBezTo>
                <a:cubicBezTo>
                  <a:pt x="1616" y="544"/>
                  <a:pt x="1623" y="549"/>
                  <a:pt x="1632" y="551"/>
                </a:cubicBezTo>
                <a:cubicBezTo>
                  <a:pt x="1674" y="567"/>
                  <a:pt x="1679" y="568"/>
                  <a:pt x="1682" y="571"/>
                </a:cubicBezTo>
                <a:cubicBezTo>
                  <a:pt x="1723" y="576"/>
                  <a:pt x="1729" y="583"/>
                  <a:pt x="1742" y="580"/>
                </a:cubicBezTo>
                <a:cubicBezTo>
                  <a:pt x="1759" y="590"/>
                  <a:pt x="1755" y="592"/>
                  <a:pt x="1754" y="589"/>
                </a:cubicBezTo>
                <a:cubicBezTo>
                  <a:pt x="1713" y="591"/>
                  <a:pt x="1708" y="586"/>
                  <a:pt x="1698" y="586"/>
                </a:cubicBezTo>
                <a:cubicBezTo>
                  <a:pt x="1654" y="574"/>
                  <a:pt x="1647" y="578"/>
                  <a:pt x="1646" y="576"/>
                </a:cubicBezTo>
                <a:cubicBezTo>
                  <a:pt x="1591" y="557"/>
                  <a:pt x="1586" y="553"/>
                  <a:pt x="1577" y="555"/>
                </a:cubicBezTo>
                <a:cubicBezTo>
                  <a:pt x="1551" y="536"/>
                  <a:pt x="1541" y="545"/>
                  <a:pt x="1543" y="536"/>
                </a:cubicBezTo>
                <a:cubicBezTo>
                  <a:pt x="1513" y="523"/>
                  <a:pt x="1510" y="521"/>
                  <a:pt x="1507" y="521"/>
                </a:cubicBezTo>
                <a:cubicBezTo>
                  <a:pt x="1477" y="507"/>
                  <a:pt x="1473" y="506"/>
                  <a:pt x="1472" y="500"/>
                </a:cubicBezTo>
                <a:cubicBezTo>
                  <a:pt x="1408" y="467"/>
                  <a:pt x="1397" y="459"/>
                  <a:pt x="1384" y="454"/>
                </a:cubicBezTo>
                <a:cubicBezTo>
                  <a:pt x="1343" y="434"/>
                  <a:pt x="1341" y="426"/>
                  <a:pt x="1333" y="426"/>
                </a:cubicBezTo>
                <a:cubicBezTo>
                  <a:pt x="1289" y="410"/>
                  <a:pt x="1284" y="405"/>
                  <a:pt x="1276" y="405"/>
                </a:cubicBezTo>
                <a:cubicBezTo>
                  <a:pt x="1253" y="397"/>
                  <a:pt x="1247" y="401"/>
                  <a:pt x="1246" y="397"/>
                </a:cubicBezTo>
                <a:cubicBezTo>
                  <a:pt x="1257" y="404"/>
                  <a:pt x="1261" y="408"/>
                  <a:pt x="1269" y="406"/>
                </a:cubicBezTo>
                <a:cubicBezTo>
                  <a:pt x="1312" y="423"/>
                  <a:pt x="1323" y="427"/>
                  <a:pt x="1332" y="433"/>
                </a:cubicBezTo>
                <a:cubicBezTo>
                  <a:pt x="1373" y="452"/>
                  <a:pt x="1380" y="461"/>
                  <a:pt x="1391" y="464"/>
                </a:cubicBezTo>
                <a:cubicBezTo>
                  <a:pt x="1429" y="487"/>
                  <a:pt x="1438" y="493"/>
                  <a:pt x="1448" y="498"/>
                </a:cubicBezTo>
                <a:cubicBezTo>
                  <a:pt x="1495" y="522"/>
                  <a:pt x="1497" y="523"/>
                  <a:pt x="1497" y="527"/>
                </a:cubicBezTo>
                <a:cubicBezTo>
                  <a:pt x="1546" y="551"/>
                  <a:pt x="1559" y="551"/>
                  <a:pt x="1567" y="559"/>
                </a:cubicBezTo>
                <a:cubicBezTo>
                  <a:pt x="1622" y="576"/>
                  <a:pt x="1626" y="580"/>
                  <a:pt x="1631" y="583"/>
                </a:cubicBezTo>
                <a:cubicBezTo>
                  <a:pt x="1662" y="587"/>
                  <a:pt x="1662" y="592"/>
                  <a:pt x="1668" y="589"/>
                </a:cubicBezTo>
                <a:cubicBezTo>
                  <a:pt x="1709" y="600"/>
                  <a:pt x="1718" y="597"/>
                  <a:pt x="1723" y="599"/>
                </a:cubicBezTo>
                <a:cubicBezTo>
                  <a:pt x="1724" y="608"/>
                  <a:pt x="1723" y="608"/>
                  <a:pt x="1722" y="606"/>
                </a:cubicBezTo>
                <a:cubicBezTo>
                  <a:pt x="1682" y="603"/>
                  <a:pt x="1670" y="604"/>
                  <a:pt x="1660" y="604"/>
                </a:cubicBezTo>
                <a:cubicBezTo>
                  <a:pt x="1606" y="587"/>
                  <a:pt x="1598" y="585"/>
                  <a:pt x="1591" y="581"/>
                </a:cubicBezTo>
                <a:cubicBezTo>
                  <a:pt x="1518" y="552"/>
                  <a:pt x="1512" y="547"/>
                  <a:pt x="1505" y="543"/>
                </a:cubicBezTo>
                <a:cubicBezTo>
                  <a:pt x="1461" y="517"/>
                  <a:pt x="1453" y="512"/>
                  <a:pt x="1445" y="508"/>
                </a:cubicBezTo>
                <a:cubicBezTo>
                  <a:pt x="1416" y="493"/>
                  <a:pt x="1413" y="488"/>
                  <a:pt x="1410" y="485"/>
                </a:cubicBezTo>
                <a:cubicBezTo>
                  <a:pt x="1380" y="471"/>
                  <a:pt x="1374" y="471"/>
                  <a:pt x="1371" y="466"/>
                </a:cubicBezTo>
                <a:cubicBezTo>
                  <a:pt x="1302" y="432"/>
                  <a:pt x="1301" y="425"/>
                  <a:pt x="1293" y="429"/>
                </a:cubicBezTo>
                <a:cubicBezTo>
                  <a:pt x="1283" y="430"/>
                  <a:pt x="1290" y="428"/>
                  <a:pt x="1294" y="433"/>
                </a:cubicBezTo>
                <a:cubicBezTo>
                  <a:pt x="1362" y="468"/>
                  <a:pt x="1370" y="477"/>
                  <a:pt x="1382" y="479"/>
                </a:cubicBezTo>
                <a:cubicBezTo>
                  <a:pt x="1400" y="491"/>
                  <a:pt x="1406" y="491"/>
                  <a:pt x="1410" y="496"/>
                </a:cubicBezTo>
                <a:cubicBezTo>
                  <a:pt x="1443" y="513"/>
                  <a:pt x="1445" y="520"/>
                  <a:pt x="1452" y="520"/>
                </a:cubicBezTo>
                <a:cubicBezTo>
                  <a:pt x="1488" y="537"/>
                  <a:pt x="1488" y="547"/>
                  <a:pt x="1496" y="545"/>
                </a:cubicBezTo>
                <a:cubicBezTo>
                  <a:pt x="1533" y="569"/>
                  <a:pt x="1543" y="571"/>
                  <a:pt x="1548" y="578"/>
                </a:cubicBezTo>
                <a:cubicBezTo>
                  <a:pt x="1580" y="584"/>
                  <a:pt x="1582" y="594"/>
                  <a:pt x="1593" y="592"/>
                </a:cubicBezTo>
                <a:cubicBezTo>
                  <a:pt x="1620" y="603"/>
                  <a:pt x="1621" y="605"/>
                  <a:pt x="1624" y="604"/>
                </a:cubicBezTo>
                <a:cubicBezTo>
                  <a:pt x="1657" y="614"/>
                  <a:pt x="1662" y="613"/>
                  <a:pt x="1667" y="611"/>
                </a:cubicBezTo>
                <a:cubicBezTo>
                  <a:pt x="1692" y="626"/>
                  <a:pt x="1685" y="617"/>
                  <a:pt x="1681" y="622"/>
                </a:cubicBezTo>
                <a:cubicBezTo>
                  <a:pt x="1593" y="615"/>
                  <a:pt x="1584" y="614"/>
                  <a:pt x="1575" y="613"/>
                </a:cubicBezTo>
                <a:cubicBezTo>
                  <a:pt x="1546" y="601"/>
                  <a:pt x="1538" y="605"/>
                  <a:pt x="1535" y="602"/>
                </a:cubicBezTo>
                <a:cubicBezTo>
                  <a:pt x="1505" y="591"/>
                  <a:pt x="1501" y="590"/>
                  <a:pt x="1497" y="587"/>
                </a:cubicBezTo>
                <a:cubicBezTo>
                  <a:pt x="1464" y="574"/>
                  <a:pt x="1462" y="573"/>
                  <a:pt x="1461" y="571"/>
                </a:cubicBezTo>
                <a:cubicBezTo>
                  <a:pt x="1444" y="564"/>
                  <a:pt x="1441" y="561"/>
                  <a:pt x="1437" y="560"/>
                </a:cubicBezTo>
                <a:cubicBezTo>
                  <a:pt x="1396" y="533"/>
                  <a:pt x="1390" y="529"/>
                  <a:pt x="1384" y="523"/>
                </a:cubicBezTo>
                <a:cubicBezTo>
                  <a:pt x="1348" y="497"/>
                  <a:pt x="1334" y="487"/>
                  <a:pt x="1322" y="474"/>
                </a:cubicBezTo>
                <a:cubicBezTo>
                  <a:pt x="1288" y="447"/>
                  <a:pt x="1282" y="448"/>
                  <a:pt x="1280" y="442"/>
                </a:cubicBezTo>
                <a:cubicBezTo>
                  <a:pt x="1254" y="427"/>
                  <a:pt x="1251" y="424"/>
                  <a:pt x="1246" y="424"/>
                </a:cubicBezTo>
                <a:cubicBezTo>
                  <a:pt x="1239" y="423"/>
                  <a:pt x="1244" y="426"/>
                  <a:pt x="1247" y="430"/>
                </a:cubicBezTo>
                <a:cubicBezTo>
                  <a:pt x="1267" y="440"/>
                  <a:pt x="1271" y="443"/>
                  <a:pt x="1275" y="447"/>
                </a:cubicBezTo>
                <a:cubicBezTo>
                  <a:pt x="1323" y="484"/>
                  <a:pt x="1331" y="493"/>
                  <a:pt x="1339" y="500"/>
                </a:cubicBezTo>
                <a:cubicBezTo>
                  <a:pt x="1401" y="544"/>
                  <a:pt x="1408" y="552"/>
                  <a:pt x="1418" y="557"/>
                </a:cubicBezTo>
                <a:cubicBezTo>
                  <a:pt x="1436" y="571"/>
                  <a:pt x="1444" y="569"/>
                  <a:pt x="1446" y="576"/>
                </a:cubicBezTo>
                <a:cubicBezTo>
                  <a:pt x="1503" y="601"/>
                  <a:pt x="1515" y="599"/>
                  <a:pt x="1520" y="607"/>
                </a:cubicBezTo>
                <a:cubicBezTo>
                  <a:pt x="1568" y="619"/>
                  <a:pt x="1585" y="625"/>
                  <a:pt x="1606" y="627"/>
                </a:cubicBezTo>
                <a:cubicBezTo>
                  <a:pt x="1641" y="631"/>
                  <a:pt x="1645" y="634"/>
                  <a:pt x="1651" y="632"/>
                </a:cubicBezTo>
                <a:cubicBezTo>
                  <a:pt x="1618" y="637"/>
                  <a:pt x="1616" y="637"/>
                  <a:pt x="1608" y="636"/>
                </a:cubicBezTo>
                <a:cubicBezTo>
                  <a:pt x="1567" y="628"/>
                  <a:pt x="1562" y="625"/>
                  <a:pt x="1555" y="625"/>
                </a:cubicBezTo>
                <a:cubicBezTo>
                  <a:pt x="1534" y="620"/>
                  <a:pt x="1531" y="619"/>
                  <a:pt x="1529" y="616"/>
                </a:cubicBezTo>
                <a:cubicBezTo>
                  <a:pt x="1499" y="609"/>
                  <a:pt x="1498" y="606"/>
                  <a:pt x="1496" y="605"/>
                </a:cubicBezTo>
                <a:cubicBezTo>
                  <a:pt x="1453" y="583"/>
                  <a:pt x="1451" y="582"/>
                  <a:pt x="1447" y="582"/>
                </a:cubicBezTo>
                <a:cubicBezTo>
                  <a:pt x="1415" y="563"/>
                  <a:pt x="1404" y="558"/>
                  <a:pt x="1393" y="552"/>
                </a:cubicBezTo>
                <a:cubicBezTo>
                  <a:pt x="1381" y="541"/>
                  <a:pt x="1375" y="541"/>
                  <a:pt x="1373" y="536"/>
                </a:cubicBezTo>
                <a:cubicBezTo>
                  <a:pt x="1299" y="486"/>
                  <a:pt x="1294" y="478"/>
                  <a:pt x="1286" y="474"/>
                </a:cubicBezTo>
                <a:cubicBezTo>
                  <a:pt x="1274" y="462"/>
                  <a:pt x="1268" y="463"/>
                  <a:pt x="1265" y="458"/>
                </a:cubicBezTo>
                <a:cubicBezTo>
                  <a:pt x="1227" y="434"/>
                  <a:pt x="1225" y="430"/>
                  <a:pt x="1218" y="431"/>
                </a:cubicBezTo>
                <a:cubicBezTo>
                  <a:pt x="1245" y="452"/>
                  <a:pt x="1249" y="454"/>
                  <a:pt x="1254" y="456"/>
                </a:cubicBezTo>
                <a:cubicBezTo>
                  <a:pt x="1273" y="470"/>
                  <a:pt x="1275" y="472"/>
                  <a:pt x="1277" y="474"/>
                </a:cubicBezTo>
                <a:cubicBezTo>
                  <a:pt x="1295" y="490"/>
                  <a:pt x="1297" y="491"/>
                  <a:pt x="1300" y="492"/>
                </a:cubicBezTo>
                <a:cubicBezTo>
                  <a:pt x="1374" y="550"/>
                  <a:pt x="1391" y="560"/>
                  <a:pt x="1408" y="572"/>
                </a:cubicBezTo>
                <a:cubicBezTo>
                  <a:pt x="1492" y="612"/>
                  <a:pt x="1496" y="615"/>
                  <a:pt x="1500" y="617"/>
                </a:cubicBezTo>
                <a:cubicBezTo>
                  <a:pt x="1529" y="631"/>
                  <a:pt x="1535" y="628"/>
                  <a:pt x="1536" y="631"/>
                </a:cubicBezTo>
                <a:cubicBezTo>
                  <a:pt x="1564" y="637"/>
                  <a:pt x="1570" y="637"/>
                  <a:pt x="1575" y="639"/>
                </a:cubicBezTo>
                <a:cubicBezTo>
                  <a:pt x="1630" y="648"/>
                  <a:pt x="1639" y="643"/>
                  <a:pt x="1641" y="649"/>
                </a:cubicBezTo>
                <a:cubicBezTo>
                  <a:pt x="1616" y="651"/>
                  <a:pt x="1609" y="655"/>
                  <a:pt x="1608" y="651"/>
                </a:cubicBezTo>
                <a:cubicBezTo>
                  <a:pt x="1511" y="636"/>
                  <a:pt x="1504" y="634"/>
                  <a:pt x="1496" y="633"/>
                </a:cubicBezTo>
                <a:cubicBezTo>
                  <a:pt x="1421" y="596"/>
                  <a:pt x="1414" y="600"/>
                  <a:pt x="1412" y="598"/>
                </a:cubicBezTo>
                <a:cubicBezTo>
                  <a:pt x="1378" y="578"/>
                  <a:pt x="1373" y="574"/>
                  <a:pt x="1368" y="570"/>
                </a:cubicBezTo>
                <a:cubicBezTo>
                  <a:pt x="1339" y="548"/>
                  <a:pt x="1329" y="538"/>
                  <a:pt x="1316" y="531"/>
                </a:cubicBezTo>
                <a:cubicBezTo>
                  <a:pt x="1280" y="494"/>
                  <a:pt x="1271" y="495"/>
                  <a:pt x="1268" y="486"/>
                </a:cubicBezTo>
                <a:cubicBezTo>
                  <a:pt x="1258" y="473"/>
                  <a:pt x="1254" y="485"/>
                  <a:pt x="1259" y="483"/>
                </a:cubicBezTo>
                <a:cubicBezTo>
                  <a:pt x="1281" y="508"/>
                  <a:pt x="1287" y="506"/>
                  <a:pt x="1286" y="512"/>
                </a:cubicBezTo>
                <a:cubicBezTo>
                  <a:pt x="1320" y="539"/>
                  <a:pt x="1329" y="550"/>
                  <a:pt x="1341" y="555"/>
                </a:cubicBezTo>
                <a:cubicBezTo>
                  <a:pt x="1379" y="584"/>
                  <a:pt x="1383" y="593"/>
                  <a:pt x="1394" y="592"/>
                </a:cubicBezTo>
                <a:cubicBezTo>
                  <a:pt x="1424" y="609"/>
                  <a:pt x="1430" y="615"/>
                  <a:pt x="1438" y="617"/>
                </a:cubicBezTo>
                <a:cubicBezTo>
                  <a:pt x="1466" y="632"/>
                  <a:pt x="1473" y="632"/>
                  <a:pt x="1478" y="632"/>
                </a:cubicBezTo>
                <a:cubicBezTo>
                  <a:pt x="1542" y="650"/>
                  <a:pt x="1551" y="659"/>
                  <a:pt x="1567" y="656"/>
                </a:cubicBezTo>
                <a:cubicBezTo>
                  <a:pt x="1589" y="662"/>
                  <a:pt x="1592" y="664"/>
                  <a:pt x="1595" y="664"/>
                </a:cubicBezTo>
                <a:cubicBezTo>
                  <a:pt x="1555" y="665"/>
                  <a:pt x="1549" y="669"/>
                  <a:pt x="1547" y="666"/>
                </a:cubicBezTo>
                <a:cubicBezTo>
                  <a:pt x="1487" y="658"/>
                  <a:pt x="1484" y="657"/>
                  <a:pt x="1481" y="656"/>
                </a:cubicBezTo>
                <a:cubicBezTo>
                  <a:pt x="1433" y="643"/>
                  <a:pt x="1421" y="636"/>
                  <a:pt x="1408" y="632"/>
                </a:cubicBezTo>
                <a:cubicBezTo>
                  <a:pt x="1354" y="601"/>
                  <a:pt x="1350" y="598"/>
                  <a:pt x="1346" y="596"/>
                </a:cubicBezTo>
                <a:cubicBezTo>
                  <a:pt x="1333" y="588"/>
                  <a:pt x="1334" y="584"/>
                  <a:pt x="1332" y="583"/>
                </a:cubicBezTo>
                <a:cubicBezTo>
                  <a:pt x="1306" y="568"/>
                  <a:pt x="1292" y="554"/>
                  <a:pt x="1274" y="545"/>
                </a:cubicBezTo>
                <a:cubicBezTo>
                  <a:pt x="1221" y="514"/>
                  <a:pt x="1213" y="518"/>
                  <a:pt x="1211" y="512"/>
                </a:cubicBezTo>
                <a:cubicBezTo>
                  <a:pt x="1178" y="504"/>
                  <a:pt x="1176" y="502"/>
                  <a:pt x="1172" y="504"/>
                </a:cubicBezTo>
                <a:cubicBezTo>
                  <a:pt x="1192" y="514"/>
                  <a:pt x="1200" y="513"/>
                  <a:pt x="1205" y="518"/>
                </a:cubicBezTo>
                <a:cubicBezTo>
                  <a:pt x="1278" y="558"/>
                  <a:pt x="1289" y="560"/>
                  <a:pt x="1294" y="570"/>
                </a:cubicBezTo>
                <a:cubicBezTo>
                  <a:pt x="1336" y="596"/>
                  <a:pt x="1337" y="599"/>
                  <a:pt x="1340" y="600"/>
                </a:cubicBezTo>
                <a:cubicBezTo>
                  <a:pt x="1380" y="627"/>
                  <a:pt x="1387" y="635"/>
                  <a:pt x="1399" y="635"/>
                </a:cubicBezTo>
                <a:cubicBezTo>
                  <a:pt x="1436" y="655"/>
                  <a:pt x="1447" y="659"/>
                  <a:pt x="1461" y="658"/>
                </a:cubicBezTo>
                <a:cubicBezTo>
                  <a:pt x="1487" y="664"/>
                  <a:pt x="1488" y="669"/>
                  <a:pt x="1492" y="670"/>
                </a:cubicBezTo>
                <a:cubicBezTo>
                  <a:pt x="1538" y="679"/>
                  <a:pt x="1550" y="675"/>
                  <a:pt x="1556" y="680"/>
                </a:cubicBezTo>
                <a:cubicBezTo>
                  <a:pt x="1519" y="683"/>
                  <a:pt x="1520" y="675"/>
                  <a:pt x="1513" y="677"/>
                </a:cubicBezTo>
                <a:cubicBezTo>
                  <a:pt x="1499" y="674"/>
                  <a:pt x="1492" y="677"/>
                  <a:pt x="1488" y="675"/>
                </a:cubicBezTo>
                <a:cubicBezTo>
                  <a:pt x="1432" y="662"/>
                  <a:pt x="1430" y="659"/>
                  <a:pt x="1428" y="659"/>
                </a:cubicBezTo>
                <a:cubicBezTo>
                  <a:pt x="1407" y="653"/>
                  <a:pt x="1398" y="651"/>
                  <a:pt x="1391" y="648"/>
                </a:cubicBezTo>
                <a:cubicBezTo>
                  <a:pt x="1354" y="632"/>
                  <a:pt x="1348" y="632"/>
                  <a:pt x="1345" y="630"/>
                </a:cubicBezTo>
                <a:cubicBezTo>
                  <a:pt x="1322" y="615"/>
                  <a:pt x="1316" y="617"/>
                  <a:pt x="1313" y="613"/>
                </a:cubicBezTo>
                <a:cubicBezTo>
                  <a:pt x="1279" y="594"/>
                  <a:pt x="1276" y="591"/>
                  <a:pt x="1271" y="590"/>
                </a:cubicBezTo>
                <a:cubicBezTo>
                  <a:pt x="1238" y="568"/>
                  <a:pt x="1232" y="570"/>
                  <a:pt x="1230" y="566"/>
                </a:cubicBezTo>
                <a:cubicBezTo>
                  <a:pt x="1190" y="554"/>
                  <a:pt x="1189" y="549"/>
                  <a:pt x="1182" y="550"/>
                </a:cubicBezTo>
                <a:cubicBezTo>
                  <a:pt x="1139" y="548"/>
                  <a:pt x="1134" y="547"/>
                  <a:pt x="1126" y="547"/>
                </a:cubicBezTo>
                <a:cubicBezTo>
                  <a:pt x="1156" y="555"/>
                  <a:pt x="1170" y="550"/>
                  <a:pt x="1177" y="556"/>
                </a:cubicBezTo>
                <a:cubicBezTo>
                  <a:pt x="1230" y="573"/>
                  <a:pt x="1232" y="576"/>
                  <a:pt x="1234" y="579"/>
                </a:cubicBezTo>
                <a:cubicBezTo>
                  <a:pt x="1286" y="604"/>
                  <a:pt x="1288" y="608"/>
                  <a:pt x="1291" y="611"/>
                </a:cubicBezTo>
                <a:cubicBezTo>
                  <a:pt x="1326" y="629"/>
                  <a:pt x="1333" y="632"/>
                  <a:pt x="1339" y="635"/>
                </a:cubicBezTo>
                <a:cubicBezTo>
                  <a:pt x="1354" y="643"/>
                  <a:pt x="1358" y="644"/>
                  <a:pt x="1355" y="646"/>
                </a:cubicBezTo>
                <a:cubicBezTo>
                  <a:pt x="1332" y="636"/>
                  <a:pt x="1330" y="635"/>
                  <a:pt x="1326" y="635"/>
                </a:cubicBezTo>
                <a:cubicBezTo>
                  <a:pt x="1294" y="620"/>
                  <a:pt x="1289" y="619"/>
                  <a:pt x="1283" y="619"/>
                </a:cubicBezTo>
                <a:cubicBezTo>
                  <a:pt x="1231" y="596"/>
                  <a:pt x="1222" y="592"/>
                  <a:pt x="1212" y="589"/>
                </a:cubicBezTo>
                <a:cubicBezTo>
                  <a:pt x="1134" y="577"/>
                  <a:pt x="1120" y="579"/>
                  <a:pt x="1108" y="579"/>
                </a:cubicBezTo>
                <a:cubicBezTo>
                  <a:pt x="1062" y="594"/>
                  <a:pt x="1067" y="589"/>
                  <a:pt x="1076" y="589"/>
                </a:cubicBezTo>
                <a:cubicBezTo>
                  <a:pt x="1157" y="587"/>
                  <a:pt x="1166" y="585"/>
                  <a:pt x="1173" y="585"/>
                </a:cubicBezTo>
                <a:cubicBezTo>
                  <a:pt x="1205" y="597"/>
                  <a:pt x="1212" y="594"/>
                  <a:pt x="1213" y="598"/>
                </a:cubicBezTo>
                <a:cubicBezTo>
                  <a:pt x="1245" y="611"/>
                  <a:pt x="1259" y="614"/>
                  <a:pt x="1270" y="621"/>
                </a:cubicBezTo>
                <a:cubicBezTo>
                  <a:pt x="1316" y="636"/>
                  <a:pt x="1321" y="639"/>
                  <a:pt x="1326" y="644"/>
                </a:cubicBezTo>
                <a:cubicBezTo>
                  <a:pt x="1370" y="662"/>
                  <a:pt x="1377" y="664"/>
                  <a:pt x="1383" y="667"/>
                </a:cubicBezTo>
                <a:cubicBezTo>
                  <a:pt x="1436" y="683"/>
                  <a:pt x="1437" y="688"/>
                  <a:pt x="1444" y="685"/>
                </a:cubicBezTo>
                <a:cubicBezTo>
                  <a:pt x="1504" y="697"/>
                  <a:pt x="1508" y="695"/>
                  <a:pt x="1512" y="695"/>
                </a:cubicBezTo>
                <a:cubicBezTo>
                  <a:pt x="1536" y="698"/>
                  <a:pt x="1543" y="693"/>
                  <a:pt x="1544" y="698"/>
                </a:cubicBezTo>
                <a:cubicBezTo>
                  <a:pt x="1486" y="702"/>
                  <a:pt x="1471" y="703"/>
                  <a:pt x="1456" y="703"/>
                </a:cubicBezTo>
                <a:cubicBezTo>
                  <a:pt x="1429" y="698"/>
                  <a:pt x="1423" y="696"/>
                  <a:pt x="1415" y="697"/>
                </a:cubicBezTo>
                <a:cubicBezTo>
                  <a:pt x="1353" y="677"/>
                  <a:pt x="1348" y="673"/>
                  <a:pt x="1340" y="675"/>
                </a:cubicBezTo>
                <a:cubicBezTo>
                  <a:pt x="1312" y="661"/>
                  <a:pt x="1304" y="658"/>
                  <a:pt x="1295" y="656"/>
                </a:cubicBezTo>
                <a:cubicBezTo>
                  <a:pt x="1258" y="637"/>
                  <a:pt x="1253" y="638"/>
                  <a:pt x="1247" y="638"/>
                </a:cubicBezTo>
                <a:cubicBezTo>
                  <a:pt x="1196" y="619"/>
                  <a:pt x="1187" y="623"/>
                  <a:pt x="1186" y="618"/>
                </a:cubicBezTo>
                <a:cubicBezTo>
                  <a:pt x="1157" y="610"/>
                  <a:pt x="1149" y="614"/>
                  <a:pt x="1147" y="610"/>
                </a:cubicBezTo>
                <a:cubicBezTo>
                  <a:pt x="1083" y="616"/>
                  <a:pt x="1084" y="621"/>
                  <a:pt x="1078" y="620"/>
                </a:cubicBezTo>
                <a:cubicBezTo>
                  <a:pt x="1150" y="620"/>
                  <a:pt x="1157" y="619"/>
                  <a:pt x="1160" y="623"/>
                </a:cubicBezTo>
                <a:cubicBezTo>
                  <a:pt x="1199" y="630"/>
                  <a:pt x="1204" y="632"/>
                  <a:pt x="1209" y="634"/>
                </a:cubicBezTo>
                <a:cubicBezTo>
                  <a:pt x="1228" y="642"/>
                  <a:pt x="1238" y="637"/>
                  <a:pt x="1239" y="644"/>
                </a:cubicBezTo>
                <a:cubicBezTo>
                  <a:pt x="1313" y="668"/>
                  <a:pt x="1320" y="677"/>
                  <a:pt x="1332" y="679"/>
                </a:cubicBezTo>
                <a:cubicBezTo>
                  <a:pt x="1381" y="698"/>
                  <a:pt x="1390" y="695"/>
                  <a:pt x="1393" y="701"/>
                </a:cubicBezTo>
                <a:cubicBezTo>
                  <a:pt x="1304" y="679"/>
                  <a:pt x="1301" y="674"/>
                  <a:pt x="1293" y="674"/>
                </a:cubicBezTo>
                <a:cubicBezTo>
                  <a:pt x="1253" y="666"/>
                  <a:pt x="1252" y="659"/>
                  <a:pt x="1244" y="661"/>
                </a:cubicBezTo>
                <a:cubicBezTo>
                  <a:pt x="1190" y="645"/>
                  <a:pt x="1182" y="646"/>
                  <a:pt x="1177" y="644"/>
                </a:cubicBezTo>
                <a:cubicBezTo>
                  <a:pt x="1102" y="645"/>
                  <a:pt x="1100" y="643"/>
                  <a:pt x="1084" y="646"/>
                </a:cubicBezTo>
                <a:cubicBezTo>
                  <a:pt x="1038" y="654"/>
                  <a:pt x="1027" y="657"/>
                  <a:pt x="1016" y="660"/>
                </a:cubicBezTo>
                <a:cubicBezTo>
                  <a:pt x="1009" y="671"/>
                  <a:pt x="1023" y="663"/>
                  <a:pt x="1040" y="658"/>
                </a:cubicBezTo>
                <a:cubicBezTo>
                  <a:pt x="1127" y="644"/>
                  <a:pt x="1133" y="653"/>
                  <a:pt x="1142" y="648"/>
                </a:cubicBezTo>
                <a:cubicBezTo>
                  <a:pt x="1168" y="650"/>
                  <a:pt x="1171" y="650"/>
                  <a:pt x="1174" y="652"/>
                </a:cubicBezTo>
                <a:cubicBezTo>
                  <a:pt x="1216" y="663"/>
                  <a:pt x="1230" y="664"/>
                  <a:pt x="1243" y="668"/>
                </a:cubicBezTo>
                <a:cubicBezTo>
                  <a:pt x="1286" y="682"/>
                  <a:pt x="1293" y="683"/>
                  <a:pt x="1300" y="684"/>
                </a:cubicBezTo>
                <a:cubicBezTo>
                  <a:pt x="1341" y="697"/>
                  <a:pt x="1345" y="698"/>
                  <a:pt x="1347" y="700"/>
                </a:cubicBezTo>
                <a:cubicBezTo>
                  <a:pt x="1407" y="712"/>
                  <a:pt x="1415" y="717"/>
                  <a:pt x="1425" y="717"/>
                </a:cubicBezTo>
                <a:cubicBezTo>
                  <a:pt x="1468" y="727"/>
                  <a:pt x="1479" y="717"/>
                  <a:pt x="1479" y="723"/>
                </a:cubicBezTo>
                <a:cubicBezTo>
                  <a:pt x="1425" y="732"/>
                  <a:pt x="1411" y="731"/>
                  <a:pt x="1397" y="731"/>
                </a:cubicBezTo>
                <a:cubicBezTo>
                  <a:pt x="1367" y="724"/>
                  <a:pt x="1361" y="728"/>
                  <a:pt x="1360" y="724"/>
                </a:cubicBezTo>
                <a:cubicBezTo>
                  <a:pt x="1304" y="710"/>
                  <a:pt x="1299" y="708"/>
                  <a:pt x="1293" y="708"/>
                </a:cubicBezTo>
                <a:cubicBezTo>
                  <a:pt x="1240" y="696"/>
                  <a:pt x="1239" y="689"/>
                  <a:pt x="1232" y="690"/>
                </a:cubicBezTo>
                <a:cubicBezTo>
                  <a:pt x="1148" y="668"/>
                  <a:pt x="1139" y="669"/>
                  <a:pt x="1132" y="666"/>
                </a:cubicBezTo>
                <a:cubicBezTo>
                  <a:pt x="1108" y="662"/>
                  <a:pt x="1101" y="667"/>
                  <a:pt x="1101" y="663"/>
                </a:cubicBezTo>
                <a:cubicBezTo>
                  <a:pt x="1074" y="662"/>
                  <a:pt x="1066" y="667"/>
                  <a:pt x="1065" y="662"/>
                </a:cubicBezTo>
                <a:cubicBezTo>
                  <a:pt x="1055" y="666"/>
                  <a:pt x="1086" y="668"/>
                  <a:pt x="1116" y="671"/>
                </a:cubicBezTo>
                <a:cubicBezTo>
                  <a:pt x="1206" y="690"/>
                  <a:pt x="1212" y="689"/>
                  <a:pt x="1215" y="693"/>
                </a:cubicBezTo>
                <a:cubicBezTo>
                  <a:pt x="1240" y="698"/>
                  <a:pt x="1245" y="703"/>
                  <a:pt x="1254" y="704"/>
                </a:cubicBezTo>
                <a:cubicBezTo>
                  <a:pt x="1310" y="722"/>
                  <a:pt x="1318" y="725"/>
                  <a:pt x="1325" y="729"/>
                </a:cubicBezTo>
                <a:cubicBezTo>
                  <a:pt x="1364" y="740"/>
                  <a:pt x="1374" y="733"/>
                  <a:pt x="1374" y="740"/>
                </a:cubicBezTo>
                <a:cubicBezTo>
                  <a:pt x="1411" y="742"/>
                  <a:pt x="1411" y="738"/>
                  <a:pt x="1414" y="743"/>
                </a:cubicBezTo>
                <a:cubicBezTo>
                  <a:pt x="1303" y="732"/>
                  <a:pt x="1295" y="732"/>
                  <a:pt x="1290" y="728"/>
                </a:cubicBezTo>
                <a:cubicBezTo>
                  <a:pt x="1255" y="719"/>
                  <a:pt x="1240" y="716"/>
                  <a:pt x="1225" y="713"/>
                </a:cubicBezTo>
                <a:cubicBezTo>
                  <a:pt x="1158" y="693"/>
                  <a:pt x="1147" y="697"/>
                  <a:pt x="1142" y="693"/>
                </a:cubicBezTo>
                <a:cubicBezTo>
                  <a:pt x="1067" y="682"/>
                  <a:pt x="1060" y="680"/>
                  <a:pt x="1051" y="680"/>
                </a:cubicBezTo>
                <a:cubicBezTo>
                  <a:pt x="1019" y="689"/>
                  <a:pt x="1034" y="691"/>
                  <a:pt x="1054" y="687"/>
                </a:cubicBezTo>
                <a:cubicBezTo>
                  <a:pt x="1119" y="691"/>
                  <a:pt x="1120" y="700"/>
                  <a:pt x="1129" y="697"/>
                </a:cubicBezTo>
                <a:cubicBezTo>
                  <a:pt x="1178" y="710"/>
                  <a:pt x="1192" y="710"/>
                  <a:pt x="1203" y="715"/>
                </a:cubicBezTo>
                <a:cubicBezTo>
                  <a:pt x="1244" y="728"/>
                  <a:pt x="1252" y="727"/>
                  <a:pt x="1257" y="730"/>
                </a:cubicBezTo>
                <a:cubicBezTo>
                  <a:pt x="1283" y="735"/>
                  <a:pt x="1286" y="740"/>
                  <a:pt x="1294" y="739"/>
                </a:cubicBezTo>
                <a:cubicBezTo>
                  <a:pt x="1351" y="756"/>
                  <a:pt x="1361" y="747"/>
                  <a:pt x="1361" y="753"/>
                </a:cubicBezTo>
                <a:cubicBezTo>
                  <a:pt x="1380" y="756"/>
                  <a:pt x="1376" y="760"/>
                  <a:pt x="1362" y="762"/>
                </a:cubicBezTo>
                <a:cubicBezTo>
                  <a:pt x="1315" y="757"/>
                  <a:pt x="1314" y="755"/>
                  <a:pt x="1310" y="756"/>
                </a:cubicBezTo>
                <a:cubicBezTo>
                  <a:pt x="1291" y="749"/>
                  <a:pt x="1286" y="752"/>
                  <a:pt x="1285" y="749"/>
                </a:cubicBezTo>
                <a:cubicBezTo>
                  <a:pt x="1265" y="745"/>
                  <a:pt x="1264" y="743"/>
                  <a:pt x="1260" y="745"/>
                </a:cubicBezTo>
                <a:cubicBezTo>
                  <a:pt x="1206" y="729"/>
                  <a:pt x="1199" y="730"/>
                  <a:pt x="1196" y="725"/>
                </a:cubicBezTo>
                <a:cubicBezTo>
                  <a:pt x="1126" y="707"/>
                  <a:pt x="1120" y="706"/>
                  <a:pt x="1113" y="707"/>
                </a:cubicBezTo>
                <a:cubicBezTo>
                  <a:pt x="1142" y="713"/>
                  <a:pt x="1148" y="722"/>
                  <a:pt x="1162" y="720"/>
                </a:cubicBezTo>
                <a:cubicBezTo>
                  <a:pt x="1229" y="744"/>
                  <a:pt x="1232" y="748"/>
                  <a:pt x="1238" y="749"/>
                </a:cubicBezTo>
                <a:cubicBezTo>
                  <a:pt x="1266" y="755"/>
                  <a:pt x="1278" y="756"/>
                  <a:pt x="1287" y="762"/>
                </a:cubicBezTo>
                <a:cubicBezTo>
                  <a:pt x="1327" y="768"/>
                  <a:pt x="1331" y="770"/>
                  <a:pt x="1339" y="768"/>
                </a:cubicBezTo>
                <a:cubicBezTo>
                  <a:pt x="1311" y="775"/>
                  <a:pt x="1304" y="771"/>
                  <a:pt x="1291" y="774"/>
                </a:cubicBezTo>
                <a:cubicBezTo>
                  <a:pt x="1247" y="759"/>
                  <a:pt x="1242" y="760"/>
                  <a:pt x="1238" y="760"/>
                </a:cubicBezTo>
                <a:cubicBezTo>
                  <a:pt x="1210" y="756"/>
                  <a:pt x="1208" y="753"/>
                  <a:pt x="1203" y="753"/>
                </a:cubicBezTo>
                <a:cubicBezTo>
                  <a:pt x="1153" y="739"/>
                  <a:pt x="1142" y="743"/>
                  <a:pt x="1136" y="738"/>
                </a:cubicBezTo>
                <a:cubicBezTo>
                  <a:pt x="1065" y="736"/>
                  <a:pt x="1052" y="738"/>
                  <a:pt x="1039" y="740"/>
                </a:cubicBezTo>
                <a:cubicBezTo>
                  <a:pt x="1001" y="753"/>
                  <a:pt x="1000" y="758"/>
                  <a:pt x="992" y="758"/>
                </a:cubicBezTo>
                <a:cubicBezTo>
                  <a:pt x="998" y="764"/>
                  <a:pt x="1000" y="760"/>
                  <a:pt x="1005" y="757"/>
                </a:cubicBezTo>
                <a:cubicBezTo>
                  <a:pt x="1082" y="742"/>
                  <a:pt x="1087" y="741"/>
                  <a:pt x="1092" y="739"/>
                </a:cubicBezTo>
                <a:cubicBezTo>
                  <a:pt x="1123" y="744"/>
                  <a:pt x="1129" y="748"/>
                  <a:pt x="1138" y="747"/>
                </a:cubicBezTo>
                <a:cubicBezTo>
                  <a:pt x="1211" y="765"/>
                  <a:pt x="1220" y="764"/>
                  <a:pt x="1228" y="766"/>
                </a:cubicBezTo>
                <a:cubicBezTo>
                  <a:pt x="1279" y="775"/>
                  <a:pt x="1279" y="782"/>
                  <a:pt x="1286" y="780"/>
                </a:cubicBezTo>
                <a:cubicBezTo>
                  <a:pt x="1318" y="788"/>
                  <a:pt x="1327" y="783"/>
                  <a:pt x="1328" y="790"/>
                </a:cubicBezTo>
                <a:cubicBezTo>
                  <a:pt x="1241" y="786"/>
                  <a:pt x="1232" y="784"/>
                  <a:pt x="1222" y="783"/>
                </a:cubicBezTo>
                <a:cubicBezTo>
                  <a:pt x="1192" y="776"/>
                  <a:pt x="1187" y="776"/>
                  <a:pt x="1181" y="777"/>
                </a:cubicBezTo>
                <a:cubicBezTo>
                  <a:pt x="1149" y="770"/>
                  <a:pt x="1146" y="766"/>
                  <a:pt x="1140" y="769"/>
                </a:cubicBezTo>
                <a:cubicBezTo>
                  <a:pt x="1088" y="767"/>
                  <a:pt x="1068" y="764"/>
                  <a:pt x="1046" y="766"/>
                </a:cubicBezTo>
                <a:cubicBezTo>
                  <a:pt x="971" y="785"/>
                  <a:pt x="962" y="782"/>
                  <a:pt x="964" y="787"/>
                </a:cubicBezTo>
                <a:cubicBezTo>
                  <a:pt x="983" y="786"/>
                  <a:pt x="994" y="781"/>
                  <a:pt x="1006" y="777"/>
                </a:cubicBezTo>
                <a:cubicBezTo>
                  <a:pt x="1067" y="772"/>
                  <a:pt x="1071" y="774"/>
                  <a:pt x="1076" y="773"/>
                </a:cubicBezTo>
                <a:cubicBezTo>
                  <a:pt x="1106" y="776"/>
                  <a:pt x="1115" y="770"/>
                  <a:pt x="1117" y="775"/>
                </a:cubicBezTo>
                <a:cubicBezTo>
                  <a:pt x="1191" y="786"/>
                  <a:pt x="1211" y="787"/>
                  <a:pt x="1228" y="793"/>
                </a:cubicBezTo>
                <a:cubicBezTo>
                  <a:pt x="1281" y="803"/>
                  <a:pt x="1277" y="804"/>
                  <a:pt x="1276" y="802"/>
                </a:cubicBezTo>
                <a:cubicBezTo>
                  <a:pt x="1242" y="800"/>
                  <a:pt x="1229" y="800"/>
                  <a:pt x="1218" y="799"/>
                </a:cubicBezTo>
                <a:cubicBezTo>
                  <a:pt x="1129" y="795"/>
                  <a:pt x="1128" y="790"/>
                  <a:pt x="1122" y="792"/>
                </a:cubicBezTo>
                <a:cubicBezTo>
                  <a:pt x="971" y="817"/>
                  <a:pt x="962" y="818"/>
                  <a:pt x="957" y="822"/>
                </a:cubicBezTo>
                <a:cubicBezTo>
                  <a:pt x="931" y="836"/>
                  <a:pt x="925" y="840"/>
                  <a:pt x="918" y="844"/>
                </a:cubicBezTo>
                <a:cubicBezTo>
                  <a:pt x="915" y="851"/>
                  <a:pt x="927" y="844"/>
                  <a:pt x="937" y="836"/>
                </a:cubicBezTo>
                <a:cubicBezTo>
                  <a:pt x="967" y="824"/>
                  <a:pt x="968" y="824"/>
                  <a:pt x="970" y="821"/>
                </a:cubicBezTo>
                <a:cubicBezTo>
                  <a:pt x="988" y="819"/>
                  <a:pt x="997" y="815"/>
                  <a:pt x="1010" y="812"/>
                </a:cubicBezTo>
                <a:cubicBezTo>
                  <a:pt x="1118" y="803"/>
                  <a:pt x="1124" y="799"/>
                  <a:pt x="1126" y="802"/>
                </a:cubicBezTo>
                <a:cubicBezTo>
                  <a:pt x="1151" y="804"/>
                  <a:pt x="1155" y="804"/>
                  <a:pt x="1159" y="803"/>
                </a:cubicBezTo>
                <a:cubicBezTo>
                  <a:pt x="1188" y="806"/>
                  <a:pt x="1197" y="803"/>
                  <a:pt x="1202" y="808"/>
                </a:cubicBezTo>
                <a:cubicBezTo>
                  <a:pt x="1137" y="807"/>
                  <a:pt x="1132" y="808"/>
                  <a:pt x="1129" y="806"/>
                </a:cubicBezTo>
                <a:cubicBezTo>
                  <a:pt x="1007" y="827"/>
                  <a:pt x="987" y="836"/>
                  <a:pt x="958" y="843"/>
                </a:cubicBezTo>
                <a:cubicBezTo>
                  <a:pt x="933" y="859"/>
                  <a:pt x="923" y="861"/>
                  <a:pt x="918" y="866"/>
                </a:cubicBezTo>
                <a:cubicBezTo>
                  <a:pt x="898" y="891"/>
                  <a:pt x="901" y="878"/>
                  <a:pt x="915" y="873"/>
                </a:cubicBezTo>
                <a:cubicBezTo>
                  <a:pt x="944" y="858"/>
                  <a:pt x="947" y="856"/>
                  <a:pt x="949" y="854"/>
                </a:cubicBezTo>
                <a:cubicBezTo>
                  <a:pt x="992" y="838"/>
                  <a:pt x="1000" y="841"/>
                  <a:pt x="999" y="836"/>
                </a:cubicBezTo>
                <a:cubicBezTo>
                  <a:pt x="1049" y="824"/>
                  <a:pt x="1051" y="821"/>
                  <a:pt x="1058" y="821"/>
                </a:cubicBezTo>
                <a:cubicBezTo>
                  <a:pt x="1141" y="816"/>
                  <a:pt x="1140" y="815"/>
                  <a:pt x="1146" y="816"/>
                </a:cubicBezTo>
                <a:cubicBezTo>
                  <a:pt x="1178" y="815"/>
                  <a:pt x="1186" y="820"/>
                  <a:pt x="1200" y="818"/>
                </a:cubicBezTo>
                <a:cubicBezTo>
                  <a:pt x="1212" y="833"/>
                  <a:pt x="1196" y="824"/>
                  <a:pt x="1177" y="826"/>
                </a:cubicBezTo>
                <a:cubicBezTo>
                  <a:pt x="1028" y="844"/>
                  <a:pt x="1022" y="846"/>
                  <a:pt x="1014" y="847"/>
                </a:cubicBezTo>
                <a:cubicBezTo>
                  <a:pt x="992" y="855"/>
                  <a:pt x="977" y="859"/>
                  <a:pt x="966" y="864"/>
                </a:cubicBezTo>
                <a:cubicBezTo>
                  <a:pt x="916" y="894"/>
                  <a:pt x="905" y="894"/>
                  <a:pt x="904" y="900"/>
                </a:cubicBezTo>
                <a:cubicBezTo>
                  <a:pt x="980" y="863"/>
                  <a:pt x="990" y="863"/>
                  <a:pt x="994" y="859"/>
                </a:cubicBezTo>
                <a:cubicBezTo>
                  <a:pt x="1024" y="851"/>
                  <a:pt x="1039" y="847"/>
                  <a:pt x="1056" y="844"/>
                </a:cubicBezTo>
                <a:cubicBezTo>
                  <a:pt x="1146" y="832"/>
                  <a:pt x="1149" y="836"/>
                  <a:pt x="1156" y="834"/>
                </a:cubicBezTo>
                <a:cubicBezTo>
                  <a:pt x="1103" y="846"/>
                  <a:pt x="1103" y="849"/>
                  <a:pt x="1099" y="849"/>
                </a:cubicBezTo>
                <a:cubicBezTo>
                  <a:pt x="1074" y="856"/>
                  <a:pt x="1075" y="852"/>
                  <a:pt x="1071" y="856"/>
                </a:cubicBezTo>
                <a:cubicBezTo>
                  <a:pt x="1014" y="877"/>
                  <a:pt x="1004" y="885"/>
                  <a:pt x="989" y="889"/>
                </a:cubicBezTo>
                <a:cubicBezTo>
                  <a:pt x="937" y="920"/>
                  <a:pt x="924" y="917"/>
                  <a:pt x="927" y="927"/>
                </a:cubicBezTo>
                <a:cubicBezTo>
                  <a:pt x="944" y="914"/>
                  <a:pt x="953" y="913"/>
                  <a:pt x="957" y="908"/>
                </a:cubicBezTo>
                <a:cubicBezTo>
                  <a:pt x="1079" y="868"/>
                  <a:pt x="1081" y="859"/>
                  <a:pt x="1085" y="860"/>
                </a:cubicBezTo>
                <a:cubicBezTo>
                  <a:pt x="1115" y="856"/>
                  <a:pt x="1123" y="851"/>
                  <a:pt x="1124" y="856"/>
                </a:cubicBezTo>
                <a:cubicBezTo>
                  <a:pt x="1048" y="892"/>
                  <a:pt x="1037" y="891"/>
                  <a:pt x="1034" y="896"/>
                </a:cubicBezTo>
                <a:cubicBezTo>
                  <a:pt x="995" y="917"/>
                  <a:pt x="985" y="917"/>
                  <a:pt x="986" y="925"/>
                </a:cubicBezTo>
                <a:cubicBezTo>
                  <a:pt x="1060" y="887"/>
                  <a:pt x="1082" y="881"/>
                  <a:pt x="1101" y="871"/>
                </a:cubicBezTo>
                <a:cubicBezTo>
                  <a:pt x="1190" y="845"/>
                  <a:pt x="1192" y="840"/>
                  <a:pt x="1201" y="839"/>
                </a:cubicBezTo>
                <a:cubicBezTo>
                  <a:pt x="1214" y="839"/>
                  <a:pt x="1208" y="844"/>
                  <a:pt x="1196" y="845"/>
                </a:cubicBezTo>
                <a:cubicBezTo>
                  <a:pt x="1124" y="887"/>
                  <a:pt x="1112" y="885"/>
                  <a:pt x="1111" y="891"/>
                </a:cubicBezTo>
                <a:cubicBezTo>
                  <a:pt x="1040" y="922"/>
                  <a:pt x="1032" y="930"/>
                  <a:pt x="1019" y="934"/>
                </a:cubicBezTo>
                <a:cubicBezTo>
                  <a:pt x="994" y="953"/>
                  <a:pt x="987" y="952"/>
                  <a:pt x="987" y="956"/>
                </a:cubicBezTo>
                <a:cubicBezTo>
                  <a:pt x="936" y="987"/>
                  <a:pt x="933" y="989"/>
                  <a:pt x="932" y="992"/>
                </a:cubicBezTo>
                <a:cubicBezTo>
                  <a:pt x="945" y="988"/>
                  <a:pt x="958" y="980"/>
                  <a:pt x="970" y="972"/>
                </a:cubicBezTo>
                <a:cubicBezTo>
                  <a:pt x="999" y="956"/>
                  <a:pt x="1004" y="952"/>
                  <a:pt x="1010" y="947"/>
                </a:cubicBezTo>
                <a:cubicBezTo>
                  <a:pt x="1093" y="911"/>
                  <a:pt x="1102" y="904"/>
                  <a:pt x="1115" y="899"/>
                </a:cubicBezTo>
                <a:cubicBezTo>
                  <a:pt x="1139" y="885"/>
                  <a:pt x="1151" y="883"/>
                  <a:pt x="1150" y="886"/>
                </a:cubicBezTo>
                <a:cubicBezTo>
                  <a:pt x="1128" y="905"/>
                  <a:pt x="1125" y="907"/>
                  <a:pt x="1120" y="907"/>
                </a:cubicBezTo>
                <a:cubicBezTo>
                  <a:pt x="1090" y="934"/>
                  <a:pt x="1084" y="937"/>
                  <a:pt x="1082" y="943"/>
                </a:cubicBezTo>
                <a:cubicBezTo>
                  <a:pt x="1020" y="991"/>
                  <a:pt x="998" y="1003"/>
                  <a:pt x="978" y="1017"/>
                </a:cubicBezTo>
                <a:cubicBezTo>
                  <a:pt x="941" y="1045"/>
                  <a:pt x="928" y="1040"/>
                  <a:pt x="930" y="1046"/>
                </a:cubicBezTo>
                <a:cubicBezTo>
                  <a:pt x="921" y="1048"/>
                  <a:pt x="938" y="1050"/>
                  <a:pt x="941" y="1042"/>
                </a:cubicBezTo>
                <a:cubicBezTo>
                  <a:pt x="977" y="1024"/>
                  <a:pt x="978" y="1024"/>
                  <a:pt x="980" y="1023"/>
                </a:cubicBezTo>
                <a:cubicBezTo>
                  <a:pt x="1005" y="1006"/>
                  <a:pt x="1009" y="1003"/>
                  <a:pt x="1013" y="1000"/>
                </a:cubicBezTo>
                <a:cubicBezTo>
                  <a:pt x="1093" y="947"/>
                  <a:pt x="1094" y="941"/>
                  <a:pt x="1102" y="939"/>
                </a:cubicBezTo>
                <a:cubicBezTo>
                  <a:pt x="1124" y="923"/>
                  <a:pt x="1125" y="913"/>
                  <a:pt x="1127" y="919"/>
                </a:cubicBezTo>
                <a:cubicBezTo>
                  <a:pt x="1102" y="949"/>
                  <a:pt x="1088" y="952"/>
                  <a:pt x="1086" y="962"/>
                </a:cubicBezTo>
                <a:cubicBezTo>
                  <a:pt x="1026" y="1003"/>
                  <a:pt x="1022" y="1013"/>
                  <a:pt x="1009" y="1016"/>
                </a:cubicBezTo>
                <a:cubicBezTo>
                  <a:pt x="974" y="1039"/>
                  <a:pt x="965" y="1044"/>
                  <a:pt x="956" y="1050"/>
                </a:cubicBezTo>
                <a:cubicBezTo>
                  <a:pt x="944" y="1063"/>
                  <a:pt x="956" y="1056"/>
                  <a:pt x="971" y="1049"/>
                </a:cubicBezTo>
                <a:cubicBezTo>
                  <a:pt x="996" y="1034"/>
                  <a:pt x="1001" y="1029"/>
                  <a:pt x="1009" y="1027"/>
                </a:cubicBezTo>
                <a:cubicBezTo>
                  <a:pt x="1066" y="985"/>
                  <a:pt x="1076" y="984"/>
                  <a:pt x="1078" y="977"/>
                </a:cubicBezTo>
                <a:cubicBezTo>
                  <a:pt x="1127" y="934"/>
                  <a:pt x="1130" y="932"/>
                  <a:pt x="1134" y="931"/>
                </a:cubicBezTo>
                <a:cubicBezTo>
                  <a:pt x="1159" y="903"/>
                  <a:pt x="1165" y="900"/>
                  <a:pt x="1172" y="896"/>
                </a:cubicBezTo>
                <a:cubicBezTo>
                  <a:pt x="1209" y="866"/>
                  <a:pt x="1212" y="862"/>
                  <a:pt x="1216" y="859"/>
                </a:cubicBezTo>
                <a:cubicBezTo>
                  <a:pt x="1239" y="845"/>
                  <a:pt x="1244" y="841"/>
                  <a:pt x="1252" y="839"/>
                </a:cubicBezTo>
                <a:cubicBezTo>
                  <a:pt x="1222" y="871"/>
                  <a:pt x="1212" y="871"/>
                  <a:pt x="1210" y="878"/>
                </a:cubicBezTo>
                <a:cubicBezTo>
                  <a:pt x="1167" y="923"/>
                  <a:pt x="1164" y="928"/>
                  <a:pt x="1158" y="931"/>
                </a:cubicBezTo>
                <a:cubicBezTo>
                  <a:pt x="1105" y="979"/>
                  <a:pt x="1096" y="989"/>
                  <a:pt x="1083" y="996"/>
                </a:cubicBezTo>
                <a:cubicBezTo>
                  <a:pt x="1060" y="1010"/>
                  <a:pt x="1059" y="1017"/>
                  <a:pt x="1049" y="1017"/>
                </a:cubicBezTo>
                <a:cubicBezTo>
                  <a:pt x="1009" y="1042"/>
                  <a:pt x="1008" y="1047"/>
                  <a:pt x="999" y="1046"/>
                </a:cubicBezTo>
                <a:cubicBezTo>
                  <a:pt x="1010" y="1045"/>
                  <a:pt x="1018" y="1046"/>
                  <a:pt x="1019" y="1043"/>
                </a:cubicBezTo>
                <a:cubicBezTo>
                  <a:pt x="1042" y="1033"/>
                  <a:pt x="1041" y="1028"/>
                  <a:pt x="1047" y="1029"/>
                </a:cubicBezTo>
                <a:cubicBezTo>
                  <a:pt x="1083" y="1001"/>
                  <a:pt x="1094" y="1001"/>
                  <a:pt x="1096" y="996"/>
                </a:cubicBezTo>
                <a:cubicBezTo>
                  <a:pt x="1125" y="978"/>
                  <a:pt x="1132" y="967"/>
                  <a:pt x="1143" y="959"/>
                </a:cubicBezTo>
                <a:cubicBezTo>
                  <a:pt x="1161" y="941"/>
                  <a:pt x="1167" y="938"/>
                  <a:pt x="1172" y="933"/>
                </a:cubicBezTo>
                <a:cubicBezTo>
                  <a:pt x="1182" y="914"/>
                  <a:pt x="1188" y="915"/>
                  <a:pt x="1190" y="912"/>
                </a:cubicBezTo>
                <a:cubicBezTo>
                  <a:pt x="1250" y="864"/>
                  <a:pt x="1235" y="870"/>
                  <a:pt x="1231" y="883"/>
                </a:cubicBezTo>
                <a:cubicBezTo>
                  <a:pt x="1206" y="904"/>
                  <a:pt x="1210" y="911"/>
                  <a:pt x="1203" y="910"/>
                </a:cubicBezTo>
                <a:cubicBezTo>
                  <a:pt x="1169" y="949"/>
                  <a:pt x="1164" y="950"/>
                  <a:pt x="1164" y="955"/>
                </a:cubicBezTo>
                <a:cubicBezTo>
                  <a:pt x="1132" y="987"/>
                  <a:pt x="1124" y="990"/>
                  <a:pt x="1121" y="996"/>
                </a:cubicBezTo>
                <a:cubicBezTo>
                  <a:pt x="1053" y="1048"/>
                  <a:pt x="1050" y="1050"/>
                  <a:pt x="1049" y="1053"/>
                </a:cubicBezTo>
                <a:cubicBezTo>
                  <a:pt x="1028" y="1067"/>
                  <a:pt x="1023" y="1068"/>
                  <a:pt x="1021" y="1071"/>
                </a:cubicBezTo>
                <a:cubicBezTo>
                  <a:pt x="1074" y="1047"/>
                  <a:pt x="1077" y="1034"/>
                  <a:pt x="1094" y="1029"/>
                </a:cubicBezTo>
                <a:cubicBezTo>
                  <a:pt x="1127" y="1000"/>
                  <a:pt x="1131" y="995"/>
                  <a:pt x="1138" y="993"/>
                </a:cubicBezTo>
                <a:cubicBezTo>
                  <a:pt x="1170" y="960"/>
                  <a:pt x="1175" y="957"/>
                  <a:pt x="1179" y="952"/>
                </a:cubicBezTo>
                <a:cubicBezTo>
                  <a:pt x="1266" y="861"/>
                  <a:pt x="1268" y="852"/>
                  <a:pt x="1278" y="848"/>
                </a:cubicBezTo>
                <a:cubicBezTo>
                  <a:pt x="1310" y="817"/>
                  <a:pt x="1311" y="812"/>
                  <a:pt x="1318" y="812"/>
                </a:cubicBezTo>
                <a:cubicBezTo>
                  <a:pt x="1337" y="798"/>
                  <a:pt x="1338" y="794"/>
                  <a:pt x="1340" y="797"/>
                </a:cubicBezTo>
                <a:cubicBezTo>
                  <a:pt x="1320" y="818"/>
                  <a:pt x="1310" y="821"/>
                  <a:pt x="1305" y="827"/>
                </a:cubicBezTo>
                <a:cubicBezTo>
                  <a:pt x="1272" y="863"/>
                  <a:pt x="1269" y="865"/>
                  <a:pt x="1266" y="868"/>
                </a:cubicBezTo>
                <a:cubicBezTo>
                  <a:pt x="1240" y="900"/>
                  <a:pt x="1232" y="904"/>
                  <a:pt x="1230" y="912"/>
                </a:cubicBezTo>
                <a:cubicBezTo>
                  <a:pt x="1205" y="941"/>
                  <a:pt x="1195" y="952"/>
                  <a:pt x="1184" y="962"/>
                </a:cubicBezTo>
                <a:cubicBezTo>
                  <a:pt x="1136" y="1004"/>
                  <a:pt x="1131" y="1018"/>
                  <a:pt x="1115" y="1026"/>
                </a:cubicBezTo>
                <a:cubicBezTo>
                  <a:pt x="1086" y="1052"/>
                  <a:pt x="1078" y="1051"/>
                  <a:pt x="1079" y="1057"/>
                </a:cubicBezTo>
                <a:cubicBezTo>
                  <a:pt x="1113" y="1033"/>
                  <a:pt x="1124" y="1028"/>
                  <a:pt x="1130" y="1021"/>
                </a:cubicBezTo>
                <a:cubicBezTo>
                  <a:pt x="1187" y="966"/>
                  <a:pt x="1196" y="966"/>
                  <a:pt x="1196" y="960"/>
                </a:cubicBezTo>
                <a:cubicBezTo>
                  <a:pt x="1240" y="913"/>
                  <a:pt x="1240" y="908"/>
                  <a:pt x="1247" y="907"/>
                </a:cubicBezTo>
                <a:cubicBezTo>
                  <a:pt x="1258" y="891"/>
                  <a:pt x="1263" y="890"/>
                  <a:pt x="1263" y="886"/>
                </a:cubicBezTo>
                <a:cubicBezTo>
                  <a:pt x="1296" y="857"/>
                  <a:pt x="1296" y="847"/>
                  <a:pt x="1304" y="843"/>
                </a:cubicBezTo>
                <a:cubicBezTo>
                  <a:pt x="1319" y="829"/>
                  <a:pt x="1320" y="826"/>
                  <a:pt x="1321" y="829"/>
                </a:cubicBezTo>
                <a:cubicBezTo>
                  <a:pt x="1305" y="848"/>
                  <a:pt x="1301" y="850"/>
                  <a:pt x="1299" y="853"/>
                </a:cubicBezTo>
                <a:cubicBezTo>
                  <a:pt x="1280" y="873"/>
                  <a:pt x="1274" y="888"/>
                  <a:pt x="1260" y="897"/>
                </a:cubicBezTo>
                <a:cubicBezTo>
                  <a:pt x="1250" y="921"/>
                  <a:pt x="1239" y="921"/>
                  <a:pt x="1240" y="930"/>
                </a:cubicBezTo>
                <a:cubicBezTo>
                  <a:pt x="1219" y="954"/>
                  <a:pt x="1214" y="955"/>
                  <a:pt x="1214" y="959"/>
                </a:cubicBezTo>
                <a:cubicBezTo>
                  <a:pt x="1153" y="1020"/>
                  <a:pt x="1147" y="1023"/>
                  <a:pt x="1145" y="1029"/>
                </a:cubicBezTo>
                <a:cubicBezTo>
                  <a:pt x="1092" y="1073"/>
                  <a:pt x="1084" y="1075"/>
                  <a:pt x="1078" y="1079"/>
                </a:cubicBezTo>
                <a:cubicBezTo>
                  <a:pt x="1049" y="1099"/>
                  <a:pt x="1040" y="1097"/>
                  <a:pt x="1040" y="1101"/>
                </a:cubicBezTo>
                <a:cubicBezTo>
                  <a:pt x="1032" y="1111"/>
                  <a:pt x="1047" y="1102"/>
                  <a:pt x="1060" y="1100"/>
                </a:cubicBezTo>
                <a:cubicBezTo>
                  <a:pt x="1109" y="1066"/>
                  <a:pt x="1122" y="1059"/>
                  <a:pt x="1133" y="1049"/>
                </a:cubicBezTo>
                <a:cubicBezTo>
                  <a:pt x="1174" y="1010"/>
                  <a:pt x="1187" y="1001"/>
                  <a:pt x="1195" y="989"/>
                </a:cubicBezTo>
                <a:cubicBezTo>
                  <a:pt x="1215" y="970"/>
                  <a:pt x="1221" y="965"/>
                  <a:pt x="1225" y="959"/>
                </a:cubicBezTo>
                <a:cubicBezTo>
                  <a:pt x="1259" y="917"/>
                  <a:pt x="1260" y="913"/>
                  <a:pt x="1265" y="912"/>
                </a:cubicBezTo>
                <a:cubicBezTo>
                  <a:pt x="1297" y="873"/>
                  <a:pt x="1300" y="866"/>
                  <a:pt x="1305" y="861"/>
                </a:cubicBezTo>
                <a:cubicBezTo>
                  <a:pt x="1383" y="782"/>
                  <a:pt x="1385" y="780"/>
                  <a:pt x="1385" y="778"/>
                </a:cubicBezTo>
                <a:cubicBezTo>
                  <a:pt x="1409" y="773"/>
                  <a:pt x="1402" y="775"/>
                  <a:pt x="1399" y="780"/>
                </a:cubicBezTo>
                <a:cubicBezTo>
                  <a:pt x="1372" y="809"/>
                  <a:pt x="1370" y="815"/>
                  <a:pt x="1363" y="817"/>
                </a:cubicBezTo>
                <a:cubicBezTo>
                  <a:pt x="1334" y="859"/>
                  <a:pt x="1336" y="867"/>
                  <a:pt x="1328" y="868"/>
                </a:cubicBezTo>
                <a:cubicBezTo>
                  <a:pt x="1317" y="891"/>
                  <a:pt x="1311" y="890"/>
                  <a:pt x="1313" y="895"/>
                </a:cubicBezTo>
                <a:cubicBezTo>
                  <a:pt x="1281" y="937"/>
                  <a:pt x="1275" y="940"/>
                  <a:pt x="1274" y="946"/>
                </a:cubicBezTo>
                <a:cubicBezTo>
                  <a:pt x="1245" y="976"/>
                  <a:pt x="1245" y="983"/>
                  <a:pt x="1239" y="986"/>
                </a:cubicBezTo>
                <a:cubicBezTo>
                  <a:pt x="1200" y="1032"/>
                  <a:pt x="1193" y="1033"/>
                  <a:pt x="1191" y="1039"/>
                </a:cubicBezTo>
                <a:cubicBezTo>
                  <a:pt x="1145" y="1080"/>
                  <a:pt x="1138" y="1082"/>
                  <a:pt x="1135" y="1086"/>
                </a:cubicBezTo>
                <a:cubicBezTo>
                  <a:pt x="1085" y="1120"/>
                  <a:pt x="1080" y="1120"/>
                  <a:pt x="1079" y="1123"/>
                </a:cubicBezTo>
                <a:cubicBezTo>
                  <a:pt x="1119" y="1106"/>
                  <a:pt x="1123" y="1103"/>
                  <a:pt x="1126" y="1099"/>
                </a:cubicBezTo>
                <a:cubicBezTo>
                  <a:pt x="1159" y="1076"/>
                  <a:pt x="1165" y="1073"/>
                  <a:pt x="1167" y="1067"/>
                </a:cubicBezTo>
                <a:cubicBezTo>
                  <a:pt x="1200" y="1044"/>
                  <a:pt x="1196" y="1035"/>
                  <a:pt x="1206" y="1036"/>
                </a:cubicBezTo>
                <a:cubicBezTo>
                  <a:pt x="1247" y="991"/>
                  <a:pt x="1255" y="984"/>
                  <a:pt x="1261" y="975"/>
                </a:cubicBezTo>
                <a:cubicBezTo>
                  <a:pt x="1275" y="953"/>
                  <a:pt x="1282" y="954"/>
                  <a:pt x="1281" y="949"/>
                </a:cubicBezTo>
                <a:cubicBezTo>
                  <a:pt x="1307" y="922"/>
                  <a:pt x="1306" y="914"/>
                  <a:pt x="1312" y="913"/>
                </a:cubicBezTo>
                <a:cubicBezTo>
                  <a:pt x="1326" y="889"/>
                  <a:pt x="1332" y="880"/>
                  <a:pt x="1338" y="870"/>
                </a:cubicBezTo>
                <a:cubicBezTo>
                  <a:pt x="1367" y="825"/>
                  <a:pt x="1385" y="812"/>
                  <a:pt x="1399" y="795"/>
                </a:cubicBezTo>
                <a:cubicBezTo>
                  <a:pt x="1439" y="757"/>
                  <a:pt x="1439" y="750"/>
                  <a:pt x="1449" y="751"/>
                </a:cubicBezTo>
                <a:cubicBezTo>
                  <a:pt x="1375" y="857"/>
                  <a:pt x="1363" y="865"/>
                  <a:pt x="1361" y="879"/>
                </a:cubicBezTo>
                <a:cubicBezTo>
                  <a:pt x="1346" y="897"/>
                  <a:pt x="1345" y="900"/>
                  <a:pt x="1346" y="904"/>
                </a:cubicBezTo>
                <a:cubicBezTo>
                  <a:pt x="1326" y="929"/>
                  <a:pt x="1328" y="937"/>
                  <a:pt x="1319" y="938"/>
                </a:cubicBezTo>
                <a:cubicBezTo>
                  <a:pt x="1302" y="971"/>
                  <a:pt x="1298" y="971"/>
                  <a:pt x="1296" y="973"/>
                </a:cubicBezTo>
                <a:cubicBezTo>
                  <a:pt x="1279" y="998"/>
                  <a:pt x="1276" y="1003"/>
                  <a:pt x="1271" y="1006"/>
                </a:cubicBezTo>
                <a:cubicBezTo>
                  <a:pt x="1232" y="1053"/>
                  <a:pt x="1222" y="1060"/>
                  <a:pt x="1216" y="1069"/>
                </a:cubicBezTo>
                <a:cubicBezTo>
                  <a:pt x="1197" y="1083"/>
                  <a:pt x="1193" y="1088"/>
                  <a:pt x="1189" y="1092"/>
                </a:cubicBezTo>
                <a:cubicBezTo>
                  <a:pt x="1158" y="1118"/>
                  <a:pt x="1152" y="1120"/>
                  <a:pt x="1148" y="1124"/>
                </a:cubicBezTo>
                <a:cubicBezTo>
                  <a:pt x="1140" y="1133"/>
                  <a:pt x="1146" y="1132"/>
                  <a:pt x="1149" y="1128"/>
                </a:cubicBezTo>
                <a:cubicBezTo>
                  <a:pt x="1198" y="1096"/>
                  <a:pt x="1201" y="1086"/>
                  <a:pt x="1212" y="1081"/>
                </a:cubicBezTo>
                <a:cubicBezTo>
                  <a:pt x="1258" y="1034"/>
                  <a:pt x="1262" y="1031"/>
                  <a:pt x="1266" y="1027"/>
                </a:cubicBezTo>
                <a:cubicBezTo>
                  <a:pt x="1285" y="1010"/>
                  <a:pt x="1287" y="999"/>
                  <a:pt x="1295" y="993"/>
                </a:cubicBezTo>
                <a:cubicBezTo>
                  <a:pt x="1309" y="971"/>
                  <a:pt x="1311" y="969"/>
                  <a:pt x="1313" y="968"/>
                </a:cubicBezTo>
                <a:cubicBezTo>
                  <a:pt x="1331" y="939"/>
                  <a:pt x="1336" y="936"/>
                  <a:pt x="1340" y="932"/>
                </a:cubicBezTo>
                <a:cubicBezTo>
                  <a:pt x="1349" y="909"/>
                  <a:pt x="1355" y="910"/>
                  <a:pt x="1353" y="905"/>
                </a:cubicBezTo>
                <a:cubicBezTo>
                  <a:pt x="1363" y="887"/>
                  <a:pt x="1367" y="888"/>
                  <a:pt x="1367" y="887"/>
                </a:cubicBezTo>
                <a:cubicBezTo>
                  <a:pt x="1378" y="861"/>
                  <a:pt x="1381" y="858"/>
                  <a:pt x="1386" y="855"/>
                </a:cubicBezTo>
                <a:cubicBezTo>
                  <a:pt x="1404" y="824"/>
                  <a:pt x="1403" y="817"/>
                  <a:pt x="1410" y="815"/>
                </a:cubicBezTo>
                <a:cubicBezTo>
                  <a:pt x="1431" y="782"/>
                  <a:pt x="1438" y="775"/>
                  <a:pt x="1445" y="767"/>
                </a:cubicBezTo>
                <a:cubicBezTo>
                  <a:pt x="1483" y="743"/>
                  <a:pt x="1475" y="742"/>
                  <a:pt x="1475" y="748"/>
                </a:cubicBezTo>
                <a:cubicBezTo>
                  <a:pt x="1453" y="775"/>
                  <a:pt x="1451" y="780"/>
                  <a:pt x="1446" y="782"/>
                </a:cubicBezTo>
                <a:cubicBezTo>
                  <a:pt x="1434" y="807"/>
                  <a:pt x="1432" y="808"/>
                  <a:pt x="1431" y="809"/>
                </a:cubicBezTo>
                <a:cubicBezTo>
                  <a:pt x="1421" y="835"/>
                  <a:pt x="1414" y="839"/>
                  <a:pt x="1413" y="848"/>
                </a:cubicBezTo>
                <a:cubicBezTo>
                  <a:pt x="1399" y="870"/>
                  <a:pt x="1400" y="871"/>
                  <a:pt x="1400" y="872"/>
                </a:cubicBezTo>
                <a:cubicBezTo>
                  <a:pt x="1396" y="885"/>
                  <a:pt x="1392" y="888"/>
                  <a:pt x="1390" y="892"/>
                </a:cubicBezTo>
                <a:cubicBezTo>
                  <a:pt x="1377" y="923"/>
                  <a:pt x="1372" y="929"/>
                  <a:pt x="1372" y="939"/>
                </a:cubicBezTo>
                <a:cubicBezTo>
                  <a:pt x="1362" y="957"/>
                  <a:pt x="1363" y="961"/>
                  <a:pt x="1361" y="961"/>
                </a:cubicBezTo>
                <a:cubicBezTo>
                  <a:pt x="1326" y="1038"/>
                  <a:pt x="1327" y="1048"/>
                  <a:pt x="1319" y="1053"/>
                </a:cubicBezTo>
                <a:cubicBezTo>
                  <a:pt x="1288" y="1101"/>
                  <a:pt x="1283" y="1108"/>
                  <a:pt x="1280" y="1116"/>
                </a:cubicBezTo>
                <a:cubicBezTo>
                  <a:pt x="1261" y="1138"/>
                  <a:pt x="1258" y="1140"/>
                  <a:pt x="1256" y="1144"/>
                </a:cubicBezTo>
                <a:cubicBezTo>
                  <a:pt x="1240" y="1168"/>
                  <a:pt x="1231" y="1166"/>
                  <a:pt x="1230" y="1171"/>
                </a:cubicBezTo>
                <a:cubicBezTo>
                  <a:pt x="1264" y="1144"/>
                  <a:pt x="1269" y="1134"/>
                  <a:pt x="1277" y="1127"/>
                </a:cubicBezTo>
                <a:cubicBezTo>
                  <a:pt x="1297" y="1098"/>
                  <a:pt x="1302" y="1099"/>
                  <a:pt x="1300" y="1094"/>
                </a:cubicBezTo>
                <a:cubicBezTo>
                  <a:pt x="1317" y="1073"/>
                  <a:pt x="1319" y="1071"/>
                  <a:pt x="1323" y="1070"/>
                </a:cubicBezTo>
                <a:cubicBezTo>
                  <a:pt x="1336" y="1043"/>
                  <a:pt x="1339" y="1039"/>
                  <a:pt x="1340" y="1034"/>
                </a:cubicBezTo>
                <a:cubicBezTo>
                  <a:pt x="1364" y="977"/>
                  <a:pt x="1371" y="968"/>
                  <a:pt x="1371" y="955"/>
                </a:cubicBezTo>
                <a:cubicBezTo>
                  <a:pt x="1391" y="915"/>
                  <a:pt x="1395" y="910"/>
                  <a:pt x="1397" y="904"/>
                </a:cubicBezTo>
                <a:cubicBezTo>
                  <a:pt x="1407" y="879"/>
                  <a:pt x="1410" y="874"/>
                  <a:pt x="1412" y="868"/>
                </a:cubicBezTo>
                <a:cubicBezTo>
                  <a:pt x="1421" y="842"/>
                  <a:pt x="1430" y="841"/>
                  <a:pt x="1431" y="834"/>
                </a:cubicBezTo>
                <a:cubicBezTo>
                  <a:pt x="1448" y="807"/>
                  <a:pt x="1452" y="796"/>
                  <a:pt x="1457" y="784"/>
                </a:cubicBezTo>
                <a:cubicBezTo>
                  <a:pt x="1479" y="764"/>
                  <a:pt x="1477" y="759"/>
                  <a:pt x="1479" y="756"/>
                </a:cubicBezTo>
                <a:cubicBezTo>
                  <a:pt x="1499" y="740"/>
                  <a:pt x="1500" y="734"/>
                  <a:pt x="1507" y="731"/>
                </a:cubicBezTo>
                <a:cubicBezTo>
                  <a:pt x="1497" y="749"/>
                  <a:pt x="1499" y="752"/>
                  <a:pt x="1498" y="753"/>
                </a:cubicBezTo>
                <a:cubicBezTo>
                  <a:pt x="1475" y="794"/>
                  <a:pt x="1472" y="800"/>
                  <a:pt x="1467" y="805"/>
                </a:cubicBezTo>
                <a:cubicBezTo>
                  <a:pt x="1456" y="837"/>
                  <a:pt x="1455" y="840"/>
                  <a:pt x="1452" y="843"/>
                </a:cubicBezTo>
                <a:cubicBezTo>
                  <a:pt x="1435" y="888"/>
                  <a:pt x="1432" y="895"/>
                  <a:pt x="1427" y="901"/>
                </a:cubicBezTo>
                <a:cubicBezTo>
                  <a:pt x="1402" y="970"/>
                  <a:pt x="1407" y="978"/>
                  <a:pt x="1401" y="978"/>
                </a:cubicBezTo>
                <a:cubicBezTo>
                  <a:pt x="1387" y="1021"/>
                  <a:pt x="1381" y="1027"/>
                  <a:pt x="1378" y="1034"/>
                </a:cubicBezTo>
                <a:cubicBezTo>
                  <a:pt x="1360" y="1067"/>
                  <a:pt x="1357" y="1070"/>
                  <a:pt x="1357" y="1075"/>
                </a:cubicBezTo>
                <a:cubicBezTo>
                  <a:pt x="1322" y="1125"/>
                  <a:pt x="1315" y="1126"/>
                  <a:pt x="1313" y="1129"/>
                </a:cubicBezTo>
                <a:cubicBezTo>
                  <a:pt x="1325" y="1123"/>
                  <a:pt x="1326" y="1118"/>
                  <a:pt x="1331" y="1115"/>
                </a:cubicBezTo>
                <a:cubicBezTo>
                  <a:pt x="1341" y="1100"/>
                  <a:pt x="1349" y="1100"/>
                  <a:pt x="1347" y="1092"/>
                </a:cubicBezTo>
                <a:cubicBezTo>
                  <a:pt x="1369" y="1067"/>
                  <a:pt x="1368" y="1060"/>
                  <a:pt x="1374" y="1059"/>
                </a:cubicBezTo>
                <a:cubicBezTo>
                  <a:pt x="1382" y="1041"/>
                  <a:pt x="1385" y="1037"/>
                  <a:pt x="1389" y="1034"/>
                </a:cubicBezTo>
                <a:cubicBezTo>
                  <a:pt x="1413" y="982"/>
                  <a:pt x="1409" y="972"/>
                  <a:pt x="1415" y="969"/>
                </a:cubicBezTo>
                <a:cubicBezTo>
                  <a:pt x="1422" y="940"/>
                  <a:pt x="1428" y="941"/>
                  <a:pt x="1424" y="934"/>
                </a:cubicBezTo>
                <a:cubicBezTo>
                  <a:pt x="1466" y="845"/>
                  <a:pt x="1463" y="834"/>
                  <a:pt x="1472" y="831"/>
                </a:cubicBezTo>
                <a:cubicBezTo>
                  <a:pt x="1490" y="787"/>
                  <a:pt x="1488" y="783"/>
                  <a:pt x="1490" y="781"/>
                </a:cubicBezTo>
                <a:cubicBezTo>
                  <a:pt x="1514" y="740"/>
                  <a:pt x="1518" y="731"/>
                  <a:pt x="1526" y="723"/>
                </a:cubicBezTo>
                <a:cubicBezTo>
                  <a:pt x="1526" y="736"/>
                  <a:pt x="1523" y="739"/>
                  <a:pt x="1520" y="742"/>
                </a:cubicBezTo>
                <a:cubicBezTo>
                  <a:pt x="1505" y="769"/>
                  <a:pt x="1502" y="773"/>
                  <a:pt x="1500" y="777"/>
                </a:cubicBezTo>
                <a:cubicBezTo>
                  <a:pt x="1474" y="831"/>
                  <a:pt x="1473" y="841"/>
                  <a:pt x="1466" y="847"/>
                </a:cubicBezTo>
                <a:cubicBezTo>
                  <a:pt x="1452" y="905"/>
                  <a:pt x="1448" y="907"/>
                  <a:pt x="1449" y="912"/>
                </a:cubicBezTo>
                <a:cubicBezTo>
                  <a:pt x="1437" y="938"/>
                  <a:pt x="1441" y="944"/>
                  <a:pt x="1437" y="945"/>
                </a:cubicBezTo>
                <a:cubicBezTo>
                  <a:pt x="1425" y="1007"/>
                  <a:pt x="1422" y="1012"/>
                  <a:pt x="1419" y="1017"/>
                </a:cubicBezTo>
                <a:cubicBezTo>
                  <a:pt x="1394" y="1087"/>
                  <a:pt x="1391" y="1089"/>
                  <a:pt x="1393" y="1093"/>
                </a:cubicBezTo>
                <a:cubicBezTo>
                  <a:pt x="1381" y="1111"/>
                  <a:pt x="1379" y="1113"/>
                  <a:pt x="1377" y="1116"/>
                </a:cubicBezTo>
                <a:cubicBezTo>
                  <a:pt x="1358" y="1151"/>
                  <a:pt x="1350" y="1152"/>
                  <a:pt x="1350" y="1158"/>
                </a:cubicBezTo>
                <a:cubicBezTo>
                  <a:pt x="1373" y="1127"/>
                  <a:pt x="1385" y="1125"/>
                  <a:pt x="1384" y="1115"/>
                </a:cubicBezTo>
                <a:cubicBezTo>
                  <a:pt x="1405" y="1084"/>
                  <a:pt x="1402" y="1079"/>
                  <a:pt x="1408" y="1079"/>
                </a:cubicBezTo>
                <a:cubicBezTo>
                  <a:pt x="1416" y="1052"/>
                  <a:pt x="1422" y="1046"/>
                  <a:pt x="1423" y="1037"/>
                </a:cubicBezTo>
                <a:cubicBezTo>
                  <a:pt x="1444" y="980"/>
                  <a:pt x="1442" y="968"/>
                  <a:pt x="1447" y="961"/>
                </a:cubicBezTo>
                <a:cubicBezTo>
                  <a:pt x="1459" y="887"/>
                  <a:pt x="1471" y="875"/>
                  <a:pt x="1472" y="855"/>
                </a:cubicBezTo>
                <a:cubicBezTo>
                  <a:pt x="1491" y="823"/>
                  <a:pt x="1488" y="817"/>
                  <a:pt x="1494" y="818"/>
                </a:cubicBezTo>
                <a:cubicBezTo>
                  <a:pt x="1507" y="774"/>
                  <a:pt x="1517" y="775"/>
                  <a:pt x="1516" y="769"/>
                </a:cubicBezTo>
                <a:cubicBezTo>
                  <a:pt x="1545" y="733"/>
                  <a:pt x="1541" y="724"/>
                  <a:pt x="1548" y="724"/>
                </a:cubicBezTo>
                <a:cubicBezTo>
                  <a:pt x="1567" y="700"/>
                  <a:pt x="1568" y="698"/>
                  <a:pt x="1572" y="697"/>
                </a:cubicBezTo>
                <a:cubicBezTo>
                  <a:pt x="1565" y="709"/>
                  <a:pt x="1566" y="712"/>
                  <a:pt x="1564" y="712"/>
                </a:cubicBezTo>
                <a:cubicBezTo>
                  <a:pt x="1548" y="738"/>
                  <a:pt x="1542" y="752"/>
                  <a:pt x="1533" y="762"/>
                </a:cubicBezTo>
                <a:cubicBezTo>
                  <a:pt x="1527" y="793"/>
                  <a:pt x="1516" y="796"/>
                  <a:pt x="1519" y="807"/>
                </a:cubicBezTo>
                <a:cubicBezTo>
                  <a:pt x="1509" y="836"/>
                  <a:pt x="1506" y="843"/>
                  <a:pt x="1502" y="849"/>
                </a:cubicBezTo>
                <a:cubicBezTo>
                  <a:pt x="1486" y="911"/>
                  <a:pt x="1479" y="924"/>
                  <a:pt x="1479" y="942"/>
                </a:cubicBezTo>
                <a:cubicBezTo>
                  <a:pt x="1466" y="979"/>
                  <a:pt x="1459" y="986"/>
                  <a:pt x="1458" y="997"/>
                </a:cubicBezTo>
                <a:cubicBezTo>
                  <a:pt x="1439" y="1041"/>
                  <a:pt x="1437" y="1046"/>
                  <a:pt x="1437" y="1052"/>
                </a:cubicBezTo>
                <a:cubicBezTo>
                  <a:pt x="1421" y="1085"/>
                  <a:pt x="1419" y="1087"/>
                  <a:pt x="1417" y="1089"/>
                </a:cubicBezTo>
                <a:cubicBezTo>
                  <a:pt x="1406" y="1111"/>
                  <a:pt x="1401" y="1119"/>
                  <a:pt x="1395" y="1126"/>
                </a:cubicBezTo>
                <a:cubicBezTo>
                  <a:pt x="1373" y="1155"/>
                  <a:pt x="1373" y="1163"/>
                  <a:pt x="1364" y="1165"/>
                </a:cubicBezTo>
                <a:cubicBezTo>
                  <a:pt x="1358" y="1177"/>
                  <a:pt x="1365" y="1179"/>
                  <a:pt x="1366" y="1175"/>
                </a:cubicBezTo>
                <a:cubicBezTo>
                  <a:pt x="1386" y="1144"/>
                  <a:pt x="1394" y="1143"/>
                  <a:pt x="1394" y="1137"/>
                </a:cubicBezTo>
                <a:cubicBezTo>
                  <a:pt x="1431" y="1081"/>
                  <a:pt x="1439" y="1061"/>
                  <a:pt x="1448" y="1043"/>
                </a:cubicBezTo>
                <a:cubicBezTo>
                  <a:pt x="1464" y="1004"/>
                  <a:pt x="1466" y="993"/>
                  <a:pt x="1471" y="984"/>
                </a:cubicBezTo>
                <a:cubicBezTo>
                  <a:pt x="1496" y="912"/>
                  <a:pt x="1499" y="902"/>
                  <a:pt x="1501" y="892"/>
                </a:cubicBezTo>
                <a:cubicBezTo>
                  <a:pt x="1512" y="850"/>
                  <a:pt x="1519" y="842"/>
                  <a:pt x="1521" y="831"/>
                </a:cubicBezTo>
                <a:cubicBezTo>
                  <a:pt x="1539" y="782"/>
                  <a:pt x="1541" y="778"/>
                  <a:pt x="1541" y="772"/>
                </a:cubicBezTo>
                <a:cubicBezTo>
                  <a:pt x="1564" y="728"/>
                  <a:pt x="1567" y="727"/>
                  <a:pt x="1568" y="725"/>
                </a:cubicBezTo>
                <a:cubicBezTo>
                  <a:pt x="1586" y="705"/>
                  <a:pt x="1586" y="702"/>
                  <a:pt x="1588" y="701"/>
                </a:cubicBezTo>
                <a:cubicBezTo>
                  <a:pt x="1587" y="710"/>
                  <a:pt x="1582" y="711"/>
                  <a:pt x="1582" y="715"/>
                </a:cubicBezTo>
                <a:cubicBezTo>
                  <a:pt x="1565" y="759"/>
                  <a:pt x="1557" y="757"/>
                  <a:pt x="1560" y="764"/>
                </a:cubicBezTo>
                <a:cubicBezTo>
                  <a:pt x="1544" y="799"/>
                  <a:pt x="1545" y="808"/>
                  <a:pt x="1540" y="814"/>
                </a:cubicBezTo>
                <a:cubicBezTo>
                  <a:pt x="1522" y="867"/>
                  <a:pt x="1526" y="885"/>
                  <a:pt x="1517" y="893"/>
                </a:cubicBezTo>
                <a:cubicBezTo>
                  <a:pt x="1511" y="951"/>
                  <a:pt x="1505" y="961"/>
                  <a:pt x="1502" y="974"/>
                </a:cubicBezTo>
                <a:cubicBezTo>
                  <a:pt x="1488" y="1033"/>
                  <a:pt x="1487" y="1036"/>
                  <a:pt x="1488" y="1040"/>
                </a:cubicBezTo>
                <a:cubicBezTo>
                  <a:pt x="1472" y="1091"/>
                  <a:pt x="1465" y="1093"/>
                  <a:pt x="1465" y="1100"/>
                </a:cubicBezTo>
                <a:cubicBezTo>
                  <a:pt x="1449" y="1137"/>
                  <a:pt x="1447" y="1140"/>
                  <a:pt x="1446" y="1143"/>
                </a:cubicBezTo>
                <a:cubicBezTo>
                  <a:pt x="1454" y="1132"/>
                  <a:pt x="1459" y="1129"/>
                  <a:pt x="1461" y="1123"/>
                </a:cubicBezTo>
                <a:cubicBezTo>
                  <a:pt x="1487" y="1072"/>
                  <a:pt x="1483" y="1063"/>
                  <a:pt x="1489" y="1060"/>
                </a:cubicBezTo>
                <a:cubicBezTo>
                  <a:pt x="1500" y="1013"/>
                  <a:pt x="1511" y="1017"/>
                  <a:pt x="1507" y="1010"/>
                </a:cubicBezTo>
                <a:cubicBezTo>
                  <a:pt x="1511" y="959"/>
                  <a:pt x="1522" y="958"/>
                  <a:pt x="1517" y="946"/>
                </a:cubicBezTo>
                <a:cubicBezTo>
                  <a:pt x="1527" y="897"/>
                  <a:pt x="1531" y="894"/>
                  <a:pt x="1529" y="887"/>
                </a:cubicBezTo>
                <a:cubicBezTo>
                  <a:pt x="1547" y="822"/>
                  <a:pt x="1551" y="815"/>
                  <a:pt x="1554" y="807"/>
                </a:cubicBezTo>
                <a:cubicBezTo>
                  <a:pt x="1573" y="742"/>
                  <a:pt x="1585" y="745"/>
                  <a:pt x="1582" y="738"/>
                </a:cubicBezTo>
                <a:cubicBezTo>
                  <a:pt x="1593" y="722"/>
                  <a:pt x="1591" y="719"/>
                  <a:pt x="1594" y="718"/>
                </a:cubicBezTo>
                <a:cubicBezTo>
                  <a:pt x="1619" y="684"/>
                  <a:pt x="1616" y="687"/>
                  <a:pt x="1615" y="692"/>
                </a:cubicBezTo>
                <a:cubicBezTo>
                  <a:pt x="1599" y="715"/>
                  <a:pt x="1601" y="718"/>
                  <a:pt x="1598" y="719"/>
                </a:cubicBezTo>
                <a:cubicBezTo>
                  <a:pt x="1585" y="740"/>
                  <a:pt x="1585" y="746"/>
                  <a:pt x="1581" y="749"/>
                </a:cubicBezTo>
                <a:cubicBezTo>
                  <a:pt x="1568" y="794"/>
                  <a:pt x="1561" y="795"/>
                  <a:pt x="1562" y="801"/>
                </a:cubicBezTo>
                <a:cubicBezTo>
                  <a:pt x="1546" y="844"/>
                  <a:pt x="1548" y="851"/>
                  <a:pt x="1545" y="855"/>
                </a:cubicBezTo>
                <a:cubicBezTo>
                  <a:pt x="1538" y="894"/>
                  <a:pt x="1537" y="904"/>
                  <a:pt x="1536" y="914"/>
                </a:cubicBezTo>
                <a:cubicBezTo>
                  <a:pt x="1529" y="960"/>
                  <a:pt x="1529" y="966"/>
                  <a:pt x="1526" y="969"/>
                </a:cubicBezTo>
                <a:cubicBezTo>
                  <a:pt x="1512" y="1031"/>
                  <a:pt x="1515" y="1039"/>
                  <a:pt x="1513" y="1043"/>
                </a:cubicBezTo>
                <a:cubicBezTo>
                  <a:pt x="1500" y="1088"/>
                  <a:pt x="1491" y="1087"/>
                  <a:pt x="1493" y="1095"/>
                </a:cubicBezTo>
                <a:cubicBezTo>
                  <a:pt x="1496" y="1099"/>
                  <a:pt x="1498" y="1092"/>
                  <a:pt x="1501" y="1087"/>
                </a:cubicBezTo>
                <a:cubicBezTo>
                  <a:pt x="1520" y="1044"/>
                  <a:pt x="1523" y="1037"/>
                  <a:pt x="1524" y="1030"/>
                </a:cubicBezTo>
                <a:cubicBezTo>
                  <a:pt x="1535" y="1007"/>
                  <a:pt x="1530" y="996"/>
                  <a:pt x="1534" y="990"/>
                </a:cubicBezTo>
                <a:cubicBezTo>
                  <a:pt x="1547" y="920"/>
                  <a:pt x="1543" y="912"/>
                  <a:pt x="1546" y="908"/>
                </a:cubicBezTo>
                <a:cubicBezTo>
                  <a:pt x="1558" y="848"/>
                  <a:pt x="1560" y="836"/>
                  <a:pt x="1564" y="825"/>
                </a:cubicBezTo>
                <a:cubicBezTo>
                  <a:pt x="1596" y="749"/>
                  <a:pt x="1597" y="736"/>
                  <a:pt x="1604" y="727"/>
                </a:cubicBezTo>
                <a:cubicBezTo>
                  <a:pt x="1617" y="708"/>
                  <a:pt x="1618" y="702"/>
                  <a:pt x="1621" y="697"/>
                </a:cubicBezTo>
                <a:cubicBezTo>
                  <a:pt x="1645" y="666"/>
                  <a:pt x="1646" y="660"/>
                  <a:pt x="1649" y="655"/>
                </a:cubicBezTo>
                <a:cubicBezTo>
                  <a:pt x="1664" y="655"/>
                  <a:pt x="1660" y="659"/>
                  <a:pt x="1655" y="663"/>
                </a:cubicBezTo>
                <a:cubicBezTo>
                  <a:pt x="1646" y="680"/>
                  <a:pt x="1644" y="682"/>
                  <a:pt x="1640" y="683"/>
                </a:cubicBezTo>
                <a:cubicBezTo>
                  <a:pt x="1628" y="709"/>
                  <a:pt x="1626" y="711"/>
                  <a:pt x="1624" y="712"/>
                </a:cubicBezTo>
                <a:cubicBezTo>
                  <a:pt x="1609" y="739"/>
                  <a:pt x="1613" y="749"/>
                  <a:pt x="1606" y="751"/>
                </a:cubicBezTo>
                <a:cubicBezTo>
                  <a:pt x="1591" y="789"/>
                  <a:pt x="1590" y="796"/>
                  <a:pt x="1586" y="801"/>
                </a:cubicBezTo>
                <a:cubicBezTo>
                  <a:pt x="1573" y="863"/>
                  <a:pt x="1567" y="866"/>
                  <a:pt x="1571" y="877"/>
                </a:cubicBezTo>
                <a:cubicBezTo>
                  <a:pt x="1569" y="1011"/>
                  <a:pt x="1566" y="1004"/>
                  <a:pt x="1567" y="1000"/>
                </a:cubicBezTo>
                <a:cubicBezTo>
                  <a:pt x="1584" y="947"/>
                  <a:pt x="1586" y="936"/>
                  <a:pt x="1591" y="926"/>
                </a:cubicBezTo>
                <a:cubicBezTo>
                  <a:pt x="1618" y="817"/>
                  <a:pt x="1621" y="806"/>
                  <a:pt x="1623" y="794"/>
                </a:cubicBezTo>
                <a:cubicBezTo>
                  <a:pt x="1638" y="752"/>
                  <a:pt x="1642" y="741"/>
                  <a:pt x="1647" y="730"/>
                </a:cubicBezTo>
                <a:cubicBezTo>
                  <a:pt x="1665" y="691"/>
                  <a:pt x="1667" y="688"/>
                  <a:pt x="1670" y="686"/>
                </a:cubicBezTo>
                <a:cubicBezTo>
                  <a:pt x="1680" y="666"/>
                  <a:pt x="1683" y="662"/>
                  <a:pt x="1685" y="657"/>
                </a:cubicBezTo>
                <a:cubicBezTo>
                  <a:pt x="1698" y="643"/>
                  <a:pt x="1698" y="640"/>
                  <a:pt x="1701" y="639"/>
                </a:cubicBezTo>
                <a:cubicBezTo>
                  <a:pt x="1715" y="633"/>
                  <a:pt x="1706" y="644"/>
                  <a:pt x="1697" y="655"/>
                </a:cubicBezTo>
                <a:cubicBezTo>
                  <a:pt x="1662" y="708"/>
                  <a:pt x="1663" y="716"/>
                  <a:pt x="1658" y="719"/>
                </a:cubicBezTo>
                <a:cubicBezTo>
                  <a:pt x="1644" y="762"/>
                  <a:pt x="1639" y="772"/>
                  <a:pt x="1639" y="785"/>
                </a:cubicBezTo>
                <a:cubicBezTo>
                  <a:pt x="1619" y="855"/>
                  <a:pt x="1616" y="860"/>
                  <a:pt x="1616" y="867"/>
                </a:cubicBezTo>
                <a:cubicBezTo>
                  <a:pt x="1604" y="896"/>
                  <a:pt x="1606" y="912"/>
                  <a:pt x="1600" y="923"/>
                </a:cubicBezTo>
                <a:cubicBezTo>
                  <a:pt x="1589" y="968"/>
                  <a:pt x="1585" y="973"/>
                  <a:pt x="1586" y="981"/>
                </a:cubicBezTo>
                <a:cubicBezTo>
                  <a:pt x="1573" y="1022"/>
                  <a:pt x="1565" y="1025"/>
                  <a:pt x="1566" y="1033"/>
                </a:cubicBezTo>
                <a:cubicBezTo>
                  <a:pt x="1553" y="1054"/>
                  <a:pt x="1550" y="1059"/>
                  <a:pt x="1545" y="1063"/>
                </a:cubicBezTo>
                <a:cubicBezTo>
                  <a:pt x="1509" y="1110"/>
                  <a:pt x="1503" y="1109"/>
                  <a:pt x="1506" y="1115"/>
                </a:cubicBezTo>
                <a:cubicBezTo>
                  <a:pt x="1523" y="1102"/>
                  <a:pt x="1526" y="1099"/>
                  <a:pt x="1529" y="1095"/>
                </a:cubicBezTo>
                <a:cubicBezTo>
                  <a:pt x="1541" y="1079"/>
                  <a:pt x="1546" y="1077"/>
                  <a:pt x="1547" y="1072"/>
                </a:cubicBezTo>
                <a:cubicBezTo>
                  <a:pt x="1566" y="1044"/>
                  <a:pt x="1569" y="1040"/>
                  <a:pt x="1573" y="1036"/>
                </a:cubicBezTo>
                <a:close/>
                <a:moveTo>
                  <a:pt x="1704" y="888"/>
                </a:moveTo>
                <a:cubicBezTo>
                  <a:pt x="1709" y="888"/>
                  <a:pt x="1703" y="895"/>
                  <a:pt x="1704" y="897"/>
                </a:cubicBezTo>
                <a:cubicBezTo>
                  <a:pt x="1680" y="926"/>
                  <a:pt x="1684" y="933"/>
                  <a:pt x="1677" y="933"/>
                </a:cubicBezTo>
                <a:cubicBezTo>
                  <a:pt x="1692" y="888"/>
                  <a:pt x="1696" y="888"/>
                  <a:pt x="1694" y="884"/>
                </a:cubicBezTo>
                <a:cubicBezTo>
                  <a:pt x="1720" y="791"/>
                  <a:pt x="1729" y="785"/>
                  <a:pt x="1725" y="772"/>
                </a:cubicBezTo>
                <a:cubicBezTo>
                  <a:pt x="1737" y="743"/>
                  <a:pt x="1738" y="735"/>
                  <a:pt x="1742" y="729"/>
                </a:cubicBezTo>
                <a:cubicBezTo>
                  <a:pt x="1754" y="700"/>
                  <a:pt x="1755" y="692"/>
                  <a:pt x="1761" y="688"/>
                </a:cubicBezTo>
                <a:cubicBezTo>
                  <a:pt x="1767" y="673"/>
                  <a:pt x="1768" y="669"/>
                  <a:pt x="1770" y="666"/>
                </a:cubicBezTo>
                <a:cubicBezTo>
                  <a:pt x="1790" y="634"/>
                  <a:pt x="1785" y="626"/>
                  <a:pt x="1792" y="627"/>
                </a:cubicBezTo>
                <a:cubicBezTo>
                  <a:pt x="1795" y="624"/>
                  <a:pt x="1796" y="629"/>
                  <a:pt x="1795" y="633"/>
                </a:cubicBezTo>
                <a:cubicBezTo>
                  <a:pt x="1779" y="657"/>
                  <a:pt x="1783" y="666"/>
                  <a:pt x="1777" y="667"/>
                </a:cubicBezTo>
                <a:cubicBezTo>
                  <a:pt x="1760" y="709"/>
                  <a:pt x="1759" y="717"/>
                  <a:pt x="1754" y="722"/>
                </a:cubicBezTo>
                <a:cubicBezTo>
                  <a:pt x="1745" y="753"/>
                  <a:pt x="1749" y="759"/>
                  <a:pt x="1745" y="759"/>
                </a:cubicBezTo>
                <a:cubicBezTo>
                  <a:pt x="1733" y="796"/>
                  <a:pt x="1737" y="802"/>
                  <a:pt x="1733" y="803"/>
                </a:cubicBezTo>
                <a:cubicBezTo>
                  <a:pt x="1722" y="841"/>
                  <a:pt x="1717" y="851"/>
                  <a:pt x="1715" y="864"/>
                </a:cubicBezTo>
                <a:cubicBezTo>
                  <a:pt x="1700" y="892"/>
                  <a:pt x="1704" y="892"/>
                  <a:pt x="1704" y="888"/>
                </a:cubicBezTo>
                <a:close/>
                <a:moveTo>
                  <a:pt x="1534" y="299"/>
                </a:moveTo>
                <a:cubicBezTo>
                  <a:pt x="1541" y="296"/>
                  <a:pt x="1544" y="300"/>
                  <a:pt x="1551" y="298"/>
                </a:cubicBezTo>
                <a:cubicBezTo>
                  <a:pt x="1606" y="305"/>
                  <a:pt x="1609" y="310"/>
                  <a:pt x="1615" y="309"/>
                </a:cubicBezTo>
                <a:cubicBezTo>
                  <a:pt x="1665" y="320"/>
                  <a:pt x="1668" y="324"/>
                  <a:pt x="1675" y="322"/>
                </a:cubicBezTo>
                <a:cubicBezTo>
                  <a:pt x="1725" y="336"/>
                  <a:pt x="1725" y="345"/>
                  <a:pt x="1732" y="343"/>
                </a:cubicBezTo>
                <a:cubicBezTo>
                  <a:pt x="1776" y="364"/>
                  <a:pt x="1782" y="363"/>
                  <a:pt x="1783" y="369"/>
                </a:cubicBezTo>
                <a:cubicBezTo>
                  <a:pt x="1805" y="373"/>
                  <a:pt x="1804" y="382"/>
                  <a:pt x="1812" y="379"/>
                </a:cubicBezTo>
                <a:cubicBezTo>
                  <a:pt x="1845" y="400"/>
                  <a:pt x="1856" y="399"/>
                  <a:pt x="1863" y="406"/>
                </a:cubicBezTo>
                <a:cubicBezTo>
                  <a:pt x="1911" y="424"/>
                  <a:pt x="1920" y="418"/>
                  <a:pt x="1923" y="421"/>
                </a:cubicBezTo>
                <a:cubicBezTo>
                  <a:pt x="1958" y="431"/>
                  <a:pt x="1968" y="425"/>
                  <a:pt x="1969" y="431"/>
                </a:cubicBezTo>
                <a:cubicBezTo>
                  <a:pt x="1954" y="441"/>
                  <a:pt x="1952" y="436"/>
                  <a:pt x="1948" y="435"/>
                </a:cubicBezTo>
                <a:cubicBezTo>
                  <a:pt x="1904" y="430"/>
                  <a:pt x="1898" y="426"/>
                  <a:pt x="1891" y="425"/>
                </a:cubicBezTo>
                <a:cubicBezTo>
                  <a:pt x="1826" y="407"/>
                  <a:pt x="1828" y="397"/>
                  <a:pt x="1822" y="400"/>
                </a:cubicBezTo>
                <a:cubicBezTo>
                  <a:pt x="1792" y="385"/>
                  <a:pt x="1790" y="382"/>
                  <a:pt x="1786" y="382"/>
                </a:cubicBezTo>
                <a:cubicBezTo>
                  <a:pt x="1758" y="367"/>
                  <a:pt x="1754" y="368"/>
                  <a:pt x="1754" y="365"/>
                </a:cubicBezTo>
                <a:cubicBezTo>
                  <a:pt x="1735" y="356"/>
                  <a:pt x="1730" y="353"/>
                  <a:pt x="1723" y="351"/>
                </a:cubicBezTo>
                <a:cubicBezTo>
                  <a:pt x="1699" y="338"/>
                  <a:pt x="1689" y="341"/>
                  <a:pt x="1684" y="336"/>
                </a:cubicBezTo>
                <a:cubicBezTo>
                  <a:pt x="1637" y="322"/>
                  <a:pt x="1631" y="319"/>
                  <a:pt x="1625" y="316"/>
                </a:cubicBezTo>
                <a:cubicBezTo>
                  <a:pt x="1552" y="306"/>
                  <a:pt x="1547" y="305"/>
                  <a:pt x="1542" y="306"/>
                </a:cubicBezTo>
                <a:cubicBezTo>
                  <a:pt x="1519" y="295"/>
                  <a:pt x="1527" y="303"/>
                  <a:pt x="1534" y="299"/>
                </a:cubicBezTo>
                <a:close/>
                <a:moveTo>
                  <a:pt x="1968" y="449"/>
                </a:moveTo>
                <a:cubicBezTo>
                  <a:pt x="1969" y="454"/>
                  <a:pt x="1963" y="455"/>
                  <a:pt x="1960" y="452"/>
                </a:cubicBezTo>
                <a:cubicBezTo>
                  <a:pt x="1960" y="449"/>
                  <a:pt x="1965" y="450"/>
                  <a:pt x="1968" y="449"/>
                </a:cubicBezTo>
                <a:close/>
                <a:moveTo>
                  <a:pt x="1567" y="324"/>
                </a:moveTo>
                <a:cubicBezTo>
                  <a:pt x="1564" y="319"/>
                  <a:pt x="1555" y="323"/>
                  <a:pt x="1551" y="320"/>
                </a:cubicBezTo>
                <a:cubicBezTo>
                  <a:pt x="1450" y="299"/>
                  <a:pt x="1460" y="303"/>
                  <a:pt x="1463" y="303"/>
                </a:cubicBezTo>
                <a:cubicBezTo>
                  <a:pt x="1502" y="303"/>
                  <a:pt x="1506" y="306"/>
                  <a:pt x="1511" y="307"/>
                </a:cubicBezTo>
                <a:cubicBezTo>
                  <a:pt x="1565" y="311"/>
                  <a:pt x="1566" y="318"/>
                  <a:pt x="1572" y="316"/>
                </a:cubicBezTo>
                <a:cubicBezTo>
                  <a:pt x="1642" y="329"/>
                  <a:pt x="1649" y="335"/>
                  <a:pt x="1660" y="336"/>
                </a:cubicBezTo>
                <a:cubicBezTo>
                  <a:pt x="1704" y="352"/>
                  <a:pt x="1706" y="355"/>
                  <a:pt x="1710" y="354"/>
                </a:cubicBezTo>
                <a:cubicBezTo>
                  <a:pt x="1734" y="367"/>
                  <a:pt x="1739" y="368"/>
                  <a:pt x="1744" y="370"/>
                </a:cubicBezTo>
                <a:cubicBezTo>
                  <a:pt x="1759" y="383"/>
                  <a:pt x="1767" y="380"/>
                  <a:pt x="1770" y="382"/>
                </a:cubicBezTo>
                <a:cubicBezTo>
                  <a:pt x="1788" y="392"/>
                  <a:pt x="1791" y="396"/>
                  <a:pt x="1797" y="395"/>
                </a:cubicBezTo>
                <a:cubicBezTo>
                  <a:pt x="1858" y="428"/>
                  <a:pt x="1872" y="424"/>
                  <a:pt x="1879" y="432"/>
                </a:cubicBezTo>
                <a:cubicBezTo>
                  <a:pt x="1917" y="440"/>
                  <a:pt x="1925" y="442"/>
                  <a:pt x="1932" y="444"/>
                </a:cubicBezTo>
                <a:cubicBezTo>
                  <a:pt x="1950" y="451"/>
                  <a:pt x="1943" y="456"/>
                  <a:pt x="1942" y="451"/>
                </a:cubicBezTo>
                <a:cubicBezTo>
                  <a:pt x="1913" y="449"/>
                  <a:pt x="1907" y="449"/>
                  <a:pt x="1902" y="447"/>
                </a:cubicBezTo>
                <a:cubicBezTo>
                  <a:pt x="1879" y="443"/>
                  <a:pt x="1872" y="443"/>
                  <a:pt x="1869" y="438"/>
                </a:cubicBezTo>
                <a:cubicBezTo>
                  <a:pt x="1814" y="426"/>
                  <a:pt x="1813" y="418"/>
                  <a:pt x="1804" y="421"/>
                </a:cubicBezTo>
                <a:cubicBezTo>
                  <a:pt x="1757" y="398"/>
                  <a:pt x="1753" y="395"/>
                  <a:pt x="1748" y="393"/>
                </a:cubicBezTo>
                <a:cubicBezTo>
                  <a:pt x="1726" y="379"/>
                  <a:pt x="1714" y="379"/>
                  <a:pt x="1706" y="372"/>
                </a:cubicBezTo>
                <a:cubicBezTo>
                  <a:pt x="1669" y="351"/>
                  <a:pt x="1663" y="354"/>
                  <a:pt x="1663" y="351"/>
                </a:cubicBezTo>
                <a:cubicBezTo>
                  <a:pt x="1643" y="344"/>
                  <a:pt x="1639" y="340"/>
                  <a:pt x="1632" y="341"/>
                </a:cubicBezTo>
                <a:cubicBezTo>
                  <a:pt x="1598" y="327"/>
                  <a:pt x="1591" y="328"/>
                  <a:pt x="1585" y="327"/>
                </a:cubicBezTo>
                <a:close/>
                <a:moveTo>
                  <a:pt x="1948" y="481"/>
                </a:moveTo>
                <a:cubicBezTo>
                  <a:pt x="1943" y="482"/>
                  <a:pt x="1946" y="488"/>
                  <a:pt x="1940" y="487"/>
                </a:cubicBezTo>
                <a:cubicBezTo>
                  <a:pt x="1944" y="482"/>
                  <a:pt x="1944" y="475"/>
                  <a:pt x="1953" y="474"/>
                </a:cubicBezTo>
                <a:cubicBezTo>
                  <a:pt x="1955" y="479"/>
                  <a:pt x="1949" y="479"/>
                  <a:pt x="1948" y="481"/>
                </a:cubicBezTo>
                <a:close/>
                <a:moveTo>
                  <a:pt x="1923" y="470"/>
                </a:moveTo>
                <a:cubicBezTo>
                  <a:pt x="1920" y="466"/>
                  <a:pt x="1912" y="469"/>
                  <a:pt x="1907" y="466"/>
                </a:cubicBezTo>
                <a:cubicBezTo>
                  <a:pt x="1879" y="465"/>
                  <a:pt x="1874" y="467"/>
                  <a:pt x="1873" y="464"/>
                </a:cubicBezTo>
                <a:cubicBezTo>
                  <a:pt x="1838" y="455"/>
                  <a:pt x="1833" y="454"/>
                  <a:pt x="1829" y="452"/>
                </a:cubicBezTo>
                <a:cubicBezTo>
                  <a:pt x="1753" y="419"/>
                  <a:pt x="1749" y="416"/>
                  <a:pt x="1745" y="414"/>
                </a:cubicBezTo>
                <a:cubicBezTo>
                  <a:pt x="1687" y="386"/>
                  <a:pt x="1681" y="389"/>
                  <a:pt x="1680" y="385"/>
                </a:cubicBezTo>
                <a:cubicBezTo>
                  <a:pt x="1662" y="375"/>
                  <a:pt x="1659" y="374"/>
                  <a:pt x="1656" y="374"/>
                </a:cubicBezTo>
                <a:cubicBezTo>
                  <a:pt x="1619" y="357"/>
                  <a:pt x="1617" y="350"/>
                  <a:pt x="1610" y="352"/>
                </a:cubicBezTo>
                <a:cubicBezTo>
                  <a:pt x="1571" y="325"/>
                  <a:pt x="1576" y="333"/>
                  <a:pt x="1579" y="330"/>
                </a:cubicBezTo>
                <a:cubicBezTo>
                  <a:pt x="1615" y="345"/>
                  <a:pt x="1630" y="345"/>
                  <a:pt x="1640" y="350"/>
                </a:cubicBezTo>
                <a:cubicBezTo>
                  <a:pt x="1669" y="363"/>
                  <a:pt x="1671" y="364"/>
                  <a:pt x="1672" y="367"/>
                </a:cubicBezTo>
                <a:cubicBezTo>
                  <a:pt x="1726" y="389"/>
                  <a:pt x="1726" y="395"/>
                  <a:pt x="1730" y="394"/>
                </a:cubicBezTo>
                <a:cubicBezTo>
                  <a:pt x="1758" y="411"/>
                  <a:pt x="1765" y="409"/>
                  <a:pt x="1769" y="414"/>
                </a:cubicBezTo>
                <a:cubicBezTo>
                  <a:pt x="1815" y="430"/>
                  <a:pt x="1822" y="439"/>
                  <a:pt x="1838" y="437"/>
                </a:cubicBezTo>
                <a:cubicBezTo>
                  <a:pt x="1891" y="455"/>
                  <a:pt x="1892" y="458"/>
                  <a:pt x="1895" y="458"/>
                </a:cubicBezTo>
                <a:cubicBezTo>
                  <a:pt x="1925" y="456"/>
                  <a:pt x="1939" y="461"/>
                  <a:pt x="1947" y="464"/>
                </a:cubicBezTo>
                <a:cubicBezTo>
                  <a:pt x="1946" y="472"/>
                  <a:pt x="1931" y="465"/>
                  <a:pt x="1923" y="470"/>
                </a:cubicBezTo>
                <a:close/>
                <a:moveTo>
                  <a:pt x="1923" y="528"/>
                </a:moveTo>
                <a:cubicBezTo>
                  <a:pt x="1926" y="518"/>
                  <a:pt x="1933" y="511"/>
                  <a:pt x="1938" y="503"/>
                </a:cubicBezTo>
                <a:cubicBezTo>
                  <a:pt x="1972" y="476"/>
                  <a:pt x="1969" y="477"/>
                  <a:pt x="1969" y="479"/>
                </a:cubicBezTo>
                <a:cubicBezTo>
                  <a:pt x="1958" y="497"/>
                  <a:pt x="1958" y="501"/>
                  <a:pt x="1956" y="504"/>
                </a:cubicBezTo>
                <a:cubicBezTo>
                  <a:pt x="1932" y="538"/>
                  <a:pt x="1936" y="549"/>
                  <a:pt x="1929" y="553"/>
                </a:cubicBezTo>
                <a:cubicBezTo>
                  <a:pt x="1901" y="608"/>
                  <a:pt x="1903" y="613"/>
                  <a:pt x="1901" y="616"/>
                </a:cubicBezTo>
                <a:cubicBezTo>
                  <a:pt x="1866" y="694"/>
                  <a:pt x="1857" y="699"/>
                  <a:pt x="1856" y="708"/>
                </a:cubicBezTo>
                <a:cubicBezTo>
                  <a:pt x="1838" y="738"/>
                  <a:pt x="1833" y="746"/>
                  <a:pt x="1828" y="753"/>
                </a:cubicBezTo>
                <a:cubicBezTo>
                  <a:pt x="1818" y="768"/>
                  <a:pt x="1816" y="771"/>
                  <a:pt x="1814" y="775"/>
                </a:cubicBezTo>
                <a:cubicBezTo>
                  <a:pt x="1784" y="808"/>
                  <a:pt x="1782" y="812"/>
                  <a:pt x="1780" y="815"/>
                </a:cubicBezTo>
                <a:cubicBezTo>
                  <a:pt x="1787" y="794"/>
                  <a:pt x="1788" y="787"/>
                  <a:pt x="1791" y="782"/>
                </a:cubicBezTo>
                <a:cubicBezTo>
                  <a:pt x="1812" y="744"/>
                  <a:pt x="1811" y="736"/>
                  <a:pt x="1815" y="731"/>
                </a:cubicBezTo>
                <a:cubicBezTo>
                  <a:pt x="1845" y="671"/>
                  <a:pt x="1848" y="658"/>
                  <a:pt x="1853" y="647"/>
                </a:cubicBezTo>
                <a:cubicBezTo>
                  <a:pt x="1865" y="618"/>
                  <a:pt x="1870" y="618"/>
                  <a:pt x="1870" y="615"/>
                </a:cubicBezTo>
                <a:cubicBezTo>
                  <a:pt x="1884" y="588"/>
                  <a:pt x="1881" y="581"/>
                  <a:pt x="1886" y="581"/>
                </a:cubicBezTo>
                <a:cubicBezTo>
                  <a:pt x="1902" y="555"/>
                  <a:pt x="1903" y="553"/>
                  <a:pt x="1902" y="549"/>
                </a:cubicBezTo>
                <a:close/>
                <a:moveTo>
                  <a:pt x="1897" y="530"/>
                </a:moveTo>
                <a:cubicBezTo>
                  <a:pt x="1900" y="530"/>
                  <a:pt x="1902" y="528"/>
                  <a:pt x="1902" y="525"/>
                </a:cubicBezTo>
                <a:cubicBezTo>
                  <a:pt x="1921" y="520"/>
                  <a:pt x="1910" y="520"/>
                  <a:pt x="1909" y="526"/>
                </a:cubicBezTo>
                <a:cubicBezTo>
                  <a:pt x="1880" y="565"/>
                  <a:pt x="1883" y="570"/>
                  <a:pt x="1880" y="571"/>
                </a:cubicBezTo>
                <a:cubicBezTo>
                  <a:pt x="1866" y="602"/>
                  <a:pt x="1857" y="609"/>
                  <a:pt x="1858" y="621"/>
                </a:cubicBezTo>
                <a:cubicBezTo>
                  <a:pt x="1825" y="682"/>
                  <a:pt x="1824" y="691"/>
                  <a:pt x="1818" y="697"/>
                </a:cubicBezTo>
                <a:cubicBezTo>
                  <a:pt x="1794" y="747"/>
                  <a:pt x="1794" y="753"/>
                  <a:pt x="1791" y="758"/>
                </a:cubicBezTo>
                <a:cubicBezTo>
                  <a:pt x="1780" y="779"/>
                  <a:pt x="1781" y="783"/>
                  <a:pt x="1778" y="784"/>
                </a:cubicBezTo>
                <a:cubicBezTo>
                  <a:pt x="1763" y="815"/>
                  <a:pt x="1763" y="820"/>
                  <a:pt x="1761" y="825"/>
                </a:cubicBezTo>
                <a:cubicBezTo>
                  <a:pt x="1742" y="853"/>
                  <a:pt x="1738" y="859"/>
                  <a:pt x="1730" y="862"/>
                </a:cubicBezTo>
                <a:cubicBezTo>
                  <a:pt x="1712" y="896"/>
                  <a:pt x="1713" y="894"/>
                  <a:pt x="1714" y="893"/>
                </a:cubicBezTo>
                <a:cubicBezTo>
                  <a:pt x="1733" y="846"/>
                  <a:pt x="1741" y="839"/>
                  <a:pt x="1745" y="830"/>
                </a:cubicBezTo>
                <a:cubicBezTo>
                  <a:pt x="1765" y="800"/>
                  <a:pt x="1765" y="788"/>
                  <a:pt x="1771" y="781"/>
                </a:cubicBezTo>
                <a:cubicBezTo>
                  <a:pt x="1785" y="750"/>
                  <a:pt x="1782" y="742"/>
                  <a:pt x="1786" y="739"/>
                </a:cubicBezTo>
                <a:cubicBezTo>
                  <a:pt x="1790" y="719"/>
                  <a:pt x="1799" y="720"/>
                  <a:pt x="1796" y="712"/>
                </a:cubicBezTo>
                <a:cubicBezTo>
                  <a:pt x="1816" y="669"/>
                  <a:pt x="1812" y="661"/>
                  <a:pt x="1818" y="660"/>
                </a:cubicBezTo>
                <a:cubicBezTo>
                  <a:pt x="1829" y="643"/>
                  <a:pt x="1826" y="635"/>
                  <a:pt x="1833" y="633"/>
                </a:cubicBezTo>
                <a:cubicBezTo>
                  <a:pt x="1843" y="612"/>
                  <a:pt x="1842" y="605"/>
                  <a:pt x="1845" y="599"/>
                </a:cubicBezTo>
                <a:cubicBezTo>
                  <a:pt x="1856" y="588"/>
                  <a:pt x="1855" y="583"/>
                  <a:pt x="1859" y="581"/>
                </a:cubicBezTo>
                <a:cubicBezTo>
                  <a:pt x="1885" y="546"/>
                  <a:pt x="1893" y="540"/>
                  <a:pt x="1897" y="530"/>
                </a:cubicBezTo>
                <a:close/>
                <a:moveTo>
                  <a:pt x="1824" y="596"/>
                </a:moveTo>
                <a:cubicBezTo>
                  <a:pt x="1827" y="593"/>
                  <a:pt x="1832" y="591"/>
                  <a:pt x="1831" y="584"/>
                </a:cubicBezTo>
                <a:cubicBezTo>
                  <a:pt x="1861" y="547"/>
                  <a:pt x="1867" y="544"/>
                  <a:pt x="1869" y="540"/>
                </a:cubicBezTo>
                <a:cubicBezTo>
                  <a:pt x="1888" y="530"/>
                  <a:pt x="1879" y="535"/>
                  <a:pt x="1880" y="538"/>
                </a:cubicBezTo>
                <a:cubicBezTo>
                  <a:pt x="1870" y="552"/>
                  <a:pt x="1866" y="551"/>
                  <a:pt x="1867" y="553"/>
                </a:cubicBezTo>
                <a:cubicBezTo>
                  <a:pt x="1850" y="569"/>
                  <a:pt x="1854" y="575"/>
                  <a:pt x="1850" y="576"/>
                </a:cubicBezTo>
                <a:cubicBezTo>
                  <a:pt x="1822" y="623"/>
                  <a:pt x="1825" y="632"/>
                  <a:pt x="1818" y="633"/>
                </a:cubicBezTo>
                <a:cubicBezTo>
                  <a:pt x="1805" y="665"/>
                  <a:pt x="1801" y="669"/>
                  <a:pt x="1801" y="674"/>
                </a:cubicBezTo>
                <a:cubicBezTo>
                  <a:pt x="1786" y="713"/>
                  <a:pt x="1784" y="727"/>
                  <a:pt x="1776" y="736"/>
                </a:cubicBezTo>
                <a:cubicBezTo>
                  <a:pt x="1773" y="758"/>
                  <a:pt x="1767" y="757"/>
                  <a:pt x="1768" y="762"/>
                </a:cubicBezTo>
                <a:cubicBezTo>
                  <a:pt x="1745" y="811"/>
                  <a:pt x="1743" y="823"/>
                  <a:pt x="1736" y="832"/>
                </a:cubicBezTo>
                <a:cubicBezTo>
                  <a:pt x="1737" y="820"/>
                  <a:pt x="1738" y="815"/>
                  <a:pt x="1741" y="813"/>
                </a:cubicBezTo>
                <a:cubicBezTo>
                  <a:pt x="1751" y="780"/>
                  <a:pt x="1752" y="770"/>
                  <a:pt x="1754" y="762"/>
                </a:cubicBezTo>
                <a:cubicBezTo>
                  <a:pt x="1769" y="712"/>
                  <a:pt x="1770" y="705"/>
                  <a:pt x="1774" y="701"/>
                </a:cubicBezTo>
                <a:cubicBezTo>
                  <a:pt x="1782" y="677"/>
                  <a:pt x="1787" y="673"/>
                  <a:pt x="1791" y="669"/>
                </a:cubicBezTo>
                <a:cubicBezTo>
                  <a:pt x="1796" y="652"/>
                  <a:pt x="1795" y="650"/>
                  <a:pt x="1796" y="648"/>
                </a:cubicBezTo>
                <a:cubicBezTo>
                  <a:pt x="1802" y="634"/>
                  <a:pt x="1807" y="627"/>
                  <a:pt x="1811" y="619"/>
                </a:cubicBezTo>
                <a:close/>
                <a:moveTo>
                  <a:pt x="1818" y="584"/>
                </a:moveTo>
                <a:cubicBezTo>
                  <a:pt x="1823" y="584"/>
                  <a:pt x="1819" y="591"/>
                  <a:pt x="1817" y="591"/>
                </a:cubicBezTo>
                <a:cubicBezTo>
                  <a:pt x="1813" y="593"/>
                  <a:pt x="1817" y="600"/>
                  <a:pt x="1809" y="599"/>
                </a:cubicBezTo>
                <a:cubicBezTo>
                  <a:pt x="1809" y="592"/>
                  <a:pt x="1818" y="591"/>
                  <a:pt x="1818" y="584"/>
                </a:cubicBezTo>
                <a:close/>
                <a:moveTo>
                  <a:pt x="1372" y="654"/>
                </a:moveTo>
                <a:cubicBezTo>
                  <a:pt x="1369" y="651"/>
                  <a:pt x="1365" y="650"/>
                  <a:pt x="1362" y="649"/>
                </a:cubicBezTo>
                <a:cubicBezTo>
                  <a:pt x="1364" y="641"/>
                  <a:pt x="1368" y="652"/>
                  <a:pt x="1373" y="649"/>
                </a:cubicBezTo>
                <a:cubicBezTo>
                  <a:pt x="1376" y="652"/>
                  <a:pt x="1379" y="652"/>
                  <a:pt x="1383" y="654"/>
                </a:cubicBezTo>
                <a:cubicBezTo>
                  <a:pt x="1381" y="662"/>
                  <a:pt x="1377" y="650"/>
                  <a:pt x="1372" y="654"/>
                </a:cubicBezTo>
                <a:close/>
                <a:moveTo>
                  <a:pt x="1400" y="662"/>
                </a:moveTo>
                <a:cubicBezTo>
                  <a:pt x="1395" y="661"/>
                  <a:pt x="1390" y="659"/>
                  <a:pt x="1386" y="658"/>
                </a:cubicBezTo>
                <a:cubicBezTo>
                  <a:pt x="1387" y="652"/>
                  <a:pt x="1393" y="662"/>
                  <a:pt x="1399" y="658"/>
                </a:cubicBezTo>
                <a:cubicBezTo>
                  <a:pt x="1402" y="661"/>
                  <a:pt x="1407" y="664"/>
                  <a:pt x="1413" y="664"/>
                </a:cubicBezTo>
                <a:cubicBezTo>
                  <a:pt x="1412" y="669"/>
                  <a:pt x="1402" y="664"/>
                  <a:pt x="1400" y="662"/>
                </a:cubicBezTo>
                <a:close/>
                <a:moveTo>
                  <a:pt x="1440" y="675"/>
                </a:moveTo>
                <a:cubicBezTo>
                  <a:pt x="1434" y="672"/>
                  <a:pt x="1443" y="674"/>
                  <a:pt x="1446" y="674"/>
                </a:cubicBezTo>
                <a:cubicBezTo>
                  <a:pt x="1445" y="678"/>
                  <a:pt x="1442" y="675"/>
                  <a:pt x="1440" y="675"/>
                </a:cubicBezTo>
                <a:close/>
                <a:moveTo>
                  <a:pt x="1398" y="704"/>
                </a:moveTo>
                <a:cubicBezTo>
                  <a:pt x="1398" y="699"/>
                  <a:pt x="1406" y="702"/>
                  <a:pt x="1407" y="703"/>
                </a:cubicBezTo>
                <a:cubicBezTo>
                  <a:pt x="1407" y="709"/>
                  <a:pt x="1402" y="701"/>
                  <a:pt x="1398" y="704"/>
                </a:cubicBezTo>
                <a:close/>
                <a:moveTo>
                  <a:pt x="1433" y="709"/>
                </a:moveTo>
                <a:cubicBezTo>
                  <a:pt x="1426" y="706"/>
                  <a:pt x="1436" y="708"/>
                  <a:pt x="1439" y="708"/>
                </a:cubicBezTo>
                <a:cubicBezTo>
                  <a:pt x="1438" y="712"/>
                  <a:pt x="1435" y="709"/>
                  <a:pt x="1433" y="709"/>
                </a:cubicBezTo>
                <a:close/>
                <a:moveTo>
                  <a:pt x="1135" y="916"/>
                </a:moveTo>
                <a:cubicBezTo>
                  <a:pt x="1134" y="916"/>
                  <a:pt x="1132" y="916"/>
                  <a:pt x="1131" y="916"/>
                </a:cubicBezTo>
                <a:cubicBezTo>
                  <a:pt x="1129" y="912"/>
                  <a:pt x="1133" y="912"/>
                  <a:pt x="1137" y="911"/>
                </a:cubicBezTo>
                <a:cubicBezTo>
                  <a:pt x="1137" y="913"/>
                  <a:pt x="1135" y="913"/>
                  <a:pt x="1135" y="916"/>
                </a:cubicBezTo>
                <a:close/>
                <a:moveTo>
                  <a:pt x="1156" y="896"/>
                </a:moveTo>
                <a:cubicBezTo>
                  <a:pt x="1150" y="895"/>
                  <a:pt x="1160" y="891"/>
                  <a:pt x="1159" y="887"/>
                </a:cubicBezTo>
                <a:cubicBezTo>
                  <a:pt x="1162" y="887"/>
                  <a:pt x="1165" y="886"/>
                  <a:pt x="1165" y="884"/>
                </a:cubicBezTo>
                <a:cubicBezTo>
                  <a:pt x="1172" y="888"/>
                  <a:pt x="1156" y="891"/>
                  <a:pt x="1156" y="896"/>
                </a:cubicBezTo>
                <a:close/>
                <a:moveTo>
                  <a:pt x="1242" y="819"/>
                </a:moveTo>
                <a:cubicBezTo>
                  <a:pt x="1244" y="815"/>
                  <a:pt x="1243" y="813"/>
                  <a:pt x="1240" y="810"/>
                </a:cubicBezTo>
                <a:cubicBezTo>
                  <a:pt x="1230" y="814"/>
                  <a:pt x="1224" y="810"/>
                  <a:pt x="1216" y="810"/>
                </a:cubicBezTo>
                <a:cubicBezTo>
                  <a:pt x="1208" y="811"/>
                  <a:pt x="1221" y="804"/>
                  <a:pt x="1220" y="809"/>
                </a:cubicBezTo>
                <a:cubicBezTo>
                  <a:pt x="1236" y="806"/>
                  <a:pt x="1246" y="812"/>
                  <a:pt x="1260" y="811"/>
                </a:cubicBezTo>
                <a:cubicBezTo>
                  <a:pt x="1258" y="816"/>
                  <a:pt x="1246" y="815"/>
                  <a:pt x="1242" y="819"/>
                </a:cubicBezTo>
                <a:close/>
                <a:moveTo>
                  <a:pt x="1266" y="830"/>
                </a:moveTo>
                <a:cubicBezTo>
                  <a:pt x="1267" y="826"/>
                  <a:pt x="1271" y="823"/>
                  <a:pt x="1276" y="822"/>
                </a:cubicBezTo>
                <a:cubicBezTo>
                  <a:pt x="1275" y="826"/>
                  <a:pt x="1271" y="828"/>
                  <a:pt x="1266" y="830"/>
                </a:cubicBezTo>
                <a:close/>
                <a:moveTo>
                  <a:pt x="1416" y="743"/>
                </a:moveTo>
                <a:cubicBezTo>
                  <a:pt x="1418" y="736"/>
                  <a:pt x="1425" y="744"/>
                  <a:pt x="1432" y="740"/>
                </a:cubicBezTo>
                <a:cubicBezTo>
                  <a:pt x="1431" y="749"/>
                  <a:pt x="1421" y="745"/>
                  <a:pt x="1416" y="743"/>
                </a:cubicBezTo>
                <a:close/>
                <a:moveTo>
                  <a:pt x="1655" y="687"/>
                </a:moveTo>
                <a:cubicBezTo>
                  <a:pt x="1656" y="691"/>
                  <a:pt x="1654" y="693"/>
                  <a:pt x="1654" y="696"/>
                </a:cubicBezTo>
                <a:cubicBezTo>
                  <a:pt x="1650" y="699"/>
                  <a:pt x="1647" y="704"/>
                  <a:pt x="1645" y="709"/>
                </a:cubicBezTo>
                <a:cubicBezTo>
                  <a:pt x="1645" y="715"/>
                  <a:pt x="1640" y="718"/>
                  <a:pt x="1639" y="723"/>
                </a:cubicBezTo>
                <a:cubicBezTo>
                  <a:pt x="1636" y="727"/>
                  <a:pt x="1636" y="733"/>
                  <a:pt x="1633" y="737"/>
                </a:cubicBezTo>
                <a:cubicBezTo>
                  <a:pt x="1630" y="748"/>
                  <a:pt x="1623" y="755"/>
                  <a:pt x="1623" y="768"/>
                </a:cubicBezTo>
                <a:cubicBezTo>
                  <a:pt x="1616" y="776"/>
                  <a:pt x="1617" y="789"/>
                  <a:pt x="1610" y="797"/>
                </a:cubicBezTo>
                <a:cubicBezTo>
                  <a:pt x="1609" y="821"/>
                  <a:pt x="1604" y="841"/>
                  <a:pt x="1595" y="859"/>
                </a:cubicBezTo>
                <a:cubicBezTo>
                  <a:pt x="1596" y="871"/>
                  <a:pt x="1592" y="880"/>
                  <a:pt x="1592" y="891"/>
                </a:cubicBezTo>
                <a:cubicBezTo>
                  <a:pt x="1586" y="898"/>
                  <a:pt x="1588" y="910"/>
                  <a:pt x="1583" y="917"/>
                </a:cubicBezTo>
                <a:cubicBezTo>
                  <a:pt x="1583" y="928"/>
                  <a:pt x="1578" y="936"/>
                  <a:pt x="1577" y="947"/>
                </a:cubicBezTo>
                <a:cubicBezTo>
                  <a:pt x="1576" y="956"/>
                  <a:pt x="1570" y="963"/>
                  <a:pt x="1571" y="974"/>
                </a:cubicBezTo>
                <a:cubicBezTo>
                  <a:pt x="1562" y="968"/>
                  <a:pt x="1575" y="961"/>
                  <a:pt x="1569" y="950"/>
                </a:cubicBezTo>
                <a:cubicBezTo>
                  <a:pt x="1570" y="943"/>
                  <a:pt x="1571" y="934"/>
                  <a:pt x="1569" y="924"/>
                </a:cubicBezTo>
                <a:cubicBezTo>
                  <a:pt x="1572" y="920"/>
                  <a:pt x="1570" y="912"/>
                  <a:pt x="1572" y="908"/>
                </a:cubicBezTo>
                <a:cubicBezTo>
                  <a:pt x="1572" y="902"/>
                  <a:pt x="1574" y="897"/>
                  <a:pt x="1577" y="894"/>
                </a:cubicBezTo>
                <a:cubicBezTo>
                  <a:pt x="1575" y="882"/>
                  <a:pt x="1582" y="875"/>
                  <a:pt x="1580" y="862"/>
                </a:cubicBezTo>
                <a:cubicBezTo>
                  <a:pt x="1585" y="854"/>
                  <a:pt x="1584" y="841"/>
                  <a:pt x="1588" y="832"/>
                </a:cubicBezTo>
                <a:cubicBezTo>
                  <a:pt x="1591" y="823"/>
                  <a:pt x="1595" y="814"/>
                  <a:pt x="1596" y="804"/>
                </a:cubicBezTo>
                <a:cubicBezTo>
                  <a:pt x="1599" y="800"/>
                  <a:pt x="1599" y="794"/>
                  <a:pt x="1602" y="789"/>
                </a:cubicBezTo>
                <a:cubicBezTo>
                  <a:pt x="1603" y="787"/>
                  <a:pt x="1604" y="784"/>
                  <a:pt x="1603" y="780"/>
                </a:cubicBezTo>
                <a:cubicBezTo>
                  <a:pt x="1606" y="781"/>
                  <a:pt x="1606" y="778"/>
                  <a:pt x="1606" y="775"/>
                </a:cubicBezTo>
                <a:cubicBezTo>
                  <a:pt x="1611" y="767"/>
                  <a:pt x="1612" y="757"/>
                  <a:pt x="1619" y="751"/>
                </a:cubicBezTo>
                <a:cubicBezTo>
                  <a:pt x="1619" y="744"/>
                  <a:pt x="1623" y="742"/>
                  <a:pt x="1626" y="739"/>
                </a:cubicBezTo>
                <a:cubicBezTo>
                  <a:pt x="1625" y="735"/>
                  <a:pt x="1628" y="734"/>
                  <a:pt x="1627" y="730"/>
                </a:cubicBezTo>
                <a:cubicBezTo>
                  <a:pt x="1631" y="730"/>
                  <a:pt x="1630" y="727"/>
                  <a:pt x="1630" y="724"/>
                </a:cubicBezTo>
                <a:cubicBezTo>
                  <a:pt x="1636" y="723"/>
                  <a:pt x="1632" y="715"/>
                  <a:pt x="1637" y="712"/>
                </a:cubicBezTo>
                <a:cubicBezTo>
                  <a:pt x="1637" y="706"/>
                  <a:pt x="1642" y="705"/>
                  <a:pt x="1641" y="698"/>
                </a:cubicBezTo>
                <a:cubicBezTo>
                  <a:pt x="1648" y="694"/>
                  <a:pt x="1652" y="687"/>
                  <a:pt x="1656" y="680"/>
                </a:cubicBezTo>
                <a:cubicBezTo>
                  <a:pt x="1661" y="679"/>
                  <a:pt x="1657" y="687"/>
                  <a:pt x="1655" y="687"/>
                </a:cubicBezTo>
                <a:close/>
                <a:moveTo>
                  <a:pt x="2606" y="35"/>
                </a:moveTo>
                <a:cubicBezTo>
                  <a:pt x="2599" y="41"/>
                  <a:pt x="2596" y="51"/>
                  <a:pt x="2588" y="56"/>
                </a:cubicBezTo>
                <a:cubicBezTo>
                  <a:pt x="2562" y="100"/>
                  <a:pt x="2557" y="112"/>
                  <a:pt x="2547" y="120"/>
                </a:cubicBezTo>
                <a:cubicBezTo>
                  <a:pt x="2515" y="157"/>
                  <a:pt x="2517" y="164"/>
                  <a:pt x="2512" y="163"/>
                </a:cubicBezTo>
                <a:cubicBezTo>
                  <a:pt x="2498" y="179"/>
                  <a:pt x="2493" y="184"/>
                  <a:pt x="2490" y="189"/>
                </a:cubicBezTo>
                <a:cubicBezTo>
                  <a:pt x="2471" y="199"/>
                  <a:pt x="2475" y="208"/>
                  <a:pt x="2469" y="207"/>
                </a:cubicBezTo>
                <a:cubicBezTo>
                  <a:pt x="2445" y="224"/>
                  <a:pt x="2450" y="235"/>
                  <a:pt x="2442" y="233"/>
                </a:cubicBezTo>
                <a:cubicBezTo>
                  <a:pt x="2418" y="259"/>
                  <a:pt x="2417" y="261"/>
                  <a:pt x="2416" y="261"/>
                </a:cubicBezTo>
                <a:cubicBezTo>
                  <a:pt x="2399" y="277"/>
                  <a:pt x="2396" y="284"/>
                  <a:pt x="2392" y="290"/>
                </a:cubicBezTo>
                <a:cubicBezTo>
                  <a:pt x="2384" y="304"/>
                  <a:pt x="2387" y="303"/>
                  <a:pt x="2388" y="301"/>
                </a:cubicBezTo>
                <a:cubicBezTo>
                  <a:pt x="2423" y="265"/>
                  <a:pt x="2425" y="260"/>
                  <a:pt x="2429" y="257"/>
                </a:cubicBezTo>
                <a:cubicBezTo>
                  <a:pt x="2444" y="240"/>
                  <a:pt x="2450" y="237"/>
                  <a:pt x="2453" y="233"/>
                </a:cubicBezTo>
                <a:cubicBezTo>
                  <a:pt x="2474" y="214"/>
                  <a:pt x="2481" y="207"/>
                  <a:pt x="2490" y="200"/>
                </a:cubicBezTo>
                <a:cubicBezTo>
                  <a:pt x="2538" y="145"/>
                  <a:pt x="2544" y="137"/>
                  <a:pt x="2551" y="131"/>
                </a:cubicBezTo>
                <a:cubicBezTo>
                  <a:pt x="2594" y="76"/>
                  <a:pt x="2597" y="66"/>
                  <a:pt x="2602" y="56"/>
                </a:cubicBezTo>
                <a:cubicBezTo>
                  <a:pt x="2614" y="35"/>
                  <a:pt x="2615" y="32"/>
                  <a:pt x="2617" y="30"/>
                </a:cubicBezTo>
                <a:cubicBezTo>
                  <a:pt x="2632" y="3"/>
                  <a:pt x="2632" y="1"/>
                  <a:pt x="2633" y="0"/>
                </a:cubicBezTo>
                <a:cubicBezTo>
                  <a:pt x="2619" y="13"/>
                  <a:pt x="2613" y="14"/>
                  <a:pt x="2612" y="19"/>
                </a:cubicBezTo>
                <a:close/>
                <a:moveTo>
                  <a:pt x="2684" y="26"/>
                </a:moveTo>
                <a:cubicBezTo>
                  <a:pt x="2685" y="29"/>
                  <a:pt x="2687" y="30"/>
                  <a:pt x="2687" y="35"/>
                </a:cubicBezTo>
                <a:cubicBezTo>
                  <a:pt x="2698" y="65"/>
                  <a:pt x="2702" y="73"/>
                  <a:pt x="2706" y="80"/>
                </a:cubicBezTo>
                <a:cubicBezTo>
                  <a:pt x="2728" y="129"/>
                  <a:pt x="2728" y="136"/>
                  <a:pt x="2730" y="141"/>
                </a:cubicBezTo>
                <a:cubicBezTo>
                  <a:pt x="2753" y="174"/>
                  <a:pt x="2752" y="178"/>
                  <a:pt x="2754" y="179"/>
                </a:cubicBezTo>
                <a:cubicBezTo>
                  <a:pt x="2777" y="216"/>
                  <a:pt x="2779" y="226"/>
                  <a:pt x="2787" y="231"/>
                </a:cubicBezTo>
                <a:cubicBezTo>
                  <a:pt x="2810" y="267"/>
                  <a:pt x="2809" y="274"/>
                  <a:pt x="2813" y="277"/>
                </a:cubicBezTo>
                <a:cubicBezTo>
                  <a:pt x="2841" y="314"/>
                  <a:pt x="2834" y="311"/>
                  <a:pt x="2833" y="303"/>
                </a:cubicBezTo>
                <a:cubicBezTo>
                  <a:pt x="2810" y="258"/>
                  <a:pt x="2808" y="251"/>
                  <a:pt x="2802" y="246"/>
                </a:cubicBezTo>
                <a:cubicBezTo>
                  <a:pt x="2778" y="204"/>
                  <a:pt x="2773" y="199"/>
                  <a:pt x="2772" y="192"/>
                </a:cubicBezTo>
                <a:cubicBezTo>
                  <a:pt x="2764" y="178"/>
                  <a:pt x="2759" y="179"/>
                  <a:pt x="2759" y="174"/>
                </a:cubicBezTo>
                <a:cubicBezTo>
                  <a:pt x="2730" y="126"/>
                  <a:pt x="2729" y="108"/>
                  <a:pt x="2721" y="96"/>
                </a:cubicBezTo>
                <a:cubicBezTo>
                  <a:pt x="2698" y="41"/>
                  <a:pt x="2697" y="22"/>
                  <a:pt x="2689" y="11"/>
                </a:cubicBezTo>
                <a:cubicBezTo>
                  <a:pt x="2678" y="3"/>
                  <a:pt x="2678" y="6"/>
                  <a:pt x="2680" y="8"/>
                </a:cubicBezTo>
                <a:close/>
                <a:moveTo>
                  <a:pt x="2336" y="19"/>
                </a:moveTo>
                <a:cubicBezTo>
                  <a:pt x="2346" y="21"/>
                  <a:pt x="2343" y="8"/>
                  <a:pt x="2351" y="6"/>
                </a:cubicBezTo>
                <a:cubicBezTo>
                  <a:pt x="2352" y="5"/>
                  <a:pt x="2354" y="2"/>
                  <a:pt x="2355" y="0"/>
                </a:cubicBezTo>
                <a:cubicBezTo>
                  <a:pt x="2349" y="0"/>
                  <a:pt x="2349" y="0"/>
                  <a:pt x="2349" y="0"/>
                </a:cubicBezTo>
                <a:cubicBezTo>
                  <a:pt x="2348" y="2"/>
                  <a:pt x="2347" y="3"/>
                  <a:pt x="2346" y="4"/>
                </a:cubicBezTo>
                <a:cubicBezTo>
                  <a:pt x="2344" y="5"/>
                  <a:pt x="2342" y="7"/>
                  <a:pt x="2342" y="11"/>
                </a:cubicBezTo>
                <a:cubicBezTo>
                  <a:pt x="2340" y="13"/>
                  <a:pt x="2338" y="15"/>
                  <a:pt x="2336" y="17"/>
                </a:cubicBezTo>
                <a:cubicBezTo>
                  <a:pt x="2332" y="17"/>
                  <a:pt x="2334" y="23"/>
                  <a:pt x="2331" y="24"/>
                </a:cubicBezTo>
                <a:cubicBezTo>
                  <a:pt x="2333" y="30"/>
                  <a:pt x="2327" y="28"/>
                  <a:pt x="2327" y="32"/>
                </a:cubicBezTo>
                <a:cubicBezTo>
                  <a:pt x="2334" y="32"/>
                  <a:pt x="2335" y="26"/>
                  <a:pt x="2336" y="19"/>
                </a:cubicBezTo>
                <a:close/>
                <a:moveTo>
                  <a:pt x="2793" y="46"/>
                </a:moveTo>
                <a:cubicBezTo>
                  <a:pt x="2793" y="52"/>
                  <a:pt x="2795" y="57"/>
                  <a:pt x="2800" y="59"/>
                </a:cubicBezTo>
                <a:cubicBezTo>
                  <a:pt x="2798" y="68"/>
                  <a:pt x="2804" y="69"/>
                  <a:pt x="2804" y="76"/>
                </a:cubicBezTo>
                <a:cubicBezTo>
                  <a:pt x="2809" y="78"/>
                  <a:pt x="2806" y="87"/>
                  <a:pt x="2811" y="89"/>
                </a:cubicBezTo>
                <a:cubicBezTo>
                  <a:pt x="2812" y="94"/>
                  <a:pt x="2813" y="100"/>
                  <a:pt x="2815" y="104"/>
                </a:cubicBezTo>
                <a:cubicBezTo>
                  <a:pt x="2818" y="115"/>
                  <a:pt x="2822" y="123"/>
                  <a:pt x="2824" y="135"/>
                </a:cubicBezTo>
                <a:cubicBezTo>
                  <a:pt x="2827" y="138"/>
                  <a:pt x="2827" y="144"/>
                  <a:pt x="2828" y="150"/>
                </a:cubicBezTo>
                <a:cubicBezTo>
                  <a:pt x="2830" y="155"/>
                  <a:pt x="2833" y="159"/>
                  <a:pt x="2833" y="165"/>
                </a:cubicBezTo>
                <a:cubicBezTo>
                  <a:pt x="2835" y="170"/>
                  <a:pt x="2835" y="176"/>
                  <a:pt x="2837" y="181"/>
                </a:cubicBezTo>
                <a:cubicBezTo>
                  <a:pt x="2841" y="184"/>
                  <a:pt x="2836" y="197"/>
                  <a:pt x="2844" y="196"/>
                </a:cubicBezTo>
                <a:cubicBezTo>
                  <a:pt x="2842" y="176"/>
                  <a:pt x="2835" y="161"/>
                  <a:pt x="2833" y="141"/>
                </a:cubicBezTo>
                <a:cubicBezTo>
                  <a:pt x="2827" y="124"/>
                  <a:pt x="2822" y="107"/>
                  <a:pt x="2817" y="89"/>
                </a:cubicBezTo>
                <a:cubicBezTo>
                  <a:pt x="2818" y="84"/>
                  <a:pt x="2821" y="81"/>
                  <a:pt x="2820" y="74"/>
                </a:cubicBezTo>
                <a:cubicBezTo>
                  <a:pt x="2815" y="58"/>
                  <a:pt x="2811" y="43"/>
                  <a:pt x="2806" y="28"/>
                </a:cubicBezTo>
                <a:cubicBezTo>
                  <a:pt x="2804" y="25"/>
                  <a:pt x="2804" y="20"/>
                  <a:pt x="2802" y="17"/>
                </a:cubicBezTo>
                <a:cubicBezTo>
                  <a:pt x="2801" y="13"/>
                  <a:pt x="2801" y="8"/>
                  <a:pt x="2798" y="6"/>
                </a:cubicBezTo>
                <a:cubicBezTo>
                  <a:pt x="2798" y="4"/>
                  <a:pt x="2797" y="2"/>
                  <a:pt x="2797" y="0"/>
                </a:cubicBezTo>
                <a:cubicBezTo>
                  <a:pt x="2790" y="0"/>
                  <a:pt x="2790" y="0"/>
                  <a:pt x="2790" y="0"/>
                </a:cubicBezTo>
                <a:cubicBezTo>
                  <a:pt x="2791" y="4"/>
                  <a:pt x="2792" y="7"/>
                  <a:pt x="2793" y="11"/>
                </a:cubicBezTo>
                <a:cubicBezTo>
                  <a:pt x="2797" y="15"/>
                  <a:pt x="2798" y="22"/>
                  <a:pt x="2800" y="28"/>
                </a:cubicBezTo>
                <a:cubicBezTo>
                  <a:pt x="2803" y="32"/>
                  <a:pt x="2802" y="40"/>
                  <a:pt x="2806" y="43"/>
                </a:cubicBezTo>
                <a:cubicBezTo>
                  <a:pt x="2808" y="56"/>
                  <a:pt x="2814" y="65"/>
                  <a:pt x="2815" y="78"/>
                </a:cubicBezTo>
                <a:cubicBezTo>
                  <a:pt x="2806" y="70"/>
                  <a:pt x="2808" y="50"/>
                  <a:pt x="2798" y="43"/>
                </a:cubicBezTo>
                <a:cubicBezTo>
                  <a:pt x="2799" y="34"/>
                  <a:pt x="2792" y="32"/>
                  <a:pt x="2789" y="26"/>
                </a:cubicBezTo>
                <a:cubicBezTo>
                  <a:pt x="2787" y="20"/>
                  <a:pt x="2782" y="17"/>
                  <a:pt x="2780" y="11"/>
                </a:cubicBezTo>
                <a:cubicBezTo>
                  <a:pt x="2778" y="8"/>
                  <a:pt x="2776" y="4"/>
                  <a:pt x="2775" y="0"/>
                </a:cubicBezTo>
                <a:cubicBezTo>
                  <a:pt x="2765" y="0"/>
                  <a:pt x="2765" y="0"/>
                  <a:pt x="2765" y="0"/>
                </a:cubicBezTo>
                <a:cubicBezTo>
                  <a:pt x="2770" y="7"/>
                  <a:pt x="2773" y="15"/>
                  <a:pt x="2778" y="22"/>
                </a:cubicBezTo>
                <a:cubicBezTo>
                  <a:pt x="2783" y="30"/>
                  <a:pt x="2786" y="40"/>
                  <a:pt x="2793" y="46"/>
                </a:cubicBezTo>
                <a:close/>
                <a:moveTo>
                  <a:pt x="2852" y="11"/>
                </a:moveTo>
                <a:cubicBezTo>
                  <a:pt x="2852" y="20"/>
                  <a:pt x="2857" y="25"/>
                  <a:pt x="2859" y="32"/>
                </a:cubicBezTo>
                <a:cubicBezTo>
                  <a:pt x="2857" y="39"/>
                  <a:pt x="2863" y="39"/>
                  <a:pt x="2861" y="46"/>
                </a:cubicBezTo>
                <a:cubicBezTo>
                  <a:pt x="2861" y="51"/>
                  <a:pt x="2862" y="56"/>
                  <a:pt x="2865" y="59"/>
                </a:cubicBezTo>
                <a:cubicBezTo>
                  <a:pt x="2867" y="43"/>
                  <a:pt x="2860" y="35"/>
                  <a:pt x="2859" y="22"/>
                </a:cubicBezTo>
                <a:cubicBezTo>
                  <a:pt x="2858" y="15"/>
                  <a:pt x="2856" y="10"/>
                  <a:pt x="2854" y="4"/>
                </a:cubicBezTo>
                <a:cubicBezTo>
                  <a:pt x="2855" y="2"/>
                  <a:pt x="2854" y="1"/>
                  <a:pt x="2854" y="0"/>
                </a:cubicBezTo>
                <a:cubicBezTo>
                  <a:pt x="2849" y="0"/>
                  <a:pt x="2849" y="0"/>
                  <a:pt x="2849" y="0"/>
                </a:cubicBezTo>
                <a:cubicBezTo>
                  <a:pt x="2851" y="3"/>
                  <a:pt x="2848" y="10"/>
                  <a:pt x="2852" y="11"/>
                </a:cubicBezTo>
                <a:close/>
                <a:moveTo>
                  <a:pt x="2386" y="46"/>
                </a:moveTo>
                <a:cubicBezTo>
                  <a:pt x="2379" y="43"/>
                  <a:pt x="2380" y="49"/>
                  <a:pt x="2377" y="50"/>
                </a:cubicBezTo>
                <a:cubicBezTo>
                  <a:pt x="2377" y="53"/>
                  <a:pt x="2370" y="58"/>
                  <a:pt x="2375" y="59"/>
                </a:cubicBezTo>
                <a:cubicBezTo>
                  <a:pt x="2383" y="52"/>
                  <a:pt x="2389" y="44"/>
                  <a:pt x="2399" y="39"/>
                </a:cubicBezTo>
                <a:cubicBezTo>
                  <a:pt x="2399" y="32"/>
                  <a:pt x="2410" y="36"/>
                  <a:pt x="2410" y="28"/>
                </a:cubicBezTo>
                <a:cubicBezTo>
                  <a:pt x="2413" y="28"/>
                  <a:pt x="2413" y="24"/>
                  <a:pt x="2416" y="24"/>
                </a:cubicBezTo>
                <a:cubicBezTo>
                  <a:pt x="2420" y="23"/>
                  <a:pt x="2418" y="16"/>
                  <a:pt x="2423" y="17"/>
                </a:cubicBezTo>
                <a:cubicBezTo>
                  <a:pt x="2429" y="16"/>
                  <a:pt x="2428" y="8"/>
                  <a:pt x="2436" y="8"/>
                </a:cubicBezTo>
                <a:cubicBezTo>
                  <a:pt x="2436" y="5"/>
                  <a:pt x="2438" y="2"/>
                  <a:pt x="2440" y="0"/>
                </a:cubicBezTo>
                <a:cubicBezTo>
                  <a:pt x="2432" y="0"/>
                  <a:pt x="2432" y="0"/>
                  <a:pt x="2432" y="0"/>
                </a:cubicBezTo>
                <a:cubicBezTo>
                  <a:pt x="2430" y="2"/>
                  <a:pt x="2428" y="3"/>
                  <a:pt x="2427" y="6"/>
                </a:cubicBezTo>
                <a:cubicBezTo>
                  <a:pt x="2422" y="10"/>
                  <a:pt x="2417" y="14"/>
                  <a:pt x="2414" y="19"/>
                </a:cubicBezTo>
                <a:cubicBezTo>
                  <a:pt x="2406" y="21"/>
                  <a:pt x="2406" y="30"/>
                  <a:pt x="2399" y="32"/>
                </a:cubicBezTo>
                <a:cubicBezTo>
                  <a:pt x="2393" y="31"/>
                  <a:pt x="2395" y="37"/>
                  <a:pt x="2392" y="39"/>
                </a:cubicBezTo>
                <a:cubicBezTo>
                  <a:pt x="2387" y="39"/>
                  <a:pt x="2385" y="41"/>
                  <a:pt x="2386" y="46"/>
                </a:cubicBezTo>
                <a:close/>
                <a:moveTo>
                  <a:pt x="2569" y="59"/>
                </a:moveTo>
                <a:cubicBezTo>
                  <a:pt x="2566" y="59"/>
                  <a:pt x="2566" y="62"/>
                  <a:pt x="2567" y="65"/>
                </a:cubicBezTo>
                <a:cubicBezTo>
                  <a:pt x="2549" y="87"/>
                  <a:pt x="2548" y="92"/>
                  <a:pt x="2543" y="93"/>
                </a:cubicBezTo>
                <a:cubicBezTo>
                  <a:pt x="2513" y="133"/>
                  <a:pt x="2508" y="135"/>
                  <a:pt x="2508" y="141"/>
                </a:cubicBezTo>
                <a:cubicBezTo>
                  <a:pt x="2473" y="177"/>
                  <a:pt x="2469" y="180"/>
                  <a:pt x="2466" y="185"/>
                </a:cubicBezTo>
                <a:cubicBezTo>
                  <a:pt x="2441" y="207"/>
                  <a:pt x="2443" y="212"/>
                  <a:pt x="2438" y="211"/>
                </a:cubicBezTo>
                <a:cubicBezTo>
                  <a:pt x="2407" y="240"/>
                  <a:pt x="2405" y="242"/>
                  <a:pt x="2405" y="246"/>
                </a:cubicBezTo>
                <a:cubicBezTo>
                  <a:pt x="2379" y="268"/>
                  <a:pt x="2378" y="282"/>
                  <a:pt x="2366" y="285"/>
                </a:cubicBezTo>
                <a:cubicBezTo>
                  <a:pt x="2344" y="325"/>
                  <a:pt x="2345" y="329"/>
                  <a:pt x="2342" y="329"/>
                </a:cubicBezTo>
                <a:cubicBezTo>
                  <a:pt x="2361" y="305"/>
                  <a:pt x="2369" y="301"/>
                  <a:pt x="2370" y="290"/>
                </a:cubicBezTo>
                <a:cubicBezTo>
                  <a:pt x="2392" y="267"/>
                  <a:pt x="2393" y="265"/>
                  <a:pt x="2397" y="266"/>
                </a:cubicBezTo>
                <a:cubicBezTo>
                  <a:pt x="2413" y="243"/>
                  <a:pt x="2418" y="242"/>
                  <a:pt x="2423" y="240"/>
                </a:cubicBezTo>
                <a:cubicBezTo>
                  <a:pt x="2446" y="214"/>
                  <a:pt x="2452" y="213"/>
                  <a:pt x="2455" y="209"/>
                </a:cubicBezTo>
                <a:cubicBezTo>
                  <a:pt x="2475" y="187"/>
                  <a:pt x="2477" y="185"/>
                  <a:pt x="2479" y="183"/>
                </a:cubicBezTo>
                <a:cubicBezTo>
                  <a:pt x="2492" y="165"/>
                  <a:pt x="2498" y="167"/>
                  <a:pt x="2497" y="161"/>
                </a:cubicBezTo>
                <a:cubicBezTo>
                  <a:pt x="2517" y="136"/>
                  <a:pt x="2528" y="137"/>
                  <a:pt x="2527" y="128"/>
                </a:cubicBezTo>
                <a:cubicBezTo>
                  <a:pt x="2563" y="79"/>
                  <a:pt x="2568" y="75"/>
                  <a:pt x="2573" y="72"/>
                </a:cubicBezTo>
                <a:cubicBezTo>
                  <a:pt x="2585" y="53"/>
                  <a:pt x="2586" y="50"/>
                  <a:pt x="2586" y="46"/>
                </a:cubicBezTo>
                <a:cubicBezTo>
                  <a:pt x="2615" y="7"/>
                  <a:pt x="2616" y="4"/>
                  <a:pt x="2617" y="0"/>
                </a:cubicBezTo>
                <a:cubicBezTo>
                  <a:pt x="2600" y="13"/>
                  <a:pt x="2595" y="15"/>
                  <a:pt x="2595" y="22"/>
                </a:cubicBezTo>
                <a:cubicBezTo>
                  <a:pt x="2579" y="41"/>
                  <a:pt x="2576" y="52"/>
                  <a:pt x="2569" y="59"/>
                </a:cubicBezTo>
                <a:close/>
                <a:moveTo>
                  <a:pt x="2351" y="28"/>
                </a:moveTo>
                <a:cubicBezTo>
                  <a:pt x="2351" y="32"/>
                  <a:pt x="2348" y="32"/>
                  <a:pt x="2346" y="35"/>
                </a:cubicBezTo>
                <a:cubicBezTo>
                  <a:pt x="2343" y="38"/>
                  <a:pt x="2340" y="42"/>
                  <a:pt x="2338" y="46"/>
                </a:cubicBezTo>
                <a:cubicBezTo>
                  <a:pt x="2333" y="44"/>
                  <a:pt x="2331" y="57"/>
                  <a:pt x="2336" y="59"/>
                </a:cubicBezTo>
                <a:cubicBezTo>
                  <a:pt x="2341" y="44"/>
                  <a:pt x="2352" y="36"/>
                  <a:pt x="2362" y="26"/>
                </a:cubicBezTo>
                <a:cubicBezTo>
                  <a:pt x="2366" y="20"/>
                  <a:pt x="2371" y="15"/>
                  <a:pt x="2377" y="11"/>
                </a:cubicBezTo>
                <a:cubicBezTo>
                  <a:pt x="2379" y="8"/>
                  <a:pt x="2383" y="6"/>
                  <a:pt x="2383" y="2"/>
                </a:cubicBezTo>
                <a:cubicBezTo>
                  <a:pt x="2385" y="1"/>
                  <a:pt x="2387" y="2"/>
                  <a:pt x="2388" y="0"/>
                </a:cubicBezTo>
                <a:cubicBezTo>
                  <a:pt x="2380" y="0"/>
                  <a:pt x="2380" y="0"/>
                  <a:pt x="2380" y="0"/>
                </a:cubicBezTo>
                <a:cubicBezTo>
                  <a:pt x="2378" y="2"/>
                  <a:pt x="2375" y="3"/>
                  <a:pt x="2375" y="6"/>
                </a:cubicBezTo>
                <a:cubicBezTo>
                  <a:pt x="2369" y="7"/>
                  <a:pt x="2367" y="12"/>
                  <a:pt x="2364" y="15"/>
                </a:cubicBezTo>
                <a:cubicBezTo>
                  <a:pt x="2363" y="20"/>
                  <a:pt x="2356" y="19"/>
                  <a:pt x="2357" y="26"/>
                </a:cubicBezTo>
                <a:cubicBezTo>
                  <a:pt x="2354" y="26"/>
                  <a:pt x="2353" y="27"/>
                  <a:pt x="2351" y="28"/>
                </a:cubicBezTo>
                <a:close/>
                <a:moveTo>
                  <a:pt x="2438" y="72"/>
                </a:moveTo>
                <a:cubicBezTo>
                  <a:pt x="2435" y="76"/>
                  <a:pt x="2432" y="80"/>
                  <a:pt x="2427" y="83"/>
                </a:cubicBezTo>
                <a:cubicBezTo>
                  <a:pt x="2425" y="89"/>
                  <a:pt x="2420" y="91"/>
                  <a:pt x="2416" y="96"/>
                </a:cubicBezTo>
                <a:cubicBezTo>
                  <a:pt x="2413" y="100"/>
                  <a:pt x="2407" y="101"/>
                  <a:pt x="2405" y="107"/>
                </a:cubicBezTo>
                <a:cubicBezTo>
                  <a:pt x="2403" y="112"/>
                  <a:pt x="2397" y="114"/>
                  <a:pt x="2394" y="120"/>
                </a:cubicBezTo>
                <a:cubicBezTo>
                  <a:pt x="2388" y="128"/>
                  <a:pt x="2381" y="137"/>
                  <a:pt x="2377" y="148"/>
                </a:cubicBezTo>
                <a:cubicBezTo>
                  <a:pt x="2372" y="151"/>
                  <a:pt x="2371" y="158"/>
                  <a:pt x="2368" y="163"/>
                </a:cubicBezTo>
                <a:cubicBezTo>
                  <a:pt x="2365" y="163"/>
                  <a:pt x="2367" y="169"/>
                  <a:pt x="2364" y="170"/>
                </a:cubicBezTo>
                <a:cubicBezTo>
                  <a:pt x="2362" y="172"/>
                  <a:pt x="2361" y="176"/>
                  <a:pt x="2362" y="181"/>
                </a:cubicBezTo>
                <a:cubicBezTo>
                  <a:pt x="2366" y="181"/>
                  <a:pt x="2367" y="179"/>
                  <a:pt x="2366" y="174"/>
                </a:cubicBezTo>
                <a:cubicBezTo>
                  <a:pt x="2369" y="173"/>
                  <a:pt x="2370" y="171"/>
                  <a:pt x="2370" y="168"/>
                </a:cubicBezTo>
                <a:cubicBezTo>
                  <a:pt x="2377" y="166"/>
                  <a:pt x="2375" y="156"/>
                  <a:pt x="2381" y="155"/>
                </a:cubicBezTo>
                <a:cubicBezTo>
                  <a:pt x="2385" y="142"/>
                  <a:pt x="2395" y="136"/>
                  <a:pt x="2399" y="124"/>
                </a:cubicBezTo>
                <a:cubicBezTo>
                  <a:pt x="2408" y="118"/>
                  <a:pt x="2413" y="108"/>
                  <a:pt x="2423" y="102"/>
                </a:cubicBezTo>
                <a:cubicBezTo>
                  <a:pt x="2424" y="96"/>
                  <a:pt x="2429" y="94"/>
                  <a:pt x="2434" y="91"/>
                </a:cubicBezTo>
                <a:cubicBezTo>
                  <a:pt x="2434" y="84"/>
                  <a:pt x="2443" y="85"/>
                  <a:pt x="2445" y="78"/>
                </a:cubicBezTo>
                <a:cubicBezTo>
                  <a:pt x="2449" y="76"/>
                  <a:pt x="2453" y="72"/>
                  <a:pt x="2455" y="67"/>
                </a:cubicBezTo>
                <a:cubicBezTo>
                  <a:pt x="2456" y="64"/>
                  <a:pt x="2460" y="65"/>
                  <a:pt x="2462" y="63"/>
                </a:cubicBezTo>
                <a:cubicBezTo>
                  <a:pt x="2459" y="56"/>
                  <a:pt x="2469" y="61"/>
                  <a:pt x="2466" y="54"/>
                </a:cubicBezTo>
                <a:cubicBezTo>
                  <a:pt x="2472" y="53"/>
                  <a:pt x="2475" y="48"/>
                  <a:pt x="2479" y="46"/>
                </a:cubicBezTo>
                <a:cubicBezTo>
                  <a:pt x="2479" y="37"/>
                  <a:pt x="2489" y="39"/>
                  <a:pt x="2490" y="32"/>
                </a:cubicBezTo>
                <a:cubicBezTo>
                  <a:pt x="2500" y="20"/>
                  <a:pt x="2512" y="11"/>
                  <a:pt x="2523" y="0"/>
                </a:cubicBezTo>
                <a:cubicBezTo>
                  <a:pt x="2509" y="0"/>
                  <a:pt x="2509" y="0"/>
                  <a:pt x="2509" y="0"/>
                </a:cubicBezTo>
                <a:cubicBezTo>
                  <a:pt x="2508" y="1"/>
                  <a:pt x="2507" y="2"/>
                  <a:pt x="2506" y="2"/>
                </a:cubicBezTo>
                <a:cubicBezTo>
                  <a:pt x="2506" y="6"/>
                  <a:pt x="2504" y="8"/>
                  <a:pt x="2501" y="8"/>
                </a:cubicBezTo>
                <a:cubicBezTo>
                  <a:pt x="2498" y="9"/>
                  <a:pt x="2500" y="14"/>
                  <a:pt x="2495" y="13"/>
                </a:cubicBezTo>
                <a:cubicBezTo>
                  <a:pt x="2494" y="16"/>
                  <a:pt x="2491" y="16"/>
                  <a:pt x="2490" y="19"/>
                </a:cubicBezTo>
                <a:cubicBezTo>
                  <a:pt x="2490" y="23"/>
                  <a:pt x="2483" y="21"/>
                  <a:pt x="2484" y="26"/>
                </a:cubicBezTo>
                <a:cubicBezTo>
                  <a:pt x="2468" y="41"/>
                  <a:pt x="2454" y="57"/>
                  <a:pt x="2438" y="72"/>
                </a:cubicBezTo>
                <a:close/>
                <a:moveTo>
                  <a:pt x="2508" y="35"/>
                </a:moveTo>
                <a:cubicBezTo>
                  <a:pt x="2506" y="40"/>
                  <a:pt x="2501" y="40"/>
                  <a:pt x="2499" y="46"/>
                </a:cubicBezTo>
                <a:cubicBezTo>
                  <a:pt x="2484" y="62"/>
                  <a:pt x="2478" y="60"/>
                  <a:pt x="2479" y="65"/>
                </a:cubicBezTo>
                <a:cubicBezTo>
                  <a:pt x="2463" y="80"/>
                  <a:pt x="2459" y="80"/>
                  <a:pt x="2458" y="83"/>
                </a:cubicBezTo>
                <a:cubicBezTo>
                  <a:pt x="2444" y="102"/>
                  <a:pt x="2434" y="106"/>
                  <a:pt x="2427" y="113"/>
                </a:cubicBezTo>
                <a:cubicBezTo>
                  <a:pt x="2414" y="132"/>
                  <a:pt x="2408" y="130"/>
                  <a:pt x="2410" y="135"/>
                </a:cubicBezTo>
                <a:cubicBezTo>
                  <a:pt x="2383" y="161"/>
                  <a:pt x="2382" y="173"/>
                  <a:pt x="2375" y="179"/>
                </a:cubicBezTo>
                <a:cubicBezTo>
                  <a:pt x="2355" y="218"/>
                  <a:pt x="2355" y="224"/>
                  <a:pt x="2351" y="224"/>
                </a:cubicBezTo>
                <a:cubicBezTo>
                  <a:pt x="2344" y="254"/>
                  <a:pt x="2335" y="259"/>
                  <a:pt x="2342" y="261"/>
                </a:cubicBezTo>
                <a:cubicBezTo>
                  <a:pt x="2366" y="200"/>
                  <a:pt x="2372" y="200"/>
                  <a:pt x="2373" y="196"/>
                </a:cubicBezTo>
                <a:cubicBezTo>
                  <a:pt x="2395" y="169"/>
                  <a:pt x="2391" y="160"/>
                  <a:pt x="2397" y="161"/>
                </a:cubicBezTo>
                <a:cubicBezTo>
                  <a:pt x="2420" y="141"/>
                  <a:pt x="2418" y="135"/>
                  <a:pt x="2421" y="133"/>
                </a:cubicBezTo>
                <a:cubicBezTo>
                  <a:pt x="2456" y="96"/>
                  <a:pt x="2463" y="93"/>
                  <a:pt x="2466" y="87"/>
                </a:cubicBezTo>
                <a:cubicBezTo>
                  <a:pt x="2495" y="64"/>
                  <a:pt x="2495" y="59"/>
                  <a:pt x="2499" y="59"/>
                </a:cubicBezTo>
                <a:cubicBezTo>
                  <a:pt x="2518" y="37"/>
                  <a:pt x="2524" y="32"/>
                  <a:pt x="2530" y="28"/>
                </a:cubicBezTo>
                <a:cubicBezTo>
                  <a:pt x="2545" y="8"/>
                  <a:pt x="2549" y="7"/>
                  <a:pt x="2551" y="4"/>
                </a:cubicBezTo>
                <a:cubicBezTo>
                  <a:pt x="2541" y="2"/>
                  <a:pt x="2540" y="3"/>
                  <a:pt x="2538" y="4"/>
                </a:cubicBezTo>
                <a:close/>
                <a:moveTo>
                  <a:pt x="3098" y="2129"/>
                </a:moveTo>
                <a:cubicBezTo>
                  <a:pt x="3093" y="2124"/>
                  <a:pt x="3098" y="2119"/>
                  <a:pt x="3093" y="2113"/>
                </a:cubicBezTo>
                <a:cubicBezTo>
                  <a:pt x="3086" y="2064"/>
                  <a:pt x="3077" y="2058"/>
                  <a:pt x="3079" y="2054"/>
                </a:cubicBezTo>
                <a:cubicBezTo>
                  <a:pt x="3040" y="1980"/>
                  <a:pt x="3047" y="1984"/>
                  <a:pt x="3048" y="1988"/>
                </a:cubicBezTo>
                <a:cubicBezTo>
                  <a:pt x="3064" y="2024"/>
                  <a:pt x="3062" y="2030"/>
                  <a:pt x="3069" y="2036"/>
                </a:cubicBezTo>
                <a:cubicBezTo>
                  <a:pt x="3073" y="2062"/>
                  <a:pt x="3074" y="2065"/>
                  <a:pt x="3078" y="2069"/>
                </a:cubicBezTo>
                <a:cubicBezTo>
                  <a:pt x="3075" y="2066"/>
                  <a:pt x="3067" y="2062"/>
                  <a:pt x="3071" y="2058"/>
                </a:cubicBezTo>
                <a:cubicBezTo>
                  <a:pt x="3019" y="1980"/>
                  <a:pt x="3021" y="1968"/>
                  <a:pt x="3011" y="1974"/>
                </a:cubicBezTo>
                <a:cubicBezTo>
                  <a:pt x="3035" y="2011"/>
                  <a:pt x="3044" y="2015"/>
                  <a:pt x="3046" y="2019"/>
                </a:cubicBezTo>
                <a:cubicBezTo>
                  <a:pt x="3060" y="2063"/>
                  <a:pt x="3065" y="2068"/>
                  <a:pt x="3067" y="2073"/>
                </a:cubicBezTo>
                <a:cubicBezTo>
                  <a:pt x="3073" y="2103"/>
                  <a:pt x="3074" y="2105"/>
                  <a:pt x="3071" y="2107"/>
                </a:cubicBezTo>
                <a:cubicBezTo>
                  <a:pt x="3078" y="2130"/>
                  <a:pt x="3077" y="2132"/>
                  <a:pt x="3077" y="2134"/>
                </a:cubicBezTo>
                <a:cubicBezTo>
                  <a:pt x="3065" y="2103"/>
                  <a:pt x="3062" y="2098"/>
                  <a:pt x="3061" y="2093"/>
                </a:cubicBezTo>
                <a:cubicBezTo>
                  <a:pt x="3054" y="2074"/>
                  <a:pt x="3050" y="2071"/>
                  <a:pt x="3051" y="2069"/>
                </a:cubicBezTo>
                <a:cubicBezTo>
                  <a:pt x="2992" y="2001"/>
                  <a:pt x="2987" y="1997"/>
                  <a:pt x="2983" y="1990"/>
                </a:cubicBezTo>
                <a:cubicBezTo>
                  <a:pt x="3043" y="2076"/>
                  <a:pt x="3050" y="2086"/>
                  <a:pt x="3056" y="2097"/>
                </a:cubicBezTo>
                <a:cubicBezTo>
                  <a:pt x="3062" y="2124"/>
                  <a:pt x="3060" y="2124"/>
                  <a:pt x="3060" y="2125"/>
                </a:cubicBezTo>
                <a:cubicBezTo>
                  <a:pt x="3064" y="2144"/>
                  <a:pt x="3068" y="2146"/>
                  <a:pt x="3068" y="2147"/>
                </a:cubicBezTo>
                <a:cubicBezTo>
                  <a:pt x="3078" y="2160"/>
                  <a:pt x="3078" y="2160"/>
                  <a:pt x="3078" y="2160"/>
                </a:cubicBezTo>
                <a:cubicBezTo>
                  <a:pt x="3079" y="2148"/>
                  <a:pt x="3079" y="2154"/>
                  <a:pt x="3079" y="2160"/>
                </a:cubicBezTo>
                <a:cubicBezTo>
                  <a:pt x="3087" y="2158"/>
                  <a:pt x="3088" y="2155"/>
                  <a:pt x="3088" y="2153"/>
                </a:cubicBezTo>
                <a:cubicBezTo>
                  <a:pt x="3082" y="2102"/>
                  <a:pt x="3079" y="2093"/>
                  <a:pt x="3077" y="2085"/>
                </a:cubicBezTo>
                <a:cubicBezTo>
                  <a:pt x="3087" y="2106"/>
                  <a:pt x="3084" y="2112"/>
                  <a:pt x="3088" y="2118"/>
                </a:cubicBezTo>
                <a:cubicBezTo>
                  <a:pt x="3091" y="2155"/>
                  <a:pt x="3092" y="2158"/>
                  <a:pt x="3093" y="2160"/>
                </a:cubicBezTo>
                <a:cubicBezTo>
                  <a:pt x="3101" y="2149"/>
                  <a:pt x="3096" y="2139"/>
                  <a:pt x="3098" y="2129"/>
                </a:cubicBezTo>
                <a:close/>
                <a:moveTo>
                  <a:pt x="2730" y="4"/>
                </a:moveTo>
                <a:cubicBezTo>
                  <a:pt x="2730" y="10"/>
                  <a:pt x="2731" y="13"/>
                  <a:pt x="2735" y="15"/>
                </a:cubicBezTo>
                <a:cubicBezTo>
                  <a:pt x="2759" y="58"/>
                  <a:pt x="2759" y="68"/>
                  <a:pt x="2765" y="72"/>
                </a:cubicBezTo>
                <a:cubicBezTo>
                  <a:pt x="2788" y="115"/>
                  <a:pt x="2789" y="123"/>
                  <a:pt x="2793" y="128"/>
                </a:cubicBezTo>
                <a:cubicBezTo>
                  <a:pt x="2807" y="153"/>
                  <a:pt x="2810" y="159"/>
                  <a:pt x="2815" y="163"/>
                </a:cubicBezTo>
                <a:cubicBezTo>
                  <a:pt x="2837" y="203"/>
                  <a:pt x="2835" y="211"/>
                  <a:pt x="2839" y="211"/>
                </a:cubicBezTo>
                <a:cubicBezTo>
                  <a:pt x="2837" y="204"/>
                  <a:pt x="2837" y="199"/>
                  <a:pt x="2837" y="194"/>
                </a:cubicBezTo>
                <a:cubicBezTo>
                  <a:pt x="2804" y="142"/>
                  <a:pt x="2807" y="132"/>
                  <a:pt x="2802" y="131"/>
                </a:cubicBezTo>
                <a:cubicBezTo>
                  <a:pt x="2780" y="92"/>
                  <a:pt x="2781" y="90"/>
                  <a:pt x="2780" y="89"/>
                </a:cubicBezTo>
                <a:cubicBezTo>
                  <a:pt x="2772" y="61"/>
                  <a:pt x="2764" y="63"/>
                  <a:pt x="2765" y="56"/>
                </a:cubicBezTo>
                <a:cubicBezTo>
                  <a:pt x="2742" y="16"/>
                  <a:pt x="2749" y="13"/>
                  <a:pt x="2741" y="13"/>
                </a:cubicBezTo>
                <a:cubicBezTo>
                  <a:pt x="2727" y="2"/>
                  <a:pt x="2728" y="4"/>
                  <a:pt x="2730" y="4"/>
                </a:cubicBezTo>
                <a:close/>
                <a:moveTo>
                  <a:pt x="2729" y="2032"/>
                </a:moveTo>
                <a:cubicBezTo>
                  <a:pt x="2713" y="2020"/>
                  <a:pt x="2697" y="2002"/>
                  <a:pt x="2681" y="1987"/>
                </a:cubicBezTo>
                <a:cubicBezTo>
                  <a:pt x="2676" y="1986"/>
                  <a:pt x="2671" y="1980"/>
                  <a:pt x="2665" y="1978"/>
                </a:cubicBezTo>
                <a:cubicBezTo>
                  <a:pt x="2660" y="1970"/>
                  <a:pt x="2655" y="1972"/>
                  <a:pt x="2650" y="1965"/>
                </a:cubicBezTo>
                <a:cubicBezTo>
                  <a:pt x="2648" y="1962"/>
                  <a:pt x="2645" y="1963"/>
                  <a:pt x="2643" y="1960"/>
                </a:cubicBezTo>
                <a:cubicBezTo>
                  <a:pt x="2642" y="1961"/>
                  <a:pt x="2634" y="1956"/>
                  <a:pt x="2637" y="1962"/>
                </a:cubicBezTo>
                <a:cubicBezTo>
                  <a:pt x="2645" y="1963"/>
                  <a:pt x="2653" y="1974"/>
                  <a:pt x="2662" y="1978"/>
                </a:cubicBezTo>
                <a:cubicBezTo>
                  <a:pt x="2672" y="1992"/>
                  <a:pt x="2683" y="1992"/>
                  <a:pt x="2693" y="2006"/>
                </a:cubicBezTo>
                <a:cubicBezTo>
                  <a:pt x="2696" y="2004"/>
                  <a:pt x="2694" y="2010"/>
                  <a:pt x="2697" y="2008"/>
                </a:cubicBezTo>
                <a:cubicBezTo>
                  <a:pt x="2699" y="2011"/>
                  <a:pt x="2702" y="2014"/>
                  <a:pt x="2704" y="2016"/>
                </a:cubicBezTo>
                <a:cubicBezTo>
                  <a:pt x="2709" y="2024"/>
                  <a:pt x="2715" y="2026"/>
                  <a:pt x="2720" y="2031"/>
                </a:cubicBezTo>
                <a:cubicBezTo>
                  <a:pt x="2743" y="2058"/>
                  <a:pt x="2766" y="2084"/>
                  <a:pt x="2789" y="2110"/>
                </a:cubicBezTo>
                <a:cubicBezTo>
                  <a:pt x="2794" y="2119"/>
                  <a:pt x="2805" y="2136"/>
                  <a:pt x="2811" y="2146"/>
                </a:cubicBezTo>
                <a:cubicBezTo>
                  <a:pt x="2815" y="2150"/>
                  <a:pt x="2819" y="2155"/>
                  <a:pt x="2822" y="2160"/>
                </a:cubicBezTo>
                <a:cubicBezTo>
                  <a:pt x="2833" y="2160"/>
                  <a:pt x="2833" y="2160"/>
                  <a:pt x="2833" y="2160"/>
                </a:cubicBezTo>
                <a:cubicBezTo>
                  <a:pt x="2819" y="2141"/>
                  <a:pt x="2808" y="2121"/>
                  <a:pt x="2793" y="2101"/>
                </a:cubicBezTo>
                <a:cubicBezTo>
                  <a:pt x="2769" y="2071"/>
                  <a:pt x="2752" y="2059"/>
                  <a:pt x="2729" y="2032"/>
                </a:cubicBezTo>
                <a:close/>
                <a:moveTo>
                  <a:pt x="2593" y="2068"/>
                </a:moveTo>
                <a:cubicBezTo>
                  <a:pt x="2590" y="2060"/>
                  <a:pt x="2586" y="2052"/>
                  <a:pt x="2577" y="2043"/>
                </a:cubicBezTo>
                <a:cubicBezTo>
                  <a:pt x="2574" y="2034"/>
                  <a:pt x="2569" y="2024"/>
                  <a:pt x="2561" y="2015"/>
                </a:cubicBezTo>
                <a:cubicBezTo>
                  <a:pt x="2556" y="2010"/>
                  <a:pt x="2562" y="2004"/>
                  <a:pt x="2554" y="2003"/>
                </a:cubicBezTo>
                <a:cubicBezTo>
                  <a:pt x="2558" y="1999"/>
                  <a:pt x="2542" y="1993"/>
                  <a:pt x="2547" y="1989"/>
                </a:cubicBezTo>
                <a:cubicBezTo>
                  <a:pt x="2539" y="1985"/>
                  <a:pt x="2535" y="1972"/>
                  <a:pt x="2527" y="1963"/>
                </a:cubicBezTo>
                <a:cubicBezTo>
                  <a:pt x="2522" y="1953"/>
                  <a:pt x="2513" y="1943"/>
                  <a:pt x="2507" y="1934"/>
                </a:cubicBezTo>
                <a:cubicBezTo>
                  <a:pt x="2502" y="1938"/>
                  <a:pt x="2505" y="1942"/>
                  <a:pt x="2510" y="1946"/>
                </a:cubicBezTo>
                <a:cubicBezTo>
                  <a:pt x="2509" y="1950"/>
                  <a:pt x="2514" y="1955"/>
                  <a:pt x="2518" y="1959"/>
                </a:cubicBezTo>
                <a:cubicBezTo>
                  <a:pt x="2522" y="1968"/>
                  <a:pt x="2528" y="1977"/>
                  <a:pt x="2536" y="1987"/>
                </a:cubicBezTo>
                <a:cubicBezTo>
                  <a:pt x="2535" y="1994"/>
                  <a:pt x="2547" y="2003"/>
                  <a:pt x="2549" y="2011"/>
                </a:cubicBezTo>
                <a:cubicBezTo>
                  <a:pt x="2552" y="2015"/>
                  <a:pt x="2550" y="2018"/>
                  <a:pt x="2556" y="2022"/>
                </a:cubicBezTo>
                <a:cubicBezTo>
                  <a:pt x="2553" y="2026"/>
                  <a:pt x="2564" y="2031"/>
                  <a:pt x="2561" y="2035"/>
                </a:cubicBezTo>
                <a:cubicBezTo>
                  <a:pt x="2574" y="2053"/>
                  <a:pt x="2580" y="2063"/>
                  <a:pt x="2590" y="2081"/>
                </a:cubicBezTo>
                <a:cubicBezTo>
                  <a:pt x="2617" y="2114"/>
                  <a:pt x="2628" y="2123"/>
                  <a:pt x="2652" y="2158"/>
                </a:cubicBezTo>
                <a:cubicBezTo>
                  <a:pt x="2653" y="2159"/>
                  <a:pt x="2654" y="2160"/>
                  <a:pt x="2655" y="2160"/>
                </a:cubicBezTo>
                <a:cubicBezTo>
                  <a:pt x="2668" y="2160"/>
                  <a:pt x="2668" y="2160"/>
                  <a:pt x="2668" y="2160"/>
                </a:cubicBezTo>
                <a:cubicBezTo>
                  <a:pt x="2649" y="2138"/>
                  <a:pt x="2635" y="2118"/>
                  <a:pt x="2614" y="2095"/>
                </a:cubicBezTo>
                <a:cubicBezTo>
                  <a:pt x="2611" y="2088"/>
                  <a:pt x="2603" y="2079"/>
                  <a:pt x="2593" y="2068"/>
                </a:cubicBezTo>
                <a:close/>
                <a:moveTo>
                  <a:pt x="2526" y="2071"/>
                </a:moveTo>
                <a:cubicBezTo>
                  <a:pt x="2526" y="2071"/>
                  <a:pt x="2524" y="2072"/>
                  <a:pt x="2524" y="2072"/>
                </a:cubicBezTo>
                <a:cubicBezTo>
                  <a:pt x="2524" y="2072"/>
                  <a:pt x="2519" y="2060"/>
                  <a:pt x="2519" y="2060"/>
                </a:cubicBezTo>
                <a:cubicBezTo>
                  <a:pt x="2518" y="2058"/>
                  <a:pt x="2517" y="2058"/>
                  <a:pt x="2516" y="2056"/>
                </a:cubicBezTo>
                <a:cubicBezTo>
                  <a:pt x="2506" y="2038"/>
                  <a:pt x="2496" y="2020"/>
                  <a:pt x="2481" y="2000"/>
                </a:cubicBezTo>
                <a:cubicBezTo>
                  <a:pt x="2460" y="1977"/>
                  <a:pt x="2453" y="1962"/>
                  <a:pt x="2430" y="1938"/>
                </a:cubicBezTo>
                <a:cubicBezTo>
                  <a:pt x="2422" y="1935"/>
                  <a:pt x="2415" y="1922"/>
                  <a:pt x="2408" y="1922"/>
                </a:cubicBezTo>
                <a:cubicBezTo>
                  <a:pt x="2410" y="1925"/>
                  <a:pt x="2411" y="1927"/>
                  <a:pt x="2413" y="1929"/>
                </a:cubicBezTo>
                <a:cubicBezTo>
                  <a:pt x="2415" y="1931"/>
                  <a:pt x="2418" y="1930"/>
                  <a:pt x="2416" y="1932"/>
                </a:cubicBezTo>
                <a:cubicBezTo>
                  <a:pt x="2421" y="1940"/>
                  <a:pt x="2420" y="1938"/>
                  <a:pt x="2426" y="1944"/>
                </a:cubicBezTo>
                <a:cubicBezTo>
                  <a:pt x="2435" y="1954"/>
                  <a:pt x="2444" y="1964"/>
                  <a:pt x="2452" y="1973"/>
                </a:cubicBezTo>
                <a:cubicBezTo>
                  <a:pt x="2451" y="1975"/>
                  <a:pt x="2451" y="1975"/>
                  <a:pt x="2452" y="1976"/>
                </a:cubicBezTo>
                <a:cubicBezTo>
                  <a:pt x="2455" y="1979"/>
                  <a:pt x="2459" y="1978"/>
                  <a:pt x="2458" y="1983"/>
                </a:cubicBezTo>
                <a:cubicBezTo>
                  <a:pt x="2462" y="1988"/>
                  <a:pt x="2466" y="1993"/>
                  <a:pt x="2471" y="1998"/>
                </a:cubicBezTo>
                <a:cubicBezTo>
                  <a:pt x="2468" y="2002"/>
                  <a:pt x="2478" y="2008"/>
                  <a:pt x="2480" y="2012"/>
                </a:cubicBezTo>
                <a:cubicBezTo>
                  <a:pt x="2478" y="2017"/>
                  <a:pt x="2488" y="2022"/>
                  <a:pt x="2490" y="2027"/>
                </a:cubicBezTo>
                <a:cubicBezTo>
                  <a:pt x="2495" y="2040"/>
                  <a:pt x="2506" y="2054"/>
                  <a:pt x="2511" y="2067"/>
                </a:cubicBezTo>
                <a:cubicBezTo>
                  <a:pt x="2516" y="2080"/>
                  <a:pt x="2531" y="2094"/>
                  <a:pt x="2534" y="2107"/>
                </a:cubicBezTo>
                <a:cubicBezTo>
                  <a:pt x="2540" y="2104"/>
                  <a:pt x="2536" y="2112"/>
                  <a:pt x="2540" y="2114"/>
                </a:cubicBezTo>
                <a:cubicBezTo>
                  <a:pt x="2544" y="2118"/>
                  <a:pt x="2540" y="2119"/>
                  <a:pt x="2546" y="2120"/>
                </a:cubicBezTo>
                <a:cubicBezTo>
                  <a:pt x="2542" y="2123"/>
                  <a:pt x="2550" y="2127"/>
                  <a:pt x="2551" y="2130"/>
                </a:cubicBezTo>
                <a:cubicBezTo>
                  <a:pt x="2557" y="2134"/>
                  <a:pt x="2555" y="2137"/>
                  <a:pt x="2558" y="2141"/>
                </a:cubicBezTo>
                <a:cubicBezTo>
                  <a:pt x="2564" y="2148"/>
                  <a:pt x="2569" y="2154"/>
                  <a:pt x="2573" y="2160"/>
                </a:cubicBezTo>
                <a:cubicBezTo>
                  <a:pt x="2586" y="2160"/>
                  <a:pt x="2586" y="2160"/>
                  <a:pt x="2586" y="2160"/>
                </a:cubicBezTo>
                <a:cubicBezTo>
                  <a:pt x="2570" y="2139"/>
                  <a:pt x="2553" y="2118"/>
                  <a:pt x="2541" y="2095"/>
                </a:cubicBezTo>
                <a:cubicBezTo>
                  <a:pt x="2533" y="2089"/>
                  <a:pt x="2531" y="2079"/>
                  <a:pt x="2526" y="2071"/>
                </a:cubicBezTo>
                <a:close/>
                <a:moveTo>
                  <a:pt x="2594" y="2142"/>
                </a:moveTo>
                <a:cubicBezTo>
                  <a:pt x="2588" y="2138"/>
                  <a:pt x="2596" y="2135"/>
                  <a:pt x="2590" y="2131"/>
                </a:cubicBezTo>
                <a:cubicBezTo>
                  <a:pt x="2586" y="2134"/>
                  <a:pt x="2585" y="2126"/>
                  <a:pt x="2584" y="2124"/>
                </a:cubicBezTo>
                <a:cubicBezTo>
                  <a:pt x="2581" y="2120"/>
                  <a:pt x="2578" y="2123"/>
                  <a:pt x="2575" y="2118"/>
                </a:cubicBezTo>
                <a:cubicBezTo>
                  <a:pt x="2581" y="2115"/>
                  <a:pt x="2567" y="2111"/>
                  <a:pt x="2573" y="2108"/>
                </a:cubicBezTo>
                <a:cubicBezTo>
                  <a:pt x="2572" y="2105"/>
                  <a:pt x="2564" y="2101"/>
                  <a:pt x="2567" y="2098"/>
                </a:cubicBezTo>
                <a:cubicBezTo>
                  <a:pt x="2564" y="2092"/>
                  <a:pt x="2558" y="2085"/>
                  <a:pt x="2556" y="2079"/>
                </a:cubicBezTo>
                <a:cubicBezTo>
                  <a:pt x="2545" y="2066"/>
                  <a:pt x="2543" y="2053"/>
                  <a:pt x="2530" y="2039"/>
                </a:cubicBezTo>
                <a:cubicBezTo>
                  <a:pt x="2520" y="2018"/>
                  <a:pt x="2508" y="1996"/>
                  <a:pt x="2494" y="1975"/>
                </a:cubicBezTo>
                <a:cubicBezTo>
                  <a:pt x="2486" y="1969"/>
                  <a:pt x="2487" y="1968"/>
                  <a:pt x="2481" y="1960"/>
                </a:cubicBezTo>
                <a:cubicBezTo>
                  <a:pt x="2474" y="1955"/>
                  <a:pt x="2476" y="1956"/>
                  <a:pt x="2469" y="1950"/>
                </a:cubicBezTo>
                <a:cubicBezTo>
                  <a:pt x="2464" y="1944"/>
                  <a:pt x="2459" y="1938"/>
                  <a:pt x="2453" y="1932"/>
                </a:cubicBezTo>
                <a:cubicBezTo>
                  <a:pt x="2450" y="1930"/>
                  <a:pt x="2448" y="1922"/>
                  <a:pt x="2445" y="1925"/>
                </a:cubicBezTo>
                <a:cubicBezTo>
                  <a:pt x="2442" y="1923"/>
                  <a:pt x="2439" y="1915"/>
                  <a:pt x="2436" y="1918"/>
                </a:cubicBezTo>
                <a:cubicBezTo>
                  <a:pt x="2438" y="1927"/>
                  <a:pt x="2447" y="1931"/>
                  <a:pt x="2453" y="1938"/>
                </a:cubicBezTo>
                <a:cubicBezTo>
                  <a:pt x="2469" y="1956"/>
                  <a:pt x="2486" y="1976"/>
                  <a:pt x="2499" y="1993"/>
                </a:cubicBezTo>
                <a:cubicBezTo>
                  <a:pt x="2501" y="2004"/>
                  <a:pt x="2507" y="2011"/>
                  <a:pt x="2511" y="2017"/>
                </a:cubicBezTo>
                <a:cubicBezTo>
                  <a:pt x="2515" y="2027"/>
                  <a:pt x="2522" y="2037"/>
                  <a:pt x="2525" y="2046"/>
                </a:cubicBezTo>
                <a:cubicBezTo>
                  <a:pt x="2532" y="2052"/>
                  <a:pt x="2530" y="2058"/>
                  <a:pt x="2537" y="2064"/>
                </a:cubicBezTo>
                <a:cubicBezTo>
                  <a:pt x="2536" y="2070"/>
                  <a:pt x="2547" y="2077"/>
                  <a:pt x="2545" y="2083"/>
                </a:cubicBezTo>
                <a:cubicBezTo>
                  <a:pt x="2554" y="2096"/>
                  <a:pt x="2560" y="2108"/>
                  <a:pt x="2566" y="2120"/>
                </a:cubicBezTo>
                <a:cubicBezTo>
                  <a:pt x="2570" y="2125"/>
                  <a:pt x="2575" y="2130"/>
                  <a:pt x="2579" y="2135"/>
                </a:cubicBezTo>
                <a:cubicBezTo>
                  <a:pt x="2583" y="2143"/>
                  <a:pt x="2590" y="2152"/>
                  <a:pt x="2595" y="2160"/>
                </a:cubicBezTo>
                <a:cubicBezTo>
                  <a:pt x="2607" y="2160"/>
                  <a:pt x="2607" y="2160"/>
                  <a:pt x="2607" y="2160"/>
                </a:cubicBezTo>
                <a:cubicBezTo>
                  <a:pt x="2605" y="2158"/>
                  <a:pt x="2603" y="2156"/>
                  <a:pt x="2601" y="2153"/>
                </a:cubicBezTo>
                <a:cubicBezTo>
                  <a:pt x="2601" y="2150"/>
                  <a:pt x="2598" y="2146"/>
                  <a:pt x="2594" y="2142"/>
                </a:cubicBezTo>
                <a:close/>
                <a:moveTo>
                  <a:pt x="2754" y="2103"/>
                </a:moveTo>
                <a:cubicBezTo>
                  <a:pt x="2742" y="2089"/>
                  <a:pt x="2730" y="2080"/>
                  <a:pt x="2724" y="2069"/>
                </a:cubicBezTo>
                <a:cubicBezTo>
                  <a:pt x="2673" y="2020"/>
                  <a:pt x="2658" y="2006"/>
                  <a:pt x="2642" y="1992"/>
                </a:cubicBezTo>
                <a:cubicBezTo>
                  <a:pt x="2611" y="1967"/>
                  <a:pt x="2603" y="1971"/>
                  <a:pt x="2595" y="1958"/>
                </a:cubicBezTo>
                <a:cubicBezTo>
                  <a:pt x="2552" y="1947"/>
                  <a:pt x="2570" y="1954"/>
                  <a:pt x="2579" y="1969"/>
                </a:cubicBezTo>
                <a:cubicBezTo>
                  <a:pt x="2603" y="1993"/>
                  <a:pt x="2607" y="1992"/>
                  <a:pt x="2605" y="1996"/>
                </a:cubicBezTo>
                <a:cubicBezTo>
                  <a:pt x="2621" y="2013"/>
                  <a:pt x="2630" y="2011"/>
                  <a:pt x="2630" y="2018"/>
                </a:cubicBezTo>
                <a:cubicBezTo>
                  <a:pt x="2705" y="2088"/>
                  <a:pt x="2711" y="2097"/>
                  <a:pt x="2730" y="2115"/>
                </a:cubicBezTo>
                <a:cubicBezTo>
                  <a:pt x="2774" y="2160"/>
                  <a:pt x="2774" y="2160"/>
                  <a:pt x="2774" y="2160"/>
                </a:cubicBezTo>
                <a:cubicBezTo>
                  <a:pt x="2687" y="2056"/>
                  <a:pt x="2675" y="2048"/>
                  <a:pt x="2664" y="2034"/>
                </a:cubicBezTo>
                <a:cubicBezTo>
                  <a:pt x="2639" y="2016"/>
                  <a:pt x="2640" y="2011"/>
                  <a:pt x="2634" y="2009"/>
                </a:cubicBezTo>
                <a:cubicBezTo>
                  <a:pt x="2590" y="1961"/>
                  <a:pt x="2592" y="1965"/>
                  <a:pt x="2595" y="1967"/>
                </a:cubicBezTo>
                <a:cubicBezTo>
                  <a:pt x="2643" y="2000"/>
                  <a:pt x="2660" y="2019"/>
                  <a:pt x="2677" y="2032"/>
                </a:cubicBezTo>
                <a:cubicBezTo>
                  <a:pt x="2722" y="2081"/>
                  <a:pt x="2728" y="2091"/>
                  <a:pt x="2740" y="2104"/>
                </a:cubicBezTo>
                <a:cubicBezTo>
                  <a:pt x="2743" y="2107"/>
                  <a:pt x="2746" y="2106"/>
                  <a:pt x="2746" y="2107"/>
                </a:cubicBezTo>
                <a:cubicBezTo>
                  <a:pt x="2776" y="2144"/>
                  <a:pt x="2782" y="2152"/>
                  <a:pt x="2788" y="2160"/>
                </a:cubicBezTo>
                <a:cubicBezTo>
                  <a:pt x="2766" y="2118"/>
                  <a:pt x="2761" y="2111"/>
                  <a:pt x="2754" y="2103"/>
                </a:cubicBezTo>
                <a:close/>
                <a:moveTo>
                  <a:pt x="2693" y="2110"/>
                </a:moveTo>
                <a:cubicBezTo>
                  <a:pt x="2696" y="2104"/>
                  <a:pt x="2682" y="2098"/>
                  <a:pt x="2684" y="2092"/>
                </a:cubicBezTo>
                <a:cubicBezTo>
                  <a:pt x="2662" y="2071"/>
                  <a:pt x="2655" y="2066"/>
                  <a:pt x="2644" y="2057"/>
                </a:cubicBezTo>
                <a:cubicBezTo>
                  <a:pt x="2578" y="1981"/>
                  <a:pt x="2570" y="1972"/>
                  <a:pt x="2560" y="1960"/>
                </a:cubicBezTo>
                <a:cubicBezTo>
                  <a:pt x="2548" y="1932"/>
                  <a:pt x="2535" y="1928"/>
                  <a:pt x="2540" y="1925"/>
                </a:cubicBezTo>
                <a:cubicBezTo>
                  <a:pt x="2520" y="1893"/>
                  <a:pt x="2526" y="1881"/>
                  <a:pt x="2517" y="1885"/>
                </a:cubicBezTo>
                <a:cubicBezTo>
                  <a:pt x="2536" y="1948"/>
                  <a:pt x="2536" y="1956"/>
                  <a:pt x="2544" y="1966"/>
                </a:cubicBezTo>
                <a:cubicBezTo>
                  <a:pt x="2562" y="2002"/>
                  <a:pt x="2567" y="2009"/>
                  <a:pt x="2571" y="2017"/>
                </a:cubicBezTo>
                <a:cubicBezTo>
                  <a:pt x="2647" y="2106"/>
                  <a:pt x="2655" y="2116"/>
                  <a:pt x="2663" y="2125"/>
                </a:cubicBezTo>
                <a:cubicBezTo>
                  <a:pt x="2703" y="2158"/>
                  <a:pt x="2696" y="2155"/>
                  <a:pt x="2695" y="2152"/>
                </a:cubicBezTo>
                <a:cubicBezTo>
                  <a:pt x="2672" y="2122"/>
                  <a:pt x="2670" y="2119"/>
                  <a:pt x="2667" y="2116"/>
                </a:cubicBezTo>
                <a:cubicBezTo>
                  <a:pt x="2636" y="2077"/>
                  <a:pt x="2632" y="2073"/>
                  <a:pt x="2628" y="2069"/>
                </a:cubicBezTo>
                <a:cubicBezTo>
                  <a:pt x="2551" y="1971"/>
                  <a:pt x="2541" y="1952"/>
                  <a:pt x="2535" y="1933"/>
                </a:cubicBezTo>
                <a:cubicBezTo>
                  <a:pt x="2537" y="1931"/>
                  <a:pt x="2537" y="1933"/>
                  <a:pt x="2538" y="1936"/>
                </a:cubicBezTo>
                <a:cubicBezTo>
                  <a:pt x="2555" y="1961"/>
                  <a:pt x="2559" y="1971"/>
                  <a:pt x="2566" y="1981"/>
                </a:cubicBezTo>
                <a:cubicBezTo>
                  <a:pt x="2684" y="2109"/>
                  <a:pt x="2700" y="2128"/>
                  <a:pt x="2712" y="2137"/>
                </a:cubicBezTo>
                <a:cubicBezTo>
                  <a:pt x="2738" y="2156"/>
                  <a:pt x="2735" y="2152"/>
                  <a:pt x="2733" y="2148"/>
                </a:cubicBezTo>
                <a:close/>
                <a:moveTo>
                  <a:pt x="2591" y="2098"/>
                </a:moveTo>
                <a:cubicBezTo>
                  <a:pt x="2574" y="2082"/>
                  <a:pt x="2569" y="2066"/>
                  <a:pt x="2557" y="2050"/>
                </a:cubicBezTo>
                <a:cubicBezTo>
                  <a:pt x="2542" y="2025"/>
                  <a:pt x="2544" y="2022"/>
                  <a:pt x="2540" y="2018"/>
                </a:cubicBezTo>
                <a:cubicBezTo>
                  <a:pt x="2518" y="1973"/>
                  <a:pt x="2511" y="1965"/>
                  <a:pt x="2510" y="1957"/>
                </a:cubicBezTo>
                <a:cubicBezTo>
                  <a:pt x="2495" y="1931"/>
                  <a:pt x="2489" y="1936"/>
                  <a:pt x="2497" y="1942"/>
                </a:cubicBezTo>
                <a:cubicBezTo>
                  <a:pt x="2510" y="1978"/>
                  <a:pt x="2514" y="1981"/>
                  <a:pt x="2516" y="1984"/>
                </a:cubicBezTo>
                <a:cubicBezTo>
                  <a:pt x="2525" y="2012"/>
                  <a:pt x="2529" y="2015"/>
                  <a:pt x="2531" y="2017"/>
                </a:cubicBezTo>
                <a:cubicBezTo>
                  <a:pt x="2543" y="2038"/>
                  <a:pt x="2539" y="2041"/>
                  <a:pt x="2543" y="2044"/>
                </a:cubicBezTo>
                <a:cubicBezTo>
                  <a:pt x="2576" y="2100"/>
                  <a:pt x="2580" y="2103"/>
                  <a:pt x="2582" y="2106"/>
                </a:cubicBezTo>
                <a:cubicBezTo>
                  <a:pt x="2599" y="2132"/>
                  <a:pt x="2603" y="2135"/>
                  <a:pt x="2605" y="2138"/>
                </a:cubicBezTo>
                <a:cubicBezTo>
                  <a:pt x="2623" y="2154"/>
                  <a:pt x="2621" y="2156"/>
                  <a:pt x="2622" y="2158"/>
                </a:cubicBezTo>
                <a:cubicBezTo>
                  <a:pt x="2623" y="2145"/>
                  <a:pt x="2610" y="2129"/>
                  <a:pt x="2597" y="2113"/>
                </a:cubicBezTo>
                <a:close/>
                <a:moveTo>
                  <a:pt x="3033" y="2114"/>
                </a:moveTo>
                <a:cubicBezTo>
                  <a:pt x="3034" y="2107"/>
                  <a:pt x="3026" y="2100"/>
                  <a:pt x="3027" y="2094"/>
                </a:cubicBezTo>
                <a:cubicBezTo>
                  <a:pt x="3015" y="2078"/>
                  <a:pt x="3010" y="2064"/>
                  <a:pt x="2999" y="2048"/>
                </a:cubicBezTo>
                <a:cubicBezTo>
                  <a:pt x="2993" y="2042"/>
                  <a:pt x="2987" y="2035"/>
                  <a:pt x="2982" y="2029"/>
                </a:cubicBezTo>
                <a:cubicBezTo>
                  <a:pt x="2976" y="2019"/>
                  <a:pt x="2974" y="2020"/>
                  <a:pt x="2966" y="2011"/>
                </a:cubicBezTo>
                <a:cubicBezTo>
                  <a:pt x="2959" y="2006"/>
                  <a:pt x="2963" y="2002"/>
                  <a:pt x="2957" y="1998"/>
                </a:cubicBezTo>
                <a:cubicBezTo>
                  <a:pt x="2951" y="1998"/>
                  <a:pt x="2953" y="1992"/>
                  <a:pt x="2952" y="1991"/>
                </a:cubicBezTo>
                <a:cubicBezTo>
                  <a:pt x="2951" y="1991"/>
                  <a:pt x="2950" y="1993"/>
                  <a:pt x="2949" y="1991"/>
                </a:cubicBezTo>
                <a:cubicBezTo>
                  <a:pt x="2945" y="1988"/>
                  <a:pt x="2942" y="1983"/>
                  <a:pt x="2937" y="1978"/>
                </a:cubicBezTo>
                <a:cubicBezTo>
                  <a:pt x="2933" y="1980"/>
                  <a:pt x="2929" y="1969"/>
                  <a:pt x="2925" y="1971"/>
                </a:cubicBezTo>
                <a:cubicBezTo>
                  <a:pt x="2921" y="1969"/>
                  <a:pt x="2917" y="1962"/>
                  <a:pt x="2913" y="1967"/>
                </a:cubicBezTo>
                <a:cubicBezTo>
                  <a:pt x="2922" y="1978"/>
                  <a:pt x="2932" y="1982"/>
                  <a:pt x="2941" y="1989"/>
                </a:cubicBezTo>
                <a:cubicBezTo>
                  <a:pt x="2945" y="1997"/>
                  <a:pt x="2946" y="1998"/>
                  <a:pt x="2955" y="2005"/>
                </a:cubicBezTo>
                <a:cubicBezTo>
                  <a:pt x="2959" y="2009"/>
                  <a:pt x="2957" y="2013"/>
                  <a:pt x="2962" y="2017"/>
                </a:cubicBezTo>
                <a:cubicBezTo>
                  <a:pt x="2976" y="2032"/>
                  <a:pt x="2989" y="2047"/>
                  <a:pt x="2995" y="2057"/>
                </a:cubicBezTo>
                <a:cubicBezTo>
                  <a:pt x="3002" y="2065"/>
                  <a:pt x="3006" y="2073"/>
                  <a:pt x="3009" y="2080"/>
                </a:cubicBezTo>
                <a:cubicBezTo>
                  <a:pt x="3013" y="2084"/>
                  <a:pt x="3016" y="2088"/>
                  <a:pt x="3013" y="2091"/>
                </a:cubicBezTo>
                <a:cubicBezTo>
                  <a:pt x="3017" y="2095"/>
                  <a:pt x="3020" y="2099"/>
                  <a:pt x="3020" y="2102"/>
                </a:cubicBezTo>
                <a:cubicBezTo>
                  <a:pt x="3026" y="2117"/>
                  <a:pt x="3033" y="2132"/>
                  <a:pt x="3039" y="2147"/>
                </a:cubicBezTo>
                <a:cubicBezTo>
                  <a:pt x="3040" y="2151"/>
                  <a:pt x="3041" y="2156"/>
                  <a:pt x="3042" y="2160"/>
                </a:cubicBezTo>
                <a:cubicBezTo>
                  <a:pt x="3052" y="2160"/>
                  <a:pt x="3052" y="2160"/>
                  <a:pt x="3052" y="2160"/>
                </a:cubicBezTo>
                <a:cubicBezTo>
                  <a:pt x="3049" y="2152"/>
                  <a:pt x="3045" y="2143"/>
                  <a:pt x="3046" y="2135"/>
                </a:cubicBezTo>
                <a:cubicBezTo>
                  <a:pt x="3039" y="2128"/>
                  <a:pt x="3040" y="2121"/>
                  <a:pt x="3033" y="2114"/>
                </a:cubicBezTo>
                <a:close/>
                <a:moveTo>
                  <a:pt x="2537" y="2130"/>
                </a:moveTo>
                <a:cubicBezTo>
                  <a:pt x="2524" y="2116"/>
                  <a:pt x="2523" y="2103"/>
                  <a:pt x="2514" y="2093"/>
                </a:cubicBezTo>
                <a:cubicBezTo>
                  <a:pt x="2504" y="2070"/>
                  <a:pt x="2497" y="2066"/>
                  <a:pt x="2499" y="2063"/>
                </a:cubicBezTo>
                <a:cubicBezTo>
                  <a:pt x="2497" y="2052"/>
                  <a:pt x="2484" y="2048"/>
                  <a:pt x="2489" y="2045"/>
                </a:cubicBezTo>
                <a:cubicBezTo>
                  <a:pt x="2476" y="2022"/>
                  <a:pt x="2468" y="2018"/>
                  <a:pt x="2471" y="2015"/>
                </a:cubicBezTo>
                <a:cubicBezTo>
                  <a:pt x="2435" y="1967"/>
                  <a:pt x="2425" y="1955"/>
                  <a:pt x="2414" y="1943"/>
                </a:cubicBezTo>
                <a:cubicBezTo>
                  <a:pt x="2373" y="1912"/>
                  <a:pt x="2369" y="1896"/>
                  <a:pt x="2364" y="1900"/>
                </a:cubicBezTo>
                <a:cubicBezTo>
                  <a:pt x="2381" y="1915"/>
                  <a:pt x="2378" y="1916"/>
                  <a:pt x="2380" y="1918"/>
                </a:cubicBezTo>
                <a:cubicBezTo>
                  <a:pt x="2388" y="1923"/>
                  <a:pt x="2388" y="1926"/>
                  <a:pt x="2389" y="1927"/>
                </a:cubicBezTo>
                <a:cubicBezTo>
                  <a:pt x="2400" y="1940"/>
                  <a:pt x="2408" y="1942"/>
                  <a:pt x="2409" y="1947"/>
                </a:cubicBezTo>
                <a:cubicBezTo>
                  <a:pt x="2443" y="1995"/>
                  <a:pt x="2452" y="1999"/>
                  <a:pt x="2449" y="2002"/>
                </a:cubicBezTo>
                <a:cubicBezTo>
                  <a:pt x="2487" y="2063"/>
                  <a:pt x="2491" y="2067"/>
                  <a:pt x="2487" y="2070"/>
                </a:cubicBezTo>
                <a:cubicBezTo>
                  <a:pt x="2506" y="2104"/>
                  <a:pt x="2514" y="2108"/>
                  <a:pt x="2512" y="2112"/>
                </a:cubicBezTo>
                <a:cubicBezTo>
                  <a:pt x="2539" y="2152"/>
                  <a:pt x="2543" y="2157"/>
                  <a:pt x="2546" y="2160"/>
                </a:cubicBezTo>
                <a:cubicBezTo>
                  <a:pt x="2540" y="2140"/>
                  <a:pt x="2541" y="2135"/>
                  <a:pt x="2537" y="2130"/>
                </a:cubicBezTo>
                <a:close/>
                <a:moveTo>
                  <a:pt x="2359" y="2098"/>
                </a:moveTo>
                <a:cubicBezTo>
                  <a:pt x="2355" y="2093"/>
                  <a:pt x="2356" y="2088"/>
                  <a:pt x="2351" y="2082"/>
                </a:cubicBezTo>
                <a:cubicBezTo>
                  <a:pt x="2335" y="2044"/>
                  <a:pt x="2331" y="2038"/>
                  <a:pt x="2328" y="2033"/>
                </a:cubicBezTo>
                <a:cubicBezTo>
                  <a:pt x="2301" y="1982"/>
                  <a:pt x="2293" y="1965"/>
                  <a:pt x="2285" y="1948"/>
                </a:cubicBezTo>
                <a:cubicBezTo>
                  <a:pt x="2224" y="1882"/>
                  <a:pt x="2221" y="1878"/>
                  <a:pt x="2218" y="1874"/>
                </a:cubicBezTo>
                <a:cubicBezTo>
                  <a:pt x="2188" y="1841"/>
                  <a:pt x="2182" y="1834"/>
                  <a:pt x="2176" y="1827"/>
                </a:cubicBezTo>
                <a:cubicBezTo>
                  <a:pt x="2168" y="1800"/>
                  <a:pt x="2167" y="1797"/>
                  <a:pt x="2164" y="1793"/>
                </a:cubicBezTo>
                <a:cubicBezTo>
                  <a:pt x="2171" y="1829"/>
                  <a:pt x="2175" y="1832"/>
                  <a:pt x="2177" y="1835"/>
                </a:cubicBezTo>
                <a:cubicBezTo>
                  <a:pt x="2193" y="1872"/>
                  <a:pt x="2204" y="1885"/>
                  <a:pt x="2212" y="1897"/>
                </a:cubicBezTo>
                <a:cubicBezTo>
                  <a:pt x="2261" y="1978"/>
                  <a:pt x="2271" y="1983"/>
                  <a:pt x="2264" y="1987"/>
                </a:cubicBezTo>
                <a:cubicBezTo>
                  <a:pt x="2277" y="2021"/>
                  <a:pt x="2288" y="2026"/>
                  <a:pt x="2285" y="2030"/>
                </a:cubicBezTo>
                <a:cubicBezTo>
                  <a:pt x="2303" y="2068"/>
                  <a:pt x="2301" y="2072"/>
                  <a:pt x="2302" y="2076"/>
                </a:cubicBezTo>
                <a:cubicBezTo>
                  <a:pt x="2322" y="2110"/>
                  <a:pt x="2320" y="2114"/>
                  <a:pt x="2324" y="2118"/>
                </a:cubicBezTo>
                <a:cubicBezTo>
                  <a:pt x="2337" y="2145"/>
                  <a:pt x="2350" y="2149"/>
                  <a:pt x="2344" y="2152"/>
                </a:cubicBezTo>
                <a:cubicBezTo>
                  <a:pt x="2314" y="2125"/>
                  <a:pt x="2312" y="2120"/>
                  <a:pt x="2308" y="2120"/>
                </a:cubicBezTo>
                <a:cubicBezTo>
                  <a:pt x="2286" y="2084"/>
                  <a:pt x="2287" y="2074"/>
                  <a:pt x="2278" y="2062"/>
                </a:cubicBezTo>
                <a:cubicBezTo>
                  <a:pt x="2250" y="1984"/>
                  <a:pt x="2245" y="1972"/>
                  <a:pt x="2241" y="1961"/>
                </a:cubicBezTo>
                <a:cubicBezTo>
                  <a:pt x="2207" y="1901"/>
                  <a:pt x="2203" y="1897"/>
                  <a:pt x="2199" y="1893"/>
                </a:cubicBezTo>
                <a:cubicBezTo>
                  <a:pt x="2180" y="1859"/>
                  <a:pt x="2173" y="1847"/>
                  <a:pt x="2168" y="1834"/>
                </a:cubicBezTo>
                <a:cubicBezTo>
                  <a:pt x="2156" y="1801"/>
                  <a:pt x="2161" y="1800"/>
                  <a:pt x="2155" y="1799"/>
                </a:cubicBezTo>
                <a:cubicBezTo>
                  <a:pt x="2162" y="1855"/>
                  <a:pt x="2173" y="1859"/>
                  <a:pt x="2171" y="1863"/>
                </a:cubicBezTo>
                <a:cubicBezTo>
                  <a:pt x="2220" y="1937"/>
                  <a:pt x="2218" y="1940"/>
                  <a:pt x="2219" y="1942"/>
                </a:cubicBezTo>
                <a:cubicBezTo>
                  <a:pt x="2235" y="1976"/>
                  <a:pt x="2242" y="1984"/>
                  <a:pt x="2242" y="1992"/>
                </a:cubicBezTo>
                <a:cubicBezTo>
                  <a:pt x="2250" y="2025"/>
                  <a:pt x="2261" y="2035"/>
                  <a:pt x="2259" y="2044"/>
                </a:cubicBezTo>
                <a:cubicBezTo>
                  <a:pt x="2271" y="2072"/>
                  <a:pt x="2281" y="2080"/>
                  <a:pt x="2279" y="2087"/>
                </a:cubicBezTo>
                <a:cubicBezTo>
                  <a:pt x="2297" y="2123"/>
                  <a:pt x="2306" y="2127"/>
                  <a:pt x="2303" y="2130"/>
                </a:cubicBezTo>
                <a:cubicBezTo>
                  <a:pt x="2288" y="2117"/>
                  <a:pt x="2278" y="2115"/>
                  <a:pt x="2273" y="2107"/>
                </a:cubicBezTo>
                <a:cubicBezTo>
                  <a:pt x="2244" y="2046"/>
                  <a:pt x="2250" y="2043"/>
                  <a:pt x="2247" y="2040"/>
                </a:cubicBezTo>
                <a:cubicBezTo>
                  <a:pt x="2239" y="2016"/>
                  <a:pt x="2232" y="2013"/>
                  <a:pt x="2235" y="2010"/>
                </a:cubicBezTo>
                <a:cubicBezTo>
                  <a:pt x="2222" y="1977"/>
                  <a:pt x="2214" y="1973"/>
                  <a:pt x="2218" y="1970"/>
                </a:cubicBezTo>
                <a:cubicBezTo>
                  <a:pt x="2196" y="1923"/>
                  <a:pt x="2187" y="1916"/>
                  <a:pt x="2188" y="1909"/>
                </a:cubicBezTo>
                <a:cubicBezTo>
                  <a:pt x="2172" y="1880"/>
                  <a:pt x="2172" y="1877"/>
                  <a:pt x="2170" y="1879"/>
                </a:cubicBezTo>
                <a:cubicBezTo>
                  <a:pt x="2148" y="1849"/>
                  <a:pt x="2146" y="1846"/>
                  <a:pt x="2140" y="1841"/>
                </a:cubicBezTo>
                <a:cubicBezTo>
                  <a:pt x="2122" y="1818"/>
                  <a:pt x="2120" y="1815"/>
                  <a:pt x="2120" y="1812"/>
                </a:cubicBezTo>
                <a:cubicBezTo>
                  <a:pt x="2133" y="1844"/>
                  <a:pt x="2148" y="1854"/>
                  <a:pt x="2149" y="1862"/>
                </a:cubicBezTo>
                <a:cubicBezTo>
                  <a:pt x="2163" y="1878"/>
                  <a:pt x="2160" y="1878"/>
                  <a:pt x="2166" y="1882"/>
                </a:cubicBezTo>
                <a:cubicBezTo>
                  <a:pt x="2182" y="1914"/>
                  <a:pt x="2180" y="1918"/>
                  <a:pt x="2184" y="1921"/>
                </a:cubicBezTo>
                <a:cubicBezTo>
                  <a:pt x="2203" y="1968"/>
                  <a:pt x="2210" y="1974"/>
                  <a:pt x="2209" y="1980"/>
                </a:cubicBezTo>
                <a:cubicBezTo>
                  <a:pt x="2222" y="2004"/>
                  <a:pt x="2224" y="2008"/>
                  <a:pt x="2224" y="2011"/>
                </a:cubicBezTo>
                <a:cubicBezTo>
                  <a:pt x="2245" y="2053"/>
                  <a:pt x="2243" y="2065"/>
                  <a:pt x="2251" y="2077"/>
                </a:cubicBezTo>
                <a:cubicBezTo>
                  <a:pt x="2258" y="2112"/>
                  <a:pt x="2252" y="2108"/>
                  <a:pt x="2246" y="2105"/>
                </a:cubicBezTo>
                <a:cubicBezTo>
                  <a:pt x="2234" y="2075"/>
                  <a:pt x="2228" y="2071"/>
                  <a:pt x="2230" y="2067"/>
                </a:cubicBezTo>
                <a:cubicBezTo>
                  <a:pt x="2214" y="2023"/>
                  <a:pt x="2210" y="2019"/>
                  <a:pt x="2210" y="2014"/>
                </a:cubicBezTo>
                <a:cubicBezTo>
                  <a:pt x="2191" y="1966"/>
                  <a:pt x="2190" y="1957"/>
                  <a:pt x="2183" y="1948"/>
                </a:cubicBezTo>
                <a:cubicBezTo>
                  <a:pt x="2115" y="1843"/>
                  <a:pt x="2109" y="1836"/>
                  <a:pt x="2102" y="1828"/>
                </a:cubicBezTo>
                <a:cubicBezTo>
                  <a:pt x="2084" y="1810"/>
                  <a:pt x="2089" y="1820"/>
                  <a:pt x="2100" y="1829"/>
                </a:cubicBezTo>
                <a:cubicBezTo>
                  <a:pt x="2180" y="1968"/>
                  <a:pt x="2187" y="1974"/>
                  <a:pt x="2184" y="1979"/>
                </a:cubicBezTo>
                <a:cubicBezTo>
                  <a:pt x="2204" y="2026"/>
                  <a:pt x="2202" y="2030"/>
                  <a:pt x="2207" y="2034"/>
                </a:cubicBezTo>
                <a:cubicBezTo>
                  <a:pt x="2222" y="2075"/>
                  <a:pt x="2224" y="2079"/>
                  <a:pt x="2224" y="2083"/>
                </a:cubicBezTo>
                <a:cubicBezTo>
                  <a:pt x="2213" y="2080"/>
                  <a:pt x="2204" y="2073"/>
                  <a:pt x="2206" y="2067"/>
                </a:cubicBezTo>
                <a:cubicBezTo>
                  <a:pt x="2183" y="2022"/>
                  <a:pt x="2178" y="2013"/>
                  <a:pt x="2178" y="2005"/>
                </a:cubicBezTo>
                <a:cubicBezTo>
                  <a:pt x="2150" y="1952"/>
                  <a:pt x="2156" y="1949"/>
                  <a:pt x="2153" y="1946"/>
                </a:cubicBezTo>
                <a:cubicBezTo>
                  <a:pt x="2092" y="1848"/>
                  <a:pt x="2086" y="1839"/>
                  <a:pt x="2080" y="1830"/>
                </a:cubicBezTo>
                <a:cubicBezTo>
                  <a:pt x="2028" y="1770"/>
                  <a:pt x="2025" y="1766"/>
                  <a:pt x="2021" y="1765"/>
                </a:cubicBezTo>
                <a:cubicBezTo>
                  <a:pt x="2015" y="1759"/>
                  <a:pt x="2018" y="1765"/>
                  <a:pt x="2019" y="1767"/>
                </a:cubicBezTo>
                <a:cubicBezTo>
                  <a:pt x="2031" y="1783"/>
                  <a:pt x="2032" y="1782"/>
                  <a:pt x="2034" y="1783"/>
                </a:cubicBezTo>
                <a:cubicBezTo>
                  <a:pt x="2080" y="1843"/>
                  <a:pt x="2084" y="1849"/>
                  <a:pt x="2088" y="1855"/>
                </a:cubicBezTo>
                <a:cubicBezTo>
                  <a:pt x="2107" y="1882"/>
                  <a:pt x="2113" y="1894"/>
                  <a:pt x="2121" y="1907"/>
                </a:cubicBezTo>
                <a:cubicBezTo>
                  <a:pt x="2133" y="1930"/>
                  <a:pt x="2135" y="1937"/>
                  <a:pt x="2142" y="1943"/>
                </a:cubicBezTo>
                <a:cubicBezTo>
                  <a:pt x="2150" y="1967"/>
                  <a:pt x="2149" y="1968"/>
                  <a:pt x="2153" y="1969"/>
                </a:cubicBezTo>
                <a:cubicBezTo>
                  <a:pt x="2176" y="2038"/>
                  <a:pt x="2182" y="2045"/>
                  <a:pt x="2184" y="2051"/>
                </a:cubicBezTo>
                <a:cubicBezTo>
                  <a:pt x="2178" y="2070"/>
                  <a:pt x="2180" y="2060"/>
                  <a:pt x="2175" y="2057"/>
                </a:cubicBezTo>
                <a:cubicBezTo>
                  <a:pt x="2153" y="2021"/>
                  <a:pt x="2158" y="2016"/>
                  <a:pt x="2151" y="2010"/>
                </a:cubicBezTo>
                <a:cubicBezTo>
                  <a:pt x="2121" y="1936"/>
                  <a:pt x="2119" y="1926"/>
                  <a:pt x="2108" y="1915"/>
                </a:cubicBezTo>
                <a:cubicBezTo>
                  <a:pt x="2036" y="1803"/>
                  <a:pt x="2040" y="1801"/>
                  <a:pt x="2034" y="1797"/>
                </a:cubicBezTo>
                <a:cubicBezTo>
                  <a:pt x="2007" y="1765"/>
                  <a:pt x="2005" y="1763"/>
                  <a:pt x="2003" y="1761"/>
                </a:cubicBezTo>
                <a:cubicBezTo>
                  <a:pt x="1972" y="1730"/>
                  <a:pt x="1967" y="1720"/>
                  <a:pt x="1962" y="1724"/>
                </a:cubicBezTo>
                <a:cubicBezTo>
                  <a:pt x="1992" y="1755"/>
                  <a:pt x="1992" y="1758"/>
                  <a:pt x="1992" y="1759"/>
                </a:cubicBezTo>
                <a:cubicBezTo>
                  <a:pt x="2021" y="1792"/>
                  <a:pt x="2020" y="1796"/>
                  <a:pt x="2026" y="1801"/>
                </a:cubicBezTo>
                <a:cubicBezTo>
                  <a:pt x="2060" y="1845"/>
                  <a:pt x="2062" y="1850"/>
                  <a:pt x="2064" y="1855"/>
                </a:cubicBezTo>
                <a:cubicBezTo>
                  <a:pt x="2095" y="1898"/>
                  <a:pt x="2096" y="1916"/>
                  <a:pt x="2112" y="1935"/>
                </a:cubicBezTo>
                <a:cubicBezTo>
                  <a:pt x="2128" y="1975"/>
                  <a:pt x="2126" y="1980"/>
                  <a:pt x="2133" y="1986"/>
                </a:cubicBezTo>
                <a:cubicBezTo>
                  <a:pt x="2155" y="2039"/>
                  <a:pt x="2153" y="2043"/>
                  <a:pt x="2157" y="2046"/>
                </a:cubicBezTo>
                <a:cubicBezTo>
                  <a:pt x="2137" y="2045"/>
                  <a:pt x="2142" y="2043"/>
                  <a:pt x="2142" y="2042"/>
                </a:cubicBezTo>
                <a:cubicBezTo>
                  <a:pt x="2135" y="2030"/>
                  <a:pt x="2128" y="2031"/>
                  <a:pt x="2127" y="2026"/>
                </a:cubicBezTo>
                <a:cubicBezTo>
                  <a:pt x="2111" y="1989"/>
                  <a:pt x="2109" y="1986"/>
                  <a:pt x="2107" y="1983"/>
                </a:cubicBezTo>
                <a:cubicBezTo>
                  <a:pt x="2085" y="1918"/>
                  <a:pt x="2078" y="1914"/>
                  <a:pt x="2079" y="1911"/>
                </a:cubicBezTo>
                <a:cubicBezTo>
                  <a:pt x="2055" y="1866"/>
                  <a:pt x="2049" y="1852"/>
                  <a:pt x="2041" y="1838"/>
                </a:cubicBezTo>
                <a:cubicBezTo>
                  <a:pt x="1965" y="1757"/>
                  <a:pt x="1962" y="1741"/>
                  <a:pt x="1957" y="1746"/>
                </a:cubicBezTo>
                <a:cubicBezTo>
                  <a:pt x="2003" y="1791"/>
                  <a:pt x="2001" y="1802"/>
                  <a:pt x="2007" y="1806"/>
                </a:cubicBezTo>
                <a:cubicBezTo>
                  <a:pt x="2039" y="1854"/>
                  <a:pt x="2043" y="1857"/>
                  <a:pt x="2046" y="1860"/>
                </a:cubicBezTo>
                <a:cubicBezTo>
                  <a:pt x="2065" y="1901"/>
                  <a:pt x="2070" y="1913"/>
                  <a:pt x="2074" y="1925"/>
                </a:cubicBezTo>
                <a:cubicBezTo>
                  <a:pt x="2084" y="1955"/>
                  <a:pt x="2091" y="1959"/>
                  <a:pt x="2088" y="1961"/>
                </a:cubicBezTo>
                <a:cubicBezTo>
                  <a:pt x="2109" y="2008"/>
                  <a:pt x="2111" y="2011"/>
                  <a:pt x="2111" y="2014"/>
                </a:cubicBezTo>
                <a:cubicBezTo>
                  <a:pt x="2084" y="2001"/>
                  <a:pt x="2083" y="1990"/>
                  <a:pt x="2078" y="1979"/>
                </a:cubicBezTo>
                <a:cubicBezTo>
                  <a:pt x="2058" y="1935"/>
                  <a:pt x="2059" y="1924"/>
                  <a:pt x="2051" y="1913"/>
                </a:cubicBezTo>
                <a:cubicBezTo>
                  <a:pt x="2005" y="1834"/>
                  <a:pt x="1999" y="1823"/>
                  <a:pt x="1992" y="1811"/>
                </a:cubicBezTo>
                <a:cubicBezTo>
                  <a:pt x="1942" y="1756"/>
                  <a:pt x="1938" y="1745"/>
                  <a:pt x="1934" y="1752"/>
                </a:cubicBezTo>
                <a:cubicBezTo>
                  <a:pt x="2017" y="1869"/>
                  <a:pt x="2028" y="1877"/>
                  <a:pt x="2027" y="1885"/>
                </a:cubicBezTo>
                <a:cubicBezTo>
                  <a:pt x="2063" y="1966"/>
                  <a:pt x="2065" y="1973"/>
                  <a:pt x="2067" y="1980"/>
                </a:cubicBezTo>
                <a:cubicBezTo>
                  <a:pt x="2065" y="1992"/>
                  <a:pt x="2057" y="1989"/>
                  <a:pt x="2060" y="1986"/>
                </a:cubicBezTo>
                <a:cubicBezTo>
                  <a:pt x="2045" y="1948"/>
                  <a:pt x="2043" y="1946"/>
                  <a:pt x="2043" y="1943"/>
                </a:cubicBezTo>
                <a:cubicBezTo>
                  <a:pt x="2023" y="1902"/>
                  <a:pt x="2017" y="1897"/>
                  <a:pt x="2017" y="1893"/>
                </a:cubicBezTo>
                <a:cubicBezTo>
                  <a:pt x="2004" y="1865"/>
                  <a:pt x="1997" y="1860"/>
                  <a:pt x="1998" y="1855"/>
                </a:cubicBezTo>
                <a:cubicBezTo>
                  <a:pt x="1963" y="1808"/>
                  <a:pt x="1953" y="1796"/>
                  <a:pt x="1940" y="1775"/>
                </a:cubicBezTo>
                <a:cubicBezTo>
                  <a:pt x="1905" y="1717"/>
                  <a:pt x="1893" y="1717"/>
                  <a:pt x="1896" y="1709"/>
                </a:cubicBezTo>
                <a:cubicBezTo>
                  <a:pt x="1877" y="1696"/>
                  <a:pt x="1887" y="1701"/>
                  <a:pt x="1884" y="1705"/>
                </a:cubicBezTo>
                <a:cubicBezTo>
                  <a:pt x="1901" y="1729"/>
                  <a:pt x="1903" y="1740"/>
                  <a:pt x="1915" y="1751"/>
                </a:cubicBezTo>
                <a:cubicBezTo>
                  <a:pt x="1973" y="1832"/>
                  <a:pt x="1981" y="1851"/>
                  <a:pt x="1997" y="1870"/>
                </a:cubicBezTo>
                <a:cubicBezTo>
                  <a:pt x="2010" y="1904"/>
                  <a:pt x="2014" y="1909"/>
                  <a:pt x="2017" y="1913"/>
                </a:cubicBezTo>
                <a:cubicBezTo>
                  <a:pt x="2030" y="1939"/>
                  <a:pt x="2036" y="1949"/>
                  <a:pt x="2039" y="1958"/>
                </a:cubicBezTo>
                <a:cubicBezTo>
                  <a:pt x="2048" y="1982"/>
                  <a:pt x="2048" y="1987"/>
                  <a:pt x="2045" y="1985"/>
                </a:cubicBezTo>
                <a:cubicBezTo>
                  <a:pt x="2031" y="1963"/>
                  <a:pt x="2024" y="1958"/>
                  <a:pt x="2019" y="1952"/>
                </a:cubicBezTo>
                <a:cubicBezTo>
                  <a:pt x="1966" y="1858"/>
                  <a:pt x="1972" y="1850"/>
                  <a:pt x="1964" y="1850"/>
                </a:cubicBezTo>
                <a:cubicBezTo>
                  <a:pt x="1953" y="1828"/>
                  <a:pt x="1951" y="1823"/>
                  <a:pt x="1948" y="1818"/>
                </a:cubicBezTo>
                <a:cubicBezTo>
                  <a:pt x="1895" y="1732"/>
                  <a:pt x="1891" y="1727"/>
                  <a:pt x="1888" y="1723"/>
                </a:cubicBezTo>
                <a:cubicBezTo>
                  <a:pt x="1919" y="1786"/>
                  <a:pt x="1923" y="1796"/>
                  <a:pt x="1930" y="1807"/>
                </a:cubicBezTo>
                <a:cubicBezTo>
                  <a:pt x="1947" y="1834"/>
                  <a:pt x="1951" y="1837"/>
                  <a:pt x="1950" y="1839"/>
                </a:cubicBezTo>
                <a:cubicBezTo>
                  <a:pt x="1975" y="1882"/>
                  <a:pt x="1974" y="1885"/>
                  <a:pt x="1977" y="1888"/>
                </a:cubicBezTo>
                <a:cubicBezTo>
                  <a:pt x="1992" y="1925"/>
                  <a:pt x="2004" y="1931"/>
                  <a:pt x="1999" y="1935"/>
                </a:cubicBezTo>
                <a:cubicBezTo>
                  <a:pt x="2013" y="1957"/>
                  <a:pt x="2017" y="1963"/>
                  <a:pt x="2017" y="1969"/>
                </a:cubicBezTo>
                <a:cubicBezTo>
                  <a:pt x="2004" y="1947"/>
                  <a:pt x="1994" y="1941"/>
                  <a:pt x="1991" y="1936"/>
                </a:cubicBezTo>
                <a:cubicBezTo>
                  <a:pt x="1972" y="1896"/>
                  <a:pt x="1966" y="1889"/>
                  <a:pt x="1964" y="1882"/>
                </a:cubicBezTo>
                <a:cubicBezTo>
                  <a:pt x="1925" y="1808"/>
                  <a:pt x="1925" y="1804"/>
                  <a:pt x="1915" y="1797"/>
                </a:cubicBezTo>
                <a:cubicBezTo>
                  <a:pt x="1867" y="1736"/>
                  <a:pt x="1869" y="1724"/>
                  <a:pt x="1860" y="1730"/>
                </a:cubicBezTo>
                <a:cubicBezTo>
                  <a:pt x="1899" y="1781"/>
                  <a:pt x="1901" y="1790"/>
                  <a:pt x="1916" y="1808"/>
                </a:cubicBezTo>
                <a:cubicBezTo>
                  <a:pt x="1941" y="1843"/>
                  <a:pt x="1937" y="1847"/>
                  <a:pt x="1943" y="1851"/>
                </a:cubicBezTo>
                <a:cubicBezTo>
                  <a:pt x="1973" y="1924"/>
                  <a:pt x="1975" y="1926"/>
                  <a:pt x="1978" y="1931"/>
                </a:cubicBezTo>
                <a:cubicBezTo>
                  <a:pt x="1970" y="1937"/>
                  <a:pt x="1972" y="1932"/>
                  <a:pt x="1965" y="1927"/>
                </a:cubicBezTo>
                <a:cubicBezTo>
                  <a:pt x="1952" y="1892"/>
                  <a:pt x="1945" y="1884"/>
                  <a:pt x="1941" y="1876"/>
                </a:cubicBezTo>
                <a:cubicBezTo>
                  <a:pt x="1925" y="1837"/>
                  <a:pt x="1914" y="1832"/>
                  <a:pt x="1916" y="1828"/>
                </a:cubicBezTo>
                <a:cubicBezTo>
                  <a:pt x="1875" y="1771"/>
                  <a:pt x="1871" y="1766"/>
                  <a:pt x="1867" y="1761"/>
                </a:cubicBezTo>
                <a:cubicBezTo>
                  <a:pt x="1850" y="1739"/>
                  <a:pt x="1837" y="1733"/>
                  <a:pt x="1834" y="1724"/>
                </a:cubicBezTo>
                <a:cubicBezTo>
                  <a:pt x="1831" y="1727"/>
                  <a:pt x="1840" y="1739"/>
                  <a:pt x="1859" y="1759"/>
                </a:cubicBezTo>
                <a:cubicBezTo>
                  <a:pt x="1929" y="1870"/>
                  <a:pt x="1932" y="1882"/>
                  <a:pt x="1940" y="1894"/>
                </a:cubicBezTo>
                <a:cubicBezTo>
                  <a:pt x="1955" y="1926"/>
                  <a:pt x="1962" y="1930"/>
                  <a:pt x="1956" y="1933"/>
                </a:cubicBezTo>
                <a:cubicBezTo>
                  <a:pt x="1948" y="1914"/>
                  <a:pt x="1940" y="1910"/>
                  <a:pt x="1939" y="1907"/>
                </a:cubicBezTo>
                <a:cubicBezTo>
                  <a:pt x="1901" y="1834"/>
                  <a:pt x="1882" y="1810"/>
                  <a:pt x="1865" y="1786"/>
                </a:cubicBezTo>
                <a:cubicBezTo>
                  <a:pt x="1823" y="1743"/>
                  <a:pt x="1820" y="1733"/>
                  <a:pt x="1816" y="1736"/>
                </a:cubicBezTo>
                <a:cubicBezTo>
                  <a:pt x="1800" y="1727"/>
                  <a:pt x="1800" y="1727"/>
                  <a:pt x="1808" y="1734"/>
                </a:cubicBezTo>
                <a:cubicBezTo>
                  <a:pt x="1845" y="1773"/>
                  <a:pt x="1851" y="1780"/>
                  <a:pt x="1857" y="1787"/>
                </a:cubicBezTo>
                <a:cubicBezTo>
                  <a:pt x="1914" y="1883"/>
                  <a:pt x="1922" y="1889"/>
                  <a:pt x="1921" y="1893"/>
                </a:cubicBezTo>
                <a:cubicBezTo>
                  <a:pt x="1911" y="1899"/>
                  <a:pt x="1910" y="1880"/>
                  <a:pt x="1897" y="1865"/>
                </a:cubicBezTo>
                <a:cubicBezTo>
                  <a:pt x="1850" y="1801"/>
                  <a:pt x="1840" y="1789"/>
                  <a:pt x="1832" y="1778"/>
                </a:cubicBezTo>
                <a:cubicBezTo>
                  <a:pt x="1783" y="1729"/>
                  <a:pt x="1776" y="1719"/>
                  <a:pt x="1768" y="1715"/>
                </a:cubicBezTo>
                <a:cubicBezTo>
                  <a:pt x="1752" y="1711"/>
                  <a:pt x="1762" y="1716"/>
                  <a:pt x="1772" y="1723"/>
                </a:cubicBezTo>
                <a:cubicBezTo>
                  <a:pt x="1813" y="1762"/>
                  <a:pt x="1814" y="1765"/>
                  <a:pt x="1814" y="1767"/>
                </a:cubicBezTo>
                <a:cubicBezTo>
                  <a:pt x="1834" y="1793"/>
                  <a:pt x="1840" y="1799"/>
                  <a:pt x="1844" y="1808"/>
                </a:cubicBezTo>
                <a:cubicBezTo>
                  <a:pt x="1893" y="1871"/>
                  <a:pt x="1889" y="1874"/>
                  <a:pt x="1893" y="1877"/>
                </a:cubicBezTo>
                <a:cubicBezTo>
                  <a:pt x="1882" y="1864"/>
                  <a:pt x="1878" y="1863"/>
                  <a:pt x="1874" y="1856"/>
                </a:cubicBezTo>
                <a:cubicBezTo>
                  <a:pt x="1833" y="1802"/>
                  <a:pt x="1826" y="1794"/>
                  <a:pt x="1819" y="1786"/>
                </a:cubicBezTo>
                <a:cubicBezTo>
                  <a:pt x="1773" y="1738"/>
                  <a:pt x="1769" y="1738"/>
                  <a:pt x="1765" y="1734"/>
                </a:cubicBezTo>
                <a:cubicBezTo>
                  <a:pt x="1760" y="1738"/>
                  <a:pt x="1770" y="1737"/>
                  <a:pt x="1766" y="1742"/>
                </a:cubicBezTo>
                <a:cubicBezTo>
                  <a:pt x="1803" y="1777"/>
                  <a:pt x="1807" y="1785"/>
                  <a:pt x="1813" y="1785"/>
                </a:cubicBezTo>
                <a:cubicBezTo>
                  <a:pt x="1829" y="1807"/>
                  <a:pt x="1825" y="1810"/>
                  <a:pt x="1831" y="1813"/>
                </a:cubicBezTo>
                <a:cubicBezTo>
                  <a:pt x="1813" y="1794"/>
                  <a:pt x="1808" y="1796"/>
                  <a:pt x="1805" y="1790"/>
                </a:cubicBezTo>
                <a:cubicBezTo>
                  <a:pt x="1754" y="1747"/>
                  <a:pt x="1750" y="1740"/>
                  <a:pt x="1745" y="1738"/>
                </a:cubicBezTo>
                <a:cubicBezTo>
                  <a:pt x="1769" y="1764"/>
                  <a:pt x="1779" y="1774"/>
                  <a:pt x="1790" y="1782"/>
                </a:cubicBezTo>
                <a:cubicBezTo>
                  <a:pt x="1832" y="1841"/>
                  <a:pt x="1845" y="1847"/>
                  <a:pt x="1842" y="1852"/>
                </a:cubicBezTo>
                <a:cubicBezTo>
                  <a:pt x="1793" y="1807"/>
                  <a:pt x="1776" y="1786"/>
                  <a:pt x="1752" y="1769"/>
                </a:cubicBezTo>
                <a:cubicBezTo>
                  <a:pt x="1766" y="1787"/>
                  <a:pt x="1777" y="1798"/>
                  <a:pt x="1788" y="1810"/>
                </a:cubicBezTo>
                <a:cubicBezTo>
                  <a:pt x="1812" y="1838"/>
                  <a:pt x="1805" y="1839"/>
                  <a:pt x="1803" y="1837"/>
                </a:cubicBezTo>
                <a:cubicBezTo>
                  <a:pt x="1781" y="1826"/>
                  <a:pt x="1776" y="1821"/>
                  <a:pt x="1770" y="1820"/>
                </a:cubicBezTo>
                <a:cubicBezTo>
                  <a:pt x="1726" y="1790"/>
                  <a:pt x="1728" y="1785"/>
                  <a:pt x="1721" y="1787"/>
                </a:cubicBezTo>
                <a:cubicBezTo>
                  <a:pt x="1746" y="1808"/>
                  <a:pt x="1748" y="1812"/>
                  <a:pt x="1751" y="1811"/>
                </a:cubicBezTo>
                <a:cubicBezTo>
                  <a:pt x="1774" y="1830"/>
                  <a:pt x="1769" y="1830"/>
                  <a:pt x="1768" y="1830"/>
                </a:cubicBezTo>
                <a:cubicBezTo>
                  <a:pt x="1762" y="1829"/>
                  <a:pt x="1758" y="1825"/>
                  <a:pt x="1757" y="1825"/>
                </a:cubicBezTo>
                <a:cubicBezTo>
                  <a:pt x="1733" y="1815"/>
                  <a:pt x="1722" y="1808"/>
                  <a:pt x="1711" y="1802"/>
                </a:cubicBezTo>
                <a:cubicBezTo>
                  <a:pt x="1668" y="1781"/>
                  <a:pt x="1665" y="1767"/>
                  <a:pt x="1662" y="1772"/>
                </a:cubicBezTo>
                <a:cubicBezTo>
                  <a:pt x="1716" y="1810"/>
                  <a:pt x="1719" y="1814"/>
                  <a:pt x="1721" y="1816"/>
                </a:cubicBezTo>
                <a:cubicBezTo>
                  <a:pt x="1754" y="1831"/>
                  <a:pt x="1760" y="1834"/>
                  <a:pt x="1766" y="1838"/>
                </a:cubicBezTo>
                <a:cubicBezTo>
                  <a:pt x="1741" y="1835"/>
                  <a:pt x="1730" y="1831"/>
                  <a:pt x="1719" y="1827"/>
                </a:cubicBezTo>
                <a:cubicBezTo>
                  <a:pt x="1667" y="1800"/>
                  <a:pt x="1664" y="1802"/>
                  <a:pt x="1662" y="1799"/>
                </a:cubicBezTo>
                <a:cubicBezTo>
                  <a:pt x="1679" y="1814"/>
                  <a:pt x="1683" y="1818"/>
                  <a:pt x="1687" y="1817"/>
                </a:cubicBezTo>
                <a:cubicBezTo>
                  <a:pt x="1763" y="1850"/>
                  <a:pt x="1779" y="1856"/>
                  <a:pt x="1795" y="1858"/>
                </a:cubicBezTo>
                <a:cubicBezTo>
                  <a:pt x="1811" y="1866"/>
                  <a:pt x="1816" y="1856"/>
                  <a:pt x="1820" y="1863"/>
                </a:cubicBezTo>
                <a:cubicBezTo>
                  <a:pt x="1850" y="1871"/>
                  <a:pt x="1857" y="1864"/>
                  <a:pt x="1862" y="1875"/>
                </a:cubicBezTo>
                <a:cubicBezTo>
                  <a:pt x="1842" y="1876"/>
                  <a:pt x="1840" y="1873"/>
                  <a:pt x="1838" y="1874"/>
                </a:cubicBezTo>
                <a:cubicBezTo>
                  <a:pt x="1781" y="1864"/>
                  <a:pt x="1772" y="1865"/>
                  <a:pt x="1764" y="1866"/>
                </a:cubicBezTo>
                <a:cubicBezTo>
                  <a:pt x="1697" y="1850"/>
                  <a:pt x="1680" y="1845"/>
                  <a:pt x="1664" y="1837"/>
                </a:cubicBezTo>
                <a:cubicBezTo>
                  <a:pt x="1641" y="1830"/>
                  <a:pt x="1651" y="1834"/>
                  <a:pt x="1660" y="1843"/>
                </a:cubicBezTo>
                <a:cubicBezTo>
                  <a:pt x="1703" y="1857"/>
                  <a:pt x="1709" y="1862"/>
                  <a:pt x="1715" y="1862"/>
                </a:cubicBezTo>
                <a:cubicBezTo>
                  <a:pt x="1776" y="1874"/>
                  <a:pt x="1779" y="1875"/>
                  <a:pt x="1782" y="1876"/>
                </a:cubicBezTo>
                <a:cubicBezTo>
                  <a:pt x="1814" y="1881"/>
                  <a:pt x="1817" y="1882"/>
                  <a:pt x="1820" y="1880"/>
                </a:cubicBezTo>
                <a:cubicBezTo>
                  <a:pt x="1859" y="1887"/>
                  <a:pt x="1867" y="1889"/>
                  <a:pt x="1874" y="1888"/>
                </a:cubicBezTo>
                <a:cubicBezTo>
                  <a:pt x="1891" y="1901"/>
                  <a:pt x="1888" y="1900"/>
                  <a:pt x="1886" y="1895"/>
                </a:cubicBezTo>
                <a:cubicBezTo>
                  <a:pt x="1852" y="1893"/>
                  <a:pt x="1845" y="1895"/>
                  <a:pt x="1840" y="1892"/>
                </a:cubicBezTo>
                <a:cubicBezTo>
                  <a:pt x="1795" y="1885"/>
                  <a:pt x="1789" y="1891"/>
                  <a:pt x="1783" y="1887"/>
                </a:cubicBezTo>
                <a:cubicBezTo>
                  <a:pt x="1718" y="1880"/>
                  <a:pt x="1711" y="1879"/>
                  <a:pt x="1705" y="1877"/>
                </a:cubicBezTo>
                <a:cubicBezTo>
                  <a:pt x="1657" y="1869"/>
                  <a:pt x="1650" y="1862"/>
                  <a:pt x="1644" y="1861"/>
                </a:cubicBezTo>
                <a:cubicBezTo>
                  <a:pt x="1600" y="1841"/>
                  <a:pt x="1597" y="1831"/>
                  <a:pt x="1593" y="1833"/>
                </a:cubicBezTo>
                <a:cubicBezTo>
                  <a:pt x="1597" y="1840"/>
                  <a:pt x="1599" y="1842"/>
                  <a:pt x="1602" y="1843"/>
                </a:cubicBezTo>
                <a:cubicBezTo>
                  <a:pt x="1641" y="1869"/>
                  <a:pt x="1637" y="1872"/>
                  <a:pt x="1643" y="1876"/>
                </a:cubicBezTo>
                <a:cubicBezTo>
                  <a:pt x="1683" y="1894"/>
                  <a:pt x="1693" y="1901"/>
                  <a:pt x="1703" y="1902"/>
                </a:cubicBezTo>
                <a:cubicBezTo>
                  <a:pt x="1750" y="1920"/>
                  <a:pt x="1751" y="1916"/>
                  <a:pt x="1753" y="1916"/>
                </a:cubicBezTo>
                <a:cubicBezTo>
                  <a:pt x="1774" y="1922"/>
                  <a:pt x="1784" y="1924"/>
                  <a:pt x="1794" y="1923"/>
                </a:cubicBezTo>
                <a:cubicBezTo>
                  <a:pt x="1830" y="1924"/>
                  <a:pt x="1835" y="1925"/>
                  <a:pt x="1840" y="1926"/>
                </a:cubicBezTo>
                <a:cubicBezTo>
                  <a:pt x="1877" y="1930"/>
                  <a:pt x="1883" y="1925"/>
                  <a:pt x="1888" y="1925"/>
                </a:cubicBezTo>
                <a:cubicBezTo>
                  <a:pt x="1940" y="1939"/>
                  <a:pt x="1943" y="1934"/>
                  <a:pt x="1946" y="1941"/>
                </a:cubicBezTo>
                <a:cubicBezTo>
                  <a:pt x="1906" y="1945"/>
                  <a:pt x="1904" y="1942"/>
                  <a:pt x="1901" y="1943"/>
                </a:cubicBezTo>
                <a:cubicBezTo>
                  <a:pt x="1865" y="1942"/>
                  <a:pt x="1860" y="1941"/>
                  <a:pt x="1855" y="1940"/>
                </a:cubicBezTo>
                <a:cubicBezTo>
                  <a:pt x="1837" y="1942"/>
                  <a:pt x="1834" y="1939"/>
                  <a:pt x="1832" y="1940"/>
                </a:cubicBezTo>
                <a:cubicBezTo>
                  <a:pt x="1785" y="1936"/>
                  <a:pt x="1774" y="1934"/>
                  <a:pt x="1764" y="1932"/>
                </a:cubicBezTo>
                <a:cubicBezTo>
                  <a:pt x="1714" y="1916"/>
                  <a:pt x="1708" y="1920"/>
                  <a:pt x="1704" y="1913"/>
                </a:cubicBezTo>
                <a:cubicBezTo>
                  <a:pt x="1661" y="1902"/>
                  <a:pt x="1658" y="1892"/>
                  <a:pt x="1654" y="1899"/>
                </a:cubicBezTo>
                <a:cubicBezTo>
                  <a:pt x="1721" y="1926"/>
                  <a:pt x="1728" y="1931"/>
                  <a:pt x="1735" y="1935"/>
                </a:cubicBezTo>
                <a:cubicBezTo>
                  <a:pt x="1769" y="1942"/>
                  <a:pt x="1772" y="1946"/>
                  <a:pt x="1776" y="1942"/>
                </a:cubicBezTo>
                <a:cubicBezTo>
                  <a:pt x="1811" y="1952"/>
                  <a:pt x="1815" y="1945"/>
                  <a:pt x="1819" y="1951"/>
                </a:cubicBezTo>
                <a:cubicBezTo>
                  <a:pt x="1842" y="1951"/>
                  <a:pt x="1846" y="1953"/>
                  <a:pt x="1850" y="1950"/>
                </a:cubicBezTo>
                <a:cubicBezTo>
                  <a:pt x="1909" y="1952"/>
                  <a:pt x="1915" y="1954"/>
                  <a:pt x="1922" y="1953"/>
                </a:cubicBezTo>
                <a:cubicBezTo>
                  <a:pt x="1939" y="1951"/>
                  <a:pt x="1941" y="1956"/>
                  <a:pt x="1944" y="1952"/>
                </a:cubicBezTo>
                <a:cubicBezTo>
                  <a:pt x="1969" y="1956"/>
                  <a:pt x="1972" y="1958"/>
                  <a:pt x="1976" y="1959"/>
                </a:cubicBezTo>
                <a:cubicBezTo>
                  <a:pt x="1965" y="1961"/>
                  <a:pt x="1960" y="1960"/>
                  <a:pt x="1954" y="1957"/>
                </a:cubicBezTo>
                <a:cubicBezTo>
                  <a:pt x="1914" y="1964"/>
                  <a:pt x="1909" y="1955"/>
                  <a:pt x="1903" y="1961"/>
                </a:cubicBezTo>
                <a:cubicBezTo>
                  <a:pt x="1880" y="1964"/>
                  <a:pt x="1875" y="1959"/>
                  <a:pt x="1869" y="1959"/>
                </a:cubicBezTo>
                <a:cubicBezTo>
                  <a:pt x="1815" y="1960"/>
                  <a:pt x="1813" y="1960"/>
                  <a:pt x="1810" y="1958"/>
                </a:cubicBezTo>
                <a:cubicBezTo>
                  <a:pt x="1782" y="1951"/>
                  <a:pt x="1779" y="1954"/>
                  <a:pt x="1777" y="1953"/>
                </a:cubicBezTo>
                <a:cubicBezTo>
                  <a:pt x="1748" y="1947"/>
                  <a:pt x="1746" y="1947"/>
                  <a:pt x="1743" y="1948"/>
                </a:cubicBezTo>
                <a:cubicBezTo>
                  <a:pt x="1712" y="1936"/>
                  <a:pt x="1706" y="1934"/>
                  <a:pt x="1701" y="1929"/>
                </a:cubicBezTo>
                <a:cubicBezTo>
                  <a:pt x="1717" y="1946"/>
                  <a:pt x="1727" y="1946"/>
                  <a:pt x="1737" y="1953"/>
                </a:cubicBezTo>
                <a:cubicBezTo>
                  <a:pt x="1812" y="1968"/>
                  <a:pt x="1818" y="1971"/>
                  <a:pt x="1823" y="1970"/>
                </a:cubicBezTo>
                <a:cubicBezTo>
                  <a:pt x="1845" y="1969"/>
                  <a:pt x="1847" y="1974"/>
                  <a:pt x="1850" y="1970"/>
                </a:cubicBezTo>
                <a:cubicBezTo>
                  <a:pt x="1872" y="1968"/>
                  <a:pt x="1875" y="1968"/>
                  <a:pt x="1877" y="1972"/>
                </a:cubicBezTo>
                <a:cubicBezTo>
                  <a:pt x="1901" y="1970"/>
                  <a:pt x="1907" y="1971"/>
                  <a:pt x="1913" y="1970"/>
                </a:cubicBezTo>
                <a:cubicBezTo>
                  <a:pt x="1996" y="1976"/>
                  <a:pt x="2007" y="1978"/>
                  <a:pt x="2019" y="1982"/>
                </a:cubicBezTo>
                <a:cubicBezTo>
                  <a:pt x="1956" y="1985"/>
                  <a:pt x="1952" y="1983"/>
                  <a:pt x="1948" y="1983"/>
                </a:cubicBezTo>
                <a:cubicBezTo>
                  <a:pt x="1865" y="1989"/>
                  <a:pt x="1861" y="1990"/>
                  <a:pt x="1858" y="1989"/>
                </a:cubicBezTo>
                <a:cubicBezTo>
                  <a:pt x="1842" y="1988"/>
                  <a:pt x="1838" y="1989"/>
                  <a:pt x="1835" y="1989"/>
                </a:cubicBezTo>
                <a:cubicBezTo>
                  <a:pt x="1791" y="1980"/>
                  <a:pt x="1783" y="1979"/>
                  <a:pt x="1775" y="1975"/>
                </a:cubicBezTo>
                <a:cubicBezTo>
                  <a:pt x="1733" y="1968"/>
                  <a:pt x="1738" y="1969"/>
                  <a:pt x="1743" y="1971"/>
                </a:cubicBezTo>
                <a:cubicBezTo>
                  <a:pt x="1801" y="1990"/>
                  <a:pt x="1807" y="1993"/>
                  <a:pt x="1813" y="1994"/>
                </a:cubicBezTo>
                <a:cubicBezTo>
                  <a:pt x="1848" y="2002"/>
                  <a:pt x="1853" y="1994"/>
                  <a:pt x="1857" y="1999"/>
                </a:cubicBezTo>
                <a:cubicBezTo>
                  <a:pt x="1893" y="1996"/>
                  <a:pt x="1901" y="1998"/>
                  <a:pt x="1910" y="1996"/>
                </a:cubicBezTo>
                <a:cubicBezTo>
                  <a:pt x="1965" y="1991"/>
                  <a:pt x="1969" y="1993"/>
                  <a:pt x="1974" y="1989"/>
                </a:cubicBezTo>
                <a:cubicBezTo>
                  <a:pt x="2013" y="1993"/>
                  <a:pt x="2016" y="1991"/>
                  <a:pt x="2020" y="1996"/>
                </a:cubicBezTo>
                <a:cubicBezTo>
                  <a:pt x="2003" y="2000"/>
                  <a:pt x="1999" y="1994"/>
                  <a:pt x="1995" y="1997"/>
                </a:cubicBezTo>
                <a:cubicBezTo>
                  <a:pt x="1946" y="1996"/>
                  <a:pt x="1936" y="2007"/>
                  <a:pt x="1928" y="2000"/>
                </a:cubicBezTo>
                <a:cubicBezTo>
                  <a:pt x="1842" y="2015"/>
                  <a:pt x="1833" y="2014"/>
                  <a:pt x="1825" y="2015"/>
                </a:cubicBezTo>
                <a:cubicBezTo>
                  <a:pt x="1794" y="2010"/>
                  <a:pt x="1786" y="2016"/>
                  <a:pt x="1779" y="2012"/>
                </a:cubicBezTo>
                <a:cubicBezTo>
                  <a:pt x="1727" y="2002"/>
                  <a:pt x="1720" y="1995"/>
                  <a:pt x="1712" y="1998"/>
                </a:cubicBezTo>
                <a:cubicBezTo>
                  <a:pt x="1766" y="2016"/>
                  <a:pt x="1769" y="2018"/>
                  <a:pt x="1772" y="2021"/>
                </a:cubicBezTo>
                <a:cubicBezTo>
                  <a:pt x="1866" y="2024"/>
                  <a:pt x="1878" y="2021"/>
                  <a:pt x="1890" y="2019"/>
                </a:cubicBezTo>
                <a:cubicBezTo>
                  <a:pt x="1932" y="2010"/>
                  <a:pt x="1937" y="2015"/>
                  <a:pt x="1943" y="2010"/>
                </a:cubicBezTo>
                <a:cubicBezTo>
                  <a:pt x="1974" y="2009"/>
                  <a:pt x="1986" y="2010"/>
                  <a:pt x="1999" y="2005"/>
                </a:cubicBezTo>
                <a:cubicBezTo>
                  <a:pt x="2065" y="2015"/>
                  <a:pt x="2062" y="2015"/>
                  <a:pt x="2059" y="2014"/>
                </a:cubicBezTo>
                <a:cubicBezTo>
                  <a:pt x="2033" y="2015"/>
                  <a:pt x="2030" y="2011"/>
                  <a:pt x="2026" y="2013"/>
                </a:cubicBezTo>
                <a:cubicBezTo>
                  <a:pt x="1966" y="2015"/>
                  <a:pt x="1964" y="2014"/>
                  <a:pt x="1961" y="2015"/>
                </a:cubicBezTo>
                <a:cubicBezTo>
                  <a:pt x="1902" y="2024"/>
                  <a:pt x="1881" y="2032"/>
                  <a:pt x="1861" y="2033"/>
                </a:cubicBezTo>
                <a:cubicBezTo>
                  <a:pt x="1842" y="2035"/>
                  <a:pt x="1837" y="2035"/>
                  <a:pt x="1831" y="2036"/>
                </a:cubicBezTo>
                <a:cubicBezTo>
                  <a:pt x="1814" y="2032"/>
                  <a:pt x="1811" y="2034"/>
                  <a:pt x="1809" y="2032"/>
                </a:cubicBezTo>
                <a:cubicBezTo>
                  <a:pt x="1760" y="2026"/>
                  <a:pt x="1750" y="2023"/>
                  <a:pt x="1740" y="2023"/>
                </a:cubicBezTo>
                <a:cubicBezTo>
                  <a:pt x="1786" y="2037"/>
                  <a:pt x="1792" y="2040"/>
                  <a:pt x="1799" y="2038"/>
                </a:cubicBezTo>
                <a:cubicBezTo>
                  <a:pt x="1827" y="2043"/>
                  <a:pt x="1835" y="2045"/>
                  <a:pt x="1843" y="2043"/>
                </a:cubicBezTo>
                <a:cubicBezTo>
                  <a:pt x="1876" y="2042"/>
                  <a:pt x="1885" y="2038"/>
                  <a:pt x="1893" y="2037"/>
                </a:cubicBezTo>
                <a:cubicBezTo>
                  <a:pt x="1933" y="2027"/>
                  <a:pt x="1936" y="2029"/>
                  <a:pt x="1940" y="2030"/>
                </a:cubicBezTo>
                <a:cubicBezTo>
                  <a:pt x="1985" y="2019"/>
                  <a:pt x="1987" y="2022"/>
                  <a:pt x="1990" y="2021"/>
                </a:cubicBezTo>
                <a:cubicBezTo>
                  <a:pt x="2030" y="2021"/>
                  <a:pt x="2034" y="2027"/>
                  <a:pt x="2039" y="2022"/>
                </a:cubicBezTo>
                <a:cubicBezTo>
                  <a:pt x="2066" y="2021"/>
                  <a:pt x="2068" y="2028"/>
                  <a:pt x="2072" y="2025"/>
                </a:cubicBezTo>
                <a:cubicBezTo>
                  <a:pt x="2080" y="2034"/>
                  <a:pt x="2073" y="2035"/>
                  <a:pt x="2065" y="2031"/>
                </a:cubicBezTo>
                <a:cubicBezTo>
                  <a:pt x="2026" y="2036"/>
                  <a:pt x="2022" y="2032"/>
                  <a:pt x="2019" y="2034"/>
                </a:cubicBezTo>
                <a:cubicBezTo>
                  <a:pt x="1978" y="2039"/>
                  <a:pt x="1973" y="2041"/>
                  <a:pt x="1969" y="2040"/>
                </a:cubicBezTo>
                <a:cubicBezTo>
                  <a:pt x="1930" y="2047"/>
                  <a:pt x="1920" y="2051"/>
                  <a:pt x="1911" y="2053"/>
                </a:cubicBezTo>
                <a:cubicBezTo>
                  <a:pt x="1865" y="2061"/>
                  <a:pt x="1863" y="2058"/>
                  <a:pt x="1861" y="2059"/>
                </a:cubicBezTo>
                <a:cubicBezTo>
                  <a:pt x="1819" y="2062"/>
                  <a:pt x="1815" y="2058"/>
                  <a:pt x="1810" y="2060"/>
                </a:cubicBezTo>
                <a:cubicBezTo>
                  <a:pt x="1790" y="2059"/>
                  <a:pt x="1785" y="2058"/>
                  <a:pt x="1781" y="2057"/>
                </a:cubicBezTo>
                <a:cubicBezTo>
                  <a:pt x="1776" y="2063"/>
                  <a:pt x="1780" y="2063"/>
                  <a:pt x="1785" y="2065"/>
                </a:cubicBezTo>
                <a:cubicBezTo>
                  <a:pt x="1807" y="2068"/>
                  <a:pt x="1810" y="2068"/>
                  <a:pt x="1812" y="2067"/>
                </a:cubicBezTo>
                <a:cubicBezTo>
                  <a:pt x="1856" y="2069"/>
                  <a:pt x="1858" y="2069"/>
                  <a:pt x="1860" y="2068"/>
                </a:cubicBezTo>
                <a:cubicBezTo>
                  <a:pt x="1886" y="2067"/>
                  <a:pt x="1888" y="2068"/>
                  <a:pt x="1890" y="2066"/>
                </a:cubicBezTo>
                <a:cubicBezTo>
                  <a:pt x="1917" y="2057"/>
                  <a:pt x="1921" y="2064"/>
                  <a:pt x="1926" y="2060"/>
                </a:cubicBezTo>
                <a:cubicBezTo>
                  <a:pt x="1980" y="2047"/>
                  <a:pt x="1989" y="2048"/>
                  <a:pt x="1999" y="2042"/>
                </a:cubicBezTo>
                <a:cubicBezTo>
                  <a:pt x="2018" y="2044"/>
                  <a:pt x="2020" y="2045"/>
                  <a:pt x="2023" y="2042"/>
                </a:cubicBezTo>
                <a:cubicBezTo>
                  <a:pt x="2061" y="2040"/>
                  <a:pt x="2065" y="2040"/>
                  <a:pt x="2069" y="2042"/>
                </a:cubicBezTo>
                <a:cubicBezTo>
                  <a:pt x="2089" y="2045"/>
                  <a:pt x="2092" y="2044"/>
                  <a:pt x="2090" y="2047"/>
                </a:cubicBezTo>
                <a:cubicBezTo>
                  <a:pt x="2039" y="2050"/>
                  <a:pt x="2025" y="2060"/>
                  <a:pt x="2012" y="2057"/>
                </a:cubicBezTo>
                <a:cubicBezTo>
                  <a:pt x="1987" y="2061"/>
                  <a:pt x="1980" y="2066"/>
                  <a:pt x="1973" y="2065"/>
                </a:cubicBezTo>
                <a:cubicBezTo>
                  <a:pt x="1926" y="2080"/>
                  <a:pt x="1920" y="2077"/>
                  <a:pt x="1914" y="2080"/>
                </a:cubicBezTo>
                <a:cubicBezTo>
                  <a:pt x="1848" y="2084"/>
                  <a:pt x="1842" y="2084"/>
                  <a:pt x="1836" y="2084"/>
                </a:cubicBezTo>
                <a:cubicBezTo>
                  <a:pt x="1809" y="2083"/>
                  <a:pt x="1802" y="2084"/>
                  <a:pt x="1796" y="2081"/>
                </a:cubicBezTo>
                <a:cubicBezTo>
                  <a:pt x="1781" y="2083"/>
                  <a:pt x="1784" y="2084"/>
                  <a:pt x="1786" y="2087"/>
                </a:cubicBezTo>
                <a:cubicBezTo>
                  <a:pt x="1816" y="2091"/>
                  <a:pt x="1822" y="2088"/>
                  <a:pt x="1828" y="2091"/>
                </a:cubicBezTo>
                <a:cubicBezTo>
                  <a:pt x="1850" y="2093"/>
                  <a:pt x="1855" y="2091"/>
                  <a:pt x="1860" y="2092"/>
                </a:cubicBezTo>
                <a:cubicBezTo>
                  <a:pt x="1880" y="2093"/>
                  <a:pt x="1882" y="2090"/>
                  <a:pt x="1885" y="2090"/>
                </a:cubicBezTo>
                <a:cubicBezTo>
                  <a:pt x="1905" y="2093"/>
                  <a:pt x="1908" y="2086"/>
                  <a:pt x="1911" y="2090"/>
                </a:cubicBezTo>
                <a:cubicBezTo>
                  <a:pt x="1936" y="2089"/>
                  <a:pt x="1929" y="2089"/>
                  <a:pt x="1925" y="2090"/>
                </a:cubicBezTo>
                <a:cubicBezTo>
                  <a:pt x="1905" y="2095"/>
                  <a:pt x="1902" y="2094"/>
                  <a:pt x="1900" y="2094"/>
                </a:cubicBezTo>
                <a:cubicBezTo>
                  <a:pt x="1830" y="2102"/>
                  <a:pt x="1814" y="2103"/>
                  <a:pt x="1798" y="2100"/>
                </a:cubicBezTo>
                <a:cubicBezTo>
                  <a:pt x="1757" y="2101"/>
                  <a:pt x="1753" y="2092"/>
                  <a:pt x="1748" y="2100"/>
                </a:cubicBezTo>
                <a:cubicBezTo>
                  <a:pt x="1799" y="2109"/>
                  <a:pt x="1804" y="2109"/>
                  <a:pt x="1810" y="2110"/>
                </a:cubicBezTo>
                <a:cubicBezTo>
                  <a:pt x="1851" y="2110"/>
                  <a:pt x="1853" y="2109"/>
                  <a:pt x="1856" y="2110"/>
                </a:cubicBezTo>
                <a:cubicBezTo>
                  <a:pt x="1890" y="2107"/>
                  <a:pt x="1892" y="2108"/>
                  <a:pt x="1895" y="2105"/>
                </a:cubicBezTo>
                <a:cubicBezTo>
                  <a:pt x="1913" y="2105"/>
                  <a:pt x="1916" y="2100"/>
                  <a:pt x="1918" y="2102"/>
                </a:cubicBezTo>
                <a:cubicBezTo>
                  <a:pt x="1977" y="2083"/>
                  <a:pt x="1987" y="2085"/>
                  <a:pt x="1999" y="2078"/>
                </a:cubicBezTo>
                <a:cubicBezTo>
                  <a:pt x="2053" y="2068"/>
                  <a:pt x="2058" y="2069"/>
                  <a:pt x="2064" y="2070"/>
                </a:cubicBezTo>
                <a:cubicBezTo>
                  <a:pt x="2099" y="2065"/>
                  <a:pt x="2102" y="2065"/>
                  <a:pt x="2104" y="2066"/>
                </a:cubicBezTo>
                <a:cubicBezTo>
                  <a:pt x="2123" y="2069"/>
                  <a:pt x="2131" y="2064"/>
                  <a:pt x="2127" y="2069"/>
                </a:cubicBezTo>
                <a:cubicBezTo>
                  <a:pt x="2075" y="2080"/>
                  <a:pt x="2071" y="2079"/>
                  <a:pt x="2067" y="2079"/>
                </a:cubicBezTo>
                <a:cubicBezTo>
                  <a:pt x="2020" y="2094"/>
                  <a:pt x="2011" y="2100"/>
                  <a:pt x="2002" y="2098"/>
                </a:cubicBezTo>
                <a:cubicBezTo>
                  <a:pt x="1963" y="2116"/>
                  <a:pt x="1959" y="2109"/>
                  <a:pt x="1954" y="2116"/>
                </a:cubicBezTo>
                <a:cubicBezTo>
                  <a:pt x="1851" y="2138"/>
                  <a:pt x="1844" y="2132"/>
                  <a:pt x="1836" y="2136"/>
                </a:cubicBezTo>
                <a:cubicBezTo>
                  <a:pt x="1826" y="2142"/>
                  <a:pt x="1836" y="2142"/>
                  <a:pt x="1846" y="2142"/>
                </a:cubicBezTo>
                <a:cubicBezTo>
                  <a:pt x="1867" y="2140"/>
                  <a:pt x="1872" y="2144"/>
                  <a:pt x="1877" y="2141"/>
                </a:cubicBezTo>
                <a:cubicBezTo>
                  <a:pt x="1913" y="2139"/>
                  <a:pt x="1919" y="2132"/>
                  <a:pt x="1924" y="2134"/>
                </a:cubicBezTo>
                <a:cubicBezTo>
                  <a:pt x="1959" y="2125"/>
                  <a:pt x="1964" y="2124"/>
                  <a:pt x="1970" y="2120"/>
                </a:cubicBezTo>
                <a:cubicBezTo>
                  <a:pt x="2007" y="2106"/>
                  <a:pt x="2013" y="2108"/>
                  <a:pt x="2020" y="2105"/>
                </a:cubicBezTo>
                <a:cubicBezTo>
                  <a:pt x="2040" y="2100"/>
                  <a:pt x="2044" y="2093"/>
                  <a:pt x="2047" y="2096"/>
                </a:cubicBezTo>
                <a:cubicBezTo>
                  <a:pt x="2086" y="2089"/>
                  <a:pt x="2094" y="2082"/>
                  <a:pt x="2100" y="2084"/>
                </a:cubicBezTo>
                <a:cubicBezTo>
                  <a:pt x="2135" y="2086"/>
                  <a:pt x="2139" y="2077"/>
                  <a:pt x="2142" y="2079"/>
                </a:cubicBezTo>
                <a:cubicBezTo>
                  <a:pt x="2159" y="2083"/>
                  <a:pt x="2154" y="2082"/>
                  <a:pt x="2150" y="2081"/>
                </a:cubicBezTo>
                <a:cubicBezTo>
                  <a:pt x="2117" y="2084"/>
                  <a:pt x="2111" y="2088"/>
                  <a:pt x="2106" y="2088"/>
                </a:cubicBezTo>
                <a:cubicBezTo>
                  <a:pt x="2041" y="2104"/>
                  <a:pt x="2035" y="2114"/>
                  <a:pt x="2030" y="2111"/>
                </a:cubicBezTo>
                <a:cubicBezTo>
                  <a:pt x="1993" y="2122"/>
                  <a:pt x="1991" y="2126"/>
                  <a:pt x="1991" y="2128"/>
                </a:cubicBezTo>
                <a:cubicBezTo>
                  <a:pt x="1972" y="2138"/>
                  <a:pt x="1964" y="2127"/>
                  <a:pt x="1967" y="2134"/>
                </a:cubicBezTo>
                <a:cubicBezTo>
                  <a:pt x="1927" y="2146"/>
                  <a:pt x="1921" y="2143"/>
                  <a:pt x="1915" y="2148"/>
                </a:cubicBezTo>
                <a:cubicBezTo>
                  <a:pt x="1877" y="2147"/>
                  <a:pt x="1871" y="2154"/>
                  <a:pt x="1865" y="2154"/>
                </a:cubicBezTo>
                <a:cubicBezTo>
                  <a:pt x="1843" y="2149"/>
                  <a:pt x="1837" y="2158"/>
                  <a:pt x="1831" y="2151"/>
                </a:cubicBezTo>
                <a:cubicBezTo>
                  <a:pt x="1792" y="2150"/>
                  <a:pt x="1787" y="2142"/>
                  <a:pt x="1781" y="2146"/>
                </a:cubicBezTo>
                <a:cubicBezTo>
                  <a:pt x="1821" y="2158"/>
                  <a:pt x="1829" y="2160"/>
                  <a:pt x="1837" y="2160"/>
                </a:cubicBezTo>
                <a:cubicBezTo>
                  <a:pt x="1845" y="2160"/>
                  <a:pt x="1845" y="2160"/>
                  <a:pt x="1845" y="2160"/>
                </a:cubicBezTo>
                <a:cubicBezTo>
                  <a:pt x="1917" y="2153"/>
                  <a:pt x="1922" y="2158"/>
                  <a:pt x="1927" y="2152"/>
                </a:cubicBezTo>
                <a:cubicBezTo>
                  <a:pt x="1990" y="2138"/>
                  <a:pt x="2001" y="2131"/>
                  <a:pt x="2012" y="2129"/>
                </a:cubicBezTo>
                <a:cubicBezTo>
                  <a:pt x="2062" y="2106"/>
                  <a:pt x="2075" y="2111"/>
                  <a:pt x="2090" y="2102"/>
                </a:cubicBezTo>
                <a:cubicBezTo>
                  <a:pt x="2139" y="2090"/>
                  <a:pt x="2145" y="2096"/>
                  <a:pt x="2152" y="2091"/>
                </a:cubicBezTo>
                <a:cubicBezTo>
                  <a:pt x="2188" y="2096"/>
                  <a:pt x="2192" y="2094"/>
                  <a:pt x="2195" y="2094"/>
                </a:cubicBezTo>
                <a:cubicBezTo>
                  <a:pt x="2212" y="2100"/>
                  <a:pt x="2215" y="2098"/>
                  <a:pt x="2213" y="2101"/>
                </a:cubicBezTo>
                <a:cubicBezTo>
                  <a:pt x="2155" y="2109"/>
                  <a:pt x="2152" y="2110"/>
                  <a:pt x="2148" y="2109"/>
                </a:cubicBezTo>
                <a:cubicBezTo>
                  <a:pt x="2095" y="2129"/>
                  <a:pt x="2087" y="2129"/>
                  <a:pt x="2080" y="2134"/>
                </a:cubicBezTo>
                <a:cubicBezTo>
                  <a:pt x="2050" y="2142"/>
                  <a:pt x="2042" y="2150"/>
                  <a:pt x="2034" y="2151"/>
                </a:cubicBezTo>
                <a:cubicBezTo>
                  <a:pt x="2014" y="2160"/>
                  <a:pt x="2014" y="2160"/>
                  <a:pt x="2013" y="2160"/>
                </a:cubicBezTo>
                <a:cubicBezTo>
                  <a:pt x="2054" y="2153"/>
                  <a:pt x="2064" y="2154"/>
                  <a:pt x="2074" y="2148"/>
                </a:cubicBezTo>
                <a:cubicBezTo>
                  <a:pt x="2154" y="2114"/>
                  <a:pt x="2159" y="2123"/>
                  <a:pt x="2165" y="2115"/>
                </a:cubicBezTo>
                <a:cubicBezTo>
                  <a:pt x="2190" y="2117"/>
                  <a:pt x="2187" y="2113"/>
                  <a:pt x="2183" y="2119"/>
                </a:cubicBezTo>
                <a:cubicBezTo>
                  <a:pt x="2157" y="2125"/>
                  <a:pt x="2154" y="2123"/>
                  <a:pt x="2150" y="2125"/>
                </a:cubicBezTo>
                <a:cubicBezTo>
                  <a:pt x="2102" y="2142"/>
                  <a:pt x="2098" y="2146"/>
                  <a:pt x="2094" y="2147"/>
                </a:cubicBezTo>
                <a:cubicBezTo>
                  <a:pt x="2087" y="2160"/>
                  <a:pt x="2087" y="2160"/>
                  <a:pt x="2087" y="2160"/>
                </a:cubicBezTo>
                <a:cubicBezTo>
                  <a:pt x="2130" y="2147"/>
                  <a:pt x="2134" y="2139"/>
                  <a:pt x="2138" y="2141"/>
                </a:cubicBezTo>
                <a:cubicBezTo>
                  <a:pt x="2207" y="2127"/>
                  <a:pt x="2211" y="2122"/>
                  <a:pt x="2215" y="2123"/>
                </a:cubicBezTo>
                <a:cubicBezTo>
                  <a:pt x="2265" y="2131"/>
                  <a:pt x="2255" y="2136"/>
                  <a:pt x="2245" y="2134"/>
                </a:cubicBezTo>
                <a:cubicBezTo>
                  <a:pt x="2202" y="2144"/>
                  <a:pt x="2188" y="2144"/>
                  <a:pt x="2175" y="2150"/>
                </a:cubicBezTo>
                <a:cubicBezTo>
                  <a:pt x="2182" y="2158"/>
                  <a:pt x="2190" y="2154"/>
                  <a:pt x="2198" y="2153"/>
                </a:cubicBezTo>
                <a:cubicBezTo>
                  <a:pt x="2242" y="2147"/>
                  <a:pt x="2254" y="2144"/>
                  <a:pt x="2266" y="2142"/>
                </a:cubicBezTo>
                <a:cubicBezTo>
                  <a:pt x="2296" y="2149"/>
                  <a:pt x="2289" y="2141"/>
                  <a:pt x="2281" y="2149"/>
                </a:cubicBezTo>
                <a:cubicBezTo>
                  <a:pt x="2215" y="2160"/>
                  <a:pt x="2215" y="2160"/>
                  <a:pt x="2215" y="2160"/>
                </a:cubicBezTo>
                <a:cubicBezTo>
                  <a:pt x="2261" y="2163"/>
                  <a:pt x="2266" y="2158"/>
                  <a:pt x="2270" y="2159"/>
                </a:cubicBezTo>
                <a:cubicBezTo>
                  <a:pt x="2286" y="2157"/>
                  <a:pt x="2288" y="2158"/>
                  <a:pt x="2290" y="2159"/>
                </a:cubicBezTo>
                <a:cubicBezTo>
                  <a:pt x="2306" y="2159"/>
                  <a:pt x="2301" y="2160"/>
                  <a:pt x="2296" y="2159"/>
                </a:cubicBezTo>
                <a:cubicBezTo>
                  <a:pt x="2375" y="2159"/>
                  <a:pt x="2374" y="2158"/>
                  <a:pt x="2372" y="2157"/>
                </a:cubicBezTo>
                <a:cubicBezTo>
                  <a:pt x="2357" y="2145"/>
                  <a:pt x="2353" y="2143"/>
                  <a:pt x="2349" y="2136"/>
                </a:cubicBezTo>
                <a:cubicBezTo>
                  <a:pt x="2334" y="2103"/>
                  <a:pt x="2327" y="2099"/>
                  <a:pt x="2325" y="2096"/>
                </a:cubicBezTo>
                <a:cubicBezTo>
                  <a:pt x="2312" y="2069"/>
                  <a:pt x="2309" y="2062"/>
                  <a:pt x="2306" y="2055"/>
                </a:cubicBezTo>
                <a:cubicBezTo>
                  <a:pt x="2290" y="2013"/>
                  <a:pt x="2286" y="2009"/>
                  <a:pt x="2286" y="2006"/>
                </a:cubicBezTo>
                <a:cubicBezTo>
                  <a:pt x="2276" y="1972"/>
                  <a:pt x="2269" y="1966"/>
                  <a:pt x="2269" y="1960"/>
                </a:cubicBezTo>
                <a:cubicBezTo>
                  <a:pt x="2205" y="1870"/>
                  <a:pt x="2206" y="1871"/>
                  <a:pt x="2207" y="1872"/>
                </a:cubicBezTo>
                <a:cubicBezTo>
                  <a:pt x="2252" y="1922"/>
                  <a:pt x="2262" y="1928"/>
                  <a:pt x="2273" y="1948"/>
                </a:cubicBezTo>
                <a:cubicBezTo>
                  <a:pt x="2301" y="2003"/>
                  <a:pt x="2306" y="2005"/>
                  <a:pt x="2308" y="2010"/>
                </a:cubicBezTo>
                <a:cubicBezTo>
                  <a:pt x="2314" y="2029"/>
                  <a:pt x="2321" y="2036"/>
                  <a:pt x="2322" y="2043"/>
                </a:cubicBezTo>
                <a:cubicBezTo>
                  <a:pt x="2355" y="2106"/>
                  <a:pt x="2363" y="2126"/>
                  <a:pt x="2374" y="2146"/>
                </a:cubicBezTo>
                <a:cubicBezTo>
                  <a:pt x="2399" y="2160"/>
                  <a:pt x="2399" y="2160"/>
                  <a:pt x="2399" y="2160"/>
                </a:cubicBezTo>
                <a:close/>
                <a:moveTo>
                  <a:pt x="1838" y="1827"/>
                </a:moveTo>
                <a:cubicBezTo>
                  <a:pt x="1845" y="1821"/>
                  <a:pt x="1845" y="1838"/>
                  <a:pt x="1854" y="1842"/>
                </a:cubicBezTo>
                <a:cubicBezTo>
                  <a:pt x="1845" y="1846"/>
                  <a:pt x="1846" y="1833"/>
                  <a:pt x="1838" y="1827"/>
                </a:cubicBezTo>
                <a:close/>
                <a:moveTo>
                  <a:pt x="1853" y="1848"/>
                </a:moveTo>
                <a:cubicBezTo>
                  <a:pt x="1859" y="1847"/>
                  <a:pt x="1862" y="1858"/>
                  <a:pt x="1865" y="1862"/>
                </a:cubicBezTo>
                <a:cubicBezTo>
                  <a:pt x="1859" y="1863"/>
                  <a:pt x="1856" y="1852"/>
                  <a:pt x="1853" y="1848"/>
                </a:cubicBezTo>
                <a:close/>
                <a:moveTo>
                  <a:pt x="1645" y="1869"/>
                </a:moveTo>
                <a:cubicBezTo>
                  <a:pt x="1648" y="1868"/>
                  <a:pt x="1651" y="1869"/>
                  <a:pt x="1654" y="1872"/>
                </a:cubicBezTo>
                <a:cubicBezTo>
                  <a:pt x="1650" y="1878"/>
                  <a:pt x="1648" y="1871"/>
                  <a:pt x="1645" y="1869"/>
                </a:cubicBezTo>
                <a:close/>
                <a:moveTo>
                  <a:pt x="1907" y="1920"/>
                </a:moveTo>
                <a:cubicBezTo>
                  <a:pt x="1903" y="1914"/>
                  <a:pt x="1899" y="1920"/>
                  <a:pt x="1895" y="1916"/>
                </a:cubicBezTo>
                <a:cubicBezTo>
                  <a:pt x="1841" y="1913"/>
                  <a:pt x="1839" y="1913"/>
                  <a:pt x="1836" y="1915"/>
                </a:cubicBezTo>
                <a:cubicBezTo>
                  <a:pt x="1810" y="1916"/>
                  <a:pt x="1803" y="1912"/>
                  <a:pt x="1795" y="1914"/>
                </a:cubicBezTo>
                <a:cubicBezTo>
                  <a:pt x="1766" y="1908"/>
                  <a:pt x="1762" y="1912"/>
                  <a:pt x="1758" y="1909"/>
                </a:cubicBezTo>
                <a:cubicBezTo>
                  <a:pt x="1719" y="1899"/>
                  <a:pt x="1715" y="1899"/>
                  <a:pt x="1711" y="1898"/>
                </a:cubicBezTo>
                <a:cubicBezTo>
                  <a:pt x="1659" y="1869"/>
                  <a:pt x="1662" y="1879"/>
                  <a:pt x="1666" y="1876"/>
                </a:cubicBezTo>
                <a:cubicBezTo>
                  <a:pt x="1713" y="1885"/>
                  <a:pt x="1732" y="1891"/>
                  <a:pt x="1751" y="1894"/>
                </a:cubicBezTo>
                <a:cubicBezTo>
                  <a:pt x="1785" y="1897"/>
                  <a:pt x="1790" y="1895"/>
                  <a:pt x="1794" y="1900"/>
                </a:cubicBezTo>
                <a:cubicBezTo>
                  <a:pt x="1828" y="1901"/>
                  <a:pt x="1832" y="1905"/>
                  <a:pt x="1837" y="1903"/>
                </a:cubicBezTo>
                <a:cubicBezTo>
                  <a:pt x="1870" y="1907"/>
                  <a:pt x="1875" y="1907"/>
                  <a:pt x="1880" y="1906"/>
                </a:cubicBezTo>
                <a:cubicBezTo>
                  <a:pt x="1899" y="1909"/>
                  <a:pt x="1903" y="1916"/>
                  <a:pt x="1908" y="1914"/>
                </a:cubicBezTo>
                <a:cubicBezTo>
                  <a:pt x="1916" y="1920"/>
                  <a:pt x="1912" y="1920"/>
                  <a:pt x="1907" y="1920"/>
                </a:cubicBezTo>
                <a:close/>
                <a:moveTo>
                  <a:pt x="1952" y="1945"/>
                </a:moveTo>
                <a:cubicBezTo>
                  <a:pt x="1949" y="1940"/>
                  <a:pt x="1958" y="1939"/>
                  <a:pt x="1960" y="1944"/>
                </a:cubicBezTo>
                <a:cubicBezTo>
                  <a:pt x="1957" y="1945"/>
                  <a:pt x="1955" y="1943"/>
                  <a:pt x="1952" y="1945"/>
                </a:cubicBezTo>
                <a:close/>
                <a:moveTo>
                  <a:pt x="2090" y="2033"/>
                </a:moveTo>
                <a:cubicBezTo>
                  <a:pt x="2094" y="2028"/>
                  <a:pt x="2097" y="2030"/>
                  <a:pt x="2100" y="2035"/>
                </a:cubicBezTo>
                <a:cubicBezTo>
                  <a:pt x="2097" y="2036"/>
                  <a:pt x="2093" y="2037"/>
                  <a:pt x="2090" y="2033"/>
                </a:cubicBezTo>
                <a:close/>
                <a:moveTo>
                  <a:pt x="2417" y="2149"/>
                </a:moveTo>
                <a:cubicBezTo>
                  <a:pt x="2411" y="2141"/>
                  <a:pt x="2408" y="2133"/>
                  <a:pt x="2399" y="2124"/>
                </a:cubicBezTo>
                <a:cubicBezTo>
                  <a:pt x="2394" y="2113"/>
                  <a:pt x="2388" y="2102"/>
                  <a:pt x="2378" y="2090"/>
                </a:cubicBezTo>
                <a:cubicBezTo>
                  <a:pt x="2363" y="2061"/>
                  <a:pt x="2346" y="2031"/>
                  <a:pt x="2331" y="2001"/>
                </a:cubicBezTo>
                <a:cubicBezTo>
                  <a:pt x="2317" y="1971"/>
                  <a:pt x="2296" y="1941"/>
                  <a:pt x="2279" y="1911"/>
                </a:cubicBezTo>
                <a:cubicBezTo>
                  <a:pt x="2267" y="1900"/>
                  <a:pt x="2264" y="1893"/>
                  <a:pt x="2254" y="1886"/>
                </a:cubicBezTo>
                <a:cubicBezTo>
                  <a:pt x="2256" y="1883"/>
                  <a:pt x="2252" y="1884"/>
                  <a:pt x="2250" y="1881"/>
                </a:cubicBezTo>
                <a:cubicBezTo>
                  <a:pt x="2252" y="1878"/>
                  <a:pt x="2248" y="1876"/>
                  <a:pt x="2245" y="1876"/>
                </a:cubicBezTo>
                <a:cubicBezTo>
                  <a:pt x="2243" y="1872"/>
                  <a:pt x="2240" y="1865"/>
                  <a:pt x="2234" y="1869"/>
                </a:cubicBezTo>
                <a:cubicBezTo>
                  <a:pt x="2240" y="1873"/>
                  <a:pt x="2249" y="1891"/>
                  <a:pt x="2260" y="1896"/>
                </a:cubicBezTo>
                <a:cubicBezTo>
                  <a:pt x="2256" y="1900"/>
                  <a:pt x="2266" y="1904"/>
                  <a:pt x="2268" y="1909"/>
                </a:cubicBezTo>
                <a:cubicBezTo>
                  <a:pt x="2270" y="1913"/>
                  <a:pt x="2272" y="1918"/>
                  <a:pt x="2278" y="1923"/>
                </a:cubicBezTo>
                <a:cubicBezTo>
                  <a:pt x="2281" y="1932"/>
                  <a:pt x="2290" y="1941"/>
                  <a:pt x="2293" y="1950"/>
                </a:cubicBezTo>
                <a:cubicBezTo>
                  <a:pt x="2303" y="1969"/>
                  <a:pt x="2315" y="1987"/>
                  <a:pt x="2323" y="2005"/>
                </a:cubicBezTo>
                <a:cubicBezTo>
                  <a:pt x="2330" y="2014"/>
                  <a:pt x="2329" y="2023"/>
                  <a:pt x="2339" y="2032"/>
                </a:cubicBezTo>
                <a:cubicBezTo>
                  <a:pt x="2337" y="2041"/>
                  <a:pt x="2350" y="2051"/>
                  <a:pt x="2351" y="2059"/>
                </a:cubicBezTo>
                <a:cubicBezTo>
                  <a:pt x="2360" y="2069"/>
                  <a:pt x="2357" y="2077"/>
                  <a:pt x="2366" y="2087"/>
                </a:cubicBezTo>
                <a:cubicBezTo>
                  <a:pt x="2369" y="2096"/>
                  <a:pt x="2375" y="2105"/>
                  <a:pt x="2384" y="2114"/>
                </a:cubicBezTo>
                <a:cubicBezTo>
                  <a:pt x="2385" y="2119"/>
                  <a:pt x="2391" y="2125"/>
                  <a:pt x="2392" y="2130"/>
                </a:cubicBezTo>
                <a:cubicBezTo>
                  <a:pt x="2395" y="2133"/>
                  <a:pt x="2397" y="2136"/>
                  <a:pt x="2399" y="2138"/>
                </a:cubicBezTo>
                <a:cubicBezTo>
                  <a:pt x="2394" y="2141"/>
                  <a:pt x="2407" y="2145"/>
                  <a:pt x="2402" y="2148"/>
                </a:cubicBezTo>
                <a:cubicBezTo>
                  <a:pt x="2408" y="2151"/>
                  <a:pt x="2412" y="2156"/>
                  <a:pt x="2415" y="2160"/>
                </a:cubicBezTo>
                <a:cubicBezTo>
                  <a:pt x="2426" y="2160"/>
                  <a:pt x="2426" y="2160"/>
                  <a:pt x="2426" y="2160"/>
                </a:cubicBezTo>
                <a:cubicBezTo>
                  <a:pt x="2424" y="2157"/>
                  <a:pt x="2423" y="2154"/>
                  <a:pt x="2417" y="2149"/>
                </a:cubicBezTo>
                <a:close/>
                <a:moveTo>
                  <a:pt x="2465" y="2104"/>
                </a:moveTo>
                <a:cubicBezTo>
                  <a:pt x="2451" y="2090"/>
                  <a:pt x="2446" y="2076"/>
                  <a:pt x="2434" y="2062"/>
                </a:cubicBezTo>
                <a:cubicBezTo>
                  <a:pt x="2436" y="2059"/>
                  <a:pt x="2432" y="2056"/>
                  <a:pt x="2430" y="2054"/>
                </a:cubicBezTo>
                <a:cubicBezTo>
                  <a:pt x="2431" y="2051"/>
                  <a:pt x="2431" y="2049"/>
                  <a:pt x="2429" y="2046"/>
                </a:cubicBezTo>
                <a:cubicBezTo>
                  <a:pt x="2418" y="2032"/>
                  <a:pt x="2414" y="2018"/>
                  <a:pt x="2404" y="2004"/>
                </a:cubicBezTo>
                <a:cubicBezTo>
                  <a:pt x="2409" y="2001"/>
                  <a:pt x="2396" y="1997"/>
                  <a:pt x="2401" y="1995"/>
                </a:cubicBezTo>
                <a:cubicBezTo>
                  <a:pt x="2400" y="1991"/>
                  <a:pt x="2391" y="1987"/>
                  <a:pt x="2394" y="1983"/>
                </a:cubicBezTo>
                <a:cubicBezTo>
                  <a:pt x="2387" y="1978"/>
                  <a:pt x="2388" y="1966"/>
                  <a:pt x="2379" y="1965"/>
                </a:cubicBezTo>
                <a:cubicBezTo>
                  <a:pt x="2380" y="1970"/>
                  <a:pt x="2383" y="1973"/>
                  <a:pt x="2390" y="1982"/>
                </a:cubicBezTo>
                <a:cubicBezTo>
                  <a:pt x="2391" y="1985"/>
                  <a:pt x="2386" y="1987"/>
                  <a:pt x="2392" y="1991"/>
                </a:cubicBezTo>
                <a:cubicBezTo>
                  <a:pt x="2393" y="1994"/>
                  <a:pt x="2394" y="1997"/>
                  <a:pt x="2398" y="2001"/>
                </a:cubicBezTo>
                <a:cubicBezTo>
                  <a:pt x="2397" y="2007"/>
                  <a:pt x="2405" y="2015"/>
                  <a:pt x="2404" y="2021"/>
                </a:cubicBezTo>
                <a:cubicBezTo>
                  <a:pt x="2410" y="2025"/>
                  <a:pt x="2406" y="2027"/>
                  <a:pt x="2410" y="2031"/>
                </a:cubicBezTo>
                <a:cubicBezTo>
                  <a:pt x="2411" y="2035"/>
                  <a:pt x="2415" y="2038"/>
                  <a:pt x="2414" y="2042"/>
                </a:cubicBezTo>
                <a:cubicBezTo>
                  <a:pt x="2419" y="2045"/>
                  <a:pt x="2415" y="2048"/>
                  <a:pt x="2419" y="2051"/>
                </a:cubicBezTo>
                <a:cubicBezTo>
                  <a:pt x="2417" y="2055"/>
                  <a:pt x="2426" y="2059"/>
                  <a:pt x="2423" y="2063"/>
                </a:cubicBezTo>
                <a:cubicBezTo>
                  <a:pt x="2436" y="2077"/>
                  <a:pt x="2436" y="2084"/>
                  <a:pt x="2450" y="2100"/>
                </a:cubicBezTo>
                <a:cubicBezTo>
                  <a:pt x="2458" y="2115"/>
                  <a:pt x="2467" y="2122"/>
                  <a:pt x="2475" y="2139"/>
                </a:cubicBezTo>
                <a:cubicBezTo>
                  <a:pt x="2483" y="2146"/>
                  <a:pt x="2487" y="2153"/>
                  <a:pt x="2492" y="2160"/>
                </a:cubicBezTo>
                <a:cubicBezTo>
                  <a:pt x="2505" y="2160"/>
                  <a:pt x="2505" y="2160"/>
                  <a:pt x="2505" y="2160"/>
                </a:cubicBezTo>
                <a:cubicBezTo>
                  <a:pt x="2497" y="2148"/>
                  <a:pt x="2487" y="2136"/>
                  <a:pt x="2476" y="2123"/>
                </a:cubicBezTo>
                <a:cubicBezTo>
                  <a:pt x="2472" y="2113"/>
                  <a:pt x="2469" y="2112"/>
                  <a:pt x="2465" y="2104"/>
                </a:cubicBezTo>
                <a:close/>
                <a:moveTo>
                  <a:pt x="2502" y="2123"/>
                </a:moveTo>
                <a:cubicBezTo>
                  <a:pt x="2499" y="2119"/>
                  <a:pt x="2495" y="2114"/>
                  <a:pt x="2496" y="2109"/>
                </a:cubicBezTo>
                <a:cubicBezTo>
                  <a:pt x="2486" y="2106"/>
                  <a:pt x="2483" y="2091"/>
                  <a:pt x="2476" y="2083"/>
                </a:cubicBezTo>
                <a:cubicBezTo>
                  <a:pt x="2468" y="2080"/>
                  <a:pt x="2477" y="2070"/>
                  <a:pt x="2469" y="2072"/>
                </a:cubicBezTo>
                <a:cubicBezTo>
                  <a:pt x="2468" y="2067"/>
                  <a:pt x="2461" y="2062"/>
                  <a:pt x="2462" y="2057"/>
                </a:cubicBezTo>
                <a:cubicBezTo>
                  <a:pt x="2451" y="2047"/>
                  <a:pt x="2455" y="2038"/>
                  <a:pt x="2442" y="2028"/>
                </a:cubicBezTo>
                <a:cubicBezTo>
                  <a:pt x="2445" y="2023"/>
                  <a:pt x="2435" y="2018"/>
                  <a:pt x="2437" y="2013"/>
                </a:cubicBezTo>
                <a:cubicBezTo>
                  <a:pt x="2431" y="2007"/>
                  <a:pt x="2433" y="2002"/>
                  <a:pt x="2426" y="1996"/>
                </a:cubicBezTo>
                <a:cubicBezTo>
                  <a:pt x="2421" y="1985"/>
                  <a:pt x="2413" y="1974"/>
                  <a:pt x="2408" y="1963"/>
                </a:cubicBezTo>
                <a:cubicBezTo>
                  <a:pt x="2397" y="1949"/>
                  <a:pt x="2387" y="1934"/>
                  <a:pt x="2377" y="1920"/>
                </a:cubicBezTo>
                <a:cubicBezTo>
                  <a:pt x="2366" y="1914"/>
                  <a:pt x="2356" y="1898"/>
                  <a:pt x="2345" y="1887"/>
                </a:cubicBezTo>
                <a:cubicBezTo>
                  <a:pt x="2340" y="1882"/>
                  <a:pt x="2335" y="1882"/>
                  <a:pt x="2331" y="1874"/>
                </a:cubicBezTo>
                <a:cubicBezTo>
                  <a:pt x="2328" y="1871"/>
                  <a:pt x="2326" y="1869"/>
                  <a:pt x="2323" y="1866"/>
                </a:cubicBezTo>
                <a:cubicBezTo>
                  <a:pt x="2320" y="1870"/>
                  <a:pt x="2318" y="1858"/>
                  <a:pt x="2314" y="1865"/>
                </a:cubicBezTo>
                <a:cubicBezTo>
                  <a:pt x="2322" y="1870"/>
                  <a:pt x="2330" y="1882"/>
                  <a:pt x="2342" y="1890"/>
                </a:cubicBezTo>
                <a:cubicBezTo>
                  <a:pt x="2350" y="1903"/>
                  <a:pt x="2356" y="1909"/>
                  <a:pt x="2368" y="1920"/>
                </a:cubicBezTo>
                <a:cubicBezTo>
                  <a:pt x="2377" y="1936"/>
                  <a:pt x="2393" y="1953"/>
                  <a:pt x="2403" y="1970"/>
                </a:cubicBezTo>
                <a:cubicBezTo>
                  <a:pt x="2408" y="1979"/>
                  <a:pt x="2409" y="1987"/>
                  <a:pt x="2417" y="1996"/>
                </a:cubicBezTo>
                <a:cubicBezTo>
                  <a:pt x="2417" y="2004"/>
                  <a:pt x="2428" y="2013"/>
                  <a:pt x="2427" y="2021"/>
                </a:cubicBezTo>
                <a:cubicBezTo>
                  <a:pt x="2443" y="2039"/>
                  <a:pt x="2447" y="2055"/>
                  <a:pt x="2458" y="2073"/>
                </a:cubicBezTo>
                <a:cubicBezTo>
                  <a:pt x="2467" y="2083"/>
                  <a:pt x="2472" y="2093"/>
                  <a:pt x="2476" y="2103"/>
                </a:cubicBezTo>
                <a:cubicBezTo>
                  <a:pt x="2482" y="2104"/>
                  <a:pt x="2478" y="2105"/>
                  <a:pt x="2482" y="2110"/>
                </a:cubicBezTo>
                <a:cubicBezTo>
                  <a:pt x="2485" y="2114"/>
                  <a:pt x="2489" y="2117"/>
                  <a:pt x="2489" y="2121"/>
                </a:cubicBezTo>
                <a:cubicBezTo>
                  <a:pt x="2497" y="2124"/>
                  <a:pt x="2495" y="2133"/>
                  <a:pt x="2503" y="2141"/>
                </a:cubicBezTo>
                <a:cubicBezTo>
                  <a:pt x="2509" y="2149"/>
                  <a:pt x="2514" y="2154"/>
                  <a:pt x="2518" y="2160"/>
                </a:cubicBezTo>
                <a:cubicBezTo>
                  <a:pt x="2530" y="2160"/>
                  <a:pt x="2530" y="2160"/>
                  <a:pt x="2530" y="2160"/>
                </a:cubicBezTo>
                <a:cubicBezTo>
                  <a:pt x="2526" y="2154"/>
                  <a:pt x="2521" y="2148"/>
                  <a:pt x="2512" y="2138"/>
                </a:cubicBezTo>
                <a:cubicBezTo>
                  <a:pt x="2510" y="2133"/>
                  <a:pt x="2508" y="2129"/>
                  <a:pt x="2502" y="2123"/>
                </a:cubicBezTo>
                <a:close/>
                <a:moveTo>
                  <a:pt x="2459" y="2153"/>
                </a:moveTo>
                <a:cubicBezTo>
                  <a:pt x="2456" y="2150"/>
                  <a:pt x="2453" y="2146"/>
                  <a:pt x="2450" y="2143"/>
                </a:cubicBezTo>
                <a:cubicBezTo>
                  <a:pt x="2404" y="2065"/>
                  <a:pt x="2403" y="2059"/>
                  <a:pt x="2396" y="2051"/>
                </a:cubicBezTo>
                <a:cubicBezTo>
                  <a:pt x="2391" y="2028"/>
                  <a:pt x="2382" y="2020"/>
                  <a:pt x="2383" y="2014"/>
                </a:cubicBezTo>
                <a:cubicBezTo>
                  <a:pt x="2360" y="1965"/>
                  <a:pt x="2355" y="1958"/>
                  <a:pt x="2352" y="1951"/>
                </a:cubicBezTo>
                <a:cubicBezTo>
                  <a:pt x="2320" y="1909"/>
                  <a:pt x="2322" y="1898"/>
                  <a:pt x="2315" y="1902"/>
                </a:cubicBezTo>
                <a:cubicBezTo>
                  <a:pt x="2370" y="2007"/>
                  <a:pt x="2371" y="2014"/>
                  <a:pt x="2375" y="2021"/>
                </a:cubicBezTo>
                <a:cubicBezTo>
                  <a:pt x="2381" y="2054"/>
                  <a:pt x="2386" y="2049"/>
                  <a:pt x="2380" y="2043"/>
                </a:cubicBezTo>
                <a:cubicBezTo>
                  <a:pt x="2364" y="1998"/>
                  <a:pt x="2352" y="1991"/>
                  <a:pt x="2352" y="1985"/>
                </a:cubicBezTo>
                <a:cubicBezTo>
                  <a:pt x="2344" y="1962"/>
                  <a:pt x="2339" y="1955"/>
                  <a:pt x="2338" y="1949"/>
                </a:cubicBezTo>
                <a:cubicBezTo>
                  <a:pt x="2301" y="1894"/>
                  <a:pt x="2293" y="1879"/>
                  <a:pt x="2277" y="1863"/>
                </a:cubicBezTo>
                <a:cubicBezTo>
                  <a:pt x="2297" y="1890"/>
                  <a:pt x="2298" y="1894"/>
                  <a:pt x="2298" y="1897"/>
                </a:cubicBezTo>
                <a:cubicBezTo>
                  <a:pt x="2316" y="1928"/>
                  <a:pt x="2325" y="1935"/>
                  <a:pt x="2326" y="1942"/>
                </a:cubicBezTo>
                <a:cubicBezTo>
                  <a:pt x="2339" y="1986"/>
                  <a:pt x="2353" y="1990"/>
                  <a:pt x="2347" y="1993"/>
                </a:cubicBezTo>
                <a:cubicBezTo>
                  <a:pt x="2365" y="2028"/>
                  <a:pt x="2361" y="2031"/>
                  <a:pt x="2366" y="2034"/>
                </a:cubicBezTo>
                <a:cubicBezTo>
                  <a:pt x="2377" y="2059"/>
                  <a:pt x="2381" y="2062"/>
                  <a:pt x="2380" y="2066"/>
                </a:cubicBezTo>
                <a:cubicBezTo>
                  <a:pt x="2394" y="2093"/>
                  <a:pt x="2399" y="2101"/>
                  <a:pt x="2403" y="2106"/>
                </a:cubicBezTo>
                <a:cubicBezTo>
                  <a:pt x="2413" y="2118"/>
                  <a:pt x="2409" y="2121"/>
                  <a:pt x="2414" y="2125"/>
                </a:cubicBezTo>
                <a:cubicBezTo>
                  <a:pt x="2438" y="2159"/>
                  <a:pt x="2439" y="2160"/>
                  <a:pt x="2440" y="2160"/>
                </a:cubicBezTo>
                <a:cubicBezTo>
                  <a:pt x="2460" y="2160"/>
                  <a:pt x="2462" y="2156"/>
                  <a:pt x="2459" y="2153"/>
                </a:cubicBezTo>
                <a:close/>
                <a:moveTo>
                  <a:pt x="2392" y="2064"/>
                </a:moveTo>
                <a:cubicBezTo>
                  <a:pt x="2397" y="2062"/>
                  <a:pt x="2399" y="2073"/>
                  <a:pt x="2400" y="2077"/>
                </a:cubicBezTo>
                <a:cubicBezTo>
                  <a:pt x="2396" y="2078"/>
                  <a:pt x="2394" y="2067"/>
                  <a:pt x="2392" y="2064"/>
                </a:cubicBezTo>
                <a:close/>
                <a:moveTo>
                  <a:pt x="2400" y="2083"/>
                </a:moveTo>
                <a:cubicBezTo>
                  <a:pt x="2404" y="2080"/>
                  <a:pt x="2407" y="2089"/>
                  <a:pt x="2407" y="2091"/>
                </a:cubicBezTo>
                <a:cubicBezTo>
                  <a:pt x="2403" y="2094"/>
                  <a:pt x="2400" y="2084"/>
                  <a:pt x="2400" y="2083"/>
                </a:cubicBezTo>
                <a:close/>
                <a:moveTo>
                  <a:pt x="2867" y="2097"/>
                </a:moveTo>
                <a:cubicBezTo>
                  <a:pt x="2845" y="2071"/>
                  <a:pt x="2822" y="2045"/>
                  <a:pt x="2800" y="2020"/>
                </a:cubicBezTo>
                <a:cubicBezTo>
                  <a:pt x="2787" y="2012"/>
                  <a:pt x="2781" y="1993"/>
                  <a:pt x="2766" y="1994"/>
                </a:cubicBezTo>
                <a:cubicBezTo>
                  <a:pt x="2774" y="1997"/>
                  <a:pt x="2780" y="2010"/>
                  <a:pt x="2788" y="2013"/>
                </a:cubicBezTo>
                <a:cubicBezTo>
                  <a:pt x="2796" y="2027"/>
                  <a:pt x="2804" y="2030"/>
                  <a:pt x="2812" y="2044"/>
                </a:cubicBezTo>
                <a:cubicBezTo>
                  <a:pt x="2818" y="2047"/>
                  <a:pt x="2818" y="2053"/>
                  <a:pt x="2826" y="2060"/>
                </a:cubicBezTo>
                <a:cubicBezTo>
                  <a:pt x="2834" y="2069"/>
                  <a:pt x="2831" y="2068"/>
                  <a:pt x="2838" y="2076"/>
                </a:cubicBezTo>
                <a:cubicBezTo>
                  <a:pt x="2848" y="2083"/>
                  <a:pt x="2851" y="2096"/>
                  <a:pt x="2861" y="2103"/>
                </a:cubicBezTo>
                <a:cubicBezTo>
                  <a:pt x="2860" y="2107"/>
                  <a:pt x="2863" y="2112"/>
                  <a:pt x="2868" y="2117"/>
                </a:cubicBezTo>
                <a:cubicBezTo>
                  <a:pt x="2866" y="2122"/>
                  <a:pt x="2875" y="2128"/>
                  <a:pt x="2873" y="2133"/>
                </a:cubicBezTo>
                <a:cubicBezTo>
                  <a:pt x="2880" y="2142"/>
                  <a:pt x="2886" y="2151"/>
                  <a:pt x="2891" y="2160"/>
                </a:cubicBezTo>
                <a:cubicBezTo>
                  <a:pt x="2902" y="2160"/>
                  <a:pt x="2902" y="2160"/>
                  <a:pt x="2902" y="2160"/>
                </a:cubicBezTo>
                <a:cubicBezTo>
                  <a:pt x="2900" y="2157"/>
                  <a:pt x="2899" y="2155"/>
                  <a:pt x="2898" y="2151"/>
                </a:cubicBezTo>
                <a:cubicBezTo>
                  <a:pt x="2882" y="2133"/>
                  <a:pt x="2878" y="2115"/>
                  <a:pt x="2867" y="2097"/>
                </a:cubicBezTo>
                <a:close/>
                <a:moveTo>
                  <a:pt x="2925" y="2156"/>
                </a:moveTo>
                <a:cubicBezTo>
                  <a:pt x="2918" y="2156"/>
                  <a:pt x="2925" y="2151"/>
                  <a:pt x="2920" y="2147"/>
                </a:cubicBezTo>
                <a:cubicBezTo>
                  <a:pt x="2912" y="2136"/>
                  <a:pt x="2914" y="2134"/>
                  <a:pt x="2906" y="2124"/>
                </a:cubicBezTo>
                <a:cubicBezTo>
                  <a:pt x="2909" y="2121"/>
                  <a:pt x="2900" y="2116"/>
                  <a:pt x="2902" y="2113"/>
                </a:cubicBezTo>
                <a:cubicBezTo>
                  <a:pt x="2898" y="2109"/>
                  <a:pt x="2893" y="2104"/>
                  <a:pt x="2893" y="2100"/>
                </a:cubicBezTo>
                <a:cubicBezTo>
                  <a:pt x="2887" y="2091"/>
                  <a:pt x="2882" y="2083"/>
                  <a:pt x="2877" y="2074"/>
                </a:cubicBezTo>
                <a:cubicBezTo>
                  <a:pt x="2871" y="2068"/>
                  <a:pt x="2866" y="2062"/>
                  <a:pt x="2861" y="2056"/>
                </a:cubicBezTo>
                <a:cubicBezTo>
                  <a:pt x="2843" y="2043"/>
                  <a:pt x="2826" y="2021"/>
                  <a:pt x="2808" y="2009"/>
                </a:cubicBezTo>
                <a:cubicBezTo>
                  <a:pt x="2800" y="1999"/>
                  <a:pt x="2791" y="1996"/>
                  <a:pt x="2782" y="1986"/>
                </a:cubicBezTo>
                <a:cubicBezTo>
                  <a:pt x="2778" y="1981"/>
                  <a:pt x="2773" y="1984"/>
                  <a:pt x="2769" y="1977"/>
                </a:cubicBezTo>
                <a:cubicBezTo>
                  <a:pt x="2764" y="1972"/>
                  <a:pt x="2760" y="1969"/>
                  <a:pt x="2755" y="1969"/>
                </a:cubicBezTo>
                <a:cubicBezTo>
                  <a:pt x="2761" y="1976"/>
                  <a:pt x="2765" y="1974"/>
                  <a:pt x="2767" y="1982"/>
                </a:cubicBezTo>
                <a:cubicBezTo>
                  <a:pt x="2777" y="1985"/>
                  <a:pt x="2786" y="1998"/>
                  <a:pt x="2796" y="2006"/>
                </a:cubicBezTo>
                <a:cubicBezTo>
                  <a:pt x="2801" y="2013"/>
                  <a:pt x="2806" y="2014"/>
                  <a:pt x="2811" y="2019"/>
                </a:cubicBezTo>
                <a:cubicBezTo>
                  <a:pt x="2813" y="2021"/>
                  <a:pt x="2815" y="2025"/>
                  <a:pt x="2818" y="2024"/>
                </a:cubicBezTo>
                <a:cubicBezTo>
                  <a:pt x="2822" y="2026"/>
                  <a:pt x="2818" y="2034"/>
                  <a:pt x="2824" y="2031"/>
                </a:cubicBezTo>
                <a:cubicBezTo>
                  <a:pt x="2823" y="2036"/>
                  <a:pt x="2831" y="2036"/>
                  <a:pt x="2835" y="2044"/>
                </a:cubicBezTo>
                <a:cubicBezTo>
                  <a:pt x="2840" y="2050"/>
                  <a:pt x="2845" y="2054"/>
                  <a:pt x="2850" y="2057"/>
                </a:cubicBezTo>
                <a:cubicBezTo>
                  <a:pt x="2848" y="2060"/>
                  <a:pt x="2852" y="2062"/>
                  <a:pt x="2854" y="2062"/>
                </a:cubicBezTo>
                <a:cubicBezTo>
                  <a:pt x="2852" y="2065"/>
                  <a:pt x="2856" y="2067"/>
                  <a:pt x="2858" y="2067"/>
                </a:cubicBezTo>
                <a:cubicBezTo>
                  <a:pt x="2860" y="2072"/>
                  <a:pt x="2862" y="2074"/>
                  <a:pt x="2869" y="2078"/>
                </a:cubicBezTo>
                <a:cubicBezTo>
                  <a:pt x="2872" y="2087"/>
                  <a:pt x="2878" y="2097"/>
                  <a:pt x="2887" y="2106"/>
                </a:cubicBezTo>
                <a:cubicBezTo>
                  <a:pt x="2890" y="2112"/>
                  <a:pt x="2891" y="2117"/>
                  <a:pt x="2893" y="2123"/>
                </a:cubicBezTo>
                <a:cubicBezTo>
                  <a:pt x="2898" y="2120"/>
                  <a:pt x="2894" y="2128"/>
                  <a:pt x="2899" y="2130"/>
                </a:cubicBezTo>
                <a:cubicBezTo>
                  <a:pt x="2899" y="2136"/>
                  <a:pt x="2901" y="2132"/>
                  <a:pt x="2905" y="2136"/>
                </a:cubicBezTo>
                <a:cubicBezTo>
                  <a:pt x="2903" y="2142"/>
                  <a:pt x="2911" y="2148"/>
                  <a:pt x="2911" y="2154"/>
                </a:cubicBezTo>
                <a:cubicBezTo>
                  <a:pt x="2912" y="2159"/>
                  <a:pt x="2913" y="2156"/>
                  <a:pt x="2917" y="2160"/>
                </a:cubicBezTo>
                <a:cubicBezTo>
                  <a:pt x="2925" y="2160"/>
                  <a:pt x="2925" y="2160"/>
                  <a:pt x="2925" y="2160"/>
                </a:cubicBezTo>
                <a:cubicBezTo>
                  <a:pt x="2924" y="2159"/>
                  <a:pt x="2924" y="2158"/>
                  <a:pt x="2925" y="2156"/>
                </a:cubicBezTo>
                <a:close/>
                <a:moveTo>
                  <a:pt x="2984" y="2151"/>
                </a:moveTo>
                <a:cubicBezTo>
                  <a:pt x="2976" y="2138"/>
                  <a:pt x="2972" y="2125"/>
                  <a:pt x="2965" y="2113"/>
                </a:cubicBezTo>
                <a:cubicBezTo>
                  <a:pt x="2944" y="2085"/>
                  <a:pt x="2929" y="2066"/>
                  <a:pt x="2911" y="2044"/>
                </a:cubicBezTo>
                <a:cubicBezTo>
                  <a:pt x="2902" y="2037"/>
                  <a:pt x="2893" y="2028"/>
                  <a:pt x="2883" y="2019"/>
                </a:cubicBezTo>
                <a:cubicBezTo>
                  <a:pt x="2880" y="2020"/>
                  <a:pt x="2876" y="2016"/>
                  <a:pt x="2873" y="2014"/>
                </a:cubicBezTo>
                <a:cubicBezTo>
                  <a:pt x="2869" y="2018"/>
                  <a:pt x="2866" y="2004"/>
                  <a:pt x="2862" y="2008"/>
                </a:cubicBezTo>
                <a:cubicBezTo>
                  <a:pt x="2855" y="2002"/>
                  <a:pt x="2848" y="1997"/>
                  <a:pt x="2840" y="1996"/>
                </a:cubicBezTo>
                <a:cubicBezTo>
                  <a:pt x="2833" y="1988"/>
                  <a:pt x="2825" y="1988"/>
                  <a:pt x="2818" y="1981"/>
                </a:cubicBezTo>
                <a:cubicBezTo>
                  <a:pt x="2810" y="1980"/>
                  <a:pt x="2804" y="1964"/>
                  <a:pt x="2795" y="1971"/>
                </a:cubicBezTo>
                <a:cubicBezTo>
                  <a:pt x="2804" y="1978"/>
                  <a:pt x="2812" y="1981"/>
                  <a:pt x="2820" y="1990"/>
                </a:cubicBezTo>
                <a:cubicBezTo>
                  <a:pt x="2825" y="1992"/>
                  <a:pt x="2829" y="1996"/>
                  <a:pt x="2834" y="1999"/>
                </a:cubicBezTo>
                <a:cubicBezTo>
                  <a:pt x="2839" y="1996"/>
                  <a:pt x="2842" y="2006"/>
                  <a:pt x="2847" y="2004"/>
                </a:cubicBezTo>
                <a:cubicBezTo>
                  <a:pt x="2855" y="2014"/>
                  <a:pt x="2864" y="2015"/>
                  <a:pt x="2872" y="2023"/>
                </a:cubicBezTo>
                <a:cubicBezTo>
                  <a:pt x="2875" y="2021"/>
                  <a:pt x="2877" y="2030"/>
                  <a:pt x="2883" y="2028"/>
                </a:cubicBezTo>
                <a:cubicBezTo>
                  <a:pt x="2887" y="2035"/>
                  <a:pt x="2891" y="2037"/>
                  <a:pt x="2896" y="2040"/>
                </a:cubicBezTo>
                <a:cubicBezTo>
                  <a:pt x="2900" y="2047"/>
                  <a:pt x="2906" y="2059"/>
                  <a:pt x="2917" y="2065"/>
                </a:cubicBezTo>
                <a:cubicBezTo>
                  <a:pt x="2915" y="2069"/>
                  <a:pt x="2925" y="2074"/>
                  <a:pt x="2927" y="2079"/>
                </a:cubicBezTo>
                <a:cubicBezTo>
                  <a:pt x="2932" y="2085"/>
                  <a:pt x="2937" y="2090"/>
                  <a:pt x="2942" y="2096"/>
                </a:cubicBezTo>
                <a:cubicBezTo>
                  <a:pt x="2944" y="2102"/>
                  <a:pt x="2950" y="2108"/>
                  <a:pt x="2956" y="2115"/>
                </a:cubicBezTo>
                <a:cubicBezTo>
                  <a:pt x="2959" y="2123"/>
                  <a:pt x="2963" y="2131"/>
                  <a:pt x="2968" y="2139"/>
                </a:cubicBezTo>
                <a:cubicBezTo>
                  <a:pt x="2967" y="2143"/>
                  <a:pt x="2972" y="2148"/>
                  <a:pt x="2973" y="2152"/>
                </a:cubicBezTo>
                <a:cubicBezTo>
                  <a:pt x="2974" y="2155"/>
                  <a:pt x="2977" y="2158"/>
                  <a:pt x="2978" y="2160"/>
                </a:cubicBezTo>
                <a:cubicBezTo>
                  <a:pt x="2986" y="2160"/>
                  <a:pt x="2986" y="2160"/>
                  <a:pt x="2986" y="2160"/>
                </a:cubicBezTo>
                <a:cubicBezTo>
                  <a:pt x="2985" y="2157"/>
                  <a:pt x="2984" y="2154"/>
                  <a:pt x="2984" y="2151"/>
                </a:cubicBezTo>
                <a:close/>
                <a:moveTo>
                  <a:pt x="2933" y="2112"/>
                </a:moveTo>
                <a:cubicBezTo>
                  <a:pt x="2912" y="2088"/>
                  <a:pt x="2896" y="2065"/>
                  <a:pt x="2870" y="2037"/>
                </a:cubicBezTo>
                <a:cubicBezTo>
                  <a:pt x="2851" y="2023"/>
                  <a:pt x="2833" y="2005"/>
                  <a:pt x="2814" y="1993"/>
                </a:cubicBezTo>
                <a:cubicBezTo>
                  <a:pt x="2810" y="1987"/>
                  <a:pt x="2805" y="1991"/>
                  <a:pt x="2801" y="1984"/>
                </a:cubicBezTo>
                <a:cubicBezTo>
                  <a:pt x="2795" y="1984"/>
                  <a:pt x="2791" y="1977"/>
                  <a:pt x="2786" y="1977"/>
                </a:cubicBezTo>
                <a:cubicBezTo>
                  <a:pt x="2784" y="1975"/>
                  <a:pt x="2782" y="1974"/>
                  <a:pt x="2780" y="1974"/>
                </a:cubicBezTo>
                <a:cubicBezTo>
                  <a:pt x="2777" y="1971"/>
                  <a:pt x="2775" y="1967"/>
                  <a:pt x="2772" y="1968"/>
                </a:cubicBezTo>
                <a:cubicBezTo>
                  <a:pt x="2770" y="1966"/>
                  <a:pt x="2768" y="1962"/>
                  <a:pt x="2765" y="1963"/>
                </a:cubicBezTo>
                <a:cubicBezTo>
                  <a:pt x="2763" y="1960"/>
                  <a:pt x="2759" y="1961"/>
                  <a:pt x="2760" y="1965"/>
                </a:cubicBezTo>
                <a:cubicBezTo>
                  <a:pt x="2764" y="1964"/>
                  <a:pt x="2768" y="1967"/>
                  <a:pt x="2772" y="1972"/>
                </a:cubicBezTo>
                <a:cubicBezTo>
                  <a:pt x="2777" y="1974"/>
                  <a:pt x="2781" y="1979"/>
                  <a:pt x="2785" y="1980"/>
                </a:cubicBezTo>
                <a:cubicBezTo>
                  <a:pt x="2794" y="1986"/>
                  <a:pt x="2802" y="1990"/>
                  <a:pt x="2810" y="1999"/>
                </a:cubicBezTo>
                <a:cubicBezTo>
                  <a:pt x="2818" y="2006"/>
                  <a:pt x="2830" y="2007"/>
                  <a:pt x="2832" y="2017"/>
                </a:cubicBezTo>
                <a:cubicBezTo>
                  <a:pt x="2837" y="2017"/>
                  <a:pt x="2841" y="2021"/>
                  <a:pt x="2846" y="2026"/>
                </a:cubicBezTo>
                <a:cubicBezTo>
                  <a:pt x="2850" y="2033"/>
                  <a:pt x="2855" y="2032"/>
                  <a:pt x="2859" y="2038"/>
                </a:cubicBezTo>
                <a:cubicBezTo>
                  <a:pt x="2869" y="2049"/>
                  <a:pt x="2879" y="2061"/>
                  <a:pt x="2889" y="2072"/>
                </a:cubicBezTo>
                <a:cubicBezTo>
                  <a:pt x="2894" y="2076"/>
                  <a:pt x="2891" y="2080"/>
                  <a:pt x="2897" y="2085"/>
                </a:cubicBezTo>
                <a:cubicBezTo>
                  <a:pt x="2902" y="2090"/>
                  <a:pt x="2907" y="2096"/>
                  <a:pt x="2912" y="2101"/>
                </a:cubicBezTo>
                <a:cubicBezTo>
                  <a:pt x="2920" y="2107"/>
                  <a:pt x="2918" y="2115"/>
                  <a:pt x="2925" y="2116"/>
                </a:cubicBezTo>
                <a:cubicBezTo>
                  <a:pt x="2928" y="2119"/>
                  <a:pt x="2926" y="2121"/>
                  <a:pt x="2929" y="2124"/>
                </a:cubicBezTo>
                <a:cubicBezTo>
                  <a:pt x="2931" y="2127"/>
                  <a:pt x="2935" y="2130"/>
                  <a:pt x="2933" y="2132"/>
                </a:cubicBezTo>
                <a:cubicBezTo>
                  <a:pt x="2937" y="2138"/>
                  <a:pt x="2948" y="2144"/>
                  <a:pt x="2943" y="2150"/>
                </a:cubicBezTo>
                <a:cubicBezTo>
                  <a:pt x="2948" y="2150"/>
                  <a:pt x="2947" y="2156"/>
                  <a:pt x="2951" y="2160"/>
                </a:cubicBezTo>
                <a:cubicBezTo>
                  <a:pt x="2962" y="2160"/>
                  <a:pt x="2962" y="2160"/>
                  <a:pt x="2962" y="2160"/>
                </a:cubicBezTo>
                <a:cubicBezTo>
                  <a:pt x="2961" y="2159"/>
                  <a:pt x="2960" y="2157"/>
                  <a:pt x="2959" y="2155"/>
                </a:cubicBezTo>
                <a:cubicBezTo>
                  <a:pt x="2954" y="2141"/>
                  <a:pt x="2941" y="2126"/>
                  <a:pt x="2933" y="2112"/>
                </a:cubicBezTo>
                <a:close/>
                <a:moveTo>
                  <a:pt x="3015" y="2113"/>
                </a:moveTo>
                <a:cubicBezTo>
                  <a:pt x="3020" y="2110"/>
                  <a:pt x="3007" y="2106"/>
                  <a:pt x="3012" y="2103"/>
                </a:cubicBezTo>
                <a:cubicBezTo>
                  <a:pt x="3010" y="2100"/>
                  <a:pt x="3008" y="2097"/>
                  <a:pt x="3010" y="2094"/>
                </a:cubicBezTo>
                <a:cubicBezTo>
                  <a:pt x="2995" y="2074"/>
                  <a:pt x="2992" y="2063"/>
                  <a:pt x="2976" y="2045"/>
                </a:cubicBezTo>
                <a:cubicBezTo>
                  <a:pt x="2964" y="2035"/>
                  <a:pt x="2951" y="2024"/>
                  <a:pt x="2939" y="2017"/>
                </a:cubicBezTo>
                <a:cubicBezTo>
                  <a:pt x="2933" y="2010"/>
                  <a:pt x="2926" y="2010"/>
                  <a:pt x="2920" y="2001"/>
                </a:cubicBezTo>
                <a:cubicBezTo>
                  <a:pt x="2913" y="2001"/>
                  <a:pt x="2907" y="1991"/>
                  <a:pt x="2901" y="1992"/>
                </a:cubicBezTo>
                <a:cubicBezTo>
                  <a:pt x="2915" y="2006"/>
                  <a:pt x="2929" y="2015"/>
                  <a:pt x="2943" y="2025"/>
                </a:cubicBezTo>
                <a:cubicBezTo>
                  <a:pt x="2950" y="2033"/>
                  <a:pt x="2958" y="2039"/>
                  <a:pt x="2965" y="2043"/>
                </a:cubicBezTo>
                <a:cubicBezTo>
                  <a:pt x="2962" y="2047"/>
                  <a:pt x="2972" y="2052"/>
                  <a:pt x="2974" y="2056"/>
                </a:cubicBezTo>
                <a:cubicBezTo>
                  <a:pt x="2978" y="2061"/>
                  <a:pt x="2982" y="2066"/>
                  <a:pt x="2986" y="2071"/>
                </a:cubicBezTo>
                <a:cubicBezTo>
                  <a:pt x="2991" y="2078"/>
                  <a:pt x="2995" y="2092"/>
                  <a:pt x="3002" y="2095"/>
                </a:cubicBezTo>
                <a:cubicBezTo>
                  <a:pt x="2998" y="2100"/>
                  <a:pt x="3006" y="2107"/>
                  <a:pt x="3005" y="2112"/>
                </a:cubicBezTo>
                <a:cubicBezTo>
                  <a:pt x="3008" y="2118"/>
                  <a:pt x="3012" y="2124"/>
                  <a:pt x="3012" y="2130"/>
                </a:cubicBezTo>
                <a:cubicBezTo>
                  <a:pt x="3018" y="2140"/>
                  <a:pt x="3020" y="2150"/>
                  <a:pt x="3026" y="2160"/>
                </a:cubicBezTo>
                <a:cubicBezTo>
                  <a:pt x="3035" y="2160"/>
                  <a:pt x="3035" y="2160"/>
                  <a:pt x="3035" y="2160"/>
                </a:cubicBezTo>
                <a:cubicBezTo>
                  <a:pt x="3030" y="2151"/>
                  <a:pt x="3030" y="2142"/>
                  <a:pt x="3023" y="2132"/>
                </a:cubicBezTo>
                <a:cubicBezTo>
                  <a:pt x="3023" y="2126"/>
                  <a:pt x="3017" y="2119"/>
                  <a:pt x="3015" y="2113"/>
                </a:cubicBezTo>
                <a:close/>
                <a:moveTo>
                  <a:pt x="3006" y="2155"/>
                </a:moveTo>
                <a:cubicBezTo>
                  <a:pt x="3008" y="2139"/>
                  <a:pt x="2989" y="2121"/>
                  <a:pt x="2990" y="2105"/>
                </a:cubicBezTo>
                <a:cubicBezTo>
                  <a:pt x="2986" y="2100"/>
                  <a:pt x="2982" y="2095"/>
                  <a:pt x="2984" y="2091"/>
                </a:cubicBezTo>
                <a:cubicBezTo>
                  <a:pt x="2971" y="2074"/>
                  <a:pt x="2959" y="2055"/>
                  <a:pt x="2950" y="2042"/>
                </a:cubicBezTo>
                <a:cubicBezTo>
                  <a:pt x="2938" y="2031"/>
                  <a:pt x="2920" y="2017"/>
                  <a:pt x="2904" y="2003"/>
                </a:cubicBezTo>
                <a:cubicBezTo>
                  <a:pt x="2897" y="2003"/>
                  <a:pt x="2890" y="1997"/>
                  <a:pt x="2884" y="1993"/>
                </a:cubicBezTo>
                <a:cubicBezTo>
                  <a:pt x="2876" y="1993"/>
                  <a:pt x="2869" y="1982"/>
                  <a:pt x="2861" y="1984"/>
                </a:cubicBezTo>
                <a:cubicBezTo>
                  <a:pt x="2864" y="1987"/>
                  <a:pt x="2868" y="1986"/>
                  <a:pt x="2871" y="1992"/>
                </a:cubicBezTo>
                <a:cubicBezTo>
                  <a:pt x="2875" y="1991"/>
                  <a:pt x="2878" y="2000"/>
                  <a:pt x="2882" y="1997"/>
                </a:cubicBezTo>
                <a:cubicBezTo>
                  <a:pt x="2885" y="2002"/>
                  <a:pt x="2888" y="2003"/>
                  <a:pt x="2892" y="2003"/>
                </a:cubicBezTo>
                <a:cubicBezTo>
                  <a:pt x="2892" y="2006"/>
                  <a:pt x="2897" y="2009"/>
                  <a:pt x="2901" y="2009"/>
                </a:cubicBezTo>
                <a:cubicBezTo>
                  <a:pt x="2915" y="2021"/>
                  <a:pt x="2929" y="2033"/>
                  <a:pt x="2943" y="2045"/>
                </a:cubicBezTo>
                <a:cubicBezTo>
                  <a:pt x="2945" y="2047"/>
                  <a:pt x="2943" y="2049"/>
                  <a:pt x="2946" y="2051"/>
                </a:cubicBezTo>
                <a:cubicBezTo>
                  <a:pt x="2948" y="2053"/>
                  <a:pt x="2951" y="2052"/>
                  <a:pt x="2949" y="2054"/>
                </a:cubicBezTo>
                <a:cubicBezTo>
                  <a:pt x="2951" y="2059"/>
                  <a:pt x="2960" y="2063"/>
                  <a:pt x="2957" y="2067"/>
                </a:cubicBezTo>
                <a:cubicBezTo>
                  <a:pt x="2961" y="2072"/>
                  <a:pt x="2966" y="2076"/>
                  <a:pt x="2966" y="2080"/>
                </a:cubicBezTo>
                <a:cubicBezTo>
                  <a:pt x="2966" y="2085"/>
                  <a:pt x="2974" y="2090"/>
                  <a:pt x="2973" y="2095"/>
                </a:cubicBezTo>
                <a:cubicBezTo>
                  <a:pt x="2985" y="2112"/>
                  <a:pt x="2986" y="2129"/>
                  <a:pt x="2995" y="2147"/>
                </a:cubicBezTo>
                <a:cubicBezTo>
                  <a:pt x="2996" y="2151"/>
                  <a:pt x="2998" y="2156"/>
                  <a:pt x="2999" y="2160"/>
                </a:cubicBezTo>
                <a:cubicBezTo>
                  <a:pt x="3010" y="2160"/>
                  <a:pt x="3010" y="2160"/>
                  <a:pt x="3010" y="2160"/>
                </a:cubicBezTo>
                <a:cubicBezTo>
                  <a:pt x="3009" y="2159"/>
                  <a:pt x="3008" y="2157"/>
                  <a:pt x="3006" y="2155"/>
                </a:cubicBezTo>
                <a:close/>
                <a:moveTo>
                  <a:pt x="729" y="2129"/>
                </a:moveTo>
                <a:cubicBezTo>
                  <a:pt x="729" y="2126"/>
                  <a:pt x="729" y="2123"/>
                  <a:pt x="733" y="2124"/>
                </a:cubicBezTo>
                <a:cubicBezTo>
                  <a:pt x="753" y="2068"/>
                  <a:pt x="761" y="2070"/>
                  <a:pt x="759" y="2063"/>
                </a:cubicBezTo>
                <a:cubicBezTo>
                  <a:pt x="773" y="2016"/>
                  <a:pt x="777" y="2009"/>
                  <a:pt x="779" y="2000"/>
                </a:cubicBezTo>
                <a:cubicBezTo>
                  <a:pt x="790" y="1956"/>
                  <a:pt x="792" y="1944"/>
                  <a:pt x="793" y="1921"/>
                </a:cubicBezTo>
                <a:cubicBezTo>
                  <a:pt x="796" y="1847"/>
                  <a:pt x="795" y="1840"/>
                  <a:pt x="798" y="1837"/>
                </a:cubicBezTo>
                <a:cubicBezTo>
                  <a:pt x="793" y="1793"/>
                  <a:pt x="796" y="1792"/>
                  <a:pt x="794" y="1785"/>
                </a:cubicBezTo>
                <a:cubicBezTo>
                  <a:pt x="784" y="1845"/>
                  <a:pt x="785" y="1850"/>
                  <a:pt x="784" y="1854"/>
                </a:cubicBezTo>
                <a:cubicBezTo>
                  <a:pt x="770" y="1895"/>
                  <a:pt x="773" y="1909"/>
                  <a:pt x="766" y="1914"/>
                </a:cubicBezTo>
                <a:cubicBezTo>
                  <a:pt x="748" y="1953"/>
                  <a:pt x="745" y="1956"/>
                  <a:pt x="743" y="1959"/>
                </a:cubicBezTo>
                <a:cubicBezTo>
                  <a:pt x="726" y="1983"/>
                  <a:pt x="731" y="1992"/>
                  <a:pt x="723" y="1991"/>
                </a:cubicBezTo>
                <a:cubicBezTo>
                  <a:pt x="709" y="2014"/>
                  <a:pt x="707" y="2015"/>
                  <a:pt x="708" y="2019"/>
                </a:cubicBezTo>
                <a:cubicBezTo>
                  <a:pt x="674" y="2075"/>
                  <a:pt x="665" y="2079"/>
                  <a:pt x="665" y="2089"/>
                </a:cubicBezTo>
                <a:cubicBezTo>
                  <a:pt x="647" y="2122"/>
                  <a:pt x="642" y="2122"/>
                  <a:pt x="641" y="2126"/>
                </a:cubicBezTo>
                <a:cubicBezTo>
                  <a:pt x="625" y="2149"/>
                  <a:pt x="624" y="2156"/>
                  <a:pt x="620" y="2160"/>
                </a:cubicBezTo>
                <a:cubicBezTo>
                  <a:pt x="643" y="2138"/>
                  <a:pt x="647" y="2134"/>
                  <a:pt x="650" y="2130"/>
                </a:cubicBezTo>
                <a:cubicBezTo>
                  <a:pt x="684" y="2076"/>
                  <a:pt x="681" y="2069"/>
                  <a:pt x="685" y="2068"/>
                </a:cubicBezTo>
                <a:cubicBezTo>
                  <a:pt x="698" y="2051"/>
                  <a:pt x="699" y="2049"/>
                  <a:pt x="699" y="2045"/>
                </a:cubicBezTo>
                <a:cubicBezTo>
                  <a:pt x="720" y="2010"/>
                  <a:pt x="727" y="2010"/>
                  <a:pt x="726" y="2002"/>
                </a:cubicBezTo>
                <a:cubicBezTo>
                  <a:pt x="757" y="1966"/>
                  <a:pt x="748" y="1970"/>
                  <a:pt x="751" y="1974"/>
                </a:cubicBezTo>
                <a:cubicBezTo>
                  <a:pt x="732" y="2008"/>
                  <a:pt x="731" y="2023"/>
                  <a:pt x="724" y="2033"/>
                </a:cubicBezTo>
                <a:cubicBezTo>
                  <a:pt x="709" y="2059"/>
                  <a:pt x="707" y="2061"/>
                  <a:pt x="704" y="2063"/>
                </a:cubicBezTo>
                <a:cubicBezTo>
                  <a:pt x="677" y="2114"/>
                  <a:pt x="671" y="2113"/>
                  <a:pt x="671" y="2117"/>
                </a:cubicBezTo>
                <a:cubicBezTo>
                  <a:pt x="652" y="2143"/>
                  <a:pt x="652" y="2151"/>
                  <a:pt x="647" y="2154"/>
                </a:cubicBezTo>
                <a:cubicBezTo>
                  <a:pt x="657" y="2156"/>
                  <a:pt x="659" y="2152"/>
                  <a:pt x="662" y="2149"/>
                </a:cubicBezTo>
                <a:cubicBezTo>
                  <a:pt x="675" y="2126"/>
                  <a:pt x="679" y="2125"/>
                  <a:pt x="678" y="2121"/>
                </a:cubicBezTo>
                <a:cubicBezTo>
                  <a:pt x="714" y="2066"/>
                  <a:pt x="717" y="2065"/>
                  <a:pt x="717" y="2062"/>
                </a:cubicBezTo>
                <a:cubicBezTo>
                  <a:pt x="728" y="2047"/>
                  <a:pt x="726" y="2041"/>
                  <a:pt x="729" y="2041"/>
                </a:cubicBezTo>
                <a:cubicBezTo>
                  <a:pt x="740" y="2003"/>
                  <a:pt x="750" y="2005"/>
                  <a:pt x="748" y="1996"/>
                </a:cubicBezTo>
                <a:cubicBezTo>
                  <a:pt x="764" y="1960"/>
                  <a:pt x="761" y="1951"/>
                  <a:pt x="764" y="1947"/>
                </a:cubicBezTo>
                <a:cubicBezTo>
                  <a:pt x="796" y="1849"/>
                  <a:pt x="791" y="1858"/>
                  <a:pt x="791" y="1862"/>
                </a:cubicBezTo>
                <a:cubicBezTo>
                  <a:pt x="786" y="1901"/>
                  <a:pt x="782" y="1904"/>
                  <a:pt x="781" y="1908"/>
                </a:cubicBezTo>
                <a:cubicBezTo>
                  <a:pt x="772" y="1962"/>
                  <a:pt x="765" y="1962"/>
                  <a:pt x="766" y="1969"/>
                </a:cubicBezTo>
                <a:cubicBezTo>
                  <a:pt x="746" y="2037"/>
                  <a:pt x="738" y="2043"/>
                  <a:pt x="737" y="2054"/>
                </a:cubicBezTo>
                <a:cubicBezTo>
                  <a:pt x="716" y="2096"/>
                  <a:pt x="713" y="2097"/>
                  <a:pt x="714" y="2101"/>
                </a:cubicBezTo>
                <a:cubicBezTo>
                  <a:pt x="697" y="2124"/>
                  <a:pt x="696" y="2129"/>
                  <a:pt x="694" y="2133"/>
                </a:cubicBezTo>
                <a:cubicBezTo>
                  <a:pt x="679" y="2147"/>
                  <a:pt x="682" y="2155"/>
                  <a:pt x="678" y="2158"/>
                </a:cubicBezTo>
                <a:cubicBezTo>
                  <a:pt x="688" y="2156"/>
                  <a:pt x="691" y="2153"/>
                  <a:pt x="693" y="2149"/>
                </a:cubicBezTo>
                <a:cubicBezTo>
                  <a:pt x="704" y="2140"/>
                  <a:pt x="697" y="2130"/>
                  <a:pt x="705" y="2132"/>
                </a:cubicBezTo>
                <a:cubicBezTo>
                  <a:pt x="720" y="2101"/>
                  <a:pt x="726" y="2102"/>
                  <a:pt x="724" y="2096"/>
                </a:cubicBezTo>
                <a:cubicBezTo>
                  <a:pt x="745" y="2052"/>
                  <a:pt x="748" y="2046"/>
                  <a:pt x="753" y="2042"/>
                </a:cubicBezTo>
                <a:cubicBezTo>
                  <a:pt x="775" y="1963"/>
                  <a:pt x="776" y="1958"/>
                  <a:pt x="775" y="1953"/>
                </a:cubicBezTo>
                <a:cubicBezTo>
                  <a:pt x="783" y="1921"/>
                  <a:pt x="788" y="1921"/>
                  <a:pt x="786" y="1915"/>
                </a:cubicBezTo>
                <a:cubicBezTo>
                  <a:pt x="785" y="1961"/>
                  <a:pt x="781" y="1971"/>
                  <a:pt x="780" y="1983"/>
                </a:cubicBezTo>
                <a:cubicBezTo>
                  <a:pt x="765" y="2021"/>
                  <a:pt x="762" y="2030"/>
                  <a:pt x="760" y="2041"/>
                </a:cubicBezTo>
                <a:cubicBezTo>
                  <a:pt x="741" y="2077"/>
                  <a:pt x="740" y="2089"/>
                  <a:pt x="735" y="2097"/>
                </a:cubicBezTo>
                <a:cubicBezTo>
                  <a:pt x="715" y="2131"/>
                  <a:pt x="711" y="2140"/>
                  <a:pt x="708" y="2150"/>
                </a:cubicBezTo>
                <a:cubicBezTo>
                  <a:pt x="711" y="2160"/>
                  <a:pt x="711" y="2160"/>
                  <a:pt x="711" y="2160"/>
                </a:cubicBezTo>
                <a:cubicBezTo>
                  <a:pt x="719" y="2142"/>
                  <a:pt x="723" y="2142"/>
                  <a:pt x="723" y="2140"/>
                </a:cubicBezTo>
                <a:close/>
                <a:moveTo>
                  <a:pt x="2860" y="2138"/>
                </a:moveTo>
                <a:cubicBezTo>
                  <a:pt x="2860" y="2132"/>
                  <a:pt x="2854" y="2135"/>
                  <a:pt x="2854" y="2128"/>
                </a:cubicBezTo>
                <a:cubicBezTo>
                  <a:pt x="2845" y="2120"/>
                  <a:pt x="2844" y="2111"/>
                  <a:pt x="2838" y="2103"/>
                </a:cubicBezTo>
                <a:cubicBezTo>
                  <a:pt x="2828" y="2094"/>
                  <a:pt x="2828" y="2087"/>
                  <a:pt x="2819" y="2078"/>
                </a:cubicBezTo>
                <a:cubicBezTo>
                  <a:pt x="2818" y="2076"/>
                  <a:pt x="2815" y="2074"/>
                  <a:pt x="2816" y="2072"/>
                </a:cubicBezTo>
                <a:cubicBezTo>
                  <a:pt x="2815" y="2070"/>
                  <a:pt x="2817" y="2067"/>
                  <a:pt x="2814" y="2069"/>
                </a:cubicBezTo>
                <a:cubicBezTo>
                  <a:pt x="2807" y="2064"/>
                  <a:pt x="2810" y="2060"/>
                  <a:pt x="2805" y="2056"/>
                </a:cubicBezTo>
                <a:cubicBezTo>
                  <a:pt x="2797" y="2047"/>
                  <a:pt x="2797" y="2043"/>
                  <a:pt x="2789" y="2038"/>
                </a:cubicBezTo>
                <a:cubicBezTo>
                  <a:pt x="2789" y="2034"/>
                  <a:pt x="2785" y="2032"/>
                  <a:pt x="2782" y="2029"/>
                </a:cubicBezTo>
                <a:cubicBezTo>
                  <a:pt x="2776" y="2021"/>
                  <a:pt x="2773" y="2015"/>
                  <a:pt x="2765" y="2010"/>
                </a:cubicBezTo>
                <a:cubicBezTo>
                  <a:pt x="2762" y="2005"/>
                  <a:pt x="2762" y="2001"/>
                  <a:pt x="2757" y="1997"/>
                </a:cubicBezTo>
                <a:cubicBezTo>
                  <a:pt x="2748" y="1991"/>
                  <a:pt x="2740" y="1981"/>
                  <a:pt x="2732" y="1972"/>
                </a:cubicBezTo>
                <a:cubicBezTo>
                  <a:pt x="2721" y="1964"/>
                  <a:pt x="2710" y="1952"/>
                  <a:pt x="2698" y="1946"/>
                </a:cubicBezTo>
                <a:cubicBezTo>
                  <a:pt x="2693" y="1941"/>
                  <a:pt x="2687" y="1939"/>
                  <a:pt x="2682" y="1935"/>
                </a:cubicBezTo>
                <a:cubicBezTo>
                  <a:pt x="2676" y="1928"/>
                  <a:pt x="2670" y="1924"/>
                  <a:pt x="2664" y="1924"/>
                </a:cubicBezTo>
                <a:cubicBezTo>
                  <a:pt x="2685" y="1942"/>
                  <a:pt x="2706" y="1958"/>
                  <a:pt x="2727" y="1976"/>
                </a:cubicBezTo>
                <a:cubicBezTo>
                  <a:pt x="2744" y="1996"/>
                  <a:pt x="2765" y="2017"/>
                  <a:pt x="2777" y="2037"/>
                </a:cubicBezTo>
                <a:cubicBezTo>
                  <a:pt x="2781" y="2041"/>
                  <a:pt x="2786" y="2048"/>
                  <a:pt x="2790" y="2048"/>
                </a:cubicBezTo>
                <a:cubicBezTo>
                  <a:pt x="2785" y="2052"/>
                  <a:pt x="2800" y="2057"/>
                  <a:pt x="2796" y="2061"/>
                </a:cubicBezTo>
                <a:cubicBezTo>
                  <a:pt x="2798" y="2065"/>
                  <a:pt x="2807" y="2070"/>
                  <a:pt x="2804" y="2074"/>
                </a:cubicBezTo>
                <a:cubicBezTo>
                  <a:pt x="2815" y="2086"/>
                  <a:pt x="2813" y="2088"/>
                  <a:pt x="2822" y="2098"/>
                </a:cubicBezTo>
                <a:cubicBezTo>
                  <a:pt x="2826" y="2107"/>
                  <a:pt x="2835" y="2116"/>
                  <a:pt x="2839" y="2124"/>
                </a:cubicBezTo>
                <a:cubicBezTo>
                  <a:pt x="2845" y="2129"/>
                  <a:pt x="2842" y="2133"/>
                  <a:pt x="2848" y="2137"/>
                </a:cubicBezTo>
                <a:cubicBezTo>
                  <a:pt x="2855" y="2142"/>
                  <a:pt x="2850" y="2147"/>
                  <a:pt x="2854" y="2152"/>
                </a:cubicBezTo>
                <a:cubicBezTo>
                  <a:pt x="2857" y="2155"/>
                  <a:pt x="2859" y="2157"/>
                  <a:pt x="2862" y="2160"/>
                </a:cubicBezTo>
                <a:cubicBezTo>
                  <a:pt x="2873" y="2160"/>
                  <a:pt x="2873" y="2160"/>
                  <a:pt x="2873" y="2160"/>
                </a:cubicBezTo>
                <a:cubicBezTo>
                  <a:pt x="2870" y="2157"/>
                  <a:pt x="2867" y="2153"/>
                  <a:pt x="2864" y="2149"/>
                </a:cubicBezTo>
                <a:cubicBezTo>
                  <a:pt x="2867" y="2146"/>
                  <a:pt x="2858" y="2142"/>
                  <a:pt x="2860" y="2138"/>
                </a:cubicBezTo>
                <a:close/>
                <a:moveTo>
                  <a:pt x="796" y="1969"/>
                </a:moveTo>
                <a:cubicBezTo>
                  <a:pt x="799" y="1994"/>
                  <a:pt x="793" y="2012"/>
                  <a:pt x="792" y="2035"/>
                </a:cubicBezTo>
                <a:cubicBezTo>
                  <a:pt x="788" y="2035"/>
                  <a:pt x="791" y="2042"/>
                  <a:pt x="788" y="2043"/>
                </a:cubicBezTo>
                <a:cubicBezTo>
                  <a:pt x="785" y="2046"/>
                  <a:pt x="784" y="2049"/>
                  <a:pt x="785" y="2055"/>
                </a:cubicBezTo>
                <a:cubicBezTo>
                  <a:pt x="781" y="2055"/>
                  <a:pt x="784" y="2062"/>
                  <a:pt x="781" y="2064"/>
                </a:cubicBezTo>
                <a:cubicBezTo>
                  <a:pt x="778" y="2066"/>
                  <a:pt x="778" y="2071"/>
                  <a:pt x="777" y="2075"/>
                </a:cubicBezTo>
                <a:cubicBezTo>
                  <a:pt x="767" y="2082"/>
                  <a:pt x="766" y="2096"/>
                  <a:pt x="755" y="2103"/>
                </a:cubicBezTo>
                <a:cubicBezTo>
                  <a:pt x="749" y="2125"/>
                  <a:pt x="737" y="2143"/>
                  <a:pt x="726" y="2160"/>
                </a:cubicBezTo>
                <a:cubicBezTo>
                  <a:pt x="738" y="2160"/>
                  <a:pt x="738" y="2160"/>
                  <a:pt x="738" y="2160"/>
                </a:cubicBezTo>
                <a:cubicBezTo>
                  <a:pt x="740" y="2157"/>
                  <a:pt x="741" y="2154"/>
                  <a:pt x="743" y="2152"/>
                </a:cubicBezTo>
                <a:cubicBezTo>
                  <a:pt x="746" y="2142"/>
                  <a:pt x="753" y="2137"/>
                  <a:pt x="755" y="2127"/>
                </a:cubicBezTo>
                <a:cubicBezTo>
                  <a:pt x="758" y="2124"/>
                  <a:pt x="758" y="2119"/>
                  <a:pt x="761" y="2115"/>
                </a:cubicBezTo>
                <a:cubicBezTo>
                  <a:pt x="764" y="2112"/>
                  <a:pt x="766" y="2108"/>
                  <a:pt x="766" y="2102"/>
                </a:cubicBezTo>
                <a:cubicBezTo>
                  <a:pt x="773" y="2100"/>
                  <a:pt x="773" y="2092"/>
                  <a:pt x="778" y="2088"/>
                </a:cubicBezTo>
                <a:cubicBezTo>
                  <a:pt x="783" y="2083"/>
                  <a:pt x="783" y="2075"/>
                  <a:pt x="788" y="2070"/>
                </a:cubicBezTo>
                <a:cubicBezTo>
                  <a:pt x="788" y="2062"/>
                  <a:pt x="792" y="2057"/>
                  <a:pt x="793" y="2050"/>
                </a:cubicBezTo>
                <a:cubicBezTo>
                  <a:pt x="798" y="2045"/>
                  <a:pt x="796" y="2034"/>
                  <a:pt x="800" y="2030"/>
                </a:cubicBezTo>
                <a:cubicBezTo>
                  <a:pt x="801" y="2017"/>
                  <a:pt x="801" y="2004"/>
                  <a:pt x="802" y="1992"/>
                </a:cubicBezTo>
                <a:cubicBezTo>
                  <a:pt x="802" y="1988"/>
                  <a:pt x="802" y="1984"/>
                  <a:pt x="801" y="1979"/>
                </a:cubicBezTo>
                <a:cubicBezTo>
                  <a:pt x="800" y="1975"/>
                  <a:pt x="803" y="1966"/>
                  <a:pt x="796" y="1969"/>
                </a:cubicBezTo>
                <a:close/>
                <a:moveTo>
                  <a:pt x="632" y="2085"/>
                </a:moveTo>
                <a:cubicBezTo>
                  <a:pt x="639" y="2082"/>
                  <a:pt x="641" y="2073"/>
                  <a:pt x="648" y="2069"/>
                </a:cubicBezTo>
                <a:cubicBezTo>
                  <a:pt x="679" y="2024"/>
                  <a:pt x="680" y="2015"/>
                  <a:pt x="688" y="2011"/>
                </a:cubicBezTo>
                <a:cubicBezTo>
                  <a:pt x="698" y="1995"/>
                  <a:pt x="700" y="1994"/>
                  <a:pt x="702" y="1993"/>
                </a:cubicBezTo>
                <a:cubicBezTo>
                  <a:pt x="709" y="1979"/>
                  <a:pt x="711" y="1976"/>
                  <a:pt x="716" y="1974"/>
                </a:cubicBezTo>
                <a:cubicBezTo>
                  <a:pt x="740" y="1928"/>
                  <a:pt x="740" y="1923"/>
                  <a:pt x="745" y="1922"/>
                </a:cubicBezTo>
                <a:cubicBezTo>
                  <a:pt x="764" y="1882"/>
                  <a:pt x="767" y="1874"/>
                  <a:pt x="769" y="1866"/>
                </a:cubicBezTo>
                <a:cubicBezTo>
                  <a:pt x="779" y="1830"/>
                  <a:pt x="778" y="1830"/>
                  <a:pt x="779" y="1821"/>
                </a:cubicBezTo>
                <a:cubicBezTo>
                  <a:pt x="780" y="1813"/>
                  <a:pt x="775" y="1822"/>
                  <a:pt x="774" y="1835"/>
                </a:cubicBezTo>
                <a:cubicBezTo>
                  <a:pt x="762" y="1874"/>
                  <a:pt x="757" y="1877"/>
                  <a:pt x="755" y="1882"/>
                </a:cubicBezTo>
                <a:cubicBezTo>
                  <a:pt x="728" y="1935"/>
                  <a:pt x="723" y="1944"/>
                  <a:pt x="716" y="1952"/>
                </a:cubicBezTo>
                <a:cubicBezTo>
                  <a:pt x="707" y="1972"/>
                  <a:pt x="699" y="1973"/>
                  <a:pt x="699" y="1980"/>
                </a:cubicBezTo>
                <a:cubicBezTo>
                  <a:pt x="656" y="2040"/>
                  <a:pt x="650" y="2048"/>
                  <a:pt x="643" y="2056"/>
                </a:cubicBezTo>
                <a:cubicBezTo>
                  <a:pt x="618" y="2091"/>
                  <a:pt x="620" y="2096"/>
                  <a:pt x="617" y="2097"/>
                </a:cubicBezTo>
                <a:cubicBezTo>
                  <a:pt x="596" y="2127"/>
                  <a:pt x="594" y="2132"/>
                  <a:pt x="592" y="2138"/>
                </a:cubicBezTo>
                <a:cubicBezTo>
                  <a:pt x="581" y="2154"/>
                  <a:pt x="577" y="2156"/>
                  <a:pt x="576" y="2160"/>
                </a:cubicBezTo>
                <a:cubicBezTo>
                  <a:pt x="593" y="2151"/>
                  <a:pt x="595" y="2149"/>
                  <a:pt x="597" y="2147"/>
                </a:cubicBezTo>
                <a:close/>
                <a:moveTo>
                  <a:pt x="527" y="2119"/>
                </a:moveTo>
                <a:cubicBezTo>
                  <a:pt x="538" y="2111"/>
                  <a:pt x="537" y="2093"/>
                  <a:pt x="549" y="2087"/>
                </a:cubicBezTo>
                <a:cubicBezTo>
                  <a:pt x="562" y="2065"/>
                  <a:pt x="564" y="2058"/>
                  <a:pt x="570" y="2054"/>
                </a:cubicBezTo>
                <a:cubicBezTo>
                  <a:pt x="604" y="2015"/>
                  <a:pt x="605" y="2012"/>
                  <a:pt x="607" y="2008"/>
                </a:cubicBezTo>
                <a:cubicBezTo>
                  <a:pt x="621" y="1986"/>
                  <a:pt x="628" y="1985"/>
                  <a:pt x="629" y="1978"/>
                </a:cubicBezTo>
                <a:cubicBezTo>
                  <a:pt x="654" y="1948"/>
                  <a:pt x="657" y="1943"/>
                  <a:pt x="661" y="1939"/>
                </a:cubicBezTo>
                <a:cubicBezTo>
                  <a:pt x="683" y="1906"/>
                  <a:pt x="689" y="1903"/>
                  <a:pt x="693" y="1899"/>
                </a:cubicBezTo>
                <a:cubicBezTo>
                  <a:pt x="715" y="1866"/>
                  <a:pt x="713" y="1857"/>
                  <a:pt x="720" y="1856"/>
                </a:cubicBezTo>
                <a:cubicBezTo>
                  <a:pt x="738" y="1819"/>
                  <a:pt x="740" y="1813"/>
                  <a:pt x="743" y="1808"/>
                </a:cubicBezTo>
                <a:cubicBezTo>
                  <a:pt x="755" y="1770"/>
                  <a:pt x="760" y="1770"/>
                  <a:pt x="758" y="1764"/>
                </a:cubicBezTo>
                <a:cubicBezTo>
                  <a:pt x="748" y="1776"/>
                  <a:pt x="751" y="1782"/>
                  <a:pt x="748" y="1784"/>
                </a:cubicBezTo>
                <a:cubicBezTo>
                  <a:pt x="719" y="1836"/>
                  <a:pt x="716" y="1850"/>
                  <a:pt x="708" y="1859"/>
                </a:cubicBezTo>
                <a:cubicBezTo>
                  <a:pt x="681" y="1895"/>
                  <a:pt x="679" y="1902"/>
                  <a:pt x="676" y="1907"/>
                </a:cubicBezTo>
                <a:cubicBezTo>
                  <a:pt x="632" y="1957"/>
                  <a:pt x="630" y="1965"/>
                  <a:pt x="626" y="1970"/>
                </a:cubicBezTo>
                <a:cubicBezTo>
                  <a:pt x="604" y="1994"/>
                  <a:pt x="607" y="2001"/>
                  <a:pt x="599" y="2000"/>
                </a:cubicBezTo>
                <a:cubicBezTo>
                  <a:pt x="579" y="2025"/>
                  <a:pt x="577" y="2028"/>
                  <a:pt x="575" y="2030"/>
                </a:cubicBezTo>
                <a:cubicBezTo>
                  <a:pt x="541" y="2084"/>
                  <a:pt x="535" y="2083"/>
                  <a:pt x="536" y="2087"/>
                </a:cubicBezTo>
                <a:cubicBezTo>
                  <a:pt x="519" y="2123"/>
                  <a:pt x="515" y="2128"/>
                  <a:pt x="513" y="2135"/>
                </a:cubicBezTo>
                <a:cubicBezTo>
                  <a:pt x="505" y="2148"/>
                  <a:pt x="504" y="2152"/>
                  <a:pt x="503" y="2149"/>
                </a:cubicBezTo>
                <a:cubicBezTo>
                  <a:pt x="523" y="2073"/>
                  <a:pt x="531" y="2066"/>
                  <a:pt x="536" y="2057"/>
                </a:cubicBezTo>
                <a:cubicBezTo>
                  <a:pt x="557" y="2023"/>
                  <a:pt x="558" y="2021"/>
                  <a:pt x="559" y="2018"/>
                </a:cubicBezTo>
                <a:cubicBezTo>
                  <a:pt x="576" y="1990"/>
                  <a:pt x="580" y="1991"/>
                  <a:pt x="581" y="1990"/>
                </a:cubicBezTo>
                <a:cubicBezTo>
                  <a:pt x="594" y="1973"/>
                  <a:pt x="598" y="1963"/>
                  <a:pt x="607" y="1958"/>
                </a:cubicBezTo>
                <a:cubicBezTo>
                  <a:pt x="639" y="1919"/>
                  <a:pt x="644" y="1916"/>
                  <a:pt x="646" y="1911"/>
                </a:cubicBezTo>
                <a:cubicBezTo>
                  <a:pt x="671" y="1879"/>
                  <a:pt x="677" y="1871"/>
                  <a:pt x="684" y="1863"/>
                </a:cubicBezTo>
                <a:cubicBezTo>
                  <a:pt x="710" y="1821"/>
                  <a:pt x="711" y="1819"/>
                  <a:pt x="711" y="1815"/>
                </a:cubicBezTo>
                <a:cubicBezTo>
                  <a:pt x="721" y="1793"/>
                  <a:pt x="726" y="1787"/>
                  <a:pt x="728" y="1779"/>
                </a:cubicBezTo>
                <a:cubicBezTo>
                  <a:pt x="737" y="1759"/>
                  <a:pt x="740" y="1755"/>
                  <a:pt x="739" y="1748"/>
                </a:cubicBezTo>
                <a:cubicBezTo>
                  <a:pt x="749" y="1711"/>
                  <a:pt x="758" y="1704"/>
                  <a:pt x="751" y="1701"/>
                </a:cubicBezTo>
                <a:cubicBezTo>
                  <a:pt x="741" y="1737"/>
                  <a:pt x="739" y="1741"/>
                  <a:pt x="737" y="1743"/>
                </a:cubicBezTo>
                <a:cubicBezTo>
                  <a:pt x="723" y="1777"/>
                  <a:pt x="722" y="1781"/>
                  <a:pt x="720" y="1784"/>
                </a:cubicBezTo>
                <a:cubicBezTo>
                  <a:pt x="699" y="1812"/>
                  <a:pt x="704" y="1820"/>
                  <a:pt x="701" y="1822"/>
                </a:cubicBezTo>
                <a:cubicBezTo>
                  <a:pt x="683" y="1840"/>
                  <a:pt x="688" y="1849"/>
                  <a:pt x="681" y="1848"/>
                </a:cubicBezTo>
                <a:cubicBezTo>
                  <a:pt x="648" y="1893"/>
                  <a:pt x="646" y="1895"/>
                  <a:pt x="645" y="1898"/>
                </a:cubicBezTo>
                <a:cubicBezTo>
                  <a:pt x="620" y="1924"/>
                  <a:pt x="623" y="1930"/>
                  <a:pt x="619" y="1931"/>
                </a:cubicBezTo>
                <a:cubicBezTo>
                  <a:pt x="602" y="1950"/>
                  <a:pt x="597" y="1950"/>
                  <a:pt x="596" y="1954"/>
                </a:cubicBezTo>
                <a:cubicBezTo>
                  <a:pt x="576" y="1984"/>
                  <a:pt x="571" y="1984"/>
                  <a:pt x="568" y="1987"/>
                </a:cubicBezTo>
                <a:cubicBezTo>
                  <a:pt x="551" y="2020"/>
                  <a:pt x="544" y="2020"/>
                  <a:pt x="542" y="2024"/>
                </a:cubicBezTo>
                <a:cubicBezTo>
                  <a:pt x="532" y="2053"/>
                  <a:pt x="525" y="2052"/>
                  <a:pt x="525" y="2058"/>
                </a:cubicBezTo>
                <a:cubicBezTo>
                  <a:pt x="510" y="2092"/>
                  <a:pt x="506" y="2097"/>
                  <a:pt x="504" y="2103"/>
                </a:cubicBezTo>
                <a:cubicBezTo>
                  <a:pt x="494" y="2126"/>
                  <a:pt x="492" y="2119"/>
                  <a:pt x="495" y="2106"/>
                </a:cubicBezTo>
                <a:cubicBezTo>
                  <a:pt x="521" y="2035"/>
                  <a:pt x="521" y="2029"/>
                  <a:pt x="522" y="2023"/>
                </a:cubicBezTo>
                <a:cubicBezTo>
                  <a:pt x="542" y="1984"/>
                  <a:pt x="551" y="1988"/>
                  <a:pt x="548" y="1980"/>
                </a:cubicBezTo>
                <a:cubicBezTo>
                  <a:pt x="561" y="1958"/>
                  <a:pt x="565" y="1956"/>
                  <a:pt x="568" y="1954"/>
                </a:cubicBezTo>
                <a:cubicBezTo>
                  <a:pt x="588" y="1927"/>
                  <a:pt x="588" y="1924"/>
                  <a:pt x="590" y="1924"/>
                </a:cubicBezTo>
                <a:cubicBezTo>
                  <a:pt x="605" y="1911"/>
                  <a:pt x="601" y="1902"/>
                  <a:pt x="608" y="1903"/>
                </a:cubicBezTo>
                <a:cubicBezTo>
                  <a:pt x="626" y="1880"/>
                  <a:pt x="629" y="1872"/>
                  <a:pt x="634" y="1866"/>
                </a:cubicBezTo>
                <a:cubicBezTo>
                  <a:pt x="650" y="1842"/>
                  <a:pt x="654" y="1836"/>
                  <a:pt x="657" y="1830"/>
                </a:cubicBezTo>
                <a:cubicBezTo>
                  <a:pt x="680" y="1801"/>
                  <a:pt x="677" y="1794"/>
                  <a:pt x="681" y="1793"/>
                </a:cubicBezTo>
                <a:cubicBezTo>
                  <a:pt x="694" y="1771"/>
                  <a:pt x="693" y="1766"/>
                  <a:pt x="694" y="1762"/>
                </a:cubicBezTo>
                <a:cubicBezTo>
                  <a:pt x="707" y="1740"/>
                  <a:pt x="703" y="1731"/>
                  <a:pt x="707" y="1730"/>
                </a:cubicBezTo>
                <a:cubicBezTo>
                  <a:pt x="706" y="1726"/>
                  <a:pt x="697" y="1741"/>
                  <a:pt x="692" y="1760"/>
                </a:cubicBezTo>
                <a:cubicBezTo>
                  <a:pt x="678" y="1785"/>
                  <a:pt x="677" y="1787"/>
                  <a:pt x="676" y="1789"/>
                </a:cubicBezTo>
                <a:cubicBezTo>
                  <a:pt x="658" y="1813"/>
                  <a:pt x="654" y="1821"/>
                  <a:pt x="651" y="1830"/>
                </a:cubicBezTo>
                <a:cubicBezTo>
                  <a:pt x="598" y="1896"/>
                  <a:pt x="599" y="1902"/>
                  <a:pt x="595" y="1904"/>
                </a:cubicBezTo>
                <a:cubicBezTo>
                  <a:pt x="576" y="1926"/>
                  <a:pt x="576" y="1928"/>
                  <a:pt x="575" y="1930"/>
                </a:cubicBezTo>
                <a:cubicBezTo>
                  <a:pt x="534" y="1988"/>
                  <a:pt x="529" y="1994"/>
                  <a:pt x="525" y="2003"/>
                </a:cubicBezTo>
                <a:cubicBezTo>
                  <a:pt x="505" y="2043"/>
                  <a:pt x="504" y="2047"/>
                  <a:pt x="500" y="2051"/>
                </a:cubicBezTo>
                <a:cubicBezTo>
                  <a:pt x="491" y="2091"/>
                  <a:pt x="484" y="2096"/>
                  <a:pt x="485" y="2109"/>
                </a:cubicBezTo>
                <a:cubicBezTo>
                  <a:pt x="473" y="2124"/>
                  <a:pt x="472" y="2121"/>
                  <a:pt x="475" y="2120"/>
                </a:cubicBezTo>
                <a:cubicBezTo>
                  <a:pt x="477" y="2079"/>
                  <a:pt x="483" y="2074"/>
                  <a:pt x="484" y="2065"/>
                </a:cubicBezTo>
                <a:cubicBezTo>
                  <a:pt x="500" y="2022"/>
                  <a:pt x="497" y="2015"/>
                  <a:pt x="500" y="2014"/>
                </a:cubicBezTo>
                <a:cubicBezTo>
                  <a:pt x="524" y="1961"/>
                  <a:pt x="529" y="1957"/>
                  <a:pt x="528" y="1948"/>
                </a:cubicBezTo>
                <a:cubicBezTo>
                  <a:pt x="549" y="1923"/>
                  <a:pt x="542" y="1913"/>
                  <a:pt x="550" y="1916"/>
                </a:cubicBezTo>
                <a:cubicBezTo>
                  <a:pt x="566" y="1887"/>
                  <a:pt x="568" y="1885"/>
                  <a:pt x="569" y="1882"/>
                </a:cubicBezTo>
                <a:cubicBezTo>
                  <a:pt x="586" y="1853"/>
                  <a:pt x="587" y="1849"/>
                  <a:pt x="593" y="1850"/>
                </a:cubicBezTo>
                <a:cubicBezTo>
                  <a:pt x="633" y="1789"/>
                  <a:pt x="642" y="1779"/>
                  <a:pt x="649" y="1767"/>
                </a:cubicBezTo>
                <a:cubicBezTo>
                  <a:pt x="673" y="1728"/>
                  <a:pt x="682" y="1727"/>
                  <a:pt x="682" y="1719"/>
                </a:cubicBezTo>
                <a:cubicBezTo>
                  <a:pt x="703" y="1677"/>
                  <a:pt x="709" y="1673"/>
                  <a:pt x="709" y="1664"/>
                </a:cubicBezTo>
                <a:cubicBezTo>
                  <a:pt x="719" y="1643"/>
                  <a:pt x="716" y="1636"/>
                  <a:pt x="720" y="1635"/>
                </a:cubicBezTo>
                <a:cubicBezTo>
                  <a:pt x="713" y="1646"/>
                  <a:pt x="708" y="1649"/>
                  <a:pt x="709" y="1658"/>
                </a:cubicBezTo>
                <a:cubicBezTo>
                  <a:pt x="687" y="1698"/>
                  <a:pt x="683" y="1709"/>
                  <a:pt x="676" y="1717"/>
                </a:cubicBezTo>
                <a:cubicBezTo>
                  <a:pt x="652" y="1756"/>
                  <a:pt x="643" y="1762"/>
                  <a:pt x="638" y="1772"/>
                </a:cubicBezTo>
                <a:cubicBezTo>
                  <a:pt x="611" y="1808"/>
                  <a:pt x="605" y="1817"/>
                  <a:pt x="598" y="1825"/>
                </a:cubicBezTo>
                <a:cubicBezTo>
                  <a:pt x="570" y="1869"/>
                  <a:pt x="568" y="1871"/>
                  <a:pt x="564" y="1871"/>
                </a:cubicBezTo>
                <a:cubicBezTo>
                  <a:pt x="535" y="1917"/>
                  <a:pt x="533" y="1930"/>
                  <a:pt x="525" y="1937"/>
                </a:cubicBezTo>
                <a:cubicBezTo>
                  <a:pt x="502" y="1990"/>
                  <a:pt x="498" y="1994"/>
                  <a:pt x="494" y="1999"/>
                </a:cubicBezTo>
                <a:cubicBezTo>
                  <a:pt x="487" y="2028"/>
                  <a:pt x="482" y="2028"/>
                  <a:pt x="484" y="2034"/>
                </a:cubicBezTo>
                <a:cubicBezTo>
                  <a:pt x="469" y="2074"/>
                  <a:pt x="471" y="2083"/>
                  <a:pt x="468" y="2088"/>
                </a:cubicBezTo>
                <a:cubicBezTo>
                  <a:pt x="459" y="2089"/>
                  <a:pt x="460" y="2087"/>
                  <a:pt x="461" y="2086"/>
                </a:cubicBezTo>
                <a:cubicBezTo>
                  <a:pt x="469" y="2046"/>
                  <a:pt x="469" y="2035"/>
                  <a:pt x="470" y="2024"/>
                </a:cubicBezTo>
                <a:cubicBezTo>
                  <a:pt x="493" y="1973"/>
                  <a:pt x="496" y="1965"/>
                  <a:pt x="500" y="1959"/>
                </a:cubicBezTo>
                <a:cubicBezTo>
                  <a:pt x="538" y="1889"/>
                  <a:pt x="543" y="1883"/>
                  <a:pt x="547" y="1877"/>
                </a:cubicBezTo>
                <a:cubicBezTo>
                  <a:pt x="578" y="1836"/>
                  <a:pt x="584" y="1829"/>
                  <a:pt x="589" y="1821"/>
                </a:cubicBezTo>
                <a:cubicBezTo>
                  <a:pt x="607" y="1794"/>
                  <a:pt x="612" y="1792"/>
                  <a:pt x="615" y="1789"/>
                </a:cubicBezTo>
                <a:cubicBezTo>
                  <a:pt x="633" y="1760"/>
                  <a:pt x="634" y="1755"/>
                  <a:pt x="639" y="1752"/>
                </a:cubicBezTo>
                <a:cubicBezTo>
                  <a:pt x="679" y="1687"/>
                  <a:pt x="686" y="1688"/>
                  <a:pt x="684" y="1679"/>
                </a:cubicBezTo>
                <a:cubicBezTo>
                  <a:pt x="684" y="1668"/>
                  <a:pt x="684" y="1676"/>
                  <a:pt x="680" y="1680"/>
                </a:cubicBezTo>
                <a:cubicBezTo>
                  <a:pt x="637" y="1744"/>
                  <a:pt x="628" y="1750"/>
                  <a:pt x="624" y="1762"/>
                </a:cubicBezTo>
                <a:cubicBezTo>
                  <a:pt x="611" y="1778"/>
                  <a:pt x="610" y="1785"/>
                  <a:pt x="604" y="1788"/>
                </a:cubicBezTo>
                <a:cubicBezTo>
                  <a:pt x="583" y="1819"/>
                  <a:pt x="577" y="1821"/>
                  <a:pt x="576" y="1827"/>
                </a:cubicBezTo>
                <a:cubicBezTo>
                  <a:pt x="555" y="1861"/>
                  <a:pt x="545" y="1860"/>
                  <a:pt x="546" y="1868"/>
                </a:cubicBezTo>
                <a:cubicBezTo>
                  <a:pt x="519" y="1903"/>
                  <a:pt x="516" y="1912"/>
                  <a:pt x="508" y="1917"/>
                </a:cubicBezTo>
                <a:cubicBezTo>
                  <a:pt x="499" y="1947"/>
                  <a:pt x="488" y="1948"/>
                  <a:pt x="490" y="1960"/>
                </a:cubicBezTo>
                <a:cubicBezTo>
                  <a:pt x="476" y="1985"/>
                  <a:pt x="473" y="1985"/>
                  <a:pt x="474" y="1989"/>
                </a:cubicBezTo>
                <a:cubicBezTo>
                  <a:pt x="461" y="2021"/>
                  <a:pt x="461" y="2026"/>
                  <a:pt x="462" y="2031"/>
                </a:cubicBezTo>
                <a:cubicBezTo>
                  <a:pt x="445" y="2054"/>
                  <a:pt x="454" y="2048"/>
                  <a:pt x="450" y="2043"/>
                </a:cubicBezTo>
                <a:cubicBezTo>
                  <a:pt x="467" y="1957"/>
                  <a:pt x="468" y="1948"/>
                  <a:pt x="471" y="1939"/>
                </a:cubicBezTo>
                <a:cubicBezTo>
                  <a:pt x="485" y="1912"/>
                  <a:pt x="483" y="1904"/>
                  <a:pt x="485" y="1901"/>
                </a:cubicBezTo>
                <a:cubicBezTo>
                  <a:pt x="500" y="1872"/>
                  <a:pt x="501" y="1868"/>
                  <a:pt x="505" y="1865"/>
                </a:cubicBezTo>
                <a:cubicBezTo>
                  <a:pt x="521" y="1833"/>
                  <a:pt x="523" y="1832"/>
                  <a:pt x="524" y="1830"/>
                </a:cubicBezTo>
                <a:cubicBezTo>
                  <a:pt x="533" y="1814"/>
                  <a:pt x="536" y="1812"/>
                  <a:pt x="538" y="1808"/>
                </a:cubicBezTo>
                <a:cubicBezTo>
                  <a:pt x="569" y="1770"/>
                  <a:pt x="574" y="1764"/>
                  <a:pt x="580" y="1759"/>
                </a:cubicBezTo>
                <a:cubicBezTo>
                  <a:pt x="610" y="1726"/>
                  <a:pt x="622" y="1714"/>
                  <a:pt x="635" y="1702"/>
                </a:cubicBezTo>
                <a:cubicBezTo>
                  <a:pt x="667" y="1672"/>
                  <a:pt x="666" y="1666"/>
                  <a:pt x="672" y="1665"/>
                </a:cubicBezTo>
                <a:cubicBezTo>
                  <a:pt x="690" y="1640"/>
                  <a:pt x="693" y="1637"/>
                  <a:pt x="694" y="1633"/>
                </a:cubicBezTo>
                <a:cubicBezTo>
                  <a:pt x="695" y="1626"/>
                  <a:pt x="692" y="1630"/>
                  <a:pt x="687" y="1633"/>
                </a:cubicBezTo>
                <a:cubicBezTo>
                  <a:pt x="675" y="1652"/>
                  <a:pt x="672" y="1656"/>
                  <a:pt x="667" y="1659"/>
                </a:cubicBezTo>
                <a:cubicBezTo>
                  <a:pt x="626" y="1703"/>
                  <a:pt x="616" y="1710"/>
                  <a:pt x="608" y="1717"/>
                </a:cubicBezTo>
                <a:cubicBezTo>
                  <a:pt x="558" y="1774"/>
                  <a:pt x="548" y="1780"/>
                  <a:pt x="543" y="1790"/>
                </a:cubicBezTo>
                <a:cubicBezTo>
                  <a:pt x="527" y="1806"/>
                  <a:pt x="528" y="1814"/>
                  <a:pt x="521" y="1815"/>
                </a:cubicBezTo>
                <a:cubicBezTo>
                  <a:pt x="490" y="1870"/>
                  <a:pt x="490" y="1881"/>
                  <a:pt x="482" y="1886"/>
                </a:cubicBezTo>
                <a:cubicBezTo>
                  <a:pt x="465" y="1932"/>
                  <a:pt x="457" y="1948"/>
                  <a:pt x="453" y="1969"/>
                </a:cubicBezTo>
                <a:cubicBezTo>
                  <a:pt x="445" y="2003"/>
                  <a:pt x="442" y="2006"/>
                  <a:pt x="443" y="2013"/>
                </a:cubicBezTo>
                <a:cubicBezTo>
                  <a:pt x="442" y="1979"/>
                  <a:pt x="442" y="1977"/>
                  <a:pt x="444" y="1969"/>
                </a:cubicBezTo>
                <a:cubicBezTo>
                  <a:pt x="457" y="1930"/>
                  <a:pt x="460" y="1925"/>
                  <a:pt x="460" y="1918"/>
                </a:cubicBezTo>
                <a:cubicBezTo>
                  <a:pt x="468" y="1898"/>
                  <a:pt x="469" y="1895"/>
                  <a:pt x="472" y="1893"/>
                </a:cubicBezTo>
                <a:cubicBezTo>
                  <a:pt x="482" y="1864"/>
                  <a:pt x="486" y="1864"/>
                  <a:pt x="487" y="1861"/>
                </a:cubicBezTo>
                <a:cubicBezTo>
                  <a:pt x="513" y="1822"/>
                  <a:pt x="515" y="1819"/>
                  <a:pt x="514" y="1816"/>
                </a:cubicBezTo>
                <a:cubicBezTo>
                  <a:pt x="538" y="1785"/>
                  <a:pt x="543" y="1775"/>
                  <a:pt x="550" y="1765"/>
                </a:cubicBezTo>
                <a:cubicBezTo>
                  <a:pt x="563" y="1754"/>
                  <a:pt x="564" y="1748"/>
                  <a:pt x="569" y="1746"/>
                </a:cubicBezTo>
                <a:cubicBezTo>
                  <a:pt x="626" y="1679"/>
                  <a:pt x="635" y="1675"/>
                  <a:pt x="639" y="1667"/>
                </a:cubicBezTo>
                <a:cubicBezTo>
                  <a:pt x="652" y="1656"/>
                  <a:pt x="653" y="1650"/>
                  <a:pt x="658" y="1648"/>
                </a:cubicBezTo>
                <a:cubicBezTo>
                  <a:pt x="685" y="1613"/>
                  <a:pt x="690" y="1611"/>
                  <a:pt x="690" y="1605"/>
                </a:cubicBezTo>
                <a:cubicBezTo>
                  <a:pt x="666" y="1629"/>
                  <a:pt x="663" y="1633"/>
                  <a:pt x="661" y="1637"/>
                </a:cubicBezTo>
                <a:cubicBezTo>
                  <a:pt x="645" y="1655"/>
                  <a:pt x="642" y="1656"/>
                  <a:pt x="641" y="1658"/>
                </a:cubicBezTo>
                <a:cubicBezTo>
                  <a:pt x="623" y="1675"/>
                  <a:pt x="621" y="1677"/>
                  <a:pt x="621" y="1679"/>
                </a:cubicBezTo>
                <a:cubicBezTo>
                  <a:pt x="555" y="1747"/>
                  <a:pt x="542" y="1762"/>
                  <a:pt x="529" y="1778"/>
                </a:cubicBezTo>
                <a:cubicBezTo>
                  <a:pt x="480" y="1857"/>
                  <a:pt x="477" y="1861"/>
                  <a:pt x="474" y="1865"/>
                </a:cubicBezTo>
                <a:cubicBezTo>
                  <a:pt x="457" y="1892"/>
                  <a:pt x="460" y="1898"/>
                  <a:pt x="457" y="1899"/>
                </a:cubicBezTo>
                <a:cubicBezTo>
                  <a:pt x="448" y="1926"/>
                  <a:pt x="447" y="1932"/>
                  <a:pt x="444" y="1937"/>
                </a:cubicBezTo>
                <a:cubicBezTo>
                  <a:pt x="430" y="1990"/>
                  <a:pt x="434" y="2000"/>
                  <a:pt x="427" y="2001"/>
                </a:cubicBezTo>
                <a:cubicBezTo>
                  <a:pt x="428" y="1976"/>
                  <a:pt x="425" y="1969"/>
                  <a:pt x="429" y="1968"/>
                </a:cubicBezTo>
                <a:cubicBezTo>
                  <a:pt x="454" y="1873"/>
                  <a:pt x="457" y="1867"/>
                  <a:pt x="458" y="1859"/>
                </a:cubicBezTo>
                <a:cubicBezTo>
                  <a:pt x="503" y="1788"/>
                  <a:pt x="500" y="1781"/>
                  <a:pt x="503" y="1779"/>
                </a:cubicBezTo>
                <a:cubicBezTo>
                  <a:pt x="526" y="1748"/>
                  <a:pt x="531" y="1743"/>
                  <a:pt x="535" y="1738"/>
                </a:cubicBezTo>
                <a:cubicBezTo>
                  <a:pt x="560" y="1712"/>
                  <a:pt x="572" y="1703"/>
                  <a:pt x="580" y="1691"/>
                </a:cubicBezTo>
                <a:cubicBezTo>
                  <a:pt x="620" y="1659"/>
                  <a:pt x="620" y="1650"/>
                  <a:pt x="629" y="1648"/>
                </a:cubicBezTo>
                <a:cubicBezTo>
                  <a:pt x="643" y="1640"/>
                  <a:pt x="632" y="1634"/>
                  <a:pt x="633" y="1639"/>
                </a:cubicBezTo>
                <a:cubicBezTo>
                  <a:pt x="606" y="1659"/>
                  <a:pt x="608" y="1664"/>
                  <a:pt x="602" y="1663"/>
                </a:cubicBezTo>
                <a:cubicBezTo>
                  <a:pt x="571" y="1694"/>
                  <a:pt x="560" y="1701"/>
                  <a:pt x="553" y="1713"/>
                </a:cubicBezTo>
                <a:cubicBezTo>
                  <a:pt x="520" y="1748"/>
                  <a:pt x="511" y="1751"/>
                  <a:pt x="511" y="1761"/>
                </a:cubicBezTo>
                <a:cubicBezTo>
                  <a:pt x="490" y="1789"/>
                  <a:pt x="484" y="1795"/>
                  <a:pt x="481" y="1803"/>
                </a:cubicBezTo>
                <a:cubicBezTo>
                  <a:pt x="463" y="1829"/>
                  <a:pt x="463" y="1836"/>
                  <a:pt x="462" y="1841"/>
                </a:cubicBezTo>
                <a:cubicBezTo>
                  <a:pt x="437" y="1903"/>
                  <a:pt x="428" y="1911"/>
                  <a:pt x="428" y="1927"/>
                </a:cubicBezTo>
                <a:cubicBezTo>
                  <a:pt x="420" y="1948"/>
                  <a:pt x="418" y="1950"/>
                  <a:pt x="417" y="1954"/>
                </a:cubicBezTo>
                <a:cubicBezTo>
                  <a:pt x="420" y="1914"/>
                  <a:pt x="417" y="1907"/>
                  <a:pt x="420" y="1905"/>
                </a:cubicBezTo>
                <a:cubicBezTo>
                  <a:pt x="435" y="1847"/>
                  <a:pt x="437" y="1844"/>
                  <a:pt x="437" y="1841"/>
                </a:cubicBezTo>
                <a:cubicBezTo>
                  <a:pt x="456" y="1795"/>
                  <a:pt x="464" y="1784"/>
                  <a:pt x="470" y="1771"/>
                </a:cubicBezTo>
                <a:cubicBezTo>
                  <a:pt x="506" y="1721"/>
                  <a:pt x="509" y="1717"/>
                  <a:pt x="512" y="1713"/>
                </a:cubicBezTo>
                <a:cubicBezTo>
                  <a:pt x="521" y="1701"/>
                  <a:pt x="525" y="1702"/>
                  <a:pt x="526" y="1701"/>
                </a:cubicBezTo>
                <a:cubicBezTo>
                  <a:pt x="544" y="1677"/>
                  <a:pt x="559" y="1664"/>
                  <a:pt x="570" y="1648"/>
                </a:cubicBezTo>
                <a:cubicBezTo>
                  <a:pt x="607" y="1598"/>
                  <a:pt x="604" y="1589"/>
                  <a:pt x="610" y="1588"/>
                </a:cubicBezTo>
                <a:cubicBezTo>
                  <a:pt x="621" y="1556"/>
                  <a:pt x="624" y="1555"/>
                  <a:pt x="622" y="1550"/>
                </a:cubicBezTo>
                <a:cubicBezTo>
                  <a:pt x="610" y="1569"/>
                  <a:pt x="610" y="1577"/>
                  <a:pt x="605" y="1582"/>
                </a:cubicBezTo>
                <a:cubicBezTo>
                  <a:pt x="557" y="1650"/>
                  <a:pt x="554" y="1661"/>
                  <a:pt x="543" y="1665"/>
                </a:cubicBezTo>
                <a:cubicBezTo>
                  <a:pt x="512" y="1703"/>
                  <a:pt x="509" y="1704"/>
                  <a:pt x="509" y="1707"/>
                </a:cubicBezTo>
                <a:cubicBezTo>
                  <a:pt x="478" y="1744"/>
                  <a:pt x="469" y="1750"/>
                  <a:pt x="467" y="1762"/>
                </a:cubicBezTo>
                <a:cubicBezTo>
                  <a:pt x="443" y="1797"/>
                  <a:pt x="439" y="1807"/>
                  <a:pt x="438" y="1821"/>
                </a:cubicBezTo>
                <a:cubicBezTo>
                  <a:pt x="429" y="1846"/>
                  <a:pt x="423" y="1846"/>
                  <a:pt x="423" y="1851"/>
                </a:cubicBezTo>
                <a:cubicBezTo>
                  <a:pt x="408" y="1895"/>
                  <a:pt x="412" y="1908"/>
                  <a:pt x="405" y="1913"/>
                </a:cubicBezTo>
                <a:cubicBezTo>
                  <a:pt x="407" y="1876"/>
                  <a:pt x="415" y="1878"/>
                  <a:pt x="413" y="1871"/>
                </a:cubicBezTo>
                <a:cubicBezTo>
                  <a:pt x="418" y="1857"/>
                  <a:pt x="415" y="1850"/>
                  <a:pt x="418" y="1847"/>
                </a:cubicBezTo>
                <a:cubicBezTo>
                  <a:pt x="437" y="1792"/>
                  <a:pt x="440" y="1790"/>
                  <a:pt x="440" y="1788"/>
                </a:cubicBezTo>
                <a:cubicBezTo>
                  <a:pt x="448" y="1768"/>
                  <a:pt x="451" y="1760"/>
                  <a:pt x="455" y="1752"/>
                </a:cubicBezTo>
                <a:cubicBezTo>
                  <a:pt x="476" y="1717"/>
                  <a:pt x="475" y="1712"/>
                  <a:pt x="478" y="1709"/>
                </a:cubicBezTo>
                <a:cubicBezTo>
                  <a:pt x="495" y="1687"/>
                  <a:pt x="495" y="1681"/>
                  <a:pt x="498" y="1679"/>
                </a:cubicBezTo>
                <a:cubicBezTo>
                  <a:pt x="521" y="1647"/>
                  <a:pt x="524" y="1644"/>
                  <a:pt x="526" y="1640"/>
                </a:cubicBezTo>
                <a:cubicBezTo>
                  <a:pt x="551" y="1609"/>
                  <a:pt x="550" y="1603"/>
                  <a:pt x="554" y="1601"/>
                </a:cubicBezTo>
                <a:cubicBezTo>
                  <a:pt x="570" y="1563"/>
                  <a:pt x="576" y="1562"/>
                  <a:pt x="575" y="1556"/>
                </a:cubicBezTo>
                <a:cubicBezTo>
                  <a:pt x="581" y="1513"/>
                  <a:pt x="584" y="1508"/>
                  <a:pt x="584" y="1500"/>
                </a:cubicBezTo>
                <a:cubicBezTo>
                  <a:pt x="573" y="1529"/>
                  <a:pt x="577" y="1544"/>
                  <a:pt x="570" y="1550"/>
                </a:cubicBezTo>
                <a:cubicBezTo>
                  <a:pt x="548" y="1600"/>
                  <a:pt x="544" y="1602"/>
                  <a:pt x="541" y="1604"/>
                </a:cubicBezTo>
                <a:cubicBezTo>
                  <a:pt x="510" y="1653"/>
                  <a:pt x="506" y="1655"/>
                  <a:pt x="503" y="1657"/>
                </a:cubicBezTo>
                <a:cubicBezTo>
                  <a:pt x="481" y="1690"/>
                  <a:pt x="477" y="1696"/>
                  <a:pt x="474" y="1703"/>
                </a:cubicBezTo>
                <a:cubicBezTo>
                  <a:pt x="464" y="1717"/>
                  <a:pt x="463" y="1720"/>
                  <a:pt x="462" y="1717"/>
                </a:cubicBezTo>
                <a:cubicBezTo>
                  <a:pt x="474" y="1695"/>
                  <a:pt x="475" y="1693"/>
                  <a:pt x="475" y="1690"/>
                </a:cubicBezTo>
                <a:cubicBezTo>
                  <a:pt x="494" y="1659"/>
                  <a:pt x="495" y="1654"/>
                  <a:pt x="496" y="1649"/>
                </a:cubicBezTo>
                <a:cubicBezTo>
                  <a:pt x="525" y="1599"/>
                  <a:pt x="529" y="1590"/>
                  <a:pt x="533" y="1581"/>
                </a:cubicBezTo>
                <a:cubicBezTo>
                  <a:pt x="553" y="1505"/>
                  <a:pt x="553" y="1491"/>
                  <a:pt x="554" y="1479"/>
                </a:cubicBezTo>
                <a:cubicBezTo>
                  <a:pt x="544" y="1432"/>
                  <a:pt x="549" y="1437"/>
                  <a:pt x="547" y="1446"/>
                </a:cubicBezTo>
                <a:cubicBezTo>
                  <a:pt x="542" y="1527"/>
                  <a:pt x="542" y="1535"/>
                  <a:pt x="541" y="1543"/>
                </a:cubicBezTo>
                <a:cubicBezTo>
                  <a:pt x="526" y="1573"/>
                  <a:pt x="529" y="1580"/>
                  <a:pt x="524" y="1581"/>
                </a:cubicBezTo>
                <a:cubicBezTo>
                  <a:pt x="508" y="1611"/>
                  <a:pt x="503" y="1625"/>
                  <a:pt x="495" y="1636"/>
                </a:cubicBezTo>
                <a:cubicBezTo>
                  <a:pt x="475" y="1680"/>
                  <a:pt x="471" y="1684"/>
                  <a:pt x="466" y="1688"/>
                </a:cubicBezTo>
                <a:cubicBezTo>
                  <a:pt x="444" y="1731"/>
                  <a:pt x="441" y="1737"/>
                  <a:pt x="437" y="1743"/>
                </a:cubicBezTo>
                <a:cubicBezTo>
                  <a:pt x="416" y="1794"/>
                  <a:pt x="410" y="1794"/>
                  <a:pt x="413" y="1801"/>
                </a:cubicBezTo>
                <a:cubicBezTo>
                  <a:pt x="394" y="1860"/>
                  <a:pt x="396" y="1864"/>
                  <a:pt x="396" y="1868"/>
                </a:cubicBezTo>
                <a:cubicBezTo>
                  <a:pt x="390" y="1891"/>
                  <a:pt x="394" y="1899"/>
                  <a:pt x="389" y="1899"/>
                </a:cubicBezTo>
                <a:cubicBezTo>
                  <a:pt x="391" y="1841"/>
                  <a:pt x="392" y="1826"/>
                  <a:pt x="394" y="1811"/>
                </a:cubicBezTo>
                <a:cubicBezTo>
                  <a:pt x="401" y="1785"/>
                  <a:pt x="405" y="1780"/>
                  <a:pt x="404" y="1771"/>
                </a:cubicBezTo>
                <a:cubicBezTo>
                  <a:pt x="430" y="1712"/>
                  <a:pt x="435" y="1708"/>
                  <a:pt x="434" y="1699"/>
                </a:cubicBezTo>
                <a:cubicBezTo>
                  <a:pt x="451" y="1672"/>
                  <a:pt x="455" y="1665"/>
                  <a:pt x="457" y="1656"/>
                </a:cubicBezTo>
                <a:cubicBezTo>
                  <a:pt x="481" y="1622"/>
                  <a:pt x="480" y="1616"/>
                  <a:pt x="480" y="1611"/>
                </a:cubicBezTo>
                <a:cubicBezTo>
                  <a:pt x="505" y="1561"/>
                  <a:pt x="502" y="1553"/>
                  <a:pt x="507" y="1552"/>
                </a:cubicBezTo>
                <a:cubicBezTo>
                  <a:pt x="519" y="1524"/>
                  <a:pt x="515" y="1515"/>
                  <a:pt x="519" y="1514"/>
                </a:cubicBezTo>
                <a:cubicBezTo>
                  <a:pt x="520" y="1449"/>
                  <a:pt x="515" y="1450"/>
                  <a:pt x="517" y="1444"/>
                </a:cubicBezTo>
                <a:cubicBezTo>
                  <a:pt x="509" y="1516"/>
                  <a:pt x="509" y="1523"/>
                  <a:pt x="505" y="1526"/>
                </a:cubicBezTo>
                <a:cubicBezTo>
                  <a:pt x="494" y="1564"/>
                  <a:pt x="491" y="1568"/>
                  <a:pt x="489" y="1573"/>
                </a:cubicBezTo>
                <a:cubicBezTo>
                  <a:pt x="479" y="1592"/>
                  <a:pt x="483" y="1602"/>
                  <a:pt x="475" y="1602"/>
                </a:cubicBezTo>
                <a:cubicBezTo>
                  <a:pt x="443" y="1672"/>
                  <a:pt x="434" y="1679"/>
                  <a:pt x="431" y="1690"/>
                </a:cubicBezTo>
                <a:cubicBezTo>
                  <a:pt x="406" y="1738"/>
                  <a:pt x="409" y="1747"/>
                  <a:pt x="403" y="1749"/>
                </a:cubicBezTo>
                <a:cubicBezTo>
                  <a:pt x="434" y="1663"/>
                  <a:pt x="439" y="1660"/>
                  <a:pt x="440" y="1653"/>
                </a:cubicBezTo>
                <a:cubicBezTo>
                  <a:pt x="452" y="1614"/>
                  <a:pt x="459" y="1613"/>
                  <a:pt x="458" y="1606"/>
                </a:cubicBezTo>
                <a:cubicBezTo>
                  <a:pt x="480" y="1553"/>
                  <a:pt x="480" y="1545"/>
                  <a:pt x="482" y="1540"/>
                </a:cubicBezTo>
                <a:cubicBezTo>
                  <a:pt x="489" y="1465"/>
                  <a:pt x="491" y="1464"/>
                  <a:pt x="491" y="1448"/>
                </a:cubicBezTo>
                <a:cubicBezTo>
                  <a:pt x="487" y="1401"/>
                  <a:pt x="485" y="1390"/>
                  <a:pt x="484" y="1379"/>
                </a:cubicBezTo>
                <a:cubicBezTo>
                  <a:pt x="474" y="1371"/>
                  <a:pt x="480" y="1385"/>
                  <a:pt x="483" y="1403"/>
                </a:cubicBezTo>
                <a:cubicBezTo>
                  <a:pt x="487" y="1491"/>
                  <a:pt x="478" y="1495"/>
                  <a:pt x="482" y="1506"/>
                </a:cubicBezTo>
                <a:cubicBezTo>
                  <a:pt x="478" y="1531"/>
                  <a:pt x="477" y="1534"/>
                  <a:pt x="475" y="1537"/>
                </a:cubicBezTo>
                <a:cubicBezTo>
                  <a:pt x="459" y="1577"/>
                  <a:pt x="456" y="1591"/>
                  <a:pt x="451" y="1604"/>
                </a:cubicBezTo>
                <a:cubicBezTo>
                  <a:pt x="433" y="1645"/>
                  <a:pt x="431" y="1652"/>
                  <a:pt x="429" y="1658"/>
                </a:cubicBezTo>
                <a:cubicBezTo>
                  <a:pt x="412" y="1698"/>
                  <a:pt x="411" y="1701"/>
                  <a:pt x="408" y="1703"/>
                </a:cubicBezTo>
                <a:cubicBezTo>
                  <a:pt x="390" y="1762"/>
                  <a:pt x="384" y="1769"/>
                  <a:pt x="383" y="1779"/>
                </a:cubicBezTo>
                <a:cubicBezTo>
                  <a:pt x="369" y="1821"/>
                  <a:pt x="377" y="1833"/>
                  <a:pt x="371" y="1832"/>
                </a:cubicBezTo>
                <a:cubicBezTo>
                  <a:pt x="368" y="1777"/>
                  <a:pt x="371" y="1764"/>
                  <a:pt x="372" y="1749"/>
                </a:cubicBezTo>
                <a:cubicBezTo>
                  <a:pt x="382" y="1721"/>
                  <a:pt x="379" y="1714"/>
                  <a:pt x="383" y="1714"/>
                </a:cubicBezTo>
                <a:cubicBezTo>
                  <a:pt x="403" y="1659"/>
                  <a:pt x="406" y="1655"/>
                  <a:pt x="406" y="1649"/>
                </a:cubicBezTo>
                <a:cubicBezTo>
                  <a:pt x="424" y="1598"/>
                  <a:pt x="431" y="1597"/>
                  <a:pt x="431" y="1590"/>
                </a:cubicBezTo>
                <a:cubicBezTo>
                  <a:pt x="461" y="1509"/>
                  <a:pt x="462" y="1500"/>
                  <a:pt x="465" y="1494"/>
                </a:cubicBezTo>
                <a:cubicBezTo>
                  <a:pt x="472" y="1470"/>
                  <a:pt x="467" y="1462"/>
                  <a:pt x="472" y="1462"/>
                </a:cubicBezTo>
                <a:cubicBezTo>
                  <a:pt x="476" y="1437"/>
                  <a:pt x="471" y="1428"/>
                  <a:pt x="476" y="1427"/>
                </a:cubicBezTo>
                <a:cubicBezTo>
                  <a:pt x="473" y="1417"/>
                  <a:pt x="469" y="1447"/>
                  <a:pt x="462" y="1476"/>
                </a:cubicBezTo>
                <a:cubicBezTo>
                  <a:pt x="434" y="1564"/>
                  <a:pt x="433" y="1570"/>
                  <a:pt x="430" y="1573"/>
                </a:cubicBezTo>
                <a:cubicBezTo>
                  <a:pt x="422" y="1597"/>
                  <a:pt x="416" y="1602"/>
                  <a:pt x="415" y="1611"/>
                </a:cubicBezTo>
                <a:cubicBezTo>
                  <a:pt x="391" y="1664"/>
                  <a:pt x="387" y="1672"/>
                  <a:pt x="382" y="1679"/>
                </a:cubicBezTo>
                <a:cubicBezTo>
                  <a:pt x="367" y="1716"/>
                  <a:pt x="373" y="1726"/>
                  <a:pt x="366" y="1726"/>
                </a:cubicBezTo>
                <a:cubicBezTo>
                  <a:pt x="360" y="1762"/>
                  <a:pt x="364" y="1763"/>
                  <a:pt x="358" y="1766"/>
                </a:cubicBezTo>
                <a:cubicBezTo>
                  <a:pt x="381" y="1656"/>
                  <a:pt x="382" y="1648"/>
                  <a:pt x="386" y="1643"/>
                </a:cubicBezTo>
                <a:cubicBezTo>
                  <a:pt x="399" y="1610"/>
                  <a:pt x="404" y="1595"/>
                  <a:pt x="408" y="1581"/>
                </a:cubicBezTo>
                <a:cubicBezTo>
                  <a:pt x="436" y="1516"/>
                  <a:pt x="433" y="1505"/>
                  <a:pt x="438" y="1500"/>
                </a:cubicBezTo>
                <a:cubicBezTo>
                  <a:pt x="456" y="1427"/>
                  <a:pt x="459" y="1420"/>
                  <a:pt x="460" y="1411"/>
                </a:cubicBezTo>
                <a:cubicBezTo>
                  <a:pt x="455" y="1378"/>
                  <a:pt x="451" y="1393"/>
                  <a:pt x="453" y="1414"/>
                </a:cubicBezTo>
                <a:cubicBezTo>
                  <a:pt x="442" y="1477"/>
                  <a:pt x="433" y="1477"/>
                  <a:pt x="434" y="1487"/>
                </a:cubicBezTo>
                <a:cubicBezTo>
                  <a:pt x="416" y="1534"/>
                  <a:pt x="415" y="1548"/>
                  <a:pt x="409" y="1559"/>
                </a:cubicBezTo>
                <a:cubicBezTo>
                  <a:pt x="392" y="1598"/>
                  <a:pt x="391" y="1605"/>
                  <a:pt x="388" y="1610"/>
                </a:cubicBezTo>
                <a:cubicBezTo>
                  <a:pt x="380" y="1635"/>
                  <a:pt x="375" y="1638"/>
                  <a:pt x="376" y="1646"/>
                </a:cubicBezTo>
                <a:cubicBezTo>
                  <a:pt x="352" y="1701"/>
                  <a:pt x="360" y="1712"/>
                  <a:pt x="354" y="1711"/>
                </a:cubicBezTo>
                <a:cubicBezTo>
                  <a:pt x="350" y="1730"/>
                  <a:pt x="346" y="1726"/>
                  <a:pt x="345" y="1712"/>
                </a:cubicBezTo>
                <a:cubicBezTo>
                  <a:pt x="355" y="1665"/>
                  <a:pt x="358" y="1665"/>
                  <a:pt x="357" y="1661"/>
                </a:cubicBezTo>
                <a:cubicBezTo>
                  <a:pt x="366" y="1643"/>
                  <a:pt x="363" y="1637"/>
                  <a:pt x="366" y="1636"/>
                </a:cubicBezTo>
                <a:cubicBezTo>
                  <a:pt x="372" y="1617"/>
                  <a:pt x="374" y="1616"/>
                  <a:pt x="373" y="1612"/>
                </a:cubicBezTo>
                <a:cubicBezTo>
                  <a:pt x="395" y="1560"/>
                  <a:pt x="394" y="1553"/>
                  <a:pt x="400" y="1551"/>
                </a:cubicBezTo>
                <a:cubicBezTo>
                  <a:pt x="425" y="1482"/>
                  <a:pt x="427" y="1477"/>
                  <a:pt x="427" y="1470"/>
                </a:cubicBezTo>
                <a:cubicBezTo>
                  <a:pt x="418" y="1498"/>
                  <a:pt x="408" y="1504"/>
                  <a:pt x="408" y="1517"/>
                </a:cubicBezTo>
                <a:cubicBezTo>
                  <a:pt x="377" y="1581"/>
                  <a:pt x="373" y="1584"/>
                  <a:pt x="372" y="1590"/>
                </a:cubicBezTo>
                <a:cubicBezTo>
                  <a:pt x="363" y="1617"/>
                  <a:pt x="360" y="1628"/>
                  <a:pt x="353" y="1637"/>
                </a:cubicBezTo>
                <a:cubicBezTo>
                  <a:pt x="343" y="1676"/>
                  <a:pt x="340" y="1680"/>
                  <a:pt x="341" y="1688"/>
                </a:cubicBezTo>
                <a:cubicBezTo>
                  <a:pt x="338" y="1660"/>
                  <a:pt x="342" y="1652"/>
                  <a:pt x="340" y="1640"/>
                </a:cubicBezTo>
                <a:cubicBezTo>
                  <a:pt x="360" y="1597"/>
                  <a:pt x="360" y="1592"/>
                  <a:pt x="361" y="1588"/>
                </a:cubicBezTo>
                <a:cubicBezTo>
                  <a:pt x="367" y="1561"/>
                  <a:pt x="371" y="1559"/>
                  <a:pt x="371" y="1555"/>
                </a:cubicBezTo>
                <a:cubicBezTo>
                  <a:pt x="390" y="1506"/>
                  <a:pt x="387" y="1494"/>
                  <a:pt x="393" y="1490"/>
                </a:cubicBezTo>
                <a:cubicBezTo>
                  <a:pt x="403" y="1419"/>
                  <a:pt x="403" y="1406"/>
                  <a:pt x="402" y="1393"/>
                </a:cubicBezTo>
                <a:cubicBezTo>
                  <a:pt x="393" y="1354"/>
                  <a:pt x="388" y="1352"/>
                  <a:pt x="389" y="1344"/>
                </a:cubicBezTo>
                <a:cubicBezTo>
                  <a:pt x="382" y="1350"/>
                  <a:pt x="386" y="1352"/>
                  <a:pt x="388" y="1357"/>
                </a:cubicBezTo>
                <a:cubicBezTo>
                  <a:pt x="396" y="1435"/>
                  <a:pt x="396" y="1441"/>
                  <a:pt x="397" y="1446"/>
                </a:cubicBezTo>
                <a:cubicBezTo>
                  <a:pt x="389" y="1476"/>
                  <a:pt x="385" y="1481"/>
                  <a:pt x="384" y="1491"/>
                </a:cubicBezTo>
                <a:cubicBezTo>
                  <a:pt x="358" y="1561"/>
                  <a:pt x="358" y="1571"/>
                  <a:pt x="356" y="1578"/>
                </a:cubicBezTo>
                <a:cubicBezTo>
                  <a:pt x="341" y="1628"/>
                  <a:pt x="334" y="1627"/>
                  <a:pt x="335" y="1634"/>
                </a:cubicBezTo>
                <a:cubicBezTo>
                  <a:pt x="324" y="1665"/>
                  <a:pt x="328" y="1674"/>
                  <a:pt x="321" y="1674"/>
                </a:cubicBezTo>
                <a:cubicBezTo>
                  <a:pt x="334" y="1588"/>
                  <a:pt x="337" y="1580"/>
                  <a:pt x="340" y="1570"/>
                </a:cubicBezTo>
                <a:cubicBezTo>
                  <a:pt x="350" y="1541"/>
                  <a:pt x="350" y="1536"/>
                  <a:pt x="350" y="1530"/>
                </a:cubicBezTo>
                <a:cubicBezTo>
                  <a:pt x="360" y="1499"/>
                  <a:pt x="364" y="1497"/>
                  <a:pt x="363" y="1490"/>
                </a:cubicBezTo>
                <a:cubicBezTo>
                  <a:pt x="370" y="1438"/>
                  <a:pt x="375" y="1420"/>
                  <a:pt x="376" y="1397"/>
                </a:cubicBezTo>
                <a:cubicBezTo>
                  <a:pt x="365" y="1320"/>
                  <a:pt x="368" y="1312"/>
                  <a:pt x="363" y="1313"/>
                </a:cubicBezTo>
                <a:cubicBezTo>
                  <a:pt x="362" y="1332"/>
                  <a:pt x="366" y="1343"/>
                  <a:pt x="368" y="1356"/>
                </a:cubicBezTo>
                <a:cubicBezTo>
                  <a:pt x="367" y="1417"/>
                  <a:pt x="365" y="1421"/>
                  <a:pt x="365" y="1426"/>
                </a:cubicBezTo>
                <a:cubicBezTo>
                  <a:pt x="359" y="1455"/>
                  <a:pt x="363" y="1465"/>
                  <a:pt x="359" y="1466"/>
                </a:cubicBezTo>
                <a:cubicBezTo>
                  <a:pt x="340" y="1539"/>
                  <a:pt x="336" y="1559"/>
                  <a:pt x="329" y="1575"/>
                </a:cubicBezTo>
                <a:cubicBezTo>
                  <a:pt x="313" y="1626"/>
                  <a:pt x="312" y="1623"/>
                  <a:pt x="315" y="1622"/>
                </a:cubicBezTo>
                <a:cubicBezTo>
                  <a:pt x="321" y="1588"/>
                  <a:pt x="322" y="1576"/>
                  <a:pt x="324" y="1565"/>
                </a:cubicBezTo>
                <a:cubicBezTo>
                  <a:pt x="337" y="1477"/>
                  <a:pt x="342" y="1476"/>
                  <a:pt x="341" y="1469"/>
                </a:cubicBezTo>
                <a:cubicBezTo>
                  <a:pt x="333" y="1317"/>
                  <a:pt x="332" y="1308"/>
                  <a:pt x="330" y="1302"/>
                </a:cubicBezTo>
                <a:cubicBezTo>
                  <a:pt x="318" y="1275"/>
                  <a:pt x="315" y="1268"/>
                  <a:pt x="311" y="1262"/>
                </a:cubicBezTo>
                <a:cubicBezTo>
                  <a:pt x="305" y="1258"/>
                  <a:pt x="310" y="1270"/>
                  <a:pt x="317" y="1281"/>
                </a:cubicBezTo>
                <a:cubicBezTo>
                  <a:pt x="326" y="1312"/>
                  <a:pt x="326" y="1314"/>
                  <a:pt x="328" y="1315"/>
                </a:cubicBezTo>
                <a:cubicBezTo>
                  <a:pt x="329" y="1333"/>
                  <a:pt x="332" y="1343"/>
                  <a:pt x="333" y="1356"/>
                </a:cubicBezTo>
                <a:cubicBezTo>
                  <a:pt x="330" y="1464"/>
                  <a:pt x="334" y="1471"/>
                  <a:pt x="331" y="1472"/>
                </a:cubicBezTo>
                <a:cubicBezTo>
                  <a:pt x="326" y="1497"/>
                  <a:pt x="326" y="1501"/>
                  <a:pt x="326" y="1506"/>
                </a:cubicBezTo>
                <a:cubicBezTo>
                  <a:pt x="320" y="1533"/>
                  <a:pt x="322" y="1543"/>
                  <a:pt x="316" y="1548"/>
                </a:cubicBezTo>
                <a:cubicBezTo>
                  <a:pt x="325" y="1483"/>
                  <a:pt x="324" y="1478"/>
                  <a:pt x="326" y="1475"/>
                </a:cubicBezTo>
                <a:cubicBezTo>
                  <a:pt x="318" y="1352"/>
                  <a:pt x="312" y="1331"/>
                  <a:pt x="308" y="1301"/>
                </a:cubicBezTo>
                <a:cubicBezTo>
                  <a:pt x="295" y="1275"/>
                  <a:pt x="294" y="1264"/>
                  <a:pt x="289" y="1259"/>
                </a:cubicBezTo>
                <a:cubicBezTo>
                  <a:pt x="267" y="1237"/>
                  <a:pt x="279" y="1241"/>
                  <a:pt x="283" y="1255"/>
                </a:cubicBezTo>
                <a:cubicBezTo>
                  <a:pt x="295" y="1285"/>
                  <a:pt x="296" y="1289"/>
                  <a:pt x="298" y="1291"/>
                </a:cubicBezTo>
                <a:cubicBezTo>
                  <a:pt x="309" y="1335"/>
                  <a:pt x="306" y="1343"/>
                  <a:pt x="311" y="1343"/>
                </a:cubicBezTo>
                <a:cubicBezTo>
                  <a:pt x="317" y="1393"/>
                  <a:pt x="320" y="1396"/>
                  <a:pt x="319" y="1403"/>
                </a:cubicBezTo>
                <a:cubicBezTo>
                  <a:pt x="315" y="1486"/>
                  <a:pt x="316" y="1486"/>
                  <a:pt x="314" y="1491"/>
                </a:cubicBezTo>
                <a:cubicBezTo>
                  <a:pt x="313" y="1523"/>
                  <a:pt x="307" y="1531"/>
                  <a:pt x="307" y="1544"/>
                </a:cubicBezTo>
                <a:cubicBezTo>
                  <a:pt x="291" y="1555"/>
                  <a:pt x="301" y="1540"/>
                  <a:pt x="301" y="1520"/>
                </a:cubicBezTo>
                <a:cubicBezTo>
                  <a:pt x="300" y="1371"/>
                  <a:pt x="298" y="1365"/>
                  <a:pt x="298" y="1357"/>
                </a:cubicBezTo>
                <a:cubicBezTo>
                  <a:pt x="292" y="1333"/>
                  <a:pt x="291" y="1319"/>
                  <a:pt x="286" y="1307"/>
                </a:cubicBezTo>
                <a:cubicBezTo>
                  <a:pt x="262" y="1254"/>
                  <a:pt x="263" y="1243"/>
                  <a:pt x="258" y="1242"/>
                </a:cubicBezTo>
                <a:cubicBezTo>
                  <a:pt x="286" y="1321"/>
                  <a:pt x="285" y="1331"/>
                  <a:pt x="288" y="1336"/>
                </a:cubicBezTo>
                <a:cubicBezTo>
                  <a:pt x="293" y="1366"/>
                  <a:pt x="296" y="1381"/>
                  <a:pt x="297" y="1398"/>
                </a:cubicBezTo>
                <a:cubicBezTo>
                  <a:pt x="299" y="1489"/>
                  <a:pt x="294" y="1492"/>
                  <a:pt x="295" y="1499"/>
                </a:cubicBezTo>
                <a:cubicBezTo>
                  <a:pt x="290" y="1445"/>
                  <a:pt x="287" y="1444"/>
                  <a:pt x="287" y="1441"/>
                </a:cubicBezTo>
                <a:cubicBezTo>
                  <a:pt x="283" y="1415"/>
                  <a:pt x="287" y="1416"/>
                  <a:pt x="283" y="1412"/>
                </a:cubicBezTo>
                <a:cubicBezTo>
                  <a:pt x="269" y="1353"/>
                  <a:pt x="262" y="1342"/>
                  <a:pt x="259" y="1327"/>
                </a:cubicBezTo>
                <a:cubicBezTo>
                  <a:pt x="234" y="1272"/>
                  <a:pt x="238" y="1259"/>
                  <a:pt x="228" y="1261"/>
                </a:cubicBezTo>
                <a:cubicBezTo>
                  <a:pt x="239" y="1279"/>
                  <a:pt x="239" y="1288"/>
                  <a:pt x="244" y="1293"/>
                </a:cubicBezTo>
                <a:cubicBezTo>
                  <a:pt x="270" y="1419"/>
                  <a:pt x="279" y="1422"/>
                  <a:pt x="277" y="1426"/>
                </a:cubicBezTo>
                <a:cubicBezTo>
                  <a:pt x="278" y="1456"/>
                  <a:pt x="282" y="1465"/>
                  <a:pt x="278" y="1465"/>
                </a:cubicBezTo>
                <a:cubicBezTo>
                  <a:pt x="250" y="1385"/>
                  <a:pt x="252" y="1374"/>
                  <a:pt x="247" y="1371"/>
                </a:cubicBezTo>
                <a:cubicBezTo>
                  <a:pt x="231" y="1330"/>
                  <a:pt x="231" y="1320"/>
                  <a:pt x="224" y="1320"/>
                </a:cubicBezTo>
                <a:cubicBezTo>
                  <a:pt x="253" y="1397"/>
                  <a:pt x="257" y="1421"/>
                  <a:pt x="265" y="1440"/>
                </a:cubicBezTo>
                <a:cubicBezTo>
                  <a:pt x="281" y="1531"/>
                  <a:pt x="286" y="1534"/>
                  <a:pt x="285" y="1543"/>
                </a:cubicBezTo>
                <a:cubicBezTo>
                  <a:pt x="284" y="1556"/>
                  <a:pt x="280" y="1549"/>
                  <a:pt x="281" y="1537"/>
                </a:cubicBezTo>
                <a:cubicBezTo>
                  <a:pt x="247" y="1462"/>
                  <a:pt x="249" y="1450"/>
                  <a:pt x="244" y="1448"/>
                </a:cubicBezTo>
                <a:cubicBezTo>
                  <a:pt x="221" y="1375"/>
                  <a:pt x="214" y="1365"/>
                  <a:pt x="211" y="1352"/>
                </a:cubicBezTo>
                <a:cubicBezTo>
                  <a:pt x="195" y="1325"/>
                  <a:pt x="197" y="1318"/>
                  <a:pt x="193" y="1318"/>
                </a:cubicBezTo>
                <a:cubicBezTo>
                  <a:pt x="167" y="1263"/>
                  <a:pt x="166" y="1260"/>
                  <a:pt x="163" y="1259"/>
                </a:cubicBezTo>
                <a:cubicBezTo>
                  <a:pt x="165" y="1272"/>
                  <a:pt x="172" y="1286"/>
                  <a:pt x="179" y="1300"/>
                </a:cubicBezTo>
                <a:cubicBezTo>
                  <a:pt x="191" y="1329"/>
                  <a:pt x="195" y="1335"/>
                  <a:pt x="199" y="1342"/>
                </a:cubicBezTo>
                <a:cubicBezTo>
                  <a:pt x="226" y="1428"/>
                  <a:pt x="232" y="1438"/>
                  <a:pt x="235" y="1451"/>
                </a:cubicBezTo>
                <a:cubicBezTo>
                  <a:pt x="247" y="1477"/>
                  <a:pt x="248" y="1489"/>
                  <a:pt x="244" y="1487"/>
                </a:cubicBezTo>
                <a:cubicBezTo>
                  <a:pt x="228" y="1464"/>
                  <a:pt x="227" y="1461"/>
                  <a:pt x="227" y="1456"/>
                </a:cubicBezTo>
                <a:cubicBezTo>
                  <a:pt x="203" y="1423"/>
                  <a:pt x="201" y="1417"/>
                  <a:pt x="195" y="1414"/>
                </a:cubicBezTo>
                <a:cubicBezTo>
                  <a:pt x="155" y="1347"/>
                  <a:pt x="145" y="1324"/>
                  <a:pt x="133" y="1303"/>
                </a:cubicBezTo>
                <a:cubicBezTo>
                  <a:pt x="109" y="1262"/>
                  <a:pt x="115" y="1250"/>
                  <a:pt x="110" y="1252"/>
                </a:cubicBezTo>
                <a:cubicBezTo>
                  <a:pt x="109" y="1242"/>
                  <a:pt x="105" y="1259"/>
                  <a:pt x="113" y="1263"/>
                </a:cubicBezTo>
                <a:cubicBezTo>
                  <a:pt x="127" y="1300"/>
                  <a:pt x="126" y="1302"/>
                  <a:pt x="126" y="1303"/>
                </a:cubicBezTo>
                <a:cubicBezTo>
                  <a:pt x="141" y="1331"/>
                  <a:pt x="144" y="1335"/>
                  <a:pt x="146" y="1339"/>
                </a:cubicBezTo>
                <a:cubicBezTo>
                  <a:pt x="190" y="1424"/>
                  <a:pt x="196" y="1426"/>
                  <a:pt x="197" y="1434"/>
                </a:cubicBezTo>
                <a:cubicBezTo>
                  <a:pt x="210" y="1458"/>
                  <a:pt x="220" y="1459"/>
                  <a:pt x="214" y="1461"/>
                </a:cubicBezTo>
                <a:cubicBezTo>
                  <a:pt x="187" y="1433"/>
                  <a:pt x="186" y="1419"/>
                  <a:pt x="176" y="1416"/>
                </a:cubicBezTo>
                <a:cubicBezTo>
                  <a:pt x="141" y="1351"/>
                  <a:pt x="132" y="1347"/>
                  <a:pt x="131" y="1333"/>
                </a:cubicBezTo>
                <a:cubicBezTo>
                  <a:pt x="111" y="1296"/>
                  <a:pt x="107" y="1286"/>
                  <a:pt x="103" y="1276"/>
                </a:cubicBezTo>
                <a:cubicBezTo>
                  <a:pt x="91" y="1264"/>
                  <a:pt x="97" y="1277"/>
                  <a:pt x="102" y="1292"/>
                </a:cubicBezTo>
                <a:cubicBezTo>
                  <a:pt x="114" y="1318"/>
                  <a:pt x="118" y="1323"/>
                  <a:pt x="120" y="1332"/>
                </a:cubicBezTo>
                <a:cubicBezTo>
                  <a:pt x="155" y="1393"/>
                  <a:pt x="155" y="1404"/>
                  <a:pt x="162" y="1406"/>
                </a:cubicBezTo>
                <a:cubicBezTo>
                  <a:pt x="199" y="1459"/>
                  <a:pt x="201" y="1462"/>
                  <a:pt x="201" y="1466"/>
                </a:cubicBezTo>
                <a:cubicBezTo>
                  <a:pt x="226" y="1495"/>
                  <a:pt x="229" y="1501"/>
                  <a:pt x="233" y="1508"/>
                </a:cubicBezTo>
                <a:cubicBezTo>
                  <a:pt x="258" y="1549"/>
                  <a:pt x="262" y="1552"/>
                  <a:pt x="264" y="1556"/>
                </a:cubicBezTo>
                <a:cubicBezTo>
                  <a:pt x="275" y="1581"/>
                  <a:pt x="279" y="1585"/>
                  <a:pt x="280" y="1594"/>
                </a:cubicBezTo>
                <a:cubicBezTo>
                  <a:pt x="252" y="1560"/>
                  <a:pt x="253" y="1550"/>
                  <a:pt x="246" y="1548"/>
                </a:cubicBezTo>
                <a:cubicBezTo>
                  <a:pt x="206" y="1500"/>
                  <a:pt x="201" y="1497"/>
                  <a:pt x="199" y="1490"/>
                </a:cubicBezTo>
                <a:cubicBezTo>
                  <a:pt x="157" y="1432"/>
                  <a:pt x="148" y="1422"/>
                  <a:pt x="143" y="1409"/>
                </a:cubicBezTo>
                <a:cubicBezTo>
                  <a:pt x="131" y="1385"/>
                  <a:pt x="125" y="1383"/>
                  <a:pt x="125" y="1373"/>
                </a:cubicBezTo>
                <a:cubicBezTo>
                  <a:pt x="105" y="1330"/>
                  <a:pt x="100" y="1329"/>
                  <a:pt x="101" y="1320"/>
                </a:cubicBezTo>
                <a:cubicBezTo>
                  <a:pt x="102" y="1331"/>
                  <a:pt x="100" y="1339"/>
                  <a:pt x="103" y="1340"/>
                </a:cubicBezTo>
                <a:cubicBezTo>
                  <a:pt x="110" y="1364"/>
                  <a:pt x="115" y="1363"/>
                  <a:pt x="114" y="1370"/>
                </a:cubicBezTo>
                <a:cubicBezTo>
                  <a:pt x="137" y="1408"/>
                  <a:pt x="136" y="1419"/>
                  <a:pt x="141" y="1422"/>
                </a:cubicBezTo>
                <a:cubicBezTo>
                  <a:pt x="156" y="1453"/>
                  <a:pt x="166" y="1461"/>
                  <a:pt x="173" y="1473"/>
                </a:cubicBezTo>
                <a:cubicBezTo>
                  <a:pt x="189" y="1492"/>
                  <a:pt x="192" y="1499"/>
                  <a:pt x="195" y="1504"/>
                </a:cubicBezTo>
                <a:cubicBezTo>
                  <a:pt x="213" y="1516"/>
                  <a:pt x="212" y="1522"/>
                  <a:pt x="214" y="1524"/>
                </a:cubicBezTo>
                <a:cubicBezTo>
                  <a:pt x="255" y="1589"/>
                  <a:pt x="252" y="1574"/>
                  <a:pt x="239" y="1568"/>
                </a:cubicBezTo>
                <a:cubicBezTo>
                  <a:pt x="221" y="1541"/>
                  <a:pt x="214" y="1544"/>
                  <a:pt x="215" y="1537"/>
                </a:cubicBezTo>
                <a:cubicBezTo>
                  <a:pt x="180" y="1500"/>
                  <a:pt x="179" y="1495"/>
                  <a:pt x="175" y="1494"/>
                </a:cubicBezTo>
                <a:cubicBezTo>
                  <a:pt x="146" y="1459"/>
                  <a:pt x="144" y="1451"/>
                  <a:pt x="139" y="1447"/>
                </a:cubicBezTo>
                <a:cubicBezTo>
                  <a:pt x="94" y="1374"/>
                  <a:pt x="93" y="1370"/>
                  <a:pt x="90" y="1369"/>
                </a:cubicBezTo>
                <a:cubicBezTo>
                  <a:pt x="78" y="1346"/>
                  <a:pt x="78" y="1341"/>
                  <a:pt x="74" y="1340"/>
                </a:cubicBezTo>
                <a:cubicBezTo>
                  <a:pt x="93" y="1394"/>
                  <a:pt x="106" y="1399"/>
                  <a:pt x="108" y="1416"/>
                </a:cubicBezTo>
                <a:cubicBezTo>
                  <a:pt x="134" y="1452"/>
                  <a:pt x="138" y="1456"/>
                  <a:pt x="140" y="1464"/>
                </a:cubicBezTo>
                <a:cubicBezTo>
                  <a:pt x="169" y="1499"/>
                  <a:pt x="172" y="1505"/>
                  <a:pt x="176" y="1510"/>
                </a:cubicBezTo>
                <a:cubicBezTo>
                  <a:pt x="257" y="1606"/>
                  <a:pt x="266" y="1609"/>
                  <a:pt x="269" y="1619"/>
                </a:cubicBezTo>
                <a:cubicBezTo>
                  <a:pt x="296" y="1654"/>
                  <a:pt x="301" y="1655"/>
                  <a:pt x="300" y="1663"/>
                </a:cubicBezTo>
                <a:cubicBezTo>
                  <a:pt x="312" y="1683"/>
                  <a:pt x="316" y="1685"/>
                  <a:pt x="313" y="1686"/>
                </a:cubicBezTo>
                <a:cubicBezTo>
                  <a:pt x="294" y="1663"/>
                  <a:pt x="292" y="1654"/>
                  <a:pt x="286" y="1648"/>
                </a:cubicBezTo>
                <a:cubicBezTo>
                  <a:pt x="254" y="1611"/>
                  <a:pt x="253" y="1608"/>
                  <a:pt x="250" y="1605"/>
                </a:cubicBezTo>
                <a:cubicBezTo>
                  <a:pt x="221" y="1575"/>
                  <a:pt x="218" y="1567"/>
                  <a:pt x="210" y="1564"/>
                </a:cubicBezTo>
                <a:cubicBezTo>
                  <a:pt x="184" y="1536"/>
                  <a:pt x="174" y="1525"/>
                  <a:pt x="165" y="1512"/>
                </a:cubicBezTo>
                <a:cubicBezTo>
                  <a:pt x="129" y="1461"/>
                  <a:pt x="115" y="1454"/>
                  <a:pt x="110" y="1438"/>
                </a:cubicBezTo>
                <a:cubicBezTo>
                  <a:pt x="87" y="1406"/>
                  <a:pt x="88" y="1398"/>
                  <a:pt x="83" y="1398"/>
                </a:cubicBezTo>
                <a:cubicBezTo>
                  <a:pt x="103" y="1435"/>
                  <a:pt x="106" y="1446"/>
                  <a:pt x="113" y="1453"/>
                </a:cubicBezTo>
                <a:cubicBezTo>
                  <a:pt x="161" y="1516"/>
                  <a:pt x="160" y="1524"/>
                  <a:pt x="166" y="1526"/>
                </a:cubicBezTo>
                <a:cubicBezTo>
                  <a:pt x="208" y="1573"/>
                  <a:pt x="213" y="1575"/>
                  <a:pt x="214" y="1581"/>
                </a:cubicBezTo>
                <a:cubicBezTo>
                  <a:pt x="228" y="1594"/>
                  <a:pt x="228" y="1599"/>
                  <a:pt x="233" y="1600"/>
                </a:cubicBezTo>
                <a:cubicBezTo>
                  <a:pt x="258" y="1636"/>
                  <a:pt x="268" y="1637"/>
                  <a:pt x="271" y="1645"/>
                </a:cubicBezTo>
                <a:cubicBezTo>
                  <a:pt x="283" y="1662"/>
                  <a:pt x="286" y="1663"/>
                  <a:pt x="283" y="1664"/>
                </a:cubicBezTo>
                <a:cubicBezTo>
                  <a:pt x="266" y="1645"/>
                  <a:pt x="264" y="1642"/>
                  <a:pt x="262" y="1639"/>
                </a:cubicBezTo>
                <a:cubicBezTo>
                  <a:pt x="243" y="1618"/>
                  <a:pt x="229" y="1611"/>
                  <a:pt x="221" y="1596"/>
                </a:cubicBezTo>
                <a:cubicBezTo>
                  <a:pt x="199" y="1583"/>
                  <a:pt x="200" y="1572"/>
                  <a:pt x="191" y="1572"/>
                </a:cubicBezTo>
                <a:cubicBezTo>
                  <a:pt x="170" y="1549"/>
                  <a:pt x="170" y="1543"/>
                  <a:pt x="165" y="1543"/>
                </a:cubicBezTo>
                <a:cubicBezTo>
                  <a:pt x="111" y="1476"/>
                  <a:pt x="109" y="1469"/>
                  <a:pt x="103" y="1467"/>
                </a:cubicBezTo>
                <a:cubicBezTo>
                  <a:pt x="65" y="1409"/>
                  <a:pt x="64" y="1401"/>
                  <a:pt x="61" y="1395"/>
                </a:cubicBezTo>
                <a:cubicBezTo>
                  <a:pt x="44" y="1364"/>
                  <a:pt x="47" y="1355"/>
                  <a:pt x="43" y="1355"/>
                </a:cubicBezTo>
                <a:cubicBezTo>
                  <a:pt x="34" y="1346"/>
                  <a:pt x="41" y="1361"/>
                  <a:pt x="42" y="1375"/>
                </a:cubicBezTo>
                <a:cubicBezTo>
                  <a:pt x="70" y="1427"/>
                  <a:pt x="76" y="1441"/>
                  <a:pt x="84" y="1453"/>
                </a:cubicBezTo>
                <a:cubicBezTo>
                  <a:pt x="119" y="1498"/>
                  <a:pt x="126" y="1512"/>
                  <a:pt x="137" y="1521"/>
                </a:cubicBezTo>
                <a:cubicBezTo>
                  <a:pt x="155" y="1543"/>
                  <a:pt x="158" y="1549"/>
                  <a:pt x="164" y="1554"/>
                </a:cubicBezTo>
                <a:cubicBezTo>
                  <a:pt x="202" y="1593"/>
                  <a:pt x="206" y="1594"/>
                  <a:pt x="206" y="1599"/>
                </a:cubicBezTo>
                <a:cubicBezTo>
                  <a:pt x="242" y="1635"/>
                  <a:pt x="249" y="1638"/>
                  <a:pt x="253" y="1644"/>
                </a:cubicBezTo>
                <a:cubicBezTo>
                  <a:pt x="322" y="1730"/>
                  <a:pt x="324" y="1732"/>
                  <a:pt x="327" y="1733"/>
                </a:cubicBezTo>
                <a:cubicBezTo>
                  <a:pt x="330" y="1757"/>
                  <a:pt x="328" y="1750"/>
                  <a:pt x="324" y="1746"/>
                </a:cubicBezTo>
                <a:cubicBezTo>
                  <a:pt x="297" y="1716"/>
                  <a:pt x="292" y="1714"/>
                  <a:pt x="290" y="1707"/>
                </a:cubicBezTo>
                <a:cubicBezTo>
                  <a:pt x="252" y="1673"/>
                  <a:pt x="244" y="1674"/>
                  <a:pt x="244" y="1667"/>
                </a:cubicBezTo>
                <a:cubicBezTo>
                  <a:pt x="222" y="1653"/>
                  <a:pt x="223" y="1647"/>
                  <a:pt x="218" y="1649"/>
                </a:cubicBezTo>
                <a:cubicBezTo>
                  <a:pt x="180" y="1612"/>
                  <a:pt x="177" y="1606"/>
                  <a:pt x="172" y="1604"/>
                </a:cubicBezTo>
                <a:cubicBezTo>
                  <a:pt x="145" y="1572"/>
                  <a:pt x="138" y="1572"/>
                  <a:pt x="136" y="1565"/>
                </a:cubicBezTo>
                <a:cubicBezTo>
                  <a:pt x="94" y="1522"/>
                  <a:pt x="94" y="1514"/>
                  <a:pt x="89" y="1511"/>
                </a:cubicBezTo>
                <a:cubicBezTo>
                  <a:pt x="53" y="1462"/>
                  <a:pt x="51" y="1455"/>
                  <a:pt x="47" y="1451"/>
                </a:cubicBezTo>
                <a:cubicBezTo>
                  <a:pt x="19" y="1397"/>
                  <a:pt x="20" y="1392"/>
                  <a:pt x="17" y="1392"/>
                </a:cubicBezTo>
                <a:cubicBezTo>
                  <a:pt x="29" y="1432"/>
                  <a:pt x="32" y="1437"/>
                  <a:pt x="36" y="1441"/>
                </a:cubicBezTo>
                <a:cubicBezTo>
                  <a:pt x="55" y="1476"/>
                  <a:pt x="57" y="1482"/>
                  <a:pt x="63" y="1485"/>
                </a:cubicBezTo>
                <a:cubicBezTo>
                  <a:pt x="82" y="1520"/>
                  <a:pt x="91" y="1517"/>
                  <a:pt x="90" y="1527"/>
                </a:cubicBezTo>
                <a:cubicBezTo>
                  <a:pt x="130" y="1572"/>
                  <a:pt x="136" y="1582"/>
                  <a:pt x="144" y="1588"/>
                </a:cubicBezTo>
                <a:cubicBezTo>
                  <a:pt x="165" y="1605"/>
                  <a:pt x="163" y="1612"/>
                  <a:pt x="168" y="1611"/>
                </a:cubicBezTo>
                <a:cubicBezTo>
                  <a:pt x="192" y="1640"/>
                  <a:pt x="200" y="1639"/>
                  <a:pt x="201" y="1645"/>
                </a:cubicBezTo>
                <a:cubicBezTo>
                  <a:pt x="223" y="1662"/>
                  <a:pt x="231" y="1669"/>
                  <a:pt x="240" y="1676"/>
                </a:cubicBezTo>
                <a:cubicBezTo>
                  <a:pt x="282" y="1709"/>
                  <a:pt x="293" y="1729"/>
                  <a:pt x="308" y="1745"/>
                </a:cubicBezTo>
                <a:cubicBezTo>
                  <a:pt x="341" y="1789"/>
                  <a:pt x="348" y="1789"/>
                  <a:pt x="347" y="1799"/>
                </a:cubicBezTo>
                <a:cubicBezTo>
                  <a:pt x="249" y="1714"/>
                  <a:pt x="242" y="1702"/>
                  <a:pt x="229" y="1698"/>
                </a:cubicBezTo>
                <a:cubicBezTo>
                  <a:pt x="213" y="1681"/>
                  <a:pt x="209" y="1680"/>
                  <a:pt x="205" y="1680"/>
                </a:cubicBezTo>
                <a:cubicBezTo>
                  <a:pt x="183" y="1658"/>
                  <a:pt x="175" y="1658"/>
                  <a:pt x="175" y="1649"/>
                </a:cubicBezTo>
                <a:cubicBezTo>
                  <a:pt x="144" y="1629"/>
                  <a:pt x="144" y="1625"/>
                  <a:pt x="142" y="1623"/>
                </a:cubicBezTo>
                <a:cubicBezTo>
                  <a:pt x="119" y="1604"/>
                  <a:pt x="115" y="1600"/>
                  <a:pt x="112" y="1595"/>
                </a:cubicBezTo>
                <a:cubicBezTo>
                  <a:pt x="70" y="1551"/>
                  <a:pt x="64" y="1541"/>
                  <a:pt x="55" y="1533"/>
                </a:cubicBezTo>
                <a:cubicBezTo>
                  <a:pt x="43" y="1512"/>
                  <a:pt x="39" y="1508"/>
                  <a:pt x="36" y="1504"/>
                </a:cubicBezTo>
                <a:cubicBezTo>
                  <a:pt x="13" y="1470"/>
                  <a:pt x="12" y="1464"/>
                  <a:pt x="9" y="1460"/>
                </a:cubicBezTo>
                <a:cubicBezTo>
                  <a:pt x="0" y="1445"/>
                  <a:pt x="0" y="1449"/>
                  <a:pt x="0" y="1452"/>
                </a:cubicBezTo>
                <a:cubicBezTo>
                  <a:pt x="16" y="1485"/>
                  <a:pt x="21" y="1494"/>
                  <a:pt x="29" y="1500"/>
                </a:cubicBezTo>
                <a:cubicBezTo>
                  <a:pt x="68" y="1562"/>
                  <a:pt x="77" y="1567"/>
                  <a:pt x="80" y="1577"/>
                </a:cubicBezTo>
                <a:cubicBezTo>
                  <a:pt x="100" y="1594"/>
                  <a:pt x="101" y="1597"/>
                  <a:pt x="103" y="1598"/>
                </a:cubicBezTo>
                <a:cubicBezTo>
                  <a:pt x="135" y="1634"/>
                  <a:pt x="140" y="1632"/>
                  <a:pt x="139" y="1637"/>
                </a:cubicBezTo>
                <a:cubicBezTo>
                  <a:pt x="163" y="1650"/>
                  <a:pt x="163" y="1658"/>
                  <a:pt x="167" y="1661"/>
                </a:cubicBezTo>
                <a:cubicBezTo>
                  <a:pt x="193" y="1681"/>
                  <a:pt x="195" y="1682"/>
                  <a:pt x="197" y="1683"/>
                </a:cubicBezTo>
                <a:cubicBezTo>
                  <a:pt x="215" y="1700"/>
                  <a:pt x="218" y="1698"/>
                  <a:pt x="220" y="1699"/>
                </a:cubicBezTo>
                <a:cubicBezTo>
                  <a:pt x="230" y="1711"/>
                  <a:pt x="236" y="1712"/>
                  <a:pt x="239" y="1717"/>
                </a:cubicBezTo>
                <a:cubicBezTo>
                  <a:pt x="267" y="1736"/>
                  <a:pt x="274" y="1737"/>
                  <a:pt x="275" y="1743"/>
                </a:cubicBezTo>
                <a:cubicBezTo>
                  <a:pt x="302" y="1765"/>
                  <a:pt x="308" y="1766"/>
                  <a:pt x="310" y="1771"/>
                </a:cubicBezTo>
                <a:cubicBezTo>
                  <a:pt x="349" y="1821"/>
                  <a:pt x="357" y="1823"/>
                  <a:pt x="356" y="1836"/>
                </a:cubicBezTo>
                <a:cubicBezTo>
                  <a:pt x="331" y="1813"/>
                  <a:pt x="332" y="1805"/>
                  <a:pt x="326" y="1805"/>
                </a:cubicBezTo>
                <a:cubicBezTo>
                  <a:pt x="304" y="1782"/>
                  <a:pt x="298" y="1782"/>
                  <a:pt x="295" y="1779"/>
                </a:cubicBezTo>
                <a:cubicBezTo>
                  <a:pt x="282" y="1769"/>
                  <a:pt x="279" y="1766"/>
                  <a:pt x="277" y="1763"/>
                </a:cubicBezTo>
                <a:cubicBezTo>
                  <a:pt x="241" y="1743"/>
                  <a:pt x="238" y="1740"/>
                  <a:pt x="234" y="1739"/>
                </a:cubicBezTo>
                <a:cubicBezTo>
                  <a:pt x="227" y="1734"/>
                  <a:pt x="224" y="1735"/>
                  <a:pt x="222" y="1734"/>
                </a:cubicBezTo>
                <a:cubicBezTo>
                  <a:pt x="198" y="1718"/>
                  <a:pt x="195" y="1713"/>
                  <a:pt x="190" y="1714"/>
                </a:cubicBezTo>
                <a:cubicBezTo>
                  <a:pt x="156" y="1694"/>
                  <a:pt x="153" y="1694"/>
                  <a:pt x="154" y="1690"/>
                </a:cubicBezTo>
                <a:cubicBezTo>
                  <a:pt x="95" y="1661"/>
                  <a:pt x="89" y="1655"/>
                  <a:pt x="79" y="1654"/>
                </a:cubicBezTo>
                <a:cubicBezTo>
                  <a:pt x="34" y="1618"/>
                  <a:pt x="28" y="1612"/>
                  <a:pt x="21" y="1608"/>
                </a:cubicBezTo>
                <a:cubicBezTo>
                  <a:pt x="0" y="1597"/>
                  <a:pt x="0" y="1597"/>
                  <a:pt x="0" y="1597"/>
                </a:cubicBezTo>
                <a:cubicBezTo>
                  <a:pt x="18" y="1610"/>
                  <a:pt x="17" y="1616"/>
                  <a:pt x="22" y="1614"/>
                </a:cubicBezTo>
                <a:cubicBezTo>
                  <a:pt x="41" y="1634"/>
                  <a:pt x="43" y="1635"/>
                  <a:pt x="43" y="1639"/>
                </a:cubicBezTo>
                <a:cubicBezTo>
                  <a:pt x="69" y="1655"/>
                  <a:pt x="73" y="1658"/>
                  <a:pt x="77" y="1661"/>
                </a:cubicBezTo>
                <a:cubicBezTo>
                  <a:pt x="131" y="1690"/>
                  <a:pt x="139" y="1698"/>
                  <a:pt x="152" y="1699"/>
                </a:cubicBezTo>
                <a:cubicBezTo>
                  <a:pt x="190" y="1724"/>
                  <a:pt x="194" y="1728"/>
                  <a:pt x="200" y="1731"/>
                </a:cubicBezTo>
                <a:cubicBezTo>
                  <a:pt x="224" y="1743"/>
                  <a:pt x="229" y="1747"/>
                  <a:pt x="234" y="1750"/>
                </a:cubicBezTo>
                <a:cubicBezTo>
                  <a:pt x="259" y="1762"/>
                  <a:pt x="260" y="1770"/>
                  <a:pt x="266" y="1772"/>
                </a:cubicBezTo>
                <a:cubicBezTo>
                  <a:pt x="291" y="1792"/>
                  <a:pt x="302" y="1798"/>
                  <a:pt x="312" y="1804"/>
                </a:cubicBezTo>
                <a:cubicBezTo>
                  <a:pt x="330" y="1828"/>
                  <a:pt x="336" y="1826"/>
                  <a:pt x="338" y="1828"/>
                </a:cubicBezTo>
                <a:cubicBezTo>
                  <a:pt x="352" y="1850"/>
                  <a:pt x="358" y="1852"/>
                  <a:pt x="360" y="1859"/>
                </a:cubicBezTo>
                <a:cubicBezTo>
                  <a:pt x="343" y="1847"/>
                  <a:pt x="340" y="1848"/>
                  <a:pt x="340" y="1848"/>
                </a:cubicBezTo>
                <a:cubicBezTo>
                  <a:pt x="301" y="1820"/>
                  <a:pt x="296" y="1817"/>
                  <a:pt x="291" y="1812"/>
                </a:cubicBezTo>
                <a:cubicBezTo>
                  <a:pt x="261" y="1797"/>
                  <a:pt x="258" y="1795"/>
                  <a:pt x="255" y="1792"/>
                </a:cubicBezTo>
                <a:cubicBezTo>
                  <a:pt x="212" y="1770"/>
                  <a:pt x="205" y="1767"/>
                  <a:pt x="200" y="1761"/>
                </a:cubicBezTo>
                <a:cubicBezTo>
                  <a:pt x="134" y="1729"/>
                  <a:pt x="125" y="1733"/>
                  <a:pt x="126" y="1727"/>
                </a:cubicBezTo>
                <a:cubicBezTo>
                  <a:pt x="85" y="1708"/>
                  <a:pt x="80" y="1702"/>
                  <a:pt x="73" y="1698"/>
                </a:cubicBezTo>
                <a:cubicBezTo>
                  <a:pt x="42" y="1677"/>
                  <a:pt x="39" y="1673"/>
                  <a:pt x="34" y="1672"/>
                </a:cubicBezTo>
                <a:cubicBezTo>
                  <a:pt x="0" y="1645"/>
                  <a:pt x="0" y="1645"/>
                  <a:pt x="0" y="1645"/>
                </a:cubicBezTo>
                <a:cubicBezTo>
                  <a:pt x="11" y="1654"/>
                  <a:pt x="11" y="1662"/>
                  <a:pt x="18" y="1661"/>
                </a:cubicBezTo>
                <a:cubicBezTo>
                  <a:pt x="41" y="1686"/>
                  <a:pt x="48" y="1685"/>
                  <a:pt x="49" y="1691"/>
                </a:cubicBezTo>
                <a:cubicBezTo>
                  <a:pt x="65" y="1701"/>
                  <a:pt x="69" y="1705"/>
                  <a:pt x="72" y="1709"/>
                </a:cubicBezTo>
                <a:cubicBezTo>
                  <a:pt x="121" y="1739"/>
                  <a:pt x="131" y="1736"/>
                  <a:pt x="133" y="1742"/>
                </a:cubicBezTo>
                <a:cubicBezTo>
                  <a:pt x="161" y="1752"/>
                  <a:pt x="160" y="1758"/>
                  <a:pt x="167" y="1755"/>
                </a:cubicBezTo>
                <a:cubicBezTo>
                  <a:pt x="252" y="1806"/>
                  <a:pt x="263" y="1804"/>
                  <a:pt x="265" y="1814"/>
                </a:cubicBezTo>
                <a:cubicBezTo>
                  <a:pt x="307" y="1836"/>
                  <a:pt x="311" y="1835"/>
                  <a:pt x="313" y="1837"/>
                </a:cubicBezTo>
                <a:cubicBezTo>
                  <a:pt x="351" y="1865"/>
                  <a:pt x="359" y="1870"/>
                  <a:pt x="366" y="1879"/>
                </a:cubicBezTo>
                <a:cubicBezTo>
                  <a:pt x="354" y="1877"/>
                  <a:pt x="351" y="1874"/>
                  <a:pt x="348" y="1871"/>
                </a:cubicBezTo>
                <a:cubicBezTo>
                  <a:pt x="323" y="1853"/>
                  <a:pt x="319" y="1850"/>
                  <a:pt x="316" y="1847"/>
                </a:cubicBezTo>
                <a:cubicBezTo>
                  <a:pt x="264" y="1815"/>
                  <a:pt x="254" y="1813"/>
                  <a:pt x="249" y="1806"/>
                </a:cubicBezTo>
                <a:cubicBezTo>
                  <a:pt x="193" y="1785"/>
                  <a:pt x="191" y="1782"/>
                  <a:pt x="186" y="1782"/>
                </a:cubicBezTo>
                <a:cubicBezTo>
                  <a:pt x="162" y="1768"/>
                  <a:pt x="155" y="1771"/>
                  <a:pt x="155" y="1767"/>
                </a:cubicBezTo>
                <a:cubicBezTo>
                  <a:pt x="94" y="1748"/>
                  <a:pt x="90" y="1744"/>
                  <a:pt x="85" y="1741"/>
                </a:cubicBezTo>
                <a:cubicBezTo>
                  <a:pt x="19" y="1708"/>
                  <a:pt x="17" y="1706"/>
                  <a:pt x="13" y="1707"/>
                </a:cubicBezTo>
                <a:cubicBezTo>
                  <a:pt x="0" y="1704"/>
                  <a:pt x="0" y="1704"/>
                  <a:pt x="0" y="1704"/>
                </a:cubicBezTo>
                <a:cubicBezTo>
                  <a:pt x="20" y="1720"/>
                  <a:pt x="26" y="1717"/>
                  <a:pt x="25" y="1723"/>
                </a:cubicBezTo>
                <a:cubicBezTo>
                  <a:pt x="51" y="1734"/>
                  <a:pt x="56" y="1741"/>
                  <a:pt x="66" y="1742"/>
                </a:cubicBezTo>
                <a:cubicBezTo>
                  <a:pt x="119" y="1769"/>
                  <a:pt x="131" y="1768"/>
                  <a:pt x="138" y="1775"/>
                </a:cubicBezTo>
                <a:cubicBezTo>
                  <a:pt x="210" y="1795"/>
                  <a:pt x="221" y="1808"/>
                  <a:pt x="241" y="1811"/>
                </a:cubicBezTo>
                <a:cubicBezTo>
                  <a:pt x="271" y="1833"/>
                  <a:pt x="277" y="1831"/>
                  <a:pt x="275" y="1837"/>
                </a:cubicBezTo>
                <a:cubicBezTo>
                  <a:pt x="318" y="1854"/>
                  <a:pt x="315" y="1864"/>
                  <a:pt x="321" y="1864"/>
                </a:cubicBezTo>
                <a:cubicBezTo>
                  <a:pt x="354" y="1897"/>
                  <a:pt x="363" y="1894"/>
                  <a:pt x="363" y="1901"/>
                </a:cubicBezTo>
                <a:cubicBezTo>
                  <a:pt x="385" y="1922"/>
                  <a:pt x="387" y="1924"/>
                  <a:pt x="387" y="1927"/>
                </a:cubicBezTo>
                <a:cubicBezTo>
                  <a:pt x="376" y="1919"/>
                  <a:pt x="373" y="1920"/>
                  <a:pt x="373" y="1918"/>
                </a:cubicBezTo>
                <a:cubicBezTo>
                  <a:pt x="349" y="1899"/>
                  <a:pt x="336" y="1892"/>
                  <a:pt x="327" y="1881"/>
                </a:cubicBezTo>
                <a:cubicBezTo>
                  <a:pt x="296" y="1872"/>
                  <a:pt x="295" y="1861"/>
                  <a:pt x="284" y="1863"/>
                </a:cubicBezTo>
                <a:cubicBezTo>
                  <a:pt x="256" y="1850"/>
                  <a:pt x="249" y="1846"/>
                  <a:pt x="243" y="1841"/>
                </a:cubicBezTo>
                <a:cubicBezTo>
                  <a:pt x="183" y="1819"/>
                  <a:pt x="172" y="1810"/>
                  <a:pt x="153" y="1808"/>
                </a:cubicBezTo>
                <a:cubicBezTo>
                  <a:pt x="118" y="1791"/>
                  <a:pt x="112" y="1783"/>
                  <a:pt x="101" y="1781"/>
                </a:cubicBezTo>
                <a:cubicBezTo>
                  <a:pt x="59" y="1758"/>
                  <a:pt x="55" y="1755"/>
                  <a:pt x="49" y="1755"/>
                </a:cubicBezTo>
                <a:cubicBezTo>
                  <a:pt x="18" y="1735"/>
                  <a:pt x="16" y="1733"/>
                  <a:pt x="14" y="1731"/>
                </a:cubicBezTo>
                <a:cubicBezTo>
                  <a:pt x="1" y="1723"/>
                  <a:pt x="0" y="1723"/>
                  <a:pt x="0" y="1722"/>
                </a:cubicBezTo>
                <a:cubicBezTo>
                  <a:pt x="20" y="1746"/>
                  <a:pt x="39" y="1755"/>
                  <a:pt x="56" y="1767"/>
                </a:cubicBezTo>
                <a:cubicBezTo>
                  <a:pt x="94" y="1787"/>
                  <a:pt x="104" y="1790"/>
                  <a:pt x="113" y="1796"/>
                </a:cubicBezTo>
                <a:cubicBezTo>
                  <a:pt x="181" y="1829"/>
                  <a:pt x="191" y="1832"/>
                  <a:pt x="201" y="1836"/>
                </a:cubicBezTo>
                <a:cubicBezTo>
                  <a:pt x="242" y="1852"/>
                  <a:pt x="249" y="1859"/>
                  <a:pt x="260" y="1862"/>
                </a:cubicBezTo>
                <a:cubicBezTo>
                  <a:pt x="306" y="1885"/>
                  <a:pt x="310" y="1888"/>
                  <a:pt x="316" y="1889"/>
                </a:cubicBezTo>
                <a:cubicBezTo>
                  <a:pt x="357" y="1916"/>
                  <a:pt x="358" y="1919"/>
                  <a:pt x="360" y="1921"/>
                </a:cubicBezTo>
                <a:cubicBezTo>
                  <a:pt x="377" y="1940"/>
                  <a:pt x="380" y="1940"/>
                  <a:pt x="381" y="1943"/>
                </a:cubicBezTo>
                <a:cubicBezTo>
                  <a:pt x="372" y="1941"/>
                  <a:pt x="372" y="1936"/>
                  <a:pt x="368" y="1935"/>
                </a:cubicBezTo>
                <a:cubicBezTo>
                  <a:pt x="327" y="1914"/>
                  <a:pt x="329" y="1906"/>
                  <a:pt x="322" y="1908"/>
                </a:cubicBezTo>
                <a:cubicBezTo>
                  <a:pt x="289" y="1888"/>
                  <a:pt x="279" y="1888"/>
                  <a:pt x="274" y="1883"/>
                </a:cubicBezTo>
                <a:cubicBezTo>
                  <a:pt x="223" y="1860"/>
                  <a:pt x="205" y="1861"/>
                  <a:pt x="198" y="1851"/>
                </a:cubicBezTo>
                <a:cubicBezTo>
                  <a:pt x="141" y="1840"/>
                  <a:pt x="132" y="1832"/>
                  <a:pt x="120" y="1828"/>
                </a:cubicBezTo>
                <a:cubicBezTo>
                  <a:pt x="62" y="1807"/>
                  <a:pt x="59" y="1807"/>
                  <a:pt x="55" y="1807"/>
                </a:cubicBezTo>
                <a:cubicBezTo>
                  <a:pt x="7" y="1785"/>
                  <a:pt x="5" y="1780"/>
                  <a:pt x="0" y="1778"/>
                </a:cubicBezTo>
                <a:cubicBezTo>
                  <a:pt x="11" y="1790"/>
                  <a:pt x="14" y="1795"/>
                  <a:pt x="21" y="1796"/>
                </a:cubicBezTo>
                <a:cubicBezTo>
                  <a:pt x="69" y="1822"/>
                  <a:pt x="73" y="1822"/>
                  <a:pt x="73" y="1825"/>
                </a:cubicBezTo>
                <a:cubicBezTo>
                  <a:pt x="107" y="1837"/>
                  <a:pt x="117" y="1835"/>
                  <a:pt x="121" y="1841"/>
                </a:cubicBezTo>
                <a:cubicBezTo>
                  <a:pt x="173" y="1856"/>
                  <a:pt x="180" y="1858"/>
                  <a:pt x="185" y="1863"/>
                </a:cubicBezTo>
                <a:cubicBezTo>
                  <a:pt x="244" y="1877"/>
                  <a:pt x="247" y="1885"/>
                  <a:pt x="257" y="1886"/>
                </a:cubicBezTo>
                <a:cubicBezTo>
                  <a:pt x="328" y="1923"/>
                  <a:pt x="333" y="1922"/>
                  <a:pt x="334" y="1927"/>
                </a:cubicBezTo>
                <a:cubicBezTo>
                  <a:pt x="357" y="1939"/>
                  <a:pt x="358" y="1941"/>
                  <a:pt x="359" y="1943"/>
                </a:cubicBezTo>
                <a:cubicBezTo>
                  <a:pt x="389" y="1965"/>
                  <a:pt x="397" y="1968"/>
                  <a:pt x="399" y="1977"/>
                </a:cubicBezTo>
                <a:cubicBezTo>
                  <a:pt x="374" y="1960"/>
                  <a:pt x="371" y="1957"/>
                  <a:pt x="367" y="1955"/>
                </a:cubicBezTo>
                <a:cubicBezTo>
                  <a:pt x="354" y="1942"/>
                  <a:pt x="348" y="1943"/>
                  <a:pt x="346" y="1939"/>
                </a:cubicBezTo>
                <a:cubicBezTo>
                  <a:pt x="304" y="1918"/>
                  <a:pt x="302" y="1914"/>
                  <a:pt x="296" y="1914"/>
                </a:cubicBezTo>
                <a:cubicBezTo>
                  <a:pt x="255" y="1891"/>
                  <a:pt x="250" y="1892"/>
                  <a:pt x="246" y="1889"/>
                </a:cubicBezTo>
                <a:cubicBezTo>
                  <a:pt x="214" y="1878"/>
                  <a:pt x="207" y="1878"/>
                  <a:pt x="204" y="1875"/>
                </a:cubicBezTo>
                <a:cubicBezTo>
                  <a:pt x="145" y="1856"/>
                  <a:pt x="139" y="1862"/>
                  <a:pt x="137" y="1855"/>
                </a:cubicBezTo>
                <a:cubicBezTo>
                  <a:pt x="80" y="1844"/>
                  <a:pt x="74" y="1838"/>
                  <a:pt x="63" y="1837"/>
                </a:cubicBezTo>
                <a:cubicBezTo>
                  <a:pt x="29" y="1820"/>
                  <a:pt x="21" y="1817"/>
                  <a:pt x="14" y="1812"/>
                </a:cubicBezTo>
                <a:cubicBezTo>
                  <a:pt x="3" y="1812"/>
                  <a:pt x="5" y="1813"/>
                  <a:pt x="7" y="1814"/>
                </a:cubicBezTo>
                <a:cubicBezTo>
                  <a:pt x="48" y="1839"/>
                  <a:pt x="54" y="1842"/>
                  <a:pt x="62" y="1843"/>
                </a:cubicBezTo>
                <a:cubicBezTo>
                  <a:pt x="83" y="1858"/>
                  <a:pt x="95" y="1854"/>
                  <a:pt x="100" y="1858"/>
                </a:cubicBezTo>
                <a:cubicBezTo>
                  <a:pt x="168" y="1879"/>
                  <a:pt x="177" y="1875"/>
                  <a:pt x="180" y="1879"/>
                </a:cubicBezTo>
                <a:cubicBezTo>
                  <a:pt x="238" y="1897"/>
                  <a:pt x="250" y="1901"/>
                  <a:pt x="261" y="1906"/>
                </a:cubicBezTo>
                <a:cubicBezTo>
                  <a:pt x="333" y="1945"/>
                  <a:pt x="345" y="1948"/>
                  <a:pt x="354" y="1956"/>
                </a:cubicBezTo>
                <a:cubicBezTo>
                  <a:pt x="371" y="1971"/>
                  <a:pt x="377" y="1972"/>
                  <a:pt x="381" y="1976"/>
                </a:cubicBezTo>
                <a:cubicBezTo>
                  <a:pt x="410" y="2003"/>
                  <a:pt x="416" y="2005"/>
                  <a:pt x="421" y="2008"/>
                </a:cubicBezTo>
                <a:cubicBezTo>
                  <a:pt x="419" y="2023"/>
                  <a:pt x="415" y="2019"/>
                  <a:pt x="412" y="2013"/>
                </a:cubicBezTo>
                <a:cubicBezTo>
                  <a:pt x="396" y="2002"/>
                  <a:pt x="394" y="2001"/>
                  <a:pt x="394" y="1997"/>
                </a:cubicBezTo>
                <a:cubicBezTo>
                  <a:pt x="369" y="1981"/>
                  <a:pt x="367" y="1980"/>
                  <a:pt x="366" y="1977"/>
                </a:cubicBezTo>
                <a:cubicBezTo>
                  <a:pt x="342" y="1959"/>
                  <a:pt x="331" y="1963"/>
                  <a:pt x="330" y="1956"/>
                </a:cubicBezTo>
                <a:cubicBezTo>
                  <a:pt x="293" y="1936"/>
                  <a:pt x="287" y="1934"/>
                  <a:pt x="282" y="1930"/>
                </a:cubicBezTo>
                <a:cubicBezTo>
                  <a:pt x="221" y="1911"/>
                  <a:pt x="220" y="1904"/>
                  <a:pt x="208" y="1907"/>
                </a:cubicBezTo>
                <a:cubicBezTo>
                  <a:pt x="75" y="1890"/>
                  <a:pt x="83" y="1888"/>
                  <a:pt x="87" y="1890"/>
                </a:cubicBezTo>
                <a:cubicBezTo>
                  <a:pt x="138" y="1913"/>
                  <a:pt x="148" y="1916"/>
                  <a:pt x="157" y="1922"/>
                </a:cubicBezTo>
                <a:cubicBezTo>
                  <a:pt x="263" y="1960"/>
                  <a:pt x="273" y="1964"/>
                  <a:pt x="285" y="1967"/>
                </a:cubicBezTo>
                <a:cubicBezTo>
                  <a:pt x="325" y="1987"/>
                  <a:pt x="336" y="1992"/>
                  <a:pt x="346" y="1998"/>
                </a:cubicBezTo>
                <a:cubicBezTo>
                  <a:pt x="383" y="2021"/>
                  <a:pt x="386" y="2023"/>
                  <a:pt x="387" y="2026"/>
                </a:cubicBezTo>
                <a:cubicBezTo>
                  <a:pt x="406" y="2038"/>
                  <a:pt x="410" y="2041"/>
                  <a:pt x="415" y="2044"/>
                </a:cubicBezTo>
                <a:cubicBezTo>
                  <a:pt x="427" y="2059"/>
                  <a:pt x="430" y="2059"/>
                  <a:pt x="431" y="2062"/>
                </a:cubicBezTo>
                <a:cubicBezTo>
                  <a:pt x="435" y="2076"/>
                  <a:pt x="425" y="2066"/>
                  <a:pt x="415" y="2057"/>
                </a:cubicBezTo>
                <a:cubicBezTo>
                  <a:pt x="366" y="2016"/>
                  <a:pt x="358" y="2016"/>
                  <a:pt x="355" y="2011"/>
                </a:cubicBezTo>
                <a:cubicBezTo>
                  <a:pt x="315" y="1992"/>
                  <a:pt x="305" y="1986"/>
                  <a:pt x="292" y="1984"/>
                </a:cubicBezTo>
                <a:cubicBezTo>
                  <a:pt x="225" y="1957"/>
                  <a:pt x="220" y="1954"/>
                  <a:pt x="214" y="1953"/>
                </a:cubicBezTo>
                <a:cubicBezTo>
                  <a:pt x="186" y="1938"/>
                  <a:pt x="170" y="1937"/>
                  <a:pt x="160" y="1930"/>
                </a:cubicBezTo>
                <a:cubicBezTo>
                  <a:pt x="116" y="1915"/>
                  <a:pt x="111" y="1911"/>
                  <a:pt x="104" y="1910"/>
                </a:cubicBezTo>
                <a:cubicBezTo>
                  <a:pt x="63" y="1893"/>
                  <a:pt x="62" y="1885"/>
                  <a:pt x="54" y="1885"/>
                </a:cubicBezTo>
                <a:cubicBezTo>
                  <a:pt x="34" y="1870"/>
                  <a:pt x="30" y="1866"/>
                  <a:pt x="26" y="1861"/>
                </a:cubicBezTo>
                <a:cubicBezTo>
                  <a:pt x="0" y="1847"/>
                  <a:pt x="1" y="1847"/>
                  <a:pt x="1" y="1848"/>
                </a:cubicBezTo>
                <a:cubicBezTo>
                  <a:pt x="22" y="1863"/>
                  <a:pt x="21" y="1872"/>
                  <a:pt x="29" y="1872"/>
                </a:cubicBezTo>
                <a:cubicBezTo>
                  <a:pt x="60" y="1894"/>
                  <a:pt x="65" y="1903"/>
                  <a:pt x="75" y="1906"/>
                </a:cubicBezTo>
                <a:cubicBezTo>
                  <a:pt x="112" y="1923"/>
                  <a:pt x="122" y="1926"/>
                  <a:pt x="131" y="1930"/>
                </a:cubicBezTo>
                <a:cubicBezTo>
                  <a:pt x="168" y="1943"/>
                  <a:pt x="174" y="1948"/>
                  <a:pt x="183" y="1948"/>
                </a:cubicBezTo>
                <a:cubicBezTo>
                  <a:pt x="235" y="1971"/>
                  <a:pt x="241" y="1975"/>
                  <a:pt x="252" y="1974"/>
                </a:cubicBezTo>
                <a:cubicBezTo>
                  <a:pt x="295" y="1992"/>
                  <a:pt x="297" y="1997"/>
                  <a:pt x="304" y="1995"/>
                </a:cubicBezTo>
                <a:cubicBezTo>
                  <a:pt x="355" y="2024"/>
                  <a:pt x="357" y="2025"/>
                  <a:pt x="359" y="2026"/>
                </a:cubicBezTo>
                <a:cubicBezTo>
                  <a:pt x="381" y="2040"/>
                  <a:pt x="384" y="2043"/>
                  <a:pt x="388" y="2045"/>
                </a:cubicBezTo>
                <a:cubicBezTo>
                  <a:pt x="384" y="2048"/>
                  <a:pt x="369" y="2044"/>
                  <a:pt x="359" y="2034"/>
                </a:cubicBezTo>
                <a:cubicBezTo>
                  <a:pt x="320" y="2025"/>
                  <a:pt x="323" y="2016"/>
                  <a:pt x="317" y="2018"/>
                </a:cubicBezTo>
                <a:cubicBezTo>
                  <a:pt x="276" y="2006"/>
                  <a:pt x="276" y="2002"/>
                  <a:pt x="274" y="2001"/>
                </a:cubicBezTo>
                <a:cubicBezTo>
                  <a:pt x="241" y="1995"/>
                  <a:pt x="240" y="1992"/>
                  <a:pt x="236" y="1993"/>
                </a:cubicBezTo>
                <a:cubicBezTo>
                  <a:pt x="210" y="1981"/>
                  <a:pt x="201" y="1985"/>
                  <a:pt x="200" y="1978"/>
                </a:cubicBezTo>
                <a:cubicBezTo>
                  <a:pt x="133" y="1960"/>
                  <a:pt x="123" y="1961"/>
                  <a:pt x="118" y="1957"/>
                </a:cubicBezTo>
                <a:cubicBezTo>
                  <a:pt x="100" y="1945"/>
                  <a:pt x="90" y="1952"/>
                  <a:pt x="93" y="1944"/>
                </a:cubicBezTo>
                <a:cubicBezTo>
                  <a:pt x="49" y="1931"/>
                  <a:pt x="58" y="1932"/>
                  <a:pt x="64" y="1937"/>
                </a:cubicBezTo>
                <a:cubicBezTo>
                  <a:pt x="80" y="1947"/>
                  <a:pt x="81" y="1949"/>
                  <a:pt x="82" y="1951"/>
                </a:cubicBezTo>
                <a:cubicBezTo>
                  <a:pt x="127" y="1968"/>
                  <a:pt x="132" y="1972"/>
                  <a:pt x="139" y="1973"/>
                </a:cubicBezTo>
                <a:cubicBezTo>
                  <a:pt x="182" y="1987"/>
                  <a:pt x="190" y="1982"/>
                  <a:pt x="190" y="1987"/>
                </a:cubicBezTo>
                <a:cubicBezTo>
                  <a:pt x="248" y="2008"/>
                  <a:pt x="257" y="2006"/>
                  <a:pt x="263" y="2008"/>
                </a:cubicBezTo>
                <a:cubicBezTo>
                  <a:pt x="311" y="2025"/>
                  <a:pt x="318" y="2027"/>
                  <a:pt x="322" y="2033"/>
                </a:cubicBezTo>
                <a:cubicBezTo>
                  <a:pt x="370" y="2056"/>
                  <a:pt x="375" y="2055"/>
                  <a:pt x="378" y="2057"/>
                </a:cubicBezTo>
                <a:cubicBezTo>
                  <a:pt x="437" y="2104"/>
                  <a:pt x="444" y="2102"/>
                  <a:pt x="443" y="2109"/>
                </a:cubicBezTo>
                <a:cubicBezTo>
                  <a:pt x="462" y="2130"/>
                  <a:pt x="464" y="2132"/>
                  <a:pt x="465" y="2134"/>
                </a:cubicBezTo>
                <a:cubicBezTo>
                  <a:pt x="457" y="2127"/>
                  <a:pt x="451" y="2128"/>
                  <a:pt x="451" y="2122"/>
                </a:cubicBezTo>
                <a:cubicBezTo>
                  <a:pt x="423" y="2104"/>
                  <a:pt x="417" y="2098"/>
                  <a:pt x="411" y="2092"/>
                </a:cubicBezTo>
                <a:cubicBezTo>
                  <a:pt x="362" y="2061"/>
                  <a:pt x="351" y="2061"/>
                  <a:pt x="345" y="2055"/>
                </a:cubicBezTo>
                <a:cubicBezTo>
                  <a:pt x="286" y="2031"/>
                  <a:pt x="275" y="2027"/>
                  <a:pt x="264" y="2021"/>
                </a:cubicBezTo>
                <a:cubicBezTo>
                  <a:pt x="230" y="2007"/>
                  <a:pt x="228" y="2010"/>
                  <a:pt x="226" y="2007"/>
                </a:cubicBezTo>
                <a:cubicBezTo>
                  <a:pt x="192" y="1997"/>
                  <a:pt x="187" y="1995"/>
                  <a:pt x="181" y="1992"/>
                </a:cubicBezTo>
                <a:cubicBezTo>
                  <a:pt x="108" y="1970"/>
                  <a:pt x="98" y="1960"/>
                  <a:pt x="83" y="1958"/>
                </a:cubicBezTo>
                <a:cubicBezTo>
                  <a:pt x="25" y="1928"/>
                  <a:pt x="23" y="1926"/>
                  <a:pt x="19" y="1925"/>
                </a:cubicBezTo>
                <a:cubicBezTo>
                  <a:pt x="40" y="1946"/>
                  <a:pt x="48" y="1943"/>
                  <a:pt x="49" y="1949"/>
                </a:cubicBezTo>
                <a:cubicBezTo>
                  <a:pt x="103" y="1971"/>
                  <a:pt x="111" y="1978"/>
                  <a:pt x="122" y="1981"/>
                </a:cubicBezTo>
                <a:cubicBezTo>
                  <a:pt x="192" y="2004"/>
                  <a:pt x="200" y="2010"/>
                  <a:pt x="211" y="2012"/>
                </a:cubicBezTo>
                <a:cubicBezTo>
                  <a:pt x="263" y="2031"/>
                  <a:pt x="270" y="2031"/>
                  <a:pt x="272" y="2036"/>
                </a:cubicBezTo>
                <a:cubicBezTo>
                  <a:pt x="314" y="2054"/>
                  <a:pt x="326" y="2056"/>
                  <a:pt x="335" y="2062"/>
                </a:cubicBezTo>
                <a:cubicBezTo>
                  <a:pt x="402" y="2103"/>
                  <a:pt x="410" y="2103"/>
                  <a:pt x="413" y="2109"/>
                </a:cubicBezTo>
                <a:cubicBezTo>
                  <a:pt x="439" y="2128"/>
                  <a:pt x="442" y="2130"/>
                  <a:pt x="445" y="2131"/>
                </a:cubicBezTo>
                <a:cubicBezTo>
                  <a:pt x="473" y="2160"/>
                  <a:pt x="473" y="2160"/>
                  <a:pt x="473" y="2160"/>
                </a:cubicBezTo>
                <a:cubicBezTo>
                  <a:pt x="521" y="2147"/>
                  <a:pt x="516" y="2139"/>
                  <a:pt x="524" y="2139"/>
                </a:cubicBezTo>
                <a:close/>
                <a:moveTo>
                  <a:pt x="452" y="1733"/>
                </a:moveTo>
                <a:cubicBezTo>
                  <a:pt x="454" y="1730"/>
                  <a:pt x="456" y="1727"/>
                  <a:pt x="458" y="1724"/>
                </a:cubicBezTo>
                <a:cubicBezTo>
                  <a:pt x="465" y="1726"/>
                  <a:pt x="453" y="1729"/>
                  <a:pt x="456" y="1735"/>
                </a:cubicBezTo>
                <a:cubicBezTo>
                  <a:pt x="453" y="1737"/>
                  <a:pt x="452" y="1741"/>
                  <a:pt x="450" y="1744"/>
                </a:cubicBezTo>
                <a:cubicBezTo>
                  <a:pt x="443" y="1741"/>
                  <a:pt x="454" y="1738"/>
                  <a:pt x="452" y="1733"/>
                </a:cubicBezTo>
                <a:close/>
                <a:moveTo>
                  <a:pt x="440" y="1760"/>
                </a:moveTo>
                <a:cubicBezTo>
                  <a:pt x="442" y="1755"/>
                  <a:pt x="444" y="1751"/>
                  <a:pt x="446" y="1746"/>
                </a:cubicBezTo>
                <a:cubicBezTo>
                  <a:pt x="452" y="1748"/>
                  <a:pt x="442" y="1753"/>
                  <a:pt x="445" y="1759"/>
                </a:cubicBezTo>
                <a:cubicBezTo>
                  <a:pt x="441" y="1763"/>
                  <a:pt x="438" y="1767"/>
                  <a:pt x="437" y="1773"/>
                </a:cubicBezTo>
                <a:cubicBezTo>
                  <a:pt x="432" y="1771"/>
                  <a:pt x="438" y="1762"/>
                  <a:pt x="440" y="1760"/>
                </a:cubicBezTo>
                <a:close/>
                <a:moveTo>
                  <a:pt x="424" y="1798"/>
                </a:moveTo>
                <a:cubicBezTo>
                  <a:pt x="427" y="1792"/>
                  <a:pt x="424" y="1802"/>
                  <a:pt x="424" y="1805"/>
                </a:cubicBezTo>
                <a:cubicBezTo>
                  <a:pt x="420" y="1803"/>
                  <a:pt x="423" y="1801"/>
                  <a:pt x="424" y="1798"/>
                </a:cubicBezTo>
                <a:close/>
                <a:moveTo>
                  <a:pt x="399" y="1754"/>
                </a:moveTo>
                <a:cubicBezTo>
                  <a:pt x="404" y="1754"/>
                  <a:pt x="400" y="1761"/>
                  <a:pt x="399" y="1763"/>
                </a:cubicBezTo>
                <a:cubicBezTo>
                  <a:pt x="393" y="1762"/>
                  <a:pt x="401" y="1758"/>
                  <a:pt x="399" y="1754"/>
                </a:cubicBezTo>
                <a:close/>
                <a:moveTo>
                  <a:pt x="390" y="1787"/>
                </a:moveTo>
                <a:cubicBezTo>
                  <a:pt x="394" y="1782"/>
                  <a:pt x="390" y="1791"/>
                  <a:pt x="390" y="1794"/>
                </a:cubicBezTo>
                <a:cubicBezTo>
                  <a:pt x="386" y="1793"/>
                  <a:pt x="390" y="1790"/>
                  <a:pt x="390" y="1787"/>
                </a:cubicBezTo>
                <a:close/>
                <a:moveTo>
                  <a:pt x="217" y="1469"/>
                </a:moveTo>
                <a:cubicBezTo>
                  <a:pt x="217" y="1468"/>
                  <a:pt x="217" y="1467"/>
                  <a:pt x="216" y="1465"/>
                </a:cubicBezTo>
                <a:cubicBezTo>
                  <a:pt x="221" y="1464"/>
                  <a:pt x="221" y="1468"/>
                  <a:pt x="221" y="1471"/>
                </a:cubicBezTo>
                <a:cubicBezTo>
                  <a:pt x="220" y="1471"/>
                  <a:pt x="219" y="1469"/>
                  <a:pt x="217" y="1469"/>
                </a:cubicBezTo>
                <a:close/>
                <a:moveTo>
                  <a:pt x="234" y="1492"/>
                </a:moveTo>
                <a:cubicBezTo>
                  <a:pt x="235" y="1486"/>
                  <a:pt x="239" y="1497"/>
                  <a:pt x="243" y="1496"/>
                </a:cubicBezTo>
                <a:cubicBezTo>
                  <a:pt x="243" y="1499"/>
                  <a:pt x="243" y="1502"/>
                  <a:pt x="245" y="1502"/>
                </a:cubicBezTo>
                <a:cubicBezTo>
                  <a:pt x="241" y="1509"/>
                  <a:pt x="239" y="1493"/>
                  <a:pt x="234" y="1492"/>
                </a:cubicBezTo>
                <a:close/>
                <a:moveTo>
                  <a:pt x="288" y="1609"/>
                </a:moveTo>
                <a:cubicBezTo>
                  <a:pt x="292" y="1610"/>
                  <a:pt x="294" y="1614"/>
                  <a:pt x="295" y="1619"/>
                </a:cubicBezTo>
                <a:cubicBezTo>
                  <a:pt x="291" y="1618"/>
                  <a:pt x="289" y="1614"/>
                  <a:pt x="288" y="1609"/>
                </a:cubicBezTo>
                <a:close/>
                <a:moveTo>
                  <a:pt x="307" y="1605"/>
                </a:moveTo>
                <a:cubicBezTo>
                  <a:pt x="302" y="1602"/>
                  <a:pt x="305" y="1590"/>
                  <a:pt x="301" y="1586"/>
                </a:cubicBezTo>
                <a:cubicBezTo>
                  <a:pt x="305" y="1588"/>
                  <a:pt x="307" y="1588"/>
                  <a:pt x="310" y="1585"/>
                </a:cubicBezTo>
                <a:cubicBezTo>
                  <a:pt x="308" y="1574"/>
                  <a:pt x="312" y="1569"/>
                  <a:pt x="313" y="1561"/>
                </a:cubicBezTo>
                <a:cubicBezTo>
                  <a:pt x="313" y="1553"/>
                  <a:pt x="319" y="1567"/>
                  <a:pt x="313" y="1565"/>
                </a:cubicBezTo>
                <a:cubicBezTo>
                  <a:pt x="315" y="1582"/>
                  <a:pt x="308" y="1591"/>
                  <a:pt x="307" y="1605"/>
                </a:cubicBezTo>
                <a:close/>
                <a:moveTo>
                  <a:pt x="359" y="1783"/>
                </a:moveTo>
                <a:cubicBezTo>
                  <a:pt x="351" y="1782"/>
                  <a:pt x="356" y="1772"/>
                  <a:pt x="358" y="1768"/>
                </a:cubicBezTo>
                <a:cubicBezTo>
                  <a:pt x="365" y="1770"/>
                  <a:pt x="356" y="1776"/>
                  <a:pt x="359" y="1783"/>
                </a:cubicBezTo>
                <a:close/>
                <a:moveTo>
                  <a:pt x="388" y="2010"/>
                </a:moveTo>
                <a:cubicBezTo>
                  <a:pt x="384" y="2012"/>
                  <a:pt x="382" y="2009"/>
                  <a:pt x="379" y="2009"/>
                </a:cubicBezTo>
                <a:cubicBezTo>
                  <a:pt x="376" y="2005"/>
                  <a:pt x="372" y="2001"/>
                  <a:pt x="368" y="1999"/>
                </a:cubicBezTo>
                <a:cubicBezTo>
                  <a:pt x="362" y="1998"/>
                  <a:pt x="359" y="1993"/>
                  <a:pt x="354" y="1991"/>
                </a:cubicBezTo>
                <a:cubicBezTo>
                  <a:pt x="350" y="1988"/>
                  <a:pt x="344" y="1987"/>
                  <a:pt x="340" y="1983"/>
                </a:cubicBezTo>
                <a:cubicBezTo>
                  <a:pt x="330" y="1979"/>
                  <a:pt x="323" y="1971"/>
                  <a:pt x="311" y="1970"/>
                </a:cubicBezTo>
                <a:cubicBezTo>
                  <a:pt x="304" y="1963"/>
                  <a:pt x="290" y="1963"/>
                  <a:pt x="284" y="1954"/>
                </a:cubicBezTo>
                <a:cubicBezTo>
                  <a:pt x="260" y="1951"/>
                  <a:pt x="240" y="1944"/>
                  <a:pt x="223" y="1932"/>
                </a:cubicBezTo>
                <a:cubicBezTo>
                  <a:pt x="211" y="1932"/>
                  <a:pt x="203" y="1927"/>
                  <a:pt x="192" y="1926"/>
                </a:cubicBezTo>
                <a:cubicBezTo>
                  <a:pt x="186" y="1920"/>
                  <a:pt x="173" y="1921"/>
                  <a:pt x="167" y="1915"/>
                </a:cubicBezTo>
                <a:cubicBezTo>
                  <a:pt x="156" y="1913"/>
                  <a:pt x="149" y="1908"/>
                  <a:pt x="138" y="1906"/>
                </a:cubicBezTo>
                <a:cubicBezTo>
                  <a:pt x="129" y="1903"/>
                  <a:pt x="123" y="1897"/>
                  <a:pt x="111" y="1897"/>
                </a:cubicBezTo>
                <a:cubicBezTo>
                  <a:pt x="119" y="1888"/>
                  <a:pt x="125" y="1901"/>
                  <a:pt x="135" y="1897"/>
                </a:cubicBezTo>
                <a:cubicBezTo>
                  <a:pt x="143" y="1899"/>
                  <a:pt x="151" y="1901"/>
                  <a:pt x="162" y="1900"/>
                </a:cubicBezTo>
                <a:cubicBezTo>
                  <a:pt x="165" y="1904"/>
                  <a:pt x="173" y="1902"/>
                  <a:pt x="177" y="1905"/>
                </a:cubicBezTo>
                <a:cubicBezTo>
                  <a:pt x="183" y="1906"/>
                  <a:pt x="188" y="1907"/>
                  <a:pt x="191" y="1911"/>
                </a:cubicBezTo>
                <a:cubicBezTo>
                  <a:pt x="203" y="1911"/>
                  <a:pt x="209" y="1918"/>
                  <a:pt x="222" y="1917"/>
                </a:cubicBezTo>
                <a:cubicBezTo>
                  <a:pt x="230" y="1923"/>
                  <a:pt x="243" y="1923"/>
                  <a:pt x="251" y="1928"/>
                </a:cubicBezTo>
                <a:cubicBezTo>
                  <a:pt x="260" y="1933"/>
                  <a:pt x="268" y="1937"/>
                  <a:pt x="278" y="1939"/>
                </a:cubicBezTo>
                <a:cubicBezTo>
                  <a:pt x="282" y="1943"/>
                  <a:pt x="288" y="1944"/>
                  <a:pt x="292" y="1947"/>
                </a:cubicBezTo>
                <a:cubicBezTo>
                  <a:pt x="294" y="1949"/>
                  <a:pt x="297" y="1949"/>
                  <a:pt x="301" y="1949"/>
                </a:cubicBezTo>
                <a:cubicBezTo>
                  <a:pt x="300" y="1953"/>
                  <a:pt x="303" y="1953"/>
                  <a:pt x="305" y="1953"/>
                </a:cubicBezTo>
                <a:cubicBezTo>
                  <a:pt x="313" y="1958"/>
                  <a:pt x="323" y="1961"/>
                  <a:pt x="328" y="1969"/>
                </a:cubicBezTo>
                <a:cubicBezTo>
                  <a:pt x="335" y="1968"/>
                  <a:pt x="337" y="1973"/>
                  <a:pt x="340" y="1977"/>
                </a:cubicBezTo>
                <a:cubicBezTo>
                  <a:pt x="344" y="1976"/>
                  <a:pt x="345" y="1979"/>
                  <a:pt x="349" y="1978"/>
                </a:cubicBezTo>
                <a:cubicBezTo>
                  <a:pt x="348" y="1982"/>
                  <a:pt x="351" y="1982"/>
                  <a:pt x="353" y="1982"/>
                </a:cubicBezTo>
                <a:cubicBezTo>
                  <a:pt x="354" y="1988"/>
                  <a:pt x="363" y="1986"/>
                  <a:pt x="365" y="1990"/>
                </a:cubicBezTo>
                <a:cubicBezTo>
                  <a:pt x="371" y="1991"/>
                  <a:pt x="372" y="1996"/>
                  <a:pt x="378" y="1996"/>
                </a:cubicBezTo>
                <a:cubicBezTo>
                  <a:pt x="382" y="2003"/>
                  <a:pt x="388" y="2008"/>
                  <a:pt x="395" y="2012"/>
                </a:cubicBezTo>
                <a:cubicBezTo>
                  <a:pt x="395" y="2018"/>
                  <a:pt x="388" y="2013"/>
                  <a:pt x="388" y="2010"/>
                </a:cubicBezTo>
                <a:close/>
                <a:moveTo>
                  <a:pt x="596" y="2107"/>
                </a:moveTo>
                <a:cubicBezTo>
                  <a:pt x="598" y="2103"/>
                  <a:pt x="602" y="2098"/>
                  <a:pt x="604" y="2094"/>
                </a:cubicBezTo>
                <a:cubicBezTo>
                  <a:pt x="619" y="2080"/>
                  <a:pt x="618" y="2072"/>
                  <a:pt x="622" y="2068"/>
                </a:cubicBezTo>
                <a:cubicBezTo>
                  <a:pt x="660" y="2019"/>
                  <a:pt x="661" y="2017"/>
                  <a:pt x="662" y="2015"/>
                </a:cubicBezTo>
                <a:cubicBezTo>
                  <a:pt x="680" y="1994"/>
                  <a:pt x="677" y="1985"/>
                  <a:pt x="684" y="1985"/>
                </a:cubicBezTo>
                <a:cubicBezTo>
                  <a:pt x="699" y="1956"/>
                  <a:pt x="701" y="1954"/>
                  <a:pt x="703" y="1953"/>
                </a:cubicBezTo>
                <a:cubicBezTo>
                  <a:pt x="735" y="1903"/>
                  <a:pt x="744" y="1884"/>
                  <a:pt x="752" y="1865"/>
                </a:cubicBezTo>
                <a:cubicBezTo>
                  <a:pt x="765" y="1831"/>
                  <a:pt x="766" y="1825"/>
                  <a:pt x="768" y="1820"/>
                </a:cubicBezTo>
                <a:cubicBezTo>
                  <a:pt x="769" y="1817"/>
                  <a:pt x="760" y="1822"/>
                  <a:pt x="761" y="1836"/>
                </a:cubicBezTo>
                <a:cubicBezTo>
                  <a:pt x="728" y="1898"/>
                  <a:pt x="723" y="1908"/>
                  <a:pt x="718" y="1917"/>
                </a:cubicBezTo>
                <a:cubicBezTo>
                  <a:pt x="702" y="1935"/>
                  <a:pt x="702" y="1939"/>
                  <a:pt x="700" y="1940"/>
                </a:cubicBezTo>
                <a:cubicBezTo>
                  <a:pt x="676" y="1974"/>
                  <a:pt x="673" y="1984"/>
                  <a:pt x="667" y="1991"/>
                </a:cubicBezTo>
                <a:cubicBezTo>
                  <a:pt x="648" y="2019"/>
                  <a:pt x="646" y="2019"/>
                  <a:pt x="647" y="2023"/>
                </a:cubicBezTo>
                <a:cubicBezTo>
                  <a:pt x="633" y="2043"/>
                  <a:pt x="628" y="2045"/>
                  <a:pt x="625" y="2048"/>
                </a:cubicBezTo>
                <a:cubicBezTo>
                  <a:pt x="609" y="2076"/>
                  <a:pt x="604" y="2078"/>
                  <a:pt x="601" y="2081"/>
                </a:cubicBezTo>
                <a:cubicBezTo>
                  <a:pt x="576" y="2118"/>
                  <a:pt x="578" y="2126"/>
                  <a:pt x="571" y="2127"/>
                </a:cubicBezTo>
                <a:cubicBezTo>
                  <a:pt x="556" y="2155"/>
                  <a:pt x="554" y="2157"/>
                  <a:pt x="553" y="2160"/>
                </a:cubicBezTo>
                <a:cubicBezTo>
                  <a:pt x="565" y="2157"/>
                  <a:pt x="568" y="2155"/>
                  <a:pt x="566" y="2151"/>
                </a:cubicBezTo>
                <a:cubicBezTo>
                  <a:pt x="593" y="2117"/>
                  <a:pt x="590" y="2108"/>
                  <a:pt x="596" y="2107"/>
                </a:cubicBezTo>
                <a:close/>
                <a:moveTo>
                  <a:pt x="556" y="2121"/>
                </a:moveTo>
                <a:cubicBezTo>
                  <a:pt x="555" y="2115"/>
                  <a:pt x="559" y="2113"/>
                  <a:pt x="561" y="2110"/>
                </a:cubicBezTo>
                <a:cubicBezTo>
                  <a:pt x="585" y="2064"/>
                  <a:pt x="590" y="2064"/>
                  <a:pt x="591" y="2060"/>
                </a:cubicBezTo>
                <a:cubicBezTo>
                  <a:pt x="608" y="2038"/>
                  <a:pt x="607" y="2033"/>
                  <a:pt x="610" y="2030"/>
                </a:cubicBezTo>
                <a:cubicBezTo>
                  <a:pt x="638" y="2004"/>
                  <a:pt x="636" y="1993"/>
                  <a:pt x="645" y="1992"/>
                </a:cubicBezTo>
                <a:cubicBezTo>
                  <a:pt x="664" y="1965"/>
                  <a:pt x="667" y="1963"/>
                  <a:pt x="666" y="1958"/>
                </a:cubicBezTo>
                <a:cubicBezTo>
                  <a:pt x="682" y="1941"/>
                  <a:pt x="684" y="1938"/>
                  <a:pt x="687" y="1937"/>
                </a:cubicBezTo>
                <a:cubicBezTo>
                  <a:pt x="710" y="1898"/>
                  <a:pt x="721" y="1889"/>
                  <a:pt x="726" y="1875"/>
                </a:cubicBezTo>
                <a:cubicBezTo>
                  <a:pt x="749" y="1838"/>
                  <a:pt x="750" y="1835"/>
                  <a:pt x="749" y="1830"/>
                </a:cubicBezTo>
                <a:cubicBezTo>
                  <a:pt x="766" y="1792"/>
                  <a:pt x="762" y="1780"/>
                  <a:pt x="770" y="1778"/>
                </a:cubicBezTo>
                <a:cubicBezTo>
                  <a:pt x="774" y="1706"/>
                  <a:pt x="781" y="1717"/>
                  <a:pt x="776" y="1719"/>
                </a:cubicBezTo>
                <a:cubicBezTo>
                  <a:pt x="771" y="1756"/>
                  <a:pt x="768" y="1760"/>
                  <a:pt x="767" y="1765"/>
                </a:cubicBezTo>
                <a:cubicBezTo>
                  <a:pt x="751" y="1811"/>
                  <a:pt x="751" y="1818"/>
                  <a:pt x="746" y="1819"/>
                </a:cubicBezTo>
                <a:cubicBezTo>
                  <a:pt x="726" y="1861"/>
                  <a:pt x="723" y="1864"/>
                  <a:pt x="721" y="1869"/>
                </a:cubicBezTo>
                <a:cubicBezTo>
                  <a:pt x="686" y="1918"/>
                  <a:pt x="687" y="1914"/>
                  <a:pt x="683" y="1918"/>
                </a:cubicBezTo>
                <a:cubicBezTo>
                  <a:pt x="665" y="1944"/>
                  <a:pt x="666" y="1949"/>
                  <a:pt x="661" y="1950"/>
                </a:cubicBezTo>
                <a:cubicBezTo>
                  <a:pt x="649" y="1969"/>
                  <a:pt x="647" y="1972"/>
                  <a:pt x="646" y="1975"/>
                </a:cubicBezTo>
                <a:cubicBezTo>
                  <a:pt x="622" y="2004"/>
                  <a:pt x="620" y="2011"/>
                  <a:pt x="614" y="2014"/>
                </a:cubicBezTo>
                <a:cubicBezTo>
                  <a:pt x="595" y="2042"/>
                  <a:pt x="587" y="2040"/>
                  <a:pt x="590" y="2047"/>
                </a:cubicBezTo>
                <a:cubicBezTo>
                  <a:pt x="566" y="2088"/>
                  <a:pt x="559" y="2090"/>
                  <a:pt x="556" y="2097"/>
                </a:cubicBezTo>
                <a:cubicBezTo>
                  <a:pt x="535" y="2141"/>
                  <a:pt x="528" y="2144"/>
                  <a:pt x="527" y="2151"/>
                </a:cubicBezTo>
                <a:cubicBezTo>
                  <a:pt x="533" y="2157"/>
                  <a:pt x="535" y="2153"/>
                  <a:pt x="538" y="2151"/>
                </a:cubicBezTo>
                <a:cubicBezTo>
                  <a:pt x="549" y="2125"/>
                  <a:pt x="552" y="2123"/>
                  <a:pt x="556" y="2121"/>
                </a:cubicBezTo>
                <a:close/>
              </a:path>
            </a:pathLst>
          </a:custGeom>
          <a:solidFill>
            <a:schemeClr val="accent1">
              <a:lumMod val="20000"/>
              <a:lumOff val="80000"/>
            </a:schemeClr>
          </a:solidFill>
          <a:ln>
            <a:noFill/>
          </a:ln>
        </p:spPr>
      </p:sp>
      <p:sp>
        <p:nvSpPr>
          <p:cNvPr id="23" name="Rectangle 15">
            <a:extLst>
              <a:ext uri="{FF2B5EF4-FFF2-40B4-BE49-F238E27FC236}">
                <a16:creationId xmlns:a16="http://schemas.microsoft.com/office/drawing/2014/main" id="{78DB0209-038A-4BBB-846F-FF25A7C1688C}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4662421" y="0"/>
            <a:ext cx="7537705" cy="6858000"/>
          </a:xfrm>
          <a:prstGeom prst="rect">
            <a:avLst/>
          </a:pr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>
              <a:defRPr/>
            </a:pPr>
            <a:endParaRPr lang="en-US">
              <a:solidFill>
                <a:prstClr val="white"/>
              </a:solidFill>
              <a:latin typeface="Calibri" panose="020F0502020204030204"/>
            </a:endParaRPr>
          </a:p>
        </p:txBody>
      </p:sp>
      <p:cxnSp>
        <p:nvCxnSpPr>
          <p:cNvPr id="18" name="Straight Connector 17">
            <a:extLst>
              <a:ext uri="{FF2B5EF4-FFF2-40B4-BE49-F238E27FC236}">
                <a16:creationId xmlns:a16="http://schemas.microsoft.com/office/drawing/2014/main" id="{1B896C34-214C-4AF6-8B1F-ACB10F0BF0BC}"/>
              </a:ext>
            </a:extLst>
          </p:cNvPr>
          <p:cNvCxnSpPr>
            <a:cxnSpLocks noGrp="1" noRot="1" noChangeAspect="1" noMove="1" noResize="1" noEditPoints="1" noAdjustHandles="1" noChangeArrowheads="1" noChangeShapeType="1"/>
          </p:cNvCxn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CxnSpPr>
        <p:spPr>
          <a:xfrm>
            <a:off x="5140960" y="2257514"/>
            <a:ext cx="1371600" cy="0"/>
          </a:xfrm>
          <a:prstGeom prst="line">
            <a:avLst/>
          </a:prstGeom>
          <a:ln w="38100">
            <a:solidFill>
              <a:schemeClr val="tx2">
                <a:lumMod val="75000"/>
                <a:lumOff val="2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" name="Title 1">
            <a:extLst>
              <a:ext uri="{FF2B5EF4-FFF2-40B4-BE49-F238E27FC236}">
                <a16:creationId xmlns:a16="http://schemas.microsoft.com/office/drawing/2014/main" id="{16AA1B8C-5C3D-4225-8F3D-AE51EA9A6B49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5140962" y="568345"/>
            <a:ext cx="6563311" cy="1560716"/>
          </a:xfrm>
        </p:spPr>
        <p:txBody>
          <a:bodyPr>
            <a:normAutofit/>
          </a:bodyPr>
          <a:lstStyle/>
          <a:p>
            <a:pPr lvl="0"/>
            <a:r>
              <a:rPr lang="tr-TR" dirty="0"/>
              <a:t>Transaction Outputs &amp; Inputs</a:t>
            </a:r>
            <a:endParaRPr lang="en-US" dirty="0"/>
          </a:p>
        </p:txBody>
      </p:sp>
      <p:graphicFrame>
        <p:nvGraphicFramePr>
          <p:cNvPr id="4" name="İçerik Yer Tutucusu 3">
            <a:extLst>
              <a:ext uri="{FF2B5EF4-FFF2-40B4-BE49-F238E27FC236}">
                <a16:creationId xmlns:a16="http://schemas.microsoft.com/office/drawing/2014/main" id="{65873537-8DAC-4B0A-BDED-259317C0FB0D}"/>
              </a:ext>
            </a:extLst>
          </p:cNvPr>
          <p:cNvGraphicFramePr>
            <a:graphicFrameLocks noGrp="1"/>
          </p:cNvGraphicFramePr>
          <p:nvPr>
            <p:ph idx="1"/>
            <p:extLst>
              <p:ext uri="{D42A27DB-BD31-4B8C-83A1-F6EECF244321}">
                <p14:modId xmlns:p14="http://schemas.microsoft.com/office/powerpoint/2010/main" val="314370229"/>
              </p:ext>
            </p:extLst>
          </p:nvPr>
        </p:nvGraphicFramePr>
        <p:xfrm>
          <a:off x="5140962" y="2438399"/>
          <a:ext cx="6563311" cy="4172249"/>
        </p:xfrm>
        <a:graphic>
          <a:graphicData uri="http://schemas.openxmlformats.org/drawingml/2006/diagram">
            <dgm:relIds xmlns:dgm="http://schemas.openxmlformats.org/drawingml/2006/diagram" xmlns:r="http://schemas.openxmlformats.org/officeDocument/2006/relationships" r:dm="rId2" r:lo="rId3" r:qs="rId4" r:cs="rId5"/>
          </a:graphicData>
        </a:graphic>
      </p:graphicFrame>
    </p:spTree>
    <p:extLst>
      <p:ext uri="{BB962C8B-B14F-4D97-AF65-F5344CB8AC3E}">
        <p14:creationId xmlns:p14="http://schemas.microsoft.com/office/powerpoint/2010/main" val="1596671846"/>
      </p:ext>
    </p:extLst>
  </p:cSld>
  <p:clrMapOvr>
    <a:masterClrMapping/>
  </p:clrMapOvr>
</p:sld>
</file>

<file path=ppt/slides/slide1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" name="Rectangle 15">
            <a:extLst>
              <a:ext uri="{FF2B5EF4-FFF2-40B4-BE49-F238E27FC236}">
                <a16:creationId xmlns:a16="http://schemas.microsoft.com/office/drawing/2014/main" id="{0BA2247A-E9F8-4143-ADCA-0F842A18E2E5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chemeClr val="bg1">
              <a:alpha val="7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9DFBB3FC-E867-4B50-8E6F-1EE294D4593B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846580" y="568345"/>
            <a:ext cx="9701953" cy="1560716"/>
          </a:xfrm>
        </p:spPr>
        <p:txBody>
          <a:bodyPr>
            <a:normAutofit/>
          </a:bodyPr>
          <a:lstStyle/>
          <a:p>
            <a:r>
              <a:rPr lang="tr-TR"/>
              <a:t>Transaction Outputs &amp; Inputs</a:t>
            </a:r>
            <a:endParaRPr lang="tr-TR" dirty="0"/>
          </a:p>
        </p:txBody>
      </p:sp>
      <p:cxnSp>
        <p:nvCxnSpPr>
          <p:cNvPr id="18" name="Straight Connector 17">
            <a:extLst>
              <a:ext uri="{FF2B5EF4-FFF2-40B4-BE49-F238E27FC236}">
                <a16:creationId xmlns:a16="http://schemas.microsoft.com/office/drawing/2014/main" id="{D6AAB1FD-37D2-44D2-9E77-C42AA85E7829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CxnSpPr>
            <a:cxnSpLocks noGrp="1" noRot="1" noChangeAspect="1" noMove="1" noResize="1" noEditPoints="1" noAdjustHandles="1" noChangeArrowheads="1" noChangeShapeType="1"/>
          </p:cNvCxn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CxnSpPr>
        <p:spPr>
          <a:xfrm>
            <a:off x="1846580" y="2176009"/>
            <a:ext cx="9701953" cy="0"/>
          </a:xfrm>
          <a:prstGeom prst="line">
            <a:avLst/>
          </a:prstGeom>
          <a:ln w="38100">
            <a:solidFill>
              <a:schemeClr val="accent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aphicFrame>
        <p:nvGraphicFramePr>
          <p:cNvPr id="4" name="İçerik Yer Tutucusu 3">
            <a:extLst>
              <a:ext uri="{FF2B5EF4-FFF2-40B4-BE49-F238E27FC236}">
                <a16:creationId xmlns:a16="http://schemas.microsoft.com/office/drawing/2014/main" id="{C194001E-3C5A-4923-B0FD-FD2DC73AA687}"/>
              </a:ext>
            </a:extLst>
          </p:cNvPr>
          <p:cNvGraphicFramePr>
            <a:graphicFrameLocks noGrp="1"/>
          </p:cNvGraphicFramePr>
          <p:nvPr>
            <p:ph idx="1"/>
            <p:extLst>
              <p:ext uri="{D42A27DB-BD31-4B8C-83A1-F6EECF244321}">
                <p14:modId xmlns:p14="http://schemas.microsoft.com/office/powerpoint/2010/main" val="4118467601"/>
              </p:ext>
            </p:extLst>
          </p:nvPr>
        </p:nvGraphicFramePr>
        <p:xfrm>
          <a:off x="5630010" y="2383673"/>
          <a:ext cx="6318852" cy="3651250"/>
        </p:xfrm>
        <a:graphic>
          <a:graphicData uri="http://schemas.openxmlformats.org/drawingml/2006/diagram">
            <dgm:relIds xmlns:dgm="http://schemas.openxmlformats.org/drawingml/2006/diagram" xmlns:r="http://schemas.openxmlformats.org/officeDocument/2006/relationships" r:dm="rId2" r:lo="rId3" r:qs="rId4" r:cs="rId5"/>
          </a:graphicData>
        </a:graphic>
      </p:graphicFrame>
      <p:pic>
        <p:nvPicPr>
          <p:cNvPr id="5" name="Picture 4">
            <a:extLst>
              <a:ext uri="{FF2B5EF4-FFF2-40B4-BE49-F238E27FC236}">
                <a16:creationId xmlns:a16="http://schemas.microsoft.com/office/drawing/2014/main" id="{D1852B3D-F9DB-4546-8350-6248B46DB6B1}"/>
              </a:ext>
            </a:extLst>
          </p:cNvPr>
          <p:cNvPicPr>
            <a:picLocks noChangeAspect="1"/>
          </p:cNvPicPr>
          <p:nvPr/>
        </p:nvPicPr>
        <p:blipFill>
          <a:blip r:embed="rId7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243138" y="2759242"/>
            <a:ext cx="5095416" cy="2900112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3911943846"/>
      </p:ext>
    </p:extLst>
  </p:cSld>
  <p:clrMapOvr>
    <a:masterClrMapping/>
  </p:clrMapOvr>
</p:sld>
</file>

<file path=ppt/slides/slide1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9DFBB3FC-E867-4B50-8E6F-1EE294D4593B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2933700" y="568345"/>
            <a:ext cx="8770571" cy="1560716"/>
          </a:xfrm>
        </p:spPr>
        <p:txBody>
          <a:bodyPr>
            <a:normAutofit/>
          </a:bodyPr>
          <a:lstStyle/>
          <a:p>
            <a:r>
              <a:rPr lang="tr-TR"/>
              <a:t>Transaction Outputs &amp; Inputs</a:t>
            </a:r>
          </a:p>
        </p:txBody>
      </p:sp>
      <p:graphicFrame>
        <p:nvGraphicFramePr>
          <p:cNvPr id="4" name="İçerik Yer Tutucusu 3">
            <a:extLst>
              <a:ext uri="{FF2B5EF4-FFF2-40B4-BE49-F238E27FC236}">
                <a16:creationId xmlns:a16="http://schemas.microsoft.com/office/drawing/2014/main" id="{C194001E-3C5A-4923-B0FD-FD2DC73AA687}"/>
              </a:ext>
            </a:extLst>
          </p:cNvPr>
          <p:cNvGraphicFramePr>
            <a:graphicFrameLocks noGrp="1"/>
          </p:cNvGraphicFramePr>
          <p:nvPr>
            <p:ph idx="1"/>
            <p:extLst>
              <p:ext uri="{D42A27DB-BD31-4B8C-83A1-F6EECF244321}">
                <p14:modId xmlns:p14="http://schemas.microsoft.com/office/powerpoint/2010/main" val="3134365153"/>
              </p:ext>
            </p:extLst>
          </p:nvPr>
        </p:nvGraphicFramePr>
        <p:xfrm>
          <a:off x="2933700" y="2438400"/>
          <a:ext cx="8770938" cy="3651250"/>
        </p:xfrm>
        <a:graphic>
          <a:graphicData uri="http://schemas.openxmlformats.org/drawingml/2006/diagram">
            <dgm:relIds xmlns:dgm="http://schemas.openxmlformats.org/drawingml/2006/diagram" xmlns:r="http://schemas.openxmlformats.org/officeDocument/2006/relationships" r:dm="rId2" r:lo="rId3" r:qs="rId4" r:cs="rId5"/>
          </a:graphicData>
        </a:graphic>
      </p:graphicFrame>
    </p:spTree>
    <p:extLst>
      <p:ext uri="{BB962C8B-B14F-4D97-AF65-F5344CB8AC3E}">
        <p14:creationId xmlns:p14="http://schemas.microsoft.com/office/powerpoint/2010/main" val="153665758"/>
      </p:ext>
    </p:extLst>
  </p:cSld>
  <p:clrMapOvr>
    <a:masterClrMapping/>
  </p:clrMapOvr>
</p:sld>
</file>

<file path=ppt/slides/slide1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6" name="Rectangle 25">
            <a:extLst>
              <a:ext uri="{FF2B5EF4-FFF2-40B4-BE49-F238E27FC236}">
                <a16:creationId xmlns:a16="http://schemas.microsoft.com/office/drawing/2014/main" id="{0BA2247A-E9F8-4143-ADCA-0F842A18E2E5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chemeClr val="bg1">
              <a:alpha val="7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E9E8523B-953B-4641-A3D8-BADC6EA033E9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846580" y="568345"/>
            <a:ext cx="9701953" cy="1560716"/>
          </a:xfrm>
        </p:spPr>
        <p:txBody>
          <a:bodyPr>
            <a:normAutofit/>
          </a:bodyPr>
          <a:lstStyle/>
          <a:p>
            <a:r>
              <a:rPr lang="tr-TR"/>
              <a:t>UTXO Set</a:t>
            </a:r>
          </a:p>
        </p:txBody>
      </p:sp>
      <p:cxnSp>
        <p:nvCxnSpPr>
          <p:cNvPr id="28" name="Straight Connector 27">
            <a:extLst>
              <a:ext uri="{FF2B5EF4-FFF2-40B4-BE49-F238E27FC236}">
                <a16:creationId xmlns:a16="http://schemas.microsoft.com/office/drawing/2014/main" id="{D6AAB1FD-37D2-44D2-9E77-C42AA85E7829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CxnSpPr>
            <a:cxnSpLocks noGrp="1" noRot="1" noChangeAspect="1" noMove="1" noResize="1" noEditPoints="1" noAdjustHandles="1" noChangeArrowheads="1" noChangeShapeType="1"/>
          </p:cNvCxn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CxnSpPr>
        <p:spPr>
          <a:xfrm>
            <a:off x="1846580" y="2176009"/>
            <a:ext cx="9701953" cy="0"/>
          </a:xfrm>
          <a:prstGeom prst="line">
            <a:avLst/>
          </a:prstGeom>
          <a:ln w="38100">
            <a:solidFill>
              <a:schemeClr val="accent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aphicFrame>
        <p:nvGraphicFramePr>
          <p:cNvPr id="4" name="İçerik Yer Tutucusu 3">
            <a:extLst>
              <a:ext uri="{FF2B5EF4-FFF2-40B4-BE49-F238E27FC236}">
                <a16:creationId xmlns:a16="http://schemas.microsoft.com/office/drawing/2014/main" id="{4A01BFC0-8334-4465-9960-9D43A359539D}"/>
              </a:ext>
            </a:extLst>
          </p:cNvPr>
          <p:cNvGraphicFramePr>
            <a:graphicFrameLocks noGrp="1"/>
          </p:cNvGraphicFramePr>
          <p:nvPr>
            <p:ph idx="1"/>
            <p:extLst>
              <p:ext uri="{D42A27DB-BD31-4B8C-83A1-F6EECF244321}">
                <p14:modId xmlns:p14="http://schemas.microsoft.com/office/powerpoint/2010/main" val="657849388"/>
              </p:ext>
            </p:extLst>
          </p:nvPr>
        </p:nvGraphicFramePr>
        <p:xfrm>
          <a:off x="1846580" y="2438400"/>
          <a:ext cx="9701953" cy="3651250"/>
        </p:xfrm>
        <a:graphic>
          <a:graphicData uri="http://schemas.openxmlformats.org/drawingml/2006/diagram">
            <dgm:relIds xmlns:dgm="http://schemas.openxmlformats.org/drawingml/2006/diagram" xmlns:r="http://schemas.openxmlformats.org/officeDocument/2006/relationships" r:dm="rId2" r:lo="rId3" r:qs="rId4" r:cs="rId5"/>
          </a:graphicData>
        </a:graphic>
      </p:graphicFrame>
    </p:spTree>
    <p:extLst>
      <p:ext uri="{BB962C8B-B14F-4D97-AF65-F5344CB8AC3E}">
        <p14:creationId xmlns:p14="http://schemas.microsoft.com/office/powerpoint/2010/main" val="1070636094"/>
      </p:ext>
    </p:extLst>
  </p:cSld>
  <p:clrMapOvr>
    <a:masterClrMapping/>
  </p:clrMapOvr>
</p:sld>
</file>

<file path=ppt/slides/slide1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3" name="Rectangle 22">
            <a:extLst>
              <a:ext uri="{FF2B5EF4-FFF2-40B4-BE49-F238E27FC236}">
                <a16:creationId xmlns:a16="http://schemas.microsoft.com/office/drawing/2014/main" id="{0BA2247A-E9F8-4143-ADCA-0F842A18E2E5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chemeClr val="bg1">
              <a:alpha val="7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B2FBEE74-732F-407C-9FDC-90ECB1CFCB55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846580" y="568345"/>
            <a:ext cx="9701953" cy="1560716"/>
          </a:xfrm>
        </p:spPr>
        <p:txBody>
          <a:bodyPr>
            <a:normAutofit/>
          </a:bodyPr>
          <a:lstStyle/>
          <a:p>
            <a:r>
              <a:rPr lang="tr-TR"/>
              <a:t>Wallet Balance</a:t>
            </a:r>
          </a:p>
        </p:txBody>
      </p:sp>
      <p:cxnSp>
        <p:nvCxnSpPr>
          <p:cNvPr id="25" name="Straight Connector 24">
            <a:extLst>
              <a:ext uri="{FF2B5EF4-FFF2-40B4-BE49-F238E27FC236}">
                <a16:creationId xmlns:a16="http://schemas.microsoft.com/office/drawing/2014/main" id="{D6AAB1FD-37D2-44D2-9E77-C42AA85E7829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CxnSpPr>
            <a:cxnSpLocks noGrp="1" noRot="1" noChangeAspect="1" noMove="1" noResize="1" noEditPoints="1" noAdjustHandles="1" noChangeArrowheads="1" noChangeShapeType="1"/>
          </p:cNvCxn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CxnSpPr>
        <p:spPr>
          <a:xfrm>
            <a:off x="1846580" y="2176009"/>
            <a:ext cx="9701953" cy="0"/>
          </a:xfrm>
          <a:prstGeom prst="line">
            <a:avLst/>
          </a:prstGeom>
          <a:ln w="38100">
            <a:solidFill>
              <a:schemeClr val="accent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aphicFrame>
        <p:nvGraphicFramePr>
          <p:cNvPr id="4" name="İçerik Yer Tutucusu 3">
            <a:extLst>
              <a:ext uri="{FF2B5EF4-FFF2-40B4-BE49-F238E27FC236}">
                <a16:creationId xmlns:a16="http://schemas.microsoft.com/office/drawing/2014/main" id="{4472F772-E2BD-4D0B-86C9-D2A2EB4B6A3A}"/>
              </a:ext>
            </a:extLst>
          </p:cNvPr>
          <p:cNvGraphicFramePr>
            <a:graphicFrameLocks noGrp="1"/>
          </p:cNvGraphicFramePr>
          <p:nvPr>
            <p:ph idx="1"/>
            <p:extLst>
              <p:ext uri="{D42A27DB-BD31-4B8C-83A1-F6EECF244321}">
                <p14:modId xmlns:p14="http://schemas.microsoft.com/office/powerpoint/2010/main" val="804329640"/>
              </p:ext>
            </p:extLst>
          </p:nvPr>
        </p:nvGraphicFramePr>
        <p:xfrm>
          <a:off x="980306" y="1925053"/>
          <a:ext cx="10794599" cy="3240505"/>
        </p:xfrm>
        <a:graphic>
          <a:graphicData uri="http://schemas.openxmlformats.org/drawingml/2006/diagram">
            <dgm:relIds xmlns:dgm="http://schemas.openxmlformats.org/drawingml/2006/diagram" xmlns:r="http://schemas.openxmlformats.org/officeDocument/2006/relationships" r:dm="rId2" r:lo="rId3" r:qs="rId4" r:cs="rId5"/>
          </a:graphicData>
        </a:graphic>
      </p:graphicFrame>
      <p:grpSp>
        <p:nvGrpSpPr>
          <p:cNvPr id="10" name="Group 9">
            <a:extLst>
              <a:ext uri="{FF2B5EF4-FFF2-40B4-BE49-F238E27FC236}">
                <a16:creationId xmlns:a16="http://schemas.microsoft.com/office/drawing/2014/main" id="{9FE6DDE7-1184-4BEC-AC04-BB03572D8F3C}"/>
              </a:ext>
            </a:extLst>
          </p:cNvPr>
          <p:cNvGrpSpPr/>
          <p:nvPr/>
        </p:nvGrpSpPr>
        <p:grpSpPr>
          <a:xfrm>
            <a:off x="3031953" y="5077327"/>
            <a:ext cx="8871287" cy="1363578"/>
            <a:chOff x="2149638" y="5342022"/>
            <a:chExt cx="8871287" cy="1363578"/>
          </a:xfrm>
        </p:grpSpPr>
        <p:sp>
          <p:nvSpPr>
            <p:cNvPr id="12" name="Rectangle: Rounded Corners 11">
              <a:extLst>
                <a:ext uri="{FF2B5EF4-FFF2-40B4-BE49-F238E27FC236}">
                  <a16:creationId xmlns:a16="http://schemas.microsoft.com/office/drawing/2014/main" id="{595A313D-A477-41F4-AC6D-3969A57F7B48}"/>
                </a:ext>
              </a:extLst>
            </p:cNvPr>
            <p:cNvSpPr/>
            <p:nvPr/>
          </p:nvSpPr>
          <p:spPr>
            <a:xfrm>
              <a:off x="9946104" y="5558589"/>
              <a:ext cx="1074821" cy="914400"/>
            </a:xfrm>
            <a:prstGeom prst="round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dirty="0">
                  <a:solidFill>
                    <a:schemeClr val="bg2">
                      <a:lumMod val="25000"/>
                    </a:schemeClr>
                  </a:solidFill>
                </a:rPr>
                <a:t>Bitcoin Adress</a:t>
              </a:r>
            </a:p>
          </p:txBody>
        </p:sp>
        <p:sp>
          <p:nvSpPr>
            <p:cNvPr id="13" name="Rectangle: Rounded Corners 12">
              <a:extLst>
                <a:ext uri="{FF2B5EF4-FFF2-40B4-BE49-F238E27FC236}">
                  <a16:creationId xmlns:a16="http://schemas.microsoft.com/office/drawing/2014/main" id="{153A3F00-F583-43AD-A7E1-07F5BF765232}"/>
                </a:ext>
              </a:extLst>
            </p:cNvPr>
            <p:cNvSpPr/>
            <p:nvPr/>
          </p:nvSpPr>
          <p:spPr>
            <a:xfrm>
              <a:off x="5831302" y="5542546"/>
              <a:ext cx="1074821" cy="914400"/>
            </a:xfrm>
            <a:prstGeom prst="round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dirty="0">
                  <a:solidFill>
                    <a:schemeClr val="bg2">
                      <a:lumMod val="25000"/>
                    </a:schemeClr>
                  </a:solidFill>
                </a:rPr>
                <a:t>Public Key</a:t>
              </a:r>
            </a:p>
          </p:txBody>
        </p:sp>
        <p:sp>
          <p:nvSpPr>
            <p:cNvPr id="14" name="Callout: Right Arrow 13">
              <a:extLst>
                <a:ext uri="{FF2B5EF4-FFF2-40B4-BE49-F238E27FC236}">
                  <a16:creationId xmlns:a16="http://schemas.microsoft.com/office/drawing/2014/main" id="{C11491FB-BAC1-4792-9E98-EDB262FDAAC6}"/>
                </a:ext>
              </a:extLst>
            </p:cNvPr>
            <p:cNvSpPr/>
            <p:nvPr/>
          </p:nvSpPr>
          <p:spPr>
            <a:xfrm>
              <a:off x="7331242" y="5422230"/>
              <a:ext cx="2294021" cy="1147011"/>
            </a:xfrm>
            <a:prstGeom prst="rightArrowCallout">
              <a:avLst/>
            </a:prstGeom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dirty="0"/>
                <a:t>ripemd160</a:t>
              </a:r>
              <a:endParaRPr lang="tr-TR" dirty="0"/>
            </a:p>
          </p:txBody>
        </p:sp>
        <p:sp>
          <p:nvSpPr>
            <p:cNvPr id="15" name="Rectangle: Rounded Corners 14">
              <a:extLst>
                <a:ext uri="{FF2B5EF4-FFF2-40B4-BE49-F238E27FC236}">
                  <a16:creationId xmlns:a16="http://schemas.microsoft.com/office/drawing/2014/main" id="{7C943617-FD16-4A58-A099-856F5A0EBF78}"/>
                </a:ext>
              </a:extLst>
            </p:cNvPr>
            <p:cNvSpPr/>
            <p:nvPr/>
          </p:nvSpPr>
          <p:spPr>
            <a:xfrm>
              <a:off x="2149638" y="5614735"/>
              <a:ext cx="1074821" cy="914400"/>
            </a:xfrm>
            <a:prstGeom prst="round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dirty="0">
                  <a:solidFill>
                    <a:schemeClr val="bg2">
                      <a:lumMod val="25000"/>
                    </a:schemeClr>
                  </a:solidFill>
                </a:rPr>
                <a:t>Private Key</a:t>
              </a:r>
            </a:p>
          </p:txBody>
        </p:sp>
        <p:sp>
          <p:nvSpPr>
            <p:cNvPr id="17" name="Callout: Right Arrow 16">
              <a:extLst>
                <a:ext uri="{FF2B5EF4-FFF2-40B4-BE49-F238E27FC236}">
                  <a16:creationId xmlns:a16="http://schemas.microsoft.com/office/drawing/2014/main" id="{D60CD683-2163-4CBA-836E-BCBB828BF4AE}"/>
                </a:ext>
              </a:extLst>
            </p:cNvPr>
            <p:cNvSpPr/>
            <p:nvPr/>
          </p:nvSpPr>
          <p:spPr>
            <a:xfrm>
              <a:off x="3481137" y="5342022"/>
              <a:ext cx="2285999" cy="1363578"/>
            </a:xfrm>
            <a:prstGeom prst="rightArrowCallout">
              <a:avLst/>
            </a:prstGeom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dirty="0"/>
                <a:t>Elliptic Curve Multiplication</a:t>
              </a:r>
            </a:p>
          </p:txBody>
        </p:sp>
      </p:grpSp>
      <p:pic>
        <p:nvPicPr>
          <p:cNvPr id="5" name="Picture 4">
            <a:extLst>
              <a:ext uri="{FF2B5EF4-FFF2-40B4-BE49-F238E27FC236}">
                <a16:creationId xmlns:a16="http://schemas.microsoft.com/office/drawing/2014/main" id="{C85F993E-5AEA-46DD-8D94-2468D5167479}"/>
              </a:ext>
            </a:extLst>
          </p:cNvPr>
          <p:cNvPicPr>
            <a:picLocks noChangeAspect="1"/>
          </p:cNvPicPr>
          <p:nvPr/>
        </p:nvPicPr>
        <p:blipFill>
          <a:blip r:embed="rId7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389021" y="4700337"/>
            <a:ext cx="2157663" cy="2157663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812627812"/>
      </p:ext>
    </p:extLst>
  </p:cSld>
  <p:clrMapOvr>
    <a:masterClrMapping/>
  </p:clrMapOvr>
</p:sld>
</file>

<file path=ppt/slides/slide1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" name="Rectangle 15">
            <a:extLst>
              <a:ext uri="{FF2B5EF4-FFF2-40B4-BE49-F238E27FC236}">
                <a16:creationId xmlns:a16="http://schemas.microsoft.com/office/drawing/2014/main" id="{8307893A-9361-4AD3-A98C-AB26519D54AD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B2FBEE74-732F-407C-9FDC-90ECB1CFCB55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846580" y="568345"/>
            <a:ext cx="9701953" cy="1560716"/>
          </a:xfrm>
        </p:spPr>
        <p:txBody>
          <a:bodyPr>
            <a:normAutofit/>
          </a:bodyPr>
          <a:lstStyle/>
          <a:p>
            <a:r>
              <a:rPr lang="tr-TR" dirty="0"/>
              <a:t>Wallet Balance</a:t>
            </a:r>
          </a:p>
        </p:txBody>
      </p:sp>
      <p:cxnSp>
        <p:nvCxnSpPr>
          <p:cNvPr id="18" name="Straight Connector 17">
            <a:extLst>
              <a:ext uri="{FF2B5EF4-FFF2-40B4-BE49-F238E27FC236}">
                <a16:creationId xmlns:a16="http://schemas.microsoft.com/office/drawing/2014/main" id="{F1534FA6-97DA-4524-BBD3-450AE51EF930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CxnSpPr>
            <a:cxnSpLocks noGrp="1" noRot="1" noChangeAspect="1" noMove="1" noResize="1" noEditPoints="1" noAdjustHandles="1" noChangeArrowheads="1" noChangeShapeType="1"/>
          </p:cNvCxn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CxnSpPr>
        <p:spPr>
          <a:xfrm>
            <a:off x="1846580" y="2176009"/>
            <a:ext cx="9701953" cy="0"/>
          </a:xfrm>
          <a:prstGeom prst="line">
            <a:avLst/>
          </a:prstGeom>
          <a:ln w="38100">
            <a:solidFill>
              <a:schemeClr val="accent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aphicFrame>
        <p:nvGraphicFramePr>
          <p:cNvPr id="4" name="İçerik Yer Tutucusu 3">
            <a:extLst>
              <a:ext uri="{FF2B5EF4-FFF2-40B4-BE49-F238E27FC236}">
                <a16:creationId xmlns:a16="http://schemas.microsoft.com/office/drawing/2014/main" id="{4472F772-E2BD-4D0B-86C9-D2A2EB4B6A3A}"/>
              </a:ext>
            </a:extLst>
          </p:cNvPr>
          <p:cNvGraphicFramePr>
            <a:graphicFrameLocks noGrp="1"/>
          </p:cNvGraphicFramePr>
          <p:nvPr>
            <p:ph idx="1"/>
            <p:extLst>
              <p:ext uri="{D42A27DB-BD31-4B8C-83A1-F6EECF244321}">
                <p14:modId xmlns:p14="http://schemas.microsoft.com/office/powerpoint/2010/main" val="1673092963"/>
              </p:ext>
            </p:extLst>
          </p:nvPr>
        </p:nvGraphicFramePr>
        <p:xfrm>
          <a:off x="4926664" y="2438400"/>
          <a:ext cx="6992620" cy="3651250"/>
        </p:xfrm>
        <a:graphic>
          <a:graphicData uri="http://schemas.openxmlformats.org/drawingml/2006/diagram">
            <dgm:relIds xmlns:dgm="http://schemas.openxmlformats.org/drawingml/2006/diagram" xmlns:r="http://schemas.openxmlformats.org/officeDocument/2006/relationships" r:dm="rId2" r:lo="rId3" r:qs="rId4" r:cs="rId5"/>
          </a:graphicData>
        </a:graphic>
      </p:graphicFrame>
      <p:grpSp>
        <p:nvGrpSpPr>
          <p:cNvPr id="12" name="Group 11">
            <a:extLst>
              <a:ext uri="{FF2B5EF4-FFF2-40B4-BE49-F238E27FC236}">
                <a16:creationId xmlns:a16="http://schemas.microsoft.com/office/drawing/2014/main" id="{FF86F58A-BFAF-411B-B176-DEE0D9844E27}"/>
              </a:ext>
            </a:extLst>
          </p:cNvPr>
          <p:cNvGrpSpPr/>
          <p:nvPr/>
        </p:nvGrpSpPr>
        <p:grpSpPr>
          <a:xfrm>
            <a:off x="496303" y="2334870"/>
            <a:ext cx="3956384" cy="3966918"/>
            <a:chOff x="143376" y="2479249"/>
            <a:chExt cx="3956384" cy="3966918"/>
          </a:xfrm>
        </p:grpSpPr>
        <p:pic>
          <p:nvPicPr>
            <p:cNvPr id="13" name="Picture 12">
              <a:extLst>
                <a:ext uri="{FF2B5EF4-FFF2-40B4-BE49-F238E27FC236}">
                  <a16:creationId xmlns:a16="http://schemas.microsoft.com/office/drawing/2014/main" id="{7926D6F5-BDB5-45B8-91B8-C92008A26B8F}"/>
                </a:ext>
              </a:extLst>
            </p:cNvPr>
            <p:cNvPicPr>
              <a:picLocks noChangeAspect="1"/>
            </p:cNvPicPr>
            <p:nvPr/>
          </p:nvPicPr>
          <p:blipFill>
            <a:blip r:embed="rId7"/>
            <a:stretch>
              <a:fillRect/>
            </a:stretch>
          </p:blipFill>
          <p:spPr>
            <a:xfrm>
              <a:off x="143376" y="4173704"/>
              <a:ext cx="1028700" cy="2200275"/>
            </a:xfrm>
            <a:prstGeom prst="rect">
              <a:avLst/>
            </a:prstGeom>
          </p:spPr>
        </p:pic>
        <p:pic>
          <p:nvPicPr>
            <p:cNvPr id="14" name="Picture 13">
              <a:extLst>
                <a:ext uri="{FF2B5EF4-FFF2-40B4-BE49-F238E27FC236}">
                  <a16:creationId xmlns:a16="http://schemas.microsoft.com/office/drawing/2014/main" id="{59F0A99A-C5D7-4A74-9418-813D1681EDF4}"/>
                </a:ext>
              </a:extLst>
            </p:cNvPr>
            <p:cNvPicPr>
              <a:picLocks noChangeAspect="1"/>
            </p:cNvPicPr>
            <p:nvPr/>
          </p:nvPicPr>
          <p:blipFill>
            <a:blip r:embed="rId8" cstate="email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tretch>
              <a:fillRect/>
            </a:stretch>
          </p:blipFill>
          <p:spPr>
            <a:xfrm>
              <a:off x="1586664" y="2479249"/>
              <a:ext cx="1445293" cy="1458083"/>
            </a:xfrm>
            <a:prstGeom prst="rect">
              <a:avLst/>
            </a:prstGeom>
          </p:spPr>
        </p:pic>
        <p:pic>
          <p:nvPicPr>
            <p:cNvPr id="15" name="Picture 14">
              <a:extLst>
                <a:ext uri="{FF2B5EF4-FFF2-40B4-BE49-F238E27FC236}">
                  <a16:creationId xmlns:a16="http://schemas.microsoft.com/office/drawing/2014/main" id="{85A455DB-523D-4667-A72A-D82F53B4C6CE}"/>
                </a:ext>
              </a:extLst>
            </p:cNvPr>
            <p:cNvPicPr>
              <a:picLocks noChangeAspect="1"/>
            </p:cNvPicPr>
            <p:nvPr/>
          </p:nvPicPr>
          <p:blipFill>
            <a:blip r:embed="rId7"/>
            <a:stretch>
              <a:fillRect/>
            </a:stretch>
          </p:blipFill>
          <p:spPr>
            <a:xfrm>
              <a:off x="1338513" y="4165683"/>
              <a:ext cx="1028700" cy="2200275"/>
            </a:xfrm>
            <a:prstGeom prst="rect">
              <a:avLst/>
            </a:prstGeom>
          </p:spPr>
        </p:pic>
        <p:pic>
          <p:nvPicPr>
            <p:cNvPr id="17" name="Picture 16">
              <a:extLst>
                <a:ext uri="{FF2B5EF4-FFF2-40B4-BE49-F238E27FC236}">
                  <a16:creationId xmlns:a16="http://schemas.microsoft.com/office/drawing/2014/main" id="{5B28F0E6-6806-4C30-913B-436A963AD8C4}"/>
                </a:ext>
              </a:extLst>
            </p:cNvPr>
            <p:cNvPicPr>
              <a:picLocks noChangeAspect="1"/>
            </p:cNvPicPr>
            <p:nvPr/>
          </p:nvPicPr>
          <p:blipFill>
            <a:blip r:embed="rId7"/>
            <a:stretch>
              <a:fillRect/>
            </a:stretch>
          </p:blipFill>
          <p:spPr>
            <a:xfrm>
              <a:off x="3071060" y="4245892"/>
              <a:ext cx="1028700" cy="2200275"/>
            </a:xfrm>
            <a:prstGeom prst="rect">
              <a:avLst/>
            </a:prstGeom>
          </p:spPr>
        </p:pic>
        <p:sp>
          <p:nvSpPr>
            <p:cNvPr id="19" name="TextBox 18">
              <a:extLst>
                <a:ext uri="{FF2B5EF4-FFF2-40B4-BE49-F238E27FC236}">
                  <a16:creationId xmlns:a16="http://schemas.microsoft.com/office/drawing/2014/main" id="{EDD3B846-C8D2-4402-B577-2FCC8C893D6C}"/>
                </a:ext>
              </a:extLst>
            </p:cNvPr>
            <p:cNvSpPr txBox="1"/>
            <p:nvPr/>
          </p:nvSpPr>
          <p:spPr>
            <a:xfrm>
              <a:off x="2518610" y="5277852"/>
              <a:ext cx="404278" cy="46166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tr-TR" sz="2400" b="1" dirty="0"/>
                <a:t>…</a:t>
              </a:r>
            </a:p>
          </p:txBody>
        </p:sp>
      </p:grpSp>
    </p:spTree>
    <p:extLst>
      <p:ext uri="{BB962C8B-B14F-4D97-AF65-F5344CB8AC3E}">
        <p14:creationId xmlns:p14="http://schemas.microsoft.com/office/powerpoint/2010/main" val="1117683677"/>
      </p:ext>
    </p:extLst>
  </p:cSld>
  <p:clrMapOvr>
    <a:masterClrMapping/>
  </p:clrMapOvr>
</p:sld>
</file>

<file path=ppt/slides/slide2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" name="Rectangle 15">
            <a:extLst>
              <a:ext uri="{FF2B5EF4-FFF2-40B4-BE49-F238E27FC236}">
                <a16:creationId xmlns:a16="http://schemas.microsoft.com/office/drawing/2014/main" id="{8307893A-9361-4AD3-A98C-AB26519D54AD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B2FBEE74-732F-407C-9FDC-90ECB1CFCB55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846580" y="568345"/>
            <a:ext cx="9701953" cy="1560716"/>
          </a:xfrm>
        </p:spPr>
        <p:txBody>
          <a:bodyPr>
            <a:normAutofit/>
          </a:bodyPr>
          <a:lstStyle/>
          <a:p>
            <a:r>
              <a:rPr lang="tr-TR" dirty="0"/>
              <a:t>Wallet Balance</a:t>
            </a:r>
          </a:p>
        </p:txBody>
      </p:sp>
      <p:cxnSp>
        <p:nvCxnSpPr>
          <p:cNvPr id="18" name="Straight Connector 17">
            <a:extLst>
              <a:ext uri="{FF2B5EF4-FFF2-40B4-BE49-F238E27FC236}">
                <a16:creationId xmlns:a16="http://schemas.microsoft.com/office/drawing/2014/main" id="{F1534FA6-97DA-4524-BBD3-450AE51EF930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CxnSpPr>
            <a:cxnSpLocks noGrp="1" noRot="1" noChangeAspect="1" noMove="1" noResize="1" noEditPoints="1" noAdjustHandles="1" noChangeArrowheads="1" noChangeShapeType="1"/>
          </p:cNvCxn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CxnSpPr>
        <p:spPr>
          <a:xfrm>
            <a:off x="1846580" y="2176009"/>
            <a:ext cx="9701953" cy="0"/>
          </a:xfrm>
          <a:prstGeom prst="line">
            <a:avLst/>
          </a:prstGeom>
          <a:ln w="38100">
            <a:solidFill>
              <a:schemeClr val="accent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aphicFrame>
        <p:nvGraphicFramePr>
          <p:cNvPr id="4" name="İçerik Yer Tutucusu 3">
            <a:extLst>
              <a:ext uri="{FF2B5EF4-FFF2-40B4-BE49-F238E27FC236}">
                <a16:creationId xmlns:a16="http://schemas.microsoft.com/office/drawing/2014/main" id="{4472F772-E2BD-4D0B-86C9-D2A2EB4B6A3A}"/>
              </a:ext>
            </a:extLst>
          </p:cNvPr>
          <p:cNvGraphicFramePr>
            <a:graphicFrameLocks noGrp="1"/>
          </p:cNvGraphicFramePr>
          <p:nvPr>
            <p:ph idx="1"/>
            <p:extLst>
              <p:ext uri="{D42A27DB-BD31-4B8C-83A1-F6EECF244321}">
                <p14:modId xmlns:p14="http://schemas.microsoft.com/office/powerpoint/2010/main" val="1085141125"/>
              </p:ext>
            </p:extLst>
          </p:nvPr>
        </p:nvGraphicFramePr>
        <p:xfrm>
          <a:off x="4782284" y="2695074"/>
          <a:ext cx="7201169" cy="3096125"/>
        </p:xfrm>
        <a:graphic>
          <a:graphicData uri="http://schemas.openxmlformats.org/drawingml/2006/diagram">
            <dgm:relIds xmlns:dgm="http://schemas.openxmlformats.org/drawingml/2006/diagram" xmlns:r="http://schemas.openxmlformats.org/officeDocument/2006/relationships" r:dm="rId2" r:lo="rId3" r:qs="rId4" r:cs="rId5"/>
          </a:graphicData>
        </a:graphic>
      </p:graphicFrame>
      <p:pic>
        <p:nvPicPr>
          <p:cNvPr id="14" name="Picture 13">
            <a:extLst>
              <a:ext uri="{FF2B5EF4-FFF2-40B4-BE49-F238E27FC236}">
                <a16:creationId xmlns:a16="http://schemas.microsoft.com/office/drawing/2014/main" id="{B07C66A2-FE19-439F-A984-C5339D5FA687}"/>
              </a:ext>
            </a:extLst>
          </p:cNvPr>
          <p:cNvPicPr>
            <a:picLocks noChangeAspect="1"/>
          </p:cNvPicPr>
          <p:nvPr/>
        </p:nvPicPr>
        <p:blipFill>
          <a:blip r:embed="rId7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160419" y="3192379"/>
            <a:ext cx="4391156" cy="2494296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891762193"/>
      </p:ext>
    </p:extLst>
  </p:cSld>
  <p:clrMapOvr>
    <a:masterClrMapping/>
  </p:clrMapOvr>
</p:sld>
</file>

<file path=ppt/slides/slide2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Rectangle 8">
            <a:extLst>
              <a:ext uri="{FF2B5EF4-FFF2-40B4-BE49-F238E27FC236}">
                <a16:creationId xmlns:a16="http://schemas.microsoft.com/office/drawing/2014/main" id="{8307893A-9361-4AD3-A98C-AB26519D54AD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95F75AE7-D7F4-44C3-B959-34C573A3F837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846580" y="568345"/>
            <a:ext cx="9701953" cy="1560716"/>
          </a:xfrm>
        </p:spPr>
        <p:txBody>
          <a:bodyPr>
            <a:normAutofit/>
          </a:bodyPr>
          <a:lstStyle/>
          <a:p>
            <a:r>
              <a:rPr lang="tr-TR" dirty="0"/>
              <a:t>Wallet Database</a:t>
            </a:r>
          </a:p>
        </p:txBody>
      </p:sp>
      <p:cxnSp>
        <p:nvCxnSpPr>
          <p:cNvPr id="11" name="Straight Connector 10">
            <a:extLst>
              <a:ext uri="{FF2B5EF4-FFF2-40B4-BE49-F238E27FC236}">
                <a16:creationId xmlns:a16="http://schemas.microsoft.com/office/drawing/2014/main" id="{F1534FA6-97DA-4524-BBD3-450AE51EF930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CxnSpPr>
            <a:cxnSpLocks noGrp="1" noRot="1" noChangeAspect="1" noMove="1" noResize="1" noEditPoints="1" noAdjustHandles="1" noChangeArrowheads="1" noChangeShapeType="1"/>
          </p:cNvCxn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CxnSpPr>
        <p:spPr>
          <a:xfrm>
            <a:off x="1846580" y="2176009"/>
            <a:ext cx="9701953" cy="0"/>
          </a:xfrm>
          <a:prstGeom prst="line">
            <a:avLst/>
          </a:prstGeom>
          <a:ln w="38100">
            <a:solidFill>
              <a:schemeClr val="accent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aphicFrame>
        <p:nvGraphicFramePr>
          <p:cNvPr id="4" name="İçerik Yer Tutucusu 3">
            <a:extLst>
              <a:ext uri="{FF2B5EF4-FFF2-40B4-BE49-F238E27FC236}">
                <a16:creationId xmlns:a16="http://schemas.microsoft.com/office/drawing/2014/main" id="{3671D1A0-CC5A-4B5C-849E-2AABE199AA9A}"/>
              </a:ext>
            </a:extLst>
          </p:cNvPr>
          <p:cNvGraphicFramePr>
            <a:graphicFrameLocks noGrp="1"/>
          </p:cNvGraphicFramePr>
          <p:nvPr>
            <p:ph idx="1"/>
            <p:extLst>
              <p:ext uri="{D42A27DB-BD31-4B8C-83A1-F6EECF244321}">
                <p14:modId xmlns:p14="http://schemas.microsoft.com/office/powerpoint/2010/main" val="2156129800"/>
              </p:ext>
            </p:extLst>
          </p:nvPr>
        </p:nvGraphicFramePr>
        <p:xfrm>
          <a:off x="4092475" y="2302044"/>
          <a:ext cx="7939103" cy="4178968"/>
        </p:xfrm>
        <a:graphic>
          <a:graphicData uri="http://schemas.openxmlformats.org/drawingml/2006/diagram">
            <dgm:relIds xmlns:dgm="http://schemas.openxmlformats.org/drawingml/2006/diagram" xmlns:r="http://schemas.openxmlformats.org/officeDocument/2006/relationships" r:dm="rId2" r:lo="rId3" r:qs="rId4" r:cs="rId5"/>
          </a:graphicData>
        </a:graphic>
      </p:graphicFrame>
      <p:grpSp>
        <p:nvGrpSpPr>
          <p:cNvPr id="3" name="Group 2">
            <a:extLst>
              <a:ext uri="{FF2B5EF4-FFF2-40B4-BE49-F238E27FC236}">
                <a16:creationId xmlns:a16="http://schemas.microsoft.com/office/drawing/2014/main" id="{012C8EC6-44C7-478B-B6BE-6DFB0FFF647E}"/>
              </a:ext>
            </a:extLst>
          </p:cNvPr>
          <p:cNvGrpSpPr/>
          <p:nvPr/>
        </p:nvGrpSpPr>
        <p:grpSpPr>
          <a:xfrm>
            <a:off x="319840" y="2703838"/>
            <a:ext cx="3616415" cy="3504458"/>
            <a:chOff x="319840" y="2703838"/>
            <a:chExt cx="3616415" cy="3504458"/>
          </a:xfrm>
        </p:grpSpPr>
        <p:pic>
          <p:nvPicPr>
            <p:cNvPr id="10" name="Picture 9">
              <a:extLst>
                <a:ext uri="{FF2B5EF4-FFF2-40B4-BE49-F238E27FC236}">
                  <a16:creationId xmlns:a16="http://schemas.microsoft.com/office/drawing/2014/main" id="{32F69D7B-905A-404F-8901-2B7FF6DB1A1A}"/>
                </a:ext>
              </a:extLst>
            </p:cNvPr>
            <p:cNvPicPr>
              <a:picLocks noChangeAspect="1"/>
            </p:cNvPicPr>
            <p:nvPr/>
          </p:nvPicPr>
          <p:blipFill>
            <a:blip r:embed="rId7" cstate="email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tretch>
              <a:fillRect/>
            </a:stretch>
          </p:blipFill>
          <p:spPr>
            <a:xfrm>
              <a:off x="319840" y="4109536"/>
              <a:ext cx="977489" cy="2090740"/>
            </a:xfrm>
            <a:prstGeom prst="rect">
              <a:avLst/>
            </a:prstGeom>
          </p:spPr>
        </p:pic>
        <p:pic>
          <p:nvPicPr>
            <p:cNvPr id="12" name="Picture 11">
              <a:extLst>
                <a:ext uri="{FF2B5EF4-FFF2-40B4-BE49-F238E27FC236}">
                  <a16:creationId xmlns:a16="http://schemas.microsoft.com/office/drawing/2014/main" id="{0E7BCE48-A73F-47F0-A2BE-9301F57C9C55}"/>
                </a:ext>
              </a:extLst>
            </p:cNvPr>
            <p:cNvPicPr>
              <a:picLocks noChangeAspect="1"/>
            </p:cNvPicPr>
            <p:nvPr/>
          </p:nvPicPr>
          <p:blipFill>
            <a:blip r:embed="rId8" cstate="email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tretch>
              <a:fillRect/>
            </a:stretch>
          </p:blipFill>
          <p:spPr>
            <a:xfrm>
              <a:off x="1297907" y="2703838"/>
              <a:ext cx="1445293" cy="1458083"/>
            </a:xfrm>
            <a:prstGeom prst="rect">
              <a:avLst/>
            </a:prstGeom>
          </p:spPr>
        </p:pic>
        <p:pic>
          <p:nvPicPr>
            <p:cNvPr id="13" name="Picture 12">
              <a:extLst>
                <a:ext uri="{FF2B5EF4-FFF2-40B4-BE49-F238E27FC236}">
                  <a16:creationId xmlns:a16="http://schemas.microsoft.com/office/drawing/2014/main" id="{584E11A8-FA29-4796-A049-668E49938E75}"/>
                </a:ext>
              </a:extLst>
            </p:cNvPr>
            <p:cNvPicPr>
              <a:picLocks noChangeAspect="1"/>
            </p:cNvPicPr>
            <p:nvPr/>
          </p:nvPicPr>
          <p:blipFill>
            <a:blip r:embed="rId7" cstate="email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tretch>
              <a:fillRect/>
            </a:stretch>
          </p:blipFill>
          <p:spPr>
            <a:xfrm>
              <a:off x="1514977" y="4101515"/>
              <a:ext cx="977489" cy="2090740"/>
            </a:xfrm>
            <a:prstGeom prst="rect">
              <a:avLst/>
            </a:prstGeom>
          </p:spPr>
        </p:pic>
        <p:pic>
          <p:nvPicPr>
            <p:cNvPr id="14" name="Picture 13">
              <a:extLst>
                <a:ext uri="{FF2B5EF4-FFF2-40B4-BE49-F238E27FC236}">
                  <a16:creationId xmlns:a16="http://schemas.microsoft.com/office/drawing/2014/main" id="{C90F068C-A841-41DE-86D2-B61F4C872087}"/>
                </a:ext>
              </a:extLst>
            </p:cNvPr>
            <p:cNvPicPr>
              <a:picLocks noChangeAspect="1"/>
            </p:cNvPicPr>
            <p:nvPr/>
          </p:nvPicPr>
          <p:blipFill>
            <a:blip r:embed="rId7" cstate="email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tretch>
              <a:fillRect/>
            </a:stretch>
          </p:blipFill>
          <p:spPr>
            <a:xfrm>
              <a:off x="2958766" y="4117556"/>
              <a:ext cx="977489" cy="2090740"/>
            </a:xfrm>
            <a:prstGeom prst="rect">
              <a:avLst/>
            </a:prstGeom>
          </p:spPr>
        </p:pic>
        <p:sp>
          <p:nvSpPr>
            <p:cNvPr id="15" name="TextBox 14">
              <a:extLst>
                <a:ext uri="{FF2B5EF4-FFF2-40B4-BE49-F238E27FC236}">
                  <a16:creationId xmlns:a16="http://schemas.microsoft.com/office/drawing/2014/main" id="{DF5B1FD6-9858-477F-8BAC-B7E4E8ABFD0F}"/>
                </a:ext>
              </a:extLst>
            </p:cNvPr>
            <p:cNvSpPr txBox="1"/>
            <p:nvPr/>
          </p:nvSpPr>
          <p:spPr>
            <a:xfrm>
              <a:off x="2438400" y="5133474"/>
              <a:ext cx="352926" cy="46166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tr-TR" sz="2400" b="1" dirty="0"/>
                <a:t>…</a:t>
              </a:r>
            </a:p>
          </p:txBody>
        </p:sp>
      </p:grpSp>
    </p:spTree>
    <p:extLst>
      <p:ext uri="{BB962C8B-B14F-4D97-AF65-F5344CB8AC3E}">
        <p14:creationId xmlns:p14="http://schemas.microsoft.com/office/powerpoint/2010/main" val="2857913585"/>
      </p:ext>
    </p:extLst>
  </p:cSld>
  <p:clrMapOvr>
    <a:masterClrMapping/>
  </p:clrMapOvr>
</p:sld>
</file>

<file path=ppt/slides/slide2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Rectangle 8">
            <a:extLst>
              <a:ext uri="{FF2B5EF4-FFF2-40B4-BE49-F238E27FC236}">
                <a16:creationId xmlns:a16="http://schemas.microsoft.com/office/drawing/2014/main" id="{0BA2247A-E9F8-4143-ADCA-0F842A18E2E5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chemeClr val="bg1">
              <a:alpha val="7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3ED276D7-5089-4231-913B-29CC493EA0D1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133062" y="568345"/>
            <a:ext cx="10415472" cy="1560716"/>
          </a:xfrm>
        </p:spPr>
        <p:txBody>
          <a:bodyPr>
            <a:normAutofit/>
          </a:bodyPr>
          <a:lstStyle/>
          <a:p>
            <a:r>
              <a:rPr lang="tr-TR" dirty="0"/>
              <a:t>Transaction Value Bitcoin vs Satoshi</a:t>
            </a:r>
          </a:p>
        </p:txBody>
      </p:sp>
      <p:cxnSp>
        <p:nvCxnSpPr>
          <p:cNvPr id="11" name="Straight Connector 10">
            <a:extLst>
              <a:ext uri="{FF2B5EF4-FFF2-40B4-BE49-F238E27FC236}">
                <a16:creationId xmlns:a16="http://schemas.microsoft.com/office/drawing/2014/main" id="{D6AAB1FD-37D2-44D2-9E77-C42AA85E7829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CxnSpPr>
            <a:cxnSpLocks noGrp="1" noRot="1" noChangeAspect="1" noMove="1" noResize="1" noEditPoints="1" noAdjustHandles="1" noChangeArrowheads="1" noChangeShapeType="1"/>
          </p:cNvCxn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CxnSpPr>
        <p:spPr>
          <a:xfrm>
            <a:off x="1846580" y="2176009"/>
            <a:ext cx="9701953" cy="0"/>
          </a:xfrm>
          <a:prstGeom prst="line">
            <a:avLst/>
          </a:prstGeom>
          <a:ln w="38100">
            <a:solidFill>
              <a:schemeClr val="accent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aphicFrame>
        <p:nvGraphicFramePr>
          <p:cNvPr id="4" name="İçerik Yer Tutucusu 3">
            <a:extLst>
              <a:ext uri="{FF2B5EF4-FFF2-40B4-BE49-F238E27FC236}">
                <a16:creationId xmlns:a16="http://schemas.microsoft.com/office/drawing/2014/main" id="{C1EE5B65-5C0D-432B-AC16-CA1D4C619251}"/>
              </a:ext>
            </a:extLst>
          </p:cNvPr>
          <p:cNvGraphicFramePr>
            <a:graphicFrameLocks noGrp="1"/>
          </p:cNvGraphicFramePr>
          <p:nvPr>
            <p:ph idx="1"/>
            <p:extLst>
              <p:ext uri="{D42A27DB-BD31-4B8C-83A1-F6EECF244321}">
                <p14:modId xmlns:p14="http://schemas.microsoft.com/office/powerpoint/2010/main" val="2998194824"/>
              </p:ext>
            </p:extLst>
          </p:nvPr>
        </p:nvGraphicFramePr>
        <p:xfrm>
          <a:off x="1846580" y="2438400"/>
          <a:ext cx="9701953" cy="3651250"/>
        </p:xfrm>
        <a:graphic>
          <a:graphicData uri="http://schemas.openxmlformats.org/drawingml/2006/diagram">
            <dgm:relIds xmlns:dgm="http://schemas.openxmlformats.org/drawingml/2006/diagram" xmlns:r="http://schemas.openxmlformats.org/officeDocument/2006/relationships" r:dm="rId2" r:lo="rId3" r:qs="rId4" r:cs="rId5"/>
          </a:graphicData>
        </a:graphic>
      </p:graphicFrame>
    </p:spTree>
    <p:extLst>
      <p:ext uri="{BB962C8B-B14F-4D97-AF65-F5344CB8AC3E}">
        <p14:creationId xmlns:p14="http://schemas.microsoft.com/office/powerpoint/2010/main" val="1962585413"/>
      </p:ext>
    </p:extLst>
  </p:cSld>
  <p:clrMapOvr>
    <a:masterClrMapping/>
  </p:clrMapOvr>
</p:sld>
</file>

<file path=ppt/slides/slide2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" name="Rectangle 15">
            <a:extLst>
              <a:ext uri="{FF2B5EF4-FFF2-40B4-BE49-F238E27FC236}">
                <a16:creationId xmlns:a16="http://schemas.microsoft.com/office/drawing/2014/main" id="{0BA2247A-E9F8-4143-ADCA-0F842A18E2E5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chemeClr val="bg1">
              <a:alpha val="7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3ED276D7-5089-4231-913B-29CC493EA0D1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846580" y="568345"/>
            <a:ext cx="9701953" cy="1560716"/>
          </a:xfrm>
        </p:spPr>
        <p:txBody>
          <a:bodyPr>
            <a:normAutofit/>
          </a:bodyPr>
          <a:lstStyle/>
          <a:p>
            <a:r>
              <a:rPr lang="tr-TR" dirty="0"/>
              <a:t>Indivisible Units of Value</a:t>
            </a:r>
          </a:p>
        </p:txBody>
      </p:sp>
      <p:cxnSp>
        <p:nvCxnSpPr>
          <p:cNvPr id="18" name="Straight Connector 17">
            <a:extLst>
              <a:ext uri="{FF2B5EF4-FFF2-40B4-BE49-F238E27FC236}">
                <a16:creationId xmlns:a16="http://schemas.microsoft.com/office/drawing/2014/main" id="{D6AAB1FD-37D2-44D2-9E77-C42AA85E7829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CxnSpPr>
            <a:cxnSpLocks noGrp="1" noRot="1" noChangeAspect="1" noMove="1" noResize="1" noEditPoints="1" noAdjustHandles="1" noChangeArrowheads="1" noChangeShapeType="1"/>
          </p:cNvCxn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CxnSpPr>
        <p:spPr>
          <a:xfrm>
            <a:off x="1846580" y="2176009"/>
            <a:ext cx="9701953" cy="0"/>
          </a:xfrm>
          <a:prstGeom prst="line">
            <a:avLst/>
          </a:prstGeom>
          <a:ln w="38100">
            <a:solidFill>
              <a:schemeClr val="accent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aphicFrame>
        <p:nvGraphicFramePr>
          <p:cNvPr id="4" name="İçerik Yer Tutucusu 3">
            <a:extLst>
              <a:ext uri="{FF2B5EF4-FFF2-40B4-BE49-F238E27FC236}">
                <a16:creationId xmlns:a16="http://schemas.microsoft.com/office/drawing/2014/main" id="{6EA2F97E-2576-48BC-BD8F-DF3A9ED70A4E}"/>
              </a:ext>
            </a:extLst>
          </p:cNvPr>
          <p:cNvGraphicFramePr>
            <a:graphicFrameLocks noGrp="1"/>
          </p:cNvGraphicFramePr>
          <p:nvPr>
            <p:ph idx="1"/>
            <p:extLst>
              <p:ext uri="{D42A27DB-BD31-4B8C-83A1-F6EECF244321}">
                <p14:modId xmlns:p14="http://schemas.microsoft.com/office/powerpoint/2010/main" val="2053294497"/>
              </p:ext>
            </p:extLst>
          </p:nvPr>
        </p:nvGraphicFramePr>
        <p:xfrm>
          <a:off x="1846580" y="2438400"/>
          <a:ext cx="9701953" cy="3651250"/>
        </p:xfrm>
        <a:graphic>
          <a:graphicData uri="http://schemas.openxmlformats.org/drawingml/2006/diagram">
            <dgm:relIds xmlns:dgm="http://schemas.openxmlformats.org/drawingml/2006/diagram" xmlns:r="http://schemas.openxmlformats.org/officeDocument/2006/relationships" r:dm="rId2" r:lo="rId3" r:qs="rId4" r:cs="rId5"/>
          </a:graphicData>
        </a:graphic>
      </p:graphicFrame>
    </p:spTree>
    <p:extLst>
      <p:ext uri="{BB962C8B-B14F-4D97-AF65-F5344CB8AC3E}">
        <p14:creationId xmlns:p14="http://schemas.microsoft.com/office/powerpoint/2010/main" val="3745541186"/>
      </p:ext>
    </p:extLst>
  </p:cSld>
  <p:clrMapOvr>
    <a:masterClrMapping/>
  </p:clrMapOvr>
</p:sld>
</file>

<file path=ppt/slides/slide2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44240FC3-8AAE-4990-B9D1-238ADEBBB943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2933700" y="568345"/>
            <a:ext cx="8770571" cy="1560716"/>
          </a:xfrm>
        </p:spPr>
        <p:txBody>
          <a:bodyPr>
            <a:normAutofit/>
          </a:bodyPr>
          <a:lstStyle/>
          <a:p>
            <a:r>
              <a:rPr lang="tr-TR" dirty="0"/>
              <a:t>Change</a:t>
            </a:r>
          </a:p>
        </p:txBody>
      </p:sp>
      <p:graphicFrame>
        <p:nvGraphicFramePr>
          <p:cNvPr id="4" name="İçerik Yer Tutucusu 3">
            <a:extLst>
              <a:ext uri="{FF2B5EF4-FFF2-40B4-BE49-F238E27FC236}">
                <a16:creationId xmlns:a16="http://schemas.microsoft.com/office/drawing/2014/main" id="{F4D9D507-9BA0-4113-BB1F-676F880AA36E}"/>
              </a:ext>
            </a:extLst>
          </p:cNvPr>
          <p:cNvGraphicFramePr>
            <a:graphicFrameLocks noGrp="1"/>
          </p:cNvGraphicFramePr>
          <p:nvPr>
            <p:ph idx="1"/>
            <p:extLst>
              <p:ext uri="{D42A27DB-BD31-4B8C-83A1-F6EECF244321}">
                <p14:modId xmlns:p14="http://schemas.microsoft.com/office/powerpoint/2010/main" val="3875287054"/>
              </p:ext>
            </p:extLst>
          </p:nvPr>
        </p:nvGraphicFramePr>
        <p:xfrm>
          <a:off x="2933700" y="2438400"/>
          <a:ext cx="8770938" cy="3651250"/>
        </p:xfrm>
        <a:graphic>
          <a:graphicData uri="http://schemas.openxmlformats.org/drawingml/2006/diagram">
            <dgm:relIds xmlns:dgm="http://schemas.openxmlformats.org/drawingml/2006/diagram" xmlns:r="http://schemas.openxmlformats.org/officeDocument/2006/relationships" r:dm="rId2" r:lo="rId3" r:qs="rId4" r:cs="rId5"/>
          </a:graphicData>
        </a:graphic>
      </p:graphicFrame>
    </p:spTree>
    <p:extLst>
      <p:ext uri="{BB962C8B-B14F-4D97-AF65-F5344CB8AC3E}">
        <p14:creationId xmlns:p14="http://schemas.microsoft.com/office/powerpoint/2010/main" val="3774338076"/>
      </p:ext>
    </p:extLst>
  </p:cSld>
  <p:clrMapOvr>
    <a:masterClrMapping/>
  </p:clrMapOvr>
</p:sld>
</file>

<file path=ppt/slides/slide2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" name="Rectangle 15">
            <a:extLst>
              <a:ext uri="{FF2B5EF4-FFF2-40B4-BE49-F238E27FC236}">
                <a16:creationId xmlns:a16="http://schemas.microsoft.com/office/drawing/2014/main" id="{0BA2247A-E9F8-4143-ADCA-0F842A18E2E5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chemeClr val="bg1">
              <a:alpha val="7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44240FC3-8AAE-4990-B9D1-238ADEBBB943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846580" y="568345"/>
            <a:ext cx="9701953" cy="1560716"/>
          </a:xfrm>
        </p:spPr>
        <p:txBody>
          <a:bodyPr>
            <a:normAutofit/>
          </a:bodyPr>
          <a:lstStyle/>
          <a:p>
            <a:r>
              <a:rPr lang="tr-TR" dirty="0"/>
              <a:t>Change</a:t>
            </a:r>
          </a:p>
        </p:txBody>
      </p:sp>
      <p:cxnSp>
        <p:nvCxnSpPr>
          <p:cNvPr id="18" name="Straight Connector 17">
            <a:extLst>
              <a:ext uri="{FF2B5EF4-FFF2-40B4-BE49-F238E27FC236}">
                <a16:creationId xmlns:a16="http://schemas.microsoft.com/office/drawing/2014/main" id="{D6AAB1FD-37D2-44D2-9E77-C42AA85E7829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CxnSpPr>
            <a:cxnSpLocks noGrp="1" noRot="1" noChangeAspect="1" noMove="1" noResize="1" noEditPoints="1" noAdjustHandles="1" noChangeArrowheads="1" noChangeShapeType="1"/>
          </p:cNvCxn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CxnSpPr>
        <p:spPr>
          <a:xfrm>
            <a:off x="1846580" y="2176009"/>
            <a:ext cx="9701953" cy="0"/>
          </a:xfrm>
          <a:prstGeom prst="line">
            <a:avLst/>
          </a:prstGeom>
          <a:ln w="38100">
            <a:solidFill>
              <a:schemeClr val="accent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aphicFrame>
        <p:nvGraphicFramePr>
          <p:cNvPr id="4" name="İçerik Yer Tutucusu 3">
            <a:extLst>
              <a:ext uri="{FF2B5EF4-FFF2-40B4-BE49-F238E27FC236}">
                <a16:creationId xmlns:a16="http://schemas.microsoft.com/office/drawing/2014/main" id="{F4D9D507-9BA0-4113-BB1F-676F880AA36E}"/>
              </a:ext>
            </a:extLst>
          </p:cNvPr>
          <p:cNvGraphicFramePr>
            <a:graphicFrameLocks noGrp="1"/>
          </p:cNvGraphicFramePr>
          <p:nvPr>
            <p:ph idx="1"/>
            <p:extLst>
              <p:ext uri="{D42A27DB-BD31-4B8C-83A1-F6EECF244321}">
                <p14:modId xmlns:p14="http://schemas.microsoft.com/office/powerpoint/2010/main" val="698841612"/>
              </p:ext>
            </p:extLst>
          </p:nvPr>
        </p:nvGraphicFramePr>
        <p:xfrm>
          <a:off x="4429360" y="2422358"/>
          <a:ext cx="7489924" cy="3651250"/>
        </p:xfrm>
        <a:graphic>
          <a:graphicData uri="http://schemas.openxmlformats.org/drawingml/2006/diagram">
            <dgm:relIds xmlns:dgm="http://schemas.openxmlformats.org/drawingml/2006/diagram" xmlns:r="http://schemas.openxmlformats.org/officeDocument/2006/relationships" r:dm="rId2" r:lo="rId3" r:qs="rId4" r:cs="rId5"/>
          </a:graphicData>
        </a:graphic>
      </p:graphicFrame>
      <p:pic>
        <p:nvPicPr>
          <p:cNvPr id="7" name="Picture 6">
            <a:extLst>
              <a:ext uri="{FF2B5EF4-FFF2-40B4-BE49-F238E27FC236}">
                <a16:creationId xmlns:a16="http://schemas.microsoft.com/office/drawing/2014/main" id="{8379120F-DF6A-4F38-91A7-962AA809B79F}"/>
              </a:ext>
            </a:extLst>
          </p:cNvPr>
          <p:cNvPicPr>
            <a:picLocks noChangeAspect="1"/>
          </p:cNvPicPr>
          <p:nvPr/>
        </p:nvPicPr>
        <p:blipFill>
          <a:blip r:embed="rId7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368968" y="2406316"/>
            <a:ext cx="3820263" cy="4018547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793793131"/>
      </p:ext>
    </p:extLst>
  </p:cSld>
  <p:clrMapOvr>
    <a:masterClrMapping/>
  </p:clrMapOvr>
</p:sld>
</file>

<file path=ppt/slides/slide2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Rectangle 8">
            <a:extLst>
              <a:ext uri="{FF2B5EF4-FFF2-40B4-BE49-F238E27FC236}">
                <a16:creationId xmlns:a16="http://schemas.microsoft.com/office/drawing/2014/main" id="{0BA2247A-E9F8-4143-ADCA-0F842A18E2E5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chemeClr val="bg1">
              <a:alpha val="7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13BE2658-8533-4DBF-AA8E-EA09D2103724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846580" y="568345"/>
            <a:ext cx="9701953" cy="1560716"/>
          </a:xfrm>
        </p:spPr>
        <p:txBody>
          <a:bodyPr>
            <a:normAutofit/>
          </a:bodyPr>
          <a:lstStyle/>
          <a:p>
            <a:r>
              <a:rPr lang="tr-TR" dirty="0"/>
              <a:t>Move of Value</a:t>
            </a:r>
          </a:p>
        </p:txBody>
      </p:sp>
      <p:cxnSp>
        <p:nvCxnSpPr>
          <p:cNvPr id="11" name="Straight Connector 10">
            <a:extLst>
              <a:ext uri="{FF2B5EF4-FFF2-40B4-BE49-F238E27FC236}">
                <a16:creationId xmlns:a16="http://schemas.microsoft.com/office/drawing/2014/main" id="{D6AAB1FD-37D2-44D2-9E77-C42AA85E7829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CxnSpPr>
            <a:cxnSpLocks noGrp="1" noRot="1" noChangeAspect="1" noMove="1" noResize="1" noEditPoints="1" noAdjustHandles="1" noChangeArrowheads="1" noChangeShapeType="1"/>
          </p:cNvCxn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CxnSpPr>
        <p:spPr>
          <a:xfrm>
            <a:off x="1846580" y="2176009"/>
            <a:ext cx="9701953" cy="0"/>
          </a:xfrm>
          <a:prstGeom prst="line">
            <a:avLst/>
          </a:prstGeom>
          <a:ln w="38100">
            <a:solidFill>
              <a:schemeClr val="accent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aphicFrame>
        <p:nvGraphicFramePr>
          <p:cNvPr id="4" name="İçerik Yer Tutucusu 3">
            <a:extLst>
              <a:ext uri="{FF2B5EF4-FFF2-40B4-BE49-F238E27FC236}">
                <a16:creationId xmlns:a16="http://schemas.microsoft.com/office/drawing/2014/main" id="{E62E2849-A5C1-4A79-9F65-922CF668D47D}"/>
              </a:ext>
            </a:extLst>
          </p:cNvPr>
          <p:cNvGraphicFramePr>
            <a:graphicFrameLocks noGrp="1"/>
          </p:cNvGraphicFramePr>
          <p:nvPr>
            <p:ph idx="1"/>
            <p:extLst>
              <p:ext uri="{D42A27DB-BD31-4B8C-83A1-F6EECF244321}">
                <p14:modId xmlns:p14="http://schemas.microsoft.com/office/powerpoint/2010/main" val="1634795164"/>
              </p:ext>
            </p:extLst>
          </p:nvPr>
        </p:nvGraphicFramePr>
        <p:xfrm>
          <a:off x="1076559" y="1652337"/>
          <a:ext cx="10890852" cy="3651250"/>
        </p:xfrm>
        <a:graphic>
          <a:graphicData uri="http://schemas.openxmlformats.org/drawingml/2006/diagram">
            <dgm:relIds xmlns:dgm="http://schemas.openxmlformats.org/drawingml/2006/diagram" xmlns:r="http://schemas.openxmlformats.org/officeDocument/2006/relationships" r:dm="rId2" r:lo="rId3" r:qs="rId4" r:cs="rId5"/>
          </a:graphicData>
        </a:graphic>
      </p:graphicFrame>
      <p:pic>
        <p:nvPicPr>
          <p:cNvPr id="5" name="Picture 4">
            <a:extLst>
              <a:ext uri="{FF2B5EF4-FFF2-40B4-BE49-F238E27FC236}">
                <a16:creationId xmlns:a16="http://schemas.microsoft.com/office/drawing/2014/main" id="{572C47B9-D74A-4512-B37A-FBF82262865A}"/>
              </a:ext>
            </a:extLst>
          </p:cNvPr>
          <p:cNvPicPr>
            <a:picLocks noChangeAspect="1"/>
          </p:cNvPicPr>
          <p:nvPr/>
        </p:nvPicPr>
        <p:blipFill>
          <a:blip r:embed="rId7"/>
          <a:stretch>
            <a:fillRect/>
          </a:stretch>
        </p:blipFill>
        <p:spPr>
          <a:xfrm>
            <a:off x="2167690" y="4799096"/>
            <a:ext cx="8305800" cy="1914525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3575113087"/>
      </p:ext>
    </p:extLst>
  </p:cSld>
  <p:clrMapOvr>
    <a:masterClrMapping/>
  </p:clrMapOvr>
</p:sld>
</file>

<file path=ppt/slides/slide2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" name="Picture 2">
            <a:extLst>
              <a:ext uri="{FF2B5EF4-FFF2-40B4-BE49-F238E27FC236}">
                <a16:creationId xmlns:a16="http://schemas.microsoft.com/office/drawing/2014/main" id="{1F186F26-3190-49A7-9B0E-8001D66360BA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381000" y="533400"/>
            <a:ext cx="11430000" cy="5791200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3974956188"/>
      </p:ext>
    </p:extLst>
  </p:cSld>
  <p:clrMapOvr>
    <a:masterClrMapping/>
  </p:clrMapOvr>
</p:sld>
</file>

<file path=ppt/slides/slide2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Picture 3">
            <a:extLst>
              <a:ext uri="{FF2B5EF4-FFF2-40B4-BE49-F238E27FC236}">
                <a16:creationId xmlns:a16="http://schemas.microsoft.com/office/drawing/2014/main" id="{40A0F19F-85B7-414E-A1FF-1B10FC980E49}"/>
              </a:ext>
            </a:extLst>
          </p:cNvPr>
          <p:cNvPicPr>
            <a:picLocks noChangeAspect="1"/>
          </p:cNvPicPr>
          <p:nvPr/>
        </p:nvPicPr>
        <p:blipFill>
          <a:blip r:embed="rId2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695521" y="124615"/>
            <a:ext cx="10469785" cy="6589005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3959140100"/>
      </p:ext>
    </p:extLst>
  </p:cSld>
  <p:clrMapOvr>
    <a:masterClrMapping/>
  </p:clrMapOvr>
</p:sld>
</file>

<file path=ppt/slides/slide2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0210A813-7548-4E0F-8B42-173AAD5AAED2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2933700" y="568345"/>
            <a:ext cx="8770571" cy="1560716"/>
          </a:xfrm>
        </p:spPr>
        <p:txBody>
          <a:bodyPr>
            <a:normAutofit/>
          </a:bodyPr>
          <a:lstStyle/>
          <a:p>
            <a:r>
              <a:rPr lang="tr-TR" dirty="0"/>
              <a:t>Coinbase Transaction</a:t>
            </a:r>
          </a:p>
        </p:txBody>
      </p:sp>
      <p:graphicFrame>
        <p:nvGraphicFramePr>
          <p:cNvPr id="4" name="İçerik Yer Tutucusu 3">
            <a:extLst>
              <a:ext uri="{FF2B5EF4-FFF2-40B4-BE49-F238E27FC236}">
                <a16:creationId xmlns:a16="http://schemas.microsoft.com/office/drawing/2014/main" id="{C60263B2-C6CB-4BC0-88DE-4D99A636803D}"/>
              </a:ext>
            </a:extLst>
          </p:cNvPr>
          <p:cNvGraphicFramePr>
            <a:graphicFrameLocks noGrp="1"/>
          </p:cNvGraphicFramePr>
          <p:nvPr>
            <p:ph idx="1"/>
            <p:extLst>
              <p:ext uri="{D42A27DB-BD31-4B8C-83A1-F6EECF244321}">
                <p14:modId xmlns:p14="http://schemas.microsoft.com/office/powerpoint/2010/main" val="357411533"/>
              </p:ext>
            </p:extLst>
          </p:nvPr>
        </p:nvGraphicFramePr>
        <p:xfrm>
          <a:off x="1668379" y="2438399"/>
          <a:ext cx="10036259" cy="3737811"/>
        </p:xfrm>
        <a:graphic>
          <a:graphicData uri="http://schemas.openxmlformats.org/drawingml/2006/diagram">
            <dgm:relIds xmlns:dgm="http://schemas.openxmlformats.org/drawingml/2006/diagram" xmlns:r="http://schemas.openxmlformats.org/officeDocument/2006/relationships" r:dm="rId2" r:lo="rId3" r:qs="rId4" r:cs="rId5"/>
          </a:graphicData>
        </a:graphic>
      </p:graphicFrame>
    </p:spTree>
    <p:extLst>
      <p:ext uri="{BB962C8B-B14F-4D97-AF65-F5344CB8AC3E}">
        <p14:creationId xmlns:p14="http://schemas.microsoft.com/office/powerpoint/2010/main" val="2073592114"/>
      </p:ext>
    </p:extLst>
  </p:cSld>
  <p:clrMapOvr>
    <a:masterClrMapping/>
  </p:clrMapOvr>
</p:sld>
</file>

<file path=ppt/slides/slide3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Rectangle 8">
            <a:extLst>
              <a:ext uri="{FF2B5EF4-FFF2-40B4-BE49-F238E27FC236}">
                <a16:creationId xmlns:a16="http://schemas.microsoft.com/office/drawing/2014/main" id="{8307893A-9361-4AD3-A98C-AB26519D54AD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9DBCD255-AF73-41DD-9635-4D023BDB1588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846580" y="568345"/>
            <a:ext cx="9701953" cy="1560716"/>
          </a:xfrm>
        </p:spPr>
        <p:txBody>
          <a:bodyPr>
            <a:normAutofit/>
          </a:bodyPr>
          <a:lstStyle/>
          <a:p>
            <a:r>
              <a:rPr lang="tr-TR" dirty="0"/>
              <a:t>Transaction Outputs</a:t>
            </a:r>
          </a:p>
        </p:txBody>
      </p:sp>
      <p:cxnSp>
        <p:nvCxnSpPr>
          <p:cNvPr id="11" name="Straight Connector 10">
            <a:extLst>
              <a:ext uri="{FF2B5EF4-FFF2-40B4-BE49-F238E27FC236}">
                <a16:creationId xmlns:a16="http://schemas.microsoft.com/office/drawing/2014/main" id="{F1534FA6-97DA-4524-BBD3-450AE51EF930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CxnSpPr>
            <a:cxnSpLocks noGrp="1" noRot="1" noChangeAspect="1" noMove="1" noResize="1" noEditPoints="1" noAdjustHandles="1" noChangeArrowheads="1" noChangeShapeType="1"/>
          </p:cNvCxn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CxnSpPr>
        <p:spPr>
          <a:xfrm>
            <a:off x="1846580" y="2176009"/>
            <a:ext cx="9701953" cy="0"/>
          </a:xfrm>
          <a:prstGeom prst="line">
            <a:avLst/>
          </a:prstGeom>
          <a:ln w="38100">
            <a:solidFill>
              <a:schemeClr val="accent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aphicFrame>
        <p:nvGraphicFramePr>
          <p:cNvPr id="4" name="İçerik Yer Tutucusu 3">
            <a:extLst>
              <a:ext uri="{FF2B5EF4-FFF2-40B4-BE49-F238E27FC236}">
                <a16:creationId xmlns:a16="http://schemas.microsoft.com/office/drawing/2014/main" id="{79AD5D14-4197-4EA9-B096-11FAC08C7067}"/>
              </a:ext>
            </a:extLst>
          </p:cNvPr>
          <p:cNvGraphicFramePr>
            <a:graphicFrameLocks noGrp="1"/>
          </p:cNvGraphicFramePr>
          <p:nvPr>
            <p:ph idx="1"/>
            <p:extLst>
              <p:ext uri="{D42A27DB-BD31-4B8C-83A1-F6EECF244321}">
                <p14:modId xmlns:p14="http://schemas.microsoft.com/office/powerpoint/2010/main" val="3268071189"/>
              </p:ext>
            </p:extLst>
          </p:nvPr>
        </p:nvGraphicFramePr>
        <p:xfrm>
          <a:off x="609600" y="2438400"/>
          <a:ext cx="11261558" cy="4219074"/>
        </p:xfrm>
        <a:graphic>
          <a:graphicData uri="http://schemas.openxmlformats.org/drawingml/2006/diagram">
            <dgm:relIds xmlns:dgm="http://schemas.openxmlformats.org/drawingml/2006/diagram" xmlns:r="http://schemas.openxmlformats.org/officeDocument/2006/relationships" r:dm="rId2" r:lo="rId3" r:qs="rId4" r:cs="rId5"/>
          </a:graphicData>
        </a:graphic>
      </p:graphicFrame>
    </p:spTree>
    <p:extLst>
      <p:ext uri="{BB962C8B-B14F-4D97-AF65-F5344CB8AC3E}">
        <p14:creationId xmlns:p14="http://schemas.microsoft.com/office/powerpoint/2010/main" val="947385891"/>
      </p:ext>
    </p:extLst>
  </p:cSld>
  <p:clrMapOvr>
    <a:masterClrMapping/>
  </p:clrMapOvr>
</p:sld>
</file>

<file path=ppt/slides/slide3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BFD6C078-C724-4D56-905B-64534B1552A7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2933700" y="568345"/>
            <a:ext cx="8770571" cy="1560716"/>
          </a:xfrm>
        </p:spPr>
        <p:txBody>
          <a:bodyPr>
            <a:normAutofit/>
          </a:bodyPr>
          <a:lstStyle/>
          <a:p>
            <a:r>
              <a:rPr lang="tr-TR" dirty="0"/>
              <a:t>Transaction Output</a:t>
            </a:r>
          </a:p>
        </p:txBody>
      </p:sp>
      <p:graphicFrame>
        <p:nvGraphicFramePr>
          <p:cNvPr id="4" name="İçerik Yer Tutucusu 3">
            <a:extLst>
              <a:ext uri="{FF2B5EF4-FFF2-40B4-BE49-F238E27FC236}">
                <a16:creationId xmlns:a16="http://schemas.microsoft.com/office/drawing/2014/main" id="{B768D3F0-6338-4183-938C-F62F9104538E}"/>
              </a:ext>
            </a:extLst>
          </p:cNvPr>
          <p:cNvGraphicFramePr>
            <a:graphicFrameLocks noGrp="1"/>
          </p:cNvGraphicFramePr>
          <p:nvPr>
            <p:ph idx="1"/>
            <p:extLst>
              <p:ext uri="{D42A27DB-BD31-4B8C-83A1-F6EECF244321}">
                <p14:modId xmlns:p14="http://schemas.microsoft.com/office/powerpoint/2010/main" val="3536660627"/>
              </p:ext>
            </p:extLst>
          </p:nvPr>
        </p:nvGraphicFramePr>
        <p:xfrm>
          <a:off x="2933700" y="2438400"/>
          <a:ext cx="8770938" cy="3651250"/>
        </p:xfrm>
        <a:graphic>
          <a:graphicData uri="http://schemas.openxmlformats.org/drawingml/2006/diagram">
            <dgm:relIds xmlns:dgm="http://schemas.openxmlformats.org/drawingml/2006/diagram" xmlns:r="http://schemas.openxmlformats.org/officeDocument/2006/relationships" r:dm="rId2" r:lo="rId3" r:qs="rId4" r:cs="rId5"/>
          </a:graphicData>
        </a:graphic>
      </p:graphicFrame>
    </p:spTree>
    <p:extLst>
      <p:ext uri="{BB962C8B-B14F-4D97-AF65-F5344CB8AC3E}">
        <p14:creationId xmlns:p14="http://schemas.microsoft.com/office/powerpoint/2010/main" val="954597269"/>
      </p:ext>
    </p:extLst>
  </p:cSld>
  <p:clrMapOvr>
    <a:masterClrMapping/>
  </p:clrMapOvr>
</p:sld>
</file>

<file path=ppt/slides/slide3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BFD6C078-C724-4D56-905B-64534B1552A7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2933700" y="568345"/>
            <a:ext cx="8770571" cy="1560716"/>
          </a:xfrm>
        </p:spPr>
        <p:txBody>
          <a:bodyPr>
            <a:normAutofit/>
          </a:bodyPr>
          <a:lstStyle/>
          <a:p>
            <a:r>
              <a:rPr lang="tr-TR"/>
              <a:t>Transaction Output</a:t>
            </a:r>
          </a:p>
        </p:txBody>
      </p:sp>
      <p:graphicFrame>
        <p:nvGraphicFramePr>
          <p:cNvPr id="4" name="İçerik Yer Tutucusu 3">
            <a:extLst>
              <a:ext uri="{FF2B5EF4-FFF2-40B4-BE49-F238E27FC236}">
                <a16:creationId xmlns:a16="http://schemas.microsoft.com/office/drawing/2014/main" id="{B768D3F0-6338-4183-938C-F62F9104538E}"/>
              </a:ext>
            </a:extLst>
          </p:cNvPr>
          <p:cNvGraphicFramePr>
            <a:graphicFrameLocks noGrp="1"/>
          </p:cNvGraphicFramePr>
          <p:nvPr>
            <p:ph idx="1"/>
            <p:extLst>
              <p:ext uri="{D42A27DB-BD31-4B8C-83A1-F6EECF244321}">
                <p14:modId xmlns:p14="http://schemas.microsoft.com/office/powerpoint/2010/main" val="1506141994"/>
              </p:ext>
            </p:extLst>
          </p:nvPr>
        </p:nvGraphicFramePr>
        <p:xfrm>
          <a:off x="2933700" y="2438400"/>
          <a:ext cx="8770938" cy="3651250"/>
        </p:xfrm>
        <a:graphic>
          <a:graphicData uri="http://schemas.openxmlformats.org/drawingml/2006/diagram">
            <dgm:relIds xmlns:dgm="http://schemas.openxmlformats.org/drawingml/2006/diagram" xmlns:r="http://schemas.openxmlformats.org/officeDocument/2006/relationships" r:dm="rId2" r:lo="rId3" r:qs="rId4" r:cs="rId5"/>
          </a:graphicData>
        </a:graphic>
      </p:graphicFrame>
    </p:spTree>
    <p:extLst>
      <p:ext uri="{BB962C8B-B14F-4D97-AF65-F5344CB8AC3E}">
        <p14:creationId xmlns:p14="http://schemas.microsoft.com/office/powerpoint/2010/main" val="3715363740"/>
      </p:ext>
    </p:extLst>
  </p:cSld>
  <p:clrMapOvr>
    <a:masterClrMapping/>
  </p:clrMapOvr>
</p:sld>
</file>

<file path=ppt/slides/slide3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ctangle 1">
            <a:extLst>
              <a:ext uri="{FF2B5EF4-FFF2-40B4-BE49-F238E27FC236}">
                <a16:creationId xmlns:a16="http://schemas.microsoft.com/office/drawing/2014/main" id="{F22D083F-C99C-46B2-8401-46FFD458BBDB}"/>
              </a:ext>
            </a:extLst>
          </p:cNvPr>
          <p:cNvSpPr/>
          <p:nvPr/>
        </p:nvSpPr>
        <p:spPr>
          <a:xfrm>
            <a:off x="348916" y="1004555"/>
            <a:ext cx="11730789" cy="2554545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r>
              <a:rPr lang="tr-TR" sz="1600" dirty="0">
                <a:solidFill>
                  <a:srgbClr val="CD3300"/>
                </a:solidFill>
                <a:latin typeface="UbuntuMono-Regular"/>
              </a:rPr>
              <a:t>"</a:t>
            </a:r>
            <a:r>
              <a:rPr lang="tr-TR" sz="1600" dirty="0" err="1">
                <a:solidFill>
                  <a:srgbClr val="CD3300"/>
                </a:solidFill>
                <a:latin typeface="UbuntuMono-Regular"/>
              </a:rPr>
              <a:t>vout</a:t>
            </a:r>
            <a:r>
              <a:rPr lang="tr-TR" sz="1600" dirty="0">
                <a:solidFill>
                  <a:srgbClr val="CD3300"/>
                </a:solidFill>
                <a:latin typeface="UbuntuMono-Regular"/>
              </a:rPr>
              <a:t>"</a:t>
            </a:r>
            <a:r>
              <a:rPr lang="tr-TR" sz="1600" dirty="0">
                <a:solidFill>
                  <a:srgbClr val="AB0000"/>
                </a:solidFill>
                <a:latin typeface="UbuntuMono-Regular"/>
              </a:rPr>
              <a:t>: </a:t>
            </a:r>
            <a:r>
              <a:rPr lang="tr-TR" sz="1600" dirty="0">
                <a:solidFill>
                  <a:srgbClr val="000000"/>
                </a:solidFill>
                <a:latin typeface="UbuntuMono-Regular"/>
              </a:rPr>
              <a:t>[</a:t>
            </a:r>
          </a:p>
          <a:p>
            <a:r>
              <a:rPr lang="tr-TR" sz="1600" dirty="0">
                <a:solidFill>
                  <a:srgbClr val="000000"/>
                </a:solidFill>
                <a:latin typeface="UbuntuMono-Regular"/>
              </a:rPr>
              <a:t>	{</a:t>
            </a:r>
          </a:p>
          <a:p>
            <a:r>
              <a:rPr lang="tr-TR" sz="1600" b="1" dirty="0">
                <a:solidFill>
                  <a:srgbClr val="33009A"/>
                </a:solidFill>
                <a:latin typeface="UbuntuMono-Bold"/>
              </a:rPr>
              <a:t>		"</a:t>
            </a:r>
            <a:r>
              <a:rPr lang="tr-TR" sz="1600" b="1" dirty="0" err="1">
                <a:solidFill>
                  <a:srgbClr val="33009A"/>
                </a:solidFill>
                <a:latin typeface="UbuntuMono-Bold"/>
              </a:rPr>
              <a:t>value</a:t>
            </a:r>
            <a:r>
              <a:rPr lang="tr-TR" sz="1600" b="1" dirty="0">
                <a:solidFill>
                  <a:srgbClr val="33009A"/>
                </a:solidFill>
                <a:latin typeface="UbuntuMono-Bold"/>
              </a:rPr>
              <a:t>"</a:t>
            </a:r>
            <a:r>
              <a:rPr lang="tr-TR" sz="1600" dirty="0">
                <a:solidFill>
                  <a:srgbClr val="000000"/>
                </a:solidFill>
                <a:latin typeface="UbuntuMono-Regular"/>
              </a:rPr>
              <a:t>: </a:t>
            </a:r>
            <a:r>
              <a:rPr lang="tr-TR" sz="1600" dirty="0">
                <a:solidFill>
                  <a:srgbClr val="FF6600"/>
                </a:solidFill>
                <a:latin typeface="UbuntuMono-Regular"/>
              </a:rPr>
              <a:t>0.01500000</a:t>
            </a:r>
            <a:r>
              <a:rPr lang="tr-TR" sz="1600" dirty="0">
                <a:solidFill>
                  <a:srgbClr val="000000"/>
                </a:solidFill>
                <a:latin typeface="UbuntuMono-Regular"/>
              </a:rPr>
              <a:t>,</a:t>
            </a:r>
          </a:p>
          <a:p>
            <a:r>
              <a:rPr lang="tr-TR" sz="1600" b="1" dirty="0">
                <a:solidFill>
                  <a:srgbClr val="33009A"/>
                </a:solidFill>
                <a:latin typeface="UbuntuMono-Bold"/>
              </a:rPr>
              <a:t>		"</a:t>
            </a:r>
            <a:r>
              <a:rPr lang="tr-TR" sz="1600" b="1" dirty="0" err="1">
                <a:solidFill>
                  <a:srgbClr val="33009A"/>
                </a:solidFill>
                <a:latin typeface="UbuntuMono-Bold"/>
              </a:rPr>
              <a:t>scriptPubKey</a:t>
            </a:r>
            <a:r>
              <a:rPr lang="tr-TR" sz="1600" b="1" dirty="0">
                <a:solidFill>
                  <a:srgbClr val="33009A"/>
                </a:solidFill>
                <a:latin typeface="UbuntuMono-Bold"/>
              </a:rPr>
              <a:t>"</a:t>
            </a:r>
            <a:r>
              <a:rPr lang="tr-TR" sz="1600" dirty="0">
                <a:solidFill>
                  <a:srgbClr val="000000"/>
                </a:solidFill>
                <a:latin typeface="UbuntuMono-Regular"/>
              </a:rPr>
              <a:t>: </a:t>
            </a:r>
            <a:r>
              <a:rPr lang="tr-TR" sz="1600" dirty="0">
                <a:solidFill>
                  <a:srgbClr val="CD3300"/>
                </a:solidFill>
                <a:latin typeface="UbuntuMono-Regular"/>
              </a:rPr>
              <a:t>"OP_DUP OP_HASH160 ab68025513c3dbd2f7b92a94e0581f5d50f654e7 OP_EQUALVERIFY OP_CHECKSIG"</a:t>
            </a:r>
          </a:p>
          <a:p>
            <a:r>
              <a:rPr lang="tr-TR" sz="1600" dirty="0">
                <a:solidFill>
                  <a:srgbClr val="000000"/>
                </a:solidFill>
                <a:latin typeface="UbuntuMono-Regular"/>
              </a:rPr>
              <a:t>	},</a:t>
            </a:r>
          </a:p>
          <a:p>
            <a:r>
              <a:rPr lang="tr-TR" sz="1600" dirty="0">
                <a:solidFill>
                  <a:srgbClr val="000000"/>
                </a:solidFill>
                <a:latin typeface="UbuntuMono-Regular"/>
              </a:rPr>
              <a:t>	{</a:t>
            </a:r>
          </a:p>
          <a:p>
            <a:r>
              <a:rPr lang="tr-TR" sz="1600" b="1" dirty="0">
                <a:solidFill>
                  <a:srgbClr val="33009A"/>
                </a:solidFill>
                <a:latin typeface="UbuntuMono-Bold"/>
              </a:rPr>
              <a:t>		"</a:t>
            </a:r>
            <a:r>
              <a:rPr lang="tr-TR" sz="1600" b="1" dirty="0" err="1">
                <a:solidFill>
                  <a:srgbClr val="33009A"/>
                </a:solidFill>
                <a:latin typeface="UbuntuMono-Bold"/>
              </a:rPr>
              <a:t>value</a:t>
            </a:r>
            <a:r>
              <a:rPr lang="tr-TR" sz="1600" b="1" dirty="0">
                <a:solidFill>
                  <a:srgbClr val="33009A"/>
                </a:solidFill>
                <a:latin typeface="UbuntuMono-Bold"/>
              </a:rPr>
              <a:t>"</a:t>
            </a:r>
            <a:r>
              <a:rPr lang="tr-TR" sz="1600" dirty="0">
                <a:solidFill>
                  <a:srgbClr val="000000"/>
                </a:solidFill>
                <a:latin typeface="UbuntuMono-Regular"/>
              </a:rPr>
              <a:t>: </a:t>
            </a:r>
            <a:r>
              <a:rPr lang="tr-TR" sz="1600" dirty="0">
                <a:solidFill>
                  <a:srgbClr val="FF6600"/>
                </a:solidFill>
                <a:latin typeface="UbuntuMono-Regular"/>
              </a:rPr>
              <a:t>0.08450000</a:t>
            </a:r>
            <a:r>
              <a:rPr lang="tr-TR" sz="1600" dirty="0">
                <a:solidFill>
                  <a:srgbClr val="000000"/>
                </a:solidFill>
                <a:latin typeface="UbuntuMono-Regular"/>
              </a:rPr>
              <a:t>,</a:t>
            </a:r>
          </a:p>
          <a:p>
            <a:r>
              <a:rPr lang="tr-TR" sz="1600" b="1" dirty="0">
                <a:solidFill>
                  <a:srgbClr val="33009A"/>
                </a:solidFill>
                <a:latin typeface="UbuntuMono-Bold"/>
              </a:rPr>
              <a:t>		</a:t>
            </a:r>
            <a:r>
              <a:rPr lang="en-US" sz="1600" b="1" dirty="0">
                <a:solidFill>
                  <a:srgbClr val="33009A"/>
                </a:solidFill>
                <a:latin typeface="UbuntuMono-Bold"/>
              </a:rPr>
              <a:t>"</a:t>
            </a:r>
            <a:r>
              <a:rPr lang="en-US" sz="1600" b="1" dirty="0" err="1">
                <a:solidFill>
                  <a:srgbClr val="33009A"/>
                </a:solidFill>
                <a:latin typeface="UbuntuMono-Bold"/>
              </a:rPr>
              <a:t>scriptPubKey</a:t>
            </a:r>
            <a:r>
              <a:rPr lang="en-US" sz="1600" b="1" dirty="0">
                <a:solidFill>
                  <a:srgbClr val="33009A"/>
                </a:solidFill>
                <a:latin typeface="UbuntuMono-Bold"/>
              </a:rPr>
              <a:t>"</a:t>
            </a:r>
            <a:r>
              <a:rPr lang="en-US" sz="1600" dirty="0">
                <a:solidFill>
                  <a:srgbClr val="000000"/>
                </a:solidFill>
                <a:latin typeface="UbuntuMono-Regular"/>
              </a:rPr>
              <a:t>: </a:t>
            </a:r>
            <a:r>
              <a:rPr lang="en-US" sz="1600" dirty="0">
                <a:solidFill>
                  <a:srgbClr val="CD3300"/>
                </a:solidFill>
                <a:latin typeface="UbuntuMono-Regular"/>
              </a:rPr>
              <a:t>"OP_DUP OP_HASH160 7f9b1a7fb68d60c536c2fd8aeaa53a8f3cc025a8</a:t>
            </a:r>
            <a:r>
              <a:rPr lang="tr-TR" sz="1600" dirty="0">
                <a:solidFill>
                  <a:srgbClr val="CD3300"/>
                </a:solidFill>
                <a:latin typeface="UbuntuMono-Regular"/>
              </a:rPr>
              <a:t> OP_EQUALVERIFY OP_CHECKSIG"</a:t>
            </a:r>
            <a:r>
              <a:rPr lang="tr-TR" sz="1600" dirty="0">
                <a:solidFill>
                  <a:srgbClr val="000000"/>
                </a:solidFill>
                <a:latin typeface="UbuntuMono-Regular"/>
              </a:rPr>
              <a:t>,</a:t>
            </a:r>
          </a:p>
          <a:p>
            <a:r>
              <a:rPr lang="tr-TR" sz="1600" dirty="0">
                <a:solidFill>
                  <a:srgbClr val="000000"/>
                </a:solidFill>
                <a:latin typeface="UbuntuMono-Regular"/>
              </a:rPr>
              <a:t>	}</a:t>
            </a:r>
          </a:p>
          <a:p>
            <a:r>
              <a:rPr lang="tr-TR" sz="1600" dirty="0">
                <a:solidFill>
                  <a:srgbClr val="000000"/>
                </a:solidFill>
                <a:latin typeface="UbuntuMono-Regular"/>
              </a:rPr>
              <a:t>]</a:t>
            </a:r>
            <a:endParaRPr lang="tr-TR" sz="1600" dirty="0"/>
          </a:p>
        </p:txBody>
      </p:sp>
      <p:sp>
        <p:nvSpPr>
          <p:cNvPr id="3" name="Rectangle 2">
            <a:extLst>
              <a:ext uri="{FF2B5EF4-FFF2-40B4-BE49-F238E27FC236}">
                <a16:creationId xmlns:a16="http://schemas.microsoft.com/office/drawing/2014/main" id="{7021C2BF-655E-4817-B966-9A3AA6D1E51E}"/>
              </a:ext>
            </a:extLst>
          </p:cNvPr>
          <p:cNvSpPr/>
          <p:nvPr/>
        </p:nvSpPr>
        <p:spPr>
          <a:xfrm>
            <a:off x="4022558" y="278385"/>
            <a:ext cx="6096000" cy="369332"/>
          </a:xfrm>
          <a:prstGeom prst="rect">
            <a:avLst/>
          </a:prstGeom>
        </p:spPr>
        <p:txBody>
          <a:bodyPr>
            <a:spAutoFit/>
          </a:bodyPr>
          <a:lstStyle/>
          <a:p>
            <a:r>
              <a:rPr lang="tr-TR" dirty="0">
                <a:latin typeface="MinionPro-Regular"/>
              </a:rPr>
              <a:t>JSON encoding, </a:t>
            </a:r>
            <a:r>
              <a:rPr lang="en-US" dirty="0">
                <a:latin typeface="MinionPro-Regular"/>
              </a:rPr>
              <a:t>the outputs are in an array (list) named </a:t>
            </a:r>
            <a:r>
              <a:rPr lang="en-US" b="1" dirty="0" err="1">
                <a:latin typeface="UbuntuMono-Regular"/>
              </a:rPr>
              <a:t>vout</a:t>
            </a:r>
            <a:endParaRPr lang="tr-TR" b="1" dirty="0"/>
          </a:p>
        </p:txBody>
      </p:sp>
      <p:graphicFrame>
        <p:nvGraphicFramePr>
          <p:cNvPr id="8" name="Diyagram 7">
            <a:extLst>
              <a:ext uri="{FF2B5EF4-FFF2-40B4-BE49-F238E27FC236}">
                <a16:creationId xmlns:a16="http://schemas.microsoft.com/office/drawing/2014/main" id="{44E2A317-8355-48D3-9248-67B905802F5D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1166044416"/>
              </p:ext>
            </p:extLst>
          </p:nvPr>
        </p:nvGraphicFramePr>
        <p:xfrm>
          <a:off x="1010654" y="3991697"/>
          <a:ext cx="10410979" cy="2424582"/>
        </p:xfrm>
        <a:graphic>
          <a:graphicData uri="http://schemas.openxmlformats.org/drawingml/2006/diagram">
            <dgm:relIds xmlns:dgm="http://schemas.openxmlformats.org/drawingml/2006/diagram" xmlns:r="http://schemas.openxmlformats.org/officeDocument/2006/relationships" r:dm="rId2" r:lo="rId3" r:qs="rId4" r:cs="rId5"/>
          </a:graphicData>
        </a:graphic>
      </p:graphicFrame>
      <p:sp>
        <p:nvSpPr>
          <p:cNvPr id="5" name="Konuşma Balonu: Oval 4">
            <a:extLst>
              <a:ext uri="{FF2B5EF4-FFF2-40B4-BE49-F238E27FC236}">
                <a16:creationId xmlns:a16="http://schemas.microsoft.com/office/drawing/2014/main" id="{81CC07FE-D14E-41EA-8FFB-9099CDC1845C}"/>
              </a:ext>
            </a:extLst>
          </p:cNvPr>
          <p:cNvSpPr/>
          <p:nvPr/>
        </p:nvSpPr>
        <p:spPr>
          <a:xfrm>
            <a:off x="1010654" y="63320"/>
            <a:ext cx="1852862" cy="776942"/>
          </a:xfrm>
          <a:prstGeom prst="wedgeEllipseCallout">
            <a:avLst/>
          </a:prstGeom>
          <a:ln>
            <a:solidFill>
              <a:srgbClr val="C00000"/>
            </a:solidFill>
          </a:ln>
        </p:spPr>
        <p:style>
          <a:lnRef idx="2">
            <a:schemeClr val="accent6"/>
          </a:lnRef>
          <a:fillRef idx="1">
            <a:schemeClr val="lt1"/>
          </a:fillRef>
          <a:effectRef idx="0">
            <a:schemeClr val="accent6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tr-TR" dirty="0" err="1"/>
              <a:t>Transaction</a:t>
            </a:r>
            <a:endParaRPr lang="en-US" dirty="0"/>
          </a:p>
        </p:txBody>
      </p:sp>
      <p:sp>
        <p:nvSpPr>
          <p:cNvPr id="6" name="Konuşma Balonu: Oval 5">
            <a:extLst>
              <a:ext uri="{FF2B5EF4-FFF2-40B4-BE49-F238E27FC236}">
                <a16:creationId xmlns:a16="http://schemas.microsoft.com/office/drawing/2014/main" id="{B55120D2-696B-4D93-B23B-80C9590AE7F8}"/>
              </a:ext>
            </a:extLst>
          </p:cNvPr>
          <p:cNvSpPr/>
          <p:nvPr/>
        </p:nvSpPr>
        <p:spPr>
          <a:xfrm>
            <a:off x="2330116" y="660210"/>
            <a:ext cx="1852862" cy="776942"/>
          </a:xfrm>
          <a:prstGeom prst="wedgeEllipseCallout">
            <a:avLst/>
          </a:prstGeom>
          <a:ln>
            <a:solidFill>
              <a:srgbClr val="C00000"/>
            </a:solidFill>
          </a:ln>
        </p:spPr>
        <p:style>
          <a:lnRef idx="2">
            <a:schemeClr val="accent6"/>
          </a:lnRef>
          <a:fillRef idx="1">
            <a:schemeClr val="lt1"/>
          </a:fillRef>
          <a:effectRef idx="0">
            <a:schemeClr val="accent6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tr-TR" dirty="0"/>
              <a:t>Value</a:t>
            </a:r>
            <a:endParaRPr lang="en-US" dirty="0"/>
          </a:p>
        </p:txBody>
      </p:sp>
      <p:sp>
        <p:nvSpPr>
          <p:cNvPr id="7" name="Konuşma Balonu: Oval 6">
            <a:extLst>
              <a:ext uri="{FF2B5EF4-FFF2-40B4-BE49-F238E27FC236}">
                <a16:creationId xmlns:a16="http://schemas.microsoft.com/office/drawing/2014/main" id="{8DC7EDC0-DE04-4BC8-93AF-279B123721A6}"/>
              </a:ext>
            </a:extLst>
          </p:cNvPr>
          <p:cNvSpPr/>
          <p:nvPr/>
        </p:nvSpPr>
        <p:spPr>
          <a:xfrm>
            <a:off x="4734426" y="805873"/>
            <a:ext cx="2723147" cy="776942"/>
          </a:xfrm>
          <a:prstGeom prst="wedgeEllipseCallout">
            <a:avLst/>
          </a:prstGeom>
          <a:ln>
            <a:solidFill>
              <a:srgbClr val="C00000"/>
            </a:solidFill>
          </a:ln>
        </p:spPr>
        <p:style>
          <a:lnRef idx="2">
            <a:schemeClr val="accent6"/>
          </a:lnRef>
          <a:fillRef idx="1">
            <a:schemeClr val="lt1"/>
          </a:fillRef>
          <a:effectRef idx="0">
            <a:schemeClr val="accent6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tr-TR" dirty="0" err="1"/>
              <a:t>Cryptograhic</a:t>
            </a:r>
            <a:r>
              <a:rPr lang="tr-TR" dirty="0"/>
              <a:t> </a:t>
            </a:r>
            <a:r>
              <a:rPr lang="tr-TR" dirty="0" err="1"/>
              <a:t>puzzle</a:t>
            </a:r>
            <a:endParaRPr lang="en-US" dirty="0"/>
          </a:p>
        </p:txBody>
      </p:sp>
      <p:sp>
        <p:nvSpPr>
          <p:cNvPr id="9" name="Ok: Sol 8">
            <a:extLst>
              <a:ext uri="{FF2B5EF4-FFF2-40B4-BE49-F238E27FC236}">
                <a16:creationId xmlns:a16="http://schemas.microsoft.com/office/drawing/2014/main" id="{16CFE8EF-CD2D-4371-9D4B-5CD842152AC0}"/>
              </a:ext>
            </a:extLst>
          </p:cNvPr>
          <p:cNvSpPr/>
          <p:nvPr/>
        </p:nvSpPr>
        <p:spPr>
          <a:xfrm>
            <a:off x="3069978" y="2115813"/>
            <a:ext cx="3633536" cy="764626"/>
          </a:xfrm>
          <a:prstGeom prst="leftArrow">
            <a:avLst/>
          </a:prstGeom>
        </p:spPr>
        <p:style>
          <a:lnRef idx="2">
            <a:schemeClr val="accent4"/>
          </a:lnRef>
          <a:fillRef idx="1">
            <a:schemeClr val="lt1"/>
          </a:fillRef>
          <a:effectRef idx="0">
            <a:schemeClr val="accent4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tr-TR" dirty="0" err="1"/>
              <a:t>Satoshis</a:t>
            </a:r>
            <a:r>
              <a:rPr lang="tr-TR" dirty="0"/>
              <a:t> Not </a:t>
            </a:r>
            <a:r>
              <a:rPr lang="tr-TR" dirty="0" err="1"/>
              <a:t>Bitcoins</a:t>
            </a:r>
            <a:r>
              <a:rPr lang="tr-TR" dirty="0"/>
              <a:t> in Real</a:t>
            </a:r>
            <a:endParaRPr lang="en-US" dirty="0"/>
          </a:p>
        </p:txBody>
      </p:sp>
      <p:sp>
        <p:nvSpPr>
          <p:cNvPr id="11" name="Ok: Sağ 10">
            <a:extLst>
              <a:ext uri="{FF2B5EF4-FFF2-40B4-BE49-F238E27FC236}">
                <a16:creationId xmlns:a16="http://schemas.microsoft.com/office/drawing/2014/main" id="{774B3358-7E0F-47F3-8618-4BBD32E11874}"/>
              </a:ext>
            </a:extLst>
          </p:cNvPr>
          <p:cNvSpPr/>
          <p:nvPr/>
        </p:nvSpPr>
        <p:spPr>
          <a:xfrm>
            <a:off x="0" y="1437152"/>
            <a:ext cx="1287379" cy="678661"/>
          </a:xfrm>
          <a:prstGeom prst="rightArrow">
            <a:avLst/>
          </a:prstGeom>
        </p:spPr>
        <p:style>
          <a:lnRef idx="2">
            <a:schemeClr val="accent4"/>
          </a:lnRef>
          <a:fillRef idx="1">
            <a:schemeClr val="lt1"/>
          </a:fillRef>
          <a:effectRef idx="0">
            <a:schemeClr val="accent4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tr-TR" dirty="0"/>
              <a:t>Output-1</a:t>
            </a:r>
            <a:endParaRPr lang="en-US" dirty="0"/>
          </a:p>
        </p:txBody>
      </p:sp>
      <p:sp>
        <p:nvSpPr>
          <p:cNvPr id="12" name="Ok: Sağ 11">
            <a:extLst>
              <a:ext uri="{FF2B5EF4-FFF2-40B4-BE49-F238E27FC236}">
                <a16:creationId xmlns:a16="http://schemas.microsoft.com/office/drawing/2014/main" id="{35264FBD-DFFB-465D-8E1A-7BA15B7A87DA}"/>
              </a:ext>
            </a:extLst>
          </p:cNvPr>
          <p:cNvSpPr/>
          <p:nvPr/>
        </p:nvSpPr>
        <p:spPr>
          <a:xfrm>
            <a:off x="-1" y="2448969"/>
            <a:ext cx="1287379" cy="678661"/>
          </a:xfrm>
          <a:prstGeom prst="rightArrow">
            <a:avLst/>
          </a:prstGeom>
        </p:spPr>
        <p:style>
          <a:lnRef idx="2">
            <a:schemeClr val="accent4"/>
          </a:lnRef>
          <a:fillRef idx="1">
            <a:schemeClr val="lt1"/>
          </a:fillRef>
          <a:effectRef idx="0">
            <a:schemeClr val="accent4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tr-TR" dirty="0"/>
              <a:t>Output-2</a:t>
            </a:r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1926893904"/>
      </p:ext>
    </p:extLst>
  </p:cSld>
  <p:clrMapOvr>
    <a:masterClrMapping/>
  </p:clrMapOvr>
</p:sld>
</file>

<file path=ppt/slides/slide3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Rectangle 8">
            <a:extLst>
              <a:ext uri="{FF2B5EF4-FFF2-40B4-BE49-F238E27FC236}">
                <a16:creationId xmlns:a16="http://schemas.microsoft.com/office/drawing/2014/main" id="{0BA2247A-E9F8-4143-ADCA-0F842A18E2E5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chemeClr val="bg1">
              <a:alpha val="7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8B8D7AF4-C683-4432-B61E-33D98C1577EC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846580" y="568345"/>
            <a:ext cx="9701953" cy="1560716"/>
          </a:xfrm>
        </p:spPr>
        <p:txBody>
          <a:bodyPr>
            <a:normAutofit/>
          </a:bodyPr>
          <a:lstStyle/>
          <a:p>
            <a:r>
              <a:rPr lang="tr-TR" dirty="0"/>
              <a:t>Transaction serialization—outputs</a:t>
            </a:r>
          </a:p>
        </p:txBody>
      </p:sp>
      <p:cxnSp>
        <p:nvCxnSpPr>
          <p:cNvPr id="11" name="Straight Connector 10">
            <a:extLst>
              <a:ext uri="{FF2B5EF4-FFF2-40B4-BE49-F238E27FC236}">
                <a16:creationId xmlns:a16="http://schemas.microsoft.com/office/drawing/2014/main" id="{D6AAB1FD-37D2-44D2-9E77-C42AA85E7829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CxnSpPr>
            <a:cxnSpLocks noGrp="1" noRot="1" noChangeAspect="1" noMove="1" noResize="1" noEditPoints="1" noAdjustHandles="1" noChangeArrowheads="1" noChangeShapeType="1"/>
          </p:cNvCxn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CxnSpPr>
        <p:spPr>
          <a:xfrm>
            <a:off x="1846580" y="2176009"/>
            <a:ext cx="9701953" cy="0"/>
          </a:xfrm>
          <a:prstGeom prst="line">
            <a:avLst/>
          </a:prstGeom>
          <a:ln w="38100">
            <a:solidFill>
              <a:schemeClr val="accent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aphicFrame>
        <p:nvGraphicFramePr>
          <p:cNvPr id="4" name="İçerik Yer Tutucusu 3">
            <a:extLst>
              <a:ext uri="{FF2B5EF4-FFF2-40B4-BE49-F238E27FC236}">
                <a16:creationId xmlns:a16="http://schemas.microsoft.com/office/drawing/2014/main" id="{30163FF3-0EB2-4AAF-9E3F-FF38A299ADC4}"/>
              </a:ext>
            </a:extLst>
          </p:cNvPr>
          <p:cNvGraphicFramePr>
            <a:graphicFrameLocks noGrp="1"/>
          </p:cNvGraphicFramePr>
          <p:nvPr>
            <p:ph idx="1"/>
            <p:extLst>
              <p:ext uri="{D42A27DB-BD31-4B8C-83A1-F6EECF244321}">
                <p14:modId xmlns:p14="http://schemas.microsoft.com/office/powerpoint/2010/main" val="3354503610"/>
              </p:ext>
            </p:extLst>
          </p:nvPr>
        </p:nvGraphicFramePr>
        <p:xfrm>
          <a:off x="1846580" y="2438400"/>
          <a:ext cx="9701953" cy="3651250"/>
        </p:xfrm>
        <a:graphic>
          <a:graphicData uri="http://schemas.openxmlformats.org/drawingml/2006/diagram">
            <dgm:relIds xmlns:dgm="http://schemas.openxmlformats.org/drawingml/2006/diagram" xmlns:r="http://schemas.openxmlformats.org/officeDocument/2006/relationships" r:dm="rId2" r:lo="rId3" r:qs="rId4" r:cs="rId5"/>
          </a:graphicData>
        </a:graphic>
      </p:graphicFrame>
    </p:spTree>
    <p:extLst>
      <p:ext uri="{BB962C8B-B14F-4D97-AF65-F5344CB8AC3E}">
        <p14:creationId xmlns:p14="http://schemas.microsoft.com/office/powerpoint/2010/main" val="205249334"/>
      </p:ext>
    </p:extLst>
  </p:cSld>
  <p:clrMapOvr>
    <a:masterClrMapping/>
  </p:clrMapOvr>
</p:sld>
</file>

<file path=ppt/slides/slide3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1">
            <a:extLst>
              <a:ext uri="{FF2B5EF4-FFF2-40B4-BE49-F238E27FC236}">
                <a16:creationId xmlns:a16="http://schemas.microsoft.com/office/drawing/2014/main" id="{C62DB884-247A-4095-844B-571C241D5F76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186947" y="2484784"/>
            <a:ext cx="10330391" cy="2059144"/>
          </a:xfrm>
          <a:prstGeom prst="rect">
            <a:avLst/>
          </a:prstGeom>
        </p:spPr>
      </p:pic>
      <p:sp>
        <p:nvSpPr>
          <p:cNvPr id="3" name="Rectangle 2">
            <a:extLst>
              <a:ext uri="{FF2B5EF4-FFF2-40B4-BE49-F238E27FC236}">
                <a16:creationId xmlns:a16="http://schemas.microsoft.com/office/drawing/2014/main" id="{97CB9F8D-9202-4181-BD05-CC98B1D63234}"/>
              </a:ext>
            </a:extLst>
          </p:cNvPr>
          <p:cNvSpPr/>
          <p:nvPr/>
        </p:nvSpPr>
        <p:spPr>
          <a:xfrm>
            <a:off x="3830892" y="944287"/>
            <a:ext cx="4530215" cy="400110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US" sz="2000" i="1" dirty="0">
                <a:latin typeface="MinionPro-It"/>
              </a:rPr>
              <a:t>Table 6-1. Transaction output serialization</a:t>
            </a:r>
            <a:endParaRPr lang="tr-TR" sz="2000" dirty="0"/>
          </a:p>
        </p:txBody>
      </p:sp>
    </p:spTree>
    <p:extLst>
      <p:ext uri="{BB962C8B-B14F-4D97-AF65-F5344CB8AC3E}">
        <p14:creationId xmlns:p14="http://schemas.microsoft.com/office/powerpoint/2010/main" val="2293491743"/>
      </p:ext>
    </p:extLst>
  </p:cSld>
  <p:clrMapOvr>
    <a:masterClrMapping/>
  </p:clrMapOvr>
</p:sld>
</file>

<file path=ppt/slides/slide3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Rectangle 8">
            <a:extLst>
              <a:ext uri="{FF2B5EF4-FFF2-40B4-BE49-F238E27FC236}">
                <a16:creationId xmlns:a16="http://schemas.microsoft.com/office/drawing/2014/main" id="{8307893A-9361-4AD3-A98C-AB26519D54AD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5847ADA6-C9E8-4A6E-ACDC-AD0D0604CBCB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846580" y="568345"/>
            <a:ext cx="9701953" cy="1560716"/>
          </a:xfrm>
        </p:spPr>
        <p:txBody>
          <a:bodyPr>
            <a:normAutofit/>
          </a:bodyPr>
          <a:lstStyle/>
          <a:p>
            <a:r>
              <a:rPr lang="tr-TR" dirty="0"/>
              <a:t>Transaction Storage</a:t>
            </a:r>
          </a:p>
        </p:txBody>
      </p:sp>
      <p:cxnSp>
        <p:nvCxnSpPr>
          <p:cNvPr id="11" name="Straight Connector 10">
            <a:extLst>
              <a:ext uri="{FF2B5EF4-FFF2-40B4-BE49-F238E27FC236}">
                <a16:creationId xmlns:a16="http://schemas.microsoft.com/office/drawing/2014/main" id="{F1534FA6-97DA-4524-BBD3-450AE51EF930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CxnSpPr>
            <a:cxnSpLocks noGrp="1" noRot="1" noChangeAspect="1" noMove="1" noResize="1" noEditPoints="1" noAdjustHandles="1" noChangeArrowheads="1" noChangeShapeType="1"/>
          </p:cNvCxn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CxnSpPr>
        <p:spPr>
          <a:xfrm>
            <a:off x="1846580" y="2176009"/>
            <a:ext cx="9701953" cy="0"/>
          </a:xfrm>
          <a:prstGeom prst="line">
            <a:avLst/>
          </a:prstGeom>
          <a:ln w="38100">
            <a:solidFill>
              <a:schemeClr val="accent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aphicFrame>
        <p:nvGraphicFramePr>
          <p:cNvPr id="4" name="İçerik Yer Tutucusu 3">
            <a:extLst>
              <a:ext uri="{FF2B5EF4-FFF2-40B4-BE49-F238E27FC236}">
                <a16:creationId xmlns:a16="http://schemas.microsoft.com/office/drawing/2014/main" id="{DEFBB5E7-C913-4E23-A66C-29AF0BA0ED2E}"/>
              </a:ext>
            </a:extLst>
          </p:cNvPr>
          <p:cNvGraphicFramePr>
            <a:graphicFrameLocks noGrp="1"/>
          </p:cNvGraphicFramePr>
          <p:nvPr>
            <p:ph idx="1"/>
            <p:extLst>
              <p:ext uri="{D42A27DB-BD31-4B8C-83A1-F6EECF244321}">
                <p14:modId xmlns:p14="http://schemas.microsoft.com/office/powerpoint/2010/main" val="56192843"/>
              </p:ext>
            </p:extLst>
          </p:nvPr>
        </p:nvGraphicFramePr>
        <p:xfrm>
          <a:off x="1846580" y="2438400"/>
          <a:ext cx="9701953" cy="3651250"/>
        </p:xfrm>
        <a:graphic>
          <a:graphicData uri="http://schemas.openxmlformats.org/drawingml/2006/diagram">
            <dgm:relIds xmlns:dgm="http://schemas.openxmlformats.org/drawingml/2006/diagram" xmlns:r="http://schemas.openxmlformats.org/officeDocument/2006/relationships" r:dm="rId2" r:lo="rId3" r:qs="rId4" r:cs="rId5"/>
          </a:graphicData>
        </a:graphic>
      </p:graphicFrame>
    </p:spTree>
    <p:extLst>
      <p:ext uri="{BB962C8B-B14F-4D97-AF65-F5344CB8AC3E}">
        <p14:creationId xmlns:p14="http://schemas.microsoft.com/office/powerpoint/2010/main" val="533861416"/>
      </p:ext>
    </p:extLst>
  </p:cSld>
  <p:clrMapOvr>
    <a:masterClrMapping/>
  </p:clrMapOvr>
</p:sld>
</file>

<file path=ppt/slides/slide3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" name="Rectangle 15">
            <a:extLst>
              <a:ext uri="{FF2B5EF4-FFF2-40B4-BE49-F238E27FC236}">
                <a16:creationId xmlns:a16="http://schemas.microsoft.com/office/drawing/2014/main" id="{0BA2247A-E9F8-4143-ADCA-0F842A18E2E5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chemeClr val="bg1">
              <a:alpha val="7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5847ADA6-C9E8-4A6E-ACDC-AD0D0604CBCB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846580" y="568345"/>
            <a:ext cx="9701953" cy="1560716"/>
          </a:xfrm>
        </p:spPr>
        <p:txBody>
          <a:bodyPr>
            <a:normAutofit/>
          </a:bodyPr>
          <a:lstStyle/>
          <a:p>
            <a:r>
              <a:rPr lang="tr-TR" dirty="0"/>
              <a:t>Transaction Storage</a:t>
            </a:r>
          </a:p>
        </p:txBody>
      </p:sp>
      <p:cxnSp>
        <p:nvCxnSpPr>
          <p:cNvPr id="18" name="Straight Connector 17">
            <a:extLst>
              <a:ext uri="{FF2B5EF4-FFF2-40B4-BE49-F238E27FC236}">
                <a16:creationId xmlns:a16="http://schemas.microsoft.com/office/drawing/2014/main" id="{D6AAB1FD-37D2-44D2-9E77-C42AA85E7829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CxnSpPr>
            <a:cxnSpLocks noGrp="1" noRot="1" noChangeAspect="1" noMove="1" noResize="1" noEditPoints="1" noAdjustHandles="1" noChangeArrowheads="1" noChangeShapeType="1"/>
          </p:cNvCxn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CxnSpPr>
        <p:spPr>
          <a:xfrm>
            <a:off x="1846580" y="2176009"/>
            <a:ext cx="9701953" cy="0"/>
          </a:xfrm>
          <a:prstGeom prst="line">
            <a:avLst/>
          </a:prstGeom>
          <a:ln w="38100">
            <a:solidFill>
              <a:schemeClr val="accent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aphicFrame>
        <p:nvGraphicFramePr>
          <p:cNvPr id="4" name="İçerik Yer Tutucusu 3">
            <a:extLst>
              <a:ext uri="{FF2B5EF4-FFF2-40B4-BE49-F238E27FC236}">
                <a16:creationId xmlns:a16="http://schemas.microsoft.com/office/drawing/2014/main" id="{DEFBB5E7-C913-4E23-A66C-29AF0BA0ED2E}"/>
              </a:ext>
            </a:extLst>
          </p:cNvPr>
          <p:cNvGraphicFramePr>
            <a:graphicFrameLocks noGrp="1"/>
          </p:cNvGraphicFramePr>
          <p:nvPr>
            <p:ph idx="1"/>
            <p:extLst>
              <p:ext uri="{D42A27DB-BD31-4B8C-83A1-F6EECF244321}">
                <p14:modId xmlns:p14="http://schemas.microsoft.com/office/powerpoint/2010/main" val="3683287044"/>
              </p:ext>
            </p:extLst>
          </p:nvPr>
        </p:nvGraphicFramePr>
        <p:xfrm>
          <a:off x="1846580" y="2438400"/>
          <a:ext cx="9701953" cy="3651250"/>
        </p:xfrm>
        <a:graphic>
          <a:graphicData uri="http://schemas.openxmlformats.org/drawingml/2006/diagram">
            <dgm:relIds xmlns:dgm="http://schemas.openxmlformats.org/drawingml/2006/diagram" xmlns:r="http://schemas.openxmlformats.org/officeDocument/2006/relationships" r:dm="rId2" r:lo="rId3" r:qs="rId4" r:cs="rId5"/>
          </a:graphicData>
        </a:graphic>
      </p:graphicFrame>
    </p:spTree>
    <p:extLst>
      <p:ext uri="{BB962C8B-B14F-4D97-AF65-F5344CB8AC3E}">
        <p14:creationId xmlns:p14="http://schemas.microsoft.com/office/powerpoint/2010/main" val="1986451320"/>
      </p:ext>
    </p:extLst>
  </p:cSld>
  <p:clrMapOvr>
    <a:masterClrMapping/>
  </p:clrMapOvr>
</p:sld>
</file>

<file path=ppt/slides/slide3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Rectangle 8">
            <a:extLst>
              <a:ext uri="{FF2B5EF4-FFF2-40B4-BE49-F238E27FC236}">
                <a16:creationId xmlns:a16="http://schemas.microsoft.com/office/drawing/2014/main" id="{8307893A-9361-4AD3-A98C-AB26519D54AD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E43DD4BB-0849-4B33-AB96-39EF305F5F19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846580" y="568345"/>
            <a:ext cx="9701953" cy="1560716"/>
          </a:xfrm>
        </p:spPr>
        <p:txBody>
          <a:bodyPr>
            <a:normAutofit/>
          </a:bodyPr>
          <a:lstStyle/>
          <a:p>
            <a:r>
              <a:rPr lang="tr-TR" dirty="0"/>
              <a:t>Deserialization</a:t>
            </a:r>
          </a:p>
        </p:txBody>
      </p:sp>
      <p:cxnSp>
        <p:nvCxnSpPr>
          <p:cNvPr id="11" name="Straight Connector 10">
            <a:extLst>
              <a:ext uri="{FF2B5EF4-FFF2-40B4-BE49-F238E27FC236}">
                <a16:creationId xmlns:a16="http://schemas.microsoft.com/office/drawing/2014/main" id="{F1534FA6-97DA-4524-BBD3-450AE51EF930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CxnSpPr>
            <a:cxnSpLocks noGrp="1" noRot="1" noChangeAspect="1" noMove="1" noResize="1" noEditPoints="1" noAdjustHandles="1" noChangeArrowheads="1" noChangeShapeType="1"/>
          </p:cNvCxn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CxnSpPr>
        <p:spPr>
          <a:xfrm>
            <a:off x="1846580" y="2176009"/>
            <a:ext cx="9701953" cy="0"/>
          </a:xfrm>
          <a:prstGeom prst="line">
            <a:avLst/>
          </a:prstGeom>
          <a:ln w="38100">
            <a:solidFill>
              <a:schemeClr val="accent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aphicFrame>
        <p:nvGraphicFramePr>
          <p:cNvPr id="4" name="İçerik Yer Tutucusu 3">
            <a:extLst>
              <a:ext uri="{FF2B5EF4-FFF2-40B4-BE49-F238E27FC236}">
                <a16:creationId xmlns:a16="http://schemas.microsoft.com/office/drawing/2014/main" id="{79DF8574-00C4-4939-B773-B837FCED1A37}"/>
              </a:ext>
            </a:extLst>
          </p:cNvPr>
          <p:cNvGraphicFramePr>
            <a:graphicFrameLocks noGrp="1"/>
          </p:cNvGraphicFramePr>
          <p:nvPr>
            <p:ph idx="1"/>
            <p:extLst>
              <p:ext uri="{D42A27DB-BD31-4B8C-83A1-F6EECF244321}">
                <p14:modId xmlns:p14="http://schemas.microsoft.com/office/powerpoint/2010/main" val="4263736210"/>
              </p:ext>
            </p:extLst>
          </p:nvPr>
        </p:nvGraphicFramePr>
        <p:xfrm>
          <a:off x="1846580" y="2438400"/>
          <a:ext cx="9701953" cy="3651250"/>
        </p:xfrm>
        <a:graphic>
          <a:graphicData uri="http://schemas.openxmlformats.org/drawingml/2006/diagram">
            <dgm:relIds xmlns:dgm="http://schemas.openxmlformats.org/drawingml/2006/diagram" xmlns:r="http://schemas.openxmlformats.org/officeDocument/2006/relationships" r:dm="rId2" r:lo="rId3" r:qs="rId4" r:cs="rId5"/>
          </a:graphicData>
        </a:graphic>
      </p:graphicFrame>
    </p:spTree>
    <p:extLst>
      <p:ext uri="{BB962C8B-B14F-4D97-AF65-F5344CB8AC3E}">
        <p14:creationId xmlns:p14="http://schemas.microsoft.com/office/powerpoint/2010/main" val="3676216553"/>
      </p:ext>
    </p:extLst>
  </p:cSld>
  <p:clrMapOvr>
    <a:masterClrMapping/>
  </p:clrMapOvr>
</p:sld>
</file>

<file path=ppt/slides/slide3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ctangle 1">
            <a:extLst>
              <a:ext uri="{FF2B5EF4-FFF2-40B4-BE49-F238E27FC236}">
                <a16:creationId xmlns:a16="http://schemas.microsoft.com/office/drawing/2014/main" id="{1342D5A4-6FD7-439C-9C62-7783DB542304}"/>
              </a:ext>
            </a:extLst>
          </p:cNvPr>
          <p:cNvSpPr/>
          <p:nvPr/>
        </p:nvSpPr>
        <p:spPr>
          <a:xfrm>
            <a:off x="2277979" y="1122235"/>
            <a:ext cx="7716253" cy="2585323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r>
              <a:rPr lang="tr-TR" dirty="0">
                <a:latin typeface="UbuntuMono-Regular"/>
              </a:rPr>
              <a:t>0100000001186f9f998a5aa6f048e51dd8419a14d8a0f1a8a2836dd73</a:t>
            </a:r>
          </a:p>
          <a:p>
            <a:r>
              <a:rPr lang="tr-TR" dirty="0">
                <a:latin typeface="UbuntuMono-Regular"/>
              </a:rPr>
              <a:t>4d2804fe65fa35779000000008b483045022100884d142d86652a3f47</a:t>
            </a:r>
          </a:p>
          <a:p>
            <a:r>
              <a:rPr lang="tr-TR" dirty="0">
                <a:latin typeface="UbuntuMono-Regular"/>
              </a:rPr>
              <a:t>ba4746ec719bbfbd040a570b1deccbb6498c75c4ae24cb02204b9f039</a:t>
            </a:r>
          </a:p>
          <a:p>
            <a:r>
              <a:rPr lang="tr-TR" dirty="0">
                <a:latin typeface="UbuntuMono-Regular"/>
              </a:rPr>
              <a:t>ff08df09cbe9f6addac960298cad530a863ea8f53982c09db8f6e3813</a:t>
            </a:r>
          </a:p>
          <a:p>
            <a:r>
              <a:rPr lang="tr-TR" dirty="0">
                <a:latin typeface="UbuntuMono-Regular"/>
              </a:rPr>
              <a:t>01410484ecc0d46f1918b30928fa0e4ed99f16a0fb4fde0735e7ade84</a:t>
            </a:r>
          </a:p>
          <a:p>
            <a:r>
              <a:rPr lang="tr-TR" dirty="0">
                <a:latin typeface="UbuntuMono-Regular"/>
              </a:rPr>
              <a:t>16ab9fe423cc5412336376789d172787ec3457eee41c04f4938de5cc1</a:t>
            </a:r>
          </a:p>
          <a:p>
            <a:r>
              <a:rPr lang="tr-TR" dirty="0">
                <a:latin typeface="UbuntuMono-Regular"/>
              </a:rPr>
              <a:t>7b4a10fa336a8d752adfffffffff02</a:t>
            </a:r>
            <a:r>
              <a:rPr lang="tr-TR" b="1" dirty="0">
                <a:solidFill>
                  <a:srgbClr val="FF0000"/>
                </a:solidFill>
                <a:latin typeface="UbuntuMono-Bold"/>
              </a:rPr>
              <a:t>60e316</a:t>
            </a:r>
            <a:r>
              <a:rPr lang="tr-TR" b="1" dirty="0">
                <a:latin typeface="UbuntuMono-Bold"/>
              </a:rPr>
              <a:t>00000000001976a914ab6</a:t>
            </a:r>
          </a:p>
          <a:p>
            <a:r>
              <a:rPr lang="tr-TR" b="1" dirty="0">
                <a:latin typeface="UbuntuMono-Bold"/>
              </a:rPr>
              <a:t>8025513c3dbd2f7b92a94e0581f5d50f654e788acd0ef800000000000</a:t>
            </a:r>
          </a:p>
          <a:p>
            <a:r>
              <a:rPr lang="tr-TR" b="1" dirty="0">
                <a:latin typeface="UbuntuMono-Bold"/>
              </a:rPr>
              <a:t>1976a9147f9b1a7fb68d60c536c2fd8aeaa53a8f3cc025a888ac </a:t>
            </a:r>
            <a:r>
              <a:rPr lang="tr-TR" dirty="0">
                <a:latin typeface="UbuntuMono-Regular"/>
              </a:rPr>
              <a:t>00000000</a:t>
            </a:r>
            <a:endParaRPr lang="tr-TR" dirty="0"/>
          </a:p>
        </p:txBody>
      </p:sp>
      <p:sp>
        <p:nvSpPr>
          <p:cNvPr id="3" name="Rectangle 2">
            <a:extLst>
              <a:ext uri="{FF2B5EF4-FFF2-40B4-BE49-F238E27FC236}">
                <a16:creationId xmlns:a16="http://schemas.microsoft.com/office/drawing/2014/main" id="{3C1A621D-9E1C-4559-843A-F7D2C17033D3}"/>
              </a:ext>
            </a:extLst>
          </p:cNvPr>
          <p:cNvSpPr/>
          <p:nvPr/>
        </p:nvSpPr>
        <p:spPr>
          <a:xfrm>
            <a:off x="2109536" y="469193"/>
            <a:ext cx="7972928" cy="369332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r>
              <a:rPr lang="en-US" i="1" dirty="0">
                <a:latin typeface="MinionPro-It"/>
              </a:rPr>
              <a:t>Example 6-1. Alice’s transaction, serialized and presented in hexadecimal notation</a:t>
            </a:r>
            <a:endParaRPr lang="tr-TR" dirty="0"/>
          </a:p>
        </p:txBody>
      </p:sp>
      <p:graphicFrame>
        <p:nvGraphicFramePr>
          <p:cNvPr id="4" name="Diyagram 3">
            <a:extLst>
              <a:ext uri="{FF2B5EF4-FFF2-40B4-BE49-F238E27FC236}">
                <a16:creationId xmlns:a16="http://schemas.microsoft.com/office/drawing/2014/main" id="{A78AA9F0-0858-40C7-993E-BB7608C1D28A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3380815359"/>
              </p:ext>
            </p:extLst>
          </p:nvPr>
        </p:nvGraphicFramePr>
        <p:xfrm>
          <a:off x="2277979" y="3791780"/>
          <a:ext cx="8454191" cy="3066220"/>
        </p:xfrm>
        <a:graphic>
          <a:graphicData uri="http://schemas.openxmlformats.org/drawingml/2006/diagram">
            <dgm:relIds xmlns:dgm="http://schemas.openxmlformats.org/drawingml/2006/diagram" xmlns:r="http://schemas.openxmlformats.org/officeDocument/2006/relationships" r:dm="rId2" r:lo="rId3" r:qs="rId4" r:cs="rId5"/>
          </a:graphicData>
        </a:graphic>
      </p:graphicFrame>
    </p:spTree>
    <p:extLst>
      <p:ext uri="{BB962C8B-B14F-4D97-AF65-F5344CB8AC3E}">
        <p14:creationId xmlns:p14="http://schemas.microsoft.com/office/powerpoint/2010/main" val="3602457779"/>
      </p:ext>
    </p:extLst>
  </p:cSld>
  <p:clrMapOvr>
    <a:masterClrMapping/>
  </p:clrMapOvr>
</p:sld>
</file>

<file path=ppt/slides/slide4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27982652-8319-4BBF-9865-599EA83FBDDA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tr-TR" dirty="0"/>
              <a:t>Transaction Inputs</a:t>
            </a:r>
          </a:p>
        </p:txBody>
      </p:sp>
      <p:graphicFrame>
        <p:nvGraphicFramePr>
          <p:cNvPr id="4" name="İçerik Yer Tutucusu 3">
            <a:extLst>
              <a:ext uri="{FF2B5EF4-FFF2-40B4-BE49-F238E27FC236}">
                <a16:creationId xmlns:a16="http://schemas.microsoft.com/office/drawing/2014/main" id="{F4628893-492A-418F-A25C-45A600A4261C}"/>
              </a:ext>
            </a:extLst>
          </p:cNvPr>
          <p:cNvGraphicFramePr>
            <a:graphicFrameLocks noGrp="1"/>
          </p:cNvGraphicFramePr>
          <p:nvPr>
            <p:ph idx="1"/>
            <p:extLst>
              <p:ext uri="{D42A27DB-BD31-4B8C-83A1-F6EECF244321}">
                <p14:modId xmlns:p14="http://schemas.microsoft.com/office/powerpoint/2010/main" val="1605430814"/>
              </p:ext>
            </p:extLst>
          </p:nvPr>
        </p:nvGraphicFramePr>
        <p:xfrm>
          <a:off x="2416343" y="2426369"/>
          <a:ext cx="8770571" cy="3651504"/>
        </p:xfrm>
        <a:graphic>
          <a:graphicData uri="http://schemas.openxmlformats.org/drawingml/2006/diagram">
            <dgm:relIds xmlns:dgm="http://schemas.openxmlformats.org/drawingml/2006/diagram" xmlns:r="http://schemas.openxmlformats.org/officeDocument/2006/relationships" r:dm="rId3" r:lo="rId4" r:qs="rId5" r:cs="rId6"/>
          </a:graphicData>
        </a:graphic>
      </p:graphicFrame>
    </p:spTree>
    <p:extLst>
      <p:ext uri="{BB962C8B-B14F-4D97-AF65-F5344CB8AC3E}">
        <p14:creationId xmlns:p14="http://schemas.microsoft.com/office/powerpoint/2010/main" val="804854922"/>
      </p:ext>
    </p:extLst>
  </p:cSld>
  <p:clrMapOvr>
    <a:masterClrMapping/>
  </p:clrMapOvr>
</p:sld>
</file>

<file path=ppt/slides/slide4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Rectangle 8">
            <a:extLst>
              <a:ext uri="{FF2B5EF4-FFF2-40B4-BE49-F238E27FC236}">
                <a16:creationId xmlns:a16="http://schemas.microsoft.com/office/drawing/2014/main" id="{8307893A-9361-4AD3-A98C-AB26519D54AD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C446577B-B27B-4D24-8810-5C71AA4AE97D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846580" y="568345"/>
            <a:ext cx="9701953" cy="1560716"/>
          </a:xfrm>
        </p:spPr>
        <p:txBody>
          <a:bodyPr>
            <a:normAutofit/>
          </a:bodyPr>
          <a:lstStyle/>
          <a:p>
            <a:r>
              <a:rPr lang="tr-TR" dirty="0"/>
              <a:t>Building a Transaction</a:t>
            </a:r>
          </a:p>
        </p:txBody>
      </p:sp>
      <p:cxnSp>
        <p:nvCxnSpPr>
          <p:cNvPr id="11" name="Straight Connector 10">
            <a:extLst>
              <a:ext uri="{FF2B5EF4-FFF2-40B4-BE49-F238E27FC236}">
                <a16:creationId xmlns:a16="http://schemas.microsoft.com/office/drawing/2014/main" id="{F1534FA6-97DA-4524-BBD3-450AE51EF930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CxnSpPr>
            <a:cxnSpLocks noGrp="1" noRot="1" noChangeAspect="1" noMove="1" noResize="1" noEditPoints="1" noAdjustHandles="1" noChangeArrowheads="1" noChangeShapeType="1"/>
          </p:cNvCxn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CxnSpPr>
        <p:spPr>
          <a:xfrm>
            <a:off x="1846580" y="2176009"/>
            <a:ext cx="9701953" cy="0"/>
          </a:xfrm>
          <a:prstGeom prst="line">
            <a:avLst/>
          </a:prstGeom>
          <a:ln w="38100">
            <a:solidFill>
              <a:schemeClr val="accent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aphicFrame>
        <p:nvGraphicFramePr>
          <p:cNvPr id="4" name="İçerik Yer Tutucusu 3">
            <a:extLst>
              <a:ext uri="{FF2B5EF4-FFF2-40B4-BE49-F238E27FC236}">
                <a16:creationId xmlns:a16="http://schemas.microsoft.com/office/drawing/2014/main" id="{8E7435D5-6EB9-402F-9AC4-3D75B59BA753}"/>
              </a:ext>
            </a:extLst>
          </p:cNvPr>
          <p:cNvGraphicFramePr>
            <a:graphicFrameLocks noGrp="1"/>
          </p:cNvGraphicFramePr>
          <p:nvPr>
            <p:ph idx="1"/>
            <p:extLst>
              <p:ext uri="{D42A27DB-BD31-4B8C-83A1-F6EECF244321}">
                <p14:modId xmlns:p14="http://schemas.microsoft.com/office/powerpoint/2010/main" val="4252535715"/>
              </p:ext>
            </p:extLst>
          </p:nvPr>
        </p:nvGraphicFramePr>
        <p:xfrm>
          <a:off x="1846580" y="2438400"/>
          <a:ext cx="9701953" cy="3651250"/>
        </p:xfrm>
        <a:graphic>
          <a:graphicData uri="http://schemas.openxmlformats.org/drawingml/2006/diagram">
            <dgm:relIds xmlns:dgm="http://schemas.openxmlformats.org/drawingml/2006/diagram" xmlns:r="http://schemas.openxmlformats.org/officeDocument/2006/relationships" r:dm="rId2" r:lo="rId3" r:qs="rId4" r:cs="rId5"/>
          </a:graphicData>
        </a:graphic>
      </p:graphicFrame>
    </p:spTree>
    <p:extLst>
      <p:ext uri="{BB962C8B-B14F-4D97-AF65-F5344CB8AC3E}">
        <p14:creationId xmlns:p14="http://schemas.microsoft.com/office/powerpoint/2010/main" val="1036476566"/>
      </p:ext>
    </p:extLst>
  </p:cSld>
  <p:clrMapOvr>
    <a:masterClrMapping/>
  </p:clrMapOvr>
</p:sld>
</file>

<file path=ppt/slides/slide4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Rectangle 8">
            <a:extLst>
              <a:ext uri="{FF2B5EF4-FFF2-40B4-BE49-F238E27FC236}">
                <a16:creationId xmlns:a16="http://schemas.microsoft.com/office/drawing/2014/main" id="{0BA2247A-E9F8-4143-ADCA-0F842A18E2E5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chemeClr val="bg1">
              <a:alpha val="7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9288F093-59BF-4E3E-A465-631ABE4AE354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846580" y="568345"/>
            <a:ext cx="9701953" cy="1560716"/>
          </a:xfrm>
        </p:spPr>
        <p:txBody>
          <a:bodyPr>
            <a:normAutofit/>
          </a:bodyPr>
          <a:lstStyle/>
          <a:p>
            <a:r>
              <a:rPr lang="en-US" dirty="0"/>
              <a:t>Components of an Input</a:t>
            </a:r>
            <a:endParaRPr lang="tr-TR" dirty="0"/>
          </a:p>
        </p:txBody>
      </p:sp>
      <p:cxnSp>
        <p:nvCxnSpPr>
          <p:cNvPr id="11" name="Straight Connector 10">
            <a:extLst>
              <a:ext uri="{FF2B5EF4-FFF2-40B4-BE49-F238E27FC236}">
                <a16:creationId xmlns:a16="http://schemas.microsoft.com/office/drawing/2014/main" id="{D6AAB1FD-37D2-44D2-9E77-C42AA85E7829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CxnSpPr>
            <a:cxnSpLocks noGrp="1" noRot="1" noChangeAspect="1" noMove="1" noResize="1" noEditPoints="1" noAdjustHandles="1" noChangeArrowheads="1" noChangeShapeType="1"/>
          </p:cNvCxn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CxnSpPr>
        <p:spPr>
          <a:xfrm>
            <a:off x="1846580" y="2176009"/>
            <a:ext cx="9701953" cy="0"/>
          </a:xfrm>
          <a:prstGeom prst="line">
            <a:avLst/>
          </a:prstGeom>
          <a:ln w="38100">
            <a:solidFill>
              <a:schemeClr val="accent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aphicFrame>
        <p:nvGraphicFramePr>
          <p:cNvPr id="4" name="İçerik Yer Tutucusu 3">
            <a:extLst>
              <a:ext uri="{FF2B5EF4-FFF2-40B4-BE49-F238E27FC236}">
                <a16:creationId xmlns:a16="http://schemas.microsoft.com/office/drawing/2014/main" id="{3E28A917-5D13-4290-AE0A-7DAB46FE172B}"/>
              </a:ext>
            </a:extLst>
          </p:cNvPr>
          <p:cNvGraphicFramePr>
            <a:graphicFrameLocks noGrp="1"/>
          </p:cNvGraphicFramePr>
          <p:nvPr>
            <p:ph idx="1"/>
            <p:extLst>
              <p:ext uri="{D42A27DB-BD31-4B8C-83A1-F6EECF244321}">
                <p14:modId xmlns:p14="http://schemas.microsoft.com/office/powerpoint/2010/main" val="4126012385"/>
              </p:ext>
            </p:extLst>
          </p:nvPr>
        </p:nvGraphicFramePr>
        <p:xfrm>
          <a:off x="1846580" y="2438400"/>
          <a:ext cx="9701953" cy="3651250"/>
        </p:xfrm>
        <a:graphic>
          <a:graphicData uri="http://schemas.openxmlformats.org/drawingml/2006/diagram">
            <dgm:relIds xmlns:dgm="http://schemas.openxmlformats.org/drawingml/2006/diagram" xmlns:r="http://schemas.openxmlformats.org/officeDocument/2006/relationships" r:dm="rId2" r:lo="rId3" r:qs="rId4" r:cs="rId5"/>
          </a:graphicData>
        </a:graphic>
      </p:graphicFrame>
    </p:spTree>
    <p:extLst>
      <p:ext uri="{BB962C8B-B14F-4D97-AF65-F5344CB8AC3E}">
        <p14:creationId xmlns:p14="http://schemas.microsoft.com/office/powerpoint/2010/main" val="122837671"/>
      </p:ext>
    </p:extLst>
  </p:cSld>
  <p:clrMapOvr>
    <a:masterClrMapping/>
  </p:clrMapOvr>
</p:sld>
</file>

<file path=ppt/slides/slide4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Rectangle 8">
            <a:extLst>
              <a:ext uri="{FF2B5EF4-FFF2-40B4-BE49-F238E27FC236}">
                <a16:creationId xmlns:a16="http://schemas.microsoft.com/office/drawing/2014/main" id="{0BA2247A-E9F8-4143-ADCA-0F842A18E2E5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chemeClr val="bg1">
              <a:alpha val="7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9288F093-59BF-4E3E-A465-631ABE4AE354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846580" y="568345"/>
            <a:ext cx="9701953" cy="1560716"/>
          </a:xfrm>
        </p:spPr>
        <p:txBody>
          <a:bodyPr>
            <a:normAutofit/>
          </a:bodyPr>
          <a:lstStyle/>
          <a:p>
            <a:r>
              <a:rPr lang="en-US" dirty="0"/>
              <a:t>Components of an Input</a:t>
            </a:r>
            <a:endParaRPr lang="tr-TR" dirty="0"/>
          </a:p>
        </p:txBody>
      </p:sp>
      <p:cxnSp>
        <p:nvCxnSpPr>
          <p:cNvPr id="11" name="Straight Connector 10">
            <a:extLst>
              <a:ext uri="{FF2B5EF4-FFF2-40B4-BE49-F238E27FC236}">
                <a16:creationId xmlns:a16="http://schemas.microsoft.com/office/drawing/2014/main" id="{D6AAB1FD-37D2-44D2-9E77-C42AA85E7829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CxnSpPr>
            <a:cxnSpLocks noGrp="1" noRot="1" noChangeAspect="1" noMove="1" noResize="1" noEditPoints="1" noAdjustHandles="1" noChangeArrowheads="1" noChangeShapeType="1"/>
          </p:cNvCxn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CxnSpPr>
        <p:spPr>
          <a:xfrm>
            <a:off x="1846580" y="2176009"/>
            <a:ext cx="9701953" cy="0"/>
          </a:xfrm>
          <a:prstGeom prst="line">
            <a:avLst/>
          </a:prstGeom>
          <a:ln w="38100">
            <a:solidFill>
              <a:schemeClr val="accent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aphicFrame>
        <p:nvGraphicFramePr>
          <p:cNvPr id="4" name="İçerik Yer Tutucusu 3">
            <a:extLst>
              <a:ext uri="{FF2B5EF4-FFF2-40B4-BE49-F238E27FC236}">
                <a16:creationId xmlns:a16="http://schemas.microsoft.com/office/drawing/2014/main" id="{3E28A917-5D13-4290-AE0A-7DAB46FE172B}"/>
              </a:ext>
            </a:extLst>
          </p:cNvPr>
          <p:cNvGraphicFramePr>
            <a:graphicFrameLocks noGrp="1"/>
          </p:cNvGraphicFramePr>
          <p:nvPr>
            <p:ph idx="1"/>
            <p:extLst>
              <p:ext uri="{D42A27DB-BD31-4B8C-83A1-F6EECF244321}">
                <p14:modId xmlns:p14="http://schemas.microsoft.com/office/powerpoint/2010/main" val="558177559"/>
              </p:ext>
            </p:extLst>
          </p:nvPr>
        </p:nvGraphicFramePr>
        <p:xfrm>
          <a:off x="1846580" y="2438400"/>
          <a:ext cx="9701953" cy="3651250"/>
        </p:xfrm>
        <a:graphic>
          <a:graphicData uri="http://schemas.openxmlformats.org/drawingml/2006/diagram">
            <dgm:relIds xmlns:dgm="http://schemas.openxmlformats.org/drawingml/2006/diagram" xmlns:r="http://schemas.openxmlformats.org/officeDocument/2006/relationships" r:dm="rId2" r:lo="rId3" r:qs="rId4" r:cs="rId5"/>
          </a:graphicData>
        </a:graphic>
      </p:graphicFrame>
    </p:spTree>
    <p:extLst>
      <p:ext uri="{BB962C8B-B14F-4D97-AF65-F5344CB8AC3E}">
        <p14:creationId xmlns:p14="http://schemas.microsoft.com/office/powerpoint/2010/main" val="1678589256"/>
      </p:ext>
    </p:extLst>
  </p:cSld>
  <p:clrMapOvr>
    <a:masterClrMapping/>
  </p:clrMapOvr>
</p:sld>
</file>

<file path=ppt/slides/slide4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ctangle 1">
            <a:extLst>
              <a:ext uri="{FF2B5EF4-FFF2-40B4-BE49-F238E27FC236}">
                <a16:creationId xmlns:a16="http://schemas.microsoft.com/office/drawing/2014/main" id="{144D8C66-2C69-4BE5-B73B-5E402060E493}"/>
              </a:ext>
            </a:extLst>
          </p:cNvPr>
          <p:cNvSpPr/>
          <p:nvPr/>
        </p:nvSpPr>
        <p:spPr>
          <a:xfrm>
            <a:off x="1283369" y="278646"/>
            <a:ext cx="9914020" cy="2862322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r>
              <a:rPr lang="tr-TR" dirty="0">
                <a:solidFill>
                  <a:srgbClr val="CD3300"/>
                </a:solidFill>
                <a:latin typeface="UbuntuMono-Regular"/>
              </a:rPr>
              <a:t>"vin"</a:t>
            </a:r>
            <a:r>
              <a:rPr lang="tr-TR" dirty="0">
                <a:solidFill>
                  <a:srgbClr val="AB0000"/>
                </a:solidFill>
                <a:latin typeface="UbuntuMono-Regular"/>
              </a:rPr>
              <a:t>: </a:t>
            </a:r>
            <a:r>
              <a:rPr lang="tr-TR" dirty="0">
                <a:solidFill>
                  <a:srgbClr val="000000"/>
                </a:solidFill>
                <a:latin typeface="UbuntuMono-Regular"/>
              </a:rPr>
              <a:t>[</a:t>
            </a:r>
          </a:p>
          <a:p>
            <a:r>
              <a:rPr lang="tr-TR" dirty="0">
                <a:solidFill>
                  <a:srgbClr val="000000"/>
                </a:solidFill>
                <a:latin typeface="UbuntuMono-Regular"/>
              </a:rPr>
              <a:t>	{</a:t>
            </a:r>
          </a:p>
          <a:p>
            <a:r>
              <a:rPr lang="tr-TR" b="1" dirty="0">
                <a:solidFill>
                  <a:srgbClr val="33009A"/>
                </a:solidFill>
                <a:latin typeface="UbuntuMono-Bold"/>
              </a:rPr>
              <a:t>		"txid"</a:t>
            </a:r>
            <a:r>
              <a:rPr lang="tr-TR" dirty="0">
                <a:solidFill>
                  <a:srgbClr val="000000"/>
                </a:solidFill>
                <a:latin typeface="UbuntuMono-Regular"/>
              </a:rPr>
              <a:t>: </a:t>
            </a:r>
            <a:r>
              <a:rPr lang="tr-TR" dirty="0">
                <a:solidFill>
                  <a:srgbClr val="CD3300"/>
                </a:solidFill>
                <a:latin typeface="UbuntuMono-Regular"/>
              </a:rPr>
              <a:t>"7957a35fe64f80d234d76d83a2a8f1a0d8149a41d81de548f0a65a8a999f6f18"</a:t>
            </a:r>
            <a:r>
              <a:rPr lang="tr-TR" dirty="0">
                <a:solidFill>
                  <a:srgbClr val="000000"/>
                </a:solidFill>
                <a:latin typeface="UbuntuMono-Regular"/>
              </a:rPr>
              <a:t>,</a:t>
            </a:r>
          </a:p>
          <a:p>
            <a:r>
              <a:rPr lang="tr-TR" b="1" dirty="0">
                <a:solidFill>
                  <a:srgbClr val="33009A"/>
                </a:solidFill>
                <a:latin typeface="UbuntuMono-Bold"/>
              </a:rPr>
              <a:t>		"vout"</a:t>
            </a:r>
            <a:r>
              <a:rPr lang="tr-TR" dirty="0">
                <a:solidFill>
                  <a:srgbClr val="000000"/>
                </a:solidFill>
                <a:latin typeface="UbuntuMono-Regular"/>
              </a:rPr>
              <a:t>: </a:t>
            </a:r>
            <a:r>
              <a:rPr lang="tr-TR" dirty="0">
                <a:solidFill>
                  <a:srgbClr val="FF6600"/>
                </a:solidFill>
                <a:latin typeface="UbuntuMono-Regular"/>
              </a:rPr>
              <a:t>0</a:t>
            </a:r>
            <a:r>
              <a:rPr lang="tr-TR" dirty="0">
                <a:solidFill>
                  <a:srgbClr val="000000"/>
                </a:solidFill>
                <a:latin typeface="UbuntuMono-Regular"/>
              </a:rPr>
              <a:t>,</a:t>
            </a:r>
          </a:p>
          <a:p>
            <a:r>
              <a:rPr lang="tr-TR" b="1" dirty="0">
                <a:solidFill>
                  <a:srgbClr val="33009A"/>
                </a:solidFill>
                <a:latin typeface="UbuntuMono-Bold"/>
              </a:rPr>
              <a:t>		"scriptSig" </a:t>
            </a:r>
            <a:r>
              <a:rPr lang="tr-TR" dirty="0">
                <a:solidFill>
                  <a:srgbClr val="000000"/>
                </a:solidFill>
                <a:latin typeface="UbuntuMono-Regular"/>
              </a:rPr>
              <a:t>:</a:t>
            </a:r>
          </a:p>
          <a:p>
            <a:r>
              <a:rPr lang="tr-TR" dirty="0">
                <a:solidFill>
                  <a:srgbClr val="CD3300"/>
                </a:solidFill>
                <a:latin typeface="UbuntuMono-Regular"/>
              </a:rPr>
              <a:t>"3045022100884d142d86652a3f47ba4746ec719bbfbd040a570b1deccbb6498c75c4ae24cb02204</a:t>
            </a:r>
          </a:p>
          <a:p>
            <a:r>
              <a:rPr lang="tr-TR" dirty="0">
                <a:solidFill>
                  <a:srgbClr val="CD3300"/>
                </a:solidFill>
                <a:latin typeface="UbuntuMono-Regular"/>
              </a:rPr>
              <a:t>b9f039ff08df09cbe9f6addac960298cad530a863ea8f53982c09db8f6e3813[ALL]</a:t>
            </a:r>
          </a:p>
          <a:p>
            <a:r>
              <a:rPr lang="tr-TR" dirty="0">
                <a:solidFill>
                  <a:srgbClr val="CD3300"/>
                </a:solidFill>
                <a:latin typeface="UbuntuMono-Regular"/>
              </a:rPr>
              <a:t>0484ecc0d46f1918b30928fa0e4ed99f16a0fb4fde0735e7ade8416ab9fe423cc5412336376789d1</a:t>
            </a:r>
          </a:p>
          <a:p>
            <a:r>
              <a:rPr lang="tr-TR" dirty="0">
                <a:solidFill>
                  <a:srgbClr val="CD3300"/>
                </a:solidFill>
                <a:latin typeface="UbuntuMono-Regular"/>
              </a:rPr>
              <a:t>72787ec3457eee41c04f4938de5cc17b4a10fa336a8d752adf"</a:t>
            </a:r>
            <a:r>
              <a:rPr lang="tr-TR" dirty="0">
                <a:solidFill>
                  <a:srgbClr val="000000"/>
                </a:solidFill>
                <a:latin typeface="UbuntuMono-Regular"/>
              </a:rPr>
              <a:t>,</a:t>
            </a:r>
          </a:p>
          <a:p>
            <a:r>
              <a:rPr lang="tr-TR" b="1" dirty="0">
                <a:solidFill>
                  <a:srgbClr val="33009A"/>
                </a:solidFill>
                <a:latin typeface="UbuntuMono-Bold"/>
              </a:rPr>
              <a:t>		"sequence"</a:t>
            </a:r>
            <a:r>
              <a:rPr lang="tr-TR" dirty="0">
                <a:solidFill>
                  <a:srgbClr val="000000"/>
                </a:solidFill>
                <a:latin typeface="UbuntuMono-Regular"/>
              </a:rPr>
              <a:t>: </a:t>
            </a:r>
            <a:r>
              <a:rPr lang="tr-TR" dirty="0">
                <a:solidFill>
                  <a:srgbClr val="FF6600"/>
                </a:solidFill>
                <a:latin typeface="UbuntuMono-Regular"/>
              </a:rPr>
              <a:t>4294967295</a:t>
            </a:r>
            <a:endParaRPr lang="tr-TR" dirty="0"/>
          </a:p>
        </p:txBody>
      </p:sp>
      <p:sp>
        <p:nvSpPr>
          <p:cNvPr id="3" name="Rectangle 2">
            <a:extLst>
              <a:ext uri="{FF2B5EF4-FFF2-40B4-BE49-F238E27FC236}">
                <a16:creationId xmlns:a16="http://schemas.microsoft.com/office/drawing/2014/main" id="{392C3580-471B-452C-8B9E-6CDF4D061839}"/>
              </a:ext>
            </a:extLst>
          </p:cNvPr>
          <p:cNvSpPr/>
          <p:nvPr/>
        </p:nvSpPr>
        <p:spPr>
          <a:xfrm>
            <a:off x="770021" y="3429000"/>
            <a:ext cx="11149263" cy="3385542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marL="285750" indent="-285750">
              <a:buFont typeface="Arial" panose="020B0604020202020204" pitchFamily="34" charset="0"/>
              <a:buChar char="•"/>
            </a:pPr>
            <a:r>
              <a:rPr lang="en-US" sz="2000" dirty="0">
                <a:latin typeface="MinionPro-Regular"/>
              </a:rPr>
              <a:t>There</a:t>
            </a:r>
            <a:r>
              <a:rPr lang="tr-TR" sz="2000" dirty="0">
                <a:latin typeface="MinionPro-Regular"/>
              </a:rPr>
              <a:t> </a:t>
            </a:r>
            <a:r>
              <a:rPr lang="en-US" sz="2000" dirty="0">
                <a:latin typeface="MinionPro-Regular"/>
              </a:rPr>
              <a:t>is only one input in the list </a:t>
            </a:r>
            <a:endParaRPr lang="tr-TR" sz="2000" dirty="0">
              <a:latin typeface="MinionPro-Regular"/>
            </a:endParaRPr>
          </a:p>
          <a:p>
            <a:pPr marL="742950" lvl="1" indent="-285750">
              <a:buFont typeface="Arial" panose="020B0604020202020204" pitchFamily="34" charset="0"/>
              <a:buChar char="•"/>
            </a:pPr>
            <a:r>
              <a:rPr lang="en-US" sz="2000" dirty="0">
                <a:latin typeface="MinionPro-Regular"/>
              </a:rPr>
              <a:t>because one UTXO contained sufficient</a:t>
            </a:r>
            <a:r>
              <a:rPr lang="tr-TR" sz="2000" dirty="0">
                <a:latin typeface="MinionPro-Regular"/>
              </a:rPr>
              <a:t> </a:t>
            </a:r>
            <a:r>
              <a:rPr lang="en-US" sz="2000" dirty="0">
                <a:latin typeface="MinionPro-Regular"/>
              </a:rPr>
              <a:t>value to make this payment. </a:t>
            </a:r>
            <a:endParaRPr lang="tr-TR" sz="2000" dirty="0">
              <a:latin typeface="MinionPro-Regular"/>
            </a:endParaRPr>
          </a:p>
          <a:p>
            <a:pPr marL="285750" indent="-285750">
              <a:buFont typeface="Arial" panose="020B0604020202020204" pitchFamily="34" charset="0"/>
              <a:buChar char="•"/>
            </a:pPr>
            <a:r>
              <a:rPr lang="en-US" sz="2000" dirty="0">
                <a:latin typeface="MinionPro-Regular"/>
              </a:rPr>
              <a:t>The input contains four elements:</a:t>
            </a:r>
          </a:p>
          <a:p>
            <a:pPr marL="457200" indent="-457200">
              <a:buFont typeface="+mj-lt"/>
              <a:buAutoNum type="arabicPeriod"/>
            </a:pPr>
            <a:r>
              <a:rPr lang="en-US" sz="2000" b="1" dirty="0">
                <a:latin typeface="MinionPro-Regular"/>
              </a:rPr>
              <a:t>A transaction ID</a:t>
            </a:r>
            <a:r>
              <a:rPr lang="en-US" sz="2000" dirty="0">
                <a:latin typeface="MinionPro-Regular"/>
              </a:rPr>
              <a:t>, referencing the transaction that contains the UTXO being</a:t>
            </a:r>
            <a:r>
              <a:rPr lang="tr-TR" sz="2000" dirty="0">
                <a:latin typeface="MinionPro-Regular"/>
              </a:rPr>
              <a:t> spent</a:t>
            </a:r>
          </a:p>
          <a:p>
            <a:pPr marL="457200" indent="-457200">
              <a:buFont typeface="+mj-lt"/>
              <a:buAutoNum type="arabicPeriod"/>
            </a:pPr>
            <a:r>
              <a:rPr lang="en-US" sz="2000" b="1" dirty="0">
                <a:latin typeface="MinionPro-Regular"/>
              </a:rPr>
              <a:t>An output index </a:t>
            </a:r>
            <a:r>
              <a:rPr lang="en-US" sz="2000" dirty="0">
                <a:latin typeface="MinionPro-Regular"/>
              </a:rPr>
              <a:t>(</a:t>
            </a:r>
            <a:r>
              <a:rPr lang="en-US" sz="2000" dirty="0" err="1">
                <a:latin typeface="UbuntuMono-Regular"/>
              </a:rPr>
              <a:t>vout</a:t>
            </a:r>
            <a:r>
              <a:rPr lang="en-US" sz="2000" dirty="0">
                <a:latin typeface="MinionPro-Regular"/>
              </a:rPr>
              <a:t>), identifying </a:t>
            </a:r>
            <a:r>
              <a:rPr lang="en-US" sz="2000" b="1" dirty="0">
                <a:latin typeface="MinionPro-Regular"/>
              </a:rPr>
              <a:t>which UTXO </a:t>
            </a:r>
            <a:r>
              <a:rPr lang="en-US" sz="2000" dirty="0">
                <a:latin typeface="MinionPro-Regular"/>
              </a:rPr>
              <a:t>from that transaction is referenced</a:t>
            </a:r>
            <a:r>
              <a:rPr lang="tr-TR" sz="2000" dirty="0">
                <a:latin typeface="MinionPro-Regular"/>
              </a:rPr>
              <a:t> (first one is zero)</a:t>
            </a:r>
          </a:p>
          <a:p>
            <a:pPr marL="457200" indent="-457200">
              <a:buFont typeface="+mj-lt"/>
              <a:buAutoNum type="arabicPeriod"/>
            </a:pPr>
            <a:r>
              <a:rPr lang="en-US" sz="2000" b="1" dirty="0">
                <a:latin typeface="MinionPro-Regular"/>
              </a:rPr>
              <a:t>A </a:t>
            </a:r>
            <a:r>
              <a:rPr lang="en-US" sz="2000" b="1" dirty="0" err="1">
                <a:latin typeface="UbuntuMono-Regular"/>
              </a:rPr>
              <a:t>scriptSig</a:t>
            </a:r>
            <a:r>
              <a:rPr lang="en-US" sz="2000" dirty="0">
                <a:latin typeface="MinionPro-Regular"/>
              </a:rPr>
              <a:t>, which satisfies the conditions placed on the UTXO, unlocking it</a:t>
            </a:r>
            <a:r>
              <a:rPr lang="tr-TR" sz="2000" dirty="0">
                <a:latin typeface="MinionPro-Regular"/>
              </a:rPr>
              <a:t> for spending</a:t>
            </a:r>
          </a:p>
          <a:p>
            <a:pPr marL="457200" indent="-457200">
              <a:buFont typeface="+mj-lt"/>
              <a:buAutoNum type="arabicPeriod"/>
            </a:pPr>
            <a:r>
              <a:rPr lang="en-US" sz="2000" b="1" dirty="0">
                <a:latin typeface="MinionPro-Regular"/>
              </a:rPr>
              <a:t>A sequence number</a:t>
            </a:r>
            <a:r>
              <a:rPr lang="en-US" sz="2000" dirty="0">
                <a:latin typeface="MinionPro-Regular"/>
              </a:rPr>
              <a:t> (to be discussed later)</a:t>
            </a:r>
          </a:p>
          <a:p>
            <a:pPr marL="285750" indent="-285750">
              <a:buFont typeface="Arial" panose="020B0604020202020204" pitchFamily="34" charset="0"/>
              <a:buChar char="•"/>
            </a:pPr>
            <a:endParaRPr lang="tr-TR" sz="2000" dirty="0">
              <a:latin typeface="MinionPro-Regular"/>
            </a:endParaRPr>
          </a:p>
          <a:p>
            <a:r>
              <a:rPr lang="en-US" sz="2000" dirty="0">
                <a:latin typeface="MinionPro-Regular"/>
              </a:rPr>
              <a:t>In Alice’s transaction, the input points to the transaction ID:</a:t>
            </a:r>
          </a:p>
          <a:p>
            <a:r>
              <a:rPr lang="tr-TR" sz="1600" dirty="0">
                <a:latin typeface="UbuntuMono-Regular"/>
              </a:rPr>
              <a:t>7957a35fe64f80d234d76d83a2a8f1a0d8149a41d81de548f0a65a8a999f6f18</a:t>
            </a:r>
          </a:p>
          <a:p>
            <a:r>
              <a:rPr lang="en-US" dirty="0"/>
              <a:t>and output index 0 (i.e., the first UTXO created by that transaction).</a:t>
            </a:r>
            <a:endParaRPr lang="tr-TR" sz="2000" dirty="0"/>
          </a:p>
        </p:txBody>
      </p:sp>
    </p:spTree>
    <p:extLst>
      <p:ext uri="{BB962C8B-B14F-4D97-AF65-F5344CB8AC3E}">
        <p14:creationId xmlns:p14="http://schemas.microsoft.com/office/powerpoint/2010/main" val="3590937929"/>
      </p:ext>
    </p:extLst>
  </p:cSld>
  <p:clrMapOvr>
    <a:masterClrMapping/>
  </p:clrMapOvr>
</p:sld>
</file>

<file path=ppt/slides/slide4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" name="Rectangle 8">
            <a:extLst>
              <a:ext uri="{FF2B5EF4-FFF2-40B4-BE49-F238E27FC236}">
                <a16:creationId xmlns:a16="http://schemas.microsoft.com/office/drawing/2014/main" id="{8307893A-9361-4AD3-A98C-AB26519D54AD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384E6BD9-EB87-4C3A-89F2-8ADF4FBDFB4A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846580" y="568345"/>
            <a:ext cx="9701953" cy="1560716"/>
          </a:xfrm>
        </p:spPr>
        <p:txBody>
          <a:bodyPr>
            <a:normAutofit/>
          </a:bodyPr>
          <a:lstStyle/>
          <a:p>
            <a:r>
              <a:rPr lang="tr-TR"/>
              <a:t>Unlocking Script</a:t>
            </a:r>
            <a:endParaRPr lang="tr-TR" dirty="0"/>
          </a:p>
        </p:txBody>
      </p:sp>
      <p:cxnSp>
        <p:nvCxnSpPr>
          <p:cNvPr id="14" name="Straight Connector 10">
            <a:extLst>
              <a:ext uri="{FF2B5EF4-FFF2-40B4-BE49-F238E27FC236}">
                <a16:creationId xmlns:a16="http://schemas.microsoft.com/office/drawing/2014/main" id="{F1534FA6-97DA-4524-BBD3-450AE51EF930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CxnSpPr>
            <a:cxnSpLocks noGrp="1" noRot="1" noChangeAspect="1" noMove="1" noResize="1" noEditPoints="1" noAdjustHandles="1" noChangeArrowheads="1" noChangeShapeType="1"/>
          </p:cNvCxn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CxnSpPr>
        <p:spPr>
          <a:xfrm>
            <a:off x="1846580" y="2176009"/>
            <a:ext cx="9701953" cy="0"/>
          </a:xfrm>
          <a:prstGeom prst="line">
            <a:avLst/>
          </a:prstGeom>
          <a:ln w="38100">
            <a:solidFill>
              <a:schemeClr val="accent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aphicFrame>
        <p:nvGraphicFramePr>
          <p:cNvPr id="4" name="İçerik Yer Tutucusu 3">
            <a:extLst>
              <a:ext uri="{FF2B5EF4-FFF2-40B4-BE49-F238E27FC236}">
                <a16:creationId xmlns:a16="http://schemas.microsoft.com/office/drawing/2014/main" id="{7C6CE604-4D54-41DB-8E11-18D3BAFD2B5F}"/>
              </a:ext>
            </a:extLst>
          </p:cNvPr>
          <p:cNvGraphicFramePr>
            <a:graphicFrameLocks noGrp="1"/>
          </p:cNvGraphicFramePr>
          <p:nvPr>
            <p:ph idx="1"/>
            <p:extLst>
              <p:ext uri="{D42A27DB-BD31-4B8C-83A1-F6EECF244321}">
                <p14:modId xmlns:p14="http://schemas.microsoft.com/office/powerpoint/2010/main" val="682667780"/>
              </p:ext>
            </p:extLst>
          </p:nvPr>
        </p:nvGraphicFramePr>
        <p:xfrm>
          <a:off x="6450664" y="2326105"/>
          <a:ext cx="5356325" cy="3651250"/>
        </p:xfrm>
        <a:graphic>
          <a:graphicData uri="http://schemas.openxmlformats.org/drawingml/2006/diagram">
            <dgm:relIds xmlns:dgm="http://schemas.openxmlformats.org/drawingml/2006/diagram" xmlns:r="http://schemas.openxmlformats.org/officeDocument/2006/relationships" r:dm="rId2" r:lo="rId3" r:qs="rId4" r:cs="rId5"/>
          </a:graphicData>
        </a:graphic>
      </p:graphicFrame>
      <p:pic>
        <p:nvPicPr>
          <p:cNvPr id="5" name="Picture 4">
            <a:extLst>
              <a:ext uri="{FF2B5EF4-FFF2-40B4-BE49-F238E27FC236}">
                <a16:creationId xmlns:a16="http://schemas.microsoft.com/office/drawing/2014/main" id="{7E5EB937-141F-4D3A-8B16-026771AD1636}"/>
              </a:ext>
            </a:extLst>
          </p:cNvPr>
          <p:cNvPicPr>
            <a:picLocks noChangeAspect="1"/>
          </p:cNvPicPr>
          <p:nvPr/>
        </p:nvPicPr>
        <p:blipFill>
          <a:blip r:embed="rId7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417095" y="2881488"/>
            <a:ext cx="6315547" cy="2909711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471618609"/>
      </p:ext>
    </p:extLst>
  </p:cSld>
  <p:clrMapOvr>
    <a:masterClrMapping/>
  </p:clrMapOvr>
</p:sld>
</file>

<file path=ppt/slides/slide4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6" name="Rectangle 25">
            <a:extLst>
              <a:ext uri="{FF2B5EF4-FFF2-40B4-BE49-F238E27FC236}">
                <a16:creationId xmlns:a16="http://schemas.microsoft.com/office/drawing/2014/main" id="{8307893A-9361-4AD3-A98C-AB26519D54AD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384E6BD9-EB87-4C3A-89F2-8ADF4FBDFB4A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846580" y="568345"/>
            <a:ext cx="9701953" cy="1560716"/>
          </a:xfrm>
        </p:spPr>
        <p:txBody>
          <a:bodyPr>
            <a:normAutofit/>
          </a:bodyPr>
          <a:lstStyle/>
          <a:p>
            <a:r>
              <a:rPr lang="tr-TR"/>
              <a:t>Unlocking Script</a:t>
            </a:r>
          </a:p>
        </p:txBody>
      </p:sp>
      <p:cxnSp>
        <p:nvCxnSpPr>
          <p:cNvPr id="28" name="Straight Connector 27">
            <a:extLst>
              <a:ext uri="{FF2B5EF4-FFF2-40B4-BE49-F238E27FC236}">
                <a16:creationId xmlns:a16="http://schemas.microsoft.com/office/drawing/2014/main" id="{F1534FA6-97DA-4524-BBD3-450AE51EF930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CxnSpPr>
            <a:cxnSpLocks noGrp="1" noRot="1" noChangeAspect="1" noMove="1" noResize="1" noEditPoints="1" noAdjustHandles="1" noChangeArrowheads="1" noChangeShapeType="1"/>
          </p:cNvCxn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CxnSpPr>
        <p:spPr>
          <a:xfrm>
            <a:off x="1846580" y="2176009"/>
            <a:ext cx="9701953" cy="0"/>
          </a:xfrm>
          <a:prstGeom prst="line">
            <a:avLst/>
          </a:prstGeom>
          <a:ln w="38100">
            <a:solidFill>
              <a:schemeClr val="accent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aphicFrame>
        <p:nvGraphicFramePr>
          <p:cNvPr id="4" name="İçerik Yer Tutucusu 3">
            <a:extLst>
              <a:ext uri="{FF2B5EF4-FFF2-40B4-BE49-F238E27FC236}">
                <a16:creationId xmlns:a16="http://schemas.microsoft.com/office/drawing/2014/main" id="{7C6CE604-4D54-41DB-8E11-18D3BAFD2B5F}"/>
              </a:ext>
            </a:extLst>
          </p:cNvPr>
          <p:cNvGraphicFramePr>
            <a:graphicFrameLocks noGrp="1"/>
          </p:cNvGraphicFramePr>
          <p:nvPr>
            <p:ph idx="1"/>
            <p:extLst>
              <p:ext uri="{D42A27DB-BD31-4B8C-83A1-F6EECF244321}">
                <p14:modId xmlns:p14="http://schemas.microsoft.com/office/powerpoint/2010/main" val="2452265357"/>
              </p:ext>
            </p:extLst>
          </p:nvPr>
        </p:nvGraphicFramePr>
        <p:xfrm>
          <a:off x="1846580" y="2438400"/>
          <a:ext cx="9701953" cy="3651250"/>
        </p:xfrm>
        <a:graphic>
          <a:graphicData uri="http://schemas.openxmlformats.org/drawingml/2006/diagram">
            <dgm:relIds xmlns:dgm="http://schemas.openxmlformats.org/drawingml/2006/diagram" xmlns:r="http://schemas.openxmlformats.org/officeDocument/2006/relationships" r:dm="rId2" r:lo="rId3" r:qs="rId4" r:cs="rId5"/>
          </a:graphicData>
        </a:graphic>
      </p:graphicFrame>
    </p:spTree>
    <p:extLst>
      <p:ext uri="{BB962C8B-B14F-4D97-AF65-F5344CB8AC3E}">
        <p14:creationId xmlns:p14="http://schemas.microsoft.com/office/powerpoint/2010/main" val="3372155305"/>
      </p:ext>
    </p:extLst>
  </p:cSld>
  <p:clrMapOvr>
    <a:masterClrMapping/>
  </p:clrMapOvr>
</p:sld>
</file>

<file path=ppt/slides/slide4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Rectangle 8">
            <a:extLst>
              <a:ext uri="{FF2B5EF4-FFF2-40B4-BE49-F238E27FC236}">
                <a16:creationId xmlns:a16="http://schemas.microsoft.com/office/drawing/2014/main" id="{8307893A-9361-4AD3-A98C-AB26519D54AD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C86C18D0-94AC-4D4E-8E4E-92F51228E608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846580" y="568345"/>
            <a:ext cx="9701953" cy="1560716"/>
          </a:xfrm>
        </p:spPr>
        <p:txBody>
          <a:bodyPr>
            <a:normAutofit/>
          </a:bodyPr>
          <a:lstStyle/>
          <a:p>
            <a:r>
              <a:rPr lang="tr-TR" dirty="0"/>
              <a:t>What is Known about UTXO?</a:t>
            </a:r>
          </a:p>
        </p:txBody>
      </p:sp>
      <p:cxnSp>
        <p:nvCxnSpPr>
          <p:cNvPr id="11" name="Straight Connector 10">
            <a:extLst>
              <a:ext uri="{FF2B5EF4-FFF2-40B4-BE49-F238E27FC236}">
                <a16:creationId xmlns:a16="http://schemas.microsoft.com/office/drawing/2014/main" id="{F1534FA6-97DA-4524-BBD3-450AE51EF930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CxnSpPr>
            <a:cxnSpLocks noGrp="1" noRot="1" noChangeAspect="1" noMove="1" noResize="1" noEditPoints="1" noAdjustHandles="1" noChangeArrowheads="1" noChangeShapeType="1"/>
          </p:cNvCxn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CxnSpPr>
        <p:spPr>
          <a:xfrm>
            <a:off x="1846580" y="2176009"/>
            <a:ext cx="9701953" cy="0"/>
          </a:xfrm>
          <a:prstGeom prst="line">
            <a:avLst/>
          </a:prstGeom>
          <a:ln w="38100">
            <a:solidFill>
              <a:schemeClr val="accent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aphicFrame>
        <p:nvGraphicFramePr>
          <p:cNvPr id="4" name="İçerik Yer Tutucusu 3">
            <a:extLst>
              <a:ext uri="{FF2B5EF4-FFF2-40B4-BE49-F238E27FC236}">
                <a16:creationId xmlns:a16="http://schemas.microsoft.com/office/drawing/2014/main" id="{D4D0D45C-0B72-4AF3-A7C4-554A45D14144}"/>
              </a:ext>
            </a:extLst>
          </p:cNvPr>
          <p:cNvGraphicFramePr>
            <a:graphicFrameLocks noGrp="1"/>
          </p:cNvGraphicFramePr>
          <p:nvPr>
            <p:ph idx="1"/>
            <p:extLst>
              <p:ext uri="{D42A27DB-BD31-4B8C-83A1-F6EECF244321}">
                <p14:modId xmlns:p14="http://schemas.microsoft.com/office/powerpoint/2010/main" val="544039997"/>
              </p:ext>
            </p:extLst>
          </p:nvPr>
        </p:nvGraphicFramePr>
        <p:xfrm>
          <a:off x="1846580" y="2438400"/>
          <a:ext cx="9701953" cy="3651250"/>
        </p:xfrm>
        <a:graphic>
          <a:graphicData uri="http://schemas.openxmlformats.org/drawingml/2006/diagram">
            <dgm:relIds xmlns:dgm="http://schemas.openxmlformats.org/drawingml/2006/diagram" xmlns:r="http://schemas.openxmlformats.org/officeDocument/2006/relationships" r:dm="rId2" r:lo="rId3" r:qs="rId4" r:cs="rId5"/>
          </a:graphicData>
        </a:graphic>
      </p:graphicFrame>
    </p:spTree>
    <p:extLst>
      <p:ext uri="{BB962C8B-B14F-4D97-AF65-F5344CB8AC3E}">
        <p14:creationId xmlns:p14="http://schemas.microsoft.com/office/powerpoint/2010/main" val="2875031155"/>
      </p:ext>
    </p:extLst>
  </p:cSld>
  <p:clrMapOvr>
    <a:masterClrMapping/>
  </p:clrMapOvr>
</p:sld>
</file>

<file path=ppt/slides/slide4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1E3D0BC4-D079-4FC4-BD23-23108CA925B4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2933700" y="568345"/>
            <a:ext cx="8770571" cy="1560716"/>
          </a:xfrm>
        </p:spPr>
        <p:txBody>
          <a:bodyPr>
            <a:normAutofit/>
          </a:bodyPr>
          <a:lstStyle/>
          <a:p>
            <a:r>
              <a:rPr lang="tr-TR" dirty="0"/>
              <a:t>Retrieving UTXO</a:t>
            </a:r>
          </a:p>
        </p:txBody>
      </p:sp>
      <p:graphicFrame>
        <p:nvGraphicFramePr>
          <p:cNvPr id="4" name="İçerik Yer Tutucusu 3">
            <a:extLst>
              <a:ext uri="{FF2B5EF4-FFF2-40B4-BE49-F238E27FC236}">
                <a16:creationId xmlns:a16="http://schemas.microsoft.com/office/drawing/2014/main" id="{811A449F-9F40-4391-85EC-18A4D26EB411}"/>
              </a:ext>
            </a:extLst>
          </p:cNvPr>
          <p:cNvGraphicFramePr>
            <a:graphicFrameLocks noGrp="1"/>
          </p:cNvGraphicFramePr>
          <p:nvPr>
            <p:ph idx="1"/>
            <p:extLst>
              <p:ext uri="{D42A27DB-BD31-4B8C-83A1-F6EECF244321}">
                <p14:modId xmlns:p14="http://schemas.microsoft.com/office/powerpoint/2010/main" val="216974996"/>
              </p:ext>
            </p:extLst>
          </p:nvPr>
        </p:nvGraphicFramePr>
        <p:xfrm>
          <a:off x="2933700" y="2438400"/>
          <a:ext cx="8770938" cy="3651250"/>
        </p:xfrm>
        <a:graphic>
          <a:graphicData uri="http://schemas.openxmlformats.org/drawingml/2006/diagram">
            <dgm:relIds xmlns:dgm="http://schemas.openxmlformats.org/drawingml/2006/diagram" xmlns:r="http://schemas.openxmlformats.org/officeDocument/2006/relationships" r:dm="rId2" r:lo="rId3" r:qs="rId4" r:cs="rId5"/>
          </a:graphicData>
        </a:graphic>
      </p:graphicFrame>
    </p:spTree>
    <p:extLst>
      <p:ext uri="{BB962C8B-B14F-4D97-AF65-F5344CB8AC3E}">
        <p14:creationId xmlns:p14="http://schemas.microsoft.com/office/powerpoint/2010/main" val="1639698995"/>
      </p:ext>
    </p:extLst>
  </p:cSld>
  <p:clrMapOvr>
    <a:masterClrMapping/>
  </p:clrMapOvr>
</p:sld>
</file>

<file path=ppt/slides/slide4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0AD3DA0C-C6FB-4B25-8BB8-49C2CBCCADF1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2933700" y="568345"/>
            <a:ext cx="8770571" cy="1560716"/>
          </a:xfrm>
        </p:spPr>
        <p:txBody>
          <a:bodyPr>
            <a:normAutofit/>
          </a:bodyPr>
          <a:lstStyle/>
          <a:p>
            <a:r>
              <a:rPr lang="tr-TR" dirty="0"/>
              <a:t>Incompleteness of Transactions</a:t>
            </a:r>
          </a:p>
        </p:txBody>
      </p:sp>
      <p:graphicFrame>
        <p:nvGraphicFramePr>
          <p:cNvPr id="4" name="İçerik Yer Tutucusu 3">
            <a:extLst>
              <a:ext uri="{FF2B5EF4-FFF2-40B4-BE49-F238E27FC236}">
                <a16:creationId xmlns:a16="http://schemas.microsoft.com/office/drawing/2014/main" id="{414D34D5-A9D9-4678-B630-D14568DB3862}"/>
              </a:ext>
            </a:extLst>
          </p:cNvPr>
          <p:cNvGraphicFramePr>
            <a:graphicFrameLocks noGrp="1"/>
          </p:cNvGraphicFramePr>
          <p:nvPr>
            <p:ph idx="1"/>
            <p:extLst>
              <p:ext uri="{D42A27DB-BD31-4B8C-83A1-F6EECF244321}">
                <p14:modId xmlns:p14="http://schemas.microsoft.com/office/powerpoint/2010/main" val="1334395372"/>
              </p:ext>
            </p:extLst>
          </p:nvPr>
        </p:nvGraphicFramePr>
        <p:xfrm>
          <a:off x="2933701" y="2438400"/>
          <a:ext cx="8770571" cy="3651504"/>
        </p:xfrm>
        <a:graphic>
          <a:graphicData uri="http://schemas.openxmlformats.org/drawingml/2006/diagram">
            <dgm:relIds xmlns:dgm="http://schemas.openxmlformats.org/drawingml/2006/diagram" xmlns:r="http://schemas.openxmlformats.org/officeDocument/2006/relationships" r:dm="rId2" r:lo="rId3" r:qs="rId4" r:cs="rId5"/>
          </a:graphicData>
        </a:graphic>
      </p:graphicFrame>
    </p:spTree>
    <p:extLst>
      <p:ext uri="{BB962C8B-B14F-4D97-AF65-F5344CB8AC3E}">
        <p14:creationId xmlns:p14="http://schemas.microsoft.com/office/powerpoint/2010/main" val="1872133236"/>
      </p:ext>
    </p:extLst>
  </p:cSld>
  <p:clrMapOvr>
    <a:masterClrMapping/>
  </p:clrMapOvr>
</p:sld>
</file>

<file path=ppt/slides/slide5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Rectangle 8">
            <a:extLst>
              <a:ext uri="{FF2B5EF4-FFF2-40B4-BE49-F238E27FC236}">
                <a16:creationId xmlns:a16="http://schemas.microsoft.com/office/drawing/2014/main" id="{0BA2247A-E9F8-4143-ADCA-0F842A18E2E5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chemeClr val="bg1">
              <a:alpha val="7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AB3D4933-1FC9-406D-8BFC-1BDD494F834B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846580" y="568345"/>
            <a:ext cx="9701953" cy="1560716"/>
          </a:xfrm>
        </p:spPr>
        <p:txBody>
          <a:bodyPr>
            <a:normAutofit/>
          </a:bodyPr>
          <a:lstStyle/>
          <a:p>
            <a:r>
              <a:rPr lang="tr-TR" dirty="0"/>
              <a:t>Simple Operations to Multiple Steps</a:t>
            </a:r>
          </a:p>
        </p:txBody>
      </p:sp>
      <p:cxnSp>
        <p:nvCxnSpPr>
          <p:cNvPr id="11" name="Straight Connector 10">
            <a:extLst>
              <a:ext uri="{FF2B5EF4-FFF2-40B4-BE49-F238E27FC236}">
                <a16:creationId xmlns:a16="http://schemas.microsoft.com/office/drawing/2014/main" id="{D6AAB1FD-37D2-44D2-9E77-C42AA85E7829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CxnSpPr>
            <a:cxnSpLocks noGrp="1" noRot="1" noChangeAspect="1" noMove="1" noResize="1" noEditPoints="1" noAdjustHandles="1" noChangeArrowheads="1" noChangeShapeType="1"/>
          </p:cNvCxn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CxnSpPr>
        <p:spPr>
          <a:xfrm>
            <a:off x="1846580" y="2176009"/>
            <a:ext cx="9701953" cy="0"/>
          </a:xfrm>
          <a:prstGeom prst="line">
            <a:avLst/>
          </a:prstGeom>
          <a:ln w="38100">
            <a:solidFill>
              <a:schemeClr val="accent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aphicFrame>
        <p:nvGraphicFramePr>
          <p:cNvPr id="4" name="İçerik Yer Tutucusu 3">
            <a:extLst>
              <a:ext uri="{FF2B5EF4-FFF2-40B4-BE49-F238E27FC236}">
                <a16:creationId xmlns:a16="http://schemas.microsoft.com/office/drawing/2014/main" id="{F3D32B9B-64A4-40F7-9C06-629E68905C73}"/>
              </a:ext>
            </a:extLst>
          </p:cNvPr>
          <p:cNvGraphicFramePr>
            <a:graphicFrameLocks noGrp="1"/>
          </p:cNvGraphicFramePr>
          <p:nvPr>
            <p:ph idx="1"/>
            <p:extLst>
              <p:ext uri="{D42A27DB-BD31-4B8C-83A1-F6EECF244321}">
                <p14:modId xmlns:p14="http://schemas.microsoft.com/office/powerpoint/2010/main" val="3205559502"/>
              </p:ext>
            </p:extLst>
          </p:nvPr>
        </p:nvGraphicFramePr>
        <p:xfrm>
          <a:off x="1846580" y="2438400"/>
          <a:ext cx="9701953" cy="3651250"/>
        </p:xfrm>
        <a:graphic>
          <a:graphicData uri="http://schemas.openxmlformats.org/drawingml/2006/diagram">
            <dgm:relIds xmlns:dgm="http://schemas.openxmlformats.org/drawingml/2006/diagram" xmlns:r="http://schemas.openxmlformats.org/officeDocument/2006/relationships" r:dm="rId2" r:lo="rId3" r:qs="rId4" r:cs="rId5"/>
          </a:graphicData>
        </a:graphic>
      </p:graphicFrame>
    </p:spTree>
    <p:extLst>
      <p:ext uri="{BB962C8B-B14F-4D97-AF65-F5344CB8AC3E}">
        <p14:creationId xmlns:p14="http://schemas.microsoft.com/office/powerpoint/2010/main" val="732536749"/>
      </p:ext>
    </p:extLst>
  </p:cSld>
  <p:clrMapOvr>
    <a:masterClrMapping/>
  </p:clrMapOvr>
</p:sld>
</file>

<file path=ppt/slides/slide5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6" name="Diyagram 5">
            <a:extLst>
              <a:ext uri="{FF2B5EF4-FFF2-40B4-BE49-F238E27FC236}">
                <a16:creationId xmlns:a16="http://schemas.microsoft.com/office/drawing/2014/main" id="{B85E1BC8-A970-40F7-A8F3-7DDDCB7B2E9E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1652519171"/>
              </p:ext>
            </p:extLst>
          </p:nvPr>
        </p:nvGraphicFramePr>
        <p:xfrm>
          <a:off x="1206296" y="315740"/>
          <a:ext cx="10127451" cy="1569660"/>
        </p:xfrm>
        <a:graphic>
          <a:graphicData uri="http://schemas.openxmlformats.org/drawingml/2006/diagram">
            <dgm:relIds xmlns:dgm="http://schemas.openxmlformats.org/drawingml/2006/diagram" xmlns:r="http://schemas.openxmlformats.org/officeDocument/2006/relationships" r:dm="rId2" r:lo="rId3" r:qs="rId4" r:cs="rId5"/>
          </a:graphicData>
        </a:graphic>
      </p:graphicFrame>
      <p:sp>
        <p:nvSpPr>
          <p:cNvPr id="3" name="Rectangle 2">
            <a:extLst>
              <a:ext uri="{FF2B5EF4-FFF2-40B4-BE49-F238E27FC236}">
                <a16:creationId xmlns:a16="http://schemas.microsoft.com/office/drawing/2014/main" id="{49EA39DD-C923-428A-8E89-DE3A0F0B3586}"/>
              </a:ext>
            </a:extLst>
          </p:cNvPr>
          <p:cNvSpPr/>
          <p:nvPr/>
        </p:nvSpPr>
        <p:spPr>
          <a:xfrm>
            <a:off x="1331146" y="2054433"/>
            <a:ext cx="8903368" cy="2031325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r>
              <a:rPr lang="tr-TR" dirty="0">
                <a:solidFill>
                  <a:srgbClr val="CD3300"/>
                </a:solidFill>
                <a:latin typeface="UbuntuMono-Regular"/>
              </a:rPr>
              <a:t>"vout"</a:t>
            </a:r>
            <a:r>
              <a:rPr lang="tr-TR" dirty="0">
                <a:solidFill>
                  <a:srgbClr val="AB0000"/>
                </a:solidFill>
                <a:latin typeface="UbuntuMono-Regular"/>
              </a:rPr>
              <a:t>: </a:t>
            </a:r>
            <a:r>
              <a:rPr lang="tr-TR" dirty="0">
                <a:solidFill>
                  <a:srgbClr val="000000"/>
                </a:solidFill>
                <a:latin typeface="UbuntuMono-Regular"/>
              </a:rPr>
              <a:t>[</a:t>
            </a:r>
          </a:p>
          <a:p>
            <a:r>
              <a:rPr lang="tr-TR" dirty="0">
                <a:solidFill>
                  <a:srgbClr val="000000"/>
                </a:solidFill>
                <a:latin typeface="UbuntuMono-Regular"/>
              </a:rPr>
              <a:t>	{</a:t>
            </a:r>
          </a:p>
          <a:p>
            <a:r>
              <a:rPr lang="tr-TR" b="1" dirty="0">
                <a:solidFill>
                  <a:srgbClr val="33009A"/>
                </a:solidFill>
                <a:latin typeface="UbuntuMono-Bold"/>
              </a:rPr>
              <a:t>		"value"</a:t>
            </a:r>
            <a:r>
              <a:rPr lang="tr-TR" dirty="0">
                <a:solidFill>
                  <a:srgbClr val="000000"/>
                </a:solidFill>
                <a:latin typeface="UbuntuMono-Regular"/>
              </a:rPr>
              <a:t>: </a:t>
            </a:r>
            <a:r>
              <a:rPr lang="tr-TR" dirty="0">
                <a:solidFill>
                  <a:srgbClr val="FF6600"/>
                </a:solidFill>
                <a:latin typeface="UbuntuMono-Regular"/>
              </a:rPr>
              <a:t>0.10000000</a:t>
            </a:r>
            <a:r>
              <a:rPr lang="tr-TR" dirty="0">
                <a:solidFill>
                  <a:srgbClr val="000000"/>
                </a:solidFill>
                <a:latin typeface="UbuntuMono-Regular"/>
              </a:rPr>
              <a:t>,</a:t>
            </a:r>
          </a:p>
          <a:p>
            <a:r>
              <a:rPr lang="tr-TR" b="1" dirty="0">
                <a:solidFill>
                  <a:srgbClr val="33009A"/>
                </a:solidFill>
                <a:latin typeface="UbuntuMono-Bold"/>
              </a:rPr>
              <a:t>		"scriptPubKey"</a:t>
            </a:r>
            <a:r>
              <a:rPr lang="tr-TR" dirty="0">
                <a:solidFill>
                  <a:srgbClr val="000000"/>
                </a:solidFill>
                <a:latin typeface="UbuntuMono-Regular"/>
              </a:rPr>
              <a:t>: </a:t>
            </a:r>
            <a:r>
              <a:rPr lang="tr-TR" dirty="0">
                <a:solidFill>
                  <a:srgbClr val="CD3300"/>
                </a:solidFill>
                <a:latin typeface="UbuntuMono-Regular"/>
              </a:rPr>
              <a:t>"OP_DUP OP_HASH160</a:t>
            </a:r>
          </a:p>
          <a:p>
            <a:r>
              <a:rPr lang="tr-TR" dirty="0">
                <a:solidFill>
                  <a:srgbClr val="CD3300"/>
                </a:solidFill>
                <a:latin typeface="UbuntuMono-Regular"/>
              </a:rPr>
              <a:t>		7f9b1a7fb68d60c536c2fd8aeaa53a8f3cc025a8 OP_EQUALVERIFY OP_CHECKSIG"</a:t>
            </a:r>
          </a:p>
          <a:p>
            <a:r>
              <a:rPr lang="tr-TR" dirty="0">
                <a:solidFill>
                  <a:srgbClr val="000000"/>
                </a:solidFill>
                <a:latin typeface="UbuntuMono-Regular"/>
              </a:rPr>
              <a:t>	}</a:t>
            </a:r>
          </a:p>
          <a:p>
            <a:r>
              <a:rPr lang="tr-TR" dirty="0">
                <a:solidFill>
                  <a:srgbClr val="000000"/>
                </a:solidFill>
                <a:latin typeface="UbuntuMono-Regular"/>
              </a:rPr>
              <a:t>]</a:t>
            </a:r>
            <a:endParaRPr lang="tr-TR" dirty="0"/>
          </a:p>
        </p:txBody>
      </p:sp>
      <p:graphicFrame>
        <p:nvGraphicFramePr>
          <p:cNvPr id="5" name="Diyagram 4">
            <a:extLst>
              <a:ext uri="{FF2B5EF4-FFF2-40B4-BE49-F238E27FC236}">
                <a16:creationId xmlns:a16="http://schemas.microsoft.com/office/drawing/2014/main" id="{1A716070-26B8-40E0-8C2C-A7B8AD00255E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3208864828"/>
              </p:ext>
            </p:extLst>
          </p:nvPr>
        </p:nvGraphicFramePr>
        <p:xfrm>
          <a:off x="1022161" y="4085758"/>
          <a:ext cx="10828421" cy="1200329"/>
        </p:xfrm>
        <a:graphic>
          <a:graphicData uri="http://schemas.openxmlformats.org/drawingml/2006/diagram">
            <dgm:relIds xmlns:dgm="http://schemas.openxmlformats.org/drawingml/2006/diagram" xmlns:r="http://schemas.openxmlformats.org/officeDocument/2006/relationships" r:dm="rId7" r:lo="rId8" r:qs="rId9" r:cs="rId10"/>
          </a:graphicData>
        </a:graphic>
      </p:graphicFrame>
      <p:pic>
        <p:nvPicPr>
          <p:cNvPr id="7" name="Picture 1">
            <a:extLst>
              <a:ext uri="{FF2B5EF4-FFF2-40B4-BE49-F238E27FC236}">
                <a16:creationId xmlns:a16="http://schemas.microsoft.com/office/drawing/2014/main" id="{AB46CB66-9FB0-4236-B394-92693A96EFA6}"/>
              </a:ext>
            </a:extLst>
          </p:cNvPr>
          <p:cNvPicPr>
            <a:picLocks noChangeAspect="1"/>
          </p:cNvPicPr>
          <p:nvPr/>
        </p:nvPicPr>
        <p:blipFill>
          <a:blip r:embed="rId12"/>
          <a:stretch>
            <a:fillRect/>
          </a:stretch>
        </p:blipFill>
        <p:spPr>
          <a:xfrm>
            <a:off x="2178252" y="5451780"/>
            <a:ext cx="7492522" cy="1366464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530541230"/>
      </p:ext>
    </p:extLst>
  </p:cSld>
  <p:clrMapOvr>
    <a:masterClrMapping/>
  </p:clrMapOvr>
</p:sld>
</file>

<file path=ppt/slides/slide5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7EF5480D-101D-4191-8D89-CE0A387B1FDA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2256183" y="568345"/>
            <a:ext cx="9448089" cy="1560716"/>
          </a:xfrm>
        </p:spPr>
        <p:txBody>
          <a:bodyPr/>
          <a:lstStyle/>
          <a:p>
            <a:r>
              <a:rPr lang="tr-TR" dirty="0"/>
              <a:t>Transaction serialization—inputs</a:t>
            </a:r>
          </a:p>
        </p:txBody>
      </p:sp>
      <p:graphicFrame>
        <p:nvGraphicFramePr>
          <p:cNvPr id="6" name="İçerik Yer Tutucusu 5">
            <a:extLst>
              <a:ext uri="{FF2B5EF4-FFF2-40B4-BE49-F238E27FC236}">
                <a16:creationId xmlns:a16="http://schemas.microsoft.com/office/drawing/2014/main" id="{8EA28AF1-BEF9-46C8-8ECB-CC6FC68740EC}"/>
              </a:ext>
            </a:extLst>
          </p:cNvPr>
          <p:cNvGraphicFramePr>
            <a:graphicFrameLocks noGrp="1"/>
          </p:cNvGraphicFramePr>
          <p:nvPr>
            <p:ph idx="1"/>
            <p:extLst>
              <p:ext uri="{D42A27DB-BD31-4B8C-83A1-F6EECF244321}">
                <p14:modId xmlns:p14="http://schemas.microsoft.com/office/powerpoint/2010/main" val="4221522856"/>
              </p:ext>
            </p:extLst>
          </p:nvPr>
        </p:nvGraphicFramePr>
        <p:xfrm>
          <a:off x="3011733" y="2129060"/>
          <a:ext cx="6619286" cy="1560716"/>
        </p:xfrm>
        <a:graphic>
          <a:graphicData uri="http://schemas.openxmlformats.org/drawingml/2006/diagram">
            <dgm:relIds xmlns:dgm="http://schemas.openxmlformats.org/drawingml/2006/diagram" xmlns:r="http://schemas.openxmlformats.org/officeDocument/2006/relationships" r:dm="rId2" r:lo="rId3" r:qs="rId4" r:cs="rId5"/>
          </a:graphicData>
        </a:graphic>
      </p:graphicFrame>
      <p:sp>
        <p:nvSpPr>
          <p:cNvPr id="4" name="Rectangle 3">
            <a:extLst>
              <a:ext uri="{FF2B5EF4-FFF2-40B4-BE49-F238E27FC236}">
                <a16:creationId xmlns:a16="http://schemas.microsoft.com/office/drawing/2014/main" id="{015432A2-938F-4F46-8CA3-327100B93202}"/>
              </a:ext>
            </a:extLst>
          </p:cNvPr>
          <p:cNvSpPr/>
          <p:nvPr/>
        </p:nvSpPr>
        <p:spPr>
          <a:xfrm>
            <a:off x="3556112" y="3814450"/>
            <a:ext cx="3955378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tr-TR" i="1" dirty="0">
                <a:latin typeface="MinionPro-It"/>
              </a:rPr>
              <a:t>Table 6-2. Transaction input serialization</a:t>
            </a:r>
            <a:endParaRPr lang="tr-TR" dirty="0"/>
          </a:p>
        </p:txBody>
      </p:sp>
      <p:pic>
        <p:nvPicPr>
          <p:cNvPr id="5" name="Picture 4">
            <a:extLst>
              <a:ext uri="{FF2B5EF4-FFF2-40B4-BE49-F238E27FC236}">
                <a16:creationId xmlns:a16="http://schemas.microsoft.com/office/drawing/2014/main" id="{92ACA7EB-F73B-4C93-8735-5ACD1C211B34}"/>
              </a:ext>
            </a:extLst>
          </p:cNvPr>
          <p:cNvPicPr>
            <a:picLocks noChangeAspect="1"/>
          </p:cNvPicPr>
          <p:nvPr/>
        </p:nvPicPr>
        <p:blipFill>
          <a:blip r:embed="rId7"/>
          <a:stretch>
            <a:fillRect/>
          </a:stretch>
        </p:blipFill>
        <p:spPr>
          <a:xfrm>
            <a:off x="2127149" y="4308456"/>
            <a:ext cx="8123269" cy="2365060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3282968414"/>
      </p:ext>
    </p:extLst>
  </p:cSld>
  <p:clrMapOvr>
    <a:masterClrMapping/>
  </p:clrMapOvr>
</p:sld>
</file>

<file path=ppt/slides/slide5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50427877-A02B-46F4-B0C2-0A5D2A529E2B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2933700" y="568345"/>
            <a:ext cx="8770571" cy="1560716"/>
          </a:xfrm>
        </p:spPr>
        <p:txBody>
          <a:bodyPr>
            <a:normAutofit/>
          </a:bodyPr>
          <a:lstStyle/>
          <a:p>
            <a:r>
              <a:rPr lang="tr-TR" dirty="0"/>
              <a:t>Transaction Fees</a:t>
            </a:r>
          </a:p>
        </p:txBody>
      </p:sp>
      <p:graphicFrame>
        <p:nvGraphicFramePr>
          <p:cNvPr id="4" name="İçerik Yer Tutucusu 3">
            <a:extLst>
              <a:ext uri="{FF2B5EF4-FFF2-40B4-BE49-F238E27FC236}">
                <a16:creationId xmlns:a16="http://schemas.microsoft.com/office/drawing/2014/main" id="{FCAC39C7-1100-462F-8E8A-460797B73E6C}"/>
              </a:ext>
            </a:extLst>
          </p:cNvPr>
          <p:cNvGraphicFramePr>
            <a:graphicFrameLocks noGrp="1"/>
          </p:cNvGraphicFramePr>
          <p:nvPr>
            <p:ph idx="1"/>
            <p:extLst>
              <p:ext uri="{D42A27DB-BD31-4B8C-83A1-F6EECF244321}">
                <p14:modId xmlns:p14="http://schemas.microsoft.com/office/powerpoint/2010/main" val="1355642951"/>
              </p:ext>
            </p:extLst>
          </p:nvPr>
        </p:nvGraphicFramePr>
        <p:xfrm>
          <a:off x="2933700" y="2438400"/>
          <a:ext cx="8770938" cy="3651250"/>
        </p:xfrm>
        <a:graphic>
          <a:graphicData uri="http://schemas.openxmlformats.org/drawingml/2006/diagram">
            <dgm:relIds xmlns:dgm="http://schemas.openxmlformats.org/drawingml/2006/diagram" xmlns:r="http://schemas.openxmlformats.org/officeDocument/2006/relationships" r:dm="rId3" r:lo="rId4" r:qs="rId5" r:cs="rId6"/>
          </a:graphicData>
        </a:graphic>
      </p:graphicFrame>
    </p:spTree>
    <p:extLst>
      <p:ext uri="{BB962C8B-B14F-4D97-AF65-F5344CB8AC3E}">
        <p14:creationId xmlns:p14="http://schemas.microsoft.com/office/powerpoint/2010/main" val="4257838217"/>
      </p:ext>
    </p:extLst>
  </p:cSld>
  <p:clrMapOvr>
    <a:masterClrMapping/>
  </p:clrMapOvr>
</p:sld>
</file>

<file path=ppt/slides/slide5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50427877-A02B-46F4-B0C2-0A5D2A529E2B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2933700" y="568345"/>
            <a:ext cx="8770571" cy="1560716"/>
          </a:xfrm>
        </p:spPr>
        <p:txBody>
          <a:bodyPr>
            <a:normAutofit/>
          </a:bodyPr>
          <a:lstStyle/>
          <a:p>
            <a:r>
              <a:rPr lang="tr-TR" dirty="0"/>
              <a:t>Transaction Fees</a:t>
            </a:r>
          </a:p>
        </p:txBody>
      </p:sp>
      <p:graphicFrame>
        <p:nvGraphicFramePr>
          <p:cNvPr id="4" name="İçerik Yer Tutucusu 3">
            <a:extLst>
              <a:ext uri="{FF2B5EF4-FFF2-40B4-BE49-F238E27FC236}">
                <a16:creationId xmlns:a16="http://schemas.microsoft.com/office/drawing/2014/main" id="{86B4A883-2C43-4F16-9F54-764B51504FC0}"/>
              </a:ext>
            </a:extLst>
          </p:cNvPr>
          <p:cNvGraphicFramePr>
            <a:graphicFrameLocks noGrp="1"/>
          </p:cNvGraphicFramePr>
          <p:nvPr>
            <p:ph idx="1"/>
            <p:extLst>
              <p:ext uri="{D42A27DB-BD31-4B8C-83A1-F6EECF244321}">
                <p14:modId xmlns:p14="http://schemas.microsoft.com/office/powerpoint/2010/main" val="3893228385"/>
              </p:ext>
            </p:extLst>
          </p:nvPr>
        </p:nvGraphicFramePr>
        <p:xfrm>
          <a:off x="2933700" y="2438400"/>
          <a:ext cx="8770938" cy="3651250"/>
        </p:xfrm>
        <a:graphic>
          <a:graphicData uri="http://schemas.openxmlformats.org/drawingml/2006/diagram">
            <dgm:relIds xmlns:dgm="http://schemas.openxmlformats.org/drawingml/2006/diagram" xmlns:r="http://schemas.openxmlformats.org/officeDocument/2006/relationships" r:dm="rId2" r:lo="rId3" r:qs="rId4" r:cs="rId5"/>
          </a:graphicData>
        </a:graphic>
      </p:graphicFrame>
    </p:spTree>
    <p:extLst>
      <p:ext uri="{BB962C8B-B14F-4D97-AF65-F5344CB8AC3E}">
        <p14:creationId xmlns:p14="http://schemas.microsoft.com/office/powerpoint/2010/main" val="637553930"/>
      </p:ext>
    </p:extLst>
  </p:cSld>
  <p:clrMapOvr>
    <a:masterClrMapping/>
  </p:clrMapOvr>
</p:sld>
</file>

<file path=ppt/slides/slide5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Rectangle 8">
            <a:extLst>
              <a:ext uri="{FF2B5EF4-FFF2-40B4-BE49-F238E27FC236}">
                <a16:creationId xmlns:a16="http://schemas.microsoft.com/office/drawing/2014/main" id="{8307893A-9361-4AD3-A98C-AB26519D54AD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50427877-A02B-46F4-B0C2-0A5D2A529E2B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846580" y="568345"/>
            <a:ext cx="9701953" cy="1560716"/>
          </a:xfrm>
        </p:spPr>
        <p:txBody>
          <a:bodyPr>
            <a:normAutofit/>
          </a:bodyPr>
          <a:lstStyle/>
          <a:p>
            <a:r>
              <a:rPr lang="tr-TR" dirty="0"/>
              <a:t>Transaction Fees</a:t>
            </a:r>
          </a:p>
        </p:txBody>
      </p:sp>
      <p:cxnSp>
        <p:nvCxnSpPr>
          <p:cNvPr id="11" name="Straight Connector 10">
            <a:extLst>
              <a:ext uri="{FF2B5EF4-FFF2-40B4-BE49-F238E27FC236}">
                <a16:creationId xmlns:a16="http://schemas.microsoft.com/office/drawing/2014/main" id="{F1534FA6-97DA-4524-BBD3-450AE51EF930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CxnSpPr>
            <a:cxnSpLocks noGrp="1" noRot="1" noChangeAspect="1" noMove="1" noResize="1" noEditPoints="1" noAdjustHandles="1" noChangeArrowheads="1" noChangeShapeType="1"/>
          </p:cNvCxn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CxnSpPr>
        <p:spPr>
          <a:xfrm>
            <a:off x="1846580" y="2176009"/>
            <a:ext cx="9701953" cy="0"/>
          </a:xfrm>
          <a:prstGeom prst="line">
            <a:avLst/>
          </a:prstGeom>
          <a:ln w="38100">
            <a:solidFill>
              <a:schemeClr val="accent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aphicFrame>
        <p:nvGraphicFramePr>
          <p:cNvPr id="4" name="İçerik Yer Tutucusu 3">
            <a:extLst>
              <a:ext uri="{FF2B5EF4-FFF2-40B4-BE49-F238E27FC236}">
                <a16:creationId xmlns:a16="http://schemas.microsoft.com/office/drawing/2014/main" id="{A4C7412F-7306-42A8-981B-32E3C55263A8}"/>
              </a:ext>
            </a:extLst>
          </p:cNvPr>
          <p:cNvGraphicFramePr>
            <a:graphicFrameLocks noGrp="1"/>
          </p:cNvGraphicFramePr>
          <p:nvPr>
            <p:ph idx="1"/>
            <p:extLst>
              <p:ext uri="{D42A27DB-BD31-4B8C-83A1-F6EECF244321}">
                <p14:modId xmlns:p14="http://schemas.microsoft.com/office/powerpoint/2010/main" val="2888995771"/>
              </p:ext>
            </p:extLst>
          </p:nvPr>
        </p:nvGraphicFramePr>
        <p:xfrm>
          <a:off x="1846580" y="2438400"/>
          <a:ext cx="9701953" cy="3651250"/>
        </p:xfrm>
        <a:graphic>
          <a:graphicData uri="http://schemas.openxmlformats.org/drawingml/2006/diagram">
            <dgm:relIds xmlns:dgm="http://schemas.openxmlformats.org/drawingml/2006/diagram" xmlns:r="http://schemas.openxmlformats.org/officeDocument/2006/relationships" r:dm="rId2" r:lo="rId3" r:qs="rId4" r:cs="rId5"/>
          </a:graphicData>
        </a:graphic>
      </p:graphicFrame>
    </p:spTree>
    <p:extLst>
      <p:ext uri="{BB962C8B-B14F-4D97-AF65-F5344CB8AC3E}">
        <p14:creationId xmlns:p14="http://schemas.microsoft.com/office/powerpoint/2010/main" val="156521271"/>
      </p:ext>
    </p:extLst>
  </p:cSld>
  <p:clrMapOvr>
    <a:masterClrMapping/>
  </p:clrMapOvr>
</p:sld>
</file>

<file path=ppt/slides/slide5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Rectangle 8">
            <a:extLst>
              <a:ext uri="{FF2B5EF4-FFF2-40B4-BE49-F238E27FC236}">
                <a16:creationId xmlns:a16="http://schemas.microsoft.com/office/drawing/2014/main" id="{8307893A-9361-4AD3-A98C-AB26519D54AD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AED2EADA-E22F-4F80-9EC6-6DBA61879D4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846580" y="568345"/>
            <a:ext cx="9701953" cy="1560716"/>
          </a:xfrm>
        </p:spPr>
        <p:txBody>
          <a:bodyPr>
            <a:normAutofit/>
          </a:bodyPr>
          <a:lstStyle/>
          <a:p>
            <a:r>
              <a:rPr lang="tr-TR" dirty="0"/>
              <a:t>Evolution of Fee Policy</a:t>
            </a:r>
          </a:p>
        </p:txBody>
      </p:sp>
      <p:cxnSp>
        <p:nvCxnSpPr>
          <p:cNvPr id="11" name="Straight Connector 10">
            <a:extLst>
              <a:ext uri="{FF2B5EF4-FFF2-40B4-BE49-F238E27FC236}">
                <a16:creationId xmlns:a16="http://schemas.microsoft.com/office/drawing/2014/main" id="{F1534FA6-97DA-4524-BBD3-450AE51EF930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CxnSpPr>
            <a:cxnSpLocks noGrp="1" noRot="1" noChangeAspect="1" noMove="1" noResize="1" noEditPoints="1" noAdjustHandles="1" noChangeArrowheads="1" noChangeShapeType="1"/>
          </p:cNvCxn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CxnSpPr>
        <p:spPr>
          <a:xfrm>
            <a:off x="1846580" y="2176009"/>
            <a:ext cx="9701953" cy="0"/>
          </a:xfrm>
          <a:prstGeom prst="line">
            <a:avLst/>
          </a:prstGeom>
          <a:ln w="38100">
            <a:solidFill>
              <a:schemeClr val="accent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aphicFrame>
        <p:nvGraphicFramePr>
          <p:cNvPr id="4" name="İçerik Yer Tutucusu 3">
            <a:extLst>
              <a:ext uri="{FF2B5EF4-FFF2-40B4-BE49-F238E27FC236}">
                <a16:creationId xmlns:a16="http://schemas.microsoft.com/office/drawing/2014/main" id="{8E55E300-47C7-43CF-A356-9C6333C7615A}"/>
              </a:ext>
            </a:extLst>
          </p:cNvPr>
          <p:cNvGraphicFramePr>
            <a:graphicFrameLocks noGrp="1"/>
          </p:cNvGraphicFramePr>
          <p:nvPr>
            <p:ph idx="1"/>
            <p:extLst>
              <p:ext uri="{D42A27DB-BD31-4B8C-83A1-F6EECF244321}">
                <p14:modId xmlns:p14="http://schemas.microsoft.com/office/powerpoint/2010/main" val="329757080"/>
              </p:ext>
            </p:extLst>
          </p:nvPr>
        </p:nvGraphicFramePr>
        <p:xfrm>
          <a:off x="1846580" y="2438400"/>
          <a:ext cx="9701953" cy="3651250"/>
        </p:xfrm>
        <a:graphic>
          <a:graphicData uri="http://schemas.openxmlformats.org/drawingml/2006/diagram">
            <dgm:relIds xmlns:dgm="http://schemas.openxmlformats.org/drawingml/2006/diagram" xmlns:r="http://schemas.openxmlformats.org/officeDocument/2006/relationships" r:dm="rId2" r:lo="rId3" r:qs="rId4" r:cs="rId5"/>
          </a:graphicData>
        </a:graphic>
      </p:graphicFrame>
    </p:spTree>
    <p:extLst>
      <p:ext uri="{BB962C8B-B14F-4D97-AF65-F5344CB8AC3E}">
        <p14:creationId xmlns:p14="http://schemas.microsoft.com/office/powerpoint/2010/main" val="1415467164"/>
      </p:ext>
    </p:extLst>
  </p:cSld>
  <p:clrMapOvr>
    <a:masterClrMapping/>
  </p:clrMapOvr>
</p:sld>
</file>

<file path=ppt/slides/slide5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A8AB5964-3337-464D-8C4D-2350C490E32A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2933700" y="568345"/>
            <a:ext cx="8770571" cy="1560716"/>
          </a:xfrm>
        </p:spPr>
        <p:txBody>
          <a:bodyPr>
            <a:normAutofit/>
          </a:bodyPr>
          <a:lstStyle/>
          <a:p>
            <a:r>
              <a:rPr lang="en-US" dirty="0">
                <a:latin typeface="MinionPro-Regular"/>
              </a:rPr>
              <a:t>Bitcoin Core Fee Relay Policies</a:t>
            </a:r>
            <a:endParaRPr lang="tr-TR" dirty="0"/>
          </a:p>
        </p:txBody>
      </p:sp>
      <p:graphicFrame>
        <p:nvGraphicFramePr>
          <p:cNvPr id="4" name="İçerik Yer Tutucusu 3">
            <a:extLst>
              <a:ext uri="{FF2B5EF4-FFF2-40B4-BE49-F238E27FC236}">
                <a16:creationId xmlns:a16="http://schemas.microsoft.com/office/drawing/2014/main" id="{CD5A346B-9EEE-4E65-BE6A-6ABB276AE9DB}"/>
              </a:ext>
            </a:extLst>
          </p:cNvPr>
          <p:cNvGraphicFramePr>
            <a:graphicFrameLocks noGrp="1"/>
          </p:cNvGraphicFramePr>
          <p:nvPr>
            <p:ph idx="1"/>
            <p:extLst>
              <p:ext uri="{D42A27DB-BD31-4B8C-83A1-F6EECF244321}">
                <p14:modId xmlns:p14="http://schemas.microsoft.com/office/powerpoint/2010/main" val="2565063199"/>
              </p:ext>
            </p:extLst>
          </p:nvPr>
        </p:nvGraphicFramePr>
        <p:xfrm>
          <a:off x="2933700" y="2438400"/>
          <a:ext cx="8770938" cy="3651250"/>
        </p:xfrm>
        <a:graphic>
          <a:graphicData uri="http://schemas.openxmlformats.org/drawingml/2006/diagram">
            <dgm:relIds xmlns:dgm="http://schemas.openxmlformats.org/drawingml/2006/diagram" xmlns:r="http://schemas.openxmlformats.org/officeDocument/2006/relationships" r:dm="rId2" r:lo="rId3" r:qs="rId4" r:cs="rId5"/>
          </a:graphicData>
        </a:graphic>
      </p:graphicFrame>
    </p:spTree>
    <p:extLst>
      <p:ext uri="{BB962C8B-B14F-4D97-AF65-F5344CB8AC3E}">
        <p14:creationId xmlns:p14="http://schemas.microsoft.com/office/powerpoint/2010/main" val="3637093674"/>
      </p:ext>
    </p:extLst>
  </p:cSld>
  <p:clrMapOvr>
    <a:masterClrMapping/>
  </p:clrMapOvr>
</p:sld>
</file>

<file path=ppt/slides/slide5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Rectangle 8">
            <a:extLst>
              <a:ext uri="{FF2B5EF4-FFF2-40B4-BE49-F238E27FC236}">
                <a16:creationId xmlns:a16="http://schemas.microsoft.com/office/drawing/2014/main" id="{8307893A-9361-4AD3-A98C-AB26519D54AD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ACBEAF3B-A1FE-4AB0-982A-B4852E3C9BC2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846580" y="568345"/>
            <a:ext cx="9701953" cy="1560716"/>
          </a:xfrm>
        </p:spPr>
        <p:txBody>
          <a:bodyPr>
            <a:normAutofit/>
          </a:bodyPr>
          <a:lstStyle/>
          <a:p>
            <a:r>
              <a:rPr lang="tr-TR" dirty="0"/>
              <a:t>Dynamic Fees</a:t>
            </a:r>
          </a:p>
        </p:txBody>
      </p:sp>
      <p:cxnSp>
        <p:nvCxnSpPr>
          <p:cNvPr id="11" name="Straight Connector 10">
            <a:extLst>
              <a:ext uri="{FF2B5EF4-FFF2-40B4-BE49-F238E27FC236}">
                <a16:creationId xmlns:a16="http://schemas.microsoft.com/office/drawing/2014/main" id="{F1534FA6-97DA-4524-BBD3-450AE51EF930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CxnSpPr>
            <a:cxnSpLocks noGrp="1" noRot="1" noChangeAspect="1" noMove="1" noResize="1" noEditPoints="1" noAdjustHandles="1" noChangeArrowheads="1" noChangeShapeType="1"/>
          </p:cNvCxn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CxnSpPr>
        <p:spPr>
          <a:xfrm>
            <a:off x="1846580" y="2176009"/>
            <a:ext cx="9701953" cy="0"/>
          </a:xfrm>
          <a:prstGeom prst="line">
            <a:avLst/>
          </a:prstGeom>
          <a:ln w="38100">
            <a:solidFill>
              <a:schemeClr val="accent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aphicFrame>
        <p:nvGraphicFramePr>
          <p:cNvPr id="4" name="İçerik Yer Tutucusu 3">
            <a:extLst>
              <a:ext uri="{FF2B5EF4-FFF2-40B4-BE49-F238E27FC236}">
                <a16:creationId xmlns:a16="http://schemas.microsoft.com/office/drawing/2014/main" id="{67BCC9B7-6024-4B54-A0DC-15B9921F9AA4}"/>
              </a:ext>
            </a:extLst>
          </p:cNvPr>
          <p:cNvGraphicFramePr>
            <a:graphicFrameLocks noGrp="1"/>
          </p:cNvGraphicFramePr>
          <p:nvPr>
            <p:ph idx="1"/>
            <p:extLst>
              <p:ext uri="{D42A27DB-BD31-4B8C-83A1-F6EECF244321}">
                <p14:modId xmlns:p14="http://schemas.microsoft.com/office/powerpoint/2010/main" val="2797351989"/>
              </p:ext>
            </p:extLst>
          </p:nvPr>
        </p:nvGraphicFramePr>
        <p:xfrm>
          <a:off x="1846580" y="2438400"/>
          <a:ext cx="9701953" cy="3651250"/>
        </p:xfrm>
        <a:graphic>
          <a:graphicData uri="http://schemas.openxmlformats.org/drawingml/2006/diagram">
            <dgm:relIds xmlns:dgm="http://schemas.openxmlformats.org/drawingml/2006/diagram" xmlns:r="http://schemas.openxmlformats.org/officeDocument/2006/relationships" r:dm="rId2" r:lo="rId3" r:qs="rId4" r:cs="rId5"/>
          </a:graphicData>
        </a:graphic>
      </p:graphicFrame>
    </p:spTree>
    <p:extLst>
      <p:ext uri="{BB962C8B-B14F-4D97-AF65-F5344CB8AC3E}">
        <p14:creationId xmlns:p14="http://schemas.microsoft.com/office/powerpoint/2010/main" val="3288876847"/>
      </p:ext>
    </p:extLst>
  </p:cSld>
  <p:clrMapOvr>
    <a:masterClrMapping/>
  </p:clrMapOvr>
</p:sld>
</file>

<file path=ppt/slides/slide5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38F59167-120E-4C3B-AB8B-0EC15E329F14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2933700" y="568345"/>
            <a:ext cx="8770571" cy="1560716"/>
          </a:xfrm>
        </p:spPr>
        <p:txBody>
          <a:bodyPr>
            <a:normAutofit/>
          </a:bodyPr>
          <a:lstStyle/>
          <a:p>
            <a:r>
              <a:rPr lang="tr-TR" dirty="0"/>
              <a:t>Fee Estimation Algorithms</a:t>
            </a:r>
          </a:p>
        </p:txBody>
      </p:sp>
      <p:graphicFrame>
        <p:nvGraphicFramePr>
          <p:cNvPr id="4" name="İçerik Yer Tutucusu 3">
            <a:extLst>
              <a:ext uri="{FF2B5EF4-FFF2-40B4-BE49-F238E27FC236}">
                <a16:creationId xmlns:a16="http://schemas.microsoft.com/office/drawing/2014/main" id="{7305032B-A3BA-4004-8478-7F04EECDED84}"/>
              </a:ext>
            </a:extLst>
          </p:cNvPr>
          <p:cNvGraphicFramePr>
            <a:graphicFrameLocks noGrp="1"/>
          </p:cNvGraphicFramePr>
          <p:nvPr>
            <p:ph idx="1"/>
            <p:extLst>
              <p:ext uri="{D42A27DB-BD31-4B8C-83A1-F6EECF244321}">
                <p14:modId xmlns:p14="http://schemas.microsoft.com/office/powerpoint/2010/main" val="1181701766"/>
              </p:ext>
            </p:extLst>
          </p:nvPr>
        </p:nvGraphicFramePr>
        <p:xfrm>
          <a:off x="2933700" y="2438400"/>
          <a:ext cx="8770938" cy="3651250"/>
        </p:xfrm>
        <a:graphic>
          <a:graphicData uri="http://schemas.openxmlformats.org/drawingml/2006/diagram">
            <dgm:relIds xmlns:dgm="http://schemas.openxmlformats.org/drawingml/2006/diagram" xmlns:r="http://schemas.openxmlformats.org/officeDocument/2006/relationships" r:dm="rId2" r:lo="rId3" r:qs="rId4" r:cs="rId5"/>
          </a:graphicData>
        </a:graphic>
      </p:graphicFrame>
    </p:spTree>
    <p:extLst>
      <p:ext uri="{BB962C8B-B14F-4D97-AF65-F5344CB8AC3E}">
        <p14:creationId xmlns:p14="http://schemas.microsoft.com/office/powerpoint/2010/main" val="2585584493"/>
      </p:ext>
    </p:extLst>
  </p:cSld>
  <p:clrMapOvr>
    <a:masterClrMapping/>
  </p:clrMapOvr>
</p:sld>
</file>

<file path=ppt/slides/slide6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" name="Rectangle 9">
            <a:extLst>
              <a:ext uri="{FF2B5EF4-FFF2-40B4-BE49-F238E27FC236}">
                <a16:creationId xmlns:a16="http://schemas.microsoft.com/office/drawing/2014/main" id="{8307893A-9361-4AD3-A98C-AB26519D54AD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38F59167-120E-4C3B-AB8B-0EC15E329F14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846580" y="568345"/>
            <a:ext cx="9701953" cy="1560716"/>
          </a:xfrm>
        </p:spPr>
        <p:txBody>
          <a:bodyPr>
            <a:normAutofit/>
          </a:bodyPr>
          <a:lstStyle/>
          <a:p>
            <a:r>
              <a:rPr lang="tr-TR" dirty="0"/>
              <a:t>Fee Estimation Algorithms</a:t>
            </a:r>
          </a:p>
        </p:txBody>
      </p:sp>
      <p:cxnSp>
        <p:nvCxnSpPr>
          <p:cNvPr id="12" name="Straight Connector 11">
            <a:extLst>
              <a:ext uri="{FF2B5EF4-FFF2-40B4-BE49-F238E27FC236}">
                <a16:creationId xmlns:a16="http://schemas.microsoft.com/office/drawing/2014/main" id="{F1534FA6-97DA-4524-BBD3-450AE51EF930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CxnSpPr>
            <a:cxnSpLocks noGrp="1" noRot="1" noChangeAspect="1" noMove="1" noResize="1" noEditPoints="1" noAdjustHandles="1" noChangeArrowheads="1" noChangeShapeType="1"/>
          </p:cNvCxn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CxnSpPr>
        <p:spPr>
          <a:xfrm>
            <a:off x="1846580" y="2176009"/>
            <a:ext cx="9701953" cy="0"/>
          </a:xfrm>
          <a:prstGeom prst="line">
            <a:avLst/>
          </a:prstGeom>
          <a:ln w="38100">
            <a:solidFill>
              <a:schemeClr val="accent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aphicFrame>
        <p:nvGraphicFramePr>
          <p:cNvPr id="5" name="İçerik Yer Tutucusu 4">
            <a:extLst>
              <a:ext uri="{FF2B5EF4-FFF2-40B4-BE49-F238E27FC236}">
                <a16:creationId xmlns:a16="http://schemas.microsoft.com/office/drawing/2014/main" id="{3BF52073-78B5-488B-BE60-70DED5B36964}"/>
              </a:ext>
            </a:extLst>
          </p:cNvPr>
          <p:cNvGraphicFramePr>
            <a:graphicFrameLocks noGrp="1"/>
          </p:cNvGraphicFramePr>
          <p:nvPr>
            <p:ph idx="1"/>
            <p:extLst>
              <p:ext uri="{D42A27DB-BD31-4B8C-83A1-F6EECF244321}">
                <p14:modId xmlns:p14="http://schemas.microsoft.com/office/powerpoint/2010/main" val="1154744116"/>
              </p:ext>
            </p:extLst>
          </p:nvPr>
        </p:nvGraphicFramePr>
        <p:xfrm>
          <a:off x="1846580" y="2438400"/>
          <a:ext cx="9701953" cy="3651250"/>
        </p:xfrm>
        <a:graphic>
          <a:graphicData uri="http://schemas.openxmlformats.org/drawingml/2006/diagram">
            <dgm:relIds xmlns:dgm="http://schemas.openxmlformats.org/drawingml/2006/diagram" xmlns:r="http://schemas.openxmlformats.org/officeDocument/2006/relationships" r:dm="rId2" r:lo="rId3" r:qs="rId4" r:cs="rId5"/>
          </a:graphicData>
        </a:graphic>
      </p:graphicFrame>
      <p:sp>
        <p:nvSpPr>
          <p:cNvPr id="7" name="Rectangle 6">
            <a:hlinkClick r:id="rId7"/>
            <a:extLst>
              <a:ext uri="{FF2B5EF4-FFF2-40B4-BE49-F238E27FC236}">
                <a16:creationId xmlns:a16="http://schemas.microsoft.com/office/drawing/2014/main" id="{C53070B2-DEF8-4935-B544-2697C7262DC2}"/>
              </a:ext>
            </a:extLst>
          </p:cNvPr>
          <p:cNvSpPr/>
          <p:nvPr/>
        </p:nvSpPr>
        <p:spPr>
          <a:xfrm>
            <a:off x="105293" y="6437064"/>
            <a:ext cx="2967992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tr-TR" dirty="0"/>
              <a:t>https://bitcoinfees.earn.com/</a:t>
            </a:r>
          </a:p>
        </p:txBody>
      </p:sp>
    </p:spTree>
    <p:extLst>
      <p:ext uri="{BB962C8B-B14F-4D97-AF65-F5344CB8AC3E}">
        <p14:creationId xmlns:p14="http://schemas.microsoft.com/office/powerpoint/2010/main" val="3347115491"/>
      </p:ext>
    </p:extLst>
  </p:cSld>
  <p:clrMapOvr>
    <a:masterClrMapping/>
  </p:clrMapOvr>
</p:sld>
</file>

<file path=ppt/slides/slide6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Rectangle 8">
            <a:extLst>
              <a:ext uri="{FF2B5EF4-FFF2-40B4-BE49-F238E27FC236}">
                <a16:creationId xmlns:a16="http://schemas.microsoft.com/office/drawing/2014/main" id="{8307893A-9361-4AD3-A98C-AB26519D54AD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867036E8-E097-4234-9020-1FA606CA5A59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846580" y="568345"/>
            <a:ext cx="9701953" cy="1560716"/>
          </a:xfrm>
        </p:spPr>
        <p:txBody>
          <a:bodyPr>
            <a:normAutofit/>
          </a:bodyPr>
          <a:lstStyle/>
          <a:p>
            <a:r>
              <a:rPr lang="tr-TR" dirty="0"/>
              <a:t>Adding Fees to Transactions</a:t>
            </a:r>
          </a:p>
        </p:txBody>
      </p:sp>
      <p:cxnSp>
        <p:nvCxnSpPr>
          <p:cNvPr id="11" name="Straight Connector 10">
            <a:extLst>
              <a:ext uri="{FF2B5EF4-FFF2-40B4-BE49-F238E27FC236}">
                <a16:creationId xmlns:a16="http://schemas.microsoft.com/office/drawing/2014/main" id="{F1534FA6-97DA-4524-BBD3-450AE51EF930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CxnSpPr>
            <a:cxnSpLocks noGrp="1" noRot="1" noChangeAspect="1" noMove="1" noResize="1" noEditPoints="1" noAdjustHandles="1" noChangeArrowheads="1" noChangeShapeType="1"/>
          </p:cNvCxn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CxnSpPr>
        <p:spPr>
          <a:xfrm>
            <a:off x="1846580" y="2176009"/>
            <a:ext cx="9701953" cy="0"/>
          </a:xfrm>
          <a:prstGeom prst="line">
            <a:avLst/>
          </a:prstGeom>
          <a:ln w="38100">
            <a:solidFill>
              <a:schemeClr val="accent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aphicFrame>
        <p:nvGraphicFramePr>
          <p:cNvPr id="4" name="İçerik Yer Tutucusu 3">
            <a:extLst>
              <a:ext uri="{FF2B5EF4-FFF2-40B4-BE49-F238E27FC236}">
                <a16:creationId xmlns:a16="http://schemas.microsoft.com/office/drawing/2014/main" id="{3730AB72-7AC2-4046-8E4B-B79B31C6FB5F}"/>
              </a:ext>
            </a:extLst>
          </p:cNvPr>
          <p:cNvGraphicFramePr>
            <a:graphicFrameLocks noGrp="1"/>
          </p:cNvGraphicFramePr>
          <p:nvPr>
            <p:ph idx="1"/>
            <p:extLst>
              <p:ext uri="{D42A27DB-BD31-4B8C-83A1-F6EECF244321}">
                <p14:modId xmlns:p14="http://schemas.microsoft.com/office/powerpoint/2010/main" val="4210923184"/>
              </p:ext>
            </p:extLst>
          </p:nvPr>
        </p:nvGraphicFramePr>
        <p:xfrm>
          <a:off x="1846580" y="2438400"/>
          <a:ext cx="9701953" cy="3651250"/>
        </p:xfrm>
        <a:graphic>
          <a:graphicData uri="http://schemas.openxmlformats.org/drawingml/2006/diagram">
            <dgm:relIds xmlns:dgm="http://schemas.openxmlformats.org/drawingml/2006/diagram" xmlns:r="http://schemas.openxmlformats.org/officeDocument/2006/relationships" r:dm="rId2" r:lo="rId3" r:qs="rId4" r:cs="rId5"/>
          </a:graphicData>
        </a:graphic>
      </p:graphicFrame>
    </p:spTree>
    <p:extLst>
      <p:ext uri="{BB962C8B-B14F-4D97-AF65-F5344CB8AC3E}">
        <p14:creationId xmlns:p14="http://schemas.microsoft.com/office/powerpoint/2010/main" val="1080863670"/>
      </p:ext>
    </p:extLst>
  </p:cSld>
  <p:clrMapOvr>
    <a:masterClrMapping/>
  </p:clrMapOvr>
</p:sld>
</file>

<file path=ppt/slides/slide6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867036E8-E097-4234-9020-1FA606CA5A59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2933700" y="568345"/>
            <a:ext cx="8770571" cy="1560716"/>
          </a:xfrm>
        </p:spPr>
        <p:txBody>
          <a:bodyPr>
            <a:normAutofit/>
          </a:bodyPr>
          <a:lstStyle/>
          <a:p>
            <a:r>
              <a:rPr lang="tr-TR" dirty="0"/>
              <a:t>Adding Fees to Transactions</a:t>
            </a:r>
          </a:p>
        </p:txBody>
      </p:sp>
      <p:graphicFrame>
        <p:nvGraphicFramePr>
          <p:cNvPr id="4" name="İçerik Yer Tutucusu 3">
            <a:extLst>
              <a:ext uri="{FF2B5EF4-FFF2-40B4-BE49-F238E27FC236}">
                <a16:creationId xmlns:a16="http://schemas.microsoft.com/office/drawing/2014/main" id="{7980BA81-5112-4548-8391-57D352B72E64}"/>
              </a:ext>
            </a:extLst>
          </p:cNvPr>
          <p:cNvGraphicFramePr>
            <a:graphicFrameLocks noGrp="1"/>
          </p:cNvGraphicFramePr>
          <p:nvPr>
            <p:ph idx="1"/>
            <p:extLst>
              <p:ext uri="{D42A27DB-BD31-4B8C-83A1-F6EECF244321}">
                <p14:modId xmlns:p14="http://schemas.microsoft.com/office/powerpoint/2010/main" val="158888626"/>
              </p:ext>
            </p:extLst>
          </p:nvPr>
        </p:nvGraphicFramePr>
        <p:xfrm>
          <a:off x="2933700" y="2438400"/>
          <a:ext cx="8770938" cy="3651250"/>
        </p:xfrm>
        <a:graphic>
          <a:graphicData uri="http://schemas.openxmlformats.org/drawingml/2006/diagram">
            <dgm:relIds xmlns:dgm="http://schemas.openxmlformats.org/drawingml/2006/diagram" xmlns:r="http://schemas.openxmlformats.org/officeDocument/2006/relationships" r:dm="rId2" r:lo="rId3" r:qs="rId4" r:cs="rId5"/>
          </a:graphicData>
        </a:graphic>
      </p:graphicFrame>
    </p:spTree>
    <p:extLst>
      <p:ext uri="{BB962C8B-B14F-4D97-AF65-F5344CB8AC3E}">
        <p14:creationId xmlns:p14="http://schemas.microsoft.com/office/powerpoint/2010/main" val="1550544613"/>
      </p:ext>
    </p:extLst>
  </p:cSld>
  <p:clrMapOvr>
    <a:masterClrMapping/>
  </p:clrMapOvr>
</p:sld>
</file>

<file path=ppt/slides/slide6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2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9" name="Rectangle 7">
            <a:extLst>
              <a:ext uri="{FF2B5EF4-FFF2-40B4-BE49-F238E27FC236}">
                <a16:creationId xmlns:a16="http://schemas.microsoft.com/office/drawing/2014/main" id="{E3DB6FEF-2505-46DD-98AA-E6F0013EDD4F}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chemeClr val="accent1">
              <a:lumMod val="60000"/>
              <a:lumOff val="4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>
              <a:defRPr/>
            </a:pPr>
            <a:endParaRPr lang="en-US">
              <a:solidFill>
                <a:prstClr val="white"/>
              </a:solidFill>
              <a:latin typeface="Calibri" panose="020F0502020204030204"/>
            </a:endParaRPr>
          </a:p>
        </p:txBody>
      </p:sp>
      <p:sp>
        <p:nvSpPr>
          <p:cNvPr id="20" name="Freeform 5">
            <a:extLst>
              <a:ext uri="{FF2B5EF4-FFF2-40B4-BE49-F238E27FC236}">
                <a16:creationId xmlns:a16="http://schemas.microsoft.com/office/drawing/2014/main" id="{8A450A7B-228C-4101-8701-8725F6D48B3D}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 bwMode="auto">
          <a:xfrm>
            <a:off x="8124" y="3175"/>
            <a:ext cx="12145034" cy="6862763"/>
          </a:xfrm>
          <a:custGeom>
            <a:avLst/>
            <a:gdLst/>
            <a:ahLst/>
            <a:cxnLst/>
            <a:rect l="0" t="0" r="r" b="b"/>
            <a:pathLst>
              <a:path w="3840" h="2160">
                <a:moveTo>
                  <a:pt x="3150" y="26"/>
                </a:moveTo>
                <a:cubicBezTo>
                  <a:pt x="3150" y="29"/>
                  <a:pt x="3149" y="31"/>
                  <a:pt x="3148" y="33"/>
                </a:cubicBezTo>
                <a:cubicBezTo>
                  <a:pt x="3130" y="54"/>
                  <a:pt x="3133" y="63"/>
                  <a:pt x="3126" y="63"/>
                </a:cubicBezTo>
                <a:cubicBezTo>
                  <a:pt x="3111" y="92"/>
                  <a:pt x="3109" y="94"/>
                  <a:pt x="3107" y="95"/>
                </a:cubicBezTo>
                <a:cubicBezTo>
                  <a:pt x="3075" y="145"/>
                  <a:pt x="3066" y="164"/>
                  <a:pt x="3058" y="184"/>
                </a:cubicBezTo>
                <a:cubicBezTo>
                  <a:pt x="3045" y="217"/>
                  <a:pt x="3044" y="224"/>
                  <a:pt x="3042" y="229"/>
                </a:cubicBezTo>
                <a:cubicBezTo>
                  <a:pt x="3041" y="231"/>
                  <a:pt x="3050" y="226"/>
                  <a:pt x="3049" y="213"/>
                </a:cubicBezTo>
                <a:cubicBezTo>
                  <a:pt x="3082" y="150"/>
                  <a:pt x="3087" y="141"/>
                  <a:pt x="3092" y="131"/>
                </a:cubicBezTo>
                <a:cubicBezTo>
                  <a:pt x="3108" y="113"/>
                  <a:pt x="3108" y="109"/>
                  <a:pt x="3110" y="108"/>
                </a:cubicBezTo>
                <a:cubicBezTo>
                  <a:pt x="3133" y="75"/>
                  <a:pt x="3137" y="65"/>
                  <a:pt x="3143" y="57"/>
                </a:cubicBezTo>
                <a:cubicBezTo>
                  <a:pt x="3162" y="30"/>
                  <a:pt x="3164" y="29"/>
                  <a:pt x="3163" y="26"/>
                </a:cubicBezTo>
                <a:cubicBezTo>
                  <a:pt x="3177" y="5"/>
                  <a:pt x="3181" y="3"/>
                  <a:pt x="3185" y="0"/>
                </a:cubicBezTo>
                <a:cubicBezTo>
                  <a:pt x="3164" y="11"/>
                  <a:pt x="3161" y="22"/>
                  <a:pt x="3150" y="26"/>
                </a:cubicBezTo>
                <a:close/>
                <a:moveTo>
                  <a:pt x="3022" y="73"/>
                </a:moveTo>
                <a:cubicBezTo>
                  <a:pt x="3020" y="92"/>
                  <a:pt x="3018" y="104"/>
                  <a:pt x="3017" y="128"/>
                </a:cubicBezTo>
                <a:cubicBezTo>
                  <a:pt x="3014" y="201"/>
                  <a:pt x="3015" y="208"/>
                  <a:pt x="3012" y="211"/>
                </a:cubicBezTo>
                <a:cubicBezTo>
                  <a:pt x="3017" y="255"/>
                  <a:pt x="3014" y="257"/>
                  <a:pt x="3016" y="263"/>
                </a:cubicBezTo>
                <a:cubicBezTo>
                  <a:pt x="3026" y="204"/>
                  <a:pt x="3025" y="199"/>
                  <a:pt x="3026" y="195"/>
                </a:cubicBezTo>
                <a:cubicBezTo>
                  <a:pt x="3040" y="153"/>
                  <a:pt x="3037" y="139"/>
                  <a:pt x="3044" y="134"/>
                </a:cubicBezTo>
                <a:cubicBezTo>
                  <a:pt x="3062" y="96"/>
                  <a:pt x="3065" y="93"/>
                  <a:pt x="3067" y="89"/>
                </a:cubicBezTo>
                <a:cubicBezTo>
                  <a:pt x="3083" y="65"/>
                  <a:pt x="3079" y="56"/>
                  <a:pt x="3086" y="57"/>
                </a:cubicBezTo>
                <a:cubicBezTo>
                  <a:pt x="3101" y="34"/>
                  <a:pt x="3103" y="33"/>
                  <a:pt x="3102" y="30"/>
                </a:cubicBezTo>
                <a:cubicBezTo>
                  <a:pt x="3111" y="0"/>
                  <a:pt x="3111" y="0"/>
                  <a:pt x="3111" y="0"/>
                </a:cubicBezTo>
                <a:cubicBezTo>
                  <a:pt x="3095" y="21"/>
                  <a:pt x="3096" y="29"/>
                  <a:pt x="3089" y="31"/>
                </a:cubicBezTo>
                <a:cubicBezTo>
                  <a:pt x="3073" y="69"/>
                  <a:pt x="3062" y="72"/>
                  <a:pt x="3060" y="83"/>
                </a:cubicBezTo>
                <a:cubicBezTo>
                  <a:pt x="3064" y="58"/>
                  <a:pt x="3069" y="55"/>
                  <a:pt x="3068" y="47"/>
                </a:cubicBezTo>
                <a:cubicBezTo>
                  <a:pt x="3085" y="0"/>
                  <a:pt x="3085" y="0"/>
                  <a:pt x="3085" y="0"/>
                </a:cubicBezTo>
                <a:cubicBezTo>
                  <a:pt x="3079" y="13"/>
                  <a:pt x="3075" y="16"/>
                  <a:pt x="3075" y="23"/>
                </a:cubicBezTo>
                <a:cubicBezTo>
                  <a:pt x="3058" y="55"/>
                  <a:pt x="3058" y="62"/>
                  <a:pt x="3057" y="68"/>
                </a:cubicBezTo>
                <a:cubicBezTo>
                  <a:pt x="3042" y="112"/>
                  <a:pt x="3040" y="124"/>
                  <a:pt x="3035" y="133"/>
                </a:cubicBezTo>
                <a:cubicBezTo>
                  <a:pt x="3018" y="179"/>
                  <a:pt x="3022" y="177"/>
                  <a:pt x="3020" y="169"/>
                </a:cubicBezTo>
                <a:cubicBezTo>
                  <a:pt x="3028" y="127"/>
                  <a:pt x="3035" y="121"/>
                  <a:pt x="3035" y="109"/>
                </a:cubicBezTo>
                <a:cubicBezTo>
                  <a:pt x="3047" y="70"/>
                  <a:pt x="3049" y="60"/>
                  <a:pt x="3053" y="51"/>
                </a:cubicBezTo>
                <a:cubicBezTo>
                  <a:pt x="3062" y="0"/>
                  <a:pt x="3062" y="0"/>
                  <a:pt x="3062" y="0"/>
                </a:cubicBezTo>
                <a:cubicBezTo>
                  <a:pt x="3048" y="47"/>
                  <a:pt x="3041" y="63"/>
                  <a:pt x="3038" y="82"/>
                </a:cubicBezTo>
                <a:cubicBezTo>
                  <a:pt x="3027" y="111"/>
                  <a:pt x="3030" y="119"/>
                  <a:pt x="3025" y="120"/>
                </a:cubicBezTo>
                <a:cubicBezTo>
                  <a:pt x="3021" y="108"/>
                  <a:pt x="3025" y="106"/>
                  <a:pt x="3024" y="99"/>
                </a:cubicBezTo>
                <a:cubicBezTo>
                  <a:pt x="3037" y="45"/>
                  <a:pt x="3042" y="43"/>
                  <a:pt x="3041" y="36"/>
                </a:cubicBezTo>
                <a:cubicBezTo>
                  <a:pt x="3045" y="0"/>
                  <a:pt x="3045" y="0"/>
                  <a:pt x="3045" y="0"/>
                </a:cubicBezTo>
                <a:cubicBezTo>
                  <a:pt x="3030" y="52"/>
                  <a:pt x="3028" y="56"/>
                  <a:pt x="3028" y="61"/>
                </a:cubicBezTo>
                <a:close/>
                <a:moveTo>
                  <a:pt x="3116" y="46"/>
                </a:moveTo>
                <a:cubicBezTo>
                  <a:pt x="3116" y="49"/>
                  <a:pt x="3113" y="49"/>
                  <a:pt x="3112" y="51"/>
                </a:cubicBezTo>
                <a:cubicBezTo>
                  <a:pt x="3103" y="60"/>
                  <a:pt x="3105" y="64"/>
                  <a:pt x="3102" y="65"/>
                </a:cubicBezTo>
                <a:cubicBezTo>
                  <a:pt x="3077" y="100"/>
                  <a:pt x="3078" y="112"/>
                  <a:pt x="3069" y="115"/>
                </a:cubicBezTo>
                <a:cubicBezTo>
                  <a:pt x="3059" y="148"/>
                  <a:pt x="3051" y="151"/>
                  <a:pt x="3050" y="160"/>
                </a:cubicBezTo>
                <a:cubicBezTo>
                  <a:pt x="3033" y="198"/>
                  <a:pt x="3037" y="206"/>
                  <a:pt x="3031" y="207"/>
                </a:cubicBezTo>
                <a:cubicBezTo>
                  <a:pt x="3028" y="240"/>
                  <a:pt x="3021" y="246"/>
                  <a:pt x="3028" y="247"/>
                </a:cubicBezTo>
                <a:cubicBezTo>
                  <a:pt x="3044" y="193"/>
                  <a:pt x="3046" y="187"/>
                  <a:pt x="3047" y="180"/>
                </a:cubicBezTo>
                <a:cubicBezTo>
                  <a:pt x="3066" y="142"/>
                  <a:pt x="3070" y="131"/>
                  <a:pt x="3078" y="123"/>
                </a:cubicBezTo>
                <a:cubicBezTo>
                  <a:pt x="3099" y="87"/>
                  <a:pt x="3100" y="84"/>
                  <a:pt x="3101" y="82"/>
                </a:cubicBezTo>
                <a:cubicBezTo>
                  <a:pt x="3138" y="36"/>
                  <a:pt x="3139" y="23"/>
                  <a:pt x="3149" y="18"/>
                </a:cubicBezTo>
                <a:cubicBezTo>
                  <a:pt x="3145" y="6"/>
                  <a:pt x="3139" y="11"/>
                  <a:pt x="3136" y="19"/>
                </a:cubicBezTo>
                <a:close/>
                <a:moveTo>
                  <a:pt x="3177" y="40"/>
                </a:moveTo>
                <a:cubicBezTo>
                  <a:pt x="3172" y="44"/>
                  <a:pt x="3174" y="55"/>
                  <a:pt x="3165" y="56"/>
                </a:cubicBezTo>
                <a:cubicBezTo>
                  <a:pt x="3146" y="83"/>
                  <a:pt x="3143" y="85"/>
                  <a:pt x="3143" y="90"/>
                </a:cubicBezTo>
                <a:cubicBezTo>
                  <a:pt x="3128" y="108"/>
                  <a:pt x="3126" y="110"/>
                  <a:pt x="3123" y="111"/>
                </a:cubicBezTo>
                <a:cubicBezTo>
                  <a:pt x="3100" y="150"/>
                  <a:pt x="3089" y="160"/>
                  <a:pt x="3084" y="173"/>
                </a:cubicBezTo>
                <a:cubicBezTo>
                  <a:pt x="3061" y="210"/>
                  <a:pt x="3060" y="214"/>
                  <a:pt x="3061" y="218"/>
                </a:cubicBezTo>
                <a:cubicBezTo>
                  <a:pt x="3044" y="256"/>
                  <a:pt x="3048" y="268"/>
                  <a:pt x="3040" y="270"/>
                </a:cubicBezTo>
                <a:cubicBezTo>
                  <a:pt x="3036" y="343"/>
                  <a:pt x="3029" y="331"/>
                  <a:pt x="3034" y="330"/>
                </a:cubicBezTo>
                <a:cubicBezTo>
                  <a:pt x="3039" y="292"/>
                  <a:pt x="3042" y="288"/>
                  <a:pt x="3043" y="283"/>
                </a:cubicBezTo>
                <a:cubicBezTo>
                  <a:pt x="3059" y="238"/>
                  <a:pt x="3058" y="231"/>
                  <a:pt x="3064" y="229"/>
                </a:cubicBezTo>
                <a:cubicBezTo>
                  <a:pt x="3084" y="187"/>
                  <a:pt x="3087" y="184"/>
                  <a:pt x="3089" y="179"/>
                </a:cubicBezTo>
                <a:cubicBezTo>
                  <a:pt x="3124" y="131"/>
                  <a:pt x="3123" y="135"/>
                  <a:pt x="3127" y="131"/>
                </a:cubicBezTo>
                <a:cubicBezTo>
                  <a:pt x="3145" y="105"/>
                  <a:pt x="3144" y="100"/>
                  <a:pt x="3148" y="99"/>
                </a:cubicBezTo>
                <a:cubicBezTo>
                  <a:pt x="3161" y="79"/>
                  <a:pt x="3163" y="77"/>
                  <a:pt x="3164" y="74"/>
                </a:cubicBezTo>
                <a:cubicBezTo>
                  <a:pt x="3188" y="45"/>
                  <a:pt x="3190" y="38"/>
                  <a:pt x="3196" y="34"/>
                </a:cubicBezTo>
                <a:cubicBezTo>
                  <a:pt x="3215" y="7"/>
                  <a:pt x="3223" y="9"/>
                  <a:pt x="3220" y="2"/>
                </a:cubicBezTo>
                <a:cubicBezTo>
                  <a:pt x="3209" y="3"/>
                  <a:pt x="3209" y="7"/>
                  <a:pt x="3205" y="7"/>
                </a:cubicBezTo>
                <a:cubicBezTo>
                  <a:pt x="3184" y="32"/>
                  <a:pt x="3182" y="37"/>
                  <a:pt x="3177" y="40"/>
                </a:cubicBezTo>
                <a:close/>
                <a:moveTo>
                  <a:pt x="3014" y="80"/>
                </a:moveTo>
                <a:cubicBezTo>
                  <a:pt x="3011" y="54"/>
                  <a:pt x="3017" y="36"/>
                  <a:pt x="3018" y="14"/>
                </a:cubicBezTo>
                <a:cubicBezTo>
                  <a:pt x="3022" y="13"/>
                  <a:pt x="3019" y="6"/>
                  <a:pt x="3022" y="5"/>
                </a:cubicBezTo>
                <a:cubicBezTo>
                  <a:pt x="3023" y="4"/>
                  <a:pt x="3024" y="2"/>
                  <a:pt x="3025" y="0"/>
                </a:cubicBezTo>
                <a:cubicBezTo>
                  <a:pt x="3015" y="0"/>
                  <a:pt x="3015" y="0"/>
                  <a:pt x="3015" y="0"/>
                </a:cubicBezTo>
                <a:cubicBezTo>
                  <a:pt x="3012" y="6"/>
                  <a:pt x="3014" y="15"/>
                  <a:pt x="3009" y="19"/>
                </a:cubicBezTo>
                <a:cubicBezTo>
                  <a:pt x="3009" y="31"/>
                  <a:pt x="3009" y="44"/>
                  <a:pt x="3008" y="56"/>
                </a:cubicBezTo>
                <a:cubicBezTo>
                  <a:pt x="3008" y="60"/>
                  <a:pt x="3008" y="65"/>
                  <a:pt x="3009" y="69"/>
                </a:cubicBezTo>
                <a:cubicBezTo>
                  <a:pt x="3010" y="73"/>
                  <a:pt x="3007" y="82"/>
                  <a:pt x="3014" y="80"/>
                </a:cubicBezTo>
                <a:close/>
                <a:moveTo>
                  <a:pt x="2154" y="176"/>
                </a:moveTo>
                <a:cubicBezTo>
                  <a:pt x="2152" y="182"/>
                  <a:pt x="2146" y="191"/>
                  <a:pt x="2153" y="194"/>
                </a:cubicBezTo>
                <a:cubicBezTo>
                  <a:pt x="2159" y="188"/>
                  <a:pt x="2164" y="180"/>
                  <a:pt x="2169" y="171"/>
                </a:cubicBezTo>
                <a:cubicBezTo>
                  <a:pt x="2175" y="150"/>
                  <a:pt x="2180" y="133"/>
                  <a:pt x="2186" y="119"/>
                </a:cubicBezTo>
                <a:cubicBezTo>
                  <a:pt x="2187" y="111"/>
                  <a:pt x="2188" y="103"/>
                  <a:pt x="2192" y="94"/>
                </a:cubicBezTo>
                <a:cubicBezTo>
                  <a:pt x="2190" y="89"/>
                  <a:pt x="2193" y="91"/>
                  <a:pt x="2194" y="85"/>
                </a:cubicBezTo>
                <a:cubicBezTo>
                  <a:pt x="2196" y="81"/>
                  <a:pt x="2197" y="76"/>
                  <a:pt x="2199" y="71"/>
                </a:cubicBezTo>
                <a:cubicBezTo>
                  <a:pt x="2200" y="47"/>
                  <a:pt x="2202" y="27"/>
                  <a:pt x="2205" y="0"/>
                </a:cubicBezTo>
                <a:cubicBezTo>
                  <a:pt x="2197" y="0"/>
                  <a:pt x="2197" y="0"/>
                  <a:pt x="2197" y="0"/>
                </a:cubicBezTo>
                <a:cubicBezTo>
                  <a:pt x="2196" y="4"/>
                  <a:pt x="2196" y="9"/>
                  <a:pt x="2195" y="13"/>
                </a:cubicBezTo>
                <a:cubicBezTo>
                  <a:pt x="2197" y="21"/>
                  <a:pt x="2191" y="35"/>
                  <a:pt x="2194" y="40"/>
                </a:cubicBezTo>
                <a:cubicBezTo>
                  <a:pt x="2195" y="41"/>
                  <a:pt x="2191" y="42"/>
                  <a:pt x="2191" y="41"/>
                </a:cubicBezTo>
                <a:cubicBezTo>
                  <a:pt x="2191" y="46"/>
                  <a:pt x="2192" y="50"/>
                  <a:pt x="2192" y="55"/>
                </a:cubicBezTo>
                <a:cubicBezTo>
                  <a:pt x="2192" y="55"/>
                  <a:pt x="2189" y="55"/>
                  <a:pt x="2189" y="57"/>
                </a:cubicBezTo>
                <a:cubicBezTo>
                  <a:pt x="2189" y="57"/>
                  <a:pt x="2191" y="58"/>
                  <a:pt x="2191" y="59"/>
                </a:cubicBezTo>
                <a:cubicBezTo>
                  <a:pt x="2191" y="62"/>
                  <a:pt x="2192" y="64"/>
                  <a:pt x="2190" y="68"/>
                </a:cubicBezTo>
                <a:cubicBezTo>
                  <a:pt x="2187" y="76"/>
                  <a:pt x="2186" y="89"/>
                  <a:pt x="2181" y="93"/>
                </a:cubicBezTo>
                <a:cubicBezTo>
                  <a:pt x="2185" y="94"/>
                  <a:pt x="2179" y="102"/>
                  <a:pt x="2179" y="106"/>
                </a:cubicBezTo>
                <a:cubicBezTo>
                  <a:pt x="2181" y="109"/>
                  <a:pt x="2179" y="114"/>
                  <a:pt x="2177" y="119"/>
                </a:cubicBezTo>
                <a:cubicBezTo>
                  <a:pt x="2171" y="131"/>
                  <a:pt x="2167" y="145"/>
                  <a:pt x="2163" y="160"/>
                </a:cubicBezTo>
                <a:cubicBezTo>
                  <a:pt x="2162" y="164"/>
                  <a:pt x="2159" y="164"/>
                  <a:pt x="2158" y="168"/>
                </a:cubicBezTo>
                <a:cubicBezTo>
                  <a:pt x="2157" y="171"/>
                  <a:pt x="2157" y="176"/>
                  <a:pt x="2154" y="176"/>
                </a:cubicBezTo>
                <a:close/>
                <a:moveTo>
                  <a:pt x="2311" y="845"/>
                </a:moveTo>
                <a:cubicBezTo>
                  <a:pt x="2314" y="849"/>
                  <a:pt x="2316" y="854"/>
                  <a:pt x="2323" y="858"/>
                </a:cubicBezTo>
                <a:cubicBezTo>
                  <a:pt x="2344" y="898"/>
                  <a:pt x="2346" y="909"/>
                  <a:pt x="2357" y="917"/>
                </a:cubicBezTo>
                <a:cubicBezTo>
                  <a:pt x="2373" y="962"/>
                  <a:pt x="2374" y="968"/>
                  <a:pt x="2379" y="974"/>
                </a:cubicBezTo>
                <a:cubicBezTo>
                  <a:pt x="2402" y="1039"/>
                  <a:pt x="2405" y="1045"/>
                  <a:pt x="2406" y="1052"/>
                </a:cubicBezTo>
                <a:cubicBezTo>
                  <a:pt x="2428" y="1117"/>
                  <a:pt x="2430" y="1124"/>
                  <a:pt x="2429" y="1131"/>
                </a:cubicBezTo>
                <a:cubicBezTo>
                  <a:pt x="2441" y="1178"/>
                  <a:pt x="2454" y="1182"/>
                  <a:pt x="2448" y="1190"/>
                </a:cubicBezTo>
                <a:cubicBezTo>
                  <a:pt x="2462" y="1236"/>
                  <a:pt x="2466" y="1242"/>
                  <a:pt x="2469" y="1249"/>
                </a:cubicBezTo>
                <a:cubicBezTo>
                  <a:pt x="2482" y="1291"/>
                  <a:pt x="2482" y="1294"/>
                  <a:pt x="2486" y="1297"/>
                </a:cubicBezTo>
                <a:cubicBezTo>
                  <a:pt x="2499" y="1333"/>
                  <a:pt x="2498" y="1340"/>
                  <a:pt x="2504" y="1345"/>
                </a:cubicBezTo>
                <a:cubicBezTo>
                  <a:pt x="2523" y="1391"/>
                  <a:pt x="2526" y="1397"/>
                  <a:pt x="2531" y="1403"/>
                </a:cubicBezTo>
                <a:cubicBezTo>
                  <a:pt x="2541" y="1435"/>
                  <a:pt x="2545" y="1437"/>
                  <a:pt x="2548" y="1440"/>
                </a:cubicBezTo>
                <a:cubicBezTo>
                  <a:pt x="2563" y="1473"/>
                  <a:pt x="2567" y="1475"/>
                  <a:pt x="2567" y="1479"/>
                </a:cubicBezTo>
                <a:cubicBezTo>
                  <a:pt x="2616" y="1536"/>
                  <a:pt x="2619" y="1537"/>
                  <a:pt x="2623" y="1537"/>
                </a:cubicBezTo>
                <a:cubicBezTo>
                  <a:pt x="2627" y="1538"/>
                  <a:pt x="2626" y="1536"/>
                  <a:pt x="2624" y="1535"/>
                </a:cubicBezTo>
                <a:cubicBezTo>
                  <a:pt x="2576" y="1476"/>
                  <a:pt x="2567" y="1471"/>
                  <a:pt x="2569" y="1465"/>
                </a:cubicBezTo>
                <a:cubicBezTo>
                  <a:pt x="2557" y="1435"/>
                  <a:pt x="2550" y="1434"/>
                  <a:pt x="2552" y="1430"/>
                </a:cubicBezTo>
                <a:cubicBezTo>
                  <a:pt x="2534" y="1388"/>
                  <a:pt x="2528" y="1383"/>
                  <a:pt x="2527" y="1377"/>
                </a:cubicBezTo>
                <a:cubicBezTo>
                  <a:pt x="2513" y="1348"/>
                  <a:pt x="2509" y="1345"/>
                  <a:pt x="2506" y="1342"/>
                </a:cubicBezTo>
                <a:cubicBezTo>
                  <a:pt x="2504" y="1319"/>
                  <a:pt x="2497" y="1314"/>
                  <a:pt x="2498" y="1307"/>
                </a:cubicBezTo>
                <a:cubicBezTo>
                  <a:pt x="2481" y="1279"/>
                  <a:pt x="2493" y="1274"/>
                  <a:pt x="2484" y="1272"/>
                </a:cubicBezTo>
                <a:cubicBezTo>
                  <a:pt x="2476" y="1250"/>
                  <a:pt x="2478" y="1244"/>
                  <a:pt x="2473" y="1238"/>
                </a:cubicBezTo>
                <a:cubicBezTo>
                  <a:pt x="2460" y="1192"/>
                  <a:pt x="2460" y="1189"/>
                  <a:pt x="2458" y="1186"/>
                </a:cubicBezTo>
                <a:cubicBezTo>
                  <a:pt x="2450" y="1144"/>
                  <a:pt x="2438" y="1140"/>
                  <a:pt x="2441" y="1133"/>
                </a:cubicBezTo>
                <a:cubicBezTo>
                  <a:pt x="2428" y="1087"/>
                  <a:pt x="2424" y="1075"/>
                  <a:pt x="2416" y="1064"/>
                </a:cubicBezTo>
                <a:cubicBezTo>
                  <a:pt x="2410" y="1041"/>
                  <a:pt x="2411" y="1035"/>
                  <a:pt x="2407" y="1030"/>
                </a:cubicBezTo>
                <a:cubicBezTo>
                  <a:pt x="2387" y="974"/>
                  <a:pt x="2384" y="968"/>
                  <a:pt x="2380" y="962"/>
                </a:cubicBezTo>
                <a:cubicBezTo>
                  <a:pt x="2366" y="915"/>
                  <a:pt x="2355" y="909"/>
                  <a:pt x="2357" y="902"/>
                </a:cubicBezTo>
                <a:cubicBezTo>
                  <a:pt x="2339" y="870"/>
                  <a:pt x="2335" y="867"/>
                  <a:pt x="2335" y="864"/>
                </a:cubicBezTo>
                <a:cubicBezTo>
                  <a:pt x="2329" y="853"/>
                  <a:pt x="2327" y="850"/>
                  <a:pt x="2322" y="847"/>
                </a:cubicBezTo>
                <a:close/>
                <a:moveTo>
                  <a:pt x="2226" y="830"/>
                </a:moveTo>
                <a:cubicBezTo>
                  <a:pt x="2225" y="835"/>
                  <a:pt x="2237" y="841"/>
                  <a:pt x="2240" y="840"/>
                </a:cubicBezTo>
                <a:cubicBezTo>
                  <a:pt x="2280" y="885"/>
                  <a:pt x="2282" y="892"/>
                  <a:pt x="2288" y="898"/>
                </a:cubicBezTo>
                <a:cubicBezTo>
                  <a:pt x="2309" y="930"/>
                  <a:pt x="2309" y="932"/>
                  <a:pt x="2309" y="933"/>
                </a:cubicBezTo>
                <a:cubicBezTo>
                  <a:pt x="2324" y="964"/>
                  <a:pt x="2328" y="967"/>
                  <a:pt x="2329" y="970"/>
                </a:cubicBezTo>
                <a:cubicBezTo>
                  <a:pt x="2351" y="1008"/>
                  <a:pt x="2350" y="1015"/>
                  <a:pt x="2355" y="1021"/>
                </a:cubicBezTo>
                <a:cubicBezTo>
                  <a:pt x="2373" y="1067"/>
                  <a:pt x="2375" y="1070"/>
                  <a:pt x="2375" y="1074"/>
                </a:cubicBezTo>
                <a:cubicBezTo>
                  <a:pt x="2397" y="1132"/>
                  <a:pt x="2396" y="1135"/>
                  <a:pt x="2401" y="1138"/>
                </a:cubicBezTo>
                <a:cubicBezTo>
                  <a:pt x="2407" y="1163"/>
                  <a:pt x="2406" y="1167"/>
                  <a:pt x="2414" y="1170"/>
                </a:cubicBezTo>
                <a:cubicBezTo>
                  <a:pt x="2421" y="1203"/>
                  <a:pt x="2425" y="1211"/>
                  <a:pt x="2422" y="1220"/>
                </a:cubicBezTo>
                <a:cubicBezTo>
                  <a:pt x="2443" y="1271"/>
                  <a:pt x="2443" y="1273"/>
                  <a:pt x="2443" y="1276"/>
                </a:cubicBezTo>
                <a:cubicBezTo>
                  <a:pt x="2453" y="1306"/>
                  <a:pt x="2452" y="1312"/>
                  <a:pt x="2457" y="1317"/>
                </a:cubicBezTo>
                <a:cubicBezTo>
                  <a:pt x="2463" y="1344"/>
                  <a:pt x="2471" y="1346"/>
                  <a:pt x="2470" y="1349"/>
                </a:cubicBezTo>
                <a:cubicBezTo>
                  <a:pt x="2487" y="1386"/>
                  <a:pt x="2484" y="1392"/>
                  <a:pt x="2494" y="1396"/>
                </a:cubicBezTo>
                <a:cubicBezTo>
                  <a:pt x="2510" y="1433"/>
                  <a:pt x="2518" y="1438"/>
                  <a:pt x="2517" y="1443"/>
                </a:cubicBezTo>
                <a:cubicBezTo>
                  <a:pt x="2533" y="1461"/>
                  <a:pt x="2535" y="1463"/>
                  <a:pt x="2536" y="1466"/>
                </a:cubicBezTo>
                <a:cubicBezTo>
                  <a:pt x="2554" y="1485"/>
                  <a:pt x="2560" y="1493"/>
                  <a:pt x="2563" y="1489"/>
                </a:cubicBezTo>
                <a:cubicBezTo>
                  <a:pt x="2530" y="1445"/>
                  <a:pt x="2522" y="1441"/>
                  <a:pt x="2522" y="1436"/>
                </a:cubicBezTo>
                <a:cubicBezTo>
                  <a:pt x="2466" y="1320"/>
                  <a:pt x="2462" y="1316"/>
                  <a:pt x="2464" y="1311"/>
                </a:cubicBezTo>
                <a:cubicBezTo>
                  <a:pt x="2445" y="1263"/>
                  <a:pt x="2447" y="1258"/>
                  <a:pt x="2442" y="1254"/>
                </a:cubicBezTo>
                <a:cubicBezTo>
                  <a:pt x="2435" y="1229"/>
                  <a:pt x="2435" y="1227"/>
                  <a:pt x="2435" y="1224"/>
                </a:cubicBezTo>
                <a:cubicBezTo>
                  <a:pt x="2407" y="1143"/>
                  <a:pt x="2407" y="1133"/>
                  <a:pt x="2403" y="1124"/>
                </a:cubicBezTo>
                <a:cubicBezTo>
                  <a:pt x="2396" y="1104"/>
                  <a:pt x="2396" y="1099"/>
                  <a:pt x="2394" y="1094"/>
                </a:cubicBezTo>
                <a:cubicBezTo>
                  <a:pt x="2379" y="1056"/>
                  <a:pt x="2379" y="1054"/>
                  <a:pt x="2377" y="1052"/>
                </a:cubicBezTo>
                <a:cubicBezTo>
                  <a:pt x="2362" y="1018"/>
                  <a:pt x="2360" y="1013"/>
                  <a:pt x="2359" y="1008"/>
                </a:cubicBezTo>
                <a:cubicBezTo>
                  <a:pt x="2322" y="939"/>
                  <a:pt x="2316" y="929"/>
                  <a:pt x="2311" y="919"/>
                </a:cubicBezTo>
                <a:cubicBezTo>
                  <a:pt x="2268" y="860"/>
                  <a:pt x="2269" y="857"/>
                  <a:pt x="2267" y="855"/>
                </a:cubicBezTo>
                <a:cubicBezTo>
                  <a:pt x="2242" y="833"/>
                  <a:pt x="2236" y="829"/>
                  <a:pt x="2230" y="825"/>
                </a:cubicBezTo>
                <a:cubicBezTo>
                  <a:pt x="2215" y="829"/>
                  <a:pt x="2217" y="829"/>
                  <a:pt x="2219" y="829"/>
                </a:cubicBezTo>
                <a:close/>
                <a:moveTo>
                  <a:pt x="3510" y="16"/>
                </a:moveTo>
                <a:cubicBezTo>
                  <a:pt x="3524" y="18"/>
                  <a:pt x="3535" y="22"/>
                  <a:pt x="3546" y="27"/>
                </a:cubicBezTo>
                <a:cubicBezTo>
                  <a:pt x="3580" y="42"/>
                  <a:pt x="3582" y="38"/>
                  <a:pt x="3584" y="42"/>
                </a:cubicBezTo>
                <a:cubicBezTo>
                  <a:pt x="3618" y="52"/>
                  <a:pt x="3623" y="54"/>
                  <a:pt x="3628" y="56"/>
                </a:cubicBezTo>
                <a:cubicBezTo>
                  <a:pt x="3702" y="78"/>
                  <a:pt x="3712" y="88"/>
                  <a:pt x="3727" y="91"/>
                </a:cubicBezTo>
                <a:cubicBezTo>
                  <a:pt x="3785" y="120"/>
                  <a:pt x="3787" y="122"/>
                  <a:pt x="3791" y="123"/>
                </a:cubicBezTo>
                <a:cubicBezTo>
                  <a:pt x="3770" y="103"/>
                  <a:pt x="3762" y="105"/>
                  <a:pt x="3760" y="99"/>
                </a:cubicBezTo>
                <a:cubicBezTo>
                  <a:pt x="3707" y="77"/>
                  <a:pt x="3699" y="70"/>
                  <a:pt x="3688" y="67"/>
                </a:cubicBezTo>
                <a:cubicBezTo>
                  <a:pt x="3618" y="44"/>
                  <a:pt x="3610" y="38"/>
                  <a:pt x="3599" y="36"/>
                </a:cubicBezTo>
                <a:cubicBezTo>
                  <a:pt x="3547" y="17"/>
                  <a:pt x="3540" y="18"/>
                  <a:pt x="3538" y="12"/>
                </a:cubicBezTo>
                <a:cubicBezTo>
                  <a:pt x="3504" y="1"/>
                  <a:pt x="3503" y="1"/>
                  <a:pt x="3503" y="0"/>
                </a:cubicBezTo>
                <a:cubicBezTo>
                  <a:pt x="3495" y="8"/>
                  <a:pt x="3505" y="9"/>
                  <a:pt x="3510" y="16"/>
                </a:cubicBezTo>
                <a:close/>
                <a:moveTo>
                  <a:pt x="3427" y="20"/>
                </a:moveTo>
                <a:cubicBezTo>
                  <a:pt x="3431" y="23"/>
                  <a:pt x="3439" y="22"/>
                  <a:pt x="3441" y="28"/>
                </a:cubicBezTo>
                <a:cubicBezTo>
                  <a:pt x="3472" y="49"/>
                  <a:pt x="3482" y="47"/>
                  <a:pt x="3484" y="53"/>
                </a:cubicBezTo>
                <a:cubicBezTo>
                  <a:pt x="3561" y="81"/>
                  <a:pt x="3567" y="88"/>
                  <a:pt x="3580" y="88"/>
                </a:cubicBezTo>
                <a:cubicBezTo>
                  <a:pt x="3610" y="99"/>
                  <a:pt x="3608" y="105"/>
                  <a:pt x="3614" y="103"/>
                </a:cubicBezTo>
                <a:cubicBezTo>
                  <a:pt x="3673" y="129"/>
                  <a:pt x="3682" y="128"/>
                  <a:pt x="3686" y="133"/>
                </a:cubicBezTo>
                <a:cubicBezTo>
                  <a:pt x="3728" y="150"/>
                  <a:pt x="3736" y="150"/>
                  <a:pt x="3738" y="156"/>
                </a:cubicBezTo>
                <a:cubicBezTo>
                  <a:pt x="3766" y="171"/>
                  <a:pt x="3768" y="173"/>
                  <a:pt x="3770" y="175"/>
                </a:cubicBezTo>
                <a:cubicBezTo>
                  <a:pt x="3815" y="218"/>
                  <a:pt x="3820" y="221"/>
                  <a:pt x="3824" y="226"/>
                </a:cubicBezTo>
                <a:cubicBezTo>
                  <a:pt x="3840" y="232"/>
                  <a:pt x="3826" y="226"/>
                  <a:pt x="3823" y="217"/>
                </a:cubicBezTo>
                <a:cubicBezTo>
                  <a:pt x="3809" y="197"/>
                  <a:pt x="3803" y="200"/>
                  <a:pt x="3804" y="195"/>
                </a:cubicBezTo>
                <a:cubicBezTo>
                  <a:pt x="3780" y="170"/>
                  <a:pt x="3772" y="173"/>
                  <a:pt x="3772" y="166"/>
                </a:cubicBezTo>
                <a:cubicBezTo>
                  <a:pt x="3732" y="139"/>
                  <a:pt x="3725" y="141"/>
                  <a:pt x="3724" y="135"/>
                </a:cubicBezTo>
                <a:cubicBezTo>
                  <a:pt x="3672" y="119"/>
                  <a:pt x="3670" y="114"/>
                  <a:pt x="3665" y="113"/>
                </a:cubicBezTo>
                <a:cubicBezTo>
                  <a:pt x="3622" y="94"/>
                  <a:pt x="3612" y="93"/>
                  <a:pt x="3607" y="88"/>
                </a:cubicBezTo>
                <a:cubicBezTo>
                  <a:pt x="3553" y="69"/>
                  <a:pt x="3545" y="69"/>
                  <a:pt x="3539" y="65"/>
                </a:cubicBezTo>
                <a:cubicBezTo>
                  <a:pt x="3500" y="46"/>
                  <a:pt x="3489" y="45"/>
                  <a:pt x="3481" y="40"/>
                </a:cubicBezTo>
                <a:cubicBezTo>
                  <a:pt x="3448" y="23"/>
                  <a:pt x="3449" y="17"/>
                  <a:pt x="3444" y="19"/>
                </a:cubicBezTo>
                <a:cubicBezTo>
                  <a:pt x="3422" y="2"/>
                  <a:pt x="3421" y="1"/>
                  <a:pt x="3421" y="0"/>
                </a:cubicBezTo>
                <a:close/>
                <a:moveTo>
                  <a:pt x="2120" y="152"/>
                </a:moveTo>
                <a:cubicBezTo>
                  <a:pt x="2122" y="149"/>
                  <a:pt x="2127" y="152"/>
                  <a:pt x="2126" y="145"/>
                </a:cubicBezTo>
                <a:cubicBezTo>
                  <a:pt x="2128" y="141"/>
                  <a:pt x="2129" y="136"/>
                  <a:pt x="2130" y="132"/>
                </a:cubicBezTo>
                <a:cubicBezTo>
                  <a:pt x="2133" y="135"/>
                  <a:pt x="2137" y="123"/>
                  <a:pt x="2133" y="124"/>
                </a:cubicBezTo>
                <a:cubicBezTo>
                  <a:pt x="2133" y="119"/>
                  <a:pt x="2138" y="121"/>
                  <a:pt x="2138" y="114"/>
                </a:cubicBezTo>
                <a:cubicBezTo>
                  <a:pt x="2137" y="106"/>
                  <a:pt x="2141" y="96"/>
                  <a:pt x="2144" y="86"/>
                </a:cubicBezTo>
                <a:cubicBezTo>
                  <a:pt x="2144" y="69"/>
                  <a:pt x="2149" y="48"/>
                  <a:pt x="2154" y="28"/>
                </a:cubicBezTo>
                <a:cubicBezTo>
                  <a:pt x="2152" y="20"/>
                  <a:pt x="2156" y="9"/>
                  <a:pt x="2156" y="0"/>
                </a:cubicBezTo>
                <a:cubicBezTo>
                  <a:pt x="2146" y="0"/>
                  <a:pt x="2146" y="0"/>
                  <a:pt x="2146" y="0"/>
                </a:cubicBezTo>
                <a:cubicBezTo>
                  <a:pt x="2146" y="12"/>
                  <a:pt x="2145" y="24"/>
                  <a:pt x="2146" y="35"/>
                </a:cubicBezTo>
                <a:cubicBezTo>
                  <a:pt x="2140" y="38"/>
                  <a:pt x="2145" y="45"/>
                  <a:pt x="2140" y="53"/>
                </a:cubicBezTo>
                <a:cubicBezTo>
                  <a:pt x="2143" y="59"/>
                  <a:pt x="2137" y="69"/>
                  <a:pt x="2135" y="77"/>
                </a:cubicBezTo>
                <a:cubicBezTo>
                  <a:pt x="2143" y="79"/>
                  <a:pt x="2129" y="83"/>
                  <a:pt x="2136" y="84"/>
                </a:cubicBezTo>
                <a:cubicBezTo>
                  <a:pt x="2134" y="88"/>
                  <a:pt x="2133" y="92"/>
                  <a:pt x="2132" y="96"/>
                </a:cubicBezTo>
                <a:cubicBezTo>
                  <a:pt x="2127" y="106"/>
                  <a:pt x="2131" y="111"/>
                  <a:pt x="2127" y="120"/>
                </a:cubicBezTo>
                <a:cubicBezTo>
                  <a:pt x="2126" y="127"/>
                  <a:pt x="2123" y="131"/>
                  <a:pt x="2120" y="136"/>
                </a:cubicBezTo>
                <a:cubicBezTo>
                  <a:pt x="2119" y="142"/>
                  <a:pt x="2114" y="150"/>
                  <a:pt x="2120" y="152"/>
                </a:cubicBezTo>
                <a:close/>
                <a:moveTo>
                  <a:pt x="3473" y="21"/>
                </a:moveTo>
                <a:cubicBezTo>
                  <a:pt x="3474" y="26"/>
                  <a:pt x="3481" y="23"/>
                  <a:pt x="3482" y="27"/>
                </a:cubicBezTo>
                <a:cubicBezTo>
                  <a:pt x="3525" y="42"/>
                  <a:pt x="3529" y="41"/>
                  <a:pt x="3529" y="43"/>
                </a:cubicBezTo>
                <a:cubicBezTo>
                  <a:pt x="3556" y="50"/>
                  <a:pt x="3560" y="53"/>
                  <a:pt x="3565" y="54"/>
                </a:cubicBezTo>
                <a:cubicBezTo>
                  <a:pt x="3587" y="59"/>
                  <a:pt x="3590" y="63"/>
                  <a:pt x="3596" y="63"/>
                </a:cubicBezTo>
                <a:cubicBezTo>
                  <a:pt x="3658" y="81"/>
                  <a:pt x="3665" y="83"/>
                  <a:pt x="3672" y="84"/>
                </a:cubicBezTo>
                <a:cubicBezTo>
                  <a:pt x="3705" y="94"/>
                  <a:pt x="3704" y="100"/>
                  <a:pt x="3710" y="98"/>
                </a:cubicBezTo>
                <a:cubicBezTo>
                  <a:pt x="3741" y="113"/>
                  <a:pt x="3750" y="122"/>
                  <a:pt x="3762" y="128"/>
                </a:cubicBezTo>
                <a:cubicBezTo>
                  <a:pt x="3734" y="106"/>
                  <a:pt x="3735" y="102"/>
                  <a:pt x="3732" y="101"/>
                </a:cubicBezTo>
                <a:cubicBezTo>
                  <a:pt x="3703" y="87"/>
                  <a:pt x="3695" y="86"/>
                  <a:pt x="3691" y="80"/>
                </a:cubicBezTo>
                <a:cubicBezTo>
                  <a:pt x="3643" y="67"/>
                  <a:pt x="3634" y="68"/>
                  <a:pt x="3631" y="63"/>
                </a:cubicBezTo>
                <a:cubicBezTo>
                  <a:pt x="3595" y="53"/>
                  <a:pt x="3580" y="51"/>
                  <a:pt x="3566" y="45"/>
                </a:cubicBezTo>
                <a:cubicBezTo>
                  <a:pt x="3521" y="29"/>
                  <a:pt x="3512" y="29"/>
                  <a:pt x="3506" y="25"/>
                </a:cubicBezTo>
                <a:cubicBezTo>
                  <a:pt x="3450" y="1"/>
                  <a:pt x="3450" y="1"/>
                  <a:pt x="3449" y="0"/>
                </a:cubicBezTo>
                <a:cubicBezTo>
                  <a:pt x="3460" y="14"/>
                  <a:pt x="3465" y="20"/>
                  <a:pt x="3473" y="21"/>
                </a:cubicBezTo>
                <a:close/>
                <a:moveTo>
                  <a:pt x="3620" y="24"/>
                </a:moveTo>
                <a:cubicBezTo>
                  <a:pt x="3631" y="33"/>
                  <a:pt x="3648" y="37"/>
                  <a:pt x="3660" y="45"/>
                </a:cubicBezTo>
                <a:cubicBezTo>
                  <a:pt x="3693" y="63"/>
                  <a:pt x="3695" y="64"/>
                  <a:pt x="3697" y="64"/>
                </a:cubicBezTo>
                <a:cubicBezTo>
                  <a:pt x="3679" y="44"/>
                  <a:pt x="3672" y="47"/>
                  <a:pt x="3673" y="40"/>
                </a:cubicBezTo>
                <a:cubicBezTo>
                  <a:pt x="3676" y="28"/>
                  <a:pt x="3672" y="29"/>
                  <a:pt x="3670" y="27"/>
                </a:cubicBezTo>
                <a:cubicBezTo>
                  <a:pt x="3650" y="7"/>
                  <a:pt x="3647" y="4"/>
                  <a:pt x="3644" y="0"/>
                </a:cubicBezTo>
                <a:cubicBezTo>
                  <a:pt x="3635" y="4"/>
                  <a:pt x="3633" y="2"/>
                  <a:pt x="3633" y="1"/>
                </a:cubicBezTo>
                <a:cubicBezTo>
                  <a:pt x="3612" y="3"/>
                  <a:pt x="3615" y="4"/>
                  <a:pt x="3618" y="7"/>
                </a:cubicBezTo>
                <a:cubicBezTo>
                  <a:pt x="3628" y="5"/>
                  <a:pt x="3633" y="12"/>
                  <a:pt x="3636" y="12"/>
                </a:cubicBezTo>
                <a:cubicBezTo>
                  <a:pt x="3662" y="38"/>
                  <a:pt x="3670" y="35"/>
                  <a:pt x="3669" y="42"/>
                </a:cubicBezTo>
                <a:cubicBezTo>
                  <a:pt x="3626" y="22"/>
                  <a:pt x="3626" y="19"/>
                  <a:pt x="3622" y="19"/>
                </a:cubicBezTo>
                <a:cubicBezTo>
                  <a:pt x="3555" y="0"/>
                  <a:pt x="3555" y="0"/>
                  <a:pt x="3555" y="0"/>
                </a:cubicBezTo>
                <a:close/>
                <a:moveTo>
                  <a:pt x="3212" y="33"/>
                </a:moveTo>
                <a:cubicBezTo>
                  <a:pt x="3206" y="33"/>
                  <a:pt x="3205" y="37"/>
                  <a:pt x="3203" y="40"/>
                </a:cubicBezTo>
                <a:cubicBezTo>
                  <a:pt x="3189" y="62"/>
                  <a:pt x="3182" y="63"/>
                  <a:pt x="3181" y="70"/>
                </a:cubicBezTo>
                <a:cubicBezTo>
                  <a:pt x="3156" y="101"/>
                  <a:pt x="3153" y="105"/>
                  <a:pt x="3149" y="110"/>
                </a:cubicBezTo>
                <a:cubicBezTo>
                  <a:pt x="3127" y="142"/>
                  <a:pt x="3121" y="145"/>
                  <a:pt x="3117" y="149"/>
                </a:cubicBezTo>
                <a:cubicBezTo>
                  <a:pt x="3095" y="182"/>
                  <a:pt x="3097" y="191"/>
                  <a:pt x="3089" y="192"/>
                </a:cubicBezTo>
                <a:cubicBezTo>
                  <a:pt x="3072" y="230"/>
                  <a:pt x="3070" y="235"/>
                  <a:pt x="3067" y="240"/>
                </a:cubicBezTo>
                <a:cubicBezTo>
                  <a:pt x="3055" y="279"/>
                  <a:pt x="3050" y="279"/>
                  <a:pt x="3052" y="285"/>
                </a:cubicBezTo>
                <a:cubicBezTo>
                  <a:pt x="3062" y="273"/>
                  <a:pt x="3059" y="266"/>
                  <a:pt x="3062" y="264"/>
                </a:cubicBezTo>
                <a:cubicBezTo>
                  <a:pt x="3091" y="212"/>
                  <a:pt x="3094" y="199"/>
                  <a:pt x="3102" y="189"/>
                </a:cubicBezTo>
                <a:cubicBezTo>
                  <a:pt x="3129" y="153"/>
                  <a:pt x="3131" y="147"/>
                  <a:pt x="3134" y="141"/>
                </a:cubicBezTo>
                <a:cubicBezTo>
                  <a:pt x="3178" y="91"/>
                  <a:pt x="3180" y="84"/>
                  <a:pt x="3184" y="79"/>
                </a:cubicBezTo>
                <a:cubicBezTo>
                  <a:pt x="3206" y="54"/>
                  <a:pt x="3203" y="47"/>
                  <a:pt x="3210" y="48"/>
                </a:cubicBezTo>
                <a:cubicBezTo>
                  <a:pt x="3230" y="23"/>
                  <a:pt x="3232" y="21"/>
                  <a:pt x="3235" y="18"/>
                </a:cubicBezTo>
                <a:cubicBezTo>
                  <a:pt x="3236" y="0"/>
                  <a:pt x="3236" y="0"/>
                  <a:pt x="3236" y="0"/>
                </a:cubicBezTo>
                <a:close/>
                <a:moveTo>
                  <a:pt x="3233" y="56"/>
                </a:moveTo>
                <a:cubicBezTo>
                  <a:pt x="3233" y="58"/>
                  <a:pt x="3230" y="57"/>
                  <a:pt x="3229" y="58"/>
                </a:cubicBezTo>
                <a:cubicBezTo>
                  <a:pt x="3216" y="75"/>
                  <a:pt x="3212" y="85"/>
                  <a:pt x="3202" y="90"/>
                </a:cubicBezTo>
                <a:cubicBezTo>
                  <a:pt x="3171" y="129"/>
                  <a:pt x="3166" y="132"/>
                  <a:pt x="3164" y="137"/>
                </a:cubicBezTo>
                <a:cubicBezTo>
                  <a:pt x="3139" y="170"/>
                  <a:pt x="3133" y="178"/>
                  <a:pt x="3126" y="185"/>
                </a:cubicBezTo>
                <a:cubicBezTo>
                  <a:pt x="3100" y="228"/>
                  <a:pt x="3098" y="230"/>
                  <a:pt x="3099" y="233"/>
                </a:cubicBezTo>
                <a:cubicBezTo>
                  <a:pt x="3089" y="255"/>
                  <a:pt x="3084" y="261"/>
                  <a:pt x="3082" y="269"/>
                </a:cubicBezTo>
                <a:cubicBezTo>
                  <a:pt x="3073" y="289"/>
                  <a:pt x="3070" y="294"/>
                  <a:pt x="3071" y="301"/>
                </a:cubicBezTo>
                <a:cubicBezTo>
                  <a:pt x="3061" y="337"/>
                  <a:pt x="3052" y="344"/>
                  <a:pt x="3059" y="348"/>
                </a:cubicBezTo>
                <a:cubicBezTo>
                  <a:pt x="3069" y="311"/>
                  <a:pt x="3071" y="307"/>
                  <a:pt x="3073" y="305"/>
                </a:cubicBezTo>
                <a:cubicBezTo>
                  <a:pt x="3087" y="271"/>
                  <a:pt x="3088" y="268"/>
                  <a:pt x="3090" y="264"/>
                </a:cubicBezTo>
                <a:cubicBezTo>
                  <a:pt x="3111" y="237"/>
                  <a:pt x="3106" y="228"/>
                  <a:pt x="3109" y="226"/>
                </a:cubicBezTo>
                <a:cubicBezTo>
                  <a:pt x="3127" y="208"/>
                  <a:pt x="3122" y="199"/>
                  <a:pt x="3129" y="201"/>
                </a:cubicBezTo>
                <a:cubicBezTo>
                  <a:pt x="3162" y="155"/>
                  <a:pt x="3164" y="153"/>
                  <a:pt x="3165" y="150"/>
                </a:cubicBezTo>
                <a:cubicBezTo>
                  <a:pt x="3190" y="125"/>
                  <a:pt x="3187" y="118"/>
                  <a:pt x="3191" y="117"/>
                </a:cubicBezTo>
                <a:cubicBezTo>
                  <a:pt x="3208" y="99"/>
                  <a:pt x="3213" y="99"/>
                  <a:pt x="3214" y="94"/>
                </a:cubicBezTo>
                <a:cubicBezTo>
                  <a:pt x="3234" y="64"/>
                  <a:pt x="3239" y="64"/>
                  <a:pt x="3242" y="61"/>
                </a:cubicBezTo>
                <a:cubicBezTo>
                  <a:pt x="3259" y="28"/>
                  <a:pt x="3265" y="28"/>
                  <a:pt x="3268" y="25"/>
                </a:cubicBezTo>
                <a:cubicBezTo>
                  <a:pt x="3279" y="1"/>
                  <a:pt x="3279" y="1"/>
                  <a:pt x="3279" y="0"/>
                </a:cubicBezTo>
                <a:cubicBezTo>
                  <a:pt x="3256" y="19"/>
                  <a:pt x="3257" y="22"/>
                  <a:pt x="3257" y="25"/>
                </a:cubicBezTo>
                <a:cubicBezTo>
                  <a:pt x="3238" y="46"/>
                  <a:pt x="3237" y="52"/>
                  <a:pt x="3233" y="56"/>
                </a:cubicBezTo>
                <a:close/>
                <a:moveTo>
                  <a:pt x="3266" y="58"/>
                </a:moveTo>
                <a:cubicBezTo>
                  <a:pt x="3268" y="64"/>
                  <a:pt x="3258" y="61"/>
                  <a:pt x="3262" y="69"/>
                </a:cubicBezTo>
                <a:cubicBezTo>
                  <a:pt x="3249" y="91"/>
                  <a:pt x="3245" y="92"/>
                  <a:pt x="3242" y="94"/>
                </a:cubicBezTo>
                <a:cubicBezTo>
                  <a:pt x="3222" y="121"/>
                  <a:pt x="3222" y="124"/>
                  <a:pt x="3220" y="124"/>
                </a:cubicBezTo>
                <a:cubicBezTo>
                  <a:pt x="3204" y="138"/>
                  <a:pt x="3209" y="147"/>
                  <a:pt x="3202" y="145"/>
                </a:cubicBezTo>
                <a:cubicBezTo>
                  <a:pt x="3184" y="168"/>
                  <a:pt x="3181" y="176"/>
                  <a:pt x="3176" y="182"/>
                </a:cubicBezTo>
                <a:cubicBezTo>
                  <a:pt x="3160" y="206"/>
                  <a:pt x="3156" y="212"/>
                  <a:pt x="3152" y="219"/>
                </a:cubicBezTo>
                <a:cubicBezTo>
                  <a:pt x="3130" y="247"/>
                  <a:pt x="3133" y="254"/>
                  <a:pt x="3129" y="255"/>
                </a:cubicBezTo>
                <a:cubicBezTo>
                  <a:pt x="3116" y="278"/>
                  <a:pt x="3117" y="283"/>
                  <a:pt x="3116" y="287"/>
                </a:cubicBezTo>
                <a:cubicBezTo>
                  <a:pt x="3103" y="309"/>
                  <a:pt x="3107" y="317"/>
                  <a:pt x="3103" y="318"/>
                </a:cubicBezTo>
                <a:cubicBezTo>
                  <a:pt x="3104" y="323"/>
                  <a:pt x="3113" y="307"/>
                  <a:pt x="3118" y="289"/>
                </a:cubicBezTo>
                <a:cubicBezTo>
                  <a:pt x="3132" y="263"/>
                  <a:pt x="3133" y="261"/>
                  <a:pt x="3133" y="259"/>
                </a:cubicBezTo>
                <a:cubicBezTo>
                  <a:pt x="3152" y="235"/>
                  <a:pt x="3156" y="227"/>
                  <a:pt x="3159" y="218"/>
                </a:cubicBezTo>
                <a:cubicBezTo>
                  <a:pt x="3212" y="152"/>
                  <a:pt x="3211" y="146"/>
                  <a:pt x="3215" y="144"/>
                </a:cubicBezTo>
                <a:cubicBezTo>
                  <a:pt x="3233" y="123"/>
                  <a:pt x="3234" y="121"/>
                  <a:pt x="3235" y="119"/>
                </a:cubicBezTo>
                <a:cubicBezTo>
                  <a:pt x="3276" y="61"/>
                  <a:pt x="3281" y="54"/>
                  <a:pt x="3285" y="45"/>
                </a:cubicBezTo>
                <a:cubicBezTo>
                  <a:pt x="3304" y="7"/>
                  <a:pt x="3306" y="3"/>
                  <a:pt x="3307" y="0"/>
                </a:cubicBezTo>
                <a:cubicBezTo>
                  <a:pt x="3289" y="13"/>
                  <a:pt x="3289" y="20"/>
                  <a:pt x="3288" y="25"/>
                </a:cubicBezTo>
                <a:close/>
                <a:moveTo>
                  <a:pt x="3328" y="44"/>
                </a:moveTo>
                <a:cubicBezTo>
                  <a:pt x="3331" y="57"/>
                  <a:pt x="3320" y="58"/>
                  <a:pt x="3321" y="69"/>
                </a:cubicBezTo>
                <a:cubicBezTo>
                  <a:pt x="3291" y="125"/>
                  <a:pt x="3285" y="140"/>
                  <a:pt x="3274" y="151"/>
                </a:cubicBezTo>
                <a:cubicBezTo>
                  <a:pt x="3246" y="195"/>
                  <a:pt x="3240" y="199"/>
                  <a:pt x="3239" y="206"/>
                </a:cubicBezTo>
                <a:cubicBezTo>
                  <a:pt x="3207" y="239"/>
                  <a:pt x="3211" y="249"/>
                  <a:pt x="3203" y="248"/>
                </a:cubicBezTo>
                <a:cubicBezTo>
                  <a:pt x="3187" y="277"/>
                  <a:pt x="3183" y="280"/>
                  <a:pt x="3181" y="284"/>
                </a:cubicBezTo>
                <a:cubicBezTo>
                  <a:pt x="3135" y="346"/>
                  <a:pt x="3135" y="352"/>
                  <a:pt x="3131" y="356"/>
                </a:cubicBezTo>
                <a:cubicBezTo>
                  <a:pt x="3116" y="393"/>
                  <a:pt x="3117" y="386"/>
                  <a:pt x="3120" y="383"/>
                </a:cubicBezTo>
                <a:cubicBezTo>
                  <a:pt x="3155" y="333"/>
                  <a:pt x="3159" y="323"/>
                  <a:pt x="3168" y="316"/>
                </a:cubicBezTo>
                <a:cubicBezTo>
                  <a:pt x="3194" y="280"/>
                  <a:pt x="3194" y="276"/>
                  <a:pt x="3196" y="275"/>
                </a:cubicBezTo>
                <a:cubicBezTo>
                  <a:pt x="3222" y="247"/>
                  <a:pt x="3220" y="237"/>
                  <a:pt x="3226" y="235"/>
                </a:cubicBezTo>
                <a:cubicBezTo>
                  <a:pt x="3249" y="205"/>
                  <a:pt x="3250" y="199"/>
                  <a:pt x="3256" y="196"/>
                </a:cubicBezTo>
                <a:cubicBezTo>
                  <a:pt x="3279" y="168"/>
                  <a:pt x="3281" y="159"/>
                  <a:pt x="3286" y="152"/>
                </a:cubicBezTo>
                <a:cubicBezTo>
                  <a:pt x="3303" y="114"/>
                  <a:pt x="3312" y="117"/>
                  <a:pt x="3311" y="111"/>
                </a:cubicBezTo>
                <a:cubicBezTo>
                  <a:pt x="3332" y="68"/>
                  <a:pt x="3332" y="66"/>
                  <a:pt x="3332" y="64"/>
                </a:cubicBezTo>
                <a:cubicBezTo>
                  <a:pt x="3341" y="43"/>
                  <a:pt x="3345" y="38"/>
                  <a:pt x="3347" y="30"/>
                </a:cubicBezTo>
                <a:cubicBezTo>
                  <a:pt x="3353" y="4"/>
                  <a:pt x="3354" y="3"/>
                  <a:pt x="3355" y="0"/>
                </a:cubicBezTo>
                <a:cubicBezTo>
                  <a:pt x="3335" y="30"/>
                  <a:pt x="3335" y="40"/>
                  <a:pt x="3328" y="44"/>
                </a:cubicBezTo>
                <a:close/>
                <a:moveTo>
                  <a:pt x="3306" y="46"/>
                </a:moveTo>
                <a:cubicBezTo>
                  <a:pt x="3299" y="56"/>
                  <a:pt x="3294" y="69"/>
                  <a:pt x="3289" y="82"/>
                </a:cubicBezTo>
                <a:cubicBezTo>
                  <a:pt x="3270" y="121"/>
                  <a:pt x="3264" y="120"/>
                  <a:pt x="3266" y="125"/>
                </a:cubicBezTo>
                <a:cubicBezTo>
                  <a:pt x="3247" y="151"/>
                  <a:pt x="3249" y="157"/>
                  <a:pt x="3247" y="159"/>
                </a:cubicBezTo>
                <a:cubicBezTo>
                  <a:pt x="3229" y="187"/>
                  <a:pt x="3227" y="190"/>
                  <a:pt x="3223" y="190"/>
                </a:cubicBezTo>
                <a:cubicBezTo>
                  <a:pt x="3198" y="226"/>
                  <a:pt x="3193" y="239"/>
                  <a:pt x="3183" y="247"/>
                </a:cubicBezTo>
                <a:cubicBezTo>
                  <a:pt x="3145" y="300"/>
                  <a:pt x="3145" y="309"/>
                  <a:pt x="3137" y="311"/>
                </a:cubicBezTo>
                <a:cubicBezTo>
                  <a:pt x="3114" y="353"/>
                  <a:pt x="3112" y="359"/>
                  <a:pt x="3108" y="364"/>
                </a:cubicBezTo>
                <a:cubicBezTo>
                  <a:pt x="3095" y="396"/>
                  <a:pt x="3095" y="401"/>
                  <a:pt x="3093" y="404"/>
                </a:cubicBezTo>
                <a:cubicBezTo>
                  <a:pt x="3091" y="418"/>
                  <a:pt x="3095" y="414"/>
                  <a:pt x="3096" y="408"/>
                </a:cubicBezTo>
                <a:cubicBezTo>
                  <a:pt x="3109" y="368"/>
                  <a:pt x="3117" y="366"/>
                  <a:pt x="3116" y="359"/>
                </a:cubicBezTo>
                <a:cubicBezTo>
                  <a:pt x="3148" y="313"/>
                  <a:pt x="3149" y="307"/>
                  <a:pt x="3154" y="304"/>
                </a:cubicBezTo>
                <a:cubicBezTo>
                  <a:pt x="3186" y="258"/>
                  <a:pt x="3191" y="256"/>
                  <a:pt x="3192" y="249"/>
                </a:cubicBezTo>
                <a:cubicBezTo>
                  <a:pt x="3234" y="190"/>
                  <a:pt x="3236" y="186"/>
                  <a:pt x="3239" y="182"/>
                </a:cubicBezTo>
                <a:cubicBezTo>
                  <a:pt x="3255" y="158"/>
                  <a:pt x="3264" y="150"/>
                  <a:pt x="3267" y="138"/>
                </a:cubicBezTo>
                <a:cubicBezTo>
                  <a:pt x="3306" y="78"/>
                  <a:pt x="3301" y="66"/>
                  <a:pt x="3308" y="66"/>
                </a:cubicBezTo>
                <a:cubicBezTo>
                  <a:pt x="3324" y="32"/>
                  <a:pt x="3322" y="26"/>
                  <a:pt x="3325" y="25"/>
                </a:cubicBezTo>
                <a:cubicBezTo>
                  <a:pt x="3322" y="0"/>
                  <a:pt x="3322" y="0"/>
                  <a:pt x="3322" y="0"/>
                </a:cubicBezTo>
                <a:cubicBezTo>
                  <a:pt x="3310" y="26"/>
                  <a:pt x="3313" y="33"/>
                  <a:pt x="3310" y="35"/>
                </a:cubicBezTo>
                <a:close/>
                <a:moveTo>
                  <a:pt x="1833" y="144"/>
                </a:moveTo>
                <a:cubicBezTo>
                  <a:pt x="1834" y="148"/>
                  <a:pt x="1831" y="154"/>
                  <a:pt x="1834" y="158"/>
                </a:cubicBezTo>
                <a:cubicBezTo>
                  <a:pt x="1833" y="176"/>
                  <a:pt x="1836" y="192"/>
                  <a:pt x="1833" y="212"/>
                </a:cubicBezTo>
                <a:cubicBezTo>
                  <a:pt x="1835" y="220"/>
                  <a:pt x="1835" y="229"/>
                  <a:pt x="1835" y="238"/>
                </a:cubicBezTo>
                <a:cubicBezTo>
                  <a:pt x="1833" y="244"/>
                  <a:pt x="1838" y="245"/>
                  <a:pt x="1835" y="251"/>
                </a:cubicBezTo>
                <a:cubicBezTo>
                  <a:pt x="1841" y="253"/>
                  <a:pt x="1829" y="264"/>
                  <a:pt x="1838" y="264"/>
                </a:cubicBezTo>
                <a:cubicBezTo>
                  <a:pt x="1842" y="241"/>
                  <a:pt x="1841" y="220"/>
                  <a:pt x="1839" y="200"/>
                </a:cubicBezTo>
                <a:cubicBezTo>
                  <a:pt x="1843" y="193"/>
                  <a:pt x="1838" y="190"/>
                  <a:pt x="1842" y="183"/>
                </a:cubicBezTo>
                <a:cubicBezTo>
                  <a:pt x="1838" y="180"/>
                  <a:pt x="1844" y="172"/>
                  <a:pt x="1840" y="168"/>
                </a:cubicBezTo>
                <a:cubicBezTo>
                  <a:pt x="1842" y="156"/>
                  <a:pt x="1839" y="146"/>
                  <a:pt x="1841" y="135"/>
                </a:cubicBezTo>
                <a:cubicBezTo>
                  <a:pt x="1838" y="133"/>
                  <a:pt x="1840" y="132"/>
                  <a:pt x="1842" y="130"/>
                </a:cubicBezTo>
                <a:cubicBezTo>
                  <a:pt x="1842" y="128"/>
                  <a:pt x="1841" y="125"/>
                  <a:pt x="1839" y="123"/>
                </a:cubicBezTo>
                <a:cubicBezTo>
                  <a:pt x="1838" y="118"/>
                  <a:pt x="1843" y="111"/>
                  <a:pt x="1840" y="107"/>
                </a:cubicBezTo>
                <a:cubicBezTo>
                  <a:pt x="1841" y="96"/>
                  <a:pt x="1841" y="85"/>
                  <a:pt x="1840" y="75"/>
                </a:cubicBezTo>
                <a:cubicBezTo>
                  <a:pt x="1842" y="53"/>
                  <a:pt x="1847" y="28"/>
                  <a:pt x="1852" y="4"/>
                </a:cubicBezTo>
                <a:cubicBezTo>
                  <a:pt x="1853" y="3"/>
                  <a:pt x="1853" y="2"/>
                  <a:pt x="1853" y="0"/>
                </a:cubicBezTo>
                <a:cubicBezTo>
                  <a:pt x="1845" y="0"/>
                  <a:pt x="1845" y="0"/>
                  <a:pt x="1845" y="0"/>
                </a:cubicBezTo>
                <a:cubicBezTo>
                  <a:pt x="1842" y="19"/>
                  <a:pt x="1837" y="36"/>
                  <a:pt x="1834" y="51"/>
                </a:cubicBezTo>
                <a:cubicBezTo>
                  <a:pt x="1833" y="68"/>
                  <a:pt x="1832" y="87"/>
                  <a:pt x="1831" y="105"/>
                </a:cubicBezTo>
                <a:cubicBezTo>
                  <a:pt x="1833" y="113"/>
                  <a:pt x="1831" y="122"/>
                  <a:pt x="1833" y="130"/>
                </a:cubicBezTo>
                <a:cubicBezTo>
                  <a:pt x="1832" y="135"/>
                  <a:pt x="1833" y="139"/>
                  <a:pt x="1833" y="144"/>
                </a:cubicBezTo>
                <a:close/>
                <a:moveTo>
                  <a:pt x="0" y="2063"/>
                </a:moveTo>
                <a:cubicBezTo>
                  <a:pt x="0" y="2074"/>
                  <a:pt x="0" y="2074"/>
                  <a:pt x="0" y="2074"/>
                </a:cubicBezTo>
                <a:cubicBezTo>
                  <a:pt x="3" y="2076"/>
                  <a:pt x="5" y="2078"/>
                  <a:pt x="8" y="2080"/>
                </a:cubicBezTo>
                <a:cubicBezTo>
                  <a:pt x="33" y="2102"/>
                  <a:pt x="57" y="2123"/>
                  <a:pt x="79" y="2145"/>
                </a:cubicBezTo>
                <a:cubicBezTo>
                  <a:pt x="83" y="2150"/>
                  <a:pt x="87" y="2155"/>
                  <a:pt x="91" y="2160"/>
                </a:cubicBezTo>
                <a:cubicBezTo>
                  <a:pt x="99" y="2160"/>
                  <a:pt x="99" y="2160"/>
                  <a:pt x="99" y="2160"/>
                </a:cubicBezTo>
                <a:cubicBezTo>
                  <a:pt x="91" y="2149"/>
                  <a:pt x="84" y="2139"/>
                  <a:pt x="73" y="2128"/>
                </a:cubicBezTo>
                <a:cubicBezTo>
                  <a:pt x="49" y="2106"/>
                  <a:pt x="25" y="2082"/>
                  <a:pt x="0" y="2063"/>
                </a:cubicBezTo>
                <a:close/>
                <a:moveTo>
                  <a:pt x="3426" y="101"/>
                </a:moveTo>
                <a:cubicBezTo>
                  <a:pt x="3427" y="105"/>
                  <a:pt x="3433" y="102"/>
                  <a:pt x="3433" y="107"/>
                </a:cubicBezTo>
                <a:cubicBezTo>
                  <a:pt x="3466" y="129"/>
                  <a:pt x="3473" y="131"/>
                  <a:pt x="3477" y="137"/>
                </a:cubicBezTo>
                <a:cubicBezTo>
                  <a:pt x="3507" y="145"/>
                  <a:pt x="3507" y="155"/>
                  <a:pt x="3517" y="154"/>
                </a:cubicBezTo>
                <a:cubicBezTo>
                  <a:pt x="3564" y="174"/>
                  <a:pt x="3568" y="181"/>
                  <a:pt x="3578" y="180"/>
                </a:cubicBezTo>
                <a:cubicBezTo>
                  <a:pt x="3640" y="204"/>
                  <a:pt x="3649" y="204"/>
                  <a:pt x="3652" y="210"/>
                </a:cubicBezTo>
                <a:cubicBezTo>
                  <a:pt x="3735" y="234"/>
                  <a:pt x="3740" y="237"/>
                  <a:pt x="3746" y="238"/>
                </a:cubicBezTo>
                <a:cubicBezTo>
                  <a:pt x="3773" y="254"/>
                  <a:pt x="3787" y="255"/>
                  <a:pt x="3796" y="263"/>
                </a:cubicBezTo>
                <a:cubicBezTo>
                  <a:pt x="3834" y="280"/>
                  <a:pt x="3836" y="285"/>
                  <a:pt x="3840" y="287"/>
                </a:cubicBezTo>
                <a:cubicBezTo>
                  <a:pt x="3828" y="268"/>
                  <a:pt x="3815" y="266"/>
                  <a:pt x="3807" y="258"/>
                </a:cubicBezTo>
                <a:cubicBezTo>
                  <a:pt x="3762" y="240"/>
                  <a:pt x="3755" y="231"/>
                  <a:pt x="3741" y="230"/>
                </a:cubicBezTo>
                <a:cubicBezTo>
                  <a:pt x="3722" y="217"/>
                  <a:pt x="3714" y="217"/>
                  <a:pt x="3708" y="217"/>
                </a:cubicBezTo>
                <a:cubicBezTo>
                  <a:pt x="3661" y="197"/>
                  <a:pt x="3650" y="199"/>
                  <a:pt x="3645" y="195"/>
                </a:cubicBezTo>
                <a:cubicBezTo>
                  <a:pt x="3599" y="178"/>
                  <a:pt x="3586" y="177"/>
                  <a:pt x="3580" y="169"/>
                </a:cubicBezTo>
                <a:cubicBezTo>
                  <a:pt x="3514" y="144"/>
                  <a:pt x="3501" y="134"/>
                  <a:pt x="3483" y="130"/>
                </a:cubicBezTo>
                <a:cubicBezTo>
                  <a:pt x="3463" y="111"/>
                  <a:pt x="3458" y="112"/>
                  <a:pt x="3455" y="110"/>
                </a:cubicBezTo>
                <a:cubicBezTo>
                  <a:pt x="3436" y="101"/>
                  <a:pt x="3434" y="92"/>
                  <a:pt x="3425" y="90"/>
                </a:cubicBezTo>
                <a:cubicBezTo>
                  <a:pt x="3423" y="83"/>
                  <a:pt x="3430" y="83"/>
                  <a:pt x="3432" y="87"/>
                </a:cubicBezTo>
                <a:cubicBezTo>
                  <a:pt x="3449" y="100"/>
                  <a:pt x="3451" y="102"/>
                  <a:pt x="3455" y="101"/>
                </a:cubicBezTo>
                <a:cubicBezTo>
                  <a:pt x="3485" y="120"/>
                  <a:pt x="3492" y="126"/>
                  <a:pt x="3502" y="128"/>
                </a:cubicBezTo>
                <a:cubicBezTo>
                  <a:pt x="3535" y="145"/>
                  <a:pt x="3541" y="152"/>
                  <a:pt x="3552" y="153"/>
                </a:cubicBezTo>
                <a:cubicBezTo>
                  <a:pt x="3582" y="166"/>
                  <a:pt x="3589" y="165"/>
                  <a:pt x="3591" y="170"/>
                </a:cubicBezTo>
                <a:cubicBezTo>
                  <a:pt x="3647" y="181"/>
                  <a:pt x="3653" y="188"/>
                  <a:pt x="3664" y="189"/>
                </a:cubicBezTo>
                <a:cubicBezTo>
                  <a:pt x="3699" y="198"/>
                  <a:pt x="3710" y="200"/>
                  <a:pt x="3720" y="203"/>
                </a:cubicBezTo>
                <a:cubicBezTo>
                  <a:pt x="3763" y="221"/>
                  <a:pt x="3768" y="222"/>
                  <a:pt x="3774" y="223"/>
                </a:cubicBezTo>
                <a:cubicBezTo>
                  <a:pt x="3810" y="245"/>
                  <a:pt x="3813" y="246"/>
                  <a:pt x="3814" y="246"/>
                </a:cubicBezTo>
                <a:cubicBezTo>
                  <a:pt x="3799" y="228"/>
                  <a:pt x="3790" y="229"/>
                  <a:pt x="3787" y="222"/>
                </a:cubicBezTo>
                <a:cubicBezTo>
                  <a:pt x="3747" y="202"/>
                  <a:pt x="3743" y="201"/>
                  <a:pt x="3739" y="201"/>
                </a:cubicBezTo>
                <a:cubicBezTo>
                  <a:pt x="3695" y="187"/>
                  <a:pt x="3682" y="182"/>
                  <a:pt x="3664" y="183"/>
                </a:cubicBezTo>
                <a:cubicBezTo>
                  <a:pt x="3625" y="169"/>
                  <a:pt x="3620" y="165"/>
                  <a:pt x="3617" y="168"/>
                </a:cubicBezTo>
                <a:cubicBezTo>
                  <a:pt x="3539" y="138"/>
                  <a:pt x="3528" y="132"/>
                  <a:pt x="3518" y="127"/>
                </a:cubicBezTo>
                <a:cubicBezTo>
                  <a:pt x="3453" y="92"/>
                  <a:pt x="3452" y="89"/>
                  <a:pt x="3449" y="88"/>
                </a:cubicBezTo>
                <a:cubicBezTo>
                  <a:pt x="3426" y="67"/>
                  <a:pt x="3420" y="64"/>
                  <a:pt x="3415" y="62"/>
                </a:cubicBezTo>
                <a:cubicBezTo>
                  <a:pt x="3388" y="37"/>
                  <a:pt x="3389" y="32"/>
                  <a:pt x="3386" y="32"/>
                </a:cubicBezTo>
                <a:cubicBezTo>
                  <a:pt x="3402" y="34"/>
                  <a:pt x="3402" y="38"/>
                  <a:pt x="3404" y="39"/>
                </a:cubicBezTo>
                <a:cubicBezTo>
                  <a:pt x="3422" y="49"/>
                  <a:pt x="3421" y="55"/>
                  <a:pt x="3425" y="55"/>
                </a:cubicBezTo>
                <a:cubicBezTo>
                  <a:pt x="3447" y="71"/>
                  <a:pt x="3451" y="71"/>
                  <a:pt x="3451" y="75"/>
                </a:cubicBezTo>
                <a:cubicBezTo>
                  <a:pt x="3487" y="93"/>
                  <a:pt x="3490" y="98"/>
                  <a:pt x="3496" y="100"/>
                </a:cubicBezTo>
                <a:cubicBezTo>
                  <a:pt x="3542" y="119"/>
                  <a:pt x="3548" y="130"/>
                  <a:pt x="3564" y="131"/>
                </a:cubicBezTo>
                <a:cubicBezTo>
                  <a:pt x="3608" y="148"/>
                  <a:pt x="3621" y="146"/>
                  <a:pt x="3626" y="152"/>
                </a:cubicBezTo>
                <a:cubicBezTo>
                  <a:pt x="3717" y="160"/>
                  <a:pt x="3716" y="154"/>
                  <a:pt x="3710" y="155"/>
                </a:cubicBezTo>
                <a:cubicBezTo>
                  <a:pt x="3630" y="121"/>
                  <a:pt x="3616" y="106"/>
                  <a:pt x="3588" y="107"/>
                </a:cubicBezTo>
                <a:cubicBezTo>
                  <a:pt x="3522" y="77"/>
                  <a:pt x="3514" y="79"/>
                  <a:pt x="3512" y="73"/>
                </a:cubicBezTo>
                <a:cubicBezTo>
                  <a:pt x="3454" y="45"/>
                  <a:pt x="3444" y="40"/>
                  <a:pt x="3437" y="32"/>
                </a:cubicBezTo>
                <a:cubicBezTo>
                  <a:pt x="3419" y="23"/>
                  <a:pt x="3415" y="23"/>
                  <a:pt x="3416" y="19"/>
                </a:cubicBezTo>
                <a:cubicBezTo>
                  <a:pt x="3395" y="3"/>
                  <a:pt x="3393" y="2"/>
                  <a:pt x="3392" y="0"/>
                </a:cubicBezTo>
                <a:cubicBezTo>
                  <a:pt x="3358" y="12"/>
                  <a:pt x="3359" y="22"/>
                  <a:pt x="3360" y="31"/>
                </a:cubicBezTo>
                <a:cubicBezTo>
                  <a:pt x="3336" y="112"/>
                  <a:pt x="3336" y="117"/>
                  <a:pt x="3336" y="123"/>
                </a:cubicBezTo>
                <a:cubicBezTo>
                  <a:pt x="3321" y="150"/>
                  <a:pt x="3320" y="156"/>
                  <a:pt x="3317" y="159"/>
                </a:cubicBezTo>
                <a:cubicBezTo>
                  <a:pt x="3304" y="194"/>
                  <a:pt x="3296" y="199"/>
                  <a:pt x="3294" y="209"/>
                </a:cubicBezTo>
                <a:cubicBezTo>
                  <a:pt x="3283" y="219"/>
                  <a:pt x="3283" y="221"/>
                  <a:pt x="3282" y="223"/>
                </a:cubicBezTo>
                <a:cubicBezTo>
                  <a:pt x="3266" y="241"/>
                  <a:pt x="3269" y="250"/>
                  <a:pt x="3262" y="250"/>
                </a:cubicBezTo>
                <a:cubicBezTo>
                  <a:pt x="3229" y="295"/>
                  <a:pt x="3223" y="295"/>
                  <a:pt x="3221" y="299"/>
                </a:cubicBezTo>
                <a:cubicBezTo>
                  <a:pt x="3170" y="353"/>
                  <a:pt x="3162" y="358"/>
                  <a:pt x="3156" y="365"/>
                </a:cubicBezTo>
                <a:cubicBezTo>
                  <a:pt x="3137" y="388"/>
                  <a:pt x="3134" y="391"/>
                  <a:pt x="3132" y="395"/>
                </a:cubicBezTo>
                <a:cubicBezTo>
                  <a:pt x="3114" y="416"/>
                  <a:pt x="3113" y="418"/>
                  <a:pt x="3112" y="420"/>
                </a:cubicBezTo>
                <a:cubicBezTo>
                  <a:pt x="3122" y="411"/>
                  <a:pt x="3125" y="411"/>
                  <a:pt x="3126" y="408"/>
                </a:cubicBezTo>
                <a:cubicBezTo>
                  <a:pt x="3143" y="383"/>
                  <a:pt x="3152" y="383"/>
                  <a:pt x="3153" y="376"/>
                </a:cubicBezTo>
                <a:cubicBezTo>
                  <a:pt x="3211" y="324"/>
                  <a:pt x="3215" y="314"/>
                  <a:pt x="3224" y="308"/>
                </a:cubicBezTo>
                <a:cubicBezTo>
                  <a:pt x="3267" y="256"/>
                  <a:pt x="3271" y="256"/>
                  <a:pt x="3273" y="254"/>
                </a:cubicBezTo>
                <a:cubicBezTo>
                  <a:pt x="3290" y="222"/>
                  <a:pt x="3298" y="217"/>
                  <a:pt x="3300" y="208"/>
                </a:cubicBezTo>
                <a:cubicBezTo>
                  <a:pt x="3327" y="156"/>
                  <a:pt x="3333" y="155"/>
                  <a:pt x="3333" y="149"/>
                </a:cubicBezTo>
                <a:cubicBezTo>
                  <a:pt x="3360" y="77"/>
                  <a:pt x="3358" y="69"/>
                  <a:pt x="3360" y="66"/>
                </a:cubicBezTo>
                <a:cubicBezTo>
                  <a:pt x="3370" y="31"/>
                  <a:pt x="3365" y="21"/>
                  <a:pt x="3372" y="22"/>
                </a:cubicBezTo>
                <a:cubicBezTo>
                  <a:pt x="3365" y="85"/>
                  <a:pt x="3358" y="92"/>
                  <a:pt x="3362" y="97"/>
                </a:cubicBezTo>
                <a:cubicBezTo>
                  <a:pt x="3350" y="134"/>
                  <a:pt x="3348" y="136"/>
                  <a:pt x="3346" y="137"/>
                </a:cubicBezTo>
                <a:cubicBezTo>
                  <a:pt x="3335" y="157"/>
                  <a:pt x="3338" y="164"/>
                  <a:pt x="3334" y="164"/>
                </a:cubicBezTo>
                <a:cubicBezTo>
                  <a:pt x="3322" y="190"/>
                  <a:pt x="3320" y="192"/>
                  <a:pt x="3317" y="194"/>
                </a:cubicBezTo>
                <a:cubicBezTo>
                  <a:pt x="3288" y="230"/>
                  <a:pt x="3295" y="240"/>
                  <a:pt x="3289" y="240"/>
                </a:cubicBezTo>
                <a:cubicBezTo>
                  <a:pt x="3257" y="283"/>
                  <a:pt x="3258" y="287"/>
                  <a:pt x="3256" y="288"/>
                </a:cubicBezTo>
                <a:cubicBezTo>
                  <a:pt x="3239" y="311"/>
                  <a:pt x="3231" y="316"/>
                  <a:pt x="3225" y="323"/>
                </a:cubicBezTo>
                <a:cubicBezTo>
                  <a:pt x="3168" y="381"/>
                  <a:pt x="3169" y="385"/>
                  <a:pt x="3166" y="386"/>
                </a:cubicBezTo>
                <a:cubicBezTo>
                  <a:pt x="3148" y="408"/>
                  <a:pt x="3140" y="413"/>
                  <a:pt x="3136" y="421"/>
                </a:cubicBezTo>
                <a:cubicBezTo>
                  <a:pt x="3127" y="443"/>
                  <a:pt x="3128" y="438"/>
                  <a:pt x="3130" y="434"/>
                </a:cubicBezTo>
                <a:cubicBezTo>
                  <a:pt x="3153" y="408"/>
                  <a:pt x="3156" y="404"/>
                  <a:pt x="3159" y="400"/>
                </a:cubicBezTo>
                <a:cubicBezTo>
                  <a:pt x="3173" y="387"/>
                  <a:pt x="3177" y="383"/>
                  <a:pt x="3179" y="378"/>
                </a:cubicBezTo>
                <a:cubicBezTo>
                  <a:pt x="3197" y="369"/>
                  <a:pt x="3196" y="361"/>
                  <a:pt x="3202" y="359"/>
                </a:cubicBezTo>
                <a:cubicBezTo>
                  <a:pt x="3289" y="252"/>
                  <a:pt x="3303" y="239"/>
                  <a:pt x="3312" y="220"/>
                </a:cubicBezTo>
                <a:cubicBezTo>
                  <a:pt x="3339" y="180"/>
                  <a:pt x="3340" y="174"/>
                  <a:pt x="3344" y="170"/>
                </a:cubicBezTo>
                <a:cubicBezTo>
                  <a:pt x="3352" y="146"/>
                  <a:pt x="3355" y="145"/>
                  <a:pt x="3355" y="141"/>
                </a:cubicBezTo>
                <a:cubicBezTo>
                  <a:pt x="3368" y="101"/>
                  <a:pt x="3374" y="93"/>
                  <a:pt x="3374" y="81"/>
                </a:cubicBezTo>
                <a:cubicBezTo>
                  <a:pt x="3386" y="52"/>
                  <a:pt x="3387" y="59"/>
                  <a:pt x="3391" y="64"/>
                </a:cubicBezTo>
                <a:cubicBezTo>
                  <a:pt x="3383" y="109"/>
                  <a:pt x="3368" y="123"/>
                  <a:pt x="3368" y="151"/>
                </a:cubicBezTo>
                <a:cubicBezTo>
                  <a:pt x="3344" y="200"/>
                  <a:pt x="3339" y="213"/>
                  <a:pt x="3332" y="226"/>
                </a:cubicBezTo>
                <a:cubicBezTo>
                  <a:pt x="3301" y="269"/>
                  <a:pt x="3302" y="274"/>
                  <a:pt x="3301" y="278"/>
                </a:cubicBezTo>
                <a:cubicBezTo>
                  <a:pt x="3272" y="313"/>
                  <a:pt x="3268" y="314"/>
                  <a:pt x="3269" y="320"/>
                </a:cubicBezTo>
                <a:cubicBezTo>
                  <a:pt x="3225" y="362"/>
                  <a:pt x="3218" y="366"/>
                  <a:pt x="3213" y="372"/>
                </a:cubicBezTo>
                <a:cubicBezTo>
                  <a:pt x="3179" y="404"/>
                  <a:pt x="3178" y="407"/>
                  <a:pt x="3172" y="407"/>
                </a:cubicBezTo>
                <a:cubicBezTo>
                  <a:pt x="3180" y="408"/>
                  <a:pt x="3182" y="406"/>
                  <a:pt x="3185" y="404"/>
                </a:cubicBezTo>
                <a:cubicBezTo>
                  <a:pt x="3205" y="378"/>
                  <a:pt x="3215" y="382"/>
                  <a:pt x="3214" y="376"/>
                </a:cubicBezTo>
                <a:cubicBezTo>
                  <a:pt x="3265" y="334"/>
                  <a:pt x="3267" y="327"/>
                  <a:pt x="3271" y="322"/>
                </a:cubicBezTo>
                <a:cubicBezTo>
                  <a:pt x="3306" y="287"/>
                  <a:pt x="3304" y="280"/>
                  <a:pt x="3307" y="278"/>
                </a:cubicBezTo>
                <a:cubicBezTo>
                  <a:pt x="3333" y="243"/>
                  <a:pt x="3332" y="237"/>
                  <a:pt x="3337" y="236"/>
                </a:cubicBezTo>
                <a:cubicBezTo>
                  <a:pt x="3353" y="204"/>
                  <a:pt x="3355" y="198"/>
                  <a:pt x="3358" y="193"/>
                </a:cubicBezTo>
                <a:cubicBezTo>
                  <a:pt x="3386" y="121"/>
                  <a:pt x="3383" y="114"/>
                  <a:pt x="3385" y="113"/>
                </a:cubicBezTo>
                <a:cubicBezTo>
                  <a:pt x="3391" y="93"/>
                  <a:pt x="3387" y="87"/>
                  <a:pt x="3395" y="88"/>
                </a:cubicBezTo>
                <a:cubicBezTo>
                  <a:pt x="3390" y="147"/>
                  <a:pt x="3384" y="146"/>
                  <a:pt x="3386" y="152"/>
                </a:cubicBezTo>
                <a:cubicBezTo>
                  <a:pt x="3369" y="209"/>
                  <a:pt x="3374" y="218"/>
                  <a:pt x="3367" y="217"/>
                </a:cubicBezTo>
                <a:cubicBezTo>
                  <a:pt x="3331" y="288"/>
                  <a:pt x="3323" y="301"/>
                  <a:pt x="3317" y="314"/>
                </a:cubicBezTo>
                <a:cubicBezTo>
                  <a:pt x="3296" y="336"/>
                  <a:pt x="3293" y="336"/>
                  <a:pt x="3294" y="340"/>
                </a:cubicBezTo>
                <a:cubicBezTo>
                  <a:pt x="3283" y="348"/>
                  <a:pt x="3285" y="351"/>
                  <a:pt x="3284" y="351"/>
                </a:cubicBezTo>
                <a:cubicBezTo>
                  <a:pt x="3230" y="404"/>
                  <a:pt x="3232" y="418"/>
                  <a:pt x="3221" y="421"/>
                </a:cubicBezTo>
                <a:cubicBezTo>
                  <a:pt x="3201" y="467"/>
                  <a:pt x="3193" y="468"/>
                  <a:pt x="3195" y="476"/>
                </a:cubicBezTo>
                <a:cubicBezTo>
                  <a:pt x="3185" y="499"/>
                  <a:pt x="3182" y="502"/>
                  <a:pt x="3186" y="503"/>
                </a:cubicBezTo>
                <a:cubicBezTo>
                  <a:pt x="3209" y="452"/>
                  <a:pt x="3220" y="442"/>
                  <a:pt x="3224" y="428"/>
                </a:cubicBezTo>
                <a:cubicBezTo>
                  <a:pt x="3273" y="375"/>
                  <a:pt x="3279" y="367"/>
                  <a:pt x="3287" y="360"/>
                </a:cubicBezTo>
                <a:cubicBezTo>
                  <a:pt x="3305" y="342"/>
                  <a:pt x="3305" y="338"/>
                  <a:pt x="3307" y="337"/>
                </a:cubicBezTo>
                <a:cubicBezTo>
                  <a:pt x="3348" y="283"/>
                  <a:pt x="3350" y="279"/>
                  <a:pt x="3351" y="272"/>
                </a:cubicBezTo>
                <a:cubicBezTo>
                  <a:pt x="3379" y="229"/>
                  <a:pt x="3374" y="220"/>
                  <a:pt x="3378" y="218"/>
                </a:cubicBezTo>
                <a:cubicBezTo>
                  <a:pt x="3386" y="191"/>
                  <a:pt x="3387" y="187"/>
                  <a:pt x="3390" y="184"/>
                </a:cubicBezTo>
                <a:cubicBezTo>
                  <a:pt x="3406" y="145"/>
                  <a:pt x="3399" y="145"/>
                  <a:pt x="3404" y="153"/>
                </a:cubicBezTo>
                <a:cubicBezTo>
                  <a:pt x="3399" y="178"/>
                  <a:pt x="3398" y="180"/>
                  <a:pt x="3397" y="182"/>
                </a:cubicBezTo>
                <a:cubicBezTo>
                  <a:pt x="3387" y="219"/>
                  <a:pt x="3380" y="234"/>
                  <a:pt x="3376" y="251"/>
                </a:cubicBezTo>
                <a:cubicBezTo>
                  <a:pt x="3369" y="261"/>
                  <a:pt x="3370" y="263"/>
                  <a:pt x="3370" y="264"/>
                </a:cubicBezTo>
                <a:cubicBezTo>
                  <a:pt x="3349" y="302"/>
                  <a:pt x="3350" y="312"/>
                  <a:pt x="3343" y="317"/>
                </a:cubicBezTo>
                <a:cubicBezTo>
                  <a:pt x="3329" y="342"/>
                  <a:pt x="3327" y="345"/>
                  <a:pt x="3326" y="348"/>
                </a:cubicBezTo>
                <a:cubicBezTo>
                  <a:pt x="3309" y="373"/>
                  <a:pt x="3306" y="375"/>
                  <a:pt x="3306" y="380"/>
                </a:cubicBezTo>
                <a:cubicBezTo>
                  <a:pt x="3279" y="409"/>
                  <a:pt x="3279" y="415"/>
                  <a:pt x="3276" y="418"/>
                </a:cubicBezTo>
                <a:cubicBezTo>
                  <a:pt x="3256" y="453"/>
                  <a:pt x="3249" y="452"/>
                  <a:pt x="3250" y="459"/>
                </a:cubicBezTo>
                <a:cubicBezTo>
                  <a:pt x="3231" y="494"/>
                  <a:pt x="3234" y="503"/>
                  <a:pt x="3229" y="504"/>
                </a:cubicBezTo>
                <a:cubicBezTo>
                  <a:pt x="3228" y="556"/>
                  <a:pt x="3220" y="565"/>
                  <a:pt x="3229" y="567"/>
                </a:cubicBezTo>
                <a:cubicBezTo>
                  <a:pt x="3242" y="488"/>
                  <a:pt x="3247" y="481"/>
                  <a:pt x="3249" y="470"/>
                </a:cubicBezTo>
                <a:cubicBezTo>
                  <a:pt x="3269" y="440"/>
                  <a:pt x="3269" y="435"/>
                  <a:pt x="3275" y="435"/>
                </a:cubicBezTo>
                <a:cubicBezTo>
                  <a:pt x="3307" y="387"/>
                  <a:pt x="3311" y="385"/>
                  <a:pt x="3313" y="382"/>
                </a:cubicBezTo>
                <a:cubicBezTo>
                  <a:pt x="3339" y="343"/>
                  <a:pt x="3340" y="339"/>
                  <a:pt x="3342" y="336"/>
                </a:cubicBezTo>
                <a:cubicBezTo>
                  <a:pt x="3348" y="337"/>
                  <a:pt x="3342" y="339"/>
                  <a:pt x="3343" y="345"/>
                </a:cubicBezTo>
                <a:cubicBezTo>
                  <a:pt x="3330" y="361"/>
                  <a:pt x="3328" y="366"/>
                  <a:pt x="3327" y="372"/>
                </a:cubicBezTo>
                <a:cubicBezTo>
                  <a:pt x="3310" y="403"/>
                  <a:pt x="3307" y="407"/>
                  <a:pt x="3306" y="413"/>
                </a:cubicBezTo>
                <a:cubicBezTo>
                  <a:pt x="3272" y="477"/>
                  <a:pt x="3268" y="487"/>
                  <a:pt x="3266" y="499"/>
                </a:cubicBezTo>
                <a:cubicBezTo>
                  <a:pt x="3257" y="584"/>
                  <a:pt x="3258" y="602"/>
                  <a:pt x="3259" y="613"/>
                </a:cubicBezTo>
                <a:cubicBezTo>
                  <a:pt x="3262" y="591"/>
                  <a:pt x="3261" y="580"/>
                  <a:pt x="3260" y="569"/>
                </a:cubicBezTo>
                <a:cubicBezTo>
                  <a:pt x="3274" y="501"/>
                  <a:pt x="3273" y="491"/>
                  <a:pt x="3276" y="485"/>
                </a:cubicBezTo>
                <a:cubicBezTo>
                  <a:pt x="3286" y="463"/>
                  <a:pt x="3287" y="460"/>
                  <a:pt x="3290" y="458"/>
                </a:cubicBezTo>
                <a:cubicBezTo>
                  <a:pt x="3317" y="406"/>
                  <a:pt x="3319" y="398"/>
                  <a:pt x="3324" y="394"/>
                </a:cubicBezTo>
                <a:cubicBezTo>
                  <a:pt x="3347" y="355"/>
                  <a:pt x="3347" y="346"/>
                  <a:pt x="3354" y="342"/>
                </a:cubicBezTo>
                <a:cubicBezTo>
                  <a:pt x="3379" y="293"/>
                  <a:pt x="3383" y="279"/>
                  <a:pt x="3390" y="267"/>
                </a:cubicBezTo>
                <a:cubicBezTo>
                  <a:pt x="3402" y="242"/>
                  <a:pt x="3400" y="232"/>
                  <a:pt x="3407" y="229"/>
                </a:cubicBezTo>
                <a:cubicBezTo>
                  <a:pt x="3419" y="181"/>
                  <a:pt x="3415" y="173"/>
                  <a:pt x="3416" y="169"/>
                </a:cubicBezTo>
                <a:cubicBezTo>
                  <a:pt x="3428" y="157"/>
                  <a:pt x="3419" y="164"/>
                  <a:pt x="3420" y="174"/>
                </a:cubicBezTo>
                <a:cubicBezTo>
                  <a:pt x="3412" y="238"/>
                  <a:pt x="3415" y="245"/>
                  <a:pt x="3412" y="246"/>
                </a:cubicBezTo>
                <a:cubicBezTo>
                  <a:pt x="3399" y="288"/>
                  <a:pt x="3396" y="301"/>
                  <a:pt x="3388" y="311"/>
                </a:cubicBezTo>
                <a:cubicBezTo>
                  <a:pt x="3370" y="349"/>
                  <a:pt x="3371" y="354"/>
                  <a:pt x="3370" y="358"/>
                </a:cubicBezTo>
                <a:cubicBezTo>
                  <a:pt x="3348" y="399"/>
                  <a:pt x="3344" y="406"/>
                  <a:pt x="3341" y="415"/>
                </a:cubicBezTo>
                <a:cubicBezTo>
                  <a:pt x="3323" y="443"/>
                  <a:pt x="3322" y="453"/>
                  <a:pt x="3318" y="460"/>
                </a:cubicBezTo>
                <a:cubicBezTo>
                  <a:pt x="3302" y="501"/>
                  <a:pt x="3300" y="505"/>
                  <a:pt x="3300" y="510"/>
                </a:cubicBezTo>
                <a:cubicBezTo>
                  <a:pt x="3292" y="547"/>
                  <a:pt x="3289" y="556"/>
                  <a:pt x="3288" y="567"/>
                </a:cubicBezTo>
                <a:cubicBezTo>
                  <a:pt x="3294" y="608"/>
                  <a:pt x="3292" y="615"/>
                  <a:pt x="3298" y="613"/>
                </a:cubicBezTo>
                <a:cubicBezTo>
                  <a:pt x="3303" y="514"/>
                  <a:pt x="3308" y="512"/>
                  <a:pt x="3308" y="505"/>
                </a:cubicBezTo>
                <a:cubicBezTo>
                  <a:pt x="3321" y="471"/>
                  <a:pt x="3323" y="471"/>
                  <a:pt x="3323" y="467"/>
                </a:cubicBezTo>
                <a:cubicBezTo>
                  <a:pt x="3336" y="433"/>
                  <a:pt x="3345" y="427"/>
                  <a:pt x="3348" y="415"/>
                </a:cubicBezTo>
                <a:cubicBezTo>
                  <a:pt x="3384" y="349"/>
                  <a:pt x="3387" y="338"/>
                  <a:pt x="3392" y="329"/>
                </a:cubicBezTo>
                <a:cubicBezTo>
                  <a:pt x="3401" y="322"/>
                  <a:pt x="3392" y="343"/>
                  <a:pt x="3383" y="364"/>
                </a:cubicBezTo>
                <a:cubicBezTo>
                  <a:pt x="3368" y="400"/>
                  <a:pt x="3367" y="406"/>
                  <a:pt x="3365" y="411"/>
                </a:cubicBezTo>
                <a:cubicBezTo>
                  <a:pt x="3348" y="447"/>
                  <a:pt x="3349" y="456"/>
                  <a:pt x="3344" y="459"/>
                </a:cubicBezTo>
                <a:cubicBezTo>
                  <a:pt x="3328" y="515"/>
                  <a:pt x="3325" y="520"/>
                  <a:pt x="3325" y="528"/>
                </a:cubicBezTo>
                <a:cubicBezTo>
                  <a:pt x="3318" y="606"/>
                  <a:pt x="3323" y="617"/>
                  <a:pt x="3318" y="620"/>
                </a:cubicBezTo>
                <a:cubicBezTo>
                  <a:pt x="3332" y="669"/>
                  <a:pt x="3325" y="683"/>
                  <a:pt x="3332" y="682"/>
                </a:cubicBezTo>
                <a:cubicBezTo>
                  <a:pt x="3326" y="633"/>
                  <a:pt x="3325" y="621"/>
                  <a:pt x="3324" y="609"/>
                </a:cubicBezTo>
                <a:cubicBezTo>
                  <a:pt x="3333" y="543"/>
                  <a:pt x="3329" y="535"/>
                  <a:pt x="3330" y="532"/>
                </a:cubicBezTo>
                <a:cubicBezTo>
                  <a:pt x="3338" y="510"/>
                  <a:pt x="3335" y="503"/>
                  <a:pt x="3339" y="503"/>
                </a:cubicBezTo>
                <a:cubicBezTo>
                  <a:pt x="3360" y="438"/>
                  <a:pt x="3365" y="434"/>
                  <a:pt x="3366" y="427"/>
                </a:cubicBezTo>
                <a:cubicBezTo>
                  <a:pt x="3388" y="388"/>
                  <a:pt x="3385" y="376"/>
                  <a:pt x="3391" y="372"/>
                </a:cubicBezTo>
                <a:cubicBezTo>
                  <a:pt x="3405" y="344"/>
                  <a:pt x="3402" y="337"/>
                  <a:pt x="3406" y="336"/>
                </a:cubicBezTo>
                <a:cubicBezTo>
                  <a:pt x="3431" y="261"/>
                  <a:pt x="3430" y="249"/>
                  <a:pt x="3436" y="242"/>
                </a:cubicBezTo>
                <a:cubicBezTo>
                  <a:pt x="3440" y="222"/>
                  <a:pt x="3448" y="227"/>
                  <a:pt x="3442" y="233"/>
                </a:cubicBezTo>
                <a:cubicBezTo>
                  <a:pt x="3435" y="304"/>
                  <a:pt x="3435" y="312"/>
                  <a:pt x="3433" y="317"/>
                </a:cubicBezTo>
                <a:cubicBezTo>
                  <a:pt x="3426" y="349"/>
                  <a:pt x="3415" y="355"/>
                  <a:pt x="3417" y="373"/>
                </a:cubicBezTo>
                <a:cubicBezTo>
                  <a:pt x="3398" y="409"/>
                  <a:pt x="3395" y="419"/>
                  <a:pt x="3390" y="429"/>
                </a:cubicBezTo>
                <a:cubicBezTo>
                  <a:pt x="3374" y="468"/>
                  <a:pt x="3369" y="477"/>
                  <a:pt x="3364" y="486"/>
                </a:cubicBezTo>
                <a:cubicBezTo>
                  <a:pt x="3350" y="555"/>
                  <a:pt x="3342" y="561"/>
                  <a:pt x="3343" y="564"/>
                </a:cubicBezTo>
                <a:cubicBezTo>
                  <a:pt x="3337" y="589"/>
                  <a:pt x="3341" y="597"/>
                  <a:pt x="3336" y="597"/>
                </a:cubicBezTo>
                <a:cubicBezTo>
                  <a:pt x="3336" y="631"/>
                  <a:pt x="3331" y="635"/>
                  <a:pt x="3333" y="645"/>
                </a:cubicBezTo>
                <a:cubicBezTo>
                  <a:pt x="3351" y="557"/>
                  <a:pt x="3354" y="542"/>
                  <a:pt x="3360" y="530"/>
                </a:cubicBezTo>
                <a:cubicBezTo>
                  <a:pt x="3380" y="472"/>
                  <a:pt x="3380" y="468"/>
                  <a:pt x="3384" y="469"/>
                </a:cubicBezTo>
                <a:cubicBezTo>
                  <a:pt x="3401" y="432"/>
                  <a:pt x="3401" y="421"/>
                  <a:pt x="3407" y="415"/>
                </a:cubicBezTo>
                <a:cubicBezTo>
                  <a:pt x="3429" y="360"/>
                  <a:pt x="3431" y="352"/>
                  <a:pt x="3435" y="345"/>
                </a:cubicBezTo>
                <a:cubicBezTo>
                  <a:pt x="3442" y="313"/>
                  <a:pt x="3444" y="307"/>
                  <a:pt x="3447" y="301"/>
                </a:cubicBezTo>
                <a:cubicBezTo>
                  <a:pt x="3455" y="291"/>
                  <a:pt x="3449" y="295"/>
                  <a:pt x="3453" y="298"/>
                </a:cubicBezTo>
                <a:cubicBezTo>
                  <a:pt x="3425" y="410"/>
                  <a:pt x="3420" y="410"/>
                  <a:pt x="3422" y="416"/>
                </a:cubicBezTo>
                <a:cubicBezTo>
                  <a:pt x="3393" y="478"/>
                  <a:pt x="3393" y="496"/>
                  <a:pt x="3385" y="506"/>
                </a:cubicBezTo>
                <a:cubicBezTo>
                  <a:pt x="3370" y="564"/>
                  <a:pt x="3362" y="575"/>
                  <a:pt x="3360" y="591"/>
                </a:cubicBezTo>
                <a:cubicBezTo>
                  <a:pt x="3351" y="652"/>
                  <a:pt x="3352" y="666"/>
                  <a:pt x="3353" y="681"/>
                </a:cubicBezTo>
                <a:cubicBezTo>
                  <a:pt x="3358" y="622"/>
                  <a:pt x="3364" y="612"/>
                  <a:pt x="3363" y="597"/>
                </a:cubicBezTo>
                <a:cubicBezTo>
                  <a:pt x="3380" y="557"/>
                  <a:pt x="3378" y="549"/>
                  <a:pt x="3383" y="546"/>
                </a:cubicBezTo>
                <a:cubicBezTo>
                  <a:pt x="3402" y="483"/>
                  <a:pt x="3407" y="480"/>
                  <a:pt x="3406" y="472"/>
                </a:cubicBezTo>
                <a:cubicBezTo>
                  <a:pt x="3425" y="437"/>
                  <a:pt x="3422" y="430"/>
                  <a:pt x="3425" y="429"/>
                </a:cubicBezTo>
                <a:cubicBezTo>
                  <a:pt x="3438" y="397"/>
                  <a:pt x="3437" y="388"/>
                  <a:pt x="3442" y="384"/>
                </a:cubicBezTo>
                <a:cubicBezTo>
                  <a:pt x="3455" y="332"/>
                  <a:pt x="3460" y="332"/>
                  <a:pt x="3457" y="326"/>
                </a:cubicBezTo>
                <a:cubicBezTo>
                  <a:pt x="3463" y="349"/>
                  <a:pt x="3458" y="358"/>
                  <a:pt x="3458" y="372"/>
                </a:cubicBezTo>
                <a:cubicBezTo>
                  <a:pt x="3450" y="388"/>
                  <a:pt x="3451" y="393"/>
                  <a:pt x="3451" y="396"/>
                </a:cubicBezTo>
                <a:cubicBezTo>
                  <a:pt x="3444" y="416"/>
                  <a:pt x="3442" y="417"/>
                  <a:pt x="3442" y="421"/>
                </a:cubicBezTo>
                <a:cubicBezTo>
                  <a:pt x="3431" y="446"/>
                  <a:pt x="3430" y="460"/>
                  <a:pt x="3424" y="468"/>
                </a:cubicBezTo>
                <a:cubicBezTo>
                  <a:pt x="3407" y="509"/>
                  <a:pt x="3401" y="518"/>
                  <a:pt x="3397" y="529"/>
                </a:cubicBezTo>
                <a:cubicBezTo>
                  <a:pt x="3383" y="583"/>
                  <a:pt x="3376" y="592"/>
                  <a:pt x="3382" y="596"/>
                </a:cubicBezTo>
                <a:cubicBezTo>
                  <a:pt x="3409" y="524"/>
                  <a:pt x="3412" y="513"/>
                  <a:pt x="3417" y="504"/>
                </a:cubicBezTo>
                <a:cubicBezTo>
                  <a:pt x="3441" y="458"/>
                  <a:pt x="3440" y="453"/>
                  <a:pt x="3440" y="450"/>
                </a:cubicBezTo>
                <a:cubicBezTo>
                  <a:pt x="3457" y="405"/>
                  <a:pt x="3457" y="398"/>
                  <a:pt x="3462" y="396"/>
                </a:cubicBezTo>
                <a:cubicBezTo>
                  <a:pt x="3472" y="356"/>
                  <a:pt x="3467" y="344"/>
                  <a:pt x="3476" y="344"/>
                </a:cubicBezTo>
                <a:cubicBezTo>
                  <a:pt x="3464" y="412"/>
                  <a:pt x="3465" y="422"/>
                  <a:pt x="3460" y="426"/>
                </a:cubicBezTo>
                <a:cubicBezTo>
                  <a:pt x="3449" y="464"/>
                  <a:pt x="3445" y="466"/>
                  <a:pt x="3446" y="471"/>
                </a:cubicBezTo>
                <a:cubicBezTo>
                  <a:pt x="3438" y="502"/>
                  <a:pt x="3433" y="506"/>
                  <a:pt x="3433" y="516"/>
                </a:cubicBezTo>
                <a:cubicBezTo>
                  <a:pt x="3417" y="568"/>
                  <a:pt x="3415" y="576"/>
                  <a:pt x="3410" y="581"/>
                </a:cubicBezTo>
                <a:cubicBezTo>
                  <a:pt x="3410" y="660"/>
                  <a:pt x="3412" y="665"/>
                  <a:pt x="3412" y="672"/>
                </a:cubicBezTo>
                <a:cubicBezTo>
                  <a:pt x="3426" y="706"/>
                  <a:pt x="3422" y="719"/>
                  <a:pt x="3430" y="717"/>
                </a:cubicBezTo>
                <a:cubicBezTo>
                  <a:pt x="3420" y="681"/>
                  <a:pt x="3418" y="669"/>
                  <a:pt x="3415" y="659"/>
                </a:cubicBezTo>
                <a:cubicBezTo>
                  <a:pt x="3417" y="602"/>
                  <a:pt x="3414" y="595"/>
                  <a:pt x="3417" y="593"/>
                </a:cubicBezTo>
                <a:cubicBezTo>
                  <a:pt x="3434" y="546"/>
                  <a:pt x="3431" y="525"/>
                  <a:pt x="3442" y="515"/>
                </a:cubicBezTo>
                <a:cubicBezTo>
                  <a:pt x="3458" y="465"/>
                  <a:pt x="3460" y="456"/>
                  <a:pt x="3461" y="448"/>
                </a:cubicBezTo>
                <a:cubicBezTo>
                  <a:pt x="3477" y="411"/>
                  <a:pt x="3477" y="404"/>
                  <a:pt x="3480" y="401"/>
                </a:cubicBezTo>
                <a:cubicBezTo>
                  <a:pt x="3493" y="395"/>
                  <a:pt x="3485" y="406"/>
                  <a:pt x="3486" y="425"/>
                </a:cubicBezTo>
                <a:cubicBezTo>
                  <a:pt x="3466" y="480"/>
                  <a:pt x="3469" y="488"/>
                  <a:pt x="3464" y="490"/>
                </a:cubicBezTo>
                <a:cubicBezTo>
                  <a:pt x="3457" y="522"/>
                  <a:pt x="3453" y="524"/>
                  <a:pt x="3454" y="532"/>
                </a:cubicBezTo>
                <a:cubicBezTo>
                  <a:pt x="3444" y="561"/>
                  <a:pt x="3446" y="568"/>
                  <a:pt x="3444" y="572"/>
                </a:cubicBezTo>
                <a:cubicBezTo>
                  <a:pt x="3437" y="682"/>
                  <a:pt x="3434" y="691"/>
                  <a:pt x="3439" y="719"/>
                </a:cubicBezTo>
                <a:cubicBezTo>
                  <a:pt x="3448" y="743"/>
                  <a:pt x="3450" y="749"/>
                  <a:pt x="3457" y="750"/>
                </a:cubicBezTo>
                <a:cubicBezTo>
                  <a:pt x="3444" y="682"/>
                  <a:pt x="3442" y="668"/>
                  <a:pt x="3441" y="655"/>
                </a:cubicBezTo>
                <a:cubicBezTo>
                  <a:pt x="3449" y="616"/>
                  <a:pt x="3442" y="615"/>
                  <a:pt x="3447" y="611"/>
                </a:cubicBezTo>
                <a:cubicBezTo>
                  <a:pt x="3451" y="571"/>
                  <a:pt x="3456" y="564"/>
                  <a:pt x="3456" y="554"/>
                </a:cubicBezTo>
                <a:cubicBezTo>
                  <a:pt x="3482" y="464"/>
                  <a:pt x="3487" y="456"/>
                  <a:pt x="3488" y="446"/>
                </a:cubicBezTo>
                <a:cubicBezTo>
                  <a:pt x="3494" y="430"/>
                  <a:pt x="3499" y="432"/>
                  <a:pt x="3495" y="433"/>
                </a:cubicBezTo>
                <a:cubicBezTo>
                  <a:pt x="3483" y="507"/>
                  <a:pt x="3473" y="525"/>
                  <a:pt x="3476" y="554"/>
                </a:cubicBezTo>
                <a:cubicBezTo>
                  <a:pt x="3469" y="597"/>
                  <a:pt x="3466" y="612"/>
                  <a:pt x="3465" y="629"/>
                </a:cubicBezTo>
                <a:cubicBezTo>
                  <a:pt x="3479" y="752"/>
                  <a:pt x="3485" y="750"/>
                  <a:pt x="3485" y="755"/>
                </a:cubicBezTo>
                <a:cubicBezTo>
                  <a:pt x="3499" y="791"/>
                  <a:pt x="3500" y="794"/>
                  <a:pt x="3503" y="795"/>
                </a:cubicBezTo>
                <a:cubicBezTo>
                  <a:pt x="3492" y="758"/>
                  <a:pt x="3488" y="746"/>
                  <a:pt x="3484" y="744"/>
                </a:cubicBezTo>
                <a:cubicBezTo>
                  <a:pt x="3481" y="733"/>
                  <a:pt x="3481" y="729"/>
                  <a:pt x="3481" y="729"/>
                </a:cubicBezTo>
                <a:cubicBezTo>
                  <a:pt x="3475" y="679"/>
                  <a:pt x="3475" y="662"/>
                  <a:pt x="3473" y="646"/>
                </a:cubicBezTo>
                <a:cubicBezTo>
                  <a:pt x="3481" y="573"/>
                  <a:pt x="3482" y="570"/>
                  <a:pt x="3481" y="565"/>
                </a:cubicBezTo>
                <a:cubicBezTo>
                  <a:pt x="3488" y="543"/>
                  <a:pt x="3484" y="535"/>
                  <a:pt x="3485" y="532"/>
                </a:cubicBezTo>
                <a:cubicBezTo>
                  <a:pt x="3494" y="519"/>
                  <a:pt x="3487" y="532"/>
                  <a:pt x="3488" y="551"/>
                </a:cubicBezTo>
                <a:cubicBezTo>
                  <a:pt x="3483" y="582"/>
                  <a:pt x="3481" y="591"/>
                  <a:pt x="3481" y="600"/>
                </a:cubicBezTo>
                <a:cubicBezTo>
                  <a:pt x="3506" y="747"/>
                  <a:pt x="3504" y="754"/>
                  <a:pt x="3507" y="755"/>
                </a:cubicBezTo>
                <a:cubicBezTo>
                  <a:pt x="3522" y="799"/>
                  <a:pt x="3528" y="803"/>
                  <a:pt x="3531" y="811"/>
                </a:cubicBezTo>
                <a:cubicBezTo>
                  <a:pt x="3524" y="788"/>
                  <a:pt x="3521" y="783"/>
                  <a:pt x="3520" y="776"/>
                </a:cubicBezTo>
                <a:cubicBezTo>
                  <a:pt x="3511" y="743"/>
                  <a:pt x="3507" y="733"/>
                  <a:pt x="3503" y="723"/>
                </a:cubicBezTo>
                <a:cubicBezTo>
                  <a:pt x="3500" y="696"/>
                  <a:pt x="3497" y="689"/>
                  <a:pt x="3495" y="682"/>
                </a:cubicBezTo>
                <a:cubicBezTo>
                  <a:pt x="3491" y="631"/>
                  <a:pt x="3491" y="616"/>
                  <a:pt x="3490" y="599"/>
                </a:cubicBezTo>
                <a:cubicBezTo>
                  <a:pt x="3495" y="554"/>
                  <a:pt x="3495" y="550"/>
                  <a:pt x="3497" y="548"/>
                </a:cubicBezTo>
                <a:cubicBezTo>
                  <a:pt x="3502" y="498"/>
                  <a:pt x="3505" y="494"/>
                  <a:pt x="3506" y="489"/>
                </a:cubicBezTo>
                <a:cubicBezTo>
                  <a:pt x="3506" y="547"/>
                  <a:pt x="3503" y="566"/>
                  <a:pt x="3502" y="585"/>
                </a:cubicBezTo>
                <a:cubicBezTo>
                  <a:pt x="3515" y="692"/>
                  <a:pt x="3511" y="695"/>
                  <a:pt x="3512" y="698"/>
                </a:cubicBezTo>
                <a:cubicBezTo>
                  <a:pt x="3528" y="752"/>
                  <a:pt x="3532" y="765"/>
                  <a:pt x="3537" y="775"/>
                </a:cubicBezTo>
                <a:cubicBezTo>
                  <a:pt x="3550" y="790"/>
                  <a:pt x="3543" y="782"/>
                  <a:pt x="3539" y="771"/>
                </a:cubicBezTo>
                <a:cubicBezTo>
                  <a:pt x="3522" y="708"/>
                  <a:pt x="3521" y="704"/>
                  <a:pt x="3519" y="702"/>
                </a:cubicBezTo>
                <a:cubicBezTo>
                  <a:pt x="3511" y="634"/>
                  <a:pt x="3511" y="615"/>
                  <a:pt x="3509" y="600"/>
                </a:cubicBezTo>
                <a:cubicBezTo>
                  <a:pt x="3520" y="547"/>
                  <a:pt x="3511" y="533"/>
                  <a:pt x="3520" y="534"/>
                </a:cubicBezTo>
                <a:cubicBezTo>
                  <a:pt x="3524" y="611"/>
                  <a:pt x="3521" y="619"/>
                  <a:pt x="3526" y="619"/>
                </a:cubicBezTo>
                <a:cubicBezTo>
                  <a:pt x="3528" y="645"/>
                  <a:pt x="3532" y="649"/>
                  <a:pt x="3531" y="660"/>
                </a:cubicBezTo>
                <a:cubicBezTo>
                  <a:pt x="3556" y="737"/>
                  <a:pt x="3561" y="744"/>
                  <a:pt x="3562" y="760"/>
                </a:cubicBezTo>
                <a:cubicBezTo>
                  <a:pt x="3585" y="787"/>
                  <a:pt x="3582" y="784"/>
                  <a:pt x="3579" y="783"/>
                </a:cubicBezTo>
                <a:cubicBezTo>
                  <a:pt x="3560" y="729"/>
                  <a:pt x="3552" y="701"/>
                  <a:pt x="3543" y="672"/>
                </a:cubicBezTo>
                <a:cubicBezTo>
                  <a:pt x="3532" y="618"/>
                  <a:pt x="3532" y="614"/>
                  <a:pt x="3532" y="609"/>
                </a:cubicBezTo>
                <a:cubicBezTo>
                  <a:pt x="3535" y="597"/>
                  <a:pt x="3540" y="609"/>
                  <a:pt x="3544" y="622"/>
                </a:cubicBezTo>
                <a:cubicBezTo>
                  <a:pt x="3564" y="685"/>
                  <a:pt x="3567" y="689"/>
                  <a:pt x="3569" y="696"/>
                </a:cubicBezTo>
                <a:cubicBezTo>
                  <a:pt x="3585" y="716"/>
                  <a:pt x="3578" y="710"/>
                  <a:pt x="3575" y="700"/>
                </a:cubicBezTo>
                <a:cubicBezTo>
                  <a:pt x="3544" y="591"/>
                  <a:pt x="3539" y="578"/>
                  <a:pt x="3533" y="566"/>
                </a:cubicBezTo>
                <a:cubicBezTo>
                  <a:pt x="3524" y="501"/>
                  <a:pt x="3524" y="496"/>
                  <a:pt x="3524" y="492"/>
                </a:cubicBezTo>
                <a:cubicBezTo>
                  <a:pt x="3538" y="519"/>
                  <a:pt x="3540" y="534"/>
                  <a:pt x="3545" y="545"/>
                </a:cubicBezTo>
                <a:cubicBezTo>
                  <a:pt x="3565" y="611"/>
                  <a:pt x="3571" y="614"/>
                  <a:pt x="3572" y="622"/>
                </a:cubicBezTo>
                <a:cubicBezTo>
                  <a:pt x="3605" y="698"/>
                  <a:pt x="3603" y="709"/>
                  <a:pt x="3609" y="711"/>
                </a:cubicBezTo>
                <a:cubicBezTo>
                  <a:pt x="3621" y="744"/>
                  <a:pt x="3629" y="753"/>
                  <a:pt x="3632" y="766"/>
                </a:cubicBezTo>
                <a:cubicBezTo>
                  <a:pt x="3648" y="791"/>
                  <a:pt x="3648" y="793"/>
                  <a:pt x="3650" y="793"/>
                </a:cubicBezTo>
                <a:cubicBezTo>
                  <a:pt x="3633" y="742"/>
                  <a:pt x="3627" y="742"/>
                  <a:pt x="3626" y="738"/>
                </a:cubicBezTo>
                <a:cubicBezTo>
                  <a:pt x="3609" y="692"/>
                  <a:pt x="3602" y="684"/>
                  <a:pt x="3600" y="670"/>
                </a:cubicBezTo>
                <a:cubicBezTo>
                  <a:pt x="3573" y="591"/>
                  <a:pt x="3570" y="586"/>
                  <a:pt x="3569" y="578"/>
                </a:cubicBezTo>
                <a:cubicBezTo>
                  <a:pt x="3567" y="568"/>
                  <a:pt x="3571" y="572"/>
                  <a:pt x="3573" y="578"/>
                </a:cubicBezTo>
                <a:cubicBezTo>
                  <a:pt x="3589" y="595"/>
                  <a:pt x="3591" y="601"/>
                  <a:pt x="3593" y="607"/>
                </a:cubicBezTo>
                <a:cubicBezTo>
                  <a:pt x="3615" y="642"/>
                  <a:pt x="3619" y="647"/>
                  <a:pt x="3622" y="651"/>
                </a:cubicBezTo>
                <a:cubicBezTo>
                  <a:pt x="3682" y="757"/>
                  <a:pt x="3686" y="769"/>
                  <a:pt x="3692" y="779"/>
                </a:cubicBezTo>
                <a:cubicBezTo>
                  <a:pt x="3700" y="801"/>
                  <a:pt x="3701" y="805"/>
                  <a:pt x="3701" y="809"/>
                </a:cubicBezTo>
                <a:cubicBezTo>
                  <a:pt x="3698" y="773"/>
                  <a:pt x="3692" y="767"/>
                  <a:pt x="3689" y="758"/>
                </a:cubicBezTo>
                <a:cubicBezTo>
                  <a:pt x="3682" y="741"/>
                  <a:pt x="3677" y="738"/>
                  <a:pt x="3678" y="732"/>
                </a:cubicBezTo>
                <a:cubicBezTo>
                  <a:pt x="3657" y="683"/>
                  <a:pt x="3641" y="668"/>
                  <a:pt x="3631" y="646"/>
                </a:cubicBezTo>
                <a:cubicBezTo>
                  <a:pt x="3609" y="610"/>
                  <a:pt x="3605" y="606"/>
                  <a:pt x="3603" y="600"/>
                </a:cubicBezTo>
                <a:cubicBezTo>
                  <a:pt x="3602" y="588"/>
                  <a:pt x="3604" y="593"/>
                  <a:pt x="3605" y="598"/>
                </a:cubicBezTo>
                <a:cubicBezTo>
                  <a:pt x="3636" y="646"/>
                  <a:pt x="3645" y="650"/>
                  <a:pt x="3649" y="660"/>
                </a:cubicBezTo>
                <a:cubicBezTo>
                  <a:pt x="3683" y="718"/>
                  <a:pt x="3683" y="724"/>
                  <a:pt x="3687" y="727"/>
                </a:cubicBezTo>
                <a:cubicBezTo>
                  <a:pt x="3711" y="775"/>
                  <a:pt x="3709" y="785"/>
                  <a:pt x="3715" y="787"/>
                </a:cubicBezTo>
                <a:cubicBezTo>
                  <a:pt x="3704" y="756"/>
                  <a:pt x="3706" y="749"/>
                  <a:pt x="3703" y="748"/>
                </a:cubicBezTo>
                <a:cubicBezTo>
                  <a:pt x="3683" y="705"/>
                  <a:pt x="3676" y="692"/>
                  <a:pt x="3670" y="678"/>
                </a:cubicBezTo>
                <a:cubicBezTo>
                  <a:pt x="3642" y="629"/>
                  <a:pt x="3632" y="620"/>
                  <a:pt x="3626" y="607"/>
                </a:cubicBezTo>
                <a:cubicBezTo>
                  <a:pt x="3605" y="580"/>
                  <a:pt x="3601" y="579"/>
                  <a:pt x="3601" y="574"/>
                </a:cubicBezTo>
                <a:cubicBezTo>
                  <a:pt x="3573" y="536"/>
                  <a:pt x="3569" y="530"/>
                  <a:pt x="3565" y="524"/>
                </a:cubicBezTo>
                <a:cubicBezTo>
                  <a:pt x="3546" y="487"/>
                  <a:pt x="3541" y="488"/>
                  <a:pt x="3543" y="482"/>
                </a:cubicBezTo>
                <a:cubicBezTo>
                  <a:pt x="3536" y="457"/>
                  <a:pt x="3537" y="465"/>
                  <a:pt x="3542" y="469"/>
                </a:cubicBezTo>
                <a:cubicBezTo>
                  <a:pt x="3566" y="506"/>
                  <a:pt x="3571" y="510"/>
                  <a:pt x="3575" y="514"/>
                </a:cubicBezTo>
                <a:cubicBezTo>
                  <a:pt x="3616" y="563"/>
                  <a:pt x="3621" y="567"/>
                  <a:pt x="3623" y="575"/>
                </a:cubicBezTo>
                <a:cubicBezTo>
                  <a:pt x="3671" y="639"/>
                  <a:pt x="3669" y="646"/>
                  <a:pt x="3672" y="648"/>
                </a:cubicBezTo>
                <a:cubicBezTo>
                  <a:pt x="3691" y="678"/>
                  <a:pt x="3690" y="689"/>
                  <a:pt x="3695" y="692"/>
                </a:cubicBezTo>
                <a:cubicBezTo>
                  <a:pt x="3712" y="731"/>
                  <a:pt x="3709" y="741"/>
                  <a:pt x="3716" y="741"/>
                </a:cubicBezTo>
                <a:cubicBezTo>
                  <a:pt x="3708" y="703"/>
                  <a:pt x="3703" y="704"/>
                  <a:pt x="3704" y="698"/>
                </a:cubicBezTo>
                <a:cubicBezTo>
                  <a:pt x="3691" y="675"/>
                  <a:pt x="3692" y="664"/>
                  <a:pt x="3686" y="662"/>
                </a:cubicBezTo>
                <a:cubicBezTo>
                  <a:pt x="3670" y="620"/>
                  <a:pt x="3664" y="622"/>
                  <a:pt x="3664" y="618"/>
                </a:cubicBezTo>
                <a:cubicBezTo>
                  <a:pt x="3633" y="576"/>
                  <a:pt x="3635" y="569"/>
                  <a:pt x="3632" y="567"/>
                </a:cubicBezTo>
                <a:cubicBezTo>
                  <a:pt x="3612" y="544"/>
                  <a:pt x="3609" y="542"/>
                  <a:pt x="3608" y="538"/>
                </a:cubicBezTo>
                <a:cubicBezTo>
                  <a:pt x="3595" y="520"/>
                  <a:pt x="3590" y="520"/>
                  <a:pt x="3589" y="516"/>
                </a:cubicBezTo>
                <a:cubicBezTo>
                  <a:pt x="3575" y="485"/>
                  <a:pt x="3576" y="492"/>
                  <a:pt x="3583" y="494"/>
                </a:cubicBezTo>
                <a:cubicBezTo>
                  <a:pt x="3605" y="518"/>
                  <a:pt x="3612" y="530"/>
                  <a:pt x="3621" y="540"/>
                </a:cubicBezTo>
                <a:cubicBezTo>
                  <a:pt x="3637" y="562"/>
                  <a:pt x="3646" y="562"/>
                  <a:pt x="3647" y="571"/>
                </a:cubicBezTo>
                <a:cubicBezTo>
                  <a:pt x="3679" y="613"/>
                  <a:pt x="3687" y="624"/>
                  <a:pt x="3693" y="637"/>
                </a:cubicBezTo>
                <a:cubicBezTo>
                  <a:pt x="3722" y="683"/>
                  <a:pt x="3722" y="688"/>
                  <a:pt x="3725" y="690"/>
                </a:cubicBezTo>
                <a:cubicBezTo>
                  <a:pt x="3736" y="699"/>
                  <a:pt x="3730" y="697"/>
                  <a:pt x="3730" y="687"/>
                </a:cubicBezTo>
                <a:cubicBezTo>
                  <a:pt x="3696" y="629"/>
                  <a:pt x="3695" y="622"/>
                  <a:pt x="3690" y="618"/>
                </a:cubicBezTo>
                <a:cubicBezTo>
                  <a:pt x="3664" y="581"/>
                  <a:pt x="3661" y="574"/>
                  <a:pt x="3658" y="568"/>
                </a:cubicBezTo>
                <a:cubicBezTo>
                  <a:pt x="3624" y="530"/>
                  <a:pt x="3617" y="519"/>
                  <a:pt x="3608" y="510"/>
                </a:cubicBezTo>
                <a:cubicBezTo>
                  <a:pt x="3534" y="424"/>
                  <a:pt x="3528" y="418"/>
                  <a:pt x="3524" y="409"/>
                </a:cubicBezTo>
                <a:cubicBezTo>
                  <a:pt x="3505" y="384"/>
                  <a:pt x="3506" y="376"/>
                  <a:pt x="3500" y="376"/>
                </a:cubicBezTo>
                <a:cubicBezTo>
                  <a:pt x="3502" y="363"/>
                  <a:pt x="3500" y="371"/>
                  <a:pt x="3504" y="371"/>
                </a:cubicBezTo>
                <a:cubicBezTo>
                  <a:pt x="3530" y="404"/>
                  <a:pt x="3532" y="412"/>
                  <a:pt x="3538" y="417"/>
                </a:cubicBezTo>
                <a:cubicBezTo>
                  <a:pt x="3562" y="446"/>
                  <a:pt x="3566" y="447"/>
                  <a:pt x="3567" y="452"/>
                </a:cubicBezTo>
                <a:cubicBezTo>
                  <a:pt x="3602" y="487"/>
                  <a:pt x="3602" y="492"/>
                  <a:pt x="3607" y="493"/>
                </a:cubicBezTo>
                <a:cubicBezTo>
                  <a:pt x="3650" y="542"/>
                  <a:pt x="3656" y="546"/>
                  <a:pt x="3659" y="555"/>
                </a:cubicBezTo>
                <a:cubicBezTo>
                  <a:pt x="3706" y="616"/>
                  <a:pt x="3708" y="625"/>
                  <a:pt x="3715" y="629"/>
                </a:cubicBezTo>
                <a:cubicBezTo>
                  <a:pt x="3727" y="644"/>
                  <a:pt x="3724" y="639"/>
                  <a:pt x="3720" y="638"/>
                </a:cubicBezTo>
                <a:cubicBezTo>
                  <a:pt x="3689" y="575"/>
                  <a:pt x="3675" y="561"/>
                  <a:pt x="3663" y="546"/>
                </a:cubicBezTo>
                <a:cubicBezTo>
                  <a:pt x="3641" y="512"/>
                  <a:pt x="3631" y="508"/>
                  <a:pt x="3625" y="500"/>
                </a:cubicBezTo>
                <a:cubicBezTo>
                  <a:pt x="3592" y="468"/>
                  <a:pt x="3591" y="465"/>
                  <a:pt x="3591" y="461"/>
                </a:cubicBezTo>
                <a:cubicBezTo>
                  <a:pt x="3577" y="443"/>
                  <a:pt x="3570" y="445"/>
                  <a:pt x="3570" y="438"/>
                </a:cubicBezTo>
                <a:cubicBezTo>
                  <a:pt x="3535" y="402"/>
                  <a:pt x="3533" y="398"/>
                  <a:pt x="3532" y="393"/>
                </a:cubicBezTo>
                <a:cubicBezTo>
                  <a:pt x="3530" y="387"/>
                  <a:pt x="3532" y="390"/>
                  <a:pt x="3534" y="393"/>
                </a:cubicBezTo>
                <a:cubicBezTo>
                  <a:pt x="3549" y="412"/>
                  <a:pt x="3552" y="411"/>
                  <a:pt x="3553" y="413"/>
                </a:cubicBezTo>
                <a:cubicBezTo>
                  <a:pt x="3592" y="453"/>
                  <a:pt x="3594" y="455"/>
                  <a:pt x="3596" y="458"/>
                </a:cubicBezTo>
                <a:cubicBezTo>
                  <a:pt x="3621" y="483"/>
                  <a:pt x="3627" y="485"/>
                  <a:pt x="3631" y="491"/>
                </a:cubicBezTo>
                <a:cubicBezTo>
                  <a:pt x="3653" y="516"/>
                  <a:pt x="3661" y="526"/>
                  <a:pt x="3669" y="536"/>
                </a:cubicBezTo>
                <a:cubicBezTo>
                  <a:pt x="3710" y="588"/>
                  <a:pt x="3713" y="595"/>
                  <a:pt x="3719" y="598"/>
                </a:cubicBezTo>
                <a:cubicBezTo>
                  <a:pt x="3754" y="657"/>
                  <a:pt x="3756" y="665"/>
                  <a:pt x="3759" y="672"/>
                </a:cubicBezTo>
                <a:cubicBezTo>
                  <a:pt x="3769" y="696"/>
                  <a:pt x="3765" y="705"/>
                  <a:pt x="3770" y="704"/>
                </a:cubicBezTo>
                <a:cubicBezTo>
                  <a:pt x="3763" y="670"/>
                  <a:pt x="3763" y="659"/>
                  <a:pt x="3758" y="655"/>
                </a:cubicBezTo>
                <a:cubicBezTo>
                  <a:pt x="3722" y="590"/>
                  <a:pt x="3717" y="586"/>
                  <a:pt x="3713" y="579"/>
                </a:cubicBezTo>
                <a:cubicBezTo>
                  <a:pt x="3668" y="527"/>
                  <a:pt x="3671" y="520"/>
                  <a:pt x="3668" y="519"/>
                </a:cubicBezTo>
                <a:cubicBezTo>
                  <a:pt x="3638" y="483"/>
                  <a:pt x="3626" y="475"/>
                  <a:pt x="3618" y="463"/>
                </a:cubicBezTo>
                <a:cubicBezTo>
                  <a:pt x="3597" y="446"/>
                  <a:pt x="3593" y="439"/>
                  <a:pt x="3587" y="435"/>
                </a:cubicBezTo>
                <a:cubicBezTo>
                  <a:pt x="3544" y="388"/>
                  <a:pt x="3531" y="373"/>
                  <a:pt x="3516" y="359"/>
                </a:cubicBezTo>
                <a:cubicBezTo>
                  <a:pt x="3482" y="312"/>
                  <a:pt x="3483" y="307"/>
                  <a:pt x="3480" y="307"/>
                </a:cubicBezTo>
                <a:cubicBezTo>
                  <a:pt x="3491" y="306"/>
                  <a:pt x="3495" y="310"/>
                  <a:pt x="3498" y="315"/>
                </a:cubicBezTo>
                <a:cubicBezTo>
                  <a:pt x="3528" y="347"/>
                  <a:pt x="3536" y="354"/>
                  <a:pt x="3543" y="362"/>
                </a:cubicBezTo>
                <a:cubicBezTo>
                  <a:pt x="3574" y="381"/>
                  <a:pt x="3571" y="392"/>
                  <a:pt x="3580" y="390"/>
                </a:cubicBezTo>
                <a:cubicBezTo>
                  <a:pt x="3598" y="407"/>
                  <a:pt x="3606" y="414"/>
                  <a:pt x="3615" y="420"/>
                </a:cubicBezTo>
                <a:cubicBezTo>
                  <a:pt x="3642" y="449"/>
                  <a:pt x="3647" y="454"/>
                  <a:pt x="3650" y="457"/>
                </a:cubicBezTo>
                <a:cubicBezTo>
                  <a:pt x="3680" y="486"/>
                  <a:pt x="3682" y="493"/>
                  <a:pt x="3686" y="498"/>
                </a:cubicBezTo>
                <a:cubicBezTo>
                  <a:pt x="3724" y="544"/>
                  <a:pt x="3729" y="547"/>
                  <a:pt x="3731" y="554"/>
                </a:cubicBezTo>
                <a:cubicBezTo>
                  <a:pt x="3765" y="605"/>
                  <a:pt x="3771" y="607"/>
                  <a:pt x="3773" y="614"/>
                </a:cubicBezTo>
                <a:cubicBezTo>
                  <a:pt x="3793" y="649"/>
                  <a:pt x="3792" y="642"/>
                  <a:pt x="3790" y="637"/>
                </a:cubicBezTo>
                <a:cubicBezTo>
                  <a:pt x="3772" y="601"/>
                  <a:pt x="3770" y="595"/>
                  <a:pt x="3765" y="593"/>
                </a:cubicBezTo>
                <a:cubicBezTo>
                  <a:pt x="3747" y="556"/>
                  <a:pt x="3740" y="557"/>
                  <a:pt x="3740" y="549"/>
                </a:cubicBezTo>
                <a:cubicBezTo>
                  <a:pt x="3716" y="518"/>
                  <a:pt x="3713" y="513"/>
                  <a:pt x="3708" y="510"/>
                </a:cubicBezTo>
                <a:cubicBezTo>
                  <a:pt x="3663" y="455"/>
                  <a:pt x="3658" y="453"/>
                  <a:pt x="3656" y="448"/>
                </a:cubicBezTo>
                <a:cubicBezTo>
                  <a:pt x="3639" y="433"/>
                  <a:pt x="3635" y="430"/>
                  <a:pt x="3631" y="428"/>
                </a:cubicBezTo>
                <a:cubicBezTo>
                  <a:pt x="3606" y="403"/>
                  <a:pt x="3605" y="400"/>
                  <a:pt x="3602" y="399"/>
                </a:cubicBezTo>
                <a:cubicBezTo>
                  <a:pt x="3568" y="367"/>
                  <a:pt x="3560" y="369"/>
                  <a:pt x="3558" y="363"/>
                </a:cubicBezTo>
                <a:cubicBezTo>
                  <a:pt x="3494" y="295"/>
                  <a:pt x="3486" y="288"/>
                  <a:pt x="3480" y="279"/>
                </a:cubicBezTo>
                <a:cubicBezTo>
                  <a:pt x="3472" y="259"/>
                  <a:pt x="3480" y="269"/>
                  <a:pt x="3487" y="280"/>
                </a:cubicBezTo>
                <a:cubicBezTo>
                  <a:pt x="3581" y="355"/>
                  <a:pt x="3584" y="357"/>
                  <a:pt x="3588" y="356"/>
                </a:cubicBezTo>
                <a:cubicBezTo>
                  <a:pt x="3607" y="371"/>
                  <a:pt x="3608" y="375"/>
                  <a:pt x="3614" y="374"/>
                </a:cubicBezTo>
                <a:cubicBezTo>
                  <a:pt x="3644" y="397"/>
                  <a:pt x="3643" y="407"/>
                  <a:pt x="3651" y="406"/>
                </a:cubicBezTo>
                <a:cubicBezTo>
                  <a:pt x="3671" y="425"/>
                  <a:pt x="3673" y="426"/>
                  <a:pt x="3674" y="429"/>
                </a:cubicBezTo>
                <a:cubicBezTo>
                  <a:pt x="3702" y="457"/>
                  <a:pt x="3707" y="461"/>
                  <a:pt x="3710" y="466"/>
                </a:cubicBezTo>
                <a:cubicBezTo>
                  <a:pt x="3755" y="519"/>
                  <a:pt x="3757" y="520"/>
                  <a:pt x="3760" y="521"/>
                </a:cubicBezTo>
                <a:cubicBezTo>
                  <a:pt x="3775" y="552"/>
                  <a:pt x="3783" y="552"/>
                  <a:pt x="3784" y="559"/>
                </a:cubicBezTo>
                <a:cubicBezTo>
                  <a:pt x="3802" y="592"/>
                  <a:pt x="3803" y="594"/>
                  <a:pt x="3806" y="594"/>
                </a:cubicBezTo>
                <a:cubicBezTo>
                  <a:pt x="3803" y="583"/>
                  <a:pt x="3803" y="576"/>
                  <a:pt x="3798" y="573"/>
                </a:cubicBezTo>
                <a:cubicBezTo>
                  <a:pt x="3759" y="513"/>
                  <a:pt x="3754" y="504"/>
                  <a:pt x="3747" y="496"/>
                </a:cubicBezTo>
                <a:cubicBezTo>
                  <a:pt x="3718" y="457"/>
                  <a:pt x="3712" y="459"/>
                  <a:pt x="3713" y="455"/>
                </a:cubicBezTo>
                <a:cubicBezTo>
                  <a:pt x="3682" y="427"/>
                  <a:pt x="3680" y="421"/>
                  <a:pt x="3676" y="418"/>
                </a:cubicBezTo>
                <a:cubicBezTo>
                  <a:pt x="3660" y="405"/>
                  <a:pt x="3655" y="404"/>
                  <a:pt x="3655" y="397"/>
                </a:cubicBezTo>
                <a:cubicBezTo>
                  <a:pt x="3624" y="378"/>
                  <a:pt x="3624" y="370"/>
                  <a:pt x="3618" y="369"/>
                </a:cubicBezTo>
                <a:cubicBezTo>
                  <a:pt x="3604" y="356"/>
                  <a:pt x="3600" y="353"/>
                  <a:pt x="3595" y="351"/>
                </a:cubicBezTo>
                <a:cubicBezTo>
                  <a:pt x="3588" y="343"/>
                  <a:pt x="3585" y="343"/>
                  <a:pt x="3583" y="341"/>
                </a:cubicBezTo>
                <a:cubicBezTo>
                  <a:pt x="3552" y="324"/>
                  <a:pt x="3552" y="316"/>
                  <a:pt x="3546" y="315"/>
                </a:cubicBezTo>
                <a:cubicBezTo>
                  <a:pt x="3518" y="293"/>
                  <a:pt x="3513" y="292"/>
                  <a:pt x="3511" y="287"/>
                </a:cubicBezTo>
                <a:cubicBezTo>
                  <a:pt x="3473" y="249"/>
                  <a:pt x="3471" y="239"/>
                  <a:pt x="3464" y="236"/>
                </a:cubicBezTo>
                <a:cubicBezTo>
                  <a:pt x="3464" y="229"/>
                  <a:pt x="3471" y="229"/>
                  <a:pt x="3475" y="233"/>
                </a:cubicBezTo>
                <a:cubicBezTo>
                  <a:pt x="3498" y="257"/>
                  <a:pt x="3501" y="260"/>
                  <a:pt x="3505" y="262"/>
                </a:cubicBezTo>
                <a:cubicBezTo>
                  <a:pt x="3519" y="277"/>
                  <a:pt x="3523" y="275"/>
                  <a:pt x="3524" y="278"/>
                </a:cubicBezTo>
                <a:cubicBezTo>
                  <a:pt x="3556" y="301"/>
                  <a:pt x="3562" y="300"/>
                  <a:pt x="3565" y="303"/>
                </a:cubicBezTo>
                <a:cubicBezTo>
                  <a:pt x="3580" y="312"/>
                  <a:pt x="3580" y="313"/>
                  <a:pt x="3581" y="313"/>
                </a:cubicBezTo>
                <a:cubicBezTo>
                  <a:pt x="3601" y="325"/>
                  <a:pt x="3604" y="326"/>
                  <a:pt x="3608" y="329"/>
                </a:cubicBezTo>
                <a:cubicBezTo>
                  <a:pt x="3643" y="351"/>
                  <a:pt x="3649" y="350"/>
                  <a:pt x="3652" y="354"/>
                </a:cubicBezTo>
                <a:cubicBezTo>
                  <a:pt x="3678" y="367"/>
                  <a:pt x="3693" y="375"/>
                  <a:pt x="3708" y="383"/>
                </a:cubicBezTo>
                <a:cubicBezTo>
                  <a:pt x="3760" y="411"/>
                  <a:pt x="3762" y="421"/>
                  <a:pt x="3770" y="424"/>
                </a:cubicBezTo>
                <a:cubicBezTo>
                  <a:pt x="3809" y="461"/>
                  <a:pt x="3812" y="463"/>
                  <a:pt x="3815" y="467"/>
                </a:cubicBezTo>
                <a:cubicBezTo>
                  <a:pt x="3834" y="487"/>
                  <a:pt x="3838" y="487"/>
                  <a:pt x="3840" y="490"/>
                </a:cubicBezTo>
                <a:cubicBezTo>
                  <a:pt x="3834" y="475"/>
                  <a:pt x="3825" y="469"/>
                  <a:pt x="3819" y="460"/>
                </a:cubicBezTo>
                <a:cubicBezTo>
                  <a:pt x="3792" y="438"/>
                  <a:pt x="3793" y="432"/>
                  <a:pt x="3788" y="434"/>
                </a:cubicBezTo>
                <a:cubicBezTo>
                  <a:pt x="3769" y="415"/>
                  <a:pt x="3767" y="413"/>
                  <a:pt x="3767" y="409"/>
                </a:cubicBezTo>
                <a:cubicBezTo>
                  <a:pt x="3741" y="393"/>
                  <a:pt x="3737" y="390"/>
                  <a:pt x="3733" y="388"/>
                </a:cubicBezTo>
                <a:cubicBezTo>
                  <a:pt x="3678" y="358"/>
                  <a:pt x="3671" y="350"/>
                  <a:pt x="3658" y="349"/>
                </a:cubicBezTo>
                <a:cubicBezTo>
                  <a:pt x="3620" y="324"/>
                  <a:pt x="3616" y="320"/>
                  <a:pt x="3610" y="318"/>
                </a:cubicBezTo>
                <a:cubicBezTo>
                  <a:pt x="3586" y="305"/>
                  <a:pt x="3581" y="301"/>
                  <a:pt x="3576" y="298"/>
                </a:cubicBezTo>
                <a:cubicBezTo>
                  <a:pt x="3551" y="286"/>
                  <a:pt x="3550" y="278"/>
                  <a:pt x="3543" y="276"/>
                </a:cubicBezTo>
                <a:cubicBezTo>
                  <a:pt x="3518" y="256"/>
                  <a:pt x="3508" y="251"/>
                  <a:pt x="3497" y="245"/>
                </a:cubicBezTo>
                <a:cubicBezTo>
                  <a:pt x="3480" y="220"/>
                  <a:pt x="3474" y="222"/>
                  <a:pt x="3472" y="220"/>
                </a:cubicBezTo>
                <a:cubicBezTo>
                  <a:pt x="3458" y="198"/>
                  <a:pt x="3452" y="196"/>
                  <a:pt x="3450" y="189"/>
                </a:cubicBezTo>
                <a:cubicBezTo>
                  <a:pt x="3467" y="202"/>
                  <a:pt x="3470" y="200"/>
                  <a:pt x="3470" y="201"/>
                </a:cubicBezTo>
                <a:cubicBezTo>
                  <a:pt x="3508" y="228"/>
                  <a:pt x="3514" y="232"/>
                  <a:pt x="3519" y="237"/>
                </a:cubicBezTo>
                <a:cubicBezTo>
                  <a:pt x="3549" y="252"/>
                  <a:pt x="3552" y="253"/>
                  <a:pt x="3555" y="256"/>
                </a:cubicBezTo>
                <a:cubicBezTo>
                  <a:pt x="3598" y="278"/>
                  <a:pt x="3605" y="282"/>
                  <a:pt x="3610" y="287"/>
                </a:cubicBezTo>
                <a:cubicBezTo>
                  <a:pt x="3676" y="320"/>
                  <a:pt x="3685" y="315"/>
                  <a:pt x="3684" y="321"/>
                </a:cubicBezTo>
                <a:cubicBezTo>
                  <a:pt x="3725" y="340"/>
                  <a:pt x="3730" y="346"/>
                  <a:pt x="3737" y="350"/>
                </a:cubicBezTo>
                <a:cubicBezTo>
                  <a:pt x="3768" y="372"/>
                  <a:pt x="3771" y="375"/>
                  <a:pt x="3776" y="376"/>
                </a:cubicBezTo>
                <a:cubicBezTo>
                  <a:pt x="3822" y="416"/>
                  <a:pt x="3821" y="423"/>
                  <a:pt x="3825" y="425"/>
                </a:cubicBezTo>
                <a:cubicBezTo>
                  <a:pt x="3836" y="427"/>
                  <a:pt x="3826" y="425"/>
                  <a:pt x="3824" y="414"/>
                </a:cubicBezTo>
                <a:cubicBezTo>
                  <a:pt x="3808" y="399"/>
                  <a:pt x="3802" y="401"/>
                  <a:pt x="3803" y="396"/>
                </a:cubicBezTo>
                <a:cubicBezTo>
                  <a:pt x="3777" y="374"/>
                  <a:pt x="3776" y="369"/>
                  <a:pt x="3771" y="367"/>
                </a:cubicBezTo>
                <a:cubicBezTo>
                  <a:pt x="3753" y="354"/>
                  <a:pt x="3751" y="352"/>
                  <a:pt x="3750" y="349"/>
                </a:cubicBezTo>
                <a:cubicBezTo>
                  <a:pt x="3700" y="322"/>
                  <a:pt x="3698" y="317"/>
                  <a:pt x="3690" y="316"/>
                </a:cubicBezTo>
                <a:cubicBezTo>
                  <a:pt x="3657" y="299"/>
                  <a:pt x="3656" y="297"/>
                  <a:pt x="3652" y="297"/>
                </a:cubicBezTo>
                <a:cubicBezTo>
                  <a:pt x="3597" y="265"/>
                  <a:pt x="3579" y="257"/>
                  <a:pt x="3561" y="251"/>
                </a:cubicBezTo>
                <a:cubicBezTo>
                  <a:pt x="3513" y="220"/>
                  <a:pt x="3507" y="220"/>
                  <a:pt x="3504" y="216"/>
                </a:cubicBezTo>
                <a:cubicBezTo>
                  <a:pt x="3485" y="199"/>
                  <a:pt x="3474" y="197"/>
                  <a:pt x="3469" y="188"/>
                </a:cubicBezTo>
                <a:cubicBezTo>
                  <a:pt x="3442" y="157"/>
                  <a:pt x="3447" y="163"/>
                  <a:pt x="3453" y="169"/>
                </a:cubicBezTo>
                <a:cubicBezTo>
                  <a:pt x="3478" y="187"/>
                  <a:pt x="3481" y="189"/>
                  <a:pt x="3483" y="193"/>
                </a:cubicBezTo>
                <a:cubicBezTo>
                  <a:pt x="3525" y="218"/>
                  <a:pt x="3531" y="224"/>
                  <a:pt x="3538" y="229"/>
                </a:cubicBezTo>
                <a:cubicBezTo>
                  <a:pt x="3595" y="256"/>
                  <a:pt x="3603" y="260"/>
                  <a:pt x="3610" y="265"/>
                </a:cubicBezTo>
                <a:cubicBezTo>
                  <a:pt x="3642" y="275"/>
                  <a:pt x="3644" y="276"/>
                  <a:pt x="3646" y="278"/>
                </a:cubicBezTo>
                <a:cubicBezTo>
                  <a:pt x="3697" y="296"/>
                  <a:pt x="3705" y="296"/>
                  <a:pt x="3709" y="300"/>
                </a:cubicBezTo>
                <a:cubicBezTo>
                  <a:pt x="3768" y="328"/>
                  <a:pt x="3781" y="331"/>
                  <a:pt x="3788" y="340"/>
                </a:cubicBezTo>
                <a:cubicBezTo>
                  <a:pt x="3806" y="351"/>
                  <a:pt x="3808" y="353"/>
                  <a:pt x="3811" y="354"/>
                </a:cubicBezTo>
                <a:cubicBezTo>
                  <a:pt x="3833" y="374"/>
                  <a:pt x="3837" y="374"/>
                  <a:pt x="3840" y="376"/>
                </a:cubicBezTo>
                <a:cubicBezTo>
                  <a:pt x="3829" y="365"/>
                  <a:pt x="3828" y="354"/>
                  <a:pt x="3818" y="353"/>
                </a:cubicBezTo>
                <a:cubicBezTo>
                  <a:pt x="3790" y="329"/>
                  <a:pt x="3784" y="331"/>
                  <a:pt x="3785" y="325"/>
                </a:cubicBezTo>
                <a:cubicBezTo>
                  <a:pt x="3759" y="314"/>
                  <a:pt x="3754" y="308"/>
                  <a:pt x="3744" y="306"/>
                </a:cubicBezTo>
                <a:cubicBezTo>
                  <a:pt x="3691" y="279"/>
                  <a:pt x="3678" y="280"/>
                  <a:pt x="3672" y="274"/>
                </a:cubicBezTo>
                <a:cubicBezTo>
                  <a:pt x="3600" y="254"/>
                  <a:pt x="3589" y="241"/>
                  <a:pt x="3569" y="237"/>
                </a:cubicBezTo>
                <a:cubicBezTo>
                  <a:pt x="3539" y="215"/>
                  <a:pt x="3533" y="217"/>
                  <a:pt x="3534" y="211"/>
                </a:cubicBezTo>
                <a:cubicBezTo>
                  <a:pt x="3492" y="194"/>
                  <a:pt x="3495" y="184"/>
                  <a:pt x="3489" y="184"/>
                </a:cubicBezTo>
                <a:cubicBezTo>
                  <a:pt x="3456" y="152"/>
                  <a:pt x="3447" y="155"/>
                  <a:pt x="3447" y="148"/>
                </a:cubicBezTo>
                <a:cubicBezTo>
                  <a:pt x="3425" y="126"/>
                  <a:pt x="3423" y="125"/>
                  <a:pt x="3423" y="121"/>
                </a:cubicBezTo>
                <a:cubicBezTo>
                  <a:pt x="3434" y="129"/>
                  <a:pt x="3437" y="129"/>
                  <a:pt x="3437" y="131"/>
                </a:cubicBezTo>
                <a:cubicBezTo>
                  <a:pt x="3461" y="150"/>
                  <a:pt x="3474" y="156"/>
                  <a:pt x="3483" y="167"/>
                </a:cubicBezTo>
                <a:cubicBezTo>
                  <a:pt x="3514" y="176"/>
                  <a:pt x="3515" y="187"/>
                  <a:pt x="3526" y="186"/>
                </a:cubicBezTo>
                <a:cubicBezTo>
                  <a:pt x="3554" y="198"/>
                  <a:pt x="3561" y="202"/>
                  <a:pt x="3567" y="207"/>
                </a:cubicBezTo>
                <a:cubicBezTo>
                  <a:pt x="3627" y="229"/>
                  <a:pt x="3638" y="238"/>
                  <a:pt x="3657" y="240"/>
                </a:cubicBezTo>
                <a:cubicBezTo>
                  <a:pt x="3691" y="257"/>
                  <a:pt x="3698" y="265"/>
                  <a:pt x="3709" y="267"/>
                </a:cubicBezTo>
                <a:cubicBezTo>
                  <a:pt x="3751" y="290"/>
                  <a:pt x="3755" y="293"/>
                  <a:pt x="3761" y="294"/>
                </a:cubicBezTo>
                <a:cubicBezTo>
                  <a:pt x="3792" y="313"/>
                  <a:pt x="3794" y="315"/>
                  <a:pt x="3795" y="318"/>
                </a:cubicBezTo>
                <a:cubicBezTo>
                  <a:pt x="3817" y="331"/>
                  <a:pt x="3824" y="336"/>
                  <a:pt x="3830" y="344"/>
                </a:cubicBezTo>
                <a:cubicBezTo>
                  <a:pt x="3837" y="339"/>
                  <a:pt x="3833" y="338"/>
                  <a:pt x="3829" y="335"/>
                </a:cubicBezTo>
                <a:cubicBezTo>
                  <a:pt x="3748" y="279"/>
                  <a:pt x="3746" y="274"/>
                  <a:pt x="3738" y="276"/>
                </a:cubicBezTo>
                <a:cubicBezTo>
                  <a:pt x="3689" y="246"/>
                  <a:pt x="3677" y="244"/>
                  <a:pt x="3670" y="237"/>
                </a:cubicBezTo>
                <a:cubicBezTo>
                  <a:pt x="3605" y="209"/>
                  <a:pt x="3600" y="207"/>
                  <a:pt x="3593" y="207"/>
                </a:cubicBezTo>
                <a:cubicBezTo>
                  <a:pt x="3541" y="181"/>
                  <a:pt x="3531" y="177"/>
                  <a:pt x="3521" y="173"/>
                </a:cubicBezTo>
                <a:cubicBezTo>
                  <a:pt x="3487" y="152"/>
                  <a:pt x="3476" y="148"/>
                  <a:pt x="3468" y="142"/>
                </a:cubicBezTo>
                <a:cubicBezTo>
                  <a:pt x="3450" y="123"/>
                  <a:pt x="3447" y="124"/>
                  <a:pt x="3445" y="122"/>
                </a:cubicBezTo>
                <a:cubicBezTo>
                  <a:pt x="3426" y="105"/>
                  <a:pt x="3423" y="102"/>
                  <a:pt x="3426" y="101"/>
                </a:cubicBezTo>
                <a:close/>
                <a:moveTo>
                  <a:pt x="3422" y="38"/>
                </a:moveTo>
                <a:cubicBezTo>
                  <a:pt x="3426" y="37"/>
                  <a:pt x="3428" y="39"/>
                  <a:pt x="3431" y="39"/>
                </a:cubicBezTo>
                <a:cubicBezTo>
                  <a:pt x="3434" y="44"/>
                  <a:pt x="3437" y="47"/>
                  <a:pt x="3442" y="50"/>
                </a:cubicBezTo>
                <a:cubicBezTo>
                  <a:pt x="3448" y="51"/>
                  <a:pt x="3451" y="55"/>
                  <a:pt x="3456" y="57"/>
                </a:cubicBezTo>
                <a:cubicBezTo>
                  <a:pt x="3460" y="61"/>
                  <a:pt x="3466" y="61"/>
                  <a:pt x="3470" y="65"/>
                </a:cubicBezTo>
                <a:cubicBezTo>
                  <a:pt x="3480" y="69"/>
                  <a:pt x="3486" y="77"/>
                  <a:pt x="3499" y="78"/>
                </a:cubicBezTo>
                <a:cubicBezTo>
                  <a:pt x="3506" y="86"/>
                  <a:pt x="3520" y="86"/>
                  <a:pt x="3526" y="94"/>
                </a:cubicBezTo>
                <a:cubicBezTo>
                  <a:pt x="3550" y="97"/>
                  <a:pt x="3570" y="105"/>
                  <a:pt x="3587" y="116"/>
                </a:cubicBezTo>
                <a:cubicBezTo>
                  <a:pt x="3599" y="116"/>
                  <a:pt x="3607" y="121"/>
                  <a:pt x="3618" y="122"/>
                </a:cubicBezTo>
                <a:cubicBezTo>
                  <a:pt x="3624" y="128"/>
                  <a:pt x="3636" y="128"/>
                  <a:pt x="3643" y="134"/>
                </a:cubicBezTo>
                <a:cubicBezTo>
                  <a:pt x="3653" y="135"/>
                  <a:pt x="3661" y="141"/>
                  <a:pt x="3672" y="143"/>
                </a:cubicBezTo>
                <a:cubicBezTo>
                  <a:pt x="3681" y="145"/>
                  <a:pt x="3687" y="152"/>
                  <a:pt x="3699" y="152"/>
                </a:cubicBezTo>
                <a:cubicBezTo>
                  <a:pt x="3691" y="160"/>
                  <a:pt x="3685" y="147"/>
                  <a:pt x="3674" y="151"/>
                </a:cubicBezTo>
                <a:cubicBezTo>
                  <a:pt x="3667" y="149"/>
                  <a:pt x="3659" y="148"/>
                  <a:pt x="3648" y="149"/>
                </a:cubicBezTo>
                <a:cubicBezTo>
                  <a:pt x="3645" y="145"/>
                  <a:pt x="3637" y="146"/>
                  <a:pt x="3632" y="143"/>
                </a:cubicBezTo>
                <a:cubicBezTo>
                  <a:pt x="3627" y="143"/>
                  <a:pt x="3622" y="141"/>
                  <a:pt x="3619" y="138"/>
                </a:cubicBezTo>
                <a:cubicBezTo>
                  <a:pt x="3607" y="137"/>
                  <a:pt x="3600" y="131"/>
                  <a:pt x="3588" y="131"/>
                </a:cubicBezTo>
                <a:cubicBezTo>
                  <a:pt x="3580" y="125"/>
                  <a:pt x="3567" y="125"/>
                  <a:pt x="3559" y="120"/>
                </a:cubicBezTo>
                <a:cubicBezTo>
                  <a:pt x="3550" y="116"/>
                  <a:pt x="3542" y="111"/>
                  <a:pt x="3532" y="109"/>
                </a:cubicBezTo>
                <a:cubicBezTo>
                  <a:pt x="3528" y="105"/>
                  <a:pt x="3522" y="104"/>
                  <a:pt x="3518" y="101"/>
                </a:cubicBezTo>
                <a:cubicBezTo>
                  <a:pt x="3516" y="100"/>
                  <a:pt x="3513" y="99"/>
                  <a:pt x="3509" y="100"/>
                </a:cubicBezTo>
                <a:cubicBezTo>
                  <a:pt x="3510" y="96"/>
                  <a:pt x="3507" y="96"/>
                  <a:pt x="3504" y="95"/>
                </a:cubicBezTo>
                <a:cubicBezTo>
                  <a:pt x="3497" y="90"/>
                  <a:pt x="3487" y="87"/>
                  <a:pt x="3481" y="80"/>
                </a:cubicBezTo>
                <a:cubicBezTo>
                  <a:pt x="3475" y="80"/>
                  <a:pt x="3473" y="75"/>
                  <a:pt x="3470" y="72"/>
                </a:cubicBezTo>
                <a:cubicBezTo>
                  <a:pt x="3466" y="72"/>
                  <a:pt x="3465" y="69"/>
                  <a:pt x="3461" y="70"/>
                </a:cubicBezTo>
                <a:cubicBezTo>
                  <a:pt x="3462" y="66"/>
                  <a:pt x="3459" y="66"/>
                  <a:pt x="3456" y="66"/>
                </a:cubicBezTo>
                <a:cubicBezTo>
                  <a:pt x="3455" y="60"/>
                  <a:pt x="3447" y="63"/>
                  <a:pt x="3445" y="58"/>
                </a:cubicBezTo>
                <a:cubicBezTo>
                  <a:pt x="3439" y="58"/>
                  <a:pt x="3438" y="52"/>
                  <a:pt x="3431" y="53"/>
                </a:cubicBezTo>
                <a:cubicBezTo>
                  <a:pt x="3428" y="45"/>
                  <a:pt x="3422" y="40"/>
                  <a:pt x="3415" y="36"/>
                </a:cubicBezTo>
                <a:cubicBezTo>
                  <a:pt x="3415" y="31"/>
                  <a:pt x="3422" y="35"/>
                  <a:pt x="3422" y="38"/>
                </a:cubicBezTo>
                <a:close/>
                <a:moveTo>
                  <a:pt x="3358" y="316"/>
                </a:moveTo>
                <a:cubicBezTo>
                  <a:pt x="3355" y="318"/>
                  <a:pt x="3354" y="322"/>
                  <a:pt x="3352" y="325"/>
                </a:cubicBezTo>
                <a:cubicBezTo>
                  <a:pt x="3345" y="322"/>
                  <a:pt x="3356" y="319"/>
                  <a:pt x="3354" y="314"/>
                </a:cubicBezTo>
                <a:cubicBezTo>
                  <a:pt x="3356" y="311"/>
                  <a:pt x="3358" y="308"/>
                  <a:pt x="3360" y="305"/>
                </a:cubicBezTo>
                <a:cubicBezTo>
                  <a:pt x="3367" y="307"/>
                  <a:pt x="3355" y="310"/>
                  <a:pt x="3358" y="316"/>
                </a:cubicBezTo>
                <a:close/>
                <a:moveTo>
                  <a:pt x="3369" y="289"/>
                </a:moveTo>
                <a:cubicBezTo>
                  <a:pt x="3368" y="293"/>
                  <a:pt x="3366" y="297"/>
                  <a:pt x="3364" y="302"/>
                </a:cubicBezTo>
                <a:cubicBezTo>
                  <a:pt x="3358" y="300"/>
                  <a:pt x="3368" y="295"/>
                  <a:pt x="3365" y="289"/>
                </a:cubicBezTo>
                <a:cubicBezTo>
                  <a:pt x="3369" y="286"/>
                  <a:pt x="3372" y="281"/>
                  <a:pt x="3373" y="275"/>
                </a:cubicBezTo>
                <a:cubicBezTo>
                  <a:pt x="3378" y="277"/>
                  <a:pt x="3371" y="286"/>
                  <a:pt x="3369" y="289"/>
                </a:cubicBezTo>
                <a:close/>
                <a:moveTo>
                  <a:pt x="3386" y="250"/>
                </a:moveTo>
                <a:cubicBezTo>
                  <a:pt x="3383" y="256"/>
                  <a:pt x="3386" y="247"/>
                  <a:pt x="3386" y="244"/>
                </a:cubicBezTo>
                <a:cubicBezTo>
                  <a:pt x="3390" y="245"/>
                  <a:pt x="3387" y="248"/>
                  <a:pt x="3386" y="250"/>
                </a:cubicBezTo>
                <a:close/>
                <a:moveTo>
                  <a:pt x="3411" y="294"/>
                </a:moveTo>
                <a:cubicBezTo>
                  <a:pt x="3406" y="294"/>
                  <a:pt x="3410" y="287"/>
                  <a:pt x="3411" y="286"/>
                </a:cubicBezTo>
                <a:cubicBezTo>
                  <a:pt x="3417" y="287"/>
                  <a:pt x="3409" y="290"/>
                  <a:pt x="3411" y="294"/>
                </a:cubicBezTo>
                <a:close/>
                <a:moveTo>
                  <a:pt x="3420" y="261"/>
                </a:moveTo>
                <a:cubicBezTo>
                  <a:pt x="3416" y="267"/>
                  <a:pt x="3419" y="257"/>
                  <a:pt x="3419" y="254"/>
                </a:cubicBezTo>
                <a:cubicBezTo>
                  <a:pt x="3423" y="256"/>
                  <a:pt x="3420" y="258"/>
                  <a:pt x="3420" y="261"/>
                </a:cubicBezTo>
                <a:close/>
                <a:moveTo>
                  <a:pt x="3593" y="579"/>
                </a:moveTo>
                <a:cubicBezTo>
                  <a:pt x="3593" y="580"/>
                  <a:pt x="3593" y="582"/>
                  <a:pt x="3593" y="583"/>
                </a:cubicBezTo>
                <a:cubicBezTo>
                  <a:pt x="3589" y="585"/>
                  <a:pt x="3589" y="580"/>
                  <a:pt x="3589" y="577"/>
                </a:cubicBezTo>
                <a:cubicBezTo>
                  <a:pt x="3590" y="577"/>
                  <a:pt x="3591" y="579"/>
                  <a:pt x="3593" y="579"/>
                </a:cubicBezTo>
                <a:close/>
                <a:moveTo>
                  <a:pt x="3576" y="556"/>
                </a:moveTo>
                <a:cubicBezTo>
                  <a:pt x="3575" y="562"/>
                  <a:pt x="3571" y="551"/>
                  <a:pt x="3567" y="552"/>
                </a:cubicBezTo>
                <a:cubicBezTo>
                  <a:pt x="3567" y="549"/>
                  <a:pt x="3567" y="546"/>
                  <a:pt x="3565" y="546"/>
                </a:cubicBezTo>
                <a:cubicBezTo>
                  <a:pt x="3569" y="539"/>
                  <a:pt x="3571" y="556"/>
                  <a:pt x="3576" y="556"/>
                </a:cubicBezTo>
                <a:close/>
                <a:moveTo>
                  <a:pt x="3522" y="440"/>
                </a:moveTo>
                <a:cubicBezTo>
                  <a:pt x="3518" y="438"/>
                  <a:pt x="3516" y="434"/>
                  <a:pt x="3515" y="429"/>
                </a:cubicBezTo>
                <a:cubicBezTo>
                  <a:pt x="3519" y="430"/>
                  <a:pt x="3521" y="435"/>
                  <a:pt x="3522" y="440"/>
                </a:cubicBezTo>
                <a:close/>
                <a:moveTo>
                  <a:pt x="3503" y="443"/>
                </a:moveTo>
                <a:cubicBezTo>
                  <a:pt x="3507" y="446"/>
                  <a:pt x="3504" y="458"/>
                  <a:pt x="3508" y="462"/>
                </a:cubicBezTo>
                <a:cubicBezTo>
                  <a:pt x="3505" y="460"/>
                  <a:pt x="3503" y="460"/>
                  <a:pt x="3500" y="463"/>
                </a:cubicBezTo>
                <a:cubicBezTo>
                  <a:pt x="3502" y="474"/>
                  <a:pt x="3498" y="479"/>
                  <a:pt x="3497" y="487"/>
                </a:cubicBezTo>
                <a:cubicBezTo>
                  <a:pt x="3497" y="495"/>
                  <a:pt x="3491" y="481"/>
                  <a:pt x="3497" y="483"/>
                </a:cubicBezTo>
                <a:cubicBezTo>
                  <a:pt x="3495" y="466"/>
                  <a:pt x="3502" y="458"/>
                  <a:pt x="3503" y="443"/>
                </a:cubicBezTo>
                <a:close/>
                <a:moveTo>
                  <a:pt x="3451" y="265"/>
                </a:moveTo>
                <a:cubicBezTo>
                  <a:pt x="3459" y="267"/>
                  <a:pt x="3454" y="277"/>
                  <a:pt x="3452" y="281"/>
                </a:cubicBezTo>
                <a:cubicBezTo>
                  <a:pt x="3445" y="278"/>
                  <a:pt x="3454" y="272"/>
                  <a:pt x="3451" y="265"/>
                </a:cubicBezTo>
                <a:close/>
                <a:moveTo>
                  <a:pt x="57" y="2139"/>
                </a:moveTo>
                <a:cubicBezTo>
                  <a:pt x="52" y="2141"/>
                  <a:pt x="48" y="2128"/>
                  <a:pt x="43" y="2130"/>
                </a:cubicBezTo>
                <a:cubicBezTo>
                  <a:pt x="38" y="2120"/>
                  <a:pt x="28" y="2117"/>
                  <a:pt x="18" y="2109"/>
                </a:cubicBezTo>
                <a:cubicBezTo>
                  <a:pt x="12" y="2104"/>
                  <a:pt x="6" y="2099"/>
                  <a:pt x="0" y="2093"/>
                </a:cubicBezTo>
                <a:cubicBezTo>
                  <a:pt x="0" y="2105"/>
                  <a:pt x="0" y="2105"/>
                  <a:pt x="0" y="2105"/>
                </a:cubicBezTo>
                <a:cubicBezTo>
                  <a:pt x="5" y="2108"/>
                  <a:pt x="10" y="2111"/>
                  <a:pt x="15" y="2115"/>
                </a:cubicBezTo>
                <a:cubicBezTo>
                  <a:pt x="29" y="2128"/>
                  <a:pt x="43" y="2139"/>
                  <a:pt x="58" y="2150"/>
                </a:cubicBezTo>
                <a:cubicBezTo>
                  <a:pt x="60" y="2153"/>
                  <a:pt x="64" y="2157"/>
                  <a:pt x="67" y="2160"/>
                </a:cubicBezTo>
                <a:cubicBezTo>
                  <a:pt x="74" y="2160"/>
                  <a:pt x="74" y="2160"/>
                  <a:pt x="74" y="2160"/>
                </a:cubicBezTo>
                <a:cubicBezTo>
                  <a:pt x="72" y="2157"/>
                  <a:pt x="69" y="2154"/>
                  <a:pt x="67" y="2150"/>
                </a:cubicBezTo>
                <a:cubicBezTo>
                  <a:pt x="61" y="2143"/>
                  <a:pt x="59" y="2146"/>
                  <a:pt x="57" y="2139"/>
                </a:cubicBezTo>
                <a:close/>
                <a:moveTo>
                  <a:pt x="0" y="2131"/>
                </a:moveTo>
                <a:cubicBezTo>
                  <a:pt x="0" y="2152"/>
                  <a:pt x="0" y="2152"/>
                  <a:pt x="0" y="2152"/>
                </a:cubicBezTo>
                <a:cubicBezTo>
                  <a:pt x="2" y="2155"/>
                  <a:pt x="4" y="2158"/>
                  <a:pt x="6" y="2160"/>
                </a:cubicBezTo>
                <a:cubicBezTo>
                  <a:pt x="18" y="2160"/>
                  <a:pt x="18" y="2160"/>
                  <a:pt x="18" y="2160"/>
                </a:cubicBezTo>
                <a:cubicBezTo>
                  <a:pt x="15" y="2155"/>
                  <a:pt x="11" y="2149"/>
                  <a:pt x="5" y="2144"/>
                </a:cubicBezTo>
                <a:cubicBezTo>
                  <a:pt x="4" y="2139"/>
                  <a:pt x="2" y="2135"/>
                  <a:pt x="0" y="2131"/>
                </a:cubicBezTo>
                <a:close/>
                <a:moveTo>
                  <a:pt x="1714" y="33"/>
                </a:moveTo>
                <a:cubicBezTo>
                  <a:pt x="1718" y="31"/>
                  <a:pt x="1719" y="23"/>
                  <a:pt x="1721" y="17"/>
                </a:cubicBezTo>
                <a:cubicBezTo>
                  <a:pt x="1726" y="16"/>
                  <a:pt x="1724" y="2"/>
                  <a:pt x="1730" y="2"/>
                </a:cubicBezTo>
                <a:cubicBezTo>
                  <a:pt x="1730" y="1"/>
                  <a:pt x="1730" y="1"/>
                  <a:pt x="1730" y="0"/>
                </a:cubicBezTo>
                <a:cubicBezTo>
                  <a:pt x="1723" y="0"/>
                  <a:pt x="1723" y="0"/>
                  <a:pt x="1723" y="0"/>
                </a:cubicBezTo>
                <a:cubicBezTo>
                  <a:pt x="1720" y="5"/>
                  <a:pt x="1718" y="9"/>
                  <a:pt x="1715" y="13"/>
                </a:cubicBezTo>
                <a:cubicBezTo>
                  <a:pt x="1710" y="27"/>
                  <a:pt x="1705" y="42"/>
                  <a:pt x="1699" y="54"/>
                </a:cubicBezTo>
                <a:cubicBezTo>
                  <a:pt x="1702" y="61"/>
                  <a:pt x="1694" y="63"/>
                  <a:pt x="1693" y="72"/>
                </a:cubicBezTo>
                <a:cubicBezTo>
                  <a:pt x="1691" y="82"/>
                  <a:pt x="1692" y="83"/>
                  <a:pt x="1687" y="91"/>
                </a:cubicBezTo>
                <a:cubicBezTo>
                  <a:pt x="1685" y="88"/>
                  <a:pt x="1688" y="82"/>
                  <a:pt x="1687" y="77"/>
                </a:cubicBezTo>
                <a:cubicBezTo>
                  <a:pt x="1688" y="73"/>
                  <a:pt x="1690" y="68"/>
                  <a:pt x="1691" y="63"/>
                </a:cubicBezTo>
                <a:cubicBezTo>
                  <a:pt x="1692" y="53"/>
                  <a:pt x="1693" y="52"/>
                  <a:pt x="1696" y="39"/>
                </a:cubicBezTo>
                <a:cubicBezTo>
                  <a:pt x="1699" y="24"/>
                  <a:pt x="1705" y="13"/>
                  <a:pt x="1710" y="0"/>
                </a:cubicBezTo>
                <a:cubicBezTo>
                  <a:pt x="1703" y="0"/>
                  <a:pt x="1703" y="0"/>
                  <a:pt x="1703" y="0"/>
                </a:cubicBezTo>
                <a:cubicBezTo>
                  <a:pt x="1695" y="24"/>
                  <a:pt x="1693" y="32"/>
                  <a:pt x="1684" y="65"/>
                </a:cubicBezTo>
                <a:cubicBezTo>
                  <a:pt x="1684" y="77"/>
                  <a:pt x="1684" y="89"/>
                  <a:pt x="1679" y="103"/>
                </a:cubicBezTo>
                <a:cubicBezTo>
                  <a:pt x="1682" y="103"/>
                  <a:pt x="1685" y="103"/>
                  <a:pt x="1682" y="101"/>
                </a:cubicBezTo>
                <a:cubicBezTo>
                  <a:pt x="1684" y="98"/>
                  <a:pt x="1686" y="102"/>
                  <a:pt x="1686" y="104"/>
                </a:cubicBezTo>
                <a:cubicBezTo>
                  <a:pt x="1686" y="109"/>
                  <a:pt x="1678" y="118"/>
                  <a:pt x="1686" y="118"/>
                </a:cubicBezTo>
                <a:cubicBezTo>
                  <a:pt x="1691" y="95"/>
                  <a:pt x="1698" y="83"/>
                  <a:pt x="1700" y="65"/>
                </a:cubicBezTo>
                <a:cubicBezTo>
                  <a:pt x="1705" y="57"/>
                  <a:pt x="1709" y="44"/>
                  <a:pt x="1714" y="33"/>
                </a:cubicBezTo>
                <a:close/>
                <a:moveTo>
                  <a:pt x="3158" y="1807"/>
                </a:moveTo>
                <a:cubicBezTo>
                  <a:pt x="3155" y="1805"/>
                  <a:pt x="3153" y="1805"/>
                  <a:pt x="3151" y="1805"/>
                </a:cubicBezTo>
                <a:cubicBezTo>
                  <a:pt x="3135" y="1790"/>
                  <a:pt x="3132" y="1787"/>
                  <a:pt x="3131" y="1789"/>
                </a:cubicBezTo>
                <a:cubicBezTo>
                  <a:pt x="3095" y="1762"/>
                  <a:pt x="3093" y="1759"/>
                  <a:pt x="3083" y="1754"/>
                </a:cubicBezTo>
                <a:cubicBezTo>
                  <a:pt x="3060" y="1715"/>
                  <a:pt x="3059" y="1709"/>
                  <a:pt x="3057" y="1703"/>
                </a:cubicBezTo>
                <a:cubicBezTo>
                  <a:pt x="3049" y="1705"/>
                  <a:pt x="3054" y="1709"/>
                  <a:pt x="3051" y="1715"/>
                </a:cubicBezTo>
                <a:cubicBezTo>
                  <a:pt x="3069" y="1745"/>
                  <a:pt x="3066" y="1750"/>
                  <a:pt x="3073" y="1753"/>
                </a:cubicBezTo>
                <a:cubicBezTo>
                  <a:pt x="3064" y="1757"/>
                  <a:pt x="3058" y="1755"/>
                  <a:pt x="3052" y="1750"/>
                </a:cubicBezTo>
                <a:cubicBezTo>
                  <a:pt x="3027" y="1719"/>
                  <a:pt x="3031" y="1715"/>
                  <a:pt x="3024" y="1713"/>
                </a:cubicBezTo>
                <a:cubicBezTo>
                  <a:pt x="3006" y="1687"/>
                  <a:pt x="3005" y="1680"/>
                  <a:pt x="2998" y="1674"/>
                </a:cubicBezTo>
                <a:cubicBezTo>
                  <a:pt x="2974" y="1614"/>
                  <a:pt x="2974" y="1605"/>
                  <a:pt x="2968" y="1597"/>
                </a:cubicBezTo>
                <a:cubicBezTo>
                  <a:pt x="2960" y="1561"/>
                  <a:pt x="2955" y="1552"/>
                  <a:pt x="2954" y="1543"/>
                </a:cubicBezTo>
                <a:cubicBezTo>
                  <a:pt x="2942" y="1487"/>
                  <a:pt x="2938" y="1485"/>
                  <a:pt x="2939" y="1483"/>
                </a:cubicBezTo>
                <a:cubicBezTo>
                  <a:pt x="2932" y="1458"/>
                  <a:pt x="2930" y="1454"/>
                  <a:pt x="2926" y="1451"/>
                </a:cubicBezTo>
                <a:cubicBezTo>
                  <a:pt x="2918" y="1423"/>
                  <a:pt x="2918" y="1412"/>
                  <a:pt x="2913" y="1416"/>
                </a:cubicBezTo>
                <a:cubicBezTo>
                  <a:pt x="2922" y="1441"/>
                  <a:pt x="2923" y="1444"/>
                  <a:pt x="2924" y="1447"/>
                </a:cubicBezTo>
                <a:cubicBezTo>
                  <a:pt x="2933" y="1489"/>
                  <a:pt x="2937" y="1499"/>
                  <a:pt x="2939" y="1510"/>
                </a:cubicBezTo>
                <a:cubicBezTo>
                  <a:pt x="2947" y="1546"/>
                  <a:pt x="2946" y="1552"/>
                  <a:pt x="2950" y="1556"/>
                </a:cubicBezTo>
                <a:cubicBezTo>
                  <a:pt x="2955" y="1583"/>
                  <a:pt x="2959" y="1585"/>
                  <a:pt x="2955" y="1588"/>
                </a:cubicBezTo>
                <a:cubicBezTo>
                  <a:pt x="2965" y="1615"/>
                  <a:pt x="2972" y="1624"/>
                  <a:pt x="2974" y="1635"/>
                </a:cubicBezTo>
                <a:cubicBezTo>
                  <a:pt x="3005" y="1703"/>
                  <a:pt x="3014" y="1707"/>
                  <a:pt x="3013" y="1713"/>
                </a:cubicBezTo>
                <a:cubicBezTo>
                  <a:pt x="3012" y="1729"/>
                  <a:pt x="3007" y="1712"/>
                  <a:pt x="2996" y="1704"/>
                </a:cubicBezTo>
                <a:cubicBezTo>
                  <a:pt x="2983" y="1672"/>
                  <a:pt x="2975" y="1670"/>
                  <a:pt x="2977" y="1666"/>
                </a:cubicBezTo>
                <a:cubicBezTo>
                  <a:pt x="2961" y="1640"/>
                  <a:pt x="2961" y="1632"/>
                  <a:pt x="2956" y="1626"/>
                </a:cubicBezTo>
                <a:cubicBezTo>
                  <a:pt x="2948" y="1598"/>
                  <a:pt x="2946" y="1591"/>
                  <a:pt x="2945" y="1584"/>
                </a:cubicBezTo>
                <a:cubicBezTo>
                  <a:pt x="2934" y="1529"/>
                  <a:pt x="2935" y="1525"/>
                  <a:pt x="2934" y="1522"/>
                </a:cubicBezTo>
                <a:cubicBezTo>
                  <a:pt x="2931" y="1493"/>
                  <a:pt x="2927" y="1487"/>
                  <a:pt x="2928" y="1479"/>
                </a:cubicBezTo>
                <a:cubicBezTo>
                  <a:pt x="2906" y="1410"/>
                  <a:pt x="2905" y="1403"/>
                  <a:pt x="2902" y="1396"/>
                </a:cubicBezTo>
                <a:cubicBezTo>
                  <a:pt x="2891" y="1385"/>
                  <a:pt x="2900" y="1391"/>
                  <a:pt x="2900" y="1400"/>
                </a:cubicBezTo>
                <a:cubicBezTo>
                  <a:pt x="2911" y="1442"/>
                  <a:pt x="2915" y="1445"/>
                  <a:pt x="2913" y="1450"/>
                </a:cubicBezTo>
                <a:cubicBezTo>
                  <a:pt x="2922" y="1477"/>
                  <a:pt x="2920" y="1480"/>
                  <a:pt x="2921" y="1482"/>
                </a:cubicBezTo>
                <a:cubicBezTo>
                  <a:pt x="2923" y="1506"/>
                  <a:pt x="2930" y="1509"/>
                  <a:pt x="2926" y="1514"/>
                </a:cubicBezTo>
                <a:cubicBezTo>
                  <a:pt x="2937" y="1582"/>
                  <a:pt x="2936" y="1585"/>
                  <a:pt x="2938" y="1587"/>
                </a:cubicBezTo>
                <a:cubicBezTo>
                  <a:pt x="2946" y="1620"/>
                  <a:pt x="2947" y="1623"/>
                  <a:pt x="2947" y="1628"/>
                </a:cubicBezTo>
                <a:cubicBezTo>
                  <a:pt x="2952" y="1638"/>
                  <a:pt x="2959" y="1643"/>
                  <a:pt x="2958" y="1648"/>
                </a:cubicBezTo>
                <a:cubicBezTo>
                  <a:pt x="2970" y="1669"/>
                  <a:pt x="2970" y="1675"/>
                  <a:pt x="2975" y="1680"/>
                </a:cubicBezTo>
                <a:cubicBezTo>
                  <a:pt x="2985" y="1703"/>
                  <a:pt x="2991" y="1708"/>
                  <a:pt x="2992" y="1715"/>
                </a:cubicBezTo>
                <a:cubicBezTo>
                  <a:pt x="2960" y="1672"/>
                  <a:pt x="2952" y="1665"/>
                  <a:pt x="2949" y="1657"/>
                </a:cubicBezTo>
                <a:cubicBezTo>
                  <a:pt x="2930" y="1604"/>
                  <a:pt x="2923" y="1599"/>
                  <a:pt x="2923" y="1593"/>
                </a:cubicBezTo>
                <a:cubicBezTo>
                  <a:pt x="2916" y="1554"/>
                  <a:pt x="2909" y="1552"/>
                  <a:pt x="2911" y="1548"/>
                </a:cubicBezTo>
                <a:cubicBezTo>
                  <a:pt x="2903" y="1513"/>
                  <a:pt x="2903" y="1506"/>
                  <a:pt x="2901" y="1500"/>
                </a:cubicBezTo>
                <a:cubicBezTo>
                  <a:pt x="2897" y="1475"/>
                  <a:pt x="2894" y="1469"/>
                  <a:pt x="2895" y="1462"/>
                </a:cubicBezTo>
                <a:cubicBezTo>
                  <a:pt x="2886" y="1404"/>
                  <a:pt x="2880" y="1402"/>
                  <a:pt x="2879" y="1399"/>
                </a:cubicBezTo>
                <a:cubicBezTo>
                  <a:pt x="2849" y="1306"/>
                  <a:pt x="2845" y="1298"/>
                  <a:pt x="2848" y="1289"/>
                </a:cubicBezTo>
                <a:cubicBezTo>
                  <a:pt x="2840" y="1270"/>
                  <a:pt x="2841" y="1277"/>
                  <a:pt x="2844" y="1284"/>
                </a:cubicBezTo>
                <a:cubicBezTo>
                  <a:pt x="2845" y="1328"/>
                  <a:pt x="2844" y="1332"/>
                  <a:pt x="2849" y="1334"/>
                </a:cubicBezTo>
                <a:cubicBezTo>
                  <a:pt x="2853" y="1401"/>
                  <a:pt x="2850" y="1416"/>
                  <a:pt x="2854" y="1429"/>
                </a:cubicBezTo>
                <a:cubicBezTo>
                  <a:pt x="2854" y="1447"/>
                  <a:pt x="2859" y="1448"/>
                  <a:pt x="2855" y="1451"/>
                </a:cubicBezTo>
                <a:cubicBezTo>
                  <a:pt x="2860" y="1486"/>
                  <a:pt x="2863" y="1500"/>
                  <a:pt x="2863" y="1514"/>
                </a:cubicBezTo>
                <a:cubicBezTo>
                  <a:pt x="2878" y="1567"/>
                  <a:pt x="2875" y="1571"/>
                  <a:pt x="2878" y="1574"/>
                </a:cubicBezTo>
                <a:cubicBezTo>
                  <a:pt x="2882" y="1588"/>
                  <a:pt x="2881" y="1592"/>
                  <a:pt x="2886" y="1594"/>
                </a:cubicBezTo>
                <a:cubicBezTo>
                  <a:pt x="2895" y="1630"/>
                  <a:pt x="2905" y="1631"/>
                  <a:pt x="2897" y="1633"/>
                </a:cubicBezTo>
                <a:cubicBezTo>
                  <a:pt x="2887" y="1603"/>
                  <a:pt x="2880" y="1602"/>
                  <a:pt x="2877" y="1599"/>
                </a:cubicBezTo>
                <a:cubicBezTo>
                  <a:pt x="2871" y="1576"/>
                  <a:pt x="2870" y="1573"/>
                  <a:pt x="2870" y="1571"/>
                </a:cubicBezTo>
                <a:cubicBezTo>
                  <a:pt x="2856" y="1524"/>
                  <a:pt x="2855" y="1519"/>
                  <a:pt x="2855" y="1514"/>
                </a:cubicBezTo>
                <a:cubicBezTo>
                  <a:pt x="2847" y="1481"/>
                  <a:pt x="2848" y="1476"/>
                  <a:pt x="2844" y="1472"/>
                </a:cubicBezTo>
                <a:cubicBezTo>
                  <a:pt x="2834" y="1424"/>
                  <a:pt x="2823" y="1421"/>
                  <a:pt x="2829" y="1415"/>
                </a:cubicBezTo>
                <a:cubicBezTo>
                  <a:pt x="2807" y="1354"/>
                  <a:pt x="2797" y="1336"/>
                  <a:pt x="2792" y="1317"/>
                </a:cubicBezTo>
                <a:cubicBezTo>
                  <a:pt x="2772" y="1287"/>
                  <a:pt x="2779" y="1281"/>
                  <a:pt x="2772" y="1278"/>
                </a:cubicBezTo>
                <a:cubicBezTo>
                  <a:pt x="2760" y="1259"/>
                  <a:pt x="2763" y="1254"/>
                  <a:pt x="2758" y="1250"/>
                </a:cubicBezTo>
                <a:cubicBezTo>
                  <a:pt x="2739" y="1219"/>
                  <a:pt x="2740" y="1214"/>
                  <a:pt x="2733" y="1210"/>
                </a:cubicBezTo>
                <a:cubicBezTo>
                  <a:pt x="2704" y="1176"/>
                  <a:pt x="2698" y="1167"/>
                  <a:pt x="2691" y="1158"/>
                </a:cubicBezTo>
                <a:cubicBezTo>
                  <a:pt x="2677" y="1152"/>
                  <a:pt x="2667" y="1150"/>
                  <a:pt x="2672" y="1156"/>
                </a:cubicBezTo>
                <a:cubicBezTo>
                  <a:pt x="2687" y="1171"/>
                  <a:pt x="2696" y="1174"/>
                  <a:pt x="2701" y="1178"/>
                </a:cubicBezTo>
                <a:cubicBezTo>
                  <a:pt x="2719" y="1217"/>
                  <a:pt x="2727" y="1221"/>
                  <a:pt x="2727" y="1227"/>
                </a:cubicBezTo>
                <a:cubicBezTo>
                  <a:pt x="2742" y="1266"/>
                  <a:pt x="2752" y="1271"/>
                  <a:pt x="2751" y="1277"/>
                </a:cubicBezTo>
                <a:cubicBezTo>
                  <a:pt x="2767" y="1314"/>
                  <a:pt x="2767" y="1317"/>
                  <a:pt x="2771" y="1319"/>
                </a:cubicBezTo>
                <a:cubicBezTo>
                  <a:pt x="2780" y="1351"/>
                  <a:pt x="2787" y="1356"/>
                  <a:pt x="2786" y="1363"/>
                </a:cubicBezTo>
                <a:cubicBezTo>
                  <a:pt x="2796" y="1382"/>
                  <a:pt x="2794" y="1385"/>
                  <a:pt x="2795" y="1388"/>
                </a:cubicBezTo>
                <a:cubicBezTo>
                  <a:pt x="2803" y="1417"/>
                  <a:pt x="2805" y="1420"/>
                  <a:pt x="2809" y="1423"/>
                </a:cubicBezTo>
                <a:cubicBezTo>
                  <a:pt x="2813" y="1444"/>
                  <a:pt x="2814" y="1447"/>
                  <a:pt x="2811" y="1450"/>
                </a:cubicBezTo>
                <a:cubicBezTo>
                  <a:pt x="2825" y="1491"/>
                  <a:pt x="2828" y="1493"/>
                  <a:pt x="2828" y="1496"/>
                </a:cubicBezTo>
                <a:cubicBezTo>
                  <a:pt x="2835" y="1522"/>
                  <a:pt x="2836" y="1525"/>
                  <a:pt x="2839" y="1527"/>
                </a:cubicBezTo>
                <a:cubicBezTo>
                  <a:pt x="2851" y="1580"/>
                  <a:pt x="2853" y="1585"/>
                  <a:pt x="2858" y="1589"/>
                </a:cubicBezTo>
                <a:cubicBezTo>
                  <a:pt x="2886" y="1644"/>
                  <a:pt x="2890" y="1655"/>
                  <a:pt x="2897" y="1665"/>
                </a:cubicBezTo>
                <a:cubicBezTo>
                  <a:pt x="2908" y="1689"/>
                  <a:pt x="2910" y="1697"/>
                  <a:pt x="2906" y="1694"/>
                </a:cubicBezTo>
                <a:cubicBezTo>
                  <a:pt x="2862" y="1637"/>
                  <a:pt x="2851" y="1606"/>
                  <a:pt x="2832" y="1577"/>
                </a:cubicBezTo>
                <a:cubicBezTo>
                  <a:pt x="2811" y="1528"/>
                  <a:pt x="2810" y="1524"/>
                  <a:pt x="2809" y="1520"/>
                </a:cubicBezTo>
                <a:cubicBezTo>
                  <a:pt x="2791" y="1470"/>
                  <a:pt x="2788" y="1454"/>
                  <a:pt x="2785" y="1438"/>
                </a:cubicBezTo>
                <a:cubicBezTo>
                  <a:pt x="2763" y="1361"/>
                  <a:pt x="2758" y="1353"/>
                  <a:pt x="2755" y="1345"/>
                </a:cubicBezTo>
                <a:cubicBezTo>
                  <a:pt x="2747" y="1318"/>
                  <a:pt x="2739" y="1315"/>
                  <a:pt x="2742" y="1310"/>
                </a:cubicBezTo>
                <a:cubicBezTo>
                  <a:pt x="2741" y="1318"/>
                  <a:pt x="2741" y="1322"/>
                  <a:pt x="2742" y="1326"/>
                </a:cubicBezTo>
                <a:cubicBezTo>
                  <a:pt x="2761" y="1380"/>
                  <a:pt x="2766" y="1383"/>
                  <a:pt x="2764" y="1388"/>
                </a:cubicBezTo>
                <a:cubicBezTo>
                  <a:pt x="2781" y="1433"/>
                  <a:pt x="2773" y="1439"/>
                  <a:pt x="2780" y="1443"/>
                </a:cubicBezTo>
                <a:cubicBezTo>
                  <a:pt x="2790" y="1491"/>
                  <a:pt x="2792" y="1496"/>
                  <a:pt x="2793" y="1501"/>
                </a:cubicBezTo>
                <a:cubicBezTo>
                  <a:pt x="2787" y="1502"/>
                  <a:pt x="2789" y="1498"/>
                  <a:pt x="2789" y="1496"/>
                </a:cubicBezTo>
                <a:cubicBezTo>
                  <a:pt x="2774" y="1451"/>
                  <a:pt x="2763" y="1443"/>
                  <a:pt x="2765" y="1433"/>
                </a:cubicBezTo>
                <a:cubicBezTo>
                  <a:pt x="2755" y="1409"/>
                  <a:pt x="2757" y="1406"/>
                  <a:pt x="2756" y="1403"/>
                </a:cubicBezTo>
                <a:cubicBezTo>
                  <a:pt x="2750" y="1380"/>
                  <a:pt x="2748" y="1378"/>
                  <a:pt x="2749" y="1375"/>
                </a:cubicBezTo>
                <a:cubicBezTo>
                  <a:pt x="2738" y="1336"/>
                  <a:pt x="2739" y="1326"/>
                  <a:pt x="2732" y="1317"/>
                </a:cubicBezTo>
                <a:cubicBezTo>
                  <a:pt x="2728" y="1292"/>
                  <a:pt x="2727" y="1288"/>
                  <a:pt x="2730" y="1289"/>
                </a:cubicBezTo>
                <a:cubicBezTo>
                  <a:pt x="2732" y="1282"/>
                  <a:pt x="2729" y="1282"/>
                  <a:pt x="2727" y="1282"/>
                </a:cubicBezTo>
                <a:cubicBezTo>
                  <a:pt x="2709" y="1224"/>
                  <a:pt x="2705" y="1217"/>
                  <a:pt x="2701" y="1210"/>
                </a:cubicBezTo>
                <a:cubicBezTo>
                  <a:pt x="2696" y="1199"/>
                  <a:pt x="2693" y="1203"/>
                  <a:pt x="2696" y="1206"/>
                </a:cubicBezTo>
                <a:cubicBezTo>
                  <a:pt x="2702" y="1235"/>
                  <a:pt x="2712" y="1241"/>
                  <a:pt x="2709" y="1249"/>
                </a:cubicBezTo>
                <a:cubicBezTo>
                  <a:pt x="2725" y="1297"/>
                  <a:pt x="2724" y="1301"/>
                  <a:pt x="2725" y="1304"/>
                </a:cubicBezTo>
                <a:cubicBezTo>
                  <a:pt x="2726" y="1320"/>
                  <a:pt x="2730" y="1323"/>
                  <a:pt x="2728" y="1327"/>
                </a:cubicBezTo>
                <a:cubicBezTo>
                  <a:pt x="2735" y="1366"/>
                  <a:pt x="2739" y="1368"/>
                  <a:pt x="2740" y="1372"/>
                </a:cubicBezTo>
                <a:cubicBezTo>
                  <a:pt x="2745" y="1391"/>
                  <a:pt x="2748" y="1399"/>
                  <a:pt x="2746" y="1407"/>
                </a:cubicBezTo>
                <a:cubicBezTo>
                  <a:pt x="2757" y="1429"/>
                  <a:pt x="2755" y="1432"/>
                  <a:pt x="2756" y="1435"/>
                </a:cubicBezTo>
                <a:cubicBezTo>
                  <a:pt x="2761" y="1455"/>
                  <a:pt x="2766" y="1459"/>
                  <a:pt x="2762" y="1465"/>
                </a:cubicBezTo>
                <a:cubicBezTo>
                  <a:pt x="2789" y="1521"/>
                  <a:pt x="2792" y="1525"/>
                  <a:pt x="2789" y="1530"/>
                </a:cubicBezTo>
                <a:cubicBezTo>
                  <a:pt x="2809" y="1580"/>
                  <a:pt x="2816" y="1588"/>
                  <a:pt x="2818" y="1597"/>
                </a:cubicBezTo>
                <a:cubicBezTo>
                  <a:pt x="2846" y="1638"/>
                  <a:pt x="2843" y="1644"/>
                  <a:pt x="2851" y="1647"/>
                </a:cubicBezTo>
                <a:cubicBezTo>
                  <a:pt x="2857" y="1651"/>
                  <a:pt x="2858" y="1648"/>
                  <a:pt x="2855" y="1645"/>
                </a:cubicBezTo>
                <a:cubicBezTo>
                  <a:pt x="2847" y="1622"/>
                  <a:pt x="2838" y="1620"/>
                  <a:pt x="2840" y="1616"/>
                </a:cubicBezTo>
                <a:cubicBezTo>
                  <a:pt x="2807" y="1551"/>
                  <a:pt x="2804" y="1544"/>
                  <a:pt x="2803" y="1537"/>
                </a:cubicBezTo>
                <a:cubicBezTo>
                  <a:pt x="2799" y="1521"/>
                  <a:pt x="2796" y="1518"/>
                  <a:pt x="2800" y="1519"/>
                </a:cubicBezTo>
                <a:cubicBezTo>
                  <a:pt x="2808" y="1542"/>
                  <a:pt x="2809" y="1548"/>
                  <a:pt x="2813" y="1554"/>
                </a:cubicBezTo>
                <a:cubicBezTo>
                  <a:pt x="2824" y="1583"/>
                  <a:pt x="2831" y="1585"/>
                  <a:pt x="2829" y="1588"/>
                </a:cubicBezTo>
                <a:cubicBezTo>
                  <a:pt x="2842" y="1611"/>
                  <a:pt x="2844" y="1617"/>
                  <a:pt x="2849" y="1622"/>
                </a:cubicBezTo>
                <a:cubicBezTo>
                  <a:pt x="2854" y="1643"/>
                  <a:pt x="2867" y="1644"/>
                  <a:pt x="2863" y="1648"/>
                </a:cubicBezTo>
                <a:cubicBezTo>
                  <a:pt x="2874" y="1665"/>
                  <a:pt x="2880" y="1668"/>
                  <a:pt x="2881" y="1672"/>
                </a:cubicBezTo>
                <a:cubicBezTo>
                  <a:pt x="2867" y="1679"/>
                  <a:pt x="2862" y="1674"/>
                  <a:pt x="2858" y="1675"/>
                </a:cubicBezTo>
                <a:cubicBezTo>
                  <a:pt x="2840" y="1657"/>
                  <a:pt x="2839" y="1651"/>
                  <a:pt x="2833" y="1646"/>
                </a:cubicBezTo>
                <a:cubicBezTo>
                  <a:pt x="2813" y="1626"/>
                  <a:pt x="2811" y="1624"/>
                  <a:pt x="2808" y="1621"/>
                </a:cubicBezTo>
                <a:cubicBezTo>
                  <a:pt x="2784" y="1586"/>
                  <a:pt x="2782" y="1584"/>
                  <a:pt x="2782" y="1581"/>
                </a:cubicBezTo>
                <a:cubicBezTo>
                  <a:pt x="2753" y="1534"/>
                  <a:pt x="2757" y="1527"/>
                  <a:pt x="2750" y="1522"/>
                </a:cubicBezTo>
                <a:cubicBezTo>
                  <a:pt x="2742" y="1503"/>
                  <a:pt x="2741" y="1500"/>
                  <a:pt x="2740" y="1498"/>
                </a:cubicBezTo>
                <a:cubicBezTo>
                  <a:pt x="2735" y="1477"/>
                  <a:pt x="2729" y="1475"/>
                  <a:pt x="2729" y="1472"/>
                </a:cubicBezTo>
                <a:cubicBezTo>
                  <a:pt x="2717" y="1432"/>
                  <a:pt x="2715" y="1427"/>
                  <a:pt x="2713" y="1422"/>
                </a:cubicBezTo>
                <a:cubicBezTo>
                  <a:pt x="2707" y="1382"/>
                  <a:pt x="2701" y="1380"/>
                  <a:pt x="2700" y="1377"/>
                </a:cubicBezTo>
                <a:cubicBezTo>
                  <a:pt x="2694" y="1327"/>
                  <a:pt x="2686" y="1323"/>
                  <a:pt x="2688" y="1316"/>
                </a:cubicBezTo>
                <a:cubicBezTo>
                  <a:pt x="2675" y="1280"/>
                  <a:pt x="2685" y="1274"/>
                  <a:pt x="2678" y="1273"/>
                </a:cubicBezTo>
                <a:cubicBezTo>
                  <a:pt x="2664" y="1216"/>
                  <a:pt x="2663" y="1205"/>
                  <a:pt x="2657" y="1194"/>
                </a:cubicBezTo>
                <a:cubicBezTo>
                  <a:pt x="2642" y="1140"/>
                  <a:pt x="2641" y="1137"/>
                  <a:pt x="2642" y="1134"/>
                </a:cubicBezTo>
                <a:cubicBezTo>
                  <a:pt x="2635" y="1113"/>
                  <a:pt x="2634" y="1110"/>
                  <a:pt x="2634" y="1107"/>
                </a:cubicBezTo>
                <a:cubicBezTo>
                  <a:pt x="2615" y="1061"/>
                  <a:pt x="2615" y="1053"/>
                  <a:pt x="2612" y="1045"/>
                </a:cubicBezTo>
                <a:cubicBezTo>
                  <a:pt x="2569" y="975"/>
                  <a:pt x="2573" y="967"/>
                  <a:pt x="2565" y="962"/>
                </a:cubicBezTo>
                <a:cubicBezTo>
                  <a:pt x="2564" y="964"/>
                  <a:pt x="2567" y="984"/>
                  <a:pt x="2581" y="1001"/>
                </a:cubicBezTo>
                <a:cubicBezTo>
                  <a:pt x="2593" y="1031"/>
                  <a:pt x="2587" y="1036"/>
                  <a:pt x="2590" y="1039"/>
                </a:cubicBezTo>
                <a:cubicBezTo>
                  <a:pt x="2593" y="1066"/>
                  <a:pt x="2592" y="1072"/>
                  <a:pt x="2598" y="1078"/>
                </a:cubicBezTo>
                <a:cubicBezTo>
                  <a:pt x="2600" y="1131"/>
                  <a:pt x="2604" y="1143"/>
                  <a:pt x="2603" y="1157"/>
                </a:cubicBezTo>
                <a:cubicBezTo>
                  <a:pt x="2611" y="1222"/>
                  <a:pt x="2612" y="1229"/>
                  <a:pt x="2611" y="1236"/>
                </a:cubicBezTo>
                <a:cubicBezTo>
                  <a:pt x="2616" y="1268"/>
                  <a:pt x="2615" y="1272"/>
                  <a:pt x="2616" y="1276"/>
                </a:cubicBezTo>
                <a:cubicBezTo>
                  <a:pt x="2627" y="1307"/>
                  <a:pt x="2618" y="1313"/>
                  <a:pt x="2624" y="1315"/>
                </a:cubicBezTo>
                <a:cubicBezTo>
                  <a:pt x="2624" y="1341"/>
                  <a:pt x="2628" y="1347"/>
                  <a:pt x="2630" y="1353"/>
                </a:cubicBezTo>
                <a:cubicBezTo>
                  <a:pt x="2640" y="1406"/>
                  <a:pt x="2644" y="1418"/>
                  <a:pt x="2648" y="1431"/>
                </a:cubicBezTo>
                <a:cubicBezTo>
                  <a:pt x="2672" y="1494"/>
                  <a:pt x="2679" y="1519"/>
                  <a:pt x="2697" y="1542"/>
                </a:cubicBezTo>
                <a:cubicBezTo>
                  <a:pt x="2719" y="1582"/>
                  <a:pt x="2726" y="1584"/>
                  <a:pt x="2725" y="1587"/>
                </a:cubicBezTo>
                <a:cubicBezTo>
                  <a:pt x="2737" y="1611"/>
                  <a:pt x="2733" y="1608"/>
                  <a:pt x="2729" y="1605"/>
                </a:cubicBezTo>
                <a:cubicBezTo>
                  <a:pt x="2723" y="1602"/>
                  <a:pt x="2721" y="1601"/>
                  <a:pt x="2719" y="1601"/>
                </a:cubicBezTo>
                <a:cubicBezTo>
                  <a:pt x="2684" y="1558"/>
                  <a:pt x="2688" y="1550"/>
                  <a:pt x="2678" y="1545"/>
                </a:cubicBezTo>
                <a:cubicBezTo>
                  <a:pt x="2663" y="1519"/>
                  <a:pt x="2656" y="1513"/>
                  <a:pt x="2657" y="1505"/>
                </a:cubicBezTo>
                <a:cubicBezTo>
                  <a:pt x="2638" y="1461"/>
                  <a:pt x="2631" y="1459"/>
                  <a:pt x="2633" y="1455"/>
                </a:cubicBezTo>
                <a:cubicBezTo>
                  <a:pt x="2618" y="1407"/>
                  <a:pt x="2611" y="1398"/>
                  <a:pt x="2615" y="1388"/>
                </a:cubicBezTo>
                <a:cubicBezTo>
                  <a:pt x="2603" y="1339"/>
                  <a:pt x="2605" y="1334"/>
                  <a:pt x="2601" y="1329"/>
                </a:cubicBezTo>
                <a:cubicBezTo>
                  <a:pt x="2603" y="1313"/>
                  <a:pt x="2596" y="1309"/>
                  <a:pt x="2601" y="1302"/>
                </a:cubicBezTo>
                <a:cubicBezTo>
                  <a:pt x="2595" y="1232"/>
                  <a:pt x="2596" y="1221"/>
                  <a:pt x="2593" y="1211"/>
                </a:cubicBezTo>
                <a:cubicBezTo>
                  <a:pt x="2593" y="1171"/>
                  <a:pt x="2592" y="1168"/>
                  <a:pt x="2592" y="1166"/>
                </a:cubicBezTo>
                <a:cubicBezTo>
                  <a:pt x="2585" y="1131"/>
                  <a:pt x="2588" y="1110"/>
                  <a:pt x="2585" y="1090"/>
                </a:cubicBezTo>
                <a:cubicBezTo>
                  <a:pt x="2577" y="1051"/>
                  <a:pt x="2577" y="1041"/>
                  <a:pt x="2571" y="1032"/>
                </a:cubicBezTo>
                <a:cubicBezTo>
                  <a:pt x="2548" y="965"/>
                  <a:pt x="2541" y="957"/>
                  <a:pt x="2540" y="948"/>
                </a:cubicBezTo>
                <a:cubicBezTo>
                  <a:pt x="2522" y="912"/>
                  <a:pt x="2517" y="903"/>
                  <a:pt x="2511" y="894"/>
                </a:cubicBezTo>
                <a:cubicBezTo>
                  <a:pt x="2495" y="873"/>
                  <a:pt x="2491" y="870"/>
                  <a:pt x="2489" y="872"/>
                </a:cubicBezTo>
                <a:cubicBezTo>
                  <a:pt x="2516" y="912"/>
                  <a:pt x="2519" y="916"/>
                  <a:pt x="2519" y="921"/>
                </a:cubicBezTo>
                <a:cubicBezTo>
                  <a:pt x="2535" y="961"/>
                  <a:pt x="2536" y="963"/>
                  <a:pt x="2537" y="964"/>
                </a:cubicBezTo>
                <a:cubicBezTo>
                  <a:pt x="2545" y="985"/>
                  <a:pt x="2546" y="987"/>
                  <a:pt x="2547" y="989"/>
                </a:cubicBezTo>
                <a:cubicBezTo>
                  <a:pt x="2553" y="1015"/>
                  <a:pt x="2554" y="1019"/>
                  <a:pt x="2556" y="1024"/>
                </a:cubicBezTo>
                <a:cubicBezTo>
                  <a:pt x="2563" y="1103"/>
                  <a:pt x="2562" y="1107"/>
                  <a:pt x="2564" y="1110"/>
                </a:cubicBezTo>
                <a:cubicBezTo>
                  <a:pt x="2564" y="1125"/>
                  <a:pt x="2564" y="1132"/>
                  <a:pt x="2566" y="1138"/>
                </a:cubicBezTo>
                <a:cubicBezTo>
                  <a:pt x="2561" y="1174"/>
                  <a:pt x="2570" y="1176"/>
                  <a:pt x="2567" y="1180"/>
                </a:cubicBezTo>
                <a:cubicBezTo>
                  <a:pt x="2571" y="1227"/>
                  <a:pt x="2573" y="1230"/>
                  <a:pt x="2570" y="1235"/>
                </a:cubicBezTo>
                <a:cubicBezTo>
                  <a:pt x="2573" y="1249"/>
                  <a:pt x="2574" y="1253"/>
                  <a:pt x="2573" y="1258"/>
                </a:cubicBezTo>
                <a:cubicBezTo>
                  <a:pt x="2576" y="1305"/>
                  <a:pt x="2575" y="1313"/>
                  <a:pt x="2575" y="1322"/>
                </a:cubicBezTo>
                <a:cubicBezTo>
                  <a:pt x="2578" y="1352"/>
                  <a:pt x="2579" y="1356"/>
                  <a:pt x="2584" y="1359"/>
                </a:cubicBezTo>
                <a:cubicBezTo>
                  <a:pt x="2589" y="1406"/>
                  <a:pt x="2594" y="1414"/>
                  <a:pt x="2593" y="1423"/>
                </a:cubicBezTo>
                <a:cubicBezTo>
                  <a:pt x="2604" y="1454"/>
                  <a:pt x="2606" y="1459"/>
                  <a:pt x="2608" y="1465"/>
                </a:cubicBezTo>
                <a:cubicBezTo>
                  <a:pt x="2608" y="1472"/>
                  <a:pt x="2606" y="1464"/>
                  <a:pt x="2600" y="1457"/>
                </a:cubicBezTo>
                <a:cubicBezTo>
                  <a:pt x="2589" y="1423"/>
                  <a:pt x="2580" y="1416"/>
                  <a:pt x="2578" y="1408"/>
                </a:cubicBezTo>
                <a:cubicBezTo>
                  <a:pt x="2568" y="1371"/>
                  <a:pt x="2571" y="1367"/>
                  <a:pt x="2570" y="1364"/>
                </a:cubicBezTo>
                <a:cubicBezTo>
                  <a:pt x="2564" y="1333"/>
                  <a:pt x="2563" y="1329"/>
                  <a:pt x="2562" y="1324"/>
                </a:cubicBezTo>
                <a:cubicBezTo>
                  <a:pt x="2557" y="1275"/>
                  <a:pt x="2551" y="1267"/>
                  <a:pt x="2555" y="1257"/>
                </a:cubicBezTo>
                <a:cubicBezTo>
                  <a:pt x="2545" y="1222"/>
                  <a:pt x="2544" y="1213"/>
                  <a:pt x="2543" y="1204"/>
                </a:cubicBezTo>
                <a:cubicBezTo>
                  <a:pt x="2538" y="1174"/>
                  <a:pt x="2541" y="1168"/>
                  <a:pt x="2538" y="1164"/>
                </a:cubicBezTo>
                <a:cubicBezTo>
                  <a:pt x="2538" y="1118"/>
                  <a:pt x="2536" y="1114"/>
                  <a:pt x="2535" y="1110"/>
                </a:cubicBezTo>
                <a:cubicBezTo>
                  <a:pt x="2523" y="1023"/>
                  <a:pt x="2516" y="1004"/>
                  <a:pt x="2513" y="985"/>
                </a:cubicBezTo>
                <a:cubicBezTo>
                  <a:pt x="2497" y="937"/>
                  <a:pt x="2492" y="933"/>
                  <a:pt x="2491" y="928"/>
                </a:cubicBezTo>
                <a:cubicBezTo>
                  <a:pt x="2456" y="864"/>
                  <a:pt x="2445" y="856"/>
                  <a:pt x="2440" y="847"/>
                </a:cubicBezTo>
                <a:cubicBezTo>
                  <a:pt x="2423" y="825"/>
                  <a:pt x="2418" y="822"/>
                  <a:pt x="2416" y="824"/>
                </a:cubicBezTo>
                <a:cubicBezTo>
                  <a:pt x="2466" y="889"/>
                  <a:pt x="2465" y="895"/>
                  <a:pt x="2471" y="899"/>
                </a:cubicBezTo>
                <a:cubicBezTo>
                  <a:pt x="2480" y="926"/>
                  <a:pt x="2487" y="927"/>
                  <a:pt x="2484" y="931"/>
                </a:cubicBezTo>
                <a:cubicBezTo>
                  <a:pt x="2502" y="971"/>
                  <a:pt x="2500" y="978"/>
                  <a:pt x="2504" y="984"/>
                </a:cubicBezTo>
                <a:cubicBezTo>
                  <a:pt x="2519" y="1035"/>
                  <a:pt x="2519" y="1048"/>
                  <a:pt x="2521" y="1061"/>
                </a:cubicBezTo>
                <a:cubicBezTo>
                  <a:pt x="2523" y="1094"/>
                  <a:pt x="2525" y="1097"/>
                  <a:pt x="2525" y="1101"/>
                </a:cubicBezTo>
                <a:cubicBezTo>
                  <a:pt x="2530" y="1187"/>
                  <a:pt x="2534" y="1193"/>
                  <a:pt x="2533" y="1200"/>
                </a:cubicBezTo>
                <a:cubicBezTo>
                  <a:pt x="2541" y="1242"/>
                  <a:pt x="2547" y="1244"/>
                  <a:pt x="2542" y="1248"/>
                </a:cubicBezTo>
                <a:cubicBezTo>
                  <a:pt x="2540" y="1238"/>
                  <a:pt x="2532" y="1221"/>
                  <a:pt x="2533" y="1203"/>
                </a:cubicBezTo>
                <a:cubicBezTo>
                  <a:pt x="2506" y="1094"/>
                  <a:pt x="2505" y="1090"/>
                  <a:pt x="2507" y="1085"/>
                </a:cubicBezTo>
                <a:cubicBezTo>
                  <a:pt x="2491" y="1037"/>
                  <a:pt x="2485" y="1030"/>
                  <a:pt x="2484" y="1021"/>
                </a:cubicBezTo>
                <a:cubicBezTo>
                  <a:pt x="2470" y="978"/>
                  <a:pt x="2464" y="974"/>
                  <a:pt x="2463" y="970"/>
                </a:cubicBezTo>
                <a:cubicBezTo>
                  <a:pt x="2425" y="913"/>
                  <a:pt x="2420" y="905"/>
                  <a:pt x="2415" y="896"/>
                </a:cubicBezTo>
                <a:cubicBezTo>
                  <a:pt x="2347" y="844"/>
                  <a:pt x="2367" y="846"/>
                  <a:pt x="2364" y="851"/>
                </a:cubicBezTo>
                <a:cubicBezTo>
                  <a:pt x="2398" y="881"/>
                  <a:pt x="2395" y="885"/>
                  <a:pt x="2401" y="887"/>
                </a:cubicBezTo>
                <a:cubicBezTo>
                  <a:pt x="2420" y="914"/>
                  <a:pt x="2421" y="917"/>
                  <a:pt x="2423" y="920"/>
                </a:cubicBezTo>
                <a:cubicBezTo>
                  <a:pt x="2470" y="1009"/>
                  <a:pt x="2477" y="1021"/>
                  <a:pt x="2479" y="1033"/>
                </a:cubicBezTo>
                <a:cubicBezTo>
                  <a:pt x="2487" y="1057"/>
                  <a:pt x="2492" y="1063"/>
                  <a:pt x="2491" y="1070"/>
                </a:cubicBezTo>
                <a:cubicBezTo>
                  <a:pt x="2500" y="1118"/>
                  <a:pt x="2507" y="1120"/>
                  <a:pt x="2505" y="1124"/>
                </a:cubicBezTo>
                <a:cubicBezTo>
                  <a:pt x="2516" y="1167"/>
                  <a:pt x="2521" y="1173"/>
                  <a:pt x="2519" y="1180"/>
                </a:cubicBezTo>
                <a:cubicBezTo>
                  <a:pt x="2529" y="1223"/>
                  <a:pt x="2528" y="1227"/>
                  <a:pt x="2528" y="1231"/>
                </a:cubicBezTo>
                <a:cubicBezTo>
                  <a:pt x="2535" y="1259"/>
                  <a:pt x="2536" y="1263"/>
                  <a:pt x="2535" y="1267"/>
                </a:cubicBezTo>
                <a:cubicBezTo>
                  <a:pt x="2543" y="1307"/>
                  <a:pt x="2545" y="1311"/>
                  <a:pt x="2545" y="1315"/>
                </a:cubicBezTo>
                <a:cubicBezTo>
                  <a:pt x="2549" y="1346"/>
                  <a:pt x="2551" y="1354"/>
                  <a:pt x="2556" y="1362"/>
                </a:cubicBezTo>
                <a:cubicBezTo>
                  <a:pt x="2566" y="1400"/>
                  <a:pt x="2567" y="1402"/>
                  <a:pt x="2567" y="1403"/>
                </a:cubicBezTo>
                <a:cubicBezTo>
                  <a:pt x="2547" y="1372"/>
                  <a:pt x="2545" y="1368"/>
                  <a:pt x="2541" y="1365"/>
                </a:cubicBezTo>
                <a:cubicBezTo>
                  <a:pt x="2530" y="1327"/>
                  <a:pt x="2528" y="1322"/>
                  <a:pt x="2528" y="1317"/>
                </a:cubicBezTo>
                <a:cubicBezTo>
                  <a:pt x="2519" y="1281"/>
                  <a:pt x="2515" y="1276"/>
                  <a:pt x="2514" y="1271"/>
                </a:cubicBezTo>
                <a:cubicBezTo>
                  <a:pt x="2501" y="1222"/>
                  <a:pt x="2501" y="1220"/>
                  <a:pt x="2503" y="1217"/>
                </a:cubicBezTo>
                <a:cubicBezTo>
                  <a:pt x="2493" y="1184"/>
                  <a:pt x="2494" y="1173"/>
                  <a:pt x="2489" y="1163"/>
                </a:cubicBezTo>
                <a:cubicBezTo>
                  <a:pt x="2478" y="1123"/>
                  <a:pt x="2479" y="1120"/>
                  <a:pt x="2477" y="1118"/>
                </a:cubicBezTo>
                <a:cubicBezTo>
                  <a:pt x="2465" y="1061"/>
                  <a:pt x="2464" y="1050"/>
                  <a:pt x="2458" y="1040"/>
                </a:cubicBezTo>
                <a:cubicBezTo>
                  <a:pt x="2438" y="969"/>
                  <a:pt x="2428" y="961"/>
                  <a:pt x="2429" y="950"/>
                </a:cubicBezTo>
                <a:cubicBezTo>
                  <a:pt x="2404" y="901"/>
                  <a:pt x="2405" y="895"/>
                  <a:pt x="2398" y="890"/>
                </a:cubicBezTo>
                <a:cubicBezTo>
                  <a:pt x="2373" y="865"/>
                  <a:pt x="2373" y="859"/>
                  <a:pt x="2370" y="861"/>
                </a:cubicBezTo>
                <a:cubicBezTo>
                  <a:pt x="2414" y="928"/>
                  <a:pt x="2413" y="940"/>
                  <a:pt x="2421" y="950"/>
                </a:cubicBezTo>
                <a:cubicBezTo>
                  <a:pt x="2424" y="979"/>
                  <a:pt x="2436" y="980"/>
                  <a:pt x="2433" y="984"/>
                </a:cubicBezTo>
                <a:cubicBezTo>
                  <a:pt x="2445" y="1019"/>
                  <a:pt x="2445" y="1021"/>
                  <a:pt x="2449" y="1023"/>
                </a:cubicBezTo>
                <a:cubicBezTo>
                  <a:pt x="2456" y="1056"/>
                  <a:pt x="2458" y="1061"/>
                  <a:pt x="2459" y="1067"/>
                </a:cubicBezTo>
                <a:cubicBezTo>
                  <a:pt x="2468" y="1089"/>
                  <a:pt x="2462" y="1096"/>
                  <a:pt x="2467" y="1101"/>
                </a:cubicBezTo>
                <a:cubicBezTo>
                  <a:pt x="2478" y="1155"/>
                  <a:pt x="2481" y="1157"/>
                  <a:pt x="2481" y="1160"/>
                </a:cubicBezTo>
                <a:cubicBezTo>
                  <a:pt x="2486" y="1197"/>
                  <a:pt x="2492" y="1207"/>
                  <a:pt x="2494" y="1218"/>
                </a:cubicBezTo>
                <a:cubicBezTo>
                  <a:pt x="2496" y="1246"/>
                  <a:pt x="2503" y="1248"/>
                  <a:pt x="2501" y="1252"/>
                </a:cubicBezTo>
                <a:cubicBezTo>
                  <a:pt x="2511" y="1278"/>
                  <a:pt x="2507" y="1282"/>
                  <a:pt x="2510" y="1284"/>
                </a:cubicBezTo>
                <a:cubicBezTo>
                  <a:pt x="2521" y="1328"/>
                  <a:pt x="2527" y="1339"/>
                  <a:pt x="2530" y="1350"/>
                </a:cubicBezTo>
                <a:cubicBezTo>
                  <a:pt x="2536" y="1372"/>
                  <a:pt x="2540" y="1377"/>
                  <a:pt x="2540" y="1382"/>
                </a:cubicBezTo>
                <a:cubicBezTo>
                  <a:pt x="2558" y="1416"/>
                  <a:pt x="2567" y="1421"/>
                  <a:pt x="2564" y="1428"/>
                </a:cubicBezTo>
                <a:cubicBezTo>
                  <a:pt x="2586" y="1475"/>
                  <a:pt x="2600" y="1476"/>
                  <a:pt x="2595" y="1480"/>
                </a:cubicBezTo>
                <a:cubicBezTo>
                  <a:pt x="2603" y="1500"/>
                  <a:pt x="2610" y="1502"/>
                  <a:pt x="2610" y="1505"/>
                </a:cubicBezTo>
                <a:cubicBezTo>
                  <a:pt x="2629" y="1535"/>
                  <a:pt x="2628" y="1540"/>
                  <a:pt x="2635" y="1543"/>
                </a:cubicBezTo>
                <a:cubicBezTo>
                  <a:pt x="2632" y="1550"/>
                  <a:pt x="2641" y="1552"/>
                  <a:pt x="2639" y="1556"/>
                </a:cubicBezTo>
                <a:cubicBezTo>
                  <a:pt x="2553" y="1493"/>
                  <a:pt x="2545" y="1489"/>
                  <a:pt x="2546" y="1483"/>
                </a:cubicBezTo>
                <a:cubicBezTo>
                  <a:pt x="2498" y="1431"/>
                  <a:pt x="2494" y="1426"/>
                  <a:pt x="2491" y="1420"/>
                </a:cubicBezTo>
                <a:cubicBezTo>
                  <a:pt x="2460" y="1376"/>
                  <a:pt x="2458" y="1364"/>
                  <a:pt x="2452" y="1353"/>
                </a:cubicBezTo>
                <a:cubicBezTo>
                  <a:pt x="2433" y="1313"/>
                  <a:pt x="2438" y="1305"/>
                  <a:pt x="2429" y="1301"/>
                </a:cubicBezTo>
                <a:cubicBezTo>
                  <a:pt x="2410" y="1264"/>
                  <a:pt x="2414" y="1260"/>
                  <a:pt x="2414" y="1257"/>
                </a:cubicBezTo>
                <a:cubicBezTo>
                  <a:pt x="2405" y="1236"/>
                  <a:pt x="2404" y="1233"/>
                  <a:pt x="2402" y="1231"/>
                </a:cubicBezTo>
                <a:cubicBezTo>
                  <a:pt x="2389" y="1192"/>
                  <a:pt x="2377" y="1192"/>
                  <a:pt x="2384" y="1187"/>
                </a:cubicBezTo>
                <a:cubicBezTo>
                  <a:pt x="2354" y="1133"/>
                  <a:pt x="2351" y="1121"/>
                  <a:pt x="2343" y="1110"/>
                </a:cubicBezTo>
                <a:cubicBezTo>
                  <a:pt x="2320" y="1065"/>
                  <a:pt x="2318" y="1062"/>
                  <a:pt x="2314" y="1060"/>
                </a:cubicBezTo>
                <a:cubicBezTo>
                  <a:pt x="2282" y="1003"/>
                  <a:pt x="2272" y="999"/>
                  <a:pt x="2273" y="992"/>
                </a:cubicBezTo>
                <a:cubicBezTo>
                  <a:pt x="2249" y="966"/>
                  <a:pt x="2245" y="954"/>
                  <a:pt x="2228" y="945"/>
                </a:cubicBezTo>
                <a:cubicBezTo>
                  <a:pt x="2207" y="915"/>
                  <a:pt x="2197" y="908"/>
                  <a:pt x="2190" y="901"/>
                </a:cubicBezTo>
                <a:cubicBezTo>
                  <a:pt x="2128" y="855"/>
                  <a:pt x="2122" y="846"/>
                  <a:pt x="2119" y="853"/>
                </a:cubicBezTo>
                <a:cubicBezTo>
                  <a:pt x="2131" y="868"/>
                  <a:pt x="2135" y="869"/>
                  <a:pt x="2138" y="869"/>
                </a:cubicBezTo>
                <a:cubicBezTo>
                  <a:pt x="2175" y="901"/>
                  <a:pt x="2188" y="909"/>
                  <a:pt x="2196" y="918"/>
                </a:cubicBezTo>
                <a:cubicBezTo>
                  <a:pt x="2232" y="953"/>
                  <a:pt x="2235" y="963"/>
                  <a:pt x="2245" y="971"/>
                </a:cubicBezTo>
                <a:cubicBezTo>
                  <a:pt x="2282" y="1016"/>
                  <a:pt x="2282" y="1022"/>
                  <a:pt x="2287" y="1026"/>
                </a:cubicBezTo>
                <a:cubicBezTo>
                  <a:pt x="2295" y="1045"/>
                  <a:pt x="2301" y="1049"/>
                  <a:pt x="2302" y="1054"/>
                </a:cubicBezTo>
                <a:cubicBezTo>
                  <a:pt x="2320" y="1087"/>
                  <a:pt x="2327" y="1091"/>
                  <a:pt x="2327" y="1096"/>
                </a:cubicBezTo>
                <a:cubicBezTo>
                  <a:pt x="2346" y="1129"/>
                  <a:pt x="2346" y="1134"/>
                  <a:pt x="2351" y="1139"/>
                </a:cubicBezTo>
                <a:cubicBezTo>
                  <a:pt x="2361" y="1163"/>
                  <a:pt x="2363" y="1166"/>
                  <a:pt x="2368" y="1168"/>
                </a:cubicBezTo>
                <a:cubicBezTo>
                  <a:pt x="2377" y="1209"/>
                  <a:pt x="2389" y="1211"/>
                  <a:pt x="2385" y="1217"/>
                </a:cubicBezTo>
                <a:cubicBezTo>
                  <a:pt x="2399" y="1258"/>
                  <a:pt x="2404" y="1262"/>
                  <a:pt x="2408" y="1266"/>
                </a:cubicBezTo>
                <a:cubicBezTo>
                  <a:pt x="2419" y="1293"/>
                  <a:pt x="2415" y="1298"/>
                  <a:pt x="2421" y="1301"/>
                </a:cubicBezTo>
                <a:cubicBezTo>
                  <a:pt x="2438" y="1342"/>
                  <a:pt x="2443" y="1346"/>
                  <a:pt x="2443" y="1350"/>
                </a:cubicBezTo>
                <a:cubicBezTo>
                  <a:pt x="2439" y="1341"/>
                  <a:pt x="2422" y="1324"/>
                  <a:pt x="2416" y="1305"/>
                </a:cubicBezTo>
                <a:cubicBezTo>
                  <a:pt x="2393" y="1273"/>
                  <a:pt x="2396" y="1267"/>
                  <a:pt x="2391" y="1263"/>
                </a:cubicBezTo>
                <a:cubicBezTo>
                  <a:pt x="2377" y="1239"/>
                  <a:pt x="2377" y="1237"/>
                  <a:pt x="2373" y="1235"/>
                </a:cubicBezTo>
                <a:cubicBezTo>
                  <a:pt x="2347" y="1182"/>
                  <a:pt x="2340" y="1173"/>
                  <a:pt x="2337" y="1164"/>
                </a:cubicBezTo>
                <a:cubicBezTo>
                  <a:pt x="2315" y="1131"/>
                  <a:pt x="2310" y="1126"/>
                  <a:pt x="2311" y="1120"/>
                </a:cubicBezTo>
                <a:cubicBezTo>
                  <a:pt x="2293" y="1094"/>
                  <a:pt x="2286" y="1084"/>
                  <a:pt x="2279" y="1073"/>
                </a:cubicBezTo>
                <a:cubicBezTo>
                  <a:pt x="2235" y="1000"/>
                  <a:pt x="2221" y="991"/>
                  <a:pt x="2215" y="980"/>
                </a:cubicBezTo>
                <a:cubicBezTo>
                  <a:pt x="2173" y="942"/>
                  <a:pt x="2176" y="938"/>
                  <a:pt x="2172" y="936"/>
                </a:cubicBezTo>
                <a:cubicBezTo>
                  <a:pt x="2117" y="899"/>
                  <a:pt x="2124" y="901"/>
                  <a:pt x="2127" y="904"/>
                </a:cubicBezTo>
                <a:cubicBezTo>
                  <a:pt x="2164" y="935"/>
                  <a:pt x="2173" y="946"/>
                  <a:pt x="2184" y="957"/>
                </a:cubicBezTo>
                <a:cubicBezTo>
                  <a:pt x="2206" y="984"/>
                  <a:pt x="2215" y="985"/>
                  <a:pt x="2212" y="989"/>
                </a:cubicBezTo>
                <a:cubicBezTo>
                  <a:pt x="2239" y="1031"/>
                  <a:pt x="2242" y="1033"/>
                  <a:pt x="2245" y="1034"/>
                </a:cubicBezTo>
                <a:cubicBezTo>
                  <a:pt x="2277" y="1078"/>
                  <a:pt x="2278" y="1086"/>
                  <a:pt x="2284" y="1094"/>
                </a:cubicBezTo>
                <a:cubicBezTo>
                  <a:pt x="2318" y="1152"/>
                  <a:pt x="2325" y="1160"/>
                  <a:pt x="2328" y="1168"/>
                </a:cubicBezTo>
                <a:cubicBezTo>
                  <a:pt x="2348" y="1210"/>
                  <a:pt x="2359" y="1213"/>
                  <a:pt x="2356" y="1218"/>
                </a:cubicBezTo>
                <a:cubicBezTo>
                  <a:pt x="2389" y="1274"/>
                  <a:pt x="2392" y="1282"/>
                  <a:pt x="2397" y="1290"/>
                </a:cubicBezTo>
                <a:cubicBezTo>
                  <a:pt x="2426" y="1344"/>
                  <a:pt x="2425" y="1350"/>
                  <a:pt x="2431" y="1349"/>
                </a:cubicBezTo>
                <a:cubicBezTo>
                  <a:pt x="2442" y="1375"/>
                  <a:pt x="2449" y="1379"/>
                  <a:pt x="2450" y="1383"/>
                </a:cubicBezTo>
                <a:cubicBezTo>
                  <a:pt x="2459" y="1401"/>
                  <a:pt x="2449" y="1394"/>
                  <a:pt x="2448" y="1390"/>
                </a:cubicBezTo>
                <a:cubicBezTo>
                  <a:pt x="2435" y="1366"/>
                  <a:pt x="2428" y="1370"/>
                  <a:pt x="2426" y="1364"/>
                </a:cubicBezTo>
                <a:cubicBezTo>
                  <a:pt x="2402" y="1323"/>
                  <a:pt x="2393" y="1316"/>
                  <a:pt x="2393" y="1308"/>
                </a:cubicBezTo>
                <a:cubicBezTo>
                  <a:pt x="2365" y="1270"/>
                  <a:pt x="2358" y="1255"/>
                  <a:pt x="2349" y="1240"/>
                </a:cubicBezTo>
                <a:cubicBezTo>
                  <a:pt x="2330" y="1210"/>
                  <a:pt x="2321" y="1202"/>
                  <a:pt x="2319" y="1194"/>
                </a:cubicBezTo>
                <a:cubicBezTo>
                  <a:pt x="2298" y="1164"/>
                  <a:pt x="2300" y="1156"/>
                  <a:pt x="2291" y="1149"/>
                </a:cubicBezTo>
                <a:cubicBezTo>
                  <a:pt x="2275" y="1118"/>
                  <a:pt x="2269" y="1111"/>
                  <a:pt x="2265" y="1103"/>
                </a:cubicBezTo>
                <a:cubicBezTo>
                  <a:pt x="2231" y="1042"/>
                  <a:pt x="2222" y="1040"/>
                  <a:pt x="2223" y="1035"/>
                </a:cubicBezTo>
                <a:cubicBezTo>
                  <a:pt x="2208" y="1017"/>
                  <a:pt x="2212" y="1014"/>
                  <a:pt x="2207" y="1012"/>
                </a:cubicBezTo>
                <a:cubicBezTo>
                  <a:pt x="2177" y="975"/>
                  <a:pt x="2180" y="972"/>
                  <a:pt x="2175" y="970"/>
                </a:cubicBezTo>
                <a:cubicBezTo>
                  <a:pt x="2160" y="950"/>
                  <a:pt x="2156" y="947"/>
                  <a:pt x="2156" y="944"/>
                </a:cubicBezTo>
                <a:cubicBezTo>
                  <a:pt x="2135" y="924"/>
                  <a:pt x="2131" y="922"/>
                  <a:pt x="2127" y="919"/>
                </a:cubicBezTo>
                <a:cubicBezTo>
                  <a:pt x="2066" y="879"/>
                  <a:pt x="2060" y="875"/>
                  <a:pt x="2053" y="870"/>
                </a:cubicBezTo>
                <a:cubicBezTo>
                  <a:pt x="2041" y="864"/>
                  <a:pt x="2045" y="872"/>
                  <a:pt x="2049" y="872"/>
                </a:cubicBezTo>
                <a:cubicBezTo>
                  <a:pt x="2083" y="887"/>
                  <a:pt x="2082" y="901"/>
                  <a:pt x="2086" y="895"/>
                </a:cubicBezTo>
                <a:cubicBezTo>
                  <a:pt x="2136" y="937"/>
                  <a:pt x="2158" y="956"/>
                  <a:pt x="2170" y="977"/>
                </a:cubicBezTo>
                <a:cubicBezTo>
                  <a:pt x="2201" y="1019"/>
                  <a:pt x="2207" y="1030"/>
                  <a:pt x="2215" y="1040"/>
                </a:cubicBezTo>
                <a:cubicBezTo>
                  <a:pt x="2242" y="1090"/>
                  <a:pt x="2250" y="1091"/>
                  <a:pt x="2249" y="1095"/>
                </a:cubicBezTo>
                <a:cubicBezTo>
                  <a:pt x="2279" y="1146"/>
                  <a:pt x="2287" y="1157"/>
                  <a:pt x="2295" y="1167"/>
                </a:cubicBezTo>
                <a:cubicBezTo>
                  <a:pt x="2319" y="1209"/>
                  <a:pt x="2324" y="1220"/>
                  <a:pt x="2334" y="1230"/>
                </a:cubicBezTo>
                <a:cubicBezTo>
                  <a:pt x="2378" y="1305"/>
                  <a:pt x="2386" y="1315"/>
                  <a:pt x="2391" y="1326"/>
                </a:cubicBezTo>
                <a:cubicBezTo>
                  <a:pt x="2425" y="1379"/>
                  <a:pt x="2446" y="1399"/>
                  <a:pt x="2462" y="1420"/>
                </a:cubicBezTo>
                <a:cubicBezTo>
                  <a:pt x="2493" y="1454"/>
                  <a:pt x="2509" y="1456"/>
                  <a:pt x="2502" y="1462"/>
                </a:cubicBezTo>
                <a:cubicBezTo>
                  <a:pt x="2420" y="1396"/>
                  <a:pt x="2419" y="1392"/>
                  <a:pt x="2415" y="1388"/>
                </a:cubicBezTo>
                <a:cubicBezTo>
                  <a:pt x="2373" y="1338"/>
                  <a:pt x="2363" y="1331"/>
                  <a:pt x="2362" y="1322"/>
                </a:cubicBezTo>
                <a:cubicBezTo>
                  <a:pt x="2329" y="1277"/>
                  <a:pt x="2324" y="1268"/>
                  <a:pt x="2317" y="1260"/>
                </a:cubicBezTo>
                <a:cubicBezTo>
                  <a:pt x="2273" y="1202"/>
                  <a:pt x="2274" y="1192"/>
                  <a:pt x="2265" y="1184"/>
                </a:cubicBezTo>
                <a:cubicBezTo>
                  <a:pt x="2231" y="1128"/>
                  <a:pt x="2228" y="1124"/>
                  <a:pt x="2224" y="1120"/>
                </a:cubicBezTo>
                <a:cubicBezTo>
                  <a:pt x="2206" y="1089"/>
                  <a:pt x="2206" y="1085"/>
                  <a:pt x="2201" y="1081"/>
                </a:cubicBezTo>
                <a:cubicBezTo>
                  <a:pt x="2145" y="996"/>
                  <a:pt x="2139" y="988"/>
                  <a:pt x="2132" y="980"/>
                </a:cubicBezTo>
                <a:cubicBezTo>
                  <a:pt x="2095" y="938"/>
                  <a:pt x="2082" y="921"/>
                  <a:pt x="2063" y="906"/>
                </a:cubicBezTo>
                <a:cubicBezTo>
                  <a:pt x="1958" y="846"/>
                  <a:pt x="1958" y="850"/>
                  <a:pt x="1960" y="848"/>
                </a:cubicBezTo>
                <a:cubicBezTo>
                  <a:pt x="1964" y="857"/>
                  <a:pt x="1973" y="868"/>
                  <a:pt x="1990" y="875"/>
                </a:cubicBezTo>
                <a:cubicBezTo>
                  <a:pt x="2029" y="915"/>
                  <a:pt x="2043" y="917"/>
                  <a:pt x="2042" y="922"/>
                </a:cubicBezTo>
                <a:cubicBezTo>
                  <a:pt x="2071" y="951"/>
                  <a:pt x="2074" y="955"/>
                  <a:pt x="2077" y="959"/>
                </a:cubicBezTo>
                <a:cubicBezTo>
                  <a:pt x="2113" y="1006"/>
                  <a:pt x="2117" y="1015"/>
                  <a:pt x="2123" y="1024"/>
                </a:cubicBezTo>
                <a:cubicBezTo>
                  <a:pt x="2145" y="1069"/>
                  <a:pt x="2158" y="1071"/>
                  <a:pt x="2153" y="1078"/>
                </a:cubicBezTo>
                <a:cubicBezTo>
                  <a:pt x="2060" y="980"/>
                  <a:pt x="2026" y="953"/>
                  <a:pt x="2003" y="933"/>
                </a:cubicBezTo>
                <a:cubicBezTo>
                  <a:pt x="1997" y="934"/>
                  <a:pt x="2030" y="962"/>
                  <a:pt x="2059" y="987"/>
                </a:cubicBezTo>
                <a:cubicBezTo>
                  <a:pt x="2135" y="1070"/>
                  <a:pt x="2141" y="1071"/>
                  <a:pt x="2140" y="1074"/>
                </a:cubicBezTo>
                <a:cubicBezTo>
                  <a:pt x="2158" y="1100"/>
                  <a:pt x="2165" y="1104"/>
                  <a:pt x="2166" y="1110"/>
                </a:cubicBezTo>
                <a:cubicBezTo>
                  <a:pt x="2185" y="1150"/>
                  <a:pt x="2199" y="1154"/>
                  <a:pt x="2198" y="1160"/>
                </a:cubicBezTo>
                <a:cubicBezTo>
                  <a:pt x="2229" y="1202"/>
                  <a:pt x="2233" y="1214"/>
                  <a:pt x="2241" y="1225"/>
                </a:cubicBezTo>
                <a:cubicBezTo>
                  <a:pt x="2280" y="1279"/>
                  <a:pt x="2285" y="1284"/>
                  <a:pt x="2287" y="1290"/>
                </a:cubicBezTo>
                <a:cubicBezTo>
                  <a:pt x="2310" y="1315"/>
                  <a:pt x="2308" y="1324"/>
                  <a:pt x="2312" y="1320"/>
                </a:cubicBezTo>
                <a:cubicBezTo>
                  <a:pt x="2334" y="1347"/>
                  <a:pt x="2343" y="1348"/>
                  <a:pt x="2340" y="1352"/>
                </a:cubicBezTo>
                <a:cubicBezTo>
                  <a:pt x="2304" y="1320"/>
                  <a:pt x="2297" y="1317"/>
                  <a:pt x="2298" y="1313"/>
                </a:cubicBezTo>
                <a:cubicBezTo>
                  <a:pt x="2267" y="1279"/>
                  <a:pt x="2258" y="1276"/>
                  <a:pt x="2259" y="1272"/>
                </a:cubicBezTo>
                <a:cubicBezTo>
                  <a:pt x="2207" y="1202"/>
                  <a:pt x="2201" y="1196"/>
                  <a:pt x="2194" y="1189"/>
                </a:cubicBezTo>
                <a:cubicBezTo>
                  <a:pt x="2163" y="1144"/>
                  <a:pt x="2160" y="1140"/>
                  <a:pt x="2155" y="1137"/>
                </a:cubicBezTo>
                <a:cubicBezTo>
                  <a:pt x="2105" y="1071"/>
                  <a:pt x="2089" y="1058"/>
                  <a:pt x="2076" y="1045"/>
                </a:cubicBezTo>
                <a:cubicBezTo>
                  <a:pt x="1943" y="937"/>
                  <a:pt x="1938" y="939"/>
                  <a:pt x="1930" y="932"/>
                </a:cubicBezTo>
                <a:cubicBezTo>
                  <a:pt x="1910" y="924"/>
                  <a:pt x="1912" y="926"/>
                  <a:pt x="1917" y="929"/>
                </a:cubicBezTo>
                <a:cubicBezTo>
                  <a:pt x="1950" y="953"/>
                  <a:pt x="1966" y="960"/>
                  <a:pt x="1975" y="967"/>
                </a:cubicBezTo>
                <a:cubicBezTo>
                  <a:pt x="2003" y="992"/>
                  <a:pt x="2017" y="997"/>
                  <a:pt x="2022" y="1007"/>
                </a:cubicBezTo>
                <a:cubicBezTo>
                  <a:pt x="2034" y="1020"/>
                  <a:pt x="2049" y="1023"/>
                  <a:pt x="2047" y="1028"/>
                </a:cubicBezTo>
                <a:cubicBezTo>
                  <a:pt x="2123" y="1110"/>
                  <a:pt x="2134" y="1117"/>
                  <a:pt x="2136" y="1127"/>
                </a:cubicBezTo>
                <a:cubicBezTo>
                  <a:pt x="2105" y="1093"/>
                  <a:pt x="2090" y="1093"/>
                  <a:pt x="2094" y="1088"/>
                </a:cubicBezTo>
                <a:cubicBezTo>
                  <a:pt x="1994" y="1026"/>
                  <a:pt x="1979" y="1015"/>
                  <a:pt x="1964" y="1007"/>
                </a:cubicBezTo>
                <a:cubicBezTo>
                  <a:pt x="1884" y="981"/>
                  <a:pt x="1880" y="980"/>
                  <a:pt x="1875" y="979"/>
                </a:cubicBezTo>
                <a:cubicBezTo>
                  <a:pt x="1802" y="959"/>
                  <a:pt x="1794" y="957"/>
                  <a:pt x="1785" y="954"/>
                </a:cubicBezTo>
                <a:cubicBezTo>
                  <a:pt x="1780" y="960"/>
                  <a:pt x="1800" y="964"/>
                  <a:pt x="1820" y="969"/>
                </a:cubicBezTo>
                <a:cubicBezTo>
                  <a:pt x="1861" y="984"/>
                  <a:pt x="1871" y="985"/>
                  <a:pt x="1882" y="989"/>
                </a:cubicBezTo>
                <a:cubicBezTo>
                  <a:pt x="1898" y="991"/>
                  <a:pt x="1904" y="998"/>
                  <a:pt x="1909" y="996"/>
                </a:cubicBezTo>
                <a:cubicBezTo>
                  <a:pt x="2016" y="1047"/>
                  <a:pt x="2029" y="1056"/>
                  <a:pt x="2042" y="1064"/>
                </a:cubicBezTo>
                <a:cubicBezTo>
                  <a:pt x="2139" y="1152"/>
                  <a:pt x="2153" y="1157"/>
                  <a:pt x="2152" y="1166"/>
                </a:cubicBezTo>
                <a:cubicBezTo>
                  <a:pt x="2037" y="1063"/>
                  <a:pt x="2028" y="1057"/>
                  <a:pt x="2019" y="1051"/>
                </a:cubicBezTo>
                <a:cubicBezTo>
                  <a:pt x="1918" y="1008"/>
                  <a:pt x="1913" y="1000"/>
                  <a:pt x="1910" y="1002"/>
                </a:cubicBezTo>
                <a:cubicBezTo>
                  <a:pt x="1880" y="995"/>
                  <a:pt x="1876" y="992"/>
                  <a:pt x="1872" y="993"/>
                </a:cubicBezTo>
                <a:cubicBezTo>
                  <a:pt x="1988" y="1044"/>
                  <a:pt x="1992" y="1046"/>
                  <a:pt x="2005" y="1053"/>
                </a:cubicBezTo>
                <a:cubicBezTo>
                  <a:pt x="2110" y="1134"/>
                  <a:pt x="2114" y="1139"/>
                  <a:pt x="2122" y="1144"/>
                </a:cubicBezTo>
                <a:cubicBezTo>
                  <a:pt x="2182" y="1205"/>
                  <a:pt x="2180" y="1210"/>
                  <a:pt x="2186" y="1213"/>
                </a:cubicBezTo>
                <a:cubicBezTo>
                  <a:pt x="2204" y="1238"/>
                  <a:pt x="2216" y="1240"/>
                  <a:pt x="2212" y="1245"/>
                </a:cubicBezTo>
                <a:cubicBezTo>
                  <a:pt x="2180" y="1218"/>
                  <a:pt x="2174" y="1210"/>
                  <a:pt x="2167" y="1202"/>
                </a:cubicBezTo>
                <a:cubicBezTo>
                  <a:pt x="2144" y="1177"/>
                  <a:pt x="2130" y="1177"/>
                  <a:pt x="2134" y="1173"/>
                </a:cubicBezTo>
                <a:cubicBezTo>
                  <a:pt x="2017" y="1102"/>
                  <a:pt x="2002" y="1093"/>
                  <a:pt x="1988" y="1086"/>
                </a:cubicBezTo>
                <a:cubicBezTo>
                  <a:pt x="1953" y="1072"/>
                  <a:pt x="1948" y="1063"/>
                  <a:pt x="1945" y="1071"/>
                </a:cubicBezTo>
                <a:cubicBezTo>
                  <a:pt x="2015" y="1108"/>
                  <a:pt x="2016" y="1110"/>
                  <a:pt x="2017" y="1108"/>
                </a:cubicBezTo>
                <a:cubicBezTo>
                  <a:pt x="2048" y="1127"/>
                  <a:pt x="2059" y="1131"/>
                  <a:pt x="2070" y="1140"/>
                </a:cubicBezTo>
                <a:cubicBezTo>
                  <a:pt x="2124" y="1179"/>
                  <a:pt x="2128" y="1181"/>
                  <a:pt x="2126" y="1185"/>
                </a:cubicBezTo>
                <a:cubicBezTo>
                  <a:pt x="1894" y="1067"/>
                  <a:pt x="1862" y="1046"/>
                  <a:pt x="1831" y="1031"/>
                </a:cubicBezTo>
                <a:cubicBezTo>
                  <a:pt x="1819" y="1028"/>
                  <a:pt x="1825" y="1032"/>
                  <a:pt x="1830" y="1036"/>
                </a:cubicBezTo>
                <a:cubicBezTo>
                  <a:pt x="1878" y="1062"/>
                  <a:pt x="1891" y="1074"/>
                  <a:pt x="1911" y="1079"/>
                </a:cubicBezTo>
                <a:cubicBezTo>
                  <a:pt x="2085" y="1172"/>
                  <a:pt x="2097" y="1179"/>
                  <a:pt x="2108" y="1184"/>
                </a:cubicBezTo>
                <a:cubicBezTo>
                  <a:pt x="2173" y="1234"/>
                  <a:pt x="2187" y="1235"/>
                  <a:pt x="2182" y="1239"/>
                </a:cubicBezTo>
                <a:cubicBezTo>
                  <a:pt x="2062" y="1185"/>
                  <a:pt x="2032" y="1171"/>
                  <a:pt x="2001" y="1152"/>
                </a:cubicBezTo>
                <a:cubicBezTo>
                  <a:pt x="1899" y="1094"/>
                  <a:pt x="1870" y="1065"/>
                  <a:pt x="1827" y="1044"/>
                </a:cubicBezTo>
                <a:cubicBezTo>
                  <a:pt x="1802" y="1021"/>
                  <a:pt x="1793" y="1020"/>
                  <a:pt x="1796" y="1016"/>
                </a:cubicBezTo>
                <a:cubicBezTo>
                  <a:pt x="1765" y="983"/>
                  <a:pt x="1759" y="982"/>
                  <a:pt x="1760" y="979"/>
                </a:cubicBezTo>
                <a:cubicBezTo>
                  <a:pt x="1750" y="965"/>
                  <a:pt x="1742" y="962"/>
                  <a:pt x="1742" y="964"/>
                </a:cubicBezTo>
                <a:cubicBezTo>
                  <a:pt x="1859" y="1073"/>
                  <a:pt x="1897" y="1098"/>
                  <a:pt x="1927" y="1122"/>
                </a:cubicBezTo>
                <a:cubicBezTo>
                  <a:pt x="1984" y="1157"/>
                  <a:pt x="1995" y="1155"/>
                  <a:pt x="1997" y="1163"/>
                </a:cubicBezTo>
                <a:cubicBezTo>
                  <a:pt x="2066" y="1192"/>
                  <a:pt x="2073" y="1204"/>
                  <a:pt x="2077" y="1200"/>
                </a:cubicBezTo>
                <a:cubicBezTo>
                  <a:pt x="1999" y="1181"/>
                  <a:pt x="1975" y="1172"/>
                  <a:pt x="1952" y="1164"/>
                </a:cubicBezTo>
                <a:cubicBezTo>
                  <a:pt x="1812" y="1102"/>
                  <a:pt x="1800" y="1107"/>
                  <a:pt x="1802" y="1101"/>
                </a:cubicBezTo>
                <a:cubicBezTo>
                  <a:pt x="1863" y="1135"/>
                  <a:pt x="1871" y="1147"/>
                  <a:pt x="1875" y="1145"/>
                </a:cubicBezTo>
                <a:cubicBezTo>
                  <a:pt x="1932" y="1163"/>
                  <a:pt x="1935" y="1166"/>
                  <a:pt x="1938" y="1168"/>
                </a:cubicBezTo>
                <a:cubicBezTo>
                  <a:pt x="1958" y="1170"/>
                  <a:pt x="1962" y="1178"/>
                  <a:pt x="1966" y="1178"/>
                </a:cubicBezTo>
                <a:cubicBezTo>
                  <a:pt x="1988" y="1181"/>
                  <a:pt x="1995" y="1191"/>
                  <a:pt x="2001" y="1189"/>
                </a:cubicBezTo>
                <a:cubicBezTo>
                  <a:pt x="2074" y="1212"/>
                  <a:pt x="2078" y="1217"/>
                  <a:pt x="2080" y="1215"/>
                </a:cubicBezTo>
                <a:cubicBezTo>
                  <a:pt x="2117" y="1228"/>
                  <a:pt x="2124" y="1232"/>
                  <a:pt x="2137" y="1235"/>
                </a:cubicBezTo>
                <a:cubicBezTo>
                  <a:pt x="2234" y="1279"/>
                  <a:pt x="2245" y="1287"/>
                  <a:pt x="2243" y="1292"/>
                </a:cubicBezTo>
                <a:cubicBezTo>
                  <a:pt x="2131" y="1245"/>
                  <a:pt x="2120" y="1242"/>
                  <a:pt x="2108" y="1239"/>
                </a:cubicBezTo>
                <a:cubicBezTo>
                  <a:pt x="2028" y="1217"/>
                  <a:pt x="2017" y="1216"/>
                  <a:pt x="2005" y="1213"/>
                </a:cubicBezTo>
                <a:cubicBezTo>
                  <a:pt x="1958" y="1197"/>
                  <a:pt x="1947" y="1195"/>
                  <a:pt x="1935" y="1192"/>
                </a:cubicBezTo>
                <a:cubicBezTo>
                  <a:pt x="1799" y="1116"/>
                  <a:pt x="1795" y="1118"/>
                  <a:pt x="1793" y="1116"/>
                </a:cubicBezTo>
                <a:cubicBezTo>
                  <a:pt x="1777" y="1110"/>
                  <a:pt x="1780" y="1101"/>
                  <a:pt x="1777" y="1100"/>
                </a:cubicBezTo>
                <a:cubicBezTo>
                  <a:pt x="1768" y="1091"/>
                  <a:pt x="1766" y="1092"/>
                  <a:pt x="1768" y="1094"/>
                </a:cubicBezTo>
                <a:cubicBezTo>
                  <a:pt x="1775" y="1110"/>
                  <a:pt x="1784" y="1111"/>
                  <a:pt x="1786" y="1114"/>
                </a:cubicBezTo>
                <a:cubicBezTo>
                  <a:pt x="1836" y="1150"/>
                  <a:pt x="1847" y="1161"/>
                  <a:pt x="1855" y="1163"/>
                </a:cubicBezTo>
                <a:cubicBezTo>
                  <a:pt x="1888" y="1188"/>
                  <a:pt x="1893" y="1191"/>
                  <a:pt x="1895" y="1189"/>
                </a:cubicBezTo>
                <a:cubicBezTo>
                  <a:pt x="1958" y="1223"/>
                  <a:pt x="1978" y="1230"/>
                  <a:pt x="2003" y="1240"/>
                </a:cubicBezTo>
                <a:cubicBezTo>
                  <a:pt x="2041" y="1245"/>
                  <a:pt x="2048" y="1253"/>
                  <a:pt x="2053" y="1252"/>
                </a:cubicBezTo>
                <a:cubicBezTo>
                  <a:pt x="2147" y="1279"/>
                  <a:pt x="2157" y="1282"/>
                  <a:pt x="2166" y="1286"/>
                </a:cubicBezTo>
                <a:cubicBezTo>
                  <a:pt x="2217" y="1301"/>
                  <a:pt x="2237" y="1308"/>
                  <a:pt x="2257" y="1315"/>
                </a:cubicBezTo>
                <a:cubicBezTo>
                  <a:pt x="2324" y="1358"/>
                  <a:pt x="2331" y="1352"/>
                  <a:pt x="2328" y="1357"/>
                </a:cubicBezTo>
                <a:cubicBezTo>
                  <a:pt x="2331" y="1361"/>
                  <a:pt x="2323" y="1361"/>
                  <a:pt x="2312" y="1354"/>
                </a:cubicBezTo>
                <a:cubicBezTo>
                  <a:pt x="2262" y="1327"/>
                  <a:pt x="2258" y="1327"/>
                  <a:pt x="2253" y="1325"/>
                </a:cubicBezTo>
                <a:cubicBezTo>
                  <a:pt x="2222" y="1313"/>
                  <a:pt x="2216" y="1307"/>
                  <a:pt x="2212" y="1308"/>
                </a:cubicBezTo>
                <a:cubicBezTo>
                  <a:pt x="2192" y="1303"/>
                  <a:pt x="2187" y="1302"/>
                  <a:pt x="2182" y="1302"/>
                </a:cubicBezTo>
                <a:cubicBezTo>
                  <a:pt x="2120" y="1285"/>
                  <a:pt x="2116" y="1290"/>
                  <a:pt x="2111" y="1286"/>
                </a:cubicBezTo>
                <a:cubicBezTo>
                  <a:pt x="2062" y="1273"/>
                  <a:pt x="2058" y="1275"/>
                  <a:pt x="2054" y="1274"/>
                </a:cubicBezTo>
                <a:cubicBezTo>
                  <a:pt x="2005" y="1263"/>
                  <a:pt x="2001" y="1263"/>
                  <a:pt x="1996" y="1262"/>
                </a:cubicBezTo>
                <a:cubicBezTo>
                  <a:pt x="1943" y="1252"/>
                  <a:pt x="1934" y="1249"/>
                  <a:pt x="1924" y="1245"/>
                </a:cubicBezTo>
                <a:cubicBezTo>
                  <a:pt x="1874" y="1231"/>
                  <a:pt x="1855" y="1225"/>
                  <a:pt x="1835" y="1217"/>
                </a:cubicBezTo>
                <a:cubicBezTo>
                  <a:pt x="1789" y="1181"/>
                  <a:pt x="1784" y="1176"/>
                  <a:pt x="1780" y="1181"/>
                </a:cubicBezTo>
                <a:cubicBezTo>
                  <a:pt x="1792" y="1194"/>
                  <a:pt x="1801" y="1197"/>
                  <a:pt x="1800" y="1202"/>
                </a:cubicBezTo>
                <a:cubicBezTo>
                  <a:pt x="1724" y="1168"/>
                  <a:pt x="1766" y="1186"/>
                  <a:pt x="1797" y="1207"/>
                </a:cubicBezTo>
                <a:cubicBezTo>
                  <a:pt x="1849" y="1237"/>
                  <a:pt x="1860" y="1244"/>
                  <a:pt x="1870" y="1251"/>
                </a:cubicBezTo>
                <a:cubicBezTo>
                  <a:pt x="2017" y="1319"/>
                  <a:pt x="2027" y="1321"/>
                  <a:pt x="2038" y="1326"/>
                </a:cubicBezTo>
                <a:cubicBezTo>
                  <a:pt x="2062" y="1334"/>
                  <a:pt x="2064" y="1329"/>
                  <a:pt x="2067" y="1332"/>
                </a:cubicBezTo>
                <a:cubicBezTo>
                  <a:pt x="2101" y="1345"/>
                  <a:pt x="2109" y="1344"/>
                  <a:pt x="2117" y="1348"/>
                </a:cubicBezTo>
                <a:cubicBezTo>
                  <a:pt x="2179" y="1365"/>
                  <a:pt x="2190" y="1363"/>
                  <a:pt x="2202" y="1370"/>
                </a:cubicBezTo>
                <a:cubicBezTo>
                  <a:pt x="2239" y="1378"/>
                  <a:pt x="2242" y="1381"/>
                  <a:pt x="2243" y="1379"/>
                </a:cubicBezTo>
                <a:cubicBezTo>
                  <a:pt x="2271" y="1395"/>
                  <a:pt x="2279" y="1390"/>
                  <a:pt x="2289" y="1396"/>
                </a:cubicBezTo>
                <a:cubicBezTo>
                  <a:pt x="2335" y="1407"/>
                  <a:pt x="2342" y="1415"/>
                  <a:pt x="2346" y="1413"/>
                </a:cubicBezTo>
                <a:cubicBezTo>
                  <a:pt x="2436" y="1455"/>
                  <a:pt x="2440" y="1458"/>
                  <a:pt x="2445" y="1461"/>
                </a:cubicBezTo>
                <a:cubicBezTo>
                  <a:pt x="2441" y="1460"/>
                  <a:pt x="2440" y="1470"/>
                  <a:pt x="2435" y="1465"/>
                </a:cubicBezTo>
                <a:cubicBezTo>
                  <a:pt x="2403" y="1446"/>
                  <a:pt x="2399" y="1444"/>
                  <a:pt x="2396" y="1441"/>
                </a:cubicBezTo>
                <a:cubicBezTo>
                  <a:pt x="2345" y="1421"/>
                  <a:pt x="2342" y="1417"/>
                  <a:pt x="2339" y="1419"/>
                </a:cubicBezTo>
                <a:cubicBezTo>
                  <a:pt x="2288" y="1400"/>
                  <a:pt x="2278" y="1399"/>
                  <a:pt x="2267" y="1395"/>
                </a:cubicBezTo>
                <a:cubicBezTo>
                  <a:pt x="2242" y="1393"/>
                  <a:pt x="2238" y="1387"/>
                  <a:pt x="2236" y="1390"/>
                </a:cubicBezTo>
                <a:cubicBezTo>
                  <a:pt x="2185" y="1383"/>
                  <a:pt x="2180" y="1381"/>
                  <a:pt x="2174" y="1380"/>
                </a:cubicBezTo>
                <a:cubicBezTo>
                  <a:pt x="2108" y="1367"/>
                  <a:pt x="2100" y="1369"/>
                  <a:pt x="2091" y="1364"/>
                </a:cubicBezTo>
                <a:cubicBezTo>
                  <a:pt x="2030" y="1352"/>
                  <a:pt x="2020" y="1345"/>
                  <a:pt x="2012" y="1348"/>
                </a:cubicBezTo>
                <a:cubicBezTo>
                  <a:pt x="1921" y="1321"/>
                  <a:pt x="1904" y="1314"/>
                  <a:pt x="1888" y="1310"/>
                </a:cubicBezTo>
                <a:cubicBezTo>
                  <a:pt x="1846" y="1294"/>
                  <a:pt x="1847" y="1280"/>
                  <a:pt x="1844" y="1286"/>
                </a:cubicBezTo>
                <a:cubicBezTo>
                  <a:pt x="1805" y="1264"/>
                  <a:pt x="1802" y="1260"/>
                  <a:pt x="1799" y="1256"/>
                </a:cubicBezTo>
                <a:cubicBezTo>
                  <a:pt x="1792" y="1262"/>
                  <a:pt x="1796" y="1264"/>
                  <a:pt x="1799" y="1267"/>
                </a:cubicBezTo>
                <a:cubicBezTo>
                  <a:pt x="1822" y="1281"/>
                  <a:pt x="1831" y="1288"/>
                  <a:pt x="1839" y="1293"/>
                </a:cubicBezTo>
                <a:cubicBezTo>
                  <a:pt x="1935" y="1335"/>
                  <a:pt x="1945" y="1339"/>
                  <a:pt x="1956" y="1342"/>
                </a:cubicBezTo>
                <a:cubicBezTo>
                  <a:pt x="1993" y="1352"/>
                  <a:pt x="1997" y="1353"/>
                  <a:pt x="2002" y="1352"/>
                </a:cubicBezTo>
                <a:cubicBezTo>
                  <a:pt x="2082" y="1371"/>
                  <a:pt x="2083" y="1372"/>
                  <a:pt x="2085" y="1373"/>
                </a:cubicBezTo>
                <a:cubicBezTo>
                  <a:pt x="2115" y="1375"/>
                  <a:pt x="2118" y="1381"/>
                  <a:pt x="2120" y="1378"/>
                </a:cubicBezTo>
                <a:cubicBezTo>
                  <a:pt x="2155" y="1386"/>
                  <a:pt x="2165" y="1383"/>
                  <a:pt x="2176" y="1389"/>
                </a:cubicBezTo>
                <a:cubicBezTo>
                  <a:pt x="2196" y="1393"/>
                  <a:pt x="2201" y="1391"/>
                  <a:pt x="2207" y="1394"/>
                </a:cubicBezTo>
                <a:cubicBezTo>
                  <a:pt x="2226" y="1393"/>
                  <a:pt x="2232" y="1397"/>
                  <a:pt x="2237" y="1396"/>
                </a:cubicBezTo>
                <a:cubicBezTo>
                  <a:pt x="2289" y="1410"/>
                  <a:pt x="2294" y="1408"/>
                  <a:pt x="2300" y="1412"/>
                </a:cubicBezTo>
                <a:cubicBezTo>
                  <a:pt x="2403" y="1451"/>
                  <a:pt x="2407" y="1454"/>
                  <a:pt x="2411" y="1457"/>
                </a:cubicBezTo>
                <a:cubicBezTo>
                  <a:pt x="2382" y="1460"/>
                  <a:pt x="2378" y="1455"/>
                  <a:pt x="2375" y="1456"/>
                </a:cubicBezTo>
                <a:cubicBezTo>
                  <a:pt x="2349" y="1454"/>
                  <a:pt x="2346" y="1457"/>
                  <a:pt x="2342" y="1455"/>
                </a:cubicBezTo>
                <a:cubicBezTo>
                  <a:pt x="2278" y="1447"/>
                  <a:pt x="2273" y="1444"/>
                  <a:pt x="2267" y="1445"/>
                </a:cubicBezTo>
                <a:cubicBezTo>
                  <a:pt x="2223" y="1440"/>
                  <a:pt x="2219" y="1437"/>
                  <a:pt x="2215" y="1433"/>
                </a:cubicBezTo>
                <a:cubicBezTo>
                  <a:pt x="2193" y="1431"/>
                  <a:pt x="2191" y="1434"/>
                  <a:pt x="2188" y="1434"/>
                </a:cubicBezTo>
                <a:cubicBezTo>
                  <a:pt x="2155" y="1427"/>
                  <a:pt x="2148" y="1421"/>
                  <a:pt x="2143" y="1423"/>
                </a:cubicBezTo>
                <a:cubicBezTo>
                  <a:pt x="2090" y="1417"/>
                  <a:pt x="2083" y="1408"/>
                  <a:pt x="2079" y="1413"/>
                </a:cubicBezTo>
                <a:cubicBezTo>
                  <a:pt x="1999" y="1398"/>
                  <a:pt x="1989" y="1393"/>
                  <a:pt x="1980" y="1392"/>
                </a:cubicBezTo>
                <a:cubicBezTo>
                  <a:pt x="1957" y="1385"/>
                  <a:pt x="1954" y="1382"/>
                  <a:pt x="1952" y="1384"/>
                </a:cubicBezTo>
                <a:cubicBezTo>
                  <a:pt x="1867" y="1355"/>
                  <a:pt x="1868" y="1352"/>
                  <a:pt x="1868" y="1352"/>
                </a:cubicBezTo>
                <a:cubicBezTo>
                  <a:pt x="1854" y="1345"/>
                  <a:pt x="1853" y="1346"/>
                  <a:pt x="1851" y="1346"/>
                </a:cubicBezTo>
                <a:cubicBezTo>
                  <a:pt x="1819" y="1330"/>
                  <a:pt x="1814" y="1322"/>
                  <a:pt x="1810" y="1321"/>
                </a:cubicBezTo>
                <a:cubicBezTo>
                  <a:pt x="1759" y="1288"/>
                  <a:pt x="1760" y="1285"/>
                  <a:pt x="1757" y="1283"/>
                </a:cubicBezTo>
                <a:cubicBezTo>
                  <a:pt x="1737" y="1278"/>
                  <a:pt x="1744" y="1285"/>
                  <a:pt x="1751" y="1292"/>
                </a:cubicBezTo>
                <a:cubicBezTo>
                  <a:pt x="1824" y="1336"/>
                  <a:pt x="1820" y="1339"/>
                  <a:pt x="1825" y="1342"/>
                </a:cubicBezTo>
                <a:cubicBezTo>
                  <a:pt x="1914" y="1376"/>
                  <a:pt x="1921" y="1385"/>
                  <a:pt x="1926" y="1383"/>
                </a:cubicBezTo>
                <a:cubicBezTo>
                  <a:pt x="1966" y="1396"/>
                  <a:pt x="1970" y="1399"/>
                  <a:pt x="1972" y="1397"/>
                </a:cubicBezTo>
                <a:cubicBezTo>
                  <a:pt x="2078" y="1420"/>
                  <a:pt x="2102" y="1426"/>
                  <a:pt x="2125" y="1426"/>
                </a:cubicBezTo>
                <a:cubicBezTo>
                  <a:pt x="2205" y="1443"/>
                  <a:pt x="2211" y="1443"/>
                  <a:pt x="2217" y="1442"/>
                </a:cubicBezTo>
                <a:cubicBezTo>
                  <a:pt x="2256" y="1449"/>
                  <a:pt x="2259" y="1450"/>
                  <a:pt x="2263" y="1452"/>
                </a:cubicBezTo>
                <a:cubicBezTo>
                  <a:pt x="2241" y="1449"/>
                  <a:pt x="2235" y="1450"/>
                  <a:pt x="2228" y="1453"/>
                </a:cubicBezTo>
                <a:cubicBezTo>
                  <a:pt x="2161" y="1450"/>
                  <a:pt x="2138" y="1452"/>
                  <a:pt x="2115" y="1453"/>
                </a:cubicBezTo>
                <a:cubicBezTo>
                  <a:pt x="2033" y="1453"/>
                  <a:pt x="2030" y="1453"/>
                  <a:pt x="2027" y="1452"/>
                </a:cubicBezTo>
                <a:cubicBezTo>
                  <a:pt x="1998" y="1450"/>
                  <a:pt x="1996" y="1456"/>
                  <a:pt x="1992" y="1450"/>
                </a:cubicBezTo>
                <a:cubicBezTo>
                  <a:pt x="1962" y="1449"/>
                  <a:pt x="1960" y="1455"/>
                  <a:pt x="1955" y="1449"/>
                </a:cubicBezTo>
                <a:cubicBezTo>
                  <a:pt x="1918" y="1451"/>
                  <a:pt x="1915" y="1451"/>
                  <a:pt x="1912" y="1452"/>
                </a:cubicBezTo>
                <a:cubicBezTo>
                  <a:pt x="1934" y="1456"/>
                  <a:pt x="1942" y="1456"/>
                  <a:pt x="1951" y="1457"/>
                </a:cubicBezTo>
                <a:cubicBezTo>
                  <a:pt x="1993" y="1458"/>
                  <a:pt x="1997" y="1456"/>
                  <a:pt x="2001" y="1459"/>
                </a:cubicBezTo>
                <a:cubicBezTo>
                  <a:pt x="2056" y="1461"/>
                  <a:pt x="2060" y="1459"/>
                  <a:pt x="2065" y="1462"/>
                </a:cubicBezTo>
                <a:cubicBezTo>
                  <a:pt x="2095" y="1465"/>
                  <a:pt x="2098" y="1457"/>
                  <a:pt x="2104" y="1462"/>
                </a:cubicBezTo>
                <a:cubicBezTo>
                  <a:pt x="2171" y="1462"/>
                  <a:pt x="2187" y="1459"/>
                  <a:pt x="2205" y="1461"/>
                </a:cubicBezTo>
                <a:cubicBezTo>
                  <a:pt x="2239" y="1464"/>
                  <a:pt x="2246" y="1458"/>
                  <a:pt x="2255" y="1463"/>
                </a:cubicBezTo>
                <a:cubicBezTo>
                  <a:pt x="2379" y="1467"/>
                  <a:pt x="2385" y="1469"/>
                  <a:pt x="2390" y="1469"/>
                </a:cubicBezTo>
                <a:cubicBezTo>
                  <a:pt x="2447" y="1477"/>
                  <a:pt x="2453" y="1485"/>
                  <a:pt x="2456" y="1481"/>
                </a:cubicBezTo>
                <a:cubicBezTo>
                  <a:pt x="2471" y="1483"/>
                  <a:pt x="2476" y="1485"/>
                  <a:pt x="2480" y="1484"/>
                </a:cubicBezTo>
                <a:cubicBezTo>
                  <a:pt x="2496" y="1492"/>
                  <a:pt x="2489" y="1491"/>
                  <a:pt x="2481" y="1490"/>
                </a:cubicBezTo>
                <a:cubicBezTo>
                  <a:pt x="2459" y="1486"/>
                  <a:pt x="2459" y="1488"/>
                  <a:pt x="2457" y="1487"/>
                </a:cubicBezTo>
                <a:cubicBezTo>
                  <a:pt x="2436" y="1484"/>
                  <a:pt x="2430" y="1485"/>
                  <a:pt x="2423" y="1483"/>
                </a:cubicBezTo>
                <a:cubicBezTo>
                  <a:pt x="2367" y="1482"/>
                  <a:pt x="2348" y="1479"/>
                  <a:pt x="2330" y="1481"/>
                </a:cubicBezTo>
                <a:cubicBezTo>
                  <a:pt x="2283" y="1485"/>
                  <a:pt x="2277" y="1479"/>
                  <a:pt x="2273" y="1480"/>
                </a:cubicBezTo>
                <a:cubicBezTo>
                  <a:pt x="2200" y="1484"/>
                  <a:pt x="2196" y="1487"/>
                  <a:pt x="2191" y="1488"/>
                </a:cubicBezTo>
                <a:cubicBezTo>
                  <a:pt x="2155" y="1488"/>
                  <a:pt x="2153" y="1490"/>
                  <a:pt x="2150" y="1487"/>
                </a:cubicBezTo>
                <a:cubicBezTo>
                  <a:pt x="2117" y="1486"/>
                  <a:pt x="2113" y="1490"/>
                  <a:pt x="2108" y="1488"/>
                </a:cubicBezTo>
                <a:cubicBezTo>
                  <a:pt x="2069" y="1483"/>
                  <a:pt x="2060" y="1487"/>
                  <a:pt x="2050" y="1484"/>
                </a:cubicBezTo>
                <a:cubicBezTo>
                  <a:pt x="1988" y="1472"/>
                  <a:pt x="1985" y="1477"/>
                  <a:pt x="1979" y="1473"/>
                </a:cubicBezTo>
                <a:cubicBezTo>
                  <a:pt x="1945" y="1469"/>
                  <a:pt x="1938" y="1456"/>
                  <a:pt x="1935" y="1464"/>
                </a:cubicBezTo>
                <a:cubicBezTo>
                  <a:pt x="2001" y="1482"/>
                  <a:pt x="2009" y="1487"/>
                  <a:pt x="2015" y="1486"/>
                </a:cubicBezTo>
                <a:cubicBezTo>
                  <a:pt x="2080" y="1493"/>
                  <a:pt x="2086" y="1494"/>
                  <a:pt x="2094" y="1497"/>
                </a:cubicBezTo>
                <a:cubicBezTo>
                  <a:pt x="2167" y="1495"/>
                  <a:pt x="2186" y="1498"/>
                  <a:pt x="2203" y="1494"/>
                </a:cubicBezTo>
                <a:cubicBezTo>
                  <a:pt x="2239" y="1495"/>
                  <a:pt x="2241" y="1492"/>
                  <a:pt x="2244" y="1492"/>
                </a:cubicBezTo>
                <a:cubicBezTo>
                  <a:pt x="2289" y="1487"/>
                  <a:pt x="2294" y="1490"/>
                  <a:pt x="2298" y="1489"/>
                </a:cubicBezTo>
                <a:cubicBezTo>
                  <a:pt x="2349" y="1491"/>
                  <a:pt x="2358" y="1488"/>
                  <a:pt x="2368" y="1491"/>
                </a:cubicBezTo>
                <a:cubicBezTo>
                  <a:pt x="2408" y="1491"/>
                  <a:pt x="2409" y="1489"/>
                  <a:pt x="2412" y="1491"/>
                </a:cubicBezTo>
                <a:cubicBezTo>
                  <a:pt x="2452" y="1494"/>
                  <a:pt x="2456" y="1493"/>
                  <a:pt x="2462" y="1498"/>
                </a:cubicBezTo>
                <a:cubicBezTo>
                  <a:pt x="2494" y="1499"/>
                  <a:pt x="2499" y="1504"/>
                  <a:pt x="2504" y="1503"/>
                </a:cubicBezTo>
                <a:cubicBezTo>
                  <a:pt x="2539" y="1513"/>
                  <a:pt x="2541" y="1511"/>
                  <a:pt x="2544" y="1514"/>
                </a:cubicBezTo>
                <a:cubicBezTo>
                  <a:pt x="2540" y="1522"/>
                  <a:pt x="2534" y="1517"/>
                  <a:pt x="2528" y="1514"/>
                </a:cubicBezTo>
                <a:cubicBezTo>
                  <a:pt x="2499" y="1515"/>
                  <a:pt x="2495" y="1516"/>
                  <a:pt x="2491" y="1515"/>
                </a:cubicBezTo>
                <a:cubicBezTo>
                  <a:pt x="2470" y="1517"/>
                  <a:pt x="2461" y="1511"/>
                  <a:pt x="2453" y="1516"/>
                </a:cubicBezTo>
                <a:cubicBezTo>
                  <a:pt x="2361" y="1511"/>
                  <a:pt x="2358" y="1522"/>
                  <a:pt x="2352" y="1514"/>
                </a:cubicBezTo>
                <a:cubicBezTo>
                  <a:pt x="2303" y="1521"/>
                  <a:pt x="2299" y="1520"/>
                  <a:pt x="2295" y="1521"/>
                </a:cubicBezTo>
                <a:cubicBezTo>
                  <a:pt x="2268" y="1522"/>
                  <a:pt x="2265" y="1529"/>
                  <a:pt x="2260" y="1526"/>
                </a:cubicBezTo>
                <a:cubicBezTo>
                  <a:pt x="2207" y="1533"/>
                  <a:pt x="2198" y="1529"/>
                  <a:pt x="2191" y="1533"/>
                </a:cubicBezTo>
                <a:cubicBezTo>
                  <a:pt x="2159" y="1533"/>
                  <a:pt x="2151" y="1531"/>
                  <a:pt x="2144" y="1533"/>
                </a:cubicBezTo>
                <a:cubicBezTo>
                  <a:pt x="2122" y="1534"/>
                  <a:pt x="2121" y="1537"/>
                  <a:pt x="2124" y="1535"/>
                </a:cubicBezTo>
                <a:cubicBezTo>
                  <a:pt x="2146" y="1533"/>
                  <a:pt x="2152" y="1539"/>
                  <a:pt x="2156" y="1538"/>
                </a:cubicBezTo>
                <a:cubicBezTo>
                  <a:pt x="2199" y="1537"/>
                  <a:pt x="2208" y="1537"/>
                  <a:pt x="2217" y="1537"/>
                </a:cubicBezTo>
                <a:cubicBezTo>
                  <a:pt x="2258" y="1531"/>
                  <a:pt x="2264" y="1537"/>
                  <a:pt x="2268" y="1534"/>
                </a:cubicBezTo>
                <a:cubicBezTo>
                  <a:pt x="2296" y="1526"/>
                  <a:pt x="2301" y="1531"/>
                  <a:pt x="2304" y="1527"/>
                </a:cubicBezTo>
                <a:cubicBezTo>
                  <a:pt x="2335" y="1525"/>
                  <a:pt x="2338" y="1528"/>
                  <a:pt x="2341" y="1528"/>
                </a:cubicBezTo>
                <a:cubicBezTo>
                  <a:pt x="2369" y="1527"/>
                  <a:pt x="2374" y="1522"/>
                  <a:pt x="2379" y="1525"/>
                </a:cubicBezTo>
                <a:cubicBezTo>
                  <a:pt x="2415" y="1519"/>
                  <a:pt x="2422" y="1529"/>
                  <a:pt x="2426" y="1521"/>
                </a:cubicBezTo>
                <a:cubicBezTo>
                  <a:pt x="2479" y="1523"/>
                  <a:pt x="2484" y="1524"/>
                  <a:pt x="2489" y="1524"/>
                </a:cubicBezTo>
                <a:cubicBezTo>
                  <a:pt x="2510" y="1525"/>
                  <a:pt x="2516" y="1524"/>
                  <a:pt x="2521" y="1524"/>
                </a:cubicBezTo>
                <a:cubicBezTo>
                  <a:pt x="2547" y="1526"/>
                  <a:pt x="2559" y="1534"/>
                  <a:pt x="2570" y="1533"/>
                </a:cubicBezTo>
                <a:cubicBezTo>
                  <a:pt x="2608" y="1551"/>
                  <a:pt x="2617" y="1556"/>
                  <a:pt x="2627" y="1558"/>
                </a:cubicBezTo>
                <a:cubicBezTo>
                  <a:pt x="2654" y="1575"/>
                  <a:pt x="2658" y="1582"/>
                  <a:pt x="2661" y="1578"/>
                </a:cubicBezTo>
                <a:cubicBezTo>
                  <a:pt x="2679" y="1592"/>
                  <a:pt x="2668" y="1591"/>
                  <a:pt x="2658" y="1587"/>
                </a:cubicBezTo>
                <a:cubicBezTo>
                  <a:pt x="2602" y="1571"/>
                  <a:pt x="2598" y="1576"/>
                  <a:pt x="2592" y="1572"/>
                </a:cubicBezTo>
                <a:cubicBezTo>
                  <a:pt x="2493" y="1566"/>
                  <a:pt x="2486" y="1559"/>
                  <a:pt x="2482" y="1564"/>
                </a:cubicBezTo>
                <a:cubicBezTo>
                  <a:pt x="2454" y="1559"/>
                  <a:pt x="2452" y="1559"/>
                  <a:pt x="2450" y="1561"/>
                </a:cubicBezTo>
                <a:cubicBezTo>
                  <a:pt x="2407" y="1554"/>
                  <a:pt x="2405" y="1561"/>
                  <a:pt x="2401" y="1560"/>
                </a:cubicBezTo>
                <a:cubicBezTo>
                  <a:pt x="2363" y="1561"/>
                  <a:pt x="2358" y="1554"/>
                  <a:pt x="2355" y="1558"/>
                </a:cubicBezTo>
                <a:cubicBezTo>
                  <a:pt x="2328" y="1563"/>
                  <a:pt x="2323" y="1555"/>
                  <a:pt x="2321" y="1561"/>
                </a:cubicBezTo>
                <a:cubicBezTo>
                  <a:pt x="2293" y="1560"/>
                  <a:pt x="2290" y="1562"/>
                  <a:pt x="2286" y="1562"/>
                </a:cubicBezTo>
                <a:cubicBezTo>
                  <a:pt x="2243" y="1564"/>
                  <a:pt x="2236" y="1566"/>
                  <a:pt x="2229" y="1566"/>
                </a:cubicBezTo>
                <a:cubicBezTo>
                  <a:pt x="2173" y="1564"/>
                  <a:pt x="2167" y="1569"/>
                  <a:pt x="2158" y="1566"/>
                </a:cubicBezTo>
                <a:cubicBezTo>
                  <a:pt x="2121" y="1565"/>
                  <a:pt x="2118" y="1572"/>
                  <a:pt x="2113" y="1567"/>
                </a:cubicBezTo>
                <a:cubicBezTo>
                  <a:pt x="2076" y="1567"/>
                  <a:pt x="2075" y="1564"/>
                  <a:pt x="2074" y="1562"/>
                </a:cubicBezTo>
                <a:cubicBezTo>
                  <a:pt x="2035" y="1553"/>
                  <a:pt x="2033" y="1551"/>
                  <a:pt x="2031" y="1549"/>
                </a:cubicBezTo>
                <a:cubicBezTo>
                  <a:pt x="2019" y="1549"/>
                  <a:pt x="2032" y="1553"/>
                  <a:pt x="2045" y="1559"/>
                </a:cubicBezTo>
                <a:cubicBezTo>
                  <a:pt x="2068" y="1563"/>
                  <a:pt x="2066" y="1572"/>
                  <a:pt x="2070" y="1568"/>
                </a:cubicBezTo>
                <a:cubicBezTo>
                  <a:pt x="2092" y="1572"/>
                  <a:pt x="2098" y="1570"/>
                  <a:pt x="2102" y="1576"/>
                </a:cubicBezTo>
                <a:cubicBezTo>
                  <a:pt x="2162" y="1582"/>
                  <a:pt x="2171" y="1587"/>
                  <a:pt x="2179" y="1585"/>
                </a:cubicBezTo>
                <a:cubicBezTo>
                  <a:pt x="2207" y="1588"/>
                  <a:pt x="2208" y="1584"/>
                  <a:pt x="2211" y="1585"/>
                </a:cubicBezTo>
                <a:cubicBezTo>
                  <a:pt x="2233" y="1583"/>
                  <a:pt x="2239" y="1590"/>
                  <a:pt x="2242" y="1585"/>
                </a:cubicBezTo>
                <a:cubicBezTo>
                  <a:pt x="2263" y="1586"/>
                  <a:pt x="2272" y="1586"/>
                  <a:pt x="2280" y="1587"/>
                </a:cubicBezTo>
                <a:cubicBezTo>
                  <a:pt x="2313" y="1585"/>
                  <a:pt x="2323" y="1589"/>
                  <a:pt x="2331" y="1589"/>
                </a:cubicBezTo>
                <a:cubicBezTo>
                  <a:pt x="2365" y="1592"/>
                  <a:pt x="2367" y="1591"/>
                  <a:pt x="2369" y="1591"/>
                </a:cubicBezTo>
                <a:cubicBezTo>
                  <a:pt x="2399" y="1594"/>
                  <a:pt x="2405" y="1600"/>
                  <a:pt x="2408" y="1596"/>
                </a:cubicBezTo>
                <a:cubicBezTo>
                  <a:pt x="2442" y="1597"/>
                  <a:pt x="2451" y="1602"/>
                  <a:pt x="2459" y="1598"/>
                </a:cubicBezTo>
                <a:cubicBezTo>
                  <a:pt x="2471" y="1601"/>
                  <a:pt x="2473" y="1601"/>
                  <a:pt x="2475" y="1601"/>
                </a:cubicBezTo>
                <a:cubicBezTo>
                  <a:pt x="2445" y="1606"/>
                  <a:pt x="2443" y="1607"/>
                  <a:pt x="2439" y="1604"/>
                </a:cubicBezTo>
                <a:cubicBezTo>
                  <a:pt x="2395" y="1607"/>
                  <a:pt x="2374" y="1608"/>
                  <a:pt x="2352" y="1609"/>
                </a:cubicBezTo>
                <a:cubicBezTo>
                  <a:pt x="2254" y="1621"/>
                  <a:pt x="2247" y="1616"/>
                  <a:pt x="2243" y="1620"/>
                </a:cubicBezTo>
                <a:cubicBezTo>
                  <a:pt x="2203" y="1616"/>
                  <a:pt x="2183" y="1620"/>
                  <a:pt x="2161" y="1620"/>
                </a:cubicBezTo>
                <a:cubicBezTo>
                  <a:pt x="2112" y="1621"/>
                  <a:pt x="2109" y="1622"/>
                  <a:pt x="2107" y="1623"/>
                </a:cubicBezTo>
                <a:cubicBezTo>
                  <a:pt x="2030" y="1621"/>
                  <a:pt x="2026" y="1616"/>
                  <a:pt x="2024" y="1618"/>
                </a:cubicBezTo>
                <a:cubicBezTo>
                  <a:pt x="1994" y="1611"/>
                  <a:pt x="1990" y="1617"/>
                  <a:pt x="1983" y="1612"/>
                </a:cubicBezTo>
                <a:cubicBezTo>
                  <a:pt x="1985" y="1614"/>
                  <a:pt x="1988" y="1619"/>
                  <a:pt x="1991" y="1617"/>
                </a:cubicBezTo>
                <a:cubicBezTo>
                  <a:pt x="2042" y="1624"/>
                  <a:pt x="2053" y="1625"/>
                  <a:pt x="2063" y="1626"/>
                </a:cubicBezTo>
                <a:cubicBezTo>
                  <a:pt x="2134" y="1631"/>
                  <a:pt x="2138" y="1625"/>
                  <a:pt x="2144" y="1627"/>
                </a:cubicBezTo>
                <a:cubicBezTo>
                  <a:pt x="2193" y="1623"/>
                  <a:pt x="2196" y="1627"/>
                  <a:pt x="2199" y="1627"/>
                </a:cubicBezTo>
                <a:cubicBezTo>
                  <a:pt x="2212" y="1625"/>
                  <a:pt x="2218" y="1627"/>
                  <a:pt x="2223" y="1625"/>
                </a:cubicBezTo>
                <a:cubicBezTo>
                  <a:pt x="2307" y="1624"/>
                  <a:pt x="2311" y="1617"/>
                  <a:pt x="2317" y="1622"/>
                </a:cubicBezTo>
                <a:cubicBezTo>
                  <a:pt x="2338" y="1618"/>
                  <a:pt x="2344" y="1620"/>
                  <a:pt x="2349" y="1617"/>
                </a:cubicBezTo>
                <a:cubicBezTo>
                  <a:pt x="2418" y="1614"/>
                  <a:pt x="2424" y="1617"/>
                  <a:pt x="2428" y="1612"/>
                </a:cubicBezTo>
                <a:cubicBezTo>
                  <a:pt x="2486" y="1613"/>
                  <a:pt x="2495" y="1611"/>
                  <a:pt x="2504" y="1613"/>
                </a:cubicBezTo>
                <a:cubicBezTo>
                  <a:pt x="2538" y="1616"/>
                  <a:pt x="2544" y="1614"/>
                  <a:pt x="2551" y="1618"/>
                </a:cubicBezTo>
                <a:cubicBezTo>
                  <a:pt x="2576" y="1617"/>
                  <a:pt x="2582" y="1619"/>
                  <a:pt x="2589" y="1619"/>
                </a:cubicBezTo>
                <a:cubicBezTo>
                  <a:pt x="2605" y="1620"/>
                  <a:pt x="2607" y="1617"/>
                  <a:pt x="2606" y="1621"/>
                </a:cubicBezTo>
                <a:cubicBezTo>
                  <a:pt x="2570" y="1626"/>
                  <a:pt x="2567" y="1624"/>
                  <a:pt x="2565" y="1624"/>
                </a:cubicBezTo>
                <a:cubicBezTo>
                  <a:pt x="2544" y="1626"/>
                  <a:pt x="2543" y="1633"/>
                  <a:pt x="2539" y="1631"/>
                </a:cubicBezTo>
                <a:cubicBezTo>
                  <a:pt x="2525" y="1626"/>
                  <a:pt x="2522" y="1626"/>
                  <a:pt x="2519" y="1625"/>
                </a:cubicBezTo>
                <a:cubicBezTo>
                  <a:pt x="2488" y="1626"/>
                  <a:pt x="2486" y="1632"/>
                  <a:pt x="2482" y="1630"/>
                </a:cubicBezTo>
                <a:cubicBezTo>
                  <a:pt x="2437" y="1636"/>
                  <a:pt x="2418" y="1631"/>
                  <a:pt x="2401" y="1638"/>
                </a:cubicBezTo>
                <a:cubicBezTo>
                  <a:pt x="2369" y="1638"/>
                  <a:pt x="2365" y="1641"/>
                  <a:pt x="2360" y="1640"/>
                </a:cubicBezTo>
                <a:cubicBezTo>
                  <a:pt x="2288" y="1646"/>
                  <a:pt x="2283" y="1643"/>
                  <a:pt x="2279" y="1644"/>
                </a:cubicBezTo>
                <a:cubicBezTo>
                  <a:pt x="2247" y="1646"/>
                  <a:pt x="2241" y="1643"/>
                  <a:pt x="2237" y="1644"/>
                </a:cubicBezTo>
                <a:cubicBezTo>
                  <a:pt x="2191" y="1641"/>
                  <a:pt x="2187" y="1648"/>
                  <a:pt x="2181" y="1641"/>
                </a:cubicBezTo>
                <a:cubicBezTo>
                  <a:pt x="2122" y="1643"/>
                  <a:pt x="2117" y="1637"/>
                  <a:pt x="2113" y="1638"/>
                </a:cubicBezTo>
                <a:cubicBezTo>
                  <a:pt x="2065" y="1636"/>
                  <a:pt x="2061" y="1637"/>
                  <a:pt x="2056" y="1637"/>
                </a:cubicBezTo>
                <a:cubicBezTo>
                  <a:pt x="2022" y="1634"/>
                  <a:pt x="2017" y="1630"/>
                  <a:pt x="2012" y="1631"/>
                </a:cubicBezTo>
                <a:cubicBezTo>
                  <a:pt x="2047" y="1640"/>
                  <a:pt x="2052" y="1641"/>
                  <a:pt x="2057" y="1640"/>
                </a:cubicBezTo>
                <a:cubicBezTo>
                  <a:pt x="2091" y="1647"/>
                  <a:pt x="2095" y="1643"/>
                  <a:pt x="2100" y="1645"/>
                </a:cubicBezTo>
                <a:cubicBezTo>
                  <a:pt x="2132" y="1645"/>
                  <a:pt x="2135" y="1647"/>
                  <a:pt x="2137" y="1649"/>
                </a:cubicBezTo>
                <a:cubicBezTo>
                  <a:pt x="2164" y="1651"/>
                  <a:pt x="2167" y="1648"/>
                  <a:pt x="2170" y="1650"/>
                </a:cubicBezTo>
                <a:cubicBezTo>
                  <a:pt x="2195" y="1655"/>
                  <a:pt x="2198" y="1646"/>
                  <a:pt x="2204" y="1651"/>
                </a:cubicBezTo>
                <a:cubicBezTo>
                  <a:pt x="2257" y="1652"/>
                  <a:pt x="2266" y="1651"/>
                  <a:pt x="2276" y="1652"/>
                </a:cubicBezTo>
                <a:cubicBezTo>
                  <a:pt x="2344" y="1649"/>
                  <a:pt x="2354" y="1649"/>
                  <a:pt x="2363" y="1647"/>
                </a:cubicBezTo>
                <a:cubicBezTo>
                  <a:pt x="2397" y="1650"/>
                  <a:pt x="2400" y="1643"/>
                  <a:pt x="2405" y="1644"/>
                </a:cubicBezTo>
                <a:cubicBezTo>
                  <a:pt x="2459" y="1643"/>
                  <a:pt x="2467" y="1634"/>
                  <a:pt x="2478" y="1640"/>
                </a:cubicBezTo>
                <a:cubicBezTo>
                  <a:pt x="2425" y="1649"/>
                  <a:pt x="2417" y="1651"/>
                  <a:pt x="2410" y="1652"/>
                </a:cubicBezTo>
                <a:cubicBezTo>
                  <a:pt x="2383" y="1656"/>
                  <a:pt x="2381" y="1661"/>
                  <a:pt x="2376" y="1659"/>
                </a:cubicBezTo>
                <a:cubicBezTo>
                  <a:pt x="2349" y="1660"/>
                  <a:pt x="2346" y="1666"/>
                  <a:pt x="2341" y="1661"/>
                </a:cubicBezTo>
                <a:cubicBezTo>
                  <a:pt x="2303" y="1667"/>
                  <a:pt x="2299" y="1668"/>
                  <a:pt x="2295" y="1667"/>
                </a:cubicBezTo>
                <a:cubicBezTo>
                  <a:pt x="2267" y="1667"/>
                  <a:pt x="2260" y="1667"/>
                  <a:pt x="2253" y="1668"/>
                </a:cubicBezTo>
                <a:cubicBezTo>
                  <a:pt x="2216" y="1663"/>
                  <a:pt x="2215" y="1672"/>
                  <a:pt x="2210" y="1669"/>
                </a:cubicBezTo>
                <a:cubicBezTo>
                  <a:pt x="2143" y="1667"/>
                  <a:pt x="2139" y="1664"/>
                  <a:pt x="2136" y="1669"/>
                </a:cubicBezTo>
                <a:cubicBezTo>
                  <a:pt x="2175" y="1676"/>
                  <a:pt x="2181" y="1672"/>
                  <a:pt x="2188" y="1675"/>
                </a:cubicBezTo>
                <a:cubicBezTo>
                  <a:pt x="2221" y="1675"/>
                  <a:pt x="2222" y="1675"/>
                  <a:pt x="2223" y="1672"/>
                </a:cubicBezTo>
                <a:cubicBezTo>
                  <a:pt x="2253" y="1672"/>
                  <a:pt x="2257" y="1673"/>
                  <a:pt x="2260" y="1676"/>
                </a:cubicBezTo>
                <a:cubicBezTo>
                  <a:pt x="2296" y="1677"/>
                  <a:pt x="2293" y="1681"/>
                  <a:pt x="2300" y="1684"/>
                </a:cubicBezTo>
                <a:cubicBezTo>
                  <a:pt x="2357" y="1678"/>
                  <a:pt x="2366" y="1682"/>
                  <a:pt x="2374" y="1678"/>
                </a:cubicBezTo>
                <a:cubicBezTo>
                  <a:pt x="2435" y="1674"/>
                  <a:pt x="2440" y="1673"/>
                  <a:pt x="2445" y="1673"/>
                </a:cubicBezTo>
                <a:cubicBezTo>
                  <a:pt x="2465" y="1667"/>
                  <a:pt x="2471" y="1669"/>
                  <a:pt x="2476" y="1667"/>
                </a:cubicBezTo>
                <a:cubicBezTo>
                  <a:pt x="2508" y="1661"/>
                  <a:pt x="2512" y="1666"/>
                  <a:pt x="2514" y="1664"/>
                </a:cubicBezTo>
                <a:cubicBezTo>
                  <a:pt x="2547" y="1662"/>
                  <a:pt x="2554" y="1661"/>
                  <a:pt x="2560" y="1658"/>
                </a:cubicBezTo>
                <a:cubicBezTo>
                  <a:pt x="2620" y="1652"/>
                  <a:pt x="2623" y="1651"/>
                  <a:pt x="2626" y="1650"/>
                </a:cubicBezTo>
                <a:cubicBezTo>
                  <a:pt x="2662" y="1652"/>
                  <a:pt x="2669" y="1652"/>
                  <a:pt x="2675" y="1651"/>
                </a:cubicBezTo>
                <a:cubicBezTo>
                  <a:pt x="2724" y="1652"/>
                  <a:pt x="2732" y="1655"/>
                  <a:pt x="2739" y="1654"/>
                </a:cubicBezTo>
                <a:cubicBezTo>
                  <a:pt x="2796" y="1661"/>
                  <a:pt x="2800" y="1664"/>
                  <a:pt x="2803" y="1663"/>
                </a:cubicBezTo>
                <a:cubicBezTo>
                  <a:pt x="2817" y="1678"/>
                  <a:pt x="2813" y="1673"/>
                  <a:pt x="2811" y="1675"/>
                </a:cubicBezTo>
                <a:cubicBezTo>
                  <a:pt x="2770" y="1672"/>
                  <a:pt x="2758" y="1673"/>
                  <a:pt x="2745" y="1671"/>
                </a:cubicBezTo>
                <a:cubicBezTo>
                  <a:pt x="2650" y="1676"/>
                  <a:pt x="2646" y="1683"/>
                  <a:pt x="2638" y="1679"/>
                </a:cubicBezTo>
                <a:cubicBezTo>
                  <a:pt x="2619" y="1686"/>
                  <a:pt x="2615" y="1682"/>
                  <a:pt x="2613" y="1685"/>
                </a:cubicBezTo>
                <a:cubicBezTo>
                  <a:pt x="2593" y="1688"/>
                  <a:pt x="2590" y="1688"/>
                  <a:pt x="2587" y="1689"/>
                </a:cubicBezTo>
                <a:cubicBezTo>
                  <a:pt x="2558" y="1695"/>
                  <a:pt x="2555" y="1695"/>
                  <a:pt x="2552" y="1697"/>
                </a:cubicBezTo>
                <a:cubicBezTo>
                  <a:pt x="2509" y="1701"/>
                  <a:pt x="2506" y="1705"/>
                  <a:pt x="2501" y="1700"/>
                </a:cubicBezTo>
                <a:cubicBezTo>
                  <a:pt x="2459" y="1707"/>
                  <a:pt x="2451" y="1707"/>
                  <a:pt x="2443" y="1708"/>
                </a:cubicBezTo>
                <a:cubicBezTo>
                  <a:pt x="2414" y="1713"/>
                  <a:pt x="2406" y="1710"/>
                  <a:pt x="2398" y="1713"/>
                </a:cubicBezTo>
                <a:cubicBezTo>
                  <a:pt x="2321" y="1710"/>
                  <a:pt x="2314" y="1713"/>
                  <a:pt x="2305" y="1711"/>
                </a:cubicBezTo>
                <a:cubicBezTo>
                  <a:pt x="2241" y="1703"/>
                  <a:pt x="2226" y="1705"/>
                  <a:pt x="2210" y="1700"/>
                </a:cubicBezTo>
                <a:cubicBezTo>
                  <a:pt x="2178" y="1697"/>
                  <a:pt x="2168" y="1688"/>
                  <a:pt x="2161" y="1691"/>
                </a:cubicBezTo>
                <a:cubicBezTo>
                  <a:pt x="2204" y="1705"/>
                  <a:pt x="2210" y="1706"/>
                  <a:pt x="2216" y="1707"/>
                </a:cubicBezTo>
                <a:cubicBezTo>
                  <a:pt x="2314" y="1720"/>
                  <a:pt x="2320" y="1719"/>
                  <a:pt x="2326" y="1719"/>
                </a:cubicBezTo>
                <a:cubicBezTo>
                  <a:pt x="2366" y="1716"/>
                  <a:pt x="2374" y="1724"/>
                  <a:pt x="2380" y="1721"/>
                </a:cubicBezTo>
                <a:cubicBezTo>
                  <a:pt x="2490" y="1712"/>
                  <a:pt x="2502" y="1711"/>
                  <a:pt x="2514" y="1711"/>
                </a:cubicBezTo>
                <a:cubicBezTo>
                  <a:pt x="2560" y="1701"/>
                  <a:pt x="2570" y="1701"/>
                  <a:pt x="2580" y="1700"/>
                </a:cubicBezTo>
                <a:cubicBezTo>
                  <a:pt x="2624" y="1689"/>
                  <a:pt x="2627" y="1689"/>
                  <a:pt x="2630" y="1691"/>
                </a:cubicBezTo>
                <a:cubicBezTo>
                  <a:pt x="2674" y="1686"/>
                  <a:pt x="2680" y="1685"/>
                  <a:pt x="2687" y="1685"/>
                </a:cubicBezTo>
                <a:cubicBezTo>
                  <a:pt x="2721" y="1678"/>
                  <a:pt x="2725" y="1684"/>
                  <a:pt x="2728" y="1681"/>
                </a:cubicBezTo>
                <a:cubicBezTo>
                  <a:pt x="2748" y="1684"/>
                  <a:pt x="2750" y="1680"/>
                  <a:pt x="2752" y="1681"/>
                </a:cubicBezTo>
                <a:cubicBezTo>
                  <a:pt x="2779" y="1689"/>
                  <a:pt x="2773" y="1678"/>
                  <a:pt x="2772" y="1686"/>
                </a:cubicBezTo>
                <a:cubicBezTo>
                  <a:pt x="2733" y="1690"/>
                  <a:pt x="2731" y="1691"/>
                  <a:pt x="2729" y="1692"/>
                </a:cubicBezTo>
                <a:cubicBezTo>
                  <a:pt x="2699" y="1696"/>
                  <a:pt x="2691" y="1701"/>
                  <a:pt x="2682" y="1703"/>
                </a:cubicBezTo>
                <a:cubicBezTo>
                  <a:pt x="2646" y="1707"/>
                  <a:pt x="2638" y="1713"/>
                  <a:pt x="2630" y="1715"/>
                </a:cubicBezTo>
                <a:cubicBezTo>
                  <a:pt x="2586" y="1730"/>
                  <a:pt x="2581" y="1731"/>
                  <a:pt x="2577" y="1732"/>
                </a:cubicBezTo>
                <a:cubicBezTo>
                  <a:pt x="2534" y="1747"/>
                  <a:pt x="2530" y="1748"/>
                  <a:pt x="2525" y="1750"/>
                </a:cubicBezTo>
                <a:cubicBezTo>
                  <a:pt x="2489" y="1754"/>
                  <a:pt x="2482" y="1764"/>
                  <a:pt x="2472" y="1759"/>
                </a:cubicBezTo>
                <a:cubicBezTo>
                  <a:pt x="2413" y="1764"/>
                  <a:pt x="2409" y="1766"/>
                  <a:pt x="2404" y="1766"/>
                </a:cubicBezTo>
                <a:cubicBezTo>
                  <a:pt x="2352" y="1766"/>
                  <a:pt x="2342" y="1760"/>
                  <a:pt x="2333" y="1763"/>
                </a:cubicBezTo>
                <a:cubicBezTo>
                  <a:pt x="2404" y="1770"/>
                  <a:pt x="2412" y="1772"/>
                  <a:pt x="2419" y="1771"/>
                </a:cubicBezTo>
                <a:cubicBezTo>
                  <a:pt x="2475" y="1765"/>
                  <a:pt x="2491" y="1769"/>
                  <a:pt x="2504" y="1762"/>
                </a:cubicBezTo>
                <a:cubicBezTo>
                  <a:pt x="2567" y="1744"/>
                  <a:pt x="2571" y="1747"/>
                  <a:pt x="2574" y="1740"/>
                </a:cubicBezTo>
                <a:cubicBezTo>
                  <a:pt x="2596" y="1732"/>
                  <a:pt x="2601" y="1738"/>
                  <a:pt x="2603" y="1731"/>
                </a:cubicBezTo>
                <a:cubicBezTo>
                  <a:pt x="2653" y="1722"/>
                  <a:pt x="2659" y="1714"/>
                  <a:pt x="2666" y="1712"/>
                </a:cubicBezTo>
                <a:cubicBezTo>
                  <a:pt x="2710" y="1703"/>
                  <a:pt x="2727" y="1700"/>
                  <a:pt x="2744" y="1697"/>
                </a:cubicBezTo>
                <a:cubicBezTo>
                  <a:pt x="2780" y="1698"/>
                  <a:pt x="2788" y="1692"/>
                  <a:pt x="2797" y="1695"/>
                </a:cubicBezTo>
                <a:cubicBezTo>
                  <a:pt x="2832" y="1693"/>
                  <a:pt x="2841" y="1692"/>
                  <a:pt x="2851" y="1697"/>
                </a:cubicBezTo>
                <a:cubicBezTo>
                  <a:pt x="2883" y="1700"/>
                  <a:pt x="2887" y="1701"/>
                  <a:pt x="2892" y="1703"/>
                </a:cubicBezTo>
                <a:cubicBezTo>
                  <a:pt x="2862" y="1708"/>
                  <a:pt x="2854" y="1704"/>
                  <a:pt x="2847" y="1707"/>
                </a:cubicBezTo>
                <a:cubicBezTo>
                  <a:pt x="2795" y="1706"/>
                  <a:pt x="2789" y="1714"/>
                  <a:pt x="2780" y="1710"/>
                </a:cubicBezTo>
                <a:cubicBezTo>
                  <a:pt x="2763" y="1715"/>
                  <a:pt x="2760" y="1712"/>
                  <a:pt x="2759" y="1714"/>
                </a:cubicBezTo>
                <a:cubicBezTo>
                  <a:pt x="2721" y="1718"/>
                  <a:pt x="2707" y="1724"/>
                  <a:pt x="2692" y="1724"/>
                </a:cubicBezTo>
                <a:cubicBezTo>
                  <a:pt x="2667" y="1732"/>
                  <a:pt x="2663" y="1731"/>
                  <a:pt x="2661" y="1735"/>
                </a:cubicBezTo>
                <a:cubicBezTo>
                  <a:pt x="2626" y="1745"/>
                  <a:pt x="2625" y="1745"/>
                  <a:pt x="2624" y="1748"/>
                </a:cubicBezTo>
                <a:cubicBezTo>
                  <a:pt x="2592" y="1757"/>
                  <a:pt x="2578" y="1764"/>
                  <a:pt x="2563" y="1768"/>
                </a:cubicBezTo>
                <a:cubicBezTo>
                  <a:pt x="2535" y="1773"/>
                  <a:pt x="2528" y="1777"/>
                  <a:pt x="2520" y="1781"/>
                </a:cubicBezTo>
                <a:cubicBezTo>
                  <a:pt x="2487" y="1781"/>
                  <a:pt x="2479" y="1784"/>
                  <a:pt x="2471" y="1785"/>
                </a:cubicBezTo>
                <a:cubicBezTo>
                  <a:pt x="2370" y="1780"/>
                  <a:pt x="2359" y="1771"/>
                  <a:pt x="2349" y="1774"/>
                </a:cubicBezTo>
                <a:cubicBezTo>
                  <a:pt x="2390" y="1781"/>
                  <a:pt x="2394" y="1787"/>
                  <a:pt x="2397" y="1785"/>
                </a:cubicBezTo>
                <a:cubicBezTo>
                  <a:pt x="2438" y="1786"/>
                  <a:pt x="2451" y="1790"/>
                  <a:pt x="2462" y="1789"/>
                </a:cubicBezTo>
                <a:cubicBezTo>
                  <a:pt x="2521" y="1786"/>
                  <a:pt x="2524" y="1785"/>
                  <a:pt x="2528" y="1786"/>
                </a:cubicBezTo>
                <a:cubicBezTo>
                  <a:pt x="2579" y="1770"/>
                  <a:pt x="2588" y="1769"/>
                  <a:pt x="2592" y="1768"/>
                </a:cubicBezTo>
                <a:cubicBezTo>
                  <a:pt x="2650" y="1747"/>
                  <a:pt x="2654" y="1746"/>
                  <a:pt x="2657" y="1746"/>
                </a:cubicBezTo>
                <a:cubicBezTo>
                  <a:pt x="2687" y="1734"/>
                  <a:pt x="2690" y="1734"/>
                  <a:pt x="2694" y="1737"/>
                </a:cubicBezTo>
                <a:cubicBezTo>
                  <a:pt x="2724" y="1724"/>
                  <a:pt x="2729" y="1728"/>
                  <a:pt x="2731" y="1727"/>
                </a:cubicBezTo>
                <a:cubicBezTo>
                  <a:pt x="2767" y="1722"/>
                  <a:pt x="2772" y="1720"/>
                  <a:pt x="2779" y="1723"/>
                </a:cubicBezTo>
                <a:cubicBezTo>
                  <a:pt x="2794" y="1720"/>
                  <a:pt x="2797" y="1718"/>
                  <a:pt x="2796" y="1721"/>
                </a:cubicBezTo>
                <a:cubicBezTo>
                  <a:pt x="2776" y="1728"/>
                  <a:pt x="2771" y="1730"/>
                  <a:pt x="2765" y="1732"/>
                </a:cubicBezTo>
                <a:cubicBezTo>
                  <a:pt x="2712" y="1755"/>
                  <a:pt x="2708" y="1762"/>
                  <a:pt x="2702" y="1760"/>
                </a:cubicBezTo>
                <a:cubicBezTo>
                  <a:pt x="2646" y="1781"/>
                  <a:pt x="2641" y="1788"/>
                  <a:pt x="2635" y="1789"/>
                </a:cubicBezTo>
                <a:cubicBezTo>
                  <a:pt x="2575" y="1810"/>
                  <a:pt x="2566" y="1802"/>
                  <a:pt x="2560" y="1807"/>
                </a:cubicBezTo>
                <a:cubicBezTo>
                  <a:pt x="2499" y="1820"/>
                  <a:pt x="2504" y="1816"/>
                  <a:pt x="2511" y="1819"/>
                </a:cubicBezTo>
                <a:cubicBezTo>
                  <a:pt x="2569" y="1813"/>
                  <a:pt x="2574" y="1809"/>
                  <a:pt x="2580" y="1813"/>
                </a:cubicBezTo>
                <a:cubicBezTo>
                  <a:pt x="2618" y="1802"/>
                  <a:pt x="2621" y="1802"/>
                  <a:pt x="2624" y="1803"/>
                </a:cubicBezTo>
                <a:cubicBezTo>
                  <a:pt x="2645" y="1797"/>
                  <a:pt x="2648" y="1796"/>
                  <a:pt x="2651" y="1794"/>
                </a:cubicBezTo>
                <a:cubicBezTo>
                  <a:pt x="2689" y="1774"/>
                  <a:pt x="2696" y="1779"/>
                  <a:pt x="2701" y="1773"/>
                </a:cubicBezTo>
                <a:cubicBezTo>
                  <a:pt x="2741" y="1756"/>
                  <a:pt x="2745" y="1746"/>
                  <a:pt x="2751" y="1749"/>
                </a:cubicBezTo>
                <a:cubicBezTo>
                  <a:pt x="2789" y="1733"/>
                  <a:pt x="2792" y="1733"/>
                  <a:pt x="2795" y="1730"/>
                </a:cubicBezTo>
                <a:cubicBezTo>
                  <a:pt x="2788" y="1740"/>
                  <a:pt x="2783" y="1735"/>
                  <a:pt x="2780" y="1741"/>
                </a:cubicBezTo>
                <a:cubicBezTo>
                  <a:pt x="2731" y="1774"/>
                  <a:pt x="2723" y="1772"/>
                  <a:pt x="2717" y="1781"/>
                </a:cubicBezTo>
                <a:cubicBezTo>
                  <a:pt x="2647" y="1806"/>
                  <a:pt x="2644" y="1811"/>
                  <a:pt x="2640" y="1810"/>
                </a:cubicBezTo>
                <a:cubicBezTo>
                  <a:pt x="2650" y="1810"/>
                  <a:pt x="2656" y="1813"/>
                  <a:pt x="2661" y="1809"/>
                </a:cubicBezTo>
                <a:cubicBezTo>
                  <a:pt x="2708" y="1802"/>
                  <a:pt x="2718" y="1795"/>
                  <a:pt x="2730" y="1797"/>
                </a:cubicBezTo>
                <a:cubicBezTo>
                  <a:pt x="2808" y="1776"/>
                  <a:pt x="2811" y="1768"/>
                  <a:pt x="2815" y="1767"/>
                </a:cubicBezTo>
                <a:cubicBezTo>
                  <a:pt x="2831" y="1757"/>
                  <a:pt x="2836" y="1762"/>
                  <a:pt x="2840" y="1758"/>
                </a:cubicBezTo>
                <a:cubicBezTo>
                  <a:pt x="2870" y="1752"/>
                  <a:pt x="2873" y="1743"/>
                  <a:pt x="2878" y="1747"/>
                </a:cubicBezTo>
                <a:cubicBezTo>
                  <a:pt x="2933" y="1737"/>
                  <a:pt x="2936" y="1737"/>
                  <a:pt x="2940" y="1738"/>
                </a:cubicBezTo>
                <a:cubicBezTo>
                  <a:pt x="2979" y="1744"/>
                  <a:pt x="2985" y="1741"/>
                  <a:pt x="2993" y="1744"/>
                </a:cubicBezTo>
                <a:cubicBezTo>
                  <a:pt x="3006" y="1750"/>
                  <a:pt x="3002" y="1756"/>
                  <a:pt x="2996" y="1751"/>
                </a:cubicBezTo>
                <a:cubicBezTo>
                  <a:pt x="2968" y="1752"/>
                  <a:pt x="2964" y="1751"/>
                  <a:pt x="2961" y="1749"/>
                </a:cubicBezTo>
                <a:cubicBezTo>
                  <a:pt x="2898" y="1754"/>
                  <a:pt x="2888" y="1762"/>
                  <a:pt x="2876" y="1758"/>
                </a:cubicBezTo>
                <a:cubicBezTo>
                  <a:pt x="2827" y="1782"/>
                  <a:pt x="2820" y="1785"/>
                  <a:pt x="2813" y="1787"/>
                </a:cubicBezTo>
                <a:cubicBezTo>
                  <a:pt x="2798" y="1797"/>
                  <a:pt x="2801" y="1795"/>
                  <a:pt x="2805" y="1795"/>
                </a:cubicBezTo>
                <a:cubicBezTo>
                  <a:pt x="2842" y="1780"/>
                  <a:pt x="2850" y="1784"/>
                  <a:pt x="2856" y="1776"/>
                </a:cubicBezTo>
                <a:cubicBezTo>
                  <a:pt x="2907" y="1764"/>
                  <a:pt x="2915" y="1765"/>
                  <a:pt x="2922" y="1760"/>
                </a:cubicBezTo>
                <a:cubicBezTo>
                  <a:pt x="2969" y="1757"/>
                  <a:pt x="2974" y="1763"/>
                  <a:pt x="2977" y="1760"/>
                </a:cubicBezTo>
                <a:cubicBezTo>
                  <a:pt x="3025" y="1770"/>
                  <a:pt x="3035" y="1767"/>
                  <a:pt x="3047" y="1773"/>
                </a:cubicBezTo>
                <a:cubicBezTo>
                  <a:pt x="3015" y="1779"/>
                  <a:pt x="3010" y="1773"/>
                  <a:pt x="3005" y="1776"/>
                </a:cubicBezTo>
                <a:cubicBezTo>
                  <a:pt x="3006" y="1780"/>
                  <a:pt x="3009" y="1784"/>
                  <a:pt x="3012" y="1786"/>
                </a:cubicBezTo>
                <a:cubicBezTo>
                  <a:pt x="2990" y="1813"/>
                  <a:pt x="2982" y="1817"/>
                  <a:pt x="2975" y="1826"/>
                </a:cubicBezTo>
                <a:cubicBezTo>
                  <a:pt x="3010" y="1818"/>
                  <a:pt x="3011" y="1815"/>
                  <a:pt x="3013" y="1816"/>
                </a:cubicBezTo>
                <a:cubicBezTo>
                  <a:pt x="3037" y="1804"/>
                  <a:pt x="3040" y="1802"/>
                  <a:pt x="3044" y="1802"/>
                </a:cubicBezTo>
                <a:cubicBezTo>
                  <a:pt x="3141" y="1829"/>
                  <a:pt x="3145" y="1819"/>
                  <a:pt x="3151" y="1821"/>
                </a:cubicBezTo>
                <a:close/>
                <a:moveTo>
                  <a:pt x="2862" y="1579"/>
                </a:moveTo>
                <a:cubicBezTo>
                  <a:pt x="2853" y="1564"/>
                  <a:pt x="2854" y="1547"/>
                  <a:pt x="2846" y="1531"/>
                </a:cubicBezTo>
                <a:cubicBezTo>
                  <a:pt x="2843" y="1511"/>
                  <a:pt x="2840" y="1510"/>
                  <a:pt x="2841" y="1507"/>
                </a:cubicBezTo>
                <a:cubicBezTo>
                  <a:pt x="2815" y="1429"/>
                  <a:pt x="2813" y="1421"/>
                  <a:pt x="2813" y="1412"/>
                </a:cubicBezTo>
                <a:cubicBezTo>
                  <a:pt x="2793" y="1358"/>
                  <a:pt x="2786" y="1351"/>
                  <a:pt x="2786" y="1342"/>
                </a:cubicBezTo>
                <a:cubicBezTo>
                  <a:pt x="2769" y="1304"/>
                  <a:pt x="2769" y="1300"/>
                  <a:pt x="2764" y="1296"/>
                </a:cubicBezTo>
                <a:cubicBezTo>
                  <a:pt x="2737" y="1243"/>
                  <a:pt x="2739" y="1234"/>
                  <a:pt x="2732" y="1227"/>
                </a:cubicBezTo>
                <a:cubicBezTo>
                  <a:pt x="2719" y="1202"/>
                  <a:pt x="2722" y="1202"/>
                  <a:pt x="2724" y="1204"/>
                </a:cubicBezTo>
                <a:cubicBezTo>
                  <a:pt x="2736" y="1222"/>
                  <a:pt x="2739" y="1227"/>
                  <a:pt x="2741" y="1233"/>
                </a:cubicBezTo>
                <a:cubicBezTo>
                  <a:pt x="2767" y="1280"/>
                  <a:pt x="2769" y="1283"/>
                  <a:pt x="2769" y="1286"/>
                </a:cubicBezTo>
                <a:cubicBezTo>
                  <a:pt x="2790" y="1326"/>
                  <a:pt x="2788" y="1332"/>
                  <a:pt x="2795" y="1337"/>
                </a:cubicBezTo>
                <a:cubicBezTo>
                  <a:pt x="2816" y="1408"/>
                  <a:pt x="2821" y="1417"/>
                  <a:pt x="2821" y="1428"/>
                </a:cubicBezTo>
                <a:cubicBezTo>
                  <a:pt x="2828" y="1445"/>
                  <a:pt x="2827" y="1448"/>
                  <a:pt x="2827" y="1450"/>
                </a:cubicBezTo>
                <a:cubicBezTo>
                  <a:pt x="2840" y="1494"/>
                  <a:pt x="2842" y="1499"/>
                  <a:pt x="2844" y="1504"/>
                </a:cubicBezTo>
                <a:cubicBezTo>
                  <a:pt x="2856" y="1554"/>
                  <a:pt x="2859" y="1558"/>
                  <a:pt x="2859" y="1564"/>
                </a:cubicBezTo>
                <a:close/>
                <a:moveTo>
                  <a:pt x="2583" y="1443"/>
                </a:moveTo>
                <a:cubicBezTo>
                  <a:pt x="2577" y="1441"/>
                  <a:pt x="2582" y="1437"/>
                  <a:pt x="2578" y="1434"/>
                </a:cubicBezTo>
                <a:cubicBezTo>
                  <a:pt x="2574" y="1428"/>
                  <a:pt x="2573" y="1422"/>
                  <a:pt x="2570" y="1416"/>
                </a:cubicBezTo>
                <a:cubicBezTo>
                  <a:pt x="2572" y="1413"/>
                  <a:pt x="2573" y="1418"/>
                  <a:pt x="2572" y="1420"/>
                </a:cubicBezTo>
                <a:cubicBezTo>
                  <a:pt x="2582" y="1429"/>
                  <a:pt x="2582" y="1440"/>
                  <a:pt x="2589" y="1449"/>
                </a:cubicBezTo>
                <a:cubicBezTo>
                  <a:pt x="2586" y="1453"/>
                  <a:pt x="2583" y="1445"/>
                  <a:pt x="2583" y="1443"/>
                </a:cubicBezTo>
                <a:close/>
                <a:moveTo>
                  <a:pt x="2161" y="1164"/>
                </a:moveTo>
                <a:cubicBezTo>
                  <a:pt x="2159" y="1156"/>
                  <a:pt x="2149" y="1149"/>
                  <a:pt x="2145" y="1141"/>
                </a:cubicBezTo>
                <a:cubicBezTo>
                  <a:pt x="2150" y="1136"/>
                  <a:pt x="2148" y="1145"/>
                  <a:pt x="2152" y="1146"/>
                </a:cubicBezTo>
                <a:cubicBezTo>
                  <a:pt x="2153" y="1148"/>
                  <a:pt x="2156" y="1151"/>
                  <a:pt x="2160" y="1153"/>
                </a:cubicBezTo>
                <a:cubicBezTo>
                  <a:pt x="2160" y="1160"/>
                  <a:pt x="2166" y="1166"/>
                  <a:pt x="2172" y="1172"/>
                </a:cubicBezTo>
                <a:cubicBezTo>
                  <a:pt x="2166" y="1176"/>
                  <a:pt x="2167" y="1165"/>
                  <a:pt x="2161" y="1164"/>
                </a:cubicBezTo>
                <a:close/>
                <a:moveTo>
                  <a:pt x="2176" y="1185"/>
                </a:moveTo>
                <a:cubicBezTo>
                  <a:pt x="2179" y="1177"/>
                  <a:pt x="2182" y="1189"/>
                  <a:pt x="2185" y="1191"/>
                </a:cubicBezTo>
                <a:cubicBezTo>
                  <a:pt x="2180" y="1195"/>
                  <a:pt x="2182" y="1185"/>
                  <a:pt x="2176" y="1185"/>
                </a:cubicBezTo>
                <a:close/>
                <a:moveTo>
                  <a:pt x="2197" y="1209"/>
                </a:moveTo>
                <a:cubicBezTo>
                  <a:pt x="2194" y="1203"/>
                  <a:pt x="2200" y="1211"/>
                  <a:pt x="2202" y="1213"/>
                </a:cubicBezTo>
                <a:cubicBezTo>
                  <a:pt x="2199" y="1215"/>
                  <a:pt x="2199" y="1211"/>
                  <a:pt x="2197" y="1209"/>
                </a:cubicBezTo>
                <a:close/>
                <a:moveTo>
                  <a:pt x="2096" y="1210"/>
                </a:moveTo>
                <a:cubicBezTo>
                  <a:pt x="2094" y="1207"/>
                  <a:pt x="2099" y="1209"/>
                  <a:pt x="2101" y="1211"/>
                </a:cubicBezTo>
                <a:cubicBezTo>
                  <a:pt x="2103" y="1214"/>
                  <a:pt x="2099" y="1212"/>
                  <a:pt x="2096" y="1210"/>
                </a:cubicBezTo>
                <a:close/>
                <a:moveTo>
                  <a:pt x="2214" y="1294"/>
                </a:moveTo>
                <a:cubicBezTo>
                  <a:pt x="2209" y="1289"/>
                  <a:pt x="2207" y="1293"/>
                  <a:pt x="2203" y="1289"/>
                </a:cubicBezTo>
                <a:cubicBezTo>
                  <a:pt x="2145" y="1278"/>
                  <a:pt x="2137" y="1269"/>
                  <a:pt x="2130" y="1270"/>
                </a:cubicBezTo>
                <a:cubicBezTo>
                  <a:pt x="2065" y="1252"/>
                  <a:pt x="2059" y="1244"/>
                  <a:pt x="2056" y="1247"/>
                </a:cubicBezTo>
                <a:cubicBezTo>
                  <a:pt x="2032" y="1238"/>
                  <a:pt x="2030" y="1242"/>
                  <a:pt x="2026" y="1237"/>
                </a:cubicBezTo>
                <a:cubicBezTo>
                  <a:pt x="1992" y="1231"/>
                  <a:pt x="1987" y="1224"/>
                  <a:pt x="1985" y="1228"/>
                </a:cubicBezTo>
                <a:cubicBezTo>
                  <a:pt x="1894" y="1185"/>
                  <a:pt x="1889" y="1182"/>
                  <a:pt x="1884" y="1179"/>
                </a:cubicBezTo>
                <a:cubicBezTo>
                  <a:pt x="1936" y="1199"/>
                  <a:pt x="1940" y="1202"/>
                  <a:pt x="1943" y="1200"/>
                </a:cubicBezTo>
                <a:cubicBezTo>
                  <a:pt x="1968" y="1208"/>
                  <a:pt x="1973" y="1214"/>
                  <a:pt x="1975" y="1211"/>
                </a:cubicBezTo>
                <a:cubicBezTo>
                  <a:pt x="2048" y="1233"/>
                  <a:pt x="2055" y="1236"/>
                  <a:pt x="2062" y="1235"/>
                </a:cubicBezTo>
                <a:cubicBezTo>
                  <a:pt x="2108" y="1244"/>
                  <a:pt x="2114" y="1253"/>
                  <a:pt x="2117" y="1250"/>
                </a:cubicBezTo>
                <a:cubicBezTo>
                  <a:pt x="2143" y="1262"/>
                  <a:pt x="2145" y="1257"/>
                  <a:pt x="2149" y="1261"/>
                </a:cubicBezTo>
                <a:cubicBezTo>
                  <a:pt x="2224" y="1291"/>
                  <a:pt x="2230" y="1292"/>
                  <a:pt x="2235" y="1297"/>
                </a:cubicBezTo>
                <a:close/>
                <a:moveTo>
                  <a:pt x="2235" y="1269"/>
                </a:moveTo>
                <a:cubicBezTo>
                  <a:pt x="2230" y="1265"/>
                  <a:pt x="2223" y="1262"/>
                  <a:pt x="2222" y="1257"/>
                </a:cubicBezTo>
                <a:cubicBezTo>
                  <a:pt x="2227" y="1254"/>
                  <a:pt x="2226" y="1264"/>
                  <a:pt x="2233" y="1265"/>
                </a:cubicBezTo>
                <a:cubicBezTo>
                  <a:pt x="2236" y="1266"/>
                  <a:pt x="2235" y="1268"/>
                  <a:pt x="2237" y="1270"/>
                </a:cubicBezTo>
                <a:cubicBezTo>
                  <a:pt x="2240" y="1272"/>
                  <a:pt x="2242" y="1273"/>
                  <a:pt x="2244" y="1275"/>
                </a:cubicBezTo>
                <a:cubicBezTo>
                  <a:pt x="2250" y="1281"/>
                  <a:pt x="2232" y="1272"/>
                  <a:pt x="2235" y="1269"/>
                </a:cubicBezTo>
                <a:close/>
                <a:moveTo>
                  <a:pt x="2448" y="1429"/>
                </a:moveTo>
                <a:cubicBezTo>
                  <a:pt x="2451" y="1431"/>
                  <a:pt x="2453" y="1432"/>
                  <a:pt x="2456" y="1434"/>
                </a:cubicBezTo>
                <a:cubicBezTo>
                  <a:pt x="2458" y="1437"/>
                  <a:pt x="2454" y="1436"/>
                  <a:pt x="2453" y="1434"/>
                </a:cubicBezTo>
                <a:cubicBezTo>
                  <a:pt x="2450" y="1433"/>
                  <a:pt x="2448" y="1431"/>
                  <a:pt x="2445" y="1430"/>
                </a:cubicBezTo>
                <a:cubicBezTo>
                  <a:pt x="2443" y="1427"/>
                  <a:pt x="2446" y="1428"/>
                  <a:pt x="2448" y="1429"/>
                </a:cubicBezTo>
                <a:close/>
                <a:moveTo>
                  <a:pt x="2359" y="1335"/>
                </a:moveTo>
                <a:cubicBezTo>
                  <a:pt x="2355" y="1338"/>
                  <a:pt x="2355" y="1333"/>
                  <a:pt x="2353" y="1332"/>
                </a:cubicBezTo>
                <a:cubicBezTo>
                  <a:pt x="2351" y="1325"/>
                  <a:pt x="2356" y="1333"/>
                  <a:pt x="2359" y="1335"/>
                </a:cubicBezTo>
                <a:close/>
                <a:moveTo>
                  <a:pt x="2273" y="1239"/>
                </a:moveTo>
                <a:cubicBezTo>
                  <a:pt x="2265" y="1229"/>
                  <a:pt x="2258" y="1219"/>
                  <a:pt x="2252" y="1209"/>
                </a:cubicBezTo>
                <a:cubicBezTo>
                  <a:pt x="2209" y="1141"/>
                  <a:pt x="2202" y="1137"/>
                  <a:pt x="2201" y="1131"/>
                </a:cubicBezTo>
                <a:cubicBezTo>
                  <a:pt x="2182" y="1105"/>
                  <a:pt x="2183" y="1103"/>
                  <a:pt x="2180" y="1101"/>
                </a:cubicBezTo>
                <a:cubicBezTo>
                  <a:pt x="2155" y="1064"/>
                  <a:pt x="2155" y="1058"/>
                  <a:pt x="2148" y="1054"/>
                </a:cubicBezTo>
                <a:cubicBezTo>
                  <a:pt x="2108" y="987"/>
                  <a:pt x="2105" y="982"/>
                  <a:pt x="2100" y="977"/>
                </a:cubicBezTo>
                <a:cubicBezTo>
                  <a:pt x="2088" y="959"/>
                  <a:pt x="2079" y="954"/>
                  <a:pt x="2077" y="948"/>
                </a:cubicBezTo>
                <a:cubicBezTo>
                  <a:pt x="2024" y="896"/>
                  <a:pt x="2010" y="887"/>
                  <a:pt x="2001" y="877"/>
                </a:cubicBezTo>
                <a:cubicBezTo>
                  <a:pt x="1972" y="854"/>
                  <a:pt x="1977" y="859"/>
                  <a:pt x="1982" y="859"/>
                </a:cubicBezTo>
                <a:cubicBezTo>
                  <a:pt x="2035" y="890"/>
                  <a:pt x="2044" y="903"/>
                  <a:pt x="2063" y="913"/>
                </a:cubicBezTo>
                <a:cubicBezTo>
                  <a:pt x="2104" y="956"/>
                  <a:pt x="2107" y="960"/>
                  <a:pt x="2108" y="964"/>
                </a:cubicBezTo>
                <a:cubicBezTo>
                  <a:pt x="2144" y="1006"/>
                  <a:pt x="2147" y="1010"/>
                  <a:pt x="2148" y="1014"/>
                </a:cubicBezTo>
                <a:cubicBezTo>
                  <a:pt x="2196" y="1085"/>
                  <a:pt x="2195" y="1090"/>
                  <a:pt x="2200" y="1094"/>
                </a:cubicBezTo>
                <a:cubicBezTo>
                  <a:pt x="2235" y="1150"/>
                  <a:pt x="2235" y="1155"/>
                  <a:pt x="2240" y="1159"/>
                </a:cubicBezTo>
                <a:cubicBezTo>
                  <a:pt x="2266" y="1203"/>
                  <a:pt x="2273" y="1206"/>
                  <a:pt x="2274" y="1211"/>
                </a:cubicBezTo>
                <a:cubicBezTo>
                  <a:pt x="2296" y="1240"/>
                  <a:pt x="2302" y="1258"/>
                  <a:pt x="2318" y="1274"/>
                </a:cubicBezTo>
                <a:cubicBezTo>
                  <a:pt x="2328" y="1293"/>
                  <a:pt x="2330" y="1297"/>
                  <a:pt x="2334" y="1301"/>
                </a:cubicBezTo>
                <a:cubicBezTo>
                  <a:pt x="2328" y="1309"/>
                  <a:pt x="2328" y="1303"/>
                  <a:pt x="2320" y="1299"/>
                </a:cubicBezTo>
                <a:cubicBezTo>
                  <a:pt x="2303" y="1273"/>
                  <a:pt x="2296" y="1272"/>
                  <a:pt x="2298" y="1269"/>
                </a:cubicBezTo>
                <a:cubicBezTo>
                  <a:pt x="2277" y="1244"/>
                  <a:pt x="2272" y="1242"/>
                  <a:pt x="2273" y="1239"/>
                </a:cubicBezTo>
                <a:close/>
                <a:moveTo>
                  <a:pt x="2317" y="1315"/>
                </a:moveTo>
                <a:cubicBezTo>
                  <a:pt x="2316" y="1310"/>
                  <a:pt x="2308" y="1306"/>
                  <a:pt x="2306" y="1300"/>
                </a:cubicBezTo>
                <a:cubicBezTo>
                  <a:pt x="2304" y="1295"/>
                  <a:pt x="2300" y="1291"/>
                  <a:pt x="2297" y="1286"/>
                </a:cubicBezTo>
                <a:cubicBezTo>
                  <a:pt x="2289" y="1277"/>
                  <a:pt x="2282" y="1267"/>
                  <a:pt x="2274" y="1258"/>
                </a:cubicBezTo>
                <a:cubicBezTo>
                  <a:pt x="2277" y="1256"/>
                  <a:pt x="2276" y="1260"/>
                  <a:pt x="2279" y="1262"/>
                </a:cubicBezTo>
                <a:cubicBezTo>
                  <a:pt x="2282" y="1263"/>
                  <a:pt x="2284" y="1265"/>
                  <a:pt x="2287" y="1266"/>
                </a:cubicBezTo>
                <a:cubicBezTo>
                  <a:pt x="2287" y="1272"/>
                  <a:pt x="2292" y="1277"/>
                  <a:pt x="2298" y="1282"/>
                </a:cubicBezTo>
                <a:cubicBezTo>
                  <a:pt x="2299" y="1287"/>
                  <a:pt x="2306" y="1291"/>
                  <a:pt x="2308" y="1297"/>
                </a:cubicBezTo>
                <a:cubicBezTo>
                  <a:pt x="2320" y="1305"/>
                  <a:pt x="2321" y="1316"/>
                  <a:pt x="2335" y="1324"/>
                </a:cubicBezTo>
                <a:cubicBezTo>
                  <a:pt x="2329" y="1330"/>
                  <a:pt x="2326" y="1318"/>
                  <a:pt x="2317" y="1315"/>
                </a:cubicBezTo>
                <a:close/>
                <a:moveTo>
                  <a:pt x="2334" y="1329"/>
                </a:moveTo>
                <a:cubicBezTo>
                  <a:pt x="2335" y="1328"/>
                  <a:pt x="2337" y="1329"/>
                  <a:pt x="2339" y="1330"/>
                </a:cubicBezTo>
                <a:cubicBezTo>
                  <a:pt x="2353" y="1342"/>
                  <a:pt x="2363" y="1355"/>
                  <a:pt x="2382" y="1367"/>
                </a:cubicBezTo>
                <a:cubicBezTo>
                  <a:pt x="2388" y="1372"/>
                  <a:pt x="2390" y="1378"/>
                  <a:pt x="2398" y="1382"/>
                </a:cubicBezTo>
                <a:cubicBezTo>
                  <a:pt x="2404" y="1383"/>
                  <a:pt x="2397" y="1394"/>
                  <a:pt x="2404" y="1389"/>
                </a:cubicBezTo>
                <a:cubicBezTo>
                  <a:pt x="2405" y="1393"/>
                  <a:pt x="2410" y="1395"/>
                  <a:pt x="2411" y="1399"/>
                </a:cubicBezTo>
                <a:cubicBezTo>
                  <a:pt x="2413" y="1402"/>
                  <a:pt x="2423" y="1404"/>
                  <a:pt x="2420" y="1408"/>
                </a:cubicBezTo>
                <a:cubicBezTo>
                  <a:pt x="2423" y="1410"/>
                  <a:pt x="2431" y="1412"/>
                  <a:pt x="2425" y="1416"/>
                </a:cubicBezTo>
                <a:cubicBezTo>
                  <a:pt x="2424" y="1411"/>
                  <a:pt x="2420" y="1415"/>
                  <a:pt x="2414" y="1409"/>
                </a:cubicBezTo>
                <a:cubicBezTo>
                  <a:pt x="2408" y="1407"/>
                  <a:pt x="2411" y="1402"/>
                  <a:pt x="2405" y="1400"/>
                </a:cubicBezTo>
                <a:cubicBezTo>
                  <a:pt x="2398" y="1396"/>
                  <a:pt x="2391" y="1391"/>
                  <a:pt x="2385" y="1387"/>
                </a:cubicBezTo>
                <a:cubicBezTo>
                  <a:pt x="2366" y="1368"/>
                  <a:pt x="2351" y="1348"/>
                  <a:pt x="2334" y="1329"/>
                </a:cubicBezTo>
                <a:close/>
                <a:moveTo>
                  <a:pt x="2489" y="1477"/>
                </a:moveTo>
                <a:cubicBezTo>
                  <a:pt x="2484" y="1476"/>
                  <a:pt x="2475" y="1475"/>
                  <a:pt x="2474" y="1469"/>
                </a:cubicBezTo>
                <a:cubicBezTo>
                  <a:pt x="2394" y="1424"/>
                  <a:pt x="2383" y="1424"/>
                  <a:pt x="2370" y="1413"/>
                </a:cubicBezTo>
                <a:cubicBezTo>
                  <a:pt x="2334" y="1402"/>
                  <a:pt x="2329" y="1399"/>
                  <a:pt x="2324" y="1399"/>
                </a:cubicBezTo>
                <a:cubicBezTo>
                  <a:pt x="2273" y="1380"/>
                  <a:pt x="2269" y="1381"/>
                  <a:pt x="2264" y="1379"/>
                </a:cubicBezTo>
                <a:cubicBezTo>
                  <a:pt x="2221" y="1363"/>
                  <a:pt x="2217" y="1365"/>
                  <a:pt x="2215" y="1363"/>
                </a:cubicBezTo>
                <a:cubicBezTo>
                  <a:pt x="2193" y="1359"/>
                  <a:pt x="2189" y="1356"/>
                  <a:pt x="2186" y="1354"/>
                </a:cubicBezTo>
                <a:cubicBezTo>
                  <a:pt x="2160" y="1349"/>
                  <a:pt x="2155" y="1345"/>
                  <a:pt x="2150" y="1346"/>
                </a:cubicBezTo>
                <a:cubicBezTo>
                  <a:pt x="2069" y="1323"/>
                  <a:pt x="2059" y="1322"/>
                  <a:pt x="2049" y="1320"/>
                </a:cubicBezTo>
                <a:cubicBezTo>
                  <a:pt x="2000" y="1301"/>
                  <a:pt x="1995" y="1302"/>
                  <a:pt x="1990" y="1299"/>
                </a:cubicBezTo>
                <a:cubicBezTo>
                  <a:pt x="1896" y="1255"/>
                  <a:pt x="1890" y="1251"/>
                  <a:pt x="1885" y="1248"/>
                </a:cubicBezTo>
                <a:cubicBezTo>
                  <a:pt x="1873" y="1238"/>
                  <a:pt x="1875" y="1238"/>
                  <a:pt x="1877" y="1240"/>
                </a:cubicBezTo>
                <a:cubicBezTo>
                  <a:pt x="1922" y="1254"/>
                  <a:pt x="1926" y="1252"/>
                  <a:pt x="1931" y="1258"/>
                </a:cubicBezTo>
                <a:cubicBezTo>
                  <a:pt x="1967" y="1262"/>
                  <a:pt x="1971" y="1268"/>
                  <a:pt x="1973" y="1265"/>
                </a:cubicBezTo>
                <a:cubicBezTo>
                  <a:pt x="2029" y="1276"/>
                  <a:pt x="2037" y="1284"/>
                  <a:pt x="2042" y="1279"/>
                </a:cubicBezTo>
                <a:cubicBezTo>
                  <a:pt x="2089" y="1292"/>
                  <a:pt x="2094" y="1289"/>
                  <a:pt x="2100" y="1294"/>
                </a:cubicBezTo>
                <a:cubicBezTo>
                  <a:pt x="2177" y="1307"/>
                  <a:pt x="2183" y="1311"/>
                  <a:pt x="2187" y="1310"/>
                </a:cubicBezTo>
                <a:cubicBezTo>
                  <a:pt x="2256" y="1336"/>
                  <a:pt x="2257" y="1330"/>
                  <a:pt x="2258" y="1337"/>
                </a:cubicBezTo>
                <a:cubicBezTo>
                  <a:pt x="2304" y="1360"/>
                  <a:pt x="2324" y="1367"/>
                  <a:pt x="2345" y="1379"/>
                </a:cubicBezTo>
                <a:cubicBezTo>
                  <a:pt x="2411" y="1419"/>
                  <a:pt x="2413" y="1422"/>
                  <a:pt x="2414" y="1425"/>
                </a:cubicBezTo>
                <a:cubicBezTo>
                  <a:pt x="2449" y="1443"/>
                  <a:pt x="2462" y="1451"/>
                  <a:pt x="2475" y="1460"/>
                </a:cubicBezTo>
                <a:close/>
                <a:moveTo>
                  <a:pt x="2508" y="1489"/>
                </a:moveTo>
                <a:cubicBezTo>
                  <a:pt x="2505" y="1480"/>
                  <a:pt x="2519" y="1488"/>
                  <a:pt x="2524" y="1492"/>
                </a:cubicBezTo>
                <a:cubicBezTo>
                  <a:pt x="2519" y="1495"/>
                  <a:pt x="2512" y="1487"/>
                  <a:pt x="2508" y="1489"/>
                </a:cubicBezTo>
                <a:close/>
                <a:moveTo>
                  <a:pt x="2534" y="1501"/>
                </a:moveTo>
                <a:cubicBezTo>
                  <a:pt x="2531" y="1500"/>
                  <a:pt x="2529" y="1498"/>
                  <a:pt x="2526" y="1497"/>
                </a:cubicBezTo>
                <a:cubicBezTo>
                  <a:pt x="2524" y="1494"/>
                  <a:pt x="2527" y="1495"/>
                  <a:pt x="2529" y="1496"/>
                </a:cubicBezTo>
                <a:cubicBezTo>
                  <a:pt x="2532" y="1498"/>
                  <a:pt x="2534" y="1499"/>
                  <a:pt x="2537" y="1501"/>
                </a:cubicBezTo>
                <a:cubicBezTo>
                  <a:pt x="2539" y="1504"/>
                  <a:pt x="2535" y="1503"/>
                  <a:pt x="2534" y="1501"/>
                </a:cubicBezTo>
                <a:close/>
                <a:moveTo>
                  <a:pt x="2300" y="1676"/>
                </a:moveTo>
                <a:cubicBezTo>
                  <a:pt x="2304" y="1674"/>
                  <a:pt x="2308" y="1671"/>
                  <a:pt x="2314" y="1675"/>
                </a:cubicBezTo>
                <a:cubicBezTo>
                  <a:pt x="2309" y="1676"/>
                  <a:pt x="2305" y="1679"/>
                  <a:pt x="2300" y="1676"/>
                </a:cubicBezTo>
                <a:close/>
                <a:moveTo>
                  <a:pt x="2329" y="1675"/>
                </a:moveTo>
                <a:cubicBezTo>
                  <a:pt x="2326" y="1677"/>
                  <a:pt x="2321" y="1673"/>
                  <a:pt x="2317" y="1677"/>
                </a:cubicBezTo>
                <a:cubicBezTo>
                  <a:pt x="2313" y="1672"/>
                  <a:pt x="2324" y="1676"/>
                  <a:pt x="2326" y="1672"/>
                </a:cubicBezTo>
                <a:cubicBezTo>
                  <a:pt x="2330" y="1673"/>
                  <a:pt x="2334" y="1672"/>
                  <a:pt x="2338" y="1670"/>
                </a:cubicBezTo>
                <a:cubicBezTo>
                  <a:pt x="2342" y="1675"/>
                  <a:pt x="2332" y="1675"/>
                  <a:pt x="2329" y="1675"/>
                </a:cubicBezTo>
                <a:close/>
                <a:moveTo>
                  <a:pt x="2742" y="1593"/>
                </a:moveTo>
                <a:cubicBezTo>
                  <a:pt x="2729" y="1584"/>
                  <a:pt x="2729" y="1573"/>
                  <a:pt x="2717" y="1564"/>
                </a:cubicBezTo>
                <a:cubicBezTo>
                  <a:pt x="2704" y="1537"/>
                  <a:pt x="2702" y="1535"/>
                  <a:pt x="2699" y="1533"/>
                </a:cubicBezTo>
                <a:cubicBezTo>
                  <a:pt x="2684" y="1506"/>
                  <a:pt x="2685" y="1504"/>
                  <a:pt x="2683" y="1501"/>
                </a:cubicBezTo>
                <a:cubicBezTo>
                  <a:pt x="2650" y="1418"/>
                  <a:pt x="2654" y="1414"/>
                  <a:pt x="2651" y="1412"/>
                </a:cubicBezTo>
                <a:cubicBezTo>
                  <a:pt x="2638" y="1362"/>
                  <a:pt x="2638" y="1351"/>
                  <a:pt x="2636" y="1339"/>
                </a:cubicBezTo>
                <a:cubicBezTo>
                  <a:pt x="2625" y="1301"/>
                  <a:pt x="2630" y="1294"/>
                  <a:pt x="2625" y="1290"/>
                </a:cubicBezTo>
                <a:cubicBezTo>
                  <a:pt x="2622" y="1250"/>
                  <a:pt x="2621" y="1245"/>
                  <a:pt x="2621" y="1240"/>
                </a:cubicBezTo>
                <a:cubicBezTo>
                  <a:pt x="2612" y="1150"/>
                  <a:pt x="2607" y="1129"/>
                  <a:pt x="2608" y="1106"/>
                </a:cubicBezTo>
                <a:cubicBezTo>
                  <a:pt x="2616" y="1110"/>
                  <a:pt x="2612" y="1115"/>
                  <a:pt x="2616" y="1119"/>
                </a:cubicBezTo>
                <a:cubicBezTo>
                  <a:pt x="2620" y="1134"/>
                  <a:pt x="2621" y="1138"/>
                  <a:pt x="2620" y="1143"/>
                </a:cubicBezTo>
                <a:cubicBezTo>
                  <a:pt x="2635" y="1209"/>
                  <a:pt x="2637" y="1213"/>
                  <a:pt x="2636" y="1218"/>
                </a:cubicBezTo>
                <a:cubicBezTo>
                  <a:pt x="2642" y="1252"/>
                  <a:pt x="2643" y="1257"/>
                  <a:pt x="2643" y="1263"/>
                </a:cubicBezTo>
                <a:cubicBezTo>
                  <a:pt x="2658" y="1309"/>
                  <a:pt x="2657" y="1314"/>
                  <a:pt x="2657" y="1319"/>
                </a:cubicBezTo>
                <a:cubicBezTo>
                  <a:pt x="2668" y="1364"/>
                  <a:pt x="2668" y="1366"/>
                  <a:pt x="2666" y="1370"/>
                </a:cubicBezTo>
                <a:cubicBezTo>
                  <a:pt x="2671" y="1392"/>
                  <a:pt x="2676" y="1393"/>
                  <a:pt x="2676" y="1394"/>
                </a:cubicBezTo>
                <a:cubicBezTo>
                  <a:pt x="2681" y="1409"/>
                  <a:pt x="2673" y="1415"/>
                  <a:pt x="2680" y="1419"/>
                </a:cubicBezTo>
                <a:cubicBezTo>
                  <a:pt x="2689" y="1457"/>
                  <a:pt x="2692" y="1466"/>
                  <a:pt x="2698" y="1475"/>
                </a:cubicBezTo>
                <a:cubicBezTo>
                  <a:pt x="2724" y="1549"/>
                  <a:pt x="2735" y="1567"/>
                  <a:pt x="2748" y="1584"/>
                </a:cubicBezTo>
                <a:cubicBezTo>
                  <a:pt x="2774" y="1618"/>
                  <a:pt x="2781" y="1626"/>
                  <a:pt x="2788" y="1634"/>
                </a:cubicBezTo>
                <a:cubicBezTo>
                  <a:pt x="2756" y="1619"/>
                  <a:pt x="2754" y="1614"/>
                  <a:pt x="2750" y="1609"/>
                </a:cubicBezTo>
                <a:close/>
                <a:moveTo>
                  <a:pt x="2716" y="1610"/>
                </a:moveTo>
                <a:cubicBezTo>
                  <a:pt x="2718" y="1613"/>
                  <a:pt x="2713" y="1611"/>
                  <a:pt x="2711" y="1609"/>
                </a:cubicBezTo>
                <a:cubicBezTo>
                  <a:pt x="2708" y="1605"/>
                  <a:pt x="2713" y="1608"/>
                  <a:pt x="2716" y="1610"/>
                </a:cubicBezTo>
                <a:close/>
                <a:moveTo>
                  <a:pt x="2687" y="1582"/>
                </a:moveTo>
                <a:cubicBezTo>
                  <a:pt x="2683" y="1586"/>
                  <a:pt x="2677" y="1577"/>
                  <a:pt x="2673" y="1576"/>
                </a:cubicBezTo>
                <a:cubicBezTo>
                  <a:pt x="2647" y="1538"/>
                  <a:pt x="2652" y="1531"/>
                  <a:pt x="2645" y="1526"/>
                </a:cubicBezTo>
                <a:cubicBezTo>
                  <a:pt x="2627" y="1486"/>
                  <a:pt x="2621" y="1477"/>
                  <a:pt x="2619" y="1467"/>
                </a:cubicBezTo>
                <a:cubicBezTo>
                  <a:pt x="2594" y="1380"/>
                  <a:pt x="2592" y="1371"/>
                  <a:pt x="2592" y="1362"/>
                </a:cubicBezTo>
                <a:cubicBezTo>
                  <a:pt x="2580" y="1281"/>
                  <a:pt x="2583" y="1276"/>
                  <a:pt x="2582" y="1272"/>
                </a:cubicBezTo>
                <a:cubicBezTo>
                  <a:pt x="2585" y="1242"/>
                  <a:pt x="2578" y="1239"/>
                  <a:pt x="2581" y="1234"/>
                </a:cubicBezTo>
                <a:cubicBezTo>
                  <a:pt x="2578" y="1214"/>
                  <a:pt x="2576" y="1213"/>
                  <a:pt x="2575" y="1212"/>
                </a:cubicBezTo>
                <a:cubicBezTo>
                  <a:pt x="2574" y="1144"/>
                  <a:pt x="2577" y="1139"/>
                  <a:pt x="2572" y="1137"/>
                </a:cubicBezTo>
                <a:cubicBezTo>
                  <a:pt x="2574" y="1098"/>
                  <a:pt x="2569" y="1092"/>
                  <a:pt x="2573" y="1085"/>
                </a:cubicBezTo>
                <a:cubicBezTo>
                  <a:pt x="2570" y="1056"/>
                  <a:pt x="2569" y="1050"/>
                  <a:pt x="2566" y="1044"/>
                </a:cubicBezTo>
                <a:cubicBezTo>
                  <a:pt x="2572" y="1064"/>
                  <a:pt x="2576" y="1069"/>
                  <a:pt x="2574" y="1075"/>
                </a:cubicBezTo>
                <a:cubicBezTo>
                  <a:pt x="2582" y="1149"/>
                  <a:pt x="2583" y="1152"/>
                  <a:pt x="2584" y="1155"/>
                </a:cubicBezTo>
                <a:cubicBezTo>
                  <a:pt x="2588" y="1193"/>
                  <a:pt x="2583" y="1206"/>
                  <a:pt x="2587" y="1217"/>
                </a:cubicBezTo>
                <a:cubicBezTo>
                  <a:pt x="2589" y="1273"/>
                  <a:pt x="2591" y="1275"/>
                  <a:pt x="2592" y="1276"/>
                </a:cubicBezTo>
                <a:cubicBezTo>
                  <a:pt x="2589" y="1301"/>
                  <a:pt x="2594" y="1311"/>
                  <a:pt x="2592" y="1323"/>
                </a:cubicBezTo>
                <a:cubicBezTo>
                  <a:pt x="2594" y="1347"/>
                  <a:pt x="2599" y="1352"/>
                  <a:pt x="2598" y="1358"/>
                </a:cubicBezTo>
                <a:cubicBezTo>
                  <a:pt x="2604" y="1388"/>
                  <a:pt x="2602" y="1391"/>
                  <a:pt x="2606" y="1393"/>
                </a:cubicBezTo>
                <a:cubicBezTo>
                  <a:pt x="2611" y="1423"/>
                  <a:pt x="2611" y="1425"/>
                  <a:pt x="2615" y="1427"/>
                </a:cubicBezTo>
                <a:cubicBezTo>
                  <a:pt x="2628" y="1467"/>
                  <a:pt x="2631" y="1472"/>
                  <a:pt x="2633" y="1478"/>
                </a:cubicBezTo>
                <a:cubicBezTo>
                  <a:pt x="2651" y="1517"/>
                  <a:pt x="2656" y="1521"/>
                  <a:pt x="2658" y="1527"/>
                </a:cubicBezTo>
                <a:cubicBezTo>
                  <a:pt x="2697" y="1593"/>
                  <a:pt x="2691" y="1584"/>
                  <a:pt x="2687" y="1582"/>
                </a:cubicBezTo>
                <a:close/>
                <a:moveTo>
                  <a:pt x="2144" y="1575"/>
                </a:moveTo>
                <a:cubicBezTo>
                  <a:pt x="2148" y="1570"/>
                  <a:pt x="2154" y="1577"/>
                  <a:pt x="2158" y="1574"/>
                </a:cubicBezTo>
                <a:cubicBezTo>
                  <a:pt x="2160" y="1578"/>
                  <a:pt x="2149" y="1578"/>
                  <a:pt x="2144" y="1575"/>
                </a:cubicBezTo>
                <a:close/>
                <a:moveTo>
                  <a:pt x="2526" y="1607"/>
                </a:moveTo>
                <a:cubicBezTo>
                  <a:pt x="2524" y="1607"/>
                  <a:pt x="2522" y="1607"/>
                  <a:pt x="2520" y="1605"/>
                </a:cubicBezTo>
                <a:cubicBezTo>
                  <a:pt x="2516" y="1609"/>
                  <a:pt x="2511" y="1603"/>
                  <a:pt x="2508" y="1607"/>
                </a:cubicBezTo>
                <a:cubicBezTo>
                  <a:pt x="2499" y="1605"/>
                  <a:pt x="2490" y="1605"/>
                  <a:pt x="2482" y="1606"/>
                </a:cubicBezTo>
                <a:cubicBezTo>
                  <a:pt x="2480" y="1603"/>
                  <a:pt x="2484" y="1601"/>
                  <a:pt x="2486" y="1604"/>
                </a:cubicBezTo>
                <a:cubicBezTo>
                  <a:pt x="2489" y="1602"/>
                  <a:pt x="2492" y="1603"/>
                  <a:pt x="2494" y="1601"/>
                </a:cubicBezTo>
                <a:cubicBezTo>
                  <a:pt x="2507" y="1605"/>
                  <a:pt x="2518" y="1601"/>
                  <a:pt x="2531" y="1604"/>
                </a:cubicBezTo>
                <a:cubicBezTo>
                  <a:pt x="2533" y="1608"/>
                  <a:pt x="2528" y="1604"/>
                  <a:pt x="2526" y="1607"/>
                </a:cubicBezTo>
                <a:close/>
                <a:moveTo>
                  <a:pt x="2567" y="1613"/>
                </a:moveTo>
                <a:cubicBezTo>
                  <a:pt x="2559" y="1606"/>
                  <a:pt x="2555" y="1614"/>
                  <a:pt x="2547" y="1607"/>
                </a:cubicBezTo>
                <a:cubicBezTo>
                  <a:pt x="2553" y="1605"/>
                  <a:pt x="2561" y="1610"/>
                  <a:pt x="2568" y="1608"/>
                </a:cubicBezTo>
                <a:cubicBezTo>
                  <a:pt x="2574" y="1610"/>
                  <a:pt x="2580" y="1607"/>
                  <a:pt x="2587" y="1610"/>
                </a:cubicBezTo>
                <a:cubicBezTo>
                  <a:pt x="2581" y="1615"/>
                  <a:pt x="2573" y="1607"/>
                  <a:pt x="2567" y="1613"/>
                </a:cubicBezTo>
                <a:close/>
                <a:moveTo>
                  <a:pt x="2540" y="1598"/>
                </a:moveTo>
                <a:cubicBezTo>
                  <a:pt x="2525" y="1593"/>
                  <a:pt x="2512" y="1597"/>
                  <a:pt x="2497" y="1592"/>
                </a:cubicBezTo>
                <a:cubicBezTo>
                  <a:pt x="2450" y="1595"/>
                  <a:pt x="2441" y="1586"/>
                  <a:pt x="2435" y="1590"/>
                </a:cubicBezTo>
                <a:cubicBezTo>
                  <a:pt x="2387" y="1588"/>
                  <a:pt x="2379" y="1582"/>
                  <a:pt x="2372" y="1583"/>
                </a:cubicBezTo>
                <a:cubicBezTo>
                  <a:pt x="2312" y="1577"/>
                  <a:pt x="2305" y="1580"/>
                  <a:pt x="2296" y="1579"/>
                </a:cubicBezTo>
                <a:cubicBezTo>
                  <a:pt x="2241" y="1575"/>
                  <a:pt x="2238" y="1581"/>
                  <a:pt x="2233" y="1579"/>
                </a:cubicBezTo>
                <a:cubicBezTo>
                  <a:pt x="2204" y="1581"/>
                  <a:pt x="2199" y="1578"/>
                  <a:pt x="2196" y="1580"/>
                </a:cubicBezTo>
                <a:cubicBezTo>
                  <a:pt x="2167" y="1578"/>
                  <a:pt x="2165" y="1578"/>
                  <a:pt x="2162" y="1576"/>
                </a:cubicBezTo>
                <a:cubicBezTo>
                  <a:pt x="2207" y="1569"/>
                  <a:pt x="2214" y="1577"/>
                  <a:pt x="2219" y="1572"/>
                </a:cubicBezTo>
                <a:cubicBezTo>
                  <a:pt x="2278" y="1569"/>
                  <a:pt x="2290" y="1571"/>
                  <a:pt x="2300" y="1569"/>
                </a:cubicBezTo>
                <a:cubicBezTo>
                  <a:pt x="2323" y="1569"/>
                  <a:pt x="2329" y="1569"/>
                  <a:pt x="2335" y="1568"/>
                </a:cubicBezTo>
                <a:cubicBezTo>
                  <a:pt x="2440" y="1571"/>
                  <a:pt x="2444" y="1568"/>
                  <a:pt x="2449" y="1566"/>
                </a:cubicBezTo>
                <a:cubicBezTo>
                  <a:pt x="2502" y="1575"/>
                  <a:pt x="2506" y="1569"/>
                  <a:pt x="2512" y="1573"/>
                </a:cubicBezTo>
                <a:cubicBezTo>
                  <a:pt x="2567" y="1582"/>
                  <a:pt x="2574" y="1579"/>
                  <a:pt x="2583" y="1581"/>
                </a:cubicBezTo>
                <a:cubicBezTo>
                  <a:pt x="2641" y="1590"/>
                  <a:pt x="2646" y="1593"/>
                  <a:pt x="2652" y="1596"/>
                </a:cubicBezTo>
                <a:cubicBezTo>
                  <a:pt x="2707" y="1622"/>
                  <a:pt x="2702" y="1616"/>
                  <a:pt x="2699" y="1619"/>
                </a:cubicBezTo>
                <a:cubicBezTo>
                  <a:pt x="2672" y="1612"/>
                  <a:pt x="2669" y="1612"/>
                  <a:pt x="2666" y="1613"/>
                </a:cubicBezTo>
                <a:cubicBezTo>
                  <a:pt x="2637" y="1606"/>
                  <a:pt x="2631" y="1611"/>
                  <a:pt x="2624" y="1606"/>
                </a:cubicBezTo>
                <a:close/>
                <a:moveTo>
                  <a:pt x="2597" y="1611"/>
                </a:moveTo>
                <a:cubicBezTo>
                  <a:pt x="2606" y="1607"/>
                  <a:pt x="2618" y="1619"/>
                  <a:pt x="2627" y="1613"/>
                </a:cubicBezTo>
                <a:cubicBezTo>
                  <a:pt x="2633" y="1619"/>
                  <a:pt x="2636" y="1614"/>
                  <a:pt x="2642" y="1618"/>
                </a:cubicBezTo>
                <a:cubicBezTo>
                  <a:pt x="2633" y="1621"/>
                  <a:pt x="2623" y="1619"/>
                  <a:pt x="2614" y="1621"/>
                </a:cubicBezTo>
                <a:cubicBezTo>
                  <a:pt x="2608" y="1613"/>
                  <a:pt x="2605" y="1615"/>
                  <a:pt x="2597" y="1611"/>
                </a:cubicBezTo>
                <a:close/>
                <a:moveTo>
                  <a:pt x="2763" y="1649"/>
                </a:moveTo>
                <a:cubicBezTo>
                  <a:pt x="2754" y="1649"/>
                  <a:pt x="2745" y="1646"/>
                  <a:pt x="2735" y="1643"/>
                </a:cubicBezTo>
                <a:cubicBezTo>
                  <a:pt x="2676" y="1644"/>
                  <a:pt x="2666" y="1642"/>
                  <a:pt x="2656" y="1643"/>
                </a:cubicBezTo>
                <a:cubicBezTo>
                  <a:pt x="2619" y="1644"/>
                  <a:pt x="2610" y="1645"/>
                  <a:pt x="2601" y="1648"/>
                </a:cubicBezTo>
                <a:cubicBezTo>
                  <a:pt x="2566" y="1648"/>
                  <a:pt x="2563" y="1648"/>
                  <a:pt x="2560" y="1650"/>
                </a:cubicBezTo>
                <a:cubicBezTo>
                  <a:pt x="2515" y="1653"/>
                  <a:pt x="2510" y="1656"/>
                  <a:pt x="2503" y="1654"/>
                </a:cubicBezTo>
                <a:cubicBezTo>
                  <a:pt x="2451" y="1659"/>
                  <a:pt x="2440" y="1669"/>
                  <a:pt x="2426" y="1663"/>
                </a:cubicBezTo>
                <a:cubicBezTo>
                  <a:pt x="2376" y="1673"/>
                  <a:pt x="2369" y="1667"/>
                  <a:pt x="2365" y="1672"/>
                </a:cubicBezTo>
                <a:cubicBezTo>
                  <a:pt x="2379" y="1668"/>
                  <a:pt x="2384" y="1667"/>
                  <a:pt x="2389" y="1664"/>
                </a:cubicBezTo>
                <a:cubicBezTo>
                  <a:pt x="2438" y="1657"/>
                  <a:pt x="2443" y="1656"/>
                  <a:pt x="2448" y="1654"/>
                </a:cubicBezTo>
                <a:cubicBezTo>
                  <a:pt x="2508" y="1641"/>
                  <a:pt x="2511" y="1645"/>
                  <a:pt x="2512" y="1644"/>
                </a:cubicBezTo>
                <a:cubicBezTo>
                  <a:pt x="2542" y="1641"/>
                  <a:pt x="2546" y="1637"/>
                  <a:pt x="2551" y="1636"/>
                </a:cubicBezTo>
                <a:cubicBezTo>
                  <a:pt x="2604" y="1630"/>
                  <a:pt x="2614" y="1631"/>
                  <a:pt x="2623" y="1627"/>
                </a:cubicBezTo>
                <a:cubicBezTo>
                  <a:pt x="2687" y="1626"/>
                  <a:pt x="2697" y="1629"/>
                  <a:pt x="2705" y="1626"/>
                </a:cubicBezTo>
                <a:cubicBezTo>
                  <a:pt x="2750" y="1637"/>
                  <a:pt x="2753" y="1632"/>
                  <a:pt x="2757" y="1637"/>
                </a:cubicBezTo>
                <a:cubicBezTo>
                  <a:pt x="2783" y="1654"/>
                  <a:pt x="2773" y="1651"/>
                  <a:pt x="2763" y="1649"/>
                </a:cubicBezTo>
                <a:close/>
                <a:moveTo>
                  <a:pt x="2805" y="1637"/>
                </a:moveTo>
                <a:cubicBezTo>
                  <a:pt x="2800" y="1634"/>
                  <a:pt x="2797" y="1631"/>
                  <a:pt x="2796" y="1626"/>
                </a:cubicBezTo>
                <a:cubicBezTo>
                  <a:pt x="2758" y="1589"/>
                  <a:pt x="2761" y="1584"/>
                  <a:pt x="2756" y="1581"/>
                </a:cubicBezTo>
                <a:cubicBezTo>
                  <a:pt x="2746" y="1568"/>
                  <a:pt x="2747" y="1564"/>
                  <a:pt x="2740" y="1561"/>
                </a:cubicBezTo>
                <a:cubicBezTo>
                  <a:pt x="2730" y="1535"/>
                  <a:pt x="2730" y="1532"/>
                  <a:pt x="2727" y="1530"/>
                </a:cubicBezTo>
                <a:cubicBezTo>
                  <a:pt x="2718" y="1506"/>
                  <a:pt x="2718" y="1503"/>
                  <a:pt x="2714" y="1501"/>
                </a:cubicBezTo>
                <a:cubicBezTo>
                  <a:pt x="2687" y="1421"/>
                  <a:pt x="2685" y="1400"/>
                  <a:pt x="2677" y="1380"/>
                </a:cubicBezTo>
                <a:cubicBezTo>
                  <a:pt x="2674" y="1353"/>
                  <a:pt x="2671" y="1351"/>
                  <a:pt x="2673" y="1348"/>
                </a:cubicBezTo>
                <a:cubicBezTo>
                  <a:pt x="2646" y="1236"/>
                  <a:pt x="2645" y="1214"/>
                  <a:pt x="2642" y="1194"/>
                </a:cubicBezTo>
                <a:cubicBezTo>
                  <a:pt x="2628" y="1129"/>
                  <a:pt x="2621" y="1127"/>
                  <a:pt x="2623" y="1123"/>
                </a:cubicBezTo>
                <a:cubicBezTo>
                  <a:pt x="2620" y="1109"/>
                  <a:pt x="2614" y="1106"/>
                  <a:pt x="2617" y="1101"/>
                </a:cubicBezTo>
                <a:cubicBezTo>
                  <a:pt x="2600" y="1060"/>
                  <a:pt x="2601" y="1047"/>
                  <a:pt x="2596" y="1035"/>
                </a:cubicBezTo>
                <a:cubicBezTo>
                  <a:pt x="2606" y="1050"/>
                  <a:pt x="2612" y="1052"/>
                  <a:pt x="2608" y="1056"/>
                </a:cubicBezTo>
                <a:cubicBezTo>
                  <a:pt x="2633" y="1119"/>
                  <a:pt x="2633" y="1126"/>
                  <a:pt x="2632" y="1133"/>
                </a:cubicBezTo>
                <a:cubicBezTo>
                  <a:pt x="2642" y="1158"/>
                  <a:pt x="2644" y="1164"/>
                  <a:pt x="2643" y="1171"/>
                </a:cubicBezTo>
                <a:cubicBezTo>
                  <a:pt x="2653" y="1196"/>
                  <a:pt x="2654" y="1203"/>
                  <a:pt x="2657" y="1209"/>
                </a:cubicBezTo>
                <a:cubicBezTo>
                  <a:pt x="2667" y="1272"/>
                  <a:pt x="2677" y="1274"/>
                  <a:pt x="2671" y="1279"/>
                </a:cubicBezTo>
                <a:cubicBezTo>
                  <a:pt x="2685" y="1333"/>
                  <a:pt x="2681" y="1340"/>
                  <a:pt x="2688" y="1345"/>
                </a:cubicBezTo>
                <a:cubicBezTo>
                  <a:pt x="2693" y="1378"/>
                  <a:pt x="2694" y="1381"/>
                  <a:pt x="2696" y="1384"/>
                </a:cubicBezTo>
                <a:cubicBezTo>
                  <a:pt x="2700" y="1418"/>
                  <a:pt x="2706" y="1420"/>
                  <a:pt x="2703" y="1423"/>
                </a:cubicBezTo>
                <a:cubicBezTo>
                  <a:pt x="2722" y="1475"/>
                  <a:pt x="2722" y="1478"/>
                  <a:pt x="2723" y="1481"/>
                </a:cubicBezTo>
                <a:cubicBezTo>
                  <a:pt x="2751" y="1548"/>
                  <a:pt x="2760" y="1560"/>
                  <a:pt x="2766" y="1573"/>
                </a:cubicBezTo>
                <a:cubicBezTo>
                  <a:pt x="2784" y="1604"/>
                  <a:pt x="2791" y="1605"/>
                  <a:pt x="2789" y="1609"/>
                </a:cubicBezTo>
                <a:close/>
                <a:moveTo>
                  <a:pt x="2817" y="1654"/>
                </a:moveTo>
                <a:cubicBezTo>
                  <a:pt x="2819" y="1652"/>
                  <a:pt x="2819" y="1650"/>
                  <a:pt x="2818" y="1649"/>
                </a:cubicBezTo>
                <a:cubicBezTo>
                  <a:pt x="2824" y="1647"/>
                  <a:pt x="2833" y="1657"/>
                  <a:pt x="2836" y="1661"/>
                </a:cubicBezTo>
                <a:cubicBezTo>
                  <a:pt x="2827" y="1663"/>
                  <a:pt x="2826" y="1655"/>
                  <a:pt x="2817" y="1654"/>
                </a:cubicBezTo>
                <a:close/>
                <a:moveTo>
                  <a:pt x="2828" y="1677"/>
                </a:moveTo>
                <a:cubicBezTo>
                  <a:pt x="2829" y="1675"/>
                  <a:pt x="2831" y="1673"/>
                  <a:pt x="2832" y="1671"/>
                </a:cubicBezTo>
                <a:cubicBezTo>
                  <a:pt x="2835" y="1671"/>
                  <a:pt x="2840" y="1673"/>
                  <a:pt x="2844" y="1677"/>
                </a:cubicBezTo>
                <a:cubicBezTo>
                  <a:pt x="2839" y="1679"/>
                  <a:pt x="2834" y="1679"/>
                  <a:pt x="2828" y="1677"/>
                </a:cubicBezTo>
                <a:close/>
                <a:moveTo>
                  <a:pt x="2900" y="1640"/>
                </a:moveTo>
                <a:cubicBezTo>
                  <a:pt x="2895" y="1633"/>
                  <a:pt x="2905" y="1639"/>
                  <a:pt x="2904" y="1641"/>
                </a:cubicBezTo>
                <a:cubicBezTo>
                  <a:pt x="2904" y="1642"/>
                  <a:pt x="2900" y="1641"/>
                  <a:pt x="2900" y="1640"/>
                </a:cubicBezTo>
                <a:close/>
                <a:moveTo>
                  <a:pt x="2864" y="1737"/>
                </a:moveTo>
                <a:cubicBezTo>
                  <a:pt x="2860" y="1739"/>
                  <a:pt x="2856" y="1743"/>
                  <a:pt x="2851" y="1741"/>
                </a:cubicBezTo>
                <a:cubicBezTo>
                  <a:pt x="2847" y="1745"/>
                  <a:pt x="2843" y="1748"/>
                  <a:pt x="2837" y="1746"/>
                </a:cubicBezTo>
                <a:cubicBezTo>
                  <a:pt x="2834" y="1753"/>
                  <a:pt x="2829" y="1752"/>
                  <a:pt x="2825" y="1753"/>
                </a:cubicBezTo>
                <a:cubicBezTo>
                  <a:pt x="2822" y="1759"/>
                  <a:pt x="2817" y="1754"/>
                  <a:pt x="2813" y="1758"/>
                </a:cubicBezTo>
                <a:cubicBezTo>
                  <a:pt x="2811" y="1757"/>
                  <a:pt x="2810" y="1760"/>
                  <a:pt x="2809" y="1761"/>
                </a:cubicBezTo>
                <a:cubicBezTo>
                  <a:pt x="2807" y="1762"/>
                  <a:pt x="2807" y="1761"/>
                  <a:pt x="2806" y="1761"/>
                </a:cubicBezTo>
                <a:cubicBezTo>
                  <a:pt x="2804" y="1762"/>
                  <a:pt x="2799" y="1763"/>
                  <a:pt x="2797" y="1766"/>
                </a:cubicBezTo>
                <a:cubicBezTo>
                  <a:pt x="2796" y="1768"/>
                  <a:pt x="2791" y="1771"/>
                  <a:pt x="2787" y="1770"/>
                </a:cubicBezTo>
                <a:cubicBezTo>
                  <a:pt x="2779" y="1776"/>
                  <a:pt x="2771" y="1778"/>
                  <a:pt x="2762" y="1779"/>
                </a:cubicBezTo>
                <a:cubicBezTo>
                  <a:pt x="2761" y="1784"/>
                  <a:pt x="2757" y="1780"/>
                  <a:pt x="2755" y="1782"/>
                </a:cubicBezTo>
                <a:cubicBezTo>
                  <a:pt x="2753" y="1784"/>
                  <a:pt x="2751" y="1785"/>
                  <a:pt x="2749" y="1784"/>
                </a:cubicBezTo>
                <a:cubicBezTo>
                  <a:pt x="2745" y="1785"/>
                  <a:pt x="2741" y="1789"/>
                  <a:pt x="2736" y="1788"/>
                </a:cubicBezTo>
                <a:cubicBezTo>
                  <a:pt x="2732" y="1791"/>
                  <a:pt x="2726" y="1789"/>
                  <a:pt x="2722" y="1792"/>
                </a:cubicBezTo>
                <a:cubicBezTo>
                  <a:pt x="2720" y="1791"/>
                  <a:pt x="2719" y="1795"/>
                  <a:pt x="2716" y="1793"/>
                </a:cubicBezTo>
                <a:cubicBezTo>
                  <a:pt x="2714" y="1793"/>
                  <a:pt x="2712" y="1793"/>
                  <a:pt x="2710" y="1795"/>
                </a:cubicBezTo>
                <a:cubicBezTo>
                  <a:pt x="2707" y="1789"/>
                  <a:pt x="2717" y="1789"/>
                  <a:pt x="2720" y="1788"/>
                </a:cubicBezTo>
                <a:cubicBezTo>
                  <a:pt x="2724" y="1786"/>
                  <a:pt x="2726" y="1778"/>
                  <a:pt x="2732" y="1783"/>
                </a:cubicBezTo>
                <a:cubicBezTo>
                  <a:pt x="2734" y="1775"/>
                  <a:pt x="2739" y="1776"/>
                  <a:pt x="2742" y="1774"/>
                </a:cubicBezTo>
                <a:cubicBezTo>
                  <a:pt x="2745" y="1768"/>
                  <a:pt x="2750" y="1771"/>
                  <a:pt x="2753" y="1766"/>
                </a:cubicBezTo>
                <a:cubicBezTo>
                  <a:pt x="2762" y="1766"/>
                  <a:pt x="2768" y="1758"/>
                  <a:pt x="2776" y="1755"/>
                </a:cubicBezTo>
                <a:cubicBezTo>
                  <a:pt x="2783" y="1749"/>
                  <a:pt x="2792" y="1749"/>
                  <a:pt x="2799" y="1741"/>
                </a:cubicBezTo>
                <a:cubicBezTo>
                  <a:pt x="2810" y="1740"/>
                  <a:pt x="2821" y="1735"/>
                  <a:pt x="2831" y="1731"/>
                </a:cubicBezTo>
                <a:cubicBezTo>
                  <a:pt x="2836" y="1732"/>
                  <a:pt x="2840" y="1731"/>
                  <a:pt x="2843" y="1729"/>
                </a:cubicBezTo>
                <a:cubicBezTo>
                  <a:pt x="2849" y="1735"/>
                  <a:pt x="2851" y="1724"/>
                  <a:pt x="2856" y="1729"/>
                </a:cubicBezTo>
                <a:cubicBezTo>
                  <a:pt x="2864" y="1725"/>
                  <a:pt x="2872" y="1724"/>
                  <a:pt x="2880" y="1721"/>
                </a:cubicBezTo>
                <a:cubicBezTo>
                  <a:pt x="2893" y="1726"/>
                  <a:pt x="2905" y="1722"/>
                  <a:pt x="2918" y="1726"/>
                </a:cubicBezTo>
                <a:cubicBezTo>
                  <a:pt x="2900" y="1729"/>
                  <a:pt x="2882" y="1734"/>
                  <a:pt x="2864" y="1737"/>
                </a:cubicBezTo>
                <a:close/>
                <a:moveTo>
                  <a:pt x="2915" y="1687"/>
                </a:moveTo>
                <a:cubicBezTo>
                  <a:pt x="2914" y="1684"/>
                  <a:pt x="2912" y="1681"/>
                  <a:pt x="2912" y="1677"/>
                </a:cubicBezTo>
                <a:cubicBezTo>
                  <a:pt x="2906" y="1672"/>
                  <a:pt x="2907" y="1664"/>
                  <a:pt x="2900" y="1659"/>
                </a:cubicBezTo>
                <a:cubicBezTo>
                  <a:pt x="2904" y="1655"/>
                  <a:pt x="2909" y="1664"/>
                  <a:pt x="2908" y="1667"/>
                </a:cubicBezTo>
                <a:cubicBezTo>
                  <a:pt x="2913" y="1670"/>
                  <a:pt x="2912" y="1673"/>
                  <a:pt x="2915" y="1677"/>
                </a:cubicBezTo>
                <a:cubicBezTo>
                  <a:pt x="2917" y="1678"/>
                  <a:pt x="2915" y="1681"/>
                  <a:pt x="2916" y="1683"/>
                </a:cubicBezTo>
                <a:cubicBezTo>
                  <a:pt x="2916" y="1684"/>
                  <a:pt x="2919" y="1684"/>
                  <a:pt x="2920" y="1685"/>
                </a:cubicBezTo>
                <a:cubicBezTo>
                  <a:pt x="2920" y="1685"/>
                  <a:pt x="2918" y="1686"/>
                  <a:pt x="2918" y="1687"/>
                </a:cubicBezTo>
                <a:cubicBezTo>
                  <a:pt x="2920" y="1690"/>
                  <a:pt x="2927" y="1693"/>
                  <a:pt x="2922" y="1697"/>
                </a:cubicBezTo>
                <a:cubicBezTo>
                  <a:pt x="2915" y="1695"/>
                  <a:pt x="2918" y="1691"/>
                  <a:pt x="2915" y="1687"/>
                </a:cubicBezTo>
                <a:close/>
                <a:moveTo>
                  <a:pt x="2921" y="1726"/>
                </a:moveTo>
                <a:cubicBezTo>
                  <a:pt x="2924" y="1725"/>
                  <a:pt x="2927" y="1725"/>
                  <a:pt x="2929" y="1726"/>
                </a:cubicBezTo>
                <a:cubicBezTo>
                  <a:pt x="2933" y="1729"/>
                  <a:pt x="2924" y="1727"/>
                  <a:pt x="2921" y="1726"/>
                </a:cubicBezTo>
                <a:close/>
                <a:moveTo>
                  <a:pt x="2925" y="1704"/>
                </a:moveTo>
                <a:cubicBezTo>
                  <a:pt x="2926" y="1701"/>
                  <a:pt x="2929" y="1702"/>
                  <a:pt x="2931" y="1703"/>
                </a:cubicBezTo>
                <a:cubicBezTo>
                  <a:pt x="2930" y="1704"/>
                  <a:pt x="2931" y="1705"/>
                  <a:pt x="2932" y="1706"/>
                </a:cubicBezTo>
                <a:cubicBezTo>
                  <a:pt x="2930" y="1708"/>
                  <a:pt x="2927" y="1706"/>
                  <a:pt x="2925" y="1704"/>
                </a:cubicBezTo>
                <a:close/>
                <a:moveTo>
                  <a:pt x="2954" y="1716"/>
                </a:moveTo>
                <a:cubicBezTo>
                  <a:pt x="2953" y="1717"/>
                  <a:pt x="2950" y="1716"/>
                  <a:pt x="2949" y="1715"/>
                </a:cubicBezTo>
                <a:cubicBezTo>
                  <a:pt x="2945" y="1708"/>
                  <a:pt x="2955" y="1714"/>
                  <a:pt x="2954" y="1716"/>
                </a:cubicBezTo>
                <a:close/>
                <a:moveTo>
                  <a:pt x="2973" y="1726"/>
                </a:moveTo>
                <a:cubicBezTo>
                  <a:pt x="2968" y="1724"/>
                  <a:pt x="2972" y="1720"/>
                  <a:pt x="2969" y="1718"/>
                </a:cubicBezTo>
                <a:cubicBezTo>
                  <a:pt x="2938" y="1683"/>
                  <a:pt x="2930" y="1679"/>
                  <a:pt x="2927" y="1674"/>
                </a:cubicBezTo>
                <a:cubicBezTo>
                  <a:pt x="2915" y="1643"/>
                  <a:pt x="2912" y="1636"/>
                  <a:pt x="2907" y="1629"/>
                </a:cubicBezTo>
                <a:cubicBezTo>
                  <a:pt x="2892" y="1579"/>
                  <a:pt x="2886" y="1575"/>
                  <a:pt x="2887" y="1569"/>
                </a:cubicBezTo>
                <a:cubicBezTo>
                  <a:pt x="2883" y="1542"/>
                  <a:pt x="2877" y="1540"/>
                  <a:pt x="2879" y="1538"/>
                </a:cubicBezTo>
                <a:cubicBezTo>
                  <a:pt x="2871" y="1501"/>
                  <a:pt x="2870" y="1496"/>
                  <a:pt x="2868" y="1491"/>
                </a:cubicBezTo>
                <a:cubicBezTo>
                  <a:pt x="2853" y="1392"/>
                  <a:pt x="2859" y="1387"/>
                  <a:pt x="2855" y="1385"/>
                </a:cubicBezTo>
                <a:cubicBezTo>
                  <a:pt x="2851" y="1351"/>
                  <a:pt x="2854" y="1340"/>
                  <a:pt x="2850" y="1330"/>
                </a:cubicBezTo>
                <a:cubicBezTo>
                  <a:pt x="2857" y="1350"/>
                  <a:pt x="2862" y="1353"/>
                  <a:pt x="2863" y="1357"/>
                </a:cubicBezTo>
                <a:cubicBezTo>
                  <a:pt x="2872" y="1389"/>
                  <a:pt x="2874" y="1392"/>
                  <a:pt x="2874" y="1395"/>
                </a:cubicBezTo>
                <a:cubicBezTo>
                  <a:pt x="2880" y="1418"/>
                  <a:pt x="2877" y="1423"/>
                  <a:pt x="2880" y="1426"/>
                </a:cubicBezTo>
                <a:cubicBezTo>
                  <a:pt x="2883" y="1449"/>
                  <a:pt x="2885" y="1452"/>
                  <a:pt x="2886" y="1456"/>
                </a:cubicBezTo>
                <a:cubicBezTo>
                  <a:pt x="2887" y="1491"/>
                  <a:pt x="2897" y="1495"/>
                  <a:pt x="2892" y="1502"/>
                </a:cubicBezTo>
                <a:cubicBezTo>
                  <a:pt x="2901" y="1537"/>
                  <a:pt x="2901" y="1540"/>
                  <a:pt x="2899" y="1543"/>
                </a:cubicBezTo>
                <a:cubicBezTo>
                  <a:pt x="2907" y="1572"/>
                  <a:pt x="2913" y="1576"/>
                  <a:pt x="2910" y="1582"/>
                </a:cubicBezTo>
                <a:cubicBezTo>
                  <a:pt x="2913" y="1604"/>
                  <a:pt x="2924" y="1607"/>
                  <a:pt x="2918" y="1613"/>
                </a:cubicBezTo>
                <a:cubicBezTo>
                  <a:pt x="2937" y="1642"/>
                  <a:pt x="2934" y="1651"/>
                  <a:pt x="2941" y="1657"/>
                </a:cubicBezTo>
                <a:cubicBezTo>
                  <a:pt x="2993" y="1738"/>
                  <a:pt x="2982" y="1726"/>
                  <a:pt x="2973" y="1726"/>
                </a:cubicBezTo>
                <a:close/>
                <a:moveTo>
                  <a:pt x="3024" y="1736"/>
                </a:moveTo>
                <a:cubicBezTo>
                  <a:pt x="3029" y="1728"/>
                  <a:pt x="3032" y="1742"/>
                  <a:pt x="3035" y="1744"/>
                </a:cubicBezTo>
                <a:cubicBezTo>
                  <a:pt x="3030" y="1747"/>
                  <a:pt x="3028" y="1738"/>
                  <a:pt x="3024" y="1736"/>
                </a:cubicBezTo>
                <a:close/>
                <a:moveTo>
                  <a:pt x="3115" y="1805"/>
                </a:moveTo>
                <a:cubicBezTo>
                  <a:pt x="3110" y="1802"/>
                  <a:pt x="3105" y="1802"/>
                  <a:pt x="3100" y="1803"/>
                </a:cubicBezTo>
                <a:cubicBezTo>
                  <a:pt x="3096" y="1798"/>
                  <a:pt x="3093" y="1800"/>
                  <a:pt x="3088" y="1797"/>
                </a:cubicBezTo>
                <a:cubicBezTo>
                  <a:pt x="3084" y="1796"/>
                  <a:pt x="3080" y="1793"/>
                  <a:pt x="3077" y="1795"/>
                </a:cubicBezTo>
                <a:cubicBezTo>
                  <a:pt x="3074" y="1791"/>
                  <a:pt x="3079" y="1792"/>
                  <a:pt x="3080" y="1790"/>
                </a:cubicBezTo>
                <a:cubicBezTo>
                  <a:pt x="3084" y="1789"/>
                  <a:pt x="3088" y="1790"/>
                  <a:pt x="3091" y="1789"/>
                </a:cubicBezTo>
                <a:cubicBezTo>
                  <a:pt x="3096" y="1792"/>
                  <a:pt x="3101" y="1795"/>
                  <a:pt x="3106" y="1799"/>
                </a:cubicBezTo>
                <a:cubicBezTo>
                  <a:pt x="3108" y="1801"/>
                  <a:pt x="3110" y="1799"/>
                  <a:pt x="3113" y="1800"/>
                </a:cubicBezTo>
                <a:cubicBezTo>
                  <a:pt x="3114" y="1802"/>
                  <a:pt x="3116" y="1803"/>
                  <a:pt x="3118" y="1804"/>
                </a:cubicBezTo>
                <a:cubicBezTo>
                  <a:pt x="3120" y="1805"/>
                  <a:pt x="3122" y="1806"/>
                  <a:pt x="3123" y="1808"/>
                </a:cubicBezTo>
                <a:cubicBezTo>
                  <a:pt x="3121" y="1810"/>
                  <a:pt x="3118" y="1806"/>
                  <a:pt x="3115" y="1805"/>
                </a:cubicBezTo>
                <a:close/>
                <a:moveTo>
                  <a:pt x="1680" y="9"/>
                </a:moveTo>
                <a:cubicBezTo>
                  <a:pt x="1681" y="6"/>
                  <a:pt x="1682" y="3"/>
                  <a:pt x="1683" y="0"/>
                </a:cubicBezTo>
                <a:cubicBezTo>
                  <a:pt x="1678" y="0"/>
                  <a:pt x="1678" y="0"/>
                  <a:pt x="1678" y="0"/>
                </a:cubicBezTo>
                <a:cubicBezTo>
                  <a:pt x="1678" y="2"/>
                  <a:pt x="1677" y="4"/>
                  <a:pt x="1676" y="6"/>
                </a:cubicBezTo>
                <a:cubicBezTo>
                  <a:pt x="1676" y="9"/>
                  <a:pt x="1678" y="11"/>
                  <a:pt x="1676" y="15"/>
                </a:cubicBezTo>
                <a:cubicBezTo>
                  <a:pt x="1672" y="19"/>
                  <a:pt x="1676" y="26"/>
                  <a:pt x="1679" y="20"/>
                </a:cubicBezTo>
                <a:cubicBezTo>
                  <a:pt x="1674" y="19"/>
                  <a:pt x="1680" y="13"/>
                  <a:pt x="1680" y="9"/>
                </a:cubicBezTo>
                <a:close/>
                <a:moveTo>
                  <a:pt x="974" y="1507"/>
                </a:moveTo>
                <a:cubicBezTo>
                  <a:pt x="972" y="1503"/>
                  <a:pt x="969" y="1505"/>
                  <a:pt x="966" y="1504"/>
                </a:cubicBezTo>
                <a:cubicBezTo>
                  <a:pt x="931" y="1480"/>
                  <a:pt x="929" y="1480"/>
                  <a:pt x="927" y="1479"/>
                </a:cubicBezTo>
                <a:cubicBezTo>
                  <a:pt x="911" y="1456"/>
                  <a:pt x="903" y="1450"/>
                  <a:pt x="900" y="1449"/>
                </a:cubicBezTo>
                <a:cubicBezTo>
                  <a:pt x="891" y="1420"/>
                  <a:pt x="892" y="1413"/>
                  <a:pt x="887" y="1405"/>
                </a:cubicBezTo>
                <a:cubicBezTo>
                  <a:pt x="899" y="1346"/>
                  <a:pt x="894" y="1342"/>
                  <a:pt x="900" y="1340"/>
                </a:cubicBezTo>
                <a:cubicBezTo>
                  <a:pt x="889" y="1354"/>
                  <a:pt x="882" y="1359"/>
                  <a:pt x="883" y="1365"/>
                </a:cubicBezTo>
                <a:cubicBezTo>
                  <a:pt x="879" y="1379"/>
                  <a:pt x="873" y="1375"/>
                  <a:pt x="876" y="1373"/>
                </a:cubicBezTo>
                <a:cubicBezTo>
                  <a:pt x="867" y="1315"/>
                  <a:pt x="864" y="1303"/>
                  <a:pt x="861" y="1290"/>
                </a:cubicBezTo>
                <a:cubicBezTo>
                  <a:pt x="844" y="1227"/>
                  <a:pt x="849" y="1225"/>
                  <a:pt x="845" y="1221"/>
                </a:cubicBezTo>
                <a:cubicBezTo>
                  <a:pt x="820" y="1167"/>
                  <a:pt x="816" y="1162"/>
                  <a:pt x="812" y="1156"/>
                </a:cubicBezTo>
                <a:cubicBezTo>
                  <a:pt x="782" y="1111"/>
                  <a:pt x="775" y="1106"/>
                  <a:pt x="777" y="1103"/>
                </a:cubicBezTo>
                <a:cubicBezTo>
                  <a:pt x="763" y="1061"/>
                  <a:pt x="767" y="1054"/>
                  <a:pt x="760" y="1046"/>
                </a:cubicBezTo>
                <a:cubicBezTo>
                  <a:pt x="758" y="1037"/>
                  <a:pt x="754" y="1047"/>
                  <a:pt x="761" y="1059"/>
                </a:cubicBezTo>
                <a:cubicBezTo>
                  <a:pt x="759" y="1081"/>
                  <a:pt x="757" y="1079"/>
                  <a:pt x="755" y="1076"/>
                </a:cubicBezTo>
                <a:cubicBezTo>
                  <a:pt x="746" y="1052"/>
                  <a:pt x="751" y="1050"/>
                  <a:pt x="749" y="1046"/>
                </a:cubicBezTo>
                <a:cubicBezTo>
                  <a:pt x="743" y="1005"/>
                  <a:pt x="744" y="997"/>
                  <a:pt x="744" y="990"/>
                </a:cubicBezTo>
                <a:cubicBezTo>
                  <a:pt x="720" y="917"/>
                  <a:pt x="722" y="913"/>
                  <a:pt x="719" y="909"/>
                </a:cubicBezTo>
                <a:cubicBezTo>
                  <a:pt x="724" y="939"/>
                  <a:pt x="724" y="944"/>
                  <a:pt x="729" y="950"/>
                </a:cubicBezTo>
                <a:cubicBezTo>
                  <a:pt x="742" y="1033"/>
                  <a:pt x="743" y="1042"/>
                  <a:pt x="742" y="1051"/>
                </a:cubicBezTo>
                <a:cubicBezTo>
                  <a:pt x="748" y="1098"/>
                  <a:pt x="747" y="1116"/>
                  <a:pt x="751" y="1135"/>
                </a:cubicBezTo>
                <a:cubicBezTo>
                  <a:pt x="760" y="1183"/>
                  <a:pt x="759" y="1188"/>
                  <a:pt x="763" y="1193"/>
                </a:cubicBezTo>
                <a:cubicBezTo>
                  <a:pt x="774" y="1226"/>
                  <a:pt x="771" y="1231"/>
                  <a:pt x="772" y="1236"/>
                </a:cubicBezTo>
                <a:cubicBezTo>
                  <a:pt x="781" y="1282"/>
                  <a:pt x="794" y="1289"/>
                  <a:pt x="786" y="1293"/>
                </a:cubicBezTo>
                <a:cubicBezTo>
                  <a:pt x="799" y="1326"/>
                  <a:pt x="799" y="1331"/>
                  <a:pt x="801" y="1336"/>
                </a:cubicBezTo>
                <a:cubicBezTo>
                  <a:pt x="825" y="1401"/>
                  <a:pt x="829" y="1406"/>
                  <a:pt x="830" y="1411"/>
                </a:cubicBezTo>
                <a:cubicBezTo>
                  <a:pt x="830" y="1413"/>
                  <a:pt x="823" y="1404"/>
                  <a:pt x="816" y="1394"/>
                </a:cubicBezTo>
                <a:cubicBezTo>
                  <a:pt x="781" y="1320"/>
                  <a:pt x="783" y="1315"/>
                  <a:pt x="776" y="1308"/>
                </a:cubicBezTo>
                <a:cubicBezTo>
                  <a:pt x="769" y="1284"/>
                  <a:pt x="767" y="1277"/>
                  <a:pt x="765" y="1270"/>
                </a:cubicBezTo>
                <a:cubicBezTo>
                  <a:pt x="743" y="1187"/>
                  <a:pt x="741" y="1180"/>
                  <a:pt x="742" y="1174"/>
                </a:cubicBezTo>
                <a:cubicBezTo>
                  <a:pt x="735" y="1142"/>
                  <a:pt x="733" y="1130"/>
                  <a:pt x="734" y="1118"/>
                </a:cubicBezTo>
                <a:cubicBezTo>
                  <a:pt x="731" y="1086"/>
                  <a:pt x="725" y="1082"/>
                  <a:pt x="728" y="1080"/>
                </a:cubicBezTo>
                <a:cubicBezTo>
                  <a:pt x="722" y="1018"/>
                  <a:pt x="715" y="1010"/>
                  <a:pt x="717" y="1004"/>
                </a:cubicBezTo>
                <a:cubicBezTo>
                  <a:pt x="713" y="1033"/>
                  <a:pt x="724" y="1038"/>
                  <a:pt x="716" y="1040"/>
                </a:cubicBezTo>
                <a:cubicBezTo>
                  <a:pt x="717" y="1070"/>
                  <a:pt x="724" y="1074"/>
                  <a:pt x="721" y="1077"/>
                </a:cubicBezTo>
                <a:cubicBezTo>
                  <a:pt x="722" y="1126"/>
                  <a:pt x="728" y="1130"/>
                  <a:pt x="725" y="1132"/>
                </a:cubicBezTo>
                <a:cubicBezTo>
                  <a:pt x="721" y="1146"/>
                  <a:pt x="726" y="1142"/>
                  <a:pt x="720" y="1136"/>
                </a:cubicBezTo>
                <a:cubicBezTo>
                  <a:pt x="713" y="1098"/>
                  <a:pt x="714" y="1093"/>
                  <a:pt x="712" y="1088"/>
                </a:cubicBezTo>
                <a:cubicBezTo>
                  <a:pt x="704" y="1052"/>
                  <a:pt x="713" y="1048"/>
                  <a:pt x="706" y="1042"/>
                </a:cubicBezTo>
                <a:cubicBezTo>
                  <a:pt x="704" y="1006"/>
                  <a:pt x="702" y="1001"/>
                  <a:pt x="703" y="996"/>
                </a:cubicBezTo>
                <a:cubicBezTo>
                  <a:pt x="697" y="954"/>
                  <a:pt x="698" y="944"/>
                  <a:pt x="696" y="934"/>
                </a:cubicBezTo>
                <a:cubicBezTo>
                  <a:pt x="689" y="896"/>
                  <a:pt x="689" y="891"/>
                  <a:pt x="689" y="885"/>
                </a:cubicBezTo>
                <a:cubicBezTo>
                  <a:pt x="677" y="832"/>
                  <a:pt x="675" y="827"/>
                  <a:pt x="676" y="822"/>
                </a:cubicBezTo>
                <a:cubicBezTo>
                  <a:pt x="670" y="849"/>
                  <a:pt x="681" y="857"/>
                  <a:pt x="677" y="862"/>
                </a:cubicBezTo>
                <a:cubicBezTo>
                  <a:pt x="682" y="891"/>
                  <a:pt x="679" y="902"/>
                  <a:pt x="682" y="914"/>
                </a:cubicBezTo>
                <a:cubicBezTo>
                  <a:pt x="675" y="936"/>
                  <a:pt x="679" y="939"/>
                  <a:pt x="675" y="941"/>
                </a:cubicBezTo>
                <a:cubicBezTo>
                  <a:pt x="676" y="951"/>
                  <a:pt x="674" y="953"/>
                  <a:pt x="677" y="955"/>
                </a:cubicBezTo>
                <a:cubicBezTo>
                  <a:pt x="671" y="1001"/>
                  <a:pt x="666" y="1006"/>
                  <a:pt x="669" y="1012"/>
                </a:cubicBezTo>
                <a:cubicBezTo>
                  <a:pt x="670" y="1042"/>
                  <a:pt x="665" y="1044"/>
                  <a:pt x="671" y="1048"/>
                </a:cubicBezTo>
                <a:cubicBezTo>
                  <a:pt x="675" y="1091"/>
                  <a:pt x="668" y="1096"/>
                  <a:pt x="672" y="1103"/>
                </a:cubicBezTo>
                <a:cubicBezTo>
                  <a:pt x="675" y="1163"/>
                  <a:pt x="676" y="1169"/>
                  <a:pt x="676" y="1176"/>
                </a:cubicBezTo>
                <a:cubicBezTo>
                  <a:pt x="682" y="1236"/>
                  <a:pt x="694" y="1244"/>
                  <a:pt x="688" y="1250"/>
                </a:cubicBezTo>
                <a:cubicBezTo>
                  <a:pt x="698" y="1281"/>
                  <a:pt x="699" y="1284"/>
                  <a:pt x="696" y="1287"/>
                </a:cubicBezTo>
                <a:cubicBezTo>
                  <a:pt x="690" y="1298"/>
                  <a:pt x="692" y="1293"/>
                  <a:pt x="688" y="1287"/>
                </a:cubicBezTo>
                <a:cubicBezTo>
                  <a:pt x="672" y="1252"/>
                  <a:pt x="668" y="1243"/>
                  <a:pt x="666" y="1233"/>
                </a:cubicBezTo>
                <a:cubicBezTo>
                  <a:pt x="651" y="1146"/>
                  <a:pt x="645" y="1138"/>
                  <a:pt x="646" y="1130"/>
                </a:cubicBezTo>
                <a:cubicBezTo>
                  <a:pt x="640" y="1069"/>
                  <a:pt x="643" y="1054"/>
                  <a:pt x="643" y="1039"/>
                </a:cubicBezTo>
                <a:cubicBezTo>
                  <a:pt x="647" y="987"/>
                  <a:pt x="648" y="980"/>
                  <a:pt x="646" y="972"/>
                </a:cubicBezTo>
                <a:cubicBezTo>
                  <a:pt x="652" y="935"/>
                  <a:pt x="651" y="931"/>
                  <a:pt x="652" y="928"/>
                </a:cubicBezTo>
                <a:cubicBezTo>
                  <a:pt x="656" y="852"/>
                  <a:pt x="648" y="843"/>
                  <a:pt x="653" y="836"/>
                </a:cubicBezTo>
                <a:cubicBezTo>
                  <a:pt x="643" y="816"/>
                  <a:pt x="650" y="822"/>
                  <a:pt x="647" y="827"/>
                </a:cubicBezTo>
                <a:cubicBezTo>
                  <a:pt x="644" y="882"/>
                  <a:pt x="649" y="888"/>
                  <a:pt x="645" y="892"/>
                </a:cubicBezTo>
                <a:cubicBezTo>
                  <a:pt x="642" y="928"/>
                  <a:pt x="644" y="934"/>
                  <a:pt x="641" y="938"/>
                </a:cubicBezTo>
                <a:cubicBezTo>
                  <a:pt x="641" y="965"/>
                  <a:pt x="638" y="967"/>
                  <a:pt x="639" y="969"/>
                </a:cubicBezTo>
                <a:cubicBezTo>
                  <a:pt x="633" y="1038"/>
                  <a:pt x="633" y="1043"/>
                  <a:pt x="633" y="1048"/>
                </a:cubicBezTo>
                <a:cubicBezTo>
                  <a:pt x="633" y="1085"/>
                  <a:pt x="635" y="1090"/>
                  <a:pt x="635" y="1095"/>
                </a:cubicBezTo>
                <a:cubicBezTo>
                  <a:pt x="642" y="1123"/>
                  <a:pt x="631" y="1124"/>
                  <a:pt x="637" y="1128"/>
                </a:cubicBezTo>
                <a:cubicBezTo>
                  <a:pt x="638" y="1156"/>
                  <a:pt x="642" y="1169"/>
                  <a:pt x="642" y="1181"/>
                </a:cubicBezTo>
                <a:cubicBezTo>
                  <a:pt x="652" y="1203"/>
                  <a:pt x="648" y="1205"/>
                  <a:pt x="651" y="1209"/>
                </a:cubicBezTo>
                <a:cubicBezTo>
                  <a:pt x="670" y="1264"/>
                  <a:pt x="669" y="1270"/>
                  <a:pt x="673" y="1277"/>
                </a:cubicBezTo>
                <a:cubicBezTo>
                  <a:pt x="675" y="1288"/>
                  <a:pt x="670" y="1291"/>
                  <a:pt x="665" y="1285"/>
                </a:cubicBezTo>
                <a:cubicBezTo>
                  <a:pt x="650" y="1251"/>
                  <a:pt x="642" y="1245"/>
                  <a:pt x="645" y="1241"/>
                </a:cubicBezTo>
                <a:cubicBezTo>
                  <a:pt x="624" y="1186"/>
                  <a:pt x="627" y="1177"/>
                  <a:pt x="624" y="1167"/>
                </a:cubicBezTo>
                <a:cubicBezTo>
                  <a:pt x="617" y="1119"/>
                  <a:pt x="620" y="1115"/>
                  <a:pt x="615" y="1109"/>
                </a:cubicBezTo>
                <a:cubicBezTo>
                  <a:pt x="612" y="1061"/>
                  <a:pt x="616" y="1043"/>
                  <a:pt x="609" y="1022"/>
                </a:cubicBezTo>
                <a:cubicBezTo>
                  <a:pt x="623" y="949"/>
                  <a:pt x="617" y="941"/>
                  <a:pt x="624" y="934"/>
                </a:cubicBezTo>
                <a:cubicBezTo>
                  <a:pt x="640" y="866"/>
                  <a:pt x="634" y="861"/>
                  <a:pt x="637" y="858"/>
                </a:cubicBezTo>
                <a:cubicBezTo>
                  <a:pt x="635" y="834"/>
                  <a:pt x="646" y="833"/>
                  <a:pt x="640" y="829"/>
                </a:cubicBezTo>
                <a:cubicBezTo>
                  <a:pt x="642" y="801"/>
                  <a:pt x="647" y="799"/>
                  <a:pt x="643" y="795"/>
                </a:cubicBezTo>
                <a:cubicBezTo>
                  <a:pt x="643" y="761"/>
                  <a:pt x="645" y="757"/>
                  <a:pt x="645" y="753"/>
                </a:cubicBezTo>
                <a:cubicBezTo>
                  <a:pt x="634" y="744"/>
                  <a:pt x="632" y="755"/>
                  <a:pt x="638" y="766"/>
                </a:cubicBezTo>
                <a:cubicBezTo>
                  <a:pt x="632" y="820"/>
                  <a:pt x="632" y="834"/>
                  <a:pt x="632" y="848"/>
                </a:cubicBezTo>
                <a:cubicBezTo>
                  <a:pt x="621" y="875"/>
                  <a:pt x="625" y="883"/>
                  <a:pt x="619" y="889"/>
                </a:cubicBezTo>
                <a:cubicBezTo>
                  <a:pt x="609" y="963"/>
                  <a:pt x="606" y="993"/>
                  <a:pt x="601" y="1022"/>
                </a:cubicBezTo>
                <a:cubicBezTo>
                  <a:pt x="607" y="1061"/>
                  <a:pt x="599" y="1069"/>
                  <a:pt x="604" y="1079"/>
                </a:cubicBezTo>
                <a:cubicBezTo>
                  <a:pt x="607" y="1103"/>
                  <a:pt x="605" y="1105"/>
                  <a:pt x="606" y="1108"/>
                </a:cubicBezTo>
                <a:cubicBezTo>
                  <a:pt x="615" y="1176"/>
                  <a:pt x="616" y="1186"/>
                  <a:pt x="621" y="1196"/>
                </a:cubicBezTo>
                <a:cubicBezTo>
                  <a:pt x="630" y="1230"/>
                  <a:pt x="630" y="1235"/>
                  <a:pt x="634" y="1240"/>
                </a:cubicBezTo>
                <a:cubicBezTo>
                  <a:pt x="624" y="1245"/>
                  <a:pt x="627" y="1241"/>
                  <a:pt x="623" y="1237"/>
                </a:cubicBezTo>
                <a:cubicBezTo>
                  <a:pt x="611" y="1184"/>
                  <a:pt x="605" y="1176"/>
                  <a:pt x="607" y="1169"/>
                </a:cubicBezTo>
                <a:cubicBezTo>
                  <a:pt x="596" y="1116"/>
                  <a:pt x="594" y="1108"/>
                  <a:pt x="593" y="1101"/>
                </a:cubicBezTo>
                <a:cubicBezTo>
                  <a:pt x="593" y="1067"/>
                  <a:pt x="588" y="1054"/>
                  <a:pt x="589" y="1042"/>
                </a:cubicBezTo>
                <a:cubicBezTo>
                  <a:pt x="591" y="964"/>
                  <a:pt x="591" y="961"/>
                  <a:pt x="590" y="958"/>
                </a:cubicBezTo>
                <a:cubicBezTo>
                  <a:pt x="590" y="927"/>
                  <a:pt x="596" y="925"/>
                  <a:pt x="593" y="921"/>
                </a:cubicBezTo>
                <a:cubicBezTo>
                  <a:pt x="605" y="892"/>
                  <a:pt x="595" y="887"/>
                  <a:pt x="603" y="885"/>
                </a:cubicBezTo>
                <a:cubicBezTo>
                  <a:pt x="602" y="863"/>
                  <a:pt x="614" y="862"/>
                  <a:pt x="607" y="858"/>
                </a:cubicBezTo>
                <a:cubicBezTo>
                  <a:pt x="613" y="834"/>
                  <a:pt x="614" y="828"/>
                  <a:pt x="616" y="822"/>
                </a:cubicBezTo>
                <a:cubicBezTo>
                  <a:pt x="615" y="800"/>
                  <a:pt x="620" y="797"/>
                  <a:pt x="618" y="794"/>
                </a:cubicBezTo>
                <a:cubicBezTo>
                  <a:pt x="608" y="817"/>
                  <a:pt x="609" y="822"/>
                  <a:pt x="609" y="827"/>
                </a:cubicBezTo>
                <a:cubicBezTo>
                  <a:pt x="597" y="876"/>
                  <a:pt x="594" y="885"/>
                  <a:pt x="590" y="894"/>
                </a:cubicBezTo>
                <a:cubicBezTo>
                  <a:pt x="584" y="957"/>
                  <a:pt x="578" y="965"/>
                  <a:pt x="581" y="975"/>
                </a:cubicBezTo>
                <a:cubicBezTo>
                  <a:pt x="579" y="1012"/>
                  <a:pt x="580" y="1021"/>
                  <a:pt x="580" y="1030"/>
                </a:cubicBezTo>
                <a:cubicBezTo>
                  <a:pt x="582" y="1091"/>
                  <a:pt x="586" y="1096"/>
                  <a:pt x="585" y="1101"/>
                </a:cubicBezTo>
                <a:cubicBezTo>
                  <a:pt x="600" y="1177"/>
                  <a:pt x="598" y="1181"/>
                  <a:pt x="604" y="1187"/>
                </a:cubicBezTo>
                <a:cubicBezTo>
                  <a:pt x="606" y="1230"/>
                  <a:pt x="603" y="1224"/>
                  <a:pt x="600" y="1219"/>
                </a:cubicBezTo>
                <a:cubicBezTo>
                  <a:pt x="585" y="1180"/>
                  <a:pt x="590" y="1172"/>
                  <a:pt x="586" y="1170"/>
                </a:cubicBezTo>
                <a:cubicBezTo>
                  <a:pt x="581" y="1151"/>
                  <a:pt x="584" y="1149"/>
                  <a:pt x="579" y="1145"/>
                </a:cubicBezTo>
                <a:cubicBezTo>
                  <a:pt x="573" y="1114"/>
                  <a:pt x="573" y="1112"/>
                  <a:pt x="573" y="1110"/>
                </a:cubicBezTo>
                <a:cubicBezTo>
                  <a:pt x="566" y="1082"/>
                  <a:pt x="569" y="1078"/>
                  <a:pt x="568" y="1073"/>
                </a:cubicBezTo>
                <a:cubicBezTo>
                  <a:pt x="566" y="1036"/>
                  <a:pt x="563" y="1033"/>
                  <a:pt x="567" y="1031"/>
                </a:cubicBezTo>
                <a:cubicBezTo>
                  <a:pt x="569" y="979"/>
                  <a:pt x="563" y="969"/>
                  <a:pt x="565" y="960"/>
                </a:cubicBezTo>
                <a:cubicBezTo>
                  <a:pt x="568" y="930"/>
                  <a:pt x="564" y="927"/>
                  <a:pt x="566" y="924"/>
                </a:cubicBezTo>
                <a:cubicBezTo>
                  <a:pt x="574" y="895"/>
                  <a:pt x="569" y="889"/>
                  <a:pt x="573" y="885"/>
                </a:cubicBezTo>
                <a:cubicBezTo>
                  <a:pt x="579" y="847"/>
                  <a:pt x="578" y="841"/>
                  <a:pt x="578" y="836"/>
                </a:cubicBezTo>
                <a:cubicBezTo>
                  <a:pt x="583" y="808"/>
                  <a:pt x="590" y="806"/>
                  <a:pt x="590" y="803"/>
                </a:cubicBezTo>
                <a:cubicBezTo>
                  <a:pt x="597" y="749"/>
                  <a:pt x="598" y="743"/>
                  <a:pt x="599" y="738"/>
                </a:cubicBezTo>
                <a:cubicBezTo>
                  <a:pt x="600" y="694"/>
                  <a:pt x="601" y="691"/>
                  <a:pt x="601" y="688"/>
                </a:cubicBezTo>
                <a:cubicBezTo>
                  <a:pt x="594" y="675"/>
                  <a:pt x="596" y="680"/>
                  <a:pt x="600" y="686"/>
                </a:cubicBezTo>
                <a:cubicBezTo>
                  <a:pt x="595" y="733"/>
                  <a:pt x="590" y="739"/>
                  <a:pt x="592" y="746"/>
                </a:cubicBezTo>
                <a:cubicBezTo>
                  <a:pt x="570" y="852"/>
                  <a:pt x="563" y="853"/>
                  <a:pt x="567" y="857"/>
                </a:cubicBezTo>
                <a:cubicBezTo>
                  <a:pt x="563" y="882"/>
                  <a:pt x="561" y="885"/>
                  <a:pt x="563" y="889"/>
                </a:cubicBezTo>
                <a:cubicBezTo>
                  <a:pt x="558" y="915"/>
                  <a:pt x="558" y="918"/>
                  <a:pt x="558" y="920"/>
                </a:cubicBezTo>
                <a:cubicBezTo>
                  <a:pt x="554" y="958"/>
                  <a:pt x="558" y="966"/>
                  <a:pt x="555" y="972"/>
                </a:cubicBezTo>
                <a:cubicBezTo>
                  <a:pt x="558" y="1019"/>
                  <a:pt x="555" y="1023"/>
                  <a:pt x="557" y="1027"/>
                </a:cubicBezTo>
                <a:cubicBezTo>
                  <a:pt x="558" y="1059"/>
                  <a:pt x="561" y="1064"/>
                  <a:pt x="556" y="1068"/>
                </a:cubicBezTo>
                <a:cubicBezTo>
                  <a:pt x="562" y="1093"/>
                  <a:pt x="560" y="1096"/>
                  <a:pt x="563" y="1100"/>
                </a:cubicBezTo>
                <a:cubicBezTo>
                  <a:pt x="564" y="1121"/>
                  <a:pt x="568" y="1131"/>
                  <a:pt x="571" y="1141"/>
                </a:cubicBezTo>
                <a:cubicBezTo>
                  <a:pt x="580" y="1181"/>
                  <a:pt x="584" y="1184"/>
                  <a:pt x="582" y="1186"/>
                </a:cubicBezTo>
                <a:cubicBezTo>
                  <a:pt x="564" y="1172"/>
                  <a:pt x="561" y="1161"/>
                  <a:pt x="558" y="1150"/>
                </a:cubicBezTo>
                <a:cubicBezTo>
                  <a:pt x="546" y="1104"/>
                  <a:pt x="550" y="1101"/>
                  <a:pt x="545" y="1097"/>
                </a:cubicBezTo>
                <a:cubicBezTo>
                  <a:pt x="543" y="1058"/>
                  <a:pt x="539" y="1047"/>
                  <a:pt x="540" y="1037"/>
                </a:cubicBezTo>
                <a:cubicBezTo>
                  <a:pt x="536" y="987"/>
                  <a:pt x="533" y="982"/>
                  <a:pt x="534" y="977"/>
                </a:cubicBezTo>
                <a:cubicBezTo>
                  <a:pt x="533" y="942"/>
                  <a:pt x="535" y="938"/>
                  <a:pt x="535" y="933"/>
                </a:cubicBezTo>
                <a:cubicBezTo>
                  <a:pt x="540" y="908"/>
                  <a:pt x="534" y="897"/>
                  <a:pt x="541" y="889"/>
                </a:cubicBezTo>
                <a:cubicBezTo>
                  <a:pt x="544" y="865"/>
                  <a:pt x="544" y="862"/>
                  <a:pt x="547" y="860"/>
                </a:cubicBezTo>
                <a:cubicBezTo>
                  <a:pt x="546" y="829"/>
                  <a:pt x="552" y="826"/>
                  <a:pt x="552" y="822"/>
                </a:cubicBezTo>
                <a:cubicBezTo>
                  <a:pt x="565" y="779"/>
                  <a:pt x="565" y="775"/>
                  <a:pt x="567" y="771"/>
                </a:cubicBezTo>
                <a:cubicBezTo>
                  <a:pt x="575" y="741"/>
                  <a:pt x="570" y="736"/>
                  <a:pt x="577" y="732"/>
                </a:cubicBezTo>
                <a:cubicBezTo>
                  <a:pt x="577" y="702"/>
                  <a:pt x="583" y="698"/>
                  <a:pt x="578" y="693"/>
                </a:cubicBezTo>
                <a:cubicBezTo>
                  <a:pt x="583" y="675"/>
                  <a:pt x="583" y="671"/>
                  <a:pt x="583" y="666"/>
                </a:cubicBezTo>
                <a:cubicBezTo>
                  <a:pt x="575" y="703"/>
                  <a:pt x="574" y="710"/>
                  <a:pt x="571" y="717"/>
                </a:cubicBezTo>
                <a:cubicBezTo>
                  <a:pt x="570" y="735"/>
                  <a:pt x="567" y="736"/>
                  <a:pt x="568" y="739"/>
                </a:cubicBezTo>
                <a:cubicBezTo>
                  <a:pt x="561" y="763"/>
                  <a:pt x="562" y="767"/>
                  <a:pt x="561" y="770"/>
                </a:cubicBezTo>
                <a:cubicBezTo>
                  <a:pt x="549" y="802"/>
                  <a:pt x="549" y="804"/>
                  <a:pt x="549" y="806"/>
                </a:cubicBezTo>
                <a:cubicBezTo>
                  <a:pt x="540" y="840"/>
                  <a:pt x="537" y="858"/>
                  <a:pt x="532" y="876"/>
                </a:cubicBezTo>
                <a:cubicBezTo>
                  <a:pt x="524" y="936"/>
                  <a:pt x="527" y="941"/>
                  <a:pt x="525" y="946"/>
                </a:cubicBezTo>
                <a:cubicBezTo>
                  <a:pt x="526" y="979"/>
                  <a:pt x="524" y="983"/>
                  <a:pt x="526" y="988"/>
                </a:cubicBezTo>
                <a:cubicBezTo>
                  <a:pt x="528" y="1026"/>
                  <a:pt x="534" y="1036"/>
                  <a:pt x="529" y="1045"/>
                </a:cubicBezTo>
                <a:cubicBezTo>
                  <a:pt x="544" y="1143"/>
                  <a:pt x="552" y="1151"/>
                  <a:pt x="548" y="1157"/>
                </a:cubicBezTo>
                <a:cubicBezTo>
                  <a:pt x="539" y="1126"/>
                  <a:pt x="532" y="1132"/>
                  <a:pt x="527" y="1121"/>
                </a:cubicBezTo>
                <a:cubicBezTo>
                  <a:pt x="526" y="1098"/>
                  <a:pt x="526" y="1092"/>
                  <a:pt x="524" y="1086"/>
                </a:cubicBezTo>
                <a:cubicBezTo>
                  <a:pt x="522" y="1028"/>
                  <a:pt x="517" y="1022"/>
                  <a:pt x="520" y="1017"/>
                </a:cubicBezTo>
                <a:cubicBezTo>
                  <a:pt x="518" y="993"/>
                  <a:pt x="516" y="987"/>
                  <a:pt x="519" y="982"/>
                </a:cubicBezTo>
                <a:cubicBezTo>
                  <a:pt x="517" y="890"/>
                  <a:pt x="517" y="878"/>
                  <a:pt x="522" y="865"/>
                </a:cubicBezTo>
                <a:cubicBezTo>
                  <a:pt x="524" y="834"/>
                  <a:pt x="523" y="830"/>
                  <a:pt x="523" y="826"/>
                </a:cubicBezTo>
                <a:cubicBezTo>
                  <a:pt x="528" y="766"/>
                  <a:pt x="535" y="764"/>
                  <a:pt x="533" y="761"/>
                </a:cubicBezTo>
                <a:cubicBezTo>
                  <a:pt x="541" y="726"/>
                  <a:pt x="537" y="718"/>
                  <a:pt x="541" y="712"/>
                </a:cubicBezTo>
                <a:cubicBezTo>
                  <a:pt x="551" y="692"/>
                  <a:pt x="546" y="688"/>
                  <a:pt x="549" y="685"/>
                </a:cubicBezTo>
                <a:cubicBezTo>
                  <a:pt x="542" y="713"/>
                  <a:pt x="530" y="716"/>
                  <a:pt x="535" y="722"/>
                </a:cubicBezTo>
                <a:cubicBezTo>
                  <a:pt x="526" y="743"/>
                  <a:pt x="531" y="749"/>
                  <a:pt x="525" y="753"/>
                </a:cubicBezTo>
                <a:cubicBezTo>
                  <a:pt x="518" y="809"/>
                  <a:pt x="514" y="815"/>
                  <a:pt x="518" y="822"/>
                </a:cubicBezTo>
                <a:cubicBezTo>
                  <a:pt x="513" y="854"/>
                  <a:pt x="513" y="856"/>
                  <a:pt x="510" y="857"/>
                </a:cubicBezTo>
                <a:cubicBezTo>
                  <a:pt x="508" y="870"/>
                  <a:pt x="511" y="872"/>
                  <a:pt x="509" y="874"/>
                </a:cubicBezTo>
                <a:cubicBezTo>
                  <a:pt x="509" y="898"/>
                  <a:pt x="507" y="901"/>
                  <a:pt x="507" y="905"/>
                </a:cubicBezTo>
                <a:cubicBezTo>
                  <a:pt x="503" y="954"/>
                  <a:pt x="508" y="962"/>
                  <a:pt x="504" y="969"/>
                </a:cubicBezTo>
                <a:cubicBezTo>
                  <a:pt x="508" y="1018"/>
                  <a:pt x="511" y="1031"/>
                  <a:pt x="509" y="1043"/>
                </a:cubicBezTo>
                <a:cubicBezTo>
                  <a:pt x="511" y="1074"/>
                  <a:pt x="512" y="1078"/>
                  <a:pt x="515" y="1081"/>
                </a:cubicBezTo>
                <a:cubicBezTo>
                  <a:pt x="518" y="1112"/>
                  <a:pt x="517" y="1113"/>
                  <a:pt x="517" y="1115"/>
                </a:cubicBezTo>
                <a:cubicBezTo>
                  <a:pt x="503" y="1090"/>
                  <a:pt x="497" y="1080"/>
                  <a:pt x="501" y="1073"/>
                </a:cubicBezTo>
                <a:cubicBezTo>
                  <a:pt x="492" y="1033"/>
                  <a:pt x="486" y="1028"/>
                  <a:pt x="490" y="1024"/>
                </a:cubicBezTo>
                <a:cubicBezTo>
                  <a:pt x="487" y="996"/>
                  <a:pt x="483" y="991"/>
                  <a:pt x="485" y="987"/>
                </a:cubicBezTo>
                <a:cubicBezTo>
                  <a:pt x="484" y="972"/>
                  <a:pt x="482" y="969"/>
                  <a:pt x="484" y="967"/>
                </a:cubicBezTo>
                <a:cubicBezTo>
                  <a:pt x="483" y="926"/>
                  <a:pt x="486" y="914"/>
                  <a:pt x="486" y="901"/>
                </a:cubicBezTo>
                <a:cubicBezTo>
                  <a:pt x="486" y="872"/>
                  <a:pt x="486" y="869"/>
                  <a:pt x="487" y="866"/>
                </a:cubicBezTo>
                <a:cubicBezTo>
                  <a:pt x="491" y="841"/>
                  <a:pt x="492" y="835"/>
                  <a:pt x="496" y="830"/>
                </a:cubicBezTo>
                <a:cubicBezTo>
                  <a:pt x="497" y="808"/>
                  <a:pt x="497" y="805"/>
                  <a:pt x="498" y="802"/>
                </a:cubicBezTo>
                <a:cubicBezTo>
                  <a:pt x="501" y="781"/>
                  <a:pt x="502" y="777"/>
                  <a:pt x="502" y="774"/>
                </a:cubicBezTo>
                <a:cubicBezTo>
                  <a:pt x="509" y="743"/>
                  <a:pt x="503" y="739"/>
                  <a:pt x="507" y="736"/>
                </a:cubicBezTo>
                <a:cubicBezTo>
                  <a:pt x="513" y="714"/>
                  <a:pt x="508" y="710"/>
                  <a:pt x="514" y="708"/>
                </a:cubicBezTo>
                <a:cubicBezTo>
                  <a:pt x="516" y="672"/>
                  <a:pt x="518" y="666"/>
                  <a:pt x="514" y="659"/>
                </a:cubicBezTo>
                <a:cubicBezTo>
                  <a:pt x="522" y="620"/>
                  <a:pt x="511" y="615"/>
                  <a:pt x="515" y="613"/>
                </a:cubicBezTo>
                <a:cubicBezTo>
                  <a:pt x="513" y="576"/>
                  <a:pt x="517" y="570"/>
                  <a:pt x="514" y="562"/>
                </a:cubicBezTo>
                <a:cubicBezTo>
                  <a:pt x="512" y="540"/>
                  <a:pt x="511" y="537"/>
                  <a:pt x="513" y="534"/>
                </a:cubicBezTo>
                <a:cubicBezTo>
                  <a:pt x="508" y="542"/>
                  <a:pt x="509" y="547"/>
                  <a:pt x="510" y="552"/>
                </a:cubicBezTo>
                <a:cubicBezTo>
                  <a:pt x="511" y="613"/>
                  <a:pt x="510" y="618"/>
                  <a:pt x="509" y="622"/>
                </a:cubicBezTo>
                <a:cubicBezTo>
                  <a:pt x="509" y="654"/>
                  <a:pt x="508" y="658"/>
                  <a:pt x="509" y="663"/>
                </a:cubicBezTo>
                <a:cubicBezTo>
                  <a:pt x="499" y="722"/>
                  <a:pt x="502" y="727"/>
                  <a:pt x="499" y="732"/>
                </a:cubicBezTo>
                <a:cubicBezTo>
                  <a:pt x="490" y="794"/>
                  <a:pt x="488" y="801"/>
                  <a:pt x="486" y="808"/>
                </a:cubicBezTo>
                <a:cubicBezTo>
                  <a:pt x="484" y="836"/>
                  <a:pt x="481" y="842"/>
                  <a:pt x="480" y="849"/>
                </a:cubicBezTo>
                <a:cubicBezTo>
                  <a:pt x="477" y="885"/>
                  <a:pt x="474" y="888"/>
                  <a:pt x="476" y="892"/>
                </a:cubicBezTo>
                <a:cubicBezTo>
                  <a:pt x="475" y="941"/>
                  <a:pt x="477" y="949"/>
                  <a:pt x="474" y="956"/>
                </a:cubicBezTo>
                <a:cubicBezTo>
                  <a:pt x="478" y="1007"/>
                  <a:pt x="478" y="1015"/>
                  <a:pt x="481" y="1023"/>
                </a:cubicBezTo>
                <a:cubicBezTo>
                  <a:pt x="485" y="1060"/>
                  <a:pt x="486" y="1063"/>
                  <a:pt x="489" y="1068"/>
                </a:cubicBezTo>
                <a:cubicBezTo>
                  <a:pt x="477" y="1065"/>
                  <a:pt x="473" y="1058"/>
                  <a:pt x="472" y="1051"/>
                </a:cubicBezTo>
                <a:cubicBezTo>
                  <a:pt x="469" y="1021"/>
                  <a:pt x="469" y="1014"/>
                  <a:pt x="467" y="1006"/>
                </a:cubicBezTo>
                <a:cubicBezTo>
                  <a:pt x="464" y="956"/>
                  <a:pt x="462" y="949"/>
                  <a:pt x="460" y="941"/>
                </a:cubicBezTo>
                <a:cubicBezTo>
                  <a:pt x="460" y="879"/>
                  <a:pt x="462" y="877"/>
                  <a:pt x="461" y="874"/>
                </a:cubicBezTo>
                <a:cubicBezTo>
                  <a:pt x="468" y="826"/>
                  <a:pt x="463" y="820"/>
                  <a:pt x="467" y="815"/>
                </a:cubicBezTo>
                <a:cubicBezTo>
                  <a:pt x="474" y="789"/>
                  <a:pt x="470" y="786"/>
                  <a:pt x="474" y="784"/>
                </a:cubicBezTo>
                <a:cubicBezTo>
                  <a:pt x="479" y="746"/>
                  <a:pt x="482" y="724"/>
                  <a:pt x="486" y="703"/>
                </a:cubicBezTo>
                <a:cubicBezTo>
                  <a:pt x="490" y="666"/>
                  <a:pt x="494" y="661"/>
                  <a:pt x="493" y="656"/>
                </a:cubicBezTo>
                <a:cubicBezTo>
                  <a:pt x="494" y="600"/>
                  <a:pt x="491" y="594"/>
                  <a:pt x="490" y="588"/>
                </a:cubicBezTo>
                <a:cubicBezTo>
                  <a:pt x="482" y="572"/>
                  <a:pt x="482" y="575"/>
                  <a:pt x="485" y="578"/>
                </a:cubicBezTo>
                <a:cubicBezTo>
                  <a:pt x="489" y="615"/>
                  <a:pt x="484" y="625"/>
                  <a:pt x="488" y="638"/>
                </a:cubicBezTo>
                <a:cubicBezTo>
                  <a:pt x="482" y="691"/>
                  <a:pt x="474" y="695"/>
                  <a:pt x="477" y="701"/>
                </a:cubicBezTo>
                <a:cubicBezTo>
                  <a:pt x="478" y="728"/>
                  <a:pt x="467" y="729"/>
                  <a:pt x="473" y="734"/>
                </a:cubicBezTo>
                <a:cubicBezTo>
                  <a:pt x="466" y="787"/>
                  <a:pt x="456" y="807"/>
                  <a:pt x="456" y="829"/>
                </a:cubicBezTo>
                <a:cubicBezTo>
                  <a:pt x="452" y="864"/>
                  <a:pt x="453" y="867"/>
                  <a:pt x="452" y="869"/>
                </a:cubicBezTo>
                <a:cubicBezTo>
                  <a:pt x="452" y="898"/>
                  <a:pt x="451" y="901"/>
                  <a:pt x="450" y="903"/>
                </a:cubicBezTo>
                <a:cubicBezTo>
                  <a:pt x="454" y="926"/>
                  <a:pt x="448" y="928"/>
                  <a:pt x="454" y="932"/>
                </a:cubicBezTo>
                <a:cubicBezTo>
                  <a:pt x="453" y="980"/>
                  <a:pt x="457" y="993"/>
                  <a:pt x="458" y="1005"/>
                </a:cubicBezTo>
                <a:cubicBezTo>
                  <a:pt x="460" y="1036"/>
                  <a:pt x="452" y="1028"/>
                  <a:pt x="453" y="1021"/>
                </a:cubicBezTo>
                <a:cubicBezTo>
                  <a:pt x="440" y="968"/>
                  <a:pt x="437" y="966"/>
                  <a:pt x="439" y="964"/>
                </a:cubicBezTo>
                <a:cubicBezTo>
                  <a:pt x="438" y="947"/>
                  <a:pt x="437" y="944"/>
                  <a:pt x="437" y="942"/>
                </a:cubicBezTo>
                <a:cubicBezTo>
                  <a:pt x="434" y="894"/>
                  <a:pt x="436" y="890"/>
                  <a:pt x="437" y="885"/>
                </a:cubicBezTo>
                <a:cubicBezTo>
                  <a:pt x="442" y="839"/>
                  <a:pt x="439" y="834"/>
                  <a:pt x="440" y="830"/>
                </a:cubicBezTo>
                <a:cubicBezTo>
                  <a:pt x="450" y="793"/>
                  <a:pt x="446" y="783"/>
                  <a:pt x="451" y="774"/>
                </a:cubicBezTo>
                <a:cubicBezTo>
                  <a:pt x="454" y="744"/>
                  <a:pt x="457" y="742"/>
                  <a:pt x="457" y="740"/>
                </a:cubicBezTo>
                <a:cubicBezTo>
                  <a:pt x="463" y="717"/>
                  <a:pt x="463" y="715"/>
                  <a:pt x="464" y="713"/>
                </a:cubicBezTo>
                <a:cubicBezTo>
                  <a:pt x="468" y="697"/>
                  <a:pt x="463" y="694"/>
                  <a:pt x="468" y="692"/>
                </a:cubicBezTo>
                <a:cubicBezTo>
                  <a:pt x="474" y="647"/>
                  <a:pt x="473" y="645"/>
                  <a:pt x="473" y="643"/>
                </a:cubicBezTo>
                <a:cubicBezTo>
                  <a:pt x="475" y="617"/>
                  <a:pt x="478" y="612"/>
                  <a:pt x="474" y="607"/>
                </a:cubicBezTo>
                <a:cubicBezTo>
                  <a:pt x="467" y="544"/>
                  <a:pt x="471" y="539"/>
                  <a:pt x="465" y="538"/>
                </a:cubicBezTo>
                <a:cubicBezTo>
                  <a:pt x="461" y="511"/>
                  <a:pt x="460" y="507"/>
                  <a:pt x="462" y="503"/>
                </a:cubicBezTo>
                <a:cubicBezTo>
                  <a:pt x="457" y="538"/>
                  <a:pt x="470" y="546"/>
                  <a:pt x="465" y="552"/>
                </a:cubicBezTo>
                <a:cubicBezTo>
                  <a:pt x="470" y="582"/>
                  <a:pt x="469" y="588"/>
                  <a:pt x="468" y="595"/>
                </a:cubicBezTo>
                <a:cubicBezTo>
                  <a:pt x="465" y="622"/>
                  <a:pt x="467" y="628"/>
                  <a:pt x="467" y="634"/>
                </a:cubicBezTo>
                <a:cubicBezTo>
                  <a:pt x="460" y="664"/>
                  <a:pt x="461" y="676"/>
                  <a:pt x="459" y="687"/>
                </a:cubicBezTo>
                <a:cubicBezTo>
                  <a:pt x="444" y="731"/>
                  <a:pt x="452" y="736"/>
                  <a:pt x="447" y="739"/>
                </a:cubicBezTo>
                <a:cubicBezTo>
                  <a:pt x="444" y="764"/>
                  <a:pt x="442" y="767"/>
                  <a:pt x="441" y="770"/>
                </a:cubicBezTo>
                <a:cubicBezTo>
                  <a:pt x="433" y="806"/>
                  <a:pt x="437" y="810"/>
                  <a:pt x="433" y="813"/>
                </a:cubicBezTo>
                <a:cubicBezTo>
                  <a:pt x="430" y="841"/>
                  <a:pt x="429" y="849"/>
                  <a:pt x="426" y="855"/>
                </a:cubicBezTo>
                <a:cubicBezTo>
                  <a:pt x="427" y="895"/>
                  <a:pt x="426" y="897"/>
                  <a:pt x="425" y="899"/>
                </a:cubicBezTo>
                <a:cubicBezTo>
                  <a:pt x="422" y="888"/>
                  <a:pt x="419" y="883"/>
                  <a:pt x="419" y="879"/>
                </a:cubicBezTo>
                <a:cubicBezTo>
                  <a:pt x="422" y="840"/>
                  <a:pt x="418" y="835"/>
                  <a:pt x="419" y="831"/>
                </a:cubicBezTo>
                <a:cubicBezTo>
                  <a:pt x="420" y="773"/>
                  <a:pt x="425" y="741"/>
                  <a:pt x="432" y="709"/>
                </a:cubicBezTo>
                <a:cubicBezTo>
                  <a:pt x="433" y="669"/>
                  <a:pt x="436" y="665"/>
                  <a:pt x="432" y="661"/>
                </a:cubicBezTo>
                <a:cubicBezTo>
                  <a:pt x="438" y="624"/>
                  <a:pt x="435" y="620"/>
                  <a:pt x="438" y="617"/>
                </a:cubicBezTo>
                <a:cubicBezTo>
                  <a:pt x="438" y="601"/>
                  <a:pt x="437" y="597"/>
                  <a:pt x="437" y="593"/>
                </a:cubicBezTo>
                <a:cubicBezTo>
                  <a:pt x="433" y="602"/>
                  <a:pt x="434" y="608"/>
                  <a:pt x="433" y="613"/>
                </a:cubicBezTo>
                <a:cubicBezTo>
                  <a:pt x="423" y="677"/>
                  <a:pt x="424" y="683"/>
                  <a:pt x="425" y="688"/>
                </a:cubicBezTo>
                <a:cubicBezTo>
                  <a:pt x="418" y="711"/>
                  <a:pt x="423" y="715"/>
                  <a:pt x="418" y="717"/>
                </a:cubicBezTo>
                <a:cubicBezTo>
                  <a:pt x="411" y="765"/>
                  <a:pt x="414" y="768"/>
                  <a:pt x="414" y="771"/>
                </a:cubicBezTo>
                <a:cubicBezTo>
                  <a:pt x="415" y="805"/>
                  <a:pt x="408" y="814"/>
                  <a:pt x="413" y="825"/>
                </a:cubicBezTo>
                <a:cubicBezTo>
                  <a:pt x="409" y="843"/>
                  <a:pt x="411" y="847"/>
                  <a:pt x="408" y="852"/>
                </a:cubicBezTo>
                <a:cubicBezTo>
                  <a:pt x="413" y="907"/>
                  <a:pt x="416" y="911"/>
                  <a:pt x="415" y="915"/>
                </a:cubicBezTo>
                <a:cubicBezTo>
                  <a:pt x="424" y="956"/>
                  <a:pt x="423" y="963"/>
                  <a:pt x="426" y="971"/>
                </a:cubicBezTo>
                <a:cubicBezTo>
                  <a:pt x="422" y="973"/>
                  <a:pt x="413" y="966"/>
                  <a:pt x="416" y="962"/>
                </a:cubicBezTo>
                <a:cubicBezTo>
                  <a:pt x="398" y="901"/>
                  <a:pt x="390" y="896"/>
                  <a:pt x="397" y="893"/>
                </a:cubicBezTo>
                <a:cubicBezTo>
                  <a:pt x="393" y="859"/>
                  <a:pt x="388" y="854"/>
                  <a:pt x="387" y="849"/>
                </a:cubicBezTo>
                <a:cubicBezTo>
                  <a:pt x="388" y="825"/>
                  <a:pt x="387" y="822"/>
                  <a:pt x="387" y="819"/>
                </a:cubicBezTo>
                <a:cubicBezTo>
                  <a:pt x="387" y="781"/>
                  <a:pt x="387" y="778"/>
                  <a:pt x="385" y="775"/>
                </a:cubicBezTo>
                <a:cubicBezTo>
                  <a:pt x="385" y="740"/>
                  <a:pt x="388" y="735"/>
                  <a:pt x="388" y="730"/>
                </a:cubicBezTo>
                <a:cubicBezTo>
                  <a:pt x="396" y="683"/>
                  <a:pt x="389" y="676"/>
                  <a:pt x="394" y="672"/>
                </a:cubicBezTo>
                <a:cubicBezTo>
                  <a:pt x="397" y="622"/>
                  <a:pt x="400" y="617"/>
                  <a:pt x="397" y="611"/>
                </a:cubicBezTo>
                <a:cubicBezTo>
                  <a:pt x="404" y="586"/>
                  <a:pt x="406" y="584"/>
                  <a:pt x="405" y="581"/>
                </a:cubicBezTo>
                <a:cubicBezTo>
                  <a:pt x="415" y="540"/>
                  <a:pt x="413" y="537"/>
                  <a:pt x="414" y="535"/>
                </a:cubicBezTo>
                <a:cubicBezTo>
                  <a:pt x="414" y="477"/>
                  <a:pt x="420" y="468"/>
                  <a:pt x="416" y="458"/>
                </a:cubicBezTo>
                <a:cubicBezTo>
                  <a:pt x="412" y="435"/>
                  <a:pt x="414" y="431"/>
                  <a:pt x="411" y="432"/>
                </a:cubicBezTo>
                <a:cubicBezTo>
                  <a:pt x="412" y="490"/>
                  <a:pt x="409" y="495"/>
                  <a:pt x="411" y="500"/>
                </a:cubicBezTo>
                <a:cubicBezTo>
                  <a:pt x="408" y="524"/>
                  <a:pt x="408" y="526"/>
                  <a:pt x="408" y="529"/>
                </a:cubicBezTo>
                <a:cubicBezTo>
                  <a:pt x="405" y="563"/>
                  <a:pt x="397" y="567"/>
                  <a:pt x="402" y="573"/>
                </a:cubicBezTo>
                <a:cubicBezTo>
                  <a:pt x="394" y="607"/>
                  <a:pt x="390" y="612"/>
                  <a:pt x="391" y="618"/>
                </a:cubicBezTo>
                <a:cubicBezTo>
                  <a:pt x="389" y="640"/>
                  <a:pt x="389" y="643"/>
                  <a:pt x="389" y="646"/>
                </a:cubicBezTo>
                <a:cubicBezTo>
                  <a:pt x="386" y="667"/>
                  <a:pt x="380" y="670"/>
                  <a:pt x="385" y="673"/>
                </a:cubicBezTo>
                <a:cubicBezTo>
                  <a:pt x="376" y="720"/>
                  <a:pt x="380" y="734"/>
                  <a:pt x="377" y="746"/>
                </a:cubicBezTo>
                <a:cubicBezTo>
                  <a:pt x="382" y="786"/>
                  <a:pt x="376" y="788"/>
                  <a:pt x="378" y="791"/>
                </a:cubicBezTo>
                <a:cubicBezTo>
                  <a:pt x="372" y="812"/>
                  <a:pt x="384" y="817"/>
                  <a:pt x="379" y="819"/>
                </a:cubicBezTo>
                <a:cubicBezTo>
                  <a:pt x="384" y="878"/>
                  <a:pt x="385" y="881"/>
                  <a:pt x="382" y="884"/>
                </a:cubicBezTo>
                <a:cubicBezTo>
                  <a:pt x="375" y="870"/>
                  <a:pt x="378" y="866"/>
                  <a:pt x="377" y="861"/>
                </a:cubicBezTo>
                <a:cubicBezTo>
                  <a:pt x="373" y="822"/>
                  <a:pt x="370" y="812"/>
                  <a:pt x="373" y="803"/>
                </a:cubicBezTo>
                <a:cubicBezTo>
                  <a:pt x="369" y="752"/>
                  <a:pt x="366" y="739"/>
                  <a:pt x="370" y="727"/>
                </a:cubicBezTo>
                <a:cubicBezTo>
                  <a:pt x="374" y="678"/>
                  <a:pt x="368" y="674"/>
                  <a:pt x="373" y="671"/>
                </a:cubicBezTo>
                <a:cubicBezTo>
                  <a:pt x="375" y="650"/>
                  <a:pt x="376" y="644"/>
                  <a:pt x="375" y="637"/>
                </a:cubicBezTo>
                <a:cubicBezTo>
                  <a:pt x="385" y="618"/>
                  <a:pt x="376" y="613"/>
                  <a:pt x="383" y="611"/>
                </a:cubicBezTo>
                <a:cubicBezTo>
                  <a:pt x="392" y="583"/>
                  <a:pt x="382" y="577"/>
                  <a:pt x="389" y="574"/>
                </a:cubicBezTo>
                <a:cubicBezTo>
                  <a:pt x="394" y="539"/>
                  <a:pt x="393" y="537"/>
                  <a:pt x="394" y="536"/>
                </a:cubicBezTo>
                <a:cubicBezTo>
                  <a:pt x="399" y="513"/>
                  <a:pt x="397" y="506"/>
                  <a:pt x="397" y="499"/>
                </a:cubicBezTo>
                <a:cubicBezTo>
                  <a:pt x="395" y="482"/>
                  <a:pt x="393" y="485"/>
                  <a:pt x="394" y="487"/>
                </a:cubicBezTo>
                <a:cubicBezTo>
                  <a:pt x="386" y="537"/>
                  <a:pt x="387" y="542"/>
                  <a:pt x="386" y="547"/>
                </a:cubicBezTo>
                <a:cubicBezTo>
                  <a:pt x="384" y="570"/>
                  <a:pt x="381" y="575"/>
                  <a:pt x="380" y="580"/>
                </a:cubicBezTo>
                <a:cubicBezTo>
                  <a:pt x="374" y="608"/>
                  <a:pt x="372" y="618"/>
                  <a:pt x="369" y="629"/>
                </a:cubicBezTo>
                <a:cubicBezTo>
                  <a:pt x="362" y="701"/>
                  <a:pt x="362" y="711"/>
                  <a:pt x="360" y="721"/>
                </a:cubicBezTo>
                <a:cubicBezTo>
                  <a:pt x="357" y="790"/>
                  <a:pt x="360" y="800"/>
                  <a:pt x="362" y="810"/>
                </a:cubicBezTo>
                <a:cubicBezTo>
                  <a:pt x="364" y="835"/>
                  <a:pt x="365" y="838"/>
                  <a:pt x="365" y="840"/>
                </a:cubicBezTo>
                <a:cubicBezTo>
                  <a:pt x="372" y="877"/>
                  <a:pt x="366" y="881"/>
                  <a:pt x="371" y="887"/>
                </a:cubicBezTo>
                <a:cubicBezTo>
                  <a:pt x="360" y="876"/>
                  <a:pt x="349" y="866"/>
                  <a:pt x="352" y="857"/>
                </a:cubicBezTo>
                <a:cubicBezTo>
                  <a:pt x="349" y="832"/>
                  <a:pt x="341" y="829"/>
                  <a:pt x="344" y="823"/>
                </a:cubicBezTo>
                <a:cubicBezTo>
                  <a:pt x="342" y="804"/>
                  <a:pt x="343" y="799"/>
                  <a:pt x="340" y="794"/>
                </a:cubicBezTo>
                <a:cubicBezTo>
                  <a:pt x="344" y="767"/>
                  <a:pt x="335" y="758"/>
                  <a:pt x="342" y="752"/>
                </a:cubicBezTo>
                <a:cubicBezTo>
                  <a:pt x="344" y="689"/>
                  <a:pt x="344" y="687"/>
                  <a:pt x="342" y="685"/>
                </a:cubicBezTo>
                <a:cubicBezTo>
                  <a:pt x="346" y="665"/>
                  <a:pt x="346" y="662"/>
                  <a:pt x="348" y="659"/>
                </a:cubicBezTo>
                <a:cubicBezTo>
                  <a:pt x="351" y="634"/>
                  <a:pt x="353" y="631"/>
                  <a:pt x="358" y="628"/>
                </a:cubicBezTo>
                <a:cubicBezTo>
                  <a:pt x="364" y="573"/>
                  <a:pt x="367" y="568"/>
                  <a:pt x="364" y="562"/>
                </a:cubicBezTo>
                <a:cubicBezTo>
                  <a:pt x="375" y="527"/>
                  <a:pt x="370" y="521"/>
                  <a:pt x="375" y="517"/>
                </a:cubicBezTo>
                <a:cubicBezTo>
                  <a:pt x="381" y="476"/>
                  <a:pt x="381" y="466"/>
                  <a:pt x="382" y="456"/>
                </a:cubicBezTo>
                <a:cubicBezTo>
                  <a:pt x="383" y="391"/>
                  <a:pt x="380" y="388"/>
                  <a:pt x="380" y="385"/>
                </a:cubicBezTo>
                <a:cubicBezTo>
                  <a:pt x="380" y="365"/>
                  <a:pt x="378" y="363"/>
                  <a:pt x="375" y="362"/>
                </a:cubicBezTo>
                <a:cubicBezTo>
                  <a:pt x="377" y="320"/>
                  <a:pt x="375" y="314"/>
                  <a:pt x="376" y="308"/>
                </a:cubicBezTo>
                <a:cubicBezTo>
                  <a:pt x="366" y="262"/>
                  <a:pt x="371" y="257"/>
                  <a:pt x="364" y="249"/>
                </a:cubicBezTo>
                <a:cubicBezTo>
                  <a:pt x="357" y="219"/>
                  <a:pt x="350" y="209"/>
                  <a:pt x="348" y="212"/>
                </a:cubicBezTo>
                <a:cubicBezTo>
                  <a:pt x="361" y="263"/>
                  <a:pt x="365" y="271"/>
                  <a:pt x="365" y="278"/>
                </a:cubicBezTo>
                <a:cubicBezTo>
                  <a:pt x="373" y="347"/>
                  <a:pt x="367" y="353"/>
                  <a:pt x="370" y="360"/>
                </a:cubicBezTo>
                <a:cubicBezTo>
                  <a:pt x="368" y="383"/>
                  <a:pt x="362" y="385"/>
                  <a:pt x="367" y="389"/>
                </a:cubicBezTo>
                <a:cubicBezTo>
                  <a:pt x="359" y="426"/>
                  <a:pt x="354" y="432"/>
                  <a:pt x="354" y="438"/>
                </a:cubicBezTo>
                <a:cubicBezTo>
                  <a:pt x="346" y="471"/>
                  <a:pt x="341" y="484"/>
                  <a:pt x="339" y="497"/>
                </a:cubicBezTo>
                <a:cubicBezTo>
                  <a:pt x="329" y="543"/>
                  <a:pt x="322" y="548"/>
                  <a:pt x="325" y="556"/>
                </a:cubicBezTo>
                <a:cubicBezTo>
                  <a:pt x="320" y="592"/>
                  <a:pt x="315" y="606"/>
                  <a:pt x="315" y="621"/>
                </a:cubicBezTo>
                <a:cubicBezTo>
                  <a:pt x="312" y="648"/>
                  <a:pt x="309" y="651"/>
                  <a:pt x="313" y="655"/>
                </a:cubicBezTo>
                <a:cubicBezTo>
                  <a:pt x="309" y="675"/>
                  <a:pt x="311" y="683"/>
                  <a:pt x="309" y="690"/>
                </a:cubicBezTo>
                <a:cubicBezTo>
                  <a:pt x="304" y="717"/>
                  <a:pt x="313" y="722"/>
                  <a:pt x="306" y="724"/>
                </a:cubicBezTo>
                <a:cubicBezTo>
                  <a:pt x="307" y="752"/>
                  <a:pt x="314" y="757"/>
                  <a:pt x="308" y="761"/>
                </a:cubicBezTo>
                <a:cubicBezTo>
                  <a:pt x="301" y="681"/>
                  <a:pt x="302" y="674"/>
                  <a:pt x="300" y="667"/>
                </a:cubicBezTo>
                <a:cubicBezTo>
                  <a:pt x="303" y="622"/>
                  <a:pt x="302" y="618"/>
                  <a:pt x="306" y="615"/>
                </a:cubicBezTo>
                <a:cubicBezTo>
                  <a:pt x="315" y="560"/>
                  <a:pt x="315" y="557"/>
                  <a:pt x="316" y="554"/>
                </a:cubicBezTo>
                <a:cubicBezTo>
                  <a:pt x="318" y="529"/>
                  <a:pt x="325" y="526"/>
                  <a:pt x="320" y="522"/>
                </a:cubicBezTo>
                <a:cubicBezTo>
                  <a:pt x="330" y="478"/>
                  <a:pt x="331" y="475"/>
                  <a:pt x="333" y="472"/>
                </a:cubicBezTo>
                <a:cubicBezTo>
                  <a:pt x="334" y="447"/>
                  <a:pt x="338" y="444"/>
                  <a:pt x="339" y="441"/>
                </a:cubicBezTo>
                <a:cubicBezTo>
                  <a:pt x="341" y="417"/>
                  <a:pt x="344" y="414"/>
                  <a:pt x="342" y="410"/>
                </a:cubicBezTo>
                <a:cubicBezTo>
                  <a:pt x="343" y="371"/>
                  <a:pt x="341" y="364"/>
                  <a:pt x="344" y="357"/>
                </a:cubicBezTo>
                <a:cubicBezTo>
                  <a:pt x="331" y="289"/>
                  <a:pt x="326" y="279"/>
                  <a:pt x="324" y="269"/>
                </a:cubicBezTo>
                <a:cubicBezTo>
                  <a:pt x="317" y="254"/>
                  <a:pt x="314" y="265"/>
                  <a:pt x="322" y="277"/>
                </a:cubicBezTo>
                <a:cubicBezTo>
                  <a:pt x="324" y="297"/>
                  <a:pt x="329" y="300"/>
                  <a:pt x="327" y="303"/>
                </a:cubicBezTo>
                <a:cubicBezTo>
                  <a:pt x="335" y="347"/>
                  <a:pt x="336" y="355"/>
                  <a:pt x="335" y="363"/>
                </a:cubicBezTo>
                <a:cubicBezTo>
                  <a:pt x="329" y="420"/>
                  <a:pt x="334" y="428"/>
                  <a:pt x="330" y="434"/>
                </a:cubicBezTo>
                <a:cubicBezTo>
                  <a:pt x="324" y="463"/>
                  <a:pt x="322" y="470"/>
                  <a:pt x="322" y="477"/>
                </a:cubicBezTo>
                <a:cubicBezTo>
                  <a:pt x="311" y="526"/>
                  <a:pt x="312" y="534"/>
                  <a:pt x="309" y="540"/>
                </a:cubicBezTo>
                <a:cubicBezTo>
                  <a:pt x="295" y="624"/>
                  <a:pt x="294" y="627"/>
                  <a:pt x="292" y="630"/>
                </a:cubicBezTo>
                <a:cubicBezTo>
                  <a:pt x="291" y="652"/>
                  <a:pt x="292" y="656"/>
                  <a:pt x="292" y="659"/>
                </a:cubicBezTo>
                <a:cubicBezTo>
                  <a:pt x="292" y="705"/>
                  <a:pt x="293" y="711"/>
                  <a:pt x="293" y="717"/>
                </a:cubicBezTo>
                <a:cubicBezTo>
                  <a:pt x="293" y="733"/>
                  <a:pt x="294" y="736"/>
                  <a:pt x="292" y="734"/>
                </a:cubicBezTo>
                <a:cubicBezTo>
                  <a:pt x="289" y="694"/>
                  <a:pt x="277" y="695"/>
                  <a:pt x="284" y="689"/>
                </a:cubicBezTo>
                <a:cubicBezTo>
                  <a:pt x="283" y="634"/>
                  <a:pt x="284" y="631"/>
                  <a:pt x="283" y="628"/>
                </a:cubicBezTo>
                <a:cubicBezTo>
                  <a:pt x="285" y="596"/>
                  <a:pt x="290" y="592"/>
                  <a:pt x="288" y="587"/>
                </a:cubicBezTo>
                <a:cubicBezTo>
                  <a:pt x="296" y="555"/>
                  <a:pt x="294" y="550"/>
                  <a:pt x="297" y="546"/>
                </a:cubicBezTo>
                <a:cubicBezTo>
                  <a:pt x="302" y="524"/>
                  <a:pt x="300" y="521"/>
                  <a:pt x="301" y="519"/>
                </a:cubicBezTo>
                <a:cubicBezTo>
                  <a:pt x="305" y="475"/>
                  <a:pt x="304" y="473"/>
                  <a:pt x="308" y="471"/>
                </a:cubicBezTo>
                <a:cubicBezTo>
                  <a:pt x="306" y="439"/>
                  <a:pt x="313" y="430"/>
                  <a:pt x="309" y="420"/>
                </a:cubicBezTo>
                <a:cubicBezTo>
                  <a:pt x="312" y="383"/>
                  <a:pt x="309" y="373"/>
                  <a:pt x="312" y="364"/>
                </a:cubicBezTo>
                <a:cubicBezTo>
                  <a:pt x="304" y="330"/>
                  <a:pt x="309" y="326"/>
                  <a:pt x="305" y="321"/>
                </a:cubicBezTo>
                <a:cubicBezTo>
                  <a:pt x="294" y="266"/>
                  <a:pt x="291" y="256"/>
                  <a:pt x="286" y="246"/>
                </a:cubicBezTo>
                <a:cubicBezTo>
                  <a:pt x="272" y="214"/>
                  <a:pt x="274" y="209"/>
                  <a:pt x="270" y="204"/>
                </a:cubicBezTo>
                <a:cubicBezTo>
                  <a:pt x="263" y="201"/>
                  <a:pt x="269" y="213"/>
                  <a:pt x="274" y="225"/>
                </a:cubicBezTo>
                <a:cubicBezTo>
                  <a:pt x="284" y="267"/>
                  <a:pt x="290" y="274"/>
                  <a:pt x="291" y="279"/>
                </a:cubicBezTo>
                <a:cubicBezTo>
                  <a:pt x="298" y="309"/>
                  <a:pt x="296" y="320"/>
                  <a:pt x="303" y="333"/>
                </a:cubicBezTo>
                <a:cubicBezTo>
                  <a:pt x="301" y="383"/>
                  <a:pt x="302" y="396"/>
                  <a:pt x="301" y="409"/>
                </a:cubicBezTo>
                <a:cubicBezTo>
                  <a:pt x="298" y="441"/>
                  <a:pt x="299" y="444"/>
                  <a:pt x="299" y="448"/>
                </a:cubicBezTo>
                <a:cubicBezTo>
                  <a:pt x="292" y="469"/>
                  <a:pt x="302" y="474"/>
                  <a:pt x="295" y="475"/>
                </a:cubicBezTo>
                <a:cubicBezTo>
                  <a:pt x="282" y="575"/>
                  <a:pt x="277" y="588"/>
                  <a:pt x="277" y="601"/>
                </a:cubicBezTo>
                <a:cubicBezTo>
                  <a:pt x="270" y="621"/>
                  <a:pt x="277" y="626"/>
                  <a:pt x="272" y="628"/>
                </a:cubicBezTo>
                <a:cubicBezTo>
                  <a:pt x="265" y="615"/>
                  <a:pt x="270" y="596"/>
                  <a:pt x="270" y="576"/>
                </a:cubicBezTo>
                <a:cubicBezTo>
                  <a:pt x="279" y="502"/>
                  <a:pt x="277" y="498"/>
                  <a:pt x="277" y="496"/>
                </a:cubicBezTo>
                <a:cubicBezTo>
                  <a:pt x="279" y="469"/>
                  <a:pt x="282" y="464"/>
                  <a:pt x="280" y="459"/>
                </a:cubicBezTo>
                <a:cubicBezTo>
                  <a:pt x="285" y="425"/>
                  <a:pt x="282" y="419"/>
                  <a:pt x="283" y="414"/>
                </a:cubicBezTo>
                <a:cubicBezTo>
                  <a:pt x="284" y="394"/>
                  <a:pt x="281" y="389"/>
                  <a:pt x="283" y="384"/>
                </a:cubicBezTo>
                <a:cubicBezTo>
                  <a:pt x="276" y="328"/>
                  <a:pt x="271" y="317"/>
                  <a:pt x="271" y="307"/>
                </a:cubicBezTo>
                <a:cubicBezTo>
                  <a:pt x="257" y="256"/>
                  <a:pt x="255" y="250"/>
                  <a:pt x="254" y="245"/>
                </a:cubicBezTo>
                <a:cubicBezTo>
                  <a:pt x="220" y="175"/>
                  <a:pt x="210" y="168"/>
                  <a:pt x="208" y="162"/>
                </a:cubicBezTo>
                <a:cubicBezTo>
                  <a:pt x="233" y="223"/>
                  <a:pt x="239" y="222"/>
                  <a:pt x="237" y="225"/>
                </a:cubicBezTo>
                <a:cubicBezTo>
                  <a:pt x="254" y="264"/>
                  <a:pt x="253" y="276"/>
                  <a:pt x="260" y="288"/>
                </a:cubicBezTo>
                <a:cubicBezTo>
                  <a:pt x="264" y="326"/>
                  <a:pt x="267" y="331"/>
                  <a:pt x="267" y="335"/>
                </a:cubicBezTo>
                <a:cubicBezTo>
                  <a:pt x="272" y="407"/>
                  <a:pt x="275" y="411"/>
                  <a:pt x="272" y="414"/>
                </a:cubicBezTo>
                <a:cubicBezTo>
                  <a:pt x="276" y="454"/>
                  <a:pt x="267" y="456"/>
                  <a:pt x="271" y="460"/>
                </a:cubicBezTo>
                <a:cubicBezTo>
                  <a:pt x="270" y="503"/>
                  <a:pt x="264" y="509"/>
                  <a:pt x="266" y="517"/>
                </a:cubicBezTo>
                <a:cubicBezTo>
                  <a:pt x="257" y="543"/>
                  <a:pt x="265" y="548"/>
                  <a:pt x="260" y="551"/>
                </a:cubicBezTo>
                <a:cubicBezTo>
                  <a:pt x="259" y="593"/>
                  <a:pt x="259" y="601"/>
                  <a:pt x="258" y="608"/>
                </a:cubicBezTo>
                <a:cubicBezTo>
                  <a:pt x="259" y="636"/>
                  <a:pt x="262" y="640"/>
                  <a:pt x="259" y="643"/>
                </a:cubicBezTo>
                <a:cubicBezTo>
                  <a:pt x="249" y="634"/>
                  <a:pt x="251" y="618"/>
                  <a:pt x="247" y="600"/>
                </a:cubicBezTo>
                <a:cubicBezTo>
                  <a:pt x="240" y="541"/>
                  <a:pt x="241" y="533"/>
                  <a:pt x="241" y="524"/>
                </a:cubicBezTo>
                <a:cubicBezTo>
                  <a:pt x="248" y="492"/>
                  <a:pt x="240" y="482"/>
                  <a:pt x="246" y="475"/>
                </a:cubicBezTo>
                <a:cubicBezTo>
                  <a:pt x="244" y="453"/>
                  <a:pt x="250" y="452"/>
                  <a:pt x="246" y="448"/>
                </a:cubicBezTo>
                <a:cubicBezTo>
                  <a:pt x="247" y="407"/>
                  <a:pt x="254" y="404"/>
                  <a:pt x="251" y="399"/>
                </a:cubicBezTo>
                <a:cubicBezTo>
                  <a:pt x="254" y="383"/>
                  <a:pt x="250" y="378"/>
                  <a:pt x="252" y="374"/>
                </a:cubicBezTo>
                <a:cubicBezTo>
                  <a:pt x="251" y="314"/>
                  <a:pt x="248" y="306"/>
                  <a:pt x="251" y="298"/>
                </a:cubicBezTo>
                <a:cubicBezTo>
                  <a:pt x="240" y="257"/>
                  <a:pt x="233" y="260"/>
                  <a:pt x="238" y="264"/>
                </a:cubicBezTo>
                <a:cubicBezTo>
                  <a:pt x="247" y="313"/>
                  <a:pt x="244" y="319"/>
                  <a:pt x="248" y="327"/>
                </a:cubicBezTo>
                <a:cubicBezTo>
                  <a:pt x="248" y="356"/>
                  <a:pt x="242" y="359"/>
                  <a:pt x="245" y="364"/>
                </a:cubicBezTo>
                <a:cubicBezTo>
                  <a:pt x="241" y="405"/>
                  <a:pt x="239" y="409"/>
                  <a:pt x="242" y="414"/>
                </a:cubicBezTo>
                <a:cubicBezTo>
                  <a:pt x="239" y="435"/>
                  <a:pt x="240" y="438"/>
                  <a:pt x="240" y="440"/>
                </a:cubicBezTo>
                <a:cubicBezTo>
                  <a:pt x="236" y="486"/>
                  <a:pt x="234" y="494"/>
                  <a:pt x="234" y="503"/>
                </a:cubicBezTo>
                <a:cubicBezTo>
                  <a:pt x="231" y="524"/>
                  <a:pt x="232" y="526"/>
                  <a:pt x="231" y="529"/>
                </a:cubicBezTo>
                <a:cubicBezTo>
                  <a:pt x="230" y="471"/>
                  <a:pt x="222" y="464"/>
                  <a:pt x="227" y="459"/>
                </a:cubicBezTo>
                <a:cubicBezTo>
                  <a:pt x="228" y="431"/>
                  <a:pt x="222" y="427"/>
                  <a:pt x="226" y="425"/>
                </a:cubicBezTo>
                <a:cubicBezTo>
                  <a:pt x="227" y="372"/>
                  <a:pt x="228" y="367"/>
                  <a:pt x="225" y="362"/>
                </a:cubicBezTo>
                <a:cubicBezTo>
                  <a:pt x="226" y="313"/>
                  <a:pt x="223" y="308"/>
                  <a:pt x="225" y="303"/>
                </a:cubicBezTo>
                <a:cubicBezTo>
                  <a:pt x="215" y="226"/>
                  <a:pt x="202" y="221"/>
                  <a:pt x="208" y="219"/>
                </a:cubicBezTo>
                <a:cubicBezTo>
                  <a:pt x="202" y="192"/>
                  <a:pt x="193" y="187"/>
                  <a:pt x="197" y="184"/>
                </a:cubicBezTo>
                <a:cubicBezTo>
                  <a:pt x="159" y="111"/>
                  <a:pt x="161" y="108"/>
                  <a:pt x="158" y="104"/>
                </a:cubicBezTo>
                <a:cubicBezTo>
                  <a:pt x="162" y="120"/>
                  <a:pt x="165" y="126"/>
                  <a:pt x="165" y="132"/>
                </a:cubicBezTo>
                <a:cubicBezTo>
                  <a:pt x="195" y="203"/>
                  <a:pt x="200" y="209"/>
                  <a:pt x="199" y="214"/>
                </a:cubicBezTo>
                <a:cubicBezTo>
                  <a:pt x="212" y="270"/>
                  <a:pt x="215" y="275"/>
                  <a:pt x="215" y="281"/>
                </a:cubicBezTo>
                <a:cubicBezTo>
                  <a:pt x="212" y="317"/>
                  <a:pt x="220" y="324"/>
                  <a:pt x="217" y="330"/>
                </a:cubicBezTo>
                <a:cubicBezTo>
                  <a:pt x="219" y="372"/>
                  <a:pt x="217" y="383"/>
                  <a:pt x="215" y="393"/>
                </a:cubicBezTo>
                <a:cubicBezTo>
                  <a:pt x="221" y="422"/>
                  <a:pt x="210" y="424"/>
                  <a:pt x="216" y="429"/>
                </a:cubicBezTo>
                <a:cubicBezTo>
                  <a:pt x="216" y="474"/>
                  <a:pt x="220" y="483"/>
                  <a:pt x="217" y="491"/>
                </a:cubicBezTo>
                <a:cubicBezTo>
                  <a:pt x="226" y="548"/>
                  <a:pt x="218" y="555"/>
                  <a:pt x="224" y="564"/>
                </a:cubicBezTo>
                <a:cubicBezTo>
                  <a:pt x="214" y="556"/>
                  <a:pt x="221" y="553"/>
                  <a:pt x="218" y="549"/>
                </a:cubicBezTo>
                <a:cubicBezTo>
                  <a:pt x="213" y="498"/>
                  <a:pt x="206" y="488"/>
                  <a:pt x="209" y="480"/>
                </a:cubicBezTo>
                <a:cubicBezTo>
                  <a:pt x="200" y="416"/>
                  <a:pt x="200" y="407"/>
                  <a:pt x="200" y="399"/>
                </a:cubicBezTo>
                <a:cubicBezTo>
                  <a:pt x="200" y="341"/>
                  <a:pt x="197" y="337"/>
                  <a:pt x="198" y="333"/>
                </a:cubicBezTo>
                <a:cubicBezTo>
                  <a:pt x="199" y="312"/>
                  <a:pt x="203" y="310"/>
                  <a:pt x="198" y="306"/>
                </a:cubicBezTo>
                <a:cubicBezTo>
                  <a:pt x="198" y="275"/>
                  <a:pt x="194" y="269"/>
                  <a:pt x="195" y="265"/>
                </a:cubicBezTo>
                <a:cubicBezTo>
                  <a:pt x="175" y="191"/>
                  <a:pt x="172" y="186"/>
                  <a:pt x="170" y="181"/>
                </a:cubicBezTo>
                <a:cubicBezTo>
                  <a:pt x="122" y="111"/>
                  <a:pt x="132" y="117"/>
                  <a:pt x="134" y="122"/>
                </a:cubicBezTo>
                <a:cubicBezTo>
                  <a:pt x="153" y="151"/>
                  <a:pt x="153" y="155"/>
                  <a:pt x="155" y="160"/>
                </a:cubicBezTo>
                <a:cubicBezTo>
                  <a:pt x="182" y="243"/>
                  <a:pt x="187" y="248"/>
                  <a:pt x="187" y="252"/>
                </a:cubicBezTo>
                <a:cubicBezTo>
                  <a:pt x="190" y="282"/>
                  <a:pt x="193" y="287"/>
                  <a:pt x="190" y="291"/>
                </a:cubicBezTo>
                <a:cubicBezTo>
                  <a:pt x="194" y="347"/>
                  <a:pt x="192" y="351"/>
                  <a:pt x="190" y="355"/>
                </a:cubicBezTo>
                <a:cubicBezTo>
                  <a:pt x="191" y="394"/>
                  <a:pt x="194" y="397"/>
                  <a:pt x="192" y="399"/>
                </a:cubicBezTo>
                <a:cubicBezTo>
                  <a:pt x="193" y="428"/>
                  <a:pt x="194" y="436"/>
                  <a:pt x="195" y="445"/>
                </a:cubicBezTo>
                <a:cubicBezTo>
                  <a:pt x="197" y="504"/>
                  <a:pt x="204" y="514"/>
                  <a:pt x="202" y="522"/>
                </a:cubicBezTo>
                <a:cubicBezTo>
                  <a:pt x="195" y="496"/>
                  <a:pt x="192" y="492"/>
                  <a:pt x="191" y="488"/>
                </a:cubicBezTo>
                <a:cubicBezTo>
                  <a:pt x="182" y="442"/>
                  <a:pt x="186" y="437"/>
                  <a:pt x="185" y="430"/>
                </a:cubicBezTo>
                <a:cubicBezTo>
                  <a:pt x="186" y="370"/>
                  <a:pt x="181" y="363"/>
                  <a:pt x="183" y="357"/>
                </a:cubicBezTo>
                <a:cubicBezTo>
                  <a:pt x="182" y="325"/>
                  <a:pt x="175" y="321"/>
                  <a:pt x="177" y="318"/>
                </a:cubicBezTo>
                <a:cubicBezTo>
                  <a:pt x="173" y="294"/>
                  <a:pt x="175" y="288"/>
                  <a:pt x="172" y="281"/>
                </a:cubicBezTo>
                <a:cubicBezTo>
                  <a:pt x="170" y="250"/>
                  <a:pt x="163" y="245"/>
                  <a:pt x="166" y="243"/>
                </a:cubicBezTo>
                <a:cubicBezTo>
                  <a:pt x="117" y="146"/>
                  <a:pt x="115" y="136"/>
                  <a:pt x="110" y="138"/>
                </a:cubicBezTo>
                <a:cubicBezTo>
                  <a:pt x="158" y="251"/>
                  <a:pt x="166" y="268"/>
                  <a:pt x="163" y="283"/>
                </a:cubicBezTo>
                <a:cubicBezTo>
                  <a:pt x="170" y="315"/>
                  <a:pt x="167" y="323"/>
                  <a:pt x="173" y="332"/>
                </a:cubicBezTo>
                <a:cubicBezTo>
                  <a:pt x="172" y="391"/>
                  <a:pt x="174" y="397"/>
                  <a:pt x="174" y="404"/>
                </a:cubicBezTo>
                <a:cubicBezTo>
                  <a:pt x="174" y="419"/>
                  <a:pt x="175" y="423"/>
                  <a:pt x="172" y="421"/>
                </a:cubicBezTo>
                <a:cubicBezTo>
                  <a:pt x="157" y="335"/>
                  <a:pt x="157" y="325"/>
                  <a:pt x="156" y="322"/>
                </a:cubicBezTo>
                <a:cubicBezTo>
                  <a:pt x="154" y="304"/>
                  <a:pt x="152" y="301"/>
                  <a:pt x="152" y="298"/>
                </a:cubicBezTo>
                <a:cubicBezTo>
                  <a:pt x="121" y="215"/>
                  <a:pt x="124" y="220"/>
                  <a:pt x="126" y="224"/>
                </a:cubicBezTo>
                <a:cubicBezTo>
                  <a:pt x="142" y="278"/>
                  <a:pt x="141" y="294"/>
                  <a:pt x="149" y="312"/>
                </a:cubicBezTo>
                <a:cubicBezTo>
                  <a:pt x="152" y="360"/>
                  <a:pt x="149" y="372"/>
                  <a:pt x="155" y="385"/>
                </a:cubicBezTo>
                <a:cubicBezTo>
                  <a:pt x="164" y="425"/>
                  <a:pt x="163" y="427"/>
                  <a:pt x="166" y="430"/>
                </a:cubicBezTo>
                <a:cubicBezTo>
                  <a:pt x="166" y="449"/>
                  <a:pt x="160" y="441"/>
                  <a:pt x="155" y="433"/>
                </a:cubicBezTo>
                <a:cubicBezTo>
                  <a:pt x="52" y="216"/>
                  <a:pt x="51" y="203"/>
                  <a:pt x="42" y="189"/>
                </a:cubicBezTo>
                <a:cubicBezTo>
                  <a:pt x="33" y="158"/>
                  <a:pt x="33" y="148"/>
                  <a:pt x="29" y="151"/>
                </a:cubicBezTo>
                <a:cubicBezTo>
                  <a:pt x="101" y="327"/>
                  <a:pt x="104" y="346"/>
                  <a:pt x="123" y="370"/>
                </a:cubicBezTo>
                <a:cubicBezTo>
                  <a:pt x="135" y="395"/>
                  <a:pt x="130" y="397"/>
                  <a:pt x="134" y="400"/>
                </a:cubicBezTo>
                <a:cubicBezTo>
                  <a:pt x="148" y="437"/>
                  <a:pt x="157" y="443"/>
                  <a:pt x="154" y="447"/>
                </a:cubicBezTo>
                <a:cubicBezTo>
                  <a:pt x="151" y="451"/>
                  <a:pt x="156" y="444"/>
                  <a:pt x="151" y="447"/>
                </a:cubicBezTo>
                <a:cubicBezTo>
                  <a:pt x="132" y="420"/>
                  <a:pt x="125" y="405"/>
                  <a:pt x="116" y="394"/>
                </a:cubicBezTo>
                <a:cubicBezTo>
                  <a:pt x="47" y="271"/>
                  <a:pt x="45" y="264"/>
                  <a:pt x="39" y="256"/>
                </a:cubicBezTo>
                <a:cubicBezTo>
                  <a:pt x="23" y="217"/>
                  <a:pt x="19" y="203"/>
                  <a:pt x="8" y="187"/>
                </a:cubicBezTo>
                <a:cubicBezTo>
                  <a:pt x="0" y="172"/>
                  <a:pt x="0" y="172"/>
                  <a:pt x="0" y="172"/>
                </a:cubicBezTo>
                <a:cubicBezTo>
                  <a:pt x="13" y="212"/>
                  <a:pt x="18" y="217"/>
                  <a:pt x="17" y="221"/>
                </a:cubicBezTo>
                <a:cubicBezTo>
                  <a:pt x="38" y="262"/>
                  <a:pt x="42" y="277"/>
                  <a:pt x="49" y="292"/>
                </a:cubicBezTo>
                <a:cubicBezTo>
                  <a:pt x="88" y="361"/>
                  <a:pt x="84" y="375"/>
                  <a:pt x="89" y="371"/>
                </a:cubicBezTo>
                <a:cubicBezTo>
                  <a:pt x="157" y="471"/>
                  <a:pt x="164" y="481"/>
                  <a:pt x="172" y="491"/>
                </a:cubicBezTo>
                <a:cubicBezTo>
                  <a:pt x="187" y="517"/>
                  <a:pt x="186" y="518"/>
                  <a:pt x="186" y="518"/>
                </a:cubicBezTo>
                <a:cubicBezTo>
                  <a:pt x="198" y="535"/>
                  <a:pt x="201" y="544"/>
                  <a:pt x="199" y="552"/>
                </a:cubicBezTo>
                <a:cubicBezTo>
                  <a:pt x="156" y="486"/>
                  <a:pt x="141" y="472"/>
                  <a:pt x="130" y="459"/>
                </a:cubicBezTo>
                <a:cubicBezTo>
                  <a:pt x="110" y="430"/>
                  <a:pt x="107" y="427"/>
                  <a:pt x="105" y="423"/>
                </a:cubicBezTo>
                <a:cubicBezTo>
                  <a:pt x="50" y="348"/>
                  <a:pt x="55" y="346"/>
                  <a:pt x="50" y="342"/>
                </a:cubicBezTo>
                <a:cubicBezTo>
                  <a:pt x="3" y="267"/>
                  <a:pt x="5" y="258"/>
                  <a:pt x="0" y="254"/>
                </a:cubicBezTo>
                <a:cubicBezTo>
                  <a:pt x="11" y="297"/>
                  <a:pt x="19" y="301"/>
                  <a:pt x="20" y="304"/>
                </a:cubicBezTo>
                <a:cubicBezTo>
                  <a:pt x="37" y="330"/>
                  <a:pt x="35" y="333"/>
                  <a:pt x="38" y="337"/>
                </a:cubicBezTo>
                <a:cubicBezTo>
                  <a:pt x="94" y="423"/>
                  <a:pt x="98" y="426"/>
                  <a:pt x="101" y="429"/>
                </a:cubicBezTo>
                <a:cubicBezTo>
                  <a:pt x="129" y="469"/>
                  <a:pt x="132" y="472"/>
                  <a:pt x="134" y="475"/>
                </a:cubicBezTo>
                <a:cubicBezTo>
                  <a:pt x="155" y="502"/>
                  <a:pt x="157" y="504"/>
                  <a:pt x="159" y="507"/>
                </a:cubicBezTo>
                <a:cubicBezTo>
                  <a:pt x="167" y="526"/>
                  <a:pt x="176" y="523"/>
                  <a:pt x="172" y="528"/>
                </a:cubicBezTo>
                <a:cubicBezTo>
                  <a:pt x="127" y="476"/>
                  <a:pt x="107" y="458"/>
                  <a:pt x="85" y="432"/>
                </a:cubicBezTo>
                <a:cubicBezTo>
                  <a:pt x="42" y="373"/>
                  <a:pt x="30" y="364"/>
                  <a:pt x="27" y="355"/>
                </a:cubicBezTo>
                <a:cubicBezTo>
                  <a:pt x="0" y="328"/>
                  <a:pt x="0" y="328"/>
                  <a:pt x="0" y="328"/>
                </a:cubicBezTo>
                <a:cubicBezTo>
                  <a:pt x="26" y="363"/>
                  <a:pt x="25" y="368"/>
                  <a:pt x="32" y="373"/>
                </a:cubicBezTo>
                <a:cubicBezTo>
                  <a:pt x="69" y="424"/>
                  <a:pt x="79" y="434"/>
                  <a:pt x="89" y="450"/>
                </a:cubicBezTo>
                <a:cubicBezTo>
                  <a:pt x="187" y="565"/>
                  <a:pt x="194" y="574"/>
                  <a:pt x="200" y="583"/>
                </a:cubicBezTo>
                <a:cubicBezTo>
                  <a:pt x="195" y="580"/>
                  <a:pt x="178" y="573"/>
                  <a:pt x="164" y="552"/>
                </a:cubicBezTo>
                <a:cubicBezTo>
                  <a:pt x="130" y="519"/>
                  <a:pt x="122" y="508"/>
                  <a:pt x="114" y="500"/>
                </a:cubicBezTo>
                <a:cubicBezTo>
                  <a:pt x="18" y="376"/>
                  <a:pt x="19" y="374"/>
                  <a:pt x="16" y="374"/>
                </a:cubicBezTo>
                <a:cubicBezTo>
                  <a:pt x="7" y="360"/>
                  <a:pt x="5" y="354"/>
                  <a:pt x="0" y="347"/>
                </a:cubicBezTo>
                <a:cubicBezTo>
                  <a:pt x="0" y="358"/>
                  <a:pt x="0" y="358"/>
                  <a:pt x="0" y="359"/>
                </a:cubicBezTo>
                <a:cubicBezTo>
                  <a:pt x="16" y="378"/>
                  <a:pt x="13" y="388"/>
                  <a:pt x="20" y="387"/>
                </a:cubicBezTo>
                <a:cubicBezTo>
                  <a:pt x="147" y="544"/>
                  <a:pt x="149" y="552"/>
                  <a:pt x="153" y="555"/>
                </a:cubicBezTo>
                <a:cubicBezTo>
                  <a:pt x="205" y="609"/>
                  <a:pt x="209" y="614"/>
                  <a:pt x="213" y="620"/>
                </a:cubicBezTo>
                <a:cubicBezTo>
                  <a:pt x="248" y="673"/>
                  <a:pt x="250" y="678"/>
                  <a:pt x="249" y="682"/>
                </a:cubicBezTo>
                <a:cubicBezTo>
                  <a:pt x="215" y="648"/>
                  <a:pt x="211" y="642"/>
                  <a:pt x="207" y="642"/>
                </a:cubicBezTo>
                <a:cubicBezTo>
                  <a:pt x="173" y="607"/>
                  <a:pt x="159" y="599"/>
                  <a:pt x="145" y="585"/>
                </a:cubicBezTo>
                <a:cubicBezTo>
                  <a:pt x="89" y="539"/>
                  <a:pt x="87" y="528"/>
                  <a:pt x="82" y="530"/>
                </a:cubicBezTo>
                <a:cubicBezTo>
                  <a:pt x="10" y="445"/>
                  <a:pt x="5" y="438"/>
                  <a:pt x="0" y="430"/>
                </a:cubicBezTo>
                <a:cubicBezTo>
                  <a:pt x="7" y="448"/>
                  <a:pt x="10" y="450"/>
                  <a:pt x="12" y="455"/>
                </a:cubicBezTo>
                <a:cubicBezTo>
                  <a:pt x="63" y="516"/>
                  <a:pt x="68" y="529"/>
                  <a:pt x="76" y="532"/>
                </a:cubicBezTo>
                <a:cubicBezTo>
                  <a:pt x="109" y="563"/>
                  <a:pt x="112" y="569"/>
                  <a:pt x="116" y="574"/>
                </a:cubicBezTo>
                <a:cubicBezTo>
                  <a:pt x="151" y="606"/>
                  <a:pt x="166" y="613"/>
                  <a:pt x="180" y="630"/>
                </a:cubicBezTo>
                <a:cubicBezTo>
                  <a:pt x="239" y="683"/>
                  <a:pt x="241" y="686"/>
                  <a:pt x="243" y="689"/>
                </a:cubicBezTo>
                <a:cubicBezTo>
                  <a:pt x="155" y="616"/>
                  <a:pt x="134" y="603"/>
                  <a:pt x="114" y="586"/>
                </a:cubicBezTo>
                <a:cubicBezTo>
                  <a:pt x="37" y="519"/>
                  <a:pt x="35" y="503"/>
                  <a:pt x="30" y="506"/>
                </a:cubicBezTo>
                <a:cubicBezTo>
                  <a:pt x="76" y="567"/>
                  <a:pt x="91" y="576"/>
                  <a:pt x="105" y="592"/>
                </a:cubicBezTo>
                <a:cubicBezTo>
                  <a:pt x="129" y="611"/>
                  <a:pt x="137" y="616"/>
                  <a:pt x="145" y="622"/>
                </a:cubicBezTo>
                <a:cubicBezTo>
                  <a:pt x="163" y="636"/>
                  <a:pt x="167" y="641"/>
                  <a:pt x="165" y="643"/>
                </a:cubicBezTo>
                <a:cubicBezTo>
                  <a:pt x="119" y="612"/>
                  <a:pt x="116" y="612"/>
                  <a:pt x="114" y="612"/>
                </a:cubicBezTo>
                <a:cubicBezTo>
                  <a:pt x="88" y="593"/>
                  <a:pt x="82" y="591"/>
                  <a:pt x="77" y="587"/>
                </a:cubicBezTo>
                <a:cubicBezTo>
                  <a:pt x="13" y="544"/>
                  <a:pt x="7" y="538"/>
                  <a:pt x="0" y="533"/>
                </a:cubicBezTo>
                <a:cubicBezTo>
                  <a:pt x="17" y="555"/>
                  <a:pt x="24" y="560"/>
                  <a:pt x="31" y="567"/>
                </a:cubicBezTo>
                <a:cubicBezTo>
                  <a:pt x="78" y="600"/>
                  <a:pt x="82" y="597"/>
                  <a:pt x="86" y="603"/>
                </a:cubicBezTo>
                <a:cubicBezTo>
                  <a:pt x="126" y="627"/>
                  <a:pt x="133" y="631"/>
                  <a:pt x="141" y="636"/>
                </a:cubicBezTo>
                <a:cubicBezTo>
                  <a:pt x="168" y="656"/>
                  <a:pt x="171" y="658"/>
                  <a:pt x="173" y="658"/>
                </a:cubicBezTo>
                <a:cubicBezTo>
                  <a:pt x="213" y="686"/>
                  <a:pt x="215" y="691"/>
                  <a:pt x="217" y="694"/>
                </a:cubicBezTo>
                <a:cubicBezTo>
                  <a:pt x="241" y="718"/>
                  <a:pt x="246" y="717"/>
                  <a:pt x="251" y="723"/>
                </a:cubicBezTo>
                <a:cubicBezTo>
                  <a:pt x="272" y="754"/>
                  <a:pt x="281" y="753"/>
                  <a:pt x="277" y="759"/>
                </a:cubicBezTo>
                <a:cubicBezTo>
                  <a:pt x="250" y="738"/>
                  <a:pt x="248" y="731"/>
                  <a:pt x="245" y="733"/>
                </a:cubicBezTo>
                <a:cubicBezTo>
                  <a:pt x="215" y="709"/>
                  <a:pt x="205" y="703"/>
                  <a:pt x="195" y="696"/>
                </a:cubicBezTo>
                <a:cubicBezTo>
                  <a:pt x="156" y="670"/>
                  <a:pt x="145" y="670"/>
                  <a:pt x="135" y="661"/>
                </a:cubicBezTo>
                <a:cubicBezTo>
                  <a:pt x="98" y="642"/>
                  <a:pt x="87" y="639"/>
                  <a:pt x="78" y="630"/>
                </a:cubicBezTo>
                <a:cubicBezTo>
                  <a:pt x="44" y="608"/>
                  <a:pt x="39" y="604"/>
                  <a:pt x="35" y="599"/>
                </a:cubicBezTo>
                <a:cubicBezTo>
                  <a:pt x="64" y="632"/>
                  <a:pt x="77" y="634"/>
                  <a:pt x="88" y="647"/>
                </a:cubicBezTo>
                <a:cubicBezTo>
                  <a:pt x="113" y="663"/>
                  <a:pt x="120" y="661"/>
                  <a:pt x="126" y="668"/>
                </a:cubicBezTo>
                <a:cubicBezTo>
                  <a:pt x="179" y="700"/>
                  <a:pt x="192" y="704"/>
                  <a:pt x="205" y="714"/>
                </a:cubicBezTo>
                <a:cubicBezTo>
                  <a:pt x="252" y="749"/>
                  <a:pt x="256" y="748"/>
                  <a:pt x="259" y="752"/>
                </a:cubicBezTo>
                <a:cubicBezTo>
                  <a:pt x="309" y="812"/>
                  <a:pt x="313" y="815"/>
                  <a:pt x="311" y="817"/>
                </a:cubicBezTo>
                <a:cubicBezTo>
                  <a:pt x="287" y="793"/>
                  <a:pt x="281" y="789"/>
                  <a:pt x="275" y="782"/>
                </a:cubicBezTo>
                <a:cubicBezTo>
                  <a:pt x="238" y="756"/>
                  <a:pt x="233" y="745"/>
                  <a:pt x="226" y="744"/>
                </a:cubicBezTo>
                <a:cubicBezTo>
                  <a:pt x="179" y="713"/>
                  <a:pt x="167" y="709"/>
                  <a:pt x="155" y="701"/>
                </a:cubicBezTo>
                <a:cubicBezTo>
                  <a:pt x="130" y="689"/>
                  <a:pt x="124" y="688"/>
                  <a:pt x="118" y="682"/>
                </a:cubicBezTo>
                <a:cubicBezTo>
                  <a:pt x="87" y="673"/>
                  <a:pt x="85" y="666"/>
                  <a:pt x="81" y="668"/>
                </a:cubicBezTo>
                <a:cubicBezTo>
                  <a:pt x="6" y="628"/>
                  <a:pt x="4" y="626"/>
                  <a:pt x="0" y="626"/>
                </a:cubicBezTo>
                <a:cubicBezTo>
                  <a:pt x="2" y="634"/>
                  <a:pt x="4" y="634"/>
                  <a:pt x="5" y="633"/>
                </a:cubicBezTo>
                <a:cubicBezTo>
                  <a:pt x="34" y="652"/>
                  <a:pt x="37" y="657"/>
                  <a:pt x="41" y="656"/>
                </a:cubicBezTo>
                <a:cubicBezTo>
                  <a:pt x="82" y="671"/>
                  <a:pt x="86" y="684"/>
                  <a:pt x="93" y="681"/>
                </a:cubicBezTo>
                <a:cubicBezTo>
                  <a:pt x="148" y="714"/>
                  <a:pt x="153" y="704"/>
                  <a:pt x="155" y="711"/>
                </a:cubicBezTo>
                <a:cubicBezTo>
                  <a:pt x="188" y="727"/>
                  <a:pt x="193" y="733"/>
                  <a:pt x="199" y="736"/>
                </a:cubicBezTo>
                <a:cubicBezTo>
                  <a:pt x="227" y="758"/>
                  <a:pt x="231" y="754"/>
                  <a:pt x="233" y="760"/>
                </a:cubicBezTo>
                <a:cubicBezTo>
                  <a:pt x="290" y="813"/>
                  <a:pt x="296" y="820"/>
                  <a:pt x="302" y="824"/>
                </a:cubicBezTo>
                <a:cubicBezTo>
                  <a:pt x="314" y="839"/>
                  <a:pt x="311" y="840"/>
                  <a:pt x="308" y="836"/>
                </a:cubicBezTo>
                <a:cubicBezTo>
                  <a:pt x="294" y="829"/>
                  <a:pt x="288" y="817"/>
                  <a:pt x="281" y="817"/>
                </a:cubicBezTo>
                <a:cubicBezTo>
                  <a:pt x="229" y="777"/>
                  <a:pt x="227" y="773"/>
                  <a:pt x="223" y="773"/>
                </a:cubicBezTo>
                <a:cubicBezTo>
                  <a:pt x="175" y="741"/>
                  <a:pt x="167" y="743"/>
                  <a:pt x="160" y="734"/>
                </a:cubicBezTo>
                <a:cubicBezTo>
                  <a:pt x="133" y="722"/>
                  <a:pt x="125" y="722"/>
                  <a:pt x="118" y="716"/>
                </a:cubicBezTo>
                <a:cubicBezTo>
                  <a:pt x="83" y="708"/>
                  <a:pt x="81" y="695"/>
                  <a:pt x="75" y="701"/>
                </a:cubicBezTo>
                <a:cubicBezTo>
                  <a:pt x="102" y="718"/>
                  <a:pt x="105" y="719"/>
                  <a:pt x="108" y="721"/>
                </a:cubicBezTo>
                <a:cubicBezTo>
                  <a:pt x="162" y="747"/>
                  <a:pt x="164" y="749"/>
                  <a:pt x="168" y="748"/>
                </a:cubicBezTo>
                <a:cubicBezTo>
                  <a:pt x="198" y="770"/>
                  <a:pt x="205" y="770"/>
                  <a:pt x="210" y="774"/>
                </a:cubicBezTo>
                <a:cubicBezTo>
                  <a:pt x="297" y="836"/>
                  <a:pt x="302" y="842"/>
                  <a:pt x="307" y="846"/>
                </a:cubicBezTo>
                <a:cubicBezTo>
                  <a:pt x="324" y="865"/>
                  <a:pt x="312" y="860"/>
                  <a:pt x="303" y="847"/>
                </a:cubicBezTo>
                <a:cubicBezTo>
                  <a:pt x="244" y="813"/>
                  <a:pt x="238" y="807"/>
                  <a:pt x="232" y="801"/>
                </a:cubicBezTo>
                <a:cubicBezTo>
                  <a:pt x="172" y="765"/>
                  <a:pt x="165" y="768"/>
                  <a:pt x="159" y="759"/>
                </a:cubicBezTo>
                <a:cubicBezTo>
                  <a:pt x="124" y="742"/>
                  <a:pt x="119" y="747"/>
                  <a:pt x="115" y="742"/>
                </a:cubicBezTo>
                <a:cubicBezTo>
                  <a:pt x="80" y="724"/>
                  <a:pt x="77" y="723"/>
                  <a:pt x="75" y="720"/>
                </a:cubicBezTo>
                <a:cubicBezTo>
                  <a:pt x="43" y="707"/>
                  <a:pt x="39" y="696"/>
                  <a:pt x="34" y="699"/>
                </a:cubicBezTo>
                <a:cubicBezTo>
                  <a:pt x="17" y="698"/>
                  <a:pt x="31" y="699"/>
                  <a:pt x="42" y="711"/>
                </a:cubicBezTo>
                <a:cubicBezTo>
                  <a:pt x="73" y="726"/>
                  <a:pt x="76" y="731"/>
                  <a:pt x="80" y="730"/>
                </a:cubicBezTo>
                <a:cubicBezTo>
                  <a:pt x="143" y="758"/>
                  <a:pt x="148" y="769"/>
                  <a:pt x="155" y="768"/>
                </a:cubicBezTo>
                <a:cubicBezTo>
                  <a:pt x="195" y="790"/>
                  <a:pt x="198" y="792"/>
                  <a:pt x="201" y="791"/>
                </a:cubicBezTo>
                <a:cubicBezTo>
                  <a:pt x="241" y="822"/>
                  <a:pt x="254" y="823"/>
                  <a:pt x="266" y="833"/>
                </a:cubicBezTo>
                <a:cubicBezTo>
                  <a:pt x="321" y="881"/>
                  <a:pt x="327" y="880"/>
                  <a:pt x="332" y="885"/>
                </a:cubicBezTo>
                <a:cubicBezTo>
                  <a:pt x="358" y="919"/>
                  <a:pt x="348" y="917"/>
                  <a:pt x="340" y="904"/>
                </a:cubicBezTo>
                <a:cubicBezTo>
                  <a:pt x="310" y="881"/>
                  <a:pt x="307" y="882"/>
                  <a:pt x="305" y="877"/>
                </a:cubicBezTo>
                <a:cubicBezTo>
                  <a:pt x="278" y="859"/>
                  <a:pt x="271" y="855"/>
                  <a:pt x="263" y="852"/>
                </a:cubicBezTo>
                <a:cubicBezTo>
                  <a:pt x="217" y="825"/>
                  <a:pt x="212" y="819"/>
                  <a:pt x="208" y="816"/>
                </a:cubicBezTo>
                <a:cubicBezTo>
                  <a:pt x="170" y="802"/>
                  <a:pt x="169" y="799"/>
                  <a:pt x="167" y="799"/>
                </a:cubicBezTo>
                <a:cubicBezTo>
                  <a:pt x="126" y="782"/>
                  <a:pt x="119" y="775"/>
                  <a:pt x="110" y="776"/>
                </a:cubicBezTo>
                <a:cubicBezTo>
                  <a:pt x="70" y="760"/>
                  <a:pt x="67" y="754"/>
                  <a:pt x="62" y="754"/>
                </a:cubicBezTo>
                <a:cubicBezTo>
                  <a:pt x="18" y="739"/>
                  <a:pt x="25" y="738"/>
                  <a:pt x="31" y="744"/>
                </a:cubicBezTo>
                <a:cubicBezTo>
                  <a:pt x="75" y="767"/>
                  <a:pt x="81" y="772"/>
                  <a:pt x="88" y="772"/>
                </a:cubicBezTo>
                <a:cubicBezTo>
                  <a:pt x="132" y="793"/>
                  <a:pt x="139" y="794"/>
                  <a:pt x="145" y="799"/>
                </a:cubicBezTo>
                <a:cubicBezTo>
                  <a:pt x="158" y="805"/>
                  <a:pt x="163" y="802"/>
                  <a:pt x="166" y="806"/>
                </a:cubicBezTo>
                <a:cubicBezTo>
                  <a:pt x="217" y="829"/>
                  <a:pt x="228" y="842"/>
                  <a:pt x="241" y="848"/>
                </a:cubicBezTo>
                <a:cubicBezTo>
                  <a:pt x="293" y="879"/>
                  <a:pt x="304" y="894"/>
                  <a:pt x="317" y="898"/>
                </a:cubicBezTo>
                <a:cubicBezTo>
                  <a:pt x="372" y="946"/>
                  <a:pt x="386" y="963"/>
                  <a:pt x="400" y="976"/>
                </a:cubicBezTo>
                <a:cubicBezTo>
                  <a:pt x="392" y="979"/>
                  <a:pt x="371" y="960"/>
                  <a:pt x="349" y="943"/>
                </a:cubicBezTo>
                <a:cubicBezTo>
                  <a:pt x="329" y="924"/>
                  <a:pt x="322" y="926"/>
                  <a:pt x="317" y="917"/>
                </a:cubicBezTo>
                <a:cubicBezTo>
                  <a:pt x="278" y="892"/>
                  <a:pt x="274" y="883"/>
                  <a:pt x="269" y="882"/>
                </a:cubicBezTo>
                <a:cubicBezTo>
                  <a:pt x="213" y="844"/>
                  <a:pt x="206" y="850"/>
                  <a:pt x="202" y="841"/>
                </a:cubicBezTo>
                <a:cubicBezTo>
                  <a:pt x="179" y="829"/>
                  <a:pt x="173" y="827"/>
                  <a:pt x="167" y="823"/>
                </a:cubicBezTo>
                <a:cubicBezTo>
                  <a:pt x="145" y="809"/>
                  <a:pt x="140" y="807"/>
                  <a:pt x="135" y="803"/>
                </a:cubicBezTo>
                <a:cubicBezTo>
                  <a:pt x="94" y="787"/>
                  <a:pt x="88" y="786"/>
                  <a:pt x="82" y="782"/>
                </a:cubicBezTo>
                <a:cubicBezTo>
                  <a:pt x="18" y="768"/>
                  <a:pt x="25" y="763"/>
                  <a:pt x="31" y="770"/>
                </a:cubicBezTo>
                <a:cubicBezTo>
                  <a:pt x="72" y="789"/>
                  <a:pt x="76" y="784"/>
                  <a:pt x="78" y="788"/>
                </a:cubicBezTo>
                <a:cubicBezTo>
                  <a:pt x="101" y="793"/>
                  <a:pt x="103" y="801"/>
                  <a:pt x="107" y="799"/>
                </a:cubicBezTo>
                <a:cubicBezTo>
                  <a:pt x="130" y="808"/>
                  <a:pt x="135" y="815"/>
                  <a:pt x="142" y="817"/>
                </a:cubicBezTo>
                <a:cubicBezTo>
                  <a:pt x="170" y="836"/>
                  <a:pt x="179" y="838"/>
                  <a:pt x="187" y="844"/>
                </a:cubicBezTo>
                <a:cubicBezTo>
                  <a:pt x="233" y="870"/>
                  <a:pt x="251" y="880"/>
                  <a:pt x="268" y="893"/>
                </a:cubicBezTo>
                <a:cubicBezTo>
                  <a:pt x="303" y="920"/>
                  <a:pt x="313" y="923"/>
                  <a:pt x="321" y="933"/>
                </a:cubicBezTo>
                <a:cubicBezTo>
                  <a:pt x="355" y="961"/>
                  <a:pt x="358" y="960"/>
                  <a:pt x="359" y="965"/>
                </a:cubicBezTo>
                <a:cubicBezTo>
                  <a:pt x="330" y="953"/>
                  <a:pt x="328" y="946"/>
                  <a:pt x="325" y="946"/>
                </a:cubicBezTo>
                <a:cubicBezTo>
                  <a:pt x="294" y="928"/>
                  <a:pt x="291" y="926"/>
                  <a:pt x="288" y="928"/>
                </a:cubicBezTo>
                <a:cubicBezTo>
                  <a:pt x="253" y="905"/>
                  <a:pt x="246" y="907"/>
                  <a:pt x="240" y="902"/>
                </a:cubicBezTo>
                <a:cubicBezTo>
                  <a:pt x="196" y="874"/>
                  <a:pt x="189" y="878"/>
                  <a:pt x="183" y="871"/>
                </a:cubicBezTo>
                <a:cubicBezTo>
                  <a:pt x="151" y="863"/>
                  <a:pt x="149" y="853"/>
                  <a:pt x="145" y="855"/>
                </a:cubicBezTo>
                <a:cubicBezTo>
                  <a:pt x="101" y="836"/>
                  <a:pt x="95" y="830"/>
                  <a:pt x="89" y="825"/>
                </a:cubicBezTo>
                <a:cubicBezTo>
                  <a:pt x="75" y="820"/>
                  <a:pt x="78" y="824"/>
                  <a:pt x="81" y="829"/>
                </a:cubicBezTo>
                <a:cubicBezTo>
                  <a:pt x="125" y="851"/>
                  <a:pt x="134" y="857"/>
                  <a:pt x="143" y="859"/>
                </a:cubicBezTo>
                <a:cubicBezTo>
                  <a:pt x="177" y="878"/>
                  <a:pt x="186" y="880"/>
                  <a:pt x="195" y="884"/>
                </a:cubicBezTo>
                <a:cubicBezTo>
                  <a:pt x="207" y="892"/>
                  <a:pt x="211" y="897"/>
                  <a:pt x="218" y="897"/>
                </a:cubicBezTo>
                <a:cubicBezTo>
                  <a:pt x="249" y="916"/>
                  <a:pt x="257" y="920"/>
                  <a:pt x="265" y="922"/>
                </a:cubicBezTo>
                <a:cubicBezTo>
                  <a:pt x="296" y="944"/>
                  <a:pt x="307" y="946"/>
                  <a:pt x="317" y="954"/>
                </a:cubicBezTo>
                <a:cubicBezTo>
                  <a:pt x="372" y="983"/>
                  <a:pt x="377" y="991"/>
                  <a:pt x="383" y="991"/>
                </a:cubicBezTo>
                <a:cubicBezTo>
                  <a:pt x="407" y="1010"/>
                  <a:pt x="410" y="1011"/>
                  <a:pt x="412" y="1013"/>
                </a:cubicBezTo>
                <a:cubicBezTo>
                  <a:pt x="429" y="1029"/>
                  <a:pt x="432" y="1032"/>
                  <a:pt x="434" y="1035"/>
                </a:cubicBezTo>
                <a:cubicBezTo>
                  <a:pt x="391" y="1012"/>
                  <a:pt x="379" y="1003"/>
                  <a:pt x="366" y="1000"/>
                </a:cubicBezTo>
                <a:cubicBezTo>
                  <a:pt x="282" y="959"/>
                  <a:pt x="273" y="956"/>
                  <a:pt x="265" y="952"/>
                </a:cubicBezTo>
                <a:cubicBezTo>
                  <a:pt x="208" y="925"/>
                  <a:pt x="204" y="923"/>
                  <a:pt x="199" y="924"/>
                </a:cubicBezTo>
                <a:cubicBezTo>
                  <a:pt x="168" y="902"/>
                  <a:pt x="164" y="897"/>
                  <a:pt x="160" y="895"/>
                </a:cubicBezTo>
                <a:cubicBezTo>
                  <a:pt x="119" y="863"/>
                  <a:pt x="114" y="861"/>
                  <a:pt x="110" y="856"/>
                </a:cubicBezTo>
                <a:cubicBezTo>
                  <a:pt x="97" y="853"/>
                  <a:pt x="111" y="861"/>
                  <a:pt x="124" y="875"/>
                </a:cubicBezTo>
                <a:cubicBezTo>
                  <a:pt x="187" y="933"/>
                  <a:pt x="199" y="943"/>
                  <a:pt x="211" y="952"/>
                </a:cubicBezTo>
                <a:cubicBezTo>
                  <a:pt x="237" y="972"/>
                  <a:pt x="244" y="976"/>
                  <a:pt x="251" y="978"/>
                </a:cubicBezTo>
                <a:cubicBezTo>
                  <a:pt x="355" y="1037"/>
                  <a:pt x="362" y="1036"/>
                  <a:pt x="369" y="1041"/>
                </a:cubicBezTo>
                <a:cubicBezTo>
                  <a:pt x="396" y="1053"/>
                  <a:pt x="402" y="1057"/>
                  <a:pt x="410" y="1057"/>
                </a:cubicBezTo>
                <a:cubicBezTo>
                  <a:pt x="443" y="1078"/>
                  <a:pt x="446" y="1080"/>
                  <a:pt x="450" y="1080"/>
                </a:cubicBezTo>
                <a:cubicBezTo>
                  <a:pt x="498" y="1117"/>
                  <a:pt x="507" y="1122"/>
                  <a:pt x="503" y="1125"/>
                </a:cubicBezTo>
                <a:cubicBezTo>
                  <a:pt x="426" y="1084"/>
                  <a:pt x="415" y="1078"/>
                  <a:pt x="403" y="1075"/>
                </a:cubicBezTo>
                <a:cubicBezTo>
                  <a:pt x="382" y="1065"/>
                  <a:pt x="376" y="1061"/>
                  <a:pt x="370" y="1062"/>
                </a:cubicBezTo>
                <a:cubicBezTo>
                  <a:pt x="331" y="1045"/>
                  <a:pt x="325" y="1046"/>
                  <a:pt x="320" y="1041"/>
                </a:cubicBezTo>
                <a:cubicBezTo>
                  <a:pt x="300" y="1035"/>
                  <a:pt x="297" y="1034"/>
                  <a:pt x="295" y="1035"/>
                </a:cubicBezTo>
                <a:cubicBezTo>
                  <a:pt x="257" y="1018"/>
                  <a:pt x="244" y="1017"/>
                  <a:pt x="232" y="1015"/>
                </a:cubicBezTo>
                <a:cubicBezTo>
                  <a:pt x="276" y="1032"/>
                  <a:pt x="287" y="1038"/>
                  <a:pt x="298" y="1040"/>
                </a:cubicBezTo>
                <a:cubicBezTo>
                  <a:pt x="343" y="1060"/>
                  <a:pt x="355" y="1062"/>
                  <a:pt x="366" y="1067"/>
                </a:cubicBezTo>
                <a:cubicBezTo>
                  <a:pt x="421" y="1094"/>
                  <a:pt x="428" y="1089"/>
                  <a:pt x="433" y="1097"/>
                </a:cubicBezTo>
                <a:cubicBezTo>
                  <a:pt x="477" y="1120"/>
                  <a:pt x="488" y="1124"/>
                  <a:pt x="499" y="1130"/>
                </a:cubicBezTo>
                <a:cubicBezTo>
                  <a:pt x="530" y="1153"/>
                  <a:pt x="538" y="1158"/>
                  <a:pt x="534" y="1161"/>
                </a:cubicBezTo>
                <a:cubicBezTo>
                  <a:pt x="497" y="1142"/>
                  <a:pt x="495" y="1135"/>
                  <a:pt x="492" y="1135"/>
                </a:cubicBezTo>
                <a:cubicBezTo>
                  <a:pt x="453" y="1119"/>
                  <a:pt x="442" y="1110"/>
                  <a:pt x="430" y="1105"/>
                </a:cubicBezTo>
                <a:cubicBezTo>
                  <a:pt x="399" y="1091"/>
                  <a:pt x="395" y="1089"/>
                  <a:pt x="392" y="1089"/>
                </a:cubicBezTo>
                <a:cubicBezTo>
                  <a:pt x="366" y="1080"/>
                  <a:pt x="361" y="1073"/>
                  <a:pt x="354" y="1073"/>
                </a:cubicBezTo>
                <a:cubicBezTo>
                  <a:pt x="272" y="1038"/>
                  <a:pt x="264" y="1045"/>
                  <a:pt x="258" y="1037"/>
                </a:cubicBezTo>
                <a:cubicBezTo>
                  <a:pt x="228" y="1020"/>
                  <a:pt x="224" y="1018"/>
                  <a:pt x="221" y="1018"/>
                </a:cubicBezTo>
                <a:cubicBezTo>
                  <a:pt x="190" y="1001"/>
                  <a:pt x="188" y="991"/>
                  <a:pt x="184" y="993"/>
                </a:cubicBezTo>
                <a:cubicBezTo>
                  <a:pt x="154" y="965"/>
                  <a:pt x="150" y="962"/>
                  <a:pt x="146" y="962"/>
                </a:cubicBezTo>
                <a:cubicBezTo>
                  <a:pt x="188" y="1003"/>
                  <a:pt x="191" y="1002"/>
                  <a:pt x="193" y="1006"/>
                </a:cubicBezTo>
                <a:cubicBezTo>
                  <a:pt x="231" y="1027"/>
                  <a:pt x="233" y="1033"/>
                  <a:pt x="236" y="1031"/>
                </a:cubicBezTo>
                <a:cubicBezTo>
                  <a:pt x="256" y="1046"/>
                  <a:pt x="258" y="1053"/>
                  <a:pt x="261" y="1051"/>
                </a:cubicBezTo>
                <a:cubicBezTo>
                  <a:pt x="284" y="1067"/>
                  <a:pt x="286" y="1072"/>
                  <a:pt x="288" y="1075"/>
                </a:cubicBezTo>
                <a:cubicBezTo>
                  <a:pt x="317" y="1095"/>
                  <a:pt x="323" y="1099"/>
                  <a:pt x="330" y="1104"/>
                </a:cubicBezTo>
                <a:cubicBezTo>
                  <a:pt x="350" y="1113"/>
                  <a:pt x="352" y="1114"/>
                  <a:pt x="355" y="1115"/>
                </a:cubicBezTo>
                <a:cubicBezTo>
                  <a:pt x="387" y="1132"/>
                  <a:pt x="392" y="1132"/>
                  <a:pt x="396" y="1137"/>
                </a:cubicBezTo>
                <a:cubicBezTo>
                  <a:pt x="442" y="1160"/>
                  <a:pt x="445" y="1159"/>
                  <a:pt x="447" y="1162"/>
                </a:cubicBezTo>
                <a:cubicBezTo>
                  <a:pt x="495" y="1178"/>
                  <a:pt x="504" y="1188"/>
                  <a:pt x="514" y="1189"/>
                </a:cubicBezTo>
                <a:cubicBezTo>
                  <a:pt x="545" y="1207"/>
                  <a:pt x="548" y="1205"/>
                  <a:pt x="550" y="1206"/>
                </a:cubicBezTo>
                <a:cubicBezTo>
                  <a:pt x="576" y="1222"/>
                  <a:pt x="581" y="1223"/>
                  <a:pt x="586" y="1229"/>
                </a:cubicBezTo>
                <a:cubicBezTo>
                  <a:pt x="606" y="1238"/>
                  <a:pt x="610" y="1248"/>
                  <a:pt x="615" y="1248"/>
                </a:cubicBezTo>
                <a:cubicBezTo>
                  <a:pt x="617" y="1257"/>
                  <a:pt x="606" y="1255"/>
                  <a:pt x="597" y="1245"/>
                </a:cubicBezTo>
                <a:cubicBezTo>
                  <a:pt x="545" y="1221"/>
                  <a:pt x="540" y="1217"/>
                  <a:pt x="534" y="1218"/>
                </a:cubicBezTo>
                <a:cubicBezTo>
                  <a:pt x="485" y="1200"/>
                  <a:pt x="482" y="1196"/>
                  <a:pt x="479" y="1193"/>
                </a:cubicBezTo>
                <a:cubicBezTo>
                  <a:pt x="454" y="1186"/>
                  <a:pt x="450" y="1184"/>
                  <a:pt x="446" y="1184"/>
                </a:cubicBezTo>
                <a:cubicBezTo>
                  <a:pt x="389" y="1155"/>
                  <a:pt x="374" y="1155"/>
                  <a:pt x="361" y="1140"/>
                </a:cubicBezTo>
                <a:cubicBezTo>
                  <a:pt x="332" y="1126"/>
                  <a:pt x="326" y="1117"/>
                  <a:pt x="318" y="1117"/>
                </a:cubicBezTo>
                <a:cubicBezTo>
                  <a:pt x="296" y="1099"/>
                  <a:pt x="291" y="1096"/>
                  <a:pt x="284" y="1096"/>
                </a:cubicBezTo>
                <a:cubicBezTo>
                  <a:pt x="297" y="1108"/>
                  <a:pt x="302" y="1107"/>
                  <a:pt x="305" y="1110"/>
                </a:cubicBezTo>
                <a:cubicBezTo>
                  <a:pt x="326" y="1125"/>
                  <a:pt x="329" y="1128"/>
                  <a:pt x="333" y="1134"/>
                </a:cubicBezTo>
                <a:cubicBezTo>
                  <a:pt x="387" y="1166"/>
                  <a:pt x="394" y="1176"/>
                  <a:pt x="401" y="1181"/>
                </a:cubicBezTo>
                <a:cubicBezTo>
                  <a:pt x="430" y="1196"/>
                  <a:pt x="433" y="1199"/>
                  <a:pt x="437" y="1204"/>
                </a:cubicBezTo>
                <a:cubicBezTo>
                  <a:pt x="480" y="1225"/>
                  <a:pt x="488" y="1230"/>
                  <a:pt x="496" y="1231"/>
                </a:cubicBezTo>
                <a:cubicBezTo>
                  <a:pt x="512" y="1244"/>
                  <a:pt x="515" y="1239"/>
                  <a:pt x="516" y="1244"/>
                </a:cubicBezTo>
                <a:cubicBezTo>
                  <a:pt x="550" y="1257"/>
                  <a:pt x="553" y="1259"/>
                  <a:pt x="557" y="1260"/>
                </a:cubicBezTo>
                <a:cubicBezTo>
                  <a:pt x="595" y="1278"/>
                  <a:pt x="602" y="1276"/>
                  <a:pt x="608" y="1283"/>
                </a:cubicBezTo>
                <a:cubicBezTo>
                  <a:pt x="633" y="1289"/>
                  <a:pt x="638" y="1292"/>
                  <a:pt x="642" y="1290"/>
                </a:cubicBezTo>
                <a:cubicBezTo>
                  <a:pt x="671" y="1306"/>
                  <a:pt x="673" y="1306"/>
                  <a:pt x="672" y="1309"/>
                </a:cubicBezTo>
                <a:cubicBezTo>
                  <a:pt x="688" y="1331"/>
                  <a:pt x="675" y="1322"/>
                  <a:pt x="660" y="1323"/>
                </a:cubicBezTo>
                <a:cubicBezTo>
                  <a:pt x="632" y="1317"/>
                  <a:pt x="625" y="1308"/>
                  <a:pt x="617" y="1311"/>
                </a:cubicBezTo>
                <a:cubicBezTo>
                  <a:pt x="588" y="1307"/>
                  <a:pt x="582" y="1296"/>
                  <a:pt x="574" y="1299"/>
                </a:cubicBezTo>
                <a:cubicBezTo>
                  <a:pt x="545" y="1291"/>
                  <a:pt x="539" y="1284"/>
                  <a:pt x="531" y="1284"/>
                </a:cubicBezTo>
                <a:cubicBezTo>
                  <a:pt x="518" y="1276"/>
                  <a:pt x="514" y="1277"/>
                  <a:pt x="511" y="1275"/>
                </a:cubicBezTo>
                <a:cubicBezTo>
                  <a:pt x="466" y="1250"/>
                  <a:pt x="462" y="1253"/>
                  <a:pt x="459" y="1247"/>
                </a:cubicBezTo>
                <a:cubicBezTo>
                  <a:pt x="425" y="1226"/>
                  <a:pt x="420" y="1229"/>
                  <a:pt x="418" y="1223"/>
                </a:cubicBezTo>
                <a:cubicBezTo>
                  <a:pt x="384" y="1200"/>
                  <a:pt x="381" y="1195"/>
                  <a:pt x="377" y="1196"/>
                </a:cubicBezTo>
                <a:cubicBezTo>
                  <a:pt x="435" y="1244"/>
                  <a:pt x="446" y="1249"/>
                  <a:pt x="456" y="1258"/>
                </a:cubicBezTo>
                <a:cubicBezTo>
                  <a:pt x="492" y="1278"/>
                  <a:pt x="498" y="1276"/>
                  <a:pt x="504" y="1280"/>
                </a:cubicBezTo>
                <a:cubicBezTo>
                  <a:pt x="525" y="1289"/>
                  <a:pt x="530" y="1291"/>
                  <a:pt x="536" y="1294"/>
                </a:cubicBezTo>
                <a:cubicBezTo>
                  <a:pt x="557" y="1301"/>
                  <a:pt x="562" y="1305"/>
                  <a:pt x="568" y="1306"/>
                </a:cubicBezTo>
                <a:cubicBezTo>
                  <a:pt x="590" y="1309"/>
                  <a:pt x="595" y="1319"/>
                  <a:pt x="601" y="1315"/>
                </a:cubicBezTo>
                <a:cubicBezTo>
                  <a:pt x="677" y="1338"/>
                  <a:pt x="682" y="1337"/>
                  <a:pt x="686" y="1337"/>
                </a:cubicBezTo>
                <a:cubicBezTo>
                  <a:pt x="717" y="1352"/>
                  <a:pt x="722" y="1353"/>
                  <a:pt x="726" y="1359"/>
                </a:cubicBezTo>
                <a:cubicBezTo>
                  <a:pt x="698" y="1354"/>
                  <a:pt x="691" y="1350"/>
                  <a:pt x="684" y="1349"/>
                </a:cubicBezTo>
                <a:cubicBezTo>
                  <a:pt x="670" y="1348"/>
                  <a:pt x="667" y="1343"/>
                  <a:pt x="663" y="1345"/>
                </a:cubicBezTo>
                <a:cubicBezTo>
                  <a:pt x="627" y="1341"/>
                  <a:pt x="624" y="1336"/>
                  <a:pt x="620" y="1338"/>
                </a:cubicBezTo>
                <a:cubicBezTo>
                  <a:pt x="560" y="1320"/>
                  <a:pt x="556" y="1320"/>
                  <a:pt x="553" y="1319"/>
                </a:cubicBezTo>
                <a:cubicBezTo>
                  <a:pt x="518" y="1303"/>
                  <a:pt x="512" y="1300"/>
                  <a:pt x="505" y="1300"/>
                </a:cubicBezTo>
                <a:cubicBezTo>
                  <a:pt x="488" y="1293"/>
                  <a:pt x="487" y="1289"/>
                  <a:pt x="485" y="1290"/>
                </a:cubicBezTo>
                <a:cubicBezTo>
                  <a:pt x="521" y="1315"/>
                  <a:pt x="524" y="1319"/>
                  <a:pt x="528" y="1318"/>
                </a:cubicBezTo>
                <a:cubicBezTo>
                  <a:pt x="566" y="1335"/>
                  <a:pt x="569" y="1341"/>
                  <a:pt x="572" y="1346"/>
                </a:cubicBezTo>
                <a:cubicBezTo>
                  <a:pt x="604" y="1356"/>
                  <a:pt x="608" y="1362"/>
                  <a:pt x="611" y="1366"/>
                </a:cubicBezTo>
                <a:cubicBezTo>
                  <a:pt x="652" y="1386"/>
                  <a:pt x="660" y="1398"/>
                  <a:pt x="669" y="1400"/>
                </a:cubicBezTo>
                <a:cubicBezTo>
                  <a:pt x="717" y="1420"/>
                  <a:pt x="721" y="1423"/>
                  <a:pt x="726" y="1423"/>
                </a:cubicBezTo>
                <a:cubicBezTo>
                  <a:pt x="789" y="1445"/>
                  <a:pt x="794" y="1444"/>
                  <a:pt x="799" y="1446"/>
                </a:cubicBezTo>
                <a:cubicBezTo>
                  <a:pt x="834" y="1455"/>
                  <a:pt x="839" y="1460"/>
                  <a:pt x="844" y="1460"/>
                </a:cubicBezTo>
                <a:cubicBezTo>
                  <a:pt x="868" y="1469"/>
                  <a:pt x="872" y="1468"/>
                  <a:pt x="870" y="1471"/>
                </a:cubicBezTo>
                <a:cubicBezTo>
                  <a:pt x="799" y="1494"/>
                  <a:pt x="796" y="1495"/>
                  <a:pt x="792" y="1497"/>
                </a:cubicBezTo>
                <a:cubicBezTo>
                  <a:pt x="807" y="1500"/>
                  <a:pt x="814" y="1498"/>
                  <a:pt x="821" y="1492"/>
                </a:cubicBezTo>
                <a:cubicBezTo>
                  <a:pt x="853" y="1487"/>
                  <a:pt x="846" y="1492"/>
                  <a:pt x="840" y="1492"/>
                </a:cubicBezTo>
                <a:cubicBezTo>
                  <a:pt x="845" y="1498"/>
                  <a:pt x="850" y="1500"/>
                  <a:pt x="857" y="1494"/>
                </a:cubicBezTo>
                <a:cubicBezTo>
                  <a:pt x="896" y="1495"/>
                  <a:pt x="902" y="1495"/>
                  <a:pt x="906" y="1499"/>
                </a:cubicBezTo>
                <a:cubicBezTo>
                  <a:pt x="937" y="1499"/>
                  <a:pt x="939" y="1509"/>
                  <a:pt x="944" y="1507"/>
                </a:cubicBezTo>
                <a:cubicBezTo>
                  <a:pt x="979" y="1513"/>
                  <a:pt x="980" y="1525"/>
                  <a:pt x="984" y="1518"/>
                </a:cubicBezTo>
                <a:close/>
                <a:moveTo>
                  <a:pt x="194" y="560"/>
                </a:moveTo>
                <a:cubicBezTo>
                  <a:pt x="193" y="556"/>
                  <a:pt x="197" y="560"/>
                  <a:pt x="199" y="563"/>
                </a:cubicBezTo>
                <a:cubicBezTo>
                  <a:pt x="200" y="567"/>
                  <a:pt x="196" y="563"/>
                  <a:pt x="194" y="560"/>
                </a:cubicBezTo>
                <a:close/>
                <a:moveTo>
                  <a:pt x="272" y="655"/>
                </a:moveTo>
                <a:cubicBezTo>
                  <a:pt x="271" y="660"/>
                  <a:pt x="274" y="665"/>
                  <a:pt x="273" y="670"/>
                </a:cubicBezTo>
                <a:cubicBezTo>
                  <a:pt x="266" y="671"/>
                  <a:pt x="272" y="661"/>
                  <a:pt x="269" y="657"/>
                </a:cubicBezTo>
                <a:cubicBezTo>
                  <a:pt x="270" y="652"/>
                  <a:pt x="269" y="647"/>
                  <a:pt x="268" y="641"/>
                </a:cubicBezTo>
                <a:cubicBezTo>
                  <a:pt x="275" y="641"/>
                  <a:pt x="269" y="651"/>
                  <a:pt x="272" y="655"/>
                </a:cubicBezTo>
                <a:close/>
                <a:moveTo>
                  <a:pt x="268" y="727"/>
                </a:moveTo>
                <a:cubicBezTo>
                  <a:pt x="276" y="724"/>
                  <a:pt x="273" y="733"/>
                  <a:pt x="279" y="738"/>
                </a:cubicBezTo>
                <a:cubicBezTo>
                  <a:pt x="274" y="741"/>
                  <a:pt x="272" y="730"/>
                  <a:pt x="268" y="727"/>
                </a:cubicBezTo>
                <a:close/>
                <a:moveTo>
                  <a:pt x="290" y="751"/>
                </a:moveTo>
                <a:cubicBezTo>
                  <a:pt x="298" y="753"/>
                  <a:pt x="300" y="766"/>
                  <a:pt x="303" y="772"/>
                </a:cubicBezTo>
                <a:cubicBezTo>
                  <a:pt x="296" y="771"/>
                  <a:pt x="298" y="758"/>
                  <a:pt x="290" y="751"/>
                </a:cubicBezTo>
                <a:close/>
                <a:moveTo>
                  <a:pt x="308" y="784"/>
                </a:moveTo>
                <a:cubicBezTo>
                  <a:pt x="319" y="781"/>
                  <a:pt x="311" y="795"/>
                  <a:pt x="318" y="801"/>
                </a:cubicBezTo>
                <a:cubicBezTo>
                  <a:pt x="308" y="801"/>
                  <a:pt x="317" y="790"/>
                  <a:pt x="308" y="784"/>
                </a:cubicBezTo>
                <a:close/>
                <a:moveTo>
                  <a:pt x="335" y="731"/>
                </a:moveTo>
                <a:cubicBezTo>
                  <a:pt x="331" y="739"/>
                  <a:pt x="333" y="748"/>
                  <a:pt x="329" y="756"/>
                </a:cubicBezTo>
                <a:cubicBezTo>
                  <a:pt x="331" y="839"/>
                  <a:pt x="330" y="829"/>
                  <a:pt x="331" y="827"/>
                </a:cubicBezTo>
                <a:cubicBezTo>
                  <a:pt x="322" y="788"/>
                  <a:pt x="320" y="778"/>
                  <a:pt x="322" y="769"/>
                </a:cubicBezTo>
                <a:cubicBezTo>
                  <a:pt x="318" y="724"/>
                  <a:pt x="317" y="720"/>
                  <a:pt x="317" y="717"/>
                </a:cubicBezTo>
                <a:cubicBezTo>
                  <a:pt x="318" y="666"/>
                  <a:pt x="315" y="662"/>
                  <a:pt x="318" y="659"/>
                </a:cubicBezTo>
                <a:cubicBezTo>
                  <a:pt x="321" y="617"/>
                  <a:pt x="325" y="610"/>
                  <a:pt x="326" y="603"/>
                </a:cubicBezTo>
                <a:cubicBezTo>
                  <a:pt x="329" y="554"/>
                  <a:pt x="337" y="551"/>
                  <a:pt x="334" y="546"/>
                </a:cubicBezTo>
                <a:cubicBezTo>
                  <a:pt x="340" y="528"/>
                  <a:pt x="337" y="525"/>
                  <a:pt x="340" y="524"/>
                </a:cubicBezTo>
                <a:cubicBezTo>
                  <a:pt x="358" y="455"/>
                  <a:pt x="361" y="441"/>
                  <a:pt x="367" y="427"/>
                </a:cubicBezTo>
                <a:cubicBezTo>
                  <a:pt x="372" y="400"/>
                  <a:pt x="369" y="396"/>
                  <a:pt x="372" y="393"/>
                </a:cubicBezTo>
                <a:cubicBezTo>
                  <a:pt x="373" y="371"/>
                  <a:pt x="375" y="370"/>
                  <a:pt x="377" y="374"/>
                </a:cubicBezTo>
                <a:cubicBezTo>
                  <a:pt x="377" y="403"/>
                  <a:pt x="376" y="410"/>
                  <a:pt x="376" y="417"/>
                </a:cubicBezTo>
                <a:cubicBezTo>
                  <a:pt x="376" y="432"/>
                  <a:pt x="379" y="436"/>
                  <a:pt x="376" y="439"/>
                </a:cubicBezTo>
                <a:cubicBezTo>
                  <a:pt x="374" y="475"/>
                  <a:pt x="370" y="478"/>
                  <a:pt x="372" y="482"/>
                </a:cubicBezTo>
                <a:cubicBezTo>
                  <a:pt x="363" y="531"/>
                  <a:pt x="358" y="537"/>
                  <a:pt x="363" y="545"/>
                </a:cubicBezTo>
                <a:cubicBezTo>
                  <a:pt x="349" y="586"/>
                  <a:pt x="354" y="590"/>
                  <a:pt x="351" y="593"/>
                </a:cubicBezTo>
                <a:cubicBezTo>
                  <a:pt x="346" y="626"/>
                  <a:pt x="344" y="633"/>
                  <a:pt x="342" y="640"/>
                </a:cubicBezTo>
                <a:cubicBezTo>
                  <a:pt x="338" y="668"/>
                  <a:pt x="336" y="675"/>
                  <a:pt x="335" y="682"/>
                </a:cubicBezTo>
                <a:close/>
                <a:moveTo>
                  <a:pt x="377" y="918"/>
                </a:moveTo>
                <a:cubicBezTo>
                  <a:pt x="384" y="917"/>
                  <a:pt x="377" y="927"/>
                  <a:pt x="384" y="931"/>
                </a:cubicBezTo>
                <a:cubicBezTo>
                  <a:pt x="377" y="932"/>
                  <a:pt x="376" y="921"/>
                  <a:pt x="377" y="918"/>
                </a:cubicBezTo>
                <a:close/>
                <a:moveTo>
                  <a:pt x="383" y="897"/>
                </a:moveTo>
                <a:cubicBezTo>
                  <a:pt x="382" y="892"/>
                  <a:pt x="387" y="897"/>
                  <a:pt x="385" y="899"/>
                </a:cubicBezTo>
                <a:cubicBezTo>
                  <a:pt x="387" y="902"/>
                  <a:pt x="385" y="904"/>
                  <a:pt x="388" y="907"/>
                </a:cubicBezTo>
                <a:cubicBezTo>
                  <a:pt x="387" y="914"/>
                  <a:pt x="383" y="899"/>
                  <a:pt x="383" y="897"/>
                </a:cubicBezTo>
                <a:close/>
                <a:moveTo>
                  <a:pt x="454" y="1071"/>
                </a:moveTo>
                <a:cubicBezTo>
                  <a:pt x="452" y="1070"/>
                  <a:pt x="449" y="1072"/>
                  <a:pt x="447" y="1068"/>
                </a:cubicBezTo>
                <a:cubicBezTo>
                  <a:pt x="405" y="1048"/>
                  <a:pt x="400" y="1045"/>
                  <a:pt x="395" y="1044"/>
                </a:cubicBezTo>
                <a:cubicBezTo>
                  <a:pt x="344" y="1022"/>
                  <a:pt x="338" y="1021"/>
                  <a:pt x="333" y="1018"/>
                </a:cubicBezTo>
                <a:cubicBezTo>
                  <a:pt x="314" y="1012"/>
                  <a:pt x="310" y="1001"/>
                  <a:pt x="304" y="1004"/>
                </a:cubicBezTo>
                <a:cubicBezTo>
                  <a:pt x="227" y="958"/>
                  <a:pt x="222" y="952"/>
                  <a:pt x="217" y="949"/>
                </a:cubicBezTo>
                <a:cubicBezTo>
                  <a:pt x="187" y="918"/>
                  <a:pt x="197" y="935"/>
                  <a:pt x="210" y="935"/>
                </a:cubicBezTo>
                <a:cubicBezTo>
                  <a:pt x="249" y="953"/>
                  <a:pt x="254" y="958"/>
                  <a:pt x="260" y="960"/>
                </a:cubicBezTo>
                <a:cubicBezTo>
                  <a:pt x="301" y="977"/>
                  <a:pt x="306" y="982"/>
                  <a:pt x="311" y="983"/>
                </a:cubicBezTo>
                <a:cubicBezTo>
                  <a:pt x="357" y="1005"/>
                  <a:pt x="360" y="1006"/>
                  <a:pt x="363" y="1007"/>
                </a:cubicBezTo>
                <a:cubicBezTo>
                  <a:pt x="404" y="1025"/>
                  <a:pt x="402" y="1033"/>
                  <a:pt x="409" y="1031"/>
                </a:cubicBezTo>
                <a:cubicBezTo>
                  <a:pt x="437" y="1049"/>
                  <a:pt x="439" y="1056"/>
                  <a:pt x="441" y="1053"/>
                </a:cubicBezTo>
                <a:cubicBezTo>
                  <a:pt x="464" y="1081"/>
                  <a:pt x="459" y="1076"/>
                  <a:pt x="454" y="1071"/>
                </a:cubicBezTo>
                <a:close/>
                <a:moveTo>
                  <a:pt x="268" y="1051"/>
                </a:moveTo>
                <a:cubicBezTo>
                  <a:pt x="271" y="1051"/>
                  <a:pt x="273" y="1052"/>
                  <a:pt x="276" y="1054"/>
                </a:cubicBezTo>
                <a:cubicBezTo>
                  <a:pt x="278" y="1059"/>
                  <a:pt x="270" y="1054"/>
                  <a:pt x="268" y="1051"/>
                </a:cubicBezTo>
                <a:close/>
                <a:moveTo>
                  <a:pt x="580" y="1214"/>
                </a:moveTo>
                <a:cubicBezTo>
                  <a:pt x="573" y="1211"/>
                  <a:pt x="567" y="1205"/>
                  <a:pt x="560" y="1205"/>
                </a:cubicBezTo>
                <a:cubicBezTo>
                  <a:pt x="529" y="1186"/>
                  <a:pt x="526" y="1184"/>
                  <a:pt x="522" y="1186"/>
                </a:cubicBezTo>
                <a:cubicBezTo>
                  <a:pt x="481" y="1169"/>
                  <a:pt x="479" y="1162"/>
                  <a:pt x="475" y="1164"/>
                </a:cubicBezTo>
                <a:cubicBezTo>
                  <a:pt x="441" y="1147"/>
                  <a:pt x="434" y="1148"/>
                  <a:pt x="428" y="1143"/>
                </a:cubicBezTo>
                <a:cubicBezTo>
                  <a:pt x="404" y="1135"/>
                  <a:pt x="402" y="1125"/>
                  <a:pt x="398" y="1127"/>
                </a:cubicBezTo>
                <a:cubicBezTo>
                  <a:pt x="345" y="1102"/>
                  <a:pt x="339" y="1102"/>
                  <a:pt x="333" y="1096"/>
                </a:cubicBezTo>
                <a:cubicBezTo>
                  <a:pt x="282" y="1057"/>
                  <a:pt x="286" y="1056"/>
                  <a:pt x="289" y="1061"/>
                </a:cubicBezTo>
                <a:cubicBezTo>
                  <a:pt x="303" y="1065"/>
                  <a:pt x="306" y="1064"/>
                  <a:pt x="309" y="1067"/>
                </a:cubicBezTo>
                <a:cubicBezTo>
                  <a:pt x="329" y="1073"/>
                  <a:pt x="332" y="1077"/>
                  <a:pt x="336" y="1075"/>
                </a:cubicBezTo>
                <a:cubicBezTo>
                  <a:pt x="382" y="1096"/>
                  <a:pt x="389" y="1094"/>
                  <a:pt x="395" y="1100"/>
                </a:cubicBezTo>
                <a:cubicBezTo>
                  <a:pt x="420" y="1110"/>
                  <a:pt x="426" y="1117"/>
                  <a:pt x="433" y="1116"/>
                </a:cubicBezTo>
                <a:cubicBezTo>
                  <a:pt x="475" y="1138"/>
                  <a:pt x="479" y="1137"/>
                  <a:pt x="482" y="1140"/>
                </a:cubicBezTo>
                <a:cubicBezTo>
                  <a:pt x="503" y="1150"/>
                  <a:pt x="505" y="1157"/>
                  <a:pt x="509" y="1155"/>
                </a:cubicBezTo>
                <a:cubicBezTo>
                  <a:pt x="552" y="1189"/>
                  <a:pt x="558" y="1193"/>
                  <a:pt x="565" y="1196"/>
                </a:cubicBezTo>
                <a:close/>
                <a:moveTo>
                  <a:pt x="617" y="1274"/>
                </a:moveTo>
                <a:cubicBezTo>
                  <a:pt x="613" y="1273"/>
                  <a:pt x="608" y="1272"/>
                  <a:pt x="604" y="1270"/>
                </a:cubicBezTo>
                <a:cubicBezTo>
                  <a:pt x="596" y="1264"/>
                  <a:pt x="587" y="1264"/>
                  <a:pt x="579" y="1258"/>
                </a:cubicBezTo>
                <a:cubicBezTo>
                  <a:pt x="575" y="1258"/>
                  <a:pt x="570" y="1256"/>
                  <a:pt x="566" y="1254"/>
                </a:cubicBezTo>
                <a:cubicBezTo>
                  <a:pt x="562" y="1252"/>
                  <a:pt x="558" y="1249"/>
                  <a:pt x="554" y="1249"/>
                </a:cubicBezTo>
                <a:cubicBezTo>
                  <a:pt x="546" y="1247"/>
                  <a:pt x="537" y="1243"/>
                  <a:pt x="529" y="1240"/>
                </a:cubicBezTo>
                <a:cubicBezTo>
                  <a:pt x="513" y="1231"/>
                  <a:pt x="495" y="1229"/>
                  <a:pt x="480" y="1216"/>
                </a:cubicBezTo>
                <a:cubicBezTo>
                  <a:pt x="475" y="1215"/>
                  <a:pt x="471" y="1216"/>
                  <a:pt x="467" y="1209"/>
                </a:cubicBezTo>
                <a:cubicBezTo>
                  <a:pt x="462" y="1214"/>
                  <a:pt x="460" y="1202"/>
                  <a:pt x="455" y="1204"/>
                </a:cubicBezTo>
                <a:cubicBezTo>
                  <a:pt x="447" y="1200"/>
                  <a:pt x="439" y="1194"/>
                  <a:pt x="431" y="1192"/>
                </a:cubicBezTo>
                <a:cubicBezTo>
                  <a:pt x="427" y="1188"/>
                  <a:pt x="424" y="1185"/>
                  <a:pt x="420" y="1184"/>
                </a:cubicBezTo>
                <a:cubicBezTo>
                  <a:pt x="419" y="1181"/>
                  <a:pt x="421" y="1183"/>
                  <a:pt x="423" y="1182"/>
                </a:cubicBezTo>
                <a:cubicBezTo>
                  <a:pt x="425" y="1182"/>
                  <a:pt x="427" y="1183"/>
                  <a:pt x="429" y="1186"/>
                </a:cubicBezTo>
                <a:cubicBezTo>
                  <a:pt x="434" y="1181"/>
                  <a:pt x="436" y="1194"/>
                  <a:pt x="441" y="1188"/>
                </a:cubicBezTo>
                <a:cubicBezTo>
                  <a:pt x="447" y="1196"/>
                  <a:pt x="456" y="1192"/>
                  <a:pt x="462" y="1199"/>
                </a:cubicBezTo>
                <a:cubicBezTo>
                  <a:pt x="464" y="1201"/>
                  <a:pt x="467" y="1198"/>
                  <a:pt x="468" y="1200"/>
                </a:cubicBezTo>
                <a:cubicBezTo>
                  <a:pt x="470" y="1204"/>
                  <a:pt x="472" y="1203"/>
                  <a:pt x="475" y="1201"/>
                </a:cubicBezTo>
                <a:cubicBezTo>
                  <a:pt x="477" y="1208"/>
                  <a:pt x="482" y="1201"/>
                  <a:pt x="484" y="1208"/>
                </a:cubicBezTo>
                <a:cubicBezTo>
                  <a:pt x="492" y="1207"/>
                  <a:pt x="499" y="1213"/>
                  <a:pt x="506" y="1216"/>
                </a:cubicBezTo>
                <a:cubicBezTo>
                  <a:pt x="515" y="1216"/>
                  <a:pt x="522" y="1222"/>
                  <a:pt x="530" y="1226"/>
                </a:cubicBezTo>
                <a:cubicBezTo>
                  <a:pt x="538" y="1225"/>
                  <a:pt x="545" y="1230"/>
                  <a:pt x="552" y="1235"/>
                </a:cubicBezTo>
                <a:cubicBezTo>
                  <a:pt x="556" y="1235"/>
                  <a:pt x="559" y="1239"/>
                  <a:pt x="563" y="1240"/>
                </a:cubicBezTo>
                <a:cubicBezTo>
                  <a:pt x="567" y="1242"/>
                  <a:pt x="571" y="1239"/>
                  <a:pt x="573" y="1246"/>
                </a:cubicBezTo>
                <a:cubicBezTo>
                  <a:pt x="581" y="1247"/>
                  <a:pt x="588" y="1254"/>
                  <a:pt x="595" y="1254"/>
                </a:cubicBezTo>
                <a:cubicBezTo>
                  <a:pt x="597" y="1256"/>
                  <a:pt x="598" y="1258"/>
                  <a:pt x="599" y="1260"/>
                </a:cubicBezTo>
                <a:cubicBezTo>
                  <a:pt x="604" y="1262"/>
                  <a:pt x="609" y="1265"/>
                  <a:pt x="614" y="1265"/>
                </a:cubicBezTo>
                <a:cubicBezTo>
                  <a:pt x="618" y="1269"/>
                  <a:pt x="623" y="1274"/>
                  <a:pt x="628" y="1274"/>
                </a:cubicBezTo>
                <a:cubicBezTo>
                  <a:pt x="629" y="1283"/>
                  <a:pt x="620" y="1272"/>
                  <a:pt x="617" y="1274"/>
                </a:cubicBezTo>
                <a:close/>
                <a:moveTo>
                  <a:pt x="805" y="1319"/>
                </a:moveTo>
                <a:cubicBezTo>
                  <a:pt x="807" y="1316"/>
                  <a:pt x="803" y="1312"/>
                  <a:pt x="802" y="1308"/>
                </a:cubicBezTo>
                <a:cubicBezTo>
                  <a:pt x="798" y="1300"/>
                  <a:pt x="801" y="1294"/>
                  <a:pt x="795" y="1286"/>
                </a:cubicBezTo>
                <a:cubicBezTo>
                  <a:pt x="796" y="1283"/>
                  <a:pt x="793" y="1279"/>
                  <a:pt x="792" y="1275"/>
                </a:cubicBezTo>
                <a:cubicBezTo>
                  <a:pt x="792" y="1271"/>
                  <a:pt x="789" y="1267"/>
                  <a:pt x="789" y="1263"/>
                </a:cubicBezTo>
                <a:cubicBezTo>
                  <a:pt x="784" y="1259"/>
                  <a:pt x="792" y="1257"/>
                  <a:pt x="786" y="1252"/>
                </a:cubicBezTo>
                <a:cubicBezTo>
                  <a:pt x="788" y="1249"/>
                  <a:pt x="782" y="1245"/>
                  <a:pt x="785" y="1242"/>
                </a:cubicBezTo>
                <a:cubicBezTo>
                  <a:pt x="779" y="1240"/>
                  <a:pt x="788" y="1232"/>
                  <a:pt x="782" y="1234"/>
                </a:cubicBezTo>
                <a:cubicBezTo>
                  <a:pt x="780" y="1230"/>
                  <a:pt x="785" y="1227"/>
                  <a:pt x="779" y="1223"/>
                </a:cubicBezTo>
                <a:cubicBezTo>
                  <a:pt x="777" y="1216"/>
                  <a:pt x="771" y="1208"/>
                  <a:pt x="775" y="1202"/>
                </a:cubicBezTo>
                <a:cubicBezTo>
                  <a:pt x="766" y="1186"/>
                  <a:pt x="772" y="1173"/>
                  <a:pt x="762" y="1157"/>
                </a:cubicBezTo>
                <a:cubicBezTo>
                  <a:pt x="762" y="1151"/>
                  <a:pt x="764" y="1145"/>
                  <a:pt x="759" y="1138"/>
                </a:cubicBezTo>
                <a:cubicBezTo>
                  <a:pt x="763" y="1133"/>
                  <a:pt x="757" y="1126"/>
                  <a:pt x="757" y="1120"/>
                </a:cubicBezTo>
                <a:cubicBezTo>
                  <a:pt x="762" y="1115"/>
                  <a:pt x="752" y="1107"/>
                  <a:pt x="757" y="1102"/>
                </a:cubicBezTo>
                <a:cubicBezTo>
                  <a:pt x="753" y="1095"/>
                  <a:pt x="756" y="1090"/>
                  <a:pt x="752" y="1084"/>
                </a:cubicBezTo>
                <a:cubicBezTo>
                  <a:pt x="757" y="1082"/>
                  <a:pt x="759" y="1092"/>
                  <a:pt x="763" y="1095"/>
                </a:cubicBezTo>
                <a:cubicBezTo>
                  <a:pt x="764" y="1101"/>
                  <a:pt x="771" y="1108"/>
                  <a:pt x="771" y="1113"/>
                </a:cubicBezTo>
                <a:cubicBezTo>
                  <a:pt x="774" y="1123"/>
                  <a:pt x="774" y="1132"/>
                  <a:pt x="777" y="1141"/>
                </a:cubicBezTo>
                <a:cubicBezTo>
                  <a:pt x="776" y="1145"/>
                  <a:pt x="777" y="1150"/>
                  <a:pt x="779" y="1155"/>
                </a:cubicBezTo>
                <a:cubicBezTo>
                  <a:pt x="776" y="1159"/>
                  <a:pt x="783" y="1164"/>
                  <a:pt x="780" y="1168"/>
                </a:cubicBezTo>
                <a:cubicBezTo>
                  <a:pt x="783" y="1178"/>
                  <a:pt x="783" y="1186"/>
                  <a:pt x="787" y="1196"/>
                </a:cubicBezTo>
                <a:cubicBezTo>
                  <a:pt x="784" y="1199"/>
                  <a:pt x="791" y="1205"/>
                  <a:pt x="788" y="1208"/>
                </a:cubicBezTo>
                <a:cubicBezTo>
                  <a:pt x="790" y="1213"/>
                  <a:pt x="790" y="1217"/>
                  <a:pt x="795" y="1222"/>
                </a:cubicBezTo>
                <a:cubicBezTo>
                  <a:pt x="789" y="1226"/>
                  <a:pt x="793" y="1231"/>
                  <a:pt x="797" y="1237"/>
                </a:cubicBezTo>
                <a:cubicBezTo>
                  <a:pt x="791" y="1240"/>
                  <a:pt x="797" y="1245"/>
                  <a:pt x="798" y="1249"/>
                </a:cubicBezTo>
                <a:cubicBezTo>
                  <a:pt x="792" y="1257"/>
                  <a:pt x="805" y="1267"/>
                  <a:pt x="800" y="1275"/>
                </a:cubicBezTo>
                <a:cubicBezTo>
                  <a:pt x="807" y="1281"/>
                  <a:pt x="801" y="1284"/>
                  <a:pt x="805" y="1290"/>
                </a:cubicBezTo>
                <a:cubicBezTo>
                  <a:pt x="807" y="1294"/>
                  <a:pt x="806" y="1298"/>
                  <a:pt x="806" y="1302"/>
                </a:cubicBezTo>
                <a:cubicBezTo>
                  <a:pt x="808" y="1311"/>
                  <a:pt x="809" y="1319"/>
                  <a:pt x="811" y="1328"/>
                </a:cubicBezTo>
                <a:cubicBezTo>
                  <a:pt x="805" y="1330"/>
                  <a:pt x="808" y="1322"/>
                  <a:pt x="805" y="1319"/>
                </a:cubicBezTo>
                <a:close/>
                <a:moveTo>
                  <a:pt x="825" y="1377"/>
                </a:moveTo>
                <a:cubicBezTo>
                  <a:pt x="822" y="1373"/>
                  <a:pt x="823" y="1369"/>
                  <a:pt x="818" y="1364"/>
                </a:cubicBezTo>
                <a:cubicBezTo>
                  <a:pt x="822" y="1360"/>
                  <a:pt x="813" y="1353"/>
                  <a:pt x="816" y="1349"/>
                </a:cubicBezTo>
                <a:cubicBezTo>
                  <a:pt x="810" y="1344"/>
                  <a:pt x="813" y="1340"/>
                  <a:pt x="808" y="1335"/>
                </a:cubicBezTo>
                <a:cubicBezTo>
                  <a:pt x="816" y="1330"/>
                  <a:pt x="814" y="1343"/>
                  <a:pt x="816" y="1346"/>
                </a:cubicBezTo>
                <a:cubicBezTo>
                  <a:pt x="821" y="1352"/>
                  <a:pt x="818" y="1356"/>
                  <a:pt x="824" y="1362"/>
                </a:cubicBezTo>
                <a:cubicBezTo>
                  <a:pt x="821" y="1369"/>
                  <a:pt x="831" y="1379"/>
                  <a:pt x="832" y="1388"/>
                </a:cubicBezTo>
                <a:cubicBezTo>
                  <a:pt x="826" y="1390"/>
                  <a:pt x="828" y="1380"/>
                  <a:pt x="825" y="1377"/>
                </a:cubicBezTo>
                <a:close/>
                <a:moveTo>
                  <a:pt x="750" y="1257"/>
                </a:moveTo>
                <a:cubicBezTo>
                  <a:pt x="752" y="1260"/>
                  <a:pt x="755" y="1264"/>
                  <a:pt x="757" y="1267"/>
                </a:cubicBezTo>
                <a:cubicBezTo>
                  <a:pt x="754" y="1272"/>
                  <a:pt x="762" y="1279"/>
                  <a:pt x="761" y="1284"/>
                </a:cubicBezTo>
                <a:cubicBezTo>
                  <a:pt x="759" y="1289"/>
                  <a:pt x="763" y="1294"/>
                  <a:pt x="764" y="1300"/>
                </a:cubicBezTo>
                <a:cubicBezTo>
                  <a:pt x="765" y="1305"/>
                  <a:pt x="771" y="1311"/>
                  <a:pt x="771" y="1317"/>
                </a:cubicBezTo>
                <a:cubicBezTo>
                  <a:pt x="774" y="1320"/>
                  <a:pt x="773" y="1322"/>
                  <a:pt x="774" y="1325"/>
                </a:cubicBezTo>
                <a:cubicBezTo>
                  <a:pt x="776" y="1327"/>
                  <a:pt x="778" y="1330"/>
                  <a:pt x="776" y="1332"/>
                </a:cubicBezTo>
                <a:cubicBezTo>
                  <a:pt x="783" y="1341"/>
                  <a:pt x="783" y="1356"/>
                  <a:pt x="792" y="1361"/>
                </a:cubicBezTo>
                <a:cubicBezTo>
                  <a:pt x="790" y="1363"/>
                  <a:pt x="793" y="1366"/>
                  <a:pt x="795" y="1369"/>
                </a:cubicBezTo>
                <a:cubicBezTo>
                  <a:pt x="797" y="1372"/>
                  <a:pt x="795" y="1374"/>
                  <a:pt x="798" y="1377"/>
                </a:cubicBezTo>
                <a:cubicBezTo>
                  <a:pt x="798" y="1382"/>
                  <a:pt x="807" y="1388"/>
                  <a:pt x="801" y="1392"/>
                </a:cubicBezTo>
                <a:cubicBezTo>
                  <a:pt x="779" y="1365"/>
                  <a:pt x="778" y="1342"/>
                  <a:pt x="763" y="1317"/>
                </a:cubicBezTo>
                <a:cubicBezTo>
                  <a:pt x="764" y="1312"/>
                  <a:pt x="764" y="1307"/>
                  <a:pt x="760" y="1301"/>
                </a:cubicBezTo>
                <a:cubicBezTo>
                  <a:pt x="762" y="1296"/>
                  <a:pt x="756" y="1291"/>
                  <a:pt x="757" y="1286"/>
                </a:cubicBezTo>
                <a:cubicBezTo>
                  <a:pt x="757" y="1281"/>
                  <a:pt x="754" y="1276"/>
                  <a:pt x="752" y="1271"/>
                </a:cubicBezTo>
                <a:cubicBezTo>
                  <a:pt x="754" y="1267"/>
                  <a:pt x="749" y="1261"/>
                  <a:pt x="750" y="1257"/>
                </a:cubicBezTo>
                <a:cubicBezTo>
                  <a:pt x="743" y="1251"/>
                  <a:pt x="755" y="1253"/>
                  <a:pt x="750" y="1257"/>
                </a:cubicBezTo>
                <a:close/>
                <a:moveTo>
                  <a:pt x="732" y="1176"/>
                </a:moveTo>
                <a:cubicBezTo>
                  <a:pt x="734" y="1178"/>
                  <a:pt x="734" y="1179"/>
                  <a:pt x="733" y="1180"/>
                </a:cubicBezTo>
                <a:cubicBezTo>
                  <a:pt x="737" y="1184"/>
                  <a:pt x="732" y="1187"/>
                  <a:pt x="737" y="1191"/>
                </a:cubicBezTo>
                <a:cubicBezTo>
                  <a:pt x="733" y="1195"/>
                  <a:pt x="740" y="1200"/>
                  <a:pt x="737" y="1205"/>
                </a:cubicBezTo>
                <a:cubicBezTo>
                  <a:pt x="734" y="1200"/>
                  <a:pt x="733" y="1196"/>
                  <a:pt x="736" y="1192"/>
                </a:cubicBezTo>
                <a:cubicBezTo>
                  <a:pt x="731" y="1185"/>
                  <a:pt x="731" y="1179"/>
                  <a:pt x="730" y="1172"/>
                </a:cubicBezTo>
                <a:cubicBezTo>
                  <a:pt x="733" y="1171"/>
                  <a:pt x="730" y="1174"/>
                  <a:pt x="732" y="1176"/>
                </a:cubicBezTo>
                <a:close/>
                <a:moveTo>
                  <a:pt x="727" y="1158"/>
                </a:moveTo>
                <a:cubicBezTo>
                  <a:pt x="726" y="1149"/>
                  <a:pt x="735" y="1168"/>
                  <a:pt x="728" y="1162"/>
                </a:cubicBezTo>
                <a:cubicBezTo>
                  <a:pt x="725" y="1160"/>
                  <a:pt x="728" y="1159"/>
                  <a:pt x="727" y="1158"/>
                </a:cubicBezTo>
                <a:close/>
                <a:moveTo>
                  <a:pt x="687" y="988"/>
                </a:moveTo>
                <a:cubicBezTo>
                  <a:pt x="686" y="980"/>
                  <a:pt x="691" y="972"/>
                  <a:pt x="688" y="963"/>
                </a:cubicBezTo>
                <a:cubicBezTo>
                  <a:pt x="690" y="939"/>
                  <a:pt x="692" y="942"/>
                  <a:pt x="690" y="943"/>
                </a:cubicBezTo>
                <a:cubicBezTo>
                  <a:pt x="691" y="958"/>
                  <a:pt x="690" y="959"/>
                  <a:pt x="692" y="961"/>
                </a:cubicBezTo>
                <a:cubicBezTo>
                  <a:pt x="692" y="977"/>
                  <a:pt x="693" y="981"/>
                  <a:pt x="692" y="985"/>
                </a:cubicBezTo>
                <a:cubicBezTo>
                  <a:pt x="698" y="1018"/>
                  <a:pt x="694" y="1026"/>
                  <a:pt x="698" y="1034"/>
                </a:cubicBezTo>
                <a:cubicBezTo>
                  <a:pt x="707" y="1091"/>
                  <a:pt x="704" y="1098"/>
                  <a:pt x="708" y="1107"/>
                </a:cubicBezTo>
                <a:cubicBezTo>
                  <a:pt x="711" y="1139"/>
                  <a:pt x="716" y="1148"/>
                  <a:pt x="715" y="1156"/>
                </a:cubicBezTo>
                <a:cubicBezTo>
                  <a:pt x="725" y="1197"/>
                  <a:pt x="729" y="1214"/>
                  <a:pt x="734" y="1231"/>
                </a:cubicBezTo>
                <a:cubicBezTo>
                  <a:pt x="749" y="1288"/>
                  <a:pt x="747" y="1296"/>
                  <a:pt x="752" y="1306"/>
                </a:cubicBezTo>
                <a:cubicBezTo>
                  <a:pt x="764" y="1347"/>
                  <a:pt x="773" y="1364"/>
                  <a:pt x="782" y="1381"/>
                </a:cubicBezTo>
                <a:cubicBezTo>
                  <a:pt x="746" y="1345"/>
                  <a:pt x="746" y="1340"/>
                  <a:pt x="740" y="1333"/>
                </a:cubicBezTo>
                <a:cubicBezTo>
                  <a:pt x="729" y="1298"/>
                  <a:pt x="730" y="1290"/>
                  <a:pt x="721" y="1280"/>
                </a:cubicBezTo>
                <a:cubicBezTo>
                  <a:pt x="713" y="1238"/>
                  <a:pt x="715" y="1234"/>
                  <a:pt x="712" y="1230"/>
                </a:cubicBezTo>
                <a:cubicBezTo>
                  <a:pt x="706" y="1195"/>
                  <a:pt x="704" y="1194"/>
                  <a:pt x="704" y="1193"/>
                </a:cubicBezTo>
                <a:cubicBezTo>
                  <a:pt x="701" y="1173"/>
                  <a:pt x="699" y="1164"/>
                  <a:pt x="699" y="1156"/>
                </a:cubicBezTo>
                <a:cubicBezTo>
                  <a:pt x="691" y="1100"/>
                  <a:pt x="690" y="1092"/>
                  <a:pt x="691" y="1084"/>
                </a:cubicBezTo>
                <a:close/>
                <a:moveTo>
                  <a:pt x="736" y="1347"/>
                </a:moveTo>
                <a:cubicBezTo>
                  <a:pt x="730" y="1348"/>
                  <a:pt x="730" y="1337"/>
                  <a:pt x="727" y="1334"/>
                </a:cubicBezTo>
                <a:cubicBezTo>
                  <a:pt x="734" y="1333"/>
                  <a:pt x="734" y="1344"/>
                  <a:pt x="736" y="1347"/>
                </a:cubicBezTo>
                <a:close/>
                <a:moveTo>
                  <a:pt x="678" y="1070"/>
                </a:moveTo>
                <a:cubicBezTo>
                  <a:pt x="684" y="1068"/>
                  <a:pt x="678" y="1073"/>
                  <a:pt x="680" y="1076"/>
                </a:cubicBezTo>
                <a:cubicBezTo>
                  <a:pt x="684" y="1082"/>
                  <a:pt x="675" y="1078"/>
                  <a:pt x="678" y="1070"/>
                </a:cubicBezTo>
                <a:close/>
                <a:moveTo>
                  <a:pt x="716" y="1310"/>
                </a:moveTo>
                <a:cubicBezTo>
                  <a:pt x="716" y="1305"/>
                  <a:pt x="710" y="1299"/>
                  <a:pt x="709" y="1294"/>
                </a:cubicBezTo>
                <a:cubicBezTo>
                  <a:pt x="710" y="1289"/>
                  <a:pt x="705" y="1283"/>
                  <a:pt x="706" y="1278"/>
                </a:cubicBezTo>
                <a:cubicBezTo>
                  <a:pt x="703" y="1275"/>
                  <a:pt x="704" y="1272"/>
                  <a:pt x="705" y="1270"/>
                </a:cubicBezTo>
                <a:cubicBezTo>
                  <a:pt x="702" y="1269"/>
                  <a:pt x="703" y="1267"/>
                  <a:pt x="702" y="1264"/>
                </a:cubicBezTo>
                <a:cubicBezTo>
                  <a:pt x="697" y="1253"/>
                  <a:pt x="697" y="1242"/>
                  <a:pt x="693" y="1230"/>
                </a:cubicBezTo>
                <a:cubicBezTo>
                  <a:pt x="694" y="1225"/>
                  <a:pt x="691" y="1219"/>
                  <a:pt x="693" y="1214"/>
                </a:cubicBezTo>
                <a:cubicBezTo>
                  <a:pt x="689" y="1208"/>
                  <a:pt x="692" y="1204"/>
                  <a:pt x="692" y="1199"/>
                </a:cubicBezTo>
                <a:cubicBezTo>
                  <a:pt x="686" y="1180"/>
                  <a:pt x="684" y="1162"/>
                  <a:pt x="683" y="1144"/>
                </a:cubicBezTo>
                <a:cubicBezTo>
                  <a:pt x="684" y="1135"/>
                  <a:pt x="679" y="1126"/>
                  <a:pt x="682" y="1117"/>
                </a:cubicBezTo>
                <a:cubicBezTo>
                  <a:pt x="676" y="1107"/>
                  <a:pt x="683" y="1100"/>
                  <a:pt x="679" y="1090"/>
                </a:cubicBezTo>
                <a:cubicBezTo>
                  <a:pt x="684" y="1088"/>
                  <a:pt x="681" y="1096"/>
                  <a:pt x="682" y="1099"/>
                </a:cubicBezTo>
                <a:cubicBezTo>
                  <a:pt x="682" y="1102"/>
                  <a:pt x="683" y="1106"/>
                  <a:pt x="682" y="1109"/>
                </a:cubicBezTo>
                <a:cubicBezTo>
                  <a:pt x="684" y="1117"/>
                  <a:pt x="686" y="1124"/>
                  <a:pt x="683" y="1130"/>
                </a:cubicBezTo>
                <a:cubicBezTo>
                  <a:pt x="686" y="1138"/>
                  <a:pt x="688" y="1145"/>
                  <a:pt x="689" y="1153"/>
                </a:cubicBezTo>
                <a:cubicBezTo>
                  <a:pt x="687" y="1156"/>
                  <a:pt x="691" y="1160"/>
                  <a:pt x="692" y="1164"/>
                </a:cubicBezTo>
                <a:cubicBezTo>
                  <a:pt x="687" y="1167"/>
                  <a:pt x="693" y="1171"/>
                  <a:pt x="690" y="1173"/>
                </a:cubicBezTo>
                <a:cubicBezTo>
                  <a:pt x="694" y="1180"/>
                  <a:pt x="697" y="1187"/>
                  <a:pt x="696" y="1193"/>
                </a:cubicBezTo>
                <a:cubicBezTo>
                  <a:pt x="697" y="1196"/>
                  <a:pt x="697" y="1199"/>
                  <a:pt x="698" y="1203"/>
                </a:cubicBezTo>
                <a:cubicBezTo>
                  <a:pt x="696" y="1206"/>
                  <a:pt x="702" y="1210"/>
                  <a:pt x="699" y="1212"/>
                </a:cubicBezTo>
                <a:cubicBezTo>
                  <a:pt x="702" y="1225"/>
                  <a:pt x="703" y="1237"/>
                  <a:pt x="707" y="1250"/>
                </a:cubicBezTo>
                <a:cubicBezTo>
                  <a:pt x="708" y="1274"/>
                  <a:pt x="726" y="1302"/>
                  <a:pt x="727" y="1326"/>
                </a:cubicBezTo>
                <a:cubicBezTo>
                  <a:pt x="721" y="1327"/>
                  <a:pt x="718" y="1315"/>
                  <a:pt x="716" y="1310"/>
                </a:cubicBezTo>
                <a:close/>
                <a:moveTo>
                  <a:pt x="591" y="1343"/>
                </a:moveTo>
                <a:cubicBezTo>
                  <a:pt x="583" y="1344"/>
                  <a:pt x="576" y="1334"/>
                  <a:pt x="568" y="1336"/>
                </a:cubicBezTo>
                <a:cubicBezTo>
                  <a:pt x="565" y="1330"/>
                  <a:pt x="572" y="1336"/>
                  <a:pt x="574" y="1334"/>
                </a:cubicBezTo>
                <a:cubicBezTo>
                  <a:pt x="577" y="1336"/>
                  <a:pt x="579" y="1334"/>
                  <a:pt x="582" y="1336"/>
                </a:cubicBezTo>
                <a:cubicBezTo>
                  <a:pt x="587" y="1339"/>
                  <a:pt x="593" y="1337"/>
                  <a:pt x="598" y="1344"/>
                </a:cubicBezTo>
                <a:cubicBezTo>
                  <a:pt x="607" y="1344"/>
                  <a:pt x="617" y="1346"/>
                  <a:pt x="627" y="1347"/>
                </a:cubicBezTo>
                <a:cubicBezTo>
                  <a:pt x="632" y="1349"/>
                  <a:pt x="637" y="1350"/>
                  <a:pt x="642" y="1350"/>
                </a:cubicBezTo>
                <a:cubicBezTo>
                  <a:pt x="646" y="1353"/>
                  <a:pt x="651" y="1353"/>
                  <a:pt x="655" y="1354"/>
                </a:cubicBezTo>
                <a:cubicBezTo>
                  <a:pt x="661" y="1352"/>
                  <a:pt x="665" y="1356"/>
                  <a:pt x="671" y="1356"/>
                </a:cubicBezTo>
                <a:cubicBezTo>
                  <a:pt x="675" y="1357"/>
                  <a:pt x="680" y="1358"/>
                  <a:pt x="684" y="1360"/>
                </a:cubicBezTo>
                <a:cubicBezTo>
                  <a:pt x="693" y="1361"/>
                  <a:pt x="702" y="1366"/>
                  <a:pt x="711" y="1364"/>
                </a:cubicBezTo>
                <a:cubicBezTo>
                  <a:pt x="722" y="1373"/>
                  <a:pt x="735" y="1372"/>
                  <a:pt x="746" y="1380"/>
                </a:cubicBezTo>
                <a:cubicBezTo>
                  <a:pt x="750" y="1379"/>
                  <a:pt x="753" y="1379"/>
                  <a:pt x="755" y="1381"/>
                </a:cubicBezTo>
                <a:cubicBezTo>
                  <a:pt x="757" y="1389"/>
                  <a:pt x="762" y="1379"/>
                  <a:pt x="764" y="1386"/>
                </a:cubicBezTo>
                <a:cubicBezTo>
                  <a:pt x="770" y="1383"/>
                  <a:pt x="774" y="1394"/>
                  <a:pt x="781" y="1390"/>
                </a:cubicBezTo>
                <a:cubicBezTo>
                  <a:pt x="782" y="1393"/>
                  <a:pt x="784" y="1395"/>
                  <a:pt x="786" y="1394"/>
                </a:cubicBezTo>
                <a:cubicBezTo>
                  <a:pt x="786" y="1397"/>
                  <a:pt x="786" y="1399"/>
                  <a:pt x="789" y="1398"/>
                </a:cubicBezTo>
                <a:cubicBezTo>
                  <a:pt x="792" y="1398"/>
                  <a:pt x="795" y="1403"/>
                  <a:pt x="798" y="1407"/>
                </a:cubicBezTo>
                <a:cubicBezTo>
                  <a:pt x="791" y="1410"/>
                  <a:pt x="786" y="1403"/>
                  <a:pt x="780" y="1404"/>
                </a:cubicBezTo>
                <a:cubicBezTo>
                  <a:pt x="774" y="1399"/>
                  <a:pt x="768" y="1401"/>
                  <a:pt x="763" y="1395"/>
                </a:cubicBezTo>
                <a:cubicBezTo>
                  <a:pt x="758" y="1394"/>
                  <a:pt x="753" y="1395"/>
                  <a:pt x="749" y="1391"/>
                </a:cubicBezTo>
                <a:cubicBezTo>
                  <a:pt x="745" y="1391"/>
                  <a:pt x="741" y="1390"/>
                  <a:pt x="737" y="1389"/>
                </a:cubicBezTo>
                <a:cubicBezTo>
                  <a:pt x="729" y="1388"/>
                  <a:pt x="721" y="1384"/>
                  <a:pt x="713" y="1382"/>
                </a:cubicBezTo>
                <a:cubicBezTo>
                  <a:pt x="705" y="1380"/>
                  <a:pt x="696" y="1378"/>
                  <a:pt x="688" y="1376"/>
                </a:cubicBezTo>
                <a:cubicBezTo>
                  <a:pt x="679" y="1375"/>
                  <a:pt x="671" y="1373"/>
                  <a:pt x="664" y="1369"/>
                </a:cubicBezTo>
                <a:cubicBezTo>
                  <a:pt x="661" y="1368"/>
                  <a:pt x="658" y="1370"/>
                  <a:pt x="656" y="1366"/>
                </a:cubicBezTo>
                <a:cubicBezTo>
                  <a:pt x="654" y="1367"/>
                  <a:pt x="653" y="1364"/>
                  <a:pt x="650" y="1365"/>
                </a:cubicBezTo>
                <a:cubicBezTo>
                  <a:pt x="647" y="1361"/>
                  <a:pt x="642" y="1366"/>
                  <a:pt x="639" y="1360"/>
                </a:cubicBezTo>
                <a:cubicBezTo>
                  <a:pt x="630" y="1360"/>
                  <a:pt x="623" y="1356"/>
                  <a:pt x="615" y="1353"/>
                </a:cubicBezTo>
                <a:cubicBezTo>
                  <a:pt x="607" y="1348"/>
                  <a:pt x="599" y="1348"/>
                  <a:pt x="591" y="1343"/>
                </a:cubicBezTo>
                <a:close/>
                <a:moveTo>
                  <a:pt x="862" y="1455"/>
                </a:moveTo>
                <a:cubicBezTo>
                  <a:pt x="859" y="1456"/>
                  <a:pt x="857" y="1456"/>
                  <a:pt x="854" y="1453"/>
                </a:cubicBezTo>
                <a:cubicBezTo>
                  <a:pt x="849" y="1453"/>
                  <a:pt x="844" y="1449"/>
                  <a:pt x="838" y="1448"/>
                </a:cubicBezTo>
                <a:cubicBezTo>
                  <a:pt x="828" y="1443"/>
                  <a:pt x="817" y="1443"/>
                  <a:pt x="807" y="1438"/>
                </a:cubicBezTo>
                <a:cubicBezTo>
                  <a:pt x="796" y="1436"/>
                  <a:pt x="786" y="1431"/>
                  <a:pt x="775" y="1431"/>
                </a:cubicBezTo>
                <a:cubicBezTo>
                  <a:pt x="771" y="1424"/>
                  <a:pt x="764" y="1431"/>
                  <a:pt x="759" y="1424"/>
                </a:cubicBezTo>
                <a:cubicBezTo>
                  <a:pt x="754" y="1427"/>
                  <a:pt x="750" y="1419"/>
                  <a:pt x="744" y="1422"/>
                </a:cubicBezTo>
                <a:cubicBezTo>
                  <a:pt x="734" y="1413"/>
                  <a:pt x="722" y="1416"/>
                  <a:pt x="712" y="1410"/>
                </a:cubicBezTo>
                <a:cubicBezTo>
                  <a:pt x="707" y="1405"/>
                  <a:pt x="700" y="1410"/>
                  <a:pt x="696" y="1402"/>
                </a:cubicBezTo>
                <a:cubicBezTo>
                  <a:pt x="690" y="1403"/>
                  <a:pt x="685" y="1401"/>
                  <a:pt x="681" y="1397"/>
                </a:cubicBezTo>
                <a:cubicBezTo>
                  <a:pt x="670" y="1394"/>
                  <a:pt x="660" y="1389"/>
                  <a:pt x="650" y="1384"/>
                </a:cubicBezTo>
                <a:cubicBezTo>
                  <a:pt x="646" y="1377"/>
                  <a:pt x="639" y="1382"/>
                  <a:pt x="635" y="1374"/>
                </a:cubicBezTo>
                <a:cubicBezTo>
                  <a:pt x="629" y="1374"/>
                  <a:pt x="625" y="1367"/>
                  <a:pt x="620" y="1368"/>
                </a:cubicBezTo>
                <a:cubicBezTo>
                  <a:pt x="619" y="1366"/>
                  <a:pt x="618" y="1364"/>
                  <a:pt x="616" y="1363"/>
                </a:cubicBezTo>
                <a:cubicBezTo>
                  <a:pt x="626" y="1363"/>
                  <a:pt x="635" y="1369"/>
                  <a:pt x="644" y="1372"/>
                </a:cubicBezTo>
                <a:cubicBezTo>
                  <a:pt x="654" y="1376"/>
                  <a:pt x="663" y="1379"/>
                  <a:pt x="673" y="1381"/>
                </a:cubicBezTo>
                <a:cubicBezTo>
                  <a:pt x="677" y="1385"/>
                  <a:pt x="682" y="1385"/>
                  <a:pt x="687" y="1387"/>
                </a:cubicBezTo>
                <a:cubicBezTo>
                  <a:pt x="690" y="1386"/>
                  <a:pt x="693" y="1387"/>
                  <a:pt x="695" y="1390"/>
                </a:cubicBezTo>
                <a:cubicBezTo>
                  <a:pt x="697" y="1387"/>
                  <a:pt x="699" y="1389"/>
                  <a:pt x="701" y="1391"/>
                </a:cubicBezTo>
                <a:cubicBezTo>
                  <a:pt x="706" y="1386"/>
                  <a:pt x="709" y="1395"/>
                  <a:pt x="715" y="1392"/>
                </a:cubicBezTo>
                <a:cubicBezTo>
                  <a:pt x="716" y="1396"/>
                  <a:pt x="720" y="1392"/>
                  <a:pt x="722" y="1394"/>
                </a:cubicBezTo>
                <a:cubicBezTo>
                  <a:pt x="724" y="1395"/>
                  <a:pt x="726" y="1396"/>
                  <a:pt x="728" y="1398"/>
                </a:cubicBezTo>
                <a:cubicBezTo>
                  <a:pt x="733" y="1400"/>
                  <a:pt x="738" y="1398"/>
                  <a:pt x="743" y="1401"/>
                </a:cubicBezTo>
                <a:cubicBezTo>
                  <a:pt x="748" y="1400"/>
                  <a:pt x="751" y="1407"/>
                  <a:pt x="757" y="1402"/>
                </a:cubicBezTo>
                <a:cubicBezTo>
                  <a:pt x="766" y="1410"/>
                  <a:pt x="776" y="1411"/>
                  <a:pt x="786" y="1416"/>
                </a:cubicBezTo>
                <a:cubicBezTo>
                  <a:pt x="796" y="1416"/>
                  <a:pt x="804" y="1425"/>
                  <a:pt x="814" y="1425"/>
                </a:cubicBezTo>
                <a:cubicBezTo>
                  <a:pt x="822" y="1434"/>
                  <a:pt x="833" y="1431"/>
                  <a:pt x="841" y="1438"/>
                </a:cubicBezTo>
                <a:cubicBezTo>
                  <a:pt x="850" y="1444"/>
                  <a:pt x="859" y="1451"/>
                  <a:pt x="868" y="1453"/>
                </a:cubicBezTo>
                <a:cubicBezTo>
                  <a:pt x="871" y="1458"/>
                  <a:pt x="863" y="1458"/>
                  <a:pt x="862" y="1455"/>
                </a:cubicBezTo>
                <a:close/>
                <a:moveTo>
                  <a:pt x="840" y="1425"/>
                </a:moveTo>
                <a:cubicBezTo>
                  <a:pt x="842" y="1424"/>
                  <a:pt x="844" y="1423"/>
                  <a:pt x="846" y="1421"/>
                </a:cubicBezTo>
                <a:cubicBezTo>
                  <a:pt x="847" y="1424"/>
                  <a:pt x="849" y="1426"/>
                  <a:pt x="851" y="1428"/>
                </a:cubicBezTo>
                <a:cubicBezTo>
                  <a:pt x="846" y="1432"/>
                  <a:pt x="843" y="1428"/>
                  <a:pt x="840" y="1425"/>
                </a:cubicBezTo>
                <a:close/>
                <a:moveTo>
                  <a:pt x="860" y="1430"/>
                </a:moveTo>
                <a:cubicBezTo>
                  <a:pt x="863" y="1427"/>
                  <a:pt x="855" y="1422"/>
                  <a:pt x="857" y="1419"/>
                </a:cubicBezTo>
                <a:cubicBezTo>
                  <a:pt x="837" y="1377"/>
                  <a:pt x="840" y="1373"/>
                  <a:pt x="834" y="1368"/>
                </a:cubicBezTo>
                <a:cubicBezTo>
                  <a:pt x="825" y="1337"/>
                  <a:pt x="822" y="1332"/>
                  <a:pt x="822" y="1328"/>
                </a:cubicBezTo>
                <a:cubicBezTo>
                  <a:pt x="816" y="1281"/>
                  <a:pt x="809" y="1272"/>
                  <a:pt x="808" y="1263"/>
                </a:cubicBezTo>
                <a:cubicBezTo>
                  <a:pt x="805" y="1231"/>
                  <a:pt x="802" y="1222"/>
                  <a:pt x="799" y="1214"/>
                </a:cubicBezTo>
                <a:cubicBezTo>
                  <a:pt x="788" y="1155"/>
                  <a:pt x="788" y="1147"/>
                  <a:pt x="784" y="1139"/>
                </a:cubicBezTo>
                <a:cubicBezTo>
                  <a:pt x="801" y="1169"/>
                  <a:pt x="802" y="1172"/>
                  <a:pt x="804" y="1175"/>
                </a:cubicBezTo>
                <a:cubicBezTo>
                  <a:pt x="817" y="1231"/>
                  <a:pt x="820" y="1237"/>
                  <a:pt x="819" y="1242"/>
                </a:cubicBezTo>
                <a:cubicBezTo>
                  <a:pt x="835" y="1298"/>
                  <a:pt x="831" y="1303"/>
                  <a:pt x="835" y="1309"/>
                </a:cubicBezTo>
                <a:cubicBezTo>
                  <a:pt x="846" y="1364"/>
                  <a:pt x="845" y="1369"/>
                  <a:pt x="847" y="1375"/>
                </a:cubicBezTo>
                <a:cubicBezTo>
                  <a:pt x="855" y="1404"/>
                  <a:pt x="856" y="1406"/>
                  <a:pt x="859" y="1409"/>
                </a:cubicBezTo>
                <a:close/>
                <a:moveTo>
                  <a:pt x="866" y="1401"/>
                </a:moveTo>
                <a:cubicBezTo>
                  <a:pt x="866" y="1396"/>
                  <a:pt x="864" y="1391"/>
                  <a:pt x="863" y="1385"/>
                </a:cubicBezTo>
                <a:cubicBezTo>
                  <a:pt x="855" y="1379"/>
                  <a:pt x="863" y="1375"/>
                  <a:pt x="856" y="1368"/>
                </a:cubicBezTo>
                <a:cubicBezTo>
                  <a:pt x="856" y="1363"/>
                  <a:pt x="852" y="1357"/>
                  <a:pt x="856" y="1353"/>
                </a:cubicBezTo>
                <a:cubicBezTo>
                  <a:pt x="852" y="1352"/>
                  <a:pt x="853" y="1350"/>
                  <a:pt x="852" y="1347"/>
                </a:cubicBezTo>
                <a:cubicBezTo>
                  <a:pt x="854" y="1345"/>
                  <a:pt x="848" y="1345"/>
                  <a:pt x="851" y="1343"/>
                </a:cubicBezTo>
                <a:cubicBezTo>
                  <a:pt x="850" y="1337"/>
                  <a:pt x="848" y="1332"/>
                  <a:pt x="848" y="1326"/>
                </a:cubicBezTo>
                <a:cubicBezTo>
                  <a:pt x="845" y="1321"/>
                  <a:pt x="846" y="1316"/>
                  <a:pt x="844" y="1310"/>
                </a:cubicBezTo>
                <a:cubicBezTo>
                  <a:pt x="841" y="1304"/>
                  <a:pt x="846" y="1300"/>
                  <a:pt x="840" y="1294"/>
                </a:cubicBezTo>
                <a:cubicBezTo>
                  <a:pt x="845" y="1289"/>
                  <a:pt x="838" y="1283"/>
                  <a:pt x="837" y="1278"/>
                </a:cubicBezTo>
                <a:cubicBezTo>
                  <a:pt x="837" y="1272"/>
                  <a:pt x="834" y="1267"/>
                  <a:pt x="833" y="1261"/>
                </a:cubicBezTo>
                <a:cubicBezTo>
                  <a:pt x="833" y="1251"/>
                  <a:pt x="827" y="1240"/>
                  <a:pt x="829" y="1230"/>
                </a:cubicBezTo>
                <a:cubicBezTo>
                  <a:pt x="823" y="1208"/>
                  <a:pt x="819" y="1186"/>
                  <a:pt x="806" y="1163"/>
                </a:cubicBezTo>
                <a:cubicBezTo>
                  <a:pt x="810" y="1161"/>
                  <a:pt x="812" y="1170"/>
                  <a:pt x="815" y="1172"/>
                </a:cubicBezTo>
                <a:cubicBezTo>
                  <a:pt x="819" y="1171"/>
                  <a:pt x="816" y="1174"/>
                  <a:pt x="818" y="1176"/>
                </a:cubicBezTo>
                <a:cubicBezTo>
                  <a:pt x="819" y="1178"/>
                  <a:pt x="821" y="1180"/>
                  <a:pt x="822" y="1181"/>
                </a:cubicBezTo>
                <a:cubicBezTo>
                  <a:pt x="823" y="1187"/>
                  <a:pt x="828" y="1193"/>
                  <a:pt x="828" y="1198"/>
                </a:cubicBezTo>
                <a:cubicBezTo>
                  <a:pt x="828" y="1203"/>
                  <a:pt x="835" y="1209"/>
                  <a:pt x="834" y="1213"/>
                </a:cubicBezTo>
                <a:cubicBezTo>
                  <a:pt x="837" y="1218"/>
                  <a:pt x="836" y="1223"/>
                  <a:pt x="839" y="1228"/>
                </a:cubicBezTo>
                <a:cubicBezTo>
                  <a:pt x="846" y="1234"/>
                  <a:pt x="837" y="1237"/>
                  <a:pt x="844" y="1243"/>
                </a:cubicBezTo>
                <a:cubicBezTo>
                  <a:pt x="842" y="1245"/>
                  <a:pt x="847" y="1249"/>
                  <a:pt x="845" y="1251"/>
                </a:cubicBezTo>
                <a:cubicBezTo>
                  <a:pt x="845" y="1253"/>
                  <a:pt x="845" y="1255"/>
                  <a:pt x="847" y="1257"/>
                </a:cubicBezTo>
                <a:cubicBezTo>
                  <a:pt x="845" y="1262"/>
                  <a:pt x="849" y="1267"/>
                  <a:pt x="849" y="1272"/>
                </a:cubicBezTo>
                <a:cubicBezTo>
                  <a:pt x="851" y="1282"/>
                  <a:pt x="851" y="1291"/>
                  <a:pt x="856" y="1301"/>
                </a:cubicBezTo>
                <a:cubicBezTo>
                  <a:pt x="855" y="1321"/>
                  <a:pt x="863" y="1343"/>
                  <a:pt x="860" y="1363"/>
                </a:cubicBezTo>
                <a:cubicBezTo>
                  <a:pt x="865" y="1372"/>
                  <a:pt x="865" y="1380"/>
                  <a:pt x="868" y="1389"/>
                </a:cubicBezTo>
                <a:cubicBezTo>
                  <a:pt x="870" y="1398"/>
                  <a:pt x="875" y="1407"/>
                  <a:pt x="873" y="1415"/>
                </a:cubicBezTo>
                <a:cubicBezTo>
                  <a:pt x="867" y="1416"/>
                  <a:pt x="868" y="1405"/>
                  <a:pt x="866" y="1401"/>
                </a:cubicBezTo>
                <a:close/>
                <a:moveTo>
                  <a:pt x="872" y="1421"/>
                </a:moveTo>
                <a:cubicBezTo>
                  <a:pt x="878" y="1421"/>
                  <a:pt x="879" y="1433"/>
                  <a:pt x="881" y="1437"/>
                </a:cubicBezTo>
                <a:cubicBezTo>
                  <a:pt x="873" y="1437"/>
                  <a:pt x="876" y="1426"/>
                  <a:pt x="872" y="1421"/>
                </a:cubicBezTo>
                <a:close/>
                <a:moveTo>
                  <a:pt x="0" y="157"/>
                </a:moveTo>
                <a:cubicBezTo>
                  <a:pt x="0" y="158"/>
                  <a:pt x="0" y="158"/>
                  <a:pt x="0" y="158"/>
                </a:cubicBezTo>
                <a:cubicBezTo>
                  <a:pt x="0" y="158"/>
                  <a:pt x="1" y="157"/>
                  <a:pt x="1" y="157"/>
                </a:cubicBezTo>
                <a:cubicBezTo>
                  <a:pt x="1" y="157"/>
                  <a:pt x="0" y="157"/>
                  <a:pt x="0" y="157"/>
                </a:cubicBezTo>
                <a:close/>
                <a:moveTo>
                  <a:pt x="1990" y="177"/>
                </a:moveTo>
                <a:cubicBezTo>
                  <a:pt x="1986" y="177"/>
                  <a:pt x="1989" y="180"/>
                  <a:pt x="1988" y="183"/>
                </a:cubicBezTo>
                <a:cubicBezTo>
                  <a:pt x="1987" y="200"/>
                  <a:pt x="1977" y="199"/>
                  <a:pt x="1977" y="203"/>
                </a:cubicBezTo>
                <a:cubicBezTo>
                  <a:pt x="1972" y="214"/>
                  <a:pt x="1973" y="215"/>
                  <a:pt x="1974" y="213"/>
                </a:cubicBezTo>
                <a:cubicBezTo>
                  <a:pt x="1987" y="201"/>
                  <a:pt x="1986" y="193"/>
                  <a:pt x="1988" y="190"/>
                </a:cubicBezTo>
                <a:cubicBezTo>
                  <a:pt x="2008" y="131"/>
                  <a:pt x="2015" y="118"/>
                  <a:pt x="2014" y="109"/>
                </a:cubicBezTo>
                <a:cubicBezTo>
                  <a:pt x="2029" y="70"/>
                  <a:pt x="2030" y="64"/>
                  <a:pt x="2028" y="63"/>
                </a:cubicBezTo>
                <a:cubicBezTo>
                  <a:pt x="2038" y="12"/>
                  <a:pt x="2039" y="6"/>
                  <a:pt x="2040" y="0"/>
                </a:cubicBezTo>
                <a:cubicBezTo>
                  <a:pt x="2031" y="29"/>
                  <a:pt x="2029" y="44"/>
                  <a:pt x="2027" y="60"/>
                </a:cubicBezTo>
                <a:cubicBezTo>
                  <a:pt x="2025" y="57"/>
                  <a:pt x="2024" y="42"/>
                  <a:pt x="2025" y="26"/>
                </a:cubicBezTo>
                <a:cubicBezTo>
                  <a:pt x="2026" y="2"/>
                  <a:pt x="2026" y="1"/>
                  <a:pt x="2026" y="0"/>
                </a:cubicBezTo>
                <a:cubicBezTo>
                  <a:pt x="2013" y="63"/>
                  <a:pt x="2011" y="101"/>
                  <a:pt x="2002" y="142"/>
                </a:cubicBezTo>
                <a:close/>
                <a:moveTo>
                  <a:pt x="1971" y="192"/>
                </a:moveTo>
                <a:cubicBezTo>
                  <a:pt x="1982" y="160"/>
                  <a:pt x="1984" y="143"/>
                  <a:pt x="1990" y="113"/>
                </a:cubicBezTo>
                <a:cubicBezTo>
                  <a:pt x="1986" y="110"/>
                  <a:pt x="1995" y="99"/>
                  <a:pt x="1991" y="95"/>
                </a:cubicBezTo>
                <a:cubicBezTo>
                  <a:pt x="1992" y="88"/>
                  <a:pt x="1993" y="81"/>
                  <a:pt x="1992" y="75"/>
                </a:cubicBezTo>
                <a:cubicBezTo>
                  <a:pt x="1995" y="62"/>
                  <a:pt x="1995" y="49"/>
                  <a:pt x="1995" y="37"/>
                </a:cubicBezTo>
                <a:cubicBezTo>
                  <a:pt x="1992" y="36"/>
                  <a:pt x="1994" y="32"/>
                  <a:pt x="1995" y="28"/>
                </a:cubicBezTo>
                <a:cubicBezTo>
                  <a:pt x="1995" y="25"/>
                  <a:pt x="1993" y="23"/>
                  <a:pt x="1996" y="19"/>
                </a:cubicBezTo>
                <a:cubicBezTo>
                  <a:pt x="1993" y="18"/>
                  <a:pt x="1995" y="14"/>
                  <a:pt x="1996" y="10"/>
                </a:cubicBezTo>
                <a:cubicBezTo>
                  <a:pt x="1992" y="9"/>
                  <a:pt x="1996" y="4"/>
                  <a:pt x="1997" y="0"/>
                </a:cubicBezTo>
                <a:cubicBezTo>
                  <a:pt x="1988" y="0"/>
                  <a:pt x="1988" y="0"/>
                  <a:pt x="1988" y="0"/>
                </a:cubicBezTo>
                <a:cubicBezTo>
                  <a:pt x="1987" y="6"/>
                  <a:pt x="1987" y="11"/>
                  <a:pt x="1987" y="17"/>
                </a:cubicBezTo>
                <a:cubicBezTo>
                  <a:pt x="1989" y="40"/>
                  <a:pt x="1987" y="66"/>
                  <a:pt x="1985" y="91"/>
                </a:cubicBezTo>
                <a:cubicBezTo>
                  <a:pt x="1985" y="113"/>
                  <a:pt x="1977" y="140"/>
                  <a:pt x="1977" y="166"/>
                </a:cubicBezTo>
                <a:cubicBezTo>
                  <a:pt x="1969" y="169"/>
                  <a:pt x="1977" y="178"/>
                  <a:pt x="1971" y="178"/>
                </a:cubicBezTo>
                <a:cubicBezTo>
                  <a:pt x="1975" y="184"/>
                  <a:pt x="1964" y="188"/>
                  <a:pt x="1971" y="192"/>
                </a:cubicBezTo>
                <a:close/>
                <a:moveTo>
                  <a:pt x="1900" y="50"/>
                </a:moveTo>
                <a:cubicBezTo>
                  <a:pt x="1902" y="34"/>
                  <a:pt x="1906" y="17"/>
                  <a:pt x="1908" y="0"/>
                </a:cubicBezTo>
                <a:cubicBezTo>
                  <a:pt x="1903" y="0"/>
                  <a:pt x="1903" y="0"/>
                  <a:pt x="1903" y="0"/>
                </a:cubicBezTo>
                <a:cubicBezTo>
                  <a:pt x="1902" y="2"/>
                  <a:pt x="1902" y="4"/>
                  <a:pt x="1902" y="5"/>
                </a:cubicBezTo>
                <a:cubicBezTo>
                  <a:pt x="1900" y="13"/>
                  <a:pt x="1899" y="20"/>
                  <a:pt x="1900" y="27"/>
                </a:cubicBezTo>
                <a:cubicBezTo>
                  <a:pt x="1900" y="31"/>
                  <a:pt x="1894" y="37"/>
                  <a:pt x="1899" y="38"/>
                </a:cubicBezTo>
                <a:cubicBezTo>
                  <a:pt x="1899" y="42"/>
                  <a:pt x="1892" y="50"/>
                  <a:pt x="1900" y="50"/>
                </a:cubicBezTo>
                <a:close/>
                <a:moveTo>
                  <a:pt x="1772" y="0"/>
                </a:moveTo>
                <a:cubicBezTo>
                  <a:pt x="1766" y="0"/>
                  <a:pt x="1766" y="0"/>
                  <a:pt x="1766" y="0"/>
                </a:cubicBezTo>
                <a:cubicBezTo>
                  <a:pt x="1761" y="13"/>
                  <a:pt x="1756" y="25"/>
                  <a:pt x="1752" y="35"/>
                </a:cubicBezTo>
                <a:cubicBezTo>
                  <a:pt x="1750" y="40"/>
                  <a:pt x="1748" y="48"/>
                  <a:pt x="1746" y="54"/>
                </a:cubicBezTo>
                <a:cubicBezTo>
                  <a:pt x="1744" y="62"/>
                  <a:pt x="1740" y="68"/>
                  <a:pt x="1743" y="74"/>
                </a:cubicBezTo>
                <a:cubicBezTo>
                  <a:pt x="1751" y="51"/>
                  <a:pt x="1761" y="26"/>
                  <a:pt x="1772" y="0"/>
                </a:cubicBezTo>
                <a:close/>
                <a:moveTo>
                  <a:pt x="2038" y="266"/>
                </a:moveTo>
                <a:cubicBezTo>
                  <a:pt x="2058" y="233"/>
                  <a:pt x="2063" y="188"/>
                  <a:pt x="2074" y="152"/>
                </a:cubicBezTo>
                <a:cubicBezTo>
                  <a:pt x="2076" y="145"/>
                  <a:pt x="2072" y="141"/>
                  <a:pt x="2075" y="134"/>
                </a:cubicBezTo>
                <a:cubicBezTo>
                  <a:pt x="2079" y="120"/>
                  <a:pt x="2079" y="118"/>
                  <a:pt x="2084" y="105"/>
                </a:cubicBezTo>
                <a:cubicBezTo>
                  <a:pt x="2087" y="93"/>
                  <a:pt x="2091" y="81"/>
                  <a:pt x="2094" y="69"/>
                </a:cubicBezTo>
                <a:cubicBezTo>
                  <a:pt x="2098" y="46"/>
                  <a:pt x="2102" y="24"/>
                  <a:pt x="2107" y="0"/>
                </a:cubicBezTo>
                <a:cubicBezTo>
                  <a:pt x="2098" y="0"/>
                  <a:pt x="2098" y="0"/>
                  <a:pt x="2098" y="0"/>
                </a:cubicBezTo>
                <a:cubicBezTo>
                  <a:pt x="2096" y="14"/>
                  <a:pt x="2093" y="27"/>
                  <a:pt x="2092" y="39"/>
                </a:cubicBezTo>
                <a:cubicBezTo>
                  <a:pt x="2091" y="44"/>
                  <a:pt x="2089" y="50"/>
                  <a:pt x="2087" y="56"/>
                </a:cubicBezTo>
                <a:cubicBezTo>
                  <a:pt x="2085" y="62"/>
                  <a:pt x="2082" y="67"/>
                  <a:pt x="2085" y="71"/>
                </a:cubicBezTo>
                <a:cubicBezTo>
                  <a:pt x="2084" y="75"/>
                  <a:pt x="2082" y="75"/>
                  <a:pt x="2082" y="72"/>
                </a:cubicBezTo>
                <a:cubicBezTo>
                  <a:pt x="2081" y="70"/>
                  <a:pt x="2081" y="68"/>
                  <a:pt x="2082" y="66"/>
                </a:cubicBezTo>
                <a:cubicBezTo>
                  <a:pt x="2081" y="61"/>
                  <a:pt x="2084" y="55"/>
                  <a:pt x="2081" y="52"/>
                </a:cubicBezTo>
                <a:cubicBezTo>
                  <a:pt x="2085" y="41"/>
                  <a:pt x="2079" y="34"/>
                  <a:pt x="2083" y="23"/>
                </a:cubicBezTo>
                <a:cubicBezTo>
                  <a:pt x="2083" y="18"/>
                  <a:pt x="2079" y="16"/>
                  <a:pt x="2083" y="9"/>
                </a:cubicBezTo>
                <a:cubicBezTo>
                  <a:pt x="2081" y="7"/>
                  <a:pt x="2081" y="4"/>
                  <a:pt x="2081" y="0"/>
                </a:cubicBezTo>
                <a:cubicBezTo>
                  <a:pt x="2074" y="0"/>
                  <a:pt x="2074" y="0"/>
                  <a:pt x="2074" y="0"/>
                </a:cubicBezTo>
                <a:cubicBezTo>
                  <a:pt x="2074" y="7"/>
                  <a:pt x="2074" y="13"/>
                  <a:pt x="2073" y="20"/>
                </a:cubicBezTo>
                <a:cubicBezTo>
                  <a:pt x="2077" y="23"/>
                  <a:pt x="2070" y="32"/>
                  <a:pt x="2075" y="34"/>
                </a:cubicBezTo>
                <a:cubicBezTo>
                  <a:pt x="2073" y="40"/>
                  <a:pt x="2073" y="46"/>
                  <a:pt x="2075" y="50"/>
                </a:cubicBezTo>
                <a:cubicBezTo>
                  <a:pt x="2074" y="71"/>
                  <a:pt x="2074" y="91"/>
                  <a:pt x="2072" y="113"/>
                </a:cubicBezTo>
                <a:cubicBezTo>
                  <a:pt x="2068" y="119"/>
                  <a:pt x="2065" y="134"/>
                  <a:pt x="2058" y="145"/>
                </a:cubicBezTo>
                <a:cubicBezTo>
                  <a:pt x="2057" y="151"/>
                  <a:pt x="2055" y="156"/>
                  <a:pt x="2053" y="162"/>
                </a:cubicBezTo>
                <a:cubicBezTo>
                  <a:pt x="2052" y="167"/>
                  <a:pt x="2048" y="174"/>
                  <a:pt x="2054" y="175"/>
                </a:cubicBezTo>
                <a:cubicBezTo>
                  <a:pt x="2055" y="173"/>
                  <a:pt x="2057" y="173"/>
                  <a:pt x="2058" y="170"/>
                </a:cubicBezTo>
                <a:cubicBezTo>
                  <a:pt x="2058" y="166"/>
                  <a:pt x="2062" y="165"/>
                  <a:pt x="2059" y="164"/>
                </a:cubicBezTo>
                <a:cubicBezTo>
                  <a:pt x="2063" y="161"/>
                  <a:pt x="2063" y="151"/>
                  <a:pt x="2068" y="150"/>
                </a:cubicBezTo>
                <a:cubicBezTo>
                  <a:pt x="2058" y="193"/>
                  <a:pt x="2055" y="210"/>
                  <a:pt x="2042" y="252"/>
                </a:cubicBezTo>
                <a:cubicBezTo>
                  <a:pt x="2041" y="255"/>
                  <a:pt x="2033" y="262"/>
                  <a:pt x="2038" y="266"/>
                </a:cubicBezTo>
                <a:close/>
                <a:moveTo>
                  <a:pt x="1895" y="189"/>
                </a:moveTo>
                <a:cubicBezTo>
                  <a:pt x="1897" y="183"/>
                  <a:pt x="1898" y="177"/>
                  <a:pt x="1900" y="171"/>
                </a:cubicBezTo>
                <a:cubicBezTo>
                  <a:pt x="1902" y="165"/>
                  <a:pt x="1905" y="159"/>
                  <a:pt x="1903" y="155"/>
                </a:cubicBezTo>
                <a:cubicBezTo>
                  <a:pt x="1908" y="155"/>
                  <a:pt x="1907" y="144"/>
                  <a:pt x="1910" y="139"/>
                </a:cubicBezTo>
                <a:cubicBezTo>
                  <a:pt x="1911" y="117"/>
                  <a:pt x="1919" y="102"/>
                  <a:pt x="1918" y="80"/>
                </a:cubicBezTo>
                <a:cubicBezTo>
                  <a:pt x="1925" y="53"/>
                  <a:pt x="1931" y="26"/>
                  <a:pt x="1935" y="0"/>
                </a:cubicBezTo>
                <a:cubicBezTo>
                  <a:pt x="1927" y="0"/>
                  <a:pt x="1927" y="0"/>
                  <a:pt x="1927" y="0"/>
                </a:cubicBezTo>
                <a:cubicBezTo>
                  <a:pt x="1924" y="22"/>
                  <a:pt x="1917" y="43"/>
                  <a:pt x="1916" y="66"/>
                </a:cubicBezTo>
                <a:cubicBezTo>
                  <a:pt x="1911" y="100"/>
                  <a:pt x="1901" y="137"/>
                  <a:pt x="1896" y="171"/>
                </a:cubicBezTo>
                <a:cubicBezTo>
                  <a:pt x="1890" y="184"/>
                  <a:pt x="1893" y="192"/>
                  <a:pt x="1885" y="198"/>
                </a:cubicBezTo>
                <a:cubicBezTo>
                  <a:pt x="1892" y="201"/>
                  <a:pt x="1893" y="196"/>
                  <a:pt x="1895" y="189"/>
                </a:cubicBezTo>
                <a:close/>
                <a:moveTo>
                  <a:pt x="1767" y="129"/>
                </a:moveTo>
                <a:cubicBezTo>
                  <a:pt x="1770" y="127"/>
                  <a:pt x="1772" y="124"/>
                  <a:pt x="1772" y="119"/>
                </a:cubicBezTo>
                <a:cubicBezTo>
                  <a:pt x="1772" y="117"/>
                  <a:pt x="1771" y="107"/>
                  <a:pt x="1776" y="108"/>
                </a:cubicBezTo>
                <a:cubicBezTo>
                  <a:pt x="1778" y="97"/>
                  <a:pt x="1778" y="98"/>
                  <a:pt x="1780" y="87"/>
                </a:cubicBezTo>
                <a:cubicBezTo>
                  <a:pt x="1787" y="80"/>
                  <a:pt x="1788" y="63"/>
                  <a:pt x="1792" y="52"/>
                </a:cubicBezTo>
                <a:cubicBezTo>
                  <a:pt x="1797" y="50"/>
                  <a:pt x="1795" y="46"/>
                  <a:pt x="1795" y="42"/>
                </a:cubicBezTo>
                <a:cubicBezTo>
                  <a:pt x="1801" y="41"/>
                  <a:pt x="1800" y="29"/>
                  <a:pt x="1803" y="23"/>
                </a:cubicBezTo>
                <a:cubicBezTo>
                  <a:pt x="1807" y="19"/>
                  <a:pt x="1808" y="9"/>
                  <a:pt x="1813" y="0"/>
                </a:cubicBezTo>
                <a:cubicBezTo>
                  <a:pt x="1807" y="0"/>
                  <a:pt x="1807" y="0"/>
                  <a:pt x="1807" y="0"/>
                </a:cubicBezTo>
                <a:cubicBezTo>
                  <a:pt x="1802" y="14"/>
                  <a:pt x="1797" y="27"/>
                  <a:pt x="1791" y="40"/>
                </a:cubicBezTo>
                <a:cubicBezTo>
                  <a:pt x="1787" y="56"/>
                  <a:pt x="1782" y="71"/>
                  <a:pt x="1778" y="86"/>
                </a:cubicBezTo>
                <a:cubicBezTo>
                  <a:pt x="1773" y="92"/>
                  <a:pt x="1776" y="96"/>
                  <a:pt x="1772" y="105"/>
                </a:cubicBezTo>
                <a:cubicBezTo>
                  <a:pt x="1771" y="109"/>
                  <a:pt x="1770" y="113"/>
                  <a:pt x="1768" y="118"/>
                </a:cubicBezTo>
                <a:cubicBezTo>
                  <a:pt x="1769" y="121"/>
                  <a:pt x="1763" y="128"/>
                  <a:pt x="1767" y="129"/>
                </a:cubicBezTo>
                <a:close/>
                <a:moveTo>
                  <a:pt x="1848" y="80"/>
                </a:moveTo>
                <a:cubicBezTo>
                  <a:pt x="1847" y="84"/>
                  <a:pt x="1845" y="88"/>
                  <a:pt x="1844" y="92"/>
                </a:cubicBezTo>
                <a:cubicBezTo>
                  <a:pt x="1848" y="94"/>
                  <a:pt x="1842" y="102"/>
                  <a:pt x="1845" y="104"/>
                </a:cubicBezTo>
                <a:cubicBezTo>
                  <a:pt x="1847" y="108"/>
                  <a:pt x="1844" y="114"/>
                  <a:pt x="1843" y="119"/>
                </a:cubicBezTo>
                <a:cubicBezTo>
                  <a:pt x="1845" y="122"/>
                  <a:pt x="1846" y="126"/>
                  <a:pt x="1844" y="131"/>
                </a:cubicBezTo>
                <a:cubicBezTo>
                  <a:pt x="1846" y="134"/>
                  <a:pt x="1845" y="140"/>
                  <a:pt x="1847" y="143"/>
                </a:cubicBezTo>
                <a:cubicBezTo>
                  <a:pt x="1851" y="119"/>
                  <a:pt x="1849" y="97"/>
                  <a:pt x="1852" y="72"/>
                </a:cubicBezTo>
                <a:cubicBezTo>
                  <a:pt x="1854" y="60"/>
                  <a:pt x="1855" y="47"/>
                  <a:pt x="1857" y="35"/>
                </a:cubicBezTo>
                <a:cubicBezTo>
                  <a:pt x="1862" y="18"/>
                  <a:pt x="1862" y="14"/>
                  <a:pt x="1865" y="0"/>
                </a:cubicBezTo>
                <a:cubicBezTo>
                  <a:pt x="1858" y="0"/>
                  <a:pt x="1858" y="0"/>
                  <a:pt x="1858" y="0"/>
                </a:cubicBezTo>
                <a:cubicBezTo>
                  <a:pt x="1853" y="28"/>
                  <a:pt x="1846" y="56"/>
                  <a:pt x="1848" y="80"/>
                </a:cubicBezTo>
                <a:close/>
                <a:moveTo>
                  <a:pt x="1862" y="259"/>
                </a:moveTo>
                <a:cubicBezTo>
                  <a:pt x="1858" y="265"/>
                  <a:pt x="1862" y="266"/>
                  <a:pt x="1858" y="267"/>
                </a:cubicBezTo>
                <a:cubicBezTo>
                  <a:pt x="1856" y="268"/>
                  <a:pt x="1856" y="277"/>
                  <a:pt x="1857" y="276"/>
                </a:cubicBezTo>
                <a:cubicBezTo>
                  <a:pt x="1867" y="260"/>
                  <a:pt x="1877" y="244"/>
                  <a:pt x="1888" y="228"/>
                </a:cubicBezTo>
                <a:cubicBezTo>
                  <a:pt x="1900" y="211"/>
                  <a:pt x="1905" y="198"/>
                  <a:pt x="1914" y="177"/>
                </a:cubicBezTo>
                <a:cubicBezTo>
                  <a:pt x="1927" y="132"/>
                  <a:pt x="1941" y="88"/>
                  <a:pt x="1954" y="52"/>
                </a:cubicBezTo>
                <a:cubicBezTo>
                  <a:pt x="1954" y="42"/>
                  <a:pt x="1959" y="30"/>
                  <a:pt x="1959" y="20"/>
                </a:cubicBezTo>
                <a:cubicBezTo>
                  <a:pt x="1962" y="9"/>
                  <a:pt x="1964" y="8"/>
                  <a:pt x="1965" y="0"/>
                </a:cubicBezTo>
                <a:cubicBezTo>
                  <a:pt x="1957" y="0"/>
                  <a:pt x="1957" y="0"/>
                  <a:pt x="1957" y="0"/>
                </a:cubicBezTo>
                <a:cubicBezTo>
                  <a:pt x="1955" y="6"/>
                  <a:pt x="1953" y="13"/>
                  <a:pt x="1952" y="20"/>
                </a:cubicBezTo>
                <a:cubicBezTo>
                  <a:pt x="1952" y="30"/>
                  <a:pt x="1948" y="34"/>
                  <a:pt x="1948" y="42"/>
                </a:cubicBezTo>
                <a:cubicBezTo>
                  <a:pt x="1936" y="87"/>
                  <a:pt x="1917" y="124"/>
                  <a:pt x="1909" y="171"/>
                </a:cubicBezTo>
                <a:cubicBezTo>
                  <a:pt x="1904" y="174"/>
                  <a:pt x="1904" y="184"/>
                  <a:pt x="1901" y="191"/>
                </a:cubicBezTo>
                <a:cubicBezTo>
                  <a:pt x="1900" y="195"/>
                  <a:pt x="1897" y="195"/>
                  <a:pt x="1896" y="199"/>
                </a:cubicBezTo>
                <a:cubicBezTo>
                  <a:pt x="1894" y="202"/>
                  <a:pt x="1896" y="211"/>
                  <a:pt x="1891" y="209"/>
                </a:cubicBezTo>
                <a:cubicBezTo>
                  <a:pt x="1890" y="218"/>
                  <a:pt x="1886" y="223"/>
                  <a:pt x="1881" y="226"/>
                </a:cubicBezTo>
                <a:cubicBezTo>
                  <a:pt x="1880" y="236"/>
                  <a:pt x="1874" y="238"/>
                  <a:pt x="1872" y="249"/>
                </a:cubicBezTo>
                <a:cubicBezTo>
                  <a:pt x="1869" y="248"/>
                  <a:pt x="1870" y="254"/>
                  <a:pt x="1866" y="254"/>
                </a:cubicBezTo>
                <a:cubicBezTo>
                  <a:pt x="1861" y="255"/>
                  <a:pt x="1868" y="260"/>
                  <a:pt x="1862" y="259"/>
                </a:cubicBezTo>
                <a:close/>
              </a:path>
            </a:pathLst>
          </a:custGeom>
          <a:solidFill>
            <a:schemeClr val="accent1">
              <a:lumMod val="40000"/>
              <a:lumOff val="60000"/>
            </a:schemeClr>
          </a:solidFill>
          <a:ln>
            <a:noFill/>
          </a:ln>
        </p:spPr>
      </p:sp>
      <p:sp>
        <p:nvSpPr>
          <p:cNvPr id="21" name="Freeform 9">
            <a:extLst>
              <a:ext uri="{FF2B5EF4-FFF2-40B4-BE49-F238E27FC236}">
                <a16:creationId xmlns:a16="http://schemas.microsoft.com/office/drawing/2014/main" id="{7A601649-7DA5-4AA2-8711-0963D83A11C6}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 bwMode="auto">
          <a:xfrm>
            <a:off x="8124" y="3175"/>
            <a:ext cx="12145034" cy="6862763"/>
          </a:xfrm>
          <a:custGeom>
            <a:avLst/>
            <a:gdLst/>
            <a:ahLst/>
            <a:cxnLst/>
            <a:rect l="0" t="0" r="r" b="b"/>
            <a:pathLst>
              <a:path w="3840" h="2160">
                <a:moveTo>
                  <a:pt x="31" y="1111"/>
                </a:moveTo>
                <a:cubicBezTo>
                  <a:pt x="45" y="1096"/>
                  <a:pt x="58" y="1080"/>
                  <a:pt x="69" y="1061"/>
                </a:cubicBezTo>
                <a:cubicBezTo>
                  <a:pt x="72" y="1054"/>
                  <a:pt x="75" y="1047"/>
                  <a:pt x="78" y="1040"/>
                </a:cubicBezTo>
                <a:cubicBezTo>
                  <a:pt x="69" y="1034"/>
                  <a:pt x="72" y="1054"/>
                  <a:pt x="66" y="1052"/>
                </a:cubicBezTo>
                <a:cubicBezTo>
                  <a:pt x="66" y="1060"/>
                  <a:pt x="61" y="1061"/>
                  <a:pt x="58" y="1070"/>
                </a:cubicBezTo>
                <a:cubicBezTo>
                  <a:pt x="53" y="1075"/>
                  <a:pt x="48" y="1080"/>
                  <a:pt x="44" y="1086"/>
                </a:cubicBezTo>
                <a:cubicBezTo>
                  <a:pt x="43" y="1091"/>
                  <a:pt x="39" y="1088"/>
                  <a:pt x="38" y="1095"/>
                </a:cubicBezTo>
                <a:cubicBezTo>
                  <a:pt x="33" y="1091"/>
                  <a:pt x="35" y="1105"/>
                  <a:pt x="31" y="1101"/>
                </a:cubicBezTo>
                <a:cubicBezTo>
                  <a:pt x="26" y="1106"/>
                  <a:pt x="21" y="1111"/>
                  <a:pt x="17" y="1117"/>
                </a:cubicBezTo>
                <a:cubicBezTo>
                  <a:pt x="15" y="1119"/>
                  <a:pt x="12" y="1120"/>
                  <a:pt x="9" y="1123"/>
                </a:cubicBezTo>
                <a:cubicBezTo>
                  <a:pt x="6" y="1123"/>
                  <a:pt x="6" y="1131"/>
                  <a:pt x="2" y="1129"/>
                </a:cubicBezTo>
                <a:cubicBezTo>
                  <a:pt x="1" y="1130"/>
                  <a:pt x="1" y="1131"/>
                  <a:pt x="0" y="1131"/>
                </a:cubicBezTo>
                <a:cubicBezTo>
                  <a:pt x="0" y="1141"/>
                  <a:pt x="0" y="1141"/>
                  <a:pt x="0" y="1141"/>
                </a:cubicBezTo>
                <a:cubicBezTo>
                  <a:pt x="4" y="1138"/>
                  <a:pt x="7" y="1136"/>
                  <a:pt x="10" y="1133"/>
                </a:cubicBezTo>
                <a:cubicBezTo>
                  <a:pt x="17" y="1124"/>
                  <a:pt x="24" y="1117"/>
                  <a:pt x="31" y="1111"/>
                </a:cubicBezTo>
                <a:close/>
                <a:moveTo>
                  <a:pt x="15" y="1054"/>
                </a:moveTo>
                <a:cubicBezTo>
                  <a:pt x="19" y="1046"/>
                  <a:pt x="26" y="1046"/>
                  <a:pt x="31" y="1040"/>
                </a:cubicBezTo>
                <a:cubicBezTo>
                  <a:pt x="35" y="1041"/>
                  <a:pt x="36" y="1033"/>
                  <a:pt x="40" y="1034"/>
                </a:cubicBezTo>
                <a:cubicBezTo>
                  <a:pt x="43" y="1031"/>
                  <a:pt x="45" y="1026"/>
                  <a:pt x="48" y="1026"/>
                </a:cubicBezTo>
                <a:cubicBezTo>
                  <a:pt x="49" y="1024"/>
                  <a:pt x="51" y="1024"/>
                  <a:pt x="53" y="1025"/>
                </a:cubicBezTo>
                <a:cubicBezTo>
                  <a:pt x="54" y="1023"/>
                  <a:pt x="52" y="1021"/>
                  <a:pt x="54" y="1018"/>
                </a:cubicBezTo>
                <a:cubicBezTo>
                  <a:pt x="57" y="1018"/>
                  <a:pt x="60" y="1015"/>
                  <a:pt x="62" y="1010"/>
                </a:cubicBezTo>
                <a:cubicBezTo>
                  <a:pt x="68" y="1004"/>
                  <a:pt x="72" y="998"/>
                  <a:pt x="73" y="989"/>
                </a:cubicBezTo>
                <a:cubicBezTo>
                  <a:pt x="67" y="986"/>
                  <a:pt x="65" y="992"/>
                  <a:pt x="62" y="998"/>
                </a:cubicBezTo>
                <a:cubicBezTo>
                  <a:pt x="58" y="1003"/>
                  <a:pt x="54" y="1005"/>
                  <a:pt x="51" y="1013"/>
                </a:cubicBezTo>
                <a:cubicBezTo>
                  <a:pt x="46" y="1012"/>
                  <a:pt x="43" y="1019"/>
                  <a:pt x="38" y="1021"/>
                </a:cubicBezTo>
                <a:cubicBezTo>
                  <a:pt x="36" y="1031"/>
                  <a:pt x="28" y="1027"/>
                  <a:pt x="25" y="1035"/>
                </a:cubicBezTo>
                <a:cubicBezTo>
                  <a:pt x="17" y="1041"/>
                  <a:pt x="7" y="1044"/>
                  <a:pt x="0" y="1056"/>
                </a:cubicBezTo>
                <a:cubicBezTo>
                  <a:pt x="0" y="1064"/>
                  <a:pt x="0" y="1064"/>
                  <a:pt x="0" y="1064"/>
                </a:cubicBezTo>
                <a:cubicBezTo>
                  <a:pt x="5" y="1062"/>
                  <a:pt x="8" y="1054"/>
                  <a:pt x="15" y="1054"/>
                </a:cubicBezTo>
                <a:close/>
                <a:moveTo>
                  <a:pt x="21" y="1107"/>
                </a:moveTo>
                <a:cubicBezTo>
                  <a:pt x="25" y="1101"/>
                  <a:pt x="31" y="1100"/>
                  <a:pt x="34" y="1093"/>
                </a:cubicBezTo>
                <a:cubicBezTo>
                  <a:pt x="39" y="1092"/>
                  <a:pt x="40" y="1081"/>
                  <a:pt x="46" y="1082"/>
                </a:cubicBezTo>
                <a:cubicBezTo>
                  <a:pt x="48" y="1073"/>
                  <a:pt x="54" y="1072"/>
                  <a:pt x="58" y="1065"/>
                </a:cubicBezTo>
                <a:cubicBezTo>
                  <a:pt x="54" y="1063"/>
                  <a:pt x="60" y="1062"/>
                  <a:pt x="57" y="1060"/>
                </a:cubicBezTo>
                <a:cubicBezTo>
                  <a:pt x="57" y="1056"/>
                  <a:pt x="66" y="1056"/>
                  <a:pt x="61" y="1052"/>
                </a:cubicBezTo>
                <a:cubicBezTo>
                  <a:pt x="44" y="1073"/>
                  <a:pt x="28" y="1095"/>
                  <a:pt x="7" y="1105"/>
                </a:cubicBezTo>
                <a:cubicBezTo>
                  <a:pt x="5" y="1108"/>
                  <a:pt x="3" y="1110"/>
                  <a:pt x="0" y="1112"/>
                </a:cubicBezTo>
                <a:cubicBezTo>
                  <a:pt x="0" y="1121"/>
                  <a:pt x="0" y="1121"/>
                  <a:pt x="0" y="1121"/>
                </a:cubicBezTo>
                <a:cubicBezTo>
                  <a:pt x="3" y="1119"/>
                  <a:pt x="5" y="1117"/>
                  <a:pt x="8" y="1115"/>
                </a:cubicBezTo>
                <a:cubicBezTo>
                  <a:pt x="13" y="1114"/>
                  <a:pt x="15" y="1106"/>
                  <a:pt x="21" y="1107"/>
                </a:cubicBezTo>
                <a:close/>
                <a:moveTo>
                  <a:pt x="37" y="962"/>
                </a:moveTo>
                <a:cubicBezTo>
                  <a:pt x="39" y="959"/>
                  <a:pt x="42" y="960"/>
                  <a:pt x="44" y="958"/>
                </a:cubicBezTo>
                <a:cubicBezTo>
                  <a:pt x="46" y="955"/>
                  <a:pt x="46" y="950"/>
                  <a:pt x="49" y="950"/>
                </a:cubicBezTo>
                <a:cubicBezTo>
                  <a:pt x="55" y="942"/>
                  <a:pt x="52" y="942"/>
                  <a:pt x="58" y="935"/>
                </a:cubicBezTo>
                <a:cubicBezTo>
                  <a:pt x="61" y="928"/>
                  <a:pt x="64" y="922"/>
                  <a:pt x="67" y="915"/>
                </a:cubicBezTo>
                <a:cubicBezTo>
                  <a:pt x="72" y="913"/>
                  <a:pt x="72" y="903"/>
                  <a:pt x="66" y="900"/>
                </a:cubicBezTo>
                <a:cubicBezTo>
                  <a:pt x="64" y="900"/>
                  <a:pt x="63" y="899"/>
                  <a:pt x="62" y="899"/>
                </a:cubicBezTo>
                <a:cubicBezTo>
                  <a:pt x="60" y="902"/>
                  <a:pt x="61" y="904"/>
                  <a:pt x="61" y="906"/>
                </a:cubicBezTo>
                <a:cubicBezTo>
                  <a:pt x="54" y="905"/>
                  <a:pt x="62" y="911"/>
                  <a:pt x="61" y="913"/>
                </a:cubicBezTo>
                <a:cubicBezTo>
                  <a:pt x="56" y="913"/>
                  <a:pt x="53" y="926"/>
                  <a:pt x="54" y="929"/>
                </a:cubicBezTo>
                <a:cubicBezTo>
                  <a:pt x="46" y="930"/>
                  <a:pt x="45" y="945"/>
                  <a:pt x="38" y="948"/>
                </a:cubicBezTo>
                <a:cubicBezTo>
                  <a:pt x="34" y="957"/>
                  <a:pt x="27" y="962"/>
                  <a:pt x="22" y="970"/>
                </a:cubicBezTo>
                <a:cubicBezTo>
                  <a:pt x="17" y="976"/>
                  <a:pt x="11" y="979"/>
                  <a:pt x="6" y="986"/>
                </a:cubicBezTo>
                <a:cubicBezTo>
                  <a:pt x="4" y="987"/>
                  <a:pt x="2" y="989"/>
                  <a:pt x="0" y="991"/>
                </a:cubicBezTo>
                <a:cubicBezTo>
                  <a:pt x="0" y="1003"/>
                  <a:pt x="0" y="1003"/>
                  <a:pt x="0" y="1003"/>
                </a:cubicBezTo>
                <a:cubicBezTo>
                  <a:pt x="5" y="998"/>
                  <a:pt x="9" y="994"/>
                  <a:pt x="14" y="990"/>
                </a:cubicBezTo>
                <a:cubicBezTo>
                  <a:pt x="22" y="982"/>
                  <a:pt x="30" y="972"/>
                  <a:pt x="37" y="962"/>
                </a:cubicBezTo>
                <a:close/>
                <a:moveTo>
                  <a:pt x="126" y="0"/>
                </a:moveTo>
                <a:cubicBezTo>
                  <a:pt x="129" y="4"/>
                  <a:pt x="131" y="8"/>
                  <a:pt x="137" y="8"/>
                </a:cubicBezTo>
                <a:cubicBezTo>
                  <a:pt x="137" y="5"/>
                  <a:pt x="136" y="3"/>
                  <a:pt x="135" y="0"/>
                </a:cubicBezTo>
                <a:lnTo>
                  <a:pt x="126" y="0"/>
                </a:lnTo>
                <a:close/>
                <a:moveTo>
                  <a:pt x="23" y="823"/>
                </a:moveTo>
                <a:cubicBezTo>
                  <a:pt x="18" y="820"/>
                  <a:pt x="26" y="813"/>
                  <a:pt x="18" y="812"/>
                </a:cubicBezTo>
                <a:cubicBezTo>
                  <a:pt x="15" y="810"/>
                  <a:pt x="15" y="817"/>
                  <a:pt x="11" y="816"/>
                </a:cubicBezTo>
                <a:cubicBezTo>
                  <a:pt x="9" y="820"/>
                  <a:pt x="9" y="824"/>
                  <a:pt x="9" y="827"/>
                </a:cubicBezTo>
                <a:cubicBezTo>
                  <a:pt x="6" y="826"/>
                  <a:pt x="6" y="831"/>
                  <a:pt x="7" y="833"/>
                </a:cubicBezTo>
                <a:cubicBezTo>
                  <a:pt x="1" y="831"/>
                  <a:pt x="8" y="838"/>
                  <a:pt x="3" y="841"/>
                </a:cubicBezTo>
                <a:cubicBezTo>
                  <a:pt x="2" y="843"/>
                  <a:pt x="1" y="844"/>
                  <a:pt x="0" y="846"/>
                </a:cubicBezTo>
                <a:cubicBezTo>
                  <a:pt x="0" y="863"/>
                  <a:pt x="0" y="863"/>
                  <a:pt x="0" y="863"/>
                </a:cubicBezTo>
                <a:cubicBezTo>
                  <a:pt x="6" y="853"/>
                  <a:pt x="11" y="843"/>
                  <a:pt x="18" y="835"/>
                </a:cubicBezTo>
                <a:cubicBezTo>
                  <a:pt x="13" y="831"/>
                  <a:pt x="22" y="827"/>
                  <a:pt x="23" y="823"/>
                </a:cubicBezTo>
                <a:close/>
                <a:moveTo>
                  <a:pt x="78" y="1128"/>
                </a:moveTo>
                <a:cubicBezTo>
                  <a:pt x="67" y="1132"/>
                  <a:pt x="63" y="1150"/>
                  <a:pt x="51" y="1152"/>
                </a:cubicBezTo>
                <a:cubicBezTo>
                  <a:pt x="48" y="1159"/>
                  <a:pt x="42" y="1159"/>
                  <a:pt x="39" y="1166"/>
                </a:cubicBezTo>
                <a:cubicBezTo>
                  <a:pt x="34" y="1169"/>
                  <a:pt x="29" y="1171"/>
                  <a:pt x="25" y="1177"/>
                </a:cubicBezTo>
                <a:cubicBezTo>
                  <a:pt x="23" y="1180"/>
                  <a:pt x="19" y="1176"/>
                  <a:pt x="18" y="1181"/>
                </a:cubicBezTo>
                <a:cubicBezTo>
                  <a:pt x="14" y="1180"/>
                  <a:pt x="14" y="1187"/>
                  <a:pt x="9" y="1184"/>
                </a:cubicBezTo>
                <a:cubicBezTo>
                  <a:pt x="7" y="1189"/>
                  <a:pt x="3" y="1189"/>
                  <a:pt x="0" y="1192"/>
                </a:cubicBezTo>
                <a:cubicBezTo>
                  <a:pt x="0" y="1200"/>
                  <a:pt x="0" y="1200"/>
                  <a:pt x="0" y="1200"/>
                </a:cubicBezTo>
                <a:cubicBezTo>
                  <a:pt x="0" y="1200"/>
                  <a:pt x="0" y="1200"/>
                  <a:pt x="1" y="1200"/>
                </a:cubicBezTo>
                <a:cubicBezTo>
                  <a:pt x="6" y="1199"/>
                  <a:pt x="9" y="1193"/>
                  <a:pt x="14" y="1191"/>
                </a:cubicBezTo>
                <a:cubicBezTo>
                  <a:pt x="22" y="1186"/>
                  <a:pt x="30" y="1180"/>
                  <a:pt x="38" y="1173"/>
                </a:cubicBezTo>
                <a:cubicBezTo>
                  <a:pt x="46" y="1165"/>
                  <a:pt x="56" y="1161"/>
                  <a:pt x="62" y="1150"/>
                </a:cubicBezTo>
                <a:cubicBezTo>
                  <a:pt x="70" y="1145"/>
                  <a:pt x="76" y="1133"/>
                  <a:pt x="84" y="1126"/>
                </a:cubicBezTo>
                <a:cubicBezTo>
                  <a:pt x="87" y="1119"/>
                  <a:pt x="93" y="1121"/>
                  <a:pt x="95" y="1112"/>
                </a:cubicBezTo>
                <a:cubicBezTo>
                  <a:pt x="98" y="1113"/>
                  <a:pt x="99" y="1108"/>
                  <a:pt x="100" y="1104"/>
                </a:cubicBezTo>
                <a:cubicBezTo>
                  <a:pt x="103" y="1106"/>
                  <a:pt x="105" y="1100"/>
                  <a:pt x="103" y="1098"/>
                </a:cubicBezTo>
                <a:cubicBezTo>
                  <a:pt x="95" y="1109"/>
                  <a:pt x="86" y="1118"/>
                  <a:pt x="78" y="1128"/>
                </a:cubicBezTo>
                <a:close/>
                <a:moveTo>
                  <a:pt x="8" y="1255"/>
                </a:moveTo>
                <a:cubicBezTo>
                  <a:pt x="5" y="1257"/>
                  <a:pt x="3" y="1259"/>
                  <a:pt x="0" y="1261"/>
                </a:cubicBezTo>
                <a:cubicBezTo>
                  <a:pt x="0" y="1267"/>
                  <a:pt x="0" y="1267"/>
                  <a:pt x="0" y="1267"/>
                </a:cubicBezTo>
                <a:cubicBezTo>
                  <a:pt x="1" y="1267"/>
                  <a:pt x="3" y="1266"/>
                  <a:pt x="4" y="1265"/>
                </a:cubicBezTo>
                <a:cubicBezTo>
                  <a:pt x="4" y="1261"/>
                  <a:pt x="13" y="1259"/>
                  <a:pt x="8" y="1255"/>
                </a:cubicBezTo>
                <a:close/>
                <a:moveTo>
                  <a:pt x="48" y="1199"/>
                </a:moveTo>
                <a:cubicBezTo>
                  <a:pt x="45" y="1203"/>
                  <a:pt x="42" y="1207"/>
                  <a:pt x="37" y="1208"/>
                </a:cubicBezTo>
                <a:cubicBezTo>
                  <a:pt x="34" y="1213"/>
                  <a:pt x="31" y="1216"/>
                  <a:pt x="26" y="1218"/>
                </a:cubicBezTo>
                <a:cubicBezTo>
                  <a:pt x="20" y="1225"/>
                  <a:pt x="12" y="1230"/>
                  <a:pt x="5" y="1235"/>
                </a:cubicBezTo>
                <a:cubicBezTo>
                  <a:pt x="3" y="1234"/>
                  <a:pt x="1" y="1235"/>
                  <a:pt x="0" y="1236"/>
                </a:cubicBezTo>
                <a:cubicBezTo>
                  <a:pt x="0" y="1245"/>
                  <a:pt x="0" y="1245"/>
                  <a:pt x="0" y="1245"/>
                </a:cubicBezTo>
                <a:cubicBezTo>
                  <a:pt x="1" y="1244"/>
                  <a:pt x="2" y="1244"/>
                  <a:pt x="3" y="1243"/>
                </a:cubicBezTo>
                <a:cubicBezTo>
                  <a:pt x="7" y="1240"/>
                  <a:pt x="10" y="1236"/>
                  <a:pt x="15" y="1234"/>
                </a:cubicBezTo>
                <a:cubicBezTo>
                  <a:pt x="19" y="1232"/>
                  <a:pt x="23" y="1227"/>
                  <a:pt x="28" y="1225"/>
                </a:cubicBezTo>
                <a:cubicBezTo>
                  <a:pt x="36" y="1219"/>
                  <a:pt x="44" y="1212"/>
                  <a:pt x="51" y="1204"/>
                </a:cubicBezTo>
                <a:cubicBezTo>
                  <a:pt x="53" y="1198"/>
                  <a:pt x="59" y="1200"/>
                  <a:pt x="61" y="1192"/>
                </a:cubicBezTo>
                <a:cubicBezTo>
                  <a:pt x="64" y="1193"/>
                  <a:pt x="64" y="1187"/>
                  <a:pt x="67" y="1188"/>
                </a:cubicBezTo>
                <a:cubicBezTo>
                  <a:pt x="68" y="1184"/>
                  <a:pt x="71" y="1181"/>
                  <a:pt x="69" y="1179"/>
                </a:cubicBezTo>
                <a:cubicBezTo>
                  <a:pt x="62" y="1186"/>
                  <a:pt x="56" y="1194"/>
                  <a:pt x="48" y="1199"/>
                </a:cubicBezTo>
                <a:close/>
                <a:moveTo>
                  <a:pt x="920" y="10"/>
                </a:moveTo>
                <a:cubicBezTo>
                  <a:pt x="925" y="12"/>
                  <a:pt x="931" y="14"/>
                  <a:pt x="935" y="17"/>
                </a:cubicBezTo>
                <a:cubicBezTo>
                  <a:pt x="954" y="28"/>
                  <a:pt x="960" y="29"/>
                  <a:pt x="963" y="33"/>
                </a:cubicBezTo>
                <a:cubicBezTo>
                  <a:pt x="1027" y="64"/>
                  <a:pt x="1029" y="69"/>
                  <a:pt x="1034" y="71"/>
                </a:cubicBezTo>
                <a:cubicBezTo>
                  <a:pt x="1068" y="87"/>
                  <a:pt x="1071" y="88"/>
                  <a:pt x="1073" y="90"/>
                </a:cubicBezTo>
                <a:cubicBezTo>
                  <a:pt x="1128" y="114"/>
                  <a:pt x="1137" y="122"/>
                  <a:pt x="1151" y="124"/>
                </a:cubicBezTo>
                <a:cubicBezTo>
                  <a:pt x="1235" y="156"/>
                  <a:pt x="1245" y="163"/>
                  <a:pt x="1261" y="164"/>
                </a:cubicBezTo>
                <a:cubicBezTo>
                  <a:pt x="1288" y="169"/>
                  <a:pt x="1293" y="172"/>
                  <a:pt x="1303" y="171"/>
                </a:cubicBezTo>
                <a:cubicBezTo>
                  <a:pt x="1331" y="172"/>
                  <a:pt x="1327" y="172"/>
                  <a:pt x="1322" y="171"/>
                </a:cubicBezTo>
                <a:cubicBezTo>
                  <a:pt x="1251" y="157"/>
                  <a:pt x="1246" y="152"/>
                  <a:pt x="1238" y="152"/>
                </a:cubicBezTo>
                <a:cubicBezTo>
                  <a:pt x="1203" y="142"/>
                  <a:pt x="1194" y="133"/>
                  <a:pt x="1177" y="131"/>
                </a:cubicBezTo>
                <a:cubicBezTo>
                  <a:pt x="1162" y="122"/>
                  <a:pt x="1157" y="121"/>
                  <a:pt x="1153" y="118"/>
                </a:cubicBezTo>
                <a:cubicBezTo>
                  <a:pt x="1092" y="91"/>
                  <a:pt x="1083" y="87"/>
                  <a:pt x="1076" y="81"/>
                </a:cubicBezTo>
                <a:cubicBezTo>
                  <a:pt x="1016" y="51"/>
                  <a:pt x="1006" y="48"/>
                  <a:pt x="998" y="44"/>
                </a:cubicBezTo>
                <a:cubicBezTo>
                  <a:pt x="966" y="24"/>
                  <a:pt x="957" y="21"/>
                  <a:pt x="951" y="15"/>
                </a:cubicBezTo>
                <a:cubicBezTo>
                  <a:pt x="901" y="0"/>
                  <a:pt x="901" y="0"/>
                  <a:pt x="901" y="0"/>
                </a:cubicBezTo>
                <a:close/>
                <a:moveTo>
                  <a:pt x="1096" y="23"/>
                </a:moveTo>
                <a:cubicBezTo>
                  <a:pt x="1108" y="25"/>
                  <a:pt x="1112" y="33"/>
                  <a:pt x="1125" y="34"/>
                </a:cubicBezTo>
                <a:cubicBezTo>
                  <a:pt x="1154" y="53"/>
                  <a:pt x="1163" y="51"/>
                  <a:pt x="1163" y="57"/>
                </a:cubicBezTo>
                <a:cubicBezTo>
                  <a:pt x="1224" y="83"/>
                  <a:pt x="1241" y="93"/>
                  <a:pt x="1261" y="100"/>
                </a:cubicBezTo>
                <a:cubicBezTo>
                  <a:pt x="1309" y="119"/>
                  <a:pt x="1319" y="116"/>
                  <a:pt x="1321" y="121"/>
                </a:cubicBezTo>
                <a:cubicBezTo>
                  <a:pt x="1483" y="135"/>
                  <a:pt x="1494" y="132"/>
                  <a:pt x="1508" y="132"/>
                </a:cubicBezTo>
                <a:cubicBezTo>
                  <a:pt x="1513" y="124"/>
                  <a:pt x="1524" y="129"/>
                  <a:pt x="1522" y="121"/>
                </a:cubicBezTo>
                <a:cubicBezTo>
                  <a:pt x="1429" y="114"/>
                  <a:pt x="1421" y="115"/>
                  <a:pt x="1415" y="115"/>
                </a:cubicBezTo>
                <a:cubicBezTo>
                  <a:pt x="1377" y="104"/>
                  <a:pt x="1367" y="106"/>
                  <a:pt x="1365" y="100"/>
                </a:cubicBezTo>
                <a:cubicBezTo>
                  <a:pt x="1321" y="90"/>
                  <a:pt x="1313" y="84"/>
                  <a:pt x="1302" y="82"/>
                </a:cubicBezTo>
                <a:cubicBezTo>
                  <a:pt x="1242" y="52"/>
                  <a:pt x="1240" y="47"/>
                  <a:pt x="1233" y="47"/>
                </a:cubicBezTo>
                <a:cubicBezTo>
                  <a:pt x="1284" y="57"/>
                  <a:pt x="1302" y="60"/>
                  <a:pt x="1318" y="64"/>
                </a:cubicBezTo>
                <a:cubicBezTo>
                  <a:pt x="1452" y="80"/>
                  <a:pt x="1459" y="83"/>
                  <a:pt x="1464" y="79"/>
                </a:cubicBezTo>
                <a:cubicBezTo>
                  <a:pt x="1275" y="49"/>
                  <a:pt x="1260" y="41"/>
                  <a:pt x="1240" y="39"/>
                </a:cubicBezTo>
                <a:cubicBezTo>
                  <a:pt x="1219" y="31"/>
                  <a:pt x="1217" y="26"/>
                  <a:pt x="1208" y="27"/>
                </a:cubicBezTo>
                <a:cubicBezTo>
                  <a:pt x="1171" y="4"/>
                  <a:pt x="1160" y="6"/>
                  <a:pt x="1156" y="2"/>
                </a:cubicBezTo>
                <a:cubicBezTo>
                  <a:pt x="1119" y="4"/>
                  <a:pt x="1126" y="9"/>
                  <a:pt x="1136" y="10"/>
                </a:cubicBezTo>
                <a:cubicBezTo>
                  <a:pt x="1169" y="30"/>
                  <a:pt x="1176" y="28"/>
                  <a:pt x="1177" y="31"/>
                </a:cubicBezTo>
                <a:cubicBezTo>
                  <a:pt x="1206" y="45"/>
                  <a:pt x="1215" y="46"/>
                  <a:pt x="1220" y="49"/>
                </a:cubicBezTo>
                <a:cubicBezTo>
                  <a:pt x="1280" y="78"/>
                  <a:pt x="1290" y="84"/>
                  <a:pt x="1302" y="88"/>
                </a:cubicBezTo>
                <a:cubicBezTo>
                  <a:pt x="1327" y="100"/>
                  <a:pt x="1331" y="99"/>
                  <a:pt x="1335" y="100"/>
                </a:cubicBezTo>
                <a:cubicBezTo>
                  <a:pt x="1385" y="116"/>
                  <a:pt x="1401" y="116"/>
                  <a:pt x="1413" y="121"/>
                </a:cubicBezTo>
                <a:cubicBezTo>
                  <a:pt x="1486" y="126"/>
                  <a:pt x="1486" y="125"/>
                  <a:pt x="1495" y="127"/>
                </a:cubicBezTo>
                <a:cubicBezTo>
                  <a:pt x="1458" y="133"/>
                  <a:pt x="1456" y="132"/>
                  <a:pt x="1443" y="133"/>
                </a:cubicBezTo>
                <a:cubicBezTo>
                  <a:pt x="1346" y="119"/>
                  <a:pt x="1337" y="119"/>
                  <a:pt x="1334" y="115"/>
                </a:cubicBezTo>
                <a:cubicBezTo>
                  <a:pt x="1283" y="98"/>
                  <a:pt x="1273" y="101"/>
                  <a:pt x="1274" y="94"/>
                </a:cubicBezTo>
                <a:cubicBezTo>
                  <a:pt x="1197" y="60"/>
                  <a:pt x="1189" y="61"/>
                  <a:pt x="1185" y="57"/>
                </a:cubicBezTo>
                <a:cubicBezTo>
                  <a:pt x="1136" y="33"/>
                  <a:pt x="1127" y="28"/>
                  <a:pt x="1118" y="23"/>
                </a:cubicBezTo>
                <a:cubicBezTo>
                  <a:pt x="1081" y="8"/>
                  <a:pt x="1076" y="3"/>
                  <a:pt x="1068" y="0"/>
                </a:cubicBezTo>
                <a:cubicBezTo>
                  <a:pt x="1077" y="14"/>
                  <a:pt x="1089" y="16"/>
                  <a:pt x="1096" y="23"/>
                </a:cubicBezTo>
                <a:close/>
                <a:moveTo>
                  <a:pt x="979" y="13"/>
                </a:moveTo>
                <a:cubicBezTo>
                  <a:pt x="986" y="13"/>
                  <a:pt x="987" y="17"/>
                  <a:pt x="992" y="18"/>
                </a:cubicBezTo>
                <a:cubicBezTo>
                  <a:pt x="1035" y="35"/>
                  <a:pt x="1037" y="39"/>
                  <a:pt x="1039" y="43"/>
                </a:cubicBezTo>
                <a:cubicBezTo>
                  <a:pt x="1082" y="59"/>
                  <a:pt x="1083" y="64"/>
                  <a:pt x="1089" y="64"/>
                </a:cubicBezTo>
                <a:cubicBezTo>
                  <a:pt x="1163" y="104"/>
                  <a:pt x="1170" y="102"/>
                  <a:pt x="1173" y="105"/>
                </a:cubicBezTo>
                <a:cubicBezTo>
                  <a:pt x="1200" y="116"/>
                  <a:pt x="1202" y="117"/>
                  <a:pt x="1203" y="119"/>
                </a:cubicBezTo>
                <a:cubicBezTo>
                  <a:pt x="1236" y="133"/>
                  <a:pt x="1244" y="134"/>
                  <a:pt x="1249" y="139"/>
                </a:cubicBezTo>
                <a:cubicBezTo>
                  <a:pt x="1273" y="146"/>
                  <a:pt x="1277" y="147"/>
                  <a:pt x="1279" y="149"/>
                </a:cubicBezTo>
                <a:cubicBezTo>
                  <a:pt x="1302" y="160"/>
                  <a:pt x="1315" y="152"/>
                  <a:pt x="1314" y="158"/>
                </a:cubicBezTo>
                <a:cubicBezTo>
                  <a:pt x="1355" y="161"/>
                  <a:pt x="1375" y="162"/>
                  <a:pt x="1394" y="162"/>
                </a:cubicBezTo>
                <a:cubicBezTo>
                  <a:pt x="1429" y="161"/>
                  <a:pt x="1435" y="155"/>
                  <a:pt x="1429" y="154"/>
                </a:cubicBezTo>
                <a:cubicBezTo>
                  <a:pt x="1393" y="155"/>
                  <a:pt x="1392" y="157"/>
                  <a:pt x="1381" y="155"/>
                </a:cubicBezTo>
                <a:cubicBezTo>
                  <a:pt x="1358" y="157"/>
                  <a:pt x="1347" y="153"/>
                  <a:pt x="1338" y="154"/>
                </a:cubicBezTo>
                <a:cubicBezTo>
                  <a:pt x="1234" y="126"/>
                  <a:pt x="1232" y="119"/>
                  <a:pt x="1223" y="119"/>
                </a:cubicBezTo>
                <a:cubicBezTo>
                  <a:pt x="1147" y="88"/>
                  <a:pt x="1147" y="80"/>
                  <a:pt x="1139" y="80"/>
                </a:cubicBezTo>
                <a:cubicBezTo>
                  <a:pt x="1111" y="65"/>
                  <a:pt x="1099" y="60"/>
                  <a:pt x="1087" y="55"/>
                </a:cubicBezTo>
                <a:cubicBezTo>
                  <a:pt x="1033" y="27"/>
                  <a:pt x="1028" y="24"/>
                  <a:pt x="1022" y="21"/>
                </a:cubicBezTo>
                <a:cubicBezTo>
                  <a:pt x="956" y="0"/>
                  <a:pt x="956" y="0"/>
                  <a:pt x="956" y="0"/>
                </a:cubicBezTo>
                <a:close/>
                <a:moveTo>
                  <a:pt x="1304" y="25"/>
                </a:moveTo>
                <a:cubicBezTo>
                  <a:pt x="1335" y="32"/>
                  <a:pt x="1379" y="35"/>
                  <a:pt x="1419" y="41"/>
                </a:cubicBezTo>
                <a:cubicBezTo>
                  <a:pt x="1435" y="41"/>
                  <a:pt x="1451" y="41"/>
                  <a:pt x="1467" y="42"/>
                </a:cubicBezTo>
                <a:cubicBezTo>
                  <a:pt x="1473" y="45"/>
                  <a:pt x="1476" y="40"/>
                  <a:pt x="1486" y="42"/>
                </a:cubicBezTo>
                <a:cubicBezTo>
                  <a:pt x="1491" y="42"/>
                  <a:pt x="1495" y="42"/>
                  <a:pt x="1499" y="42"/>
                </a:cubicBezTo>
                <a:cubicBezTo>
                  <a:pt x="1503" y="41"/>
                  <a:pt x="1511" y="45"/>
                  <a:pt x="1510" y="40"/>
                </a:cubicBezTo>
                <a:cubicBezTo>
                  <a:pt x="1508" y="38"/>
                  <a:pt x="1505" y="37"/>
                  <a:pt x="1500" y="38"/>
                </a:cubicBezTo>
                <a:cubicBezTo>
                  <a:pt x="1498" y="39"/>
                  <a:pt x="1489" y="43"/>
                  <a:pt x="1489" y="38"/>
                </a:cubicBezTo>
                <a:cubicBezTo>
                  <a:pt x="1477" y="38"/>
                  <a:pt x="1478" y="38"/>
                  <a:pt x="1467" y="39"/>
                </a:cubicBezTo>
                <a:cubicBezTo>
                  <a:pt x="1458" y="35"/>
                  <a:pt x="1442" y="38"/>
                  <a:pt x="1430" y="36"/>
                </a:cubicBezTo>
                <a:cubicBezTo>
                  <a:pt x="1426" y="33"/>
                  <a:pt x="1423" y="35"/>
                  <a:pt x="1419" y="36"/>
                </a:cubicBezTo>
                <a:cubicBezTo>
                  <a:pt x="1417" y="31"/>
                  <a:pt x="1405" y="35"/>
                  <a:pt x="1399" y="34"/>
                </a:cubicBezTo>
                <a:cubicBezTo>
                  <a:pt x="1393" y="30"/>
                  <a:pt x="1379" y="33"/>
                  <a:pt x="1369" y="29"/>
                </a:cubicBezTo>
                <a:cubicBezTo>
                  <a:pt x="1366" y="28"/>
                  <a:pt x="1363" y="28"/>
                  <a:pt x="1360" y="28"/>
                </a:cubicBezTo>
                <a:cubicBezTo>
                  <a:pt x="1356" y="29"/>
                  <a:pt x="1355" y="25"/>
                  <a:pt x="1354" y="28"/>
                </a:cubicBezTo>
                <a:cubicBezTo>
                  <a:pt x="1352" y="23"/>
                  <a:pt x="1338" y="29"/>
                  <a:pt x="1336" y="23"/>
                </a:cubicBezTo>
                <a:cubicBezTo>
                  <a:pt x="1311" y="21"/>
                  <a:pt x="1288" y="17"/>
                  <a:pt x="1269" y="9"/>
                </a:cubicBezTo>
                <a:cubicBezTo>
                  <a:pt x="1257" y="8"/>
                  <a:pt x="1250" y="4"/>
                  <a:pt x="1241" y="0"/>
                </a:cubicBezTo>
                <a:cubicBezTo>
                  <a:pt x="1214" y="0"/>
                  <a:pt x="1214" y="0"/>
                  <a:pt x="1214" y="0"/>
                </a:cubicBezTo>
                <a:cubicBezTo>
                  <a:pt x="1225" y="4"/>
                  <a:pt x="1237" y="7"/>
                  <a:pt x="1249" y="11"/>
                </a:cubicBezTo>
                <a:cubicBezTo>
                  <a:pt x="1265" y="18"/>
                  <a:pt x="1285" y="21"/>
                  <a:pt x="1304" y="25"/>
                </a:cubicBezTo>
                <a:close/>
                <a:moveTo>
                  <a:pt x="883" y="9"/>
                </a:moveTo>
                <a:cubicBezTo>
                  <a:pt x="887" y="14"/>
                  <a:pt x="895" y="14"/>
                  <a:pt x="898" y="20"/>
                </a:cubicBezTo>
                <a:cubicBezTo>
                  <a:pt x="913" y="36"/>
                  <a:pt x="920" y="33"/>
                  <a:pt x="922" y="36"/>
                </a:cubicBezTo>
                <a:cubicBezTo>
                  <a:pt x="951" y="55"/>
                  <a:pt x="953" y="62"/>
                  <a:pt x="960" y="63"/>
                </a:cubicBezTo>
                <a:cubicBezTo>
                  <a:pt x="985" y="82"/>
                  <a:pt x="997" y="88"/>
                  <a:pt x="1008" y="95"/>
                </a:cubicBezTo>
                <a:cubicBezTo>
                  <a:pt x="1077" y="135"/>
                  <a:pt x="1084" y="133"/>
                  <a:pt x="1085" y="136"/>
                </a:cubicBezTo>
                <a:cubicBezTo>
                  <a:pt x="1124" y="154"/>
                  <a:pt x="1130" y="165"/>
                  <a:pt x="1148" y="165"/>
                </a:cubicBezTo>
                <a:cubicBezTo>
                  <a:pt x="1177" y="180"/>
                  <a:pt x="1184" y="177"/>
                  <a:pt x="1185" y="182"/>
                </a:cubicBezTo>
                <a:cubicBezTo>
                  <a:pt x="1245" y="198"/>
                  <a:pt x="1249" y="200"/>
                  <a:pt x="1254" y="200"/>
                </a:cubicBezTo>
                <a:cubicBezTo>
                  <a:pt x="1350" y="212"/>
                  <a:pt x="1357" y="219"/>
                  <a:pt x="1360" y="218"/>
                </a:cubicBezTo>
                <a:cubicBezTo>
                  <a:pt x="1358" y="204"/>
                  <a:pt x="1355" y="205"/>
                  <a:pt x="1352" y="207"/>
                </a:cubicBezTo>
                <a:cubicBezTo>
                  <a:pt x="1328" y="204"/>
                  <a:pt x="1321" y="204"/>
                  <a:pt x="1306" y="204"/>
                </a:cubicBezTo>
                <a:cubicBezTo>
                  <a:pt x="1249" y="187"/>
                  <a:pt x="1239" y="190"/>
                  <a:pt x="1237" y="185"/>
                </a:cubicBezTo>
                <a:cubicBezTo>
                  <a:pt x="1165" y="161"/>
                  <a:pt x="1154" y="164"/>
                  <a:pt x="1152" y="159"/>
                </a:cubicBezTo>
                <a:cubicBezTo>
                  <a:pt x="1126" y="149"/>
                  <a:pt x="1124" y="147"/>
                  <a:pt x="1120" y="147"/>
                </a:cubicBezTo>
                <a:cubicBezTo>
                  <a:pt x="1087" y="129"/>
                  <a:pt x="1085" y="124"/>
                  <a:pt x="1077" y="125"/>
                </a:cubicBezTo>
                <a:cubicBezTo>
                  <a:pt x="1047" y="103"/>
                  <a:pt x="1040" y="103"/>
                  <a:pt x="1036" y="100"/>
                </a:cubicBezTo>
                <a:cubicBezTo>
                  <a:pt x="1008" y="81"/>
                  <a:pt x="1003" y="82"/>
                  <a:pt x="999" y="81"/>
                </a:cubicBezTo>
                <a:cubicBezTo>
                  <a:pt x="968" y="59"/>
                  <a:pt x="965" y="56"/>
                  <a:pt x="961" y="54"/>
                </a:cubicBezTo>
                <a:cubicBezTo>
                  <a:pt x="925" y="28"/>
                  <a:pt x="920" y="26"/>
                  <a:pt x="915" y="25"/>
                </a:cubicBezTo>
                <a:cubicBezTo>
                  <a:pt x="893" y="5"/>
                  <a:pt x="887" y="4"/>
                  <a:pt x="885" y="1"/>
                </a:cubicBezTo>
                <a:cubicBezTo>
                  <a:pt x="872" y="5"/>
                  <a:pt x="878" y="6"/>
                  <a:pt x="883" y="9"/>
                </a:cubicBezTo>
                <a:close/>
                <a:moveTo>
                  <a:pt x="1280" y="0"/>
                </a:moveTo>
                <a:cubicBezTo>
                  <a:pt x="1280" y="0"/>
                  <a:pt x="1280" y="0"/>
                  <a:pt x="1280" y="0"/>
                </a:cubicBezTo>
                <a:cubicBezTo>
                  <a:pt x="1280" y="0"/>
                  <a:pt x="1280" y="0"/>
                  <a:pt x="1280" y="0"/>
                </a:cubicBezTo>
                <a:cubicBezTo>
                  <a:pt x="1280" y="0"/>
                  <a:pt x="1280" y="0"/>
                  <a:pt x="1280" y="0"/>
                </a:cubicBezTo>
                <a:close/>
                <a:moveTo>
                  <a:pt x="833" y="8"/>
                </a:moveTo>
                <a:cubicBezTo>
                  <a:pt x="837" y="12"/>
                  <a:pt x="843" y="13"/>
                  <a:pt x="846" y="17"/>
                </a:cubicBezTo>
                <a:cubicBezTo>
                  <a:pt x="882" y="51"/>
                  <a:pt x="891" y="50"/>
                  <a:pt x="893" y="55"/>
                </a:cubicBezTo>
                <a:cubicBezTo>
                  <a:pt x="911" y="66"/>
                  <a:pt x="911" y="74"/>
                  <a:pt x="916" y="75"/>
                </a:cubicBezTo>
                <a:cubicBezTo>
                  <a:pt x="986" y="136"/>
                  <a:pt x="988" y="138"/>
                  <a:pt x="991" y="138"/>
                </a:cubicBezTo>
                <a:cubicBezTo>
                  <a:pt x="1014" y="162"/>
                  <a:pt x="1027" y="164"/>
                  <a:pt x="1032" y="172"/>
                </a:cubicBezTo>
                <a:cubicBezTo>
                  <a:pt x="1049" y="184"/>
                  <a:pt x="1054" y="186"/>
                  <a:pt x="1056" y="192"/>
                </a:cubicBezTo>
                <a:cubicBezTo>
                  <a:pt x="1096" y="211"/>
                  <a:pt x="1102" y="220"/>
                  <a:pt x="1114" y="224"/>
                </a:cubicBezTo>
                <a:cubicBezTo>
                  <a:pt x="1182" y="262"/>
                  <a:pt x="1192" y="266"/>
                  <a:pt x="1202" y="271"/>
                </a:cubicBezTo>
                <a:cubicBezTo>
                  <a:pt x="1247" y="288"/>
                  <a:pt x="1251" y="287"/>
                  <a:pt x="1252" y="290"/>
                </a:cubicBezTo>
                <a:cubicBezTo>
                  <a:pt x="1295" y="297"/>
                  <a:pt x="1305" y="294"/>
                  <a:pt x="1304" y="287"/>
                </a:cubicBezTo>
                <a:cubicBezTo>
                  <a:pt x="1296" y="277"/>
                  <a:pt x="1294" y="287"/>
                  <a:pt x="1291" y="286"/>
                </a:cubicBezTo>
                <a:cubicBezTo>
                  <a:pt x="1240" y="278"/>
                  <a:pt x="1233" y="274"/>
                  <a:pt x="1224" y="272"/>
                </a:cubicBezTo>
                <a:cubicBezTo>
                  <a:pt x="1177" y="250"/>
                  <a:pt x="1172" y="250"/>
                  <a:pt x="1170" y="247"/>
                </a:cubicBezTo>
                <a:cubicBezTo>
                  <a:pt x="1150" y="240"/>
                  <a:pt x="1150" y="230"/>
                  <a:pt x="1138" y="231"/>
                </a:cubicBezTo>
                <a:cubicBezTo>
                  <a:pt x="1116" y="211"/>
                  <a:pt x="1101" y="214"/>
                  <a:pt x="1099" y="206"/>
                </a:cubicBezTo>
                <a:cubicBezTo>
                  <a:pt x="1054" y="177"/>
                  <a:pt x="1048" y="173"/>
                  <a:pt x="1043" y="168"/>
                </a:cubicBezTo>
                <a:cubicBezTo>
                  <a:pt x="1011" y="146"/>
                  <a:pt x="999" y="136"/>
                  <a:pt x="987" y="127"/>
                </a:cubicBezTo>
                <a:cubicBezTo>
                  <a:pt x="971" y="108"/>
                  <a:pt x="966" y="108"/>
                  <a:pt x="962" y="107"/>
                </a:cubicBezTo>
                <a:cubicBezTo>
                  <a:pt x="940" y="87"/>
                  <a:pt x="938" y="84"/>
                  <a:pt x="934" y="82"/>
                </a:cubicBezTo>
                <a:cubicBezTo>
                  <a:pt x="885" y="38"/>
                  <a:pt x="878" y="37"/>
                  <a:pt x="876" y="31"/>
                </a:cubicBezTo>
                <a:cubicBezTo>
                  <a:pt x="860" y="15"/>
                  <a:pt x="853" y="14"/>
                  <a:pt x="850" y="8"/>
                </a:cubicBezTo>
                <a:cubicBezTo>
                  <a:pt x="828" y="2"/>
                  <a:pt x="832" y="4"/>
                  <a:pt x="833" y="8"/>
                </a:cubicBezTo>
                <a:close/>
                <a:moveTo>
                  <a:pt x="750" y="19"/>
                </a:moveTo>
                <a:cubicBezTo>
                  <a:pt x="756" y="21"/>
                  <a:pt x="760" y="24"/>
                  <a:pt x="763" y="28"/>
                </a:cubicBezTo>
                <a:cubicBezTo>
                  <a:pt x="795" y="48"/>
                  <a:pt x="793" y="58"/>
                  <a:pt x="801" y="58"/>
                </a:cubicBezTo>
                <a:cubicBezTo>
                  <a:pt x="830" y="88"/>
                  <a:pt x="839" y="94"/>
                  <a:pt x="846" y="102"/>
                </a:cubicBezTo>
                <a:cubicBezTo>
                  <a:pt x="861" y="116"/>
                  <a:pt x="865" y="120"/>
                  <a:pt x="867" y="124"/>
                </a:cubicBezTo>
                <a:cubicBezTo>
                  <a:pt x="917" y="168"/>
                  <a:pt x="917" y="172"/>
                  <a:pt x="919" y="174"/>
                </a:cubicBezTo>
                <a:cubicBezTo>
                  <a:pt x="944" y="198"/>
                  <a:pt x="950" y="207"/>
                  <a:pt x="957" y="214"/>
                </a:cubicBezTo>
                <a:cubicBezTo>
                  <a:pt x="1014" y="262"/>
                  <a:pt x="1021" y="270"/>
                  <a:pt x="1032" y="274"/>
                </a:cubicBezTo>
                <a:cubicBezTo>
                  <a:pt x="1086" y="317"/>
                  <a:pt x="1095" y="316"/>
                  <a:pt x="1096" y="321"/>
                </a:cubicBezTo>
                <a:cubicBezTo>
                  <a:pt x="1138" y="334"/>
                  <a:pt x="1141" y="339"/>
                  <a:pt x="1148" y="340"/>
                </a:cubicBezTo>
                <a:cubicBezTo>
                  <a:pt x="1136" y="331"/>
                  <a:pt x="1110" y="323"/>
                  <a:pt x="1092" y="308"/>
                </a:cubicBezTo>
                <a:cubicBezTo>
                  <a:pt x="1045" y="279"/>
                  <a:pt x="1047" y="273"/>
                  <a:pt x="1041" y="274"/>
                </a:cubicBezTo>
                <a:cubicBezTo>
                  <a:pt x="1014" y="255"/>
                  <a:pt x="1012" y="250"/>
                  <a:pt x="1006" y="247"/>
                </a:cubicBezTo>
                <a:cubicBezTo>
                  <a:pt x="990" y="232"/>
                  <a:pt x="985" y="227"/>
                  <a:pt x="981" y="223"/>
                </a:cubicBezTo>
                <a:cubicBezTo>
                  <a:pt x="959" y="204"/>
                  <a:pt x="956" y="201"/>
                  <a:pt x="955" y="198"/>
                </a:cubicBezTo>
                <a:cubicBezTo>
                  <a:pt x="920" y="167"/>
                  <a:pt x="916" y="155"/>
                  <a:pt x="904" y="151"/>
                </a:cubicBezTo>
                <a:cubicBezTo>
                  <a:pt x="889" y="134"/>
                  <a:pt x="887" y="129"/>
                  <a:pt x="880" y="127"/>
                </a:cubicBezTo>
                <a:cubicBezTo>
                  <a:pt x="843" y="89"/>
                  <a:pt x="841" y="87"/>
                  <a:pt x="840" y="85"/>
                </a:cubicBezTo>
                <a:cubicBezTo>
                  <a:pt x="818" y="66"/>
                  <a:pt x="818" y="62"/>
                  <a:pt x="817" y="60"/>
                </a:cubicBezTo>
                <a:cubicBezTo>
                  <a:pt x="790" y="41"/>
                  <a:pt x="790" y="33"/>
                  <a:pt x="782" y="33"/>
                </a:cubicBezTo>
                <a:cubicBezTo>
                  <a:pt x="747" y="6"/>
                  <a:pt x="748" y="2"/>
                  <a:pt x="746" y="0"/>
                </a:cubicBezTo>
                <a:cubicBezTo>
                  <a:pt x="739" y="12"/>
                  <a:pt x="750" y="11"/>
                  <a:pt x="750" y="19"/>
                </a:cubicBezTo>
                <a:close/>
                <a:moveTo>
                  <a:pt x="709" y="12"/>
                </a:moveTo>
                <a:cubicBezTo>
                  <a:pt x="713" y="13"/>
                  <a:pt x="713" y="18"/>
                  <a:pt x="715" y="21"/>
                </a:cubicBezTo>
                <a:cubicBezTo>
                  <a:pt x="737" y="43"/>
                  <a:pt x="740" y="46"/>
                  <a:pt x="743" y="50"/>
                </a:cubicBezTo>
                <a:cubicBezTo>
                  <a:pt x="773" y="89"/>
                  <a:pt x="783" y="92"/>
                  <a:pt x="785" y="103"/>
                </a:cubicBezTo>
                <a:cubicBezTo>
                  <a:pt x="812" y="126"/>
                  <a:pt x="818" y="134"/>
                  <a:pt x="823" y="141"/>
                </a:cubicBezTo>
                <a:cubicBezTo>
                  <a:pt x="844" y="164"/>
                  <a:pt x="844" y="170"/>
                  <a:pt x="849" y="172"/>
                </a:cubicBezTo>
                <a:cubicBezTo>
                  <a:pt x="873" y="211"/>
                  <a:pt x="877" y="213"/>
                  <a:pt x="881" y="216"/>
                </a:cubicBezTo>
                <a:cubicBezTo>
                  <a:pt x="937" y="283"/>
                  <a:pt x="953" y="295"/>
                  <a:pt x="966" y="310"/>
                </a:cubicBezTo>
                <a:cubicBezTo>
                  <a:pt x="1005" y="341"/>
                  <a:pt x="1012" y="342"/>
                  <a:pt x="1015" y="346"/>
                </a:cubicBezTo>
                <a:cubicBezTo>
                  <a:pt x="1079" y="381"/>
                  <a:pt x="1093" y="382"/>
                  <a:pt x="1102" y="387"/>
                </a:cubicBezTo>
                <a:cubicBezTo>
                  <a:pt x="1128" y="397"/>
                  <a:pt x="1134" y="397"/>
                  <a:pt x="1134" y="394"/>
                </a:cubicBezTo>
                <a:cubicBezTo>
                  <a:pt x="1057" y="366"/>
                  <a:pt x="1055" y="360"/>
                  <a:pt x="1048" y="360"/>
                </a:cubicBezTo>
                <a:cubicBezTo>
                  <a:pt x="1026" y="342"/>
                  <a:pt x="1019" y="344"/>
                  <a:pt x="1020" y="339"/>
                </a:cubicBezTo>
                <a:cubicBezTo>
                  <a:pt x="983" y="316"/>
                  <a:pt x="981" y="309"/>
                  <a:pt x="975" y="306"/>
                </a:cubicBezTo>
                <a:cubicBezTo>
                  <a:pt x="934" y="271"/>
                  <a:pt x="928" y="260"/>
                  <a:pt x="919" y="250"/>
                </a:cubicBezTo>
                <a:cubicBezTo>
                  <a:pt x="900" y="223"/>
                  <a:pt x="896" y="222"/>
                  <a:pt x="894" y="219"/>
                </a:cubicBezTo>
                <a:cubicBezTo>
                  <a:pt x="844" y="149"/>
                  <a:pt x="837" y="146"/>
                  <a:pt x="834" y="139"/>
                </a:cubicBezTo>
                <a:cubicBezTo>
                  <a:pt x="805" y="108"/>
                  <a:pt x="799" y="109"/>
                  <a:pt x="800" y="103"/>
                </a:cubicBezTo>
                <a:cubicBezTo>
                  <a:pt x="808" y="110"/>
                  <a:pt x="824" y="120"/>
                  <a:pt x="832" y="137"/>
                </a:cubicBezTo>
                <a:cubicBezTo>
                  <a:pt x="914" y="214"/>
                  <a:pt x="916" y="217"/>
                  <a:pt x="918" y="221"/>
                </a:cubicBezTo>
                <a:cubicBezTo>
                  <a:pt x="957" y="254"/>
                  <a:pt x="966" y="257"/>
                  <a:pt x="971" y="264"/>
                </a:cubicBezTo>
                <a:cubicBezTo>
                  <a:pt x="1006" y="292"/>
                  <a:pt x="1013" y="292"/>
                  <a:pt x="1016" y="296"/>
                </a:cubicBezTo>
                <a:cubicBezTo>
                  <a:pt x="1079" y="324"/>
                  <a:pt x="1087" y="328"/>
                  <a:pt x="1096" y="332"/>
                </a:cubicBezTo>
                <a:cubicBezTo>
                  <a:pt x="1182" y="339"/>
                  <a:pt x="1164" y="349"/>
                  <a:pt x="1164" y="342"/>
                </a:cubicBezTo>
                <a:cubicBezTo>
                  <a:pt x="1119" y="336"/>
                  <a:pt x="1120" y="331"/>
                  <a:pt x="1114" y="333"/>
                </a:cubicBezTo>
                <a:cubicBezTo>
                  <a:pt x="1082" y="320"/>
                  <a:pt x="1080" y="318"/>
                  <a:pt x="1077" y="317"/>
                </a:cubicBezTo>
                <a:cubicBezTo>
                  <a:pt x="989" y="266"/>
                  <a:pt x="977" y="261"/>
                  <a:pt x="969" y="251"/>
                </a:cubicBezTo>
                <a:cubicBezTo>
                  <a:pt x="950" y="235"/>
                  <a:pt x="942" y="233"/>
                  <a:pt x="939" y="226"/>
                </a:cubicBezTo>
                <a:cubicBezTo>
                  <a:pt x="906" y="190"/>
                  <a:pt x="899" y="192"/>
                  <a:pt x="899" y="188"/>
                </a:cubicBezTo>
                <a:cubicBezTo>
                  <a:pt x="866" y="157"/>
                  <a:pt x="859" y="155"/>
                  <a:pt x="856" y="148"/>
                </a:cubicBezTo>
                <a:cubicBezTo>
                  <a:pt x="825" y="117"/>
                  <a:pt x="824" y="114"/>
                  <a:pt x="822" y="110"/>
                </a:cubicBezTo>
                <a:cubicBezTo>
                  <a:pt x="801" y="90"/>
                  <a:pt x="798" y="87"/>
                  <a:pt x="796" y="84"/>
                </a:cubicBezTo>
                <a:cubicBezTo>
                  <a:pt x="768" y="53"/>
                  <a:pt x="765" y="51"/>
                  <a:pt x="762" y="48"/>
                </a:cubicBezTo>
                <a:cubicBezTo>
                  <a:pt x="742" y="24"/>
                  <a:pt x="737" y="18"/>
                  <a:pt x="728" y="15"/>
                </a:cubicBezTo>
                <a:cubicBezTo>
                  <a:pt x="704" y="1"/>
                  <a:pt x="705" y="2"/>
                  <a:pt x="707" y="3"/>
                </a:cubicBezTo>
                <a:close/>
                <a:moveTo>
                  <a:pt x="781" y="5"/>
                </a:moveTo>
                <a:cubicBezTo>
                  <a:pt x="780" y="9"/>
                  <a:pt x="783" y="9"/>
                  <a:pt x="785" y="11"/>
                </a:cubicBezTo>
                <a:cubicBezTo>
                  <a:pt x="813" y="32"/>
                  <a:pt x="815" y="38"/>
                  <a:pt x="821" y="41"/>
                </a:cubicBezTo>
                <a:cubicBezTo>
                  <a:pt x="837" y="55"/>
                  <a:pt x="839" y="56"/>
                  <a:pt x="843" y="56"/>
                </a:cubicBezTo>
                <a:cubicBezTo>
                  <a:pt x="873" y="83"/>
                  <a:pt x="883" y="90"/>
                  <a:pt x="892" y="99"/>
                </a:cubicBezTo>
                <a:cubicBezTo>
                  <a:pt x="909" y="114"/>
                  <a:pt x="916" y="117"/>
                  <a:pt x="918" y="123"/>
                </a:cubicBezTo>
                <a:cubicBezTo>
                  <a:pt x="952" y="150"/>
                  <a:pt x="958" y="152"/>
                  <a:pt x="960" y="157"/>
                </a:cubicBezTo>
                <a:cubicBezTo>
                  <a:pt x="1007" y="194"/>
                  <a:pt x="1009" y="196"/>
                  <a:pt x="1010" y="199"/>
                </a:cubicBezTo>
                <a:cubicBezTo>
                  <a:pt x="1034" y="220"/>
                  <a:pt x="1042" y="221"/>
                  <a:pt x="1044" y="226"/>
                </a:cubicBezTo>
                <a:cubicBezTo>
                  <a:pt x="1095" y="265"/>
                  <a:pt x="1104" y="266"/>
                  <a:pt x="1108" y="271"/>
                </a:cubicBezTo>
                <a:cubicBezTo>
                  <a:pt x="1152" y="297"/>
                  <a:pt x="1154" y="304"/>
                  <a:pt x="1162" y="305"/>
                </a:cubicBezTo>
                <a:cubicBezTo>
                  <a:pt x="1183" y="317"/>
                  <a:pt x="1184" y="319"/>
                  <a:pt x="1184" y="321"/>
                </a:cubicBezTo>
                <a:cubicBezTo>
                  <a:pt x="1209" y="327"/>
                  <a:pt x="1216" y="329"/>
                  <a:pt x="1225" y="326"/>
                </a:cubicBezTo>
                <a:cubicBezTo>
                  <a:pt x="1193" y="309"/>
                  <a:pt x="1186" y="309"/>
                  <a:pt x="1182" y="306"/>
                </a:cubicBezTo>
                <a:cubicBezTo>
                  <a:pt x="1131" y="277"/>
                  <a:pt x="1126" y="272"/>
                  <a:pt x="1119" y="270"/>
                </a:cubicBezTo>
                <a:cubicBezTo>
                  <a:pt x="1082" y="240"/>
                  <a:pt x="1074" y="237"/>
                  <a:pt x="1068" y="233"/>
                </a:cubicBezTo>
                <a:cubicBezTo>
                  <a:pt x="1015" y="191"/>
                  <a:pt x="1009" y="187"/>
                  <a:pt x="1004" y="182"/>
                </a:cubicBezTo>
                <a:cubicBezTo>
                  <a:pt x="952" y="138"/>
                  <a:pt x="945" y="135"/>
                  <a:pt x="941" y="128"/>
                </a:cubicBezTo>
                <a:cubicBezTo>
                  <a:pt x="904" y="100"/>
                  <a:pt x="901" y="93"/>
                  <a:pt x="894" y="90"/>
                </a:cubicBezTo>
                <a:cubicBezTo>
                  <a:pt x="858" y="58"/>
                  <a:pt x="853" y="54"/>
                  <a:pt x="847" y="50"/>
                </a:cubicBezTo>
                <a:cubicBezTo>
                  <a:pt x="822" y="26"/>
                  <a:pt x="817" y="26"/>
                  <a:pt x="813" y="25"/>
                </a:cubicBezTo>
                <a:cubicBezTo>
                  <a:pt x="781" y="0"/>
                  <a:pt x="781" y="0"/>
                  <a:pt x="781" y="0"/>
                </a:cubicBezTo>
                <a:close/>
                <a:moveTo>
                  <a:pt x="429" y="17"/>
                </a:moveTo>
                <a:cubicBezTo>
                  <a:pt x="434" y="17"/>
                  <a:pt x="433" y="24"/>
                  <a:pt x="440" y="23"/>
                </a:cubicBezTo>
                <a:cubicBezTo>
                  <a:pt x="504" y="85"/>
                  <a:pt x="517" y="96"/>
                  <a:pt x="530" y="106"/>
                </a:cubicBezTo>
                <a:cubicBezTo>
                  <a:pt x="570" y="139"/>
                  <a:pt x="576" y="139"/>
                  <a:pt x="579" y="142"/>
                </a:cubicBezTo>
                <a:cubicBezTo>
                  <a:pt x="604" y="156"/>
                  <a:pt x="606" y="167"/>
                  <a:pt x="609" y="160"/>
                </a:cubicBezTo>
                <a:cubicBezTo>
                  <a:pt x="583" y="140"/>
                  <a:pt x="574" y="135"/>
                  <a:pt x="569" y="129"/>
                </a:cubicBezTo>
                <a:cubicBezTo>
                  <a:pt x="531" y="105"/>
                  <a:pt x="533" y="96"/>
                  <a:pt x="526" y="97"/>
                </a:cubicBezTo>
                <a:cubicBezTo>
                  <a:pt x="493" y="61"/>
                  <a:pt x="489" y="59"/>
                  <a:pt x="487" y="53"/>
                </a:cubicBezTo>
                <a:cubicBezTo>
                  <a:pt x="450" y="20"/>
                  <a:pt x="443" y="19"/>
                  <a:pt x="442" y="13"/>
                </a:cubicBezTo>
                <a:cubicBezTo>
                  <a:pt x="463" y="26"/>
                  <a:pt x="465" y="28"/>
                  <a:pt x="466" y="31"/>
                </a:cubicBezTo>
                <a:cubicBezTo>
                  <a:pt x="519" y="68"/>
                  <a:pt x="521" y="73"/>
                  <a:pt x="526" y="76"/>
                </a:cubicBezTo>
                <a:cubicBezTo>
                  <a:pt x="542" y="88"/>
                  <a:pt x="542" y="94"/>
                  <a:pt x="547" y="96"/>
                </a:cubicBezTo>
                <a:cubicBezTo>
                  <a:pt x="565" y="108"/>
                  <a:pt x="564" y="115"/>
                  <a:pt x="571" y="116"/>
                </a:cubicBezTo>
                <a:cubicBezTo>
                  <a:pt x="606" y="152"/>
                  <a:pt x="609" y="155"/>
                  <a:pt x="614" y="158"/>
                </a:cubicBezTo>
                <a:cubicBezTo>
                  <a:pt x="619" y="167"/>
                  <a:pt x="612" y="162"/>
                  <a:pt x="611" y="167"/>
                </a:cubicBezTo>
                <a:cubicBezTo>
                  <a:pt x="629" y="174"/>
                  <a:pt x="629" y="177"/>
                  <a:pt x="633" y="176"/>
                </a:cubicBezTo>
                <a:cubicBezTo>
                  <a:pt x="695" y="224"/>
                  <a:pt x="698" y="233"/>
                  <a:pt x="708" y="234"/>
                </a:cubicBezTo>
                <a:cubicBezTo>
                  <a:pt x="693" y="216"/>
                  <a:pt x="685" y="219"/>
                  <a:pt x="684" y="214"/>
                </a:cubicBezTo>
                <a:cubicBezTo>
                  <a:pt x="649" y="191"/>
                  <a:pt x="648" y="181"/>
                  <a:pt x="639" y="178"/>
                </a:cubicBezTo>
                <a:cubicBezTo>
                  <a:pt x="616" y="151"/>
                  <a:pt x="612" y="152"/>
                  <a:pt x="612" y="149"/>
                </a:cubicBezTo>
                <a:cubicBezTo>
                  <a:pt x="596" y="135"/>
                  <a:pt x="596" y="129"/>
                  <a:pt x="593" y="127"/>
                </a:cubicBezTo>
                <a:cubicBezTo>
                  <a:pt x="564" y="105"/>
                  <a:pt x="565" y="101"/>
                  <a:pt x="563" y="100"/>
                </a:cubicBezTo>
                <a:cubicBezTo>
                  <a:pt x="537" y="78"/>
                  <a:pt x="536" y="72"/>
                  <a:pt x="531" y="71"/>
                </a:cubicBezTo>
                <a:cubicBezTo>
                  <a:pt x="517" y="59"/>
                  <a:pt x="516" y="57"/>
                  <a:pt x="516" y="53"/>
                </a:cubicBezTo>
                <a:cubicBezTo>
                  <a:pt x="486" y="37"/>
                  <a:pt x="484" y="26"/>
                  <a:pt x="473" y="24"/>
                </a:cubicBezTo>
                <a:cubicBezTo>
                  <a:pt x="427" y="0"/>
                  <a:pt x="427" y="0"/>
                  <a:pt x="427" y="0"/>
                </a:cubicBezTo>
                <a:cubicBezTo>
                  <a:pt x="438" y="11"/>
                  <a:pt x="441" y="12"/>
                  <a:pt x="438" y="13"/>
                </a:cubicBezTo>
                <a:cubicBezTo>
                  <a:pt x="423" y="1"/>
                  <a:pt x="422" y="1"/>
                  <a:pt x="422" y="0"/>
                </a:cubicBezTo>
                <a:cubicBezTo>
                  <a:pt x="424" y="10"/>
                  <a:pt x="427" y="13"/>
                  <a:pt x="429" y="17"/>
                </a:cubicBezTo>
                <a:close/>
                <a:moveTo>
                  <a:pt x="385" y="151"/>
                </a:moveTo>
                <a:cubicBezTo>
                  <a:pt x="384" y="148"/>
                  <a:pt x="382" y="146"/>
                  <a:pt x="378" y="146"/>
                </a:cubicBezTo>
                <a:cubicBezTo>
                  <a:pt x="359" y="123"/>
                  <a:pt x="353" y="121"/>
                  <a:pt x="349" y="117"/>
                </a:cubicBezTo>
                <a:cubicBezTo>
                  <a:pt x="312" y="78"/>
                  <a:pt x="306" y="76"/>
                  <a:pt x="304" y="71"/>
                </a:cubicBezTo>
                <a:cubicBezTo>
                  <a:pt x="278" y="47"/>
                  <a:pt x="276" y="45"/>
                  <a:pt x="276" y="42"/>
                </a:cubicBezTo>
                <a:cubicBezTo>
                  <a:pt x="256" y="35"/>
                  <a:pt x="262" y="26"/>
                  <a:pt x="255" y="28"/>
                </a:cubicBezTo>
                <a:cubicBezTo>
                  <a:pt x="207" y="0"/>
                  <a:pt x="207" y="0"/>
                  <a:pt x="207" y="0"/>
                </a:cubicBezTo>
                <a:cubicBezTo>
                  <a:pt x="240" y="25"/>
                  <a:pt x="245" y="33"/>
                  <a:pt x="254" y="37"/>
                </a:cubicBezTo>
                <a:cubicBezTo>
                  <a:pt x="280" y="63"/>
                  <a:pt x="289" y="68"/>
                  <a:pt x="295" y="75"/>
                </a:cubicBezTo>
                <a:cubicBezTo>
                  <a:pt x="336" y="116"/>
                  <a:pt x="339" y="115"/>
                  <a:pt x="340" y="117"/>
                </a:cubicBezTo>
                <a:cubicBezTo>
                  <a:pt x="359" y="135"/>
                  <a:pt x="363" y="137"/>
                  <a:pt x="368" y="137"/>
                </a:cubicBezTo>
                <a:cubicBezTo>
                  <a:pt x="389" y="157"/>
                  <a:pt x="395" y="166"/>
                  <a:pt x="398" y="160"/>
                </a:cubicBezTo>
                <a:close/>
                <a:moveTo>
                  <a:pt x="1507" y="2099"/>
                </a:moveTo>
                <a:cubicBezTo>
                  <a:pt x="1503" y="2109"/>
                  <a:pt x="1496" y="2117"/>
                  <a:pt x="1494" y="2129"/>
                </a:cubicBezTo>
                <a:cubicBezTo>
                  <a:pt x="1487" y="2132"/>
                  <a:pt x="1486" y="2141"/>
                  <a:pt x="1481" y="2145"/>
                </a:cubicBezTo>
                <a:cubicBezTo>
                  <a:pt x="1478" y="2151"/>
                  <a:pt x="1471" y="2153"/>
                  <a:pt x="1468" y="2160"/>
                </a:cubicBezTo>
                <a:cubicBezTo>
                  <a:pt x="1468" y="2160"/>
                  <a:pt x="1467" y="2160"/>
                  <a:pt x="1467" y="2160"/>
                </a:cubicBezTo>
                <a:cubicBezTo>
                  <a:pt x="1479" y="2160"/>
                  <a:pt x="1479" y="2160"/>
                  <a:pt x="1479" y="2160"/>
                </a:cubicBezTo>
                <a:cubicBezTo>
                  <a:pt x="1481" y="2159"/>
                  <a:pt x="1482" y="2158"/>
                  <a:pt x="1481" y="2155"/>
                </a:cubicBezTo>
                <a:cubicBezTo>
                  <a:pt x="1488" y="2155"/>
                  <a:pt x="1487" y="2146"/>
                  <a:pt x="1494" y="2145"/>
                </a:cubicBezTo>
                <a:cubicBezTo>
                  <a:pt x="1495" y="2139"/>
                  <a:pt x="1496" y="2135"/>
                  <a:pt x="1501" y="2134"/>
                </a:cubicBezTo>
                <a:cubicBezTo>
                  <a:pt x="1501" y="2128"/>
                  <a:pt x="1505" y="2126"/>
                  <a:pt x="1507" y="2123"/>
                </a:cubicBezTo>
                <a:cubicBezTo>
                  <a:pt x="1505" y="2116"/>
                  <a:pt x="1511" y="2116"/>
                  <a:pt x="1509" y="2110"/>
                </a:cubicBezTo>
                <a:cubicBezTo>
                  <a:pt x="1512" y="2107"/>
                  <a:pt x="1513" y="2099"/>
                  <a:pt x="1507" y="2099"/>
                </a:cubicBezTo>
                <a:close/>
                <a:moveTo>
                  <a:pt x="1509" y="2042"/>
                </a:moveTo>
                <a:cubicBezTo>
                  <a:pt x="1498" y="2041"/>
                  <a:pt x="1501" y="2053"/>
                  <a:pt x="1494" y="2055"/>
                </a:cubicBezTo>
                <a:cubicBezTo>
                  <a:pt x="1489" y="2060"/>
                  <a:pt x="1487" y="2067"/>
                  <a:pt x="1481" y="2070"/>
                </a:cubicBezTo>
                <a:cubicBezTo>
                  <a:pt x="1478" y="2077"/>
                  <a:pt x="1471" y="2079"/>
                  <a:pt x="1468" y="2086"/>
                </a:cubicBezTo>
                <a:cubicBezTo>
                  <a:pt x="1463" y="2091"/>
                  <a:pt x="1460" y="2098"/>
                  <a:pt x="1453" y="2101"/>
                </a:cubicBezTo>
                <a:cubicBezTo>
                  <a:pt x="1435" y="2123"/>
                  <a:pt x="1408" y="2135"/>
                  <a:pt x="1389" y="2155"/>
                </a:cubicBezTo>
                <a:cubicBezTo>
                  <a:pt x="1389" y="2159"/>
                  <a:pt x="1384" y="2158"/>
                  <a:pt x="1383" y="2160"/>
                </a:cubicBezTo>
                <a:cubicBezTo>
                  <a:pt x="1396" y="2160"/>
                  <a:pt x="1396" y="2160"/>
                  <a:pt x="1396" y="2160"/>
                </a:cubicBezTo>
                <a:cubicBezTo>
                  <a:pt x="1400" y="2158"/>
                  <a:pt x="1402" y="2154"/>
                  <a:pt x="1405" y="2151"/>
                </a:cubicBezTo>
                <a:cubicBezTo>
                  <a:pt x="1409" y="2147"/>
                  <a:pt x="1415" y="2146"/>
                  <a:pt x="1418" y="2140"/>
                </a:cubicBezTo>
                <a:cubicBezTo>
                  <a:pt x="1420" y="2139"/>
                  <a:pt x="1423" y="2138"/>
                  <a:pt x="1424" y="2136"/>
                </a:cubicBezTo>
                <a:cubicBezTo>
                  <a:pt x="1425" y="2132"/>
                  <a:pt x="1432" y="2134"/>
                  <a:pt x="1433" y="2131"/>
                </a:cubicBezTo>
                <a:cubicBezTo>
                  <a:pt x="1440" y="2124"/>
                  <a:pt x="1449" y="2117"/>
                  <a:pt x="1457" y="2110"/>
                </a:cubicBezTo>
                <a:cubicBezTo>
                  <a:pt x="1459" y="2104"/>
                  <a:pt x="1466" y="2102"/>
                  <a:pt x="1468" y="2097"/>
                </a:cubicBezTo>
                <a:cubicBezTo>
                  <a:pt x="1471" y="2091"/>
                  <a:pt x="1475" y="2087"/>
                  <a:pt x="1479" y="2083"/>
                </a:cubicBezTo>
                <a:cubicBezTo>
                  <a:pt x="1485" y="2075"/>
                  <a:pt x="1493" y="2067"/>
                  <a:pt x="1498" y="2057"/>
                </a:cubicBezTo>
                <a:cubicBezTo>
                  <a:pt x="1501" y="2056"/>
                  <a:pt x="1503" y="2055"/>
                  <a:pt x="1503" y="2051"/>
                </a:cubicBezTo>
                <a:cubicBezTo>
                  <a:pt x="1505" y="2049"/>
                  <a:pt x="1507" y="2046"/>
                  <a:pt x="1509" y="2044"/>
                </a:cubicBezTo>
                <a:cubicBezTo>
                  <a:pt x="1513" y="2044"/>
                  <a:pt x="1510" y="2038"/>
                  <a:pt x="1514" y="2038"/>
                </a:cubicBezTo>
                <a:cubicBezTo>
                  <a:pt x="1512" y="2032"/>
                  <a:pt x="1518" y="2033"/>
                  <a:pt x="1518" y="2029"/>
                </a:cubicBezTo>
                <a:cubicBezTo>
                  <a:pt x="1511" y="2029"/>
                  <a:pt x="1510" y="2035"/>
                  <a:pt x="1509" y="2042"/>
                </a:cubicBezTo>
                <a:close/>
                <a:moveTo>
                  <a:pt x="1392" y="2125"/>
                </a:moveTo>
                <a:cubicBezTo>
                  <a:pt x="1392" y="2119"/>
                  <a:pt x="1401" y="2121"/>
                  <a:pt x="1402" y="2116"/>
                </a:cubicBezTo>
                <a:cubicBezTo>
                  <a:pt x="1434" y="2086"/>
                  <a:pt x="1442" y="2088"/>
                  <a:pt x="1444" y="2083"/>
                </a:cubicBezTo>
                <a:cubicBezTo>
                  <a:pt x="1462" y="2059"/>
                  <a:pt x="1469" y="2060"/>
                  <a:pt x="1470" y="2055"/>
                </a:cubicBezTo>
                <a:cubicBezTo>
                  <a:pt x="1490" y="2036"/>
                  <a:pt x="1492" y="2034"/>
                  <a:pt x="1494" y="2033"/>
                </a:cubicBezTo>
                <a:cubicBezTo>
                  <a:pt x="1512" y="2017"/>
                  <a:pt x="1514" y="2004"/>
                  <a:pt x="1509" y="2003"/>
                </a:cubicBezTo>
                <a:cubicBezTo>
                  <a:pt x="1466" y="2054"/>
                  <a:pt x="1462" y="2055"/>
                  <a:pt x="1461" y="2059"/>
                </a:cubicBezTo>
                <a:cubicBezTo>
                  <a:pt x="1449" y="2068"/>
                  <a:pt x="1446" y="2069"/>
                  <a:pt x="1446" y="2075"/>
                </a:cubicBezTo>
                <a:cubicBezTo>
                  <a:pt x="1423" y="2087"/>
                  <a:pt x="1422" y="2091"/>
                  <a:pt x="1420" y="2094"/>
                </a:cubicBezTo>
                <a:cubicBezTo>
                  <a:pt x="1397" y="2111"/>
                  <a:pt x="1395" y="2113"/>
                  <a:pt x="1394" y="2114"/>
                </a:cubicBezTo>
                <a:cubicBezTo>
                  <a:pt x="1343" y="2159"/>
                  <a:pt x="1342" y="2159"/>
                  <a:pt x="1341" y="2160"/>
                </a:cubicBezTo>
                <a:cubicBezTo>
                  <a:pt x="1360" y="2155"/>
                  <a:pt x="1362" y="2153"/>
                  <a:pt x="1365" y="2153"/>
                </a:cubicBezTo>
                <a:cubicBezTo>
                  <a:pt x="1382" y="2127"/>
                  <a:pt x="1389" y="2128"/>
                  <a:pt x="1392" y="2125"/>
                </a:cubicBezTo>
                <a:close/>
                <a:moveTo>
                  <a:pt x="1461" y="2131"/>
                </a:moveTo>
                <a:cubicBezTo>
                  <a:pt x="1458" y="2140"/>
                  <a:pt x="1448" y="2143"/>
                  <a:pt x="1446" y="2153"/>
                </a:cubicBezTo>
                <a:cubicBezTo>
                  <a:pt x="1441" y="2153"/>
                  <a:pt x="1438" y="2157"/>
                  <a:pt x="1436" y="2160"/>
                </a:cubicBezTo>
                <a:cubicBezTo>
                  <a:pt x="1445" y="2160"/>
                  <a:pt x="1445" y="2160"/>
                  <a:pt x="1445" y="2160"/>
                </a:cubicBezTo>
                <a:cubicBezTo>
                  <a:pt x="1446" y="2158"/>
                  <a:pt x="1448" y="2156"/>
                  <a:pt x="1450" y="2155"/>
                </a:cubicBezTo>
                <a:cubicBezTo>
                  <a:pt x="1453" y="2153"/>
                  <a:pt x="1451" y="2147"/>
                  <a:pt x="1457" y="2149"/>
                </a:cubicBezTo>
                <a:cubicBezTo>
                  <a:pt x="1455" y="2143"/>
                  <a:pt x="1461" y="2144"/>
                  <a:pt x="1461" y="2140"/>
                </a:cubicBezTo>
                <a:cubicBezTo>
                  <a:pt x="1462" y="2139"/>
                  <a:pt x="1467" y="2132"/>
                  <a:pt x="1461" y="2131"/>
                </a:cubicBezTo>
                <a:close/>
                <a:moveTo>
                  <a:pt x="1527" y="1857"/>
                </a:moveTo>
                <a:cubicBezTo>
                  <a:pt x="1525" y="1861"/>
                  <a:pt x="1521" y="1863"/>
                  <a:pt x="1522" y="1870"/>
                </a:cubicBezTo>
                <a:cubicBezTo>
                  <a:pt x="1494" y="1913"/>
                  <a:pt x="1484" y="1917"/>
                  <a:pt x="1481" y="1927"/>
                </a:cubicBezTo>
                <a:cubicBezTo>
                  <a:pt x="1462" y="1952"/>
                  <a:pt x="1458" y="1955"/>
                  <a:pt x="1457" y="1959"/>
                </a:cubicBezTo>
                <a:cubicBezTo>
                  <a:pt x="1426" y="2000"/>
                  <a:pt x="1415" y="2003"/>
                  <a:pt x="1411" y="2012"/>
                </a:cubicBezTo>
                <a:cubicBezTo>
                  <a:pt x="1383" y="2042"/>
                  <a:pt x="1371" y="2050"/>
                  <a:pt x="1363" y="2062"/>
                </a:cubicBezTo>
                <a:cubicBezTo>
                  <a:pt x="1339" y="2088"/>
                  <a:pt x="1333" y="2088"/>
                  <a:pt x="1330" y="2090"/>
                </a:cubicBezTo>
                <a:cubicBezTo>
                  <a:pt x="1301" y="2125"/>
                  <a:pt x="1296" y="2125"/>
                  <a:pt x="1296" y="2129"/>
                </a:cubicBezTo>
                <a:cubicBezTo>
                  <a:pt x="1275" y="2157"/>
                  <a:pt x="1274" y="2159"/>
                  <a:pt x="1273" y="2160"/>
                </a:cubicBezTo>
                <a:cubicBezTo>
                  <a:pt x="1296" y="2148"/>
                  <a:pt x="1296" y="2140"/>
                  <a:pt x="1302" y="2138"/>
                </a:cubicBezTo>
                <a:cubicBezTo>
                  <a:pt x="1317" y="2122"/>
                  <a:pt x="1315" y="2116"/>
                  <a:pt x="1320" y="2116"/>
                </a:cubicBezTo>
                <a:cubicBezTo>
                  <a:pt x="1339" y="2093"/>
                  <a:pt x="1344" y="2092"/>
                  <a:pt x="1346" y="2090"/>
                </a:cubicBezTo>
                <a:cubicBezTo>
                  <a:pt x="1359" y="2073"/>
                  <a:pt x="1366" y="2075"/>
                  <a:pt x="1365" y="2070"/>
                </a:cubicBezTo>
                <a:cubicBezTo>
                  <a:pt x="1383" y="2053"/>
                  <a:pt x="1385" y="2045"/>
                  <a:pt x="1392" y="2042"/>
                </a:cubicBezTo>
                <a:cubicBezTo>
                  <a:pt x="1407" y="2027"/>
                  <a:pt x="1409" y="2025"/>
                  <a:pt x="1411" y="2022"/>
                </a:cubicBezTo>
                <a:cubicBezTo>
                  <a:pt x="1429" y="2007"/>
                  <a:pt x="1427" y="2001"/>
                  <a:pt x="1433" y="2003"/>
                </a:cubicBezTo>
                <a:cubicBezTo>
                  <a:pt x="1463" y="1970"/>
                  <a:pt x="1461" y="1959"/>
                  <a:pt x="1468" y="1957"/>
                </a:cubicBezTo>
                <a:cubicBezTo>
                  <a:pt x="1484" y="1929"/>
                  <a:pt x="1489" y="1929"/>
                  <a:pt x="1487" y="1922"/>
                </a:cubicBezTo>
                <a:cubicBezTo>
                  <a:pt x="1509" y="1885"/>
                  <a:pt x="1518" y="1890"/>
                  <a:pt x="1516" y="1883"/>
                </a:cubicBezTo>
                <a:cubicBezTo>
                  <a:pt x="1524" y="1862"/>
                  <a:pt x="1533" y="1859"/>
                  <a:pt x="1527" y="1857"/>
                </a:cubicBezTo>
                <a:close/>
                <a:moveTo>
                  <a:pt x="1352" y="2127"/>
                </a:moveTo>
                <a:cubicBezTo>
                  <a:pt x="1354" y="2125"/>
                  <a:pt x="1357" y="2123"/>
                  <a:pt x="1359" y="2121"/>
                </a:cubicBezTo>
                <a:cubicBezTo>
                  <a:pt x="1395" y="2078"/>
                  <a:pt x="1399" y="2074"/>
                  <a:pt x="1405" y="2070"/>
                </a:cubicBezTo>
                <a:cubicBezTo>
                  <a:pt x="1423" y="2052"/>
                  <a:pt x="1427" y="2047"/>
                  <a:pt x="1431" y="2042"/>
                </a:cubicBezTo>
                <a:cubicBezTo>
                  <a:pt x="1457" y="2023"/>
                  <a:pt x="1460" y="2021"/>
                  <a:pt x="1459" y="2016"/>
                </a:cubicBezTo>
                <a:cubicBezTo>
                  <a:pt x="1462" y="2009"/>
                  <a:pt x="1456" y="2017"/>
                  <a:pt x="1446" y="2022"/>
                </a:cubicBezTo>
                <a:cubicBezTo>
                  <a:pt x="1424" y="2038"/>
                  <a:pt x="1427" y="2045"/>
                  <a:pt x="1422" y="2044"/>
                </a:cubicBezTo>
                <a:cubicBezTo>
                  <a:pt x="1392" y="2075"/>
                  <a:pt x="1382" y="2080"/>
                  <a:pt x="1374" y="2088"/>
                </a:cubicBezTo>
                <a:cubicBezTo>
                  <a:pt x="1345" y="2122"/>
                  <a:pt x="1343" y="2124"/>
                  <a:pt x="1341" y="2127"/>
                </a:cubicBezTo>
                <a:cubicBezTo>
                  <a:pt x="1332" y="2135"/>
                  <a:pt x="1333" y="2138"/>
                  <a:pt x="1330" y="2138"/>
                </a:cubicBezTo>
                <a:cubicBezTo>
                  <a:pt x="1315" y="2150"/>
                  <a:pt x="1317" y="2157"/>
                  <a:pt x="1313" y="2158"/>
                </a:cubicBezTo>
                <a:cubicBezTo>
                  <a:pt x="1328" y="2154"/>
                  <a:pt x="1334" y="2147"/>
                  <a:pt x="1341" y="2142"/>
                </a:cubicBezTo>
                <a:close/>
                <a:moveTo>
                  <a:pt x="1579" y="1510"/>
                </a:moveTo>
                <a:cubicBezTo>
                  <a:pt x="1576" y="1516"/>
                  <a:pt x="1577" y="1527"/>
                  <a:pt x="1572" y="1532"/>
                </a:cubicBezTo>
                <a:cubicBezTo>
                  <a:pt x="1553" y="1580"/>
                  <a:pt x="1549" y="1586"/>
                  <a:pt x="1546" y="1593"/>
                </a:cubicBezTo>
                <a:cubicBezTo>
                  <a:pt x="1508" y="1646"/>
                  <a:pt x="1502" y="1650"/>
                  <a:pt x="1501" y="1652"/>
                </a:cubicBezTo>
                <a:cubicBezTo>
                  <a:pt x="1485" y="1663"/>
                  <a:pt x="1489" y="1672"/>
                  <a:pt x="1483" y="1671"/>
                </a:cubicBezTo>
                <a:cubicBezTo>
                  <a:pt x="1448" y="1697"/>
                  <a:pt x="1450" y="1704"/>
                  <a:pt x="1446" y="1704"/>
                </a:cubicBezTo>
                <a:cubicBezTo>
                  <a:pt x="1400" y="1740"/>
                  <a:pt x="1393" y="1742"/>
                  <a:pt x="1392" y="1750"/>
                </a:cubicBezTo>
                <a:cubicBezTo>
                  <a:pt x="1354" y="1774"/>
                  <a:pt x="1358" y="1783"/>
                  <a:pt x="1352" y="1783"/>
                </a:cubicBezTo>
                <a:cubicBezTo>
                  <a:pt x="1309" y="1823"/>
                  <a:pt x="1313" y="1832"/>
                  <a:pt x="1306" y="1831"/>
                </a:cubicBezTo>
                <a:cubicBezTo>
                  <a:pt x="1291" y="1850"/>
                  <a:pt x="1288" y="1851"/>
                  <a:pt x="1289" y="1855"/>
                </a:cubicBezTo>
                <a:cubicBezTo>
                  <a:pt x="1269" y="1881"/>
                  <a:pt x="1265" y="1882"/>
                  <a:pt x="1263" y="1885"/>
                </a:cubicBezTo>
                <a:cubicBezTo>
                  <a:pt x="1247" y="1908"/>
                  <a:pt x="1244" y="1910"/>
                  <a:pt x="1241" y="1913"/>
                </a:cubicBezTo>
                <a:cubicBezTo>
                  <a:pt x="1232" y="1921"/>
                  <a:pt x="1240" y="1911"/>
                  <a:pt x="1245" y="1900"/>
                </a:cubicBezTo>
                <a:cubicBezTo>
                  <a:pt x="1283" y="1849"/>
                  <a:pt x="1286" y="1842"/>
                  <a:pt x="1289" y="1835"/>
                </a:cubicBezTo>
                <a:cubicBezTo>
                  <a:pt x="1309" y="1806"/>
                  <a:pt x="1318" y="1810"/>
                  <a:pt x="1317" y="1804"/>
                </a:cubicBezTo>
                <a:cubicBezTo>
                  <a:pt x="1359" y="1769"/>
                  <a:pt x="1359" y="1764"/>
                  <a:pt x="1363" y="1763"/>
                </a:cubicBezTo>
                <a:cubicBezTo>
                  <a:pt x="1384" y="1744"/>
                  <a:pt x="1387" y="1737"/>
                  <a:pt x="1392" y="1732"/>
                </a:cubicBezTo>
                <a:cubicBezTo>
                  <a:pt x="1416" y="1708"/>
                  <a:pt x="1420" y="1707"/>
                  <a:pt x="1422" y="1704"/>
                </a:cubicBezTo>
                <a:cubicBezTo>
                  <a:pt x="1441" y="1688"/>
                  <a:pt x="1443" y="1686"/>
                  <a:pt x="1444" y="1682"/>
                </a:cubicBezTo>
                <a:cubicBezTo>
                  <a:pt x="1465" y="1668"/>
                  <a:pt x="1461" y="1659"/>
                  <a:pt x="1468" y="1660"/>
                </a:cubicBezTo>
                <a:cubicBezTo>
                  <a:pt x="1491" y="1612"/>
                  <a:pt x="1503" y="1610"/>
                  <a:pt x="1503" y="1597"/>
                </a:cubicBezTo>
                <a:cubicBezTo>
                  <a:pt x="1527" y="1537"/>
                  <a:pt x="1531" y="1534"/>
                  <a:pt x="1531" y="1527"/>
                </a:cubicBezTo>
                <a:cubicBezTo>
                  <a:pt x="1517" y="1548"/>
                  <a:pt x="1518" y="1552"/>
                  <a:pt x="1518" y="1556"/>
                </a:cubicBezTo>
                <a:cubicBezTo>
                  <a:pt x="1510" y="1576"/>
                  <a:pt x="1505" y="1576"/>
                  <a:pt x="1507" y="1582"/>
                </a:cubicBezTo>
                <a:cubicBezTo>
                  <a:pt x="1476" y="1632"/>
                  <a:pt x="1471" y="1639"/>
                  <a:pt x="1468" y="1647"/>
                </a:cubicBezTo>
                <a:cubicBezTo>
                  <a:pt x="1436" y="1686"/>
                  <a:pt x="1427" y="1682"/>
                  <a:pt x="1429" y="1689"/>
                </a:cubicBezTo>
                <a:cubicBezTo>
                  <a:pt x="1397" y="1713"/>
                  <a:pt x="1396" y="1723"/>
                  <a:pt x="1387" y="1724"/>
                </a:cubicBezTo>
                <a:cubicBezTo>
                  <a:pt x="1347" y="1765"/>
                  <a:pt x="1336" y="1774"/>
                  <a:pt x="1324" y="1783"/>
                </a:cubicBezTo>
                <a:cubicBezTo>
                  <a:pt x="1294" y="1825"/>
                  <a:pt x="1284" y="1819"/>
                  <a:pt x="1287" y="1826"/>
                </a:cubicBezTo>
                <a:cubicBezTo>
                  <a:pt x="1269" y="1846"/>
                  <a:pt x="1267" y="1852"/>
                  <a:pt x="1263" y="1857"/>
                </a:cubicBezTo>
                <a:cubicBezTo>
                  <a:pt x="1241" y="1894"/>
                  <a:pt x="1235" y="1892"/>
                  <a:pt x="1237" y="1898"/>
                </a:cubicBezTo>
                <a:cubicBezTo>
                  <a:pt x="1230" y="1892"/>
                  <a:pt x="1235" y="1886"/>
                  <a:pt x="1239" y="1879"/>
                </a:cubicBezTo>
                <a:cubicBezTo>
                  <a:pt x="1256" y="1846"/>
                  <a:pt x="1268" y="1835"/>
                  <a:pt x="1274" y="1820"/>
                </a:cubicBezTo>
                <a:cubicBezTo>
                  <a:pt x="1287" y="1807"/>
                  <a:pt x="1290" y="1804"/>
                  <a:pt x="1293" y="1800"/>
                </a:cubicBezTo>
                <a:cubicBezTo>
                  <a:pt x="1318" y="1779"/>
                  <a:pt x="1319" y="1773"/>
                  <a:pt x="1324" y="1772"/>
                </a:cubicBezTo>
                <a:cubicBezTo>
                  <a:pt x="1347" y="1749"/>
                  <a:pt x="1349" y="1744"/>
                  <a:pt x="1354" y="1743"/>
                </a:cubicBezTo>
                <a:cubicBezTo>
                  <a:pt x="1365" y="1728"/>
                  <a:pt x="1371" y="1728"/>
                  <a:pt x="1372" y="1722"/>
                </a:cubicBezTo>
                <a:cubicBezTo>
                  <a:pt x="1395" y="1693"/>
                  <a:pt x="1399" y="1693"/>
                  <a:pt x="1400" y="1691"/>
                </a:cubicBezTo>
                <a:cubicBezTo>
                  <a:pt x="1433" y="1656"/>
                  <a:pt x="1430" y="1647"/>
                  <a:pt x="1437" y="1647"/>
                </a:cubicBezTo>
                <a:cubicBezTo>
                  <a:pt x="1461" y="1606"/>
                  <a:pt x="1467" y="1605"/>
                  <a:pt x="1468" y="1599"/>
                </a:cubicBezTo>
                <a:cubicBezTo>
                  <a:pt x="1488" y="1573"/>
                  <a:pt x="1484" y="1562"/>
                  <a:pt x="1490" y="1560"/>
                </a:cubicBezTo>
                <a:cubicBezTo>
                  <a:pt x="1512" y="1498"/>
                  <a:pt x="1513" y="1492"/>
                  <a:pt x="1514" y="1486"/>
                </a:cubicBezTo>
                <a:cubicBezTo>
                  <a:pt x="1523" y="1457"/>
                  <a:pt x="1522" y="1452"/>
                  <a:pt x="1522" y="1449"/>
                </a:cubicBezTo>
                <a:cubicBezTo>
                  <a:pt x="1510" y="1484"/>
                  <a:pt x="1507" y="1489"/>
                  <a:pt x="1507" y="1497"/>
                </a:cubicBezTo>
                <a:cubicBezTo>
                  <a:pt x="1490" y="1532"/>
                  <a:pt x="1493" y="1538"/>
                  <a:pt x="1490" y="1538"/>
                </a:cubicBezTo>
                <a:cubicBezTo>
                  <a:pt x="1467" y="1585"/>
                  <a:pt x="1465" y="1592"/>
                  <a:pt x="1461" y="1597"/>
                </a:cubicBezTo>
                <a:cubicBezTo>
                  <a:pt x="1423" y="1648"/>
                  <a:pt x="1419" y="1653"/>
                  <a:pt x="1416" y="1658"/>
                </a:cubicBezTo>
                <a:cubicBezTo>
                  <a:pt x="1397" y="1673"/>
                  <a:pt x="1404" y="1684"/>
                  <a:pt x="1396" y="1680"/>
                </a:cubicBezTo>
                <a:cubicBezTo>
                  <a:pt x="1383" y="1699"/>
                  <a:pt x="1379" y="1700"/>
                  <a:pt x="1376" y="1702"/>
                </a:cubicBezTo>
                <a:cubicBezTo>
                  <a:pt x="1295" y="1789"/>
                  <a:pt x="1288" y="1786"/>
                  <a:pt x="1289" y="1791"/>
                </a:cubicBezTo>
                <a:cubicBezTo>
                  <a:pt x="1276" y="1807"/>
                  <a:pt x="1274" y="1807"/>
                  <a:pt x="1274" y="1809"/>
                </a:cubicBezTo>
                <a:cubicBezTo>
                  <a:pt x="1315" y="1744"/>
                  <a:pt x="1330" y="1731"/>
                  <a:pt x="1341" y="1715"/>
                </a:cubicBezTo>
                <a:cubicBezTo>
                  <a:pt x="1359" y="1699"/>
                  <a:pt x="1361" y="1697"/>
                  <a:pt x="1361" y="1693"/>
                </a:cubicBezTo>
                <a:cubicBezTo>
                  <a:pt x="1387" y="1671"/>
                  <a:pt x="1383" y="1661"/>
                  <a:pt x="1392" y="1663"/>
                </a:cubicBezTo>
                <a:cubicBezTo>
                  <a:pt x="1413" y="1636"/>
                  <a:pt x="1410" y="1630"/>
                  <a:pt x="1413" y="1630"/>
                </a:cubicBezTo>
                <a:cubicBezTo>
                  <a:pt x="1427" y="1606"/>
                  <a:pt x="1434" y="1606"/>
                  <a:pt x="1433" y="1597"/>
                </a:cubicBezTo>
                <a:cubicBezTo>
                  <a:pt x="1464" y="1531"/>
                  <a:pt x="1472" y="1526"/>
                  <a:pt x="1472" y="1512"/>
                </a:cubicBezTo>
                <a:cubicBezTo>
                  <a:pt x="1485" y="1469"/>
                  <a:pt x="1487" y="1458"/>
                  <a:pt x="1490" y="1447"/>
                </a:cubicBezTo>
                <a:cubicBezTo>
                  <a:pt x="1496" y="1386"/>
                  <a:pt x="1498" y="1372"/>
                  <a:pt x="1494" y="1371"/>
                </a:cubicBezTo>
                <a:cubicBezTo>
                  <a:pt x="1481" y="1459"/>
                  <a:pt x="1480" y="1462"/>
                  <a:pt x="1479" y="1464"/>
                </a:cubicBezTo>
                <a:cubicBezTo>
                  <a:pt x="1458" y="1526"/>
                  <a:pt x="1455" y="1533"/>
                  <a:pt x="1453" y="1541"/>
                </a:cubicBezTo>
                <a:cubicBezTo>
                  <a:pt x="1435" y="1576"/>
                  <a:pt x="1428" y="1591"/>
                  <a:pt x="1420" y="1604"/>
                </a:cubicBezTo>
                <a:cubicBezTo>
                  <a:pt x="1397" y="1633"/>
                  <a:pt x="1397" y="1638"/>
                  <a:pt x="1394" y="1641"/>
                </a:cubicBezTo>
                <a:cubicBezTo>
                  <a:pt x="1371" y="1672"/>
                  <a:pt x="1364" y="1671"/>
                  <a:pt x="1365" y="1678"/>
                </a:cubicBezTo>
                <a:cubicBezTo>
                  <a:pt x="1330" y="1711"/>
                  <a:pt x="1331" y="1717"/>
                  <a:pt x="1326" y="1717"/>
                </a:cubicBezTo>
                <a:cubicBezTo>
                  <a:pt x="1310" y="1739"/>
                  <a:pt x="1306" y="1742"/>
                  <a:pt x="1304" y="1746"/>
                </a:cubicBezTo>
                <a:cubicBezTo>
                  <a:pt x="1274" y="1783"/>
                  <a:pt x="1272" y="1787"/>
                  <a:pt x="1269" y="1789"/>
                </a:cubicBezTo>
                <a:cubicBezTo>
                  <a:pt x="1256" y="1812"/>
                  <a:pt x="1254" y="1812"/>
                  <a:pt x="1254" y="1815"/>
                </a:cubicBezTo>
                <a:cubicBezTo>
                  <a:pt x="1275" y="1759"/>
                  <a:pt x="1280" y="1753"/>
                  <a:pt x="1282" y="1743"/>
                </a:cubicBezTo>
                <a:cubicBezTo>
                  <a:pt x="1316" y="1701"/>
                  <a:pt x="1316" y="1695"/>
                  <a:pt x="1320" y="1693"/>
                </a:cubicBezTo>
                <a:cubicBezTo>
                  <a:pt x="1345" y="1660"/>
                  <a:pt x="1348" y="1658"/>
                  <a:pt x="1350" y="1654"/>
                </a:cubicBezTo>
                <a:cubicBezTo>
                  <a:pt x="1368" y="1640"/>
                  <a:pt x="1369" y="1630"/>
                  <a:pt x="1376" y="1626"/>
                </a:cubicBezTo>
                <a:cubicBezTo>
                  <a:pt x="1392" y="1603"/>
                  <a:pt x="1395" y="1604"/>
                  <a:pt x="1396" y="1602"/>
                </a:cubicBezTo>
                <a:cubicBezTo>
                  <a:pt x="1412" y="1579"/>
                  <a:pt x="1417" y="1571"/>
                  <a:pt x="1422" y="1565"/>
                </a:cubicBezTo>
                <a:cubicBezTo>
                  <a:pt x="1456" y="1505"/>
                  <a:pt x="1465" y="1490"/>
                  <a:pt x="1470" y="1471"/>
                </a:cubicBezTo>
                <a:cubicBezTo>
                  <a:pt x="1457" y="1496"/>
                  <a:pt x="1452" y="1500"/>
                  <a:pt x="1450" y="1508"/>
                </a:cubicBezTo>
                <a:cubicBezTo>
                  <a:pt x="1424" y="1544"/>
                  <a:pt x="1425" y="1550"/>
                  <a:pt x="1422" y="1554"/>
                </a:cubicBezTo>
                <a:cubicBezTo>
                  <a:pt x="1402" y="1574"/>
                  <a:pt x="1402" y="1580"/>
                  <a:pt x="1398" y="1582"/>
                </a:cubicBezTo>
                <a:cubicBezTo>
                  <a:pt x="1368" y="1611"/>
                  <a:pt x="1371" y="1621"/>
                  <a:pt x="1365" y="1621"/>
                </a:cubicBezTo>
                <a:cubicBezTo>
                  <a:pt x="1354" y="1633"/>
                  <a:pt x="1354" y="1639"/>
                  <a:pt x="1350" y="1641"/>
                </a:cubicBezTo>
                <a:cubicBezTo>
                  <a:pt x="1312" y="1680"/>
                  <a:pt x="1314" y="1689"/>
                  <a:pt x="1309" y="1689"/>
                </a:cubicBezTo>
                <a:cubicBezTo>
                  <a:pt x="1303" y="1687"/>
                  <a:pt x="1312" y="1679"/>
                  <a:pt x="1317" y="1669"/>
                </a:cubicBezTo>
                <a:cubicBezTo>
                  <a:pt x="1338" y="1634"/>
                  <a:pt x="1343" y="1631"/>
                  <a:pt x="1346" y="1626"/>
                </a:cubicBezTo>
                <a:cubicBezTo>
                  <a:pt x="1362" y="1602"/>
                  <a:pt x="1370" y="1594"/>
                  <a:pt x="1374" y="1582"/>
                </a:cubicBezTo>
                <a:cubicBezTo>
                  <a:pt x="1400" y="1555"/>
                  <a:pt x="1402" y="1543"/>
                  <a:pt x="1411" y="1538"/>
                </a:cubicBezTo>
                <a:cubicBezTo>
                  <a:pt x="1430" y="1502"/>
                  <a:pt x="1436" y="1494"/>
                  <a:pt x="1442" y="1486"/>
                </a:cubicBezTo>
                <a:cubicBezTo>
                  <a:pt x="1463" y="1430"/>
                  <a:pt x="1462" y="1425"/>
                  <a:pt x="1466" y="1423"/>
                </a:cubicBezTo>
                <a:cubicBezTo>
                  <a:pt x="1476" y="1383"/>
                  <a:pt x="1478" y="1365"/>
                  <a:pt x="1481" y="1349"/>
                </a:cubicBezTo>
                <a:cubicBezTo>
                  <a:pt x="1488" y="1306"/>
                  <a:pt x="1492" y="1305"/>
                  <a:pt x="1485" y="1303"/>
                </a:cubicBezTo>
                <a:cubicBezTo>
                  <a:pt x="1480" y="1348"/>
                  <a:pt x="1473" y="1361"/>
                  <a:pt x="1472" y="1373"/>
                </a:cubicBezTo>
                <a:cubicBezTo>
                  <a:pt x="1455" y="1430"/>
                  <a:pt x="1453" y="1436"/>
                  <a:pt x="1453" y="1442"/>
                </a:cubicBezTo>
                <a:cubicBezTo>
                  <a:pt x="1426" y="1491"/>
                  <a:pt x="1427" y="1499"/>
                  <a:pt x="1422" y="1501"/>
                </a:cubicBezTo>
                <a:cubicBezTo>
                  <a:pt x="1403" y="1536"/>
                  <a:pt x="1397" y="1537"/>
                  <a:pt x="1396" y="1543"/>
                </a:cubicBezTo>
                <a:cubicBezTo>
                  <a:pt x="1363" y="1583"/>
                  <a:pt x="1363" y="1588"/>
                  <a:pt x="1359" y="1589"/>
                </a:cubicBezTo>
                <a:cubicBezTo>
                  <a:pt x="1340" y="1611"/>
                  <a:pt x="1343" y="1619"/>
                  <a:pt x="1337" y="1619"/>
                </a:cubicBezTo>
                <a:cubicBezTo>
                  <a:pt x="1308" y="1668"/>
                  <a:pt x="1302" y="1674"/>
                  <a:pt x="1298" y="1680"/>
                </a:cubicBezTo>
                <a:cubicBezTo>
                  <a:pt x="1268" y="1729"/>
                  <a:pt x="1267" y="1740"/>
                  <a:pt x="1261" y="1746"/>
                </a:cubicBezTo>
                <a:cubicBezTo>
                  <a:pt x="1277" y="1701"/>
                  <a:pt x="1282" y="1699"/>
                  <a:pt x="1285" y="1695"/>
                </a:cubicBezTo>
                <a:cubicBezTo>
                  <a:pt x="1316" y="1640"/>
                  <a:pt x="1317" y="1629"/>
                  <a:pt x="1324" y="1623"/>
                </a:cubicBezTo>
                <a:cubicBezTo>
                  <a:pt x="1354" y="1567"/>
                  <a:pt x="1362" y="1563"/>
                  <a:pt x="1365" y="1554"/>
                </a:cubicBezTo>
                <a:cubicBezTo>
                  <a:pt x="1392" y="1519"/>
                  <a:pt x="1393" y="1513"/>
                  <a:pt x="1396" y="1510"/>
                </a:cubicBezTo>
                <a:cubicBezTo>
                  <a:pt x="1407" y="1498"/>
                  <a:pt x="1409" y="1493"/>
                  <a:pt x="1411" y="1488"/>
                </a:cubicBezTo>
                <a:cubicBezTo>
                  <a:pt x="1431" y="1446"/>
                  <a:pt x="1440" y="1431"/>
                  <a:pt x="1444" y="1410"/>
                </a:cubicBezTo>
                <a:cubicBezTo>
                  <a:pt x="1455" y="1371"/>
                  <a:pt x="1457" y="1361"/>
                  <a:pt x="1459" y="1351"/>
                </a:cubicBezTo>
                <a:cubicBezTo>
                  <a:pt x="1456" y="1316"/>
                  <a:pt x="1460" y="1326"/>
                  <a:pt x="1455" y="1327"/>
                </a:cubicBezTo>
                <a:cubicBezTo>
                  <a:pt x="1450" y="1376"/>
                  <a:pt x="1442" y="1392"/>
                  <a:pt x="1439" y="1412"/>
                </a:cubicBezTo>
                <a:cubicBezTo>
                  <a:pt x="1419" y="1450"/>
                  <a:pt x="1422" y="1459"/>
                  <a:pt x="1418" y="1460"/>
                </a:cubicBezTo>
                <a:cubicBezTo>
                  <a:pt x="1403" y="1493"/>
                  <a:pt x="1394" y="1496"/>
                  <a:pt x="1392" y="1506"/>
                </a:cubicBezTo>
                <a:cubicBezTo>
                  <a:pt x="1367" y="1540"/>
                  <a:pt x="1364" y="1542"/>
                  <a:pt x="1361" y="1545"/>
                </a:cubicBezTo>
                <a:cubicBezTo>
                  <a:pt x="1341" y="1571"/>
                  <a:pt x="1342" y="1575"/>
                  <a:pt x="1339" y="1575"/>
                </a:cubicBezTo>
                <a:cubicBezTo>
                  <a:pt x="1315" y="1617"/>
                  <a:pt x="1314" y="1628"/>
                  <a:pt x="1306" y="1632"/>
                </a:cubicBezTo>
                <a:cubicBezTo>
                  <a:pt x="1281" y="1673"/>
                  <a:pt x="1283" y="1669"/>
                  <a:pt x="1285" y="1665"/>
                </a:cubicBezTo>
                <a:cubicBezTo>
                  <a:pt x="1293" y="1637"/>
                  <a:pt x="1298" y="1629"/>
                  <a:pt x="1298" y="1621"/>
                </a:cubicBezTo>
                <a:cubicBezTo>
                  <a:pt x="1327" y="1583"/>
                  <a:pt x="1332" y="1570"/>
                  <a:pt x="1341" y="1562"/>
                </a:cubicBezTo>
                <a:cubicBezTo>
                  <a:pt x="1362" y="1525"/>
                  <a:pt x="1368" y="1521"/>
                  <a:pt x="1370" y="1514"/>
                </a:cubicBezTo>
                <a:cubicBezTo>
                  <a:pt x="1382" y="1497"/>
                  <a:pt x="1380" y="1491"/>
                  <a:pt x="1383" y="1490"/>
                </a:cubicBezTo>
                <a:cubicBezTo>
                  <a:pt x="1400" y="1460"/>
                  <a:pt x="1402" y="1453"/>
                  <a:pt x="1405" y="1447"/>
                </a:cubicBezTo>
                <a:cubicBezTo>
                  <a:pt x="1421" y="1403"/>
                  <a:pt x="1428" y="1375"/>
                  <a:pt x="1431" y="1344"/>
                </a:cubicBezTo>
                <a:cubicBezTo>
                  <a:pt x="1424" y="1331"/>
                  <a:pt x="1428" y="1347"/>
                  <a:pt x="1422" y="1364"/>
                </a:cubicBezTo>
                <a:cubicBezTo>
                  <a:pt x="1389" y="1467"/>
                  <a:pt x="1384" y="1467"/>
                  <a:pt x="1383" y="1471"/>
                </a:cubicBezTo>
                <a:cubicBezTo>
                  <a:pt x="1360" y="1505"/>
                  <a:pt x="1363" y="1514"/>
                  <a:pt x="1357" y="1514"/>
                </a:cubicBezTo>
                <a:cubicBezTo>
                  <a:pt x="1325" y="1568"/>
                  <a:pt x="1323" y="1570"/>
                  <a:pt x="1322" y="1573"/>
                </a:cubicBezTo>
                <a:cubicBezTo>
                  <a:pt x="1318" y="1562"/>
                  <a:pt x="1327" y="1553"/>
                  <a:pt x="1330" y="1538"/>
                </a:cubicBezTo>
                <a:cubicBezTo>
                  <a:pt x="1360" y="1485"/>
                  <a:pt x="1360" y="1483"/>
                  <a:pt x="1361" y="1480"/>
                </a:cubicBezTo>
                <a:cubicBezTo>
                  <a:pt x="1374" y="1460"/>
                  <a:pt x="1374" y="1453"/>
                  <a:pt x="1378" y="1447"/>
                </a:cubicBezTo>
                <a:cubicBezTo>
                  <a:pt x="1390" y="1394"/>
                  <a:pt x="1388" y="1398"/>
                  <a:pt x="1387" y="1403"/>
                </a:cubicBezTo>
                <a:cubicBezTo>
                  <a:pt x="1351" y="1475"/>
                  <a:pt x="1354" y="1486"/>
                  <a:pt x="1348" y="1488"/>
                </a:cubicBezTo>
                <a:cubicBezTo>
                  <a:pt x="1316" y="1541"/>
                  <a:pt x="1317" y="1550"/>
                  <a:pt x="1313" y="1554"/>
                </a:cubicBezTo>
                <a:cubicBezTo>
                  <a:pt x="1303" y="1582"/>
                  <a:pt x="1298" y="1589"/>
                  <a:pt x="1302" y="1589"/>
                </a:cubicBezTo>
                <a:cubicBezTo>
                  <a:pt x="1311" y="1542"/>
                  <a:pt x="1309" y="1486"/>
                  <a:pt x="1322" y="1445"/>
                </a:cubicBezTo>
                <a:cubicBezTo>
                  <a:pt x="1347" y="1309"/>
                  <a:pt x="1348" y="1301"/>
                  <a:pt x="1350" y="1294"/>
                </a:cubicBezTo>
                <a:cubicBezTo>
                  <a:pt x="1342" y="1297"/>
                  <a:pt x="1337" y="1326"/>
                  <a:pt x="1328" y="1353"/>
                </a:cubicBezTo>
                <a:cubicBezTo>
                  <a:pt x="1301" y="1512"/>
                  <a:pt x="1302" y="1520"/>
                  <a:pt x="1300" y="1525"/>
                </a:cubicBezTo>
                <a:cubicBezTo>
                  <a:pt x="1294" y="1548"/>
                  <a:pt x="1295" y="1546"/>
                  <a:pt x="1293" y="1554"/>
                </a:cubicBezTo>
                <a:cubicBezTo>
                  <a:pt x="1283" y="1594"/>
                  <a:pt x="1287" y="1604"/>
                  <a:pt x="1282" y="1606"/>
                </a:cubicBezTo>
                <a:cubicBezTo>
                  <a:pt x="1281" y="1580"/>
                  <a:pt x="1286" y="1581"/>
                  <a:pt x="1285" y="1575"/>
                </a:cubicBezTo>
                <a:cubicBezTo>
                  <a:pt x="1283" y="1509"/>
                  <a:pt x="1285" y="1500"/>
                  <a:pt x="1282" y="1488"/>
                </a:cubicBezTo>
                <a:cubicBezTo>
                  <a:pt x="1307" y="1366"/>
                  <a:pt x="1303" y="1357"/>
                  <a:pt x="1304" y="1353"/>
                </a:cubicBezTo>
                <a:cubicBezTo>
                  <a:pt x="1322" y="1288"/>
                  <a:pt x="1323" y="1280"/>
                  <a:pt x="1324" y="1272"/>
                </a:cubicBezTo>
                <a:cubicBezTo>
                  <a:pt x="1320" y="1266"/>
                  <a:pt x="1318" y="1285"/>
                  <a:pt x="1311" y="1299"/>
                </a:cubicBezTo>
                <a:cubicBezTo>
                  <a:pt x="1303" y="1329"/>
                  <a:pt x="1307" y="1338"/>
                  <a:pt x="1302" y="1338"/>
                </a:cubicBezTo>
                <a:cubicBezTo>
                  <a:pt x="1288" y="1420"/>
                  <a:pt x="1282" y="1435"/>
                  <a:pt x="1278" y="1451"/>
                </a:cubicBezTo>
                <a:cubicBezTo>
                  <a:pt x="1274" y="1519"/>
                  <a:pt x="1277" y="1544"/>
                  <a:pt x="1276" y="1586"/>
                </a:cubicBezTo>
                <a:cubicBezTo>
                  <a:pt x="1275" y="1640"/>
                  <a:pt x="1270" y="1639"/>
                  <a:pt x="1272" y="1645"/>
                </a:cubicBezTo>
                <a:cubicBezTo>
                  <a:pt x="1269" y="1666"/>
                  <a:pt x="1272" y="1667"/>
                  <a:pt x="1272" y="1667"/>
                </a:cubicBezTo>
                <a:cubicBezTo>
                  <a:pt x="1263" y="1686"/>
                  <a:pt x="1260" y="1671"/>
                  <a:pt x="1261" y="1654"/>
                </a:cubicBezTo>
                <a:cubicBezTo>
                  <a:pt x="1259" y="1577"/>
                  <a:pt x="1257" y="1567"/>
                  <a:pt x="1261" y="1562"/>
                </a:cubicBezTo>
                <a:cubicBezTo>
                  <a:pt x="1258" y="1525"/>
                  <a:pt x="1261" y="1505"/>
                  <a:pt x="1256" y="1493"/>
                </a:cubicBezTo>
                <a:cubicBezTo>
                  <a:pt x="1259" y="1422"/>
                  <a:pt x="1264" y="1408"/>
                  <a:pt x="1263" y="1388"/>
                </a:cubicBezTo>
                <a:cubicBezTo>
                  <a:pt x="1266" y="1353"/>
                  <a:pt x="1260" y="1365"/>
                  <a:pt x="1261" y="1384"/>
                </a:cubicBezTo>
                <a:cubicBezTo>
                  <a:pt x="1254" y="1407"/>
                  <a:pt x="1258" y="1415"/>
                  <a:pt x="1256" y="1418"/>
                </a:cubicBezTo>
                <a:cubicBezTo>
                  <a:pt x="1251" y="1496"/>
                  <a:pt x="1249" y="1512"/>
                  <a:pt x="1250" y="1530"/>
                </a:cubicBezTo>
                <a:cubicBezTo>
                  <a:pt x="1249" y="1585"/>
                  <a:pt x="1251" y="1587"/>
                  <a:pt x="1252" y="1589"/>
                </a:cubicBezTo>
                <a:cubicBezTo>
                  <a:pt x="1252" y="1622"/>
                  <a:pt x="1256" y="1623"/>
                  <a:pt x="1254" y="1630"/>
                </a:cubicBezTo>
                <a:cubicBezTo>
                  <a:pt x="1254" y="1651"/>
                  <a:pt x="1255" y="1655"/>
                  <a:pt x="1252" y="1656"/>
                </a:cubicBezTo>
                <a:cubicBezTo>
                  <a:pt x="1249" y="1641"/>
                  <a:pt x="1246" y="1637"/>
                  <a:pt x="1245" y="1630"/>
                </a:cubicBezTo>
                <a:cubicBezTo>
                  <a:pt x="1238" y="1483"/>
                  <a:pt x="1233" y="1484"/>
                  <a:pt x="1235" y="1477"/>
                </a:cubicBezTo>
                <a:cubicBezTo>
                  <a:pt x="1237" y="1385"/>
                  <a:pt x="1236" y="1379"/>
                  <a:pt x="1237" y="1362"/>
                </a:cubicBezTo>
                <a:cubicBezTo>
                  <a:pt x="1241" y="1335"/>
                  <a:pt x="1237" y="1341"/>
                  <a:pt x="1235" y="1349"/>
                </a:cubicBezTo>
                <a:cubicBezTo>
                  <a:pt x="1228" y="1434"/>
                  <a:pt x="1228" y="1434"/>
                  <a:pt x="1228" y="1434"/>
                </a:cubicBezTo>
                <a:cubicBezTo>
                  <a:pt x="1229" y="1493"/>
                  <a:pt x="1228" y="1494"/>
                  <a:pt x="1230" y="1506"/>
                </a:cubicBezTo>
                <a:cubicBezTo>
                  <a:pt x="1241" y="1659"/>
                  <a:pt x="1243" y="1673"/>
                  <a:pt x="1243" y="1693"/>
                </a:cubicBezTo>
                <a:cubicBezTo>
                  <a:pt x="1244" y="1744"/>
                  <a:pt x="1248" y="1748"/>
                  <a:pt x="1241" y="1750"/>
                </a:cubicBezTo>
                <a:cubicBezTo>
                  <a:pt x="1230" y="1656"/>
                  <a:pt x="1225" y="1654"/>
                  <a:pt x="1226" y="1645"/>
                </a:cubicBezTo>
                <a:cubicBezTo>
                  <a:pt x="1215" y="1495"/>
                  <a:pt x="1215" y="1476"/>
                  <a:pt x="1215" y="1460"/>
                </a:cubicBezTo>
                <a:cubicBezTo>
                  <a:pt x="1217" y="1441"/>
                  <a:pt x="1215" y="1440"/>
                  <a:pt x="1215" y="1440"/>
                </a:cubicBezTo>
                <a:cubicBezTo>
                  <a:pt x="1217" y="1406"/>
                  <a:pt x="1212" y="1407"/>
                  <a:pt x="1213" y="1414"/>
                </a:cubicBezTo>
                <a:cubicBezTo>
                  <a:pt x="1212" y="1453"/>
                  <a:pt x="1204" y="1459"/>
                  <a:pt x="1211" y="1462"/>
                </a:cubicBezTo>
                <a:cubicBezTo>
                  <a:pt x="1223" y="1664"/>
                  <a:pt x="1219" y="1671"/>
                  <a:pt x="1221" y="1676"/>
                </a:cubicBezTo>
                <a:cubicBezTo>
                  <a:pt x="1232" y="1763"/>
                  <a:pt x="1232" y="1763"/>
                  <a:pt x="1232" y="1763"/>
                </a:cubicBezTo>
                <a:cubicBezTo>
                  <a:pt x="1230" y="1827"/>
                  <a:pt x="1229" y="1832"/>
                  <a:pt x="1226" y="1835"/>
                </a:cubicBezTo>
                <a:cubicBezTo>
                  <a:pt x="1217" y="1788"/>
                  <a:pt x="1219" y="1780"/>
                  <a:pt x="1215" y="1778"/>
                </a:cubicBezTo>
                <a:cubicBezTo>
                  <a:pt x="1208" y="1730"/>
                  <a:pt x="1200" y="1715"/>
                  <a:pt x="1197" y="1695"/>
                </a:cubicBezTo>
                <a:cubicBezTo>
                  <a:pt x="1179" y="1625"/>
                  <a:pt x="1183" y="1616"/>
                  <a:pt x="1178" y="1615"/>
                </a:cubicBezTo>
                <a:cubicBezTo>
                  <a:pt x="1169" y="1471"/>
                  <a:pt x="1169" y="1471"/>
                  <a:pt x="1169" y="1471"/>
                </a:cubicBezTo>
                <a:cubicBezTo>
                  <a:pt x="1168" y="1443"/>
                  <a:pt x="1165" y="1446"/>
                  <a:pt x="1165" y="1451"/>
                </a:cubicBezTo>
                <a:cubicBezTo>
                  <a:pt x="1164" y="1504"/>
                  <a:pt x="1165" y="1507"/>
                  <a:pt x="1165" y="1512"/>
                </a:cubicBezTo>
                <a:cubicBezTo>
                  <a:pt x="1171" y="1591"/>
                  <a:pt x="1168" y="1605"/>
                  <a:pt x="1171" y="1613"/>
                </a:cubicBezTo>
                <a:cubicBezTo>
                  <a:pt x="1181" y="1657"/>
                  <a:pt x="1180" y="1663"/>
                  <a:pt x="1180" y="1669"/>
                </a:cubicBezTo>
                <a:cubicBezTo>
                  <a:pt x="1190" y="1716"/>
                  <a:pt x="1198" y="1731"/>
                  <a:pt x="1200" y="1752"/>
                </a:cubicBezTo>
                <a:cubicBezTo>
                  <a:pt x="1217" y="1837"/>
                  <a:pt x="1217" y="1837"/>
                  <a:pt x="1217" y="1837"/>
                </a:cubicBezTo>
                <a:cubicBezTo>
                  <a:pt x="1188" y="1727"/>
                  <a:pt x="1178" y="1704"/>
                  <a:pt x="1171" y="1678"/>
                </a:cubicBezTo>
                <a:cubicBezTo>
                  <a:pt x="1148" y="1580"/>
                  <a:pt x="1156" y="1565"/>
                  <a:pt x="1150" y="1565"/>
                </a:cubicBezTo>
                <a:cubicBezTo>
                  <a:pt x="1152" y="1641"/>
                  <a:pt x="1159" y="1657"/>
                  <a:pt x="1160" y="1678"/>
                </a:cubicBezTo>
                <a:cubicBezTo>
                  <a:pt x="1169" y="1708"/>
                  <a:pt x="1173" y="1716"/>
                  <a:pt x="1176" y="1726"/>
                </a:cubicBezTo>
                <a:cubicBezTo>
                  <a:pt x="1183" y="1748"/>
                  <a:pt x="1183" y="1754"/>
                  <a:pt x="1180" y="1754"/>
                </a:cubicBezTo>
                <a:cubicBezTo>
                  <a:pt x="1161" y="1703"/>
                  <a:pt x="1159" y="1701"/>
                  <a:pt x="1156" y="1700"/>
                </a:cubicBezTo>
                <a:cubicBezTo>
                  <a:pt x="1146" y="1669"/>
                  <a:pt x="1143" y="1664"/>
                  <a:pt x="1141" y="1658"/>
                </a:cubicBezTo>
                <a:cubicBezTo>
                  <a:pt x="1113" y="1583"/>
                  <a:pt x="1111" y="1573"/>
                  <a:pt x="1108" y="1562"/>
                </a:cubicBezTo>
                <a:cubicBezTo>
                  <a:pt x="1100" y="1553"/>
                  <a:pt x="1105" y="1570"/>
                  <a:pt x="1108" y="1589"/>
                </a:cubicBezTo>
                <a:cubicBezTo>
                  <a:pt x="1127" y="1648"/>
                  <a:pt x="1131" y="1655"/>
                  <a:pt x="1134" y="1663"/>
                </a:cubicBezTo>
                <a:cubicBezTo>
                  <a:pt x="1149" y="1694"/>
                  <a:pt x="1149" y="1704"/>
                  <a:pt x="1154" y="1711"/>
                </a:cubicBezTo>
                <a:cubicBezTo>
                  <a:pt x="1172" y="1752"/>
                  <a:pt x="1171" y="1761"/>
                  <a:pt x="1176" y="1763"/>
                </a:cubicBezTo>
                <a:cubicBezTo>
                  <a:pt x="1183" y="1795"/>
                  <a:pt x="1188" y="1805"/>
                  <a:pt x="1191" y="1817"/>
                </a:cubicBezTo>
                <a:cubicBezTo>
                  <a:pt x="1200" y="1838"/>
                  <a:pt x="1197" y="1849"/>
                  <a:pt x="1202" y="1852"/>
                </a:cubicBezTo>
                <a:cubicBezTo>
                  <a:pt x="1205" y="1895"/>
                  <a:pt x="1209" y="1903"/>
                  <a:pt x="1204" y="1903"/>
                </a:cubicBezTo>
                <a:cubicBezTo>
                  <a:pt x="1200" y="1891"/>
                  <a:pt x="1196" y="1889"/>
                  <a:pt x="1197" y="1881"/>
                </a:cubicBezTo>
                <a:cubicBezTo>
                  <a:pt x="1190" y="1859"/>
                  <a:pt x="1188" y="1854"/>
                  <a:pt x="1187" y="1848"/>
                </a:cubicBezTo>
                <a:cubicBezTo>
                  <a:pt x="1163" y="1796"/>
                  <a:pt x="1164" y="1787"/>
                  <a:pt x="1158" y="1785"/>
                </a:cubicBezTo>
                <a:cubicBezTo>
                  <a:pt x="1131" y="1733"/>
                  <a:pt x="1135" y="1732"/>
                  <a:pt x="1130" y="1726"/>
                </a:cubicBezTo>
                <a:cubicBezTo>
                  <a:pt x="1106" y="1674"/>
                  <a:pt x="1105" y="1667"/>
                  <a:pt x="1104" y="1660"/>
                </a:cubicBezTo>
                <a:cubicBezTo>
                  <a:pt x="1092" y="1645"/>
                  <a:pt x="1099" y="1656"/>
                  <a:pt x="1102" y="1671"/>
                </a:cubicBezTo>
                <a:cubicBezTo>
                  <a:pt x="1122" y="1723"/>
                  <a:pt x="1122" y="1728"/>
                  <a:pt x="1126" y="1730"/>
                </a:cubicBezTo>
                <a:cubicBezTo>
                  <a:pt x="1148" y="1779"/>
                  <a:pt x="1152" y="1785"/>
                  <a:pt x="1154" y="1793"/>
                </a:cubicBezTo>
                <a:cubicBezTo>
                  <a:pt x="1188" y="1879"/>
                  <a:pt x="1186" y="1886"/>
                  <a:pt x="1189" y="1887"/>
                </a:cubicBezTo>
                <a:cubicBezTo>
                  <a:pt x="1200" y="1972"/>
                  <a:pt x="1200" y="1972"/>
                  <a:pt x="1200" y="1972"/>
                </a:cubicBezTo>
                <a:cubicBezTo>
                  <a:pt x="1197" y="1978"/>
                  <a:pt x="1194" y="1969"/>
                  <a:pt x="1191" y="1959"/>
                </a:cubicBezTo>
                <a:cubicBezTo>
                  <a:pt x="1179" y="1903"/>
                  <a:pt x="1182" y="1899"/>
                  <a:pt x="1180" y="1892"/>
                </a:cubicBezTo>
                <a:cubicBezTo>
                  <a:pt x="1163" y="1845"/>
                  <a:pt x="1160" y="1839"/>
                  <a:pt x="1156" y="1833"/>
                </a:cubicBezTo>
                <a:cubicBezTo>
                  <a:pt x="1131" y="1785"/>
                  <a:pt x="1130" y="1781"/>
                  <a:pt x="1128" y="1778"/>
                </a:cubicBezTo>
                <a:cubicBezTo>
                  <a:pt x="1111" y="1736"/>
                  <a:pt x="1101" y="1742"/>
                  <a:pt x="1104" y="1735"/>
                </a:cubicBezTo>
                <a:cubicBezTo>
                  <a:pt x="1071" y="1679"/>
                  <a:pt x="1067" y="1666"/>
                  <a:pt x="1060" y="1654"/>
                </a:cubicBezTo>
                <a:cubicBezTo>
                  <a:pt x="1049" y="1627"/>
                  <a:pt x="1050" y="1617"/>
                  <a:pt x="1043" y="1615"/>
                </a:cubicBezTo>
                <a:cubicBezTo>
                  <a:pt x="1056" y="1663"/>
                  <a:pt x="1061" y="1667"/>
                  <a:pt x="1062" y="1674"/>
                </a:cubicBezTo>
                <a:cubicBezTo>
                  <a:pt x="1073" y="1700"/>
                  <a:pt x="1076" y="1705"/>
                  <a:pt x="1080" y="1711"/>
                </a:cubicBezTo>
                <a:cubicBezTo>
                  <a:pt x="1100" y="1752"/>
                  <a:pt x="1107" y="1755"/>
                  <a:pt x="1108" y="1763"/>
                </a:cubicBezTo>
                <a:cubicBezTo>
                  <a:pt x="1132" y="1809"/>
                  <a:pt x="1138" y="1807"/>
                  <a:pt x="1136" y="1813"/>
                </a:cubicBezTo>
                <a:cubicBezTo>
                  <a:pt x="1156" y="1857"/>
                  <a:pt x="1160" y="1861"/>
                  <a:pt x="1160" y="1870"/>
                </a:cubicBezTo>
                <a:cubicBezTo>
                  <a:pt x="1171" y="1894"/>
                  <a:pt x="1171" y="1904"/>
                  <a:pt x="1176" y="1909"/>
                </a:cubicBezTo>
                <a:cubicBezTo>
                  <a:pt x="1188" y="1985"/>
                  <a:pt x="1184" y="1994"/>
                  <a:pt x="1189" y="1994"/>
                </a:cubicBezTo>
                <a:cubicBezTo>
                  <a:pt x="1181" y="1994"/>
                  <a:pt x="1184" y="1992"/>
                  <a:pt x="1184" y="1992"/>
                </a:cubicBezTo>
                <a:cubicBezTo>
                  <a:pt x="1171" y="1946"/>
                  <a:pt x="1164" y="1932"/>
                  <a:pt x="1163" y="1913"/>
                </a:cubicBezTo>
                <a:cubicBezTo>
                  <a:pt x="1151" y="1884"/>
                  <a:pt x="1143" y="1881"/>
                  <a:pt x="1143" y="1870"/>
                </a:cubicBezTo>
                <a:cubicBezTo>
                  <a:pt x="1120" y="1824"/>
                  <a:pt x="1119" y="1821"/>
                  <a:pt x="1119" y="1815"/>
                </a:cubicBezTo>
                <a:cubicBezTo>
                  <a:pt x="1093" y="1783"/>
                  <a:pt x="1091" y="1775"/>
                  <a:pt x="1086" y="1770"/>
                </a:cubicBezTo>
                <a:cubicBezTo>
                  <a:pt x="1073" y="1758"/>
                  <a:pt x="1078" y="1761"/>
                  <a:pt x="1080" y="1767"/>
                </a:cubicBezTo>
                <a:cubicBezTo>
                  <a:pt x="1094" y="1796"/>
                  <a:pt x="1105" y="1803"/>
                  <a:pt x="1108" y="1817"/>
                </a:cubicBezTo>
                <a:cubicBezTo>
                  <a:pt x="1124" y="1843"/>
                  <a:pt x="1121" y="1850"/>
                  <a:pt x="1126" y="1850"/>
                </a:cubicBezTo>
                <a:cubicBezTo>
                  <a:pt x="1151" y="1911"/>
                  <a:pt x="1161" y="1936"/>
                  <a:pt x="1165" y="1966"/>
                </a:cubicBezTo>
                <a:cubicBezTo>
                  <a:pt x="1177" y="2011"/>
                  <a:pt x="1185" y="2016"/>
                  <a:pt x="1180" y="2022"/>
                </a:cubicBezTo>
                <a:cubicBezTo>
                  <a:pt x="1165" y="1991"/>
                  <a:pt x="1163" y="1975"/>
                  <a:pt x="1158" y="1961"/>
                </a:cubicBezTo>
                <a:cubicBezTo>
                  <a:pt x="1134" y="1913"/>
                  <a:pt x="1135" y="1894"/>
                  <a:pt x="1126" y="1885"/>
                </a:cubicBezTo>
                <a:cubicBezTo>
                  <a:pt x="1101" y="1842"/>
                  <a:pt x="1098" y="1834"/>
                  <a:pt x="1095" y="1826"/>
                </a:cubicBezTo>
                <a:cubicBezTo>
                  <a:pt x="1079" y="1795"/>
                  <a:pt x="1071" y="1790"/>
                  <a:pt x="1069" y="1778"/>
                </a:cubicBezTo>
                <a:cubicBezTo>
                  <a:pt x="1059" y="1761"/>
                  <a:pt x="1059" y="1754"/>
                  <a:pt x="1054" y="1752"/>
                </a:cubicBezTo>
                <a:cubicBezTo>
                  <a:pt x="1039" y="1719"/>
                  <a:pt x="1039" y="1712"/>
                  <a:pt x="1034" y="1711"/>
                </a:cubicBezTo>
                <a:cubicBezTo>
                  <a:pt x="1046" y="1743"/>
                  <a:pt x="1046" y="1752"/>
                  <a:pt x="1051" y="1756"/>
                </a:cubicBezTo>
                <a:cubicBezTo>
                  <a:pt x="1065" y="1790"/>
                  <a:pt x="1073" y="1801"/>
                  <a:pt x="1078" y="1815"/>
                </a:cubicBezTo>
                <a:cubicBezTo>
                  <a:pt x="1100" y="1859"/>
                  <a:pt x="1108" y="1861"/>
                  <a:pt x="1108" y="1870"/>
                </a:cubicBezTo>
                <a:cubicBezTo>
                  <a:pt x="1125" y="1900"/>
                  <a:pt x="1124" y="1905"/>
                  <a:pt x="1128" y="1907"/>
                </a:cubicBezTo>
                <a:cubicBezTo>
                  <a:pt x="1156" y="1984"/>
                  <a:pt x="1160" y="1999"/>
                  <a:pt x="1167" y="2012"/>
                </a:cubicBezTo>
                <a:cubicBezTo>
                  <a:pt x="1177" y="2063"/>
                  <a:pt x="1183" y="2072"/>
                  <a:pt x="1184" y="2086"/>
                </a:cubicBezTo>
                <a:cubicBezTo>
                  <a:pt x="1167" y="2065"/>
                  <a:pt x="1168" y="2057"/>
                  <a:pt x="1165" y="2053"/>
                </a:cubicBezTo>
                <a:cubicBezTo>
                  <a:pt x="1156" y="2026"/>
                  <a:pt x="1153" y="2023"/>
                  <a:pt x="1156" y="2022"/>
                </a:cubicBezTo>
                <a:cubicBezTo>
                  <a:pt x="1136" y="1970"/>
                  <a:pt x="1130" y="1962"/>
                  <a:pt x="1128" y="1950"/>
                </a:cubicBezTo>
                <a:cubicBezTo>
                  <a:pt x="1109" y="1914"/>
                  <a:pt x="1105" y="1907"/>
                  <a:pt x="1102" y="1898"/>
                </a:cubicBezTo>
                <a:cubicBezTo>
                  <a:pt x="1087" y="1883"/>
                  <a:pt x="1089" y="1877"/>
                  <a:pt x="1086" y="1876"/>
                </a:cubicBezTo>
                <a:cubicBezTo>
                  <a:pt x="1054" y="1823"/>
                  <a:pt x="1051" y="1814"/>
                  <a:pt x="1045" y="1809"/>
                </a:cubicBezTo>
                <a:cubicBezTo>
                  <a:pt x="1027" y="1777"/>
                  <a:pt x="1023" y="1769"/>
                  <a:pt x="1019" y="1761"/>
                </a:cubicBezTo>
                <a:cubicBezTo>
                  <a:pt x="1015" y="1765"/>
                  <a:pt x="1017" y="1772"/>
                  <a:pt x="1021" y="1778"/>
                </a:cubicBezTo>
                <a:cubicBezTo>
                  <a:pt x="1046" y="1821"/>
                  <a:pt x="1048" y="1829"/>
                  <a:pt x="1054" y="1833"/>
                </a:cubicBezTo>
                <a:cubicBezTo>
                  <a:pt x="1076" y="1869"/>
                  <a:pt x="1074" y="1873"/>
                  <a:pt x="1075" y="1874"/>
                </a:cubicBezTo>
                <a:cubicBezTo>
                  <a:pt x="1088" y="1895"/>
                  <a:pt x="1093" y="1899"/>
                  <a:pt x="1095" y="1907"/>
                </a:cubicBezTo>
                <a:cubicBezTo>
                  <a:pt x="1125" y="1974"/>
                  <a:pt x="1129" y="1979"/>
                  <a:pt x="1132" y="1985"/>
                </a:cubicBezTo>
                <a:cubicBezTo>
                  <a:pt x="1155" y="2062"/>
                  <a:pt x="1160" y="2069"/>
                  <a:pt x="1163" y="2077"/>
                </a:cubicBezTo>
                <a:cubicBezTo>
                  <a:pt x="1199" y="2160"/>
                  <a:pt x="1199" y="2160"/>
                  <a:pt x="1199" y="2160"/>
                </a:cubicBezTo>
                <a:cubicBezTo>
                  <a:pt x="1207" y="2118"/>
                  <a:pt x="1213" y="2112"/>
                  <a:pt x="1215" y="2101"/>
                </a:cubicBezTo>
                <a:cubicBezTo>
                  <a:pt x="1231" y="2073"/>
                  <a:pt x="1235" y="2071"/>
                  <a:pt x="1235" y="2064"/>
                </a:cubicBezTo>
                <a:cubicBezTo>
                  <a:pt x="1253" y="2040"/>
                  <a:pt x="1251" y="2034"/>
                  <a:pt x="1256" y="2036"/>
                </a:cubicBezTo>
                <a:cubicBezTo>
                  <a:pt x="1278" y="2002"/>
                  <a:pt x="1278" y="1999"/>
                  <a:pt x="1278" y="1996"/>
                </a:cubicBezTo>
                <a:cubicBezTo>
                  <a:pt x="1296" y="1974"/>
                  <a:pt x="1297" y="1970"/>
                  <a:pt x="1302" y="1968"/>
                </a:cubicBezTo>
                <a:cubicBezTo>
                  <a:pt x="1332" y="1928"/>
                  <a:pt x="1337" y="1926"/>
                  <a:pt x="1337" y="1920"/>
                </a:cubicBezTo>
                <a:cubicBezTo>
                  <a:pt x="1372" y="1885"/>
                  <a:pt x="1376" y="1881"/>
                  <a:pt x="1378" y="1876"/>
                </a:cubicBezTo>
                <a:cubicBezTo>
                  <a:pt x="1404" y="1854"/>
                  <a:pt x="1402" y="1849"/>
                  <a:pt x="1407" y="1850"/>
                </a:cubicBezTo>
                <a:cubicBezTo>
                  <a:pt x="1438" y="1821"/>
                  <a:pt x="1440" y="1819"/>
                  <a:pt x="1439" y="1815"/>
                </a:cubicBezTo>
                <a:cubicBezTo>
                  <a:pt x="1465" y="1793"/>
                  <a:pt x="1467" y="1780"/>
                  <a:pt x="1479" y="1776"/>
                </a:cubicBezTo>
                <a:cubicBezTo>
                  <a:pt x="1501" y="1736"/>
                  <a:pt x="1500" y="1733"/>
                  <a:pt x="1503" y="1732"/>
                </a:cubicBezTo>
                <a:cubicBezTo>
                  <a:pt x="1484" y="1757"/>
                  <a:pt x="1476" y="1761"/>
                  <a:pt x="1474" y="1772"/>
                </a:cubicBezTo>
                <a:cubicBezTo>
                  <a:pt x="1452" y="1794"/>
                  <a:pt x="1452" y="1796"/>
                  <a:pt x="1448" y="1796"/>
                </a:cubicBezTo>
                <a:cubicBezTo>
                  <a:pt x="1431" y="1818"/>
                  <a:pt x="1426" y="1820"/>
                  <a:pt x="1422" y="1822"/>
                </a:cubicBezTo>
                <a:cubicBezTo>
                  <a:pt x="1399" y="1848"/>
                  <a:pt x="1393" y="1849"/>
                  <a:pt x="1389" y="1852"/>
                </a:cubicBezTo>
                <a:cubicBezTo>
                  <a:pt x="1370" y="1874"/>
                  <a:pt x="1368" y="1876"/>
                  <a:pt x="1365" y="1879"/>
                </a:cubicBezTo>
                <a:cubicBezTo>
                  <a:pt x="1352" y="1896"/>
                  <a:pt x="1346" y="1894"/>
                  <a:pt x="1348" y="1900"/>
                </a:cubicBezTo>
                <a:cubicBezTo>
                  <a:pt x="1328" y="1926"/>
                  <a:pt x="1317" y="1924"/>
                  <a:pt x="1317" y="1933"/>
                </a:cubicBezTo>
                <a:cubicBezTo>
                  <a:pt x="1282" y="1982"/>
                  <a:pt x="1277" y="1986"/>
                  <a:pt x="1272" y="1990"/>
                </a:cubicBezTo>
                <a:cubicBezTo>
                  <a:pt x="1260" y="2009"/>
                  <a:pt x="1259" y="2012"/>
                  <a:pt x="1259" y="2016"/>
                </a:cubicBezTo>
                <a:cubicBezTo>
                  <a:pt x="1227" y="2056"/>
                  <a:pt x="1228" y="2066"/>
                  <a:pt x="1221" y="2068"/>
                </a:cubicBezTo>
                <a:cubicBezTo>
                  <a:pt x="1213" y="2075"/>
                  <a:pt x="1217" y="2073"/>
                  <a:pt x="1219" y="2068"/>
                </a:cubicBezTo>
                <a:cubicBezTo>
                  <a:pt x="1238" y="2041"/>
                  <a:pt x="1236" y="2032"/>
                  <a:pt x="1239" y="2027"/>
                </a:cubicBezTo>
                <a:cubicBezTo>
                  <a:pt x="1264" y="1978"/>
                  <a:pt x="1273" y="1978"/>
                  <a:pt x="1274" y="1970"/>
                </a:cubicBezTo>
                <a:cubicBezTo>
                  <a:pt x="1319" y="1906"/>
                  <a:pt x="1329" y="1912"/>
                  <a:pt x="1326" y="1905"/>
                </a:cubicBezTo>
                <a:cubicBezTo>
                  <a:pt x="1347" y="1891"/>
                  <a:pt x="1335" y="1884"/>
                  <a:pt x="1341" y="1885"/>
                </a:cubicBezTo>
                <a:cubicBezTo>
                  <a:pt x="1371" y="1867"/>
                  <a:pt x="1360" y="1858"/>
                  <a:pt x="1365" y="1859"/>
                </a:cubicBezTo>
                <a:cubicBezTo>
                  <a:pt x="1388" y="1843"/>
                  <a:pt x="1391" y="1840"/>
                  <a:pt x="1392" y="1835"/>
                </a:cubicBezTo>
                <a:cubicBezTo>
                  <a:pt x="1413" y="1810"/>
                  <a:pt x="1424" y="1812"/>
                  <a:pt x="1424" y="1802"/>
                </a:cubicBezTo>
                <a:cubicBezTo>
                  <a:pt x="1434" y="1791"/>
                  <a:pt x="1439" y="1791"/>
                  <a:pt x="1439" y="1787"/>
                </a:cubicBezTo>
                <a:cubicBezTo>
                  <a:pt x="1465" y="1752"/>
                  <a:pt x="1463" y="1753"/>
                  <a:pt x="1461" y="1754"/>
                </a:cubicBezTo>
                <a:cubicBezTo>
                  <a:pt x="1440" y="1779"/>
                  <a:pt x="1432" y="1785"/>
                  <a:pt x="1429" y="1796"/>
                </a:cubicBezTo>
                <a:cubicBezTo>
                  <a:pt x="1407" y="1811"/>
                  <a:pt x="1408" y="1817"/>
                  <a:pt x="1402" y="1815"/>
                </a:cubicBezTo>
                <a:cubicBezTo>
                  <a:pt x="1380" y="1832"/>
                  <a:pt x="1382" y="1838"/>
                  <a:pt x="1378" y="1839"/>
                </a:cubicBezTo>
                <a:cubicBezTo>
                  <a:pt x="1326" y="1895"/>
                  <a:pt x="1317" y="1899"/>
                  <a:pt x="1313" y="1909"/>
                </a:cubicBezTo>
                <a:cubicBezTo>
                  <a:pt x="1270" y="1963"/>
                  <a:pt x="1262" y="1968"/>
                  <a:pt x="1259" y="1979"/>
                </a:cubicBezTo>
                <a:cubicBezTo>
                  <a:pt x="1234" y="2019"/>
                  <a:pt x="1235" y="2023"/>
                  <a:pt x="1230" y="2022"/>
                </a:cubicBezTo>
                <a:cubicBezTo>
                  <a:pt x="1217" y="2047"/>
                  <a:pt x="1216" y="2054"/>
                  <a:pt x="1213" y="2057"/>
                </a:cubicBezTo>
                <a:cubicBezTo>
                  <a:pt x="1203" y="2078"/>
                  <a:pt x="1196" y="2069"/>
                  <a:pt x="1195" y="2062"/>
                </a:cubicBezTo>
                <a:cubicBezTo>
                  <a:pt x="1212" y="2023"/>
                  <a:pt x="1212" y="2017"/>
                  <a:pt x="1217" y="2016"/>
                </a:cubicBezTo>
                <a:cubicBezTo>
                  <a:pt x="1225" y="1996"/>
                  <a:pt x="1229" y="1996"/>
                  <a:pt x="1230" y="1994"/>
                </a:cubicBezTo>
                <a:cubicBezTo>
                  <a:pt x="1246" y="1972"/>
                  <a:pt x="1245" y="1966"/>
                  <a:pt x="1248" y="1964"/>
                </a:cubicBezTo>
                <a:cubicBezTo>
                  <a:pt x="1289" y="1906"/>
                  <a:pt x="1295" y="1902"/>
                  <a:pt x="1298" y="1896"/>
                </a:cubicBezTo>
                <a:cubicBezTo>
                  <a:pt x="1307" y="1885"/>
                  <a:pt x="1311" y="1884"/>
                  <a:pt x="1313" y="1881"/>
                </a:cubicBezTo>
                <a:cubicBezTo>
                  <a:pt x="1330" y="1864"/>
                  <a:pt x="1332" y="1861"/>
                  <a:pt x="1337" y="1861"/>
                </a:cubicBezTo>
                <a:cubicBezTo>
                  <a:pt x="1366" y="1832"/>
                  <a:pt x="1372" y="1824"/>
                  <a:pt x="1381" y="1817"/>
                </a:cubicBezTo>
                <a:cubicBezTo>
                  <a:pt x="1402" y="1788"/>
                  <a:pt x="1410" y="1789"/>
                  <a:pt x="1411" y="1783"/>
                </a:cubicBezTo>
                <a:cubicBezTo>
                  <a:pt x="1435" y="1755"/>
                  <a:pt x="1442" y="1756"/>
                  <a:pt x="1444" y="1750"/>
                </a:cubicBezTo>
                <a:cubicBezTo>
                  <a:pt x="1487" y="1692"/>
                  <a:pt x="1498" y="1687"/>
                  <a:pt x="1501" y="1676"/>
                </a:cubicBezTo>
                <a:cubicBezTo>
                  <a:pt x="1513" y="1663"/>
                  <a:pt x="1510" y="1657"/>
                  <a:pt x="1514" y="1656"/>
                </a:cubicBezTo>
                <a:cubicBezTo>
                  <a:pt x="1531" y="1632"/>
                  <a:pt x="1531" y="1623"/>
                  <a:pt x="1535" y="1619"/>
                </a:cubicBezTo>
                <a:cubicBezTo>
                  <a:pt x="1560" y="1583"/>
                  <a:pt x="1561" y="1575"/>
                  <a:pt x="1564" y="1569"/>
                </a:cubicBezTo>
                <a:cubicBezTo>
                  <a:pt x="1579" y="1527"/>
                  <a:pt x="1580" y="1524"/>
                  <a:pt x="1579" y="1519"/>
                </a:cubicBezTo>
                <a:close/>
                <a:moveTo>
                  <a:pt x="1256" y="1826"/>
                </a:moveTo>
                <a:cubicBezTo>
                  <a:pt x="1260" y="1823"/>
                  <a:pt x="1263" y="1818"/>
                  <a:pt x="1265" y="1813"/>
                </a:cubicBezTo>
                <a:cubicBezTo>
                  <a:pt x="1271" y="1817"/>
                  <a:pt x="1260" y="1821"/>
                  <a:pt x="1261" y="1826"/>
                </a:cubicBezTo>
                <a:cubicBezTo>
                  <a:pt x="1257" y="1829"/>
                  <a:pt x="1256" y="1836"/>
                  <a:pt x="1252" y="1839"/>
                </a:cubicBezTo>
                <a:cubicBezTo>
                  <a:pt x="1246" y="1836"/>
                  <a:pt x="1257" y="1831"/>
                  <a:pt x="1256" y="1826"/>
                </a:cubicBezTo>
                <a:close/>
                <a:moveTo>
                  <a:pt x="1252" y="1704"/>
                </a:moveTo>
                <a:cubicBezTo>
                  <a:pt x="1254" y="1700"/>
                  <a:pt x="1254" y="1705"/>
                  <a:pt x="1254" y="1708"/>
                </a:cubicBezTo>
                <a:cubicBezTo>
                  <a:pt x="1252" y="1712"/>
                  <a:pt x="1252" y="1707"/>
                  <a:pt x="1252" y="1704"/>
                </a:cubicBezTo>
                <a:close/>
                <a:moveTo>
                  <a:pt x="1211" y="2088"/>
                </a:moveTo>
                <a:cubicBezTo>
                  <a:pt x="1212" y="2084"/>
                  <a:pt x="1214" y="2090"/>
                  <a:pt x="1211" y="2090"/>
                </a:cubicBezTo>
                <a:cubicBezTo>
                  <a:pt x="1211" y="2094"/>
                  <a:pt x="1208" y="2095"/>
                  <a:pt x="1208" y="2099"/>
                </a:cubicBezTo>
                <a:cubicBezTo>
                  <a:pt x="1203" y="2104"/>
                  <a:pt x="1209" y="2089"/>
                  <a:pt x="1211" y="2088"/>
                </a:cubicBezTo>
                <a:close/>
                <a:moveTo>
                  <a:pt x="1191" y="2116"/>
                </a:moveTo>
                <a:cubicBezTo>
                  <a:pt x="1185" y="2113"/>
                  <a:pt x="1191" y="2103"/>
                  <a:pt x="1193" y="2101"/>
                </a:cubicBezTo>
                <a:cubicBezTo>
                  <a:pt x="1199" y="2105"/>
                  <a:pt x="1188" y="2109"/>
                  <a:pt x="1191" y="2116"/>
                </a:cubicBezTo>
                <a:close/>
                <a:moveTo>
                  <a:pt x="1219" y="1916"/>
                </a:moveTo>
                <a:cubicBezTo>
                  <a:pt x="1225" y="1921"/>
                  <a:pt x="1218" y="1933"/>
                  <a:pt x="1217" y="1940"/>
                </a:cubicBezTo>
                <a:cubicBezTo>
                  <a:pt x="1212" y="1935"/>
                  <a:pt x="1222" y="1926"/>
                  <a:pt x="1219" y="1916"/>
                </a:cubicBezTo>
                <a:close/>
                <a:moveTo>
                  <a:pt x="1215" y="1883"/>
                </a:moveTo>
                <a:cubicBezTo>
                  <a:pt x="1223" y="1885"/>
                  <a:pt x="1215" y="1890"/>
                  <a:pt x="1217" y="1898"/>
                </a:cubicBezTo>
                <a:cubicBezTo>
                  <a:pt x="1212" y="1897"/>
                  <a:pt x="1216" y="1887"/>
                  <a:pt x="1215" y="1883"/>
                </a:cubicBezTo>
                <a:close/>
                <a:moveTo>
                  <a:pt x="1215" y="1953"/>
                </a:moveTo>
                <a:cubicBezTo>
                  <a:pt x="1225" y="1956"/>
                  <a:pt x="1210" y="1963"/>
                  <a:pt x="1213" y="1972"/>
                </a:cubicBezTo>
                <a:cubicBezTo>
                  <a:pt x="1205" y="1966"/>
                  <a:pt x="1218" y="1962"/>
                  <a:pt x="1215" y="1953"/>
                </a:cubicBezTo>
                <a:close/>
                <a:moveTo>
                  <a:pt x="1503" y="1667"/>
                </a:moveTo>
                <a:cubicBezTo>
                  <a:pt x="1497" y="1666"/>
                  <a:pt x="1501" y="1675"/>
                  <a:pt x="1496" y="1676"/>
                </a:cubicBezTo>
                <a:cubicBezTo>
                  <a:pt x="1479" y="1700"/>
                  <a:pt x="1478" y="1701"/>
                  <a:pt x="1477" y="1702"/>
                </a:cubicBezTo>
                <a:cubicBezTo>
                  <a:pt x="1453" y="1729"/>
                  <a:pt x="1455" y="1737"/>
                  <a:pt x="1448" y="1735"/>
                </a:cubicBezTo>
                <a:cubicBezTo>
                  <a:pt x="1421" y="1763"/>
                  <a:pt x="1414" y="1767"/>
                  <a:pt x="1411" y="1774"/>
                </a:cubicBezTo>
                <a:cubicBezTo>
                  <a:pt x="1382" y="1802"/>
                  <a:pt x="1374" y="1808"/>
                  <a:pt x="1370" y="1817"/>
                </a:cubicBezTo>
                <a:cubicBezTo>
                  <a:pt x="1349" y="1831"/>
                  <a:pt x="1347" y="1837"/>
                  <a:pt x="1344" y="1841"/>
                </a:cubicBezTo>
                <a:cubicBezTo>
                  <a:pt x="1317" y="1866"/>
                  <a:pt x="1313" y="1866"/>
                  <a:pt x="1311" y="1870"/>
                </a:cubicBezTo>
                <a:cubicBezTo>
                  <a:pt x="1280" y="1911"/>
                  <a:pt x="1267" y="1911"/>
                  <a:pt x="1267" y="1924"/>
                </a:cubicBezTo>
                <a:cubicBezTo>
                  <a:pt x="1224" y="1976"/>
                  <a:pt x="1220" y="1998"/>
                  <a:pt x="1206" y="2012"/>
                </a:cubicBezTo>
                <a:cubicBezTo>
                  <a:pt x="1215" y="1984"/>
                  <a:pt x="1215" y="1976"/>
                  <a:pt x="1221" y="1974"/>
                </a:cubicBezTo>
                <a:cubicBezTo>
                  <a:pt x="1251" y="1919"/>
                  <a:pt x="1250" y="1913"/>
                  <a:pt x="1254" y="1911"/>
                </a:cubicBezTo>
                <a:cubicBezTo>
                  <a:pt x="1282" y="1880"/>
                  <a:pt x="1282" y="1869"/>
                  <a:pt x="1289" y="1865"/>
                </a:cubicBezTo>
                <a:cubicBezTo>
                  <a:pt x="1309" y="1844"/>
                  <a:pt x="1311" y="1835"/>
                  <a:pt x="1320" y="1833"/>
                </a:cubicBezTo>
                <a:cubicBezTo>
                  <a:pt x="1356" y="1793"/>
                  <a:pt x="1359" y="1786"/>
                  <a:pt x="1365" y="1783"/>
                </a:cubicBezTo>
                <a:cubicBezTo>
                  <a:pt x="1384" y="1765"/>
                  <a:pt x="1385" y="1763"/>
                  <a:pt x="1387" y="1763"/>
                </a:cubicBezTo>
                <a:cubicBezTo>
                  <a:pt x="1411" y="1742"/>
                  <a:pt x="1423" y="1733"/>
                  <a:pt x="1435" y="1724"/>
                </a:cubicBezTo>
                <a:cubicBezTo>
                  <a:pt x="1481" y="1684"/>
                  <a:pt x="1482" y="1680"/>
                  <a:pt x="1485" y="1678"/>
                </a:cubicBezTo>
                <a:cubicBezTo>
                  <a:pt x="1501" y="1660"/>
                  <a:pt x="1504" y="1659"/>
                  <a:pt x="1505" y="1656"/>
                </a:cubicBezTo>
                <a:close/>
                <a:moveTo>
                  <a:pt x="3827" y="1689"/>
                </a:moveTo>
                <a:cubicBezTo>
                  <a:pt x="3822" y="1681"/>
                  <a:pt x="3815" y="1679"/>
                  <a:pt x="3810" y="1674"/>
                </a:cubicBezTo>
                <a:cubicBezTo>
                  <a:pt x="3786" y="1654"/>
                  <a:pt x="3779" y="1651"/>
                  <a:pt x="3773" y="1648"/>
                </a:cubicBezTo>
                <a:cubicBezTo>
                  <a:pt x="3732" y="1620"/>
                  <a:pt x="3724" y="1621"/>
                  <a:pt x="3718" y="1614"/>
                </a:cubicBezTo>
                <a:cubicBezTo>
                  <a:pt x="3671" y="1584"/>
                  <a:pt x="3666" y="1588"/>
                  <a:pt x="3664" y="1582"/>
                </a:cubicBezTo>
                <a:cubicBezTo>
                  <a:pt x="3623" y="1550"/>
                  <a:pt x="3616" y="1549"/>
                  <a:pt x="3611" y="1541"/>
                </a:cubicBezTo>
                <a:cubicBezTo>
                  <a:pt x="3587" y="1524"/>
                  <a:pt x="3582" y="1515"/>
                  <a:pt x="3576" y="1512"/>
                </a:cubicBezTo>
                <a:cubicBezTo>
                  <a:pt x="3523" y="1447"/>
                  <a:pt x="3522" y="1437"/>
                  <a:pt x="3517" y="1439"/>
                </a:cubicBezTo>
                <a:cubicBezTo>
                  <a:pt x="3524" y="1435"/>
                  <a:pt x="3522" y="1438"/>
                  <a:pt x="3523" y="1439"/>
                </a:cubicBezTo>
                <a:cubicBezTo>
                  <a:pt x="3560" y="1475"/>
                  <a:pt x="3574" y="1484"/>
                  <a:pt x="3586" y="1501"/>
                </a:cubicBezTo>
                <a:cubicBezTo>
                  <a:pt x="3613" y="1523"/>
                  <a:pt x="3622" y="1521"/>
                  <a:pt x="3628" y="1532"/>
                </a:cubicBezTo>
                <a:cubicBezTo>
                  <a:pt x="3674" y="1562"/>
                  <a:pt x="3677" y="1565"/>
                  <a:pt x="3680" y="1570"/>
                </a:cubicBezTo>
                <a:cubicBezTo>
                  <a:pt x="3722" y="1587"/>
                  <a:pt x="3728" y="1593"/>
                  <a:pt x="3735" y="1596"/>
                </a:cubicBezTo>
                <a:cubicBezTo>
                  <a:pt x="3754" y="1599"/>
                  <a:pt x="3748" y="1599"/>
                  <a:pt x="3743" y="1594"/>
                </a:cubicBezTo>
                <a:cubicBezTo>
                  <a:pt x="3713" y="1575"/>
                  <a:pt x="3700" y="1574"/>
                  <a:pt x="3689" y="1562"/>
                </a:cubicBezTo>
                <a:cubicBezTo>
                  <a:pt x="3660" y="1547"/>
                  <a:pt x="3659" y="1539"/>
                  <a:pt x="3655" y="1541"/>
                </a:cubicBezTo>
                <a:cubicBezTo>
                  <a:pt x="3598" y="1497"/>
                  <a:pt x="3575" y="1479"/>
                  <a:pt x="3555" y="1453"/>
                </a:cubicBezTo>
                <a:cubicBezTo>
                  <a:pt x="3519" y="1416"/>
                  <a:pt x="3508" y="1416"/>
                  <a:pt x="3510" y="1407"/>
                </a:cubicBezTo>
                <a:cubicBezTo>
                  <a:pt x="3541" y="1429"/>
                  <a:pt x="3552" y="1443"/>
                  <a:pt x="3564" y="1453"/>
                </a:cubicBezTo>
                <a:cubicBezTo>
                  <a:pt x="3613" y="1486"/>
                  <a:pt x="3622" y="1505"/>
                  <a:pt x="3636" y="1508"/>
                </a:cubicBezTo>
                <a:cubicBezTo>
                  <a:pt x="3682" y="1535"/>
                  <a:pt x="3689" y="1542"/>
                  <a:pt x="3697" y="1547"/>
                </a:cubicBezTo>
                <a:cubicBezTo>
                  <a:pt x="3728" y="1568"/>
                  <a:pt x="3739" y="1569"/>
                  <a:pt x="3747" y="1578"/>
                </a:cubicBezTo>
                <a:cubicBezTo>
                  <a:pt x="3766" y="1589"/>
                  <a:pt x="3770" y="1596"/>
                  <a:pt x="3776" y="1595"/>
                </a:cubicBezTo>
                <a:cubicBezTo>
                  <a:pt x="3808" y="1618"/>
                  <a:pt x="3811" y="1625"/>
                  <a:pt x="3817" y="1623"/>
                </a:cubicBezTo>
                <a:cubicBezTo>
                  <a:pt x="3788" y="1599"/>
                  <a:pt x="3783" y="1590"/>
                  <a:pt x="3775" y="1589"/>
                </a:cubicBezTo>
                <a:cubicBezTo>
                  <a:pt x="3744" y="1565"/>
                  <a:pt x="3731" y="1560"/>
                  <a:pt x="3719" y="1548"/>
                </a:cubicBezTo>
                <a:cubicBezTo>
                  <a:pt x="3674" y="1518"/>
                  <a:pt x="3666" y="1521"/>
                  <a:pt x="3661" y="1513"/>
                </a:cubicBezTo>
                <a:cubicBezTo>
                  <a:pt x="3629" y="1493"/>
                  <a:pt x="3626" y="1488"/>
                  <a:pt x="3622" y="1488"/>
                </a:cubicBezTo>
                <a:cubicBezTo>
                  <a:pt x="3554" y="1431"/>
                  <a:pt x="3542" y="1419"/>
                  <a:pt x="3528" y="1411"/>
                </a:cubicBezTo>
                <a:cubicBezTo>
                  <a:pt x="3491" y="1368"/>
                  <a:pt x="3481" y="1362"/>
                  <a:pt x="3472" y="1350"/>
                </a:cubicBezTo>
                <a:cubicBezTo>
                  <a:pt x="3499" y="1360"/>
                  <a:pt x="3503" y="1368"/>
                  <a:pt x="3508" y="1370"/>
                </a:cubicBezTo>
                <a:cubicBezTo>
                  <a:pt x="3531" y="1391"/>
                  <a:pt x="3535" y="1392"/>
                  <a:pt x="3533" y="1395"/>
                </a:cubicBezTo>
                <a:cubicBezTo>
                  <a:pt x="3580" y="1434"/>
                  <a:pt x="3590" y="1438"/>
                  <a:pt x="3599" y="1447"/>
                </a:cubicBezTo>
                <a:cubicBezTo>
                  <a:pt x="3636" y="1472"/>
                  <a:pt x="3644" y="1476"/>
                  <a:pt x="3652" y="1483"/>
                </a:cubicBezTo>
                <a:cubicBezTo>
                  <a:pt x="3673" y="1489"/>
                  <a:pt x="3674" y="1496"/>
                  <a:pt x="3678" y="1495"/>
                </a:cubicBezTo>
                <a:cubicBezTo>
                  <a:pt x="3737" y="1528"/>
                  <a:pt x="3745" y="1534"/>
                  <a:pt x="3753" y="1536"/>
                </a:cubicBezTo>
                <a:cubicBezTo>
                  <a:pt x="3787" y="1557"/>
                  <a:pt x="3796" y="1562"/>
                  <a:pt x="3804" y="1568"/>
                </a:cubicBezTo>
                <a:cubicBezTo>
                  <a:pt x="3805" y="1561"/>
                  <a:pt x="3799" y="1556"/>
                  <a:pt x="3793" y="1552"/>
                </a:cubicBezTo>
                <a:cubicBezTo>
                  <a:pt x="3745" y="1525"/>
                  <a:pt x="3740" y="1519"/>
                  <a:pt x="3732" y="1518"/>
                </a:cubicBezTo>
                <a:cubicBezTo>
                  <a:pt x="3691" y="1496"/>
                  <a:pt x="3691" y="1492"/>
                  <a:pt x="3689" y="1491"/>
                </a:cubicBezTo>
                <a:cubicBezTo>
                  <a:pt x="3666" y="1478"/>
                  <a:pt x="3659" y="1477"/>
                  <a:pt x="3653" y="1471"/>
                </a:cubicBezTo>
                <a:cubicBezTo>
                  <a:pt x="3589" y="1424"/>
                  <a:pt x="3582" y="1422"/>
                  <a:pt x="3576" y="1417"/>
                </a:cubicBezTo>
                <a:cubicBezTo>
                  <a:pt x="3512" y="1356"/>
                  <a:pt x="3504" y="1353"/>
                  <a:pt x="3497" y="1347"/>
                </a:cubicBezTo>
                <a:cubicBezTo>
                  <a:pt x="3434" y="1269"/>
                  <a:pt x="3431" y="1265"/>
                  <a:pt x="3432" y="1261"/>
                </a:cubicBezTo>
                <a:cubicBezTo>
                  <a:pt x="3490" y="1320"/>
                  <a:pt x="3493" y="1321"/>
                  <a:pt x="3496" y="1320"/>
                </a:cubicBezTo>
                <a:cubicBezTo>
                  <a:pt x="3526" y="1349"/>
                  <a:pt x="3531" y="1358"/>
                  <a:pt x="3536" y="1362"/>
                </a:cubicBezTo>
                <a:cubicBezTo>
                  <a:pt x="3574" y="1397"/>
                  <a:pt x="3581" y="1398"/>
                  <a:pt x="3586" y="1405"/>
                </a:cubicBezTo>
                <a:cubicBezTo>
                  <a:pt x="3640" y="1440"/>
                  <a:pt x="3643" y="1443"/>
                  <a:pt x="3645" y="1448"/>
                </a:cubicBezTo>
                <a:cubicBezTo>
                  <a:pt x="3673" y="1473"/>
                  <a:pt x="3678" y="1469"/>
                  <a:pt x="3681" y="1471"/>
                </a:cubicBezTo>
                <a:cubicBezTo>
                  <a:pt x="3713" y="1487"/>
                  <a:pt x="3716" y="1501"/>
                  <a:pt x="3724" y="1499"/>
                </a:cubicBezTo>
                <a:cubicBezTo>
                  <a:pt x="3772" y="1524"/>
                  <a:pt x="3783" y="1533"/>
                  <a:pt x="3796" y="1534"/>
                </a:cubicBezTo>
                <a:cubicBezTo>
                  <a:pt x="3807" y="1534"/>
                  <a:pt x="3800" y="1533"/>
                  <a:pt x="3794" y="1527"/>
                </a:cubicBezTo>
                <a:cubicBezTo>
                  <a:pt x="3760" y="1515"/>
                  <a:pt x="3759" y="1505"/>
                  <a:pt x="3754" y="1509"/>
                </a:cubicBezTo>
                <a:cubicBezTo>
                  <a:pt x="3728" y="1498"/>
                  <a:pt x="3734" y="1492"/>
                  <a:pt x="3729" y="1493"/>
                </a:cubicBezTo>
                <a:cubicBezTo>
                  <a:pt x="3697" y="1467"/>
                  <a:pt x="3690" y="1476"/>
                  <a:pt x="3689" y="1467"/>
                </a:cubicBezTo>
                <a:cubicBezTo>
                  <a:pt x="3648" y="1438"/>
                  <a:pt x="3643" y="1437"/>
                  <a:pt x="3640" y="1429"/>
                </a:cubicBezTo>
                <a:cubicBezTo>
                  <a:pt x="3565" y="1379"/>
                  <a:pt x="3562" y="1371"/>
                  <a:pt x="3557" y="1370"/>
                </a:cubicBezTo>
                <a:cubicBezTo>
                  <a:pt x="3508" y="1322"/>
                  <a:pt x="3500" y="1312"/>
                  <a:pt x="3492" y="1303"/>
                </a:cubicBezTo>
                <a:cubicBezTo>
                  <a:pt x="3476" y="1289"/>
                  <a:pt x="3465" y="1285"/>
                  <a:pt x="3469" y="1278"/>
                </a:cubicBezTo>
                <a:cubicBezTo>
                  <a:pt x="3519" y="1313"/>
                  <a:pt x="3521" y="1321"/>
                  <a:pt x="3525" y="1319"/>
                </a:cubicBezTo>
                <a:cubicBezTo>
                  <a:pt x="3556" y="1344"/>
                  <a:pt x="3559" y="1347"/>
                  <a:pt x="3563" y="1347"/>
                </a:cubicBezTo>
                <a:cubicBezTo>
                  <a:pt x="3609" y="1374"/>
                  <a:pt x="3615" y="1384"/>
                  <a:pt x="3623" y="1384"/>
                </a:cubicBezTo>
                <a:cubicBezTo>
                  <a:pt x="3668" y="1413"/>
                  <a:pt x="3673" y="1420"/>
                  <a:pt x="3680" y="1422"/>
                </a:cubicBezTo>
                <a:cubicBezTo>
                  <a:pt x="3706" y="1438"/>
                  <a:pt x="3712" y="1443"/>
                  <a:pt x="3720" y="1444"/>
                </a:cubicBezTo>
                <a:cubicBezTo>
                  <a:pt x="3762" y="1470"/>
                  <a:pt x="3764" y="1478"/>
                  <a:pt x="3768" y="1476"/>
                </a:cubicBezTo>
                <a:cubicBezTo>
                  <a:pt x="3762" y="1471"/>
                  <a:pt x="3759" y="1466"/>
                  <a:pt x="3757" y="1461"/>
                </a:cubicBezTo>
                <a:cubicBezTo>
                  <a:pt x="3697" y="1429"/>
                  <a:pt x="3695" y="1419"/>
                  <a:pt x="3689" y="1420"/>
                </a:cubicBezTo>
                <a:cubicBezTo>
                  <a:pt x="3648" y="1395"/>
                  <a:pt x="3648" y="1394"/>
                  <a:pt x="3647" y="1392"/>
                </a:cubicBezTo>
                <a:cubicBezTo>
                  <a:pt x="3623" y="1371"/>
                  <a:pt x="3617" y="1377"/>
                  <a:pt x="3614" y="1370"/>
                </a:cubicBezTo>
                <a:cubicBezTo>
                  <a:pt x="3570" y="1344"/>
                  <a:pt x="3576" y="1338"/>
                  <a:pt x="3568" y="1342"/>
                </a:cubicBezTo>
                <a:cubicBezTo>
                  <a:pt x="3511" y="1303"/>
                  <a:pt x="3501" y="1291"/>
                  <a:pt x="3490" y="1285"/>
                </a:cubicBezTo>
                <a:cubicBezTo>
                  <a:pt x="3458" y="1254"/>
                  <a:pt x="3448" y="1254"/>
                  <a:pt x="3445" y="1245"/>
                </a:cubicBezTo>
                <a:cubicBezTo>
                  <a:pt x="3425" y="1230"/>
                  <a:pt x="3423" y="1227"/>
                  <a:pt x="3420" y="1226"/>
                </a:cubicBezTo>
                <a:cubicBezTo>
                  <a:pt x="3406" y="1202"/>
                  <a:pt x="3396" y="1204"/>
                  <a:pt x="3402" y="1199"/>
                </a:cubicBezTo>
                <a:cubicBezTo>
                  <a:pt x="3488" y="1263"/>
                  <a:pt x="3502" y="1269"/>
                  <a:pt x="3515" y="1276"/>
                </a:cubicBezTo>
                <a:cubicBezTo>
                  <a:pt x="3590" y="1319"/>
                  <a:pt x="3598" y="1326"/>
                  <a:pt x="3608" y="1330"/>
                </a:cubicBezTo>
                <a:cubicBezTo>
                  <a:pt x="3652" y="1363"/>
                  <a:pt x="3658" y="1360"/>
                  <a:pt x="3662" y="1367"/>
                </a:cubicBezTo>
                <a:cubicBezTo>
                  <a:pt x="3696" y="1396"/>
                  <a:pt x="3705" y="1402"/>
                  <a:pt x="3712" y="1412"/>
                </a:cubicBezTo>
                <a:cubicBezTo>
                  <a:pt x="3742" y="1439"/>
                  <a:pt x="3745" y="1445"/>
                  <a:pt x="3750" y="1448"/>
                </a:cubicBezTo>
                <a:cubicBezTo>
                  <a:pt x="3710" y="1400"/>
                  <a:pt x="3696" y="1387"/>
                  <a:pt x="3682" y="1372"/>
                </a:cubicBezTo>
                <a:cubicBezTo>
                  <a:pt x="3635" y="1319"/>
                  <a:pt x="3632" y="1314"/>
                  <a:pt x="3628" y="1313"/>
                </a:cubicBezTo>
                <a:cubicBezTo>
                  <a:pt x="3572" y="1267"/>
                  <a:pt x="3545" y="1249"/>
                  <a:pt x="3518" y="1230"/>
                </a:cubicBezTo>
                <a:cubicBezTo>
                  <a:pt x="3473" y="1209"/>
                  <a:pt x="3472" y="1198"/>
                  <a:pt x="3467" y="1203"/>
                </a:cubicBezTo>
                <a:cubicBezTo>
                  <a:pt x="3428" y="1181"/>
                  <a:pt x="3422" y="1174"/>
                  <a:pt x="3414" y="1173"/>
                </a:cubicBezTo>
                <a:cubicBezTo>
                  <a:pt x="3381" y="1146"/>
                  <a:pt x="3367" y="1135"/>
                  <a:pt x="3354" y="1125"/>
                </a:cubicBezTo>
                <a:cubicBezTo>
                  <a:pt x="3351" y="1113"/>
                  <a:pt x="3364" y="1118"/>
                  <a:pt x="3374" y="1127"/>
                </a:cubicBezTo>
                <a:cubicBezTo>
                  <a:pt x="3446" y="1170"/>
                  <a:pt x="3448" y="1171"/>
                  <a:pt x="3451" y="1170"/>
                </a:cubicBezTo>
                <a:cubicBezTo>
                  <a:pt x="3483" y="1191"/>
                  <a:pt x="3489" y="1192"/>
                  <a:pt x="3495" y="1195"/>
                </a:cubicBezTo>
                <a:cubicBezTo>
                  <a:pt x="3535" y="1210"/>
                  <a:pt x="3536" y="1218"/>
                  <a:pt x="3540" y="1215"/>
                </a:cubicBezTo>
                <a:cubicBezTo>
                  <a:pt x="3559" y="1230"/>
                  <a:pt x="3565" y="1220"/>
                  <a:pt x="3566" y="1228"/>
                </a:cubicBezTo>
                <a:cubicBezTo>
                  <a:pt x="3619" y="1240"/>
                  <a:pt x="3611" y="1246"/>
                  <a:pt x="3606" y="1241"/>
                </a:cubicBezTo>
                <a:cubicBezTo>
                  <a:pt x="3548" y="1214"/>
                  <a:pt x="3543" y="1208"/>
                  <a:pt x="3536" y="1209"/>
                </a:cubicBezTo>
                <a:cubicBezTo>
                  <a:pt x="3471" y="1175"/>
                  <a:pt x="3461" y="1165"/>
                  <a:pt x="3449" y="1161"/>
                </a:cubicBezTo>
                <a:cubicBezTo>
                  <a:pt x="3408" y="1139"/>
                  <a:pt x="3402" y="1137"/>
                  <a:pt x="3398" y="1130"/>
                </a:cubicBezTo>
                <a:cubicBezTo>
                  <a:pt x="3340" y="1089"/>
                  <a:pt x="3334" y="1084"/>
                  <a:pt x="3327" y="1077"/>
                </a:cubicBezTo>
                <a:cubicBezTo>
                  <a:pt x="3317" y="1064"/>
                  <a:pt x="3323" y="1067"/>
                  <a:pt x="3328" y="1074"/>
                </a:cubicBezTo>
                <a:cubicBezTo>
                  <a:pt x="3358" y="1090"/>
                  <a:pt x="3360" y="1098"/>
                  <a:pt x="3363" y="1098"/>
                </a:cubicBezTo>
                <a:cubicBezTo>
                  <a:pt x="3425" y="1134"/>
                  <a:pt x="3432" y="1139"/>
                  <a:pt x="3438" y="1142"/>
                </a:cubicBezTo>
                <a:cubicBezTo>
                  <a:pt x="3460" y="1158"/>
                  <a:pt x="3463" y="1159"/>
                  <a:pt x="3468" y="1156"/>
                </a:cubicBezTo>
                <a:cubicBezTo>
                  <a:pt x="3511" y="1180"/>
                  <a:pt x="3525" y="1185"/>
                  <a:pt x="3538" y="1192"/>
                </a:cubicBezTo>
                <a:cubicBezTo>
                  <a:pt x="3604" y="1225"/>
                  <a:pt x="3609" y="1234"/>
                  <a:pt x="3616" y="1235"/>
                </a:cubicBezTo>
                <a:cubicBezTo>
                  <a:pt x="3641" y="1254"/>
                  <a:pt x="3647" y="1261"/>
                  <a:pt x="3653" y="1266"/>
                </a:cubicBezTo>
                <a:cubicBezTo>
                  <a:pt x="3677" y="1288"/>
                  <a:pt x="3684" y="1291"/>
                  <a:pt x="3690" y="1296"/>
                </a:cubicBezTo>
                <a:cubicBezTo>
                  <a:pt x="3703" y="1302"/>
                  <a:pt x="3693" y="1298"/>
                  <a:pt x="3684" y="1286"/>
                </a:cubicBezTo>
                <a:cubicBezTo>
                  <a:pt x="3660" y="1267"/>
                  <a:pt x="3659" y="1260"/>
                  <a:pt x="3656" y="1261"/>
                </a:cubicBezTo>
                <a:cubicBezTo>
                  <a:pt x="3619" y="1228"/>
                  <a:pt x="3616" y="1229"/>
                  <a:pt x="3614" y="1225"/>
                </a:cubicBezTo>
                <a:cubicBezTo>
                  <a:pt x="3594" y="1204"/>
                  <a:pt x="3591" y="1205"/>
                  <a:pt x="3589" y="1201"/>
                </a:cubicBezTo>
                <a:cubicBezTo>
                  <a:pt x="3566" y="1181"/>
                  <a:pt x="3564" y="1176"/>
                  <a:pt x="3562" y="1173"/>
                </a:cubicBezTo>
                <a:cubicBezTo>
                  <a:pt x="3525" y="1143"/>
                  <a:pt x="3523" y="1142"/>
                  <a:pt x="3522" y="1141"/>
                </a:cubicBezTo>
                <a:cubicBezTo>
                  <a:pt x="3496" y="1126"/>
                  <a:pt x="3491" y="1125"/>
                  <a:pt x="3488" y="1120"/>
                </a:cubicBezTo>
                <a:cubicBezTo>
                  <a:pt x="3448" y="1095"/>
                  <a:pt x="3439" y="1087"/>
                  <a:pt x="3428" y="1082"/>
                </a:cubicBezTo>
                <a:cubicBezTo>
                  <a:pt x="3403" y="1070"/>
                  <a:pt x="3402" y="1063"/>
                  <a:pt x="3399" y="1064"/>
                </a:cubicBezTo>
                <a:cubicBezTo>
                  <a:pt x="3332" y="1024"/>
                  <a:pt x="3325" y="1028"/>
                  <a:pt x="3322" y="1020"/>
                </a:cubicBezTo>
                <a:cubicBezTo>
                  <a:pt x="3297" y="1005"/>
                  <a:pt x="3295" y="1003"/>
                  <a:pt x="3292" y="1002"/>
                </a:cubicBezTo>
                <a:cubicBezTo>
                  <a:pt x="3260" y="981"/>
                  <a:pt x="3258" y="977"/>
                  <a:pt x="3255" y="976"/>
                </a:cubicBezTo>
                <a:cubicBezTo>
                  <a:pt x="3231" y="953"/>
                  <a:pt x="3229" y="949"/>
                  <a:pt x="3227" y="946"/>
                </a:cubicBezTo>
                <a:cubicBezTo>
                  <a:pt x="3264" y="965"/>
                  <a:pt x="3274" y="976"/>
                  <a:pt x="3286" y="981"/>
                </a:cubicBezTo>
                <a:cubicBezTo>
                  <a:pt x="3328" y="1007"/>
                  <a:pt x="3340" y="1010"/>
                  <a:pt x="3351" y="1014"/>
                </a:cubicBezTo>
                <a:cubicBezTo>
                  <a:pt x="3379" y="1029"/>
                  <a:pt x="3382" y="1034"/>
                  <a:pt x="3385" y="1036"/>
                </a:cubicBezTo>
                <a:cubicBezTo>
                  <a:pt x="3416" y="1052"/>
                  <a:pt x="3425" y="1050"/>
                  <a:pt x="3431" y="1059"/>
                </a:cubicBezTo>
                <a:cubicBezTo>
                  <a:pt x="3502" y="1097"/>
                  <a:pt x="3503" y="1108"/>
                  <a:pt x="3507" y="1106"/>
                </a:cubicBezTo>
                <a:cubicBezTo>
                  <a:pt x="3543" y="1136"/>
                  <a:pt x="3545" y="1138"/>
                  <a:pt x="3548" y="1140"/>
                </a:cubicBezTo>
                <a:cubicBezTo>
                  <a:pt x="3574" y="1156"/>
                  <a:pt x="3573" y="1153"/>
                  <a:pt x="3571" y="1154"/>
                </a:cubicBezTo>
                <a:cubicBezTo>
                  <a:pt x="3558" y="1134"/>
                  <a:pt x="3548" y="1133"/>
                  <a:pt x="3546" y="1130"/>
                </a:cubicBezTo>
                <a:cubicBezTo>
                  <a:pt x="3518" y="1109"/>
                  <a:pt x="3511" y="1099"/>
                  <a:pt x="3503" y="1094"/>
                </a:cubicBezTo>
                <a:cubicBezTo>
                  <a:pt x="3453" y="1053"/>
                  <a:pt x="3451" y="1043"/>
                  <a:pt x="3445" y="1045"/>
                </a:cubicBezTo>
                <a:cubicBezTo>
                  <a:pt x="3417" y="1024"/>
                  <a:pt x="3413" y="1021"/>
                  <a:pt x="3410" y="1016"/>
                </a:cubicBezTo>
                <a:cubicBezTo>
                  <a:pt x="3358" y="980"/>
                  <a:pt x="3354" y="981"/>
                  <a:pt x="3351" y="976"/>
                </a:cubicBezTo>
                <a:cubicBezTo>
                  <a:pt x="3337" y="968"/>
                  <a:pt x="3333" y="968"/>
                  <a:pt x="3329" y="967"/>
                </a:cubicBezTo>
                <a:cubicBezTo>
                  <a:pt x="3294" y="946"/>
                  <a:pt x="3290" y="949"/>
                  <a:pt x="3288" y="941"/>
                </a:cubicBezTo>
                <a:cubicBezTo>
                  <a:pt x="3241" y="919"/>
                  <a:pt x="3237" y="920"/>
                  <a:pt x="3234" y="915"/>
                </a:cubicBezTo>
                <a:cubicBezTo>
                  <a:pt x="3205" y="900"/>
                  <a:pt x="3200" y="898"/>
                  <a:pt x="3195" y="899"/>
                </a:cubicBezTo>
                <a:cubicBezTo>
                  <a:pt x="3175" y="884"/>
                  <a:pt x="3172" y="884"/>
                  <a:pt x="3170" y="883"/>
                </a:cubicBezTo>
                <a:cubicBezTo>
                  <a:pt x="3195" y="875"/>
                  <a:pt x="3199" y="875"/>
                  <a:pt x="3203" y="875"/>
                </a:cubicBezTo>
                <a:cubicBezTo>
                  <a:pt x="3240" y="895"/>
                  <a:pt x="3246" y="887"/>
                  <a:pt x="3249" y="893"/>
                </a:cubicBezTo>
                <a:cubicBezTo>
                  <a:pt x="3288" y="904"/>
                  <a:pt x="3290" y="912"/>
                  <a:pt x="3294" y="910"/>
                </a:cubicBezTo>
                <a:cubicBezTo>
                  <a:pt x="3330" y="928"/>
                  <a:pt x="3331" y="930"/>
                  <a:pt x="3333" y="929"/>
                </a:cubicBezTo>
                <a:cubicBezTo>
                  <a:pt x="3357" y="941"/>
                  <a:pt x="3364" y="949"/>
                  <a:pt x="3372" y="951"/>
                </a:cubicBezTo>
                <a:cubicBezTo>
                  <a:pt x="3408" y="970"/>
                  <a:pt x="3410" y="979"/>
                  <a:pt x="3414" y="981"/>
                </a:cubicBezTo>
                <a:cubicBezTo>
                  <a:pt x="3449" y="1003"/>
                  <a:pt x="3451" y="1013"/>
                  <a:pt x="3456" y="1012"/>
                </a:cubicBezTo>
                <a:cubicBezTo>
                  <a:pt x="3489" y="1044"/>
                  <a:pt x="3492" y="1048"/>
                  <a:pt x="3497" y="1049"/>
                </a:cubicBezTo>
                <a:cubicBezTo>
                  <a:pt x="3401" y="963"/>
                  <a:pt x="3396" y="957"/>
                  <a:pt x="3390" y="954"/>
                </a:cubicBezTo>
                <a:cubicBezTo>
                  <a:pt x="3354" y="936"/>
                  <a:pt x="3353" y="929"/>
                  <a:pt x="3350" y="930"/>
                </a:cubicBezTo>
                <a:cubicBezTo>
                  <a:pt x="3324" y="912"/>
                  <a:pt x="3322" y="914"/>
                  <a:pt x="3321" y="914"/>
                </a:cubicBezTo>
                <a:cubicBezTo>
                  <a:pt x="3289" y="894"/>
                  <a:pt x="3285" y="896"/>
                  <a:pt x="3283" y="895"/>
                </a:cubicBezTo>
                <a:cubicBezTo>
                  <a:pt x="3251" y="882"/>
                  <a:pt x="3244" y="883"/>
                  <a:pt x="3238" y="879"/>
                </a:cubicBezTo>
                <a:cubicBezTo>
                  <a:pt x="3163" y="843"/>
                  <a:pt x="3156" y="848"/>
                  <a:pt x="3152" y="844"/>
                </a:cubicBezTo>
                <a:cubicBezTo>
                  <a:pt x="3129" y="824"/>
                  <a:pt x="3133" y="823"/>
                  <a:pt x="3136" y="829"/>
                </a:cubicBezTo>
                <a:cubicBezTo>
                  <a:pt x="3171" y="839"/>
                  <a:pt x="3173" y="840"/>
                  <a:pt x="3174" y="842"/>
                </a:cubicBezTo>
                <a:cubicBezTo>
                  <a:pt x="3201" y="845"/>
                  <a:pt x="3208" y="851"/>
                  <a:pt x="3217" y="851"/>
                </a:cubicBezTo>
                <a:cubicBezTo>
                  <a:pt x="3244" y="863"/>
                  <a:pt x="3252" y="861"/>
                  <a:pt x="3258" y="865"/>
                </a:cubicBezTo>
                <a:cubicBezTo>
                  <a:pt x="3312" y="888"/>
                  <a:pt x="3315" y="890"/>
                  <a:pt x="3319" y="891"/>
                </a:cubicBezTo>
                <a:cubicBezTo>
                  <a:pt x="3360" y="920"/>
                  <a:pt x="3365" y="916"/>
                  <a:pt x="3368" y="920"/>
                </a:cubicBezTo>
                <a:cubicBezTo>
                  <a:pt x="3374" y="912"/>
                  <a:pt x="3365" y="914"/>
                  <a:pt x="3358" y="907"/>
                </a:cubicBezTo>
                <a:cubicBezTo>
                  <a:pt x="3329" y="880"/>
                  <a:pt x="3319" y="883"/>
                  <a:pt x="3314" y="872"/>
                </a:cubicBezTo>
                <a:cubicBezTo>
                  <a:pt x="3285" y="856"/>
                  <a:pt x="3281" y="852"/>
                  <a:pt x="3276" y="850"/>
                </a:cubicBezTo>
                <a:cubicBezTo>
                  <a:pt x="3245" y="827"/>
                  <a:pt x="3239" y="825"/>
                  <a:pt x="3235" y="816"/>
                </a:cubicBezTo>
                <a:cubicBezTo>
                  <a:pt x="3182" y="776"/>
                  <a:pt x="3171" y="775"/>
                  <a:pt x="3161" y="768"/>
                </a:cubicBezTo>
                <a:cubicBezTo>
                  <a:pt x="3121" y="750"/>
                  <a:pt x="3110" y="747"/>
                  <a:pt x="3101" y="739"/>
                </a:cubicBezTo>
                <a:cubicBezTo>
                  <a:pt x="3052" y="714"/>
                  <a:pt x="3044" y="719"/>
                  <a:pt x="3040" y="714"/>
                </a:cubicBezTo>
                <a:cubicBezTo>
                  <a:pt x="3003" y="699"/>
                  <a:pt x="2998" y="697"/>
                  <a:pt x="2993" y="694"/>
                </a:cubicBezTo>
                <a:cubicBezTo>
                  <a:pt x="3002" y="688"/>
                  <a:pt x="3024" y="683"/>
                  <a:pt x="3048" y="671"/>
                </a:cubicBezTo>
                <a:cubicBezTo>
                  <a:pt x="3075" y="669"/>
                  <a:pt x="3083" y="661"/>
                  <a:pt x="3080" y="655"/>
                </a:cubicBezTo>
                <a:cubicBezTo>
                  <a:pt x="3030" y="667"/>
                  <a:pt x="3022" y="671"/>
                  <a:pt x="3014" y="674"/>
                </a:cubicBezTo>
                <a:cubicBezTo>
                  <a:pt x="3024" y="659"/>
                  <a:pt x="3033" y="668"/>
                  <a:pt x="3036" y="659"/>
                </a:cubicBezTo>
                <a:cubicBezTo>
                  <a:pt x="2993" y="660"/>
                  <a:pt x="2986" y="663"/>
                  <a:pt x="2980" y="666"/>
                </a:cubicBezTo>
                <a:cubicBezTo>
                  <a:pt x="2939" y="653"/>
                  <a:pt x="2932" y="657"/>
                  <a:pt x="2928" y="652"/>
                </a:cubicBezTo>
                <a:cubicBezTo>
                  <a:pt x="2898" y="634"/>
                  <a:pt x="2890" y="634"/>
                  <a:pt x="2883" y="626"/>
                </a:cubicBezTo>
                <a:cubicBezTo>
                  <a:pt x="2861" y="631"/>
                  <a:pt x="2869" y="634"/>
                  <a:pt x="2873" y="637"/>
                </a:cubicBezTo>
                <a:cubicBezTo>
                  <a:pt x="2898" y="653"/>
                  <a:pt x="2909" y="660"/>
                  <a:pt x="2918" y="668"/>
                </a:cubicBezTo>
                <a:cubicBezTo>
                  <a:pt x="2928" y="687"/>
                  <a:pt x="2934" y="689"/>
                  <a:pt x="2939" y="695"/>
                </a:cubicBezTo>
                <a:cubicBezTo>
                  <a:pt x="2944" y="721"/>
                  <a:pt x="2952" y="728"/>
                  <a:pt x="2948" y="731"/>
                </a:cubicBezTo>
                <a:cubicBezTo>
                  <a:pt x="2950" y="798"/>
                  <a:pt x="2944" y="807"/>
                  <a:pt x="2940" y="817"/>
                </a:cubicBezTo>
                <a:cubicBezTo>
                  <a:pt x="2938" y="837"/>
                  <a:pt x="2940" y="824"/>
                  <a:pt x="2950" y="820"/>
                </a:cubicBezTo>
                <a:cubicBezTo>
                  <a:pt x="2961" y="789"/>
                  <a:pt x="2962" y="779"/>
                  <a:pt x="2965" y="784"/>
                </a:cubicBezTo>
                <a:cubicBezTo>
                  <a:pt x="2967" y="814"/>
                  <a:pt x="2969" y="828"/>
                  <a:pt x="2968" y="842"/>
                </a:cubicBezTo>
                <a:cubicBezTo>
                  <a:pt x="2974" y="934"/>
                  <a:pt x="2982" y="943"/>
                  <a:pt x="2978" y="949"/>
                </a:cubicBezTo>
                <a:cubicBezTo>
                  <a:pt x="2990" y="987"/>
                  <a:pt x="2993" y="1001"/>
                  <a:pt x="2999" y="1016"/>
                </a:cubicBezTo>
                <a:cubicBezTo>
                  <a:pt x="3032" y="1065"/>
                  <a:pt x="3034" y="1074"/>
                  <a:pt x="3041" y="1085"/>
                </a:cubicBezTo>
                <a:cubicBezTo>
                  <a:pt x="3045" y="1117"/>
                  <a:pt x="3048" y="1125"/>
                  <a:pt x="3047" y="1133"/>
                </a:cubicBezTo>
                <a:cubicBezTo>
                  <a:pt x="3052" y="1173"/>
                  <a:pt x="3059" y="1185"/>
                  <a:pt x="3062" y="1183"/>
                </a:cubicBezTo>
                <a:cubicBezTo>
                  <a:pt x="3055" y="1114"/>
                  <a:pt x="3058" y="1119"/>
                  <a:pt x="3061" y="1120"/>
                </a:cubicBezTo>
                <a:cubicBezTo>
                  <a:pt x="3064" y="1132"/>
                  <a:pt x="3070" y="1142"/>
                  <a:pt x="3064" y="1148"/>
                </a:cubicBezTo>
                <a:cubicBezTo>
                  <a:pt x="3067" y="1182"/>
                  <a:pt x="3066" y="1190"/>
                  <a:pt x="3065" y="1197"/>
                </a:cubicBezTo>
                <a:cubicBezTo>
                  <a:pt x="3076" y="1282"/>
                  <a:pt x="3077" y="1290"/>
                  <a:pt x="3079" y="1299"/>
                </a:cubicBezTo>
                <a:cubicBezTo>
                  <a:pt x="3087" y="1310"/>
                  <a:pt x="3085" y="1298"/>
                  <a:pt x="3082" y="1286"/>
                </a:cubicBezTo>
                <a:cubicBezTo>
                  <a:pt x="3078" y="1227"/>
                  <a:pt x="3069" y="1205"/>
                  <a:pt x="3075" y="1186"/>
                </a:cubicBezTo>
                <a:cubicBezTo>
                  <a:pt x="3073" y="1135"/>
                  <a:pt x="3072" y="1130"/>
                  <a:pt x="3076" y="1125"/>
                </a:cubicBezTo>
                <a:cubicBezTo>
                  <a:pt x="3075" y="1028"/>
                  <a:pt x="3067" y="1020"/>
                  <a:pt x="3071" y="1016"/>
                </a:cubicBezTo>
                <a:cubicBezTo>
                  <a:pt x="3067" y="980"/>
                  <a:pt x="3066" y="975"/>
                  <a:pt x="3063" y="969"/>
                </a:cubicBezTo>
                <a:cubicBezTo>
                  <a:pt x="3057" y="926"/>
                  <a:pt x="3056" y="916"/>
                  <a:pt x="3054" y="905"/>
                </a:cubicBezTo>
                <a:cubicBezTo>
                  <a:pt x="3049" y="868"/>
                  <a:pt x="3041" y="861"/>
                  <a:pt x="3046" y="858"/>
                </a:cubicBezTo>
                <a:cubicBezTo>
                  <a:pt x="3031" y="797"/>
                  <a:pt x="3030" y="786"/>
                  <a:pt x="3022" y="773"/>
                </a:cubicBezTo>
                <a:cubicBezTo>
                  <a:pt x="3014" y="747"/>
                  <a:pt x="3011" y="747"/>
                  <a:pt x="3016" y="744"/>
                </a:cubicBezTo>
                <a:cubicBezTo>
                  <a:pt x="3050" y="839"/>
                  <a:pt x="3059" y="847"/>
                  <a:pt x="3056" y="852"/>
                </a:cubicBezTo>
                <a:cubicBezTo>
                  <a:pt x="3070" y="887"/>
                  <a:pt x="3065" y="889"/>
                  <a:pt x="3069" y="894"/>
                </a:cubicBezTo>
                <a:cubicBezTo>
                  <a:pt x="3084" y="974"/>
                  <a:pt x="3084" y="987"/>
                  <a:pt x="3087" y="1001"/>
                </a:cubicBezTo>
                <a:cubicBezTo>
                  <a:pt x="3086" y="1036"/>
                  <a:pt x="3093" y="1041"/>
                  <a:pt x="3089" y="1044"/>
                </a:cubicBezTo>
                <a:cubicBezTo>
                  <a:pt x="3093" y="1109"/>
                  <a:pt x="3094" y="1113"/>
                  <a:pt x="3092" y="1116"/>
                </a:cubicBezTo>
                <a:cubicBezTo>
                  <a:pt x="3094" y="1174"/>
                  <a:pt x="3095" y="1181"/>
                  <a:pt x="3095" y="1188"/>
                </a:cubicBezTo>
                <a:cubicBezTo>
                  <a:pt x="3102" y="1188"/>
                  <a:pt x="3095" y="1183"/>
                  <a:pt x="3099" y="1180"/>
                </a:cubicBezTo>
                <a:cubicBezTo>
                  <a:pt x="3098" y="1147"/>
                  <a:pt x="3098" y="1144"/>
                  <a:pt x="3101" y="1141"/>
                </a:cubicBezTo>
                <a:cubicBezTo>
                  <a:pt x="3103" y="1088"/>
                  <a:pt x="3096" y="1082"/>
                  <a:pt x="3099" y="1079"/>
                </a:cubicBezTo>
                <a:cubicBezTo>
                  <a:pt x="3102" y="1056"/>
                  <a:pt x="3097" y="1051"/>
                  <a:pt x="3103" y="1049"/>
                </a:cubicBezTo>
                <a:cubicBezTo>
                  <a:pt x="3108" y="1090"/>
                  <a:pt x="3111" y="1096"/>
                  <a:pt x="3108" y="1101"/>
                </a:cubicBezTo>
                <a:cubicBezTo>
                  <a:pt x="3109" y="1140"/>
                  <a:pt x="3116" y="1148"/>
                  <a:pt x="3110" y="1152"/>
                </a:cubicBezTo>
                <a:cubicBezTo>
                  <a:pt x="3112" y="1193"/>
                  <a:pt x="3113" y="1198"/>
                  <a:pt x="3112" y="1203"/>
                </a:cubicBezTo>
                <a:cubicBezTo>
                  <a:pt x="3115" y="1245"/>
                  <a:pt x="3109" y="1249"/>
                  <a:pt x="3112" y="1255"/>
                </a:cubicBezTo>
                <a:cubicBezTo>
                  <a:pt x="3109" y="1311"/>
                  <a:pt x="3117" y="1319"/>
                  <a:pt x="3115" y="1324"/>
                </a:cubicBezTo>
                <a:cubicBezTo>
                  <a:pt x="3117" y="1370"/>
                  <a:pt x="3120" y="1383"/>
                  <a:pt x="3117" y="1394"/>
                </a:cubicBezTo>
                <a:cubicBezTo>
                  <a:pt x="3127" y="1414"/>
                  <a:pt x="3128" y="1401"/>
                  <a:pt x="3121" y="1387"/>
                </a:cubicBezTo>
                <a:cubicBezTo>
                  <a:pt x="3122" y="1355"/>
                  <a:pt x="3121" y="1352"/>
                  <a:pt x="3124" y="1349"/>
                </a:cubicBezTo>
                <a:cubicBezTo>
                  <a:pt x="3129" y="1294"/>
                  <a:pt x="3130" y="1292"/>
                  <a:pt x="3132" y="1290"/>
                </a:cubicBezTo>
                <a:cubicBezTo>
                  <a:pt x="3132" y="1271"/>
                  <a:pt x="3133" y="1275"/>
                  <a:pt x="3136" y="1274"/>
                </a:cubicBezTo>
                <a:cubicBezTo>
                  <a:pt x="3145" y="1244"/>
                  <a:pt x="3144" y="1234"/>
                  <a:pt x="3149" y="1226"/>
                </a:cubicBezTo>
                <a:cubicBezTo>
                  <a:pt x="3150" y="1183"/>
                  <a:pt x="3156" y="1181"/>
                  <a:pt x="3152" y="1178"/>
                </a:cubicBezTo>
                <a:cubicBezTo>
                  <a:pt x="3155" y="1141"/>
                  <a:pt x="3153" y="1134"/>
                  <a:pt x="3157" y="1128"/>
                </a:cubicBezTo>
                <a:cubicBezTo>
                  <a:pt x="3158" y="1062"/>
                  <a:pt x="3159" y="1055"/>
                  <a:pt x="3157" y="1049"/>
                </a:cubicBezTo>
                <a:cubicBezTo>
                  <a:pt x="3160" y="982"/>
                  <a:pt x="3153" y="974"/>
                  <a:pt x="3155" y="968"/>
                </a:cubicBezTo>
                <a:cubicBezTo>
                  <a:pt x="3145" y="922"/>
                  <a:pt x="3151" y="920"/>
                  <a:pt x="3150" y="916"/>
                </a:cubicBezTo>
                <a:cubicBezTo>
                  <a:pt x="3147" y="883"/>
                  <a:pt x="3153" y="880"/>
                  <a:pt x="3156" y="888"/>
                </a:cubicBezTo>
                <a:cubicBezTo>
                  <a:pt x="3165" y="928"/>
                  <a:pt x="3166" y="926"/>
                  <a:pt x="3169" y="935"/>
                </a:cubicBezTo>
                <a:cubicBezTo>
                  <a:pt x="3187" y="1039"/>
                  <a:pt x="3186" y="1046"/>
                  <a:pt x="3189" y="1055"/>
                </a:cubicBezTo>
                <a:cubicBezTo>
                  <a:pt x="3185" y="1114"/>
                  <a:pt x="3188" y="1123"/>
                  <a:pt x="3185" y="1131"/>
                </a:cubicBezTo>
                <a:cubicBezTo>
                  <a:pt x="3179" y="1213"/>
                  <a:pt x="3173" y="1220"/>
                  <a:pt x="3176" y="1229"/>
                </a:cubicBezTo>
                <a:cubicBezTo>
                  <a:pt x="3163" y="1280"/>
                  <a:pt x="3160" y="1284"/>
                  <a:pt x="3163" y="1289"/>
                </a:cubicBezTo>
                <a:cubicBezTo>
                  <a:pt x="3153" y="1341"/>
                  <a:pt x="3148" y="1356"/>
                  <a:pt x="3149" y="1373"/>
                </a:cubicBezTo>
                <a:cubicBezTo>
                  <a:pt x="3151" y="1417"/>
                  <a:pt x="3144" y="1420"/>
                  <a:pt x="3149" y="1425"/>
                </a:cubicBezTo>
                <a:cubicBezTo>
                  <a:pt x="3155" y="1378"/>
                  <a:pt x="3156" y="1367"/>
                  <a:pt x="3154" y="1354"/>
                </a:cubicBezTo>
                <a:cubicBezTo>
                  <a:pt x="3165" y="1316"/>
                  <a:pt x="3166" y="1311"/>
                  <a:pt x="3167" y="1305"/>
                </a:cubicBezTo>
                <a:cubicBezTo>
                  <a:pt x="3176" y="1270"/>
                  <a:pt x="3175" y="1267"/>
                  <a:pt x="3177" y="1264"/>
                </a:cubicBezTo>
                <a:cubicBezTo>
                  <a:pt x="3187" y="1210"/>
                  <a:pt x="3189" y="1199"/>
                  <a:pt x="3191" y="1188"/>
                </a:cubicBezTo>
                <a:cubicBezTo>
                  <a:pt x="3195" y="1149"/>
                  <a:pt x="3193" y="1142"/>
                  <a:pt x="3194" y="1137"/>
                </a:cubicBezTo>
                <a:cubicBezTo>
                  <a:pt x="3196" y="1100"/>
                  <a:pt x="3196" y="1097"/>
                  <a:pt x="3197" y="1094"/>
                </a:cubicBezTo>
                <a:cubicBezTo>
                  <a:pt x="3195" y="1071"/>
                  <a:pt x="3197" y="1069"/>
                  <a:pt x="3195" y="1066"/>
                </a:cubicBezTo>
                <a:cubicBezTo>
                  <a:pt x="3196" y="1014"/>
                  <a:pt x="3190" y="1009"/>
                  <a:pt x="3193" y="1006"/>
                </a:cubicBezTo>
                <a:cubicBezTo>
                  <a:pt x="3187" y="970"/>
                  <a:pt x="3186" y="957"/>
                  <a:pt x="3181" y="942"/>
                </a:cubicBezTo>
                <a:cubicBezTo>
                  <a:pt x="3172" y="905"/>
                  <a:pt x="3165" y="899"/>
                  <a:pt x="3169" y="897"/>
                </a:cubicBezTo>
                <a:cubicBezTo>
                  <a:pt x="3193" y="936"/>
                  <a:pt x="3197" y="938"/>
                  <a:pt x="3200" y="945"/>
                </a:cubicBezTo>
                <a:cubicBezTo>
                  <a:pt x="3205" y="988"/>
                  <a:pt x="3213" y="1001"/>
                  <a:pt x="3210" y="1011"/>
                </a:cubicBezTo>
                <a:cubicBezTo>
                  <a:pt x="3216" y="1080"/>
                  <a:pt x="3212" y="1084"/>
                  <a:pt x="3217" y="1091"/>
                </a:cubicBezTo>
                <a:cubicBezTo>
                  <a:pt x="3214" y="1126"/>
                  <a:pt x="3219" y="1133"/>
                  <a:pt x="3217" y="1138"/>
                </a:cubicBezTo>
                <a:cubicBezTo>
                  <a:pt x="3206" y="1258"/>
                  <a:pt x="3194" y="1263"/>
                  <a:pt x="3198" y="1272"/>
                </a:cubicBezTo>
                <a:cubicBezTo>
                  <a:pt x="3179" y="1351"/>
                  <a:pt x="3173" y="1358"/>
                  <a:pt x="3172" y="1366"/>
                </a:cubicBezTo>
                <a:cubicBezTo>
                  <a:pt x="3163" y="1392"/>
                  <a:pt x="3160" y="1394"/>
                  <a:pt x="3160" y="1397"/>
                </a:cubicBezTo>
                <a:cubicBezTo>
                  <a:pt x="3154" y="1428"/>
                  <a:pt x="3159" y="1432"/>
                  <a:pt x="3153" y="1434"/>
                </a:cubicBezTo>
                <a:cubicBezTo>
                  <a:pt x="3150" y="1467"/>
                  <a:pt x="3150" y="1472"/>
                  <a:pt x="3147" y="1475"/>
                </a:cubicBezTo>
                <a:cubicBezTo>
                  <a:pt x="3151" y="1507"/>
                  <a:pt x="3154" y="1515"/>
                  <a:pt x="3160" y="1512"/>
                </a:cubicBezTo>
                <a:cubicBezTo>
                  <a:pt x="3159" y="1447"/>
                  <a:pt x="3165" y="1441"/>
                  <a:pt x="3164" y="1433"/>
                </a:cubicBezTo>
                <a:cubicBezTo>
                  <a:pt x="3173" y="1372"/>
                  <a:pt x="3184" y="1371"/>
                  <a:pt x="3180" y="1366"/>
                </a:cubicBezTo>
                <a:cubicBezTo>
                  <a:pt x="3201" y="1314"/>
                  <a:pt x="3194" y="1304"/>
                  <a:pt x="3201" y="1297"/>
                </a:cubicBezTo>
                <a:cubicBezTo>
                  <a:pt x="3225" y="1182"/>
                  <a:pt x="3222" y="1176"/>
                  <a:pt x="3225" y="1171"/>
                </a:cubicBezTo>
                <a:cubicBezTo>
                  <a:pt x="3228" y="1123"/>
                  <a:pt x="3230" y="1121"/>
                  <a:pt x="3227" y="1118"/>
                </a:cubicBezTo>
                <a:cubicBezTo>
                  <a:pt x="3225" y="1065"/>
                  <a:pt x="3224" y="1055"/>
                  <a:pt x="3223" y="1044"/>
                </a:cubicBezTo>
                <a:cubicBezTo>
                  <a:pt x="3215" y="989"/>
                  <a:pt x="3220" y="986"/>
                  <a:pt x="3216" y="979"/>
                </a:cubicBezTo>
                <a:cubicBezTo>
                  <a:pt x="3216" y="948"/>
                  <a:pt x="3217" y="958"/>
                  <a:pt x="3221" y="955"/>
                </a:cubicBezTo>
                <a:cubicBezTo>
                  <a:pt x="3228" y="1001"/>
                  <a:pt x="3229" y="1009"/>
                  <a:pt x="3230" y="1018"/>
                </a:cubicBezTo>
                <a:cubicBezTo>
                  <a:pt x="3236" y="1076"/>
                  <a:pt x="3243" y="1086"/>
                  <a:pt x="3241" y="1094"/>
                </a:cubicBezTo>
                <a:cubicBezTo>
                  <a:pt x="3239" y="1134"/>
                  <a:pt x="3241" y="1139"/>
                  <a:pt x="3245" y="1144"/>
                </a:cubicBezTo>
                <a:cubicBezTo>
                  <a:pt x="3236" y="1237"/>
                  <a:pt x="3231" y="1250"/>
                  <a:pt x="3231" y="1264"/>
                </a:cubicBezTo>
                <a:cubicBezTo>
                  <a:pt x="3225" y="1290"/>
                  <a:pt x="3224" y="1296"/>
                  <a:pt x="3220" y="1302"/>
                </a:cubicBezTo>
                <a:cubicBezTo>
                  <a:pt x="3214" y="1328"/>
                  <a:pt x="3216" y="1336"/>
                  <a:pt x="3213" y="1342"/>
                </a:cubicBezTo>
                <a:cubicBezTo>
                  <a:pt x="3207" y="1365"/>
                  <a:pt x="3199" y="1366"/>
                  <a:pt x="3202" y="1370"/>
                </a:cubicBezTo>
                <a:cubicBezTo>
                  <a:pt x="3194" y="1393"/>
                  <a:pt x="3193" y="1396"/>
                  <a:pt x="3191" y="1399"/>
                </a:cubicBezTo>
                <a:cubicBezTo>
                  <a:pt x="3182" y="1431"/>
                  <a:pt x="3186" y="1436"/>
                  <a:pt x="3180" y="1438"/>
                </a:cubicBezTo>
                <a:cubicBezTo>
                  <a:pt x="3184" y="1446"/>
                  <a:pt x="3192" y="1438"/>
                  <a:pt x="3188" y="1427"/>
                </a:cubicBezTo>
                <a:cubicBezTo>
                  <a:pt x="3201" y="1389"/>
                  <a:pt x="3204" y="1380"/>
                  <a:pt x="3210" y="1371"/>
                </a:cubicBezTo>
                <a:cubicBezTo>
                  <a:pt x="3234" y="1306"/>
                  <a:pt x="3232" y="1295"/>
                  <a:pt x="3235" y="1286"/>
                </a:cubicBezTo>
                <a:cubicBezTo>
                  <a:pt x="3246" y="1236"/>
                  <a:pt x="3245" y="1231"/>
                  <a:pt x="3245" y="1226"/>
                </a:cubicBezTo>
                <a:cubicBezTo>
                  <a:pt x="3252" y="1156"/>
                  <a:pt x="3254" y="1146"/>
                  <a:pt x="3251" y="1135"/>
                </a:cubicBezTo>
                <a:cubicBezTo>
                  <a:pt x="3253" y="1084"/>
                  <a:pt x="3246" y="1062"/>
                  <a:pt x="3243" y="1041"/>
                </a:cubicBezTo>
                <a:cubicBezTo>
                  <a:pt x="3240" y="998"/>
                  <a:pt x="3234" y="986"/>
                  <a:pt x="3236" y="976"/>
                </a:cubicBezTo>
                <a:cubicBezTo>
                  <a:pt x="3253" y="1016"/>
                  <a:pt x="3250" y="1025"/>
                  <a:pt x="3251" y="1036"/>
                </a:cubicBezTo>
                <a:cubicBezTo>
                  <a:pt x="3259" y="1058"/>
                  <a:pt x="3260" y="1059"/>
                  <a:pt x="3260" y="1061"/>
                </a:cubicBezTo>
                <a:cubicBezTo>
                  <a:pt x="3265" y="1094"/>
                  <a:pt x="3262" y="1098"/>
                  <a:pt x="3263" y="1103"/>
                </a:cubicBezTo>
                <a:cubicBezTo>
                  <a:pt x="3267" y="1125"/>
                  <a:pt x="3264" y="1130"/>
                  <a:pt x="3264" y="1135"/>
                </a:cubicBezTo>
                <a:cubicBezTo>
                  <a:pt x="3265" y="1184"/>
                  <a:pt x="3263" y="1186"/>
                  <a:pt x="3262" y="1188"/>
                </a:cubicBezTo>
                <a:cubicBezTo>
                  <a:pt x="3264" y="1224"/>
                  <a:pt x="3258" y="1233"/>
                  <a:pt x="3261" y="1244"/>
                </a:cubicBezTo>
                <a:cubicBezTo>
                  <a:pt x="3258" y="1295"/>
                  <a:pt x="3252" y="1299"/>
                  <a:pt x="3248" y="1303"/>
                </a:cubicBezTo>
                <a:cubicBezTo>
                  <a:pt x="3248" y="1327"/>
                  <a:pt x="3244" y="1332"/>
                  <a:pt x="3247" y="1339"/>
                </a:cubicBezTo>
                <a:cubicBezTo>
                  <a:pt x="3235" y="1378"/>
                  <a:pt x="3233" y="1384"/>
                  <a:pt x="3235" y="1390"/>
                </a:cubicBezTo>
                <a:cubicBezTo>
                  <a:pt x="3220" y="1427"/>
                  <a:pt x="3219" y="1429"/>
                  <a:pt x="3218" y="1432"/>
                </a:cubicBezTo>
                <a:cubicBezTo>
                  <a:pt x="3202" y="1481"/>
                  <a:pt x="3197" y="1486"/>
                  <a:pt x="3198" y="1493"/>
                </a:cubicBezTo>
                <a:cubicBezTo>
                  <a:pt x="3188" y="1549"/>
                  <a:pt x="3188" y="1552"/>
                  <a:pt x="3190" y="1555"/>
                </a:cubicBezTo>
                <a:cubicBezTo>
                  <a:pt x="3191" y="1578"/>
                  <a:pt x="3185" y="1580"/>
                  <a:pt x="3187" y="1584"/>
                </a:cubicBezTo>
                <a:cubicBezTo>
                  <a:pt x="3198" y="1539"/>
                  <a:pt x="3196" y="1531"/>
                  <a:pt x="3200" y="1525"/>
                </a:cubicBezTo>
                <a:cubicBezTo>
                  <a:pt x="3215" y="1451"/>
                  <a:pt x="3233" y="1424"/>
                  <a:pt x="3240" y="1395"/>
                </a:cubicBezTo>
                <a:cubicBezTo>
                  <a:pt x="3242" y="1369"/>
                  <a:pt x="3253" y="1367"/>
                  <a:pt x="3249" y="1362"/>
                </a:cubicBezTo>
                <a:cubicBezTo>
                  <a:pt x="3258" y="1328"/>
                  <a:pt x="3257" y="1326"/>
                  <a:pt x="3258" y="1325"/>
                </a:cubicBezTo>
                <a:cubicBezTo>
                  <a:pt x="3263" y="1299"/>
                  <a:pt x="3264" y="1292"/>
                  <a:pt x="3265" y="1285"/>
                </a:cubicBezTo>
                <a:cubicBezTo>
                  <a:pt x="3273" y="1232"/>
                  <a:pt x="3267" y="1222"/>
                  <a:pt x="3275" y="1216"/>
                </a:cubicBezTo>
                <a:cubicBezTo>
                  <a:pt x="3273" y="1181"/>
                  <a:pt x="3272" y="1177"/>
                  <a:pt x="3275" y="1173"/>
                </a:cubicBezTo>
                <a:cubicBezTo>
                  <a:pt x="3271" y="1142"/>
                  <a:pt x="3276" y="1139"/>
                  <a:pt x="3275" y="1135"/>
                </a:cubicBezTo>
                <a:cubicBezTo>
                  <a:pt x="3275" y="1115"/>
                  <a:pt x="3277" y="1113"/>
                  <a:pt x="3275" y="1110"/>
                </a:cubicBezTo>
                <a:cubicBezTo>
                  <a:pt x="3266" y="1042"/>
                  <a:pt x="3265" y="1039"/>
                  <a:pt x="3265" y="1036"/>
                </a:cubicBezTo>
                <a:cubicBezTo>
                  <a:pt x="3265" y="1022"/>
                  <a:pt x="3274" y="1018"/>
                  <a:pt x="3279" y="1031"/>
                </a:cubicBezTo>
                <a:cubicBezTo>
                  <a:pt x="3283" y="1112"/>
                  <a:pt x="3292" y="1110"/>
                  <a:pt x="3289" y="1116"/>
                </a:cubicBezTo>
                <a:cubicBezTo>
                  <a:pt x="3295" y="1149"/>
                  <a:pt x="3288" y="1153"/>
                  <a:pt x="3292" y="1160"/>
                </a:cubicBezTo>
                <a:cubicBezTo>
                  <a:pt x="3290" y="1231"/>
                  <a:pt x="3294" y="1237"/>
                  <a:pt x="3293" y="1242"/>
                </a:cubicBezTo>
                <a:cubicBezTo>
                  <a:pt x="3292" y="1281"/>
                  <a:pt x="3291" y="1286"/>
                  <a:pt x="3288" y="1291"/>
                </a:cubicBezTo>
                <a:cubicBezTo>
                  <a:pt x="3287" y="1318"/>
                  <a:pt x="3281" y="1319"/>
                  <a:pt x="3284" y="1323"/>
                </a:cubicBezTo>
                <a:cubicBezTo>
                  <a:pt x="3273" y="1372"/>
                  <a:pt x="3269" y="1374"/>
                  <a:pt x="3268" y="1376"/>
                </a:cubicBezTo>
                <a:cubicBezTo>
                  <a:pt x="3258" y="1401"/>
                  <a:pt x="3267" y="1409"/>
                  <a:pt x="3258" y="1412"/>
                </a:cubicBezTo>
                <a:cubicBezTo>
                  <a:pt x="3246" y="1448"/>
                  <a:pt x="3240" y="1456"/>
                  <a:pt x="3240" y="1466"/>
                </a:cubicBezTo>
                <a:cubicBezTo>
                  <a:pt x="3232" y="1498"/>
                  <a:pt x="3226" y="1501"/>
                  <a:pt x="3224" y="1505"/>
                </a:cubicBezTo>
                <a:cubicBezTo>
                  <a:pt x="3214" y="1537"/>
                  <a:pt x="3214" y="1542"/>
                  <a:pt x="3213" y="1547"/>
                </a:cubicBezTo>
                <a:cubicBezTo>
                  <a:pt x="3210" y="1570"/>
                  <a:pt x="3207" y="1572"/>
                  <a:pt x="3207" y="1575"/>
                </a:cubicBezTo>
                <a:cubicBezTo>
                  <a:pt x="3206" y="1587"/>
                  <a:pt x="3213" y="1574"/>
                  <a:pt x="3217" y="1559"/>
                </a:cubicBezTo>
                <a:cubicBezTo>
                  <a:pt x="3226" y="1523"/>
                  <a:pt x="3228" y="1522"/>
                  <a:pt x="3227" y="1520"/>
                </a:cubicBezTo>
                <a:cubicBezTo>
                  <a:pt x="3236" y="1499"/>
                  <a:pt x="3235" y="1495"/>
                  <a:pt x="3238" y="1492"/>
                </a:cubicBezTo>
                <a:cubicBezTo>
                  <a:pt x="3249" y="1462"/>
                  <a:pt x="3251" y="1454"/>
                  <a:pt x="3254" y="1447"/>
                </a:cubicBezTo>
                <a:cubicBezTo>
                  <a:pt x="3266" y="1434"/>
                  <a:pt x="3259" y="1428"/>
                  <a:pt x="3267" y="1426"/>
                </a:cubicBezTo>
                <a:cubicBezTo>
                  <a:pt x="3291" y="1328"/>
                  <a:pt x="3293" y="1319"/>
                  <a:pt x="3295" y="1309"/>
                </a:cubicBezTo>
                <a:cubicBezTo>
                  <a:pt x="3295" y="1272"/>
                  <a:pt x="3304" y="1270"/>
                  <a:pt x="3299" y="1263"/>
                </a:cubicBezTo>
                <a:cubicBezTo>
                  <a:pt x="3300" y="1227"/>
                  <a:pt x="3303" y="1222"/>
                  <a:pt x="3300" y="1216"/>
                </a:cubicBezTo>
                <a:cubicBezTo>
                  <a:pt x="3306" y="1096"/>
                  <a:pt x="3289" y="1092"/>
                  <a:pt x="3296" y="1084"/>
                </a:cubicBezTo>
                <a:cubicBezTo>
                  <a:pt x="3307" y="1085"/>
                  <a:pt x="3304" y="1080"/>
                  <a:pt x="3302" y="1086"/>
                </a:cubicBezTo>
                <a:cubicBezTo>
                  <a:pt x="3316" y="1116"/>
                  <a:pt x="3310" y="1118"/>
                  <a:pt x="3315" y="1123"/>
                </a:cubicBezTo>
                <a:cubicBezTo>
                  <a:pt x="3320" y="1188"/>
                  <a:pt x="3309" y="1192"/>
                  <a:pt x="3315" y="1199"/>
                </a:cubicBezTo>
                <a:cubicBezTo>
                  <a:pt x="3308" y="1229"/>
                  <a:pt x="3313" y="1234"/>
                  <a:pt x="3311" y="1237"/>
                </a:cubicBezTo>
                <a:cubicBezTo>
                  <a:pt x="3302" y="1311"/>
                  <a:pt x="3307" y="1327"/>
                  <a:pt x="3302" y="1340"/>
                </a:cubicBezTo>
                <a:cubicBezTo>
                  <a:pt x="3290" y="1405"/>
                  <a:pt x="3289" y="1408"/>
                  <a:pt x="3288" y="1411"/>
                </a:cubicBezTo>
                <a:cubicBezTo>
                  <a:pt x="3277" y="1471"/>
                  <a:pt x="3275" y="1477"/>
                  <a:pt x="3272" y="1483"/>
                </a:cubicBezTo>
                <a:cubicBezTo>
                  <a:pt x="3265" y="1511"/>
                  <a:pt x="3263" y="1517"/>
                  <a:pt x="3263" y="1524"/>
                </a:cubicBezTo>
                <a:cubicBezTo>
                  <a:pt x="3248" y="1557"/>
                  <a:pt x="3247" y="1560"/>
                  <a:pt x="3250" y="1564"/>
                </a:cubicBezTo>
                <a:cubicBezTo>
                  <a:pt x="3251" y="1572"/>
                  <a:pt x="3252" y="1561"/>
                  <a:pt x="3259" y="1551"/>
                </a:cubicBezTo>
                <a:cubicBezTo>
                  <a:pt x="3271" y="1525"/>
                  <a:pt x="3265" y="1520"/>
                  <a:pt x="3270" y="1518"/>
                </a:cubicBezTo>
                <a:cubicBezTo>
                  <a:pt x="3282" y="1472"/>
                  <a:pt x="3288" y="1462"/>
                  <a:pt x="3291" y="1450"/>
                </a:cubicBezTo>
                <a:cubicBezTo>
                  <a:pt x="3301" y="1403"/>
                  <a:pt x="3302" y="1399"/>
                  <a:pt x="3301" y="1396"/>
                </a:cubicBezTo>
                <a:cubicBezTo>
                  <a:pt x="3305" y="1383"/>
                  <a:pt x="3304" y="1381"/>
                  <a:pt x="3306" y="1379"/>
                </a:cubicBezTo>
                <a:cubicBezTo>
                  <a:pt x="3314" y="1359"/>
                  <a:pt x="3308" y="1354"/>
                  <a:pt x="3311" y="1352"/>
                </a:cubicBezTo>
                <a:cubicBezTo>
                  <a:pt x="3312" y="1308"/>
                  <a:pt x="3320" y="1302"/>
                  <a:pt x="3317" y="1294"/>
                </a:cubicBezTo>
                <a:cubicBezTo>
                  <a:pt x="3325" y="1246"/>
                  <a:pt x="3318" y="1237"/>
                  <a:pt x="3322" y="1231"/>
                </a:cubicBezTo>
                <a:cubicBezTo>
                  <a:pt x="3327" y="1166"/>
                  <a:pt x="3326" y="1162"/>
                  <a:pt x="3324" y="1158"/>
                </a:cubicBezTo>
                <a:cubicBezTo>
                  <a:pt x="3326" y="1124"/>
                  <a:pt x="3320" y="1119"/>
                  <a:pt x="3325" y="1117"/>
                </a:cubicBezTo>
                <a:cubicBezTo>
                  <a:pt x="3331" y="1117"/>
                  <a:pt x="3335" y="1124"/>
                  <a:pt x="3339" y="1131"/>
                </a:cubicBezTo>
                <a:cubicBezTo>
                  <a:pt x="3344" y="1190"/>
                  <a:pt x="3346" y="1195"/>
                  <a:pt x="3344" y="1199"/>
                </a:cubicBezTo>
                <a:cubicBezTo>
                  <a:pt x="3344" y="1229"/>
                  <a:pt x="3347" y="1235"/>
                  <a:pt x="3346" y="1239"/>
                </a:cubicBezTo>
                <a:cubicBezTo>
                  <a:pt x="3345" y="1262"/>
                  <a:pt x="3347" y="1265"/>
                  <a:pt x="3348" y="1268"/>
                </a:cubicBezTo>
                <a:cubicBezTo>
                  <a:pt x="3344" y="1292"/>
                  <a:pt x="3342" y="1299"/>
                  <a:pt x="3340" y="1305"/>
                </a:cubicBezTo>
                <a:cubicBezTo>
                  <a:pt x="3337" y="1369"/>
                  <a:pt x="3330" y="1371"/>
                  <a:pt x="3330" y="1374"/>
                </a:cubicBezTo>
                <a:cubicBezTo>
                  <a:pt x="3325" y="1397"/>
                  <a:pt x="3324" y="1400"/>
                  <a:pt x="3325" y="1404"/>
                </a:cubicBezTo>
                <a:cubicBezTo>
                  <a:pt x="3316" y="1437"/>
                  <a:pt x="3315" y="1438"/>
                  <a:pt x="3314" y="1443"/>
                </a:cubicBezTo>
                <a:cubicBezTo>
                  <a:pt x="3305" y="1465"/>
                  <a:pt x="3312" y="1470"/>
                  <a:pt x="3306" y="1472"/>
                </a:cubicBezTo>
                <a:cubicBezTo>
                  <a:pt x="3300" y="1507"/>
                  <a:pt x="3299" y="1510"/>
                  <a:pt x="3297" y="1513"/>
                </a:cubicBezTo>
                <a:cubicBezTo>
                  <a:pt x="3293" y="1537"/>
                  <a:pt x="3285" y="1538"/>
                  <a:pt x="3290" y="1544"/>
                </a:cubicBezTo>
                <a:cubicBezTo>
                  <a:pt x="3287" y="1572"/>
                  <a:pt x="3276" y="1576"/>
                  <a:pt x="3281" y="1585"/>
                </a:cubicBezTo>
                <a:cubicBezTo>
                  <a:pt x="3277" y="1633"/>
                  <a:pt x="3271" y="1638"/>
                  <a:pt x="3275" y="1646"/>
                </a:cubicBezTo>
                <a:cubicBezTo>
                  <a:pt x="3268" y="1674"/>
                  <a:pt x="3272" y="1682"/>
                  <a:pt x="3268" y="1688"/>
                </a:cubicBezTo>
                <a:cubicBezTo>
                  <a:pt x="3263" y="1723"/>
                  <a:pt x="3269" y="1728"/>
                  <a:pt x="3266" y="1730"/>
                </a:cubicBezTo>
                <a:cubicBezTo>
                  <a:pt x="3271" y="1746"/>
                  <a:pt x="3274" y="1743"/>
                  <a:pt x="3269" y="1737"/>
                </a:cubicBezTo>
                <a:cubicBezTo>
                  <a:pt x="3272" y="1680"/>
                  <a:pt x="3280" y="1672"/>
                  <a:pt x="3278" y="1661"/>
                </a:cubicBezTo>
                <a:cubicBezTo>
                  <a:pt x="3282" y="1626"/>
                  <a:pt x="3284" y="1622"/>
                  <a:pt x="3283" y="1617"/>
                </a:cubicBezTo>
                <a:cubicBezTo>
                  <a:pt x="3289" y="1561"/>
                  <a:pt x="3298" y="1553"/>
                  <a:pt x="3298" y="1543"/>
                </a:cubicBezTo>
                <a:cubicBezTo>
                  <a:pt x="3308" y="1499"/>
                  <a:pt x="3315" y="1485"/>
                  <a:pt x="3316" y="1469"/>
                </a:cubicBezTo>
                <a:cubicBezTo>
                  <a:pt x="3325" y="1431"/>
                  <a:pt x="3330" y="1428"/>
                  <a:pt x="3331" y="1425"/>
                </a:cubicBezTo>
                <a:cubicBezTo>
                  <a:pt x="3340" y="1376"/>
                  <a:pt x="3345" y="1373"/>
                  <a:pt x="3343" y="1369"/>
                </a:cubicBezTo>
                <a:cubicBezTo>
                  <a:pt x="3349" y="1326"/>
                  <a:pt x="3347" y="1318"/>
                  <a:pt x="3352" y="1312"/>
                </a:cubicBezTo>
                <a:cubicBezTo>
                  <a:pt x="3355" y="1256"/>
                  <a:pt x="3358" y="1249"/>
                  <a:pt x="3354" y="1240"/>
                </a:cubicBezTo>
                <a:cubicBezTo>
                  <a:pt x="3356" y="1187"/>
                  <a:pt x="3353" y="1182"/>
                  <a:pt x="3352" y="1178"/>
                </a:cubicBezTo>
                <a:cubicBezTo>
                  <a:pt x="3350" y="1152"/>
                  <a:pt x="3358" y="1157"/>
                  <a:pt x="3365" y="1163"/>
                </a:cubicBezTo>
                <a:cubicBezTo>
                  <a:pt x="3365" y="1201"/>
                  <a:pt x="3368" y="1206"/>
                  <a:pt x="3367" y="1210"/>
                </a:cubicBezTo>
                <a:cubicBezTo>
                  <a:pt x="3365" y="1266"/>
                  <a:pt x="3369" y="1274"/>
                  <a:pt x="3367" y="1281"/>
                </a:cubicBezTo>
                <a:cubicBezTo>
                  <a:pt x="3359" y="1358"/>
                  <a:pt x="3362" y="1365"/>
                  <a:pt x="3360" y="1370"/>
                </a:cubicBezTo>
                <a:cubicBezTo>
                  <a:pt x="3357" y="1401"/>
                  <a:pt x="3353" y="1413"/>
                  <a:pt x="3354" y="1426"/>
                </a:cubicBezTo>
                <a:cubicBezTo>
                  <a:pt x="3342" y="1462"/>
                  <a:pt x="3341" y="1465"/>
                  <a:pt x="3339" y="1467"/>
                </a:cubicBezTo>
                <a:cubicBezTo>
                  <a:pt x="3337" y="1487"/>
                  <a:pt x="3329" y="1488"/>
                  <a:pt x="3332" y="1493"/>
                </a:cubicBezTo>
                <a:cubicBezTo>
                  <a:pt x="3311" y="1584"/>
                  <a:pt x="3307" y="1589"/>
                  <a:pt x="3306" y="1595"/>
                </a:cubicBezTo>
                <a:cubicBezTo>
                  <a:pt x="3297" y="1642"/>
                  <a:pt x="3295" y="1653"/>
                  <a:pt x="3297" y="1666"/>
                </a:cubicBezTo>
                <a:cubicBezTo>
                  <a:pt x="3296" y="1697"/>
                  <a:pt x="3297" y="1701"/>
                  <a:pt x="3300" y="1705"/>
                </a:cubicBezTo>
                <a:cubicBezTo>
                  <a:pt x="3307" y="1683"/>
                  <a:pt x="3299" y="1675"/>
                  <a:pt x="3305" y="1670"/>
                </a:cubicBezTo>
                <a:cubicBezTo>
                  <a:pt x="3314" y="1592"/>
                  <a:pt x="3317" y="1587"/>
                  <a:pt x="3320" y="1582"/>
                </a:cubicBezTo>
                <a:cubicBezTo>
                  <a:pt x="3327" y="1544"/>
                  <a:pt x="3331" y="1542"/>
                  <a:pt x="3331" y="1540"/>
                </a:cubicBezTo>
                <a:cubicBezTo>
                  <a:pt x="3333" y="1506"/>
                  <a:pt x="3344" y="1502"/>
                  <a:pt x="3342" y="1496"/>
                </a:cubicBezTo>
                <a:cubicBezTo>
                  <a:pt x="3368" y="1406"/>
                  <a:pt x="3367" y="1399"/>
                  <a:pt x="3368" y="1393"/>
                </a:cubicBezTo>
                <a:cubicBezTo>
                  <a:pt x="3372" y="1369"/>
                  <a:pt x="3370" y="1362"/>
                  <a:pt x="3374" y="1357"/>
                </a:cubicBezTo>
                <a:cubicBezTo>
                  <a:pt x="3370" y="1333"/>
                  <a:pt x="3376" y="1331"/>
                  <a:pt x="3374" y="1327"/>
                </a:cubicBezTo>
                <a:cubicBezTo>
                  <a:pt x="3375" y="1290"/>
                  <a:pt x="3379" y="1285"/>
                  <a:pt x="3375" y="1277"/>
                </a:cubicBezTo>
                <a:cubicBezTo>
                  <a:pt x="3380" y="1210"/>
                  <a:pt x="3373" y="1201"/>
                  <a:pt x="3378" y="1196"/>
                </a:cubicBezTo>
                <a:cubicBezTo>
                  <a:pt x="3387" y="1254"/>
                  <a:pt x="3398" y="1267"/>
                  <a:pt x="3391" y="1276"/>
                </a:cubicBezTo>
                <a:cubicBezTo>
                  <a:pt x="3393" y="1294"/>
                  <a:pt x="3394" y="1297"/>
                  <a:pt x="3390" y="1298"/>
                </a:cubicBezTo>
                <a:cubicBezTo>
                  <a:pt x="3386" y="1342"/>
                  <a:pt x="3393" y="1349"/>
                  <a:pt x="3389" y="1354"/>
                </a:cubicBezTo>
                <a:cubicBezTo>
                  <a:pt x="3387" y="1405"/>
                  <a:pt x="3377" y="1408"/>
                  <a:pt x="3380" y="1414"/>
                </a:cubicBezTo>
                <a:cubicBezTo>
                  <a:pt x="3373" y="1448"/>
                  <a:pt x="3368" y="1452"/>
                  <a:pt x="3369" y="1458"/>
                </a:cubicBezTo>
                <a:cubicBezTo>
                  <a:pt x="3348" y="1506"/>
                  <a:pt x="3357" y="1514"/>
                  <a:pt x="3351" y="1517"/>
                </a:cubicBezTo>
                <a:cubicBezTo>
                  <a:pt x="3346" y="1537"/>
                  <a:pt x="3342" y="1541"/>
                  <a:pt x="3344" y="1546"/>
                </a:cubicBezTo>
                <a:cubicBezTo>
                  <a:pt x="3339" y="1563"/>
                  <a:pt x="3338" y="1565"/>
                  <a:pt x="3336" y="1567"/>
                </a:cubicBezTo>
                <a:cubicBezTo>
                  <a:pt x="3327" y="1612"/>
                  <a:pt x="3322" y="1615"/>
                  <a:pt x="3323" y="1621"/>
                </a:cubicBezTo>
                <a:cubicBezTo>
                  <a:pt x="3319" y="1641"/>
                  <a:pt x="3315" y="1645"/>
                  <a:pt x="3319" y="1651"/>
                </a:cubicBezTo>
                <a:cubicBezTo>
                  <a:pt x="3313" y="1707"/>
                  <a:pt x="3315" y="1719"/>
                  <a:pt x="3311" y="1729"/>
                </a:cubicBezTo>
                <a:cubicBezTo>
                  <a:pt x="3316" y="1758"/>
                  <a:pt x="3318" y="1763"/>
                  <a:pt x="3316" y="1767"/>
                </a:cubicBezTo>
                <a:cubicBezTo>
                  <a:pt x="3321" y="1777"/>
                  <a:pt x="3325" y="1764"/>
                  <a:pt x="3316" y="1748"/>
                </a:cubicBezTo>
                <a:cubicBezTo>
                  <a:pt x="3319" y="1710"/>
                  <a:pt x="3319" y="1706"/>
                  <a:pt x="3320" y="1702"/>
                </a:cubicBezTo>
                <a:cubicBezTo>
                  <a:pt x="3317" y="1662"/>
                  <a:pt x="3326" y="1661"/>
                  <a:pt x="3321" y="1655"/>
                </a:cubicBezTo>
                <a:cubicBezTo>
                  <a:pt x="3331" y="1625"/>
                  <a:pt x="3332" y="1621"/>
                  <a:pt x="3333" y="1618"/>
                </a:cubicBezTo>
                <a:cubicBezTo>
                  <a:pt x="3354" y="1553"/>
                  <a:pt x="3353" y="1545"/>
                  <a:pt x="3355" y="1537"/>
                </a:cubicBezTo>
                <a:cubicBezTo>
                  <a:pt x="3359" y="1510"/>
                  <a:pt x="3369" y="1509"/>
                  <a:pt x="3366" y="1504"/>
                </a:cubicBezTo>
                <a:cubicBezTo>
                  <a:pt x="3373" y="1465"/>
                  <a:pt x="3384" y="1464"/>
                  <a:pt x="3378" y="1458"/>
                </a:cubicBezTo>
                <a:cubicBezTo>
                  <a:pt x="3390" y="1433"/>
                  <a:pt x="3381" y="1427"/>
                  <a:pt x="3389" y="1425"/>
                </a:cubicBezTo>
                <a:cubicBezTo>
                  <a:pt x="3399" y="1371"/>
                  <a:pt x="3400" y="1367"/>
                  <a:pt x="3399" y="1362"/>
                </a:cubicBezTo>
                <a:cubicBezTo>
                  <a:pt x="3402" y="1354"/>
                  <a:pt x="3405" y="1359"/>
                  <a:pt x="3406" y="1363"/>
                </a:cubicBezTo>
                <a:cubicBezTo>
                  <a:pt x="3407" y="1409"/>
                  <a:pt x="3398" y="1411"/>
                  <a:pt x="3403" y="1417"/>
                </a:cubicBezTo>
                <a:cubicBezTo>
                  <a:pt x="3397" y="1447"/>
                  <a:pt x="3396" y="1452"/>
                  <a:pt x="3396" y="1456"/>
                </a:cubicBezTo>
                <a:cubicBezTo>
                  <a:pt x="3371" y="1591"/>
                  <a:pt x="3367" y="1595"/>
                  <a:pt x="3366" y="1599"/>
                </a:cubicBezTo>
                <a:cubicBezTo>
                  <a:pt x="3363" y="1632"/>
                  <a:pt x="3356" y="1639"/>
                  <a:pt x="3361" y="1649"/>
                </a:cubicBezTo>
                <a:cubicBezTo>
                  <a:pt x="3355" y="1669"/>
                  <a:pt x="3358" y="1672"/>
                  <a:pt x="3356" y="1673"/>
                </a:cubicBezTo>
                <a:cubicBezTo>
                  <a:pt x="3352" y="1690"/>
                  <a:pt x="3360" y="1687"/>
                  <a:pt x="3361" y="1682"/>
                </a:cubicBezTo>
                <a:cubicBezTo>
                  <a:pt x="3372" y="1622"/>
                  <a:pt x="3371" y="1610"/>
                  <a:pt x="3374" y="1600"/>
                </a:cubicBezTo>
                <a:cubicBezTo>
                  <a:pt x="3382" y="1565"/>
                  <a:pt x="3383" y="1563"/>
                  <a:pt x="3385" y="1561"/>
                </a:cubicBezTo>
                <a:cubicBezTo>
                  <a:pt x="3392" y="1525"/>
                  <a:pt x="3396" y="1515"/>
                  <a:pt x="3399" y="1504"/>
                </a:cubicBezTo>
                <a:cubicBezTo>
                  <a:pt x="3409" y="1484"/>
                  <a:pt x="3400" y="1475"/>
                  <a:pt x="3404" y="1471"/>
                </a:cubicBezTo>
                <a:cubicBezTo>
                  <a:pt x="3407" y="1422"/>
                  <a:pt x="3415" y="1422"/>
                  <a:pt x="3417" y="1422"/>
                </a:cubicBezTo>
                <a:cubicBezTo>
                  <a:pt x="3414" y="1376"/>
                  <a:pt x="3413" y="1364"/>
                  <a:pt x="3416" y="1352"/>
                </a:cubicBezTo>
                <a:cubicBezTo>
                  <a:pt x="3415" y="1319"/>
                  <a:pt x="3409" y="1310"/>
                  <a:pt x="3412" y="1302"/>
                </a:cubicBezTo>
                <a:cubicBezTo>
                  <a:pt x="3410" y="1257"/>
                  <a:pt x="3415" y="1264"/>
                  <a:pt x="3415" y="1270"/>
                </a:cubicBezTo>
                <a:cubicBezTo>
                  <a:pt x="3433" y="1332"/>
                  <a:pt x="3430" y="1341"/>
                  <a:pt x="3435" y="1352"/>
                </a:cubicBezTo>
                <a:cubicBezTo>
                  <a:pt x="3435" y="1387"/>
                  <a:pt x="3432" y="1391"/>
                  <a:pt x="3436" y="1398"/>
                </a:cubicBezTo>
                <a:cubicBezTo>
                  <a:pt x="3432" y="1431"/>
                  <a:pt x="3436" y="1435"/>
                  <a:pt x="3431" y="1436"/>
                </a:cubicBezTo>
                <a:cubicBezTo>
                  <a:pt x="3428" y="1480"/>
                  <a:pt x="3430" y="1482"/>
                  <a:pt x="3432" y="1485"/>
                </a:cubicBezTo>
                <a:cubicBezTo>
                  <a:pt x="3427" y="1515"/>
                  <a:pt x="3428" y="1521"/>
                  <a:pt x="3424" y="1525"/>
                </a:cubicBezTo>
                <a:cubicBezTo>
                  <a:pt x="3417" y="1579"/>
                  <a:pt x="3414" y="1583"/>
                  <a:pt x="3417" y="1589"/>
                </a:cubicBezTo>
                <a:cubicBezTo>
                  <a:pt x="3403" y="1642"/>
                  <a:pt x="3402" y="1647"/>
                  <a:pt x="3402" y="1653"/>
                </a:cubicBezTo>
                <a:cubicBezTo>
                  <a:pt x="3390" y="1687"/>
                  <a:pt x="3394" y="1691"/>
                  <a:pt x="3389" y="1693"/>
                </a:cubicBezTo>
                <a:cubicBezTo>
                  <a:pt x="3375" y="1737"/>
                  <a:pt x="3375" y="1740"/>
                  <a:pt x="3377" y="1743"/>
                </a:cubicBezTo>
                <a:cubicBezTo>
                  <a:pt x="3364" y="1778"/>
                  <a:pt x="3370" y="1792"/>
                  <a:pt x="3361" y="1802"/>
                </a:cubicBezTo>
                <a:cubicBezTo>
                  <a:pt x="3361" y="1851"/>
                  <a:pt x="3364" y="1854"/>
                  <a:pt x="3362" y="1856"/>
                </a:cubicBezTo>
                <a:cubicBezTo>
                  <a:pt x="3366" y="1823"/>
                  <a:pt x="3372" y="1815"/>
                  <a:pt x="3367" y="1803"/>
                </a:cubicBezTo>
                <a:cubicBezTo>
                  <a:pt x="3376" y="1771"/>
                  <a:pt x="3375" y="1768"/>
                  <a:pt x="3379" y="1767"/>
                </a:cubicBezTo>
                <a:cubicBezTo>
                  <a:pt x="3383" y="1736"/>
                  <a:pt x="3387" y="1732"/>
                  <a:pt x="3390" y="1728"/>
                </a:cubicBezTo>
                <a:cubicBezTo>
                  <a:pt x="3397" y="1691"/>
                  <a:pt x="3403" y="1687"/>
                  <a:pt x="3404" y="1681"/>
                </a:cubicBezTo>
                <a:cubicBezTo>
                  <a:pt x="3411" y="1650"/>
                  <a:pt x="3412" y="1647"/>
                  <a:pt x="3413" y="1644"/>
                </a:cubicBezTo>
                <a:cubicBezTo>
                  <a:pt x="3415" y="1620"/>
                  <a:pt x="3422" y="1618"/>
                  <a:pt x="3417" y="1614"/>
                </a:cubicBezTo>
                <a:cubicBezTo>
                  <a:pt x="3423" y="1579"/>
                  <a:pt x="3434" y="1575"/>
                  <a:pt x="3429" y="1566"/>
                </a:cubicBezTo>
                <a:cubicBezTo>
                  <a:pt x="3436" y="1500"/>
                  <a:pt x="3438" y="1494"/>
                  <a:pt x="3441" y="1488"/>
                </a:cubicBezTo>
                <a:cubicBezTo>
                  <a:pt x="3442" y="1464"/>
                  <a:pt x="3441" y="1460"/>
                  <a:pt x="3440" y="1456"/>
                </a:cubicBezTo>
                <a:cubicBezTo>
                  <a:pt x="3448" y="1401"/>
                  <a:pt x="3441" y="1392"/>
                  <a:pt x="3446" y="1387"/>
                </a:cubicBezTo>
                <a:cubicBezTo>
                  <a:pt x="3451" y="1376"/>
                  <a:pt x="3448" y="1380"/>
                  <a:pt x="3448" y="1385"/>
                </a:cubicBezTo>
                <a:cubicBezTo>
                  <a:pt x="3445" y="1422"/>
                  <a:pt x="3452" y="1429"/>
                  <a:pt x="3452" y="1435"/>
                </a:cubicBezTo>
                <a:cubicBezTo>
                  <a:pt x="3455" y="1495"/>
                  <a:pt x="3447" y="1500"/>
                  <a:pt x="3450" y="1508"/>
                </a:cubicBezTo>
                <a:cubicBezTo>
                  <a:pt x="3441" y="1592"/>
                  <a:pt x="3429" y="1592"/>
                  <a:pt x="3436" y="1598"/>
                </a:cubicBezTo>
                <a:cubicBezTo>
                  <a:pt x="3423" y="1621"/>
                  <a:pt x="3439" y="1621"/>
                  <a:pt x="3432" y="1624"/>
                </a:cubicBezTo>
                <a:cubicBezTo>
                  <a:pt x="3413" y="1657"/>
                  <a:pt x="3429" y="1660"/>
                  <a:pt x="3423" y="1662"/>
                </a:cubicBezTo>
                <a:cubicBezTo>
                  <a:pt x="3410" y="1689"/>
                  <a:pt x="3409" y="1694"/>
                  <a:pt x="3412" y="1699"/>
                </a:cubicBezTo>
                <a:cubicBezTo>
                  <a:pt x="3404" y="1734"/>
                  <a:pt x="3393" y="1739"/>
                  <a:pt x="3398" y="1748"/>
                </a:cubicBezTo>
                <a:cubicBezTo>
                  <a:pt x="3395" y="1763"/>
                  <a:pt x="3390" y="1766"/>
                  <a:pt x="3392" y="1770"/>
                </a:cubicBezTo>
                <a:cubicBezTo>
                  <a:pt x="3387" y="1817"/>
                  <a:pt x="3388" y="1815"/>
                  <a:pt x="3389" y="1813"/>
                </a:cubicBezTo>
                <a:cubicBezTo>
                  <a:pt x="3396" y="1778"/>
                  <a:pt x="3400" y="1768"/>
                  <a:pt x="3398" y="1756"/>
                </a:cubicBezTo>
                <a:cubicBezTo>
                  <a:pt x="3410" y="1730"/>
                  <a:pt x="3405" y="1725"/>
                  <a:pt x="3412" y="1723"/>
                </a:cubicBezTo>
                <a:cubicBezTo>
                  <a:pt x="3424" y="1695"/>
                  <a:pt x="3419" y="1691"/>
                  <a:pt x="3422" y="1688"/>
                </a:cubicBezTo>
                <a:cubicBezTo>
                  <a:pt x="3441" y="1607"/>
                  <a:pt x="3447" y="1598"/>
                  <a:pt x="3446" y="1586"/>
                </a:cubicBezTo>
                <a:cubicBezTo>
                  <a:pt x="3457" y="1512"/>
                  <a:pt x="3462" y="1503"/>
                  <a:pt x="3460" y="1491"/>
                </a:cubicBezTo>
                <a:cubicBezTo>
                  <a:pt x="3461" y="1440"/>
                  <a:pt x="3458" y="1436"/>
                  <a:pt x="3463" y="1435"/>
                </a:cubicBezTo>
                <a:cubicBezTo>
                  <a:pt x="3462" y="1404"/>
                  <a:pt x="3459" y="1398"/>
                  <a:pt x="3460" y="1392"/>
                </a:cubicBezTo>
                <a:cubicBezTo>
                  <a:pt x="3458" y="1367"/>
                  <a:pt x="3470" y="1372"/>
                  <a:pt x="3475" y="1379"/>
                </a:cubicBezTo>
                <a:cubicBezTo>
                  <a:pt x="3480" y="1425"/>
                  <a:pt x="3483" y="1430"/>
                  <a:pt x="3479" y="1434"/>
                </a:cubicBezTo>
                <a:cubicBezTo>
                  <a:pt x="3482" y="1457"/>
                  <a:pt x="3478" y="1458"/>
                  <a:pt x="3478" y="1461"/>
                </a:cubicBezTo>
                <a:cubicBezTo>
                  <a:pt x="3476" y="1491"/>
                  <a:pt x="3479" y="1496"/>
                  <a:pt x="3478" y="1500"/>
                </a:cubicBezTo>
                <a:cubicBezTo>
                  <a:pt x="3470" y="1576"/>
                  <a:pt x="3467" y="1583"/>
                  <a:pt x="3467" y="1591"/>
                </a:cubicBezTo>
                <a:cubicBezTo>
                  <a:pt x="3464" y="1606"/>
                  <a:pt x="3461" y="1609"/>
                  <a:pt x="3461" y="1613"/>
                </a:cubicBezTo>
                <a:cubicBezTo>
                  <a:pt x="3454" y="1638"/>
                  <a:pt x="3454" y="1642"/>
                  <a:pt x="3449" y="1645"/>
                </a:cubicBezTo>
                <a:cubicBezTo>
                  <a:pt x="3438" y="1688"/>
                  <a:pt x="3436" y="1699"/>
                  <a:pt x="3431" y="1710"/>
                </a:cubicBezTo>
                <a:cubicBezTo>
                  <a:pt x="3427" y="1749"/>
                  <a:pt x="3419" y="1753"/>
                  <a:pt x="3421" y="1759"/>
                </a:cubicBezTo>
                <a:cubicBezTo>
                  <a:pt x="3414" y="1798"/>
                  <a:pt x="3406" y="1801"/>
                  <a:pt x="3408" y="1808"/>
                </a:cubicBezTo>
                <a:cubicBezTo>
                  <a:pt x="3398" y="1886"/>
                  <a:pt x="3391" y="1896"/>
                  <a:pt x="3394" y="1908"/>
                </a:cubicBezTo>
                <a:cubicBezTo>
                  <a:pt x="3390" y="1927"/>
                  <a:pt x="3395" y="1932"/>
                  <a:pt x="3393" y="1934"/>
                </a:cubicBezTo>
                <a:cubicBezTo>
                  <a:pt x="3390" y="1966"/>
                  <a:pt x="3394" y="1974"/>
                  <a:pt x="3392" y="1981"/>
                </a:cubicBezTo>
                <a:cubicBezTo>
                  <a:pt x="3388" y="2028"/>
                  <a:pt x="3392" y="2036"/>
                  <a:pt x="3392" y="2043"/>
                </a:cubicBezTo>
                <a:cubicBezTo>
                  <a:pt x="3401" y="2091"/>
                  <a:pt x="3402" y="2095"/>
                  <a:pt x="3405" y="2099"/>
                </a:cubicBezTo>
                <a:cubicBezTo>
                  <a:pt x="3401" y="2074"/>
                  <a:pt x="3404" y="2067"/>
                  <a:pt x="3397" y="2057"/>
                </a:cubicBezTo>
                <a:cubicBezTo>
                  <a:pt x="3400" y="1997"/>
                  <a:pt x="3395" y="1981"/>
                  <a:pt x="3401" y="1967"/>
                </a:cubicBezTo>
                <a:cubicBezTo>
                  <a:pt x="3408" y="1929"/>
                  <a:pt x="3404" y="1925"/>
                  <a:pt x="3409" y="1924"/>
                </a:cubicBezTo>
                <a:cubicBezTo>
                  <a:pt x="3415" y="1896"/>
                  <a:pt x="3417" y="1889"/>
                  <a:pt x="3421" y="1882"/>
                </a:cubicBezTo>
                <a:cubicBezTo>
                  <a:pt x="3432" y="1848"/>
                  <a:pt x="3435" y="1845"/>
                  <a:pt x="3435" y="1841"/>
                </a:cubicBezTo>
                <a:cubicBezTo>
                  <a:pt x="3464" y="1774"/>
                  <a:pt x="3463" y="1766"/>
                  <a:pt x="3468" y="1760"/>
                </a:cubicBezTo>
                <a:cubicBezTo>
                  <a:pt x="3481" y="1724"/>
                  <a:pt x="3478" y="1719"/>
                  <a:pt x="3482" y="1716"/>
                </a:cubicBezTo>
                <a:cubicBezTo>
                  <a:pt x="3494" y="1652"/>
                  <a:pt x="3496" y="1648"/>
                  <a:pt x="3495" y="1643"/>
                </a:cubicBezTo>
                <a:cubicBezTo>
                  <a:pt x="3500" y="1623"/>
                  <a:pt x="3502" y="1622"/>
                  <a:pt x="3500" y="1619"/>
                </a:cubicBezTo>
                <a:cubicBezTo>
                  <a:pt x="3506" y="1577"/>
                  <a:pt x="3508" y="1573"/>
                  <a:pt x="3506" y="1568"/>
                </a:cubicBezTo>
                <a:cubicBezTo>
                  <a:pt x="3512" y="1540"/>
                  <a:pt x="3511" y="1535"/>
                  <a:pt x="3513" y="1532"/>
                </a:cubicBezTo>
                <a:cubicBezTo>
                  <a:pt x="3515" y="1572"/>
                  <a:pt x="3510" y="1584"/>
                  <a:pt x="3515" y="1599"/>
                </a:cubicBezTo>
                <a:cubicBezTo>
                  <a:pt x="3504" y="1650"/>
                  <a:pt x="3506" y="1658"/>
                  <a:pt x="3504" y="1665"/>
                </a:cubicBezTo>
                <a:cubicBezTo>
                  <a:pt x="3496" y="1703"/>
                  <a:pt x="3488" y="1716"/>
                  <a:pt x="3485" y="1731"/>
                </a:cubicBezTo>
                <a:cubicBezTo>
                  <a:pt x="3479" y="1756"/>
                  <a:pt x="3474" y="1759"/>
                  <a:pt x="3476" y="1763"/>
                </a:cubicBezTo>
                <a:cubicBezTo>
                  <a:pt x="3463" y="1803"/>
                  <a:pt x="3464" y="1811"/>
                  <a:pt x="3457" y="1818"/>
                </a:cubicBezTo>
                <a:cubicBezTo>
                  <a:pt x="3452" y="1843"/>
                  <a:pt x="3449" y="1846"/>
                  <a:pt x="3449" y="1850"/>
                </a:cubicBezTo>
                <a:cubicBezTo>
                  <a:pt x="3437" y="1873"/>
                  <a:pt x="3443" y="1879"/>
                  <a:pt x="3440" y="1882"/>
                </a:cubicBezTo>
                <a:cubicBezTo>
                  <a:pt x="3435" y="1913"/>
                  <a:pt x="3436" y="1921"/>
                  <a:pt x="3433" y="1927"/>
                </a:cubicBezTo>
                <a:cubicBezTo>
                  <a:pt x="3431" y="1993"/>
                  <a:pt x="3438" y="2005"/>
                  <a:pt x="3437" y="2015"/>
                </a:cubicBezTo>
                <a:cubicBezTo>
                  <a:pt x="3445" y="2068"/>
                  <a:pt x="3449" y="2081"/>
                  <a:pt x="3454" y="2079"/>
                </a:cubicBezTo>
                <a:cubicBezTo>
                  <a:pt x="3446" y="2029"/>
                  <a:pt x="3445" y="2025"/>
                  <a:pt x="3442" y="2020"/>
                </a:cubicBezTo>
                <a:cubicBezTo>
                  <a:pt x="3442" y="1992"/>
                  <a:pt x="3443" y="1983"/>
                  <a:pt x="3440" y="1973"/>
                </a:cubicBezTo>
                <a:cubicBezTo>
                  <a:pt x="3445" y="1909"/>
                  <a:pt x="3446" y="1899"/>
                  <a:pt x="3445" y="1891"/>
                </a:cubicBezTo>
                <a:cubicBezTo>
                  <a:pt x="3461" y="1854"/>
                  <a:pt x="3460" y="1850"/>
                  <a:pt x="3460" y="1846"/>
                </a:cubicBezTo>
                <a:cubicBezTo>
                  <a:pt x="3475" y="1793"/>
                  <a:pt x="3479" y="1786"/>
                  <a:pt x="3482" y="1779"/>
                </a:cubicBezTo>
                <a:cubicBezTo>
                  <a:pt x="3507" y="1698"/>
                  <a:pt x="3509" y="1684"/>
                  <a:pt x="3513" y="1671"/>
                </a:cubicBezTo>
                <a:cubicBezTo>
                  <a:pt x="3520" y="1649"/>
                  <a:pt x="3514" y="1643"/>
                  <a:pt x="3518" y="1641"/>
                </a:cubicBezTo>
                <a:cubicBezTo>
                  <a:pt x="3521" y="1601"/>
                  <a:pt x="3525" y="1595"/>
                  <a:pt x="3522" y="1586"/>
                </a:cubicBezTo>
                <a:cubicBezTo>
                  <a:pt x="3525" y="1554"/>
                  <a:pt x="3525" y="1552"/>
                  <a:pt x="3523" y="1550"/>
                </a:cubicBezTo>
                <a:cubicBezTo>
                  <a:pt x="3531" y="1579"/>
                  <a:pt x="3531" y="1583"/>
                  <a:pt x="3531" y="1587"/>
                </a:cubicBezTo>
                <a:cubicBezTo>
                  <a:pt x="3529" y="1651"/>
                  <a:pt x="3527" y="1653"/>
                  <a:pt x="3529" y="1656"/>
                </a:cubicBezTo>
                <a:cubicBezTo>
                  <a:pt x="3522" y="1684"/>
                  <a:pt x="3521" y="1689"/>
                  <a:pt x="3521" y="1694"/>
                </a:cubicBezTo>
                <a:cubicBezTo>
                  <a:pt x="3516" y="1729"/>
                  <a:pt x="3504" y="1731"/>
                  <a:pt x="3507" y="1737"/>
                </a:cubicBezTo>
                <a:cubicBezTo>
                  <a:pt x="3498" y="1768"/>
                  <a:pt x="3498" y="1771"/>
                  <a:pt x="3498" y="1773"/>
                </a:cubicBezTo>
                <a:cubicBezTo>
                  <a:pt x="3485" y="1804"/>
                  <a:pt x="3490" y="1816"/>
                  <a:pt x="3483" y="1825"/>
                </a:cubicBezTo>
                <a:cubicBezTo>
                  <a:pt x="3480" y="1845"/>
                  <a:pt x="3479" y="1850"/>
                  <a:pt x="3479" y="1855"/>
                </a:cubicBezTo>
                <a:cubicBezTo>
                  <a:pt x="3475" y="1908"/>
                  <a:pt x="3465" y="1910"/>
                  <a:pt x="3470" y="1917"/>
                </a:cubicBezTo>
                <a:cubicBezTo>
                  <a:pt x="3465" y="1968"/>
                  <a:pt x="3468" y="1974"/>
                  <a:pt x="3464" y="1978"/>
                </a:cubicBezTo>
                <a:cubicBezTo>
                  <a:pt x="3472" y="2023"/>
                  <a:pt x="3468" y="2033"/>
                  <a:pt x="3472" y="2044"/>
                </a:cubicBezTo>
                <a:cubicBezTo>
                  <a:pt x="3481" y="2100"/>
                  <a:pt x="3492" y="2101"/>
                  <a:pt x="3486" y="2107"/>
                </a:cubicBezTo>
                <a:cubicBezTo>
                  <a:pt x="3498" y="2137"/>
                  <a:pt x="3500" y="2142"/>
                  <a:pt x="3503" y="2141"/>
                </a:cubicBezTo>
                <a:cubicBezTo>
                  <a:pt x="3487" y="2075"/>
                  <a:pt x="3484" y="2068"/>
                  <a:pt x="3482" y="2061"/>
                </a:cubicBezTo>
                <a:cubicBezTo>
                  <a:pt x="3474" y="2027"/>
                  <a:pt x="3481" y="2026"/>
                  <a:pt x="3478" y="2022"/>
                </a:cubicBezTo>
                <a:cubicBezTo>
                  <a:pt x="3476" y="1955"/>
                  <a:pt x="3478" y="1948"/>
                  <a:pt x="3476" y="1941"/>
                </a:cubicBezTo>
                <a:cubicBezTo>
                  <a:pt x="3484" y="1875"/>
                  <a:pt x="3485" y="1872"/>
                  <a:pt x="3487" y="1869"/>
                </a:cubicBezTo>
                <a:cubicBezTo>
                  <a:pt x="3489" y="1844"/>
                  <a:pt x="3495" y="1842"/>
                  <a:pt x="3490" y="1837"/>
                </a:cubicBezTo>
                <a:cubicBezTo>
                  <a:pt x="3500" y="1788"/>
                  <a:pt x="3510" y="1762"/>
                  <a:pt x="3520" y="1735"/>
                </a:cubicBezTo>
                <a:cubicBezTo>
                  <a:pt x="3536" y="1682"/>
                  <a:pt x="3530" y="1677"/>
                  <a:pt x="3535" y="1675"/>
                </a:cubicBezTo>
                <a:cubicBezTo>
                  <a:pt x="3539" y="1659"/>
                  <a:pt x="3538" y="1655"/>
                  <a:pt x="3541" y="1658"/>
                </a:cubicBezTo>
                <a:cubicBezTo>
                  <a:pt x="3517" y="1789"/>
                  <a:pt x="3524" y="1796"/>
                  <a:pt x="3518" y="1799"/>
                </a:cubicBezTo>
                <a:cubicBezTo>
                  <a:pt x="3515" y="1821"/>
                  <a:pt x="3511" y="1825"/>
                  <a:pt x="3515" y="1831"/>
                </a:cubicBezTo>
                <a:cubicBezTo>
                  <a:pt x="3509" y="1869"/>
                  <a:pt x="3503" y="1873"/>
                  <a:pt x="3507" y="1880"/>
                </a:cubicBezTo>
                <a:cubicBezTo>
                  <a:pt x="3503" y="1908"/>
                  <a:pt x="3500" y="1910"/>
                  <a:pt x="3501" y="1913"/>
                </a:cubicBezTo>
                <a:cubicBezTo>
                  <a:pt x="3498" y="1956"/>
                  <a:pt x="3499" y="1968"/>
                  <a:pt x="3500" y="1979"/>
                </a:cubicBezTo>
                <a:cubicBezTo>
                  <a:pt x="3506" y="2052"/>
                  <a:pt x="3514" y="2059"/>
                  <a:pt x="3510" y="2063"/>
                </a:cubicBezTo>
                <a:cubicBezTo>
                  <a:pt x="3538" y="2132"/>
                  <a:pt x="3538" y="2143"/>
                  <a:pt x="3548" y="2157"/>
                </a:cubicBezTo>
                <a:cubicBezTo>
                  <a:pt x="3547" y="2144"/>
                  <a:pt x="3540" y="2128"/>
                  <a:pt x="3532" y="2111"/>
                </a:cubicBezTo>
                <a:cubicBezTo>
                  <a:pt x="3530" y="2090"/>
                  <a:pt x="3523" y="2082"/>
                  <a:pt x="3523" y="2076"/>
                </a:cubicBezTo>
                <a:cubicBezTo>
                  <a:pt x="3515" y="2007"/>
                  <a:pt x="3512" y="2002"/>
                  <a:pt x="3511" y="1998"/>
                </a:cubicBezTo>
                <a:cubicBezTo>
                  <a:pt x="3511" y="1925"/>
                  <a:pt x="3511" y="1917"/>
                  <a:pt x="3513" y="1909"/>
                </a:cubicBezTo>
                <a:cubicBezTo>
                  <a:pt x="3519" y="1876"/>
                  <a:pt x="3513" y="1866"/>
                  <a:pt x="3519" y="1859"/>
                </a:cubicBezTo>
                <a:cubicBezTo>
                  <a:pt x="3526" y="1827"/>
                  <a:pt x="3521" y="1817"/>
                  <a:pt x="3527" y="1811"/>
                </a:cubicBezTo>
                <a:cubicBezTo>
                  <a:pt x="3533" y="1769"/>
                  <a:pt x="3540" y="1767"/>
                  <a:pt x="3537" y="1761"/>
                </a:cubicBezTo>
                <a:cubicBezTo>
                  <a:pt x="3544" y="1729"/>
                  <a:pt x="3544" y="1721"/>
                  <a:pt x="3545" y="1713"/>
                </a:cubicBezTo>
                <a:cubicBezTo>
                  <a:pt x="3553" y="1672"/>
                  <a:pt x="3550" y="1667"/>
                  <a:pt x="3552" y="1662"/>
                </a:cubicBezTo>
                <a:cubicBezTo>
                  <a:pt x="3554" y="1642"/>
                  <a:pt x="3553" y="1638"/>
                  <a:pt x="3556" y="1641"/>
                </a:cubicBezTo>
                <a:cubicBezTo>
                  <a:pt x="3564" y="1736"/>
                  <a:pt x="3565" y="1745"/>
                  <a:pt x="3563" y="1754"/>
                </a:cubicBezTo>
                <a:cubicBezTo>
                  <a:pt x="3558" y="1799"/>
                  <a:pt x="3551" y="1802"/>
                  <a:pt x="3556" y="1808"/>
                </a:cubicBezTo>
                <a:cubicBezTo>
                  <a:pt x="3546" y="1849"/>
                  <a:pt x="3547" y="1852"/>
                  <a:pt x="3547" y="1854"/>
                </a:cubicBezTo>
                <a:cubicBezTo>
                  <a:pt x="3542" y="1894"/>
                  <a:pt x="3541" y="1898"/>
                  <a:pt x="3536" y="1902"/>
                </a:cubicBezTo>
                <a:cubicBezTo>
                  <a:pt x="3535" y="1925"/>
                  <a:pt x="3535" y="1927"/>
                  <a:pt x="3535" y="1929"/>
                </a:cubicBezTo>
                <a:cubicBezTo>
                  <a:pt x="3525" y="1979"/>
                  <a:pt x="3527" y="1989"/>
                  <a:pt x="3525" y="1998"/>
                </a:cubicBezTo>
                <a:cubicBezTo>
                  <a:pt x="3539" y="2083"/>
                  <a:pt x="3540" y="2080"/>
                  <a:pt x="3537" y="2076"/>
                </a:cubicBezTo>
                <a:cubicBezTo>
                  <a:pt x="3532" y="2032"/>
                  <a:pt x="3531" y="2024"/>
                  <a:pt x="3533" y="2018"/>
                </a:cubicBezTo>
                <a:cubicBezTo>
                  <a:pt x="3537" y="1977"/>
                  <a:pt x="3538" y="1973"/>
                  <a:pt x="3538" y="1968"/>
                </a:cubicBezTo>
                <a:cubicBezTo>
                  <a:pt x="3543" y="1933"/>
                  <a:pt x="3545" y="1924"/>
                  <a:pt x="3546" y="1915"/>
                </a:cubicBezTo>
                <a:cubicBezTo>
                  <a:pt x="3550" y="1884"/>
                  <a:pt x="3554" y="1883"/>
                  <a:pt x="3553" y="1880"/>
                </a:cubicBezTo>
                <a:cubicBezTo>
                  <a:pt x="3559" y="1851"/>
                  <a:pt x="3560" y="1841"/>
                  <a:pt x="3561" y="1832"/>
                </a:cubicBezTo>
                <a:cubicBezTo>
                  <a:pt x="3568" y="1790"/>
                  <a:pt x="3567" y="1787"/>
                  <a:pt x="3571" y="1786"/>
                </a:cubicBezTo>
                <a:cubicBezTo>
                  <a:pt x="3572" y="1822"/>
                  <a:pt x="3568" y="1827"/>
                  <a:pt x="3571" y="1835"/>
                </a:cubicBezTo>
                <a:cubicBezTo>
                  <a:pt x="3568" y="1875"/>
                  <a:pt x="3568" y="1878"/>
                  <a:pt x="3567" y="1881"/>
                </a:cubicBezTo>
                <a:cubicBezTo>
                  <a:pt x="3563" y="1933"/>
                  <a:pt x="3559" y="1938"/>
                  <a:pt x="3562" y="1944"/>
                </a:cubicBezTo>
                <a:cubicBezTo>
                  <a:pt x="3557" y="1996"/>
                  <a:pt x="3552" y="2000"/>
                  <a:pt x="3554" y="2006"/>
                </a:cubicBezTo>
                <a:cubicBezTo>
                  <a:pt x="3559" y="2073"/>
                  <a:pt x="3554" y="2087"/>
                  <a:pt x="3562" y="2105"/>
                </a:cubicBezTo>
                <a:cubicBezTo>
                  <a:pt x="3569" y="2134"/>
                  <a:pt x="3564" y="2137"/>
                  <a:pt x="3569" y="2142"/>
                </a:cubicBezTo>
                <a:cubicBezTo>
                  <a:pt x="3579" y="2160"/>
                  <a:pt x="3579" y="2160"/>
                  <a:pt x="3579" y="2160"/>
                </a:cubicBezTo>
                <a:cubicBezTo>
                  <a:pt x="3570" y="2116"/>
                  <a:pt x="3569" y="2110"/>
                  <a:pt x="3566" y="2103"/>
                </a:cubicBezTo>
                <a:cubicBezTo>
                  <a:pt x="3565" y="2043"/>
                  <a:pt x="3560" y="2036"/>
                  <a:pt x="3563" y="2031"/>
                </a:cubicBezTo>
                <a:cubicBezTo>
                  <a:pt x="3562" y="1988"/>
                  <a:pt x="3567" y="1984"/>
                  <a:pt x="3565" y="1977"/>
                </a:cubicBezTo>
                <a:cubicBezTo>
                  <a:pt x="3575" y="1922"/>
                  <a:pt x="3572" y="1917"/>
                  <a:pt x="3576" y="1914"/>
                </a:cubicBezTo>
                <a:cubicBezTo>
                  <a:pt x="3581" y="1883"/>
                  <a:pt x="3574" y="1877"/>
                  <a:pt x="3580" y="1874"/>
                </a:cubicBezTo>
                <a:cubicBezTo>
                  <a:pt x="3581" y="1811"/>
                  <a:pt x="3583" y="1803"/>
                  <a:pt x="3584" y="1795"/>
                </a:cubicBezTo>
                <a:cubicBezTo>
                  <a:pt x="3586" y="1732"/>
                  <a:pt x="3581" y="1721"/>
                  <a:pt x="3583" y="1713"/>
                </a:cubicBezTo>
                <a:cubicBezTo>
                  <a:pt x="3592" y="1764"/>
                  <a:pt x="3588" y="1768"/>
                  <a:pt x="3588" y="1773"/>
                </a:cubicBezTo>
                <a:cubicBezTo>
                  <a:pt x="3588" y="1842"/>
                  <a:pt x="3593" y="1853"/>
                  <a:pt x="3590" y="1862"/>
                </a:cubicBezTo>
                <a:cubicBezTo>
                  <a:pt x="3591" y="1932"/>
                  <a:pt x="3586" y="1940"/>
                  <a:pt x="3588" y="1951"/>
                </a:cubicBezTo>
                <a:cubicBezTo>
                  <a:pt x="3582" y="1998"/>
                  <a:pt x="3584" y="2004"/>
                  <a:pt x="3583" y="2008"/>
                </a:cubicBezTo>
                <a:cubicBezTo>
                  <a:pt x="3579" y="2026"/>
                  <a:pt x="3580" y="2032"/>
                  <a:pt x="3580" y="2037"/>
                </a:cubicBezTo>
                <a:cubicBezTo>
                  <a:pt x="3584" y="2088"/>
                  <a:pt x="3584" y="2107"/>
                  <a:pt x="3592" y="2129"/>
                </a:cubicBezTo>
                <a:cubicBezTo>
                  <a:pt x="3605" y="2160"/>
                  <a:pt x="3605" y="2160"/>
                  <a:pt x="3605" y="2160"/>
                </a:cubicBezTo>
                <a:cubicBezTo>
                  <a:pt x="3593" y="2092"/>
                  <a:pt x="3588" y="2086"/>
                  <a:pt x="3589" y="2081"/>
                </a:cubicBezTo>
                <a:cubicBezTo>
                  <a:pt x="3589" y="2049"/>
                  <a:pt x="3586" y="2043"/>
                  <a:pt x="3590" y="2040"/>
                </a:cubicBezTo>
                <a:cubicBezTo>
                  <a:pt x="3592" y="1978"/>
                  <a:pt x="3594" y="1974"/>
                  <a:pt x="3597" y="1970"/>
                </a:cubicBezTo>
                <a:cubicBezTo>
                  <a:pt x="3600" y="1927"/>
                  <a:pt x="3597" y="1924"/>
                  <a:pt x="3599" y="1922"/>
                </a:cubicBezTo>
                <a:cubicBezTo>
                  <a:pt x="3602" y="1891"/>
                  <a:pt x="3601" y="1882"/>
                  <a:pt x="3601" y="1872"/>
                </a:cubicBezTo>
                <a:cubicBezTo>
                  <a:pt x="3605" y="1808"/>
                  <a:pt x="3598" y="1796"/>
                  <a:pt x="3601" y="1787"/>
                </a:cubicBezTo>
                <a:cubicBezTo>
                  <a:pt x="3606" y="1817"/>
                  <a:pt x="3609" y="1821"/>
                  <a:pt x="3610" y="1826"/>
                </a:cubicBezTo>
                <a:cubicBezTo>
                  <a:pt x="3615" y="1876"/>
                  <a:pt x="3610" y="1882"/>
                  <a:pt x="3610" y="1889"/>
                </a:cubicBezTo>
                <a:cubicBezTo>
                  <a:pt x="3603" y="1955"/>
                  <a:pt x="3607" y="1963"/>
                  <a:pt x="3604" y="1969"/>
                </a:cubicBezTo>
                <a:cubicBezTo>
                  <a:pt x="3602" y="2003"/>
                  <a:pt x="3609" y="2008"/>
                  <a:pt x="3606" y="2011"/>
                </a:cubicBezTo>
                <a:cubicBezTo>
                  <a:pt x="3608" y="2038"/>
                  <a:pt x="3605" y="2044"/>
                  <a:pt x="3608" y="2052"/>
                </a:cubicBezTo>
                <a:cubicBezTo>
                  <a:pt x="3607" y="2086"/>
                  <a:pt x="3614" y="2092"/>
                  <a:pt x="3610" y="2094"/>
                </a:cubicBezTo>
                <a:cubicBezTo>
                  <a:pt x="3629" y="2141"/>
                  <a:pt x="3624" y="2122"/>
                  <a:pt x="3621" y="2104"/>
                </a:cubicBezTo>
                <a:cubicBezTo>
                  <a:pt x="3617" y="2034"/>
                  <a:pt x="3614" y="2029"/>
                  <a:pt x="3617" y="2025"/>
                </a:cubicBezTo>
                <a:cubicBezTo>
                  <a:pt x="3613" y="1967"/>
                  <a:pt x="3616" y="1954"/>
                  <a:pt x="3617" y="1940"/>
                </a:cubicBezTo>
                <a:cubicBezTo>
                  <a:pt x="3620" y="1907"/>
                  <a:pt x="3620" y="1906"/>
                  <a:pt x="3619" y="1903"/>
                </a:cubicBezTo>
                <a:cubicBezTo>
                  <a:pt x="3625" y="1960"/>
                  <a:pt x="3635" y="1977"/>
                  <a:pt x="3626" y="1989"/>
                </a:cubicBezTo>
                <a:cubicBezTo>
                  <a:pt x="3632" y="2019"/>
                  <a:pt x="3629" y="2022"/>
                  <a:pt x="3629" y="2023"/>
                </a:cubicBezTo>
                <a:cubicBezTo>
                  <a:pt x="3639" y="2083"/>
                  <a:pt x="3643" y="2106"/>
                  <a:pt x="3650" y="2131"/>
                </a:cubicBezTo>
                <a:cubicBezTo>
                  <a:pt x="3646" y="2095"/>
                  <a:pt x="3648" y="2087"/>
                  <a:pt x="3644" y="2077"/>
                </a:cubicBezTo>
                <a:cubicBezTo>
                  <a:pt x="3642" y="1997"/>
                  <a:pt x="3638" y="1989"/>
                  <a:pt x="3642" y="1983"/>
                </a:cubicBezTo>
                <a:cubicBezTo>
                  <a:pt x="3636" y="1915"/>
                  <a:pt x="3635" y="1908"/>
                  <a:pt x="3633" y="1900"/>
                </a:cubicBezTo>
                <a:cubicBezTo>
                  <a:pt x="3632" y="1877"/>
                  <a:pt x="3626" y="1869"/>
                  <a:pt x="3628" y="1862"/>
                </a:cubicBezTo>
                <a:cubicBezTo>
                  <a:pt x="3704" y="2064"/>
                  <a:pt x="3715" y="2091"/>
                  <a:pt x="3723" y="2120"/>
                </a:cubicBezTo>
                <a:cubicBezTo>
                  <a:pt x="3738" y="2147"/>
                  <a:pt x="3735" y="2134"/>
                  <a:pt x="3732" y="2120"/>
                </a:cubicBezTo>
                <a:cubicBezTo>
                  <a:pt x="3671" y="1955"/>
                  <a:pt x="3666" y="1948"/>
                  <a:pt x="3665" y="1942"/>
                </a:cubicBezTo>
                <a:cubicBezTo>
                  <a:pt x="3658" y="1918"/>
                  <a:pt x="3659" y="1920"/>
                  <a:pt x="3656" y="1912"/>
                </a:cubicBezTo>
                <a:cubicBezTo>
                  <a:pt x="3644" y="1868"/>
                  <a:pt x="3634" y="1861"/>
                  <a:pt x="3638" y="1856"/>
                </a:cubicBezTo>
                <a:cubicBezTo>
                  <a:pt x="3654" y="1880"/>
                  <a:pt x="3649" y="1882"/>
                  <a:pt x="3653" y="1886"/>
                </a:cubicBezTo>
                <a:cubicBezTo>
                  <a:pt x="3690" y="1949"/>
                  <a:pt x="3693" y="1958"/>
                  <a:pt x="3702" y="1968"/>
                </a:cubicBezTo>
                <a:cubicBezTo>
                  <a:pt x="3745" y="2097"/>
                  <a:pt x="3753" y="2103"/>
                  <a:pt x="3754" y="2107"/>
                </a:cubicBezTo>
                <a:cubicBezTo>
                  <a:pt x="3776" y="2160"/>
                  <a:pt x="3776" y="2160"/>
                  <a:pt x="3776" y="2160"/>
                </a:cubicBezTo>
                <a:cubicBezTo>
                  <a:pt x="3769" y="2130"/>
                  <a:pt x="3760" y="2123"/>
                  <a:pt x="3765" y="2121"/>
                </a:cubicBezTo>
                <a:cubicBezTo>
                  <a:pt x="3734" y="2035"/>
                  <a:pt x="3731" y="2018"/>
                  <a:pt x="3726" y="2000"/>
                </a:cubicBezTo>
                <a:cubicBezTo>
                  <a:pt x="3693" y="1934"/>
                  <a:pt x="3677" y="1912"/>
                  <a:pt x="3655" y="1871"/>
                </a:cubicBezTo>
                <a:cubicBezTo>
                  <a:pt x="3628" y="1820"/>
                  <a:pt x="3632" y="1818"/>
                  <a:pt x="3627" y="1813"/>
                </a:cubicBezTo>
                <a:cubicBezTo>
                  <a:pt x="3618" y="1792"/>
                  <a:pt x="3615" y="1792"/>
                  <a:pt x="3616" y="1793"/>
                </a:cubicBezTo>
                <a:cubicBezTo>
                  <a:pt x="3614" y="1770"/>
                  <a:pt x="3625" y="1783"/>
                  <a:pt x="3633" y="1799"/>
                </a:cubicBezTo>
                <a:cubicBezTo>
                  <a:pt x="3676" y="1871"/>
                  <a:pt x="3684" y="1880"/>
                  <a:pt x="3682" y="1886"/>
                </a:cubicBezTo>
                <a:cubicBezTo>
                  <a:pt x="3706" y="1920"/>
                  <a:pt x="3713" y="1940"/>
                  <a:pt x="3724" y="1950"/>
                </a:cubicBezTo>
                <a:cubicBezTo>
                  <a:pt x="3760" y="2018"/>
                  <a:pt x="3762" y="2034"/>
                  <a:pt x="3775" y="2052"/>
                </a:cubicBezTo>
                <a:cubicBezTo>
                  <a:pt x="3791" y="2087"/>
                  <a:pt x="3790" y="2072"/>
                  <a:pt x="3779" y="2055"/>
                </a:cubicBezTo>
                <a:cubicBezTo>
                  <a:pt x="3773" y="2029"/>
                  <a:pt x="3765" y="2023"/>
                  <a:pt x="3764" y="2020"/>
                </a:cubicBezTo>
                <a:cubicBezTo>
                  <a:pt x="3727" y="1943"/>
                  <a:pt x="3720" y="1927"/>
                  <a:pt x="3710" y="1911"/>
                </a:cubicBezTo>
                <a:cubicBezTo>
                  <a:pt x="3681" y="1859"/>
                  <a:pt x="3679" y="1858"/>
                  <a:pt x="3677" y="1856"/>
                </a:cubicBezTo>
                <a:cubicBezTo>
                  <a:pt x="3659" y="1825"/>
                  <a:pt x="3654" y="1826"/>
                  <a:pt x="3652" y="1818"/>
                </a:cubicBezTo>
                <a:cubicBezTo>
                  <a:pt x="3641" y="1799"/>
                  <a:pt x="3638" y="1795"/>
                  <a:pt x="3640" y="1793"/>
                </a:cubicBezTo>
                <a:cubicBezTo>
                  <a:pt x="3651" y="1805"/>
                  <a:pt x="3656" y="1807"/>
                  <a:pt x="3660" y="1814"/>
                </a:cubicBezTo>
                <a:cubicBezTo>
                  <a:pt x="3747" y="1948"/>
                  <a:pt x="3751" y="1945"/>
                  <a:pt x="3753" y="1952"/>
                </a:cubicBezTo>
                <a:cubicBezTo>
                  <a:pt x="3801" y="2041"/>
                  <a:pt x="3805" y="2046"/>
                  <a:pt x="3813" y="2063"/>
                </a:cubicBezTo>
                <a:cubicBezTo>
                  <a:pt x="3824" y="2090"/>
                  <a:pt x="3825" y="2083"/>
                  <a:pt x="3823" y="2074"/>
                </a:cubicBezTo>
                <a:cubicBezTo>
                  <a:pt x="3793" y="2008"/>
                  <a:pt x="3788" y="1999"/>
                  <a:pt x="3783" y="1990"/>
                </a:cubicBezTo>
                <a:cubicBezTo>
                  <a:pt x="3750" y="1934"/>
                  <a:pt x="3750" y="1933"/>
                  <a:pt x="3742" y="1923"/>
                </a:cubicBezTo>
                <a:cubicBezTo>
                  <a:pt x="3649" y="1784"/>
                  <a:pt x="3640" y="1771"/>
                  <a:pt x="3628" y="1753"/>
                </a:cubicBezTo>
                <a:cubicBezTo>
                  <a:pt x="3600" y="1705"/>
                  <a:pt x="3594" y="1703"/>
                  <a:pt x="3600" y="1698"/>
                </a:cubicBezTo>
                <a:cubicBezTo>
                  <a:pt x="3661" y="1781"/>
                  <a:pt x="3667" y="1780"/>
                  <a:pt x="3671" y="1789"/>
                </a:cubicBezTo>
                <a:cubicBezTo>
                  <a:pt x="3762" y="1925"/>
                  <a:pt x="3772" y="1943"/>
                  <a:pt x="3781" y="1958"/>
                </a:cubicBezTo>
                <a:cubicBezTo>
                  <a:pt x="3789" y="1977"/>
                  <a:pt x="3792" y="1977"/>
                  <a:pt x="3792" y="1977"/>
                </a:cubicBezTo>
                <a:cubicBezTo>
                  <a:pt x="3808" y="2010"/>
                  <a:pt x="3813" y="2006"/>
                  <a:pt x="3808" y="2000"/>
                </a:cubicBezTo>
                <a:cubicBezTo>
                  <a:pt x="3787" y="1964"/>
                  <a:pt x="3792" y="1953"/>
                  <a:pt x="3784" y="1954"/>
                </a:cubicBezTo>
                <a:cubicBezTo>
                  <a:pt x="3664" y="1770"/>
                  <a:pt x="3663" y="1761"/>
                  <a:pt x="3658" y="1758"/>
                </a:cubicBezTo>
                <a:cubicBezTo>
                  <a:pt x="3608" y="1693"/>
                  <a:pt x="3604" y="1687"/>
                  <a:pt x="3601" y="1681"/>
                </a:cubicBezTo>
                <a:cubicBezTo>
                  <a:pt x="3568" y="1619"/>
                  <a:pt x="3567" y="1614"/>
                  <a:pt x="3568" y="1609"/>
                </a:cubicBezTo>
                <a:cubicBezTo>
                  <a:pt x="3602" y="1650"/>
                  <a:pt x="3605" y="1657"/>
                  <a:pt x="3609" y="1657"/>
                </a:cubicBezTo>
                <a:cubicBezTo>
                  <a:pt x="3642" y="1699"/>
                  <a:pt x="3657" y="1709"/>
                  <a:pt x="3670" y="1726"/>
                </a:cubicBezTo>
                <a:cubicBezTo>
                  <a:pt x="3726" y="1782"/>
                  <a:pt x="3727" y="1793"/>
                  <a:pt x="3732" y="1792"/>
                </a:cubicBezTo>
                <a:cubicBezTo>
                  <a:pt x="3804" y="1897"/>
                  <a:pt x="3811" y="1910"/>
                  <a:pt x="3818" y="1923"/>
                </a:cubicBezTo>
                <a:cubicBezTo>
                  <a:pt x="3834" y="1949"/>
                  <a:pt x="3835" y="1944"/>
                  <a:pt x="3833" y="1939"/>
                </a:cubicBezTo>
                <a:cubicBezTo>
                  <a:pt x="3805" y="1889"/>
                  <a:pt x="3802" y="1887"/>
                  <a:pt x="3800" y="1881"/>
                </a:cubicBezTo>
                <a:cubicBezTo>
                  <a:pt x="3752" y="1810"/>
                  <a:pt x="3747" y="1795"/>
                  <a:pt x="3740" y="1790"/>
                </a:cubicBezTo>
                <a:cubicBezTo>
                  <a:pt x="3707" y="1754"/>
                  <a:pt x="3704" y="1747"/>
                  <a:pt x="3701" y="1741"/>
                </a:cubicBezTo>
                <a:cubicBezTo>
                  <a:pt x="3666" y="1702"/>
                  <a:pt x="3650" y="1693"/>
                  <a:pt x="3638" y="1674"/>
                </a:cubicBezTo>
                <a:cubicBezTo>
                  <a:pt x="3579" y="1610"/>
                  <a:pt x="3577" y="1606"/>
                  <a:pt x="3575" y="1603"/>
                </a:cubicBezTo>
                <a:cubicBezTo>
                  <a:pt x="3662" y="1692"/>
                  <a:pt x="3684" y="1707"/>
                  <a:pt x="3705" y="1728"/>
                </a:cubicBezTo>
                <a:cubicBezTo>
                  <a:pt x="3780" y="1809"/>
                  <a:pt x="3780" y="1827"/>
                  <a:pt x="3786" y="1824"/>
                </a:cubicBezTo>
                <a:cubicBezTo>
                  <a:pt x="3743" y="1752"/>
                  <a:pt x="3728" y="1741"/>
                  <a:pt x="3715" y="1723"/>
                </a:cubicBezTo>
                <a:cubicBezTo>
                  <a:pt x="3691" y="1699"/>
                  <a:pt x="3682" y="1693"/>
                  <a:pt x="3674" y="1685"/>
                </a:cubicBezTo>
                <a:cubicBezTo>
                  <a:pt x="3656" y="1669"/>
                  <a:pt x="3653" y="1663"/>
                  <a:pt x="3655" y="1661"/>
                </a:cubicBezTo>
                <a:cubicBezTo>
                  <a:pt x="3701" y="1699"/>
                  <a:pt x="3704" y="1700"/>
                  <a:pt x="3707" y="1700"/>
                </a:cubicBezTo>
                <a:cubicBezTo>
                  <a:pt x="3733" y="1723"/>
                  <a:pt x="3739" y="1726"/>
                  <a:pt x="3744" y="1730"/>
                </a:cubicBezTo>
                <a:cubicBezTo>
                  <a:pt x="3810" y="1787"/>
                  <a:pt x="3819" y="1795"/>
                  <a:pt x="3827" y="1803"/>
                </a:cubicBezTo>
                <a:cubicBezTo>
                  <a:pt x="3840" y="1813"/>
                  <a:pt x="3840" y="1813"/>
                  <a:pt x="3840" y="1813"/>
                </a:cubicBezTo>
                <a:cubicBezTo>
                  <a:pt x="3784" y="1755"/>
                  <a:pt x="3778" y="1742"/>
                  <a:pt x="3769" y="1741"/>
                </a:cubicBezTo>
                <a:cubicBezTo>
                  <a:pt x="3733" y="1710"/>
                  <a:pt x="3728" y="1711"/>
                  <a:pt x="3725" y="1703"/>
                </a:cubicBezTo>
                <a:cubicBezTo>
                  <a:pt x="3677" y="1667"/>
                  <a:pt x="3672" y="1665"/>
                  <a:pt x="3670" y="1658"/>
                </a:cubicBezTo>
                <a:cubicBezTo>
                  <a:pt x="3644" y="1644"/>
                  <a:pt x="3643" y="1636"/>
                  <a:pt x="3639" y="1637"/>
                </a:cubicBezTo>
                <a:cubicBezTo>
                  <a:pt x="3601" y="1601"/>
                  <a:pt x="3599" y="1596"/>
                  <a:pt x="3597" y="1593"/>
                </a:cubicBezTo>
                <a:cubicBezTo>
                  <a:pt x="3566" y="1555"/>
                  <a:pt x="3560" y="1554"/>
                  <a:pt x="3556" y="1545"/>
                </a:cubicBezTo>
                <a:cubicBezTo>
                  <a:pt x="3552" y="1522"/>
                  <a:pt x="3553" y="1536"/>
                  <a:pt x="3559" y="1536"/>
                </a:cubicBezTo>
                <a:cubicBezTo>
                  <a:pt x="3580" y="1559"/>
                  <a:pt x="3583" y="1558"/>
                  <a:pt x="3585" y="1562"/>
                </a:cubicBezTo>
                <a:cubicBezTo>
                  <a:pt x="3634" y="1600"/>
                  <a:pt x="3637" y="1610"/>
                  <a:pt x="3644" y="1607"/>
                </a:cubicBezTo>
                <a:cubicBezTo>
                  <a:pt x="3695" y="1644"/>
                  <a:pt x="3699" y="1652"/>
                  <a:pt x="3705" y="1652"/>
                </a:cubicBezTo>
                <a:cubicBezTo>
                  <a:pt x="3754" y="1683"/>
                  <a:pt x="3757" y="1694"/>
                  <a:pt x="3762" y="1695"/>
                </a:cubicBezTo>
                <a:cubicBezTo>
                  <a:pt x="3798" y="1722"/>
                  <a:pt x="3801" y="1735"/>
                  <a:pt x="3808" y="1732"/>
                </a:cubicBezTo>
                <a:cubicBezTo>
                  <a:pt x="3735" y="1667"/>
                  <a:pt x="3734" y="1659"/>
                  <a:pt x="3730" y="1662"/>
                </a:cubicBezTo>
                <a:cubicBezTo>
                  <a:pt x="3691" y="1638"/>
                  <a:pt x="3686" y="1628"/>
                  <a:pt x="3679" y="1626"/>
                </a:cubicBezTo>
                <a:cubicBezTo>
                  <a:pt x="3606" y="1569"/>
                  <a:pt x="3593" y="1561"/>
                  <a:pt x="3584" y="1546"/>
                </a:cubicBezTo>
                <a:cubicBezTo>
                  <a:pt x="3554" y="1514"/>
                  <a:pt x="3542" y="1501"/>
                  <a:pt x="3531" y="1486"/>
                </a:cubicBezTo>
                <a:cubicBezTo>
                  <a:pt x="3515" y="1452"/>
                  <a:pt x="3508" y="1447"/>
                  <a:pt x="3512" y="1445"/>
                </a:cubicBezTo>
                <a:cubicBezTo>
                  <a:pt x="3556" y="1505"/>
                  <a:pt x="3567" y="1513"/>
                  <a:pt x="3566" y="1520"/>
                </a:cubicBezTo>
                <a:cubicBezTo>
                  <a:pt x="3605" y="1552"/>
                  <a:pt x="3611" y="1553"/>
                  <a:pt x="3616" y="1560"/>
                </a:cubicBezTo>
                <a:cubicBezTo>
                  <a:pt x="3676" y="1598"/>
                  <a:pt x="3677" y="1606"/>
                  <a:pt x="3681" y="1605"/>
                </a:cubicBezTo>
                <a:cubicBezTo>
                  <a:pt x="3717" y="1624"/>
                  <a:pt x="3722" y="1631"/>
                  <a:pt x="3729" y="1632"/>
                </a:cubicBezTo>
                <a:cubicBezTo>
                  <a:pt x="3761" y="1652"/>
                  <a:pt x="3773" y="1659"/>
                  <a:pt x="3786" y="1665"/>
                </a:cubicBezTo>
                <a:cubicBezTo>
                  <a:pt x="3834" y="1700"/>
                  <a:pt x="3837" y="1704"/>
                  <a:pt x="3840" y="1705"/>
                </a:cubicBezTo>
                <a:close/>
                <a:moveTo>
                  <a:pt x="3587" y="1208"/>
                </a:moveTo>
                <a:cubicBezTo>
                  <a:pt x="3585" y="1207"/>
                  <a:pt x="3582" y="1206"/>
                  <a:pt x="3580" y="1204"/>
                </a:cubicBezTo>
                <a:cubicBezTo>
                  <a:pt x="3578" y="1198"/>
                  <a:pt x="3586" y="1205"/>
                  <a:pt x="3587" y="1208"/>
                </a:cubicBezTo>
                <a:close/>
                <a:moveTo>
                  <a:pt x="3234" y="928"/>
                </a:moveTo>
                <a:cubicBezTo>
                  <a:pt x="3238" y="930"/>
                  <a:pt x="3243" y="932"/>
                  <a:pt x="3248" y="934"/>
                </a:cubicBezTo>
                <a:cubicBezTo>
                  <a:pt x="3256" y="941"/>
                  <a:pt x="3265" y="942"/>
                  <a:pt x="3273" y="950"/>
                </a:cubicBezTo>
                <a:cubicBezTo>
                  <a:pt x="3278" y="950"/>
                  <a:pt x="3283" y="953"/>
                  <a:pt x="3287" y="955"/>
                </a:cubicBezTo>
                <a:cubicBezTo>
                  <a:pt x="3291" y="957"/>
                  <a:pt x="3295" y="962"/>
                  <a:pt x="3299" y="962"/>
                </a:cubicBezTo>
                <a:cubicBezTo>
                  <a:pt x="3308" y="965"/>
                  <a:pt x="3317" y="970"/>
                  <a:pt x="3326" y="974"/>
                </a:cubicBezTo>
                <a:cubicBezTo>
                  <a:pt x="3342" y="986"/>
                  <a:pt x="3361" y="990"/>
                  <a:pt x="3376" y="1006"/>
                </a:cubicBezTo>
                <a:cubicBezTo>
                  <a:pt x="3381" y="1008"/>
                  <a:pt x="3386" y="1007"/>
                  <a:pt x="3389" y="1014"/>
                </a:cubicBezTo>
                <a:cubicBezTo>
                  <a:pt x="3395" y="1010"/>
                  <a:pt x="3396" y="1023"/>
                  <a:pt x="3402" y="1021"/>
                </a:cubicBezTo>
                <a:cubicBezTo>
                  <a:pt x="3410" y="1027"/>
                  <a:pt x="3418" y="1034"/>
                  <a:pt x="3427" y="1037"/>
                </a:cubicBezTo>
                <a:cubicBezTo>
                  <a:pt x="3430" y="1042"/>
                  <a:pt x="3434" y="1046"/>
                  <a:pt x="3438" y="1047"/>
                </a:cubicBezTo>
                <a:cubicBezTo>
                  <a:pt x="3439" y="1050"/>
                  <a:pt x="3436" y="1048"/>
                  <a:pt x="3434" y="1049"/>
                </a:cubicBezTo>
                <a:cubicBezTo>
                  <a:pt x="3432" y="1048"/>
                  <a:pt x="3430" y="1047"/>
                  <a:pt x="3428" y="1044"/>
                </a:cubicBezTo>
                <a:cubicBezTo>
                  <a:pt x="3422" y="1049"/>
                  <a:pt x="3422" y="1034"/>
                  <a:pt x="3415" y="1041"/>
                </a:cubicBezTo>
                <a:cubicBezTo>
                  <a:pt x="3409" y="1031"/>
                  <a:pt x="3400" y="1034"/>
                  <a:pt x="3393" y="1026"/>
                </a:cubicBezTo>
                <a:cubicBezTo>
                  <a:pt x="3392" y="1024"/>
                  <a:pt x="3388" y="1027"/>
                  <a:pt x="3387" y="1024"/>
                </a:cubicBezTo>
                <a:cubicBezTo>
                  <a:pt x="3386" y="1020"/>
                  <a:pt x="3383" y="1021"/>
                  <a:pt x="3380" y="1022"/>
                </a:cubicBezTo>
                <a:cubicBezTo>
                  <a:pt x="3378" y="1015"/>
                  <a:pt x="3372" y="1022"/>
                  <a:pt x="3370" y="1014"/>
                </a:cubicBezTo>
                <a:cubicBezTo>
                  <a:pt x="3362" y="1014"/>
                  <a:pt x="3355" y="1007"/>
                  <a:pt x="3347" y="1003"/>
                </a:cubicBezTo>
                <a:cubicBezTo>
                  <a:pt x="3338" y="1002"/>
                  <a:pt x="3331" y="995"/>
                  <a:pt x="3323" y="989"/>
                </a:cubicBezTo>
                <a:cubicBezTo>
                  <a:pt x="3315" y="989"/>
                  <a:pt x="3307" y="983"/>
                  <a:pt x="3300" y="978"/>
                </a:cubicBezTo>
                <a:cubicBezTo>
                  <a:pt x="3296" y="977"/>
                  <a:pt x="3293" y="972"/>
                  <a:pt x="3288" y="971"/>
                </a:cubicBezTo>
                <a:cubicBezTo>
                  <a:pt x="3285" y="968"/>
                  <a:pt x="3280" y="971"/>
                  <a:pt x="3278" y="963"/>
                </a:cubicBezTo>
                <a:cubicBezTo>
                  <a:pt x="3270" y="961"/>
                  <a:pt x="3264" y="953"/>
                  <a:pt x="3255" y="952"/>
                </a:cubicBezTo>
                <a:cubicBezTo>
                  <a:pt x="3254" y="950"/>
                  <a:pt x="3253" y="948"/>
                  <a:pt x="3252" y="946"/>
                </a:cubicBezTo>
                <a:cubicBezTo>
                  <a:pt x="3247" y="942"/>
                  <a:pt x="3242" y="939"/>
                  <a:pt x="3236" y="938"/>
                </a:cubicBezTo>
                <a:cubicBezTo>
                  <a:pt x="3232" y="933"/>
                  <a:pt x="3228" y="927"/>
                  <a:pt x="3222" y="927"/>
                </a:cubicBezTo>
                <a:cubicBezTo>
                  <a:pt x="3222" y="917"/>
                  <a:pt x="3230" y="930"/>
                  <a:pt x="3234" y="928"/>
                </a:cubicBezTo>
                <a:close/>
                <a:moveTo>
                  <a:pt x="3269" y="856"/>
                </a:moveTo>
                <a:cubicBezTo>
                  <a:pt x="3278" y="856"/>
                  <a:pt x="3285" y="867"/>
                  <a:pt x="3294" y="867"/>
                </a:cubicBezTo>
                <a:cubicBezTo>
                  <a:pt x="3296" y="873"/>
                  <a:pt x="3289" y="865"/>
                  <a:pt x="3287" y="868"/>
                </a:cubicBezTo>
                <a:cubicBezTo>
                  <a:pt x="3284" y="866"/>
                  <a:pt x="3281" y="867"/>
                  <a:pt x="3279" y="864"/>
                </a:cubicBezTo>
                <a:cubicBezTo>
                  <a:pt x="3274" y="860"/>
                  <a:pt x="3267" y="862"/>
                  <a:pt x="3263" y="855"/>
                </a:cubicBezTo>
                <a:cubicBezTo>
                  <a:pt x="3252" y="853"/>
                  <a:pt x="3242" y="851"/>
                  <a:pt x="3231" y="848"/>
                </a:cubicBezTo>
                <a:cubicBezTo>
                  <a:pt x="3226" y="845"/>
                  <a:pt x="3221" y="843"/>
                  <a:pt x="3215" y="843"/>
                </a:cubicBezTo>
                <a:cubicBezTo>
                  <a:pt x="3211" y="839"/>
                  <a:pt x="3206" y="839"/>
                  <a:pt x="3201" y="838"/>
                </a:cubicBezTo>
                <a:cubicBezTo>
                  <a:pt x="3195" y="839"/>
                  <a:pt x="3190" y="834"/>
                  <a:pt x="3185" y="833"/>
                </a:cubicBezTo>
                <a:cubicBezTo>
                  <a:pt x="3180" y="832"/>
                  <a:pt x="3175" y="831"/>
                  <a:pt x="3171" y="828"/>
                </a:cubicBezTo>
                <a:cubicBezTo>
                  <a:pt x="3161" y="826"/>
                  <a:pt x="3152" y="820"/>
                  <a:pt x="3142" y="820"/>
                </a:cubicBezTo>
                <a:cubicBezTo>
                  <a:pt x="3130" y="810"/>
                  <a:pt x="3117" y="809"/>
                  <a:pt x="3105" y="799"/>
                </a:cubicBezTo>
                <a:cubicBezTo>
                  <a:pt x="3102" y="800"/>
                  <a:pt x="3098" y="799"/>
                  <a:pt x="3096" y="797"/>
                </a:cubicBezTo>
                <a:cubicBezTo>
                  <a:pt x="3094" y="789"/>
                  <a:pt x="3088" y="799"/>
                  <a:pt x="3087" y="791"/>
                </a:cubicBezTo>
                <a:cubicBezTo>
                  <a:pt x="3080" y="793"/>
                  <a:pt x="3077" y="781"/>
                  <a:pt x="3069" y="784"/>
                </a:cubicBezTo>
                <a:cubicBezTo>
                  <a:pt x="3068" y="781"/>
                  <a:pt x="3066" y="778"/>
                  <a:pt x="3064" y="779"/>
                </a:cubicBezTo>
                <a:cubicBezTo>
                  <a:pt x="3064" y="777"/>
                  <a:pt x="3064" y="774"/>
                  <a:pt x="3061" y="775"/>
                </a:cubicBezTo>
                <a:cubicBezTo>
                  <a:pt x="3058" y="774"/>
                  <a:pt x="3055" y="769"/>
                  <a:pt x="3052" y="764"/>
                </a:cubicBezTo>
                <a:cubicBezTo>
                  <a:pt x="3060" y="762"/>
                  <a:pt x="3065" y="770"/>
                  <a:pt x="3072" y="769"/>
                </a:cubicBezTo>
                <a:cubicBezTo>
                  <a:pt x="3077" y="776"/>
                  <a:pt x="3084" y="774"/>
                  <a:pt x="3089" y="781"/>
                </a:cubicBezTo>
                <a:cubicBezTo>
                  <a:pt x="3094" y="782"/>
                  <a:pt x="3100" y="782"/>
                  <a:pt x="3104" y="787"/>
                </a:cubicBezTo>
                <a:cubicBezTo>
                  <a:pt x="3108" y="787"/>
                  <a:pt x="3112" y="789"/>
                  <a:pt x="3117" y="790"/>
                </a:cubicBezTo>
                <a:cubicBezTo>
                  <a:pt x="3125" y="792"/>
                  <a:pt x="3133" y="798"/>
                  <a:pt x="3142" y="801"/>
                </a:cubicBezTo>
                <a:cubicBezTo>
                  <a:pt x="3151" y="803"/>
                  <a:pt x="3160" y="806"/>
                  <a:pt x="3169" y="810"/>
                </a:cubicBezTo>
                <a:cubicBezTo>
                  <a:pt x="3177" y="812"/>
                  <a:pt x="3186" y="815"/>
                  <a:pt x="3194" y="820"/>
                </a:cubicBezTo>
                <a:cubicBezTo>
                  <a:pt x="3196" y="821"/>
                  <a:pt x="3200" y="820"/>
                  <a:pt x="3201" y="824"/>
                </a:cubicBezTo>
                <a:cubicBezTo>
                  <a:pt x="3204" y="823"/>
                  <a:pt x="3205" y="827"/>
                  <a:pt x="3208" y="826"/>
                </a:cubicBezTo>
                <a:cubicBezTo>
                  <a:pt x="3211" y="830"/>
                  <a:pt x="3217" y="825"/>
                  <a:pt x="3220" y="832"/>
                </a:cubicBezTo>
                <a:cubicBezTo>
                  <a:pt x="3229" y="834"/>
                  <a:pt x="3237" y="839"/>
                  <a:pt x="3245" y="843"/>
                </a:cubicBezTo>
                <a:cubicBezTo>
                  <a:pt x="3253" y="849"/>
                  <a:pt x="3262" y="849"/>
                  <a:pt x="3269" y="856"/>
                </a:cubicBezTo>
                <a:close/>
                <a:moveTo>
                  <a:pt x="3121" y="851"/>
                </a:moveTo>
                <a:cubicBezTo>
                  <a:pt x="3114" y="851"/>
                  <a:pt x="3115" y="840"/>
                  <a:pt x="3113" y="836"/>
                </a:cubicBezTo>
                <a:cubicBezTo>
                  <a:pt x="3120" y="836"/>
                  <a:pt x="3119" y="847"/>
                  <a:pt x="3121" y="851"/>
                </a:cubicBezTo>
                <a:close/>
                <a:moveTo>
                  <a:pt x="2966" y="723"/>
                </a:moveTo>
                <a:cubicBezTo>
                  <a:pt x="2974" y="724"/>
                  <a:pt x="2969" y="736"/>
                  <a:pt x="2973" y="741"/>
                </a:cubicBezTo>
                <a:cubicBezTo>
                  <a:pt x="2967" y="741"/>
                  <a:pt x="2968" y="728"/>
                  <a:pt x="2966" y="723"/>
                </a:cubicBezTo>
                <a:close/>
                <a:moveTo>
                  <a:pt x="3008" y="1016"/>
                </a:moveTo>
                <a:cubicBezTo>
                  <a:pt x="3004" y="1017"/>
                  <a:pt x="3007" y="1015"/>
                  <a:pt x="3006" y="1012"/>
                </a:cubicBezTo>
                <a:cubicBezTo>
                  <a:pt x="3004" y="1010"/>
                  <a:pt x="3003" y="1008"/>
                  <a:pt x="3002" y="1006"/>
                </a:cubicBezTo>
                <a:cubicBezTo>
                  <a:pt x="3001" y="1000"/>
                  <a:pt x="2996" y="993"/>
                  <a:pt x="2997" y="987"/>
                </a:cubicBezTo>
                <a:cubicBezTo>
                  <a:pt x="2997" y="982"/>
                  <a:pt x="2990" y="975"/>
                  <a:pt x="2993" y="971"/>
                </a:cubicBezTo>
                <a:cubicBezTo>
                  <a:pt x="2990" y="965"/>
                  <a:pt x="2991" y="960"/>
                  <a:pt x="2988" y="954"/>
                </a:cubicBezTo>
                <a:cubicBezTo>
                  <a:pt x="2982" y="947"/>
                  <a:pt x="2991" y="944"/>
                  <a:pt x="2984" y="937"/>
                </a:cubicBezTo>
                <a:cubicBezTo>
                  <a:pt x="2987" y="935"/>
                  <a:pt x="2982" y="930"/>
                  <a:pt x="2985" y="928"/>
                </a:cubicBezTo>
                <a:cubicBezTo>
                  <a:pt x="2985" y="926"/>
                  <a:pt x="2985" y="924"/>
                  <a:pt x="2983" y="921"/>
                </a:cubicBezTo>
                <a:cubicBezTo>
                  <a:pt x="2985" y="916"/>
                  <a:pt x="2981" y="910"/>
                  <a:pt x="2983" y="905"/>
                </a:cubicBezTo>
                <a:cubicBezTo>
                  <a:pt x="2981" y="894"/>
                  <a:pt x="2982" y="884"/>
                  <a:pt x="2978" y="872"/>
                </a:cubicBezTo>
                <a:cubicBezTo>
                  <a:pt x="2981" y="851"/>
                  <a:pt x="2975" y="827"/>
                  <a:pt x="2980" y="805"/>
                </a:cubicBezTo>
                <a:cubicBezTo>
                  <a:pt x="2976" y="795"/>
                  <a:pt x="2977" y="786"/>
                  <a:pt x="2974" y="776"/>
                </a:cubicBezTo>
                <a:cubicBezTo>
                  <a:pt x="2973" y="766"/>
                  <a:pt x="2969" y="756"/>
                  <a:pt x="2972" y="747"/>
                </a:cubicBezTo>
                <a:cubicBezTo>
                  <a:pt x="2979" y="747"/>
                  <a:pt x="2976" y="759"/>
                  <a:pt x="2978" y="763"/>
                </a:cubicBezTo>
                <a:cubicBezTo>
                  <a:pt x="2977" y="769"/>
                  <a:pt x="2980" y="775"/>
                  <a:pt x="2980" y="781"/>
                </a:cubicBezTo>
                <a:cubicBezTo>
                  <a:pt x="2988" y="789"/>
                  <a:pt x="2979" y="792"/>
                  <a:pt x="2985" y="800"/>
                </a:cubicBezTo>
                <a:cubicBezTo>
                  <a:pt x="2984" y="805"/>
                  <a:pt x="2988" y="812"/>
                  <a:pt x="2984" y="817"/>
                </a:cubicBezTo>
                <a:cubicBezTo>
                  <a:pt x="2988" y="818"/>
                  <a:pt x="2987" y="820"/>
                  <a:pt x="2988" y="823"/>
                </a:cubicBezTo>
                <a:cubicBezTo>
                  <a:pt x="2985" y="826"/>
                  <a:pt x="2991" y="826"/>
                  <a:pt x="2988" y="828"/>
                </a:cubicBezTo>
                <a:cubicBezTo>
                  <a:pt x="2988" y="834"/>
                  <a:pt x="2990" y="841"/>
                  <a:pt x="2990" y="846"/>
                </a:cubicBezTo>
                <a:cubicBezTo>
                  <a:pt x="2992" y="853"/>
                  <a:pt x="2990" y="858"/>
                  <a:pt x="2992" y="864"/>
                </a:cubicBezTo>
                <a:cubicBezTo>
                  <a:pt x="2994" y="871"/>
                  <a:pt x="2988" y="875"/>
                  <a:pt x="2994" y="882"/>
                </a:cubicBezTo>
                <a:cubicBezTo>
                  <a:pt x="2989" y="887"/>
                  <a:pt x="2996" y="894"/>
                  <a:pt x="2996" y="900"/>
                </a:cubicBezTo>
                <a:cubicBezTo>
                  <a:pt x="2996" y="906"/>
                  <a:pt x="2998" y="912"/>
                  <a:pt x="2998" y="918"/>
                </a:cubicBezTo>
                <a:cubicBezTo>
                  <a:pt x="2997" y="930"/>
                  <a:pt x="3002" y="942"/>
                  <a:pt x="2999" y="953"/>
                </a:cubicBezTo>
                <a:cubicBezTo>
                  <a:pt x="3003" y="978"/>
                  <a:pt x="3006" y="1001"/>
                  <a:pt x="3017" y="1028"/>
                </a:cubicBezTo>
                <a:cubicBezTo>
                  <a:pt x="3012" y="1030"/>
                  <a:pt x="3011" y="1019"/>
                  <a:pt x="3008" y="1016"/>
                </a:cubicBezTo>
                <a:close/>
                <a:moveTo>
                  <a:pt x="3027" y="1036"/>
                </a:moveTo>
                <a:cubicBezTo>
                  <a:pt x="3032" y="1033"/>
                  <a:pt x="3024" y="1028"/>
                  <a:pt x="3023" y="1024"/>
                </a:cubicBezTo>
                <a:cubicBezTo>
                  <a:pt x="3013" y="970"/>
                  <a:pt x="3013" y="964"/>
                  <a:pt x="3010" y="958"/>
                </a:cubicBezTo>
                <a:cubicBezTo>
                  <a:pt x="3009" y="898"/>
                  <a:pt x="3001" y="890"/>
                  <a:pt x="3007" y="886"/>
                </a:cubicBezTo>
                <a:cubicBezTo>
                  <a:pt x="2992" y="822"/>
                  <a:pt x="3003" y="819"/>
                  <a:pt x="2998" y="812"/>
                </a:cubicBezTo>
                <a:cubicBezTo>
                  <a:pt x="2992" y="771"/>
                  <a:pt x="2986" y="766"/>
                  <a:pt x="2990" y="764"/>
                </a:cubicBezTo>
                <a:cubicBezTo>
                  <a:pt x="2983" y="719"/>
                  <a:pt x="2985" y="730"/>
                  <a:pt x="2988" y="733"/>
                </a:cubicBezTo>
                <a:cubicBezTo>
                  <a:pt x="3000" y="776"/>
                  <a:pt x="3004" y="782"/>
                  <a:pt x="3003" y="787"/>
                </a:cubicBezTo>
                <a:cubicBezTo>
                  <a:pt x="3014" y="823"/>
                  <a:pt x="3013" y="827"/>
                  <a:pt x="3018" y="833"/>
                </a:cubicBezTo>
                <a:cubicBezTo>
                  <a:pt x="3023" y="872"/>
                  <a:pt x="3015" y="879"/>
                  <a:pt x="3023" y="890"/>
                </a:cubicBezTo>
                <a:cubicBezTo>
                  <a:pt x="3027" y="937"/>
                  <a:pt x="3022" y="940"/>
                  <a:pt x="3027" y="945"/>
                </a:cubicBezTo>
                <a:cubicBezTo>
                  <a:pt x="3036" y="1011"/>
                  <a:pt x="3031" y="1019"/>
                  <a:pt x="3037" y="1030"/>
                </a:cubicBezTo>
                <a:close/>
                <a:moveTo>
                  <a:pt x="2998" y="735"/>
                </a:moveTo>
                <a:cubicBezTo>
                  <a:pt x="3003" y="732"/>
                  <a:pt x="3005" y="737"/>
                  <a:pt x="3008" y="740"/>
                </a:cubicBezTo>
                <a:cubicBezTo>
                  <a:pt x="3006" y="741"/>
                  <a:pt x="3004" y="742"/>
                  <a:pt x="3002" y="744"/>
                </a:cubicBezTo>
                <a:cubicBezTo>
                  <a:pt x="3001" y="741"/>
                  <a:pt x="2999" y="738"/>
                  <a:pt x="2998" y="735"/>
                </a:cubicBezTo>
                <a:close/>
                <a:moveTo>
                  <a:pt x="3035" y="859"/>
                </a:moveTo>
                <a:cubicBezTo>
                  <a:pt x="3033" y="862"/>
                  <a:pt x="3036" y="867"/>
                  <a:pt x="3037" y="871"/>
                </a:cubicBezTo>
                <a:cubicBezTo>
                  <a:pt x="3040" y="880"/>
                  <a:pt x="3037" y="886"/>
                  <a:pt x="3043" y="895"/>
                </a:cubicBezTo>
                <a:cubicBezTo>
                  <a:pt x="3041" y="899"/>
                  <a:pt x="3043" y="904"/>
                  <a:pt x="3044" y="908"/>
                </a:cubicBezTo>
                <a:cubicBezTo>
                  <a:pt x="3044" y="912"/>
                  <a:pt x="3047" y="917"/>
                  <a:pt x="3046" y="921"/>
                </a:cubicBezTo>
                <a:cubicBezTo>
                  <a:pt x="3051" y="926"/>
                  <a:pt x="3043" y="928"/>
                  <a:pt x="3048" y="933"/>
                </a:cubicBezTo>
                <a:cubicBezTo>
                  <a:pt x="3046" y="936"/>
                  <a:pt x="3052" y="942"/>
                  <a:pt x="3049" y="944"/>
                </a:cubicBezTo>
                <a:cubicBezTo>
                  <a:pt x="3054" y="948"/>
                  <a:pt x="3044" y="955"/>
                  <a:pt x="3051" y="953"/>
                </a:cubicBezTo>
                <a:cubicBezTo>
                  <a:pt x="3053" y="958"/>
                  <a:pt x="3047" y="961"/>
                  <a:pt x="3053" y="966"/>
                </a:cubicBezTo>
                <a:cubicBezTo>
                  <a:pt x="3054" y="974"/>
                  <a:pt x="3060" y="983"/>
                  <a:pt x="3055" y="989"/>
                </a:cubicBezTo>
                <a:cubicBezTo>
                  <a:pt x="3063" y="1007"/>
                  <a:pt x="3055" y="1021"/>
                  <a:pt x="3064" y="1039"/>
                </a:cubicBezTo>
                <a:cubicBezTo>
                  <a:pt x="3064" y="1046"/>
                  <a:pt x="3060" y="1052"/>
                  <a:pt x="3066" y="1060"/>
                </a:cubicBezTo>
                <a:cubicBezTo>
                  <a:pt x="3061" y="1065"/>
                  <a:pt x="3066" y="1073"/>
                  <a:pt x="3066" y="1079"/>
                </a:cubicBezTo>
                <a:cubicBezTo>
                  <a:pt x="3059" y="1084"/>
                  <a:pt x="3069" y="1094"/>
                  <a:pt x="3064" y="1100"/>
                </a:cubicBezTo>
                <a:cubicBezTo>
                  <a:pt x="3067" y="1107"/>
                  <a:pt x="3063" y="1112"/>
                  <a:pt x="3067" y="1120"/>
                </a:cubicBezTo>
                <a:cubicBezTo>
                  <a:pt x="3062" y="1121"/>
                  <a:pt x="3060" y="1110"/>
                  <a:pt x="3056" y="1106"/>
                </a:cubicBezTo>
                <a:cubicBezTo>
                  <a:pt x="3056" y="1100"/>
                  <a:pt x="3049" y="1092"/>
                  <a:pt x="3050" y="1085"/>
                </a:cubicBezTo>
                <a:cubicBezTo>
                  <a:pt x="3047" y="1075"/>
                  <a:pt x="3049" y="1065"/>
                  <a:pt x="3046" y="1055"/>
                </a:cubicBezTo>
                <a:cubicBezTo>
                  <a:pt x="3048" y="1050"/>
                  <a:pt x="3047" y="1045"/>
                  <a:pt x="3045" y="1039"/>
                </a:cubicBezTo>
                <a:cubicBezTo>
                  <a:pt x="3050" y="1035"/>
                  <a:pt x="3042" y="1029"/>
                  <a:pt x="3046" y="1025"/>
                </a:cubicBezTo>
                <a:cubicBezTo>
                  <a:pt x="3043" y="1014"/>
                  <a:pt x="3045" y="1005"/>
                  <a:pt x="3042" y="994"/>
                </a:cubicBezTo>
                <a:cubicBezTo>
                  <a:pt x="3045" y="991"/>
                  <a:pt x="3038" y="984"/>
                  <a:pt x="3042" y="981"/>
                </a:cubicBezTo>
                <a:cubicBezTo>
                  <a:pt x="3040" y="975"/>
                  <a:pt x="3041" y="971"/>
                  <a:pt x="3036" y="965"/>
                </a:cubicBezTo>
                <a:cubicBezTo>
                  <a:pt x="3042" y="961"/>
                  <a:pt x="3038" y="955"/>
                  <a:pt x="3035" y="949"/>
                </a:cubicBezTo>
                <a:cubicBezTo>
                  <a:pt x="3042" y="946"/>
                  <a:pt x="3035" y="940"/>
                  <a:pt x="3035" y="935"/>
                </a:cubicBezTo>
                <a:cubicBezTo>
                  <a:pt x="3042" y="928"/>
                  <a:pt x="3030" y="915"/>
                  <a:pt x="3036" y="908"/>
                </a:cubicBezTo>
                <a:cubicBezTo>
                  <a:pt x="3029" y="900"/>
                  <a:pt x="3036" y="897"/>
                  <a:pt x="3032" y="891"/>
                </a:cubicBezTo>
                <a:cubicBezTo>
                  <a:pt x="3031" y="886"/>
                  <a:pt x="3032" y="882"/>
                  <a:pt x="3032" y="877"/>
                </a:cubicBezTo>
                <a:cubicBezTo>
                  <a:pt x="3031" y="867"/>
                  <a:pt x="3031" y="858"/>
                  <a:pt x="3029" y="848"/>
                </a:cubicBezTo>
                <a:cubicBezTo>
                  <a:pt x="3036" y="847"/>
                  <a:pt x="3032" y="856"/>
                  <a:pt x="3035" y="859"/>
                </a:cubicBezTo>
                <a:close/>
                <a:moveTo>
                  <a:pt x="3020" y="794"/>
                </a:moveTo>
                <a:cubicBezTo>
                  <a:pt x="3022" y="799"/>
                  <a:pt x="3021" y="803"/>
                  <a:pt x="3026" y="809"/>
                </a:cubicBezTo>
                <a:cubicBezTo>
                  <a:pt x="3021" y="813"/>
                  <a:pt x="3030" y="821"/>
                  <a:pt x="3027" y="825"/>
                </a:cubicBezTo>
                <a:cubicBezTo>
                  <a:pt x="3033" y="831"/>
                  <a:pt x="3028" y="835"/>
                  <a:pt x="3033" y="841"/>
                </a:cubicBezTo>
                <a:cubicBezTo>
                  <a:pt x="3025" y="846"/>
                  <a:pt x="3028" y="832"/>
                  <a:pt x="3026" y="828"/>
                </a:cubicBezTo>
                <a:cubicBezTo>
                  <a:pt x="3022" y="822"/>
                  <a:pt x="3025" y="818"/>
                  <a:pt x="3019" y="811"/>
                </a:cubicBezTo>
                <a:cubicBezTo>
                  <a:pt x="3023" y="803"/>
                  <a:pt x="3013" y="791"/>
                  <a:pt x="3013" y="781"/>
                </a:cubicBezTo>
                <a:cubicBezTo>
                  <a:pt x="3020" y="780"/>
                  <a:pt x="3017" y="790"/>
                  <a:pt x="3020" y="794"/>
                </a:cubicBezTo>
                <a:close/>
                <a:moveTo>
                  <a:pt x="3009" y="726"/>
                </a:moveTo>
                <a:cubicBezTo>
                  <a:pt x="3000" y="718"/>
                  <a:pt x="2991" y="710"/>
                  <a:pt x="2981" y="706"/>
                </a:cubicBezTo>
                <a:cubicBezTo>
                  <a:pt x="2978" y="701"/>
                  <a:pt x="2988" y="702"/>
                  <a:pt x="2988" y="705"/>
                </a:cubicBezTo>
                <a:cubicBezTo>
                  <a:pt x="2991" y="704"/>
                  <a:pt x="2994" y="705"/>
                  <a:pt x="2996" y="709"/>
                </a:cubicBezTo>
                <a:cubicBezTo>
                  <a:pt x="3002" y="709"/>
                  <a:pt x="3008" y="713"/>
                  <a:pt x="3013" y="715"/>
                </a:cubicBezTo>
                <a:cubicBezTo>
                  <a:pt x="3024" y="722"/>
                  <a:pt x="3036" y="723"/>
                  <a:pt x="3046" y="729"/>
                </a:cubicBezTo>
                <a:cubicBezTo>
                  <a:pt x="3057" y="733"/>
                  <a:pt x="3068" y="740"/>
                  <a:pt x="3080" y="740"/>
                </a:cubicBezTo>
                <a:cubicBezTo>
                  <a:pt x="3084" y="749"/>
                  <a:pt x="3092" y="742"/>
                  <a:pt x="3096" y="750"/>
                </a:cubicBezTo>
                <a:cubicBezTo>
                  <a:pt x="3103" y="748"/>
                  <a:pt x="3106" y="756"/>
                  <a:pt x="3112" y="754"/>
                </a:cubicBezTo>
                <a:cubicBezTo>
                  <a:pt x="3122" y="765"/>
                  <a:pt x="3136" y="763"/>
                  <a:pt x="3146" y="771"/>
                </a:cubicBezTo>
                <a:cubicBezTo>
                  <a:pt x="3151" y="776"/>
                  <a:pt x="3159" y="772"/>
                  <a:pt x="3163" y="780"/>
                </a:cubicBezTo>
                <a:cubicBezTo>
                  <a:pt x="3168" y="781"/>
                  <a:pt x="3174" y="783"/>
                  <a:pt x="3178" y="788"/>
                </a:cubicBezTo>
                <a:cubicBezTo>
                  <a:pt x="3189" y="792"/>
                  <a:pt x="3199" y="799"/>
                  <a:pt x="3210" y="805"/>
                </a:cubicBezTo>
                <a:cubicBezTo>
                  <a:pt x="3214" y="814"/>
                  <a:pt x="3222" y="809"/>
                  <a:pt x="3225" y="818"/>
                </a:cubicBezTo>
                <a:cubicBezTo>
                  <a:pt x="3231" y="818"/>
                  <a:pt x="3235" y="826"/>
                  <a:pt x="3241" y="826"/>
                </a:cubicBezTo>
                <a:cubicBezTo>
                  <a:pt x="3242" y="828"/>
                  <a:pt x="3243" y="830"/>
                  <a:pt x="3244" y="832"/>
                </a:cubicBezTo>
                <a:cubicBezTo>
                  <a:pt x="3234" y="831"/>
                  <a:pt x="3225" y="823"/>
                  <a:pt x="3215" y="819"/>
                </a:cubicBezTo>
                <a:cubicBezTo>
                  <a:pt x="3205" y="814"/>
                  <a:pt x="3195" y="810"/>
                  <a:pt x="3185" y="806"/>
                </a:cubicBezTo>
                <a:cubicBezTo>
                  <a:pt x="3181" y="801"/>
                  <a:pt x="3175" y="801"/>
                  <a:pt x="3170" y="798"/>
                </a:cubicBezTo>
                <a:cubicBezTo>
                  <a:pt x="3167" y="799"/>
                  <a:pt x="3164" y="798"/>
                  <a:pt x="3162" y="794"/>
                </a:cubicBezTo>
                <a:cubicBezTo>
                  <a:pt x="3159" y="797"/>
                  <a:pt x="3158" y="795"/>
                  <a:pt x="3156" y="792"/>
                </a:cubicBezTo>
                <a:cubicBezTo>
                  <a:pt x="3150" y="797"/>
                  <a:pt x="3147" y="787"/>
                  <a:pt x="3141" y="790"/>
                </a:cubicBezTo>
                <a:cubicBezTo>
                  <a:pt x="3139" y="785"/>
                  <a:pt x="3135" y="789"/>
                  <a:pt x="3133" y="786"/>
                </a:cubicBezTo>
                <a:cubicBezTo>
                  <a:pt x="3131" y="785"/>
                  <a:pt x="3129" y="784"/>
                  <a:pt x="3128" y="781"/>
                </a:cubicBezTo>
                <a:cubicBezTo>
                  <a:pt x="3122" y="779"/>
                  <a:pt x="3116" y="781"/>
                  <a:pt x="3112" y="777"/>
                </a:cubicBezTo>
                <a:cubicBezTo>
                  <a:pt x="3106" y="777"/>
                  <a:pt x="3103" y="770"/>
                  <a:pt x="3097" y="774"/>
                </a:cubicBezTo>
                <a:cubicBezTo>
                  <a:pt x="3088" y="764"/>
                  <a:pt x="3077" y="763"/>
                  <a:pt x="3067" y="756"/>
                </a:cubicBezTo>
                <a:cubicBezTo>
                  <a:pt x="3056" y="755"/>
                  <a:pt x="3048" y="745"/>
                  <a:pt x="3037" y="743"/>
                </a:cubicBezTo>
                <a:cubicBezTo>
                  <a:pt x="3029" y="733"/>
                  <a:pt x="3018" y="734"/>
                  <a:pt x="3009" y="726"/>
                </a:cubicBezTo>
                <a:close/>
                <a:moveTo>
                  <a:pt x="3088" y="932"/>
                </a:moveTo>
                <a:cubicBezTo>
                  <a:pt x="3086" y="928"/>
                  <a:pt x="3084" y="924"/>
                  <a:pt x="3081" y="920"/>
                </a:cubicBezTo>
                <a:cubicBezTo>
                  <a:pt x="3085" y="915"/>
                  <a:pt x="3078" y="907"/>
                  <a:pt x="3079" y="902"/>
                </a:cubicBezTo>
                <a:cubicBezTo>
                  <a:pt x="3082" y="897"/>
                  <a:pt x="3078" y="890"/>
                  <a:pt x="3077" y="884"/>
                </a:cubicBezTo>
                <a:cubicBezTo>
                  <a:pt x="3077" y="878"/>
                  <a:pt x="3071" y="871"/>
                  <a:pt x="3072" y="865"/>
                </a:cubicBezTo>
                <a:cubicBezTo>
                  <a:pt x="3068" y="861"/>
                  <a:pt x="3070" y="859"/>
                  <a:pt x="3069" y="856"/>
                </a:cubicBezTo>
                <a:cubicBezTo>
                  <a:pt x="3067" y="853"/>
                  <a:pt x="3065" y="850"/>
                  <a:pt x="3068" y="848"/>
                </a:cubicBezTo>
                <a:cubicBezTo>
                  <a:pt x="3062" y="838"/>
                  <a:pt x="3063" y="821"/>
                  <a:pt x="3054" y="815"/>
                </a:cubicBezTo>
                <a:cubicBezTo>
                  <a:pt x="3057" y="813"/>
                  <a:pt x="3053" y="809"/>
                  <a:pt x="3051" y="806"/>
                </a:cubicBezTo>
                <a:cubicBezTo>
                  <a:pt x="3049" y="802"/>
                  <a:pt x="3051" y="800"/>
                  <a:pt x="3049" y="796"/>
                </a:cubicBezTo>
                <a:cubicBezTo>
                  <a:pt x="3050" y="791"/>
                  <a:pt x="3041" y="784"/>
                  <a:pt x="3048" y="780"/>
                </a:cubicBezTo>
                <a:cubicBezTo>
                  <a:pt x="3068" y="811"/>
                  <a:pt x="3067" y="836"/>
                  <a:pt x="3080" y="866"/>
                </a:cubicBezTo>
                <a:cubicBezTo>
                  <a:pt x="3079" y="871"/>
                  <a:pt x="3078" y="877"/>
                  <a:pt x="3082" y="884"/>
                </a:cubicBezTo>
                <a:cubicBezTo>
                  <a:pt x="3080" y="888"/>
                  <a:pt x="3085" y="895"/>
                  <a:pt x="3083" y="900"/>
                </a:cubicBezTo>
                <a:cubicBezTo>
                  <a:pt x="3083" y="905"/>
                  <a:pt x="3086" y="911"/>
                  <a:pt x="3087" y="916"/>
                </a:cubicBezTo>
                <a:cubicBezTo>
                  <a:pt x="3085" y="921"/>
                  <a:pt x="3090" y="927"/>
                  <a:pt x="3088" y="932"/>
                </a:cubicBezTo>
                <a:cubicBezTo>
                  <a:pt x="3095" y="940"/>
                  <a:pt x="3082" y="936"/>
                  <a:pt x="3088" y="932"/>
                </a:cubicBezTo>
                <a:close/>
                <a:moveTo>
                  <a:pt x="3098" y="1017"/>
                </a:moveTo>
                <a:cubicBezTo>
                  <a:pt x="3095" y="1012"/>
                  <a:pt x="3099" y="1010"/>
                  <a:pt x="3094" y="1005"/>
                </a:cubicBezTo>
                <a:cubicBezTo>
                  <a:pt x="3100" y="1001"/>
                  <a:pt x="3093" y="994"/>
                  <a:pt x="3097" y="990"/>
                </a:cubicBezTo>
                <a:cubicBezTo>
                  <a:pt x="3099" y="995"/>
                  <a:pt x="3100" y="1000"/>
                  <a:pt x="3097" y="1004"/>
                </a:cubicBezTo>
                <a:cubicBezTo>
                  <a:pt x="3101" y="1012"/>
                  <a:pt x="3100" y="1019"/>
                  <a:pt x="3101" y="1026"/>
                </a:cubicBezTo>
                <a:cubicBezTo>
                  <a:pt x="3097" y="1027"/>
                  <a:pt x="3100" y="1024"/>
                  <a:pt x="3099" y="1022"/>
                </a:cubicBezTo>
                <a:cubicBezTo>
                  <a:pt x="3097" y="1020"/>
                  <a:pt x="3097" y="1018"/>
                  <a:pt x="3098" y="1017"/>
                </a:cubicBezTo>
                <a:close/>
                <a:moveTo>
                  <a:pt x="3102" y="1037"/>
                </a:moveTo>
                <a:cubicBezTo>
                  <a:pt x="3104" y="1040"/>
                  <a:pt x="3102" y="1040"/>
                  <a:pt x="3102" y="1042"/>
                </a:cubicBezTo>
                <a:cubicBezTo>
                  <a:pt x="3103" y="1051"/>
                  <a:pt x="3095" y="1030"/>
                  <a:pt x="3102" y="1037"/>
                </a:cubicBezTo>
                <a:close/>
                <a:moveTo>
                  <a:pt x="3133" y="1125"/>
                </a:moveTo>
                <a:cubicBezTo>
                  <a:pt x="3136" y="1144"/>
                  <a:pt x="3134" y="1162"/>
                  <a:pt x="3134" y="1180"/>
                </a:cubicBezTo>
                <a:cubicBezTo>
                  <a:pt x="3121" y="1261"/>
                  <a:pt x="3124" y="1266"/>
                  <a:pt x="3120" y="1270"/>
                </a:cubicBezTo>
                <a:cubicBezTo>
                  <a:pt x="3117" y="1275"/>
                  <a:pt x="3119" y="1274"/>
                  <a:pt x="3118" y="1271"/>
                </a:cubicBezTo>
                <a:cubicBezTo>
                  <a:pt x="3121" y="1257"/>
                  <a:pt x="3119" y="1254"/>
                  <a:pt x="3118" y="1252"/>
                </a:cubicBezTo>
                <a:cubicBezTo>
                  <a:pt x="3118" y="1228"/>
                  <a:pt x="3121" y="1224"/>
                  <a:pt x="3121" y="1220"/>
                </a:cubicBezTo>
                <a:cubicBezTo>
                  <a:pt x="3122" y="1171"/>
                  <a:pt x="3120" y="1162"/>
                  <a:pt x="3122" y="1154"/>
                </a:cubicBezTo>
                <a:cubicBezTo>
                  <a:pt x="3120" y="1095"/>
                  <a:pt x="3117" y="1089"/>
                  <a:pt x="3118" y="1085"/>
                </a:cubicBezTo>
                <a:cubicBezTo>
                  <a:pt x="3110" y="1040"/>
                  <a:pt x="3113" y="1036"/>
                  <a:pt x="3112" y="1031"/>
                </a:cubicBezTo>
                <a:cubicBezTo>
                  <a:pt x="3101" y="953"/>
                  <a:pt x="3102" y="945"/>
                  <a:pt x="3098" y="935"/>
                </a:cubicBezTo>
                <a:cubicBezTo>
                  <a:pt x="3089" y="874"/>
                  <a:pt x="3092" y="870"/>
                  <a:pt x="3088" y="864"/>
                </a:cubicBezTo>
                <a:cubicBezTo>
                  <a:pt x="3074" y="793"/>
                  <a:pt x="3077" y="807"/>
                  <a:pt x="3084" y="806"/>
                </a:cubicBezTo>
                <a:cubicBezTo>
                  <a:pt x="3106" y="855"/>
                  <a:pt x="3107" y="860"/>
                  <a:pt x="3110" y="865"/>
                </a:cubicBezTo>
                <a:cubicBezTo>
                  <a:pt x="3119" y="919"/>
                  <a:pt x="3123" y="929"/>
                  <a:pt x="3125" y="939"/>
                </a:cubicBezTo>
                <a:cubicBezTo>
                  <a:pt x="3124" y="973"/>
                  <a:pt x="3130" y="984"/>
                  <a:pt x="3128" y="992"/>
                </a:cubicBezTo>
                <a:cubicBezTo>
                  <a:pt x="3131" y="1008"/>
                  <a:pt x="3129" y="1011"/>
                  <a:pt x="3129" y="1013"/>
                </a:cubicBezTo>
                <a:cubicBezTo>
                  <a:pt x="3134" y="1056"/>
                  <a:pt x="3135" y="1065"/>
                  <a:pt x="3133" y="1073"/>
                </a:cubicBezTo>
                <a:close/>
                <a:moveTo>
                  <a:pt x="3146" y="1143"/>
                </a:moveTo>
                <a:cubicBezTo>
                  <a:pt x="3139" y="1144"/>
                  <a:pt x="3146" y="1139"/>
                  <a:pt x="3144" y="1135"/>
                </a:cubicBezTo>
                <a:cubicBezTo>
                  <a:pt x="3141" y="1129"/>
                  <a:pt x="3149" y="1134"/>
                  <a:pt x="3146" y="1143"/>
                </a:cubicBezTo>
                <a:close/>
                <a:moveTo>
                  <a:pt x="3147" y="967"/>
                </a:moveTo>
                <a:cubicBezTo>
                  <a:pt x="3145" y="973"/>
                  <a:pt x="3147" y="979"/>
                  <a:pt x="3145" y="984"/>
                </a:cubicBezTo>
                <a:cubicBezTo>
                  <a:pt x="3149" y="991"/>
                  <a:pt x="3145" y="996"/>
                  <a:pt x="3144" y="1001"/>
                </a:cubicBezTo>
                <a:cubicBezTo>
                  <a:pt x="3149" y="1023"/>
                  <a:pt x="3149" y="1042"/>
                  <a:pt x="3149" y="1062"/>
                </a:cubicBezTo>
                <a:cubicBezTo>
                  <a:pt x="3146" y="1071"/>
                  <a:pt x="3150" y="1082"/>
                  <a:pt x="3146" y="1091"/>
                </a:cubicBezTo>
                <a:cubicBezTo>
                  <a:pt x="3152" y="1102"/>
                  <a:pt x="3144" y="1110"/>
                  <a:pt x="3147" y="1120"/>
                </a:cubicBezTo>
                <a:cubicBezTo>
                  <a:pt x="3141" y="1123"/>
                  <a:pt x="3146" y="1114"/>
                  <a:pt x="3144" y="1111"/>
                </a:cubicBezTo>
                <a:cubicBezTo>
                  <a:pt x="3144" y="1107"/>
                  <a:pt x="3144" y="1103"/>
                  <a:pt x="3145" y="1099"/>
                </a:cubicBezTo>
                <a:cubicBezTo>
                  <a:pt x="3144" y="1091"/>
                  <a:pt x="3143" y="1084"/>
                  <a:pt x="3146" y="1077"/>
                </a:cubicBezTo>
                <a:cubicBezTo>
                  <a:pt x="3144" y="1068"/>
                  <a:pt x="3143" y="1060"/>
                  <a:pt x="3143" y="1051"/>
                </a:cubicBezTo>
                <a:cubicBezTo>
                  <a:pt x="3145" y="1048"/>
                  <a:pt x="3142" y="1043"/>
                  <a:pt x="3141" y="1039"/>
                </a:cubicBezTo>
                <a:cubicBezTo>
                  <a:pt x="3146" y="1037"/>
                  <a:pt x="3140" y="1032"/>
                  <a:pt x="3144" y="1029"/>
                </a:cubicBezTo>
                <a:cubicBezTo>
                  <a:pt x="3140" y="1021"/>
                  <a:pt x="3138" y="1014"/>
                  <a:pt x="3139" y="1007"/>
                </a:cubicBezTo>
                <a:cubicBezTo>
                  <a:pt x="3139" y="1003"/>
                  <a:pt x="3139" y="1000"/>
                  <a:pt x="3139" y="996"/>
                </a:cubicBezTo>
                <a:cubicBezTo>
                  <a:pt x="3141" y="994"/>
                  <a:pt x="3134" y="988"/>
                  <a:pt x="3138" y="986"/>
                </a:cubicBezTo>
                <a:cubicBezTo>
                  <a:pt x="3136" y="972"/>
                  <a:pt x="3137" y="959"/>
                  <a:pt x="3134" y="945"/>
                </a:cubicBezTo>
                <a:cubicBezTo>
                  <a:pt x="3135" y="918"/>
                  <a:pt x="3119" y="886"/>
                  <a:pt x="3120" y="859"/>
                </a:cubicBezTo>
                <a:cubicBezTo>
                  <a:pt x="3127" y="860"/>
                  <a:pt x="3129" y="873"/>
                  <a:pt x="3131" y="878"/>
                </a:cubicBezTo>
                <a:cubicBezTo>
                  <a:pt x="3130" y="883"/>
                  <a:pt x="3136" y="891"/>
                  <a:pt x="3136" y="897"/>
                </a:cubicBezTo>
                <a:cubicBezTo>
                  <a:pt x="3134" y="902"/>
                  <a:pt x="3140" y="909"/>
                  <a:pt x="3138" y="915"/>
                </a:cubicBezTo>
                <a:cubicBezTo>
                  <a:pt x="3140" y="918"/>
                  <a:pt x="3140" y="921"/>
                  <a:pt x="3138" y="923"/>
                </a:cubicBezTo>
                <a:cubicBezTo>
                  <a:pt x="3142" y="924"/>
                  <a:pt x="3140" y="926"/>
                  <a:pt x="3141" y="929"/>
                </a:cubicBezTo>
                <a:cubicBezTo>
                  <a:pt x="3145" y="943"/>
                  <a:pt x="3143" y="954"/>
                  <a:pt x="3147" y="967"/>
                </a:cubicBezTo>
                <a:close/>
                <a:moveTo>
                  <a:pt x="3300" y="1035"/>
                </a:moveTo>
                <a:cubicBezTo>
                  <a:pt x="3295" y="1028"/>
                  <a:pt x="3289" y="1022"/>
                  <a:pt x="3282" y="1018"/>
                </a:cubicBezTo>
                <a:cubicBezTo>
                  <a:pt x="3274" y="1001"/>
                  <a:pt x="3280" y="1009"/>
                  <a:pt x="3288" y="1009"/>
                </a:cubicBezTo>
                <a:cubicBezTo>
                  <a:pt x="3320" y="1033"/>
                  <a:pt x="3323" y="1035"/>
                  <a:pt x="3327" y="1034"/>
                </a:cubicBezTo>
                <a:cubicBezTo>
                  <a:pt x="3370" y="1056"/>
                  <a:pt x="3372" y="1065"/>
                  <a:pt x="3376" y="1063"/>
                </a:cubicBezTo>
                <a:cubicBezTo>
                  <a:pt x="3411" y="1085"/>
                  <a:pt x="3419" y="1084"/>
                  <a:pt x="3425" y="1090"/>
                </a:cubicBezTo>
                <a:cubicBezTo>
                  <a:pt x="3450" y="1102"/>
                  <a:pt x="3451" y="1113"/>
                  <a:pt x="3455" y="1111"/>
                </a:cubicBezTo>
                <a:cubicBezTo>
                  <a:pt x="3509" y="1144"/>
                  <a:pt x="3517" y="1145"/>
                  <a:pt x="3523" y="1152"/>
                </a:cubicBezTo>
                <a:cubicBezTo>
                  <a:pt x="3573" y="1200"/>
                  <a:pt x="3569" y="1200"/>
                  <a:pt x="3566" y="1195"/>
                </a:cubicBezTo>
                <a:cubicBezTo>
                  <a:pt x="3552" y="1189"/>
                  <a:pt x="3548" y="1189"/>
                  <a:pt x="3545" y="1185"/>
                </a:cubicBezTo>
                <a:cubicBezTo>
                  <a:pt x="3524" y="1178"/>
                  <a:pt x="3521" y="1172"/>
                  <a:pt x="3516" y="1174"/>
                </a:cubicBezTo>
                <a:cubicBezTo>
                  <a:pt x="3469" y="1147"/>
                  <a:pt x="3462" y="1147"/>
                  <a:pt x="3456" y="1140"/>
                </a:cubicBezTo>
                <a:cubicBezTo>
                  <a:pt x="3430" y="1127"/>
                  <a:pt x="3424" y="1119"/>
                  <a:pt x="3417" y="1119"/>
                </a:cubicBezTo>
                <a:cubicBezTo>
                  <a:pt x="3373" y="1091"/>
                  <a:pt x="3369" y="1091"/>
                  <a:pt x="3366" y="1088"/>
                </a:cubicBezTo>
                <a:cubicBezTo>
                  <a:pt x="3343" y="1075"/>
                  <a:pt x="3342" y="1066"/>
                  <a:pt x="3338" y="1068"/>
                </a:cubicBezTo>
                <a:close/>
                <a:moveTo>
                  <a:pt x="3392" y="1172"/>
                </a:moveTo>
                <a:cubicBezTo>
                  <a:pt x="3385" y="1167"/>
                  <a:pt x="3378" y="1163"/>
                  <a:pt x="3372" y="1156"/>
                </a:cubicBezTo>
                <a:cubicBezTo>
                  <a:pt x="3399" y="1168"/>
                  <a:pt x="3400" y="1175"/>
                  <a:pt x="3404" y="1173"/>
                </a:cubicBezTo>
                <a:cubicBezTo>
                  <a:pt x="3454" y="1209"/>
                  <a:pt x="3460" y="1205"/>
                  <a:pt x="3464" y="1212"/>
                </a:cubicBezTo>
                <a:cubicBezTo>
                  <a:pt x="3514" y="1237"/>
                  <a:pt x="3515" y="1240"/>
                  <a:pt x="3516" y="1240"/>
                </a:cubicBezTo>
                <a:cubicBezTo>
                  <a:pt x="3547" y="1261"/>
                  <a:pt x="3553" y="1261"/>
                  <a:pt x="3558" y="1266"/>
                </a:cubicBezTo>
                <a:cubicBezTo>
                  <a:pt x="3637" y="1326"/>
                  <a:pt x="3641" y="1334"/>
                  <a:pt x="3647" y="1335"/>
                </a:cubicBezTo>
                <a:cubicBezTo>
                  <a:pt x="3634" y="1330"/>
                  <a:pt x="3626" y="1332"/>
                  <a:pt x="3621" y="1328"/>
                </a:cubicBezTo>
                <a:cubicBezTo>
                  <a:pt x="3579" y="1307"/>
                  <a:pt x="3575" y="1297"/>
                  <a:pt x="3568" y="1298"/>
                </a:cubicBezTo>
                <a:cubicBezTo>
                  <a:pt x="3521" y="1272"/>
                  <a:pt x="3509" y="1264"/>
                  <a:pt x="3498" y="1256"/>
                </a:cubicBezTo>
                <a:cubicBezTo>
                  <a:pt x="3474" y="1243"/>
                  <a:pt x="3469" y="1237"/>
                  <a:pt x="3463" y="1235"/>
                </a:cubicBezTo>
                <a:cubicBezTo>
                  <a:pt x="3427" y="1207"/>
                  <a:pt x="3421" y="1204"/>
                  <a:pt x="3416" y="1199"/>
                </a:cubicBezTo>
                <a:cubicBezTo>
                  <a:pt x="3398" y="1177"/>
                  <a:pt x="3390" y="1177"/>
                  <a:pt x="3392" y="1172"/>
                </a:cubicBezTo>
                <a:close/>
                <a:moveTo>
                  <a:pt x="3445" y="1360"/>
                </a:moveTo>
                <a:cubicBezTo>
                  <a:pt x="3442" y="1357"/>
                  <a:pt x="3445" y="1354"/>
                  <a:pt x="3442" y="1351"/>
                </a:cubicBezTo>
                <a:cubicBezTo>
                  <a:pt x="3444" y="1343"/>
                  <a:pt x="3447" y="1359"/>
                  <a:pt x="3446" y="1362"/>
                </a:cubicBezTo>
                <a:cubicBezTo>
                  <a:pt x="3447" y="1367"/>
                  <a:pt x="3442" y="1362"/>
                  <a:pt x="3445" y="1360"/>
                </a:cubicBezTo>
                <a:close/>
                <a:moveTo>
                  <a:pt x="3455" y="1340"/>
                </a:moveTo>
                <a:cubicBezTo>
                  <a:pt x="3447" y="1340"/>
                  <a:pt x="3456" y="1330"/>
                  <a:pt x="3449" y="1325"/>
                </a:cubicBezTo>
                <a:cubicBezTo>
                  <a:pt x="3457" y="1325"/>
                  <a:pt x="3457" y="1337"/>
                  <a:pt x="3455" y="1340"/>
                </a:cubicBezTo>
                <a:close/>
                <a:moveTo>
                  <a:pt x="3500" y="1553"/>
                </a:moveTo>
                <a:cubicBezTo>
                  <a:pt x="3499" y="1556"/>
                  <a:pt x="3499" y="1560"/>
                  <a:pt x="3499" y="1564"/>
                </a:cubicBezTo>
                <a:cubicBezTo>
                  <a:pt x="3491" y="1619"/>
                  <a:pt x="3494" y="1624"/>
                  <a:pt x="3490" y="1627"/>
                </a:cubicBezTo>
                <a:cubicBezTo>
                  <a:pt x="3483" y="1671"/>
                  <a:pt x="3478" y="1679"/>
                  <a:pt x="3476" y="1687"/>
                </a:cubicBezTo>
                <a:cubicBezTo>
                  <a:pt x="3467" y="1740"/>
                  <a:pt x="3458" y="1742"/>
                  <a:pt x="3461" y="1747"/>
                </a:cubicBezTo>
                <a:cubicBezTo>
                  <a:pt x="3453" y="1766"/>
                  <a:pt x="3455" y="1770"/>
                  <a:pt x="3453" y="1771"/>
                </a:cubicBezTo>
                <a:cubicBezTo>
                  <a:pt x="3426" y="1843"/>
                  <a:pt x="3420" y="1858"/>
                  <a:pt x="3413" y="1873"/>
                </a:cubicBezTo>
                <a:cubicBezTo>
                  <a:pt x="3404" y="1901"/>
                  <a:pt x="3407" y="1906"/>
                  <a:pt x="3403" y="1909"/>
                </a:cubicBezTo>
                <a:cubicBezTo>
                  <a:pt x="3400" y="1933"/>
                  <a:pt x="3398" y="1933"/>
                  <a:pt x="3396" y="1929"/>
                </a:cubicBezTo>
                <a:cubicBezTo>
                  <a:pt x="3399" y="1898"/>
                  <a:pt x="3401" y="1890"/>
                  <a:pt x="3402" y="1882"/>
                </a:cubicBezTo>
                <a:cubicBezTo>
                  <a:pt x="3404" y="1867"/>
                  <a:pt x="3401" y="1862"/>
                  <a:pt x="3404" y="1859"/>
                </a:cubicBezTo>
                <a:cubicBezTo>
                  <a:pt x="3410" y="1820"/>
                  <a:pt x="3415" y="1817"/>
                  <a:pt x="3414" y="1813"/>
                </a:cubicBezTo>
                <a:cubicBezTo>
                  <a:pt x="3428" y="1760"/>
                  <a:pt x="3435" y="1755"/>
                  <a:pt x="3430" y="1746"/>
                </a:cubicBezTo>
                <a:cubicBezTo>
                  <a:pt x="3449" y="1702"/>
                  <a:pt x="3445" y="1698"/>
                  <a:pt x="3447" y="1695"/>
                </a:cubicBezTo>
                <a:cubicBezTo>
                  <a:pt x="3457" y="1660"/>
                  <a:pt x="3460" y="1653"/>
                  <a:pt x="3463" y="1645"/>
                </a:cubicBezTo>
                <a:cubicBezTo>
                  <a:pt x="3471" y="1615"/>
                  <a:pt x="3473" y="1607"/>
                  <a:pt x="3475" y="1600"/>
                </a:cubicBezTo>
                <a:cubicBezTo>
                  <a:pt x="3486" y="1539"/>
                  <a:pt x="3485" y="1529"/>
                  <a:pt x="3490" y="1520"/>
                </a:cubicBezTo>
                <a:cubicBezTo>
                  <a:pt x="3496" y="1430"/>
                  <a:pt x="3496" y="1441"/>
                  <a:pt x="3495" y="1443"/>
                </a:cubicBezTo>
                <a:cubicBezTo>
                  <a:pt x="3501" y="1487"/>
                  <a:pt x="3502" y="1497"/>
                  <a:pt x="3499" y="1507"/>
                </a:cubicBezTo>
                <a:close/>
                <a:moveTo>
                  <a:pt x="3614" y="1747"/>
                </a:moveTo>
                <a:cubicBezTo>
                  <a:pt x="3615" y="1752"/>
                  <a:pt x="3611" y="1747"/>
                  <a:pt x="3610" y="1744"/>
                </a:cubicBezTo>
                <a:cubicBezTo>
                  <a:pt x="3609" y="1740"/>
                  <a:pt x="3613" y="1744"/>
                  <a:pt x="3614" y="1747"/>
                </a:cubicBezTo>
                <a:close/>
                <a:moveTo>
                  <a:pt x="3553" y="1558"/>
                </a:moveTo>
                <a:cubicBezTo>
                  <a:pt x="3543" y="1561"/>
                  <a:pt x="3548" y="1551"/>
                  <a:pt x="3542" y="1545"/>
                </a:cubicBezTo>
                <a:cubicBezTo>
                  <a:pt x="3547" y="1543"/>
                  <a:pt x="3549" y="1555"/>
                  <a:pt x="3553" y="1558"/>
                </a:cubicBezTo>
                <a:close/>
                <a:moveTo>
                  <a:pt x="3540" y="1637"/>
                </a:moveTo>
                <a:cubicBezTo>
                  <a:pt x="3542" y="1631"/>
                  <a:pt x="3540" y="1625"/>
                  <a:pt x="3541" y="1619"/>
                </a:cubicBezTo>
                <a:cubicBezTo>
                  <a:pt x="3549" y="1619"/>
                  <a:pt x="3541" y="1630"/>
                  <a:pt x="3544" y="1634"/>
                </a:cubicBezTo>
                <a:cubicBezTo>
                  <a:pt x="3542" y="1640"/>
                  <a:pt x="3542" y="1645"/>
                  <a:pt x="3543" y="1651"/>
                </a:cubicBezTo>
                <a:cubicBezTo>
                  <a:pt x="3535" y="1651"/>
                  <a:pt x="3543" y="1641"/>
                  <a:pt x="3540" y="1637"/>
                </a:cubicBezTo>
                <a:close/>
                <a:moveTo>
                  <a:pt x="3531" y="1530"/>
                </a:moveTo>
                <a:cubicBezTo>
                  <a:pt x="3523" y="1527"/>
                  <a:pt x="3522" y="1512"/>
                  <a:pt x="3520" y="1506"/>
                </a:cubicBezTo>
                <a:cubicBezTo>
                  <a:pt x="3527" y="1508"/>
                  <a:pt x="3523" y="1522"/>
                  <a:pt x="3531" y="1530"/>
                </a:cubicBezTo>
                <a:close/>
                <a:moveTo>
                  <a:pt x="3515" y="1492"/>
                </a:moveTo>
                <a:cubicBezTo>
                  <a:pt x="3503" y="1494"/>
                  <a:pt x="3514" y="1480"/>
                  <a:pt x="3506" y="1473"/>
                </a:cubicBezTo>
                <a:cubicBezTo>
                  <a:pt x="3517" y="1475"/>
                  <a:pt x="3507" y="1485"/>
                  <a:pt x="3515" y="1492"/>
                </a:cubicBezTo>
                <a:close/>
                <a:moveTo>
                  <a:pt x="3814" y="0"/>
                </a:moveTo>
                <a:cubicBezTo>
                  <a:pt x="3805" y="0"/>
                  <a:pt x="3805" y="0"/>
                  <a:pt x="3805" y="0"/>
                </a:cubicBezTo>
                <a:cubicBezTo>
                  <a:pt x="3810" y="6"/>
                  <a:pt x="3814" y="12"/>
                  <a:pt x="3821" y="18"/>
                </a:cubicBezTo>
                <a:cubicBezTo>
                  <a:pt x="3827" y="24"/>
                  <a:pt x="3834" y="30"/>
                  <a:pt x="3840" y="36"/>
                </a:cubicBezTo>
                <a:cubicBezTo>
                  <a:pt x="3840" y="26"/>
                  <a:pt x="3840" y="26"/>
                  <a:pt x="3840" y="26"/>
                </a:cubicBezTo>
                <a:cubicBezTo>
                  <a:pt x="3831" y="18"/>
                  <a:pt x="3823" y="9"/>
                  <a:pt x="3814" y="1"/>
                </a:cubicBezTo>
                <a:cubicBezTo>
                  <a:pt x="3814" y="1"/>
                  <a:pt x="3814" y="1"/>
                  <a:pt x="3814" y="0"/>
                </a:cubicBezTo>
                <a:close/>
                <a:moveTo>
                  <a:pt x="3831" y="0"/>
                </a:moveTo>
                <a:cubicBezTo>
                  <a:pt x="3834" y="2"/>
                  <a:pt x="3835" y="3"/>
                  <a:pt x="3837" y="7"/>
                </a:cubicBezTo>
                <a:cubicBezTo>
                  <a:pt x="3838" y="7"/>
                  <a:pt x="3839" y="7"/>
                  <a:pt x="3840" y="8"/>
                </a:cubicBezTo>
                <a:cubicBezTo>
                  <a:pt x="3840" y="0"/>
                  <a:pt x="3840" y="0"/>
                  <a:pt x="3840" y="0"/>
                </a:cubicBezTo>
                <a:lnTo>
                  <a:pt x="3831" y="0"/>
                </a:lnTo>
                <a:close/>
                <a:moveTo>
                  <a:pt x="740" y="250"/>
                </a:moveTo>
                <a:cubicBezTo>
                  <a:pt x="740" y="254"/>
                  <a:pt x="736" y="252"/>
                  <a:pt x="734" y="250"/>
                </a:cubicBezTo>
                <a:cubicBezTo>
                  <a:pt x="700" y="243"/>
                  <a:pt x="693" y="242"/>
                  <a:pt x="688" y="238"/>
                </a:cubicBezTo>
                <a:cubicBezTo>
                  <a:pt x="649" y="218"/>
                  <a:pt x="646" y="213"/>
                  <a:pt x="639" y="211"/>
                </a:cubicBezTo>
                <a:cubicBezTo>
                  <a:pt x="605" y="186"/>
                  <a:pt x="597" y="185"/>
                  <a:pt x="594" y="179"/>
                </a:cubicBezTo>
                <a:cubicBezTo>
                  <a:pt x="566" y="166"/>
                  <a:pt x="569" y="159"/>
                  <a:pt x="564" y="159"/>
                </a:cubicBezTo>
                <a:cubicBezTo>
                  <a:pt x="529" y="136"/>
                  <a:pt x="526" y="135"/>
                  <a:pt x="525" y="132"/>
                </a:cubicBezTo>
                <a:cubicBezTo>
                  <a:pt x="512" y="117"/>
                  <a:pt x="505" y="119"/>
                  <a:pt x="506" y="114"/>
                </a:cubicBezTo>
                <a:cubicBezTo>
                  <a:pt x="484" y="93"/>
                  <a:pt x="478" y="94"/>
                  <a:pt x="478" y="90"/>
                </a:cubicBezTo>
                <a:cubicBezTo>
                  <a:pt x="454" y="72"/>
                  <a:pt x="447" y="64"/>
                  <a:pt x="437" y="58"/>
                </a:cubicBezTo>
                <a:cubicBezTo>
                  <a:pt x="424" y="42"/>
                  <a:pt x="416" y="42"/>
                  <a:pt x="414" y="36"/>
                </a:cubicBezTo>
                <a:cubicBezTo>
                  <a:pt x="402" y="18"/>
                  <a:pt x="391" y="21"/>
                  <a:pt x="390" y="14"/>
                </a:cubicBezTo>
                <a:cubicBezTo>
                  <a:pt x="372" y="9"/>
                  <a:pt x="380" y="20"/>
                  <a:pt x="392" y="27"/>
                </a:cubicBezTo>
                <a:cubicBezTo>
                  <a:pt x="405" y="43"/>
                  <a:pt x="409" y="42"/>
                  <a:pt x="409" y="45"/>
                </a:cubicBezTo>
                <a:cubicBezTo>
                  <a:pt x="474" y="97"/>
                  <a:pt x="479" y="102"/>
                  <a:pt x="484" y="109"/>
                </a:cubicBezTo>
                <a:cubicBezTo>
                  <a:pt x="530" y="145"/>
                  <a:pt x="540" y="147"/>
                  <a:pt x="544" y="154"/>
                </a:cubicBezTo>
                <a:cubicBezTo>
                  <a:pt x="580" y="177"/>
                  <a:pt x="581" y="181"/>
                  <a:pt x="587" y="182"/>
                </a:cubicBezTo>
                <a:cubicBezTo>
                  <a:pt x="639" y="211"/>
                  <a:pt x="642" y="220"/>
                  <a:pt x="652" y="222"/>
                </a:cubicBezTo>
                <a:cubicBezTo>
                  <a:pt x="676" y="237"/>
                  <a:pt x="673" y="238"/>
                  <a:pt x="671" y="238"/>
                </a:cubicBezTo>
                <a:cubicBezTo>
                  <a:pt x="651" y="229"/>
                  <a:pt x="645" y="226"/>
                  <a:pt x="641" y="222"/>
                </a:cubicBezTo>
                <a:cubicBezTo>
                  <a:pt x="594" y="197"/>
                  <a:pt x="590" y="195"/>
                  <a:pt x="589" y="192"/>
                </a:cubicBezTo>
                <a:cubicBezTo>
                  <a:pt x="550" y="170"/>
                  <a:pt x="548" y="164"/>
                  <a:pt x="539" y="163"/>
                </a:cubicBezTo>
                <a:cubicBezTo>
                  <a:pt x="484" y="114"/>
                  <a:pt x="474" y="110"/>
                  <a:pt x="469" y="100"/>
                </a:cubicBezTo>
                <a:cubicBezTo>
                  <a:pt x="454" y="90"/>
                  <a:pt x="453" y="87"/>
                  <a:pt x="452" y="85"/>
                </a:cubicBezTo>
                <a:cubicBezTo>
                  <a:pt x="417" y="55"/>
                  <a:pt x="413" y="52"/>
                  <a:pt x="409" y="49"/>
                </a:cubicBezTo>
                <a:cubicBezTo>
                  <a:pt x="372" y="13"/>
                  <a:pt x="367" y="11"/>
                  <a:pt x="364" y="7"/>
                </a:cubicBezTo>
                <a:cubicBezTo>
                  <a:pt x="344" y="1"/>
                  <a:pt x="344" y="1"/>
                  <a:pt x="345" y="2"/>
                </a:cubicBezTo>
                <a:cubicBezTo>
                  <a:pt x="378" y="27"/>
                  <a:pt x="378" y="34"/>
                  <a:pt x="383" y="35"/>
                </a:cubicBezTo>
                <a:cubicBezTo>
                  <a:pt x="407" y="60"/>
                  <a:pt x="411" y="64"/>
                  <a:pt x="415" y="67"/>
                </a:cubicBezTo>
                <a:cubicBezTo>
                  <a:pt x="446" y="91"/>
                  <a:pt x="451" y="100"/>
                  <a:pt x="460" y="105"/>
                </a:cubicBezTo>
                <a:cubicBezTo>
                  <a:pt x="490" y="130"/>
                  <a:pt x="498" y="136"/>
                  <a:pt x="505" y="143"/>
                </a:cubicBezTo>
                <a:cubicBezTo>
                  <a:pt x="570" y="188"/>
                  <a:pt x="575" y="191"/>
                  <a:pt x="578" y="194"/>
                </a:cubicBezTo>
                <a:cubicBezTo>
                  <a:pt x="601" y="206"/>
                  <a:pt x="601" y="209"/>
                  <a:pt x="604" y="210"/>
                </a:cubicBezTo>
                <a:cubicBezTo>
                  <a:pt x="635" y="227"/>
                  <a:pt x="639" y="230"/>
                  <a:pt x="645" y="231"/>
                </a:cubicBezTo>
                <a:cubicBezTo>
                  <a:pt x="681" y="244"/>
                  <a:pt x="685" y="247"/>
                  <a:pt x="690" y="249"/>
                </a:cubicBezTo>
                <a:cubicBezTo>
                  <a:pt x="728" y="254"/>
                  <a:pt x="731" y="254"/>
                  <a:pt x="734" y="255"/>
                </a:cubicBezTo>
                <a:close/>
                <a:moveTo>
                  <a:pt x="989" y="371"/>
                </a:moveTo>
                <a:cubicBezTo>
                  <a:pt x="998" y="376"/>
                  <a:pt x="1006" y="381"/>
                  <a:pt x="1017" y="385"/>
                </a:cubicBezTo>
                <a:cubicBezTo>
                  <a:pt x="1041" y="394"/>
                  <a:pt x="1046" y="395"/>
                  <a:pt x="1047" y="392"/>
                </a:cubicBezTo>
                <a:cubicBezTo>
                  <a:pt x="1003" y="373"/>
                  <a:pt x="998" y="371"/>
                  <a:pt x="995" y="367"/>
                </a:cubicBezTo>
                <a:cubicBezTo>
                  <a:pt x="960" y="342"/>
                  <a:pt x="958" y="341"/>
                  <a:pt x="956" y="340"/>
                </a:cubicBezTo>
                <a:cubicBezTo>
                  <a:pt x="939" y="327"/>
                  <a:pt x="937" y="326"/>
                  <a:pt x="935" y="324"/>
                </a:cubicBezTo>
                <a:cubicBezTo>
                  <a:pt x="917" y="306"/>
                  <a:pt x="913" y="302"/>
                  <a:pt x="909" y="300"/>
                </a:cubicBezTo>
                <a:cubicBezTo>
                  <a:pt x="861" y="237"/>
                  <a:pt x="859" y="233"/>
                  <a:pt x="856" y="231"/>
                </a:cubicBezTo>
                <a:cubicBezTo>
                  <a:pt x="848" y="219"/>
                  <a:pt x="845" y="213"/>
                  <a:pt x="839" y="209"/>
                </a:cubicBezTo>
                <a:cubicBezTo>
                  <a:pt x="825" y="175"/>
                  <a:pt x="815" y="179"/>
                  <a:pt x="816" y="173"/>
                </a:cubicBezTo>
                <a:cubicBezTo>
                  <a:pt x="788" y="136"/>
                  <a:pt x="784" y="135"/>
                  <a:pt x="784" y="129"/>
                </a:cubicBezTo>
                <a:cubicBezTo>
                  <a:pt x="774" y="119"/>
                  <a:pt x="771" y="116"/>
                  <a:pt x="770" y="111"/>
                </a:cubicBezTo>
                <a:cubicBezTo>
                  <a:pt x="742" y="73"/>
                  <a:pt x="738" y="66"/>
                  <a:pt x="734" y="58"/>
                </a:cubicBezTo>
                <a:cubicBezTo>
                  <a:pt x="714" y="35"/>
                  <a:pt x="711" y="32"/>
                  <a:pt x="706" y="31"/>
                </a:cubicBezTo>
                <a:cubicBezTo>
                  <a:pt x="680" y="2"/>
                  <a:pt x="679" y="1"/>
                  <a:pt x="679" y="0"/>
                </a:cubicBezTo>
                <a:cubicBezTo>
                  <a:pt x="686" y="20"/>
                  <a:pt x="692" y="26"/>
                  <a:pt x="697" y="33"/>
                </a:cubicBezTo>
                <a:cubicBezTo>
                  <a:pt x="751" y="95"/>
                  <a:pt x="751" y="101"/>
                  <a:pt x="754" y="104"/>
                </a:cubicBezTo>
                <a:cubicBezTo>
                  <a:pt x="768" y="131"/>
                  <a:pt x="775" y="130"/>
                  <a:pt x="776" y="135"/>
                </a:cubicBezTo>
                <a:cubicBezTo>
                  <a:pt x="788" y="151"/>
                  <a:pt x="791" y="151"/>
                  <a:pt x="793" y="151"/>
                </a:cubicBezTo>
                <a:cubicBezTo>
                  <a:pt x="829" y="208"/>
                  <a:pt x="829" y="214"/>
                  <a:pt x="835" y="213"/>
                </a:cubicBezTo>
                <a:cubicBezTo>
                  <a:pt x="854" y="247"/>
                  <a:pt x="861" y="249"/>
                  <a:pt x="862" y="257"/>
                </a:cubicBezTo>
                <a:cubicBezTo>
                  <a:pt x="880" y="280"/>
                  <a:pt x="884" y="285"/>
                  <a:pt x="890" y="288"/>
                </a:cubicBezTo>
                <a:cubicBezTo>
                  <a:pt x="874" y="275"/>
                  <a:pt x="868" y="272"/>
                  <a:pt x="867" y="266"/>
                </a:cubicBezTo>
                <a:cubicBezTo>
                  <a:pt x="820" y="208"/>
                  <a:pt x="817" y="207"/>
                  <a:pt x="816" y="204"/>
                </a:cubicBezTo>
                <a:cubicBezTo>
                  <a:pt x="792" y="174"/>
                  <a:pt x="789" y="161"/>
                  <a:pt x="780" y="153"/>
                </a:cubicBezTo>
                <a:cubicBezTo>
                  <a:pt x="748" y="107"/>
                  <a:pt x="745" y="107"/>
                  <a:pt x="744" y="106"/>
                </a:cubicBezTo>
                <a:cubicBezTo>
                  <a:pt x="733" y="84"/>
                  <a:pt x="723" y="78"/>
                  <a:pt x="718" y="67"/>
                </a:cubicBezTo>
                <a:cubicBezTo>
                  <a:pt x="703" y="47"/>
                  <a:pt x="697" y="46"/>
                  <a:pt x="695" y="40"/>
                </a:cubicBezTo>
                <a:cubicBezTo>
                  <a:pt x="673" y="18"/>
                  <a:pt x="673" y="15"/>
                  <a:pt x="669" y="15"/>
                </a:cubicBezTo>
                <a:cubicBezTo>
                  <a:pt x="644" y="0"/>
                  <a:pt x="644" y="0"/>
                  <a:pt x="644" y="0"/>
                </a:cubicBezTo>
                <a:cubicBezTo>
                  <a:pt x="675" y="28"/>
                  <a:pt x="679" y="37"/>
                  <a:pt x="686" y="44"/>
                </a:cubicBezTo>
                <a:cubicBezTo>
                  <a:pt x="707" y="69"/>
                  <a:pt x="710" y="70"/>
                  <a:pt x="707" y="71"/>
                </a:cubicBezTo>
                <a:cubicBezTo>
                  <a:pt x="730" y="96"/>
                  <a:pt x="734" y="106"/>
                  <a:pt x="741" y="113"/>
                </a:cubicBezTo>
                <a:cubicBezTo>
                  <a:pt x="782" y="170"/>
                  <a:pt x="787" y="179"/>
                  <a:pt x="794" y="186"/>
                </a:cubicBezTo>
                <a:cubicBezTo>
                  <a:pt x="806" y="199"/>
                  <a:pt x="804" y="205"/>
                  <a:pt x="807" y="206"/>
                </a:cubicBezTo>
                <a:cubicBezTo>
                  <a:pt x="854" y="262"/>
                  <a:pt x="852" y="269"/>
                  <a:pt x="860" y="268"/>
                </a:cubicBezTo>
                <a:cubicBezTo>
                  <a:pt x="896" y="311"/>
                  <a:pt x="905" y="316"/>
                  <a:pt x="913" y="322"/>
                </a:cubicBezTo>
                <a:cubicBezTo>
                  <a:pt x="967" y="358"/>
                  <a:pt x="972" y="359"/>
                  <a:pt x="976" y="362"/>
                </a:cubicBezTo>
                <a:close/>
                <a:moveTo>
                  <a:pt x="1027" y="2129"/>
                </a:moveTo>
                <a:cubicBezTo>
                  <a:pt x="1022" y="2125"/>
                  <a:pt x="1022" y="2116"/>
                  <a:pt x="1017" y="2112"/>
                </a:cubicBezTo>
                <a:cubicBezTo>
                  <a:pt x="1016" y="2108"/>
                  <a:pt x="1019" y="2101"/>
                  <a:pt x="1012" y="2103"/>
                </a:cubicBezTo>
                <a:cubicBezTo>
                  <a:pt x="1012" y="2098"/>
                  <a:pt x="1011" y="2094"/>
                  <a:pt x="1008" y="2092"/>
                </a:cubicBezTo>
                <a:cubicBezTo>
                  <a:pt x="1006" y="2085"/>
                  <a:pt x="1004" y="2077"/>
                  <a:pt x="1001" y="2070"/>
                </a:cubicBezTo>
                <a:cubicBezTo>
                  <a:pt x="997" y="2070"/>
                  <a:pt x="1000" y="2063"/>
                  <a:pt x="997" y="2062"/>
                </a:cubicBezTo>
                <a:cubicBezTo>
                  <a:pt x="993" y="2060"/>
                  <a:pt x="997" y="2051"/>
                  <a:pt x="993" y="2051"/>
                </a:cubicBezTo>
                <a:cubicBezTo>
                  <a:pt x="993" y="2041"/>
                  <a:pt x="988" y="2036"/>
                  <a:pt x="986" y="2029"/>
                </a:cubicBezTo>
                <a:cubicBezTo>
                  <a:pt x="988" y="2022"/>
                  <a:pt x="982" y="2023"/>
                  <a:pt x="984" y="2016"/>
                </a:cubicBezTo>
                <a:cubicBezTo>
                  <a:pt x="984" y="2010"/>
                  <a:pt x="983" y="2005"/>
                  <a:pt x="979" y="2003"/>
                </a:cubicBezTo>
                <a:cubicBezTo>
                  <a:pt x="978" y="2019"/>
                  <a:pt x="984" y="2027"/>
                  <a:pt x="986" y="2040"/>
                </a:cubicBezTo>
                <a:cubicBezTo>
                  <a:pt x="987" y="2046"/>
                  <a:pt x="989" y="2051"/>
                  <a:pt x="990" y="2057"/>
                </a:cubicBezTo>
                <a:cubicBezTo>
                  <a:pt x="990" y="2061"/>
                  <a:pt x="993" y="2062"/>
                  <a:pt x="993" y="2066"/>
                </a:cubicBezTo>
                <a:cubicBezTo>
                  <a:pt x="996" y="2066"/>
                  <a:pt x="994" y="2072"/>
                  <a:pt x="997" y="2073"/>
                </a:cubicBezTo>
                <a:cubicBezTo>
                  <a:pt x="998" y="2086"/>
                  <a:pt x="1006" y="2093"/>
                  <a:pt x="1008" y="2105"/>
                </a:cubicBezTo>
                <a:cubicBezTo>
                  <a:pt x="1011" y="2105"/>
                  <a:pt x="1009" y="2111"/>
                  <a:pt x="1012" y="2112"/>
                </a:cubicBezTo>
                <a:cubicBezTo>
                  <a:pt x="1012" y="2116"/>
                  <a:pt x="1015" y="2117"/>
                  <a:pt x="1014" y="2121"/>
                </a:cubicBezTo>
                <a:cubicBezTo>
                  <a:pt x="1016" y="2125"/>
                  <a:pt x="1020" y="2133"/>
                  <a:pt x="1017" y="2136"/>
                </a:cubicBezTo>
                <a:cubicBezTo>
                  <a:pt x="1020" y="2136"/>
                  <a:pt x="1018" y="2142"/>
                  <a:pt x="1021" y="2142"/>
                </a:cubicBezTo>
                <a:cubicBezTo>
                  <a:pt x="1020" y="2146"/>
                  <a:pt x="1023" y="2147"/>
                  <a:pt x="1023" y="2151"/>
                </a:cubicBezTo>
                <a:cubicBezTo>
                  <a:pt x="1023" y="2155"/>
                  <a:pt x="1024" y="2158"/>
                  <a:pt x="1025" y="2160"/>
                </a:cubicBezTo>
                <a:cubicBezTo>
                  <a:pt x="1032" y="2160"/>
                  <a:pt x="1032" y="2160"/>
                  <a:pt x="1032" y="2160"/>
                </a:cubicBezTo>
                <a:cubicBezTo>
                  <a:pt x="1032" y="2159"/>
                  <a:pt x="1032" y="2159"/>
                  <a:pt x="1032" y="2158"/>
                </a:cubicBezTo>
                <a:cubicBezTo>
                  <a:pt x="1033" y="2158"/>
                  <a:pt x="1035" y="2159"/>
                  <a:pt x="1036" y="2160"/>
                </a:cubicBezTo>
                <a:cubicBezTo>
                  <a:pt x="1045" y="2160"/>
                  <a:pt x="1045" y="2160"/>
                  <a:pt x="1045" y="2160"/>
                </a:cubicBezTo>
                <a:cubicBezTo>
                  <a:pt x="1043" y="2156"/>
                  <a:pt x="1040" y="2152"/>
                  <a:pt x="1036" y="2149"/>
                </a:cubicBezTo>
                <a:cubicBezTo>
                  <a:pt x="1037" y="2138"/>
                  <a:pt x="1027" y="2139"/>
                  <a:pt x="1027" y="2129"/>
                </a:cubicBezTo>
                <a:close/>
                <a:moveTo>
                  <a:pt x="1027" y="2147"/>
                </a:moveTo>
                <a:cubicBezTo>
                  <a:pt x="1029" y="2148"/>
                  <a:pt x="1031" y="2151"/>
                  <a:pt x="1032" y="2153"/>
                </a:cubicBezTo>
                <a:cubicBezTo>
                  <a:pt x="1031" y="2159"/>
                  <a:pt x="1027" y="2150"/>
                  <a:pt x="1027" y="2147"/>
                </a:cubicBezTo>
                <a:close/>
                <a:moveTo>
                  <a:pt x="887" y="319"/>
                </a:moveTo>
                <a:cubicBezTo>
                  <a:pt x="888" y="314"/>
                  <a:pt x="881" y="316"/>
                  <a:pt x="881" y="312"/>
                </a:cubicBezTo>
                <a:cubicBezTo>
                  <a:pt x="860" y="299"/>
                  <a:pt x="864" y="290"/>
                  <a:pt x="857" y="292"/>
                </a:cubicBezTo>
                <a:cubicBezTo>
                  <a:pt x="829" y="256"/>
                  <a:pt x="827" y="249"/>
                  <a:pt x="821" y="246"/>
                </a:cubicBezTo>
                <a:cubicBezTo>
                  <a:pt x="769" y="177"/>
                  <a:pt x="766" y="171"/>
                  <a:pt x="762" y="166"/>
                </a:cubicBezTo>
                <a:cubicBezTo>
                  <a:pt x="731" y="135"/>
                  <a:pt x="734" y="128"/>
                  <a:pt x="730" y="128"/>
                </a:cubicBezTo>
                <a:cubicBezTo>
                  <a:pt x="708" y="102"/>
                  <a:pt x="706" y="100"/>
                  <a:pt x="704" y="97"/>
                </a:cubicBezTo>
                <a:cubicBezTo>
                  <a:pt x="687" y="81"/>
                  <a:pt x="689" y="75"/>
                  <a:pt x="683" y="77"/>
                </a:cubicBezTo>
                <a:cubicBezTo>
                  <a:pt x="649" y="44"/>
                  <a:pt x="648" y="36"/>
                  <a:pt x="643" y="32"/>
                </a:cubicBezTo>
                <a:cubicBezTo>
                  <a:pt x="595" y="0"/>
                  <a:pt x="595" y="0"/>
                  <a:pt x="595" y="0"/>
                </a:cubicBezTo>
                <a:cubicBezTo>
                  <a:pt x="618" y="17"/>
                  <a:pt x="617" y="23"/>
                  <a:pt x="621" y="23"/>
                </a:cubicBezTo>
                <a:cubicBezTo>
                  <a:pt x="659" y="58"/>
                  <a:pt x="665" y="68"/>
                  <a:pt x="672" y="77"/>
                </a:cubicBezTo>
                <a:cubicBezTo>
                  <a:pt x="702" y="103"/>
                  <a:pt x="701" y="111"/>
                  <a:pt x="708" y="112"/>
                </a:cubicBezTo>
                <a:cubicBezTo>
                  <a:pt x="732" y="144"/>
                  <a:pt x="736" y="147"/>
                  <a:pt x="738" y="152"/>
                </a:cubicBezTo>
                <a:cubicBezTo>
                  <a:pt x="794" y="223"/>
                  <a:pt x="810" y="239"/>
                  <a:pt x="821" y="259"/>
                </a:cubicBezTo>
                <a:cubicBezTo>
                  <a:pt x="812" y="259"/>
                  <a:pt x="813" y="253"/>
                  <a:pt x="808" y="252"/>
                </a:cubicBezTo>
                <a:cubicBezTo>
                  <a:pt x="796" y="241"/>
                  <a:pt x="793" y="238"/>
                  <a:pt x="791" y="234"/>
                </a:cubicBezTo>
                <a:cubicBezTo>
                  <a:pt x="743" y="186"/>
                  <a:pt x="739" y="183"/>
                  <a:pt x="738" y="178"/>
                </a:cubicBezTo>
                <a:cubicBezTo>
                  <a:pt x="714" y="153"/>
                  <a:pt x="710" y="150"/>
                  <a:pt x="708" y="145"/>
                </a:cubicBezTo>
                <a:cubicBezTo>
                  <a:pt x="670" y="114"/>
                  <a:pt x="668" y="109"/>
                  <a:pt x="665" y="105"/>
                </a:cubicBezTo>
                <a:cubicBezTo>
                  <a:pt x="633" y="73"/>
                  <a:pt x="631" y="71"/>
                  <a:pt x="631" y="67"/>
                </a:cubicBezTo>
                <a:cubicBezTo>
                  <a:pt x="615" y="51"/>
                  <a:pt x="610" y="52"/>
                  <a:pt x="610" y="51"/>
                </a:cubicBezTo>
                <a:cubicBezTo>
                  <a:pt x="597" y="42"/>
                  <a:pt x="601" y="32"/>
                  <a:pt x="592" y="33"/>
                </a:cubicBezTo>
                <a:cubicBezTo>
                  <a:pt x="567" y="8"/>
                  <a:pt x="562" y="4"/>
                  <a:pt x="557" y="0"/>
                </a:cubicBezTo>
                <a:cubicBezTo>
                  <a:pt x="552" y="10"/>
                  <a:pt x="563" y="13"/>
                  <a:pt x="569" y="22"/>
                </a:cubicBezTo>
                <a:cubicBezTo>
                  <a:pt x="629" y="79"/>
                  <a:pt x="629" y="83"/>
                  <a:pt x="633" y="82"/>
                </a:cubicBezTo>
                <a:cubicBezTo>
                  <a:pt x="676" y="124"/>
                  <a:pt x="689" y="140"/>
                  <a:pt x="705" y="154"/>
                </a:cubicBezTo>
                <a:cubicBezTo>
                  <a:pt x="778" y="231"/>
                  <a:pt x="785" y="238"/>
                  <a:pt x="793" y="245"/>
                </a:cubicBezTo>
                <a:cubicBezTo>
                  <a:pt x="808" y="256"/>
                  <a:pt x="807" y="260"/>
                  <a:pt x="808" y="261"/>
                </a:cubicBezTo>
                <a:cubicBezTo>
                  <a:pt x="834" y="279"/>
                  <a:pt x="840" y="280"/>
                  <a:pt x="844" y="283"/>
                </a:cubicBezTo>
                <a:cubicBezTo>
                  <a:pt x="859" y="314"/>
                  <a:pt x="859" y="308"/>
                  <a:pt x="855" y="307"/>
                </a:cubicBezTo>
                <a:cubicBezTo>
                  <a:pt x="822" y="280"/>
                  <a:pt x="808" y="275"/>
                  <a:pt x="801" y="263"/>
                </a:cubicBezTo>
                <a:cubicBezTo>
                  <a:pt x="778" y="238"/>
                  <a:pt x="768" y="243"/>
                  <a:pt x="771" y="236"/>
                </a:cubicBezTo>
                <a:cubicBezTo>
                  <a:pt x="741" y="218"/>
                  <a:pt x="746" y="208"/>
                  <a:pt x="739" y="211"/>
                </a:cubicBezTo>
                <a:cubicBezTo>
                  <a:pt x="700" y="175"/>
                  <a:pt x="692" y="164"/>
                  <a:pt x="681" y="155"/>
                </a:cubicBezTo>
                <a:cubicBezTo>
                  <a:pt x="658" y="131"/>
                  <a:pt x="649" y="121"/>
                  <a:pt x="641" y="111"/>
                </a:cubicBezTo>
                <a:cubicBezTo>
                  <a:pt x="610" y="82"/>
                  <a:pt x="609" y="78"/>
                  <a:pt x="605" y="77"/>
                </a:cubicBezTo>
                <a:cubicBezTo>
                  <a:pt x="581" y="54"/>
                  <a:pt x="580" y="50"/>
                  <a:pt x="575" y="50"/>
                </a:cubicBezTo>
                <a:cubicBezTo>
                  <a:pt x="534" y="16"/>
                  <a:pt x="534" y="11"/>
                  <a:pt x="530" y="10"/>
                </a:cubicBezTo>
                <a:cubicBezTo>
                  <a:pt x="503" y="0"/>
                  <a:pt x="503" y="0"/>
                  <a:pt x="503" y="0"/>
                </a:cubicBezTo>
                <a:cubicBezTo>
                  <a:pt x="515" y="14"/>
                  <a:pt x="521" y="12"/>
                  <a:pt x="523" y="14"/>
                </a:cubicBezTo>
                <a:cubicBezTo>
                  <a:pt x="555" y="41"/>
                  <a:pt x="559" y="45"/>
                  <a:pt x="564" y="48"/>
                </a:cubicBezTo>
                <a:cubicBezTo>
                  <a:pt x="590" y="78"/>
                  <a:pt x="596" y="77"/>
                  <a:pt x="598" y="79"/>
                </a:cubicBezTo>
                <a:cubicBezTo>
                  <a:pt x="631" y="118"/>
                  <a:pt x="640" y="117"/>
                  <a:pt x="641" y="124"/>
                </a:cubicBezTo>
                <a:cubicBezTo>
                  <a:pt x="671" y="148"/>
                  <a:pt x="666" y="158"/>
                  <a:pt x="673" y="155"/>
                </a:cubicBezTo>
                <a:cubicBezTo>
                  <a:pt x="715" y="195"/>
                  <a:pt x="722" y="205"/>
                  <a:pt x="733" y="211"/>
                </a:cubicBezTo>
                <a:cubicBezTo>
                  <a:pt x="774" y="248"/>
                  <a:pt x="776" y="250"/>
                  <a:pt x="777" y="253"/>
                </a:cubicBezTo>
                <a:cubicBezTo>
                  <a:pt x="795" y="267"/>
                  <a:pt x="797" y="269"/>
                  <a:pt x="799" y="271"/>
                </a:cubicBezTo>
                <a:cubicBezTo>
                  <a:pt x="840" y="300"/>
                  <a:pt x="844" y="307"/>
                  <a:pt x="850" y="312"/>
                </a:cubicBezTo>
                <a:cubicBezTo>
                  <a:pt x="924" y="348"/>
                  <a:pt x="925" y="357"/>
                  <a:pt x="934" y="357"/>
                </a:cubicBezTo>
                <a:cubicBezTo>
                  <a:pt x="934" y="355"/>
                  <a:pt x="921" y="340"/>
                  <a:pt x="900" y="332"/>
                </a:cubicBezTo>
                <a:close/>
                <a:moveTo>
                  <a:pt x="417" y="167"/>
                </a:moveTo>
                <a:cubicBezTo>
                  <a:pt x="412" y="160"/>
                  <a:pt x="403" y="156"/>
                  <a:pt x="398" y="149"/>
                </a:cubicBezTo>
                <a:cubicBezTo>
                  <a:pt x="374" y="130"/>
                  <a:pt x="375" y="123"/>
                  <a:pt x="368" y="124"/>
                </a:cubicBezTo>
                <a:cubicBezTo>
                  <a:pt x="353" y="108"/>
                  <a:pt x="352" y="106"/>
                  <a:pt x="351" y="104"/>
                </a:cubicBezTo>
                <a:cubicBezTo>
                  <a:pt x="329" y="83"/>
                  <a:pt x="329" y="77"/>
                  <a:pt x="326" y="73"/>
                </a:cubicBezTo>
                <a:cubicBezTo>
                  <a:pt x="286" y="24"/>
                  <a:pt x="279" y="26"/>
                  <a:pt x="279" y="22"/>
                </a:cubicBezTo>
                <a:cubicBezTo>
                  <a:pt x="240" y="0"/>
                  <a:pt x="240" y="0"/>
                  <a:pt x="240" y="0"/>
                </a:cubicBezTo>
                <a:cubicBezTo>
                  <a:pt x="256" y="19"/>
                  <a:pt x="265" y="15"/>
                  <a:pt x="263" y="22"/>
                </a:cubicBezTo>
                <a:cubicBezTo>
                  <a:pt x="312" y="70"/>
                  <a:pt x="314" y="72"/>
                  <a:pt x="317" y="73"/>
                </a:cubicBezTo>
                <a:cubicBezTo>
                  <a:pt x="335" y="90"/>
                  <a:pt x="331" y="99"/>
                  <a:pt x="338" y="98"/>
                </a:cubicBezTo>
                <a:cubicBezTo>
                  <a:pt x="376" y="141"/>
                  <a:pt x="389" y="148"/>
                  <a:pt x="400" y="158"/>
                </a:cubicBezTo>
                <a:cubicBezTo>
                  <a:pt x="428" y="181"/>
                  <a:pt x="429" y="185"/>
                  <a:pt x="434" y="185"/>
                </a:cubicBezTo>
                <a:close/>
                <a:moveTo>
                  <a:pt x="527" y="235"/>
                </a:moveTo>
                <a:cubicBezTo>
                  <a:pt x="526" y="226"/>
                  <a:pt x="513" y="224"/>
                  <a:pt x="519" y="215"/>
                </a:cubicBezTo>
                <a:cubicBezTo>
                  <a:pt x="496" y="189"/>
                  <a:pt x="492" y="188"/>
                  <a:pt x="491" y="184"/>
                </a:cubicBezTo>
                <a:cubicBezTo>
                  <a:pt x="440" y="113"/>
                  <a:pt x="434" y="113"/>
                  <a:pt x="434" y="108"/>
                </a:cubicBezTo>
                <a:cubicBezTo>
                  <a:pt x="423" y="99"/>
                  <a:pt x="423" y="94"/>
                  <a:pt x="421" y="91"/>
                </a:cubicBezTo>
                <a:cubicBezTo>
                  <a:pt x="377" y="41"/>
                  <a:pt x="367" y="32"/>
                  <a:pt x="357" y="22"/>
                </a:cubicBezTo>
                <a:cubicBezTo>
                  <a:pt x="342" y="7"/>
                  <a:pt x="340" y="6"/>
                  <a:pt x="338" y="6"/>
                </a:cubicBezTo>
                <a:cubicBezTo>
                  <a:pt x="319" y="0"/>
                  <a:pt x="319" y="0"/>
                  <a:pt x="319" y="0"/>
                </a:cubicBezTo>
                <a:cubicBezTo>
                  <a:pt x="343" y="19"/>
                  <a:pt x="344" y="25"/>
                  <a:pt x="348" y="28"/>
                </a:cubicBezTo>
                <a:cubicBezTo>
                  <a:pt x="367" y="41"/>
                  <a:pt x="366" y="48"/>
                  <a:pt x="374" y="48"/>
                </a:cubicBezTo>
                <a:cubicBezTo>
                  <a:pt x="399" y="84"/>
                  <a:pt x="410" y="89"/>
                  <a:pt x="414" y="99"/>
                </a:cubicBezTo>
                <a:cubicBezTo>
                  <a:pt x="464" y="158"/>
                  <a:pt x="467" y="158"/>
                  <a:pt x="468" y="161"/>
                </a:cubicBezTo>
                <a:cubicBezTo>
                  <a:pt x="497" y="204"/>
                  <a:pt x="491" y="197"/>
                  <a:pt x="489" y="197"/>
                </a:cubicBezTo>
                <a:cubicBezTo>
                  <a:pt x="469" y="181"/>
                  <a:pt x="467" y="179"/>
                  <a:pt x="465" y="177"/>
                </a:cubicBezTo>
                <a:cubicBezTo>
                  <a:pt x="441" y="152"/>
                  <a:pt x="434" y="155"/>
                  <a:pt x="435" y="150"/>
                </a:cubicBezTo>
                <a:cubicBezTo>
                  <a:pt x="421" y="129"/>
                  <a:pt x="412" y="132"/>
                  <a:pt x="414" y="125"/>
                </a:cubicBezTo>
                <a:cubicBezTo>
                  <a:pt x="401" y="106"/>
                  <a:pt x="395" y="108"/>
                  <a:pt x="395" y="103"/>
                </a:cubicBezTo>
                <a:cubicBezTo>
                  <a:pt x="363" y="74"/>
                  <a:pt x="362" y="68"/>
                  <a:pt x="356" y="65"/>
                </a:cubicBezTo>
                <a:cubicBezTo>
                  <a:pt x="338" y="45"/>
                  <a:pt x="336" y="44"/>
                  <a:pt x="335" y="41"/>
                </a:cubicBezTo>
                <a:cubicBezTo>
                  <a:pt x="308" y="17"/>
                  <a:pt x="306" y="15"/>
                  <a:pt x="303" y="14"/>
                </a:cubicBezTo>
                <a:cubicBezTo>
                  <a:pt x="275" y="0"/>
                  <a:pt x="275" y="0"/>
                  <a:pt x="275" y="0"/>
                </a:cubicBezTo>
                <a:cubicBezTo>
                  <a:pt x="299" y="19"/>
                  <a:pt x="304" y="24"/>
                  <a:pt x="307" y="29"/>
                </a:cubicBezTo>
                <a:cubicBezTo>
                  <a:pt x="332" y="48"/>
                  <a:pt x="330" y="56"/>
                  <a:pt x="337" y="54"/>
                </a:cubicBezTo>
                <a:cubicBezTo>
                  <a:pt x="368" y="81"/>
                  <a:pt x="367" y="87"/>
                  <a:pt x="369" y="90"/>
                </a:cubicBezTo>
                <a:cubicBezTo>
                  <a:pt x="398" y="119"/>
                  <a:pt x="406" y="128"/>
                  <a:pt x="413" y="138"/>
                </a:cubicBezTo>
                <a:cubicBezTo>
                  <a:pt x="435" y="161"/>
                  <a:pt x="441" y="161"/>
                  <a:pt x="441" y="165"/>
                </a:cubicBezTo>
                <a:cubicBezTo>
                  <a:pt x="525" y="234"/>
                  <a:pt x="526" y="240"/>
                  <a:pt x="529" y="243"/>
                </a:cubicBezTo>
                <a:close/>
                <a:moveTo>
                  <a:pt x="1152" y="2099"/>
                </a:moveTo>
                <a:cubicBezTo>
                  <a:pt x="1150" y="2096"/>
                  <a:pt x="1154" y="2087"/>
                  <a:pt x="1150" y="2088"/>
                </a:cubicBezTo>
                <a:cubicBezTo>
                  <a:pt x="1138" y="2039"/>
                  <a:pt x="1133" y="2035"/>
                  <a:pt x="1134" y="2025"/>
                </a:cubicBezTo>
                <a:cubicBezTo>
                  <a:pt x="1111" y="1981"/>
                  <a:pt x="1109" y="1965"/>
                  <a:pt x="1102" y="1955"/>
                </a:cubicBezTo>
                <a:cubicBezTo>
                  <a:pt x="1091" y="1924"/>
                  <a:pt x="1085" y="1926"/>
                  <a:pt x="1086" y="1920"/>
                </a:cubicBezTo>
                <a:cubicBezTo>
                  <a:pt x="1073" y="1890"/>
                  <a:pt x="1072" y="1887"/>
                  <a:pt x="1069" y="1885"/>
                </a:cubicBezTo>
                <a:cubicBezTo>
                  <a:pt x="1052" y="1843"/>
                  <a:pt x="1043" y="1843"/>
                  <a:pt x="1043" y="1835"/>
                </a:cubicBezTo>
                <a:cubicBezTo>
                  <a:pt x="1003" y="1780"/>
                  <a:pt x="996" y="1770"/>
                  <a:pt x="988" y="1761"/>
                </a:cubicBezTo>
                <a:cubicBezTo>
                  <a:pt x="1012" y="1803"/>
                  <a:pt x="1016" y="1808"/>
                  <a:pt x="1021" y="1813"/>
                </a:cubicBezTo>
                <a:cubicBezTo>
                  <a:pt x="1030" y="1837"/>
                  <a:pt x="1036" y="1835"/>
                  <a:pt x="1036" y="1839"/>
                </a:cubicBezTo>
                <a:cubicBezTo>
                  <a:pt x="1046" y="1859"/>
                  <a:pt x="1050" y="1860"/>
                  <a:pt x="1049" y="1865"/>
                </a:cubicBezTo>
                <a:cubicBezTo>
                  <a:pt x="1067" y="1896"/>
                  <a:pt x="1069" y="1900"/>
                  <a:pt x="1071" y="1903"/>
                </a:cubicBezTo>
                <a:cubicBezTo>
                  <a:pt x="1092" y="1948"/>
                  <a:pt x="1092" y="1955"/>
                  <a:pt x="1095" y="1959"/>
                </a:cubicBezTo>
                <a:cubicBezTo>
                  <a:pt x="1123" y="2041"/>
                  <a:pt x="1129" y="2042"/>
                  <a:pt x="1130" y="2049"/>
                </a:cubicBezTo>
                <a:cubicBezTo>
                  <a:pt x="1150" y="2114"/>
                  <a:pt x="1150" y="2117"/>
                  <a:pt x="1150" y="2121"/>
                </a:cubicBezTo>
                <a:cubicBezTo>
                  <a:pt x="1151" y="2128"/>
                  <a:pt x="1142" y="2118"/>
                  <a:pt x="1139" y="2103"/>
                </a:cubicBezTo>
                <a:cubicBezTo>
                  <a:pt x="1126" y="2078"/>
                  <a:pt x="1123" y="2071"/>
                  <a:pt x="1119" y="2066"/>
                </a:cubicBezTo>
                <a:cubicBezTo>
                  <a:pt x="1108" y="2039"/>
                  <a:pt x="1106" y="2032"/>
                  <a:pt x="1099" y="2029"/>
                </a:cubicBezTo>
                <a:cubicBezTo>
                  <a:pt x="1078" y="1982"/>
                  <a:pt x="1076" y="1975"/>
                  <a:pt x="1071" y="1970"/>
                </a:cubicBezTo>
                <a:cubicBezTo>
                  <a:pt x="1048" y="1932"/>
                  <a:pt x="1047" y="1928"/>
                  <a:pt x="1047" y="1924"/>
                </a:cubicBezTo>
                <a:cubicBezTo>
                  <a:pt x="1030" y="1888"/>
                  <a:pt x="1021" y="1887"/>
                  <a:pt x="1021" y="1879"/>
                </a:cubicBezTo>
                <a:cubicBezTo>
                  <a:pt x="1008" y="1846"/>
                  <a:pt x="1000" y="1840"/>
                  <a:pt x="999" y="1846"/>
                </a:cubicBezTo>
                <a:cubicBezTo>
                  <a:pt x="1015" y="1873"/>
                  <a:pt x="1017" y="1885"/>
                  <a:pt x="1023" y="1892"/>
                </a:cubicBezTo>
                <a:cubicBezTo>
                  <a:pt x="1045" y="1935"/>
                  <a:pt x="1047" y="1939"/>
                  <a:pt x="1049" y="1944"/>
                </a:cubicBezTo>
                <a:cubicBezTo>
                  <a:pt x="1065" y="1974"/>
                  <a:pt x="1066" y="1974"/>
                  <a:pt x="1067" y="1974"/>
                </a:cubicBezTo>
                <a:cubicBezTo>
                  <a:pt x="1082" y="2010"/>
                  <a:pt x="1086" y="2011"/>
                  <a:pt x="1086" y="2018"/>
                </a:cubicBezTo>
                <a:cubicBezTo>
                  <a:pt x="1103" y="2056"/>
                  <a:pt x="1107" y="2058"/>
                  <a:pt x="1110" y="2062"/>
                </a:cubicBezTo>
                <a:cubicBezTo>
                  <a:pt x="1141" y="2137"/>
                  <a:pt x="1147" y="2139"/>
                  <a:pt x="1147" y="2147"/>
                </a:cubicBezTo>
                <a:cubicBezTo>
                  <a:pt x="1165" y="2142"/>
                  <a:pt x="1161" y="2123"/>
                  <a:pt x="1156" y="2105"/>
                </a:cubicBezTo>
                <a:close/>
                <a:moveTo>
                  <a:pt x="1282" y="2121"/>
                </a:moveTo>
                <a:cubicBezTo>
                  <a:pt x="1283" y="2117"/>
                  <a:pt x="1286" y="2117"/>
                  <a:pt x="1287" y="2114"/>
                </a:cubicBezTo>
                <a:cubicBezTo>
                  <a:pt x="1321" y="2080"/>
                  <a:pt x="1320" y="2072"/>
                  <a:pt x="1326" y="2070"/>
                </a:cubicBezTo>
                <a:cubicBezTo>
                  <a:pt x="1347" y="2053"/>
                  <a:pt x="1345" y="2047"/>
                  <a:pt x="1350" y="2049"/>
                </a:cubicBezTo>
                <a:cubicBezTo>
                  <a:pt x="1377" y="2021"/>
                  <a:pt x="1391" y="2005"/>
                  <a:pt x="1407" y="1990"/>
                </a:cubicBezTo>
                <a:cubicBezTo>
                  <a:pt x="1432" y="1962"/>
                  <a:pt x="1438" y="1960"/>
                  <a:pt x="1439" y="1955"/>
                </a:cubicBezTo>
                <a:cubicBezTo>
                  <a:pt x="1473" y="1911"/>
                  <a:pt x="1474" y="1904"/>
                  <a:pt x="1477" y="1898"/>
                </a:cubicBezTo>
                <a:cubicBezTo>
                  <a:pt x="1479" y="1880"/>
                  <a:pt x="1478" y="1883"/>
                  <a:pt x="1479" y="1887"/>
                </a:cubicBezTo>
                <a:cubicBezTo>
                  <a:pt x="1460" y="1920"/>
                  <a:pt x="1450" y="1925"/>
                  <a:pt x="1446" y="1937"/>
                </a:cubicBezTo>
                <a:cubicBezTo>
                  <a:pt x="1410" y="1977"/>
                  <a:pt x="1401" y="1976"/>
                  <a:pt x="1400" y="1983"/>
                </a:cubicBezTo>
                <a:cubicBezTo>
                  <a:pt x="1385" y="2005"/>
                  <a:pt x="1376" y="2000"/>
                  <a:pt x="1378" y="2007"/>
                </a:cubicBezTo>
                <a:cubicBezTo>
                  <a:pt x="1342" y="2047"/>
                  <a:pt x="1322" y="2057"/>
                  <a:pt x="1309" y="2075"/>
                </a:cubicBezTo>
                <a:cubicBezTo>
                  <a:pt x="1286" y="2101"/>
                  <a:pt x="1285" y="2104"/>
                  <a:pt x="1282" y="2105"/>
                </a:cubicBezTo>
                <a:cubicBezTo>
                  <a:pt x="1265" y="2129"/>
                  <a:pt x="1263" y="2131"/>
                  <a:pt x="1261" y="2131"/>
                </a:cubicBezTo>
                <a:cubicBezTo>
                  <a:pt x="1251" y="2152"/>
                  <a:pt x="1245" y="2151"/>
                  <a:pt x="1248" y="2158"/>
                </a:cubicBezTo>
                <a:cubicBezTo>
                  <a:pt x="1262" y="2152"/>
                  <a:pt x="1267" y="2142"/>
                  <a:pt x="1272" y="2131"/>
                </a:cubicBezTo>
                <a:close/>
                <a:moveTo>
                  <a:pt x="1252" y="2121"/>
                </a:moveTo>
                <a:cubicBezTo>
                  <a:pt x="1253" y="2116"/>
                  <a:pt x="1258" y="2113"/>
                  <a:pt x="1261" y="2110"/>
                </a:cubicBezTo>
                <a:cubicBezTo>
                  <a:pt x="1292" y="2075"/>
                  <a:pt x="1292" y="2069"/>
                  <a:pt x="1296" y="2066"/>
                </a:cubicBezTo>
                <a:cubicBezTo>
                  <a:pt x="1325" y="2042"/>
                  <a:pt x="1328" y="2032"/>
                  <a:pt x="1337" y="2027"/>
                </a:cubicBezTo>
                <a:cubicBezTo>
                  <a:pt x="1357" y="2004"/>
                  <a:pt x="1360" y="2005"/>
                  <a:pt x="1361" y="2003"/>
                </a:cubicBezTo>
                <a:cubicBezTo>
                  <a:pt x="1379" y="1988"/>
                  <a:pt x="1381" y="1987"/>
                  <a:pt x="1383" y="1985"/>
                </a:cubicBezTo>
                <a:cubicBezTo>
                  <a:pt x="1395" y="1974"/>
                  <a:pt x="1393" y="1969"/>
                  <a:pt x="1398" y="1970"/>
                </a:cubicBezTo>
                <a:cubicBezTo>
                  <a:pt x="1429" y="1937"/>
                  <a:pt x="1430" y="1935"/>
                  <a:pt x="1431" y="1933"/>
                </a:cubicBezTo>
                <a:cubicBezTo>
                  <a:pt x="1448" y="1913"/>
                  <a:pt x="1452" y="1911"/>
                  <a:pt x="1453" y="1905"/>
                </a:cubicBezTo>
                <a:cubicBezTo>
                  <a:pt x="1484" y="1849"/>
                  <a:pt x="1489" y="1848"/>
                  <a:pt x="1485" y="1844"/>
                </a:cubicBezTo>
                <a:cubicBezTo>
                  <a:pt x="1498" y="1819"/>
                  <a:pt x="1499" y="1815"/>
                  <a:pt x="1503" y="1813"/>
                </a:cubicBezTo>
                <a:cubicBezTo>
                  <a:pt x="1479" y="1838"/>
                  <a:pt x="1484" y="1853"/>
                  <a:pt x="1477" y="1855"/>
                </a:cubicBezTo>
                <a:cubicBezTo>
                  <a:pt x="1464" y="1882"/>
                  <a:pt x="1459" y="1886"/>
                  <a:pt x="1455" y="1892"/>
                </a:cubicBezTo>
                <a:cubicBezTo>
                  <a:pt x="1437" y="1912"/>
                  <a:pt x="1434" y="1918"/>
                  <a:pt x="1431" y="1922"/>
                </a:cubicBezTo>
                <a:cubicBezTo>
                  <a:pt x="1408" y="1942"/>
                  <a:pt x="1402" y="1953"/>
                  <a:pt x="1394" y="1961"/>
                </a:cubicBezTo>
                <a:cubicBezTo>
                  <a:pt x="1356" y="1988"/>
                  <a:pt x="1360" y="1997"/>
                  <a:pt x="1354" y="1996"/>
                </a:cubicBezTo>
                <a:cubicBezTo>
                  <a:pt x="1337" y="2014"/>
                  <a:pt x="1333" y="2016"/>
                  <a:pt x="1330" y="2018"/>
                </a:cubicBezTo>
                <a:cubicBezTo>
                  <a:pt x="1304" y="2043"/>
                  <a:pt x="1304" y="2048"/>
                  <a:pt x="1300" y="2049"/>
                </a:cubicBezTo>
                <a:cubicBezTo>
                  <a:pt x="1281" y="2070"/>
                  <a:pt x="1275" y="2075"/>
                  <a:pt x="1269" y="2079"/>
                </a:cubicBezTo>
                <a:cubicBezTo>
                  <a:pt x="1247" y="2112"/>
                  <a:pt x="1245" y="2113"/>
                  <a:pt x="1243" y="2114"/>
                </a:cubicBezTo>
                <a:cubicBezTo>
                  <a:pt x="1247" y="2103"/>
                  <a:pt x="1247" y="2098"/>
                  <a:pt x="1250" y="2094"/>
                </a:cubicBezTo>
                <a:cubicBezTo>
                  <a:pt x="1275" y="2064"/>
                  <a:pt x="1275" y="2058"/>
                  <a:pt x="1278" y="2055"/>
                </a:cubicBezTo>
                <a:cubicBezTo>
                  <a:pt x="1312" y="2008"/>
                  <a:pt x="1335" y="1985"/>
                  <a:pt x="1359" y="1964"/>
                </a:cubicBezTo>
                <a:cubicBezTo>
                  <a:pt x="1384" y="1931"/>
                  <a:pt x="1387" y="1930"/>
                  <a:pt x="1387" y="1924"/>
                </a:cubicBezTo>
                <a:cubicBezTo>
                  <a:pt x="1413" y="1898"/>
                  <a:pt x="1413" y="1892"/>
                  <a:pt x="1418" y="1892"/>
                </a:cubicBezTo>
                <a:cubicBezTo>
                  <a:pt x="1427" y="1879"/>
                  <a:pt x="1429" y="1875"/>
                  <a:pt x="1431" y="1872"/>
                </a:cubicBezTo>
                <a:cubicBezTo>
                  <a:pt x="1422" y="1877"/>
                  <a:pt x="1419" y="1882"/>
                  <a:pt x="1416" y="1885"/>
                </a:cubicBezTo>
                <a:cubicBezTo>
                  <a:pt x="1370" y="1932"/>
                  <a:pt x="1368" y="1937"/>
                  <a:pt x="1365" y="1942"/>
                </a:cubicBezTo>
                <a:cubicBezTo>
                  <a:pt x="1347" y="1957"/>
                  <a:pt x="1348" y="1963"/>
                  <a:pt x="1344" y="1961"/>
                </a:cubicBezTo>
                <a:cubicBezTo>
                  <a:pt x="1310" y="1997"/>
                  <a:pt x="1311" y="2001"/>
                  <a:pt x="1309" y="2003"/>
                </a:cubicBezTo>
                <a:cubicBezTo>
                  <a:pt x="1290" y="2031"/>
                  <a:pt x="1278" y="2034"/>
                  <a:pt x="1276" y="2046"/>
                </a:cubicBezTo>
                <a:cubicBezTo>
                  <a:pt x="1263" y="2059"/>
                  <a:pt x="1262" y="2063"/>
                  <a:pt x="1256" y="2066"/>
                </a:cubicBezTo>
                <a:cubicBezTo>
                  <a:pt x="1229" y="2114"/>
                  <a:pt x="1229" y="2119"/>
                  <a:pt x="1226" y="2121"/>
                </a:cubicBezTo>
                <a:cubicBezTo>
                  <a:pt x="1210" y="2155"/>
                  <a:pt x="1209" y="2158"/>
                  <a:pt x="1208" y="2160"/>
                </a:cubicBezTo>
                <a:cubicBezTo>
                  <a:pt x="1234" y="2148"/>
                  <a:pt x="1239" y="2141"/>
                  <a:pt x="1243" y="2131"/>
                </a:cubicBezTo>
                <a:close/>
                <a:moveTo>
                  <a:pt x="1095" y="2090"/>
                </a:moveTo>
                <a:cubicBezTo>
                  <a:pt x="1092" y="2080"/>
                  <a:pt x="1087" y="2072"/>
                  <a:pt x="1082" y="2064"/>
                </a:cubicBezTo>
                <a:cubicBezTo>
                  <a:pt x="1051" y="2009"/>
                  <a:pt x="1049" y="2005"/>
                  <a:pt x="1045" y="2003"/>
                </a:cubicBezTo>
                <a:cubicBezTo>
                  <a:pt x="1032" y="1967"/>
                  <a:pt x="1032" y="1961"/>
                  <a:pt x="1030" y="1957"/>
                </a:cubicBezTo>
                <a:cubicBezTo>
                  <a:pt x="1015" y="1906"/>
                  <a:pt x="1012" y="1903"/>
                  <a:pt x="1012" y="1896"/>
                </a:cubicBezTo>
                <a:cubicBezTo>
                  <a:pt x="1003" y="1886"/>
                  <a:pt x="1010" y="1901"/>
                  <a:pt x="1012" y="1920"/>
                </a:cubicBezTo>
                <a:cubicBezTo>
                  <a:pt x="1029" y="2003"/>
                  <a:pt x="1034" y="2018"/>
                  <a:pt x="1038" y="2033"/>
                </a:cubicBezTo>
                <a:cubicBezTo>
                  <a:pt x="1048" y="2064"/>
                  <a:pt x="1051" y="2072"/>
                  <a:pt x="1056" y="2077"/>
                </a:cubicBezTo>
                <a:cubicBezTo>
                  <a:pt x="1101" y="2160"/>
                  <a:pt x="1101" y="2160"/>
                  <a:pt x="1101" y="2160"/>
                </a:cubicBezTo>
                <a:cubicBezTo>
                  <a:pt x="1097" y="2151"/>
                  <a:pt x="1093" y="2150"/>
                  <a:pt x="1093" y="2142"/>
                </a:cubicBezTo>
                <a:cubicBezTo>
                  <a:pt x="1069" y="2093"/>
                  <a:pt x="1058" y="2074"/>
                  <a:pt x="1051" y="2051"/>
                </a:cubicBezTo>
                <a:cubicBezTo>
                  <a:pt x="1037" y="2005"/>
                  <a:pt x="1030" y="1997"/>
                  <a:pt x="1030" y="1983"/>
                </a:cubicBezTo>
                <a:cubicBezTo>
                  <a:pt x="1058" y="2041"/>
                  <a:pt x="1062" y="2045"/>
                  <a:pt x="1064" y="2051"/>
                </a:cubicBezTo>
                <a:cubicBezTo>
                  <a:pt x="1085" y="2092"/>
                  <a:pt x="1091" y="2094"/>
                  <a:pt x="1093" y="2101"/>
                </a:cubicBezTo>
                <a:cubicBezTo>
                  <a:pt x="1127" y="2147"/>
                  <a:pt x="1120" y="2159"/>
                  <a:pt x="1126" y="2158"/>
                </a:cubicBezTo>
                <a:cubicBezTo>
                  <a:pt x="1131" y="2147"/>
                  <a:pt x="1123" y="2137"/>
                  <a:pt x="1117" y="2125"/>
                </a:cubicBezTo>
                <a:close/>
                <a:moveTo>
                  <a:pt x="1062" y="2155"/>
                </a:moveTo>
                <a:cubicBezTo>
                  <a:pt x="1062" y="2152"/>
                  <a:pt x="1061" y="2150"/>
                  <a:pt x="1058" y="2149"/>
                </a:cubicBezTo>
                <a:cubicBezTo>
                  <a:pt x="1061" y="2142"/>
                  <a:pt x="1051" y="2147"/>
                  <a:pt x="1054" y="2140"/>
                </a:cubicBezTo>
                <a:cubicBezTo>
                  <a:pt x="1048" y="2137"/>
                  <a:pt x="1047" y="2129"/>
                  <a:pt x="1040" y="2127"/>
                </a:cubicBezTo>
                <a:cubicBezTo>
                  <a:pt x="1037" y="2113"/>
                  <a:pt x="1027" y="2105"/>
                  <a:pt x="1019" y="2097"/>
                </a:cubicBezTo>
                <a:cubicBezTo>
                  <a:pt x="1017" y="2106"/>
                  <a:pt x="1026" y="2106"/>
                  <a:pt x="1027" y="2112"/>
                </a:cubicBezTo>
                <a:cubicBezTo>
                  <a:pt x="1028" y="2119"/>
                  <a:pt x="1036" y="2120"/>
                  <a:pt x="1036" y="2127"/>
                </a:cubicBezTo>
                <a:cubicBezTo>
                  <a:pt x="1045" y="2135"/>
                  <a:pt x="1050" y="2146"/>
                  <a:pt x="1058" y="2155"/>
                </a:cubicBezTo>
                <a:cubicBezTo>
                  <a:pt x="1059" y="2157"/>
                  <a:pt x="1060" y="2159"/>
                  <a:pt x="1061" y="2160"/>
                </a:cubicBezTo>
                <a:cubicBezTo>
                  <a:pt x="1067" y="2160"/>
                  <a:pt x="1067" y="2160"/>
                  <a:pt x="1067" y="2160"/>
                </a:cubicBezTo>
                <a:cubicBezTo>
                  <a:pt x="1066" y="2158"/>
                  <a:pt x="1066" y="2155"/>
                  <a:pt x="1062" y="2155"/>
                </a:cubicBezTo>
                <a:close/>
              </a:path>
            </a:pathLst>
          </a:custGeom>
          <a:solidFill>
            <a:schemeClr val="accent1">
              <a:lumMod val="40000"/>
              <a:lumOff val="60000"/>
            </a:schemeClr>
          </a:solidFill>
          <a:ln>
            <a:noFill/>
          </a:ln>
        </p:spPr>
      </p:sp>
      <p:sp>
        <p:nvSpPr>
          <p:cNvPr id="22" name="Freeform 13">
            <a:extLst>
              <a:ext uri="{FF2B5EF4-FFF2-40B4-BE49-F238E27FC236}">
                <a16:creationId xmlns:a16="http://schemas.microsoft.com/office/drawing/2014/main" id="{4BF06320-21C2-4178-97BE-A72378A8A20E}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 bwMode="auto">
          <a:xfrm>
            <a:off x="1798" y="0"/>
            <a:ext cx="12151360" cy="6875463"/>
          </a:xfrm>
          <a:custGeom>
            <a:avLst/>
            <a:gdLst/>
            <a:ahLst/>
            <a:cxnLst/>
            <a:rect l="0" t="0" r="r" b="b"/>
            <a:pathLst>
              <a:path w="3840" h="2163">
                <a:moveTo>
                  <a:pt x="3809" y="960"/>
                </a:moveTo>
                <a:cubicBezTo>
                  <a:pt x="3796" y="975"/>
                  <a:pt x="3783" y="990"/>
                  <a:pt x="3772" y="1010"/>
                </a:cubicBezTo>
                <a:cubicBezTo>
                  <a:pt x="3769" y="1017"/>
                  <a:pt x="3766" y="1024"/>
                  <a:pt x="3763" y="1030"/>
                </a:cubicBezTo>
                <a:cubicBezTo>
                  <a:pt x="3771" y="1037"/>
                  <a:pt x="3769" y="1017"/>
                  <a:pt x="3775" y="1019"/>
                </a:cubicBezTo>
                <a:cubicBezTo>
                  <a:pt x="3774" y="1010"/>
                  <a:pt x="3779" y="1009"/>
                  <a:pt x="3783" y="1001"/>
                </a:cubicBezTo>
                <a:cubicBezTo>
                  <a:pt x="3787" y="996"/>
                  <a:pt x="3792" y="991"/>
                  <a:pt x="3796" y="985"/>
                </a:cubicBezTo>
                <a:cubicBezTo>
                  <a:pt x="3798" y="980"/>
                  <a:pt x="3802" y="982"/>
                  <a:pt x="3803" y="976"/>
                </a:cubicBezTo>
                <a:cubicBezTo>
                  <a:pt x="3807" y="980"/>
                  <a:pt x="3805" y="966"/>
                  <a:pt x="3810" y="970"/>
                </a:cubicBezTo>
                <a:cubicBezTo>
                  <a:pt x="3815" y="965"/>
                  <a:pt x="3819" y="960"/>
                  <a:pt x="3824" y="954"/>
                </a:cubicBezTo>
                <a:cubicBezTo>
                  <a:pt x="3826" y="952"/>
                  <a:pt x="3829" y="950"/>
                  <a:pt x="3831" y="948"/>
                </a:cubicBezTo>
                <a:cubicBezTo>
                  <a:pt x="3834" y="948"/>
                  <a:pt x="3835" y="940"/>
                  <a:pt x="3838" y="942"/>
                </a:cubicBezTo>
                <a:cubicBezTo>
                  <a:pt x="3839" y="941"/>
                  <a:pt x="3840" y="940"/>
                  <a:pt x="3840" y="940"/>
                </a:cubicBezTo>
                <a:cubicBezTo>
                  <a:pt x="3840" y="930"/>
                  <a:pt x="3840" y="930"/>
                  <a:pt x="3840" y="930"/>
                </a:cubicBezTo>
                <a:cubicBezTo>
                  <a:pt x="3837" y="933"/>
                  <a:pt x="3833" y="935"/>
                  <a:pt x="3830" y="938"/>
                </a:cubicBezTo>
                <a:cubicBezTo>
                  <a:pt x="3824" y="947"/>
                  <a:pt x="3817" y="953"/>
                  <a:pt x="3809" y="960"/>
                </a:cubicBezTo>
                <a:close/>
                <a:moveTo>
                  <a:pt x="3827" y="880"/>
                </a:moveTo>
                <a:cubicBezTo>
                  <a:pt x="3818" y="885"/>
                  <a:pt x="3810" y="891"/>
                  <a:pt x="3802" y="898"/>
                </a:cubicBezTo>
                <a:cubicBezTo>
                  <a:pt x="3795" y="906"/>
                  <a:pt x="3785" y="910"/>
                  <a:pt x="3779" y="921"/>
                </a:cubicBezTo>
                <a:cubicBezTo>
                  <a:pt x="3770" y="926"/>
                  <a:pt x="3764" y="938"/>
                  <a:pt x="3757" y="945"/>
                </a:cubicBezTo>
                <a:cubicBezTo>
                  <a:pt x="3754" y="951"/>
                  <a:pt x="3748" y="950"/>
                  <a:pt x="3746" y="959"/>
                </a:cubicBezTo>
                <a:cubicBezTo>
                  <a:pt x="3743" y="958"/>
                  <a:pt x="3742" y="963"/>
                  <a:pt x="3740" y="966"/>
                </a:cubicBezTo>
                <a:cubicBezTo>
                  <a:pt x="3738" y="965"/>
                  <a:pt x="3735" y="971"/>
                  <a:pt x="3738" y="972"/>
                </a:cubicBezTo>
                <a:cubicBezTo>
                  <a:pt x="3746" y="962"/>
                  <a:pt x="3754" y="953"/>
                  <a:pt x="3762" y="942"/>
                </a:cubicBezTo>
                <a:cubicBezTo>
                  <a:pt x="3773" y="939"/>
                  <a:pt x="3778" y="921"/>
                  <a:pt x="3789" y="918"/>
                </a:cubicBezTo>
                <a:cubicBezTo>
                  <a:pt x="3792" y="911"/>
                  <a:pt x="3799" y="912"/>
                  <a:pt x="3802" y="905"/>
                </a:cubicBezTo>
                <a:cubicBezTo>
                  <a:pt x="3807" y="902"/>
                  <a:pt x="3812" y="899"/>
                  <a:pt x="3816" y="894"/>
                </a:cubicBezTo>
                <a:cubicBezTo>
                  <a:pt x="3817" y="891"/>
                  <a:pt x="3822" y="895"/>
                  <a:pt x="3822" y="890"/>
                </a:cubicBezTo>
                <a:cubicBezTo>
                  <a:pt x="3826" y="891"/>
                  <a:pt x="3827" y="884"/>
                  <a:pt x="3831" y="886"/>
                </a:cubicBezTo>
                <a:cubicBezTo>
                  <a:pt x="3833" y="882"/>
                  <a:pt x="3837" y="881"/>
                  <a:pt x="3840" y="879"/>
                </a:cubicBezTo>
                <a:cubicBezTo>
                  <a:pt x="3840" y="871"/>
                  <a:pt x="3840" y="871"/>
                  <a:pt x="3840" y="871"/>
                </a:cubicBezTo>
                <a:cubicBezTo>
                  <a:pt x="3840" y="871"/>
                  <a:pt x="3840" y="871"/>
                  <a:pt x="3840" y="871"/>
                </a:cubicBezTo>
                <a:cubicBezTo>
                  <a:pt x="3835" y="872"/>
                  <a:pt x="3831" y="878"/>
                  <a:pt x="3827" y="880"/>
                </a:cubicBezTo>
                <a:close/>
                <a:moveTo>
                  <a:pt x="3837" y="806"/>
                </a:moveTo>
                <a:cubicBezTo>
                  <a:pt x="3836" y="810"/>
                  <a:pt x="3827" y="812"/>
                  <a:pt x="3832" y="816"/>
                </a:cubicBezTo>
                <a:cubicBezTo>
                  <a:pt x="3835" y="814"/>
                  <a:pt x="3837" y="812"/>
                  <a:pt x="3840" y="810"/>
                </a:cubicBezTo>
                <a:cubicBezTo>
                  <a:pt x="3840" y="804"/>
                  <a:pt x="3840" y="804"/>
                  <a:pt x="3840" y="804"/>
                </a:cubicBezTo>
                <a:cubicBezTo>
                  <a:pt x="3839" y="804"/>
                  <a:pt x="3838" y="805"/>
                  <a:pt x="3837" y="806"/>
                </a:cubicBezTo>
                <a:close/>
                <a:moveTo>
                  <a:pt x="2318" y="205"/>
                </a:moveTo>
                <a:cubicBezTo>
                  <a:pt x="2319" y="200"/>
                  <a:pt x="2323" y="198"/>
                  <a:pt x="2322" y="192"/>
                </a:cubicBezTo>
                <a:cubicBezTo>
                  <a:pt x="2351" y="148"/>
                  <a:pt x="2361" y="145"/>
                  <a:pt x="2364" y="135"/>
                </a:cubicBezTo>
                <a:cubicBezTo>
                  <a:pt x="2383" y="109"/>
                  <a:pt x="2387" y="107"/>
                  <a:pt x="2388" y="102"/>
                </a:cubicBezTo>
                <a:cubicBezTo>
                  <a:pt x="2419" y="61"/>
                  <a:pt x="2429" y="59"/>
                  <a:pt x="2434" y="50"/>
                </a:cubicBezTo>
                <a:cubicBezTo>
                  <a:pt x="2462" y="20"/>
                  <a:pt x="2474" y="12"/>
                  <a:pt x="2481" y="0"/>
                </a:cubicBezTo>
                <a:cubicBezTo>
                  <a:pt x="2462" y="9"/>
                  <a:pt x="2460" y="16"/>
                  <a:pt x="2453" y="19"/>
                </a:cubicBezTo>
                <a:cubicBezTo>
                  <a:pt x="2438" y="35"/>
                  <a:pt x="2436" y="37"/>
                  <a:pt x="2434" y="39"/>
                </a:cubicBezTo>
                <a:cubicBezTo>
                  <a:pt x="2416" y="54"/>
                  <a:pt x="2418" y="60"/>
                  <a:pt x="2412" y="59"/>
                </a:cubicBezTo>
                <a:cubicBezTo>
                  <a:pt x="2382" y="92"/>
                  <a:pt x="2384" y="103"/>
                  <a:pt x="2377" y="104"/>
                </a:cubicBezTo>
                <a:cubicBezTo>
                  <a:pt x="2361" y="133"/>
                  <a:pt x="2355" y="132"/>
                  <a:pt x="2357" y="139"/>
                </a:cubicBezTo>
                <a:cubicBezTo>
                  <a:pt x="2336" y="177"/>
                  <a:pt x="2326" y="171"/>
                  <a:pt x="2329" y="179"/>
                </a:cubicBezTo>
                <a:cubicBezTo>
                  <a:pt x="2321" y="199"/>
                  <a:pt x="2312" y="203"/>
                  <a:pt x="2318" y="205"/>
                </a:cubicBezTo>
                <a:close/>
                <a:moveTo>
                  <a:pt x="3826" y="837"/>
                </a:moveTo>
                <a:cubicBezTo>
                  <a:pt x="3821" y="839"/>
                  <a:pt x="3818" y="844"/>
                  <a:pt x="3813" y="845"/>
                </a:cubicBezTo>
                <a:cubicBezTo>
                  <a:pt x="3805" y="852"/>
                  <a:pt x="3797" y="858"/>
                  <a:pt x="3790" y="867"/>
                </a:cubicBezTo>
                <a:cubicBezTo>
                  <a:pt x="3787" y="873"/>
                  <a:pt x="3782" y="871"/>
                  <a:pt x="3780" y="879"/>
                </a:cubicBezTo>
                <a:cubicBezTo>
                  <a:pt x="3776" y="877"/>
                  <a:pt x="3776" y="884"/>
                  <a:pt x="3773" y="883"/>
                </a:cubicBezTo>
                <a:cubicBezTo>
                  <a:pt x="3772" y="886"/>
                  <a:pt x="3769" y="890"/>
                  <a:pt x="3772" y="892"/>
                </a:cubicBezTo>
                <a:cubicBezTo>
                  <a:pt x="3778" y="885"/>
                  <a:pt x="3784" y="877"/>
                  <a:pt x="3792" y="872"/>
                </a:cubicBezTo>
                <a:cubicBezTo>
                  <a:pt x="3795" y="867"/>
                  <a:pt x="3799" y="864"/>
                  <a:pt x="3803" y="863"/>
                </a:cubicBezTo>
                <a:cubicBezTo>
                  <a:pt x="3806" y="858"/>
                  <a:pt x="3810" y="855"/>
                  <a:pt x="3814" y="853"/>
                </a:cubicBezTo>
                <a:cubicBezTo>
                  <a:pt x="3821" y="846"/>
                  <a:pt x="3828" y="841"/>
                  <a:pt x="3836" y="836"/>
                </a:cubicBezTo>
                <a:cubicBezTo>
                  <a:pt x="3837" y="837"/>
                  <a:pt x="3839" y="836"/>
                  <a:pt x="3840" y="835"/>
                </a:cubicBezTo>
                <a:cubicBezTo>
                  <a:pt x="3840" y="826"/>
                  <a:pt x="3840" y="826"/>
                  <a:pt x="3840" y="826"/>
                </a:cubicBezTo>
                <a:cubicBezTo>
                  <a:pt x="3839" y="827"/>
                  <a:pt x="3838" y="827"/>
                  <a:pt x="3837" y="827"/>
                </a:cubicBezTo>
                <a:cubicBezTo>
                  <a:pt x="3834" y="831"/>
                  <a:pt x="3830" y="835"/>
                  <a:pt x="3826" y="837"/>
                </a:cubicBezTo>
                <a:close/>
                <a:moveTo>
                  <a:pt x="3819" y="964"/>
                </a:moveTo>
                <a:cubicBezTo>
                  <a:pt x="3816" y="970"/>
                  <a:pt x="3810" y="971"/>
                  <a:pt x="3807" y="978"/>
                </a:cubicBezTo>
                <a:cubicBezTo>
                  <a:pt x="3801" y="978"/>
                  <a:pt x="3800" y="989"/>
                  <a:pt x="3795" y="989"/>
                </a:cubicBezTo>
                <a:cubicBezTo>
                  <a:pt x="3792" y="998"/>
                  <a:pt x="3786" y="999"/>
                  <a:pt x="3783" y="1006"/>
                </a:cubicBezTo>
                <a:cubicBezTo>
                  <a:pt x="3787" y="1008"/>
                  <a:pt x="3780" y="1008"/>
                  <a:pt x="3783" y="1011"/>
                </a:cubicBezTo>
                <a:cubicBezTo>
                  <a:pt x="3784" y="1015"/>
                  <a:pt x="3774" y="1015"/>
                  <a:pt x="3780" y="1019"/>
                </a:cubicBezTo>
                <a:cubicBezTo>
                  <a:pt x="3796" y="998"/>
                  <a:pt x="3813" y="976"/>
                  <a:pt x="3833" y="965"/>
                </a:cubicBezTo>
                <a:cubicBezTo>
                  <a:pt x="3835" y="963"/>
                  <a:pt x="3838" y="961"/>
                  <a:pt x="3840" y="959"/>
                </a:cubicBezTo>
                <a:cubicBezTo>
                  <a:pt x="3840" y="950"/>
                  <a:pt x="3840" y="950"/>
                  <a:pt x="3840" y="950"/>
                </a:cubicBezTo>
                <a:cubicBezTo>
                  <a:pt x="3837" y="952"/>
                  <a:pt x="3835" y="954"/>
                  <a:pt x="3833" y="956"/>
                </a:cubicBezTo>
                <a:cubicBezTo>
                  <a:pt x="3827" y="957"/>
                  <a:pt x="3825" y="965"/>
                  <a:pt x="3819" y="964"/>
                </a:cubicBezTo>
                <a:close/>
                <a:moveTo>
                  <a:pt x="3803" y="1109"/>
                </a:moveTo>
                <a:cubicBezTo>
                  <a:pt x="3801" y="1112"/>
                  <a:pt x="3798" y="1111"/>
                  <a:pt x="3797" y="1113"/>
                </a:cubicBezTo>
                <a:cubicBezTo>
                  <a:pt x="3795" y="1116"/>
                  <a:pt x="3794" y="1121"/>
                  <a:pt x="3791" y="1120"/>
                </a:cubicBezTo>
                <a:cubicBezTo>
                  <a:pt x="3786" y="1128"/>
                  <a:pt x="3788" y="1129"/>
                  <a:pt x="3782" y="1136"/>
                </a:cubicBezTo>
                <a:cubicBezTo>
                  <a:pt x="3780" y="1142"/>
                  <a:pt x="3777" y="1149"/>
                  <a:pt x="3774" y="1156"/>
                </a:cubicBezTo>
                <a:cubicBezTo>
                  <a:pt x="3769" y="1158"/>
                  <a:pt x="3768" y="1168"/>
                  <a:pt x="3775" y="1170"/>
                </a:cubicBezTo>
                <a:cubicBezTo>
                  <a:pt x="3776" y="1171"/>
                  <a:pt x="3778" y="1171"/>
                  <a:pt x="3779" y="1172"/>
                </a:cubicBezTo>
                <a:cubicBezTo>
                  <a:pt x="3780" y="1169"/>
                  <a:pt x="3780" y="1167"/>
                  <a:pt x="3779" y="1165"/>
                </a:cubicBezTo>
                <a:cubicBezTo>
                  <a:pt x="3787" y="1166"/>
                  <a:pt x="3779" y="1160"/>
                  <a:pt x="3780" y="1158"/>
                </a:cubicBezTo>
                <a:cubicBezTo>
                  <a:pt x="3785" y="1158"/>
                  <a:pt x="3788" y="1145"/>
                  <a:pt x="3787" y="1142"/>
                </a:cubicBezTo>
                <a:cubicBezTo>
                  <a:pt x="3794" y="1141"/>
                  <a:pt x="3796" y="1126"/>
                  <a:pt x="3802" y="1123"/>
                </a:cubicBezTo>
                <a:cubicBezTo>
                  <a:pt x="3807" y="1114"/>
                  <a:pt x="3813" y="1109"/>
                  <a:pt x="3818" y="1101"/>
                </a:cubicBezTo>
                <a:cubicBezTo>
                  <a:pt x="3823" y="1095"/>
                  <a:pt x="3830" y="1091"/>
                  <a:pt x="3835" y="1084"/>
                </a:cubicBezTo>
                <a:cubicBezTo>
                  <a:pt x="3837" y="1084"/>
                  <a:pt x="3838" y="1082"/>
                  <a:pt x="3840" y="1081"/>
                </a:cubicBezTo>
                <a:cubicBezTo>
                  <a:pt x="3840" y="1069"/>
                  <a:pt x="3840" y="1069"/>
                  <a:pt x="3840" y="1069"/>
                </a:cubicBezTo>
                <a:cubicBezTo>
                  <a:pt x="3836" y="1073"/>
                  <a:pt x="3831" y="1077"/>
                  <a:pt x="3827" y="1081"/>
                </a:cubicBezTo>
                <a:cubicBezTo>
                  <a:pt x="3818" y="1089"/>
                  <a:pt x="3811" y="1099"/>
                  <a:pt x="3803" y="1109"/>
                </a:cubicBezTo>
                <a:close/>
                <a:moveTo>
                  <a:pt x="3818" y="1248"/>
                </a:moveTo>
                <a:cubicBezTo>
                  <a:pt x="3822" y="1250"/>
                  <a:pt x="3815" y="1258"/>
                  <a:pt x="3822" y="1259"/>
                </a:cubicBezTo>
                <a:cubicBezTo>
                  <a:pt x="3826" y="1261"/>
                  <a:pt x="3826" y="1254"/>
                  <a:pt x="3829" y="1255"/>
                </a:cubicBezTo>
                <a:cubicBezTo>
                  <a:pt x="3832" y="1250"/>
                  <a:pt x="3832" y="1247"/>
                  <a:pt x="3831" y="1244"/>
                </a:cubicBezTo>
                <a:cubicBezTo>
                  <a:pt x="3835" y="1245"/>
                  <a:pt x="3835" y="1240"/>
                  <a:pt x="3834" y="1238"/>
                </a:cubicBezTo>
                <a:cubicBezTo>
                  <a:pt x="3839" y="1240"/>
                  <a:pt x="3833" y="1233"/>
                  <a:pt x="3837" y="1230"/>
                </a:cubicBezTo>
                <a:cubicBezTo>
                  <a:pt x="3838" y="1228"/>
                  <a:pt x="3839" y="1227"/>
                  <a:pt x="3840" y="1226"/>
                </a:cubicBezTo>
                <a:cubicBezTo>
                  <a:pt x="3840" y="1209"/>
                  <a:pt x="3840" y="1209"/>
                  <a:pt x="3840" y="1209"/>
                </a:cubicBezTo>
                <a:cubicBezTo>
                  <a:pt x="3835" y="1219"/>
                  <a:pt x="3829" y="1228"/>
                  <a:pt x="3823" y="1236"/>
                </a:cubicBezTo>
                <a:cubicBezTo>
                  <a:pt x="3828" y="1240"/>
                  <a:pt x="3819" y="1244"/>
                  <a:pt x="3818" y="1248"/>
                </a:cubicBezTo>
                <a:close/>
                <a:moveTo>
                  <a:pt x="3121" y="2109"/>
                </a:moveTo>
                <a:cubicBezTo>
                  <a:pt x="3119" y="2105"/>
                  <a:pt x="3124" y="2102"/>
                  <a:pt x="3118" y="2098"/>
                </a:cubicBezTo>
                <a:cubicBezTo>
                  <a:pt x="3121" y="2094"/>
                  <a:pt x="3113" y="2089"/>
                  <a:pt x="3115" y="2086"/>
                </a:cubicBezTo>
                <a:cubicBezTo>
                  <a:pt x="3114" y="2077"/>
                  <a:pt x="3111" y="2069"/>
                  <a:pt x="3108" y="2060"/>
                </a:cubicBezTo>
                <a:cubicBezTo>
                  <a:pt x="3108" y="2056"/>
                  <a:pt x="3105" y="2053"/>
                  <a:pt x="3104" y="2049"/>
                </a:cubicBezTo>
                <a:cubicBezTo>
                  <a:pt x="3103" y="2048"/>
                  <a:pt x="3105" y="2045"/>
                  <a:pt x="3104" y="2043"/>
                </a:cubicBezTo>
                <a:cubicBezTo>
                  <a:pt x="3103" y="2041"/>
                  <a:pt x="3099" y="2039"/>
                  <a:pt x="3102" y="2037"/>
                </a:cubicBezTo>
                <a:cubicBezTo>
                  <a:pt x="3096" y="2032"/>
                  <a:pt x="3099" y="2028"/>
                  <a:pt x="3093" y="2024"/>
                </a:cubicBezTo>
                <a:cubicBezTo>
                  <a:pt x="3095" y="2020"/>
                  <a:pt x="3092" y="2014"/>
                  <a:pt x="3087" y="2017"/>
                </a:cubicBezTo>
                <a:cubicBezTo>
                  <a:pt x="3092" y="2025"/>
                  <a:pt x="3088" y="2032"/>
                  <a:pt x="3095" y="2039"/>
                </a:cubicBezTo>
                <a:cubicBezTo>
                  <a:pt x="3093" y="2041"/>
                  <a:pt x="3096" y="2042"/>
                  <a:pt x="3096" y="2044"/>
                </a:cubicBezTo>
                <a:cubicBezTo>
                  <a:pt x="3097" y="2045"/>
                  <a:pt x="3096" y="2049"/>
                  <a:pt x="3096" y="2050"/>
                </a:cubicBezTo>
                <a:cubicBezTo>
                  <a:pt x="3096" y="2051"/>
                  <a:pt x="3098" y="2052"/>
                  <a:pt x="3099" y="2054"/>
                </a:cubicBezTo>
                <a:cubicBezTo>
                  <a:pt x="3101" y="2058"/>
                  <a:pt x="3097" y="2059"/>
                  <a:pt x="3101" y="2063"/>
                </a:cubicBezTo>
                <a:cubicBezTo>
                  <a:pt x="3106" y="2071"/>
                  <a:pt x="3101" y="2078"/>
                  <a:pt x="3107" y="2087"/>
                </a:cubicBezTo>
                <a:cubicBezTo>
                  <a:pt x="3108" y="2094"/>
                  <a:pt x="3109" y="2102"/>
                  <a:pt x="3114" y="2110"/>
                </a:cubicBezTo>
                <a:cubicBezTo>
                  <a:pt x="3112" y="2117"/>
                  <a:pt x="3115" y="2125"/>
                  <a:pt x="3115" y="2132"/>
                </a:cubicBezTo>
                <a:cubicBezTo>
                  <a:pt x="3119" y="2136"/>
                  <a:pt x="3117" y="2139"/>
                  <a:pt x="3119" y="2143"/>
                </a:cubicBezTo>
                <a:cubicBezTo>
                  <a:pt x="3118" y="2145"/>
                  <a:pt x="3120" y="2147"/>
                  <a:pt x="3122" y="2149"/>
                </a:cubicBezTo>
                <a:cubicBezTo>
                  <a:pt x="3124" y="2152"/>
                  <a:pt x="3120" y="2153"/>
                  <a:pt x="3121" y="2155"/>
                </a:cubicBezTo>
                <a:cubicBezTo>
                  <a:pt x="3122" y="2157"/>
                  <a:pt x="3123" y="2159"/>
                  <a:pt x="3123" y="2160"/>
                </a:cubicBezTo>
                <a:cubicBezTo>
                  <a:pt x="3132" y="2160"/>
                  <a:pt x="3132" y="2160"/>
                  <a:pt x="3132" y="2160"/>
                </a:cubicBezTo>
                <a:cubicBezTo>
                  <a:pt x="3132" y="2160"/>
                  <a:pt x="3132" y="2159"/>
                  <a:pt x="3132" y="2158"/>
                </a:cubicBezTo>
                <a:cubicBezTo>
                  <a:pt x="3129" y="2142"/>
                  <a:pt x="3124" y="2125"/>
                  <a:pt x="3121" y="2109"/>
                </a:cubicBezTo>
                <a:close/>
                <a:moveTo>
                  <a:pt x="3826" y="1017"/>
                </a:moveTo>
                <a:cubicBezTo>
                  <a:pt x="3822" y="1025"/>
                  <a:pt x="3814" y="1024"/>
                  <a:pt x="3810" y="1031"/>
                </a:cubicBezTo>
                <a:cubicBezTo>
                  <a:pt x="3806" y="1030"/>
                  <a:pt x="3805" y="1038"/>
                  <a:pt x="3801" y="1037"/>
                </a:cubicBezTo>
                <a:cubicBezTo>
                  <a:pt x="3798" y="1040"/>
                  <a:pt x="3796" y="1045"/>
                  <a:pt x="3792" y="1045"/>
                </a:cubicBezTo>
                <a:cubicBezTo>
                  <a:pt x="3791" y="1047"/>
                  <a:pt x="3790" y="1047"/>
                  <a:pt x="3787" y="1045"/>
                </a:cubicBezTo>
                <a:cubicBezTo>
                  <a:pt x="3786" y="1048"/>
                  <a:pt x="3789" y="1049"/>
                  <a:pt x="3787" y="1052"/>
                </a:cubicBezTo>
                <a:cubicBezTo>
                  <a:pt x="3783" y="1053"/>
                  <a:pt x="3780" y="1056"/>
                  <a:pt x="3779" y="1061"/>
                </a:cubicBezTo>
                <a:cubicBezTo>
                  <a:pt x="3772" y="1066"/>
                  <a:pt x="3768" y="1072"/>
                  <a:pt x="3767" y="1082"/>
                </a:cubicBezTo>
                <a:cubicBezTo>
                  <a:pt x="3773" y="1085"/>
                  <a:pt x="3776" y="1078"/>
                  <a:pt x="3778" y="1072"/>
                </a:cubicBezTo>
                <a:cubicBezTo>
                  <a:pt x="3782" y="1068"/>
                  <a:pt x="3787" y="1066"/>
                  <a:pt x="3789" y="1058"/>
                </a:cubicBezTo>
                <a:cubicBezTo>
                  <a:pt x="3795" y="1059"/>
                  <a:pt x="3798" y="1052"/>
                  <a:pt x="3802" y="1049"/>
                </a:cubicBezTo>
                <a:cubicBezTo>
                  <a:pt x="3805" y="1040"/>
                  <a:pt x="3812" y="1044"/>
                  <a:pt x="3815" y="1036"/>
                </a:cubicBezTo>
                <a:cubicBezTo>
                  <a:pt x="3824" y="1030"/>
                  <a:pt x="3833" y="1026"/>
                  <a:pt x="3840" y="1015"/>
                </a:cubicBezTo>
                <a:cubicBezTo>
                  <a:pt x="3840" y="1007"/>
                  <a:pt x="3840" y="1007"/>
                  <a:pt x="3840" y="1007"/>
                </a:cubicBezTo>
                <a:cubicBezTo>
                  <a:pt x="3835" y="1010"/>
                  <a:pt x="3832" y="1017"/>
                  <a:pt x="3826" y="1017"/>
                </a:cubicBezTo>
                <a:close/>
                <a:moveTo>
                  <a:pt x="450" y="2148"/>
                </a:moveTo>
                <a:cubicBezTo>
                  <a:pt x="443" y="2147"/>
                  <a:pt x="440" y="2141"/>
                  <a:pt x="432" y="2141"/>
                </a:cubicBezTo>
                <a:cubicBezTo>
                  <a:pt x="398" y="2115"/>
                  <a:pt x="391" y="2113"/>
                  <a:pt x="386" y="2109"/>
                </a:cubicBezTo>
                <a:cubicBezTo>
                  <a:pt x="312" y="2071"/>
                  <a:pt x="301" y="2066"/>
                  <a:pt x="298" y="2063"/>
                </a:cubicBezTo>
                <a:cubicBezTo>
                  <a:pt x="286" y="2058"/>
                  <a:pt x="284" y="2061"/>
                  <a:pt x="285" y="2061"/>
                </a:cubicBezTo>
                <a:cubicBezTo>
                  <a:pt x="253" y="2044"/>
                  <a:pt x="241" y="2046"/>
                  <a:pt x="235" y="2041"/>
                </a:cubicBezTo>
                <a:cubicBezTo>
                  <a:pt x="141" y="2001"/>
                  <a:pt x="136" y="1995"/>
                  <a:pt x="127" y="1994"/>
                </a:cubicBezTo>
                <a:cubicBezTo>
                  <a:pt x="113" y="1982"/>
                  <a:pt x="110" y="1982"/>
                  <a:pt x="111" y="1986"/>
                </a:cubicBezTo>
                <a:cubicBezTo>
                  <a:pt x="141" y="2010"/>
                  <a:pt x="141" y="2016"/>
                  <a:pt x="144" y="2019"/>
                </a:cubicBezTo>
                <a:cubicBezTo>
                  <a:pt x="143" y="2021"/>
                  <a:pt x="142" y="2027"/>
                  <a:pt x="147" y="2025"/>
                </a:cubicBezTo>
                <a:cubicBezTo>
                  <a:pt x="177" y="2058"/>
                  <a:pt x="180" y="2066"/>
                  <a:pt x="187" y="2070"/>
                </a:cubicBezTo>
                <a:cubicBezTo>
                  <a:pt x="244" y="2123"/>
                  <a:pt x="247" y="2132"/>
                  <a:pt x="253" y="2138"/>
                </a:cubicBezTo>
                <a:cubicBezTo>
                  <a:pt x="283" y="2160"/>
                  <a:pt x="283" y="2160"/>
                  <a:pt x="283" y="2160"/>
                </a:cubicBezTo>
                <a:cubicBezTo>
                  <a:pt x="254" y="2126"/>
                  <a:pt x="250" y="2124"/>
                  <a:pt x="247" y="2121"/>
                </a:cubicBezTo>
                <a:cubicBezTo>
                  <a:pt x="268" y="2130"/>
                  <a:pt x="274" y="2132"/>
                  <a:pt x="279" y="2136"/>
                </a:cubicBezTo>
                <a:cubicBezTo>
                  <a:pt x="313" y="2158"/>
                  <a:pt x="315" y="2159"/>
                  <a:pt x="318" y="2160"/>
                </a:cubicBezTo>
                <a:cubicBezTo>
                  <a:pt x="329" y="2157"/>
                  <a:pt x="326" y="2149"/>
                  <a:pt x="315" y="2149"/>
                </a:cubicBezTo>
                <a:cubicBezTo>
                  <a:pt x="288" y="2131"/>
                  <a:pt x="286" y="2130"/>
                  <a:pt x="285" y="2127"/>
                </a:cubicBezTo>
                <a:cubicBezTo>
                  <a:pt x="259" y="2117"/>
                  <a:pt x="260" y="2107"/>
                  <a:pt x="251" y="2110"/>
                </a:cubicBezTo>
                <a:cubicBezTo>
                  <a:pt x="223" y="2093"/>
                  <a:pt x="222" y="2087"/>
                  <a:pt x="216" y="2086"/>
                </a:cubicBezTo>
                <a:cubicBezTo>
                  <a:pt x="193" y="2069"/>
                  <a:pt x="184" y="2057"/>
                  <a:pt x="174" y="2047"/>
                </a:cubicBezTo>
                <a:cubicBezTo>
                  <a:pt x="206" y="2062"/>
                  <a:pt x="209" y="2064"/>
                  <a:pt x="211" y="2069"/>
                </a:cubicBezTo>
                <a:cubicBezTo>
                  <a:pt x="250" y="2097"/>
                  <a:pt x="255" y="2097"/>
                  <a:pt x="259" y="2100"/>
                </a:cubicBezTo>
                <a:cubicBezTo>
                  <a:pt x="299" y="2125"/>
                  <a:pt x="305" y="2125"/>
                  <a:pt x="309" y="2127"/>
                </a:cubicBezTo>
                <a:cubicBezTo>
                  <a:pt x="332" y="2140"/>
                  <a:pt x="331" y="2143"/>
                  <a:pt x="334" y="2143"/>
                </a:cubicBezTo>
                <a:cubicBezTo>
                  <a:pt x="363" y="2158"/>
                  <a:pt x="366" y="2159"/>
                  <a:pt x="369" y="2160"/>
                </a:cubicBezTo>
                <a:cubicBezTo>
                  <a:pt x="382" y="2154"/>
                  <a:pt x="375" y="2154"/>
                  <a:pt x="372" y="2149"/>
                </a:cubicBezTo>
                <a:cubicBezTo>
                  <a:pt x="323" y="2123"/>
                  <a:pt x="317" y="2125"/>
                  <a:pt x="313" y="2121"/>
                </a:cubicBezTo>
                <a:cubicBezTo>
                  <a:pt x="300" y="2113"/>
                  <a:pt x="295" y="2114"/>
                  <a:pt x="295" y="2111"/>
                </a:cubicBezTo>
                <a:cubicBezTo>
                  <a:pt x="234" y="2076"/>
                  <a:pt x="233" y="2074"/>
                  <a:pt x="231" y="2074"/>
                </a:cubicBezTo>
                <a:cubicBezTo>
                  <a:pt x="259" y="2083"/>
                  <a:pt x="261" y="2087"/>
                  <a:pt x="265" y="2089"/>
                </a:cubicBezTo>
                <a:cubicBezTo>
                  <a:pt x="310" y="2106"/>
                  <a:pt x="319" y="2108"/>
                  <a:pt x="325" y="2113"/>
                </a:cubicBezTo>
                <a:cubicBezTo>
                  <a:pt x="367" y="2126"/>
                  <a:pt x="366" y="2132"/>
                  <a:pt x="370" y="2132"/>
                </a:cubicBezTo>
                <a:cubicBezTo>
                  <a:pt x="395" y="2147"/>
                  <a:pt x="398" y="2148"/>
                  <a:pt x="400" y="2149"/>
                </a:cubicBezTo>
                <a:cubicBezTo>
                  <a:pt x="412" y="2155"/>
                  <a:pt x="413" y="2157"/>
                  <a:pt x="414" y="2157"/>
                </a:cubicBezTo>
                <a:cubicBezTo>
                  <a:pt x="439" y="2160"/>
                  <a:pt x="439" y="2160"/>
                  <a:pt x="439" y="2160"/>
                </a:cubicBezTo>
                <a:cubicBezTo>
                  <a:pt x="427" y="2149"/>
                  <a:pt x="421" y="2151"/>
                  <a:pt x="418" y="2148"/>
                </a:cubicBezTo>
                <a:cubicBezTo>
                  <a:pt x="389" y="2135"/>
                  <a:pt x="387" y="2131"/>
                  <a:pt x="383" y="2129"/>
                </a:cubicBezTo>
                <a:cubicBezTo>
                  <a:pt x="334" y="2106"/>
                  <a:pt x="329" y="2103"/>
                  <a:pt x="322" y="2100"/>
                </a:cubicBezTo>
                <a:cubicBezTo>
                  <a:pt x="300" y="2091"/>
                  <a:pt x="295" y="2088"/>
                  <a:pt x="289" y="2087"/>
                </a:cubicBezTo>
                <a:cubicBezTo>
                  <a:pt x="263" y="2072"/>
                  <a:pt x="256" y="2075"/>
                  <a:pt x="255" y="2072"/>
                </a:cubicBezTo>
                <a:cubicBezTo>
                  <a:pt x="202" y="2047"/>
                  <a:pt x="196" y="2045"/>
                  <a:pt x="191" y="2042"/>
                </a:cubicBezTo>
                <a:cubicBezTo>
                  <a:pt x="182" y="2043"/>
                  <a:pt x="176" y="2036"/>
                  <a:pt x="174" y="2036"/>
                </a:cubicBezTo>
                <a:cubicBezTo>
                  <a:pt x="148" y="2010"/>
                  <a:pt x="140" y="2013"/>
                  <a:pt x="141" y="2006"/>
                </a:cubicBezTo>
                <a:cubicBezTo>
                  <a:pt x="184" y="2026"/>
                  <a:pt x="184" y="2030"/>
                  <a:pt x="188" y="2029"/>
                </a:cubicBezTo>
                <a:cubicBezTo>
                  <a:pt x="278" y="2065"/>
                  <a:pt x="282" y="2074"/>
                  <a:pt x="296" y="2072"/>
                </a:cubicBezTo>
                <a:cubicBezTo>
                  <a:pt x="324" y="2086"/>
                  <a:pt x="331" y="2089"/>
                  <a:pt x="337" y="2093"/>
                </a:cubicBezTo>
                <a:cubicBezTo>
                  <a:pt x="364" y="2108"/>
                  <a:pt x="372" y="2110"/>
                  <a:pt x="376" y="2116"/>
                </a:cubicBezTo>
                <a:cubicBezTo>
                  <a:pt x="390" y="2124"/>
                  <a:pt x="394" y="2125"/>
                  <a:pt x="396" y="2128"/>
                </a:cubicBezTo>
                <a:cubicBezTo>
                  <a:pt x="426" y="2151"/>
                  <a:pt x="435" y="2147"/>
                  <a:pt x="433" y="2154"/>
                </a:cubicBezTo>
                <a:cubicBezTo>
                  <a:pt x="456" y="2157"/>
                  <a:pt x="452" y="2154"/>
                  <a:pt x="450" y="2148"/>
                </a:cubicBezTo>
                <a:close/>
                <a:moveTo>
                  <a:pt x="2266" y="551"/>
                </a:moveTo>
                <a:cubicBezTo>
                  <a:pt x="2269" y="545"/>
                  <a:pt x="2268" y="535"/>
                  <a:pt x="2272" y="530"/>
                </a:cubicBezTo>
                <a:cubicBezTo>
                  <a:pt x="2292" y="481"/>
                  <a:pt x="2296" y="476"/>
                  <a:pt x="2298" y="469"/>
                </a:cubicBezTo>
                <a:cubicBezTo>
                  <a:pt x="2337" y="415"/>
                  <a:pt x="2342" y="412"/>
                  <a:pt x="2344" y="410"/>
                </a:cubicBezTo>
                <a:cubicBezTo>
                  <a:pt x="2360" y="398"/>
                  <a:pt x="2356" y="389"/>
                  <a:pt x="2362" y="390"/>
                </a:cubicBezTo>
                <a:cubicBezTo>
                  <a:pt x="2397" y="365"/>
                  <a:pt x="2395" y="358"/>
                  <a:pt x="2399" y="357"/>
                </a:cubicBezTo>
                <a:cubicBezTo>
                  <a:pt x="2444" y="321"/>
                  <a:pt x="2452" y="319"/>
                  <a:pt x="2453" y="312"/>
                </a:cubicBezTo>
                <a:cubicBezTo>
                  <a:pt x="2491" y="287"/>
                  <a:pt x="2487" y="278"/>
                  <a:pt x="2493" y="279"/>
                </a:cubicBezTo>
                <a:cubicBezTo>
                  <a:pt x="2535" y="238"/>
                  <a:pt x="2531" y="229"/>
                  <a:pt x="2538" y="231"/>
                </a:cubicBezTo>
                <a:cubicBezTo>
                  <a:pt x="2554" y="211"/>
                  <a:pt x="2557" y="211"/>
                  <a:pt x="2556" y="207"/>
                </a:cubicBezTo>
                <a:cubicBezTo>
                  <a:pt x="2576" y="181"/>
                  <a:pt x="2580" y="179"/>
                  <a:pt x="2582" y="176"/>
                </a:cubicBezTo>
                <a:cubicBezTo>
                  <a:pt x="2597" y="153"/>
                  <a:pt x="2601" y="151"/>
                  <a:pt x="2604" y="148"/>
                </a:cubicBezTo>
                <a:cubicBezTo>
                  <a:pt x="2613" y="141"/>
                  <a:pt x="2605" y="150"/>
                  <a:pt x="2599" y="161"/>
                </a:cubicBezTo>
                <a:cubicBezTo>
                  <a:pt x="2562" y="212"/>
                  <a:pt x="2559" y="220"/>
                  <a:pt x="2556" y="226"/>
                </a:cubicBezTo>
                <a:cubicBezTo>
                  <a:pt x="2536" y="255"/>
                  <a:pt x="2527" y="251"/>
                  <a:pt x="2527" y="257"/>
                </a:cubicBezTo>
                <a:cubicBezTo>
                  <a:pt x="2486" y="293"/>
                  <a:pt x="2486" y="298"/>
                  <a:pt x="2482" y="298"/>
                </a:cubicBezTo>
                <a:cubicBezTo>
                  <a:pt x="2460" y="317"/>
                  <a:pt x="2458" y="324"/>
                  <a:pt x="2453" y="329"/>
                </a:cubicBezTo>
                <a:cubicBezTo>
                  <a:pt x="2429" y="353"/>
                  <a:pt x="2425" y="354"/>
                  <a:pt x="2423" y="357"/>
                </a:cubicBezTo>
                <a:cubicBezTo>
                  <a:pt x="2404" y="374"/>
                  <a:pt x="2402" y="376"/>
                  <a:pt x="2401" y="379"/>
                </a:cubicBezTo>
                <a:cubicBezTo>
                  <a:pt x="2380" y="394"/>
                  <a:pt x="2384" y="403"/>
                  <a:pt x="2377" y="401"/>
                </a:cubicBezTo>
                <a:cubicBezTo>
                  <a:pt x="2353" y="449"/>
                  <a:pt x="2342" y="451"/>
                  <a:pt x="2342" y="464"/>
                </a:cubicBezTo>
                <a:cubicBezTo>
                  <a:pt x="2318" y="525"/>
                  <a:pt x="2314" y="528"/>
                  <a:pt x="2314" y="534"/>
                </a:cubicBezTo>
                <a:cubicBezTo>
                  <a:pt x="2328" y="514"/>
                  <a:pt x="2327" y="509"/>
                  <a:pt x="2327" y="506"/>
                </a:cubicBezTo>
                <a:cubicBezTo>
                  <a:pt x="2335" y="485"/>
                  <a:pt x="2339" y="486"/>
                  <a:pt x="2338" y="479"/>
                </a:cubicBezTo>
                <a:cubicBezTo>
                  <a:pt x="2369" y="429"/>
                  <a:pt x="2374" y="423"/>
                  <a:pt x="2377" y="414"/>
                </a:cubicBezTo>
                <a:cubicBezTo>
                  <a:pt x="2409" y="376"/>
                  <a:pt x="2418" y="380"/>
                  <a:pt x="2416" y="373"/>
                </a:cubicBezTo>
                <a:cubicBezTo>
                  <a:pt x="2448" y="348"/>
                  <a:pt x="2448" y="339"/>
                  <a:pt x="2458" y="338"/>
                </a:cubicBezTo>
                <a:cubicBezTo>
                  <a:pt x="2497" y="296"/>
                  <a:pt x="2509" y="287"/>
                  <a:pt x="2521" y="279"/>
                </a:cubicBezTo>
                <a:cubicBezTo>
                  <a:pt x="2551" y="237"/>
                  <a:pt x="2561" y="242"/>
                  <a:pt x="2558" y="235"/>
                </a:cubicBezTo>
                <a:cubicBezTo>
                  <a:pt x="2575" y="216"/>
                  <a:pt x="2578" y="210"/>
                  <a:pt x="2582" y="205"/>
                </a:cubicBezTo>
                <a:cubicBezTo>
                  <a:pt x="2604" y="168"/>
                  <a:pt x="2610" y="169"/>
                  <a:pt x="2608" y="163"/>
                </a:cubicBezTo>
                <a:cubicBezTo>
                  <a:pt x="2614" y="170"/>
                  <a:pt x="2610" y="176"/>
                  <a:pt x="2606" y="183"/>
                </a:cubicBezTo>
                <a:cubicBezTo>
                  <a:pt x="2589" y="216"/>
                  <a:pt x="2577" y="226"/>
                  <a:pt x="2571" y="242"/>
                </a:cubicBezTo>
                <a:cubicBezTo>
                  <a:pt x="2558" y="254"/>
                  <a:pt x="2554" y="258"/>
                  <a:pt x="2551" y="261"/>
                </a:cubicBezTo>
                <a:cubicBezTo>
                  <a:pt x="2527" y="282"/>
                  <a:pt x="2526" y="288"/>
                  <a:pt x="2521" y="290"/>
                </a:cubicBezTo>
                <a:cubicBezTo>
                  <a:pt x="2498" y="313"/>
                  <a:pt x="2496" y="317"/>
                  <a:pt x="2490" y="318"/>
                </a:cubicBezTo>
                <a:cubicBezTo>
                  <a:pt x="2480" y="334"/>
                  <a:pt x="2473" y="334"/>
                  <a:pt x="2473" y="340"/>
                </a:cubicBezTo>
                <a:cubicBezTo>
                  <a:pt x="2450" y="368"/>
                  <a:pt x="2446" y="368"/>
                  <a:pt x="2445" y="370"/>
                </a:cubicBezTo>
                <a:cubicBezTo>
                  <a:pt x="2412" y="406"/>
                  <a:pt x="2415" y="415"/>
                  <a:pt x="2407" y="414"/>
                </a:cubicBezTo>
                <a:cubicBezTo>
                  <a:pt x="2383" y="455"/>
                  <a:pt x="2378" y="456"/>
                  <a:pt x="2377" y="462"/>
                </a:cubicBezTo>
                <a:cubicBezTo>
                  <a:pt x="2357" y="489"/>
                  <a:pt x="2361" y="500"/>
                  <a:pt x="2355" y="501"/>
                </a:cubicBezTo>
                <a:cubicBezTo>
                  <a:pt x="2332" y="563"/>
                  <a:pt x="2332" y="570"/>
                  <a:pt x="2331" y="575"/>
                </a:cubicBezTo>
                <a:cubicBezTo>
                  <a:pt x="2321" y="604"/>
                  <a:pt x="2323" y="609"/>
                  <a:pt x="2322" y="612"/>
                </a:cubicBezTo>
                <a:cubicBezTo>
                  <a:pt x="2334" y="577"/>
                  <a:pt x="2338" y="572"/>
                  <a:pt x="2338" y="564"/>
                </a:cubicBezTo>
                <a:cubicBezTo>
                  <a:pt x="2354" y="530"/>
                  <a:pt x="2352" y="524"/>
                  <a:pt x="2355" y="523"/>
                </a:cubicBezTo>
                <a:cubicBezTo>
                  <a:pt x="2378" y="476"/>
                  <a:pt x="2380" y="470"/>
                  <a:pt x="2383" y="464"/>
                </a:cubicBezTo>
                <a:cubicBezTo>
                  <a:pt x="2422" y="413"/>
                  <a:pt x="2426" y="409"/>
                  <a:pt x="2429" y="403"/>
                </a:cubicBezTo>
                <a:cubicBezTo>
                  <a:pt x="2448" y="389"/>
                  <a:pt x="2441" y="378"/>
                  <a:pt x="2449" y="381"/>
                </a:cubicBezTo>
                <a:cubicBezTo>
                  <a:pt x="2462" y="363"/>
                  <a:pt x="2465" y="361"/>
                  <a:pt x="2469" y="359"/>
                </a:cubicBezTo>
                <a:cubicBezTo>
                  <a:pt x="2549" y="273"/>
                  <a:pt x="2556" y="275"/>
                  <a:pt x="2556" y="270"/>
                </a:cubicBezTo>
                <a:cubicBezTo>
                  <a:pt x="2569" y="255"/>
                  <a:pt x="2571" y="254"/>
                  <a:pt x="2571" y="253"/>
                </a:cubicBezTo>
                <a:cubicBezTo>
                  <a:pt x="2530" y="317"/>
                  <a:pt x="2515" y="330"/>
                  <a:pt x="2503" y="346"/>
                </a:cubicBezTo>
                <a:cubicBezTo>
                  <a:pt x="2485" y="363"/>
                  <a:pt x="2484" y="364"/>
                  <a:pt x="2484" y="368"/>
                </a:cubicBezTo>
                <a:cubicBezTo>
                  <a:pt x="2458" y="390"/>
                  <a:pt x="2461" y="400"/>
                  <a:pt x="2453" y="399"/>
                </a:cubicBezTo>
                <a:cubicBezTo>
                  <a:pt x="2432" y="425"/>
                  <a:pt x="2435" y="431"/>
                  <a:pt x="2431" y="431"/>
                </a:cubicBezTo>
                <a:cubicBezTo>
                  <a:pt x="2417" y="455"/>
                  <a:pt x="2411" y="456"/>
                  <a:pt x="2412" y="464"/>
                </a:cubicBezTo>
                <a:cubicBezTo>
                  <a:pt x="2381" y="530"/>
                  <a:pt x="2373" y="536"/>
                  <a:pt x="2373" y="549"/>
                </a:cubicBezTo>
                <a:cubicBezTo>
                  <a:pt x="2360" y="592"/>
                  <a:pt x="2358" y="604"/>
                  <a:pt x="2355" y="615"/>
                </a:cubicBezTo>
                <a:cubicBezTo>
                  <a:pt x="2348" y="676"/>
                  <a:pt x="2346" y="689"/>
                  <a:pt x="2351" y="691"/>
                </a:cubicBezTo>
                <a:cubicBezTo>
                  <a:pt x="2364" y="602"/>
                  <a:pt x="2364" y="599"/>
                  <a:pt x="2366" y="597"/>
                </a:cubicBezTo>
                <a:cubicBezTo>
                  <a:pt x="2387" y="536"/>
                  <a:pt x="2389" y="528"/>
                  <a:pt x="2392" y="521"/>
                </a:cubicBezTo>
                <a:cubicBezTo>
                  <a:pt x="2410" y="485"/>
                  <a:pt x="2417" y="471"/>
                  <a:pt x="2425" y="458"/>
                </a:cubicBezTo>
                <a:cubicBezTo>
                  <a:pt x="2448" y="429"/>
                  <a:pt x="2448" y="423"/>
                  <a:pt x="2451" y="421"/>
                </a:cubicBezTo>
                <a:cubicBezTo>
                  <a:pt x="2474" y="389"/>
                  <a:pt x="2480" y="390"/>
                  <a:pt x="2479" y="383"/>
                </a:cubicBezTo>
                <a:cubicBezTo>
                  <a:pt x="2514" y="350"/>
                  <a:pt x="2514" y="345"/>
                  <a:pt x="2519" y="344"/>
                </a:cubicBezTo>
                <a:cubicBezTo>
                  <a:pt x="2535" y="322"/>
                  <a:pt x="2539" y="320"/>
                  <a:pt x="2540" y="316"/>
                </a:cubicBezTo>
                <a:cubicBezTo>
                  <a:pt x="2571" y="278"/>
                  <a:pt x="2572" y="274"/>
                  <a:pt x="2575" y="272"/>
                </a:cubicBezTo>
                <a:cubicBezTo>
                  <a:pt x="2589" y="250"/>
                  <a:pt x="2591" y="250"/>
                  <a:pt x="2591" y="246"/>
                </a:cubicBezTo>
                <a:cubicBezTo>
                  <a:pt x="2570" y="303"/>
                  <a:pt x="2565" y="309"/>
                  <a:pt x="2562" y="318"/>
                </a:cubicBezTo>
                <a:cubicBezTo>
                  <a:pt x="2529" y="360"/>
                  <a:pt x="2529" y="366"/>
                  <a:pt x="2525" y="368"/>
                </a:cubicBezTo>
                <a:cubicBezTo>
                  <a:pt x="2500" y="401"/>
                  <a:pt x="2497" y="404"/>
                  <a:pt x="2495" y="407"/>
                </a:cubicBezTo>
                <a:cubicBezTo>
                  <a:pt x="2477" y="421"/>
                  <a:pt x="2475" y="431"/>
                  <a:pt x="2469" y="436"/>
                </a:cubicBezTo>
                <a:cubicBezTo>
                  <a:pt x="2453" y="458"/>
                  <a:pt x="2449" y="457"/>
                  <a:pt x="2449" y="460"/>
                </a:cubicBezTo>
                <a:cubicBezTo>
                  <a:pt x="2433" y="483"/>
                  <a:pt x="2428" y="490"/>
                  <a:pt x="2423" y="497"/>
                </a:cubicBezTo>
                <a:cubicBezTo>
                  <a:pt x="2389" y="557"/>
                  <a:pt x="2380" y="572"/>
                  <a:pt x="2375" y="591"/>
                </a:cubicBezTo>
                <a:cubicBezTo>
                  <a:pt x="2388" y="566"/>
                  <a:pt x="2393" y="561"/>
                  <a:pt x="2394" y="554"/>
                </a:cubicBezTo>
                <a:cubicBezTo>
                  <a:pt x="2421" y="517"/>
                  <a:pt x="2420" y="511"/>
                  <a:pt x="2423" y="508"/>
                </a:cubicBezTo>
                <a:cubicBezTo>
                  <a:pt x="2443" y="487"/>
                  <a:pt x="2443" y="481"/>
                  <a:pt x="2447" y="479"/>
                </a:cubicBezTo>
                <a:cubicBezTo>
                  <a:pt x="2477" y="451"/>
                  <a:pt x="2473" y="441"/>
                  <a:pt x="2479" y="440"/>
                </a:cubicBezTo>
                <a:cubicBezTo>
                  <a:pt x="2491" y="429"/>
                  <a:pt x="2491" y="423"/>
                  <a:pt x="2495" y="421"/>
                </a:cubicBezTo>
                <a:cubicBezTo>
                  <a:pt x="2533" y="381"/>
                  <a:pt x="2531" y="373"/>
                  <a:pt x="2536" y="373"/>
                </a:cubicBezTo>
                <a:cubicBezTo>
                  <a:pt x="2542" y="375"/>
                  <a:pt x="2533" y="382"/>
                  <a:pt x="2527" y="392"/>
                </a:cubicBezTo>
                <a:cubicBezTo>
                  <a:pt x="2507" y="428"/>
                  <a:pt x="2501" y="430"/>
                  <a:pt x="2499" y="436"/>
                </a:cubicBezTo>
                <a:cubicBezTo>
                  <a:pt x="2483" y="460"/>
                  <a:pt x="2475" y="467"/>
                  <a:pt x="2471" y="479"/>
                </a:cubicBezTo>
                <a:cubicBezTo>
                  <a:pt x="2444" y="506"/>
                  <a:pt x="2443" y="518"/>
                  <a:pt x="2434" y="523"/>
                </a:cubicBezTo>
                <a:cubicBezTo>
                  <a:pt x="2415" y="560"/>
                  <a:pt x="2409" y="568"/>
                  <a:pt x="2403" y="575"/>
                </a:cubicBezTo>
                <a:cubicBezTo>
                  <a:pt x="2382" y="632"/>
                  <a:pt x="2382" y="637"/>
                  <a:pt x="2379" y="639"/>
                </a:cubicBezTo>
                <a:cubicBezTo>
                  <a:pt x="2369" y="679"/>
                  <a:pt x="2367" y="696"/>
                  <a:pt x="2364" y="713"/>
                </a:cubicBezTo>
                <a:cubicBezTo>
                  <a:pt x="2357" y="755"/>
                  <a:pt x="2353" y="757"/>
                  <a:pt x="2359" y="758"/>
                </a:cubicBezTo>
                <a:cubicBezTo>
                  <a:pt x="2365" y="714"/>
                  <a:pt x="2371" y="701"/>
                  <a:pt x="2373" y="689"/>
                </a:cubicBezTo>
                <a:cubicBezTo>
                  <a:pt x="2390" y="631"/>
                  <a:pt x="2392" y="626"/>
                  <a:pt x="2392" y="619"/>
                </a:cubicBezTo>
                <a:cubicBezTo>
                  <a:pt x="2419" y="571"/>
                  <a:pt x="2418" y="562"/>
                  <a:pt x="2423" y="560"/>
                </a:cubicBezTo>
                <a:cubicBezTo>
                  <a:pt x="2441" y="526"/>
                  <a:pt x="2448" y="525"/>
                  <a:pt x="2449" y="519"/>
                </a:cubicBezTo>
                <a:cubicBezTo>
                  <a:pt x="2482" y="479"/>
                  <a:pt x="2481" y="473"/>
                  <a:pt x="2486" y="473"/>
                </a:cubicBezTo>
                <a:cubicBezTo>
                  <a:pt x="2505" y="451"/>
                  <a:pt x="2502" y="443"/>
                  <a:pt x="2508" y="442"/>
                </a:cubicBezTo>
                <a:cubicBezTo>
                  <a:pt x="2537" y="393"/>
                  <a:pt x="2543" y="388"/>
                  <a:pt x="2547" y="381"/>
                </a:cubicBezTo>
                <a:cubicBezTo>
                  <a:pt x="2577" y="332"/>
                  <a:pt x="2578" y="321"/>
                  <a:pt x="2584" y="316"/>
                </a:cubicBezTo>
                <a:cubicBezTo>
                  <a:pt x="2567" y="360"/>
                  <a:pt x="2563" y="362"/>
                  <a:pt x="2560" y="366"/>
                </a:cubicBezTo>
                <a:cubicBezTo>
                  <a:pt x="2529" y="421"/>
                  <a:pt x="2528" y="432"/>
                  <a:pt x="2521" y="438"/>
                </a:cubicBezTo>
                <a:cubicBezTo>
                  <a:pt x="2490" y="494"/>
                  <a:pt x="2482" y="498"/>
                  <a:pt x="2479" y="508"/>
                </a:cubicBezTo>
                <a:cubicBezTo>
                  <a:pt x="2453" y="542"/>
                  <a:pt x="2452" y="548"/>
                  <a:pt x="2449" y="551"/>
                </a:cubicBezTo>
                <a:cubicBezTo>
                  <a:pt x="2437" y="564"/>
                  <a:pt x="2436" y="569"/>
                  <a:pt x="2434" y="573"/>
                </a:cubicBezTo>
                <a:cubicBezTo>
                  <a:pt x="2414" y="615"/>
                  <a:pt x="2404" y="630"/>
                  <a:pt x="2401" y="652"/>
                </a:cubicBezTo>
                <a:cubicBezTo>
                  <a:pt x="2390" y="690"/>
                  <a:pt x="2387" y="700"/>
                  <a:pt x="2386" y="711"/>
                </a:cubicBezTo>
                <a:cubicBezTo>
                  <a:pt x="2389" y="745"/>
                  <a:pt x="2385" y="735"/>
                  <a:pt x="2390" y="734"/>
                </a:cubicBezTo>
                <a:cubicBezTo>
                  <a:pt x="2395" y="685"/>
                  <a:pt x="2402" y="670"/>
                  <a:pt x="2405" y="649"/>
                </a:cubicBezTo>
                <a:cubicBezTo>
                  <a:pt x="2426" y="612"/>
                  <a:pt x="2423" y="603"/>
                  <a:pt x="2427" y="602"/>
                </a:cubicBezTo>
                <a:cubicBezTo>
                  <a:pt x="2441" y="569"/>
                  <a:pt x="2451" y="566"/>
                  <a:pt x="2453" y="556"/>
                </a:cubicBezTo>
                <a:cubicBezTo>
                  <a:pt x="2477" y="522"/>
                  <a:pt x="2481" y="520"/>
                  <a:pt x="2484" y="516"/>
                </a:cubicBezTo>
                <a:cubicBezTo>
                  <a:pt x="2504" y="490"/>
                  <a:pt x="2503" y="486"/>
                  <a:pt x="2506" y="486"/>
                </a:cubicBezTo>
                <a:cubicBezTo>
                  <a:pt x="2530" y="444"/>
                  <a:pt x="2531" y="434"/>
                  <a:pt x="2538" y="429"/>
                </a:cubicBezTo>
                <a:cubicBezTo>
                  <a:pt x="2564" y="389"/>
                  <a:pt x="2562" y="392"/>
                  <a:pt x="2560" y="397"/>
                </a:cubicBezTo>
                <a:cubicBezTo>
                  <a:pt x="2551" y="425"/>
                  <a:pt x="2547" y="432"/>
                  <a:pt x="2547" y="440"/>
                </a:cubicBezTo>
                <a:cubicBezTo>
                  <a:pt x="2518" y="479"/>
                  <a:pt x="2513" y="491"/>
                  <a:pt x="2503" y="499"/>
                </a:cubicBezTo>
                <a:cubicBezTo>
                  <a:pt x="2482" y="537"/>
                  <a:pt x="2477" y="540"/>
                  <a:pt x="2475" y="547"/>
                </a:cubicBezTo>
                <a:cubicBezTo>
                  <a:pt x="2463" y="564"/>
                  <a:pt x="2465" y="570"/>
                  <a:pt x="2462" y="571"/>
                </a:cubicBezTo>
                <a:cubicBezTo>
                  <a:pt x="2445" y="602"/>
                  <a:pt x="2443" y="608"/>
                  <a:pt x="2440" y="615"/>
                </a:cubicBezTo>
                <a:cubicBezTo>
                  <a:pt x="2423" y="658"/>
                  <a:pt x="2417" y="686"/>
                  <a:pt x="2414" y="717"/>
                </a:cubicBezTo>
                <a:cubicBezTo>
                  <a:pt x="2421" y="730"/>
                  <a:pt x="2417" y="715"/>
                  <a:pt x="2423" y="697"/>
                </a:cubicBezTo>
                <a:cubicBezTo>
                  <a:pt x="2456" y="595"/>
                  <a:pt x="2461" y="595"/>
                  <a:pt x="2462" y="591"/>
                </a:cubicBezTo>
                <a:cubicBezTo>
                  <a:pt x="2484" y="556"/>
                  <a:pt x="2482" y="547"/>
                  <a:pt x="2488" y="547"/>
                </a:cubicBezTo>
                <a:cubicBezTo>
                  <a:pt x="2520" y="494"/>
                  <a:pt x="2522" y="491"/>
                  <a:pt x="2523" y="488"/>
                </a:cubicBezTo>
                <a:cubicBezTo>
                  <a:pt x="2527" y="499"/>
                  <a:pt x="2518" y="509"/>
                  <a:pt x="2514" y="523"/>
                </a:cubicBezTo>
                <a:cubicBezTo>
                  <a:pt x="2485" y="577"/>
                  <a:pt x="2485" y="579"/>
                  <a:pt x="2484" y="582"/>
                </a:cubicBezTo>
                <a:cubicBezTo>
                  <a:pt x="2471" y="601"/>
                  <a:pt x="2471" y="608"/>
                  <a:pt x="2466" y="615"/>
                </a:cubicBezTo>
                <a:cubicBezTo>
                  <a:pt x="2455" y="667"/>
                  <a:pt x="2457" y="663"/>
                  <a:pt x="2458" y="658"/>
                </a:cubicBezTo>
                <a:cubicBezTo>
                  <a:pt x="2494" y="586"/>
                  <a:pt x="2491" y="575"/>
                  <a:pt x="2497" y="573"/>
                </a:cubicBezTo>
                <a:cubicBezTo>
                  <a:pt x="2528" y="520"/>
                  <a:pt x="2527" y="511"/>
                  <a:pt x="2532" y="508"/>
                </a:cubicBezTo>
                <a:cubicBezTo>
                  <a:pt x="2542" y="479"/>
                  <a:pt x="2547" y="472"/>
                  <a:pt x="2543" y="473"/>
                </a:cubicBezTo>
                <a:cubicBezTo>
                  <a:pt x="2533" y="519"/>
                  <a:pt x="2535" y="575"/>
                  <a:pt x="2523" y="617"/>
                </a:cubicBezTo>
                <a:cubicBezTo>
                  <a:pt x="2498" y="753"/>
                  <a:pt x="2496" y="760"/>
                  <a:pt x="2495" y="767"/>
                </a:cubicBezTo>
                <a:cubicBezTo>
                  <a:pt x="2503" y="765"/>
                  <a:pt x="2508" y="735"/>
                  <a:pt x="2516" y="708"/>
                </a:cubicBezTo>
                <a:cubicBezTo>
                  <a:pt x="2543" y="549"/>
                  <a:pt x="2543" y="541"/>
                  <a:pt x="2545" y="536"/>
                </a:cubicBezTo>
                <a:cubicBezTo>
                  <a:pt x="2550" y="513"/>
                  <a:pt x="2550" y="516"/>
                  <a:pt x="2551" y="508"/>
                </a:cubicBezTo>
                <a:cubicBezTo>
                  <a:pt x="2561" y="468"/>
                  <a:pt x="2557" y="457"/>
                  <a:pt x="2562" y="455"/>
                </a:cubicBezTo>
                <a:cubicBezTo>
                  <a:pt x="2564" y="481"/>
                  <a:pt x="2559" y="481"/>
                  <a:pt x="2560" y="486"/>
                </a:cubicBezTo>
                <a:cubicBezTo>
                  <a:pt x="2561" y="552"/>
                  <a:pt x="2560" y="561"/>
                  <a:pt x="2562" y="573"/>
                </a:cubicBezTo>
                <a:cubicBezTo>
                  <a:pt x="2538" y="696"/>
                  <a:pt x="2542" y="705"/>
                  <a:pt x="2540" y="708"/>
                </a:cubicBezTo>
                <a:cubicBezTo>
                  <a:pt x="2522" y="773"/>
                  <a:pt x="2522" y="782"/>
                  <a:pt x="2521" y="789"/>
                </a:cubicBezTo>
                <a:cubicBezTo>
                  <a:pt x="2525" y="796"/>
                  <a:pt x="2527" y="777"/>
                  <a:pt x="2534" y="763"/>
                </a:cubicBezTo>
                <a:cubicBezTo>
                  <a:pt x="2542" y="733"/>
                  <a:pt x="2538" y="724"/>
                  <a:pt x="2543" y="724"/>
                </a:cubicBezTo>
                <a:cubicBezTo>
                  <a:pt x="2557" y="641"/>
                  <a:pt x="2562" y="626"/>
                  <a:pt x="2567" y="610"/>
                </a:cubicBezTo>
                <a:cubicBezTo>
                  <a:pt x="2571" y="542"/>
                  <a:pt x="2568" y="518"/>
                  <a:pt x="2569" y="475"/>
                </a:cubicBezTo>
                <a:cubicBezTo>
                  <a:pt x="2570" y="422"/>
                  <a:pt x="2575" y="422"/>
                  <a:pt x="2573" y="416"/>
                </a:cubicBezTo>
                <a:cubicBezTo>
                  <a:pt x="2576" y="395"/>
                  <a:pt x="2573" y="394"/>
                  <a:pt x="2573" y="394"/>
                </a:cubicBezTo>
                <a:cubicBezTo>
                  <a:pt x="2582" y="376"/>
                  <a:pt x="2585" y="391"/>
                  <a:pt x="2584" y="407"/>
                </a:cubicBezTo>
                <a:cubicBezTo>
                  <a:pt x="2586" y="485"/>
                  <a:pt x="2588" y="495"/>
                  <a:pt x="2584" y="499"/>
                </a:cubicBezTo>
                <a:cubicBezTo>
                  <a:pt x="2587" y="537"/>
                  <a:pt x="2584" y="556"/>
                  <a:pt x="2588" y="569"/>
                </a:cubicBezTo>
                <a:cubicBezTo>
                  <a:pt x="2586" y="639"/>
                  <a:pt x="2581" y="653"/>
                  <a:pt x="2582" y="673"/>
                </a:cubicBezTo>
                <a:cubicBezTo>
                  <a:pt x="2579" y="709"/>
                  <a:pt x="2585" y="697"/>
                  <a:pt x="2584" y="678"/>
                </a:cubicBezTo>
                <a:cubicBezTo>
                  <a:pt x="2591" y="654"/>
                  <a:pt x="2587" y="646"/>
                  <a:pt x="2588" y="643"/>
                </a:cubicBezTo>
                <a:cubicBezTo>
                  <a:pt x="2594" y="565"/>
                  <a:pt x="2596" y="549"/>
                  <a:pt x="2595" y="532"/>
                </a:cubicBezTo>
                <a:cubicBezTo>
                  <a:pt x="2595" y="477"/>
                  <a:pt x="2594" y="475"/>
                  <a:pt x="2593" y="473"/>
                </a:cubicBezTo>
                <a:cubicBezTo>
                  <a:pt x="2593" y="439"/>
                  <a:pt x="2589" y="438"/>
                  <a:pt x="2591" y="431"/>
                </a:cubicBezTo>
                <a:cubicBezTo>
                  <a:pt x="2591" y="411"/>
                  <a:pt x="2590" y="406"/>
                  <a:pt x="2593" y="405"/>
                </a:cubicBezTo>
                <a:cubicBezTo>
                  <a:pt x="2596" y="421"/>
                  <a:pt x="2599" y="424"/>
                  <a:pt x="2599" y="431"/>
                </a:cubicBezTo>
                <a:cubicBezTo>
                  <a:pt x="2607" y="578"/>
                  <a:pt x="2612" y="578"/>
                  <a:pt x="2610" y="584"/>
                </a:cubicBezTo>
                <a:cubicBezTo>
                  <a:pt x="2608" y="676"/>
                  <a:pt x="2609" y="683"/>
                  <a:pt x="2608" y="700"/>
                </a:cubicBezTo>
                <a:cubicBezTo>
                  <a:pt x="2604" y="727"/>
                  <a:pt x="2608" y="721"/>
                  <a:pt x="2610" y="713"/>
                </a:cubicBezTo>
                <a:cubicBezTo>
                  <a:pt x="2617" y="628"/>
                  <a:pt x="2617" y="628"/>
                  <a:pt x="2617" y="628"/>
                </a:cubicBezTo>
                <a:cubicBezTo>
                  <a:pt x="2616" y="568"/>
                  <a:pt x="2617" y="567"/>
                  <a:pt x="2615" y="556"/>
                </a:cubicBezTo>
                <a:cubicBezTo>
                  <a:pt x="2604" y="402"/>
                  <a:pt x="2602" y="388"/>
                  <a:pt x="2602" y="368"/>
                </a:cubicBezTo>
                <a:cubicBezTo>
                  <a:pt x="2601" y="317"/>
                  <a:pt x="2597" y="313"/>
                  <a:pt x="2604" y="312"/>
                </a:cubicBezTo>
                <a:cubicBezTo>
                  <a:pt x="2615" y="406"/>
                  <a:pt x="2620" y="408"/>
                  <a:pt x="2619" y="416"/>
                </a:cubicBezTo>
                <a:cubicBezTo>
                  <a:pt x="2630" y="567"/>
                  <a:pt x="2630" y="585"/>
                  <a:pt x="2630" y="602"/>
                </a:cubicBezTo>
                <a:cubicBezTo>
                  <a:pt x="2627" y="621"/>
                  <a:pt x="2630" y="621"/>
                  <a:pt x="2630" y="621"/>
                </a:cubicBezTo>
                <a:cubicBezTo>
                  <a:pt x="2628" y="655"/>
                  <a:pt x="2633" y="654"/>
                  <a:pt x="2632" y="647"/>
                </a:cubicBezTo>
                <a:cubicBezTo>
                  <a:pt x="2632" y="609"/>
                  <a:pt x="2641" y="603"/>
                  <a:pt x="2634" y="599"/>
                </a:cubicBezTo>
                <a:cubicBezTo>
                  <a:pt x="2622" y="398"/>
                  <a:pt x="2625" y="390"/>
                  <a:pt x="2623" y="386"/>
                </a:cubicBezTo>
                <a:cubicBezTo>
                  <a:pt x="2612" y="298"/>
                  <a:pt x="2612" y="298"/>
                  <a:pt x="2612" y="298"/>
                </a:cubicBezTo>
                <a:cubicBezTo>
                  <a:pt x="2615" y="234"/>
                  <a:pt x="2616" y="229"/>
                  <a:pt x="2619" y="226"/>
                </a:cubicBezTo>
                <a:cubicBezTo>
                  <a:pt x="2627" y="274"/>
                  <a:pt x="2626" y="281"/>
                  <a:pt x="2630" y="283"/>
                </a:cubicBezTo>
                <a:cubicBezTo>
                  <a:pt x="2637" y="331"/>
                  <a:pt x="2644" y="346"/>
                  <a:pt x="2647" y="366"/>
                </a:cubicBezTo>
                <a:cubicBezTo>
                  <a:pt x="2666" y="436"/>
                  <a:pt x="2662" y="446"/>
                  <a:pt x="2667" y="447"/>
                </a:cubicBezTo>
                <a:cubicBezTo>
                  <a:pt x="2676" y="591"/>
                  <a:pt x="2676" y="591"/>
                  <a:pt x="2676" y="591"/>
                </a:cubicBezTo>
                <a:cubicBezTo>
                  <a:pt x="2677" y="618"/>
                  <a:pt x="2679" y="615"/>
                  <a:pt x="2680" y="610"/>
                </a:cubicBezTo>
                <a:cubicBezTo>
                  <a:pt x="2680" y="558"/>
                  <a:pt x="2679" y="554"/>
                  <a:pt x="2680" y="549"/>
                </a:cubicBezTo>
                <a:cubicBezTo>
                  <a:pt x="2674" y="470"/>
                  <a:pt x="2677" y="456"/>
                  <a:pt x="2673" y="449"/>
                </a:cubicBezTo>
                <a:cubicBezTo>
                  <a:pt x="2664" y="405"/>
                  <a:pt x="2665" y="398"/>
                  <a:pt x="2665" y="392"/>
                </a:cubicBezTo>
                <a:cubicBezTo>
                  <a:pt x="2654" y="345"/>
                  <a:pt x="2647" y="330"/>
                  <a:pt x="2645" y="309"/>
                </a:cubicBezTo>
                <a:cubicBezTo>
                  <a:pt x="2628" y="224"/>
                  <a:pt x="2628" y="224"/>
                  <a:pt x="2628" y="224"/>
                </a:cubicBezTo>
                <a:cubicBezTo>
                  <a:pt x="2657" y="335"/>
                  <a:pt x="2667" y="357"/>
                  <a:pt x="2673" y="383"/>
                </a:cubicBezTo>
                <a:cubicBezTo>
                  <a:pt x="2697" y="482"/>
                  <a:pt x="2689" y="497"/>
                  <a:pt x="2695" y="497"/>
                </a:cubicBezTo>
                <a:cubicBezTo>
                  <a:pt x="2693" y="420"/>
                  <a:pt x="2686" y="404"/>
                  <a:pt x="2684" y="383"/>
                </a:cubicBezTo>
                <a:cubicBezTo>
                  <a:pt x="2676" y="354"/>
                  <a:pt x="2672" y="345"/>
                  <a:pt x="2669" y="335"/>
                </a:cubicBezTo>
                <a:cubicBezTo>
                  <a:pt x="2662" y="314"/>
                  <a:pt x="2662" y="308"/>
                  <a:pt x="2665" y="307"/>
                </a:cubicBezTo>
                <a:cubicBezTo>
                  <a:pt x="2684" y="359"/>
                  <a:pt x="2686" y="361"/>
                  <a:pt x="2689" y="362"/>
                </a:cubicBezTo>
                <a:cubicBezTo>
                  <a:pt x="2699" y="392"/>
                  <a:pt x="2702" y="397"/>
                  <a:pt x="2704" y="403"/>
                </a:cubicBezTo>
                <a:cubicBezTo>
                  <a:pt x="2731" y="478"/>
                  <a:pt x="2734" y="489"/>
                  <a:pt x="2737" y="499"/>
                </a:cubicBezTo>
                <a:cubicBezTo>
                  <a:pt x="2745" y="509"/>
                  <a:pt x="2740" y="492"/>
                  <a:pt x="2737" y="473"/>
                </a:cubicBezTo>
                <a:cubicBezTo>
                  <a:pt x="2718" y="414"/>
                  <a:pt x="2713" y="407"/>
                  <a:pt x="2711" y="399"/>
                </a:cubicBezTo>
                <a:cubicBezTo>
                  <a:pt x="2696" y="368"/>
                  <a:pt x="2695" y="357"/>
                  <a:pt x="2691" y="351"/>
                </a:cubicBezTo>
                <a:cubicBezTo>
                  <a:pt x="2673" y="309"/>
                  <a:pt x="2674" y="301"/>
                  <a:pt x="2669" y="298"/>
                </a:cubicBezTo>
                <a:cubicBezTo>
                  <a:pt x="2662" y="267"/>
                  <a:pt x="2657" y="256"/>
                  <a:pt x="2654" y="244"/>
                </a:cubicBezTo>
                <a:cubicBezTo>
                  <a:pt x="2645" y="223"/>
                  <a:pt x="2648" y="212"/>
                  <a:pt x="2643" y="209"/>
                </a:cubicBezTo>
                <a:cubicBezTo>
                  <a:pt x="2640" y="167"/>
                  <a:pt x="2636" y="159"/>
                  <a:pt x="2641" y="159"/>
                </a:cubicBezTo>
                <a:cubicBezTo>
                  <a:pt x="2645" y="170"/>
                  <a:pt x="2649" y="172"/>
                  <a:pt x="2647" y="181"/>
                </a:cubicBezTo>
                <a:cubicBezTo>
                  <a:pt x="2655" y="202"/>
                  <a:pt x="2657" y="207"/>
                  <a:pt x="2658" y="213"/>
                </a:cubicBezTo>
                <a:cubicBezTo>
                  <a:pt x="2682" y="266"/>
                  <a:pt x="2681" y="275"/>
                  <a:pt x="2687" y="277"/>
                </a:cubicBezTo>
                <a:cubicBezTo>
                  <a:pt x="2714" y="328"/>
                  <a:pt x="2710" y="330"/>
                  <a:pt x="2715" y="335"/>
                </a:cubicBezTo>
                <a:cubicBezTo>
                  <a:pt x="2739" y="387"/>
                  <a:pt x="2739" y="394"/>
                  <a:pt x="2741" y="401"/>
                </a:cubicBezTo>
                <a:cubicBezTo>
                  <a:pt x="2753" y="416"/>
                  <a:pt x="2746" y="406"/>
                  <a:pt x="2743" y="390"/>
                </a:cubicBezTo>
                <a:cubicBezTo>
                  <a:pt x="2722" y="338"/>
                  <a:pt x="2722" y="333"/>
                  <a:pt x="2719" y="331"/>
                </a:cubicBezTo>
                <a:cubicBezTo>
                  <a:pt x="2696" y="283"/>
                  <a:pt x="2692" y="277"/>
                  <a:pt x="2691" y="268"/>
                </a:cubicBezTo>
                <a:cubicBezTo>
                  <a:pt x="2656" y="183"/>
                  <a:pt x="2659" y="175"/>
                  <a:pt x="2656" y="174"/>
                </a:cubicBezTo>
                <a:cubicBezTo>
                  <a:pt x="2645" y="89"/>
                  <a:pt x="2645" y="89"/>
                  <a:pt x="2645" y="89"/>
                </a:cubicBezTo>
                <a:cubicBezTo>
                  <a:pt x="2648" y="83"/>
                  <a:pt x="2651" y="92"/>
                  <a:pt x="2654" y="102"/>
                </a:cubicBezTo>
                <a:cubicBezTo>
                  <a:pt x="2666" y="159"/>
                  <a:pt x="2662" y="163"/>
                  <a:pt x="2665" y="170"/>
                </a:cubicBezTo>
                <a:cubicBezTo>
                  <a:pt x="2682" y="216"/>
                  <a:pt x="2685" y="223"/>
                  <a:pt x="2689" y="229"/>
                </a:cubicBezTo>
                <a:cubicBezTo>
                  <a:pt x="2713" y="277"/>
                  <a:pt x="2715" y="280"/>
                  <a:pt x="2717" y="283"/>
                </a:cubicBezTo>
                <a:cubicBezTo>
                  <a:pt x="2734" y="325"/>
                  <a:pt x="2744" y="320"/>
                  <a:pt x="2741" y="327"/>
                </a:cubicBezTo>
                <a:cubicBezTo>
                  <a:pt x="2773" y="382"/>
                  <a:pt x="2778" y="396"/>
                  <a:pt x="2785" y="407"/>
                </a:cubicBezTo>
                <a:cubicBezTo>
                  <a:pt x="2796" y="434"/>
                  <a:pt x="2795" y="444"/>
                  <a:pt x="2802" y="447"/>
                </a:cubicBezTo>
                <a:cubicBezTo>
                  <a:pt x="2789" y="399"/>
                  <a:pt x="2784" y="395"/>
                  <a:pt x="2782" y="388"/>
                </a:cubicBezTo>
                <a:cubicBezTo>
                  <a:pt x="2772" y="361"/>
                  <a:pt x="2768" y="356"/>
                  <a:pt x="2765" y="351"/>
                </a:cubicBezTo>
                <a:cubicBezTo>
                  <a:pt x="2745" y="309"/>
                  <a:pt x="2738" y="307"/>
                  <a:pt x="2737" y="298"/>
                </a:cubicBezTo>
                <a:cubicBezTo>
                  <a:pt x="2713" y="253"/>
                  <a:pt x="2707" y="254"/>
                  <a:pt x="2708" y="248"/>
                </a:cubicBezTo>
                <a:cubicBezTo>
                  <a:pt x="2689" y="204"/>
                  <a:pt x="2684" y="200"/>
                  <a:pt x="2684" y="192"/>
                </a:cubicBezTo>
                <a:cubicBezTo>
                  <a:pt x="2673" y="167"/>
                  <a:pt x="2673" y="158"/>
                  <a:pt x="2669" y="152"/>
                </a:cubicBezTo>
                <a:cubicBezTo>
                  <a:pt x="2657" y="77"/>
                  <a:pt x="2661" y="68"/>
                  <a:pt x="2656" y="67"/>
                </a:cubicBezTo>
                <a:cubicBezTo>
                  <a:pt x="2664" y="67"/>
                  <a:pt x="2660" y="69"/>
                  <a:pt x="2660" y="70"/>
                </a:cubicBezTo>
                <a:cubicBezTo>
                  <a:pt x="2674" y="116"/>
                  <a:pt x="2681" y="129"/>
                  <a:pt x="2682" y="148"/>
                </a:cubicBezTo>
                <a:cubicBezTo>
                  <a:pt x="2694" y="178"/>
                  <a:pt x="2702" y="181"/>
                  <a:pt x="2702" y="192"/>
                </a:cubicBezTo>
                <a:cubicBezTo>
                  <a:pt x="2725" y="237"/>
                  <a:pt x="2726" y="241"/>
                  <a:pt x="2726" y="246"/>
                </a:cubicBezTo>
                <a:cubicBezTo>
                  <a:pt x="2752" y="278"/>
                  <a:pt x="2754" y="286"/>
                  <a:pt x="2759" y="292"/>
                </a:cubicBezTo>
                <a:cubicBezTo>
                  <a:pt x="2772" y="303"/>
                  <a:pt x="2767" y="300"/>
                  <a:pt x="2765" y="294"/>
                </a:cubicBezTo>
                <a:cubicBezTo>
                  <a:pt x="2750" y="265"/>
                  <a:pt x="2740" y="258"/>
                  <a:pt x="2737" y="244"/>
                </a:cubicBezTo>
                <a:cubicBezTo>
                  <a:pt x="2721" y="219"/>
                  <a:pt x="2723" y="212"/>
                  <a:pt x="2719" y="211"/>
                </a:cubicBezTo>
                <a:cubicBezTo>
                  <a:pt x="2694" y="150"/>
                  <a:pt x="2684" y="126"/>
                  <a:pt x="2680" y="96"/>
                </a:cubicBezTo>
                <a:cubicBezTo>
                  <a:pt x="2668" y="50"/>
                  <a:pt x="2659" y="45"/>
                  <a:pt x="2665" y="39"/>
                </a:cubicBezTo>
                <a:cubicBezTo>
                  <a:pt x="2680" y="70"/>
                  <a:pt x="2682" y="86"/>
                  <a:pt x="2687" y="100"/>
                </a:cubicBezTo>
                <a:cubicBezTo>
                  <a:pt x="2711" y="149"/>
                  <a:pt x="2710" y="168"/>
                  <a:pt x="2719" y="176"/>
                </a:cubicBezTo>
                <a:cubicBezTo>
                  <a:pt x="2744" y="219"/>
                  <a:pt x="2747" y="228"/>
                  <a:pt x="2750" y="235"/>
                </a:cubicBezTo>
                <a:cubicBezTo>
                  <a:pt x="2765" y="266"/>
                  <a:pt x="2774" y="272"/>
                  <a:pt x="2776" y="283"/>
                </a:cubicBezTo>
                <a:cubicBezTo>
                  <a:pt x="2786" y="300"/>
                  <a:pt x="2786" y="308"/>
                  <a:pt x="2791" y="309"/>
                </a:cubicBezTo>
                <a:cubicBezTo>
                  <a:pt x="2806" y="343"/>
                  <a:pt x="2806" y="350"/>
                  <a:pt x="2811" y="351"/>
                </a:cubicBezTo>
                <a:cubicBezTo>
                  <a:pt x="2799" y="318"/>
                  <a:pt x="2799" y="309"/>
                  <a:pt x="2793" y="305"/>
                </a:cubicBezTo>
                <a:cubicBezTo>
                  <a:pt x="2780" y="271"/>
                  <a:pt x="2771" y="261"/>
                  <a:pt x="2767" y="246"/>
                </a:cubicBezTo>
                <a:cubicBezTo>
                  <a:pt x="2745" y="202"/>
                  <a:pt x="2737" y="201"/>
                  <a:pt x="2737" y="192"/>
                </a:cubicBezTo>
                <a:cubicBezTo>
                  <a:pt x="2720" y="162"/>
                  <a:pt x="2720" y="156"/>
                  <a:pt x="2717" y="155"/>
                </a:cubicBezTo>
                <a:cubicBezTo>
                  <a:pt x="2689" y="78"/>
                  <a:pt x="2685" y="62"/>
                  <a:pt x="2678" y="50"/>
                </a:cubicBezTo>
                <a:cubicBezTo>
                  <a:pt x="2669" y="8"/>
                  <a:pt x="2668" y="4"/>
                  <a:pt x="2667" y="0"/>
                </a:cubicBezTo>
                <a:cubicBezTo>
                  <a:pt x="2643" y="26"/>
                  <a:pt x="2634" y="31"/>
                  <a:pt x="2636" y="37"/>
                </a:cubicBezTo>
                <a:cubicBezTo>
                  <a:pt x="2621" y="57"/>
                  <a:pt x="2620" y="59"/>
                  <a:pt x="2619" y="61"/>
                </a:cubicBezTo>
                <a:cubicBezTo>
                  <a:pt x="2604" y="81"/>
                  <a:pt x="2606" y="87"/>
                  <a:pt x="2604" y="89"/>
                </a:cubicBezTo>
                <a:cubicBezTo>
                  <a:pt x="2577" y="128"/>
                  <a:pt x="2568" y="139"/>
                  <a:pt x="2560" y="150"/>
                </a:cubicBezTo>
                <a:cubicBezTo>
                  <a:pt x="2542" y="170"/>
                  <a:pt x="2540" y="170"/>
                  <a:pt x="2540" y="174"/>
                </a:cubicBezTo>
                <a:cubicBezTo>
                  <a:pt x="2521" y="188"/>
                  <a:pt x="2523" y="196"/>
                  <a:pt x="2516" y="194"/>
                </a:cubicBezTo>
                <a:cubicBezTo>
                  <a:pt x="2500" y="217"/>
                  <a:pt x="2490" y="217"/>
                  <a:pt x="2488" y="224"/>
                </a:cubicBezTo>
                <a:cubicBezTo>
                  <a:pt x="2447" y="256"/>
                  <a:pt x="2450" y="266"/>
                  <a:pt x="2442" y="266"/>
                </a:cubicBezTo>
                <a:cubicBezTo>
                  <a:pt x="2420" y="294"/>
                  <a:pt x="2413" y="295"/>
                  <a:pt x="2410" y="298"/>
                </a:cubicBezTo>
                <a:cubicBezTo>
                  <a:pt x="2372" y="341"/>
                  <a:pt x="2367" y="350"/>
                  <a:pt x="2359" y="357"/>
                </a:cubicBezTo>
                <a:cubicBezTo>
                  <a:pt x="2337" y="393"/>
                  <a:pt x="2335" y="395"/>
                  <a:pt x="2336" y="399"/>
                </a:cubicBezTo>
                <a:cubicBezTo>
                  <a:pt x="2321" y="412"/>
                  <a:pt x="2325" y="424"/>
                  <a:pt x="2320" y="427"/>
                </a:cubicBezTo>
                <a:cubicBezTo>
                  <a:pt x="2297" y="465"/>
                  <a:pt x="2291" y="468"/>
                  <a:pt x="2290" y="475"/>
                </a:cubicBezTo>
                <a:cubicBezTo>
                  <a:pt x="2269" y="516"/>
                  <a:pt x="2269" y="524"/>
                  <a:pt x="2268" y="532"/>
                </a:cubicBezTo>
                <a:close/>
                <a:moveTo>
                  <a:pt x="2588" y="235"/>
                </a:moveTo>
                <a:cubicBezTo>
                  <a:pt x="2585" y="239"/>
                  <a:pt x="2582" y="243"/>
                  <a:pt x="2580" y="248"/>
                </a:cubicBezTo>
                <a:cubicBezTo>
                  <a:pt x="2574" y="245"/>
                  <a:pt x="2584" y="240"/>
                  <a:pt x="2584" y="235"/>
                </a:cubicBezTo>
                <a:cubicBezTo>
                  <a:pt x="2588" y="232"/>
                  <a:pt x="2589" y="226"/>
                  <a:pt x="2593" y="222"/>
                </a:cubicBezTo>
                <a:cubicBezTo>
                  <a:pt x="2599" y="226"/>
                  <a:pt x="2588" y="230"/>
                  <a:pt x="2588" y="235"/>
                </a:cubicBezTo>
                <a:close/>
                <a:moveTo>
                  <a:pt x="2593" y="357"/>
                </a:moveTo>
                <a:cubicBezTo>
                  <a:pt x="2591" y="361"/>
                  <a:pt x="2590" y="356"/>
                  <a:pt x="2591" y="353"/>
                </a:cubicBezTo>
                <a:cubicBezTo>
                  <a:pt x="2592" y="349"/>
                  <a:pt x="2593" y="354"/>
                  <a:pt x="2593" y="357"/>
                </a:cubicBezTo>
                <a:close/>
                <a:moveTo>
                  <a:pt x="2626" y="146"/>
                </a:moveTo>
                <a:cubicBezTo>
                  <a:pt x="2620" y="140"/>
                  <a:pt x="2626" y="128"/>
                  <a:pt x="2628" y="122"/>
                </a:cubicBezTo>
                <a:cubicBezTo>
                  <a:pt x="2633" y="127"/>
                  <a:pt x="2623" y="136"/>
                  <a:pt x="2626" y="146"/>
                </a:cubicBezTo>
                <a:close/>
                <a:moveTo>
                  <a:pt x="2630" y="179"/>
                </a:moveTo>
                <a:cubicBezTo>
                  <a:pt x="2621" y="176"/>
                  <a:pt x="2630" y="171"/>
                  <a:pt x="2628" y="163"/>
                </a:cubicBezTo>
                <a:cubicBezTo>
                  <a:pt x="2633" y="164"/>
                  <a:pt x="2629" y="174"/>
                  <a:pt x="2630" y="179"/>
                </a:cubicBezTo>
                <a:close/>
                <a:moveTo>
                  <a:pt x="2630" y="109"/>
                </a:moveTo>
                <a:cubicBezTo>
                  <a:pt x="2620" y="105"/>
                  <a:pt x="2634" y="99"/>
                  <a:pt x="2632" y="89"/>
                </a:cubicBezTo>
                <a:cubicBezTo>
                  <a:pt x="2640" y="96"/>
                  <a:pt x="2627" y="99"/>
                  <a:pt x="2630" y="109"/>
                </a:cubicBezTo>
                <a:close/>
                <a:moveTo>
                  <a:pt x="2342" y="394"/>
                </a:moveTo>
                <a:cubicBezTo>
                  <a:pt x="2348" y="395"/>
                  <a:pt x="2344" y="386"/>
                  <a:pt x="2349" y="386"/>
                </a:cubicBezTo>
                <a:cubicBezTo>
                  <a:pt x="2366" y="361"/>
                  <a:pt x="2367" y="360"/>
                  <a:pt x="2368" y="359"/>
                </a:cubicBezTo>
                <a:cubicBezTo>
                  <a:pt x="2392" y="332"/>
                  <a:pt x="2390" y="325"/>
                  <a:pt x="2397" y="327"/>
                </a:cubicBezTo>
                <a:cubicBezTo>
                  <a:pt x="2424" y="298"/>
                  <a:pt x="2431" y="295"/>
                  <a:pt x="2434" y="288"/>
                </a:cubicBezTo>
                <a:cubicBezTo>
                  <a:pt x="2463" y="259"/>
                  <a:pt x="2471" y="253"/>
                  <a:pt x="2475" y="244"/>
                </a:cubicBezTo>
                <a:cubicBezTo>
                  <a:pt x="2495" y="230"/>
                  <a:pt x="2497" y="224"/>
                  <a:pt x="2501" y="220"/>
                </a:cubicBezTo>
                <a:cubicBezTo>
                  <a:pt x="2528" y="196"/>
                  <a:pt x="2532" y="195"/>
                  <a:pt x="2534" y="192"/>
                </a:cubicBezTo>
                <a:cubicBezTo>
                  <a:pt x="2564" y="150"/>
                  <a:pt x="2578" y="151"/>
                  <a:pt x="2578" y="137"/>
                </a:cubicBezTo>
                <a:cubicBezTo>
                  <a:pt x="2621" y="86"/>
                  <a:pt x="2625" y="63"/>
                  <a:pt x="2639" y="50"/>
                </a:cubicBezTo>
                <a:cubicBezTo>
                  <a:pt x="2629" y="77"/>
                  <a:pt x="2629" y="85"/>
                  <a:pt x="2623" y="87"/>
                </a:cubicBezTo>
                <a:cubicBezTo>
                  <a:pt x="2594" y="142"/>
                  <a:pt x="2594" y="148"/>
                  <a:pt x="2591" y="150"/>
                </a:cubicBezTo>
                <a:cubicBezTo>
                  <a:pt x="2563" y="181"/>
                  <a:pt x="2563" y="192"/>
                  <a:pt x="2556" y="196"/>
                </a:cubicBezTo>
                <a:cubicBezTo>
                  <a:pt x="2535" y="217"/>
                  <a:pt x="2534" y="226"/>
                  <a:pt x="2525" y="229"/>
                </a:cubicBezTo>
                <a:cubicBezTo>
                  <a:pt x="2489" y="268"/>
                  <a:pt x="2486" y="275"/>
                  <a:pt x="2479" y="279"/>
                </a:cubicBezTo>
                <a:cubicBezTo>
                  <a:pt x="2461" y="296"/>
                  <a:pt x="2460" y="298"/>
                  <a:pt x="2458" y="298"/>
                </a:cubicBezTo>
                <a:cubicBezTo>
                  <a:pt x="2433" y="319"/>
                  <a:pt x="2422" y="329"/>
                  <a:pt x="2410" y="338"/>
                </a:cubicBezTo>
                <a:cubicBezTo>
                  <a:pt x="2364" y="378"/>
                  <a:pt x="2362" y="381"/>
                  <a:pt x="2359" y="383"/>
                </a:cubicBezTo>
                <a:cubicBezTo>
                  <a:pt x="2343" y="402"/>
                  <a:pt x="2340" y="402"/>
                  <a:pt x="2340" y="405"/>
                </a:cubicBezTo>
                <a:close/>
                <a:moveTo>
                  <a:pt x="2551" y="26"/>
                </a:moveTo>
                <a:cubicBezTo>
                  <a:pt x="2533" y="53"/>
                  <a:pt x="2510" y="76"/>
                  <a:pt x="2486" y="98"/>
                </a:cubicBezTo>
                <a:cubicBezTo>
                  <a:pt x="2461" y="130"/>
                  <a:pt x="2457" y="132"/>
                  <a:pt x="2458" y="137"/>
                </a:cubicBezTo>
                <a:cubicBezTo>
                  <a:pt x="2431" y="164"/>
                  <a:pt x="2432" y="169"/>
                  <a:pt x="2427" y="170"/>
                </a:cubicBezTo>
                <a:cubicBezTo>
                  <a:pt x="2418" y="183"/>
                  <a:pt x="2416" y="187"/>
                  <a:pt x="2414" y="189"/>
                </a:cubicBezTo>
                <a:cubicBezTo>
                  <a:pt x="2423" y="184"/>
                  <a:pt x="2425" y="180"/>
                  <a:pt x="2429" y="176"/>
                </a:cubicBezTo>
                <a:cubicBezTo>
                  <a:pt x="2474" y="129"/>
                  <a:pt x="2477" y="124"/>
                  <a:pt x="2479" y="120"/>
                </a:cubicBezTo>
                <a:cubicBezTo>
                  <a:pt x="2498" y="104"/>
                  <a:pt x="2496" y="99"/>
                  <a:pt x="2501" y="100"/>
                </a:cubicBezTo>
                <a:cubicBezTo>
                  <a:pt x="2535" y="65"/>
                  <a:pt x="2534" y="60"/>
                  <a:pt x="2536" y="59"/>
                </a:cubicBezTo>
                <a:cubicBezTo>
                  <a:pt x="2555" y="30"/>
                  <a:pt x="2566" y="27"/>
                  <a:pt x="2569" y="15"/>
                </a:cubicBezTo>
                <a:cubicBezTo>
                  <a:pt x="2583" y="5"/>
                  <a:pt x="2583" y="3"/>
                  <a:pt x="2583" y="0"/>
                </a:cubicBezTo>
                <a:cubicBezTo>
                  <a:pt x="2563" y="8"/>
                  <a:pt x="2563" y="14"/>
                  <a:pt x="2560" y="17"/>
                </a:cubicBezTo>
                <a:close/>
                <a:moveTo>
                  <a:pt x="2711" y="37"/>
                </a:moveTo>
                <a:cubicBezTo>
                  <a:pt x="2717" y="39"/>
                  <a:pt x="2715" y="48"/>
                  <a:pt x="2719" y="52"/>
                </a:cubicBezTo>
                <a:cubicBezTo>
                  <a:pt x="2743" y="115"/>
                  <a:pt x="2751" y="115"/>
                  <a:pt x="2750" y="124"/>
                </a:cubicBezTo>
                <a:cubicBezTo>
                  <a:pt x="2761" y="147"/>
                  <a:pt x="2765" y="152"/>
                  <a:pt x="2767" y="159"/>
                </a:cubicBezTo>
                <a:cubicBezTo>
                  <a:pt x="2777" y="183"/>
                  <a:pt x="2781" y="188"/>
                  <a:pt x="2782" y="194"/>
                </a:cubicBezTo>
                <a:cubicBezTo>
                  <a:pt x="2806" y="231"/>
                  <a:pt x="2811" y="235"/>
                  <a:pt x="2813" y="242"/>
                </a:cubicBezTo>
                <a:cubicBezTo>
                  <a:pt x="2858" y="290"/>
                  <a:pt x="2848" y="290"/>
                  <a:pt x="2848" y="281"/>
                </a:cubicBezTo>
                <a:cubicBezTo>
                  <a:pt x="2826" y="242"/>
                  <a:pt x="2820" y="244"/>
                  <a:pt x="2820" y="240"/>
                </a:cubicBezTo>
                <a:cubicBezTo>
                  <a:pt x="2804" y="222"/>
                  <a:pt x="2807" y="214"/>
                  <a:pt x="2802" y="213"/>
                </a:cubicBezTo>
                <a:cubicBezTo>
                  <a:pt x="2789" y="193"/>
                  <a:pt x="2789" y="184"/>
                  <a:pt x="2785" y="179"/>
                </a:cubicBezTo>
                <a:cubicBezTo>
                  <a:pt x="2773" y="147"/>
                  <a:pt x="2767" y="140"/>
                  <a:pt x="2763" y="131"/>
                </a:cubicBezTo>
                <a:cubicBezTo>
                  <a:pt x="2742" y="83"/>
                  <a:pt x="2732" y="64"/>
                  <a:pt x="2726" y="43"/>
                </a:cubicBezTo>
                <a:cubicBezTo>
                  <a:pt x="2714" y="8"/>
                  <a:pt x="2713" y="4"/>
                  <a:pt x="2712" y="0"/>
                </a:cubicBezTo>
                <a:cubicBezTo>
                  <a:pt x="2707" y="23"/>
                  <a:pt x="2712" y="27"/>
                  <a:pt x="2711" y="37"/>
                </a:cubicBezTo>
                <a:close/>
                <a:moveTo>
                  <a:pt x="1591" y="997"/>
                </a:moveTo>
                <a:cubicBezTo>
                  <a:pt x="1591" y="991"/>
                  <a:pt x="1595" y="988"/>
                  <a:pt x="1595" y="981"/>
                </a:cubicBezTo>
                <a:cubicBezTo>
                  <a:pt x="1610" y="933"/>
                  <a:pt x="1607" y="925"/>
                  <a:pt x="1613" y="923"/>
                </a:cubicBezTo>
                <a:cubicBezTo>
                  <a:pt x="1626" y="868"/>
                  <a:pt x="1627" y="859"/>
                  <a:pt x="1631" y="853"/>
                </a:cubicBezTo>
                <a:cubicBezTo>
                  <a:pt x="1644" y="801"/>
                  <a:pt x="1644" y="793"/>
                  <a:pt x="1648" y="788"/>
                </a:cubicBezTo>
                <a:cubicBezTo>
                  <a:pt x="1660" y="736"/>
                  <a:pt x="1667" y="729"/>
                  <a:pt x="1669" y="720"/>
                </a:cubicBezTo>
                <a:cubicBezTo>
                  <a:pt x="1682" y="706"/>
                  <a:pt x="1681" y="700"/>
                  <a:pt x="1683" y="695"/>
                </a:cubicBezTo>
                <a:cubicBezTo>
                  <a:pt x="1695" y="675"/>
                  <a:pt x="1697" y="672"/>
                  <a:pt x="1699" y="674"/>
                </a:cubicBezTo>
                <a:cubicBezTo>
                  <a:pt x="1672" y="737"/>
                  <a:pt x="1676" y="744"/>
                  <a:pt x="1672" y="746"/>
                </a:cubicBezTo>
                <a:cubicBezTo>
                  <a:pt x="1661" y="790"/>
                  <a:pt x="1663" y="793"/>
                  <a:pt x="1661" y="794"/>
                </a:cubicBezTo>
                <a:cubicBezTo>
                  <a:pt x="1657" y="822"/>
                  <a:pt x="1655" y="826"/>
                  <a:pt x="1654" y="831"/>
                </a:cubicBezTo>
                <a:cubicBezTo>
                  <a:pt x="1651" y="853"/>
                  <a:pt x="1648" y="857"/>
                  <a:pt x="1649" y="863"/>
                </a:cubicBezTo>
                <a:cubicBezTo>
                  <a:pt x="1637" y="927"/>
                  <a:pt x="1636" y="933"/>
                  <a:pt x="1636" y="941"/>
                </a:cubicBezTo>
                <a:cubicBezTo>
                  <a:pt x="1629" y="975"/>
                  <a:pt x="1623" y="975"/>
                  <a:pt x="1625" y="980"/>
                </a:cubicBezTo>
                <a:cubicBezTo>
                  <a:pt x="1614" y="1012"/>
                  <a:pt x="1607" y="1023"/>
                  <a:pt x="1602" y="1035"/>
                </a:cubicBezTo>
                <a:cubicBezTo>
                  <a:pt x="1621" y="1005"/>
                  <a:pt x="1625" y="1005"/>
                  <a:pt x="1625" y="1002"/>
                </a:cubicBezTo>
                <a:cubicBezTo>
                  <a:pt x="1636" y="972"/>
                  <a:pt x="1636" y="964"/>
                  <a:pt x="1642" y="960"/>
                </a:cubicBezTo>
                <a:cubicBezTo>
                  <a:pt x="1649" y="910"/>
                  <a:pt x="1647" y="901"/>
                  <a:pt x="1653" y="898"/>
                </a:cubicBezTo>
                <a:cubicBezTo>
                  <a:pt x="1658" y="861"/>
                  <a:pt x="1659" y="845"/>
                  <a:pt x="1663" y="832"/>
                </a:cubicBezTo>
                <a:cubicBezTo>
                  <a:pt x="1674" y="785"/>
                  <a:pt x="1673" y="775"/>
                  <a:pt x="1676" y="769"/>
                </a:cubicBezTo>
                <a:cubicBezTo>
                  <a:pt x="1698" y="710"/>
                  <a:pt x="1694" y="703"/>
                  <a:pt x="1697" y="701"/>
                </a:cubicBezTo>
                <a:cubicBezTo>
                  <a:pt x="1721" y="660"/>
                  <a:pt x="1728" y="644"/>
                  <a:pt x="1737" y="630"/>
                </a:cubicBezTo>
                <a:cubicBezTo>
                  <a:pt x="1757" y="606"/>
                  <a:pt x="1761" y="604"/>
                  <a:pt x="1766" y="603"/>
                </a:cubicBezTo>
                <a:cubicBezTo>
                  <a:pt x="1773" y="599"/>
                  <a:pt x="1768" y="600"/>
                  <a:pt x="1766" y="603"/>
                </a:cubicBezTo>
                <a:cubicBezTo>
                  <a:pt x="1749" y="626"/>
                  <a:pt x="1750" y="632"/>
                  <a:pt x="1747" y="635"/>
                </a:cubicBezTo>
                <a:cubicBezTo>
                  <a:pt x="1719" y="686"/>
                  <a:pt x="1715" y="692"/>
                  <a:pt x="1712" y="701"/>
                </a:cubicBezTo>
                <a:cubicBezTo>
                  <a:pt x="1692" y="757"/>
                  <a:pt x="1692" y="767"/>
                  <a:pt x="1685" y="772"/>
                </a:cubicBezTo>
                <a:cubicBezTo>
                  <a:pt x="1669" y="830"/>
                  <a:pt x="1673" y="839"/>
                  <a:pt x="1667" y="842"/>
                </a:cubicBezTo>
                <a:cubicBezTo>
                  <a:pt x="1665" y="865"/>
                  <a:pt x="1664" y="870"/>
                  <a:pt x="1662" y="876"/>
                </a:cubicBezTo>
                <a:cubicBezTo>
                  <a:pt x="1650" y="927"/>
                  <a:pt x="1654" y="945"/>
                  <a:pt x="1645" y="954"/>
                </a:cubicBezTo>
                <a:cubicBezTo>
                  <a:pt x="1621" y="1043"/>
                  <a:pt x="1613" y="1046"/>
                  <a:pt x="1615" y="1055"/>
                </a:cubicBezTo>
                <a:cubicBezTo>
                  <a:pt x="1614" y="1060"/>
                  <a:pt x="1622" y="1054"/>
                  <a:pt x="1623" y="1043"/>
                </a:cubicBezTo>
                <a:cubicBezTo>
                  <a:pt x="1639" y="1006"/>
                  <a:pt x="1641" y="995"/>
                  <a:pt x="1647" y="987"/>
                </a:cubicBezTo>
                <a:cubicBezTo>
                  <a:pt x="1662" y="913"/>
                  <a:pt x="1670" y="906"/>
                  <a:pt x="1670" y="895"/>
                </a:cubicBezTo>
                <a:cubicBezTo>
                  <a:pt x="1687" y="827"/>
                  <a:pt x="1683" y="818"/>
                  <a:pt x="1686" y="814"/>
                </a:cubicBezTo>
                <a:cubicBezTo>
                  <a:pt x="1693" y="775"/>
                  <a:pt x="1702" y="773"/>
                  <a:pt x="1700" y="765"/>
                </a:cubicBezTo>
                <a:cubicBezTo>
                  <a:pt x="1730" y="692"/>
                  <a:pt x="1734" y="679"/>
                  <a:pt x="1740" y="667"/>
                </a:cubicBezTo>
                <a:cubicBezTo>
                  <a:pt x="1764" y="633"/>
                  <a:pt x="1761" y="628"/>
                  <a:pt x="1763" y="625"/>
                </a:cubicBezTo>
                <a:cubicBezTo>
                  <a:pt x="1784" y="596"/>
                  <a:pt x="1791" y="593"/>
                  <a:pt x="1794" y="586"/>
                </a:cubicBezTo>
                <a:cubicBezTo>
                  <a:pt x="1808" y="577"/>
                  <a:pt x="1808" y="574"/>
                  <a:pt x="1810" y="577"/>
                </a:cubicBezTo>
                <a:cubicBezTo>
                  <a:pt x="1785" y="618"/>
                  <a:pt x="1779" y="621"/>
                  <a:pt x="1779" y="629"/>
                </a:cubicBezTo>
                <a:cubicBezTo>
                  <a:pt x="1757" y="666"/>
                  <a:pt x="1756" y="673"/>
                  <a:pt x="1753" y="678"/>
                </a:cubicBezTo>
                <a:cubicBezTo>
                  <a:pt x="1723" y="756"/>
                  <a:pt x="1719" y="768"/>
                  <a:pt x="1716" y="771"/>
                </a:cubicBezTo>
                <a:cubicBezTo>
                  <a:pt x="1713" y="784"/>
                  <a:pt x="1716" y="785"/>
                  <a:pt x="1716" y="784"/>
                </a:cubicBezTo>
                <a:cubicBezTo>
                  <a:pt x="1703" y="818"/>
                  <a:pt x="1705" y="829"/>
                  <a:pt x="1701" y="836"/>
                </a:cubicBezTo>
                <a:cubicBezTo>
                  <a:pt x="1672" y="934"/>
                  <a:pt x="1666" y="939"/>
                  <a:pt x="1666" y="948"/>
                </a:cubicBezTo>
                <a:cubicBezTo>
                  <a:pt x="1656" y="964"/>
                  <a:pt x="1657" y="966"/>
                  <a:pt x="1660" y="965"/>
                </a:cubicBezTo>
                <a:cubicBezTo>
                  <a:pt x="1681" y="933"/>
                  <a:pt x="1686" y="932"/>
                  <a:pt x="1689" y="929"/>
                </a:cubicBezTo>
                <a:cubicBezTo>
                  <a:pt x="1692" y="929"/>
                  <a:pt x="1697" y="930"/>
                  <a:pt x="1695" y="925"/>
                </a:cubicBezTo>
                <a:cubicBezTo>
                  <a:pt x="1725" y="892"/>
                  <a:pt x="1733" y="888"/>
                  <a:pt x="1736" y="880"/>
                </a:cubicBezTo>
                <a:cubicBezTo>
                  <a:pt x="1782" y="818"/>
                  <a:pt x="1791" y="814"/>
                  <a:pt x="1796" y="808"/>
                </a:cubicBezTo>
                <a:cubicBezTo>
                  <a:pt x="1839" y="758"/>
                  <a:pt x="1838" y="752"/>
                  <a:pt x="1841" y="749"/>
                </a:cubicBezTo>
                <a:cubicBezTo>
                  <a:pt x="1855" y="724"/>
                  <a:pt x="1858" y="721"/>
                  <a:pt x="1859" y="716"/>
                </a:cubicBezTo>
                <a:cubicBezTo>
                  <a:pt x="1868" y="703"/>
                  <a:pt x="1872" y="700"/>
                  <a:pt x="1871" y="694"/>
                </a:cubicBezTo>
                <a:cubicBezTo>
                  <a:pt x="1887" y="668"/>
                  <a:pt x="1889" y="664"/>
                  <a:pt x="1891" y="660"/>
                </a:cubicBezTo>
                <a:cubicBezTo>
                  <a:pt x="1907" y="625"/>
                  <a:pt x="1908" y="623"/>
                  <a:pt x="1909" y="621"/>
                </a:cubicBezTo>
                <a:cubicBezTo>
                  <a:pt x="1919" y="591"/>
                  <a:pt x="1927" y="591"/>
                  <a:pt x="1924" y="583"/>
                </a:cubicBezTo>
                <a:cubicBezTo>
                  <a:pt x="1943" y="565"/>
                  <a:pt x="1936" y="556"/>
                  <a:pt x="1944" y="557"/>
                </a:cubicBezTo>
                <a:cubicBezTo>
                  <a:pt x="1961" y="515"/>
                  <a:pt x="1963" y="513"/>
                  <a:pt x="1964" y="509"/>
                </a:cubicBezTo>
                <a:cubicBezTo>
                  <a:pt x="1974" y="496"/>
                  <a:pt x="1971" y="486"/>
                  <a:pt x="1979" y="484"/>
                </a:cubicBezTo>
                <a:cubicBezTo>
                  <a:pt x="1987" y="478"/>
                  <a:pt x="1983" y="488"/>
                  <a:pt x="1982" y="499"/>
                </a:cubicBezTo>
                <a:cubicBezTo>
                  <a:pt x="1984" y="525"/>
                  <a:pt x="1985" y="528"/>
                  <a:pt x="1985" y="532"/>
                </a:cubicBezTo>
                <a:cubicBezTo>
                  <a:pt x="1992" y="482"/>
                  <a:pt x="1998" y="479"/>
                  <a:pt x="1997" y="470"/>
                </a:cubicBezTo>
                <a:cubicBezTo>
                  <a:pt x="2016" y="476"/>
                  <a:pt x="2011" y="464"/>
                  <a:pt x="2014" y="458"/>
                </a:cubicBezTo>
                <a:cubicBezTo>
                  <a:pt x="2023" y="444"/>
                  <a:pt x="2017" y="446"/>
                  <a:pt x="2020" y="455"/>
                </a:cubicBezTo>
                <a:cubicBezTo>
                  <a:pt x="2028" y="470"/>
                  <a:pt x="2025" y="476"/>
                  <a:pt x="2029" y="478"/>
                </a:cubicBezTo>
                <a:cubicBezTo>
                  <a:pt x="2037" y="428"/>
                  <a:pt x="2041" y="425"/>
                  <a:pt x="2040" y="418"/>
                </a:cubicBezTo>
                <a:cubicBezTo>
                  <a:pt x="2053" y="391"/>
                  <a:pt x="2065" y="395"/>
                  <a:pt x="2061" y="388"/>
                </a:cubicBezTo>
                <a:cubicBezTo>
                  <a:pt x="2076" y="361"/>
                  <a:pt x="2072" y="363"/>
                  <a:pt x="2071" y="357"/>
                </a:cubicBezTo>
                <a:cubicBezTo>
                  <a:pt x="2019" y="368"/>
                  <a:pt x="2016" y="366"/>
                  <a:pt x="2013" y="365"/>
                </a:cubicBezTo>
                <a:cubicBezTo>
                  <a:pt x="1985" y="336"/>
                  <a:pt x="1974" y="340"/>
                  <a:pt x="1973" y="328"/>
                </a:cubicBezTo>
                <a:cubicBezTo>
                  <a:pt x="1978" y="346"/>
                  <a:pt x="1981" y="350"/>
                  <a:pt x="1985" y="355"/>
                </a:cubicBezTo>
                <a:cubicBezTo>
                  <a:pt x="2009" y="380"/>
                  <a:pt x="2013" y="383"/>
                  <a:pt x="2017" y="387"/>
                </a:cubicBezTo>
                <a:cubicBezTo>
                  <a:pt x="1983" y="404"/>
                  <a:pt x="1984" y="398"/>
                  <a:pt x="1979" y="400"/>
                </a:cubicBezTo>
                <a:cubicBezTo>
                  <a:pt x="1942" y="400"/>
                  <a:pt x="1943" y="392"/>
                  <a:pt x="1936" y="395"/>
                </a:cubicBezTo>
                <a:cubicBezTo>
                  <a:pt x="1910" y="389"/>
                  <a:pt x="1906" y="388"/>
                  <a:pt x="1904" y="385"/>
                </a:cubicBezTo>
                <a:cubicBezTo>
                  <a:pt x="1835" y="360"/>
                  <a:pt x="1828" y="358"/>
                  <a:pt x="1823" y="353"/>
                </a:cubicBezTo>
                <a:cubicBezTo>
                  <a:pt x="1774" y="332"/>
                  <a:pt x="1774" y="325"/>
                  <a:pt x="1769" y="325"/>
                </a:cubicBezTo>
                <a:cubicBezTo>
                  <a:pt x="1728" y="306"/>
                  <a:pt x="1722" y="307"/>
                  <a:pt x="1719" y="305"/>
                </a:cubicBezTo>
                <a:cubicBezTo>
                  <a:pt x="1684" y="287"/>
                  <a:pt x="1676" y="287"/>
                  <a:pt x="1670" y="283"/>
                </a:cubicBezTo>
                <a:cubicBezTo>
                  <a:pt x="1616" y="276"/>
                  <a:pt x="1604" y="277"/>
                  <a:pt x="1592" y="277"/>
                </a:cubicBezTo>
                <a:cubicBezTo>
                  <a:pt x="1594" y="280"/>
                  <a:pt x="1613" y="284"/>
                  <a:pt x="1635" y="283"/>
                </a:cubicBezTo>
                <a:cubicBezTo>
                  <a:pt x="1657" y="292"/>
                  <a:pt x="1663" y="288"/>
                  <a:pt x="1665" y="291"/>
                </a:cubicBezTo>
                <a:cubicBezTo>
                  <a:pt x="1741" y="318"/>
                  <a:pt x="1767" y="337"/>
                  <a:pt x="1797" y="349"/>
                </a:cubicBezTo>
                <a:cubicBezTo>
                  <a:pt x="1813" y="360"/>
                  <a:pt x="1814" y="361"/>
                  <a:pt x="1816" y="363"/>
                </a:cubicBezTo>
                <a:cubicBezTo>
                  <a:pt x="1887" y="388"/>
                  <a:pt x="1889" y="392"/>
                  <a:pt x="1892" y="394"/>
                </a:cubicBezTo>
                <a:cubicBezTo>
                  <a:pt x="1944" y="403"/>
                  <a:pt x="1955" y="411"/>
                  <a:pt x="1970" y="411"/>
                </a:cubicBezTo>
                <a:cubicBezTo>
                  <a:pt x="2004" y="413"/>
                  <a:pt x="2006" y="413"/>
                  <a:pt x="2008" y="413"/>
                </a:cubicBezTo>
                <a:cubicBezTo>
                  <a:pt x="2000" y="416"/>
                  <a:pt x="1998" y="418"/>
                  <a:pt x="1996" y="419"/>
                </a:cubicBezTo>
                <a:cubicBezTo>
                  <a:pt x="1935" y="417"/>
                  <a:pt x="1925" y="412"/>
                  <a:pt x="1914" y="407"/>
                </a:cubicBezTo>
                <a:cubicBezTo>
                  <a:pt x="1886" y="400"/>
                  <a:pt x="1868" y="398"/>
                  <a:pt x="1856" y="389"/>
                </a:cubicBezTo>
                <a:cubicBezTo>
                  <a:pt x="1831" y="377"/>
                  <a:pt x="1825" y="378"/>
                  <a:pt x="1822" y="375"/>
                </a:cubicBezTo>
                <a:cubicBezTo>
                  <a:pt x="1787" y="357"/>
                  <a:pt x="1782" y="358"/>
                  <a:pt x="1779" y="357"/>
                </a:cubicBezTo>
                <a:cubicBezTo>
                  <a:pt x="1762" y="352"/>
                  <a:pt x="1764" y="344"/>
                  <a:pt x="1757" y="347"/>
                </a:cubicBezTo>
                <a:cubicBezTo>
                  <a:pt x="1743" y="338"/>
                  <a:pt x="1738" y="339"/>
                  <a:pt x="1735" y="336"/>
                </a:cubicBezTo>
                <a:cubicBezTo>
                  <a:pt x="1708" y="326"/>
                  <a:pt x="1693" y="321"/>
                  <a:pt x="1678" y="315"/>
                </a:cubicBezTo>
                <a:cubicBezTo>
                  <a:pt x="1644" y="309"/>
                  <a:pt x="1637" y="305"/>
                  <a:pt x="1628" y="304"/>
                </a:cubicBezTo>
                <a:cubicBezTo>
                  <a:pt x="1587" y="293"/>
                  <a:pt x="1579" y="297"/>
                  <a:pt x="1577" y="293"/>
                </a:cubicBezTo>
                <a:cubicBezTo>
                  <a:pt x="1478" y="297"/>
                  <a:pt x="1469" y="299"/>
                  <a:pt x="1454" y="298"/>
                </a:cubicBezTo>
                <a:cubicBezTo>
                  <a:pt x="1420" y="304"/>
                  <a:pt x="1411" y="305"/>
                  <a:pt x="1400" y="307"/>
                </a:cubicBezTo>
                <a:cubicBezTo>
                  <a:pt x="1397" y="310"/>
                  <a:pt x="1420" y="310"/>
                  <a:pt x="1444" y="308"/>
                </a:cubicBezTo>
                <a:cubicBezTo>
                  <a:pt x="1478" y="310"/>
                  <a:pt x="1483" y="317"/>
                  <a:pt x="1494" y="313"/>
                </a:cubicBezTo>
                <a:cubicBezTo>
                  <a:pt x="1547" y="330"/>
                  <a:pt x="1550" y="333"/>
                  <a:pt x="1555" y="333"/>
                </a:cubicBezTo>
                <a:cubicBezTo>
                  <a:pt x="1582" y="345"/>
                  <a:pt x="1585" y="347"/>
                  <a:pt x="1589" y="349"/>
                </a:cubicBezTo>
                <a:cubicBezTo>
                  <a:pt x="1616" y="360"/>
                  <a:pt x="1616" y="367"/>
                  <a:pt x="1623" y="365"/>
                </a:cubicBezTo>
                <a:cubicBezTo>
                  <a:pt x="1648" y="381"/>
                  <a:pt x="1665" y="385"/>
                  <a:pt x="1678" y="397"/>
                </a:cubicBezTo>
                <a:cubicBezTo>
                  <a:pt x="1726" y="414"/>
                  <a:pt x="1728" y="418"/>
                  <a:pt x="1731" y="421"/>
                </a:cubicBezTo>
                <a:cubicBezTo>
                  <a:pt x="1755" y="430"/>
                  <a:pt x="1759" y="430"/>
                  <a:pt x="1762" y="433"/>
                </a:cubicBezTo>
                <a:cubicBezTo>
                  <a:pt x="1807" y="456"/>
                  <a:pt x="1816" y="455"/>
                  <a:pt x="1822" y="460"/>
                </a:cubicBezTo>
                <a:cubicBezTo>
                  <a:pt x="1852" y="468"/>
                  <a:pt x="1860" y="470"/>
                  <a:pt x="1866" y="474"/>
                </a:cubicBezTo>
                <a:cubicBezTo>
                  <a:pt x="1905" y="475"/>
                  <a:pt x="1910" y="476"/>
                  <a:pt x="1914" y="478"/>
                </a:cubicBezTo>
                <a:cubicBezTo>
                  <a:pt x="1913" y="492"/>
                  <a:pt x="1911" y="496"/>
                  <a:pt x="1904" y="498"/>
                </a:cubicBezTo>
                <a:cubicBezTo>
                  <a:pt x="1850" y="489"/>
                  <a:pt x="1841" y="492"/>
                  <a:pt x="1834" y="491"/>
                </a:cubicBezTo>
                <a:cubicBezTo>
                  <a:pt x="1794" y="478"/>
                  <a:pt x="1788" y="478"/>
                  <a:pt x="1784" y="473"/>
                </a:cubicBezTo>
                <a:cubicBezTo>
                  <a:pt x="1745" y="457"/>
                  <a:pt x="1727" y="442"/>
                  <a:pt x="1702" y="437"/>
                </a:cubicBezTo>
                <a:cubicBezTo>
                  <a:pt x="1656" y="409"/>
                  <a:pt x="1651" y="403"/>
                  <a:pt x="1643" y="401"/>
                </a:cubicBezTo>
                <a:cubicBezTo>
                  <a:pt x="1610" y="385"/>
                  <a:pt x="1611" y="381"/>
                  <a:pt x="1608" y="381"/>
                </a:cubicBezTo>
                <a:cubicBezTo>
                  <a:pt x="1598" y="373"/>
                  <a:pt x="1594" y="374"/>
                  <a:pt x="1593" y="372"/>
                </a:cubicBezTo>
                <a:cubicBezTo>
                  <a:pt x="1555" y="351"/>
                  <a:pt x="1543" y="353"/>
                  <a:pt x="1540" y="344"/>
                </a:cubicBezTo>
                <a:cubicBezTo>
                  <a:pt x="1506" y="339"/>
                  <a:pt x="1502" y="331"/>
                  <a:pt x="1493" y="331"/>
                </a:cubicBezTo>
                <a:cubicBezTo>
                  <a:pt x="1454" y="318"/>
                  <a:pt x="1445" y="322"/>
                  <a:pt x="1444" y="317"/>
                </a:cubicBezTo>
                <a:cubicBezTo>
                  <a:pt x="1411" y="318"/>
                  <a:pt x="1405" y="311"/>
                  <a:pt x="1404" y="318"/>
                </a:cubicBezTo>
                <a:cubicBezTo>
                  <a:pt x="1460" y="329"/>
                  <a:pt x="1466" y="329"/>
                  <a:pt x="1473" y="330"/>
                </a:cubicBezTo>
                <a:cubicBezTo>
                  <a:pt x="1513" y="345"/>
                  <a:pt x="1524" y="347"/>
                  <a:pt x="1533" y="354"/>
                </a:cubicBezTo>
                <a:cubicBezTo>
                  <a:pt x="1571" y="372"/>
                  <a:pt x="1574" y="372"/>
                  <a:pt x="1576" y="373"/>
                </a:cubicBezTo>
                <a:cubicBezTo>
                  <a:pt x="1626" y="404"/>
                  <a:pt x="1639" y="404"/>
                  <a:pt x="1645" y="414"/>
                </a:cubicBezTo>
                <a:cubicBezTo>
                  <a:pt x="1705" y="444"/>
                  <a:pt x="1706" y="446"/>
                  <a:pt x="1709" y="447"/>
                </a:cubicBezTo>
                <a:cubicBezTo>
                  <a:pt x="1733" y="461"/>
                  <a:pt x="1738" y="463"/>
                  <a:pt x="1745" y="462"/>
                </a:cubicBezTo>
                <a:cubicBezTo>
                  <a:pt x="1768" y="476"/>
                  <a:pt x="1770" y="478"/>
                  <a:pt x="1774" y="477"/>
                </a:cubicBezTo>
                <a:cubicBezTo>
                  <a:pt x="1806" y="494"/>
                  <a:pt x="1815" y="492"/>
                  <a:pt x="1819" y="495"/>
                </a:cubicBezTo>
                <a:cubicBezTo>
                  <a:pt x="1873" y="511"/>
                  <a:pt x="1884" y="506"/>
                  <a:pt x="1888" y="510"/>
                </a:cubicBezTo>
                <a:cubicBezTo>
                  <a:pt x="1869" y="516"/>
                  <a:pt x="1866" y="515"/>
                  <a:pt x="1863" y="514"/>
                </a:cubicBezTo>
                <a:cubicBezTo>
                  <a:pt x="1835" y="516"/>
                  <a:pt x="1831" y="512"/>
                  <a:pt x="1825" y="512"/>
                </a:cubicBezTo>
                <a:cubicBezTo>
                  <a:pt x="1781" y="495"/>
                  <a:pt x="1779" y="493"/>
                  <a:pt x="1775" y="495"/>
                </a:cubicBezTo>
                <a:cubicBezTo>
                  <a:pt x="1738" y="472"/>
                  <a:pt x="1730" y="475"/>
                  <a:pt x="1728" y="470"/>
                </a:cubicBezTo>
                <a:cubicBezTo>
                  <a:pt x="1705" y="458"/>
                  <a:pt x="1703" y="456"/>
                  <a:pt x="1700" y="457"/>
                </a:cubicBezTo>
                <a:cubicBezTo>
                  <a:pt x="1653" y="427"/>
                  <a:pt x="1642" y="426"/>
                  <a:pt x="1637" y="415"/>
                </a:cubicBezTo>
                <a:cubicBezTo>
                  <a:pt x="1618" y="408"/>
                  <a:pt x="1613" y="406"/>
                  <a:pt x="1608" y="405"/>
                </a:cubicBezTo>
                <a:cubicBezTo>
                  <a:pt x="1580" y="386"/>
                  <a:pt x="1573" y="389"/>
                  <a:pt x="1571" y="383"/>
                </a:cubicBezTo>
                <a:cubicBezTo>
                  <a:pt x="1546" y="373"/>
                  <a:pt x="1538" y="367"/>
                  <a:pt x="1528" y="364"/>
                </a:cubicBezTo>
                <a:cubicBezTo>
                  <a:pt x="1452" y="335"/>
                  <a:pt x="1444" y="337"/>
                  <a:pt x="1440" y="333"/>
                </a:cubicBezTo>
                <a:cubicBezTo>
                  <a:pt x="1412" y="329"/>
                  <a:pt x="1409" y="326"/>
                  <a:pt x="1409" y="330"/>
                </a:cubicBezTo>
                <a:cubicBezTo>
                  <a:pt x="1478" y="351"/>
                  <a:pt x="1489" y="352"/>
                  <a:pt x="1497" y="356"/>
                </a:cubicBezTo>
                <a:cubicBezTo>
                  <a:pt x="1540" y="378"/>
                  <a:pt x="1541" y="380"/>
                  <a:pt x="1546" y="379"/>
                </a:cubicBezTo>
                <a:cubicBezTo>
                  <a:pt x="1569" y="394"/>
                  <a:pt x="1574" y="397"/>
                  <a:pt x="1580" y="397"/>
                </a:cubicBezTo>
                <a:cubicBezTo>
                  <a:pt x="1624" y="422"/>
                  <a:pt x="1629" y="423"/>
                  <a:pt x="1634" y="425"/>
                </a:cubicBezTo>
                <a:cubicBezTo>
                  <a:pt x="1646" y="437"/>
                  <a:pt x="1652" y="436"/>
                  <a:pt x="1655" y="441"/>
                </a:cubicBezTo>
                <a:cubicBezTo>
                  <a:pt x="1683" y="456"/>
                  <a:pt x="1689" y="454"/>
                  <a:pt x="1689" y="461"/>
                </a:cubicBezTo>
                <a:cubicBezTo>
                  <a:pt x="1731" y="481"/>
                  <a:pt x="1736" y="482"/>
                  <a:pt x="1738" y="486"/>
                </a:cubicBezTo>
                <a:cubicBezTo>
                  <a:pt x="1766" y="502"/>
                  <a:pt x="1774" y="499"/>
                  <a:pt x="1776" y="503"/>
                </a:cubicBezTo>
                <a:cubicBezTo>
                  <a:pt x="1808" y="514"/>
                  <a:pt x="1813" y="515"/>
                  <a:pt x="1817" y="518"/>
                </a:cubicBezTo>
                <a:cubicBezTo>
                  <a:pt x="1835" y="524"/>
                  <a:pt x="1840" y="524"/>
                  <a:pt x="1843" y="527"/>
                </a:cubicBezTo>
                <a:cubicBezTo>
                  <a:pt x="1844" y="539"/>
                  <a:pt x="1833" y="532"/>
                  <a:pt x="1822" y="537"/>
                </a:cubicBezTo>
                <a:cubicBezTo>
                  <a:pt x="1763" y="519"/>
                  <a:pt x="1760" y="515"/>
                  <a:pt x="1756" y="513"/>
                </a:cubicBezTo>
                <a:cubicBezTo>
                  <a:pt x="1726" y="503"/>
                  <a:pt x="1719" y="500"/>
                  <a:pt x="1713" y="495"/>
                </a:cubicBezTo>
                <a:cubicBezTo>
                  <a:pt x="1680" y="476"/>
                  <a:pt x="1674" y="477"/>
                  <a:pt x="1671" y="473"/>
                </a:cubicBezTo>
                <a:cubicBezTo>
                  <a:pt x="1645" y="461"/>
                  <a:pt x="1644" y="455"/>
                  <a:pt x="1637" y="455"/>
                </a:cubicBezTo>
                <a:cubicBezTo>
                  <a:pt x="1601" y="434"/>
                  <a:pt x="1598" y="425"/>
                  <a:pt x="1590" y="426"/>
                </a:cubicBezTo>
                <a:cubicBezTo>
                  <a:pt x="1571" y="413"/>
                  <a:pt x="1568" y="411"/>
                  <a:pt x="1565" y="411"/>
                </a:cubicBezTo>
                <a:cubicBezTo>
                  <a:pt x="1547" y="395"/>
                  <a:pt x="1543" y="395"/>
                  <a:pt x="1540" y="393"/>
                </a:cubicBezTo>
                <a:cubicBezTo>
                  <a:pt x="1478" y="362"/>
                  <a:pt x="1474" y="356"/>
                  <a:pt x="1464" y="358"/>
                </a:cubicBezTo>
                <a:cubicBezTo>
                  <a:pt x="1433" y="346"/>
                  <a:pt x="1429" y="345"/>
                  <a:pt x="1426" y="343"/>
                </a:cubicBezTo>
                <a:cubicBezTo>
                  <a:pt x="1374" y="333"/>
                  <a:pt x="1366" y="332"/>
                  <a:pt x="1360" y="330"/>
                </a:cubicBezTo>
                <a:cubicBezTo>
                  <a:pt x="1329" y="331"/>
                  <a:pt x="1332" y="335"/>
                  <a:pt x="1340" y="331"/>
                </a:cubicBezTo>
                <a:cubicBezTo>
                  <a:pt x="1379" y="339"/>
                  <a:pt x="1390" y="339"/>
                  <a:pt x="1398" y="343"/>
                </a:cubicBezTo>
                <a:cubicBezTo>
                  <a:pt x="1435" y="353"/>
                  <a:pt x="1445" y="354"/>
                  <a:pt x="1452" y="360"/>
                </a:cubicBezTo>
                <a:cubicBezTo>
                  <a:pt x="1485" y="377"/>
                  <a:pt x="1496" y="378"/>
                  <a:pt x="1502" y="384"/>
                </a:cubicBezTo>
                <a:cubicBezTo>
                  <a:pt x="1541" y="399"/>
                  <a:pt x="1542" y="408"/>
                  <a:pt x="1549" y="409"/>
                </a:cubicBezTo>
                <a:cubicBezTo>
                  <a:pt x="1571" y="418"/>
                  <a:pt x="1568" y="428"/>
                  <a:pt x="1574" y="424"/>
                </a:cubicBezTo>
                <a:cubicBezTo>
                  <a:pt x="1592" y="440"/>
                  <a:pt x="1600" y="435"/>
                  <a:pt x="1599" y="442"/>
                </a:cubicBezTo>
                <a:cubicBezTo>
                  <a:pt x="1641" y="464"/>
                  <a:pt x="1644" y="471"/>
                  <a:pt x="1651" y="473"/>
                </a:cubicBezTo>
                <a:cubicBezTo>
                  <a:pt x="1673" y="488"/>
                  <a:pt x="1680" y="489"/>
                  <a:pt x="1686" y="493"/>
                </a:cubicBezTo>
                <a:cubicBezTo>
                  <a:pt x="1729" y="513"/>
                  <a:pt x="1736" y="515"/>
                  <a:pt x="1742" y="518"/>
                </a:cubicBezTo>
                <a:cubicBezTo>
                  <a:pt x="1788" y="534"/>
                  <a:pt x="1792" y="539"/>
                  <a:pt x="1801" y="539"/>
                </a:cubicBezTo>
                <a:cubicBezTo>
                  <a:pt x="1790" y="544"/>
                  <a:pt x="1783" y="547"/>
                  <a:pt x="1780" y="545"/>
                </a:cubicBezTo>
                <a:cubicBezTo>
                  <a:pt x="1738" y="528"/>
                  <a:pt x="1721" y="530"/>
                  <a:pt x="1713" y="519"/>
                </a:cubicBezTo>
                <a:cubicBezTo>
                  <a:pt x="1690" y="508"/>
                  <a:pt x="1683" y="507"/>
                  <a:pt x="1679" y="501"/>
                </a:cubicBezTo>
                <a:cubicBezTo>
                  <a:pt x="1636" y="472"/>
                  <a:pt x="1632" y="471"/>
                  <a:pt x="1629" y="470"/>
                </a:cubicBezTo>
                <a:cubicBezTo>
                  <a:pt x="1606" y="458"/>
                  <a:pt x="1604" y="451"/>
                  <a:pt x="1597" y="451"/>
                </a:cubicBezTo>
                <a:cubicBezTo>
                  <a:pt x="1563" y="430"/>
                  <a:pt x="1559" y="427"/>
                  <a:pt x="1554" y="424"/>
                </a:cubicBezTo>
                <a:cubicBezTo>
                  <a:pt x="1519" y="405"/>
                  <a:pt x="1516" y="400"/>
                  <a:pt x="1511" y="396"/>
                </a:cubicBezTo>
                <a:cubicBezTo>
                  <a:pt x="1476" y="378"/>
                  <a:pt x="1467" y="380"/>
                  <a:pt x="1465" y="373"/>
                </a:cubicBezTo>
                <a:cubicBezTo>
                  <a:pt x="1426" y="360"/>
                  <a:pt x="1420" y="358"/>
                  <a:pt x="1415" y="356"/>
                </a:cubicBezTo>
                <a:cubicBezTo>
                  <a:pt x="1375" y="348"/>
                  <a:pt x="1375" y="343"/>
                  <a:pt x="1369" y="346"/>
                </a:cubicBezTo>
                <a:cubicBezTo>
                  <a:pt x="1382" y="355"/>
                  <a:pt x="1389" y="351"/>
                  <a:pt x="1391" y="353"/>
                </a:cubicBezTo>
                <a:cubicBezTo>
                  <a:pt x="1446" y="377"/>
                  <a:pt x="1459" y="379"/>
                  <a:pt x="1470" y="386"/>
                </a:cubicBezTo>
                <a:cubicBezTo>
                  <a:pt x="1508" y="408"/>
                  <a:pt x="1515" y="409"/>
                  <a:pt x="1521" y="412"/>
                </a:cubicBezTo>
                <a:cubicBezTo>
                  <a:pt x="1575" y="451"/>
                  <a:pt x="1583" y="451"/>
                  <a:pt x="1588" y="455"/>
                </a:cubicBezTo>
                <a:cubicBezTo>
                  <a:pt x="1615" y="475"/>
                  <a:pt x="1622" y="471"/>
                  <a:pt x="1621" y="478"/>
                </a:cubicBezTo>
                <a:cubicBezTo>
                  <a:pt x="1649" y="495"/>
                  <a:pt x="1651" y="497"/>
                  <a:pt x="1654" y="499"/>
                </a:cubicBezTo>
                <a:cubicBezTo>
                  <a:pt x="1711" y="527"/>
                  <a:pt x="1711" y="533"/>
                  <a:pt x="1715" y="532"/>
                </a:cubicBezTo>
                <a:cubicBezTo>
                  <a:pt x="1752" y="544"/>
                  <a:pt x="1758" y="548"/>
                  <a:pt x="1765" y="550"/>
                </a:cubicBezTo>
                <a:cubicBezTo>
                  <a:pt x="1779" y="556"/>
                  <a:pt x="1783" y="556"/>
                  <a:pt x="1780" y="558"/>
                </a:cubicBezTo>
                <a:cubicBezTo>
                  <a:pt x="1702" y="547"/>
                  <a:pt x="1695" y="539"/>
                  <a:pt x="1685" y="535"/>
                </a:cubicBezTo>
                <a:cubicBezTo>
                  <a:pt x="1649" y="518"/>
                  <a:pt x="1646" y="517"/>
                  <a:pt x="1644" y="516"/>
                </a:cubicBezTo>
                <a:cubicBezTo>
                  <a:pt x="1614" y="502"/>
                  <a:pt x="1615" y="498"/>
                  <a:pt x="1614" y="497"/>
                </a:cubicBezTo>
                <a:cubicBezTo>
                  <a:pt x="1595" y="486"/>
                  <a:pt x="1585" y="484"/>
                  <a:pt x="1579" y="475"/>
                </a:cubicBezTo>
                <a:cubicBezTo>
                  <a:pt x="1537" y="447"/>
                  <a:pt x="1533" y="443"/>
                  <a:pt x="1528" y="442"/>
                </a:cubicBezTo>
                <a:cubicBezTo>
                  <a:pt x="1493" y="420"/>
                  <a:pt x="1484" y="415"/>
                  <a:pt x="1476" y="409"/>
                </a:cubicBezTo>
                <a:cubicBezTo>
                  <a:pt x="1431" y="388"/>
                  <a:pt x="1429" y="386"/>
                  <a:pt x="1425" y="387"/>
                </a:cubicBezTo>
                <a:cubicBezTo>
                  <a:pt x="1403" y="379"/>
                  <a:pt x="1396" y="375"/>
                  <a:pt x="1388" y="374"/>
                </a:cubicBezTo>
                <a:cubicBezTo>
                  <a:pt x="1367" y="367"/>
                  <a:pt x="1362" y="365"/>
                  <a:pt x="1355" y="366"/>
                </a:cubicBezTo>
                <a:cubicBezTo>
                  <a:pt x="1318" y="360"/>
                  <a:pt x="1310" y="352"/>
                  <a:pt x="1307" y="360"/>
                </a:cubicBezTo>
                <a:cubicBezTo>
                  <a:pt x="1345" y="366"/>
                  <a:pt x="1349" y="367"/>
                  <a:pt x="1351" y="369"/>
                </a:cubicBezTo>
                <a:cubicBezTo>
                  <a:pt x="1386" y="379"/>
                  <a:pt x="1390" y="380"/>
                  <a:pt x="1393" y="382"/>
                </a:cubicBezTo>
                <a:cubicBezTo>
                  <a:pt x="1423" y="399"/>
                  <a:pt x="1432" y="393"/>
                  <a:pt x="1434" y="397"/>
                </a:cubicBezTo>
                <a:cubicBezTo>
                  <a:pt x="1454" y="412"/>
                  <a:pt x="1462" y="407"/>
                  <a:pt x="1461" y="414"/>
                </a:cubicBezTo>
                <a:cubicBezTo>
                  <a:pt x="1510" y="441"/>
                  <a:pt x="1512" y="443"/>
                  <a:pt x="1515" y="444"/>
                </a:cubicBezTo>
                <a:cubicBezTo>
                  <a:pt x="1543" y="466"/>
                  <a:pt x="1550" y="462"/>
                  <a:pt x="1551" y="466"/>
                </a:cubicBezTo>
                <a:cubicBezTo>
                  <a:pt x="1571" y="481"/>
                  <a:pt x="1572" y="486"/>
                  <a:pt x="1576" y="486"/>
                </a:cubicBezTo>
                <a:cubicBezTo>
                  <a:pt x="1608" y="503"/>
                  <a:pt x="1609" y="508"/>
                  <a:pt x="1612" y="511"/>
                </a:cubicBezTo>
                <a:cubicBezTo>
                  <a:pt x="1647" y="524"/>
                  <a:pt x="1647" y="530"/>
                  <a:pt x="1651" y="532"/>
                </a:cubicBezTo>
                <a:cubicBezTo>
                  <a:pt x="1681" y="539"/>
                  <a:pt x="1682" y="546"/>
                  <a:pt x="1687" y="546"/>
                </a:cubicBezTo>
                <a:cubicBezTo>
                  <a:pt x="1722" y="557"/>
                  <a:pt x="1728" y="560"/>
                  <a:pt x="1734" y="562"/>
                </a:cubicBezTo>
                <a:cubicBezTo>
                  <a:pt x="1758" y="569"/>
                  <a:pt x="1752" y="572"/>
                  <a:pt x="1738" y="570"/>
                </a:cubicBezTo>
                <a:cubicBezTo>
                  <a:pt x="1665" y="552"/>
                  <a:pt x="1658" y="553"/>
                  <a:pt x="1652" y="552"/>
                </a:cubicBezTo>
                <a:cubicBezTo>
                  <a:pt x="1612" y="537"/>
                  <a:pt x="1614" y="527"/>
                  <a:pt x="1607" y="532"/>
                </a:cubicBezTo>
                <a:cubicBezTo>
                  <a:pt x="1584" y="521"/>
                  <a:pt x="1582" y="517"/>
                  <a:pt x="1579" y="514"/>
                </a:cubicBezTo>
                <a:cubicBezTo>
                  <a:pt x="1550" y="497"/>
                  <a:pt x="1547" y="498"/>
                  <a:pt x="1547" y="496"/>
                </a:cubicBezTo>
                <a:cubicBezTo>
                  <a:pt x="1532" y="482"/>
                  <a:pt x="1524" y="487"/>
                  <a:pt x="1524" y="480"/>
                </a:cubicBezTo>
                <a:cubicBezTo>
                  <a:pt x="1499" y="464"/>
                  <a:pt x="1491" y="463"/>
                  <a:pt x="1485" y="458"/>
                </a:cubicBezTo>
                <a:cubicBezTo>
                  <a:pt x="1459" y="445"/>
                  <a:pt x="1453" y="441"/>
                  <a:pt x="1446" y="439"/>
                </a:cubicBezTo>
                <a:cubicBezTo>
                  <a:pt x="1415" y="420"/>
                  <a:pt x="1408" y="423"/>
                  <a:pt x="1407" y="419"/>
                </a:cubicBezTo>
                <a:cubicBezTo>
                  <a:pt x="1383" y="409"/>
                  <a:pt x="1378" y="410"/>
                  <a:pt x="1374" y="410"/>
                </a:cubicBezTo>
                <a:cubicBezTo>
                  <a:pt x="1351" y="399"/>
                  <a:pt x="1343" y="404"/>
                  <a:pt x="1341" y="400"/>
                </a:cubicBezTo>
                <a:cubicBezTo>
                  <a:pt x="1337" y="401"/>
                  <a:pt x="1353" y="409"/>
                  <a:pt x="1372" y="412"/>
                </a:cubicBezTo>
                <a:cubicBezTo>
                  <a:pt x="1399" y="423"/>
                  <a:pt x="1401" y="424"/>
                  <a:pt x="1403" y="424"/>
                </a:cubicBezTo>
                <a:cubicBezTo>
                  <a:pt x="1429" y="440"/>
                  <a:pt x="1438" y="443"/>
                  <a:pt x="1447" y="445"/>
                </a:cubicBezTo>
                <a:cubicBezTo>
                  <a:pt x="1518" y="491"/>
                  <a:pt x="1524" y="489"/>
                  <a:pt x="1526" y="493"/>
                </a:cubicBezTo>
                <a:cubicBezTo>
                  <a:pt x="1550" y="509"/>
                  <a:pt x="1552" y="509"/>
                  <a:pt x="1554" y="510"/>
                </a:cubicBezTo>
                <a:cubicBezTo>
                  <a:pt x="1616" y="544"/>
                  <a:pt x="1623" y="549"/>
                  <a:pt x="1632" y="551"/>
                </a:cubicBezTo>
                <a:cubicBezTo>
                  <a:pt x="1674" y="567"/>
                  <a:pt x="1679" y="568"/>
                  <a:pt x="1682" y="571"/>
                </a:cubicBezTo>
                <a:cubicBezTo>
                  <a:pt x="1723" y="576"/>
                  <a:pt x="1729" y="583"/>
                  <a:pt x="1742" y="580"/>
                </a:cubicBezTo>
                <a:cubicBezTo>
                  <a:pt x="1759" y="590"/>
                  <a:pt x="1755" y="592"/>
                  <a:pt x="1754" y="589"/>
                </a:cubicBezTo>
                <a:cubicBezTo>
                  <a:pt x="1713" y="591"/>
                  <a:pt x="1708" y="586"/>
                  <a:pt x="1698" y="586"/>
                </a:cubicBezTo>
                <a:cubicBezTo>
                  <a:pt x="1654" y="574"/>
                  <a:pt x="1647" y="578"/>
                  <a:pt x="1646" y="576"/>
                </a:cubicBezTo>
                <a:cubicBezTo>
                  <a:pt x="1591" y="557"/>
                  <a:pt x="1586" y="553"/>
                  <a:pt x="1577" y="555"/>
                </a:cubicBezTo>
                <a:cubicBezTo>
                  <a:pt x="1551" y="536"/>
                  <a:pt x="1541" y="545"/>
                  <a:pt x="1543" y="536"/>
                </a:cubicBezTo>
                <a:cubicBezTo>
                  <a:pt x="1513" y="523"/>
                  <a:pt x="1510" y="521"/>
                  <a:pt x="1507" y="521"/>
                </a:cubicBezTo>
                <a:cubicBezTo>
                  <a:pt x="1477" y="507"/>
                  <a:pt x="1473" y="506"/>
                  <a:pt x="1472" y="500"/>
                </a:cubicBezTo>
                <a:cubicBezTo>
                  <a:pt x="1408" y="467"/>
                  <a:pt x="1397" y="459"/>
                  <a:pt x="1384" y="454"/>
                </a:cubicBezTo>
                <a:cubicBezTo>
                  <a:pt x="1343" y="434"/>
                  <a:pt x="1341" y="426"/>
                  <a:pt x="1333" y="426"/>
                </a:cubicBezTo>
                <a:cubicBezTo>
                  <a:pt x="1289" y="410"/>
                  <a:pt x="1284" y="405"/>
                  <a:pt x="1276" y="405"/>
                </a:cubicBezTo>
                <a:cubicBezTo>
                  <a:pt x="1253" y="397"/>
                  <a:pt x="1247" y="401"/>
                  <a:pt x="1246" y="397"/>
                </a:cubicBezTo>
                <a:cubicBezTo>
                  <a:pt x="1257" y="404"/>
                  <a:pt x="1261" y="408"/>
                  <a:pt x="1269" y="406"/>
                </a:cubicBezTo>
                <a:cubicBezTo>
                  <a:pt x="1312" y="423"/>
                  <a:pt x="1323" y="427"/>
                  <a:pt x="1332" y="433"/>
                </a:cubicBezTo>
                <a:cubicBezTo>
                  <a:pt x="1373" y="452"/>
                  <a:pt x="1380" y="461"/>
                  <a:pt x="1391" y="464"/>
                </a:cubicBezTo>
                <a:cubicBezTo>
                  <a:pt x="1429" y="487"/>
                  <a:pt x="1438" y="493"/>
                  <a:pt x="1448" y="498"/>
                </a:cubicBezTo>
                <a:cubicBezTo>
                  <a:pt x="1495" y="522"/>
                  <a:pt x="1497" y="523"/>
                  <a:pt x="1497" y="527"/>
                </a:cubicBezTo>
                <a:cubicBezTo>
                  <a:pt x="1546" y="551"/>
                  <a:pt x="1559" y="551"/>
                  <a:pt x="1567" y="559"/>
                </a:cubicBezTo>
                <a:cubicBezTo>
                  <a:pt x="1622" y="576"/>
                  <a:pt x="1626" y="580"/>
                  <a:pt x="1631" y="583"/>
                </a:cubicBezTo>
                <a:cubicBezTo>
                  <a:pt x="1662" y="587"/>
                  <a:pt x="1662" y="592"/>
                  <a:pt x="1668" y="589"/>
                </a:cubicBezTo>
                <a:cubicBezTo>
                  <a:pt x="1709" y="600"/>
                  <a:pt x="1718" y="597"/>
                  <a:pt x="1723" y="599"/>
                </a:cubicBezTo>
                <a:cubicBezTo>
                  <a:pt x="1724" y="608"/>
                  <a:pt x="1723" y="608"/>
                  <a:pt x="1722" y="606"/>
                </a:cubicBezTo>
                <a:cubicBezTo>
                  <a:pt x="1682" y="603"/>
                  <a:pt x="1670" y="604"/>
                  <a:pt x="1660" y="604"/>
                </a:cubicBezTo>
                <a:cubicBezTo>
                  <a:pt x="1606" y="587"/>
                  <a:pt x="1598" y="585"/>
                  <a:pt x="1591" y="581"/>
                </a:cubicBezTo>
                <a:cubicBezTo>
                  <a:pt x="1518" y="552"/>
                  <a:pt x="1512" y="547"/>
                  <a:pt x="1505" y="543"/>
                </a:cubicBezTo>
                <a:cubicBezTo>
                  <a:pt x="1461" y="517"/>
                  <a:pt x="1453" y="512"/>
                  <a:pt x="1445" y="508"/>
                </a:cubicBezTo>
                <a:cubicBezTo>
                  <a:pt x="1416" y="493"/>
                  <a:pt x="1413" y="488"/>
                  <a:pt x="1410" y="485"/>
                </a:cubicBezTo>
                <a:cubicBezTo>
                  <a:pt x="1380" y="471"/>
                  <a:pt x="1374" y="471"/>
                  <a:pt x="1371" y="466"/>
                </a:cubicBezTo>
                <a:cubicBezTo>
                  <a:pt x="1302" y="432"/>
                  <a:pt x="1301" y="425"/>
                  <a:pt x="1293" y="429"/>
                </a:cubicBezTo>
                <a:cubicBezTo>
                  <a:pt x="1283" y="430"/>
                  <a:pt x="1290" y="428"/>
                  <a:pt x="1294" y="433"/>
                </a:cubicBezTo>
                <a:cubicBezTo>
                  <a:pt x="1362" y="468"/>
                  <a:pt x="1370" y="477"/>
                  <a:pt x="1382" y="479"/>
                </a:cubicBezTo>
                <a:cubicBezTo>
                  <a:pt x="1400" y="491"/>
                  <a:pt x="1406" y="491"/>
                  <a:pt x="1410" y="496"/>
                </a:cubicBezTo>
                <a:cubicBezTo>
                  <a:pt x="1443" y="513"/>
                  <a:pt x="1445" y="520"/>
                  <a:pt x="1452" y="520"/>
                </a:cubicBezTo>
                <a:cubicBezTo>
                  <a:pt x="1488" y="537"/>
                  <a:pt x="1488" y="547"/>
                  <a:pt x="1496" y="545"/>
                </a:cubicBezTo>
                <a:cubicBezTo>
                  <a:pt x="1533" y="569"/>
                  <a:pt x="1543" y="571"/>
                  <a:pt x="1548" y="578"/>
                </a:cubicBezTo>
                <a:cubicBezTo>
                  <a:pt x="1580" y="584"/>
                  <a:pt x="1582" y="594"/>
                  <a:pt x="1593" y="592"/>
                </a:cubicBezTo>
                <a:cubicBezTo>
                  <a:pt x="1620" y="603"/>
                  <a:pt x="1621" y="605"/>
                  <a:pt x="1624" y="604"/>
                </a:cubicBezTo>
                <a:cubicBezTo>
                  <a:pt x="1657" y="614"/>
                  <a:pt x="1662" y="613"/>
                  <a:pt x="1667" y="611"/>
                </a:cubicBezTo>
                <a:cubicBezTo>
                  <a:pt x="1692" y="626"/>
                  <a:pt x="1685" y="617"/>
                  <a:pt x="1681" y="622"/>
                </a:cubicBezTo>
                <a:cubicBezTo>
                  <a:pt x="1593" y="615"/>
                  <a:pt x="1584" y="614"/>
                  <a:pt x="1575" y="613"/>
                </a:cubicBezTo>
                <a:cubicBezTo>
                  <a:pt x="1546" y="601"/>
                  <a:pt x="1538" y="605"/>
                  <a:pt x="1535" y="602"/>
                </a:cubicBezTo>
                <a:cubicBezTo>
                  <a:pt x="1505" y="591"/>
                  <a:pt x="1501" y="590"/>
                  <a:pt x="1497" y="587"/>
                </a:cubicBezTo>
                <a:cubicBezTo>
                  <a:pt x="1464" y="574"/>
                  <a:pt x="1462" y="573"/>
                  <a:pt x="1461" y="571"/>
                </a:cubicBezTo>
                <a:cubicBezTo>
                  <a:pt x="1444" y="564"/>
                  <a:pt x="1441" y="561"/>
                  <a:pt x="1437" y="560"/>
                </a:cubicBezTo>
                <a:cubicBezTo>
                  <a:pt x="1396" y="533"/>
                  <a:pt x="1390" y="529"/>
                  <a:pt x="1384" y="523"/>
                </a:cubicBezTo>
                <a:cubicBezTo>
                  <a:pt x="1348" y="497"/>
                  <a:pt x="1334" y="487"/>
                  <a:pt x="1322" y="474"/>
                </a:cubicBezTo>
                <a:cubicBezTo>
                  <a:pt x="1288" y="447"/>
                  <a:pt x="1282" y="448"/>
                  <a:pt x="1280" y="442"/>
                </a:cubicBezTo>
                <a:cubicBezTo>
                  <a:pt x="1254" y="427"/>
                  <a:pt x="1251" y="424"/>
                  <a:pt x="1246" y="424"/>
                </a:cubicBezTo>
                <a:cubicBezTo>
                  <a:pt x="1239" y="423"/>
                  <a:pt x="1244" y="426"/>
                  <a:pt x="1247" y="430"/>
                </a:cubicBezTo>
                <a:cubicBezTo>
                  <a:pt x="1267" y="440"/>
                  <a:pt x="1271" y="443"/>
                  <a:pt x="1275" y="447"/>
                </a:cubicBezTo>
                <a:cubicBezTo>
                  <a:pt x="1323" y="484"/>
                  <a:pt x="1331" y="493"/>
                  <a:pt x="1339" y="500"/>
                </a:cubicBezTo>
                <a:cubicBezTo>
                  <a:pt x="1401" y="544"/>
                  <a:pt x="1408" y="552"/>
                  <a:pt x="1418" y="557"/>
                </a:cubicBezTo>
                <a:cubicBezTo>
                  <a:pt x="1436" y="571"/>
                  <a:pt x="1444" y="569"/>
                  <a:pt x="1446" y="576"/>
                </a:cubicBezTo>
                <a:cubicBezTo>
                  <a:pt x="1503" y="601"/>
                  <a:pt x="1515" y="599"/>
                  <a:pt x="1520" y="607"/>
                </a:cubicBezTo>
                <a:cubicBezTo>
                  <a:pt x="1568" y="619"/>
                  <a:pt x="1585" y="625"/>
                  <a:pt x="1606" y="627"/>
                </a:cubicBezTo>
                <a:cubicBezTo>
                  <a:pt x="1641" y="631"/>
                  <a:pt x="1645" y="634"/>
                  <a:pt x="1651" y="632"/>
                </a:cubicBezTo>
                <a:cubicBezTo>
                  <a:pt x="1618" y="637"/>
                  <a:pt x="1616" y="637"/>
                  <a:pt x="1608" y="636"/>
                </a:cubicBezTo>
                <a:cubicBezTo>
                  <a:pt x="1567" y="628"/>
                  <a:pt x="1562" y="625"/>
                  <a:pt x="1555" y="625"/>
                </a:cubicBezTo>
                <a:cubicBezTo>
                  <a:pt x="1534" y="620"/>
                  <a:pt x="1531" y="619"/>
                  <a:pt x="1529" y="616"/>
                </a:cubicBezTo>
                <a:cubicBezTo>
                  <a:pt x="1499" y="609"/>
                  <a:pt x="1498" y="606"/>
                  <a:pt x="1496" y="605"/>
                </a:cubicBezTo>
                <a:cubicBezTo>
                  <a:pt x="1453" y="583"/>
                  <a:pt x="1451" y="582"/>
                  <a:pt x="1447" y="582"/>
                </a:cubicBezTo>
                <a:cubicBezTo>
                  <a:pt x="1415" y="563"/>
                  <a:pt x="1404" y="558"/>
                  <a:pt x="1393" y="552"/>
                </a:cubicBezTo>
                <a:cubicBezTo>
                  <a:pt x="1381" y="541"/>
                  <a:pt x="1375" y="541"/>
                  <a:pt x="1373" y="536"/>
                </a:cubicBezTo>
                <a:cubicBezTo>
                  <a:pt x="1299" y="486"/>
                  <a:pt x="1294" y="478"/>
                  <a:pt x="1286" y="474"/>
                </a:cubicBezTo>
                <a:cubicBezTo>
                  <a:pt x="1274" y="462"/>
                  <a:pt x="1268" y="463"/>
                  <a:pt x="1265" y="458"/>
                </a:cubicBezTo>
                <a:cubicBezTo>
                  <a:pt x="1227" y="434"/>
                  <a:pt x="1225" y="430"/>
                  <a:pt x="1218" y="431"/>
                </a:cubicBezTo>
                <a:cubicBezTo>
                  <a:pt x="1245" y="452"/>
                  <a:pt x="1249" y="454"/>
                  <a:pt x="1254" y="456"/>
                </a:cubicBezTo>
                <a:cubicBezTo>
                  <a:pt x="1273" y="470"/>
                  <a:pt x="1275" y="472"/>
                  <a:pt x="1277" y="474"/>
                </a:cubicBezTo>
                <a:cubicBezTo>
                  <a:pt x="1295" y="490"/>
                  <a:pt x="1297" y="491"/>
                  <a:pt x="1300" y="492"/>
                </a:cubicBezTo>
                <a:cubicBezTo>
                  <a:pt x="1374" y="550"/>
                  <a:pt x="1391" y="560"/>
                  <a:pt x="1408" y="572"/>
                </a:cubicBezTo>
                <a:cubicBezTo>
                  <a:pt x="1492" y="612"/>
                  <a:pt x="1496" y="615"/>
                  <a:pt x="1500" y="617"/>
                </a:cubicBezTo>
                <a:cubicBezTo>
                  <a:pt x="1529" y="631"/>
                  <a:pt x="1535" y="628"/>
                  <a:pt x="1536" y="631"/>
                </a:cubicBezTo>
                <a:cubicBezTo>
                  <a:pt x="1564" y="637"/>
                  <a:pt x="1570" y="637"/>
                  <a:pt x="1575" y="639"/>
                </a:cubicBezTo>
                <a:cubicBezTo>
                  <a:pt x="1630" y="648"/>
                  <a:pt x="1639" y="643"/>
                  <a:pt x="1641" y="649"/>
                </a:cubicBezTo>
                <a:cubicBezTo>
                  <a:pt x="1616" y="651"/>
                  <a:pt x="1609" y="655"/>
                  <a:pt x="1608" y="651"/>
                </a:cubicBezTo>
                <a:cubicBezTo>
                  <a:pt x="1511" y="636"/>
                  <a:pt x="1504" y="634"/>
                  <a:pt x="1496" y="633"/>
                </a:cubicBezTo>
                <a:cubicBezTo>
                  <a:pt x="1421" y="596"/>
                  <a:pt x="1414" y="600"/>
                  <a:pt x="1412" y="598"/>
                </a:cubicBezTo>
                <a:cubicBezTo>
                  <a:pt x="1378" y="578"/>
                  <a:pt x="1373" y="574"/>
                  <a:pt x="1368" y="570"/>
                </a:cubicBezTo>
                <a:cubicBezTo>
                  <a:pt x="1339" y="548"/>
                  <a:pt x="1329" y="538"/>
                  <a:pt x="1316" y="531"/>
                </a:cubicBezTo>
                <a:cubicBezTo>
                  <a:pt x="1280" y="494"/>
                  <a:pt x="1271" y="495"/>
                  <a:pt x="1268" y="486"/>
                </a:cubicBezTo>
                <a:cubicBezTo>
                  <a:pt x="1258" y="473"/>
                  <a:pt x="1254" y="485"/>
                  <a:pt x="1259" y="483"/>
                </a:cubicBezTo>
                <a:cubicBezTo>
                  <a:pt x="1281" y="508"/>
                  <a:pt x="1287" y="506"/>
                  <a:pt x="1286" y="512"/>
                </a:cubicBezTo>
                <a:cubicBezTo>
                  <a:pt x="1320" y="539"/>
                  <a:pt x="1329" y="550"/>
                  <a:pt x="1341" y="555"/>
                </a:cubicBezTo>
                <a:cubicBezTo>
                  <a:pt x="1379" y="584"/>
                  <a:pt x="1383" y="593"/>
                  <a:pt x="1394" y="592"/>
                </a:cubicBezTo>
                <a:cubicBezTo>
                  <a:pt x="1424" y="609"/>
                  <a:pt x="1430" y="615"/>
                  <a:pt x="1438" y="617"/>
                </a:cubicBezTo>
                <a:cubicBezTo>
                  <a:pt x="1466" y="632"/>
                  <a:pt x="1473" y="632"/>
                  <a:pt x="1478" y="632"/>
                </a:cubicBezTo>
                <a:cubicBezTo>
                  <a:pt x="1542" y="650"/>
                  <a:pt x="1551" y="659"/>
                  <a:pt x="1567" y="656"/>
                </a:cubicBezTo>
                <a:cubicBezTo>
                  <a:pt x="1589" y="662"/>
                  <a:pt x="1592" y="664"/>
                  <a:pt x="1595" y="664"/>
                </a:cubicBezTo>
                <a:cubicBezTo>
                  <a:pt x="1555" y="665"/>
                  <a:pt x="1549" y="669"/>
                  <a:pt x="1547" y="666"/>
                </a:cubicBezTo>
                <a:cubicBezTo>
                  <a:pt x="1487" y="658"/>
                  <a:pt x="1484" y="657"/>
                  <a:pt x="1481" y="656"/>
                </a:cubicBezTo>
                <a:cubicBezTo>
                  <a:pt x="1433" y="643"/>
                  <a:pt x="1421" y="636"/>
                  <a:pt x="1408" y="632"/>
                </a:cubicBezTo>
                <a:cubicBezTo>
                  <a:pt x="1354" y="601"/>
                  <a:pt x="1350" y="598"/>
                  <a:pt x="1346" y="596"/>
                </a:cubicBezTo>
                <a:cubicBezTo>
                  <a:pt x="1333" y="588"/>
                  <a:pt x="1334" y="584"/>
                  <a:pt x="1332" y="583"/>
                </a:cubicBezTo>
                <a:cubicBezTo>
                  <a:pt x="1306" y="568"/>
                  <a:pt x="1292" y="554"/>
                  <a:pt x="1274" y="545"/>
                </a:cubicBezTo>
                <a:cubicBezTo>
                  <a:pt x="1221" y="514"/>
                  <a:pt x="1213" y="518"/>
                  <a:pt x="1211" y="512"/>
                </a:cubicBezTo>
                <a:cubicBezTo>
                  <a:pt x="1178" y="504"/>
                  <a:pt x="1176" y="502"/>
                  <a:pt x="1172" y="504"/>
                </a:cubicBezTo>
                <a:cubicBezTo>
                  <a:pt x="1192" y="514"/>
                  <a:pt x="1200" y="513"/>
                  <a:pt x="1205" y="518"/>
                </a:cubicBezTo>
                <a:cubicBezTo>
                  <a:pt x="1278" y="558"/>
                  <a:pt x="1289" y="560"/>
                  <a:pt x="1294" y="570"/>
                </a:cubicBezTo>
                <a:cubicBezTo>
                  <a:pt x="1336" y="596"/>
                  <a:pt x="1337" y="599"/>
                  <a:pt x="1340" y="600"/>
                </a:cubicBezTo>
                <a:cubicBezTo>
                  <a:pt x="1380" y="627"/>
                  <a:pt x="1387" y="635"/>
                  <a:pt x="1399" y="635"/>
                </a:cubicBezTo>
                <a:cubicBezTo>
                  <a:pt x="1436" y="655"/>
                  <a:pt x="1447" y="659"/>
                  <a:pt x="1461" y="658"/>
                </a:cubicBezTo>
                <a:cubicBezTo>
                  <a:pt x="1487" y="664"/>
                  <a:pt x="1488" y="669"/>
                  <a:pt x="1492" y="670"/>
                </a:cubicBezTo>
                <a:cubicBezTo>
                  <a:pt x="1538" y="679"/>
                  <a:pt x="1550" y="675"/>
                  <a:pt x="1556" y="680"/>
                </a:cubicBezTo>
                <a:cubicBezTo>
                  <a:pt x="1519" y="683"/>
                  <a:pt x="1520" y="675"/>
                  <a:pt x="1513" y="677"/>
                </a:cubicBezTo>
                <a:cubicBezTo>
                  <a:pt x="1499" y="674"/>
                  <a:pt x="1492" y="677"/>
                  <a:pt x="1488" y="675"/>
                </a:cubicBezTo>
                <a:cubicBezTo>
                  <a:pt x="1432" y="662"/>
                  <a:pt x="1430" y="659"/>
                  <a:pt x="1428" y="659"/>
                </a:cubicBezTo>
                <a:cubicBezTo>
                  <a:pt x="1407" y="653"/>
                  <a:pt x="1398" y="651"/>
                  <a:pt x="1391" y="648"/>
                </a:cubicBezTo>
                <a:cubicBezTo>
                  <a:pt x="1354" y="632"/>
                  <a:pt x="1348" y="632"/>
                  <a:pt x="1345" y="630"/>
                </a:cubicBezTo>
                <a:cubicBezTo>
                  <a:pt x="1322" y="615"/>
                  <a:pt x="1316" y="617"/>
                  <a:pt x="1313" y="613"/>
                </a:cubicBezTo>
                <a:cubicBezTo>
                  <a:pt x="1279" y="594"/>
                  <a:pt x="1276" y="591"/>
                  <a:pt x="1271" y="590"/>
                </a:cubicBezTo>
                <a:cubicBezTo>
                  <a:pt x="1238" y="568"/>
                  <a:pt x="1232" y="570"/>
                  <a:pt x="1230" y="566"/>
                </a:cubicBezTo>
                <a:cubicBezTo>
                  <a:pt x="1190" y="554"/>
                  <a:pt x="1189" y="549"/>
                  <a:pt x="1182" y="550"/>
                </a:cubicBezTo>
                <a:cubicBezTo>
                  <a:pt x="1139" y="548"/>
                  <a:pt x="1134" y="547"/>
                  <a:pt x="1126" y="547"/>
                </a:cubicBezTo>
                <a:cubicBezTo>
                  <a:pt x="1156" y="555"/>
                  <a:pt x="1170" y="550"/>
                  <a:pt x="1177" y="556"/>
                </a:cubicBezTo>
                <a:cubicBezTo>
                  <a:pt x="1230" y="573"/>
                  <a:pt x="1232" y="576"/>
                  <a:pt x="1234" y="579"/>
                </a:cubicBezTo>
                <a:cubicBezTo>
                  <a:pt x="1286" y="604"/>
                  <a:pt x="1288" y="608"/>
                  <a:pt x="1291" y="611"/>
                </a:cubicBezTo>
                <a:cubicBezTo>
                  <a:pt x="1326" y="629"/>
                  <a:pt x="1333" y="632"/>
                  <a:pt x="1339" y="635"/>
                </a:cubicBezTo>
                <a:cubicBezTo>
                  <a:pt x="1354" y="643"/>
                  <a:pt x="1358" y="644"/>
                  <a:pt x="1355" y="646"/>
                </a:cubicBezTo>
                <a:cubicBezTo>
                  <a:pt x="1332" y="636"/>
                  <a:pt x="1330" y="635"/>
                  <a:pt x="1326" y="635"/>
                </a:cubicBezTo>
                <a:cubicBezTo>
                  <a:pt x="1294" y="620"/>
                  <a:pt x="1289" y="619"/>
                  <a:pt x="1283" y="619"/>
                </a:cubicBezTo>
                <a:cubicBezTo>
                  <a:pt x="1231" y="596"/>
                  <a:pt x="1222" y="592"/>
                  <a:pt x="1212" y="589"/>
                </a:cubicBezTo>
                <a:cubicBezTo>
                  <a:pt x="1134" y="577"/>
                  <a:pt x="1120" y="579"/>
                  <a:pt x="1108" y="579"/>
                </a:cubicBezTo>
                <a:cubicBezTo>
                  <a:pt x="1062" y="594"/>
                  <a:pt x="1067" y="589"/>
                  <a:pt x="1076" y="589"/>
                </a:cubicBezTo>
                <a:cubicBezTo>
                  <a:pt x="1157" y="587"/>
                  <a:pt x="1166" y="585"/>
                  <a:pt x="1173" y="585"/>
                </a:cubicBezTo>
                <a:cubicBezTo>
                  <a:pt x="1205" y="597"/>
                  <a:pt x="1212" y="594"/>
                  <a:pt x="1213" y="598"/>
                </a:cubicBezTo>
                <a:cubicBezTo>
                  <a:pt x="1245" y="611"/>
                  <a:pt x="1259" y="614"/>
                  <a:pt x="1270" y="621"/>
                </a:cubicBezTo>
                <a:cubicBezTo>
                  <a:pt x="1316" y="636"/>
                  <a:pt x="1321" y="639"/>
                  <a:pt x="1326" y="644"/>
                </a:cubicBezTo>
                <a:cubicBezTo>
                  <a:pt x="1370" y="662"/>
                  <a:pt x="1377" y="664"/>
                  <a:pt x="1383" y="667"/>
                </a:cubicBezTo>
                <a:cubicBezTo>
                  <a:pt x="1436" y="683"/>
                  <a:pt x="1437" y="688"/>
                  <a:pt x="1444" y="685"/>
                </a:cubicBezTo>
                <a:cubicBezTo>
                  <a:pt x="1504" y="697"/>
                  <a:pt x="1508" y="695"/>
                  <a:pt x="1512" y="695"/>
                </a:cubicBezTo>
                <a:cubicBezTo>
                  <a:pt x="1536" y="698"/>
                  <a:pt x="1543" y="693"/>
                  <a:pt x="1544" y="698"/>
                </a:cubicBezTo>
                <a:cubicBezTo>
                  <a:pt x="1486" y="702"/>
                  <a:pt x="1471" y="703"/>
                  <a:pt x="1456" y="703"/>
                </a:cubicBezTo>
                <a:cubicBezTo>
                  <a:pt x="1429" y="698"/>
                  <a:pt x="1423" y="696"/>
                  <a:pt x="1415" y="697"/>
                </a:cubicBezTo>
                <a:cubicBezTo>
                  <a:pt x="1353" y="677"/>
                  <a:pt x="1348" y="673"/>
                  <a:pt x="1340" y="675"/>
                </a:cubicBezTo>
                <a:cubicBezTo>
                  <a:pt x="1312" y="661"/>
                  <a:pt x="1304" y="658"/>
                  <a:pt x="1295" y="656"/>
                </a:cubicBezTo>
                <a:cubicBezTo>
                  <a:pt x="1258" y="637"/>
                  <a:pt x="1253" y="638"/>
                  <a:pt x="1247" y="638"/>
                </a:cubicBezTo>
                <a:cubicBezTo>
                  <a:pt x="1196" y="619"/>
                  <a:pt x="1187" y="623"/>
                  <a:pt x="1186" y="618"/>
                </a:cubicBezTo>
                <a:cubicBezTo>
                  <a:pt x="1157" y="610"/>
                  <a:pt x="1149" y="614"/>
                  <a:pt x="1147" y="610"/>
                </a:cubicBezTo>
                <a:cubicBezTo>
                  <a:pt x="1083" y="616"/>
                  <a:pt x="1084" y="621"/>
                  <a:pt x="1078" y="620"/>
                </a:cubicBezTo>
                <a:cubicBezTo>
                  <a:pt x="1150" y="620"/>
                  <a:pt x="1157" y="619"/>
                  <a:pt x="1160" y="623"/>
                </a:cubicBezTo>
                <a:cubicBezTo>
                  <a:pt x="1199" y="630"/>
                  <a:pt x="1204" y="632"/>
                  <a:pt x="1209" y="634"/>
                </a:cubicBezTo>
                <a:cubicBezTo>
                  <a:pt x="1228" y="642"/>
                  <a:pt x="1238" y="637"/>
                  <a:pt x="1239" y="644"/>
                </a:cubicBezTo>
                <a:cubicBezTo>
                  <a:pt x="1313" y="668"/>
                  <a:pt x="1320" y="677"/>
                  <a:pt x="1332" y="679"/>
                </a:cubicBezTo>
                <a:cubicBezTo>
                  <a:pt x="1381" y="698"/>
                  <a:pt x="1390" y="695"/>
                  <a:pt x="1393" y="701"/>
                </a:cubicBezTo>
                <a:cubicBezTo>
                  <a:pt x="1304" y="679"/>
                  <a:pt x="1301" y="674"/>
                  <a:pt x="1293" y="674"/>
                </a:cubicBezTo>
                <a:cubicBezTo>
                  <a:pt x="1253" y="666"/>
                  <a:pt x="1252" y="659"/>
                  <a:pt x="1244" y="661"/>
                </a:cubicBezTo>
                <a:cubicBezTo>
                  <a:pt x="1190" y="645"/>
                  <a:pt x="1182" y="646"/>
                  <a:pt x="1177" y="644"/>
                </a:cubicBezTo>
                <a:cubicBezTo>
                  <a:pt x="1102" y="645"/>
                  <a:pt x="1100" y="643"/>
                  <a:pt x="1084" y="646"/>
                </a:cubicBezTo>
                <a:cubicBezTo>
                  <a:pt x="1038" y="654"/>
                  <a:pt x="1027" y="657"/>
                  <a:pt x="1016" y="660"/>
                </a:cubicBezTo>
                <a:cubicBezTo>
                  <a:pt x="1009" y="671"/>
                  <a:pt x="1023" y="663"/>
                  <a:pt x="1040" y="658"/>
                </a:cubicBezTo>
                <a:cubicBezTo>
                  <a:pt x="1127" y="644"/>
                  <a:pt x="1133" y="653"/>
                  <a:pt x="1142" y="648"/>
                </a:cubicBezTo>
                <a:cubicBezTo>
                  <a:pt x="1168" y="650"/>
                  <a:pt x="1171" y="650"/>
                  <a:pt x="1174" y="652"/>
                </a:cubicBezTo>
                <a:cubicBezTo>
                  <a:pt x="1216" y="663"/>
                  <a:pt x="1230" y="664"/>
                  <a:pt x="1243" y="668"/>
                </a:cubicBezTo>
                <a:cubicBezTo>
                  <a:pt x="1286" y="682"/>
                  <a:pt x="1293" y="683"/>
                  <a:pt x="1300" y="684"/>
                </a:cubicBezTo>
                <a:cubicBezTo>
                  <a:pt x="1341" y="697"/>
                  <a:pt x="1345" y="698"/>
                  <a:pt x="1347" y="700"/>
                </a:cubicBezTo>
                <a:cubicBezTo>
                  <a:pt x="1407" y="712"/>
                  <a:pt x="1415" y="717"/>
                  <a:pt x="1425" y="717"/>
                </a:cubicBezTo>
                <a:cubicBezTo>
                  <a:pt x="1468" y="727"/>
                  <a:pt x="1479" y="717"/>
                  <a:pt x="1479" y="723"/>
                </a:cubicBezTo>
                <a:cubicBezTo>
                  <a:pt x="1425" y="732"/>
                  <a:pt x="1411" y="731"/>
                  <a:pt x="1397" y="731"/>
                </a:cubicBezTo>
                <a:cubicBezTo>
                  <a:pt x="1367" y="724"/>
                  <a:pt x="1361" y="728"/>
                  <a:pt x="1360" y="724"/>
                </a:cubicBezTo>
                <a:cubicBezTo>
                  <a:pt x="1304" y="710"/>
                  <a:pt x="1299" y="708"/>
                  <a:pt x="1293" y="708"/>
                </a:cubicBezTo>
                <a:cubicBezTo>
                  <a:pt x="1240" y="696"/>
                  <a:pt x="1239" y="689"/>
                  <a:pt x="1232" y="690"/>
                </a:cubicBezTo>
                <a:cubicBezTo>
                  <a:pt x="1148" y="668"/>
                  <a:pt x="1139" y="669"/>
                  <a:pt x="1132" y="666"/>
                </a:cubicBezTo>
                <a:cubicBezTo>
                  <a:pt x="1108" y="662"/>
                  <a:pt x="1101" y="667"/>
                  <a:pt x="1101" y="663"/>
                </a:cubicBezTo>
                <a:cubicBezTo>
                  <a:pt x="1074" y="662"/>
                  <a:pt x="1066" y="667"/>
                  <a:pt x="1065" y="662"/>
                </a:cubicBezTo>
                <a:cubicBezTo>
                  <a:pt x="1055" y="666"/>
                  <a:pt x="1086" y="668"/>
                  <a:pt x="1116" y="671"/>
                </a:cubicBezTo>
                <a:cubicBezTo>
                  <a:pt x="1206" y="690"/>
                  <a:pt x="1212" y="689"/>
                  <a:pt x="1215" y="693"/>
                </a:cubicBezTo>
                <a:cubicBezTo>
                  <a:pt x="1240" y="698"/>
                  <a:pt x="1245" y="703"/>
                  <a:pt x="1254" y="704"/>
                </a:cubicBezTo>
                <a:cubicBezTo>
                  <a:pt x="1310" y="722"/>
                  <a:pt x="1318" y="725"/>
                  <a:pt x="1325" y="729"/>
                </a:cubicBezTo>
                <a:cubicBezTo>
                  <a:pt x="1364" y="740"/>
                  <a:pt x="1374" y="733"/>
                  <a:pt x="1374" y="740"/>
                </a:cubicBezTo>
                <a:cubicBezTo>
                  <a:pt x="1411" y="742"/>
                  <a:pt x="1411" y="738"/>
                  <a:pt x="1414" y="743"/>
                </a:cubicBezTo>
                <a:cubicBezTo>
                  <a:pt x="1303" y="732"/>
                  <a:pt x="1295" y="732"/>
                  <a:pt x="1290" y="728"/>
                </a:cubicBezTo>
                <a:cubicBezTo>
                  <a:pt x="1255" y="719"/>
                  <a:pt x="1240" y="716"/>
                  <a:pt x="1225" y="713"/>
                </a:cubicBezTo>
                <a:cubicBezTo>
                  <a:pt x="1158" y="693"/>
                  <a:pt x="1147" y="697"/>
                  <a:pt x="1142" y="693"/>
                </a:cubicBezTo>
                <a:cubicBezTo>
                  <a:pt x="1067" y="682"/>
                  <a:pt x="1060" y="680"/>
                  <a:pt x="1051" y="680"/>
                </a:cubicBezTo>
                <a:cubicBezTo>
                  <a:pt x="1019" y="689"/>
                  <a:pt x="1034" y="691"/>
                  <a:pt x="1054" y="687"/>
                </a:cubicBezTo>
                <a:cubicBezTo>
                  <a:pt x="1119" y="691"/>
                  <a:pt x="1120" y="700"/>
                  <a:pt x="1129" y="697"/>
                </a:cubicBezTo>
                <a:cubicBezTo>
                  <a:pt x="1178" y="710"/>
                  <a:pt x="1192" y="710"/>
                  <a:pt x="1203" y="715"/>
                </a:cubicBezTo>
                <a:cubicBezTo>
                  <a:pt x="1244" y="728"/>
                  <a:pt x="1252" y="727"/>
                  <a:pt x="1257" y="730"/>
                </a:cubicBezTo>
                <a:cubicBezTo>
                  <a:pt x="1283" y="735"/>
                  <a:pt x="1286" y="740"/>
                  <a:pt x="1294" y="739"/>
                </a:cubicBezTo>
                <a:cubicBezTo>
                  <a:pt x="1351" y="756"/>
                  <a:pt x="1361" y="747"/>
                  <a:pt x="1361" y="753"/>
                </a:cubicBezTo>
                <a:cubicBezTo>
                  <a:pt x="1380" y="756"/>
                  <a:pt x="1376" y="760"/>
                  <a:pt x="1362" y="762"/>
                </a:cubicBezTo>
                <a:cubicBezTo>
                  <a:pt x="1315" y="757"/>
                  <a:pt x="1314" y="755"/>
                  <a:pt x="1310" y="756"/>
                </a:cubicBezTo>
                <a:cubicBezTo>
                  <a:pt x="1291" y="749"/>
                  <a:pt x="1286" y="752"/>
                  <a:pt x="1285" y="749"/>
                </a:cubicBezTo>
                <a:cubicBezTo>
                  <a:pt x="1265" y="745"/>
                  <a:pt x="1264" y="743"/>
                  <a:pt x="1260" y="745"/>
                </a:cubicBezTo>
                <a:cubicBezTo>
                  <a:pt x="1206" y="729"/>
                  <a:pt x="1199" y="730"/>
                  <a:pt x="1196" y="725"/>
                </a:cubicBezTo>
                <a:cubicBezTo>
                  <a:pt x="1126" y="707"/>
                  <a:pt x="1120" y="706"/>
                  <a:pt x="1113" y="707"/>
                </a:cubicBezTo>
                <a:cubicBezTo>
                  <a:pt x="1142" y="713"/>
                  <a:pt x="1148" y="722"/>
                  <a:pt x="1162" y="720"/>
                </a:cubicBezTo>
                <a:cubicBezTo>
                  <a:pt x="1229" y="744"/>
                  <a:pt x="1232" y="748"/>
                  <a:pt x="1238" y="749"/>
                </a:cubicBezTo>
                <a:cubicBezTo>
                  <a:pt x="1266" y="755"/>
                  <a:pt x="1278" y="756"/>
                  <a:pt x="1287" y="762"/>
                </a:cubicBezTo>
                <a:cubicBezTo>
                  <a:pt x="1327" y="768"/>
                  <a:pt x="1331" y="770"/>
                  <a:pt x="1339" y="768"/>
                </a:cubicBezTo>
                <a:cubicBezTo>
                  <a:pt x="1311" y="775"/>
                  <a:pt x="1304" y="771"/>
                  <a:pt x="1291" y="774"/>
                </a:cubicBezTo>
                <a:cubicBezTo>
                  <a:pt x="1247" y="759"/>
                  <a:pt x="1242" y="760"/>
                  <a:pt x="1238" y="760"/>
                </a:cubicBezTo>
                <a:cubicBezTo>
                  <a:pt x="1210" y="756"/>
                  <a:pt x="1208" y="753"/>
                  <a:pt x="1203" y="753"/>
                </a:cubicBezTo>
                <a:cubicBezTo>
                  <a:pt x="1153" y="739"/>
                  <a:pt x="1142" y="743"/>
                  <a:pt x="1136" y="738"/>
                </a:cubicBezTo>
                <a:cubicBezTo>
                  <a:pt x="1065" y="736"/>
                  <a:pt x="1052" y="738"/>
                  <a:pt x="1039" y="740"/>
                </a:cubicBezTo>
                <a:cubicBezTo>
                  <a:pt x="1001" y="753"/>
                  <a:pt x="1000" y="758"/>
                  <a:pt x="992" y="758"/>
                </a:cubicBezTo>
                <a:cubicBezTo>
                  <a:pt x="998" y="764"/>
                  <a:pt x="1000" y="760"/>
                  <a:pt x="1005" y="757"/>
                </a:cubicBezTo>
                <a:cubicBezTo>
                  <a:pt x="1082" y="742"/>
                  <a:pt x="1087" y="741"/>
                  <a:pt x="1092" y="739"/>
                </a:cubicBezTo>
                <a:cubicBezTo>
                  <a:pt x="1123" y="744"/>
                  <a:pt x="1129" y="748"/>
                  <a:pt x="1138" y="747"/>
                </a:cubicBezTo>
                <a:cubicBezTo>
                  <a:pt x="1211" y="765"/>
                  <a:pt x="1220" y="764"/>
                  <a:pt x="1228" y="766"/>
                </a:cubicBezTo>
                <a:cubicBezTo>
                  <a:pt x="1279" y="775"/>
                  <a:pt x="1279" y="782"/>
                  <a:pt x="1286" y="780"/>
                </a:cubicBezTo>
                <a:cubicBezTo>
                  <a:pt x="1318" y="788"/>
                  <a:pt x="1327" y="783"/>
                  <a:pt x="1328" y="790"/>
                </a:cubicBezTo>
                <a:cubicBezTo>
                  <a:pt x="1241" y="786"/>
                  <a:pt x="1232" y="784"/>
                  <a:pt x="1222" y="783"/>
                </a:cubicBezTo>
                <a:cubicBezTo>
                  <a:pt x="1192" y="776"/>
                  <a:pt x="1187" y="776"/>
                  <a:pt x="1181" y="777"/>
                </a:cubicBezTo>
                <a:cubicBezTo>
                  <a:pt x="1149" y="770"/>
                  <a:pt x="1146" y="766"/>
                  <a:pt x="1140" y="769"/>
                </a:cubicBezTo>
                <a:cubicBezTo>
                  <a:pt x="1088" y="767"/>
                  <a:pt x="1068" y="764"/>
                  <a:pt x="1046" y="766"/>
                </a:cubicBezTo>
                <a:cubicBezTo>
                  <a:pt x="971" y="785"/>
                  <a:pt x="962" y="782"/>
                  <a:pt x="964" y="787"/>
                </a:cubicBezTo>
                <a:cubicBezTo>
                  <a:pt x="983" y="786"/>
                  <a:pt x="994" y="781"/>
                  <a:pt x="1006" y="777"/>
                </a:cubicBezTo>
                <a:cubicBezTo>
                  <a:pt x="1067" y="772"/>
                  <a:pt x="1071" y="774"/>
                  <a:pt x="1076" y="773"/>
                </a:cubicBezTo>
                <a:cubicBezTo>
                  <a:pt x="1106" y="776"/>
                  <a:pt x="1115" y="770"/>
                  <a:pt x="1117" y="775"/>
                </a:cubicBezTo>
                <a:cubicBezTo>
                  <a:pt x="1191" y="786"/>
                  <a:pt x="1211" y="787"/>
                  <a:pt x="1228" y="793"/>
                </a:cubicBezTo>
                <a:cubicBezTo>
                  <a:pt x="1281" y="803"/>
                  <a:pt x="1277" y="804"/>
                  <a:pt x="1276" y="802"/>
                </a:cubicBezTo>
                <a:cubicBezTo>
                  <a:pt x="1242" y="800"/>
                  <a:pt x="1229" y="800"/>
                  <a:pt x="1218" y="799"/>
                </a:cubicBezTo>
                <a:cubicBezTo>
                  <a:pt x="1129" y="795"/>
                  <a:pt x="1128" y="790"/>
                  <a:pt x="1122" y="792"/>
                </a:cubicBezTo>
                <a:cubicBezTo>
                  <a:pt x="971" y="817"/>
                  <a:pt x="962" y="818"/>
                  <a:pt x="957" y="822"/>
                </a:cubicBezTo>
                <a:cubicBezTo>
                  <a:pt x="931" y="836"/>
                  <a:pt x="925" y="840"/>
                  <a:pt x="918" y="844"/>
                </a:cubicBezTo>
                <a:cubicBezTo>
                  <a:pt x="915" y="851"/>
                  <a:pt x="927" y="844"/>
                  <a:pt x="937" y="836"/>
                </a:cubicBezTo>
                <a:cubicBezTo>
                  <a:pt x="967" y="824"/>
                  <a:pt x="968" y="824"/>
                  <a:pt x="970" y="821"/>
                </a:cubicBezTo>
                <a:cubicBezTo>
                  <a:pt x="988" y="819"/>
                  <a:pt x="997" y="815"/>
                  <a:pt x="1010" y="812"/>
                </a:cubicBezTo>
                <a:cubicBezTo>
                  <a:pt x="1118" y="803"/>
                  <a:pt x="1124" y="799"/>
                  <a:pt x="1126" y="802"/>
                </a:cubicBezTo>
                <a:cubicBezTo>
                  <a:pt x="1151" y="804"/>
                  <a:pt x="1155" y="804"/>
                  <a:pt x="1159" y="803"/>
                </a:cubicBezTo>
                <a:cubicBezTo>
                  <a:pt x="1188" y="806"/>
                  <a:pt x="1197" y="803"/>
                  <a:pt x="1202" y="808"/>
                </a:cubicBezTo>
                <a:cubicBezTo>
                  <a:pt x="1137" y="807"/>
                  <a:pt x="1132" y="808"/>
                  <a:pt x="1129" y="806"/>
                </a:cubicBezTo>
                <a:cubicBezTo>
                  <a:pt x="1007" y="827"/>
                  <a:pt x="987" y="836"/>
                  <a:pt x="958" y="843"/>
                </a:cubicBezTo>
                <a:cubicBezTo>
                  <a:pt x="933" y="859"/>
                  <a:pt x="923" y="861"/>
                  <a:pt x="918" y="866"/>
                </a:cubicBezTo>
                <a:cubicBezTo>
                  <a:pt x="898" y="891"/>
                  <a:pt x="901" y="878"/>
                  <a:pt x="915" y="873"/>
                </a:cubicBezTo>
                <a:cubicBezTo>
                  <a:pt x="944" y="858"/>
                  <a:pt x="947" y="856"/>
                  <a:pt x="949" y="854"/>
                </a:cubicBezTo>
                <a:cubicBezTo>
                  <a:pt x="992" y="838"/>
                  <a:pt x="1000" y="841"/>
                  <a:pt x="999" y="836"/>
                </a:cubicBezTo>
                <a:cubicBezTo>
                  <a:pt x="1049" y="824"/>
                  <a:pt x="1051" y="821"/>
                  <a:pt x="1058" y="821"/>
                </a:cubicBezTo>
                <a:cubicBezTo>
                  <a:pt x="1141" y="816"/>
                  <a:pt x="1140" y="815"/>
                  <a:pt x="1146" y="816"/>
                </a:cubicBezTo>
                <a:cubicBezTo>
                  <a:pt x="1178" y="815"/>
                  <a:pt x="1186" y="820"/>
                  <a:pt x="1200" y="818"/>
                </a:cubicBezTo>
                <a:cubicBezTo>
                  <a:pt x="1212" y="833"/>
                  <a:pt x="1196" y="824"/>
                  <a:pt x="1177" y="826"/>
                </a:cubicBezTo>
                <a:cubicBezTo>
                  <a:pt x="1028" y="844"/>
                  <a:pt x="1022" y="846"/>
                  <a:pt x="1014" y="847"/>
                </a:cubicBezTo>
                <a:cubicBezTo>
                  <a:pt x="992" y="855"/>
                  <a:pt x="977" y="859"/>
                  <a:pt x="966" y="864"/>
                </a:cubicBezTo>
                <a:cubicBezTo>
                  <a:pt x="916" y="894"/>
                  <a:pt x="905" y="894"/>
                  <a:pt x="904" y="900"/>
                </a:cubicBezTo>
                <a:cubicBezTo>
                  <a:pt x="980" y="863"/>
                  <a:pt x="990" y="863"/>
                  <a:pt x="994" y="859"/>
                </a:cubicBezTo>
                <a:cubicBezTo>
                  <a:pt x="1024" y="851"/>
                  <a:pt x="1039" y="847"/>
                  <a:pt x="1056" y="844"/>
                </a:cubicBezTo>
                <a:cubicBezTo>
                  <a:pt x="1146" y="832"/>
                  <a:pt x="1149" y="836"/>
                  <a:pt x="1156" y="834"/>
                </a:cubicBezTo>
                <a:cubicBezTo>
                  <a:pt x="1103" y="846"/>
                  <a:pt x="1103" y="849"/>
                  <a:pt x="1099" y="849"/>
                </a:cubicBezTo>
                <a:cubicBezTo>
                  <a:pt x="1074" y="856"/>
                  <a:pt x="1075" y="852"/>
                  <a:pt x="1071" y="856"/>
                </a:cubicBezTo>
                <a:cubicBezTo>
                  <a:pt x="1014" y="877"/>
                  <a:pt x="1004" y="885"/>
                  <a:pt x="989" y="889"/>
                </a:cubicBezTo>
                <a:cubicBezTo>
                  <a:pt x="937" y="920"/>
                  <a:pt x="924" y="917"/>
                  <a:pt x="927" y="927"/>
                </a:cubicBezTo>
                <a:cubicBezTo>
                  <a:pt x="944" y="914"/>
                  <a:pt x="953" y="913"/>
                  <a:pt x="957" y="908"/>
                </a:cubicBezTo>
                <a:cubicBezTo>
                  <a:pt x="1079" y="868"/>
                  <a:pt x="1081" y="859"/>
                  <a:pt x="1085" y="860"/>
                </a:cubicBezTo>
                <a:cubicBezTo>
                  <a:pt x="1115" y="856"/>
                  <a:pt x="1123" y="851"/>
                  <a:pt x="1124" y="856"/>
                </a:cubicBezTo>
                <a:cubicBezTo>
                  <a:pt x="1048" y="892"/>
                  <a:pt x="1037" y="891"/>
                  <a:pt x="1034" y="896"/>
                </a:cubicBezTo>
                <a:cubicBezTo>
                  <a:pt x="995" y="917"/>
                  <a:pt x="985" y="917"/>
                  <a:pt x="986" y="925"/>
                </a:cubicBezTo>
                <a:cubicBezTo>
                  <a:pt x="1060" y="887"/>
                  <a:pt x="1082" y="881"/>
                  <a:pt x="1101" y="871"/>
                </a:cubicBezTo>
                <a:cubicBezTo>
                  <a:pt x="1190" y="845"/>
                  <a:pt x="1192" y="840"/>
                  <a:pt x="1201" y="839"/>
                </a:cubicBezTo>
                <a:cubicBezTo>
                  <a:pt x="1214" y="839"/>
                  <a:pt x="1208" y="844"/>
                  <a:pt x="1196" y="845"/>
                </a:cubicBezTo>
                <a:cubicBezTo>
                  <a:pt x="1124" y="887"/>
                  <a:pt x="1112" y="885"/>
                  <a:pt x="1111" y="891"/>
                </a:cubicBezTo>
                <a:cubicBezTo>
                  <a:pt x="1040" y="922"/>
                  <a:pt x="1032" y="930"/>
                  <a:pt x="1019" y="934"/>
                </a:cubicBezTo>
                <a:cubicBezTo>
                  <a:pt x="994" y="953"/>
                  <a:pt x="987" y="952"/>
                  <a:pt x="987" y="956"/>
                </a:cubicBezTo>
                <a:cubicBezTo>
                  <a:pt x="936" y="987"/>
                  <a:pt x="933" y="989"/>
                  <a:pt x="932" y="992"/>
                </a:cubicBezTo>
                <a:cubicBezTo>
                  <a:pt x="945" y="988"/>
                  <a:pt x="958" y="980"/>
                  <a:pt x="970" y="972"/>
                </a:cubicBezTo>
                <a:cubicBezTo>
                  <a:pt x="999" y="956"/>
                  <a:pt x="1004" y="952"/>
                  <a:pt x="1010" y="947"/>
                </a:cubicBezTo>
                <a:cubicBezTo>
                  <a:pt x="1093" y="911"/>
                  <a:pt x="1102" y="904"/>
                  <a:pt x="1115" y="899"/>
                </a:cubicBezTo>
                <a:cubicBezTo>
                  <a:pt x="1139" y="885"/>
                  <a:pt x="1151" y="883"/>
                  <a:pt x="1150" y="886"/>
                </a:cubicBezTo>
                <a:cubicBezTo>
                  <a:pt x="1128" y="905"/>
                  <a:pt x="1125" y="907"/>
                  <a:pt x="1120" y="907"/>
                </a:cubicBezTo>
                <a:cubicBezTo>
                  <a:pt x="1090" y="934"/>
                  <a:pt x="1084" y="937"/>
                  <a:pt x="1082" y="943"/>
                </a:cubicBezTo>
                <a:cubicBezTo>
                  <a:pt x="1020" y="991"/>
                  <a:pt x="998" y="1003"/>
                  <a:pt x="978" y="1017"/>
                </a:cubicBezTo>
                <a:cubicBezTo>
                  <a:pt x="941" y="1045"/>
                  <a:pt x="928" y="1040"/>
                  <a:pt x="930" y="1046"/>
                </a:cubicBezTo>
                <a:cubicBezTo>
                  <a:pt x="921" y="1048"/>
                  <a:pt x="938" y="1050"/>
                  <a:pt x="941" y="1042"/>
                </a:cubicBezTo>
                <a:cubicBezTo>
                  <a:pt x="977" y="1024"/>
                  <a:pt x="978" y="1024"/>
                  <a:pt x="980" y="1023"/>
                </a:cubicBezTo>
                <a:cubicBezTo>
                  <a:pt x="1005" y="1006"/>
                  <a:pt x="1009" y="1003"/>
                  <a:pt x="1013" y="1000"/>
                </a:cubicBezTo>
                <a:cubicBezTo>
                  <a:pt x="1093" y="947"/>
                  <a:pt x="1094" y="941"/>
                  <a:pt x="1102" y="939"/>
                </a:cubicBezTo>
                <a:cubicBezTo>
                  <a:pt x="1124" y="923"/>
                  <a:pt x="1125" y="913"/>
                  <a:pt x="1127" y="919"/>
                </a:cubicBezTo>
                <a:cubicBezTo>
                  <a:pt x="1102" y="949"/>
                  <a:pt x="1088" y="952"/>
                  <a:pt x="1086" y="962"/>
                </a:cubicBezTo>
                <a:cubicBezTo>
                  <a:pt x="1026" y="1003"/>
                  <a:pt x="1022" y="1013"/>
                  <a:pt x="1009" y="1016"/>
                </a:cubicBezTo>
                <a:cubicBezTo>
                  <a:pt x="974" y="1039"/>
                  <a:pt x="965" y="1044"/>
                  <a:pt x="956" y="1050"/>
                </a:cubicBezTo>
                <a:cubicBezTo>
                  <a:pt x="944" y="1063"/>
                  <a:pt x="956" y="1056"/>
                  <a:pt x="971" y="1049"/>
                </a:cubicBezTo>
                <a:cubicBezTo>
                  <a:pt x="996" y="1034"/>
                  <a:pt x="1001" y="1029"/>
                  <a:pt x="1009" y="1027"/>
                </a:cubicBezTo>
                <a:cubicBezTo>
                  <a:pt x="1066" y="985"/>
                  <a:pt x="1076" y="984"/>
                  <a:pt x="1078" y="977"/>
                </a:cubicBezTo>
                <a:cubicBezTo>
                  <a:pt x="1127" y="934"/>
                  <a:pt x="1130" y="932"/>
                  <a:pt x="1134" y="931"/>
                </a:cubicBezTo>
                <a:cubicBezTo>
                  <a:pt x="1159" y="903"/>
                  <a:pt x="1165" y="900"/>
                  <a:pt x="1172" y="896"/>
                </a:cubicBezTo>
                <a:cubicBezTo>
                  <a:pt x="1209" y="866"/>
                  <a:pt x="1212" y="862"/>
                  <a:pt x="1216" y="859"/>
                </a:cubicBezTo>
                <a:cubicBezTo>
                  <a:pt x="1239" y="845"/>
                  <a:pt x="1244" y="841"/>
                  <a:pt x="1252" y="839"/>
                </a:cubicBezTo>
                <a:cubicBezTo>
                  <a:pt x="1222" y="871"/>
                  <a:pt x="1212" y="871"/>
                  <a:pt x="1210" y="878"/>
                </a:cubicBezTo>
                <a:cubicBezTo>
                  <a:pt x="1167" y="923"/>
                  <a:pt x="1164" y="928"/>
                  <a:pt x="1158" y="931"/>
                </a:cubicBezTo>
                <a:cubicBezTo>
                  <a:pt x="1105" y="979"/>
                  <a:pt x="1096" y="989"/>
                  <a:pt x="1083" y="996"/>
                </a:cubicBezTo>
                <a:cubicBezTo>
                  <a:pt x="1060" y="1010"/>
                  <a:pt x="1059" y="1017"/>
                  <a:pt x="1049" y="1017"/>
                </a:cubicBezTo>
                <a:cubicBezTo>
                  <a:pt x="1009" y="1042"/>
                  <a:pt x="1008" y="1047"/>
                  <a:pt x="999" y="1046"/>
                </a:cubicBezTo>
                <a:cubicBezTo>
                  <a:pt x="1010" y="1045"/>
                  <a:pt x="1018" y="1046"/>
                  <a:pt x="1019" y="1043"/>
                </a:cubicBezTo>
                <a:cubicBezTo>
                  <a:pt x="1042" y="1033"/>
                  <a:pt x="1041" y="1028"/>
                  <a:pt x="1047" y="1029"/>
                </a:cubicBezTo>
                <a:cubicBezTo>
                  <a:pt x="1083" y="1001"/>
                  <a:pt x="1094" y="1001"/>
                  <a:pt x="1096" y="996"/>
                </a:cubicBezTo>
                <a:cubicBezTo>
                  <a:pt x="1125" y="978"/>
                  <a:pt x="1132" y="967"/>
                  <a:pt x="1143" y="959"/>
                </a:cubicBezTo>
                <a:cubicBezTo>
                  <a:pt x="1161" y="941"/>
                  <a:pt x="1167" y="938"/>
                  <a:pt x="1172" y="933"/>
                </a:cubicBezTo>
                <a:cubicBezTo>
                  <a:pt x="1182" y="914"/>
                  <a:pt x="1188" y="915"/>
                  <a:pt x="1190" y="912"/>
                </a:cubicBezTo>
                <a:cubicBezTo>
                  <a:pt x="1250" y="864"/>
                  <a:pt x="1235" y="870"/>
                  <a:pt x="1231" y="883"/>
                </a:cubicBezTo>
                <a:cubicBezTo>
                  <a:pt x="1206" y="904"/>
                  <a:pt x="1210" y="911"/>
                  <a:pt x="1203" y="910"/>
                </a:cubicBezTo>
                <a:cubicBezTo>
                  <a:pt x="1169" y="949"/>
                  <a:pt x="1164" y="950"/>
                  <a:pt x="1164" y="955"/>
                </a:cubicBezTo>
                <a:cubicBezTo>
                  <a:pt x="1132" y="987"/>
                  <a:pt x="1124" y="990"/>
                  <a:pt x="1121" y="996"/>
                </a:cubicBezTo>
                <a:cubicBezTo>
                  <a:pt x="1053" y="1048"/>
                  <a:pt x="1050" y="1050"/>
                  <a:pt x="1049" y="1053"/>
                </a:cubicBezTo>
                <a:cubicBezTo>
                  <a:pt x="1028" y="1067"/>
                  <a:pt x="1023" y="1068"/>
                  <a:pt x="1021" y="1071"/>
                </a:cubicBezTo>
                <a:cubicBezTo>
                  <a:pt x="1074" y="1047"/>
                  <a:pt x="1077" y="1034"/>
                  <a:pt x="1094" y="1029"/>
                </a:cubicBezTo>
                <a:cubicBezTo>
                  <a:pt x="1127" y="1000"/>
                  <a:pt x="1131" y="995"/>
                  <a:pt x="1138" y="993"/>
                </a:cubicBezTo>
                <a:cubicBezTo>
                  <a:pt x="1170" y="960"/>
                  <a:pt x="1175" y="957"/>
                  <a:pt x="1179" y="952"/>
                </a:cubicBezTo>
                <a:cubicBezTo>
                  <a:pt x="1266" y="861"/>
                  <a:pt x="1268" y="852"/>
                  <a:pt x="1278" y="848"/>
                </a:cubicBezTo>
                <a:cubicBezTo>
                  <a:pt x="1310" y="817"/>
                  <a:pt x="1311" y="812"/>
                  <a:pt x="1318" y="812"/>
                </a:cubicBezTo>
                <a:cubicBezTo>
                  <a:pt x="1337" y="798"/>
                  <a:pt x="1338" y="794"/>
                  <a:pt x="1340" y="797"/>
                </a:cubicBezTo>
                <a:cubicBezTo>
                  <a:pt x="1320" y="818"/>
                  <a:pt x="1310" y="821"/>
                  <a:pt x="1305" y="827"/>
                </a:cubicBezTo>
                <a:cubicBezTo>
                  <a:pt x="1272" y="863"/>
                  <a:pt x="1269" y="865"/>
                  <a:pt x="1266" y="868"/>
                </a:cubicBezTo>
                <a:cubicBezTo>
                  <a:pt x="1240" y="900"/>
                  <a:pt x="1232" y="904"/>
                  <a:pt x="1230" y="912"/>
                </a:cubicBezTo>
                <a:cubicBezTo>
                  <a:pt x="1205" y="941"/>
                  <a:pt x="1195" y="952"/>
                  <a:pt x="1184" y="962"/>
                </a:cubicBezTo>
                <a:cubicBezTo>
                  <a:pt x="1136" y="1004"/>
                  <a:pt x="1131" y="1018"/>
                  <a:pt x="1115" y="1026"/>
                </a:cubicBezTo>
                <a:cubicBezTo>
                  <a:pt x="1086" y="1052"/>
                  <a:pt x="1078" y="1051"/>
                  <a:pt x="1079" y="1057"/>
                </a:cubicBezTo>
                <a:cubicBezTo>
                  <a:pt x="1113" y="1033"/>
                  <a:pt x="1124" y="1028"/>
                  <a:pt x="1130" y="1021"/>
                </a:cubicBezTo>
                <a:cubicBezTo>
                  <a:pt x="1187" y="966"/>
                  <a:pt x="1196" y="966"/>
                  <a:pt x="1196" y="960"/>
                </a:cubicBezTo>
                <a:cubicBezTo>
                  <a:pt x="1240" y="913"/>
                  <a:pt x="1240" y="908"/>
                  <a:pt x="1247" y="907"/>
                </a:cubicBezTo>
                <a:cubicBezTo>
                  <a:pt x="1258" y="891"/>
                  <a:pt x="1263" y="890"/>
                  <a:pt x="1263" y="886"/>
                </a:cubicBezTo>
                <a:cubicBezTo>
                  <a:pt x="1296" y="857"/>
                  <a:pt x="1296" y="847"/>
                  <a:pt x="1304" y="843"/>
                </a:cubicBezTo>
                <a:cubicBezTo>
                  <a:pt x="1319" y="829"/>
                  <a:pt x="1320" y="826"/>
                  <a:pt x="1321" y="829"/>
                </a:cubicBezTo>
                <a:cubicBezTo>
                  <a:pt x="1305" y="848"/>
                  <a:pt x="1301" y="850"/>
                  <a:pt x="1299" y="853"/>
                </a:cubicBezTo>
                <a:cubicBezTo>
                  <a:pt x="1280" y="873"/>
                  <a:pt x="1274" y="888"/>
                  <a:pt x="1260" y="897"/>
                </a:cubicBezTo>
                <a:cubicBezTo>
                  <a:pt x="1250" y="921"/>
                  <a:pt x="1239" y="921"/>
                  <a:pt x="1240" y="930"/>
                </a:cubicBezTo>
                <a:cubicBezTo>
                  <a:pt x="1219" y="954"/>
                  <a:pt x="1214" y="955"/>
                  <a:pt x="1214" y="959"/>
                </a:cubicBezTo>
                <a:cubicBezTo>
                  <a:pt x="1153" y="1020"/>
                  <a:pt x="1147" y="1023"/>
                  <a:pt x="1145" y="1029"/>
                </a:cubicBezTo>
                <a:cubicBezTo>
                  <a:pt x="1092" y="1073"/>
                  <a:pt x="1084" y="1075"/>
                  <a:pt x="1078" y="1079"/>
                </a:cubicBezTo>
                <a:cubicBezTo>
                  <a:pt x="1049" y="1099"/>
                  <a:pt x="1040" y="1097"/>
                  <a:pt x="1040" y="1101"/>
                </a:cubicBezTo>
                <a:cubicBezTo>
                  <a:pt x="1032" y="1111"/>
                  <a:pt x="1047" y="1102"/>
                  <a:pt x="1060" y="1100"/>
                </a:cubicBezTo>
                <a:cubicBezTo>
                  <a:pt x="1109" y="1066"/>
                  <a:pt x="1122" y="1059"/>
                  <a:pt x="1133" y="1049"/>
                </a:cubicBezTo>
                <a:cubicBezTo>
                  <a:pt x="1174" y="1010"/>
                  <a:pt x="1187" y="1001"/>
                  <a:pt x="1195" y="989"/>
                </a:cubicBezTo>
                <a:cubicBezTo>
                  <a:pt x="1215" y="970"/>
                  <a:pt x="1221" y="965"/>
                  <a:pt x="1225" y="959"/>
                </a:cubicBezTo>
                <a:cubicBezTo>
                  <a:pt x="1259" y="917"/>
                  <a:pt x="1260" y="913"/>
                  <a:pt x="1265" y="912"/>
                </a:cubicBezTo>
                <a:cubicBezTo>
                  <a:pt x="1297" y="873"/>
                  <a:pt x="1300" y="866"/>
                  <a:pt x="1305" y="861"/>
                </a:cubicBezTo>
                <a:cubicBezTo>
                  <a:pt x="1383" y="782"/>
                  <a:pt x="1385" y="780"/>
                  <a:pt x="1385" y="778"/>
                </a:cubicBezTo>
                <a:cubicBezTo>
                  <a:pt x="1409" y="773"/>
                  <a:pt x="1402" y="775"/>
                  <a:pt x="1399" y="780"/>
                </a:cubicBezTo>
                <a:cubicBezTo>
                  <a:pt x="1372" y="809"/>
                  <a:pt x="1370" y="815"/>
                  <a:pt x="1363" y="817"/>
                </a:cubicBezTo>
                <a:cubicBezTo>
                  <a:pt x="1334" y="859"/>
                  <a:pt x="1336" y="867"/>
                  <a:pt x="1328" y="868"/>
                </a:cubicBezTo>
                <a:cubicBezTo>
                  <a:pt x="1317" y="891"/>
                  <a:pt x="1311" y="890"/>
                  <a:pt x="1313" y="895"/>
                </a:cubicBezTo>
                <a:cubicBezTo>
                  <a:pt x="1281" y="937"/>
                  <a:pt x="1275" y="940"/>
                  <a:pt x="1274" y="946"/>
                </a:cubicBezTo>
                <a:cubicBezTo>
                  <a:pt x="1245" y="976"/>
                  <a:pt x="1245" y="983"/>
                  <a:pt x="1239" y="986"/>
                </a:cubicBezTo>
                <a:cubicBezTo>
                  <a:pt x="1200" y="1032"/>
                  <a:pt x="1193" y="1033"/>
                  <a:pt x="1191" y="1039"/>
                </a:cubicBezTo>
                <a:cubicBezTo>
                  <a:pt x="1145" y="1080"/>
                  <a:pt x="1138" y="1082"/>
                  <a:pt x="1135" y="1086"/>
                </a:cubicBezTo>
                <a:cubicBezTo>
                  <a:pt x="1085" y="1120"/>
                  <a:pt x="1080" y="1120"/>
                  <a:pt x="1079" y="1123"/>
                </a:cubicBezTo>
                <a:cubicBezTo>
                  <a:pt x="1119" y="1106"/>
                  <a:pt x="1123" y="1103"/>
                  <a:pt x="1126" y="1099"/>
                </a:cubicBezTo>
                <a:cubicBezTo>
                  <a:pt x="1159" y="1076"/>
                  <a:pt x="1165" y="1073"/>
                  <a:pt x="1167" y="1067"/>
                </a:cubicBezTo>
                <a:cubicBezTo>
                  <a:pt x="1200" y="1044"/>
                  <a:pt x="1196" y="1035"/>
                  <a:pt x="1206" y="1036"/>
                </a:cubicBezTo>
                <a:cubicBezTo>
                  <a:pt x="1247" y="991"/>
                  <a:pt x="1255" y="984"/>
                  <a:pt x="1261" y="975"/>
                </a:cubicBezTo>
                <a:cubicBezTo>
                  <a:pt x="1275" y="953"/>
                  <a:pt x="1282" y="954"/>
                  <a:pt x="1281" y="949"/>
                </a:cubicBezTo>
                <a:cubicBezTo>
                  <a:pt x="1307" y="922"/>
                  <a:pt x="1306" y="914"/>
                  <a:pt x="1312" y="913"/>
                </a:cubicBezTo>
                <a:cubicBezTo>
                  <a:pt x="1326" y="889"/>
                  <a:pt x="1332" y="880"/>
                  <a:pt x="1338" y="870"/>
                </a:cubicBezTo>
                <a:cubicBezTo>
                  <a:pt x="1367" y="825"/>
                  <a:pt x="1385" y="812"/>
                  <a:pt x="1399" y="795"/>
                </a:cubicBezTo>
                <a:cubicBezTo>
                  <a:pt x="1439" y="757"/>
                  <a:pt x="1439" y="750"/>
                  <a:pt x="1449" y="751"/>
                </a:cubicBezTo>
                <a:cubicBezTo>
                  <a:pt x="1375" y="857"/>
                  <a:pt x="1363" y="865"/>
                  <a:pt x="1361" y="879"/>
                </a:cubicBezTo>
                <a:cubicBezTo>
                  <a:pt x="1346" y="897"/>
                  <a:pt x="1345" y="900"/>
                  <a:pt x="1346" y="904"/>
                </a:cubicBezTo>
                <a:cubicBezTo>
                  <a:pt x="1326" y="929"/>
                  <a:pt x="1328" y="937"/>
                  <a:pt x="1319" y="938"/>
                </a:cubicBezTo>
                <a:cubicBezTo>
                  <a:pt x="1302" y="971"/>
                  <a:pt x="1298" y="971"/>
                  <a:pt x="1296" y="973"/>
                </a:cubicBezTo>
                <a:cubicBezTo>
                  <a:pt x="1279" y="998"/>
                  <a:pt x="1276" y="1003"/>
                  <a:pt x="1271" y="1006"/>
                </a:cubicBezTo>
                <a:cubicBezTo>
                  <a:pt x="1232" y="1053"/>
                  <a:pt x="1222" y="1060"/>
                  <a:pt x="1216" y="1069"/>
                </a:cubicBezTo>
                <a:cubicBezTo>
                  <a:pt x="1197" y="1083"/>
                  <a:pt x="1193" y="1088"/>
                  <a:pt x="1189" y="1092"/>
                </a:cubicBezTo>
                <a:cubicBezTo>
                  <a:pt x="1158" y="1118"/>
                  <a:pt x="1152" y="1120"/>
                  <a:pt x="1148" y="1124"/>
                </a:cubicBezTo>
                <a:cubicBezTo>
                  <a:pt x="1140" y="1133"/>
                  <a:pt x="1146" y="1132"/>
                  <a:pt x="1149" y="1128"/>
                </a:cubicBezTo>
                <a:cubicBezTo>
                  <a:pt x="1198" y="1096"/>
                  <a:pt x="1201" y="1086"/>
                  <a:pt x="1212" y="1081"/>
                </a:cubicBezTo>
                <a:cubicBezTo>
                  <a:pt x="1258" y="1034"/>
                  <a:pt x="1262" y="1031"/>
                  <a:pt x="1266" y="1027"/>
                </a:cubicBezTo>
                <a:cubicBezTo>
                  <a:pt x="1285" y="1010"/>
                  <a:pt x="1287" y="999"/>
                  <a:pt x="1295" y="993"/>
                </a:cubicBezTo>
                <a:cubicBezTo>
                  <a:pt x="1309" y="971"/>
                  <a:pt x="1311" y="969"/>
                  <a:pt x="1313" y="968"/>
                </a:cubicBezTo>
                <a:cubicBezTo>
                  <a:pt x="1331" y="939"/>
                  <a:pt x="1336" y="936"/>
                  <a:pt x="1340" y="932"/>
                </a:cubicBezTo>
                <a:cubicBezTo>
                  <a:pt x="1349" y="909"/>
                  <a:pt x="1355" y="910"/>
                  <a:pt x="1353" y="905"/>
                </a:cubicBezTo>
                <a:cubicBezTo>
                  <a:pt x="1363" y="887"/>
                  <a:pt x="1367" y="888"/>
                  <a:pt x="1367" y="887"/>
                </a:cubicBezTo>
                <a:cubicBezTo>
                  <a:pt x="1378" y="861"/>
                  <a:pt x="1381" y="858"/>
                  <a:pt x="1386" y="855"/>
                </a:cubicBezTo>
                <a:cubicBezTo>
                  <a:pt x="1404" y="824"/>
                  <a:pt x="1403" y="817"/>
                  <a:pt x="1410" y="815"/>
                </a:cubicBezTo>
                <a:cubicBezTo>
                  <a:pt x="1431" y="782"/>
                  <a:pt x="1438" y="775"/>
                  <a:pt x="1445" y="767"/>
                </a:cubicBezTo>
                <a:cubicBezTo>
                  <a:pt x="1483" y="743"/>
                  <a:pt x="1475" y="742"/>
                  <a:pt x="1475" y="748"/>
                </a:cubicBezTo>
                <a:cubicBezTo>
                  <a:pt x="1453" y="775"/>
                  <a:pt x="1451" y="780"/>
                  <a:pt x="1446" y="782"/>
                </a:cubicBezTo>
                <a:cubicBezTo>
                  <a:pt x="1434" y="807"/>
                  <a:pt x="1432" y="808"/>
                  <a:pt x="1431" y="809"/>
                </a:cubicBezTo>
                <a:cubicBezTo>
                  <a:pt x="1421" y="835"/>
                  <a:pt x="1414" y="839"/>
                  <a:pt x="1413" y="848"/>
                </a:cubicBezTo>
                <a:cubicBezTo>
                  <a:pt x="1399" y="870"/>
                  <a:pt x="1400" y="871"/>
                  <a:pt x="1400" y="872"/>
                </a:cubicBezTo>
                <a:cubicBezTo>
                  <a:pt x="1396" y="885"/>
                  <a:pt x="1392" y="888"/>
                  <a:pt x="1390" y="892"/>
                </a:cubicBezTo>
                <a:cubicBezTo>
                  <a:pt x="1377" y="923"/>
                  <a:pt x="1372" y="929"/>
                  <a:pt x="1372" y="939"/>
                </a:cubicBezTo>
                <a:cubicBezTo>
                  <a:pt x="1362" y="957"/>
                  <a:pt x="1363" y="961"/>
                  <a:pt x="1361" y="961"/>
                </a:cubicBezTo>
                <a:cubicBezTo>
                  <a:pt x="1326" y="1038"/>
                  <a:pt x="1327" y="1048"/>
                  <a:pt x="1319" y="1053"/>
                </a:cubicBezTo>
                <a:cubicBezTo>
                  <a:pt x="1288" y="1101"/>
                  <a:pt x="1283" y="1108"/>
                  <a:pt x="1280" y="1116"/>
                </a:cubicBezTo>
                <a:cubicBezTo>
                  <a:pt x="1261" y="1138"/>
                  <a:pt x="1258" y="1140"/>
                  <a:pt x="1256" y="1144"/>
                </a:cubicBezTo>
                <a:cubicBezTo>
                  <a:pt x="1240" y="1168"/>
                  <a:pt x="1231" y="1166"/>
                  <a:pt x="1230" y="1171"/>
                </a:cubicBezTo>
                <a:cubicBezTo>
                  <a:pt x="1264" y="1144"/>
                  <a:pt x="1269" y="1134"/>
                  <a:pt x="1277" y="1127"/>
                </a:cubicBezTo>
                <a:cubicBezTo>
                  <a:pt x="1297" y="1098"/>
                  <a:pt x="1302" y="1099"/>
                  <a:pt x="1300" y="1094"/>
                </a:cubicBezTo>
                <a:cubicBezTo>
                  <a:pt x="1317" y="1073"/>
                  <a:pt x="1319" y="1071"/>
                  <a:pt x="1323" y="1070"/>
                </a:cubicBezTo>
                <a:cubicBezTo>
                  <a:pt x="1336" y="1043"/>
                  <a:pt x="1339" y="1039"/>
                  <a:pt x="1340" y="1034"/>
                </a:cubicBezTo>
                <a:cubicBezTo>
                  <a:pt x="1364" y="977"/>
                  <a:pt x="1371" y="968"/>
                  <a:pt x="1371" y="955"/>
                </a:cubicBezTo>
                <a:cubicBezTo>
                  <a:pt x="1391" y="915"/>
                  <a:pt x="1395" y="910"/>
                  <a:pt x="1397" y="904"/>
                </a:cubicBezTo>
                <a:cubicBezTo>
                  <a:pt x="1407" y="879"/>
                  <a:pt x="1410" y="874"/>
                  <a:pt x="1412" y="868"/>
                </a:cubicBezTo>
                <a:cubicBezTo>
                  <a:pt x="1421" y="842"/>
                  <a:pt x="1430" y="841"/>
                  <a:pt x="1431" y="834"/>
                </a:cubicBezTo>
                <a:cubicBezTo>
                  <a:pt x="1448" y="807"/>
                  <a:pt x="1452" y="796"/>
                  <a:pt x="1457" y="784"/>
                </a:cubicBezTo>
                <a:cubicBezTo>
                  <a:pt x="1479" y="764"/>
                  <a:pt x="1477" y="759"/>
                  <a:pt x="1479" y="756"/>
                </a:cubicBezTo>
                <a:cubicBezTo>
                  <a:pt x="1499" y="740"/>
                  <a:pt x="1500" y="734"/>
                  <a:pt x="1507" y="731"/>
                </a:cubicBezTo>
                <a:cubicBezTo>
                  <a:pt x="1497" y="749"/>
                  <a:pt x="1499" y="752"/>
                  <a:pt x="1498" y="753"/>
                </a:cubicBezTo>
                <a:cubicBezTo>
                  <a:pt x="1475" y="794"/>
                  <a:pt x="1472" y="800"/>
                  <a:pt x="1467" y="805"/>
                </a:cubicBezTo>
                <a:cubicBezTo>
                  <a:pt x="1456" y="837"/>
                  <a:pt x="1455" y="840"/>
                  <a:pt x="1452" y="843"/>
                </a:cubicBezTo>
                <a:cubicBezTo>
                  <a:pt x="1435" y="888"/>
                  <a:pt x="1432" y="895"/>
                  <a:pt x="1427" y="901"/>
                </a:cubicBezTo>
                <a:cubicBezTo>
                  <a:pt x="1402" y="970"/>
                  <a:pt x="1407" y="978"/>
                  <a:pt x="1401" y="978"/>
                </a:cubicBezTo>
                <a:cubicBezTo>
                  <a:pt x="1387" y="1021"/>
                  <a:pt x="1381" y="1027"/>
                  <a:pt x="1378" y="1034"/>
                </a:cubicBezTo>
                <a:cubicBezTo>
                  <a:pt x="1360" y="1067"/>
                  <a:pt x="1357" y="1070"/>
                  <a:pt x="1357" y="1075"/>
                </a:cubicBezTo>
                <a:cubicBezTo>
                  <a:pt x="1322" y="1125"/>
                  <a:pt x="1315" y="1126"/>
                  <a:pt x="1313" y="1129"/>
                </a:cubicBezTo>
                <a:cubicBezTo>
                  <a:pt x="1325" y="1123"/>
                  <a:pt x="1326" y="1118"/>
                  <a:pt x="1331" y="1115"/>
                </a:cubicBezTo>
                <a:cubicBezTo>
                  <a:pt x="1341" y="1100"/>
                  <a:pt x="1349" y="1100"/>
                  <a:pt x="1347" y="1092"/>
                </a:cubicBezTo>
                <a:cubicBezTo>
                  <a:pt x="1369" y="1067"/>
                  <a:pt x="1368" y="1060"/>
                  <a:pt x="1374" y="1059"/>
                </a:cubicBezTo>
                <a:cubicBezTo>
                  <a:pt x="1382" y="1041"/>
                  <a:pt x="1385" y="1037"/>
                  <a:pt x="1389" y="1034"/>
                </a:cubicBezTo>
                <a:cubicBezTo>
                  <a:pt x="1413" y="982"/>
                  <a:pt x="1409" y="972"/>
                  <a:pt x="1415" y="969"/>
                </a:cubicBezTo>
                <a:cubicBezTo>
                  <a:pt x="1422" y="940"/>
                  <a:pt x="1428" y="941"/>
                  <a:pt x="1424" y="934"/>
                </a:cubicBezTo>
                <a:cubicBezTo>
                  <a:pt x="1466" y="845"/>
                  <a:pt x="1463" y="834"/>
                  <a:pt x="1472" y="831"/>
                </a:cubicBezTo>
                <a:cubicBezTo>
                  <a:pt x="1490" y="787"/>
                  <a:pt x="1488" y="783"/>
                  <a:pt x="1490" y="781"/>
                </a:cubicBezTo>
                <a:cubicBezTo>
                  <a:pt x="1514" y="740"/>
                  <a:pt x="1518" y="731"/>
                  <a:pt x="1526" y="723"/>
                </a:cubicBezTo>
                <a:cubicBezTo>
                  <a:pt x="1526" y="736"/>
                  <a:pt x="1523" y="739"/>
                  <a:pt x="1520" y="742"/>
                </a:cubicBezTo>
                <a:cubicBezTo>
                  <a:pt x="1505" y="769"/>
                  <a:pt x="1502" y="773"/>
                  <a:pt x="1500" y="777"/>
                </a:cubicBezTo>
                <a:cubicBezTo>
                  <a:pt x="1474" y="831"/>
                  <a:pt x="1473" y="841"/>
                  <a:pt x="1466" y="847"/>
                </a:cubicBezTo>
                <a:cubicBezTo>
                  <a:pt x="1452" y="905"/>
                  <a:pt x="1448" y="907"/>
                  <a:pt x="1449" y="912"/>
                </a:cubicBezTo>
                <a:cubicBezTo>
                  <a:pt x="1437" y="938"/>
                  <a:pt x="1441" y="944"/>
                  <a:pt x="1437" y="945"/>
                </a:cubicBezTo>
                <a:cubicBezTo>
                  <a:pt x="1425" y="1007"/>
                  <a:pt x="1422" y="1012"/>
                  <a:pt x="1419" y="1017"/>
                </a:cubicBezTo>
                <a:cubicBezTo>
                  <a:pt x="1394" y="1087"/>
                  <a:pt x="1391" y="1089"/>
                  <a:pt x="1393" y="1093"/>
                </a:cubicBezTo>
                <a:cubicBezTo>
                  <a:pt x="1381" y="1111"/>
                  <a:pt x="1379" y="1113"/>
                  <a:pt x="1377" y="1116"/>
                </a:cubicBezTo>
                <a:cubicBezTo>
                  <a:pt x="1358" y="1151"/>
                  <a:pt x="1350" y="1152"/>
                  <a:pt x="1350" y="1158"/>
                </a:cubicBezTo>
                <a:cubicBezTo>
                  <a:pt x="1373" y="1127"/>
                  <a:pt x="1385" y="1125"/>
                  <a:pt x="1384" y="1115"/>
                </a:cubicBezTo>
                <a:cubicBezTo>
                  <a:pt x="1405" y="1084"/>
                  <a:pt x="1402" y="1079"/>
                  <a:pt x="1408" y="1079"/>
                </a:cubicBezTo>
                <a:cubicBezTo>
                  <a:pt x="1416" y="1052"/>
                  <a:pt x="1422" y="1046"/>
                  <a:pt x="1423" y="1037"/>
                </a:cubicBezTo>
                <a:cubicBezTo>
                  <a:pt x="1444" y="980"/>
                  <a:pt x="1442" y="968"/>
                  <a:pt x="1447" y="961"/>
                </a:cubicBezTo>
                <a:cubicBezTo>
                  <a:pt x="1459" y="887"/>
                  <a:pt x="1471" y="875"/>
                  <a:pt x="1472" y="855"/>
                </a:cubicBezTo>
                <a:cubicBezTo>
                  <a:pt x="1491" y="823"/>
                  <a:pt x="1488" y="817"/>
                  <a:pt x="1494" y="818"/>
                </a:cubicBezTo>
                <a:cubicBezTo>
                  <a:pt x="1507" y="774"/>
                  <a:pt x="1517" y="775"/>
                  <a:pt x="1516" y="769"/>
                </a:cubicBezTo>
                <a:cubicBezTo>
                  <a:pt x="1545" y="733"/>
                  <a:pt x="1541" y="724"/>
                  <a:pt x="1548" y="724"/>
                </a:cubicBezTo>
                <a:cubicBezTo>
                  <a:pt x="1567" y="700"/>
                  <a:pt x="1568" y="698"/>
                  <a:pt x="1572" y="697"/>
                </a:cubicBezTo>
                <a:cubicBezTo>
                  <a:pt x="1565" y="709"/>
                  <a:pt x="1566" y="712"/>
                  <a:pt x="1564" y="712"/>
                </a:cubicBezTo>
                <a:cubicBezTo>
                  <a:pt x="1548" y="738"/>
                  <a:pt x="1542" y="752"/>
                  <a:pt x="1533" y="762"/>
                </a:cubicBezTo>
                <a:cubicBezTo>
                  <a:pt x="1527" y="793"/>
                  <a:pt x="1516" y="796"/>
                  <a:pt x="1519" y="807"/>
                </a:cubicBezTo>
                <a:cubicBezTo>
                  <a:pt x="1509" y="836"/>
                  <a:pt x="1506" y="843"/>
                  <a:pt x="1502" y="849"/>
                </a:cubicBezTo>
                <a:cubicBezTo>
                  <a:pt x="1486" y="911"/>
                  <a:pt x="1479" y="924"/>
                  <a:pt x="1479" y="942"/>
                </a:cubicBezTo>
                <a:cubicBezTo>
                  <a:pt x="1466" y="979"/>
                  <a:pt x="1459" y="986"/>
                  <a:pt x="1458" y="997"/>
                </a:cubicBezTo>
                <a:cubicBezTo>
                  <a:pt x="1439" y="1041"/>
                  <a:pt x="1437" y="1046"/>
                  <a:pt x="1437" y="1052"/>
                </a:cubicBezTo>
                <a:cubicBezTo>
                  <a:pt x="1421" y="1085"/>
                  <a:pt x="1419" y="1087"/>
                  <a:pt x="1417" y="1089"/>
                </a:cubicBezTo>
                <a:cubicBezTo>
                  <a:pt x="1406" y="1111"/>
                  <a:pt x="1401" y="1119"/>
                  <a:pt x="1395" y="1126"/>
                </a:cubicBezTo>
                <a:cubicBezTo>
                  <a:pt x="1373" y="1155"/>
                  <a:pt x="1373" y="1163"/>
                  <a:pt x="1364" y="1165"/>
                </a:cubicBezTo>
                <a:cubicBezTo>
                  <a:pt x="1358" y="1177"/>
                  <a:pt x="1365" y="1179"/>
                  <a:pt x="1366" y="1175"/>
                </a:cubicBezTo>
                <a:cubicBezTo>
                  <a:pt x="1386" y="1144"/>
                  <a:pt x="1394" y="1143"/>
                  <a:pt x="1394" y="1137"/>
                </a:cubicBezTo>
                <a:cubicBezTo>
                  <a:pt x="1431" y="1081"/>
                  <a:pt x="1439" y="1061"/>
                  <a:pt x="1448" y="1043"/>
                </a:cubicBezTo>
                <a:cubicBezTo>
                  <a:pt x="1464" y="1004"/>
                  <a:pt x="1466" y="993"/>
                  <a:pt x="1471" y="984"/>
                </a:cubicBezTo>
                <a:cubicBezTo>
                  <a:pt x="1496" y="912"/>
                  <a:pt x="1499" y="902"/>
                  <a:pt x="1501" y="892"/>
                </a:cubicBezTo>
                <a:cubicBezTo>
                  <a:pt x="1512" y="850"/>
                  <a:pt x="1519" y="842"/>
                  <a:pt x="1521" y="831"/>
                </a:cubicBezTo>
                <a:cubicBezTo>
                  <a:pt x="1539" y="782"/>
                  <a:pt x="1541" y="778"/>
                  <a:pt x="1541" y="772"/>
                </a:cubicBezTo>
                <a:cubicBezTo>
                  <a:pt x="1564" y="728"/>
                  <a:pt x="1567" y="727"/>
                  <a:pt x="1568" y="725"/>
                </a:cubicBezTo>
                <a:cubicBezTo>
                  <a:pt x="1586" y="705"/>
                  <a:pt x="1586" y="702"/>
                  <a:pt x="1588" y="701"/>
                </a:cubicBezTo>
                <a:cubicBezTo>
                  <a:pt x="1587" y="710"/>
                  <a:pt x="1582" y="711"/>
                  <a:pt x="1582" y="715"/>
                </a:cubicBezTo>
                <a:cubicBezTo>
                  <a:pt x="1565" y="759"/>
                  <a:pt x="1557" y="757"/>
                  <a:pt x="1560" y="764"/>
                </a:cubicBezTo>
                <a:cubicBezTo>
                  <a:pt x="1544" y="799"/>
                  <a:pt x="1545" y="808"/>
                  <a:pt x="1540" y="814"/>
                </a:cubicBezTo>
                <a:cubicBezTo>
                  <a:pt x="1522" y="867"/>
                  <a:pt x="1526" y="885"/>
                  <a:pt x="1517" y="893"/>
                </a:cubicBezTo>
                <a:cubicBezTo>
                  <a:pt x="1511" y="951"/>
                  <a:pt x="1505" y="961"/>
                  <a:pt x="1502" y="974"/>
                </a:cubicBezTo>
                <a:cubicBezTo>
                  <a:pt x="1488" y="1033"/>
                  <a:pt x="1487" y="1036"/>
                  <a:pt x="1488" y="1040"/>
                </a:cubicBezTo>
                <a:cubicBezTo>
                  <a:pt x="1472" y="1091"/>
                  <a:pt x="1465" y="1093"/>
                  <a:pt x="1465" y="1100"/>
                </a:cubicBezTo>
                <a:cubicBezTo>
                  <a:pt x="1449" y="1137"/>
                  <a:pt x="1447" y="1140"/>
                  <a:pt x="1446" y="1143"/>
                </a:cubicBezTo>
                <a:cubicBezTo>
                  <a:pt x="1454" y="1132"/>
                  <a:pt x="1459" y="1129"/>
                  <a:pt x="1461" y="1123"/>
                </a:cubicBezTo>
                <a:cubicBezTo>
                  <a:pt x="1487" y="1072"/>
                  <a:pt x="1483" y="1063"/>
                  <a:pt x="1489" y="1060"/>
                </a:cubicBezTo>
                <a:cubicBezTo>
                  <a:pt x="1500" y="1013"/>
                  <a:pt x="1511" y="1017"/>
                  <a:pt x="1507" y="1010"/>
                </a:cubicBezTo>
                <a:cubicBezTo>
                  <a:pt x="1511" y="959"/>
                  <a:pt x="1522" y="958"/>
                  <a:pt x="1517" y="946"/>
                </a:cubicBezTo>
                <a:cubicBezTo>
                  <a:pt x="1527" y="897"/>
                  <a:pt x="1531" y="894"/>
                  <a:pt x="1529" y="887"/>
                </a:cubicBezTo>
                <a:cubicBezTo>
                  <a:pt x="1547" y="822"/>
                  <a:pt x="1551" y="815"/>
                  <a:pt x="1554" y="807"/>
                </a:cubicBezTo>
                <a:cubicBezTo>
                  <a:pt x="1573" y="742"/>
                  <a:pt x="1585" y="745"/>
                  <a:pt x="1582" y="738"/>
                </a:cubicBezTo>
                <a:cubicBezTo>
                  <a:pt x="1593" y="722"/>
                  <a:pt x="1591" y="719"/>
                  <a:pt x="1594" y="718"/>
                </a:cubicBezTo>
                <a:cubicBezTo>
                  <a:pt x="1619" y="684"/>
                  <a:pt x="1616" y="687"/>
                  <a:pt x="1615" y="692"/>
                </a:cubicBezTo>
                <a:cubicBezTo>
                  <a:pt x="1599" y="715"/>
                  <a:pt x="1601" y="718"/>
                  <a:pt x="1598" y="719"/>
                </a:cubicBezTo>
                <a:cubicBezTo>
                  <a:pt x="1585" y="740"/>
                  <a:pt x="1585" y="746"/>
                  <a:pt x="1581" y="749"/>
                </a:cubicBezTo>
                <a:cubicBezTo>
                  <a:pt x="1568" y="794"/>
                  <a:pt x="1561" y="795"/>
                  <a:pt x="1562" y="801"/>
                </a:cubicBezTo>
                <a:cubicBezTo>
                  <a:pt x="1546" y="844"/>
                  <a:pt x="1548" y="851"/>
                  <a:pt x="1545" y="855"/>
                </a:cubicBezTo>
                <a:cubicBezTo>
                  <a:pt x="1538" y="894"/>
                  <a:pt x="1537" y="904"/>
                  <a:pt x="1536" y="914"/>
                </a:cubicBezTo>
                <a:cubicBezTo>
                  <a:pt x="1529" y="960"/>
                  <a:pt x="1529" y="966"/>
                  <a:pt x="1526" y="969"/>
                </a:cubicBezTo>
                <a:cubicBezTo>
                  <a:pt x="1512" y="1031"/>
                  <a:pt x="1515" y="1039"/>
                  <a:pt x="1513" y="1043"/>
                </a:cubicBezTo>
                <a:cubicBezTo>
                  <a:pt x="1500" y="1088"/>
                  <a:pt x="1491" y="1087"/>
                  <a:pt x="1493" y="1095"/>
                </a:cubicBezTo>
                <a:cubicBezTo>
                  <a:pt x="1496" y="1099"/>
                  <a:pt x="1498" y="1092"/>
                  <a:pt x="1501" y="1087"/>
                </a:cubicBezTo>
                <a:cubicBezTo>
                  <a:pt x="1520" y="1044"/>
                  <a:pt x="1523" y="1037"/>
                  <a:pt x="1524" y="1030"/>
                </a:cubicBezTo>
                <a:cubicBezTo>
                  <a:pt x="1535" y="1007"/>
                  <a:pt x="1530" y="996"/>
                  <a:pt x="1534" y="990"/>
                </a:cubicBezTo>
                <a:cubicBezTo>
                  <a:pt x="1547" y="920"/>
                  <a:pt x="1543" y="912"/>
                  <a:pt x="1546" y="908"/>
                </a:cubicBezTo>
                <a:cubicBezTo>
                  <a:pt x="1558" y="848"/>
                  <a:pt x="1560" y="836"/>
                  <a:pt x="1564" y="825"/>
                </a:cubicBezTo>
                <a:cubicBezTo>
                  <a:pt x="1596" y="749"/>
                  <a:pt x="1597" y="736"/>
                  <a:pt x="1604" y="727"/>
                </a:cubicBezTo>
                <a:cubicBezTo>
                  <a:pt x="1617" y="708"/>
                  <a:pt x="1618" y="702"/>
                  <a:pt x="1621" y="697"/>
                </a:cubicBezTo>
                <a:cubicBezTo>
                  <a:pt x="1645" y="666"/>
                  <a:pt x="1646" y="660"/>
                  <a:pt x="1649" y="655"/>
                </a:cubicBezTo>
                <a:cubicBezTo>
                  <a:pt x="1664" y="655"/>
                  <a:pt x="1660" y="659"/>
                  <a:pt x="1655" y="663"/>
                </a:cubicBezTo>
                <a:cubicBezTo>
                  <a:pt x="1646" y="680"/>
                  <a:pt x="1644" y="682"/>
                  <a:pt x="1640" y="683"/>
                </a:cubicBezTo>
                <a:cubicBezTo>
                  <a:pt x="1628" y="709"/>
                  <a:pt x="1626" y="711"/>
                  <a:pt x="1624" y="712"/>
                </a:cubicBezTo>
                <a:cubicBezTo>
                  <a:pt x="1609" y="739"/>
                  <a:pt x="1613" y="749"/>
                  <a:pt x="1606" y="751"/>
                </a:cubicBezTo>
                <a:cubicBezTo>
                  <a:pt x="1591" y="789"/>
                  <a:pt x="1590" y="796"/>
                  <a:pt x="1586" y="801"/>
                </a:cubicBezTo>
                <a:cubicBezTo>
                  <a:pt x="1573" y="863"/>
                  <a:pt x="1567" y="866"/>
                  <a:pt x="1571" y="877"/>
                </a:cubicBezTo>
                <a:cubicBezTo>
                  <a:pt x="1569" y="1011"/>
                  <a:pt x="1566" y="1004"/>
                  <a:pt x="1567" y="1000"/>
                </a:cubicBezTo>
                <a:cubicBezTo>
                  <a:pt x="1584" y="947"/>
                  <a:pt x="1586" y="936"/>
                  <a:pt x="1591" y="926"/>
                </a:cubicBezTo>
                <a:cubicBezTo>
                  <a:pt x="1618" y="817"/>
                  <a:pt x="1621" y="806"/>
                  <a:pt x="1623" y="794"/>
                </a:cubicBezTo>
                <a:cubicBezTo>
                  <a:pt x="1638" y="752"/>
                  <a:pt x="1642" y="741"/>
                  <a:pt x="1647" y="730"/>
                </a:cubicBezTo>
                <a:cubicBezTo>
                  <a:pt x="1665" y="691"/>
                  <a:pt x="1667" y="688"/>
                  <a:pt x="1670" y="686"/>
                </a:cubicBezTo>
                <a:cubicBezTo>
                  <a:pt x="1680" y="666"/>
                  <a:pt x="1683" y="662"/>
                  <a:pt x="1685" y="657"/>
                </a:cubicBezTo>
                <a:cubicBezTo>
                  <a:pt x="1698" y="643"/>
                  <a:pt x="1698" y="640"/>
                  <a:pt x="1701" y="639"/>
                </a:cubicBezTo>
                <a:cubicBezTo>
                  <a:pt x="1715" y="633"/>
                  <a:pt x="1706" y="644"/>
                  <a:pt x="1697" y="655"/>
                </a:cubicBezTo>
                <a:cubicBezTo>
                  <a:pt x="1662" y="708"/>
                  <a:pt x="1663" y="716"/>
                  <a:pt x="1658" y="719"/>
                </a:cubicBezTo>
                <a:cubicBezTo>
                  <a:pt x="1644" y="762"/>
                  <a:pt x="1639" y="772"/>
                  <a:pt x="1639" y="785"/>
                </a:cubicBezTo>
                <a:cubicBezTo>
                  <a:pt x="1619" y="855"/>
                  <a:pt x="1616" y="860"/>
                  <a:pt x="1616" y="867"/>
                </a:cubicBezTo>
                <a:cubicBezTo>
                  <a:pt x="1604" y="896"/>
                  <a:pt x="1606" y="912"/>
                  <a:pt x="1600" y="923"/>
                </a:cubicBezTo>
                <a:cubicBezTo>
                  <a:pt x="1589" y="968"/>
                  <a:pt x="1585" y="973"/>
                  <a:pt x="1586" y="981"/>
                </a:cubicBezTo>
                <a:cubicBezTo>
                  <a:pt x="1573" y="1022"/>
                  <a:pt x="1565" y="1025"/>
                  <a:pt x="1566" y="1033"/>
                </a:cubicBezTo>
                <a:cubicBezTo>
                  <a:pt x="1553" y="1054"/>
                  <a:pt x="1550" y="1059"/>
                  <a:pt x="1545" y="1063"/>
                </a:cubicBezTo>
                <a:cubicBezTo>
                  <a:pt x="1509" y="1110"/>
                  <a:pt x="1503" y="1109"/>
                  <a:pt x="1506" y="1115"/>
                </a:cubicBezTo>
                <a:cubicBezTo>
                  <a:pt x="1523" y="1102"/>
                  <a:pt x="1526" y="1099"/>
                  <a:pt x="1529" y="1095"/>
                </a:cubicBezTo>
                <a:cubicBezTo>
                  <a:pt x="1541" y="1079"/>
                  <a:pt x="1546" y="1077"/>
                  <a:pt x="1547" y="1072"/>
                </a:cubicBezTo>
                <a:cubicBezTo>
                  <a:pt x="1566" y="1044"/>
                  <a:pt x="1569" y="1040"/>
                  <a:pt x="1573" y="1036"/>
                </a:cubicBezTo>
                <a:close/>
                <a:moveTo>
                  <a:pt x="1704" y="888"/>
                </a:moveTo>
                <a:cubicBezTo>
                  <a:pt x="1709" y="888"/>
                  <a:pt x="1703" y="895"/>
                  <a:pt x="1704" y="897"/>
                </a:cubicBezTo>
                <a:cubicBezTo>
                  <a:pt x="1680" y="926"/>
                  <a:pt x="1684" y="933"/>
                  <a:pt x="1677" y="933"/>
                </a:cubicBezTo>
                <a:cubicBezTo>
                  <a:pt x="1692" y="888"/>
                  <a:pt x="1696" y="888"/>
                  <a:pt x="1694" y="884"/>
                </a:cubicBezTo>
                <a:cubicBezTo>
                  <a:pt x="1720" y="791"/>
                  <a:pt x="1729" y="785"/>
                  <a:pt x="1725" y="772"/>
                </a:cubicBezTo>
                <a:cubicBezTo>
                  <a:pt x="1737" y="743"/>
                  <a:pt x="1738" y="735"/>
                  <a:pt x="1742" y="729"/>
                </a:cubicBezTo>
                <a:cubicBezTo>
                  <a:pt x="1754" y="700"/>
                  <a:pt x="1755" y="692"/>
                  <a:pt x="1761" y="688"/>
                </a:cubicBezTo>
                <a:cubicBezTo>
                  <a:pt x="1767" y="673"/>
                  <a:pt x="1768" y="669"/>
                  <a:pt x="1770" y="666"/>
                </a:cubicBezTo>
                <a:cubicBezTo>
                  <a:pt x="1790" y="634"/>
                  <a:pt x="1785" y="626"/>
                  <a:pt x="1792" y="627"/>
                </a:cubicBezTo>
                <a:cubicBezTo>
                  <a:pt x="1795" y="624"/>
                  <a:pt x="1796" y="629"/>
                  <a:pt x="1795" y="633"/>
                </a:cubicBezTo>
                <a:cubicBezTo>
                  <a:pt x="1779" y="657"/>
                  <a:pt x="1783" y="666"/>
                  <a:pt x="1777" y="667"/>
                </a:cubicBezTo>
                <a:cubicBezTo>
                  <a:pt x="1760" y="709"/>
                  <a:pt x="1759" y="717"/>
                  <a:pt x="1754" y="722"/>
                </a:cubicBezTo>
                <a:cubicBezTo>
                  <a:pt x="1745" y="753"/>
                  <a:pt x="1749" y="759"/>
                  <a:pt x="1745" y="759"/>
                </a:cubicBezTo>
                <a:cubicBezTo>
                  <a:pt x="1733" y="796"/>
                  <a:pt x="1737" y="802"/>
                  <a:pt x="1733" y="803"/>
                </a:cubicBezTo>
                <a:cubicBezTo>
                  <a:pt x="1722" y="841"/>
                  <a:pt x="1717" y="851"/>
                  <a:pt x="1715" y="864"/>
                </a:cubicBezTo>
                <a:cubicBezTo>
                  <a:pt x="1700" y="892"/>
                  <a:pt x="1704" y="892"/>
                  <a:pt x="1704" y="888"/>
                </a:cubicBezTo>
                <a:close/>
                <a:moveTo>
                  <a:pt x="1534" y="299"/>
                </a:moveTo>
                <a:cubicBezTo>
                  <a:pt x="1541" y="296"/>
                  <a:pt x="1544" y="300"/>
                  <a:pt x="1551" y="298"/>
                </a:cubicBezTo>
                <a:cubicBezTo>
                  <a:pt x="1606" y="305"/>
                  <a:pt x="1609" y="310"/>
                  <a:pt x="1615" y="309"/>
                </a:cubicBezTo>
                <a:cubicBezTo>
                  <a:pt x="1665" y="320"/>
                  <a:pt x="1668" y="324"/>
                  <a:pt x="1675" y="322"/>
                </a:cubicBezTo>
                <a:cubicBezTo>
                  <a:pt x="1725" y="336"/>
                  <a:pt x="1725" y="345"/>
                  <a:pt x="1732" y="343"/>
                </a:cubicBezTo>
                <a:cubicBezTo>
                  <a:pt x="1776" y="364"/>
                  <a:pt x="1782" y="363"/>
                  <a:pt x="1783" y="369"/>
                </a:cubicBezTo>
                <a:cubicBezTo>
                  <a:pt x="1805" y="373"/>
                  <a:pt x="1804" y="382"/>
                  <a:pt x="1812" y="379"/>
                </a:cubicBezTo>
                <a:cubicBezTo>
                  <a:pt x="1845" y="400"/>
                  <a:pt x="1856" y="399"/>
                  <a:pt x="1863" y="406"/>
                </a:cubicBezTo>
                <a:cubicBezTo>
                  <a:pt x="1911" y="424"/>
                  <a:pt x="1920" y="418"/>
                  <a:pt x="1923" y="421"/>
                </a:cubicBezTo>
                <a:cubicBezTo>
                  <a:pt x="1958" y="431"/>
                  <a:pt x="1968" y="425"/>
                  <a:pt x="1969" y="431"/>
                </a:cubicBezTo>
                <a:cubicBezTo>
                  <a:pt x="1954" y="441"/>
                  <a:pt x="1952" y="436"/>
                  <a:pt x="1948" y="435"/>
                </a:cubicBezTo>
                <a:cubicBezTo>
                  <a:pt x="1904" y="430"/>
                  <a:pt x="1898" y="426"/>
                  <a:pt x="1891" y="425"/>
                </a:cubicBezTo>
                <a:cubicBezTo>
                  <a:pt x="1826" y="407"/>
                  <a:pt x="1828" y="397"/>
                  <a:pt x="1822" y="400"/>
                </a:cubicBezTo>
                <a:cubicBezTo>
                  <a:pt x="1792" y="385"/>
                  <a:pt x="1790" y="382"/>
                  <a:pt x="1786" y="382"/>
                </a:cubicBezTo>
                <a:cubicBezTo>
                  <a:pt x="1758" y="367"/>
                  <a:pt x="1754" y="368"/>
                  <a:pt x="1754" y="365"/>
                </a:cubicBezTo>
                <a:cubicBezTo>
                  <a:pt x="1735" y="356"/>
                  <a:pt x="1730" y="353"/>
                  <a:pt x="1723" y="351"/>
                </a:cubicBezTo>
                <a:cubicBezTo>
                  <a:pt x="1699" y="338"/>
                  <a:pt x="1689" y="341"/>
                  <a:pt x="1684" y="336"/>
                </a:cubicBezTo>
                <a:cubicBezTo>
                  <a:pt x="1637" y="322"/>
                  <a:pt x="1631" y="319"/>
                  <a:pt x="1625" y="316"/>
                </a:cubicBezTo>
                <a:cubicBezTo>
                  <a:pt x="1552" y="306"/>
                  <a:pt x="1547" y="305"/>
                  <a:pt x="1542" y="306"/>
                </a:cubicBezTo>
                <a:cubicBezTo>
                  <a:pt x="1519" y="295"/>
                  <a:pt x="1527" y="303"/>
                  <a:pt x="1534" y="299"/>
                </a:cubicBezTo>
                <a:close/>
                <a:moveTo>
                  <a:pt x="1968" y="449"/>
                </a:moveTo>
                <a:cubicBezTo>
                  <a:pt x="1969" y="454"/>
                  <a:pt x="1963" y="455"/>
                  <a:pt x="1960" y="452"/>
                </a:cubicBezTo>
                <a:cubicBezTo>
                  <a:pt x="1960" y="449"/>
                  <a:pt x="1965" y="450"/>
                  <a:pt x="1968" y="449"/>
                </a:cubicBezTo>
                <a:close/>
                <a:moveTo>
                  <a:pt x="1567" y="324"/>
                </a:moveTo>
                <a:cubicBezTo>
                  <a:pt x="1564" y="319"/>
                  <a:pt x="1555" y="323"/>
                  <a:pt x="1551" y="320"/>
                </a:cubicBezTo>
                <a:cubicBezTo>
                  <a:pt x="1450" y="299"/>
                  <a:pt x="1460" y="303"/>
                  <a:pt x="1463" y="303"/>
                </a:cubicBezTo>
                <a:cubicBezTo>
                  <a:pt x="1502" y="303"/>
                  <a:pt x="1506" y="306"/>
                  <a:pt x="1511" y="307"/>
                </a:cubicBezTo>
                <a:cubicBezTo>
                  <a:pt x="1565" y="311"/>
                  <a:pt x="1566" y="318"/>
                  <a:pt x="1572" y="316"/>
                </a:cubicBezTo>
                <a:cubicBezTo>
                  <a:pt x="1642" y="329"/>
                  <a:pt x="1649" y="335"/>
                  <a:pt x="1660" y="336"/>
                </a:cubicBezTo>
                <a:cubicBezTo>
                  <a:pt x="1704" y="352"/>
                  <a:pt x="1706" y="355"/>
                  <a:pt x="1710" y="354"/>
                </a:cubicBezTo>
                <a:cubicBezTo>
                  <a:pt x="1734" y="367"/>
                  <a:pt x="1739" y="368"/>
                  <a:pt x="1744" y="370"/>
                </a:cubicBezTo>
                <a:cubicBezTo>
                  <a:pt x="1759" y="383"/>
                  <a:pt x="1767" y="380"/>
                  <a:pt x="1770" y="382"/>
                </a:cubicBezTo>
                <a:cubicBezTo>
                  <a:pt x="1788" y="392"/>
                  <a:pt x="1791" y="396"/>
                  <a:pt x="1797" y="395"/>
                </a:cubicBezTo>
                <a:cubicBezTo>
                  <a:pt x="1858" y="428"/>
                  <a:pt x="1872" y="424"/>
                  <a:pt x="1879" y="432"/>
                </a:cubicBezTo>
                <a:cubicBezTo>
                  <a:pt x="1917" y="440"/>
                  <a:pt x="1925" y="442"/>
                  <a:pt x="1932" y="444"/>
                </a:cubicBezTo>
                <a:cubicBezTo>
                  <a:pt x="1950" y="451"/>
                  <a:pt x="1943" y="456"/>
                  <a:pt x="1942" y="451"/>
                </a:cubicBezTo>
                <a:cubicBezTo>
                  <a:pt x="1913" y="449"/>
                  <a:pt x="1907" y="449"/>
                  <a:pt x="1902" y="447"/>
                </a:cubicBezTo>
                <a:cubicBezTo>
                  <a:pt x="1879" y="443"/>
                  <a:pt x="1872" y="443"/>
                  <a:pt x="1869" y="438"/>
                </a:cubicBezTo>
                <a:cubicBezTo>
                  <a:pt x="1814" y="426"/>
                  <a:pt x="1813" y="418"/>
                  <a:pt x="1804" y="421"/>
                </a:cubicBezTo>
                <a:cubicBezTo>
                  <a:pt x="1757" y="398"/>
                  <a:pt x="1753" y="395"/>
                  <a:pt x="1748" y="393"/>
                </a:cubicBezTo>
                <a:cubicBezTo>
                  <a:pt x="1726" y="379"/>
                  <a:pt x="1714" y="379"/>
                  <a:pt x="1706" y="372"/>
                </a:cubicBezTo>
                <a:cubicBezTo>
                  <a:pt x="1669" y="351"/>
                  <a:pt x="1663" y="354"/>
                  <a:pt x="1663" y="351"/>
                </a:cubicBezTo>
                <a:cubicBezTo>
                  <a:pt x="1643" y="344"/>
                  <a:pt x="1639" y="340"/>
                  <a:pt x="1632" y="341"/>
                </a:cubicBezTo>
                <a:cubicBezTo>
                  <a:pt x="1598" y="327"/>
                  <a:pt x="1591" y="328"/>
                  <a:pt x="1585" y="327"/>
                </a:cubicBezTo>
                <a:close/>
                <a:moveTo>
                  <a:pt x="1948" y="481"/>
                </a:moveTo>
                <a:cubicBezTo>
                  <a:pt x="1943" y="482"/>
                  <a:pt x="1946" y="488"/>
                  <a:pt x="1940" y="487"/>
                </a:cubicBezTo>
                <a:cubicBezTo>
                  <a:pt x="1944" y="482"/>
                  <a:pt x="1944" y="475"/>
                  <a:pt x="1953" y="474"/>
                </a:cubicBezTo>
                <a:cubicBezTo>
                  <a:pt x="1955" y="479"/>
                  <a:pt x="1949" y="479"/>
                  <a:pt x="1948" y="481"/>
                </a:cubicBezTo>
                <a:close/>
                <a:moveTo>
                  <a:pt x="1923" y="470"/>
                </a:moveTo>
                <a:cubicBezTo>
                  <a:pt x="1920" y="466"/>
                  <a:pt x="1912" y="469"/>
                  <a:pt x="1907" y="466"/>
                </a:cubicBezTo>
                <a:cubicBezTo>
                  <a:pt x="1879" y="465"/>
                  <a:pt x="1874" y="467"/>
                  <a:pt x="1873" y="464"/>
                </a:cubicBezTo>
                <a:cubicBezTo>
                  <a:pt x="1838" y="455"/>
                  <a:pt x="1833" y="454"/>
                  <a:pt x="1829" y="452"/>
                </a:cubicBezTo>
                <a:cubicBezTo>
                  <a:pt x="1753" y="419"/>
                  <a:pt x="1749" y="416"/>
                  <a:pt x="1745" y="414"/>
                </a:cubicBezTo>
                <a:cubicBezTo>
                  <a:pt x="1687" y="386"/>
                  <a:pt x="1681" y="389"/>
                  <a:pt x="1680" y="385"/>
                </a:cubicBezTo>
                <a:cubicBezTo>
                  <a:pt x="1662" y="375"/>
                  <a:pt x="1659" y="374"/>
                  <a:pt x="1656" y="374"/>
                </a:cubicBezTo>
                <a:cubicBezTo>
                  <a:pt x="1619" y="357"/>
                  <a:pt x="1617" y="350"/>
                  <a:pt x="1610" y="352"/>
                </a:cubicBezTo>
                <a:cubicBezTo>
                  <a:pt x="1571" y="325"/>
                  <a:pt x="1576" y="333"/>
                  <a:pt x="1579" y="330"/>
                </a:cubicBezTo>
                <a:cubicBezTo>
                  <a:pt x="1615" y="345"/>
                  <a:pt x="1630" y="345"/>
                  <a:pt x="1640" y="350"/>
                </a:cubicBezTo>
                <a:cubicBezTo>
                  <a:pt x="1669" y="363"/>
                  <a:pt x="1671" y="364"/>
                  <a:pt x="1672" y="367"/>
                </a:cubicBezTo>
                <a:cubicBezTo>
                  <a:pt x="1726" y="389"/>
                  <a:pt x="1726" y="395"/>
                  <a:pt x="1730" y="394"/>
                </a:cubicBezTo>
                <a:cubicBezTo>
                  <a:pt x="1758" y="411"/>
                  <a:pt x="1765" y="409"/>
                  <a:pt x="1769" y="414"/>
                </a:cubicBezTo>
                <a:cubicBezTo>
                  <a:pt x="1815" y="430"/>
                  <a:pt x="1822" y="439"/>
                  <a:pt x="1838" y="437"/>
                </a:cubicBezTo>
                <a:cubicBezTo>
                  <a:pt x="1891" y="455"/>
                  <a:pt x="1892" y="458"/>
                  <a:pt x="1895" y="458"/>
                </a:cubicBezTo>
                <a:cubicBezTo>
                  <a:pt x="1925" y="456"/>
                  <a:pt x="1939" y="461"/>
                  <a:pt x="1947" y="464"/>
                </a:cubicBezTo>
                <a:cubicBezTo>
                  <a:pt x="1946" y="472"/>
                  <a:pt x="1931" y="465"/>
                  <a:pt x="1923" y="470"/>
                </a:cubicBezTo>
                <a:close/>
                <a:moveTo>
                  <a:pt x="1923" y="528"/>
                </a:moveTo>
                <a:cubicBezTo>
                  <a:pt x="1926" y="518"/>
                  <a:pt x="1933" y="511"/>
                  <a:pt x="1938" y="503"/>
                </a:cubicBezTo>
                <a:cubicBezTo>
                  <a:pt x="1972" y="476"/>
                  <a:pt x="1969" y="477"/>
                  <a:pt x="1969" y="479"/>
                </a:cubicBezTo>
                <a:cubicBezTo>
                  <a:pt x="1958" y="497"/>
                  <a:pt x="1958" y="501"/>
                  <a:pt x="1956" y="504"/>
                </a:cubicBezTo>
                <a:cubicBezTo>
                  <a:pt x="1932" y="538"/>
                  <a:pt x="1936" y="549"/>
                  <a:pt x="1929" y="553"/>
                </a:cubicBezTo>
                <a:cubicBezTo>
                  <a:pt x="1901" y="608"/>
                  <a:pt x="1903" y="613"/>
                  <a:pt x="1901" y="616"/>
                </a:cubicBezTo>
                <a:cubicBezTo>
                  <a:pt x="1866" y="694"/>
                  <a:pt x="1857" y="699"/>
                  <a:pt x="1856" y="708"/>
                </a:cubicBezTo>
                <a:cubicBezTo>
                  <a:pt x="1838" y="738"/>
                  <a:pt x="1833" y="746"/>
                  <a:pt x="1828" y="753"/>
                </a:cubicBezTo>
                <a:cubicBezTo>
                  <a:pt x="1818" y="768"/>
                  <a:pt x="1816" y="771"/>
                  <a:pt x="1814" y="775"/>
                </a:cubicBezTo>
                <a:cubicBezTo>
                  <a:pt x="1784" y="808"/>
                  <a:pt x="1782" y="812"/>
                  <a:pt x="1780" y="815"/>
                </a:cubicBezTo>
                <a:cubicBezTo>
                  <a:pt x="1787" y="794"/>
                  <a:pt x="1788" y="787"/>
                  <a:pt x="1791" y="782"/>
                </a:cubicBezTo>
                <a:cubicBezTo>
                  <a:pt x="1812" y="744"/>
                  <a:pt x="1811" y="736"/>
                  <a:pt x="1815" y="731"/>
                </a:cubicBezTo>
                <a:cubicBezTo>
                  <a:pt x="1845" y="671"/>
                  <a:pt x="1848" y="658"/>
                  <a:pt x="1853" y="647"/>
                </a:cubicBezTo>
                <a:cubicBezTo>
                  <a:pt x="1865" y="618"/>
                  <a:pt x="1870" y="618"/>
                  <a:pt x="1870" y="615"/>
                </a:cubicBezTo>
                <a:cubicBezTo>
                  <a:pt x="1884" y="588"/>
                  <a:pt x="1881" y="581"/>
                  <a:pt x="1886" y="581"/>
                </a:cubicBezTo>
                <a:cubicBezTo>
                  <a:pt x="1902" y="555"/>
                  <a:pt x="1903" y="553"/>
                  <a:pt x="1902" y="549"/>
                </a:cubicBezTo>
                <a:close/>
                <a:moveTo>
                  <a:pt x="1897" y="530"/>
                </a:moveTo>
                <a:cubicBezTo>
                  <a:pt x="1900" y="530"/>
                  <a:pt x="1902" y="528"/>
                  <a:pt x="1902" y="525"/>
                </a:cubicBezTo>
                <a:cubicBezTo>
                  <a:pt x="1921" y="520"/>
                  <a:pt x="1910" y="520"/>
                  <a:pt x="1909" y="526"/>
                </a:cubicBezTo>
                <a:cubicBezTo>
                  <a:pt x="1880" y="565"/>
                  <a:pt x="1883" y="570"/>
                  <a:pt x="1880" y="571"/>
                </a:cubicBezTo>
                <a:cubicBezTo>
                  <a:pt x="1866" y="602"/>
                  <a:pt x="1857" y="609"/>
                  <a:pt x="1858" y="621"/>
                </a:cubicBezTo>
                <a:cubicBezTo>
                  <a:pt x="1825" y="682"/>
                  <a:pt x="1824" y="691"/>
                  <a:pt x="1818" y="697"/>
                </a:cubicBezTo>
                <a:cubicBezTo>
                  <a:pt x="1794" y="747"/>
                  <a:pt x="1794" y="753"/>
                  <a:pt x="1791" y="758"/>
                </a:cubicBezTo>
                <a:cubicBezTo>
                  <a:pt x="1780" y="779"/>
                  <a:pt x="1781" y="783"/>
                  <a:pt x="1778" y="784"/>
                </a:cubicBezTo>
                <a:cubicBezTo>
                  <a:pt x="1763" y="815"/>
                  <a:pt x="1763" y="820"/>
                  <a:pt x="1761" y="825"/>
                </a:cubicBezTo>
                <a:cubicBezTo>
                  <a:pt x="1742" y="853"/>
                  <a:pt x="1738" y="859"/>
                  <a:pt x="1730" y="862"/>
                </a:cubicBezTo>
                <a:cubicBezTo>
                  <a:pt x="1712" y="896"/>
                  <a:pt x="1713" y="894"/>
                  <a:pt x="1714" y="893"/>
                </a:cubicBezTo>
                <a:cubicBezTo>
                  <a:pt x="1733" y="846"/>
                  <a:pt x="1741" y="839"/>
                  <a:pt x="1745" y="830"/>
                </a:cubicBezTo>
                <a:cubicBezTo>
                  <a:pt x="1765" y="800"/>
                  <a:pt x="1765" y="788"/>
                  <a:pt x="1771" y="781"/>
                </a:cubicBezTo>
                <a:cubicBezTo>
                  <a:pt x="1785" y="750"/>
                  <a:pt x="1782" y="742"/>
                  <a:pt x="1786" y="739"/>
                </a:cubicBezTo>
                <a:cubicBezTo>
                  <a:pt x="1790" y="719"/>
                  <a:pt x="1799" y="720"/>
                  <a:pt x="1796" y="712"/>
                </a:cubicBezTo>
                <a:cubicBezTo>
                  <a:pt x="1816" y="669"/>
                  <a:pt x="1812" y="661"/>
                  <a:pt x="1818" y="660"/>
                </a:cubicBezTo>
                <a:cubicBezTo>
                  <a:pt x="1829" y="643"/>
                  <a:pt x="1826" y="635"/>
                  <a:pt x="1833" y="633"/>
                </a:cubicBezTo>
                <a:cubicBezTo>
                  <a:pt x="1843" y="612"/>
                  <a:pt x="1842" y="605"/>
                  <a:pt x="1845" y="599"/>
                </a:cubicBezTo>
                <a:cubicBezTo>
                  <a:pt x="1856" y="588"/>
                  <a:pt x="1855" y="583"/>
                  <a:pt x="1859" y="581"/>
                </a:cubicBezTo>
                <a:cubicBezTo>
                  <a:pt x="1885" y="546"/>
                  <a:pt x="1893" y="540"/>
                  <a:pt x="1897" y="530"/>
                </a:cubicBezTo>
                <a:close/>
                <a:moveTo>
                  <a:pt x="1824" y="596"/>
                </a:moveTo>
                <a:cubicBezTo>
                  <a:pt x="1827" y="593"/>
                  <a:pt x="1832" y="591"/>
                  <a:pt x="1831" y="584"/>
                </a:cubicBezTo>
                <a:cubicBezTo>
                  <a:pt x="1861" y="547"/>
                  <a:pt x="1867" y="544"/>
                  <a:pt x="1869" y="540"/>
                </a:cubicBezTo>
                <a:cubicBezTo>
                  <a:pt x="1888" y="530"/>
                  <a:pt x="1879" y="535"/>
                  <a:pt x="1880" y="538"/>
                </a:cubicBezTo>
                <a:cubicBezTo>
                  <a:pt x="1870" y="552"/>
                  <a:pt x="1866" y="551"/>
                  <a:pt x="1867" y="553"/>
                </a:cubicBezTo>
                <a:cubicBezTo>
                  <a:pt x="1850" y="569"/>
                  <a:pt x="1854" y="575"/>
                  <a:pt x="1850" y="576"/>
                </a:cubicBezTo>
                <a:cubicBezTo>
                  <a:pt x="1822" y="623"/>
                  <a:pt x="1825" y="632"/>
                  <a:pt x="1818" y="633"/>
                </a:cubicBezTo>
                <a:cubicBezTo>
                  <a:pt x="1805" y="665"/>
                  <a:pt x="1801" y="669"/>
                  <a:pt x="1801" y="674"/>
                </a:cubicBezTo>
                <a:cubicBezTo>
                  <a:pt x="1786" y="713"/>
                  <a:pt x="1784" y="727"/>
                  <a:pt x="1776" y="736"/>
                </a:cubicBezTo>
                <a:cubicBezTo>
                  <a:pt x="1773" y="758"/>
                  <a:pt x="1767" y="757"/>
                  <a:pt x="1768" y="762"/>
                </a:cubicBezTo>
                <a:cubicBezTo>
                  <a:pt x="1745" y="811"/>
                  <a:pt x="1743" y="823"/>
                  <a:pt x="1736" y="832"/>
                </a:cubicBezTo>
                <a:cubicBezTo>
                  <a:pt x="1737" y="820"/>
                  <a:pt x="1738" y="815"/>
                  <a:pt x="1741" y="813"/>
                </a:cubicBezTo>
                <a:cubicBezTo>
                  <a:pt x="1751" y="780"/>
                  <a:pt x="1752" y="770"/>
                  <a:pt x="1754" y="762"/>
                </a:cubicBezTo>
                <a:cubicBezTo>
                  <a:pt x="1769" y="712"/>
                  <a:pt x="1770" y="705"/>
                  <a:pt x="1774" y="701"/>
                </a:cubicBezTo>
                <a:cubicBezTo>
                  <a:pt x="1782" y="677"/>
                  <a:pt x="1787" y="673"/>
                  <a:pt x="1791" y="669"/>
                </a:cubicBezTo>
                <a:cubicBezTo>
                  <a:pt x="1796" y="652"/>
                  <a:pt x="1795" y="650"/>
                  <a:pt x="1796" y="648"/>
                </a:cubicBezTo>
                <a:cubicBezTo>
                  <a:pt x="1802" y="634"/>
                  <a:pt x="1807" y="627"/>
                  <a:pt x="1811" y="619"/>
                </a:cubicBezTo>
                <a:close/>
                <a:moveTo>
                  <a:pt x="1818" y="584"/>
                </a:moveTo>
                <a:cubicBezTo>
                  <a:pt x="1823" y="584"/>
                  <a:pt x="1819" y="591"/>
                  <a:pt x="1817" y="591"/>
                </a:cubicBezTo>
                <a:cubicBezTo>
                  <a:pt x="1813" y="593"/>
                  <a:pt x="1817" y="600"/>
                  <a:pt x="1809" y="599"/>
                </a:cubicBezTo>
                <a:cubicBezTo>
                  <a:pt x="1809" y="592"/>
                  <a:pt x="1818" y="591"/>
                  <a:pt x="1818" y="584"/>
                </a:cubicBezTo>
                <a:close/>
                <a:moveTo>
                  <a:pt x="1372" y="654"/>
                </a:moveTo>
                <a:cubicBezTo>
                  <a:pt x="1369" y="651"/>
                  <a:pt x="1365" y="650"/>
                  <a:pt x="1362" y="649"/>
                </a:cubicBezTo>
                <a:cubicBezTo>
                  <a:pt x="1364" y="641"/>
                  <a:pt x="1368" y="652"/>
                  <a:pt x="1373" y="649"/>
                </a:cubicBezTo>
                <a:cubicBezTo>
                  <a:pt x="1376" y="652"/>
                  <a:pt x="1379" y="652"/>
                  <a:pt x="1383" y="654"/>
                </a:cubicBezTo>
                <a:cubicBezTo>
                  <a:pt x="1381" y="662"/>
                  <a:pt x="1377" y="650"/>
                  <a:pt x="1372" y="654"/>
                </a:cubicBezTo>
                <a:close/>
                <a:moveTo>
                  <a:pt x="1400" y="662"/>
                </a:moveTo>
                <a:cubicBezTo>
                  <a:pt x="1395" y="661"/>
                  <a:pt x="1390" y="659"/>
                  <a:pt x="1386" y="658"/>
                </a:cubicBezTo>
                <a:cubicBezTo>
                  <a:pt x="1387" y="652"/>
                  <a:pt x="1393" y="662"/>
                  <a:pt x="1399" y="658"/>
                </a:cubicBezTo>
                <a:cubicBezTo>
                  <a:pt x="1402" y="661"/>
                  <a:pt x="1407" y="664"/>
                  <a:pt x="1413" y="664"/>
                </a:cubicBezTo>
                <a:cubicBezTo>
                  <a:pt x="1412" y="669"/>
                  <a:pt x="1402" y="664"/>
                  <a:pt x="1400" y="662"/>
                </a:cubicBezTo>
                <a:close/>
                <a:moveTo>
                  <a:pt x="1440" y="675"/>
                </a:moveTo>
                <a:cubicBezTo>
                  <a:pt x="1434" y="672"/>
                  <a:pt x="1443" y="674"/>
                  <a:pt x="1446" y="674"/>
                </a:cubicBezTo>
                <a:cubicBezTo>
                  <a:pt x="1445" y="678"/>
                  <a:pt x="1442" y="675"/>
                  <a:pt x="1440" y="675"/>
                </a:cubicBezTo>
                <a:close/>
                <a:moveTo>
                  <a:pt x="1398" y="704"/>
                </a:moveTo>
                <a:cubicBezTo>
                  <a:pt x="1398" y="699"/>
                  <a:pt x="1406" y="702"/>
                  <a:pt x="1407" y="703"/>
                </a:cubicBezTo>
                <a:cubicBezTo>
                  <a:pt x="1407" y="709"/>
                  <a:pt x="1402" y="701"/>
                  <a:pt x="1398" y="704"/>
                </a:cubicBezTo>
                <a:close/>
                <a:moveTo>
                  <a:pt x="1433" y="709"/>
                </a:moveTo>
                <a:cubicBezTo>
                  <a:pt x="1426" y="706"/>
                  <a:pt x="1436" y="708"/>
                  <a:pt x="1439" y="708"/>
                </a:cubicBezTo>
                <a:cubicBezTo>
                  <a:pt x="1438" y="712"/>
                  <a:pt x="1435" y="709"/>
                  <a:pt x="1433" y="709"/>
                </a:cubicBezTo>
                <a:close/>
                <a:moveTo>
                  <a:pt x="1135" y="916"/>
                </a:moveTo>
                <a:cubicBezTo>
                  <a:pt x="1134" y="916"/>
                  <a:pt x="1132" y="916"/>
                  <a:pt x="1131" y="916"/>
                </a:cubicBezTo>
                <a:cubicBezTo>
                  <a:pt x="1129" y="912"/>
                  <a:pt x="1133" y="912"/>
                  <a:pt x="1137" y="911"/>
                </a:cubicBezTo>
                <a:cubicBezTo>
                  <a:pt x="1137" y="913"/>
                  <a:pt x="1135" y="913"/>
                  <a:pt x="1135" y="916"/>
                </a:cubicBezTo>
                <a:close/>
                <a:moveTo>
                  <a:pt x="1156" y="896"/>
                </a:moveTo>
                <a:cubicBezTo>
                  <a:pt x="1150" y="895"/>
                  <a:pt x="1160" y="891"/>
                  <a:pt x="1159" y="887"/>
                </a:cubicBezTo>
                <a:cubicBezTo>
                  <a:pt x="1162" y="887"/>
                  <a:pt x="1165" y="886"/>
                  <a:pt x="1165" y="884"/>
                </a:cubicBezTo>
                <a:cubicBezTo>
                  <a:pt x="1172" y="888"/>
                  <a:pt x="1156" y="891"/>
                  <a:pt x="1156" y="896"/>
                </a:cubicBezTo>
                <a:close/>
                <a:moveTo>
                  <a:pt x="1242" y="819"/>
                </a:moveTo>
                <a:cubicBezTo>
                  <a:pt x="1244" y="815"/>
                  <a:pt x="1243" y="813"/>
                  <a:pt x="1240" y="810"/>
                </a:cubicBezTo>
                <a:cubicBezTo>
                  <a:pt x="1230" y="814"/>
                  <a:pt x="1224" y="810"/>
                  <a:pt x="1216" y="810"/>
                </a:cubicBezTo>
                <a:cubicBezTo>
                  <a:pt x="1208" y="811"/>
                  <a:pt x="1221" y="804"/>
                  <a:pt x="1220" y="809"/>
                </a:cubicBezTo>
                <a:cubicBezTo>
                  <a:pt x="1236" y="806"/>
                  <a:pt x="1246" y="812"/>
                  <a:pt x="1260" y="811"/>
                </a:cubicBezTo>
                <a:cubicBezTo>
                  <a:pt x="1258" y="816"/>
                  <a:pt x="1246" y="815"/>
                  <a:pt x="1242" y="819"/>
                </a:cubicBezTo>
                <a:close/>
                <a:moveTo>
                  <a:pt x="1266" y="830"/>
                </a:moveTo>
                <a:cubicBezTo>
                  <a:pt x="1267" y="826"/>
                  <a:pt x="1271" y="823"/>
                  <a:pt x="1276" y="822"/>
                </a:cubicBezTo>
                <a:cubicBezTo>
                  <a:pt x="1275" y="826"/>
                  <a:pt x="1271" y="828"/>
                  <a:pt x="1266" y="830"/>
                </a:cubicBezTo>
                <a:close/>
                <a:moveTo>
                  <a:pt x="1416" y="743"/>
                </a:moveTo>
                <a:cubicBezTo>
                  <a:pt x="1418" y="736"/>
                  <a:pt x="1425" y="744"/>
                  <a:pt x="1432" y="740"/>
                </a:cubicBezTo>
                <a:cubicBezTo>
                  <a:pt x="1431" y="749"/>
                  <a:pt x="1421" y="745"/>
                  <a:pt x="1416" y="743"/>
                </a:cubicBezTo>
                <a:close/>
                <a:moveTo>
                  <a:pt x="1655" y="687"/>
                </a:moveTo>
                <a:cubicBezTo>
                  <a:pt x="1656" y="691"/>
                  <a:pt x="1654" y="693"/>
                  <a:pt x="1654" y="696"/>
                </a:cubicBezTo>
                <a:cubicBezTo>
                  <a:pt x="1650" y="699"/>
                  <a:pt x="1647" y="704"/>
                  <a:pt x="1645" y="709"/>
                </a:cubicBezTo>
                <a:cubicBezTo>
                  <a:pt x="1645" y="715"/>
                  <a:pt x="1640" y="718"/>
                  <a:pt x="1639" y="723"/>
                </a:cubicBezTo>
                <a:cubicBezTo>
                  <a:pt x="1636" y="727"/>
                  <a:pt x="1636" y="733"/>
                  <a:pt x="1633" y="737"/>
                </a:cubicBezTo>
                <a:cubicBezTo>
                  <a:pt x="1630" y="748"/>
                  <a:pt x="1623" y="755"/>
                  <a:pt x="1623" y="768"/>
                </a:cubicBezTo>
                <a:cubicBezTo>
                  <a:pt x="1616" y="776"/>
                  <a:pt x="1617" y="789"/>
                  <a:pt x="1610" y="797"/>
                </a:cubicBezTo>
                <a:cubicBezTo>
                  <a:pt x="1609" y="821"/>
                  <a:pt x="1604" y="841"/>
                  <a:pt x="1595" y="859"/>
                </a:cubicBezTo>
                <a:cubicBezTo>
                  <a:pt x="1596" y="871"/>
                  <a:pt x="1592" y="880"/>
                  <a:pt x="1592" y="891"/>
                </a:cubicBezTo>
                <a:cubicBezTo>
                  <a:pt x="1586" y="898"/>
                  <a:pt x="1588" y="910"/>
                  <a:pt x="1583" y="917"/>
                </a:cubicBezTo>
                <a:cubicBezTo>
                  <a:pt x="1583" y="928"/>
                  <a:pt x="1578" y="936"/>
                  <a:pt x="1577" y="947"/>
                </a:cubicBezTo>
                <a:cubicBezTo>
                  <a:pt x="1576" y="956"/>
                  <a:pt x="1570" y="963"/>
                  <a:pt x="1571" y="974"/>
                </a:cubicBezTo>
                <a:cubicBezTo>
                  <a:pt x="1562" y="968"/>
                  <a:pt x="1575" y="961"/>
                  <a:pt x="1569" y="950"/>
                </a:cubicBezTo>
                <a:cubicBezTo>
                  <a:pt x="1570" y="943"/>
                  <a:pt x="1571" y="934"/>
                  <a:pt x="1569" y="924"/>
                </a:cubicBezTo>
                <a:cubicBezTo>
                  <a:pt x="1572" y="920"/>
                  <a:pt x="1570" y="912"/>
                  <a:pt x="1572" y="908"/>
                </a:cubicBezTo>
                <a:cubicBezTo>
                  <a:pt x="1572" y="902"/>
                  <a:pt x="1574" y="897"/>
                  <a:pt x="1577" y="894"/>
                </a:cubicBezTo>
                <a:cubicBezTo>
                  <a:pt x="1575" y="882"/>
                  <a:pt x="1582" y="875"/>
                  <a:pt x="1580" y="862"/>
                </a:cubicBezTo>
                <a:cubicBezTo>
                  <a:pt x="1585" y="854"/>
                  <a:pt x="1584" y="841"/>
                  <a:pt x="1588" y="832"/>
                </a:cubicBezTo>
                <a:cubicBezTo>
                  <a:pt x="1591" y="823"/>
                  <a:pt x="1595" y="814"/>
                  <a:pt x="1596" y="804"/>
                </a:cubicBezTo>
                <a:cubicBezTo>
                  <a:pt x="1599" y="800"/>
                  <a:pt x="1599" y="794"/>
                  <a:pt x="1602" y="789"/>
                </a:cubicBezTo>
                <a:cubicBezTo>
                  <a:pt x="1603" y="787"/>
                  <a:pt x="1604" y="784"/>
                  <a:pt x="1603" y="780"/>
                </a:cubicBezTo>
                <a:cubicBezTo>
                  <a:pt x="1606" y="781"/>
                  <a:pt x="1606" y="778"/>
                  <a:pt x="1606" y="775"/>
                </a:cubicBezTo>
                <a:cubicBezTo>
                  <a:pt x="1611" y="767"/>
                  <a:pt x="1612" y="757"/>
                  <a:pt x="1619" y="751"/>
                </a:cubicBezTo>
                <a:cubicBezTo>
                  <a:pt x="1619" y="744"/>
                  <a:pt x="1623" y="742"/>
                  <a:pt x="1626" y="739"/>
                </a:cubicBezTo>
                <a:cubicBezTo>
                  <a:pt x="1625" y="735"/>
                  <a:pt x="1628" y="734"/>
                  <a:pt x="1627" y="730"/>
                </a:cubicBezTo>
                <a:cubicBezTo>
                  <a:pt x="1631" y="730"/>
                  <a:pt x="1630" y="727"/>
                  <a:pt x="1630" y="724"/>
                </a:cubicBezTo>
                <a:cubicBezTo>
                  <a:pt x="1636" y="723"/>
                  <a:pt x="1632" y="715"/>
                  <a:pt x="1637" y="712"/>
                </a:cubicBezTo>
                <a:cubicBezTo>
                  <a:pt x="1637" y="706"/>
                  <a:pt x="1642" y="705"/>
                  <a:pt x="1641" y="698"/>
                </a:cubicBezTo>
                <a:cubicBezTo>
                  <a:pt x="1648" y="694"/>
                  <a:pt x="1652" y="687"/>
                  <a:pt x="1656" y="680"/>
                </a:cubicBezTo>
                <a:cubicBezTo>
                  <a:pt x="1661" y="679"/>
                  <a:pt x="1657" y="687"/>
                  <a:pt x="1655" y="687"/>
                </a:cubicBezTo>
                <a:close/>
                <a:moveTo>
                  <a:pt x="2606" y="35"/>
                </a:moveTo>
                <a:cubicBezTo>
                  <a:pt x="2599" y="41"/>
                  <a:pt x="2596" y="51"/>
                  <a:pt x="2588" y="56"/>
                </a:cubicBezTo>
                <a:cubicBezTo>
                  <a:pt x="2562" y="100"/>
                  <a:pt x="2557" y="112"/>
                  <a:pt x="2547" y="120"/>
                </a:cubicBezTo>
                <a:cubicBezTo>
                  <a:pt x="2515" y="157"/>
                  <a:pt x="2517" y="164"/>
                  <a:pt x="2512" y="163"/>
                </a:cubicBezTo>
                <a:cubicBezTo>
                  <a:pt x="2498" y="179"/>
                  <a:pt x="2493" y="184"/>
                  <a:pt x="2490" y="189"/>
                </a:cubicBezTo>
                <a:cubicBezTo>
                  <a:pt x="2471" y="199"/>
                  <a:pt x="2475" y="208"/>
                  <a:pt x="2469" y="207"/>
                </a:cubicBezTo>
                <a:cubicBezTo>
                  <a:pt x="2445" y="224"/>
                  <a:pt x="2450" y="235"/>
                  <a:pt x="2442" y="233"/>
                </a:cubicBezTo>
                <a:cubicBezTo>
                  <a:pt x="2418" y="259"/>
                  <a:pt x="2417" y="261"/>
                  <a:pt x="2416" y="261"/>
                </a:cubicBezTo>
                <a:cubicBezTo>
                  <a:pt x="2399" y="277"/>
                  <a:pt x="2396" y="284"/>
                  <a:pt x="2392" y="290"/>
                </a:cubicBezTo>
                <a:cubicBezTo>
                  <a:pt x="2384" y="304"/>
                  <a:pt x="2387" y="303"/>
                  <a:pt x="2388" y="301"/>
                </a:cubicBezTo>
                <a:cubicBezTo>
                  <a:pt x="2423" y="265"/>
                  <a:pt x="2425" y="260"/>
                  <a:pt x="2429" y="257"/>
                </a:cubicBezTo>
                <a:cubicBezTo>
                  <a:pt x="2444" y="240"/>
                  <a:pt x="2450" y="237"/>
                  <a:pt x="2453" y="233"/>
                </a:cubicBezTo>
                <a:cubicBezTo>
                  <a:pt x="2474" y="214"/>
                  <a:pt x="2481" y="207"/>
                  <a:pt x="2490" y="200"/>
                </a:cubicBezTo>
                <a:cubicBezTo>
                  <a:pt x="2538" y="145"/>
                  <a:pt x="2544" y="137"/>
                  <a:pt x="2551" y="131"/>
                </a:cubicBezTo>
                <a:cubicBezTo>
                  <a:pt x="2594" y="76"/>
                  <a:pt x="2597" y="66"/>
                  <a:pt x="2602" y="56"/>
                </a:cubicBezTo>
                <a:cubicBezTo>
                  <a:pt x="2614" y="35"/>
                  <a:pt x="2615" y="32"/>
                  <a:pt x="2617" y="30"/>
                </a:cubicBezTo>
                <a:cubicBezTo>
                  <a:pt x="2632" y="3"/>
                  <a:pt x="2632" y="1"/>
                  <a:pt x="2633" y="0"/>
                </a:cubicBezTo>
                <a:cubicBezTo>
                  <a:pt x="2619" y="13"/>
                  <a:pt x="2613" y="14"/>
                  <a:pt x="2612" y="19"/>
                </a:cubicBezTo>
                <a:close/>
                <a:moveTo>
                  <a:pt x="2684" y="26"/>
                </a:moveTo>
                <a:cubicBezTo>
                  <a:pt x="2685" y="29"/>
                  <a:pt x="2687" y="30"/>
                  <a:pt x="2687" y="35"/>
                </a:cubicBezTo>
                <a:cubicBezTo>
                  <a:pt x="2698" y="65"/>
                  <a:pt x="2702" y="73"/>
                  <a:pt x="2706" y="80"/>
                </a:cubicBezTo>
                <a:cubicBezTo>
                  <a:pt x="2728" y="129"/>
                  <a:pt x="2728" y="136"/>
                  <a:pt x="2730" y="141"/>
                </a:cubicBezTo>
                <a:cubicBezTo>
                  <a:pt x="2753" y="174"/>
                  <a:pt x="2752" y="178"/>
                  <a:pt x="2754" y="179"/>
                </a:cubicBezTo>
                <a:cubicBezTo>
                  <a:pt x="2777" y="216"/>
                  <a:pt x="2779" y="226"/>
                  <a:pt x="2787" y="231"/>
                </a:cubicBezTo>
                <a:cubicBezTo>
                  <a:pt x="2810" y="267"/>
                  <a:pt x="2809" y="274"/>
                  <a:pt x="2813" y="277"/>
                </a:cubicBezTo>
                <a:cubicBezTo>
                  <a:pt x="2841" y="314"/>
                  <a:pt x="2834" y="311"/>
                  <a:pt x="2833" y="303"/>
                </a:cubicBezTo>
                <a:cubicBezTo>
                  <a:pt x="2810" y="258"/>
                  <a:pt x="2808" y="251"/>
                  <a:pt x="2802" y="246"/>
                </a:cubicBezTo>
                <a:cubicBezTo>
                  <a:pt x="2778" y="204"/>
                  <a:pt x="2773" y="199"/>
                  <a:pt x="2772" y="192"/>
                </a:cubicBezTo>
                <a:cubicBezTo>
                  <a:pt x="2764" y="178"/>
                  <a:pt x="2759" y="179"/>
                  <a:pt x="2759" y="174"/>
                </a:cubicBezTo>
                <a:cubicBezTo>
                  <a:pt x="2730" y="126"/>
                  <a:pt x="2729" y="108"/>
                  <a:pt x="2721" y="96"/>
                </a:cubicBezTo>
                <a:cubicBezTo>
                  <a:pt x="2698" y="41"/>
                  <a:pt x="2697" y="22"/>
                  <a:pt x="2689" y="11"/>
                </a:cubicBezTo>
                <a:cubicBezTo>
                  <a:pt x="2678" y="3"/>
                  <a:pt x="2678" y="6"/>
                  <a:pt x="2680" y="8"/>
                </a:cubicBezTo>
                <a:close/>
                <a:moveTo>
                  <a:pt x="2336" y="19"/>
                </a:moveTo>
                <a:cubicBezTo>
                  <a:pt x="2346" y="21"/>
                  <a:pt x="2343" y="8"/>
                  <a:pt x="2351" y="6"/>
                </a:cubicBezTo>
                <a:cubicBezTo>
                  <a:pt x="2352" y="5"/>
                  <a:pt x="2354" y="2"/>
                  <a:pt x="2355" y="0"/>
                </a:cubicBezTo>
                <a:cubicBezTo>
                  <a:pt x="2349" y="0"/>
                  <a:pt x="2349" y="0"/>
                  <a:pt x="2349" y="0"/>
                </a:cubicBezTo>
                <a:cubicBezTo>
                  <a:pt x="2348" y="2"/>
                  <a:pt x="2347" y="3"/>
                  <a:pt x="2346" y="4"/>
                </a:cubicBezTo>
                <a:cubicBezTo>
                  <a:pt x="2344" y="5"/>
                  <a:pt x="2342" y="7"/>
                  <a:pt x="2342" y="11"/>
                </a:cubicBezTo>
                <a:cubicBezTo>
                  <a:pt x="2340" y="13"/>
                  <a:pt x="2338" y="15"/>
                  <a:pt x="2336" y="17"/>
                </a:cubicBezTo>
                <a:cubicBezTo>
                  <a:pt x="2332" y="17"/>
                  <a:pt x="2334" y="23"/>
                  <a:pt x="2331" y="24"/>
                </a:cubicBezTo>
                <a:cubicBezTo>
                  <a:pt x="2333" y="30"/>
                  <a:pt x="2327" y="28"/>
                  <a:pt x="2327" y="32"/>
                </a:cubicBezTo>
                <a:cubicBezTo>
                  <a:pt x="2334" y="32"/>
                  <a:pt x="2335" y="26"/>
                  <a:pt x="2336" y="19"/>
                </a:cubicBezTo>
                <a:close/>
                <a:moveTo>
                  <a:pt x="2793" y="46"/>
                </a:moveTo>
                <a:cubicBezTo>
                  <a:pt x="2793" y="52"/>
                  <a:pt x="2795" y="57"/>
                  <a:pt x="2800" y="59"/>
                </a:cubicBezTo>
                <a:cubicBezTo>
                  <a:pt x="2798" y="68"/>
                  <a:pt x="2804" y="69"/>
                  <a:pt x="2804" y="76"/>
                </a:cubicBezTo>
                <a:cubicBezTo>
                  <a:pt x="2809" y="78"/>
                  <a:pt x="2806" y="87"/>
                  <a:pt x="2811" y="89"/>
                </a:cubicBezTo>
                <a:cubicBezTo>
                  <a:pt x="2812" y="94"/>
                  <a:pt x="2813" y="100"/>
                  <a:pt x="2815" y="104"/>
                </a:cubicBezTo>
                <a:cubicBezTo>
                  <a:pt x="2818" y="115"/>
                  <a:pt x="2822" y="123"/>
                  <a:pt x="2824" y="135"/>
                </a:cubicBezTo>
                <a:cubicBezTo>
                  <a:pt x="2827" y="138"/>
                  <a:pt x="2827" y="144"/>
                  <a:pt x="2828" y="150"/>
                </a:cubicBezTo>
                <a:cubicBezTo>
                  <a:pt x="2830" y="155"/>
                  <a:pt x="2833" y="159"/>
                  <a:pt x="2833" y="165"/>
                </a:cubicBezTo>
                <a:cubicBezTo>
                  <a:pt x="2835" y="170"/>
                  <a:pt x="2835" y="176"/>
                  <a:pt x="2837" y="181"/>
                </a:cubicBezTo>
                <a:cubicBezTo>
                  <a:pt x="2841" y="184"/>
                  <a:pt x="2836" y="197"/>
                  <a:pt x="2844" y="196"/>
                </a:cubicBezTo>
                <a:cubicBezTo>
                  <a:pt x="2842" y="176"/>
                  <a:pt x="2835" y="161"/>
                  <a:pt x="2833" y="141"/>
                </a:cubicBezTo>
                <a:cubicBezTo>
                  <a:pt x="2827" y="124"/>
                  <a:pt x="2822" y="107"/>
                  <a:pt x="2817" y="89"/>
                </a:cubicBezTo>
                <a:cubicBezTo>
                  <a:pt x="2818" y="84"/>
                  <a:pt x="2821" y="81"/>
                  <a:pt x="2820" y="74"/>
                </a:cubicBezTo>
                <a:cubicBezTo>
                  <a:pt x="2815" y="58"/>
                  <a:pt x="2811" y="43"/>
                  <a:pt x="2806" y="28"/>
                </a:cubicBezTo>
                <a:cubicBezTo>
                  <a:pt x="2804" y="25"/>
                  <a:pt x="2804" y="20"/>
                  <a:pt x="2802" y="17"/>
                </a:cubicBezTo>
                <a:cubicBezTo>
                  <a:pt x="2801" y="13"/>
                  <a:pt x="2801" y="8"/>
                  <a:pt x="2798" y="6"/>
                </a:cubicBezTo>
                <a:cubicBezTo>
                  <a:pt x="2798" y="4"/>
                  <a:pt x="2797" y="2"/>
                  <a:pt x="2797" y="0"/>
                </a:cubicBezTo>
                <a:cubicBezTo>
                  <a:pt x="2790" y="0"/>
                  <a:pt x="2790" y="0"/>
                  <a:pt x="2790" y="0"/>
                </a:cubicBezTo>
                <a:cubicBezTo>
                  <a:pt x="2791" y="4"/>
                  <a:pt x="2792" y="7"/>
                  <a:pt x="2793" y="11"/>
                </a:cubicBezTo>
                <a:cubicBezTo>
                  <a:pt x="2797" y="15"/>
                  <a:pt x="2798" y="22"/>
                  <a:pt x="2800" y="28"/>
                </a:cubicBezTo>
                <a:cubicBezTo>
                  <a:pt x="2803" y="32"/>
                  <a:pt x="2802" y="40"/>
                  <a:pt x="2806" y="43"/>
                </a:cubicBezTo>
                <a:cubicBezTo>
                  <a:pt x="2808" y="56"/>
                  <a:pt x="2814" y="65"/>
                  <a:pt x="2815" y="78"/>
                </a:cubicBezTo>
                <a:cubicBezTo>
                  <a:pt x="2806" y="70"/>
                  <a:pt x="2808" y="50"/>
                  <a:pt x="2798" y="43"/>
                </a:cubicBezTo>
                <a:cubicBezTo>
                  <a:pt x="2799" y="34"/>
                  <a:pt x="2792" y="32"/>
                  <a:pt x="2789" y="26"/>
                </a:cubicBezTo>
                <a:cubicBezTo>
                  <a:pt x="2787" y="20"/>
                  <a:pt x="2782" y="17"/>
                  <a:pt x="2780" y="11"/>
                </a:cubicBezTo>
                <a:cubicBezTo>
                  <a:pt x="2778" y="8"/>
                  <a:pt x="2776" y="4"/>
                  <a:pt x="2775" y="0"/>
                </a:cubicBezTo>
                <a:cubicBezTo>
                  <a:pt x="2765" y="0"/>
                  <a:pt x="2765" y="0"/>
                  <a:pt x="2765" y="0"/>
                </a:cubicBezTo>
                <a:cubicBezTo>
                  <a:pt x="2770" y="7"/>
                  <a:pt x="2773" y="15"/>
                  <a:pt x="2778" y="22"/>
                </a:cubicBezTo>
                <a:cubicBezTo>
                  <a:pt x="2783" y="30"/>
                  <a:pt x="2786" y="40"/>
                  <a:pt x="2793" y="46"/>
                </a:cubicBezTo>
                <a:close/>
                <a:moveTo>
                  <a:pt x="2852" y="11"/>
                </a:moveTo>
                <a:cubicBezTo>
                  <a:pt x="2852" y="20"/>
                  <a:pt x="2857" y="25"/>
                  <a:pt x="2859" y="32"/>
                </a:cubicBezTo>
                <a:cubicBezTo>
                  <a:pt x="2857" y="39"/>
                  <a:pt x="2863" y="39"/>
                  <a:pt x="2861" y="46"/>
                </a:cubicBezTo>
                <a:cubicBezTo>
                  <a:pt x="2861" y="51"/>
                  <a:pt x="2862" y="56"/>
                  <a:pt x="2865" y="59"/>
                </a:cubicBezTo>
                <a:cubicBezTo>
                  <a:pt x="2867" y="43"/>
                  <a:pt x="2860" y="35"/>
                  <a:pt x="2859" y="22"/>
                </a:cubicBezTo>
                <a:cubicBezTo>
                  <a:pt x="2858" y="15"/>
                  <a:pt x="2856" y="10"/>
                  <a:pt x="2854" y="4"/>
                </a:cubicBezTo>
                <a:cubicBezTo>
                  <a:pt x="2855" y="2"/>
                  <a:pt x="2854" y="1"/>
                  <a:pt x="2854" y="0"/>
                </a:cubicBezTo>
                <a:cubicBezTo>
                  <a:pt x="2849" y="0"/>
                  <a:pt x="2849" y="0"/>
                  <a:pt x="2849" y="0"/>
                </a:cubicBezTo>
                <a:cubicBezTo>
                  <a:pt x="2851" y="3"/>
                  <a:pt x="2848" y="10"/>
                  <a:pt x="2852" y="11"/>
                </a:cubicBezTo>
                <a:close/>
                <a:moveTo>
                  <a:pt x="2386" y="46"/>
                </a:moveTo>
                <a:cubicBezTo>
                  <a:pt x="2379" y="43"/>
                  <a:pt x="2380" y="49"/>
                  <a:pt x="2377" y="50"/>
                </a:cubicBezTo>
                <a:cubicBezTo>
                  <a:pt x="2377" y="53"/>
                  <a:pt x="2370" y="58"/>
                  <a:pt x="2375" y="59"/>
                </a:cubicBezTo>
                <a:cubicBezTo>
                  <a:pt x="2383" y="52"/>
                  <a:pt x="2389" y="44"/>
                  <a:pt x="2399" y="39"/>
                </a:cubicBezTo>
                <a:cubicBezTo>
                  <a:pt x="2399" y="32"/>
                  <a:pt x="2410" y="36"/>
                  <a:pt x="2410" y="28"/>
                </a:cubicBezTo>
                <a:cubicBezTo>
                  <a:pt x="2413" y="28"/>
                  <a:pt x="2413" y="24"/>
                  <a:pt x="2416" y="24"/>
                </a:cubicBezTo>
                <a:cubicBezTo>
                  <a:pt x="2420" y="23"/>
                  <a:pt x="2418" y="16"/>
                  <a:pt x="2423" y="17"/>
                </a:cubicBezTo>
                <a:cubicBezTo>
                  <a:pt x="2429" y="16"/>
                  <a:pt x="2428" y="8"/>
                  <a:pt x="2436" y="8"/>
                </a:cubicBezTo>
                <a:cubicBezTo>
                  <a:pt x="2436" y="5"/>
                  <a:pt x="2438" y="2"/>
                  <a:pt x="2440" y="0"/>
                </a:cubicBezTo>
                <a:cubicBezTo>
                  <a:pt x="2432" y="0"/>
                  <a:pt x="2432" y="0"/>
                  <a:pt x="2432" y="0"/>
                </a:cubicBezTo>
                <a:cubicBezTo>
                  <a:pt x="2430" y="2"/>
                  <a:pt x="2428" y="3"/>
                  <a:pt x="2427" y="6"/>
                </a:cubicBezTo>
                <a:cubicBezTo>
                  <a:pt x="2422" y="10"/>
                  <a:pt x="2417" y="14"/>
                  <a:pt x="2414" y="19"/>
                </a:cubicBezTo>
                <a:cubicBezTo>
                  <a:pt x="2406" y="21"/>
                  <a:pt x="2406" y="30"/>
                  <a:pt x="2399" y="32"/>
                </a:cubicBezTo>
                <a:cubicBezTo>
                  <a:pt x="2393" y="31"/>
                  <a:pt x="2395" y="37"/>
                  <a:pt x="2392" y="39"/>
                </a:cubicBezTo>
                <a:cubicBezTo>
                  <a:pt x="2387" y="39"/>
                  <a:pt x="2385" y="41"/>
                  <a:pt x="2386" y="46"/>
                </a:cubicBezTo>
                <a:close/>
                <a:moveTo>
                  <a:pt x="2569" y="59"/>
                </a:moveTo>
                <a:cubicBezTo>
                  <a:pt x="2566" y="59"/>
                  <a:pt x="2566" y="62"/>
                  <a:pt x="2567" y="65"/>
                </a:cubicBezTo>
                <a:cubicBezTo>
                  <a:pt x="2549" y="87"/>
                  <a:pt x="2548" y="92"/>
                  <a:pt x="2543" y="93"/>
                </a:cubicBezTo>
                <a:cubicBezTo>
                  <a:pt x="2513" y="133"/>
                  <a:pt x="2508" y="135"/>
                  <a:pt x="2508" y="141"/>
                </a:cubicBezTo>
                <a:cubicBezTo>
                  <a:pt x="2473" y="177"/>
                  <a:pt x="2469" y="180"/>
                  <a:pt x="2466" y="185"/>
                </a:cubicBezTo>
                <a:cubicBezTo>
                  <a:pt x="2441" y="207"/>
                  <a:pt x="2443" y="212"/>
                  <a:pt x="2438" y="211"/>
                </a:cubicBezTo>
                <a:cubicBezTo>
                  <a:pt x="2407" y="240"/>
                  <a:pt x="2405" y="242"/>
                  <a:pt x="2405" y="246"/>
                </a:cubicBezTo>
                <a:cubicBezTo>
                  <a:pt x="2379" y="268"/>
                  <a:pt x="2378" y="282"/>
                  <a:pt x="2366" y="285"/>
                </a:cubicBezTo>
                <a:cubicBezTo>
                  <a:pt x="2344" y="325"/>
                  <a:pt x="2345" y="329"/>
                  <a:pt x="2342" y="329"/>
                </a:cubicBezTo>
                <a:cubicBezTo>
                  <a:pt x="2361" y="305"/>
                  <a:pt x="2369" y="301"/>
                  <a:pt x="2370" y="290"/>
                </a:cubicBezTo>
                <a:cubicBezTo>
                  <a:pt x="2392" y="267"/>
                  <a:pt x="2393" y="265"/>
                  <a:pt x="2397" y="266"/>
                </a:cubicBezTo>
                <a:cubicBezTo>
                  <a:pt x="2413" y="243"/>
                  <a:pt x="2418" y="242"/>
                  <a:pt x="2423" y="240"/>
                </a:cubicBezTo>
                <a:cubicBezTo>
                  <a:pt x="2446" y="214"/>
                  <a:pt x="2452" y="213"/>
                  <a:pt x="2455" y="209"/>
                </a:cubicBezTo>
                <a:cubicBezTo>
                  <a:pt x="2475" y="187"/>
                  <a:pt x="2477" y="185"/>
                  <a:pt x="2479" y="183"/>
                </a:cubicBezTo>
                <a:cubicBezTo>
                  <a:pt x="2492" y="165"/>
                  <a:pt x="2498" y="167"/>
                  <a:pt x="2497" y="161"/>
                </a:cubicBezTo>
                <a:cubicBezTo>
                  <a:pt x="2517" y="136"/>
                  <a:pt x="2528" y="137"/>
                  <a:pt x="2527" y="128"/>
                </a:cubicBezTo>
                <a:cubicBezTo>
                  <a:pt x="2563" y="79"/>
                  <a:pt x="2568" y="75"/>
                  <a:pt x="2573" y="72"/>
                </a:cubicBezTo>
                <a:cubicBezTo>
                  <a:pt x="2585" y="53"/>
                  <a:pt x="2586" y="50"/>
                  <a:pt x="2586" y="46"/>
                </a:cubicBezTo>
                <a:cubicBezTo>
                  <a:pt x="2615" y="7"/>
                  <a:pt x="2616" y="4"/>
                  <a:pt x="2617" y="0"/>
                </a:cubicBezTo>
                <a:cubicBezTo>
                  <a:pt x="2600" y="13"/>
                  <a:pt x="2595" y="15"/>
                  <a:pt x="2595" y="22"/>
                </a:cubicBezTo>
                <a:cubicBezTo>
                  <a:pt x="2579" y="41"/>
                  <a:pt x="2576" y="52"/>
                  <a:pt x="2569" y="59"/>
                </a:cubicBezTo>
                <a:close/>
                <a:moveTo>
                  <a:pt x="2351" y="28"/>
                </a:moveTo>
                <a:cubicBezTo>
                  <a:pt x="2351" y="32"/>
                  <a:pt x="2348" y="32"/>
                  <a:pt x="2346" y="35"/>
                </a:cubicBezTo>
                <a:cubicBezTo>
                  <a:pt x="2343" y="38"/>
                  <a:pt x="2340" y="42"/>
                  <a:pt x="2338" y="46"/>
                </a:cubicBezTo>
                <a:cubicBezTo>
                  <a:pt x="2333" y="44"/>
                  <a:pt x="2331" y="57"/>
                  <a:pt x="2336" y="59"/>
                </a:cubicBezTo>
                <a:cubicBezTo>
                  <a:pt x="2341" y="44"/>
                  <a:pt x="2352" y="36"/>
                  <a:pt x="2362" y="26"/>
                </a:cubicBezTo>
                <a:cubicBezTo>
                  <a:pt x="2366" y="20"/>
                  <a:pt x="2371" y="15"/>
                  <a:pt x="2377" y="11"/>
                </a:cubicBezTo>
                <a:cubicBezTo>
                  <a:pt x="2379" y="8"/>
                  <a:pt x="2383" y="6"/>
                  <a:pt x="2383" y="2"/>
                </a:cubicBezTo>
                <a:cubicBezTo>
                  <a:pt x="2385" y="1"/>
                  <a:pt x="2387" y="2"/>
                  <a:pt x="2388" y="0"/>
                </a:cubicBezTo>
                <a:cubicBezTo>
                  <a:pt x="2380" y="0"/>
                  <a:pt x="2380" y="0"/>
                  <a:pt x="2380" y="0"/>
                </a:cubicBezTo>
                <a:cubicBezTo>
                  <a:pt x="2378" y="2"/>
                  <a:pt x="2375" y="3"/>
                  <a:pt x="2375" y="6"/>
                </a:cubicBezTo>
                <a:cubicBezTo>
                  <a:pt x="2369" y="7"/>
                  <a:pt x="2367" y="12"/>
                  <a:pt x="2364" y="15"/>
                </a:cubicBezTo>
                <a:cubicBezTo>
                  <a:pt x="2363" y="20"/>
                  <a:pt x="2356" y="19"/>
                  <a:pt x="2357" y="26"/>
                </a:cubicBezTo>
                <a:cubicBezTo>
                  <a:pt x="2354" y="26"/>
                  <a:pt x="2353" y="27"/>
                  <a:pt x="2351" y="28"/>
                </a:cubicBezTo>
                <a:close/>
                <a:moveTo>
                  <a:pt x="2438" y="72"/>
                </a:moveTo>
                <a:cubicBezTo>
                  <a:pt x="2435" y="76"/>
                  <a:pt x="2432" y="80"/>
                  <a:pt x="2427" y="83"/>
                </a:cubicBezTo>
                <a:cubicBezTo>
                  <a:pt x="2425" y="89"/>
                  <a:pt x="2420" y="91"/>
                  <a:pt x="2416" y="96"/>
                </a:cubicBezTo>
                <a:cubicBezTo>
                  <a:pt x="2413" y="100"/>
                  <a:pt x="2407" y="101"/>
                  <a:pt x="2405" y="107"/>
                </a:cubicBezTo>
                <a:cubicBezTo>
                  <a:pt x="2403" y="112"/>
                  <a:pt x="2397" y="114"/>
                  <a:pt x="2394" y="120"/>
                </a:cubicBezTo>
                <a:cubicBezTo>
                  <a:pt x="2388" y="128"/>
                  <a:pt x="2381" y="137"/>
                  <a:pt x="2377" y="148"/>
                </a:cubicBezTo>
                <a:cubicBezTo>
                  <a:pt x="2372" y="151"/>
                  <a:pt x="2371" y="158"/>
                  <a:pt x="2368" y="163"/>
                </a:cubicBezTo>
                <a:cubicBezTo>
                  <a:pt x="2365" y="163"/>
                  <a:pt x="2367" y="169"/>
                  <a:pt x="2364" y="170"/>
                </a:cubicBezTo>
                <a:cubicBezTo>
                  <a:pt x="2362" y="172"/>
                  <a:pt x="2361" y="176"/>
                  <a:pt x="2362" y="181"/>
                </a:cubicBezTo>
                <a:cubicBezTo>
                  <a:pt x="2366" y="181"/>
                  <a:pt x="2367" y="179"/>
                  <a:pt x="2366" y="174"/>
                </a:cubicBezTo>
                <a:cubicBezTo>
                  <a:pt x="2369" y="173"/>
                  <a:pt x="2370" y="171"/>
                  <a:pt x="2370" y="168"/>
                </a:cubicBezTo>
                <a:cubicBezTo>
                  <a:pt x="2377" y="166"/>
                  <a:pt x="2375" y="156"/>
                  <a:pt x="2381" y="155"/>
                </a:cubicBezTo>
                <a:cubicBezTo>
                  <a:pt x="2385" y="142"/>
                  <a:pt x="2395" y="136"/>
                  <a:pt x="2399" y="124"/>
                </a:cubicBezTo>
                <a:cubicBezTo>
                  <a:pt x="2408" y="118"/>
                  <a:pt x="2413" y="108"/>
                  <a:pt x="2423" y="102"/>
                </a:cubicBezTo>
                <a:cubicBezTo>
                  <a:pt x="2424" y="96"/>
                  <a:pt x="2429" y="94"/>
                  <a:pt x="2434" y="91"/>
                </a:cubicBezTo>
                <a:cubicBezTo>
                  <a:pt x="2434" y="84"/>
                  <a:pt x="2443" y="85"/>
                  <a:pt x="2445" y="78"/>
                </a:cubicBezTo>
                <a:cubicBezTo>
                  <a:pt x="2449" y="76"/>
                  <a:pt x="2453" y="72"/>
                  <a:pt x="2455" y="67"/>
                </a:cubicBezTo>
                <a:cubicBezTo>
                  <a:pt x="2456" y="64"/>
                  <a:pt x="2460" y="65"/>
                  <a:pt x="2462" y="63"/>
                </a:cubicBezTo>
                <a:cubicBezTo>
                  <a:pt x="2459" y="56"/>
                  <a:pt x="2469" y="61"/>
                  <a:pt x="2466" y="54"/>
                </a:cubicBezTo>
                <a:cubicBezTo>
                  <a:pt x="2472" y="53"/>
                  <a:pt x="2475" y="48"/>
                  <a:pt x="2479" y="46"/>
                </a:cubicBezTo>
                <a:cubicBezTo>
                  <a:pt x="2479" y="37"/>
                  <a:pt x="2489" y="39"/>
                  <a:pt x="2490" y="32"/>
                </a:cubicBezTo>
                <a:cubicBezTo>
                  <a:pt x="2500" y="20"/>
                  <a:pt x="2512" y="11"/>
                  <a:pt x="2523" y="0"/>
                </a:cubicBezTo>
                <a:cubicBezTo>
                  <a:pt x="2509" y="0"/>
                  <a:pt x="2509" y="0"/>
                  <a:pt x="2509" y="0"/>
                </a:cubicBezTo>
                <a:cubicBezTo>
                  <a:pt x="2508" y="1"/>
                  <a:pt x="2507" y="2"/>
                  <a:pt x="2506" y="2"/>
                </a:cubicBezTo>
                <a:cubicBezTo>
                  <a:pt x="2506" y="6"/>
                  <a:pt x="2504" y="8"/>
                  <a:pt x="2501" y="8"/>
                </a:cubicBezTo>
                <a:cubicBezTo>
                  <a:pt x="2498" y="9"/>
                  <a:pt x="2500" y="14"/>
                  <a:pt x="2495" y="13"/>
                </a:cubicBezTo>
                <a:cubicBezTo>
                  <a:pt x="2494" y="16"/>
                  <a:pt x="2491" y="16"/>
                  <a:pt x="2490" y="19"/>
                </a:cubicBezTo>
                <a:cubicBezTo>
                  <a:pt x="2490" y="23"/>
                  <a:pt x="2483" y="21"/>
                  <a:pt x="2484" y="26"/>
                </a:cubicBezTo>
                <a:cubicBezTo>
                  <a:pt x="2468" y="41"/>
                  <a:pt x="2454" y="57"/>
                  <a:pt x="2438" y="72"/>
                </a:cubicBezTo>
                <a:close/>
                <a:moveTo>
                  <a:pt x="2508" y="35"/>
                </a:moveTo>
                <a:cubicBezTo>
                  <a:pt x="2506" y="40"/>
                  <a:pt x="2501" y="40"/>
                  <a:pt x="2499" y="46"/>
                </a:cubicBezTo>
                <a:cubicBezTo>
                  <a:pt x="2484" y="62"/>
                  <a:pt x="2478" y="60"/>
                  <a:pt x="2479" y="65"/>
                </a:cubicBezTo>
                <a:cubicBezTo>
                  <a:pt x="2463" y="80"/>
                  <a:pt x="2459" y="80"/>
                  <a:pt x="2458" y="83"/>
                </a:cubicBezTo>
                <a:cubicBezTo>
                  <a:pt x="2444" y="102"/>
                  <a:pt x="2434" y="106"/>
                  <a:pt x="2427" y="113"/>
                </a:cubicBezTo>
                <a:cubicBezTo>
                  <a:pt x="2414" y="132"/>
                  <a:pt x="2408" y="130"/>
                  <a:pt x="2410" y="135"/>
                </a:cubicBezTo>
                <a:cubicBezTo>
                  <a:pt x="2383" y="161"/>
                  <a:pt x="2382" y="173"/>
                  <a:pt x="2375" y="179"/>
                </a:cubicBezTo>
                <a:cubicBezTo>
                  <a:pt x="2355" y="218"/>
                  <a:pt x="2355" y="224"/>
                  <a:pt x="2351" y="224"/>
                </a:cubicBezTo>
                <a:cubicBezTo>
                  <a:pt x="2344" y="254"/>
                  <a:pt x="2335" y="259"/>
                  <a:pt x="2342" y="261"/>
                </a:cubicBezTo>
                <a:cubicBezTo>
                  <a:pt x="2366" y="200"/>
                  <a:pt x="2372" y="200"/>
                  <a:pt x="2373" y="196"/>
                </a:cubicBezTo>
                <a:cubicBezTo>
                  <a:pt x="2395" y="169"/>
                  <a:pt x="2391" y="160"/>
                  <a:pt x="2397" y="161"/>
                </a:cubicBezTo>
                <a:cubicBezTo>
                  <a:pt x="2420" y="141"/>
                  <a:pt x="2418" y="135"/>
                  <a:pt x="2421" y="133"/>
                </a:cubicBezTo>
                <a:cubicBezTo>
                  <a:pt x="2456" y="96"/>
                  <a:pt x="2463" y="93"/>
                  <a:pt x="2466" y="87"/>
                </a:cubicBezTo>
                <a:cubicBezTo>
                  <a:pt x="2495" y="64"/>
                  <a:pt x="2495" y="59"/>
                  <a:pt x="2499" y="59"/>
                </a:cubicBezTo>
                <a:cubicBezTo>
                  <a:pt x="2518" y="37"/>
                  <a:pt x="2524" y="32"/>
                  <a:pt x="2530" y="28"/>
                </a:cubicBezTo>
                <a:cubicBezTo>
                  <a:pt x="2545" y="8"/>
                  <a:pt x="2549" y="7"/>
                  <a:pt x="2551" y="4"/>
                </a:cubicBezTo>
                <a:cubicBezTo>
                  <a:pt x="2541" y="2"/>
                  <a:pt x="2540" y="3"/>
                  <a:pt x="2538" y="4"/>
                </a:cubicBezTo>
                <a:close/>
                <a:moveTo>
                  <a:pt x="3098" y="2129"/>
                </a:moveTo>
                <a:cubicBezTo>
                  <a:pt x="3093" y="2124"/>
                  <a:pt x="3098" y="2119"/>
                  <a:pt x="3093" y="2113"/>
                </a:cubicBezTo>
                <a:cubicBezTo>
                  <a:pt x="3086" y="2064"/>
                  <a:pt x="3077" y="2058"/>
                  <a:pt x="3079" y="2054"/>
                </a:cubicBezTo>
                <a:cubicBezTo>
                  <a:pt x="3040" y="1980"/>
                  <a:pt x="3047" y="1984"/>
                  <a:pt x="3048" y="1988"/>
                </a:cubicBezTo>
                <a:cubicBezTo>
                  <a:pt x="3064" y="2024"/>
                  <a:pt x="3062" y="2030"/>
                  <a:pt x="3069" y="2036"/>
                </a:cubicBezTo>
                <a:cubicBezTo>
                  <a:pt x="3073" y="2062"/>
                  <a:pt x="3074" y="2065"/>
                  <a:pt x="3078" y="2069"/>
                </a:cubicBezTo>
                <a:cubicBezTo>
                  <a:pt x="3075" y="2066"/>
                  <a:pt x="3067" y="2062"/>
                  <a:pt x="3071" y="2058"/>
                </a:cubicBezTo>
                <a:cubicBezTo>
                  <a:pt x="3019" y="1980"/>
                  <a:pt x="3021" y="1968"/>
                  <a:pt x="3011" y="1974"/>
                </a:cubicBezTo>
                <a:cubicBezTo>
                  <a:pt x="3035" y="2011"/>
                  <a:pt x="3044" y="2015"/>
                  <a:pt x="3046" y="2019"/>
                </a:cubicBezTo>
                <a:cubicBezTo>
                  <a:pt x="3060" y="2063"/>
                  <a:pt x="3065" y="2068"/>
                  <a:pt x="3067" y="2073"/>
                </a:cubicBezTo>
                <a:cubicBezTo>
                  <a:pt x="3073" y="2103"/>
                  <a:pt x="3074" y="2105"/>
                  <a:pt x="3071" y="2107"/>
                </a:cubicBezTo>
                <a:cubicBezTo>
                  <a:pt x="3078" y="2130"/>
                  <a:pt x="3077" y="2132"/>
                  <a:pt x="3077" y="2134"/>
                </a:cubicBezTo>
                <a:cubicBezTo>
                  <a:pt x="3065" y="2103"/>
                  <a:pt x="3062" y="2098"/>
                  <a:pt x="3061" y="2093"/>
                </a:cubicBezTo>
                <a:cubicBezTo>
                  <a:pt x="3054" y="2074"/>
                  <a:pt x="3050" y="2071"/>
                  <a:pt x="3051" y="2069"/>
                </a:cubicBezTo>
                <a:cubicBezTo>
                  <a:pt x="2992" y="2001"/>
                  <a:pt x="2987" y="1997"/>
                  <a:pt x="2983" y="1990"/>
                </a:cubicBezTo>
                <a:cubicBezTo>
                  <a:pt x="3043" y="2076"/>
                  <a:pt x="3050" y="2086"/>
                  <a:pt x="3056" y="2097"/>
                </a:cubicBezTo>
                <a:cubicBezTo>
                  <a:pt x="3062" y="2124"/>
                  <a:pt x="3060" y="2124"/>
                  <a:pt x="3060" y="2125"/>
                </a:cubicBezTo>
                <a:cubicBezTo>
                  <a:pt x="3064" y="2144"/>
                  <a:pt x="3068" y="2146"/>
                  <a:pt x="3068" y="2147"/>
                </a:cubicBezTo>
                <a:cubicBezTo>
                  <a:pt x="3078" y="2160"/>
                  <a:pt x="3078" y="2160"/>
                  <a:pt x="3078" y="2160"/>
                </a:cubicBezTo>
                <a:cubicBezTo>
                  <a:pt x="3079" y="2148"/>
                  <a:pt x="3079" y="2154"/>
                  <a:pt x="3079" y="2160"/>
                </a:cubicBezTo>
                <a:cubicBezTo>
                  <a:pt x="3087" y="2158"/>
                  <a:pt x="3088" y="2155"/>
                  <a:pt x="3088" y="2153"/>
                </a:cubicBezTo>
                <a:cubicBezTo>
                  <a:pt x="3082" y="2102"/>
                  <a:pt x="3079" y="2093"/>
                  <a:pt x="3077" y="2085"/>
                </a:cubicBezTo>
                <a:cubicBezTo>
                  <a:pt x="3087" y="2106"/>
                  <a:pt x="3084" y="2112"/>
                  <a:pt x="3088" y="2118"/>
                </a:cubicBezTo>
                <a:cubicBezTo>
                  <a:pt x="3091" y="2155"/>
                  <a:pt x="3092" y="2158"/>
                  <a:pt x="3093" y="2160"/>
                </a:cubicBezTo>
                <a:cubicBezTo>
                  <a:pt x="3101" y="2149"/>
                  <a:pt x="3096" y="2139"/>
                  <a:pt x="3098" y="2129"/>
                </a:cubicBezTo>
                <a:close/>
                <a:moveTo>
                  <a:pt x="2730" y="4"/>
                </a:moveTo>
                <a:cubicBezTo>
                  <a:pt x="2730" y="10"/>
                  <a:pt x="2731" y="13"/>
                  <a:pt x="2735" y="15"/>
                </a:cubicBezTo>
                <a:cubicBezTo>
                  <a:pt x="2759" y="58"/>
                  <a:pt x="2759" y="68"/>
                  <a:pt x="2765" y="72"/>
                </a:cubicBezTo>
                <a:cubicBezTo>
                  <a:pt x="2788" y="115"/>
                  <a:pt x="2789" y="123"/>
                  <a:pt x="2793" y="128"/>
                </a:cubicBezTo>
                <a:cubicBezTo>
                  <a:pt x="2807" y="153"/>
                  <a:pt x="2810" y="159"/>
                  <a:pt x="2815" y="163"/>
                </a:cubicBezTo>
                <a:cubicBezTo>
                  <a:pt x="2837" y="203"/>
                  <a:pt x="2835" y="211"/>
                  <a:pt x="2839" y="211"/>
                </a:cubicBezTo>
                <a:cubicBezTo>
                  <a:pt x="2837" y="204"/>
                  <a:pt x="2837" y="199"/>
                  <a:pt x="2837" y="194"/>
                </a:cubicBezTo>
                <a:cubicBezTo>
                  <a:pt x="2804" y="142"/>
                  <a:pt x="2807" y="132"/>
                  <a:pt x="2802" y="131"/>
                </a:cubicBezTo>
                <a:cubicBezTo>
                  <a:pt x="2780" y="92"/>
                  <a:pt x="2781" y="90"/>
                  <a:pt x="2780" y="89"/>
                </a:cubicBezTo>
                <a:cubicBezTo>
                  <a:pt x="2772" y="61"/>
                  <a:pt x="2764" y="63"/>
                  <a:pt x="2765" y="56"/>
                </a:cubicBezTo>
                <a:cubicBezTo>
                  <a:pt x="2742" y="16"/>
                  <a:pt x="2749" y="13"/>
                  <a:pt x="2741" y="13"/>
                </a:cubicBezTo>
                <a:cubicBezTo>
                  <a:pt x="2727" y="2"/>
                  <a:pt x="2728" y="4"/>
                  <a:pt x="2730" y="4"/>
                </a:cubicBezTo>
                <a:close/>
                <a:moveTo>
                  <a:pt x="2729" y="2032"/>
                </a:moveTo>
                <a:cubicBezTo>
                  <a:pt x="2713" y="2020"/>
                  <a:pt x="2697" y="2002"/>
                  <a:pt x="2681" y="1987"/>
                </a:cubicBezTo>
                <a:cubicBezTo>
                  <a:pt x="2676" y="1986"/>
                  <a:pt x="2671" y="1980"/>
                  <a:pt x="2665" y="1978"/>
                </a:cubicBezTo>
                <a:cubicBezTo>
                  <a:pt x="2660" y="1970"/>
                  <a:pt x="2655" y="1972"/>
                  <a:pt x="2650" y="1965"/>
                </a:cubicBezTo>
                <a:cubicBezTo>
                  <a:pt x="2648" y="1962"/>
                  <a:pt x="2645" y="1963"/>
                  <a:pt x="2643" y="1960"/>
                </a:cubicBezTo>
                <a:cubicBezTo>
                  <a:pt x="2642" y="1961"/>
                  <a:pt x="2634" y="1956"/>
                  <a:pt x="2637" y="1962"/>
                </a:cubicBezTo>
                <a:cubicBezTo>
                  <a:pt x="2645" y="1963"/>
                  <a:pt x="2653" y="1974"/>
                  <a:pt x="2662" y="1978"/>
                </a:cubicBezTo>
                <a:cubicBezTo>
                  <a:pt x="2672" y="1992"/>
                  <a:pt x="2683" y="1992"/>
                  <a:pt x="2693" y="2006"/>
                </a:cubicBezTo>
                <a:cubicBezTo>
                  <a:pt x="2696" y="2004"/>
                  <a:pt x="2694" y="2010"/>
                  <a:pt x="2697" y="2008"/>
                </a:cubicBezTo>
                <a:cubicBezTo>
                  <a:pt x="2699" y="2011"/>
                  <a:pt x="2702" y="2014"/>
                  <a:pt x="2704" y="2016"/>
                </a:cubicBezTo>
                <a:cubicBezTo>
                  <a:pt x="2709" y="2024"/>
                  <a:pt x="2715" y="2026"/>
                  <a:pt x="2720" y="2031"/>
                </a:cubicBezTo>
                <a:cubicBezTo>
                  <a:pt x="2743" y="2058"/>
                  <a:pt x="2766" y="2084"/>
                  <a:pt x="2789" y="2110"/>
                </a:cubicBezTo>
                <a:cubicBezTo>
                  <a:pt x="2794" y="2119"/>
                  <a:pt x="2805" y="2136"/>
                  <a:pt x="2811" y="2146"/>
                </a:cubicBezTo>
                <a:cubicBezTo>
                  <a:pt x="2815" y="2150"/>
                  <a:pt x="2819" y="2155"/>
                  <a:pt x="2822" y="2160"/>
                </a:cubicBezTo>
                <a:cubicBezTo>
                  <a:pt x="2833" y="2160"/>
                  <a:pt x="2833" y="2160"/>
                  <a:pt x="2833" y="2160"/>
                </a:cubicBezTo>
                <a:cubicBezTo>
                  <a:pt x="2819" y="2141"/>
                  <a:pt x="2808" y="2121"/>
                  <a:pt x="2793" y="2101"/>
                </a:cubicBezTo>
                <a:cubicBezTo>
                  <a:pt x="2769" y="2071"/>
                  <a:pt x="2752" y="2059"/>
                  <a:pt x="2729" y="2032"/>
                </a:cubicBezTo>
                <a:close/>
                <a:moveTo>
                  <a:pt x="2593" y="2068"/>
                </a:moveTo>
                <a:cubicBezTo>
                  <a:pt x="2590" y="2060"/>
                  <a:pt x="2586" y="2052"/>
                  <a:pt x="2577" y="2043"/>
                </a:cubicBezTo>
                <a:cubicBezTo>
                  <a:pt x="2574" y="2034"/>
                  <a:pt x="2569" y="2024"/>
                  <a:pt x="2561" y="2015"/>
                </a:cubicBezTo>
                <a:cubicBezTo>
                  <a:pt x="2556" y="2010"/>
                  <a:pt x="2562" y="2004"/>
                  <a:pt x="2554" y="2003"/>
                </a:cubicBezTo>
                <a:cubicBezTo>
                  <a:pt x="2558" y="1999"/>
                  <a:pt x="2542" y="1993"/>
                  <a:pt x="2547" y="1989"/>
                </a:cubicBezTo>
                <a:cubicBezTo>
                  <a:pt x="2539" y="1985"/>
                  <a:pt x="2535" y="1972"/>
                  <a:pt x="2527" y="1963"/>
                </a:cubicBezTo>
                <a:cubicBezTo>
                  <a:pt x="2522" y="1953"/>
                  <a:pt x="2513" y="1943"/>
                  <a:pt x="2507" y="1934"/>
                </a:cubicBezTo>
                <a:cubicBezTo>
                  <a:pt x="2502" y="1938"/>
                  <a:pt x="2505" y="1942"/>
                  <a:pt x="2510" y="1946"/>
                </a:cubicBezTo>
                <a:cubicBezTo>
                  <a:pt x="2509" y="1950"/>
                  <a:pt x="2514" y="1955"/>
                  <a:pt x="2518" y="1959"/>
                </a:cubicBezTo>
                <a:cubicBezTo>
                  <a:pt x="2522" y="1968"/>
                  <a:pt x="2528" y="1977"/>
                  <a:pt x="2536" y="1987"/>
                </a:cubicBezTo>
                <a:cubicBezTo>
                  <a:pt x="2535" y="1994"/>
                  <a:pt x="2547" y="2003"/>
                  <a:pt x="2549" y="2011"/>
                </a:cubicBezTo>
                <a:cubicBezTo>
                  <a:pt x="2552" y="2015"/>
                  <a:pt x="2550" y="2018"/>
                  <a:pt x="2556" y="2022"/>
                </a:cubicBezTo>
                <a:cubicBezTo>
                  <a:pt x="2553" y="2026"/>
                  <a:pt x="2564" y="2031"/>
                  <a:pt x="2561" y="2035"/>
                </a:cubicBezTo>
                <a:cubicBezTo>
                  <a:pt x="2574" y="2053"/>
                  <a:pt x="2580" y="2063"/>
                  <a:pt x="2590" y="2081"/>
                </a:cubicBezTo>
                <a:cubicBezTo>
                  <a:pt x="2617" y="2114"/>
                  <a:pt x="2628" y="2123"/>
                  <a:pt x="2652" y="2158"/>
                </a:cubicBezTo>
                <a:cubicBezTo>
                  <a:pt x="2653" y="2159"/>
                  <a:pt x="2654" y="2160"/>
                  <a:pt x="2655" y="2160"/>
                </a:cubicBezTo>
                <a:cubicBezTo>
                  <a:pt x="2668" y="2160"/>
                  <a:pt x="2668" y="2160"/>
                  <a:pt x="2668" y="2160"/>
                </a:cubicBezTo>
                <a:cubicBezTo>
                  <a:pt x="2649" y="2138"/>
                  <a:pt x="2635" y="2118"/>
                  <a:pt x="2614" y="2095"/>
                </a:cubicBezTo>
                <a:cubicBezTo>
                  <a:pt x="2611" y="2088"/>
                  <a:pt x="2603" y="2079"/>
                  <a:pt x="2593" y="2068"/>
                </a:cubicBezTo>
                <a:close/>
                <a:moveTo>
                  <a:pt x="2526" y="2071"/>
                </a:moveTo>
                <a:cubicBezTo>
                  <a:pt x="2526" y="2071"/>
                  <a:pt x="2524" y="2072"/>
                  <a:pt x="2524" y="2072"/>
                </a:cubicBezTo>
                <a:cubicBezTo>
                  <a:pt x="2524" y="2072"/>
                  <a:pt x="2519" y="2060"/>
                  <a:pt x="2519" y="2060"/>
                </a:cubicBezTo>
                <a:cubicBezTo>
                  <a:pt x="2518" y="2058"/>
                  <a:pt x="2517" y="2058"/>
                  <a:pt x="2516" y="2056"/>
                </a:cubicBezTo>
                <a:cubicBezTo>
                  <a:pt x="2506" y="2038"/>
                  <a:pt x="2496" y="2020"/>
                  <a:pt x="2481" y="2000"/>
                </a:cubicBezTo>
                <a:cubicBezTo>
                  <a:pt x="2460" y="1977"/>
                  <a:pt x="2453" y="1962"/>
                  <a:pt x="2430" y="1938"/>
                </a:cubicBezTo>
                <a:cubicBezTo>
                  <a:pt x="2422" y="1935"/>
                  <a:pt x="2415" y="1922"/>
                  <a:pt x="2408" y="1922"/>
                </a:cubicBezTo>
                <a:cubicBezTo>
                  <a:pt x="2410" y="1925"/>
                  <a:pt x="2411" y="1927"/>
                  <a:pt x="2413" y="1929"/>
                </a:cubicBezTo>
                <a:cubicBezTo>
                  <a:pt x="2415" y="1931"/>
                  <a:pt x="2418" y="1930"/>
                  <a:pt x="2416" y="1932"/>
                </a:cubicBezTo>
                <a:cubicBezTo>
                  <a:pt x="2421" y="1940"/>
                  <a:pt x="2420" y="1938"/>
                  <a:pt x="2426" y="1944"/>
                </a:cubicBezTo>
                <a:cubicBezTo>
                  <a:pt x="2435" y="1954"/>
                  <a:pt x="2444" y="1964"/>
                  <a:pt x="2452" y="1973"/>
                </a:cubicBezTo>
                <a:cubicBezTo>
                  <a:pt x="2451" y="1975"/>
                  <a:pt x="2451" y="1975"/>
                  <a:pt x="2452" y="1976"/>
                </a:cubicBezTo>
                <a:cubicBezTo>
                  <a:pt x="2455" y="1979"/>
                  <a:pt x="2459" y="1978"/>
                  <a:pt x="2458" y="1983"/>
                </a:cubicBezTo>
                <a:cubicBezTo>
                  <a:pt x="2462" y="1988"/>
                  <a:pt x="2466" y="1993"/>
                  <a:pt x="2471" y="1998"/>
                </a:cubicBezTo>
                <a:cubicBezTo>
                  <a:pt x="2468" y="2002"/>
                  <a:pt x="2478" y="2008"/>
                  <a:pt x="2480" y="2012"/>
                </a:cubicBezTo>
                <a:cubicBezTo>
                  <a:pt x="2478" y="2017"/>
                  <a:pt x="2488" y="2022"/>
                  <a:pt x="2490" y="2027"/>
                </a:cubicBezTo>
                <a:cubicBezTo>
                  <a:pt x="2495" y="2040"/>
                  <a:pt x="2506" y="2054"/>
                  <a:pt x="2511" y="2067"/>
                </a:cubicBezTo>
                <a:cubicBezTo>
                  <a:pt x="2516" y="2080"/>
                  <a:pt x="2531" y="2094"/>
                  <a:pt x="2534" y="2107"/>
                </a:cubicBezTo>
                <a:cubicBezTo>
                  <a:pt x="2540" y="2104"/>
                  <a:pt x="2536" y="2112"/>
                  <a:pt x="2540" y="2114"/>
                </a:cubicBezTo>
                <a:cubicBezTo>
                  <a:pt x="2544" y="2118"/>
                  <a:pt x="2540" y="2119"/>
                  <a:pt x="2546" y="2120"/>
                </a:cubicBezTo>
                <a:cubicBezTo>
                  <a:pt x="2542" y="2123"/>
                  <a:pt x="2550" y="2127"/>
                  <a:pt x="2551" y="2130"/>
                </a:cubicBezTo>
                <a:cubicBezTo>
                  <a:pt x="2557" y="2134"/>
                  <a:pt x="2555" y="2137"/>
                  <a:pt x="2558" y="2141"/>
                </a:cubicBezTo>
                <a:cubicBezTo>
                  <a:pt x="2564" y="2148"/>
                  <a:pt x="2569" y="2154"/>
                  <a:pt x="2573" y="2160"/>
                </a:cubicBezTo>
                <a:cubicBezTo>
                  <a:pt x="2586" y="2160"/>
                  <a:pt x="2586" y="2160"/>
                  <a:pt x="2586" y="2160"/>
                </a:cubicBezTo>
                <a:cubicBezTo>
                  <a:pt x="2570" y="2139"/>
                  <a:pt x="2553" y="2118"/>
                  <a:pt x="2541" y="2095"/>
                </a:cubicBezTo>
                <a:cubicBezTo>
                  <a:pt x="2533" y="2089"/>
                  <a:pt x="2531" y="2079"/>
                  <a:pt x="2526" y="2071"/>
                </a:cubicBezTo>
                <a:close/>
                <a:moveTo>
                  <a:pt x="2594" y="2142"/>
                </a:moveTo>
                <a:cubicBezTo>
                  <a:pt x="2588" y="2138"/>
                  <a:pt x="2596" y="2135"/>
                  <a:pt x="2590" y="2131"/>
                </a:cubicBezTo>
                <a:cubicBezTo>
                  <a:pt x="2586" y="2134"/>
                  <a:pt x="2585" y="2126"/>
                  <a:pt x="2584" y="2124"/>
                </a:cubicBezTo>
                <a:cubicBezTo>
                  <a:pt x="2581" y="2120"/>
                  <a:pt x="2578" y="2123"/>
                  <a:pt x="2575" y="2118"/>
                </a:cubicBezTo>
                <a:cubicBezTo>
                  <a:pt x="2581" y="2115"/>
                  <a:pt x="2567" y="2111"/>
                  <a:pt x="2573" y="2108"/>
                </a:cubicBezTo>
                <a:cubicBezTo>
                  <a:pt x="2572" y="2105"/>
                  <a:pt x="2564" y="2101"/>
                  <a:pt x="2567" y="2098"/>
                </a:cubicBezTo>
                <a:cubicBezTo>
                  <a:pt x="2564" y="2092"/>
                  <a:pt x="2558" y="2085"/>
                  <a:pt x="2556" y="2079"/>
                </a:cubicBezTo>
                <a:cubicBezTo>
                  <a:pt x="2545" y="2066"/>
                  <a:pt x="2543" y="2053"/>
                  <a:pt x="2530" y="2039"/>
                </a:cubicBezTo>
                <a:cubicBezTo>
                  <a:pt x="2520" y="2018"/>
                  <a:pt x="2508" y="1996"/>
                  <a:pt x="2494" y="1975"/>
                </a:cubicBezTo>
                <a:cubicBezTo>
                  <a:pt x="2486" y="1969"/>
                  <a:pt x="2487" y="1968"/>
                  <a:pt x="2481" y="1960"/>
                </a:cubicBezTo>
                <a:cubicBezTo>
                  <a:pt x="2474" y="1955"/>
                  <a:pt x="2476" y="1956"/>
                  <a:pt x="2469" y="1950"/>
                </a:cubicBezTo>
                <a:cubicBezTo>
                  <a:pt x="2464" y="1944"/>
                  <a:pt x="2459" y="1938"/>
                  <a:pt x="2453" y="1932"/>
                </a:cubicBezTo>
                <a:cubicBezTo>
                  <a:pt x="2450" y="1930"/>
                  <a:pt x="2448" y="1922"/>
                  <a:pt x="2445" y="1925"/>
                </a:cubicBezTo>
                <a:cubicBezTo>
                  <a:pt x="2442" y="1923"/>
                  <a:pt x="2439" y="1915"/>
                  <a:pt x="2436" y="1918"/>
                </a:cubicBezTo>
                <a:cubicBezTo>
                  <a:pt x="2438" y="1927"/>
                  <a:pt x="2447" y="1931"/>
                  <a:pt x="2453" y="1938"/>
                </a:cubicBezTo>
                <a:cubicBezTo>
                  <a:pt x="2469" y="1956"/>
                  <a:pt x="2486" y="1976"/>
                  <a:pt x="2499" y="1993"/>
                </a:cubicBezTo>
                <a:cubicBezTo>
                  <a:pt x="2501" y="2004"/>
                  <a:pt x="2507" y="2011"/>
                  <a:pt x="2511" y="2017"/>
                </a:cubicBezTo>
                <a:cubicBezTo>
                  <a:pt x="2515" y="2027"/>
                  <a:pt x="2522" y="2037"/>
                  <a:pt x="2525" y="2046"/>
                </a:cubicBezTo>
                <a:cubicBezTo>
                  <a:pt x="2532" y="2052"/>
                  <a:pt x="2530" y="2058"/>
                  <a:pt x="2537" y="2064"/>
                </a:cubicBezTo>
                <a:cubicBezTo>
                  <a:pt x="2536" y="2070"/>
                  <a:pt x="2547" y="2077"/>
                  <a:pt x="2545" y="2083"/>
                </a:cubicBezTo>
                <a:cubicBezTo>
                  <a:pt x="2554" y="2096"/>
                  <a:pt x="2560" y="2108"/>
                  <a:pt x="2566" y="2120"/>
                </a:cubicBezTo>
                <a:cubicBezTo>
                  <a:pt x="2570" y="2125"/>
                  <a:pt x="2575" y="2130"/>
                  <a:pt x="2579" y="2135"/>
                </a:cubicBezTo>
                <a:cubicBezTo>
                  <a:pt x="2583" y="2143"/>
                  <a:pt x="2590" y="2152"/>
                  <a:pt x="2595" y="2160"/>
                </a:cubicBezTo>
                <a:cubicBezTo>
                  <a:pt x="2607" y="2160"/>
                  <a:pt x="2607" y="2160"/>
                  <a:pt x="2607" y="2160"/>
                </a:cubicBezTo>
                <a:cubicBezTo>
                  <a:pt x="2605" y="2158"/>
                  <a:pt x="2603" y="2156"/>
                  <a:pt x="2601" y="2153"/>
                </a:cubicBezTo>
                <a:cubicBezTo>
                  <a:pt x="2601" y="2150"/>
                  <a:pt x="2598" y="2146"/>
                  <a:pt x="2594" y="2142"/>
                </a:cubicBezTo>
                <a:close/>
                <a:moveTo>
                  <a:pt x="2754" y="2103"/>
                </a:moveTo>
                <a:cubicBezTo>
                  <a:pt x="2742" y="2089"/>
                  <a:pt x="2730" y="2080"/>
                  <a:pt x="2724" y="2069"/>
                </a:cubicBezTo>
                <a:cubicBezTo>
                  <a:pt x="2673" y="2020"/>
                  <a:pt x="2658" y="2006"/>
                  <a:pt x="2642" y="1992"/>
                </a:cubicBezTo>
                <a:cubicBezTo>
                  <a:pt x="2611" y="1967"/>
                  <a:pt x="2603" y="1971"/>
                  <a:pt x="2595" y="1958"/>
                </a:cubicBezTo>
                <a:cubicBezTo>
                  <a:pt x="2552" y="1947"/>
                  <a:pt x="2570" y="1954"/>
                  <a:pt x="2579" y="1969"/>
                </a:cubicBezTo>
                <a:cubicBezTo>
                  <a:pt x="2603" y="1993"/>
                  <a:pt x="2607" y="1992"/>
                  <a:pt x="2605" y="1996"/>
                </a:cubicBezTo>
                <a:cubicBezTo>
                  <a:pt x="2621" y="2013"/>
                  <a:pt x="2630" y="2011"/>
                  <a:pt x="2630" y="2018"/>
                </a:cubicBezTo>
                <a:cubicBezTo>
                  <a:pt x="2705" y="2088"/>
                  <a:pt x="2711" y="2097"/>
                  <a:pt x="2730" y="2115"/>
                </a:cubicBezTo>
                <a:cubicBezTo>
                  <a:pt x="2774" y="2160"/>
                  <a:pt x="2774" y="2160"/>
                  <a:pt x="2774" y="2160"/>
                </a:cubicBezTo>
                <a:cubicBezTo>
                  <a:pt x="2687" y="2056"/>
                  <a:pt x="2675" y="2048"/>
                  <a:pt x="2664" y="2034"/>
                </a:cubicBezTo>
                <a:cubicBezTo>
                  <a:pt x="2639" y="2016"/>
                  <a:pt x="2640" y="2011"/>
                  <a:pt x="2634" y="2009"/>
                </a:cubicBezTo>
                <a:cubicBezTo>
                  <a:pt x="2590" y="1961"/>
                  <a:pt x="2592" y="1965"/>
                  <a:pt x="2595" y="1967"/>
                </a:cubicBezTo>
                <a:cubicBezTo>
                  <a:pt x="2643" y="2000"/>
                  <a:pt x="2660" y="2019"/>
                  <a:pt x="2677" y="2032"/>
                </a:cubicBezTo>
                <a:cubicBezTo>
                  <a:pt x="2722" y="2081"/>
                  <a:pt x="2728" y="2091"/>
                  <a:pt x="2740" y="2104"/>
                </a:cubicBezTo>
                <a:cubicBezTo>
                  <a:pt x="2743" y="2107"/>
                  <a:pt x="2746" y="2106"/>
                  <a:pt x="2746" y="2107"/>
                </a:cubicBezTo>
                <a:cubicBezTo>
                  <a:pt x="2776" y="2144"/>
                  <a:pt x="2782" y="2152"/>
                  <a:pt x="2788" y="2160"/>
                </a:cubicBezTo>
                <a:cubicBezTo>
                  <a:pt x="2766" y="2118"/>
                  <a:pt x="2761" y="2111"/>
                  <a:pt x="2754" y="2103"/>
                </a:cubicBezTo>
                <a:close/>
                <a:moveTo>
                  <a:pt x="2693" y="2110"/>
                </a:moveTo>
                <a:cubicBezTo>
                  <a:pt x="2696" y="2104"/>
                  <a:pt x="2682" y="2098"/>
                  <a:pt x="2684" y="2092"/>
                </a:cubicBezTo>
                <a:cubicBezTo>
                  <a:pt x="2662" y="2071"/>
                  <a:pt x="2655" y="2066"/>
                  <a:pt x="2644" y="2057"/>
                </a:cubicBezTo>
                <a:cubicBezTo>
                  <a:pt x="2578" y="1981"/>
                  <a:pt x="2570" y="1972"/>
                  <a:pt x="2560" y="1960"/>
                </a:cubicBezTo>
                <a:cubicBezTo>
                  <a:pt x="2548" y="1932"/>
                  <a:pt x="2535" y="1928"/>
                  <a:pt x="2540" y="1925"/>
                </a:cubicBezTo>
                <a:cubicBezTo>
                  <a:pt x="2520" y="1893"/>
                  <a:pt x="2526" y="1881"/>
                  <a:pt x="2517" y="1885"/>
                </a:cubicBezTo>
                <a:cubicBezTo>
                  <a:pt x="2536" y="1948"/>
                  <a:pt x="2536" y="1956"/>
                  <a:pt x="2544" y="1966"/>
                </a:cubicBezTo>
                <a:cubicBezTo>
                  <a:pt x="2562" y="2002"/>
                  <a:pt x="2567" y="2009"/>
                  <a:pt x="2571" y="2017"/>
                </a:cubicBezTo>
                <a:cubicBezTo>
                  <a:pt x="2647" y="2106"/>
                  <a:pt x="2655" y="2116"/>
                  <a:pt x="2663" y="2125"/>
                </a:cubicBezTo>
                <a:cubicBezTo>
                  <a:pt x="2703" y="2158"/>
                  <a:pt x="2696" y="2155"/>
                  <a:pt x="2695" y="2152"/>
                </a:cubicBezTo>
                <a:cubicBezTo>
                  <a:pt x="2672" y="2122"/>
                  <a:pt x="2670" y="2119"/>
                  <a:pt x="2667" y="2116"/>
                </a:cubicBezTo>
                <a:cubicBezTo>
                  <a:pt x="2636" y="2077"/>
                  <a:pt x="2632" y="2073"/>
                  <a:pt x="2628" y="2069"/>
                </a:cubicBezTo>
                <a:cubicBezTo>
                  <a:pt x="2551" y="1971"/>
                  <a:pt x="2541" y="1952"/>
                  <a:pt x="2535" y="1933"/>
                </a:cubicBezTo>
                <a:cubicBezTo>
                  <a:pt x="2537" y="1931"/>
                  <a:pt x="2537" y="1933"/>
                  <a:pt x="2538" y="1936"/>
                </a:cubicBezTo>
                <a:cubicBezTo>
                  <a:pt x="2555" y="1961"/>
                  <a:pt x="2559" y="1971"/>
                  <a:pt x="2566" y="1981"/>
                </a:cubicBezTo>
                <a:cubicBezTo>
                  <a:pt x="2684" y="2109"/>
                  <a:pt x="2700" y="2128"/>
                  <a:pt x="2712" y="2137"/>
                </a:cubicBezTo>
                <a:cubicBezTo>
                  <a:pt x="2738" y="2156"/>
                  <a:pt x="2735" y="2152"/>
                  <a:pt x="2733" y="2148"/>
                </a:cubicBezTo>
                <a:close/>
                <a:moveTo>
                  <a:pt x="2591" y="2098"/>
                </a:moveTo>
                <a:cubicBezTo>
                  <a:pt x="2574" y="2082"/>
                  <a:pt x="2569" y="2066"/>
                  <a:pt x="2557" y="2050"/>
                </a:cubicBezTo>
                <a:cubicBezTo>
                  <a:pt x="2542" y="2025"/>
                  <a:pt x="2544" y="2022"/>
                  <a:pt x="2540" y="2018"/>
                </a:cubicBezTo>
                <a:cubicBezTo>
                  <a:pt x="2518" y="1973"/>
                  <a:pt x="2511" y="1965"/>
                  <a:pt x="2510" y="1957"/>
                </a:cubicBezTo>
                <a:cubicBezTo>
                  <a:pt x="2495" y="1931"/>
                  <a:pt x="2489" y="1936"/>
                  <a:pt x="2497" y="1942"/>
                </a:cubicBezTo>
                <a:cubicBezTo>
                  <a:pt x="2510" y="1978"/>
                  <a:pt x="2514" y="1981"/>
                  <a:pt x="2516" y="1984"/>
                </a:cubicBezTo>
                <a:cubicBezTo>
                  <a:pt x="2525" y="2012"/>
                  <a:pt x="2529" y="2015"/>
                  <a:pt x="2531" y="2017"/>
                </a:cubicBezTo>
                <a:cubicBezTo>
                  <a:pt x="2543" y="2038"/>
                  <a:pt x="2539" y="2041"/>
                  <a:pt x="2543" y="2044"/>
                </a:cubicBezTo>
                <a:cubicBezTo>
                  <a:pt x="2576" y="2100"/>
                  <a:pt x="2580" y="2103"/>
                  <a:pt x="2582" y="2106"/>
                </a:cubicBezTo>
                <a:cubicBezTo>
                  <a:pt x="2599" y="2132"/>
                  <a:pt x="2603" y="2135"/>
                  <a:pt x="2605" y="2138"/>
                </a:cubicBezTo>
                <a:cubicBezTo>
                  <a:pt x="2623" y="2154"/>
                  <a:pt x="2621" y="2156"/>
                  <a:pt x="2622" y="2158"/>
                </a:cubicBezTo>
                <a:cubicBezTo>
                  <a:pt x="2623" y="2145"/>
                  <a:pt x="2610" y="2129"/>
                  <a:pt x="2597" y="2113"/>
                </a:cubicBezTo>
                <a:close/>
                <a:moveTo>
                  <a:pt x="3033" y="2114"/>
                </a:moveTo>
                <a:cubicBezTo>
                  <a:pt x="3034" y="2107"/>
                  <a:pt x="3026" y="2100"/>
                  <a:pt x="3027" y="2094"/>
                </a:cubicBezTo>
                <a:cubicBezTo>
                  <a:pt x="3015" y="2078"/>
                  <a:pt x="3010" y="2064"/>
                  <a:pt x="2999" y="2048"/>
                </a:cubicBezTo>
                <a:cubicBezTo>
                  <a:pt x="2993" y="2042"/>
                  <a:pt x="2987" y="2035"/>
                  <a:pt x="2982" y="2029"/>
                </a:cubicBezTo>
                <a:cubicBezTo>
                  <a:pt x="2976" y="2019"/>
                  <a:pt x="2974" y="2020"/>
                  <a:pt x="2966" y="2011"/>
                </a:cubicBezTo>
                <a:cubicBezTo>
                  <a:pt x="2959" y="2006"/>
                  <a:pt x="2963" y="2002"/>
                  <a:pt x="2957" y="1998"/>
                </a:cubicBezTo>
                <a:cubicBezTo>
                  <a:pt x="2951" y="1998"/>
                  <a:pt x="2953" y="1992"/>
                  <a:pt x="2952" y="1991"/>
                </a:cubicBezTo>
                <a:cubicBezTo>
                  <a:pt x="2951" y="1991"/>
                  <a:pt x="2950" y="1993"/>
                  <a:pt x="2949" y="1991"/>
                </a:cubicBezTo>
                <a:cubicBezTo>
                  <a:pt x="2945" y="1988"/>
                  <a:pt x="2942" y="1983"/>
                  <a:pt x="2937" y="1978"/>
                </a:cubicBezTo>
                <a:cubicBezTo>
                  <a:pt x="2933" y="1980"/>
                  <a:pt x="2929" y="1969"/>
                  <a:pt x="2925" y="1971"/>
                </a:cubicBezTo>
                <a:cubicBezTo>
                  <a:pt x="2921" y="1969"/>
                  <a:pt x="2917" y="1962"/>
                  <a:pt x="2913" y="1967"/>
                </a:cubicBezTo>
                <a:cubicBezTo>
                  <a:pt x="2922" y="1978"/>
                  <a:pt x="2932" y="1982"/>
                  <a:pt x="2941" y="1989"/>
                </a:cubicBezTo>
                <a:cubicBezTo>
                  <a:pt x="2945" y="1997"/>
                  <a:pt x="2946" y="1998"/>
                  <a:pt x="2955" y="2005"/>
                </a:cubicBezTo>
                <a:cubicBezTo>
                  <a:pt x="2959" y="2009"/>
                  <a:pt x="2957" y="2013"/>
                  <a:pt x="2962" y="2017"/>
                </a:cubicBezTo>
                <a:cubicBezTo>
                  <a:pt x="2976" y="2032"/>
                  <a:pt x="2989" y="2047"/>
                  <a:pt x="2995" y="2057"/>
                </a:cubicBezTo>
                <a:cubicBezTo>
                  <a:pt x="3002" y="2065"/>
                  <a:pt x="3006" y="2073"/>
                  <a:pt x="3009" y="2080"/>
                </a:cubicBezTo>
                <a:cubicBezTo>
                  <a:pt x="3013" y="2084"/>
                  <a:pt x="3016" y="2088"/>
                  <a:pt x="3013" y="2091"/>
                </a:cubicBezTo>
                <a:cubicBezTo>
                  <a:pt x="3017" y="2095"/>
                  <a:pt x="3020" y="2099"/>
                  <a:pt x="3020" y="2102"/>
                </a:cubicBezTo>
                <a:cubicBezTo>
                  <a:pt x="3026" y="2117"/>
                  <a:pt x="3033" y="2132"/>
                  <a:pt x="3039" y="2147"/>
                </a:cubicBezTo>
                <a:cubicBezTo>
                  <a:pt x="3040" y="2151"/>
                  <a:pt x="3041" y="2156"/>
                  <a:pt x="3042" y="2160"/>
                </a:cubicBezTo>
                <a:cubicBezTo>
                  <a:pt x="3052" y="2160"/>
                  <a:pt x="3052" y="2160"/>
                  <a:pt x="3052" y="2160"/>
                </a:cubicBezTo>
                <a:cubicBezTo>
                  <a:pt x="3049" y="2152"/>
                  <a:pt x="3045" y="2143"/>
                  <a:pt x="3046" y="2135"/>
                </a:cubicBezTo>
                <a:cubicBezTo>
                  <a:pt x="3039" y="2128"/>
                  <a:pt x="3040" y="2121"/>
                  <a:pt x="3033" y="2114"/>
                </a:cubicBezTo>
                <a:close/>
                <a:moveTo>
                  <a:pt x="2537" y="2130"/>
                </a:moveTo>
                <a:cubicBezTo>
                  <a:pt x="2524" y="2116"/>
                  <a:pt x="2523" y="2103"/>
                  <a:pt x="2514" y="2093"/>
                </a:cubicBezTo>
                <a:cubicBezTo>
                  <a:pt x="2504" y="2070"/>
                  <a:pt x="2497" y="2066"/>
                  <a:pt x="2499" y="2063"/>
                </a:cubicBezTo>
                <a:cubicBezTo>
                  <a:pt x="2497" y="2052"/>
                  <a:pt x="2484" y="2048"/>
                  <a:pt x="2489" y="2045"/>
                </a:cubicBezTo>
                <a:cubicBezTo>
                  <a:pt x="2476" y="2022"/>
                  <a:pt x="2468" y="2018"/>
                  <a:pt x="2471" y="2015"/>
                </a:cubicBezTo>
                <a:cubicBezTo>
                  <a:pt x="2435" y="1967"/>
                  <a:pt x="2425" y="1955"/>
                  <a:pt x="2414" y="1943"/>
                </a:cubicBezTo>
                <a:cubicBezTo>
                  <a:pt x="2373" y="1912"/>
                  <a:pt x="2369" y="1896"/>
                  <a:pt x="2364" y="1900"/>
                </a:cubicBezTo>
                <a:cubicBezTo>
                  <a:pt x="2381" y="1915"/>
                  <a:pt x="2378" y="1916"/>
                  <a:pt x="2380" y="1918"/>
                </a:cubicBezTo>
                <a:cubicBezTo>
                  <a:pt x="2388" y="1923"/>
                  <a:pt x="2388" y="1926"/>
                  <a:pt x="2389" y="1927"/>
                </a:cubicBezTo>
                <a:cubicBezTo>
                  <a:pt x="2400" y="1940"/>
                  <a:pt x="2408" y="1942"/>
                  <a:pt x="2409" y="1947"/>
                </a:cubicBezTo>
                <a:cubicBezTo>
                  <a:pt x="2443" y="1995"/>
                  <a:pt x="2452" y="1999"/>
                  <a:pt x="2449" y="2002"/>
                </a:cubicBezTo>
                <a:cubicBezTo>
                  <a:pt x="2487" y="2063"/>
                  <a:pt x="2491" y="2067"/>
                  <a:pt x="2487" y="2070"/>
                </a:cubicBezTo>
                <a:cubicBezTo>
                  <a:pt x="2506" y="2104"/>
                  <a:pt x="2514" y="2108"/>
                  <a:pt x="2512" y="2112"/>
                </a:cubicBezTo>
                <a:cubicBezTo>
                  <a:pt x="2539" y="2152"/>
                  <a:pt x="2543" y="2157"/>
                  <a:pt x="2546" y="2160"/>
                </a:cubicBezTo>
                <a:cubicBezTo>
                  <a:pt x="2540" y="2140"/>
                  <a:pt x="2541" y="2135"/>
                  <a:pt x="2537" y="2130"/>
                </a:cubicBezTo>
                <a:close/>
                <a:moveTo>
                  <a:pt x="2359" y="2098"/>
                </a:moveTo>
                <a:cubicBezTo>
                  <a:pt x="2355" y="2093"/>
                  <a:pt x="2356" y="2088"/>
                  <a:pt x="2351" y="2082"/>
                </a:cubicBezTo>
                <a:cubicBezTo>
                  <a:pt x="2335" y="2044"/>
                  <a:pt x="2331" y="2038"/>
                  <a:pt x="2328" y="2033"/>
                </a:cubicBezTo>
                <a:cubicBezTo>
                  <a:pt x="2301" y="1982"/>
                  <a:pt x="2293" y="1965"/>
                  <a:pt x="2285" y="1948"/>
                </a:cubicBezTo>
                <a:cubicBezTo>
                  <a:pt x="2224" y="1882"/>
                  <a:pt x="2221" y="1878"/>
                  <a:pt x="2218" y="1874"/>
                </a:cubicBezTo>
                <a:cubicBezTo>
                  <a:pt x="2188" y="1841"/>
                  <a:pt x="2182" y="1834"/>
                  <a:pt x="2176" y="1827"/>
                </a:cubicBezTo>
                <a:cubicBezTo>
                  <a:pt x="2168" y="1800"/>
                  <a:pt x="2167" y="1797"/>
                  <a:pt x="2164" y="1793"/>
                </a:cubicBezTo>
                <a:cubicBezTo>
                  <a:pt x="2171" y="1829"/>
                  <a:pt x="2175" y="1832"/>
                  <a:pt x="2177" y="1835"/>
                </a:cubicBezTo>
                <a:cubicBezTo>
                  <a:pt x="2193" y="1872"/>
                  <a:pt x="2204" y="1885"/>
                  <a:pt x="2212" y="1897"/>
                </a:cubicBezTo>
                <a:cubicBezTo>
                  <a:pt x="2261" y="1978"/>
                  <a:pt x="2271" y="1983"/>
                  <a:pt x="2264" y="1987"/>
                </a:cubicBezTo>
                <a:cubicBezTo>
                  <a:pt x="2277" y="2021"/>
                  <a:pt x="2288" y="2026"/>
                  <a:pt x="2285" y="2030"/>
                </a:cubicBezTo>
                <a:cubicBezTo>
                  <a:pt x="2303" y="2068"/>
                  <a:pt x="2301" y="2072"/>
                  <a:pt x="2302" y="2076"/>
                </a:cubicBezTo>
                <a:cubicBezTo>
                  <a:pt x="2322" y="2110"/>
                  <a:pt x="2320" y="2114"/>
                  <a:pt x="2324" y="2118"/>
                </a:cubicBezTo>
                <a:cubicBezTo>
                  <a:pt x="2337" y="2145"/>
                  <a:pt x="2350" y="2149"/>
                  <a:pt x="2344" y="2152"/>
                </a:cubicBezTo>
                <a:cubicBezTo>
                  <a:pt x="2314" y="2125"/>
                  <a:pt x="2312" y="2120"/>
                  <a:pt x="2308" y="2120"/>
                </a:cubicBezTo>
                <a:cubicBezTo>
                  <a:pt x="2286" y="2084"/>
                  <a:pt x="2287" y="2074"/>
                  <a:pt x="2278" y="2062"/>
                </a:cubicBezTo>
                <a:cubicBezTo>
                  <a:pt x="2250" y="1984"/>
                  <a:pt x="2245" y="1972"/>
                  <a:pt x="2241" y="1961"/>
                </a:cubicBezTo>
                <a:cubicBezTo>
                  <a:pt x="2207" y="1901"/>
                  <a:pt x="2203" y="1897"/>
                  <a:pt x="2199" y="1893"/>
                </a:cubicBezTo>
                <a:cubicBezTo>
                  <a:pt x="2180" y="1859"/>
                  <a:pt x="2173" y="1847"/>
                  <a:pt x="2168" y="1834"/>
                </a:cubicBezTo>
                <a:cubicBezTo>
                  <a:pt x="2156" y="1801"/>
                  <a:pt x="2161" y="1800"/>
                  <a:pt x="2155" y="1799"/>
                </a:cubicBezTo>
                <a:cubicBezTo>
                  <a:pt x="2162" y="1855"/>
                  <a:pt x="2173" y="1859"/>
                  <a:pt x="2171" y="1863"/>
                </a:cubicBezTo>
                <a:cubicBezTo>
                  <a:pt x="2220" y="1937"/>
                  <a:pt x="2218" y="1940"/>
                  <a:pt x="2219" y="1942"/>
                </a:cubicBezTo>
                <a:cubicBezTo>
                  <a:pt x="2235" y="1976"/>
                  <a:pt x="2242" y="1984"/>
                  <a:pt x="2242" y="1992"/>
                </a:cubicBezTo>
                <a:cubicBezTo>
                  <a:pt x="2250" y="2025"/>
                  <a:pt x="2261" y="2035"/>
                  <a:pt x="2259" y="2044"/>
                </a:cubicBezTo>
                <a:cubicBezTo>
                  <a:pt x="2271" y="2072"/>
                  <a:pt x="2281" y="2080"/>
                  <a:pt x="2279" y="2087"/>
                </a:cubicBezTo>
                <a:cubicBezTo>
                  <a:pt x="2297" y="2123"/>
                  <a:pt x="2306" y="2127"/>
                  <a:pt x="2303" y="2130"/>
                </a:cubicBezTo>
                <a:cubicBezTo>
                  <a:pt x="2288" y="2117"/>
                  <a:pt x="2278" y="2115"/>
                  <a:pt x="2273" y="2107"/>
                </a:cubicBezTo>
                <a:cubicBezTo>
                  <a:pt x="2244" y="2046"/>
                  <a:pt x="2250" y="2043"/>
                  <a:pt x="2247" y="2040"/>
                </a:cubicBezTo>
                <a:cubicBezTo>
                  <a:pt x="2239" y="2016"/>
                  <a:pt x="2232" y="2013"/>
                  <a:pt x="2235" y="2010"/>
                </a:cubicBezTo>
                <a:cubicBezTo>
                  <a:pt x="2222" y="1977"/>
                  <a:pt x="2214" y="1973"/>
                  <a:pt x="2218" y="1970"/>
                </a:cubicBezTo>
                <a:cubicBezTo>
                  <a:pt x="2196" y="1923"/>
                  <a:pt x="2187" y="1916"/>
                  <a:pt x="2188" y="1909"/>
                </a:cubicBezTo>
                <a:cubicBezTo>
                  <a:pt x="2172" y="1880"/>
                  <a:pt x="2172" y="1877"/>
                  <a:pt x="2170" y="1879"/>
                </a:cubicBezTo>
                <a:cubicBezTo>
                  <a:pt x="2148" y="1849"/>
                  <a:pt x="2146" y="1846"/>
                  <a:pt x="2140" y="1841"/>
                </a:cubicBezTo>
                <a:cubicBezTo>
                  <a:pt x="2122" y="1818"/>
                  <a:pt x="2120" y="1815"/>
                  <a:pt x="2120" y="1812"/>
                </a:cubicBezTo>
                <a:cubicBezTo>
                  <a:pt x="2133" y="1844"/>
                  <a:pt x="2148" y="1854"/>
                  <a:pt x="2149" y="1862"/>
                </a:cubicBezTo>
                <a:cubicBezTo>
                  <a:pt x="2163" y="1878"/>
                  <a:pt x="2160" y="1878"/>
                  <a:pt x="2166" y="1882"/>
                </a:cubicBezTo>
                <a:cubicBezTo>
                  <a:pt x="2182" y="1914"/>
                  <a:pt x="2180" y="1918"/>
                  <a:pt x="2184" y="1921"/>
                </a:cubicBezTo>
                <a:cubicBezTo>
                  <a:pt x="2203" y="1968"/>
                  <a:pt x="2210" y="1974"/>
                  <a:pt x="2209" y="1980"/>
                </a:cubicBezTo>
                <a:cubicBezTo>
                  <a:pt x="2222" y="2004"/>
                  <a:pt x="2224" y="2008"/>
                  <a:pt x="2224" y="2011"/>
                </a:cubicBezTo>
                <a:cubicBezTo>
                  <a:pt x="2245" y="2053"/>
                  <a:pt x="2243" y="2065"/>
                  <a:pt x="2251" y="2077"/>
                </a:cubicBezTo>
                <a:cubicBezTo>
                  <a:pt x="2258" y="2112"/>
                  <a:pt x="2252" y="2108"/>
                  <a:pt x="2246" y="2105"/>
                </a:cubicBezTo>
                <a:cubicBezTo>
                  <a:pt x="2234" y="2075"/>
                  <a:pt x="2228" y="2071"/>
                  <a:pt x="2230" y="2067"/>
                </a:cubicBezTo>
                <a:cubicBezTo>
                  <a:pt x="2214" y="2023"/>
                  <a:pt x="2210" y="2019"/>
                  <a:pt x="2210" y="2014"/>
                </a:cubicBezTo>
                <a:cubicBezTo>
                  <a:pt x="2191" y="1966"/>
                  <a:pt x="2190" y="1957"/>
                  <a:pt x="2183" y="1948"/>
                </a:cubicBezTo>
                <a:cubicBezTo>
                  <a:pt x="2115" y="1843"/>
                  <a:pt x="2109" y="1836"/>
                  <a:pt x="2102" y="1828"/>
                </a:cubicBezTo>
                <a:cubicBezTo>
                  <a:pt x="2084" y="1810"/>
                  <a:pt x="2089" y="1820"/>
                  <a:pt x="2100" y="1829"/>
                </a:cubicBezTo>
                <a:cubicBezTo>
                  <a:pt x="2180" y="1968"/>
                  <a:pt x="2187" y="1974"/>
                  <a:pt x="2184" y="1979"/>
                </a:cubicBezTo>
                <a:cubicBezTo>
                  <a:pt x="2204" y="2026"/>
                  <a:pt x="2202" y="2030"/>
                  <a:pt x="2207" y="2034"/>
                </a:cubicBezTo>
                <a:cubicBezTo>
                  <a:pt x="2222" y="2075"/>
                  <a:pt x="2224" y="2079"/>
                  <a:pt x="2224" y="2083"/>
                </a:cubicBezTo>
                <a:cubicBezTo>
                  <a:pt x="2213" y="2080"/>
                  <a:pt x="2204" y="2073"/>
                  <a:pt x="2206" y="2067"/>
                </a:cubicBezTo>
                <a:cubicBezTo>
                  <a:pt x="2183" y="2022"/>
                  <a:pt x="2178" y="2013"/>
                  <a:pt x="2178" y="2005"/>
                </a:cubicBezTo>
                <a:cubicBezTo>
                  <a:pt x="2150" y="1952"/>
                  <a:pt x="2156" y="1949"/>
                  <a:pt x="2153" y="1946"/>
                </a:cubicBezTo>
                <a:cubicBezTo>
                  <a:pt x="2092" y="1848"/>
                  <a:pt x="2086" y="1839"/>
                  <a:pt x="2080" y="1830"/>
                </a:cubicBezTo>
                <a:cubicBezTo>
                  <a:pt x="2028" y="1770"/>
                  <a:pt x="2025" y="1766"/>
                  <a:pt x="2021" y="1765"/>
                </a:cubicBezTo>
                <a:cubicBezTo>
                  <a:pt x="2015" y="1759"/>
                  <a:pt x="2018" y="1765"/>
                  <a:pt x="2019" y="1767"/>
                </a:cubicBezTo>
                <a:cubicBezTo>
                  <a:pt x="2031" y="1783"/>
                  <a:pt x="2032" y="1782"/>
                  <a:pt x="2034" y="1783"/>
                </a:cubicBezTo>
                <a:cubicBezTo>
                  <a:pt x="2080" y="1843"/>
                  <a:pt x="2084" y="1849"/>
                  <a:pt x="2088" y="1855"/>
                </a:cubicBezTo>
                <a:cubicBezTo>
                  <a:pt x="2107" y="1882"/>
                  <a:pt x="2113" y="1894"/>
                  <a:pt x="2121" y="1907"/>
                </a:cubicBezTo>
                <a:cubicBezTo>
                  <a:pt x="2133" y="1930"/>
                  <a:pt x="2135" y="1937"/>
                  <a:pt x="2142" y="1943"/>
                </a:cubicBezTo>
                <a:cubicBezTo>
                  <a:pt x="2150" y="1967"/>
                  <a:pt x="2149" y="1968"/>
                  <a:pt x="2153" y="1969"/>
                </a:cubicBezTo>
                <a:cubicBezTo>
                  <a:pt x="2176" y="2038"/>
                  <a:pt x="2182" y="2045"/>
                  <a:pt x="2184" y="2051"/>
                </a:cubicBezTo>
                <a:cubicBezTo>
                  <a:pt x="2178" y="2070"/>
                  <a:pt x="2180" y="2060"/>
                  <a:pt x="2175" y="2057"/>
                </a:cubicBezTo>
                <a:cubicBezTo>
                  <a:pt x="2153" y="2021"/>
                  <a:pt x="2158" y="2016"/>
                  <a:pt x="2151" y="2010"/>
                </a:cubicBezTo>
                <a:cubicBezTo>
                  <a:pt x="2121" y="1936"/>
                  <a:pt x="2119" y="1926"/>
                  <a:pt x="2108" y="1915"/>
                </a:cubicBezTo>
                <a:cubicBezTo>
                  <a:pt x="2036" y="1803"/>
                  <a:pt x="2040" y="1801"/>
                  <a:pt x="2034" y="1797"/>
                </a:cubicBezTo>
                <a:cubicBezTo>
                  <a:pt x="2007" y="1765"/>
                  <a:pt x="2005" y="1763"/>
                  <a:pt x="2003" y="1761"/>
                </a:cubicBezTo>
                <a:cubicBezTo>
                  <a:pt x="1972" y="1730"/>
                  <a:pt x="1967" y="1720"/>
                  <a:pt x="1962" y="1724"/>
                </a:cubicBezTo>
                <a:cubicBezTo>
                  <a:pt x="1992" y="1755"/>
                  <a:pt x="1992" y="1758"/>
                  <a:pt x="1992" y="1759"/>
                </a:cubicBezTo>
                <a:cubicBezTo>
                  <a:pt x="2021" y="1792"/>
                  <a:pt x="2020" y="1796"/>
                  <a:pt x="2026" y="1801"/>
                </a:cubicBezTo>
                <a:cubicBezTo>
                  <a:pt x="2060" y="1845"/>
                  <a:pt x="2062" y="1850"/>
                  <a:pt x="2064" y="1855"/>
                </a:cubicBezTo>
                <a:cubicBezTo>
                  <a:pt x="2095" y="1898"/>
                  <a:pt x="2096" y="1916"/>
                  <a:pt x="2112" y="1935"/>
                </a:cubicBezTo>
                <a:cubicBezTo>
                  <a:pt x="2128" y="1975"/>
                  <a:pt x="2126" y="1980"/>
                  <a:pt x="2133" y="1986"/>
                </a:cubicBezTo>
                <a:cubicBezTo>
                  <a:pt x="2155" y="2039"/>
                  <a:pt x="2153" y="2043"/>
                  <a:pt x="2157" y="2046"/>
                </a:cubicBezTo>
                <a:cubicBezTo>
                  <a:pt x="2137" y="2045"/>
                  <a:pt x="2142" y="2043"/>
                  <a:pt x="2142" y="2042"/>
                </a:cubicBezTo>
                <a:cubicBezTo>
                  <a:pt x="2135" y="2030"/>
                  <a:pt x="2128" y="2031"/>
                  <a:pt x="2127" y="2026"/>
                </a:cubicBezTo>
                <a:cubicBezTo>
                  <a:pt x="2111" y="1989"/>
                  <a:pt x="2109" y="1986"/>
                  <a:pt x="2107" y="1983"/>
                </a:cubicBezTo>
                <a:cubicBezTo>
                  <a:pt x="2085" y="1918"/>
                  <a:pt x="2078" y="1914"/>
                  <a:pt x="2079" y="1911"/>
                </a:cubicBezTo>
                <a:cubicBezTo>
                  <a:pt x="2055" y="1866"/>
                  <a:pt x="2049" y="1852"/>
                  <a:pt x="2041" y="1838"/>
                </a:cubicBezTo>
                <a:cubicBezTo>
                  <a:pt x="1965" y="1757"/>
                  <a:pt x="1962" y="1741"/>
                  <a:pt x="1957" y="1746"/>
                </a:cubicBezTo>
                <a:cubicBezTo>
                  <a:pt x="2003" y="1791"/>
                  <a:pt x="2001" y="1802"/>
                  <a:pt x="2007" y="1806"/>
                </a:cubicBezTo>
                <a:cubicBezTo>
                  <a:pt x="2039" y="1854"/>
                  <a:pt x="2043" y="1857"/>
                  <a:pt x="2046" y="1860"/>
                </a:cubicBezTo>
                <a:cubicBezTo>
                  <a:pt x="2065" y="1901"/>
                  <a:pt x="2070" y="1913"/>
                  <a:pt x="2074" y="1925"/>
                </a:cubicBezTo>
                <a:cubicBezTo>
                  <a:pt x="2084" y="1955"/>
                  <a:pt x="2091" y="1959"/>
                  <a:pt x="2088" y="1961"/>
                </a:cubicBezTo>
                <a:cubicBezTo>
                  <a:pt x="2109" y="2008"/>
                  <a:pt x="2111" y="2011"/>
                  <a:pt x="2111" y="2014"/>
                </a:cubicBezTo>
                <a:cubicBezTo>
                  <a:pt x="2084" y="2001"/>
                  <a:pt x="2083" y="1990"/>
                  <a:pt x="2078" y="1979"/>
                </a:cubicBezTo>
                <a:cubicBezTo>
                  <a:pt x="2058" y="1935"/>
                  <a:pt x="2059" y="1924"/>
                  <a:pt x="2051" y="1913"/>
                </a:cubicBezTo>
                <a:cubicBezTo>
                  <a:pt x="2005" y="1834"/>
                  <a:pt x="1999" y="1823"/>
                  <a:pt x="1992" y="1811"/>
                </a:cubicBezTo>
                <a:cubicBezTo>
                  <a:pt x="1942" y="1756"/>
                  <a:pt x="1938" y="1745"/>
                  <a:pt x="1934" y="1752"/>
                </a:cubicBezTo>
                <a:cubicBezTo>
                  <a:pt x="2017" y="1869"/>
                  <a:pt x="2028" y="1877"/>
                  <a:pt x="2027" y="1885"/>
                </a:cubicBezTo>
                <a:cubicBezTo>
                  <a:pt x="2063" y="1966"/>
                  <a:pt x="2065" y="1973"/>
                  <a:pt x="2067" y="1980"/>
                </a:cubicBezTo>
                <a:cubicBezTo>
                  <a:pt x="2065" y="1992"/>
                  <a:pt x="2057" y="1989"/>
                  <a:pt x="2060" y="1986"/>
                </a:cubicBezTo>
                <a:cubicBezTo>
                  <a:pt x="2045" y="1948"/>
                  <a:pt x="2043" y="1946"/>
                  <a:pt x="2043" y="1943"/>
                </a:cubicBezTo>
                <a:cubicBezTo>
                  <a:pt x="2023" y="1902"/>
                  <a:pt x="2017" y="1897"/>
                  <a:pt x="2017" y="1893"/>
                </a:cubicBezTo>
                <a:cubicBezTo>
                  <a:pt x="2004" y="1865"/>
                  <a:pt x="1997" y="1860"/>
                  <a:pt x="1998" y="1855"/>
                </a:cubicBezTo>
                <a:cubicBezTo>
                  <a:pt x="1963" y="1808"/>
                  <a:pt x="1953" y="1796"/>
                  <a:pt x="1940" y="1775"/>
                </a:cubicBezTo>
                <a:cubicBezTo>
                  <a:pt x="1905" y="1717"/>
                  <a:pt x="1893" y="1717"/>
                  <a:pt x="1896" y="1709"/>
                </a:cubicBezTo>
                <a:cubicBezTo>
                  <a:pt x="1877" y="1696"/>
                  <a:pt x="1887" y="1701"/>
                  <a:pt x="1884" y="1705"/>
                </a:cubicBezTo>
                <a:cubicBezTo>
                  <a:pt x="1901" y="1729"/>
                  <a:pt x="1903" y="1740"/>
                  <a:pt x="1915" y="1751"/>
                </a:cubicBezTo>
                <a:cubicBezTo>
                  <a:pt x="1973" y="1832"/>
                  <a:pt x="1981" y="1851"/>
                  <a:pt x="1997" y="1870"/>
                </a:cubicBezTo>
                <a:cubicBezTo>
                  <a:pt x="2010" y="1904"/>
                  <a:pt x="2014" y="1909"/>
                  <a:pt x="2017" y="1913"/>
                </a:cubicBezTo>
                <a:cubicBezTo>
                  <a:pt x="2030" y="1939"/>
                  <a:pt x="2036" y="1949"/>
                  <a:pt x="2039" y="1958"/>
                </a:cubicBezTo>
                <a:cubicBezTo>
                  <a:pt x="2048" y="1982"/>
                  <a:pt x="2048" y="1987"/>
                  <a:pt x="2045" y="1985"/>
                </a:cubicBezTo>
                <a:cubicBezTo>
                  <a:pt x="2031" y="1963"/>
                  <a:pt x="2024" y="1958"/>
                  <a:pt x="2019" y="1952"/>
                </a:cubicBezTo>
                <a:cubicBezTo>
                  <a:pt x="1966" y="1858"/>
                  <a:pt x="1972" y="1850"/>
                  <a:pt x="1964" y="1850"/>
                </a:cubicBezTo>
                <a:cubicBezTo>
                  <a:pt x="1953" y="1828"/>
                  <a:pt x="1951" y="1823"/>
                  <a:pt x="1948" y="1818"/>
                </a:cubicBezTo>
                <a:cubicBezTo>
                  <a:pt x="1895" y="1732"/>
                  <a:pt x="1891" y="1727"/>
                  <a:pt x="1888" y="1723"/>
                </a:cubicBezTo>
                <a:cubicBezTo>
                  <a:pt x="1919" y="1786"/>
                  <a:pt x="1923" y="1796"/>
                  <a:pt x="1930" y="1807"/>
                </a:cubicBezTo>
                <a:cubicBezTo>
                  <a:pt x="1947" y="1834"/>
                  <a:pt x="1951" y="1837"/>
                  <a:pt x="1950" y="1839"/>
                </a:cubicBezTo>
                <a:cubicBezTo>
                  <a:pt x="1975" y="1882"/>
                  <a:pt x="1974" y="1885"/>
                  <a:pt x="1977" y="1888"/>
                </a:cubicBezTo>
                <a:cubicBezTo>
                  <a:pt x="1992" y="1925"/>
                  <a:pt x="2004" y="1931"/>
                  <a:pt x="1999" y="1935"/>
                </a:cubicBezTo>
                <a:cubicBezTo>
                  <a:pt x="2013" y="1957"/>
                  <a:pt x="2017" y="1963"/>
                  <a:pt x="2017" y="1969"/>
                </a:cubicBezTo>
                <a:cubicBezTo>
                  <a:pt x="2004" y="1947"/>
                  <a:pt x="1994" y="1941"/>
                  <a:pt x="1991" y="1936"/>
                </a:cubicBezTo>
                <a:cubicBezTo>
                  <a:pt x="1972" y="1896"/>
                  <a:pt x="1966" y="1889"/>
                  <a:pt x="1964" y="1882"/>
                </a:cubicBezTo>
                <a:cubicBezTo>
                  <a:pt x="1925" y="1808"/>
                  <a:pt x="1925" y="1804"/>
                  <a:pt x="1915" y="1797"/>
                </a:cubicBezTo>
                <a:cubicBezTo>
                  <a:pt x="1867" y="1736"/>
                  <a:pt x="1869" y="1724"/>
                  <a:pt x="1860" y="1730"/>
                </a:cubicBezTo>
                <a:cubicBezTo>
                  <a:pt x="1899" y="1781"/>
                  <a:pt x="1901" y="1790"/>
                  <a:pt x="1916" y="1808"/>
                </a:cubicBezTo>
                <a:cubicBezTo>
                  <a:pt x="1941" y="1843"/>
                  <a:pt x="1937" y="1847"/>
                  <a:pt x="1943" y="1851"/>
                </a:cubicBezTo>
                <a:cubicBezTo>
                  <a:pt x="1973" y="1924"/>
                  <a:pt x="1975" y="1926"/>
                  <a:pt x="1978" y="1931"/>
                </a:cubicBezTo>
                <a:cubicBezTo>
                  <a:pt x="1970" y="1937"/>
                  <a:pt x="1972" y="1932"/>
                  <a:pt x="1965" y="1927"/>
                </a:cubicBezTo>
                <a:cubicBezTo>
                  <a:pt x="1952" y="1892"/>
                  <a:pt x="1945" y="1884"/>
                  <a:pt x="1941" y="1876"/>
                </a:cubicBezTo>
                <a:cubicBezTo>
                  <a:pt x="1925" y="1837"/>
                  <a:pt x="1914" y="1832"/>
                  <a:pt x="1916" y="1828"/>
                </a:cubicBezTo>
                <a:cubicBezTo>
                  <a:pt x="1875" y="1771"/>
                  <a:pt x="1871" y="1766"/>
                  <a:pt x="1867" y="1761"/>
                </a:cubicBezTo>
                <a:cubicBezTo>
                  <a:pt x="1850" y="1739"/>
                  <a:pt x="1837" y="1733"/>
                  <a:pt x="1834" y="1724"/>
                </a:cubicBezTo>
                <a:cubicBezTo>
                  <a:pt x="1831" y="1727"/>
                  <a:pt x="1840" y="1739"/>
                  <a:pt x="1859" y="1759"/>
                </a:cubicBezTo>
                <a:cubicBezTo>
                  <a:pt x="1929" y="1870"/>
                  <a:pt x="1932" y="1882"/>
                  <a:pt x="1940" y="1894"/>
                </a:cubicBezTo>
                <a:cubicBezTo>
                  <a:pt x="1955" y="1926"/>
                  <a:pt x="1962" y="1930"/>
                  <a:pt x="1956" y="1933"/>
                </a:cubicBezTo>
                <a:cubicBezTo>
                  <a:pt x="1948" y="1914"/>
                  <a:pt x="1940" y="1910"/>
                  <a:pt x="1939" y="1907"/>
                </a:cubicBezTo>
                <a:cubicBezTo>
                  <a:pt x="1901" y="1834"/>
                  <a:pt x="1882" y="1810"/>
                  <a:pt x="1865" y="1786"/>
                </a:cubicBezTo>
                <a:cubicBezTo>
                  <a:pt x="1823" y="1743"/>
                  <a:pt x="1820" y="1733"/>
                  <a:pt x="1816" y="1736"/>
                </a:cubicBezTo>
                <a:cubicBezTo>
                  <a:pt x="1800" y="1727"/>
                  <a:pt x="1800" y="1727"/>
                  <a:pt x="1808" y="1734"/>
                </a:cubicBezTo>
                <a:cubicBezTo>
                  <a:pt x="1845" y="1773"/>
                  <a:pt x="1851" y="1780"/>
                  <a:pt x="1857" y="1787"/>
                </a:cubicBezTo>
                <a:cubicBezTo>
                  <a:pt x="1914" y="1883"/>
                  <a:pt x="1922" y="1889"/>
                  <a:pt x="1921" y="1893"/>
                </a:cubicBezTo>
                <a:cubicBezTo>
                  <a:pt x="1911" y="1899"/>
                  <a:pt x="1910" y="1880"/>
                  <a:pt x="1897" y="1865"/>
                </a:cubicBezTo>
                <a:cubicBezTo>
                  <a:pt x="1850" y="1801"/>
                  <a:pt x="1840" y="1789"/>
                  <a:pt x="1832" y="1778"/>
                </a:cubicBezTo>
                <a:cubicBezTo>
                  <a:pt x="1783" y="1729"/>
                  <a:pt x="1776" y="1719"/>
                  <a:pt x="1768" y="1715"/>
                </a:cubicBezTo>
                <a:cubicBezTo>
                  <a:pt x="1752" y="1711"/>
                  <a:pt x="1762" y="1716"/>
                  <a:pt x="1772" y="1723"/>
                </a:cubicBezTo>
                <a:cubicBezTo>
                  <a:pt x="1813" y="1762"/>
                  <a:pt x="1814" y="1765"/>
                  <a:pt x="1814" y="1767"/>
                </a:cubicBezTo>
                <a:cubicBezTo>
                  <a:pt x="1834" y="1793"/>
                  <a:pt x="1840" y="1799"/>
                  <a:pt x="1844" y="1808"/>
                </a:cubicBezTo>
                <a:cubicBezTo>
                  <a:pt x="1893" y="1871"/>
                  <a:pt x="1889" y="1874"/>
                  <a:pt x="1893" y="1877"/>
                </a:cubicBezTo>
                <a:cubicBezTo>
                  <a:pt x="1882" y="1864"/>
                  <a:pt x="1878" y="1863"/>
                  <a:pt x="1874" y="1856"/>
                </a:cubicBezTo>
                <a:cubicBezTo>
                  <a:pt x="1833" y="1802"/>
                  <a:pt x="1826" y="1794"/>
                  <a:pt x="1819" y="1786"/>
                </a:cubicBezTo>
                <a:cubicBezTo>
                  <a:pt x="1773" y="1738"/>
                  <a:pt x="1769" y="1738"/>
                  <a:pt x="1765" y="1734"/>
                </a:cubicBezTo>
                <a:cubicBezTo>
                  <a:pt x="1760" y="1738"/>
                  <a:pt x="1770" y="1737"/>
                  <a:pt x="1766" y="1742"/>
                </a:cubicBezTo>
                <a:cubicBezTo>
                  <a:pt x="1803" y="1777"/>
                  <a:pt x="1807" y="1785"/>
                  <a:pt x="1813" y="1785"/>
                </a:cubicBezTo>
                <a:cubicBezTo>
                  <a:pt x="1829" y="1807"/>
                  <a:pt x="1825" y="1810"/>
                  <a:pt x="1831" y="1813"/>
                </a:cubicBezTo>
                <a:cubicBezTo>
                  <a:pt x="1813" y="1794"/>
                  <a:pt x="1808" y="1796"/>
                  <a:pt x="1805" y="1790"/>
                </a:cubicBezTo>
                <a:cubicBezTo>
                  <a:pt x="1754" y="1747"/>
                  <a:pt x="1750" y="1740"/>
                  <a:pt x="1745" y="1738"/>
                </a:cubicBezTo>
                <a:cubicBezTo>
                  <a:pt x="1769" y="1764"/>
                  <a:pt x="1779" y="1774"/>
                  <a:pt x="1790" y="1782"/>
                </a:cubicBezTo>
                <a:cubicBezTo>
                  <a:pt x="1832" y="1841"/>
                  <a:pt x="1845" y="1847"/>
                  <a:pt x="1842" y="1852"/>
                </a:cubicBezTo>
                <a:cubicBezTo>
                  <a:pt x="1793" y="1807"/>
                  <a:pt x="1776" y="1786"/>
                  <a:pt x="1752" y="1769"/>
                </a:cubicBezTo>
                <a:cubicBezTo>
                  <a:pt x="1766" y="1787"/>
                  <a:pt x="1777" y="1798"/>
                  <a:pt x="1788" y="1810"/>
                </a:cubicBezTo>
                <a:cubicBezTo>
                  <a:pt x="1812" y="1838"/>
                  <a:pt x="1805" y="1839"/>
                  <a:pt x="1803" y="1837"/>
                </a:cubicBezTo>
                <a:cubicBezTo>
                  <a:pt x="1781" y="1826"/>
                  <a:pt x="1776" y="1821"/>
                  <a:pt x="1770" y="1820"/>
                </a:cubicBezTo>
                <a:cubicBezTo>
                  <a:pt x="1726" y="1790"/>
                  <a:pt x="1728" y="1785"/>
                  <a:pt x="1721" y="1787"/>
                </a:cubicBezTo>
                <a:cubicBezTo>
                  <a:pt x="1746" y="1808"/>
                  <a:pt x="1748" y="1812"/>
                  <a:pt x="1751" y="1811"/>
                </a:cubicBezTo>
                <a:cubicBezTo>
                  <a:pt x="1774" y="1830"/>
                  <a:pt x="1769" y="1830"/>
                  <a:pt x="1768" y="1830"/>
                </a:cubicBezTo>
                <a:cubicBezTo>
                  <a:pt x="1762" y="1829"/>
                  <a:pt x="1758" y="1825"/>
                  <a:pt x="1757" y="1825"/>
                </a:cubicBezTo>
                <a:cubicBezTo>
                  <a:pt x="1733" y="1815"/>
                  <a:pt x="1722" y="1808"/>
                  <a:pt x="1711" y="1802"/>
                </a:cubicBezTo>
                <a:cubicBezTo>
                  <a:pt x="1668" y="1781"/>
                  <a:pt x="1665" y="1767"/>
                  <a:pt x="1662" y="1772"/>
                </a:cubicBezTo>
                <a:cubicBezTo>
                  <a:pt x="1716" y="1810"/>
                  <a:pt x="1719" y="1814"/>
                  <a:pt x="1721" y="1816"/>
                </a:cubicBezTo>
                <a:cubicBezTo>
                  <a:pt x="1754" y="1831"/>
                  <a:pt x="1760" y="1834"/>
                  <a:pt x="1766" y="1838"/>
                </a:cubicBezTo>
                <a:cubicBezTo>
                  <a:pt x="1741" y="1835"/>
                  <a:pt x="1730" y="1831"/>
                  <a:pt x="1719" y="1827"/>
                </a:cubicBezTo>
                <a:cubicBezTo>
                  <a:pt x="1667" y="1800"/>
                  <a:pt x="1664" y="1802"/>
                  <a:pt x="1662" y="1799"/>
                </a:cubicBezTo>
                <a:cubicBezTo>
                  <a:pt x="1679" y="1814"/>
                  <a:pt x="1683" y="1818"/>
                  <a:pt x="1687" y="1817"/>
                </a:cubicBezTo>
                <a:cubicBezTo>
                  <a:pt x="1763" y="1850"/>
                  <a:pt x="1779" y="1856"/>
                  <a:pt x="1795" y="1858"/>
                </a:cubicBezTo>
                <a:cubicBezTo>
                  <a:pt x="1811" y="1866"/>
                  <a:pt x="1816" y="1856"/>
                  <a:pt x="1820" y="1863"/>
                </a:cubicBezTo>
                <a:cubicBezTo>
                  <a:pt x="1850" y="1871"/>
                  <a:pt x="1857" y="1864"/>
                  <a:pt x="1862" y="1875"/>
                </a:cubicBezTo>
                <a:cubicBezTo>
                  <a:pt x="1842" y="1876"/>
                  <a:pt x="1840" y="1873"/>
                  <a:pt x="1838" y="1874"/>
                </a:cubicBezTo>
                <a:cubicBezTo>
                  <a:pt x="1781" y="1864"/>
                  <a:pt x="1772" y="1865"/>
                  <a:pt x="1764" y="1866"/>
                </a:cubicBezTo>
                <a:cubicBezTo>
                  <a:pt x="1697" y="1850"/>
                  <a:pt x="1680" y="1845"/>
                  <a:pt x="1664" y="1837"/>
                </a:cubicBezTo>
                <a:cubicBezTo>
                  <a:pt x="1641" y="1830"/>
                  <a:pt x="1651" y="1834"/>
                  <a:pt x="1660" y="1843"/>
                </a:cubicBezTo>
                <a:cubicBezTo>
                  <a:pt x="1703" y="1857"/>
                  <a:pt x="1709" y="1862"/>
                  <a:pt x="1715" y="1862"/>
                </a:cubicBezTo>
                <a:cubicBezTo>
                  <a:pt x="1776" y="1874"/>
                  <a:pt x="1779" y="1875"/>
                  <a:pt x="1782" y="1876"/>
                </a:cubicBezTo>
                <a:cubicBezTo>
                  <a:pt x="1814" y="1881"/>
                  <a:pt x="1817" y="1882"/>
                  <a:pt x="1820" y="1880"/>
                </a:cubicBezTo>
                <a:cubicBezTo>
                  <a:pt x="1859" y="1887"/>
                  <a:pt x="1867" y="1889"/>
                  <a:pt x="1874" y="1888"/>
                </a:cubicBezTo>
                <a:cubicBezTo>
                  <a:pt x="1891" y="1901"/>
                  <a:pt x="1888" y="1900"/>
                  <a:pt x="1886" y="1895"/>
                </a:cubicBezTo>
                <a:cubicBezTo>
                  <a:pt x="1852" y="1893"/>
                  <a:pt x="1845" y="1895"/>
                  <a:pt x="1840" y="1892"/>
                </a:cubicBezTo>
                <a:cubicBezTo>
                  <a:pt x="1795" y="1885"/>
                  <a:pt x="1789" y="1891"/>
                  <a:pt x="1783" y="1887"/>
                </a:cubicBezTo>
                <a:cubicBezTo>
                  <a:pt x="1718" y="1880"/>
                  <a:pt x="1711" y="1879"/>
                  <a:pt x="1705" y="1877"/>
                </a:cubicBezTo>
                <a:cubicBezTo>
                  <a:pt x="1657" y="1869"/>
                  <a:pt x="1650" y="1862"/>
                  <a:pt x="1644" y="1861"/>
                </a:cubicBezTo>
                <a:cubicBezTo>
                  <a:pt x="1600" y="1841"/>
                  <a:pt x="1597" y="1831"/>
                  <a:pt x="1593" y="1833"/>
                </a:cubicBezTo>
                <a:cubicBezTo>
                  <a:pt x="1597" y="1840"/>
                  <a:pt x="1599" y="1842"/>
                  <a:pt x="1602" y="1843"/>
                </a:cubicBezTo>
                <a:cubicBezTo>
                  <a:pt x="1641" y="1869"/>
                  <a:pt x="1637" y="1872"/>
                  <a:pt x="1643" y="1876"/>
                </a:cubicBezTo>
                <a:cubicBezTo>
                  <a:pt x="1683" y="1894"/>
                  <a:pt x="1693" y="1901"/>
                  <a:pt x="1703" y="1902"/>
                </a:cubicBezTo>
                <a:cubicBezTo>
                  <a:pt x="1750" y="1920"/>
                  <a:pt x="1751" y="1916"/>
                  <a:pt x="1753" y="1916"/>
                </a:cubicBezTo>
                <a:cubicBezTo>
                  <a:pt x="1774" y="1922"/>
                  <a:pt x="1784" y="1924"/>
                  <a:pt x="1794" y="1923"/>
                </a:cubicBezTo>
                <a:cubicBezTo>
                  <a:pt x="1830" y="1924"/>
                  <a:pt x="1835" y="1925"/>
                  <a:pt x="1840" y="1926"/>
                </a:cubicBezTo>
                <a:cubicBezTo>
                  <a:pt x="1877" y="1930"/>
                  <a:pt x="1883" y="1925"/>
                  <a:pt x="1888" y="1925"/>
                </a:cubicBezTo>
                <a:cubicBezTo>
                  <a:pt x="1940" y="1939"/>
                  <a:pt x="1943" y="1934"/>
                  <a:pt x="1946" y="1941"/>
                </a:cubicBezTo>
                <a:cubicBezTo>
                  <a:pt x="1906" y="1945"/>
                  <a:pt x="1904" y="1942"/>
                  <a:pt x="1901" y="1943"/>
                </a:cubicBezTo>
                <a:cubicBezTo>
                  <a:pt x="1865" y="1942"/>
                  <a:pt x="1860" y="1941"/>
                  <a:pt x="1855" y="1940"/>
                </a:cubicBezTo>
                <a:cubicBezTo>
                  <a:pt x="1837" y="1942"/>
                  <a:pt x="1834" y="1939"/>
                  <a:pt x="1832" y="1940"/>
                </a:cubicBezTo>
                <a:cubicBezTo>
                  <a:pt x="1785" y="1936"/>
                  <a:pt x="1774" y="1934"/>
                  <a:pt x="1764" y="1932"/>
                </a:cubicBezTo>
                <a:cubicBezTo>
                  <a:pt x="1714" y="1916"/>
                  <a:pt x="1708" y="1920"/>
                  <a:pt x="1704" y="1913"/>
                </a:cubicBezTo>
                <a:cubicBezTo>
                  <a:pt x="1661" y="1902"/>
                  <a:pt x="1658" y="1892"/>
                  <a:pt x="1654" y="1899"/>
                </a:cubicBezTo>
                <a:cubicBezTo>
                  <a:pt x="1721" y="1926"/>
                  <a:pt x="1728" y="1931"/>
                  <a:pt x="1735" y="1935"/>
                </a:cubicBezTo>
                <a:cubicBezTo>
                  <a:pt x="1769" y="1942"/>
                  <a:pt x="1772" y="1946"/>
                  <a:pt x="1776" y="1942"/>
                </a:cubicBezTo>
                <a:cubicBezTo>
                  <a:pt x="1811" y="1952"/>
                  <a:pt x="1815" y="1945"/>
                  <a:pt x="1819" y="1951"/>
                </a:cubicBezTo>
                <a:cubicBezTo>
                  <a:pt x="1842" y="1951"/>
                  <a:pt x="1846" y="1953"/>
                  <a:pt x="1850" y="1950"/>
                </a:cubicBezTo>
                <a:cubicBezTo>
                  <a:pt x="1909" y="1952"/>
                  <a:pt x="1915" y="1954"/>
                  <a:pt x="1922" y="1953"/>
                </a:cubicBezTo>
                <a:cubicBezTo>
                  <a:pt x="1939" y="1951"/>
                  <a:pt x="1941" y="1956"/>
                  <a:pt x="1944" y="1952"/>
                </a:cubicBezTo>
                <a:cubicBezTo>
                  <a:pt x="1969" y="1956"/>
                  <a:pt x="1972" y="1958"/>
                  <a:pt x="1976" y="1959"/>
                </a:cubicBezTo>
                <a:cubicBezTo>
                  <a:pt x="1965" y="1961"/>
                  <a:pt x="1960" y="1960"/>
                  <a:pt x="1954" y="1957"/>
                </a:cubicBezTo>
                <a:cubicBezTo>
                  <a:pt x="1914" y="1964"/>
                  <a:pt x="1909" y="1955"/>
                  <a:pt x="1903" y="1961"/>
                </a:cubicBezTo>
                <a:cubicBezTo>
                  <a:pt x="1880" y="1964"/>
                  <a:pt x="1875" y="1959"/>
                  <a:pt x="1869" y="1959"/>
                </a:cubicBezTo>
                <a:cubicBezTo>
                  <a:pt x="1815" y="1960"/>
                  <a:pt x="1813" y="1960"/>
                  <a:pt x="1810" y="1958"/>
                </a:cubicBezTo>
                <a:cubicBezTo>
                  <a:pt x="1782" y="1951"/>
                  <a:pt x="1779" y="1954"/>
                  <a:pt x="1777" y="1953"/>
                </a:cubicBezTo>
                <a:cubicBezTo>
                  <a:pt x="1748" y="1947"/>
                  <a:pt x="1746" y="1947"/>
                  <a:pt x="1743" y="1948"/>
                </a:cubicBezTo>
                <a:cubicBezTo>
                  <a:pt x="1712" y="1936"/>
                  <a:pt x="1706" y="1934"/>
                  <a:pt x="1701" y="1929"/>
                </a:cubicBezTo>
                <a:cubicBezTo>
                  <a:pt x="1717" y="1946"/>
                  <a:pt x="1727" y="1946"/>
                  <a:pt x="1737" y="1953"/>
                </a:cubicBezTo>
                <a:cubicBezTo>
                  <a:pt x="1812" y="1968"/>
                  <a:pt x="1818" y="1971"/>
                  <a:pt x="1823" y="1970"/>
                </a:cubicBezTo>
                <a:cubicBezTo>
                  <a:pt x="1845" y="1969"/>
                  <a:pt x="1847" y="1974"/>
                  <a:pt x="1850" y="1970"/>
                </a:cubicBezTo>
                <a:cubicBezTo>
                  <a:pt x="1872" y="1968"/>
                  <a:pt x="1875" y="1968"/>
                  <a:pt x="1877" y="1972"/>
                </a:cubicBezTo>
                <a:cubicBezTo>
                  <a:pt x="1901" y="1970"/>
                  <a:pt x="1907" y="1971"/>
                  <a:pt x="1913" y="1970"/>
                </a:cubicBezTo>
                <a:cubicBezTo>
                  <a:pt x="1996" y="1976"/>
                  <a:pt x="2007" y="1978"/>
                  <a:pt x="2019" y="1982"/>
                </a:cubicBezTo>
                <a:cubicBezTo>
                  <a:pt x="1956" y="1985"/>
                  <a:pt x="1952" y="1983"/>
                  <a:pt x="1948" y="1983"/>
                </a:cubicBezTo>
                <a:cubicBezTo>
                  <a:pt x="1865" y="1989"/>
                  <a:pt x="1861" y="1990"/>
                  <a:pt x="1858" y="1989"/>
                </a:cubicBezTo>
                <a:cubicBezTo>
                  <a:pt x="1842" y="1988"/>
                  <a:pt x="1838" y="1989"/>
                  <a:pt x="1835" y="1989"/>
                </a:cubicBezTo>
                <a:cubicBezTo>
                  <a:pt x="1791" y="1980"/>
                  <a:pt x="1783" y="1979"/>
                  <a:pt x="1775" y="1975"/>
                </a:cubicBezTo>
                <a:cubicBezTo>
                  <a:pt x="1733" y="1968"/>
                  <a:pt x="1738" y="1969"/>
                  <a:pt x="1743" y="1971"/>
                </a:cubicBezTo>
                <a:cubicBezTo>
                  <a:pt x="1801" y="1990"/>
                  <a:pt x="1807" y="1993"/>
                  <a:pt x="1813" y="1994"/>
                </a:cubicBezTo>
                <a:cubicBezTo>
                  <a:pt x="1848" y="2002"/>
                  <a:pt x="1853" y="1994"/>
                  <a:pt x="1857" y="1999"/>
                </a:cubicBezTo>
                <a:cubicBezTo>
                  <a:pt x="1893" y="1996"/>
                  <a:pt x="1901" y="1998"/>
                  <a:pt x="1910" y="1996"/>
                </a:cubicBezTo>
                <a:cubicBezTo>
                  <a:pt x="1965" y="1991"/>
                  <a:pt x="1969" y="1993"/>
                  <a:pt x="1974" y="1989"/>
                </a:cubicBezTo>
                <a:cubicBezTo>
                  <a:pt x="2013" y="1993"/>
                  <a:pt x="2016" y="1991"/>
                  <a:pt x="2020" y="1996"/>
                </a:cubicBezTo>
                <a:cubicBezTo>
                  <a:pt x="2003" y="2000"/>
                  <a:pt x="1999" y="1994"/>
                  <a:pt x="1995" y="1997"/>
                </a:cubicBezTo>
                <a:cubicBezTo>
                  <a:pt x="1946" y="1996"/>
                  <a:pt x="1936" y="2007"/>
                  <a:pt x="1928" y="2000"/>
                </a:cubicBezTo>
                <a:cubicBezTo>
                  <a:pt x="1842" y="2015"/>
                  <a:pt x="1833" y="2014"/>
                  <a:pt x="1825" y="2015"/>
                </a:cubicBezTo>
                <a:cubicBezTo>
                  <a:pt x="1794" y="2010"/>
                  <a:pt x="1786" y="2016"/>
                  <a:pt x="1779" y="2012"/>
                </a:cubicBezTo>
                <a:cubicBezTo>
                  <a:pt x="1727" y="2002"/>
                  <a:pt x="1720" y="1995"/>
                  <a:pt x="1712" y="1998"/>
                </a:cubicBezTo>
                <a:cubicBezTo>
                  <a:pt x="1766" y="2016"/>
                  <a:pt x="1769" y="2018"/>
                  <a:pt x="1772" y="2021"/>
                </a:cubicBezTo>
                <a:cubicBezTo>
                  <a:pt x="1866" y="2024"/>
                  <a:pt x="1878" y="2021"/>
                  <a:pt x="1890" y="2019"/>
                </a:cubicBezTo>
                <a:cubicBezTo>
                  <a:pt x="1932" y="2010"/>
                  <a:pt x="1937" y="2015"/>
                  <a:pt x="1943" y="2010"/>
                </a:cubicBezTo>
                <a:cubicBezTo>
                  <a:pt x="1974" y="2009"/>
                  <a:pt x="1986" y="2010"/>
                  <a:pt x="1999" y="2005"/>
                </a:cubicBezTo>
                <a:cubicBezTo>
                  <a:pt x="2065" y="2015"/>
                  <a:pt x="2062" y="2015"/>
                  <a:pt x="2059" y="2014"/>
                </a:cubicBezTo>
                <a:cubicBezTo>
                  <a:pt x="2033" y="2015"/>
                  <a:pt x="2030" y="2011"/>
                  <a:pt x="2026" y="2013"/>
                </a:cubicBezTo>
                <a:cubicBezTo>
                  <a:pt x="1966" y="2015"/>
                  <a:pt x="1964" y="2014"/>
                  <a:pt x="1961" y="2015"/>
                </a:cubicBezTo>
                <a:cubicBezTo>
                  <a:pt x="1902" y="2024"/>
                  <a:pt x="1881" y="2032"/>
                  <a:pt x="1861" y="2033"/>
                </a:cubicBezTo>
                <a:cubicBezTo>
                  <a:pt x="1842" y="2035"/>
                  <a:pt x="1837" y="2035"/>
                  <a:pt x="1831" y="2036"/>
                </a:cubicBezTo>
                <a:cubicBezTo>
                  <a:pt x="1814" y="2032"/>
                  <a:pt x="1811" y="2034"/>
                  <a:pt x="1809" y="2032"/>
                </a:cubicBezTo>
                <a:cubicBezTo>
                  <a:pt x="1760" y="2026"/>
                  <a:pt x="1750" y="2023"/>
                  <a:pt x="1740" y="2023"/>
                </a:cubicBezTo>
                <a:cubicBezTo>
                  <a:pt x="1786" y="2037"/>
                  <a:pt x="1792" y="2040"/>
                  <a:pt x="1799" y="2038"/>
                </a:cubicBezTo>
                <a:cubicBezTo>
                  <a:pt x="1827" y="2043"/>
                  <a:pt x="1835" y="2045"/>
                  <a:pt x="1843" y="2043"/>
                </a:cubicBezTo>
                <a:cubicBezTo>
                  <a:pt x="1876" y="2042"/>
                  <a:pt x="1885" y="2038"/>
                  <a:pt x="1893" y="2037"/>
                </a:cubicBezTo>
                <a:cubicBezTo>
                  <a:pt x="1933" y="2027"/>
                  <a:pt x="1936" y="2029"/>
                  <a:pt x="1940" y="2030"/>
                </a:cubicBezTo>
                <a:cubicBezTo>
                  <a:pt x="1985" y="2019"/>
                  <a:pt x="1987" y="2022"/>
                  <a:pt x="1990" y="2021"/>
                </a:cubicBezTo>
                <a:cubicBezTo>
                  <a:pt x="2030" y="2021"/>
                  <a:pt x="2034" y="2027"/>
                  <a:pt x="2039" y="2022"/>
                </a:cubicBezTo>
                <a:cubicBezTo>
                  <a:pt x="2066" y="2021"/>
                  <a:pt x="2068" y="2028"/>
                  <a:pt x="2072" y="2025"/>
                </a:cubicBezTo>
                <a:cubicBezTo>
                  <a:pt x="2080" y="2034"/>
                  <a:pt x="2073" y="2035"/>
                  <a:pt x="2065" y="2031"/>
                </a:cubicBezTo>
                <a:cubicBezTo>
                  <a:pt x="2026" y="2036"/>
                  <a:pt x="2022" y="2032"/>
                  <a:pt x="2019" y="2034"/>
                </a:cubicBezTo>
                <a:cubicBezTo>
                  <a:pt x="1978" y="2039"/>
                  <a:pt x="1973" y="2041"/>
                  <a:pt x="1969" y="2040"/>
                </a:cubicBezTo>
                <a:cubicBezTo>
                  <a:pt x="1930" y="2047"/>
                  <a:pt x="1920" y="2051"/>
                  <a:pt x="1911" y="2053"/>
                </a:cubicBezTo>
                <a:cubicBezTo>
                  <a:pt x="1865" y="2061"/>
                  <a:pt x="1863" y="2058"/>
                  <a:pt x="1861" y="2059"/>
                </a:cubicBezTo>
                <a:cubicBezTo>
                  <a:pt x="1819" y="2062"/>
                  <a:pt x="1815" y="2058"/>
                  <a:pt x="1810" y="2060"/>
                </a:cubicBezTo>
                <a:cubicBezTo>
                  <a:pt x="1790" y="2059"/>
                  <a:pt x="1785" y="2058"/>
                  <a:pt x="1781" y="2057"/>
                </a:cubicBezTo>
                <a:cubicBezTo>
                  <a:pt x="1776" y="2063"/>
                  <a:pt x="1780" y="2063"/>
                  <a:pt x="1785" y="2065"/>
                </a:cubicBezTo>
                <a:cubicBezTo>
                  <a:pt x="1807" y="2068"/>
                  <a:pt x="1810" y="2068"/>
                  <a:pt x="1812" y="2067"/>
                </a:cubicBezTo>
                <a:cubicBezTo>
                  <a:pt x="1856" y="2069"/>
                  <a:pt x="1858" y="2069"/>
                  <a:pt x="1860" y="2068"/>
                </a:cubicBezTo>
                <a:cubicBezTo>
                  <a:pt x="1886" y="2067"/>
                  <a:pt x="1888" y="2068"/>
                  <a:pt x="1890" y="2066"/>
                </a:cubicBezTo>
                <a:cubicBezTo>
                  <a:pt x="1917" y="2057"/>
                  <a:pt x="1921" y="2064"/>
                  <a:pt x="1926" y="2060"/>
                </a:cubicBezTo>
                <a:cubicBezTo>
                  <a:pt x="1980" y="2047"/>
                  <a:pt x="1989" y="2048"/>
                  <a:pt x="1999" y="2042"/>
                </a:cubicBezTo>
                <a:cubicBezTo>
                  <a:pt x="2018" y="2044"/>
                  <a:pt x="2020" y="2045"/>
                  <a:pt x="2023" y="2042"/>
                </a:cubicBezTo>
                <a:cubicBezTo>
                  <a:pt x="2061" y="2040"/>
                  <a:pt x="2065" y="2040"/>
                  <a:pt x="2069" y="2042"/>
                </a:cubicBezTo>
                <a:cubicBezTo>
                  <a:pt x="2089" y="2045"/>
                  <a:pt x="2092" y="2044"/>
                  <a:pt x="2090" y="2047"/>
                </a:cubicBezTo>
                <a:cubicBezTo>
                  <a:pt x="2039" y="2050"/>
                  <a:pt x="2025" y="2060"/>
                  <a:pt x="2012" y="2057"/>
                </a:cubicBezTo>
                <a:cubicBezTo>
                  <a:pt x="1987" y="2061"/>
                  <a:pt x="1980" y="2066"/>
                  <a:pt x="1973" y="2065"/>
                </a:cubicBezTo>
                <a:cubicBezTo>
                  <a:pt x="1926" y="2080"/>
                  <a:pt x="1920" y="2077"/>
                  <a:pt x="1914" y="2080"/>
                </a:cubicBezTo>
                <a:cubicBezTo>
                  <a:pt x="1848" y="2084"/>
                  <a:pt x="1842" y="2084"/>
                  <a:pt x="1836" y="2084"/>
                </a:cubicBezTo>
                <a:cubicBezTo>
                  <a:pt x="1809" y="2083"/>
                  <a:pt x="1802" y="2084"/>
                  <a:pt x="1796" y="2081"/>
                </a:cubicBezTo>
                <a:cubicBezTo>
                  <a:pt x="1781" y="2083"/>
                  <a:pt x="1784" y="2084"/>
                  <a:pt x="1786" y="2087"/>
                </a:cubicBezTo>
                <a:cubicBezTo>
                  <a:pt x="1816" y="2091"/>
                  <a:pt x="1822" y="2088"/>
                  <a:pt x="1828" y="2091"/>
                </a:cubicBezTo>
                <a:cubicBezTo>
                  <a:pt x="1850" y="2093"/>
                  <a:pt x="1855" y="2091"/>
                  <a:pt x="1860" y="2092"/>
                </a:cubicBezTo>
                <a:cubicBezTo>
                  <a:pt x="1880" y="2093"/>
                  <a:pt x="1882" y="2090"/>
                  <a:pt x="1885" y="2090"/>
                </a:cubicBezTo>
                <a:cubicBezTo>
                  <a:pt x="1905" y="2093"/>
                  <a:pt x="1908" y="2086"/>
                  <a:pt x="1911" y="2090"/>
                </a:cubicBezTo>
                <a:cubicBezTo>
                  <a:pt x="1936" y="2089"/>
                  <a:pt x="1929" y="2089"/>
                  <a:pt x="1925" y="2090"/>
                </a:cubicBezTo>
                <a:cubicBezTo>
                  <a:pt x="1905" y="2095"/>
                  <a:pt x="1902" y="2094"/>
                  <a:pt x="1900" y="2094"/>
                </a:cubicBezTo>
                <a:cubicBezTo>
                  <a:pt x="1830" y="2102"/>
                  <a:pt x="1814" y="2103"/>
                  <a:pt x="1798" y="2100"/>
                </a:cubicBezTo>
                <a:cubicBezTo>
                  <a:pt x="1757" y="2101"/>
                  <a:pt x="1753" y="2092"/>
                  <a:pt x="1748" y="2100"/>
                </a:cubicBezTo>
                <a:cubicBezTo>
                  <a:pt x="1799" y="2109"/>
                  <a:pt x="1804" y="2109"/>
                  <a:pt x="1810" y="2110"/>
                </a:cubicBezTo>
                <a:cubicBezTo>
                  <a:pt x="1851" y="2110"/>
                  <a:pt x="1853" y="2109"/>
                  <a:pt x="1856" y="2110"/>
                </a:cubicBezTo>
                <a:cubicBezTo>
                  <a:pt x="1890" y="2107"/>
                  <a:pt x="1892" y="2108"/>
                  <a:pt x="1895" y="2105"/>
                </a:cubicBezTo>
                <a:cubicBezTo>
                  <a:pt x="1913" y="2105"/>
                  <a:pt x="1916" y="2100"/>
                  <a:pt x="1918" y="2102"/>
                </a:cubicBezTo>
                <a:cubicBezTo>
                  <a:pt x="1977" y="2083"/>
                  <a:pt x="1987" y="2085"/>
                  <a:pt x="1999" y="2078"/>
                </a:cubicBezTo>
                <a:cubicBezTo>
                  <a:pt x="2053" y="2068"/>
                  <a:pt x="2058" y="2069"/>
                  <a:pt x="2064" y="2070"/>
                </a:cubicBezTo>
                <a:cubicBezTo>
                  <a:pt x="2099" y="2065"/>
                  <a:pt x="2102" y="2065"/>
                  <a:pt x="2104" y="2066"/>
                </a:cubicBezTo>
                <a:cubicBezTo>
                  <a:pt x="2123" y="2069"/>
                  <a:pt x="2131" y="2064"/>
                  <a:pt x="2127" y="2069"/>
                </a:cubicBezTo>
                <a:cubicBezTo>
                  <a:pt x="2075" y="2080"/>
                  <a:pt x="2071" y="2079"/>
                  <a:pt x="2067" y="2079"/>
                </a:cubicBezTo>
                <a:cubicBezTo>
                  <a:pt x="2020" y="2094"/>
                  <a:pt x="2011" y="2100"/>
                  <a:pt x="2002" y="2098"/>
                </a:cubicBezTo>
                <a:cubicBezTo>
                  <a:pt x="1963" y="2116"/>
                  <a:pt x="1959" y="2109"/>
                  <a:pt x="1954" y="2116"/>
                </a:cubicBezTo>
                <a:cubicBezTo>
                  <a:pt x="1851" y="2138"/>
                  <a:pt x="1844" y="2132"/>
                  <a:pt x="1836" y="2136"/>
                </a:cubicBezTo>
                <a:cubicBezTo>
                  <a:pt x="1826" y="2142"/>
                  <a:pt x="1836" y="2142"/>
                  <a:pt x="1846" y="2142"/>
                </a:cubicBezTo>
                <a:cubicBezTo>
                  <a:pt x="1867" y="2140"/>
                  <a:pt x="1872" y="2144"/>
                  <a:pt x="1877" y="2141"/>
                </a:cubicBezTo>
                <a:cubicBezTo>
                  <a:pt x="1913" y="2139"/>
                  <a:pt x="1919" y="2132"/>
                  <a:pt x="1924" y="2134"/>
                </a:cubicBezTo>
                <a:cubicBezTo>
                  <a:pt x="1959" y="2125"/>
                  <a:pt x="1964" y="2124"/>
                  <a:pt x="1970" y="2120"/>
                </a:cubicBezTo>
                <a:cubicBezTo>
                  <a:pt x="2007" y="2106"/>
                  <a:pt x="2013" y="2108"/>
                  <a:pt x="2020" y="2105"/>
                </a:cubicBezTo>
                <a:cubicBezTo>
                  <a:pt x="2040" y="2100"/>
                  <a:pt x="2044" y="2093"/>
                  <a:pt x="2047" y="2096"/>
                </a:cubicBezTo>
                <a:cubicBezTo>
                  <a:pt x="2086" y="2089"/>
                  <a:pt x="2094" y="2082"/>
                  <a:pt x="2100" y="2084"/>
                </a:cubicBezTo>
                <a:cubicBezTo>
                  <a:pt x="2135" y="2086"/>
                  <a:pt x="2139" y="2077"/>
                  <a:pt x="2142" y="2079"/>
                </a:cubicBezTo>
                <a:cubicBezTo>
                  <a:pt x="2159" y="2083"/>
                  <a:pt x="2154" y="2082"/>
                  <a:pt x="2150" y="2081"/>
                </a:cubicBezTo>
                <a:cubicBezTo>
                  <a:pt x="2117" y="2084"/>
                  <a:pt x="2111" y="2088"/>
                  <a:pt x="2106" y="2088"/>
                </a:cubicBezTo>
                <a:cubicBezTo>
                  <a:pt x="2041" y="2104"/>
                  <a:pt x="2035" y="2114"/>
                  <a:pt x="2030" y="2111"/>
                </a:cubicBezTo>
                <a:cubicBezTo>
                  <a:pt x="1993" y="2122"/>
                  <a:pt x="1991" y="2126"/>
                  <a:pt x="1991" y="2128"/>
                </a:cubicBezTo>
                <a:cubicBezTo>
                  <a:pt x="1972" y="2138"/>
                  <a:pt x="1964" y="2127"/>
                  <a:pt x="1967" y="2134"/>
                </a:cubicBezTo>
                <a:cubicBezTo>
                  <a:pt x="1927" y="2146"/>
                  <a:pt x="1921" y="2143"/>
                  <a:pt x="1915" y="2148"/>
                </a:cubicBezTo>
                <a:cubicBezTo>
                  <a:pt x="1877" y="2147"/>
                  <a:pt x="1871" y="2154"/>
                  <a:pt x="1865" y="2154"/>
                </a:cubicBezTo>
                <a:cubicBezTo>
                  <a:pt x="1843" y="2149"/>
                  <a:pt x="1837" y="2158"/>
                  <a:pt x="1831" y="2151"/>
                </a:cubicBezTo>
                <a:cubicBezTo>
                  <a:pt x="1792" y="2150"/>
                  <a:pt x="1787" y="2142"/>
                  <a:pt x="1781" y="2146"/>
                </a:cubicBezTo>
                <a:cubicBezTo>
                  <a:pt x="1821" y="2158"/>
                  <a:pt x="1829" y="2160"/>
                  <a:pt x="1837" y="2160"/>
                </a:cubicBezTo>
                <a:cubicBezTo>
                  <a:pt x="1845" y="2160"/>
                  <a:pt x="1845" y="2160"/>
                  <a:pt x="1845" y="2160"/>
                </a:cubicBezTo>
                <a:cubicBezTo>
                  <a:pt x="1917" y="2153"/>
                  <a:pt x="1922" y="2158"/>
                  <a:pt x="1927" y="2152"/>
                </a:cubicBezTo>
                <a:cubicBezTo>
                  <a:pt x="1990" y="2138"/>
                  <a:pt x="2001" y="2131"/>
                  <a:pt x="2012" y="2129"/>
                </a:cubicBezTo>
                <a:cubicBezTo>
                  <a:pt x="2062" y="2106"/>
                  <a:pt x="2075" y="2111"/>
                  <a:pt x="2090" y="2102"/>
                </a:cubicBezTo>
                <a:cubicBezTo>
                  <a:pt x="2139" y="2090"/>
                  <a:pt x="2145" y="2096"/>
                  <a:pt x="2152" y="2091"/>
                </a:cubicBezTo>
                <a:cubicBezTo>
                  <a:pt x="2188" y="2096"/>
                  <a:pt x="2192" y="2094"/>
                  <a:pt x="2195" y="2094"/>
                </a:cubicBezTo>
                <a:cubicBezTo>
                  <a:pt x="2212" y="2100"/>
                  <a:pt x="2215" y="2098"/>
                  <a:pt x="2213" y="2101"/>
                </a:cubicBezTo>
                <a:cubicBezTo>
                  <a:pt x="2155" y="2109"/>
                  <a:pt x="2152" y="2110"/>
                  <a:pt x="2148" y="2109"/>
                </a:cubicBezTo>
                <a:cubicBezTo>
                  <a:pt x="2095" y="2129"/>
                  <a:pt x="2087" y="2129"/>
                  <a:pt x="2080" y="2134"/>
                </a:cubicBezTo>
                <a:cubicBezTo>
                  <a:pt x="2050" y="2142"/>
                  <a:pt x="2042" y="2150"/>
                  <a:pt x="2034" y="2151"/>
                </a:cubicBezTo>
                <a:cubicBezTo>
                  <a:pt x="2014" y="2160"/>
                  <a:pt x="2014" y="2160"/>
                  <a:pt x="2013" y="2160"/>
                </a:cubicBezTo>
                <a:cubicBezTo>
                  <a:pt x="2054" y="2153"/>
                  <a:pt x="2064" y="2154"/>
                  <a:pt x="2074" y="2148"/>
                </a:cubicBezTo>
                <a:cubicBezTo>
                  <a:pt x="2154" y="2114"/>
                  <a:pt x="2159" y="2123"/>
                  <a:pt x="2165" y="2115"/>
                </a:cubicBezTo>
                <a:cubicBezTo>
                  <a:pt x="2190" y="2117"/>
                  <a:pt x="2187" y="2113"/>
                  <a:pt x="2183" y="2119"/>
                </a:cubicBezTo>
                <a:cubicBezTo>
                  <a:pt x="2157" y="2125"/>
                  <a:pt x="2154" y="2123"/>
                  <a:pt x="2150" y="2125"/>
                </a:cubicBezTo>
                <a:cubicBezTo>
                  <a:pt x="2102" y="2142"/>
                  <a:pt x="2098" y="2146"/>
                  <a:pt x="2094" y="2147"/>
                </a:cubicBezTo>
                <a:cubicBezTo>
                  <a:pt x="2087" y="2160"/>
                  <a:pt x="2087" y="2160"/>
                  <a:pt x="2087" y="2160"/>
                </a:cubicBezTo>
                <a:cubicBezTo>
                  <a:pt x="2130" y="2147"/>
                  <a:pt x="2134" y="2139"/>
                  <a:pt x="2138" y="2141"/>
                </a:cubicBezTo>
                <a:cubicBezTo>
                  <a:pt x="2207" y="2127"/>
                  <a:pt x="2211" y="2122"/>
                  <a:pt x="2215" y="2123"/>
                </a:cubicBezTo>
                <a:cubicBezTo>
                  <a:pt x="2265" y="2131"/>
                  <a:pt x="2255" y="2136"/>
                  <a:pt x="2245" y="2134"/>
                </a:cubicBezTo>
                <a:cubicBezTo>
                  <a:pt x="2202" y="2144"/>
                  <a:pt x="2188" y="2144"/>
                  <a:pt x="2175" y="2150"/>
                </a:cubicBezTo>
                <a:cubicBezTo>
                  <a:pt x="2182" y="2158"/>
                  <a:pt x="2190" y="2154"/>
                  <a:pt x="2198" y="2153"/>
                </a:cubicBezTo>
                <a:cubicBezTo>
                  <a:pt x="2242" y="2147"/>
                  <a:pt x="2254" y="2144"/>
                  <a:pt x="2266" y="2142"/>
                </a:cubicBezTo>
                <a:cubicBezTo>
                  <a:pt x="2296" y="2149"/>
                  <a:pt x="2289" y="2141"/>
                  <a:pt x="2281" y="2149"/>
                </a:cubicBezTo>
                <a:cubicBezTo>
                  <a:pt x="2215" y="2160"/>
                  <a:pt x="2215" y="2160"/>
                  <a:pt x="2215" y="2160"/>
                </a:cubicBezTo>
                <a:cubicBezTo>
                  <a:pt x="2261" y="2163"/>
                  <a:pt x="2266" y="2158"/>
                  <a:pt x="2270" y="2159"/>
                </a:cubicBezTo>
                <a:cubicBezTo>
                  <a:pt x="2286" y="2157"/>
                  <a:pt x="2288" y="2158"/>
                  <a:pt x="2290" y="2159"/>
                </a:cubicBezTo>
                <a:cubicBezTo>
                  <a:pt x="2306" y="2159"/>
                  <a:pt x="2301" y="2160"/>
                  <a:pt x="2296" y="2159"/>
                </a:cubicBezTo>
                <a:cubicBezTo>
                  <a:pt x="2375" y="2159"/>
                  <a:pt x="2374" y="2158"/>
                  <a:pt x="2372" y="2157"/>
                </a:cubicBezTo>
                <a:cubicBezTo>
                  <a:pt x="2357" y="2145"/>
                  <a:pt x="2353" y="2143"/>
                  <a:pt x="2349" y="2136"/>
                </a:cubicBezTo>
                <a:cubicBezTo>
                  <a:pt x="2334" y="2103"/>
                  <a:pt x="2327" y="2099"/>
                  <a:pt x="2325" y="2096"/>
                </a:cubicBezTo>
                <a:cubicBezTo>
                  <a:pt x="2312" y="2069"/>
                  <a:pt x="2309" y="2062"/>
                  <a:pt x="2306" y="2055"/>
                </a:cubicBezTo>
                <a:cubicBezTo>
                  <a:pt x="2290" y="2013"/>
                  <a:pt x="2286" y="2009"/>
                  <a:pt x="2286" y="2006"/>
                </a:cubicBezTo>
                <a:cubicBezTo>
                  <a:pt x="2276" y="1972"/>
                  <a:pt x="2269" y="1966"/>
                  <a:pt x="2269" y="1960"/>
                </a:cubicBezTo>
                <a:cubicBezTo>
                  <a:pt x="2205" y="1870"/>
                  <a:pt x="2206" y="1871"/>
                  <a:pt x="2207" y="1872"/>
                </a:cubicBezTo>
                <a:cubicBezTo>
                  <a:pt x="2252" y="1922"/>
                  <a:pt x="2262" y="1928"/>
                  <a:pt x="2273" y="1948"/>
                </a:cubicBezTo>
                <a:cubicBezTo>
                  <a:pt x="2301" y="2003"/>
                  <a:pt x="2306" y="2005"/>
                  <a:pt x="2308" y="2010"/>
                </a:cubicBezTo>
                <a:cubicBezTo>
                  <a:pt x="2314" y="2029"/>
                  <a:pt x="2321" y="2036"/>
                  <a:pt x="2322" y="2043"/>
                </a:cubicBezTo>
                <a:cubicBezTo>
                  <a:pt x="2355" y="2106"/>
                  <a:pt x="2363" y="2126"/>
                  <a:pt x="2374" y="2146"/>
                </a:cubicBezTo>
                <a:cubicBezTo>
                  <a:pt x="2399" y="2160"/>
                  <a:pt x="2399" y="2160"/>
                  <a:pt x="2399" y="2160"/>
                </a:cubicBezTo>
                <a:close/>
                <a:moveTo>
                  <a:pt x="1838" y="1827"/>
                </a:moveTo>
                <a:cubicBezTo>
                  <a:pt x="1845" y="1821"/>
                  <a:pt x="1845" y="1838"/>
                  <a:pt x="1854" y="1842"/>
                </a:cubicBezTo>
                <a:cubicBezTo>
                  <a:pt x="1845" y="1846"/>
                  <a:pt x="1846" y="1833"/>
                  <a:pt x="1838" y="1827"/>
                </a:cubicBezTo>
                <a:close/>
                <a:moveTo>
                  <a:pt x="1853" y="1848"/>
                </a:moveTo>
                <a:cubicBezTo>
                  <a:pt x="1859" y="1847"/>
                  <a:pt x="1862" y="1858"/>
                  <a:pt x="1865" y="1862"/>
                </a:cubicBezTo>
                <a:cubicBezTo>
                  <a:pt x="1859" y="1863"/>
                  <a:pt x="1856" y="1852"/>
                  <a:pt x="1853" y="1848"/>
                </a:cubicBezTo>
                <a:close/>
                <a:moveTo>
                  <a:pt x="1645" y="1869"/>
                </a:moveTo>
                <a:cubicBezTo>
                  <a:pt x="1648" y="1868"/>
                  <a:pt x="1651" y="1869"/>
                  <a:pt x="1654" y="1872"/>
                </a:cubicBezTo>
                <a:cubicBezTo>
                  <a:pt x="1650" y="1878"/>
                  <a:pt x="1648" y="1871"/>
                  <a:pt x="1645" y="1869"/>
                </a:cubicBezTo>
                <a:close/>
                <a:moveTo>
                  <a:pt x="1907" y="1920"/>
                </a:moveTo>
                <a:cubicBezTo>
                  <a:pt x="1903" y="1914"/>
                  <a:pt x="1899" y="1920"/>
                  <a:pt x="1895" y="1916"/>
                </a:cubicBezTo>
                <a:cubicBezTo>
                  <a:pt x="1841" y="1913"/>
                  <a:pt x="1839" y="1913"/>
                  <a:pt x="1836" y="1915"/>
                </a:cubicBezTo>
                <a:cubicBezTo>
                  <a:pt x="1810" y="1916"/>
                  <a:pt x="1803" y="1912"/>
                  <a:pt x="1795" y="1914"/>
                </a:cubicBezTo>
                <a:cubicBezTo>
                  <a:pt x="1766" y="1908"/>
                  <a:pt x="1762" y="1912"/>
                  <a:pt x="1758" y="1909"/>
                </a:cubicBezTo>
                <a:cubicBezTo>
                  <a:pt x="1719" y="1899"/>
                  <a:pt x="1715" y="1899"/>
                  <a:pt x="1711" y="1898"/>
                </a:cubicBezTo>
                <a:cubicBezTo>
                  <a:pt x="1659" y="1869"/>
                  <a:pt x="1662" y="1879"/>
                  <a:pt x="1666" y="1876"/>
                </a:cubicBezTo>
                <a:cubicBezTo>
                  <a:pt x="1713" y="1885"/>
                  <a:pt x="1732" y="1891"/>
                  <a:pt x="1751" y="1894"/>
                </a:cubicBezTo>
                <a:cubicBezTo>
                  <a:pt x="1785" y="1897"/>
                  <a:pt x="1790" y="1895"/>
                  <a:pt x="1794" y="1900"/>
                </a:cubicBezTo>
                <a:cubicBezTo>
                  <a:pt x="1828" y="1901"/>
                  <a:pt x="1832" y="1905"/>
                  <a:pt x="1837" y="1903"/>
                </a:cubicBezTo>
                <a:cubicBezTo>
                  <a:pt x="1870" y="1907"/>
                  <a:pt x="1875" y="1907"/>
                  <a:pt x="1880" y="1906"/>
                </a:cubicBezTo>
                <a:cubicBezTo>
                  <a:pt x="1899" y="1909"/>
                  <a:pt x="1903" y="1916"/>
                  <a:pt x="1908" y="1914"/>
                </a:cubicBezTo>
                <a:cubicBezTo>
                  <a:pt x="1916" y="1920"/>
                  <a:pt x="1912" y="1920"/>
                  <a:pt x="1907" y="1920"/>
                </a:cubicBezTo>
                <a:close/>
                <a:moveTo>
                  <a:pt x="1952" y="1945"/>
                </a:moveTo>
                <a:cubicBezTo>
                  <a:pt x="1949" y="1940"/>
                  <a:pt x="1958" y="1939"/>
                  <a:pt x="1960" y="1944"/>
                </a:cubicBezTo>
                <a:cubicBezTo>
                  <a:pt x="1957" y="1945"/>
                  <a:pt x="1955" y="1943"/>
                  <a:pt x="1952" y="1945"/>
                </a:cubicBezTo>
                <a:close/>
                <a:moveTo>
                  <a:pt x="2090" y="2033"/>
                </a:moveTo>
                <a:cubicBezTo>
                  <a:pt x="2094" y="2028"/>
                  <a:pt x="2097" y="2030"/>
                  <a:pt x="2100" y="2035"/>
                </a:cubicBezTo>
                <a:cubicBezTo>
                  <a:pt x="2097" y="2036"/>
                  <a:pt x="2093" y="2037"/>
                  <a:pt x="2090" y="2033"/>
                </a:cubicBezTo>
                <a:close/>
                <a:moveTo>
                  <a:pt x="2417" y="2149"/>
                </a:moveTo>
                <a:cubicBezTo>
                  <a:pt x="2411" y="2141"/>
                  <a:pt x="2408" y="2133"/>
                  <a:pt x="2399" y="2124"/>
                </a:cubicBezTo>
                <a:cubicBezTo>
                  <a:pt x="2394" y="2113"/>
                  <a:pt x="2388" y="2102"/>
                  <a:pt x="2378" y="2090"/>
                </a:cubicBezTo>
                <a:cubicBezTo>
                  <a:pt x="2363" y="2061"/>
                  <a:pt x="2346" y="2031"/>
                  <a:pt x="2331" y="2001"/>
                </a:cubicBezTo>
                <a:cubicBezTo>
                  <a:pt x="2317" y="1971"/>
                  <a:pt x="2296" y="1941"/>
                  <a:pt x="2279" y="1911"/>
                </a:cubicBezTo>
                <a:cubicBezTo>
                  <a:pt x="2267" y="1900"/>
                  <a:pt x="2264" y="1893"/>
                  <a:pt x="2254" y="1886"/>
                </a:cubicBezTo>
                <a:cubicBezTo>
                  <a:pt x="2256" y="1883"/>
                  <a:pt x="2252" y="1884"/>
                  <a:pt x="2250" y="1881"/>
                </a:cubicBezTo>
                <a:cubicBezTo>
                  <a:pt x="2252" y="1878"/>
                  <a:pt x="2248" y="1876"/>
                  <a:pt x="2245" y="1876"/>
                </a:cubicBezTo>
                <a:cubicBezTo>
                  <a:pt x="2243" y="1872"/>
                  <a:pt x="2240" y="1865"/>
                  <a:pt x="2234" y="1869"/>
                </a:cubicBezTo>
                <a:cubicBezTo>
                  <a:pt x="2240" y="1873"/>
                  <a:pt x="2249" y="1891"/>
                  <a:pt x="2260" y="1896"/>
                </a:cubicBezTo>
                <a:cubicBezTo>
                  <a:pt x="2256" y="1900"/>
                  <a:pt x="2266" y="1904"/>
                  <a:pt x="2268" y="1909"/>
                </a:cubicBezTo>
                <a:cubicBezTo>
                  <a:pt x="2270" y="1913"/>
                  <a:pt x="2272" y="1918"/>
                  <a:pt x="2278" y="1923"/>
                </a:cubicBezTo>
                <a:cubicBezTo>
                  <a:pt x="2281" y="1932"/>
                  <a:pt x="2290" y="1941"/>
                  <a:pt x="2293" y="1950"/>
                </a:cubicBezTo>
                <a:cubicBezTo>
                  <a:pt x="2303" y="1969"/>
                  <a:pt x="2315" y="1987"/>
                  <a:pt x="2323" y="2005"/>
                </a:cubicBezTo>
                <a:cubicBezTo>
                  <a:pt x="2330" y="2014"/>
                  <a:pt x="2329" y="2023"/>
                  <a:pt x="2339" y="2032"/>
                </a:cubicBezTo>
                <a:cubicBezTo>
                  <a:pt x="2337" y="2041"/>
                  <a:pt x="2350" y="2051"/>
                  <a:pt x="2351" y="2059"/>
                </a:cubicBezTo>
                <a:cubicBezTo>
                  <a:pt x="2360" y="2069"/>
                  <a:pt x="2357" y="2077"/>
                  <a:pt x="2366" y="2087"/>
                </a:cubicBezTo>
                <a:cubicBezTo>
                  <a:pt x="2369" y="2096"/>
                  <a:pt x="2375" y="2105"/>
                  <a:pt x="2384" y="2114"/>
                </a:cubicBezTo>
                <a:cubicBezTo>
                  <a:pt x="2385" y="2119"/>
                  <a:pt x="2391" y="2125"/>
                  <a:pt x="2392" y="2130"/>
                </a:cubicBezTo>
                <a:cubicBezTo>
                  <a:pt x="2395" y="2133"/>
                  <a:pt x="2397" y="2136"/>
                  <a:pt x="2399" y="2138"/>
                </a:cubicBezTo>
                <a:cubicBezTo>
                  <a:pt x="2394" y="2141"/>
                  <a:pt x="2407" y="2145"/>
                  <a:pt x="2402" y="2148"/>
                </a:cubicBezTo>
                <a:cubicBezTo>
                  <a:pt x="2408" y="2151"/>
                  <a:pt x="2412" y="2156"/>
                  <a:pt x="2415" y="2160"/>
                </a:cubicBezTo>
                <a:cubicBezTo>
                  <a:pt x="2426" y="2160"/>
                  <a:pt x="2426" y="2160"/>
                  <a:pt x="2426" y="2160"/>
                </a:cubicBezTo>
                <a:cubicBezTo>
                  <a:pt x="2424" y="2157"/>
                  <a:pt x="2423" y="2154"/>
                  <a:pt x="2417" y="2149"/>
                </a:cubicBezTo>
                <a:close/>
                <a:moveTo>
                  <a:pt x="2465" y="2104"/>
                </a:moveTo>
                <a:cubicBezTo>
                  <a:pt x="2451" y="2090"/>
                  <a:pt x="2446" y="2076"/>
                  <a:pt x="2434" y="2062"/>
                </a:cubicBezTo>
                <a:cubicBezTo>
                  <a:pt x="2436" y="2059"/>
                  <a:pt x="2432" y="2056"/>
                  <a:pt x="2430" y="2054"/>
                </a:cubicBezTo>
                <a:cubicBezTo>
                  <a:pt x="2431" y="2051"/>
                  <a:pt x="2431" y="2049"/>
                  <a:pt x="2429" y="2046"/>
                </a:cubicBezTo>
                <a:cubicBezTo>
                  <a:pt x="2418" y="2032"/>
                  <a:pt x="2414" y="2018"/>
                  <a:pt x="2404" y="2004"/>
                </a:cubicBezTo>
                <a:cubicBezTo>
                  <a:pt x="2409" y="2001"/>
                  <a:pt x="2396" y="1997"/>
                  <a:pt x="2401" y="1995"/>
                </a:cubicBezTo>
                <a:cubicBezTo>
                  <a:pt x="2400" y="1991"/>
                  <a:pt x="2391" y="1987"/>
                  <a:pt x="2394" y="1983"/>
                </a:cubicBezTo>
                <a:cubicBezTo>
                  <a:pt x="2387" y="1978"/>
                  <a:pt x="2388" y="1966"/>
                  <a:pt x="2379" y="1965"/>
                </a:cubicBezTo>
                <a:cubicBezTo>
                  <a:pt x="2380" y="1970"/>
                  <a:pt x="2383" y="1973"/>
                  <a:pt x="2390" y="1982"/>
                </a:cubicBezTo>
                <a:cubicBezTo>
                  <a:pt x="2391" y="1985"/>
                  <a:pt x="2386" y="1987"/>
                  <a:pt x="2392" y="1991"/>
                </a:cubicBezTo>
                <a:cubicBezTo>
                  <a:pt x="2393" y="1994"/>
                  <a:pt x="2394" y="1997"/>
                  <a:pt x="2398" y="2001"/>
                </a:cubicBezTo>
                <a:cubicBezTo>
                  <a:pt x="2397" y="2007"/>
                  <a:pt x="2405" y="2015"/>
                  <a:pt x="2404" y="2021"/>
                </a:cubicBezTo>
                <a:cubicBezTo>
                  <a:pt x="2410" y="2025"/>
                  <a:pt x="2406" y="2027"/>
                  <a:pt x="2410" y="2031"/>
                </a:cubicBezTo>
                <a:cubicBezTo>
                  <a:pt x="2411" y="2035"/>
                  <a:pt x="2415" y="2038"/>
                  <a:pt x="2414" y="2042"/>
                </a:cubicBezTo>
                <a:cubicBezTo>
                  <a:pt x="2419" y="2045"/>
                  <a:pt x="2415" y="2048"/>
                  <a:pt x="2419" y="2051"/>
                </a:cubicBezTo>
                <a:cubicBezTo>
                  <a:pt x="2417" y="2055"/>
                  <a:pt x="2426" y="2059"/>
                  <a:pt x="2423" y="2063"/>
                </a:cubicBezTo>
                <a:cubicBezTo>
                  <a:pt x="2436" y="2077"/>
                  <a:pt x="2436" y="2084"/>
                  <a:pt x="2450" y="2100"/>
                </a:cubicBezTo>
                <a:cubicBezTo>
                  <a:pt x="2458" y="2115"/>
                  <a:pt x="2467" y="2122"/>
                  <a:pt x="2475" y="2139"/>
                </a:cubicBezTo>
                <a:cubicBezTo>
                  <a:pt x="2483" y="2146"/>
                  <a:pt x="2487" y="2153"/>
                  <a:pt x="2492" y="2160"/>
                </a:cubicBezTo>
                <a:cubicBezTo>
                  <a:pt x="2505" y="2160"/>
                  <a:pt x="2505" y="2160"/>
                  <a:pt x="2505" y="2160"/>
                </a:cubicBezTo>
                <a:cubicBezTo>
                  <a:pt x="2497" y="2148"/>
                  <a:pt x="2487" y="2136"/>
                  <a:pt x="2476" y="2123"/>
                </a:cubicBezTo>
                <a:cubicBezTo>
                  <a:pt x="2472" y="2113"/>
                  <a:pt x="2469" y="2112"/>
                  <a:pt x="2465" y="2104"/>
                </a:cubicBezTo>
                <a:close/>
                <a:moveTo>
                  <a:pt x="2502" y="2123"/>
                </a:moveTo>
                <a:cubicBezTo>
                  <a:pt x="2499" y="2119"/>
                  <a:pt x="2495" y="2114"/>
                  <a:pt x="2496" y="2109"/>
                </a:cubicBezTo>
                <a:cubicBezTo>
                  <a:pt x="2486" y="2106"/>
                  <a:pt x="2483" y="2091"/>
                  <a:pt x="2476" y="2083"/>
                </a:cubicBezTo>
                <a:cubicBezTo>
                  <a:pt x="2468" y="2080"/>
                  <a:pt x="2477" y="2070"/>
                  <a:pt x="2469" y="2072"/>
                </a:cubicBezTo>
                <a:cubicBezTo>
                  <a:pt x="2468" y="2067"/>
                  <a:pt x="2461" y="2062"/>
                  <a:pt x="2462" y="2057"/>
                </a:cubicBezTo>
                <a:cubicBezTo>
                  <a:pt x="2451" y="2047"/>
                  <a:pt x="2455" y="2038"/>
                  <a:pt x="2442" y="2028"/>
                </a:cubicBezTo>
                <a:cubicBezTo>
                  <a:pt x="2445" y="2023"/>
                  <a:pt x="2435" y="2018"/>
                  <a:pt x="2437" y="2013"/>
                </a:cubicBezTo>
                <a:cubicBezTo>
                  <a:pt x="2431" y="2007"/>
                  <a:pt x="2433" y="2002"/>
                  <a:pt x="2426" y="1996"/>
                </a:cubicBezTo>
                <a:cubicBezTo>
                  <a:pt x="2421" y="1985"/>
                  <a:pt x="2413" y="1974"/>
                  <a:pt x="2408" y="1963"/>
                </a:cubicBezTo>
                <a:cubicBezTo>
                  <a:pt x="2397" y="1949"/>
                  <a:pt x="2387" y="1934"/>
                  <a:pt x="2377" y="1920"/>
                </a:cubicBezTo>
                <a:cubicBezTo>
                  <a:pt x="2366" y="1914"/>
                  <a:pt x="2356" y="1898"/>
                  <a:pt x="2345" y="1887"/>
                </a:cubicBezTo>
                <a:cubicBezTo>
                  <a:pt x="2340" y="1882"/>
                  <a:pt x="2335" y="1882"/>
                  <a:pt x="2331" y="1874"/>
                </a:cubicBezTo>
                <a:cubicBezTo>
                  <a:pt x="2328" y="1871"/>
                  <a:pt x="2326" y="1869"/>
                  <a:pt x="2323" y="1866"/>
                </a:cubicBezTo>
                <a:cubicBezTo>
                  <a:pt x="2320" y="1870"/>
                  <a:pt x="2318" y="1858"/>
                  <a:pt x="2314" y="1865"/>
                </a:cubicBezTo>
                <a:cubicBezTo>
                  <a:pt x="2322" y="1870"/>
                  <a:pt x="2330" y="1882"/>
                  <a:pt x="2342" y="1890"/>
                </a:cubicBezTo>
                <a:cubicBezTo>
                  <a:pt x="2350" y="1903"/>
                  <a:pt x="2356" y="1909"/>
                  <a:pt x="2368" y="1920"/>
                </a:cubicBezTo>
                <a:cubicBezTo>
                  <a:pt x="2377" y="1936"/>
                  <a:pt x="2393" y="1953"/>
                  <a:pt x="2403" y="1970"/>
                </a:cubicBezTo>
                <a:cubicBezTo>
                  <a:pt x="2408" y="1979"/>
                  <a:pt x="2409" y="1987"/>
                  <a:pt x="2417" y="1996"/>
                </a:cubicBezTo>
                <a:cubicBezTo>
                  <a:pt x="2417" y="2004"/>
                  <a:pt x="2428" y="2013"/>
                  <a:pt x="2427" y="2021"/>
                </a:cubicBezTo>
                <a:cubicBezTo>
                  <a:pt x="2443" y="2039"/>
                  <a:pt x="2447" y="2055"/>
                  <a:pt x="2458" y="2073"/>
                </a:cubicBezTo>
                <a:cubicBezTo>
                  <a:pt x="2467" y="2083"/>
                  <a:pt x="2472" y="2093"/>
                  <a:pt x="2476" y="2103"/>
                </a:cubicBezTo>
                <a:cubicBezTo>
                  <a:pt x="2482" y="2104"/>
                  <a:pt x="2478" y="2105"/>
                  <a:pt x="2482" y="2110"/>
                </a:cubicBezTo>
                <a:cubicBezTo>
                  <a:pt x="2485" y="2114"/>
                  <a:pt x="2489" y="2117"/>
                  <a:pt x="2489" y="2121"/>
                </a:cubicBezTo>
                <a:cubicBezTo>
                  <a:pt x="2497" y="2124"/>
                  <a:pt x="2495" y="2133"/>
                  <a:pt x="2503" y="2141"/>
                </a:cubicBezTo>
                <a:cubicBezTo>
                  <a:pt x="2509" y="2149"/>
                  <a:pt x="2514" y="2154"/>
                  <a:pt x="2518" y="2160"/>
                </a:cubicBezTo>
                <a:cubicBezTo>
                  <a:pt x="2530" y="2160"/>
                  <a:pt x="2530" y="2160"/>
                  <a:pt x="2530" y="2160"/>
                </a:cubicBezTo>
                <a:cubicBezTo>
                  <a:pt x="2526" y="2154"/>
                  <a:pt x="2521" y="2148"/>
                  <a:pt x="2512" y="2138"/>
                </a:cubicBezTo>
                <a:cubicBezTo>
                  <a:pt x="2510" y="2133"/>
                  <a:pt x="2508" y="2129"/>
                  <a:pt x="2502" y="2123"/>
                </a:cubicBezTo>
                <a:close/>
                <a:moveTo>
                  <a:pt x="2459" y="2153"/>
                </a:moveTo>
                <a:cubicBezTo>
                  <a:pt x="2456" y="2150"/>
                  <a:pt x="2453" y="2146"/>
                  <a:pt x="2450" y="2143"/>
                </a:cubicBezTo>
                <a:cubicBezTo>
                  <a:pt x="2404" y="2065"/>
                  <a:pt x="2403" y="2059"/>
                  <a:pt x="2396" y="2051"/>
                </a:cubicBezTo>
                <a:cubicBezTo>
                  <a:pt x="2391" y="2028"/>
                  <a:pt x="2382" y="2020"/>
                  <a:pt x="2383" y="2014"/>
                </a:cubicBezTo>
                <a:cubicBezTo>
                  <a:pt x="2360" y="1965"/>
                  <a:pt x="2355" y="1958"/>
                  <a:pt x="2352" y="1951"/>
                </a:cubicBezTo>
                <a:cubicBezTo>
                  <a:pt x="2320" y="1909"/>
                  <a:pt x="2322" y="1898"/>
                  <a:pt x="2315" y="1902"/>
                </a:cubicBezTo>
                <a:cubicBezTo>
                  <a:pt x="2370" y="2007"/>
                  <a:pt x="2371" y="2014"/>
                  <a:pt x="2375" y="2021"/>
                </a:cubicBezTo>
                <a:cubicBezTo>
                  <a:pt x="2381" y="2054"/>
                  <a:pt x="2386" y="2049"/>
                  <a:pt x="2380" y="2043"/>
                </a:cubicBezTo>
                <a:cubicBezTo>
                  <a:pt x="2364" y="1998"/>
                  <a:pt x="2352" y="1991"/>
                  <a:pt x="2352" y="1985"/>
                </a:cubicBezTo>
                <a:cubicBezTo>
                  <a:pt x="2344" y="1962"/>
                  <a:pt x="2339" y="1955"/>
                  <a:pt x="2338" y="1949"/>
                </a:cubicBezTo>
                <a:cubicBezTo>
                  <a:pt x="2301" y="1894"/>
                  <a:pt x="2293" y="1879"/>
                  <a:pt x="2277" y="1863"/>
                </a:cubicBezTo>
                <a:cubicBezTo>
                  <a:pt x="2297" y="1890"/>
                  <a:pt x="2298" y="1894"/>
                  <a:pt x="2298" y="1897"/>
                </a:cubicBezTo>
                <a:cubicBezTo>
                  <a:pt x="2316" y="1928"/>
                  <a:pt x="2325" y="1935"/>
                  <a:pt x="2326" y="1942"/>
                </a:cubicBezTo>
                <a:cubicBezTo>
                  <a:pt x="2339" y="1986"/>
                  <a:pt x="2353" y="1990"/>
                  <a:pt x="2347" y="1993"/>
                </a:cubicBezTo>
                <a:cubicBezTo>
                  <a:pt x="2365" y="2028"/>
                  <a:pt x="2361" y="2031"/>
                  <a:pt x="2366" y="2034"/>
                </a:cubicBezTo>
                <a:cubicBezTo>
                  <a:pt x="2377" y="2059"/>
                  <a:pt x="2381" y="2062"/>
                  <a:pt x="2380" y="2066"/>
                </a:cubicBezTo>
                <a:cubicBezTo>
                  <a:pt x="2394" y="2093"/>
                  <a:pt x="2399" y="2101"/>
                  <a:pt x="2403" y="2106"/>
                </a:cubicBezTo>
                <a:cubicBezTo>
                  <a:pt x="2413" y="2118"/>
                  <a:pt x="2409" y="2121"/>
                  <a:pt x="2414" y="2125"/>
                </a:cubicBezTo>
                <a:cubicBezTo>
                  <a:pt x="2438" y="2159"/>
                  <a:pt x="2439" y="2160"/>
                  <a:pt x="2440" y="2160"/>
                </a:cubicBezTo>
                <a:cubicBezTo>
                  <a:pt x="2460" y="2160"/>
                  <a:pt x="2462" y="2156"/>
                  <a:pt x="2459" y="2153"/>
                </a:cubicBezTo>
                <a:close/>
                <a:moveTo>
                  <a:pt x="2392" y="2064"/>
                </a:moveTo>
                <a:cubicBezTo>
                  <a:pt x="2397" y="2062"/>
                  <a:pt x="2399" y="2073"/>
                  <a:pt x="2400" y="2077"/>
                </a:cubicBezTo>
                <a:cubicBezTo>
                  <a:pt x="2396" y="2078"/>
                  <a:pt x="2394" y="2067"/>
                  <a:pt x="2392" y="2064"/>
                </a:cubicBezTo>
                <a:close/>
                <a:moveTo>
                  <a:pt x="2400" y="2083"/>
                </a:moveTo>
                <a:cubicBezTo>
                  <a:pt x="2404" y="2080"/>
                  <a:pt x="2407" y="2089"/>
                  <a:pt x="2407" y="2091"/>
                </a:cubicBezTo>
                <a:cubicBezTo>
                  <a:pt x="2403" y="2094"/>
                  <a:pt x="2400" y="2084"/>
                  <a:pt x="2400" y="2083"/>
                </a:cubicBezTo>
                <a:close/>
                <a:moveTo>
                  <a:pt x="2867" y="2097"/>
                </a:moveTo>
                <a:cubicBezTo>
                  <a:pt x="2845" y="2071"/>
                  <a:pt x="2822" y="2045"/>
                  <a:pt x="2800" y="2020"/>
                </a:cubicBezTo>
                <a:cubicBezTo>
                  <a:pt x="2787" y="2012"/>
                  <a:pt x="2781" y="1993"/>
                  <a:pt x="2766" y="1994"/>
                </a:cubicBezTo>
                <a:cubicBezTo>
                  <a:pt x="2774" y="1997"/>
                  <a:pt x="2780" y="2010"/>
                  <a:pt x="2788" y="2013"/>
                </a:cubicBezTo>
                <a:cubicBezTo>
                  <a:pt x="2796" y="2027"/>
                  <a:pt x="2804" y="2030"/>
                  <a:pt x="2812" y="2044"/>
                </a:cubicBezTo>
                <a:cubicBezTo>
                  <a:pt x="2818" y="2047"/>
                  <a:pt x="2818" y="2053"/>
                  <a:pt x="2826" y="2060"/>
                </a:cubicBezTo>
                <a:cubicBezTo>
                  <a:pt x="2834" y="2069"/>
                  <a:pt x="2831" y="2068"/>
                  <a:pt x="2838" y="2076"/>
                </a:cubicBezTo>
                <a:cubicBezTo>
                  <a:pt x="2848" y="2083"/>
                  <a:pt x="2851" y="2096"/>
                  <a:pt x="2861" y="2103"/>
                </a:cubicBezTo>
                <a:cubicBezTo>
                  <a:pt x="2860" y="2107"/>
                  <a:pt x="2863" y="2112"/>
                  <a:pt x="2868" y="2117"/>
                </a:cubicBezTo>
                <a:cubicBezTo>
                  <a:pt x="2866" y="2122"/>
                  <a:pt x="2875" y="2128"/>
                  <a:pt x="2873" y="2133"/>
                </a:cubicBezTo>
                <a:cubicBezTo>
                  <a:pt x="2880" y="2142"/>
                  <a:pt x="2886" y="2151"/>
                  <a:pt x="2891" y="2160"/>
                </a:cubicBezTo>
                <a:cubicBezTo>
                  <a:pt x="2902" y="2160"/>
                  <a:pt x="2902" y="2160"/>
                  <a:pt x="2902" y="2160"/>
                </a:cubicBezTo>
                <a:cubicBezTo>
                  <a:pt x="2900" y="2157"/>
                  <a:pt x="2899" y="2155"/>
                  <a:pt x="2898" y="2151"/>
                </a:cubicBezTo>
                <a:cubicBezTo>
                  <a:pt x="2882" y="2133"/>
                  <a:pt x="2878" y="2115"/>
                  <a:pt x="2867" y="2097"/>
                </a:cubicBezTo>
                <a:close/>
                <a:moveTo>
                  <a:pt x="2925" y="2156"/>
                </a:moveTo>
                <a:cubicBezTo>
                  <a:pt x="2918" y="2156"/>
                  <a:pt x="2925" y="2151"/>
                  <a:pt x="2920" y="2147"/>
                </a:cubicBezTo>
                <a:cubicBezTo>
                  <a:pt x="2912" y="2136"/>
                  <a:pt x="2914" y="2134"/>
                  <a:pt x="2906" y="2124"/>
                </a:cubicBezTo>
                <a:cubicBezTo>
                  <a:pt x="2909" y="2121"/>
                  <a:pt x="2900" y="2116"/>
                  <a:pt x="2902" y="2113"/>
                </a:cubicBezTo>
                <a:cubicBezTo>
                  <a:pt x="2898" y="2109"/>
                  <a:pt x="2893" y="2104"/>
                  <a:pt x="2893" y="2100"/>
                </a:cubicBezTo>
                <a:cubicBezTo>
                  <a:pt x="2887" y="2091"/>
                  <a:pt x="2882" y="2083"/>
                  <a:pt x="2877" y="2074"/>
                </a:cubicBezTo>
                <a:cubicBezTo>
                  <a:pt x="2871" y="2068"/>
                  <a:pt x="2866" y="2062"/>
                  <a:pt x="2861" y="2056"/>
                </a:cubicBezTo>
                <a:cubicBezTo>
                  <a:pt x="2843" y="2043"/>
                  <a:pt x="2826" y="2021"/>
                  <a:pt x="2808" y="2009"/>
                </a:cubicBezTo>
                <a:cubicBezTo>
                  <a:pt x="2800" y="1999"/>
                  <a:pt x="2791" y="1996"/>
                  <a:pt x="2782" y="1986"/>
                </a:cubicBezTo>
                <a:cubicBezTo>
                  <a:pt x="2778" y="1981"/>
                  <a:pt x="2773" y="1984"/>
                  <a:pt x="2769" y="1977"/>
                </a:cubicBezTo>
                <a:cubicBezTo>
                  <a:pt x="2764" y="1972"/>
                  <a:pt x="2760" y="1969"/>
                  <a:pt x="2755" y="1969"/>
                </a:cubicBezTo>
                <a:cubicBezTo>
                  <a:pt x="2761" y="1976"/>
                  <a:pt x="2765" y="1974"/>
                  <a:pt x="2767" y="1982"/>
                </a:cubicBezTo>
                <a:cubicBezTo>
                  <a:pt x="2777" y="1985"/>
                  <a:pt x="2786" y="1998"/>
                  <a:pt x="2796" y="2006"/>
                </a:cubicBezTo>
                <a:cubicBezTo>
                  <a:pt x="2801" y="2013"/>
                  <a:pt x="2806" y="2014"/>
                  <a:pt x="2811" y="2019"/>
                </a:cubicBezTo>
                <a:cubicBezTo>
                  <a:pt x="2813" y="2021"/>
                  <a:pt x="2815" y="2025"/>
                  <a:pt x="2818" y="2024"/>
                </a:cubicBezTo>
                <a:cubicBezTo>
                  <a:pt x="2822" y="2026"/>
                  <a:pt x="2818" y="2034"/>
                  <a:pt x="2824" y="2031"/>
                </a:cubicBezTo>
                <a:cubicBezTo>
                  <a:pt x="2823" y="2036"/>
                  <a:pt x="2831" y="2036"/>
                  <a:pt x="2835" y="2044"/>
                </a:cubicBezTo>
                <a:cubicBezTo>
                  <a:pt x="2840" y="2050"/>
                  <a:pt x="2845" y="2054"/>
                  <a:pt x="2850" y="2057"/>
                </a:cubicBezTo>
                <a:cubicBezTo>
                  <a:pt x="2848" y="2060"/>
                  <a:pt x="2852" y="2062"/>
                  <a:pt x="2854" y="2062"/>
                </a:cubicBezTo>
                <a:cubicBezTo>
                  <a:pt x="2852" y="2065"/>
                  <a:pt x="2856" y="2067"/>
                  <a:pt x="2858" y="2067"/>
                </a:cubicBezTo>
                <a:cubicBezTo>
                  <a:pt x="2860" y="2072"/>
                  <a:pt x="2862" y="2074"/>
                  <a:pt x="2869" y="2078"/>
                </a:cubicBezTo>
                <a:cubicBezTo>
                  <a:pt x="2872" y="2087"/>
                  <a:pt x="2878" y="2097"/>
                  <a:pt x="2887" y="2106"/>
                </a:cubicBezTo>
                <a:cubicBezTo>
                  <a:pt x="2890" y="2112"/>
                  <a:pt x="2891" y="2117"/>
                  <a:pt x="2893" y="2123"/>
                </a:cubicBezTo>
                <a:cubicBezTo>
                  <a:pt x="2898" y="2120"/>
                  <a:pt x="2894" y="2128"/>
                  <a:pt x="2899" y="2130"/>
                </a:cubicBezTo>
                <a:cubicBezTo>
                  <a:pt x="2899" y="2136"/>
                  <a:pt x="2901" y="2132"/>
                  <a:pt x="2905" y="2136"/>
                </a:cubicBezTo>
                <a:cubicBezTo>
                  <a:pt x="2903" y="2142"/>
                  <a:pt x="2911" y="2148"/>
                  <a:pt x="2911" y="2154"/>
                </a:cubicBezTo>
                <a:cubicBezTo>
                  <a:pt x="2912" y="2159"/>
                  <a:pt x="2913" y="2156"/>
                  <a:pt x="2917" y="2160"/>
                </a:cubicBezTo>
                <a:cubicBezTo>
                  <a:pt x="2925" y="2160"/>
                  <a:pt x="2925" y="2160"/>
                  <a:pt x="2925" y="2160"/>
                </a:cubicBezTo>
                <a:cubicBezTo>
                  <a:pt x="2924" y="2159"/>
                  <a:pt x="2924" y="2158"/>
                  <a:pt x="2925" y="2156"/>
                </a:cubicBezTo>
                <a:close/>
                <a:moveTo>
                  <a:pt x="2984" y="2151"/>
                </a:moveTo>
                <a:cubicBezTo>
                  <a:pt x="2976" y="2138"/>
                  <a:pt x="2972" y="2125"/>
                  <a:pt x="2965" y="2113"/>
                </a:cubicBezTo>
                <a:cubicBezTo>
                  <a:pt x="2944" y="2085"/>
                  <a:pt x="2929" y="2066"/>
                  <a:pt x="2911" y="2044"/>
                </a:cubicBezTo>
                <a:cubicBezTo>
                  <a:pt x="2902" y="2037"/>
                  <a:pt x="2893" y="2028"/>
                  <a:pt x="2883" y="2019"/>
                </a:cubicBezTo>
                <a:cubicBezTo>
                  <a:pt x="2880" y="2020"/>
                  <a:pt x="2876" y="2016"/>
                  <a:pt x="2873" y="2014"/>
                </a:cubicBezTo>
                <a:cubicBezTo>
                  <a:pt x="2869" y="2018"/>
                  <a:pt x="2866" y="2004"/>
                  <a:pt x="2862" y="2008"/>
                </a:cubicBezTo>
                <a:cubicBezTo>
                  <a:pt x="2855" y="2002"/>
                  <a:pt x="2848" y="1997"/>
                  <a:pt x="2840" y="1996"/>
                </a:cubicBezTo>
                <a:cubicBezTo>
                  <a:pt x="2833" y="1988"/>
                  <a:pt x="2825" y="1988"/>
                  <a:pt x="2818" y="1981"/>
                </a:cubicBezTo>
                <a:cubicBezTo>
                  <a:pt x="2810" y="1980"/>
                  <a:pt x="2804" y="1964"/>
                  <a:pt x="2795" y="1971"/>
                </a:cubicBezTo>
                <a:cubicBezTo>
                  <a:pt x="2804" y="1978"/>
                  <a:pt x="2812" y="1981"/>
                  <a:pt x="2820" y="1990"/>
                </a:cubicBezTo>
                <a:cubicBezTo>
                  <a:pt x="2825" y="1992"/>
                  <a:pt x="2829" y="1996"/>
                  <a:pt x="2834" y="1999"/>
                </a:cubicBezTo>
                <a:cubicBezTo>
                  <a:pt x="2839" y="1996"/>
                  <a:pt x="2842" y="2006"/>
                  <a:pt x="2847" y="2004"/>
                </a:cubicBezTo>
                <a:cubicBezTo>
                  <a:pt x="2855" y="2014"/>
                  <a:pt x="2864" y="2015"/>
                  <a:pt x="2872" y="2023"/>
                </a:cubicBezTo>
                <a:cubicBezTo>
                  <a:pt x="2875" y="2021"/>
                  <a:pt x="2877" y="2030"/>
                  <a:pt x="2883" y="2028"/>
                </a:cubicBezTo>
                <a:cubicBezTo>
                  <a:pt x="2887" y="2035"/>
                  <a:pt x="2891" y="2037"/>
                  <a:pt x="2896" y="2040"/>
                </a:cubicBezTo>
                <a:cubicBezTo>
                  <a:pt x="2900" y="2047"/>
                  <a:pt x="2906" y="2059"/>
                  <a:pt x="2917" y="2065"/>
                </a:cubicBezTo>
                <a:cubicBezTo>
                  <a:pt x="2915" y="2069"/>
                  <a:pt x="2925" y="2074"/>
                  <a:pt x="2927" y="2079"/>
                </a:cubicBezTo>
                <a:cubicBezTo>
                  <a:pt x="2932" y="2085"/>
                  <a:pt x="2937" y="2090"/>
                  <a:pt x="2942" y="2096"/>
                </a:cubicBezTo>
                <a:cubicBezTo>
                  <a:pt x="2944" y="2102"/>
                  <a:pt x="2950" y="2108"/>
                  <a:pt x="2956" y="2115"/>
                </a:cubicBezTo>
                <a:cubicBezTo>
                  <a:pt x="2959" y="2123"/>
                  <a:pt x="2963" y="2131"/>
                  <a:pt x="2968" y="2139"/>
                </a:cubicBezTo>
                <a:cubicBezTo>
                  <a:pt x="2967" y="2143"/>
                  <a:pt x="2972" y="2148"/>
                  <a:pt x="2973" y="2152"/>
                </a:cubicBezTo>
                <a:cubicBezTo>
                  <a:pt x="2974" y="2155"/>
                  <a:pt x="2977" y="2158"/>
                  <a:pt x="2978" y="2160"/>
                </a:cubicBezTo>
                <a:cubicBezTo>
                  <a:pt x="2986" y="2160"/>
                  <a:pt x="2986" y="2160"/>
                  <a:pt x="2986" y="2160"/>
                </a:cubicBezTo>
                <a:cubicBezTo>
                  <a:pt x="2985" y="2157"/>
                  <a:pt x="2984" y="2154"/>
                  <a:pt x="2984" y="2151"/>
                </a:cubicBezTo>
                <a:close/>
                <a:moveTo>
                  <a:pt x="2933" y="2112"/>
                </a:moveTo>
                <a:cubicBezTo>
                  <a:pt x="2912" y="2088"/>
                  <a:pt x="2896" y="2065"/>
                  <a:pt x="2870" y="2037"/>
                </a:cubicBezTo>
                <a:cubicBezTo>
                  <a:pt x="2851" y="2023"/>
                  <a:pt x="2833" y="2005"/>
                  <a:pt x="2814" y="1993"/>
                </a:cubicBezTo>
                <a:cubicBezTo>
                  <a:pt x="2810" y="1987"/>
                  <a:pt x="2805" y="1991"/>
                  <a:pt x="2801" y="1984"/>
                </a:cubicBezTo>
                <a:cubicBezTo>
                  <a:pt x="2795" y="1984"/>
                  <a:pt x="2791" y="1977"/>
                  <a:pt x="2786" y="1977"/>
                </a:cubicBezTo>
                <a:cubicBezTo>
                  <a:pt x="2784" y="1975"/>
                  <a:pt x="2782" y="1974"/>
                  <a:pt x="2780" y="1974"/>
                </a:cubicBezTo>
                <a:cubicBezTo>
                  <a:pt x="2777" y="1971"/>
                  <a:pt x="2775" y="1967"/>
                  <a:pt x="2772" y="1968"/>
                </a:cubicBezTo>
                <a:cubicBezTo>
                  <a:pt x="2770" y="1966"/>
                  <a:pt x="2768" y="1962"/>
                  <a:pt x="2765" y="1963"/>
                </a:cubicBezTo>
                <a:cubicBezTo>
                  <a:pt x="2763" y="1960"/>
                  <a:pt x="2759" y="1961"/>
                  <a:pt x="2760" y="1965"/>
                </a:cubicBezTo>
                <a:cubicBezTo>
                  <a:pt x="2764" y="1964"/>
                  <a:pt x="2768" y="1967"/>
                  <a:pt x="2772" y="1972"/>
                </a:cubicBezTo>
                <a:cubicBezTo>
                  <a:pt x="2777" y="1974"/>
                  <a:pt x="2781" y="1979"/>
                  <a:pt x="2785" y="1980"/>
                </a:cubicBezTo>
                <a:cubicBezTo>
                  <a:pt x="2794" y="1986"/>
                  <a:pt x="2802" y="1990"/>
                  <a:pt x="2810" y="1999"/>
                </a:cubicBezTo>
                <a:cubicBezTo>
                  <a:pt x="2818" y="2006"/>
                  <a:pt x="2830" y="2007"/>
                  <a:pt x="2832" y="2017"/>
                </a:cubicBezTo>
                <a:cubicBezTo>
                  <a:pt x="2837" y="2017"/>
                  <a:pt x="2841" y="2021"/>
                  <a:pt x="2846" y="2026"/>
                </a:cubicBezTo>
                <a:cubicBezTo>
                  <a:pt x="2850" y="2033"/>
                  <a:pt x="2855" y="2032"/>
                  <a:pt x="2859" y="2038"/>
                </a:cubicBezTo>
                <a:cubicBezTo>
                  <a:pt x="2869" y="2049"/>
                  <a:pt x="2879" y="2061"/>
                  <a:pt x="2889" y="2072"/>
                </a:cubicBezTo>
                <a:cubicBezTo>
                  <a:pt x="2894" y="2076"/>
                  <a:pt x="2891" y="2080"/>
                  <a:pt x="2897" y="2085"/>
                </a:cubicBezTo>
                <a:cubicBezTo>
                  <a:pt x="2902" y="2090"/>
                  <a:pt x="2907" y="2096"/>
                  <a:pt x="2912" y="2101"/>
                </a:cubicBezTo>
                <a:cubicBezTo>
                  <a:pt x="2920" y="2107"/>
                  <a:pt x="2918" y="2115"/>
                  <a:pt x="2925" y="2116"/>
                </a:cubicBezTo>
                <a:cubicBezTo>
                  <a:pt x="2928" y="2119"/>
                  <a:pt x="2926" y="2121"/>
                  <a:pt x="2929" y="2124"/>
                </a:cubicBezTo>
                <a:cubicBezTo>
                  <a:pt x="2931" y="2127"/>
                  <a:pt x="2935" y="2130"/>
                  <a:pt x="2933" y="2132"/>
                </a:cubicBezTo>
                <a:cubicBezTo>
                  <a:pt x="2937" y="2138"/>
                  <a:pt x="2948" y="2144"/>
                  <a:pt x="2943" y="2150"/>
                </a:cubicBezTo>
                <a:cubicBezTo>
                  <a:pt x="2948" y="2150"/>
                  <a:pt x="2947" y="2156"/>
                  <a:pt x="2951" y="2160"/>
                </a:cubicBezTo>
                <a:cubicBezTo>
                  <a:pt x="2962" y="2160"/>
                  <a:pt x="2962" y="2160"/>
                  <a:pt x="2962" y="2160"/>
                </a:cubicBezTo>
                <a:cubicBezTo>
                  <a:pt x="2961" y="2159"/>
                  <a:pt x="2960" y="2157"/>
                  <a:pt x="2959" y="2155"/>
                </a:cubicBezTo>
                <a:cubicBezTo>
                  <a:pt x="2954" y="2141"/>
                  <a:pt x="2941" y="2126"/>
                  <a:pt x="2933" y="2112"/>
                </a:cubicBezTo>
                <a:close/>
                <a:moveTo>
                  <a:pt x="3015" y="2113"/>
                </a:moveTo>
                <a:cubicBezTo>
                  <a:pt x="3020" y="2110"/>
                  <a:pt x="3007" y="2106"/>
                  <a:pt x="3012" y="2103"/>
                </a:cubicBezTo>
                <a:cubicBezTo>
                  <a:pt x="3010" y="2100"/>
                  <a:pt x="3008" y="2097"/>
                  <a:pt x="3010" y="2094"/>
                </a:cubicBezTo>
                <a:cubicBezTo>
                  <a:pt x="2995" y="2074"/>
                  <a:pt x="2992" y="2063"/>
                  <a:pt x="2976" y="2045"/>
                </a:cubicBezTo>
                <a:cubicBezTo>
                  <a:pt x="2964" y="2035"/>
                  <a:pt x="2951" y="2024"/>
                  <a:pt x="2939" y="2017"/>
                </a:cubicBezTo>
                <a:cubicBezTo>
                  <a:pt x="2933" y="2010"/>
                  <a:pt x="2926" y="2010"/>
                  <a:pt x="2920" y="2001"/>
                </a:cubicBezTo>
                <a:cubicBezTo>
                  <a:pt x="2913" y="2001"/>
                  <a:pt x="2907" y="1991"/>
                  <a:pt x="2901" y="1992"/>
                </a:cubicBezTo>
                <a:cubicBezTo>
                  <a:pt x="2915" y="2006"/>
                  <a:pt x="2929" y="2015"/>
                  <a:pt x="2943" y="2025"/>
                </a:cubicBezTo>
                <a:cubicBezTo>
                  <a:pt x="2950" y="2033"/>
                  <a:pt x="2958" y="2039"/>
                  <a:pt x="2965" y="2043"/>
                </a:cubicBezTo>
                <a:cubicBezTo>
                  <a:pt x="2962" y="2047"/>
                  <a:pt x="2972" y="2052"/>
                  <a:pt x="2974" y="2056"/>
                </a:cubicBezTo>
                <a:cubicBezTo>
                  <a:pt x="2978" y="2061"/>
                  <a:pt x="2982" y="2066"/>
                  <a:pt x="2986" y="2071"/>
                </a:cubicBezTo>
                <a:cubicBezTo>
                  <a:pt x="2991" y="2078"/>
                  <a:pt x="2995" y="2092"/>
                  <a:pt x="3002" y="2095"/>
                </a:cubicBezTo>
                <a:cubicBezTo>
                  <a:pt x="2998" y="2100"/>
                  <a:pt x="3006" y="2107"/>
                  <a:pt x="3005" y="2112"/>
                </a:cubicBezTo>
                <a:cubicBezTo>
                  <a:pt x="3008" y="2118"/>
                  <a:pt x="3012" y="2124"/>
                  <a:pt x="3012" y="2130"/>
                </a:cubicBezTo>
                <a:cubicBezTo>
                  <a:pt x="3018" y="2140"/>
                  <a:pt x="3020" y="2150"/>
                  <a:pt x="3026" y="2160"/>
                </a:cubicBezTo>
                <a:cubicBezTo>
                  <a:pt x="3035" y="2160"/>
                  <a:pt x="3035" y="2160"/>
                  <a:pt x="3035" y="2160"/>
                </a:cubicBezTo>
                <a:cubicBezTo>
                  <a:pt x="3030" y="2151"/>
                  <a:pt x="3030" y="2142"/>
                  <a:pt x="3023" y="2132"/>
                </a:cubicBezTo>
                <a:cubicBezTo>
                  <a:pt x="3023" y="2126"/>
                  <a:pt x="3017" y="2119"/>
                  <a:pt x="3015" y="2113"/>
                </a:cubicBezTo>
                <a:close/>
                <a:moveTo>
                  <a:pt x="3006" y="2155"/>
                </a:moveTo>
                <a:cubicBezTo>
                  <a:pt x="3008" y="2139"/>
                  <a:pt x="2989" y="2121"/>
                  <a:pt x="2990" y="2105"/>
                </a:cubicBezTo>
                <a:cubicBezTo>
                  <a:pt x="2986" y="2100"/>
                  <a:pt x="2982" y="2095"/>
                  <a:pt x="2984" y="2091"/>
                </a:cubicBezTo>
                <a:cubicBezTo>
                  <a:pt x="2971" y="2074"/>
                  <a:pt x="2959" y="2055"/>
                  <a:pt x="2950" y="2042"/>
                </a:cubicBezTo>
                <a:cubicBezTo>
                  <a:pt x="2938" y="2031"/>
                  <a:pt x="2920" y="2017"/>
                  <a:pt x="2904" y="2003"/>
                </a:cubicBezTo>
                <a:cubicBezTo>
                  <a:pt x="2897" y="2003"/>
                  <a:pt x="2890" y="1997"/>
                  <a:pt x="2884" y="1993"/>
                </a:cubicBezTo>
                <a:cubicBezTo>
                  <a:pt x="2876" y="1993"/>
                  <a:pt x="2869" y="1982"/>
                  <a:pt x="2861" y="1984"/>
                </a:cubicBezTo>
                <a:cubicBezTo>
                  <a:pt x="2864" y="1987"/>
                  <a:pt x="2868" y="1986"/>
                  <a:pt x="2871" y="1992"/>
                </a:cubicBezTo>
                <a:cubicBezTo>
                  <a:pt x="2875" y="1991"/>
                  <a:pt x="2878" y="2000"/>
                  <a:pt x="2882" y="1997"/>
                </a:cubicBezTo>
                <a:cubicBezTo>
                  <a:pt x="2885" y="2002"/>
                  <a:pt x="2888" y="2003"/>
                  <a:pt x="2892" y="2003"/>
                </a:cubicBezTo>
                <a:cubicBezTo>
                  <a:pt x="2892" y="2006"/>
                  <a:pt x="2897" y="2009"/>
                  <a:pt x="2901" y="2009"/>
                </a:cubicBezTo>
                <a:cubicBezTo>
                  <a:pt x="2915" y="2021"/>
                  <a:pt x="2929" y="2033"/>
                  <a:pt x="2943" y="2045"/>
                </a:cubicBezTo>
                <a:cubicBezTo>
                  <a:pt x="2945" y="2047"/>
                  <a:pt x="2943" y="2049"/>
                  <a:pt x="2946" y="2051"/>
                </a:cubicBezTo>
                <a:cubicBezTo>
                  <a:pt x="2948" y="2053"/>
                  <a:pt x="2951" y="2052"/>
                  <a:pt x="2949" y="2054"/>
                </a:cubicBezTo>
                <a:cubicBezTo>
                  <a:pt x="2951" y="2059"/>
                  <a:pt x="2960" y="2063"/>
                  <a:pt x="2957" y="2067"/>
                </a:cubicBezTo>
                <a:cubicBezTo>
                  <a:pt x="2961" y="2072"/>
                  <a:pt x="2966" y="2076"/>
                  <a:pt x="2966" y="2080"/>
                </a:cubicBezTo>
                <a:cubicBezTo>
                  <a:pt x="2966" y="2085"/>
                  <a:pt x="2974" y="2090"/>
                  <a:pt x="2973" y="2095"/>
                </a:cubicBezTo>
                <a:cubicBezTo>
                  <a:pt x="2985" y="2112"/>
                  <a:pt x="2986" y="2129"/>
                  <a:pt x="2995" y="2147"/>
                </a:cubicBezTo>
                <a:cubicBezTo>
                  <a:pt x="2996" y="2151"/>
                  <a:pt x="2998" y="2156"/>
                  <a:pt x="2999" y="2160"/>
                </a:cubicBezTo>
                <a:cubicBezTo>
                  <a:pt x="3010" y="2160"/>
                  <a:pt x="3010" y="2160"/>
                  <a:pt x="3010" y="2160"/>
                </a:cubicBezTo>
                <a:cubicBezTo>
                  <a:pt x="3009" y="2159"/>
                  <a:pt x="3008" y="2157"/>
                  <a:pt x="3006" y="2155"/>
                </a:cubicBezTo>
                <a:close/>
                <a:moveTo>
                  <a:pt x="729" y="2129"/>
                </a:moveTo>
                <a:cubicBezTo>
                  <a:pt x="729" y="2126"/>
                  <a:pt x="729" y="2123"/>
                  <a:pt x="733" y="2124"/>
                </a:cubicBezTo>
                <a:cubicBezTo>
                  <a:pt x="753" y="2068"/>
                  <a:pt x="761" y="2070"/>
                  <a:pt x="759" y="2063"/>
                </a:cubicBezTo>
                <a:cubicBezTo>
                  <a:pt x="773" y="2016"/>
                  <a:pt x="777" y="2009"/>
                  <a:pt x="779" y="2000"/>
                </a:cubicBezTo>
                <a:cubicBezTo>
                  <a:pt x="790" y="1956"/>
                  <a:pt x="792" y="1944"/>
                  <a:pt x="793" y="1921"/>
                </a:cubicBezTo>
                <a:cubicBezTo>
                  <a:pt x="796" y="1847"/>
                  <a:pt x="795" y="1840"/>
                  <a:pt x="798" y="1837"/>
                </a:cubicBezTo>
                <a:cubicBezTo>
                  <a:pt x="793" y="1793"/>
                  <a:pt x="796" y="1792"/>
                  <a:pt x="794" y="1785"/>
                </a:cubicBezTo>
                <a:cubicBezTo>
                  <a:pt x="784" y="1845"/>
                  <a:pt x="785" y="1850"/>
                  <a:pt x="784" y="1854"/>
                </a:cubicBezTo>
                <a:cubicBezTo>
                  <a:pt x="770" y="1895"/>
                  <a:pt x="773" y="1909"/>
                  <a:pt x="766" y="1914"/>
                </a:cubicBezTo>
                <a:cubicBezTo>
                  <a:pt x="748" y="1953"/>
                  <a:pt x="745" y="1956"/>
                  <a:pt x="743" y="1959"/>
                </a:cubicBezTo>
                <a:cubicBezTo>
                  <a:pt x="726" y="1983"/>
                  <a:pt x="731" y="1992"/>
                  <a:pt x="723" y="1991"/>
                </a:cubicBezTo>
                <a:cubicBezTo>
                  <a:pt x="709" y="2014"/>
                  <a:pt x="707" y="2015"/>
                  <a:pt x="708" y="2019"/>
                </a:cubicBezTo>
                <a:cubicBezTo>
                  <a:pt x="674" y="2075"/>
                  <a:pt x="665" y="2079"/>
                  <a:pt x="665" y="2089"/>
                </a:cubicBezTo>
                <a:cubicBezTo>
                  <a:pt x="647" y="2122"/>
                  <a:pt x="642" y="2122"/>
                  <a:pt x="641" y="2126"/>
                </a:cubicBezTo>
                <a:cubicBezTo>
                  <a:pt x="625" y="2149"/>
                  <a:pt x="624" y="2156"/>
                  <a:pt x="620" y="2160"/>
                </a:cubicBezTo>
                <a:cubicBezTo>
                  <a:pt x="643" y="2138"/>
                  <a:pt x="647" y="2134"/>
                  <a:pt x="650" y="2130"/>
                </a:cubicBezTo>
                <a:cubicBezTo>
                  <a:pt x="684" y="2076"/>
                  <a:pt x="681" y="2069"/>
                  <a:pt x="685" y="2068"/>
                </a:cubicBezTo>
                <a:cubicBezTo>
                  <a:pt x="698" y="2051"/>
                  <a:pt x="699" y="2049"/>
                  <a:pt x="699" y="2045"/>
                </a:cubicBezTo>
                <a:cubicBezTo>
                  <a:pt x="720" y="2010"/>
                  <a:pt x="727" y="2010"/>
                  <a:pt x="726" y="2002"/>
                </a:cubicBezTo>
                <a:cubicBezTo>
                  <a:pt x="757" y="1966"/>
                  <a:pt x="748" y="1970"/>
                  <a:pt x="751" y="1974"/>
                </a:cubicBezTo>
                <a:cubicBezTo>
                  <a:pt x="732" y="2008"/>
                  <a:pt x="731" y="2023"/>
                  <a:pt x="724" y="2033"/>
                </a:cubicBezTo>
                <a:cubicBezTo>
                  <a:pt x="709" y="2059"/>
                  <a:pt x="707" y="2061"/>
                  <a:pt x="704" y="2063"/>
                </a:cubicBezTo>
                <a:cubicBezTo>
                  <a:pt x="677" y="2114"/>
                  <a:pt x="671" y="2113"/>
                  <a:pt x="671" y="2117"/>
                </a:cubicBezTo>
                <a:cubicBezTo>
                  <a:pt x="652" y="2143"/>
                  <a:pt x="652" y="2151"/>
                  <a:pt x="647" y="2154"/>
                </a:cubicBezTo>
                <a:cubicBezTo>
                  <a:pt x="657" y="2156"/>
                  <a:pt x="659" y="2152"/>
                  <a:pt x="662" y="2149"/>
                </a:cubicBezTo>
                <a:cubicBezTo>
                  <a:pt x="675" y="2126"/>
                  <a:pt x="679" y="2125"/>
                  <a:pt x="678" y="2121"/>
                </a:cubicBezTo>
                <a:cubicBezTo>
                  <a:pt x="714" y="2066"/>
                  <a:pt x="717" y="2065"/>
                  <a:pt x="717" y="2062"/>
                </a:cubicBezTo>
                <a:cubicBezTo>
                  <a:pt x="728" y="2047"/>
                  <a:pt x="726" y="2041"/>
                  <a:pt x="729" y="2041"/>
                </a:cubicBezTo>
                <a:cubicBezTo>
                  <a:pt x="740" y="2003"/>
                  <a:pt x="750" y="2005"/>
                  <a:pt x="748" y="1996"/>
                </a:cubicBezTo>
                <a:cubicBezTo>
                  <a:pt x="764" y="1960"/>
                  <a:pt x="761" y="1951"/>
                  <a:pt x="764" y="1947"/>
                </a:cubicBezTo>
                <a:cubicBezTo>
                  <a:pt x="796" y="1849"/>
                  <a:pt x="791" y="1858"/>
                  <a:pt x="791" y="1862"/>
                </a:cubicBezTo>
                <a:cubicBezTo>
                  <a:pt x="786" y="1901"/>
                  <a:pt x="782" y="1904"/>
                  <a:pt x="781" y="1908"/>
                </a:cubicBezTo>
                <a:cubicBezTo>
                  <a:pt x="772" y="1962"/>
                  <a:pt x="765" y="1962"/>
                  <a:pt x="766" y="1969"/>
                </a:cubicBezTo>
                <a:cubicBezTo>
                  <a:pt x="746" y="2037"/>
                  <a:pt x="738" y="2043"/>
                  <a:pt x="737" y="2054"/>
                </a:cubicBezTo>
                <a:cubicBezTo>
                  <a:pt x="716" y="2096"/>
                  <a:pt x="713" y="2097"/>
                  <a:pt x="714" y="2101"/>
                </a:cubicBezTo>
                <a:cubicBezTo>
                  <a:pt x="697" y="2124"/>
                  <a:pt x="696" y="2129"/>
                  <a:pt x="694" y="2133"/>
                </a:cubicBezTo>
                <a:cubicBezTo>
                  <a:pt x="679" y="2147"/>
                  <a:pt x="682" y="2155"/>
                  <a:pt x="678" y="2158"/>
                </a:cubicBezTo>
                <a:cubicBezTo>
                  <a:pt x="688" y="2156"/>
                  <a:pt x="691" y="2153"/>
                  <a:pt x="693" y="2149"/>
                </a:cubicBezTo>
                <a:cubicBezTo>
                  <a:pt x="704" y="2140"/>
                  <a:pt x="697" y="2130"/>
                  <a:pt x="705" y="2132"/>
                </a:cubicBezTo>
                <a:cubicBezTo>
                  <a:pt x="720" y="2101"/>
                  <a:pt x="726" y="2102"/>
                  <a:pt x="724" y="2096"/>
                </a:cubicBezTo>
                <a:cubicBezTo>
                  <a:pt x="745" y="2052"/>
                  <a:pt x="748" y="2046"/>
                  <a:pt x="753" y="2042"/>
                </a:cubicBezTo>
                <a:cubicBezTo>
                  <a:pt x="775" y="1963"/>
                  <a:pt x="776" y="1958"/>
                  <a:pt x="775" y="1953"/>
                </a:cubicBezTo>
                <a:cubicBezTo>
                  <a:pt x="783" y="1921"/>
                  <a:pt x="788" y="1921"/>
                  <a:pt x="786" y="1915"/>
                </a:cubicBezTo>
                <a:cubicBezTo>
                  <a:pt x="785" y="1961"/>
                  <a:pt x="781" y="1971"/>
                  <a:pt x="780" y="1983"/>
                </a:cubicBezTo>
                <a:cubicBezTo>
                  <a:pt x="765" y="2021"/>
                  <a:pt x="762" y="2030"/>
                  <a:pt x="760" y="2041"/>
                </a:cubicBezTo>
                <a:cubicBezTo>
                  <a:pt x="741" y="2077"/>
                  <a:pt x="740" y="2089"/>
                  <a:pt x="735" y="2097"/>
                </a:cubicBezTo>
                <a:cubicBezTo>
                  <a:pt x="715" y="2131"/>
                  <a:pt x="711" y="2140"/>
                  <a:pt x="708" y="2150"/>
                </a:cubicBezTo>
                <a:cubicBezTo>
                  <a:pt x="711" y="2160"/>
                  <a:pt x="711" y="2160"/>
                  <a:pt x="711" y="2160"/>
                </a:cubicBezTo>
                <a:cubicBezTo>
                  <a:pt x="719" y="2142"/>
                  <a:pt x="723" y="2142"/>
                  <a:pt x="723" y="2140"/>
                </a:cubicBezTo>
                <a:close/>
                <a:moveTo>
                  <a:pt x="2860" y="2138"/>
                </a:moveTo>
                <a:cubicBezTo>
                  <a:pt x="2860" y="2132"/>
                  <a:pt x="2854" y="2135"/>
                  <a:pt x="2854" y="2128"/>
                </a:cubicBezTo>
                <a:cubicBezTo>
                  <a:pt x="2845" y="2120"/>
                  <a:pt x="2844" y="2111"/>
                  <a:pt x="2838" y="2103"/>
                </a:cubicBezTo>
                <a:cubicBezTo>
                  <a:pt x="2828" y="2094"/>
                  <a:pt x="2828" y="2087"/>
                  <a:pt x="2819" y="2078"/>
                </a:cubicBezTo>
                <a:cubicBezTo>
                  <a:pt x="2818" y="2076"/>
                  <a:pt x="2815" y="2074"/>
                  <a:pt x="2816" y="2072"/>
                </a:cubicBezTo>
                <a:cubicBezTo>
                  <a:pt x="2815" y="2070"/>
                  <a:pt x="2817" y="2067"/>
                  <a:pt x="2814" y="2069"/>
                </a:cubicBezTo>
                <a:cubicBezTo>
                  <a:pt x="2807" y="2064"/>
                  <a:pt x="2810" y="2060"/>
                  <a:pt x="2805" y="2056"/>
                </a:cubicBezTo>
                <a:cubicBezTo>
                  <a:pt x="2797" y="2047"/>
                  <a:pt x="2797" y="2043"/>
                  <a:pt x="2789" y="2038"/>
                </a:cubicBezTo>
                <a:cubicBezTo>
                  <a:pt x="2789" y="2034"/>
                  <a:pt x="2785" y="2032"/>
                  <a:pt x="2782" y="2029"/>
                </a:cubicBezTo>
                <a:cubicBezTo>
                  <a:pt x="2776" y="2021"/>
                  <a:pt x="2773" y="2015"/>
                  <a:pt x="2765" y="2010"/>
                </a:cubicBezTo>
                <a:cubicBezTo>
                  <a:pt x="2762" y="2005"/>
                  <a:pt x="2762" y="2001"/>
                  <a:pt x="2757" y="1997"/>
                </a:cubicBezTo>
                <a:cubicBezTo>
                  <a:pt x="2748" y="1991"/>
                  <a:pt x="2740" y="1981"/>
                  <a:pt x="2732" y="1972"/>
                </a:cubicBezTo>
                <a:cubicBezTo>
                  <a:pt x="2721" y="1964"/>
                  <a:pt x="2710" y="1952"/>
                  <a:pt x="2698" y="1946"/>
                </a:cubicBezTo>
                <a:cubicBezTo>
                  <a:pt x="2693" y="1941"/>
                  <a:pt x="2687" y="1939"/>
                  <a:pt x="2682" y="1935"/>
                </a:cubicBezTo>
                <a:cubicBezTo>
                  <a:pt x="2676" y="1928"/>
                  <a:pt x="2670" y="1924"/>
                  <a:pt x="2664" y="1924"/>
                </a:cubicBezTo>
                <a:cubicBezTo>
                  <a:pt x="2685" y="1942"/>
                  <a:pt x="2706" y="1958"/>
                  <a:pt x="2727" y="1976"/>
                </a:cubicBezTo>
                <a:cubicBezTo>
                  <a:pt x="2744" y="1996"/>
                  <a:pt x="2765" y="2017"/>
                  <a:pt x="2777" y="2037"/>
                </a:cubicBezTo>
                <a:cubicBezTo>
                  <a:pt x="2781" y="2041"/>
                  <a:pt x="2786" y="2048"/>
                  <a:pt x="2790" y="2048"/>
                </a:cubicBezTo>
                <a:cubicBezTo>
                  <a:pt x="2785" y="2052"/>
                  <a:pt x="2800" y="2057"/>
                  <a:pt x="2796" y="2061"/>
                </a:cubicBezTo>
                <a:cubicBezTo>
                  <a:pt x="2798" y="2065"/>
                  <a:pt x="2807" y="2070"/>
                  <a:pt x="2804" y="2074"/>
                </a:cubicBezTo>
                <a:cubicBezTo>
                  <a:pt x="2815" y="2086"/>
                  <a:pt x="2813" y="2088"/>
                  <a:pt x="2822" y="2098"/>
                </a:cubicBezTo>
                <a:cubicBezTo>
                  <a:pt x="2826" y="2107"/>
                  <a:pt x="2835" y="2116"/>
                  <a:pt x="2839" y="2124"/>
                </a:cubicBezTo>
                <a:cubicBezTo>
                  <a:pt x="2845" y="2129"/>
                  <a:pt x="2842" y="2133"/>
                  <a:pt x="2848" y="2137"/>
                </a:cubicBezTo>
                <a:cubicBezTo>
                  <a:pt x="2855" y="2142"/>
                  <a:pt x="2850" y="2147"/>
                  <a:pt x="2854" y="2152"/>
                </a:cubicBezTo>
                <a:cubicBezTo>
                  <a:pt x="2857" y="2155"/>
                  <a:pt x="2859" y="2157"/>
                  <a:pt x="2862" y="2160"/>
                </a:cubicBezTo>
                <a:cubicBezTo>
                  <a:pt x="2873" y="2160"/>
                  <a:pt x="2873" y="2160"/>
                  <a:pt x="2873" y="2160"/>
                </a:cubicBezTo>
                <a:cubicBezTo>
                  <a:pt x="2870" y="2157"/>
                  <a:pt x="2867" y="2153"/>
                  <a:pt x="2864" y="2149"/>
                </a:cubicBezTo>
                <a:cubicBezTo>
                  <a:pt x="2867" y="2146"/>
                  <a:pt x="2858" y="2142"/>
                  <a:pt x="2860" y="2138"/>
                </a:cubicBezTo>
                <a:close/>
                <a:moveTo>
                  <a:pt x="796" y="1969"/>
                </a:moveTo>
                <a:cubicBezTo>
                  <a:pt x="799" y="1994"/>
                  <a:pt x="793" y="2012"/>
                  <a:pt x="792" y="2035"/>
                </a:cubicBezTo>
                <a:cubicBezTo>
                  <a:pt x="788" y="2035"/>
                  <a:pt x="791" y="2042"/>
                  <a:pt x="788" y="2043"/>
                </a:cubicBezTo>
                <a:cubicBezTo>
                  <a:pt x="785" y="2046"/>
                  <a:pt x="784" y="2049"/>
                  <a:pt x="785" y="2055"/>
                </a:cubicBezTo>
                <a:cubicBezTo>
                  <a:pt x="781" y="2055"/>
                  <a:pt x="784" y="2062"/>
                  <a:pt x="781" y="2064"/>
                </a:cubicBezTo>
                <a:cubicBezTo>
                  <a:pt x="778" y="2066"/>
                  <a:pt x="778" y="2071"/>
                  <a:pt x="777" y="2075"/>
                </a:cubicBezTo>
                <a:cubicBezTo>
                  <a:pt x="767" y="2082"/>
                  <a:pt x="766" y="2096"/>
                  <a:pt x="755" y="2103"/>
                </a:cubicBezTo>
                <a:cubicBezTo>
                  <a:pt x="749" y="2125"/>
                  <a:pt x="737" y="2143"/>
                  <a:pt x="726" y="2160"/>
                </a:cubicBezTo>
                <a:cubicBezTo>
                  <a:pt x="738" y="2160"/>
                  <a:pt x="738" y="2160"/>
                  <a:pt x="738" y="2160"/>
                </a:cubicBezTo>
                <a:cubicBezTo>
                  <a:pt x="740" y="2157"/>
                  <a:pt x="741" y="2154"/>
                  <a:pt x="743" y="2152"/>
                </a:cubicBezTo>
                <a:cubicBezTo>
                  <a:pt x="746" y="2142"/>
                  <a:pt x="753" y="2137"/>
                  <a:pt x="755" y="2127"/>
                </a:cubicBezTo>
                <a:cubicBezTo>
                  <a:pt x="758" y="2124"/>
                  <a:pt x="758" y="2119"/>
                  <a:pt x="761" y="2115"/>
                </a:cubicBezTo>
                <a:cubicBezTo>
                  <a:pt x="764" y="2112"/>
                  <a:pt x="766" y="2108"/>
                  <a:pt x="766" y="2102"/>
                </a:cubicBezTo>
                <a:cubicBezTo>
                  <a:pt x="773" y="2100"/>
                  <a:pt x="773" y="2092"/>
                  <a:pt x="778" y="2088"/>
                </a:cubicBezTo>
                <a:cubicBezTo>
                  <a:pt x="783" y="2083"/>
                  <a:pt x="783" y="2075"/>
                  <a:pt x="788" y="2070"/>
                </a:cubicBezTo>
                <a:cubicBezTo>
                  <a:pt x="788" y="2062"/>
                  <a:pt x="792" y="2057"/>
                  <a:pt x="793" y="2050"/>
                </a:cubicBezTo>
                <a:cubicBezTo>
                  <a:pt x="798" y="2045"/>
                  <a:pt x="796" y="2034"/>
                  <a:pt x="800" y="2030"/>
                </a:cubicBezTo>
                <a:cubicBezTo>
                  <a:pt x="801" y="2017"/>
                  <a:pt x="801" y="2004"/>
                  <a:pt x="802" y="1992"/>
                </a:cubicBezTo>
                <a:cubicBezTo>
                  <a:pt x="802" y="1988"/>
                  <a:pt x="802" y="1984"/>
                  <a:pt x="801" y="1979"/>
                </a:cubicBezTo>
                <a:cubicBezTo>
                  <a:pt x="800" y="1975"/>
                  <a:pt x="803" y="1966"/>
                  <a:pt x="796" y="1969"/>
                </a:cubicBezTo>
                <a:close/>
                <a:moveTo>
                  <a:pt x="632" y="2085"/>
                </a:moveTo>
                <a:cubicBezTo>
                  <a:pt x="639" y="2082"/>
                  <a:pt x="641" y="2073"/>
                  <a:pt x="648" y="2069"/>
                </a:cubicBezTo>
                <a:cubicBezTo>
                  <a:pt x="679" y="2024"/>
                  <a:pt x="680" y="2015"/>
                  <a:pt x="688" y="2011"/>
                </a:cubicBezTo>
                <a:cubicBezTo>
                  <a:pt x="698" y="1995"/>
                  <a:pt x="700" y="1994"/>
                  <a:pt x="702" y="1993"/>
                </a:cubicBezTo>
                <a:cubicBezTo>
                  <a:pt x="709" y="1979"/>
                  <a:pt x="711" y="1976"/>
                  <a:pt x="716" y="1974"/>
                </a:cubicBezTo>
                <a:cubicBezTo>
                  <a:pt x="740" y="1928"/>
                  <a:pt x="740" y="1923"/>
                  <a:pt x="745" y="1922"/>
                </a:cubicBezTo>
                <a:cubicBezTo>
                  <a:pt x="764" y="1882"/>
                  <a:pt x="767" y="1874"/>
                  <a:pt x="769" y="1866"/>
                </a:cubicBezTo>
                <a:cubicBezTo>
                  <a:pt x="779" y="1830"/>
                  <a:pt x="778" y="1830"/>
                  <a:pt x="779" y="1821"/>
                </a:cubicBezTo>
                <a:cubicBezTo>
                  <a:pt x="780" y="1813"/>
                  <a:pt x="775" y="1822"/>
                  <a:pt x="774" y="1835"/>
                </a:cubicBezTo>
                <a:cubicBezTo>
                  <a:pt x="762" y="1874"/>
                  <a:pt x="757" y="1877"/>
                  <a:pt x="755" y="1882"/>
                </a:cubicBezTo>
                <a:cubicBezTo>
                  <a:pt x="728" y="1935"/>
                  <a:pt x="723" y="1944"/>
                  <a:pt x="716" y="1952"/>
                </a:cubicBezTo>
                <a:cubicBezTo>
                  <a:pt x="707" y="1972"/>
                  <a:pt x="699" y="1973"/>
                  <a:pt x="699" y="1980"/>
                </a:cubicBezTo>
                <a:cubicBezTo>
                  <a:pt x="656" y="2040"/>
                  <a:pt x="650" y="2048"/>
                  <a:pt x="643" y="2056"/>
                </a:cubicBezTo>
                <a:cubicBezTo>
                  <a:pt x="618" y="2091"/>
                  <a:pt x="620" y="2096"/>
                  <a:pt x="617" y="2097"/>
                </a:cubicBezTo>
                <a:cubicBezTo>
                  <a:pt x="596" y="2127"/>
                  <a:pt x="594" y="2132"/>
                  <a:pt x="592" y="2138"/>
                </a:cubicBezTo>
                <a:cubicBezTo>
                  <a:pt x="581" y="2154"/>
                  <a:pt x="577" y="2156"/>
                  <a:pt x="576" y="2160"/>
                </a:cubicBezTo>
                <a:cubicBezTo>
                  <a:pt x="593" y="2151"/>
                  <a:pt x="595" y="2149"/>
                  <a:pt x="597" y="2147"/>
                </a:cubicBezTo>
                <a:close/>
                <a:moveTo>
                  <a:pt x="527" y="2119"/>
                </a:moveTo>
                <a:cubicBezTo>
                  <a:pt x="538" y="2111"/>
                  <a:pt x="537" y="2093"/>
                  <a:pt x="549" y="2087"/>
                </a:cubicBezTo>
                <a:cubicBezTo>
                  <a:pt x="562" y="2065"/>
                  <a:pt x="564" y="2058"/>
                  <a:pt x="570" y="2054"/>
                </a:cubicBezTo>
                <a:cubicBezTo>
                  <a:pt x="604" y="2015"/>
                  <a:pt x="605" y="2012"/>
                  <a:pt x="607" y="2008"/>
                </a:cubicBezTo>
                <a:cubicBezTo>
                  <a:pt x="621" y="1986"/>
                  <a:pt x="628" y="1985"/>
                  <a:pt x="629" y="1978"/>
                </a:cubicBezTo>
                <a:cubicBezTo>
                  <a:pt x="654" y="1948"/>
                  <a:pt x="657" y="1943"/>
                  <a:pt x="661" y="1939"/>
                </a:cubicBezTo>
                <a:cubicBezTo>
                  <a:pt x="683" y="1906"/>
                  <a:pt x="689" y="1903"/>
                  <a:pt x="693" y="1899"/>
                </a:cubicBezTo>
                <a:cubicBezTo>
                  <a:pt x="715" y="1866"/>
                  <a:pt x="713" y="1857"/>
                  <a:pt x="720" y="1856"/>
                </a:cubicBezTo>
                <a:cubicBezTo>
                  <a:pt x="738" y="1819"/>
                  <a:pt x="740" y="1813"/>
                  <a:pt x="743" y="1808"/>
                </a:cubicBezTo>
                <a:cubicBezTo>
                  <a:pt x="755" y="1770"/>
                  <a:pt x="760" y="1770"/>
                  <a:pt x="758" y="1764"/>
                </a:cubicBezTo>
                <a:cubicBezTo>
                  <a:pt x="748" y="1776"/>
                  <a:pt x="751" y="1782"/>
                  <a:pt x="748" y="1784"/>
                </a:cubicBezTo>
                <a:cubicBezTo>
                  <a:pt x="719" y="1836"/>
                  <a:pt x="716" y="1850"/>
                  <a:pt x="708" y="1859"/>
                </a:cubicBezTo>
                <a:cubicBezTo>
                  <a:pt x="681" y="1895"/>
                  <a:pt x="679" y="1902"/>
                  <a:pt x="676" y="1907"/>
                </a:cubicBezTo>
                <a:cubicBezTo>
                  <a:pt x="632" y="1957"/>
                  <a:pt x="630" y="1965"/>
                  <a:pt x="626" y="1970"/>
                </a:cubicBezTo>
                <a:cubicBezTo>
                  <a:pt x="604" y="1994"/>
                  <a:pt x="607" y="2001"/>
                  <a:pt x="599" y="2000"/>
                </a:cubicBezTo>
                <a:cubicBezTo>
                  <a:pt x="579" y="2025"/>
                  <a:pt x="577" y="2028"/>
                  <a:pt x="575" y="2030"/>
                </a:cubicBezTo>
                <a:cubicBezTo>
                  <a:pt x="541" y="2084"/>
                  <a:pt x="535" y="2083"/>
                  <a:pt x="536" y="2087"/>
                </a:cubicBezTo>
                <a:cubicBezTo>
                  <a:pt x="519" y="2123"/>
                  <a:pt x="515" y="2128"/>
                  <a:pt x="513" y="2135"/>
                </a:cubicBezTo>
                <a:cubicBezTo>
                  <a:pt x="505" y="2148"/>
                  <a:pt x="504" y="2152"/>
                  <a:pt x="503" y="2149"/>
                </a:cubicBezTo>
                <a:cubicBezTo>
                  <a:pt x="523" y="2073"/>
                  <a:pt x="531" y="2066"/>
                  <a:pt x="536" y="2057"/>
                </a:cubicBezTo>
                <a:cubicBezTo>
                  <a:pt x="557" y="2023"/>
                  <a:pt x="558" y="2021"/>
                  <a:pt x="559" y="2018"/>
                </a:cubicBezTo>
                <a:cubicBezTo>
                  <a:pt x="576" y="1990"/>
                  <a:pt x="580" y="1991"/>
                  <a:pt x="581" y="1990"/>
                </a:cubicBezTo>
                <a:cubicBezTo>
                  <a:pt x="594" y="1973"/>
                  <a:pt x="598" y="1963"/>
                  <a:pt x="607" y="1958"/>
                </a:cubicBezTo>
                <a:cubicBezTo>
                  <a:pt x="639" y="1919"/>
                  <a:pt x="644" y="1916"/>
                  <a:pt x="646" y="1911"/>
                </a:cubicBezTo>
                <a:cubicBezTo>
                  <a:pt x="671" y="1879"/>
                  <a:pt x="677" y="1871"/>
                  <a:pt x="684" y="1863"/>
                </a:cubicBezTo>
                <a:cubicBezTo>
                  <a:pt x="710" y="1821"/>
                  <a:pt x="711" y="1819"/>
                  <a:pt x="711" y="1815"/>
                </a:cubicBezTo>
                <a:cubicBezTo>
                  <a:pt x="721" y="1793"/>
                  <a:pt x="726" y="1787"/>
                  <a:pt x="728" y="1779"/>
                </a:cubicBezTo>
                <a:cubicBezTo>
                  <a:pt x="737" y="1759"/>
                  <a:pt x="740" y="1755"/>
                  <a:pt x="739" y="1748"/>
                </a:cubicBezTo>
                <a:cubicBezTo>
                  <a:pt x="749" y="1711"/>
                  <a:pt x="758" y="1704"/>
                  <a:pt x="751" y="1701"/>
                </a:cubicBezTo>
                <a:cubicBezTo>
                  <a:pt x="741" y="1737"/>
                  <a:pt x="739" y="1741"/>
                  <a:pt x="737" y="1743"/>
                </a:cubicBezTo>
                <a:cubicBezTo>
                  <a:pt x="723" y="1777"/>
                  <a:pt x="722" y="1781"/>
                  <a:pt x="720" y="1784"/>
                </a:cubicBezTo>
                <a:cubicBezTo>
                  <a:pt x="699" y="1812"/>
                  <a:pt x="704" y="1820"/>
                  <a:pt x="701" y="1822"/>
                </a:cubicBezTo>
                <a:cubicBezTo>
                  <a:pt x="683" y="1840"/>
                  <a:pt x="688" y="1849"/>
                  <a:pt x="681" y="1848"/>
                </a:cubicBezTo>
                <a:cubicBezTo>
                  <a:pt x="648" y="1893"/>
                  <a:pt x="646" y="1895"/>
                  <a:pt x="645" y="1898"/>
                </a:cubicBezTo>
                <a:cubicBezTo>
                  <a:pt x="620" y="1924"/>
                  <a:pt x="623" y="1930"/>
                  <a:pt x="619" y="1931"/>
                </a:cubicBezTo>
                <a:cubicBezTo>
                  <a:pt x="602" y="1950"/>
                  <a:pt x="597" y="1950"/>
                  <a:pt x="596" y="1954"/>
                </a:cubicBezTo>
                <a:cubicBezTo>
                  <a:pt x="576" y="1984"/>
                  <a:pt x="571" y="1984"/>
                  <a:pt x="568" y="1987"/>
                </a:cubicBezTo>
                <a:cubicBezTo>
                  <a:pt x="551" y="2020"/>
                  <a:pt x="544" y="2020"/>
                  <a:pt x="542" y="2024"/>
                </a:cubicBezTo>
                <a:cubicBezTo>
                  <a:pt x="532" y="2053"/>
                  <a:pt x="525" y="2052"/>
                  <a:pt x="525" y="2058"/>
                </a:cubicBezTo>
                <a:cubicBezTo>
                  <a:pt x="510" y="2092"/>
                  <a:pt x="506" y="2097"/>
                  <a:pt x="504" y="2103"/>
                </a:cubicBezTo>
                <a:cubicBezTo>
                  <a:pt x="494" y="2126"/>
                  <a:pt x="492" y="2119"/>
                  <a:pt x="495" y="2106"/>
                </a:cubicBezTo>
                <a:cubicBezTo>
                  <a:pt x="521" y="2035"/>
                  <a:pt x="521" y="2029"/>
                  <a:pt x="522" y="2023"/>
                </a:cubicBezTo>
                <a:cubicBezTo>
                  <a:pt x="542" y="1984"/>
                  <a:pt x="551" y="1988"/>
                  <a:pt x="548" y="1980"/>
                </a:cubicBezTo>
                <a:cubicBezTo>
                  <a:pt x="561" y="1958"/>
                  <a:pt x="565" y="1956"/>
                  <a:pt x="568" y="1954"/>
                </a:cubicBezTo>
                <a:cubicBezTo>
                  <a:pt x="588" y="1927"/>
                  <a:pt x="588" y="1924"/>
                  <a:pt x="590" y="1924"/>
                </a:cubicBezTo>
                <a:cubicBezTo>
                  <a:pt x="605" y="1911"/>
                  <a:pt x="601" y="1902"/>
                  <a:pt x="608" y="1903"/>
                </a:cubicBezTo>
                <a:cubicBezTo>
                  <a:pt x="626" y="1880"/>
                  <a:pt x="629" y="1872"/>
                  <a:pt x="634" y="1866"/>
                </a:cubicBezTo>
                <a:cubicBezTo>
                  <a:pt x="650" y="1842"/>
                  <a:pt x="654" y="1836"/>
                  <a:pt x="657" y="1830"/>
                </a:cubicBezTo>
                <a:cubicBezTo>
                  <a:pt x="680" y="1801"/>
                  <a:pt x="677" y="1794"/>
                  <a:pt x="681" y="1793"/>
                </a:cubicBezTo>
                <a:cubicBezTo>
                  <a:pt x="694" y="1771"/>
                  <a:pt x="693" y="1766"/>
                  <a:pt x="694" y="1762"/>
                </a:cubicBezTo>
                <a:cubicBezTo>
                  <a:pt x="707" y="1740"/>
                  <a:pt x="703" y="1731"/>
                  <a:pt x="707" y="1730"/>
                </a:cubicBezTo>
                <a:cubicBezTo>
                  <a:pt x="706" y="1726"/>
                  <a:pt x="697" y="1741"/>
                  <a:pt x="692" y="1760"/>
                </a:cubicBezTo>
                <a:cubicBezTo>
                  <a:pt x="678" y="1785"/>
                  <a:pt x="677" y="1787"/>
                  <a:pt x="676" y="1789"/>
                </a:cubicBezTo>
                <a:cubicBezTo>
                  <a:pt x="658" y="1813"/>
                  <a:pt x="654" y="1821"/>
                  <a:pt x="651" y="1830"/>
                </a:cubicBezTo>
                <a:cubicBezTo>
                  <a:pt x="598" y="1896"/>
                  <a:pt x="599" y="1902"/>
                  <a:pt x="595" y="1904"/>
                </a:cubicBezTo>
                <a:cubicBezTo>
                  <a:pt x="576" y="1926"/>
                  <a:pt x="576" y="1928"/>
                  <a:pt x="575" y="1930"/>
                </a:cubicBezTo>
                <a:cubicBezTo>
                  <a:pt x="534" y="1988"/>
                  <a:pt x="529" y="1994"/>
                  <a:pt x="525" y="2003"/>
                </a:cubicBezTo>
                <a:cubicBezTo>
                  <a:pt x="505" y="2043"/>
                  <a:pt x="504" y="2047"/>
                  <a:pt x="500" y="2051"/>
                </a:cubicBezTo>
                <a:cubicBezTo>
                  <a:pt x="491" y="2091"/>
                  <a:pt x="484" y="2096"/>
                  <a:pt x="485" y="2109"/>
                </a:cubicBezTo>
                <a:cubicBezTo>
                  <a:pt x="473" y="2124"/>
                  <a:pt x="472" y="2121"/>
                  <a:pt x="475" y="2120"/>
                </a:cubicBezTo>
                <a:cubicBezTo>
                  <a:pt x="477" y="2079"/>
                  <a:pt x="483" y="2074"/>
                  <a:pt x="484" y="2065"/>
                </a:cubicBezTo>
                <a:cubicBezTo>
                  <a:pt x="500" y="2022"/>
                  <a:pt x="497" y="2015"/>
                  <a:pt x="500" y="2014"/>
                </a:cubicBezTo>
                <a:cubicBezTo>
                  <a:pt x="524" y="1961"/>
                  <a:pt x="529" y="1957"/>
                  <a:pt x="528" y="1948"/>
                </a:cubicBezTo>
                <a:cubicBezTo>
                  <a:pt x="549" y="1923"/>
                  <a:pt x="542" y="1913"/>
                  <a:pt x="550" y="1916"/>
                </a:cubicBezTo>
                <a:cubicBezTo>
                  <a:pt x="566" y="1887"/>
                  <a:pt x="568" y="1885"/>
                  <a:pt x="569" y="1882"/>
                </a:cubicBezTo>
                <a:cubicBezTo>
                  <a:pt x="586" y="1853"/>
                  <a:pt x="587" y="1849"/>
                  <a:pt x="593" y="1850"/>
                </a:cubicBezTo>
                <a:cubicBezTo>
                  <a:pt x="633" y="1789"/>
                  <a:pt x="642" y="1779"/>
                  <a:pt x="649" y="1767"/>
                </a:cubicBezTo>
                <a:cubicBezTo>
                  <a:pt x="673" y="1728"/>
                  <a:pt x="682" y="1727"/>
                  <a:pt x="682" y="1719"/>
                </a:cubicBezTo>
                <a:cubicBezTo>
                  <a:pt x="703" y="1677"/>
                  <a:pt x="709" y="1673"/>
                  <a:pt x="709" y="1664"/>
                </a:cubicBezTo>
                <a:cubicBezTo>
                  <a:pt x="719" y="1643"/>
                  <a:pt x="716" y="1636"/>
                  <a:pt x="720" y="1635"/>
                </a:cubicBezTo>
                <a:cubicBezTo>
                  <a:pt x="713" y="1646"/>
                  <a:pt x="708" y="1649"/>
                  <a:pt x="709" y="1658"/>
                </a:cubicBezTo>
                <a:cubicBezTo>
                  <a:pt x="687" y="1698"/>
                  <a:pt x="683" y="1709"/>
                  <a:pt x="676" y="1717"/>
                </a:cubicBezTo>
                <a:cubicBezTo>
                  <a:pt x="652" y="1756"/>
                  <a:pt x="643" y="1762"/>
                  <a:pt x="638" y="1772"/>
                </a:cubicBezTo>
                <a:cubicBezTo>
                  <a:pt x="611" y="1808"/>
                  <a:pt x="605" y="1817"/>
                  <a:pt x="598" y="1825"/>
                </a:cubicBezTo>
                <a:cubicBezTo>
                  <a:pt x="570" y="1869"/>
                  <a:pt x="568" y="1871"/>
                  <a:pt x="564" y="1871"/>
                </a:cubicBezTo>
                <a:cubicBezTo>
                  <a:pt x="535" y="1917"/>
                  <a:pt x="533" y="1930"/>
                  <a:pt x="525" y="1937"/>
                </a:cubicBezTo>
                <a:cubicBezTo>
                  <a:pt x="502" y="1990"/>
                  <a:pt x="498" y="1994"/>
                  <a:pt x="494" y="1999"/>
                </a:cubicBezTo>
                <a:cubicBezTo>
                  <a:pt x="487" y="2028"/>
                  <a:pt x="482" y="2028"/>
                  <a:pt x="484" y="2034"/>
                </a:cubicBezTo>
                <a:cubicBezTo>
                  <a:pt x="469" y="2074"/>
                  <a:pt x="471" y="2083"/>
                  <a:pt x="468" y="2088"/>
                </a:cubicBezTo>
                <a:cubicBezTo>
                  <a:pt x="459" y="2089"/>
                  <a:pt x="460" y="2087"/>
                  <a:pt x="461" y="2086"/>
                </a:cubicBezTo>
                <a:cubicBezTo>
                  <a:pt x="469" y="2046"/>
                  <a:pt x="469" y="2035"/>
                  <a:pt x="470" y="2024"/>
                </a:cubicBezTo>
                <a:cubicBezTo>
                  <a:pt x="493" y="1973"/>
                  <a:pt x="496" y="1965"/>
                  <a:pt x="500" y="1959"/>
                </a:cubicBezTo>
                <a:cubicBezTo>
                  <a:pt x="538" y="1889"/>
                  <a:pt x="543" y="1883"/>
                  <a:pt x="547" y="1877"/>
                </a:cubicBezTo>
                <a:cubicBezTo>
                  <a:pt x="578" y="1836"/>
                  <a:pt x="584" y="1829"/>
                  <a:pt x="589" y="1821"/>
                </a:cubicBezTo>
                <a:cubicBezTo>
                  <a:pt x="607" y="1794"/>
                  <a:pt x="612" y="1792"/>
                  <a:pt x="615" y="1789"/>
                </a:cubicBezTo>
                <a:cubicBezTo>
                  <a:pt x="633" y="1760"/>
                  <a:pt x="634" y="1755"/>
                  <a:pt x="639" y="1752"/>
                </a:cubicBezTo>
                <a:cubicBezTo>
                  <a:pt x="679" y="1687"/>
                  <a:pt x="686" y="1688"/>
                  <a:pt x="684" y="1679"/>
                </a:cubicBezTo>
                <a:cubicBezTo>
                  <a:pt x="684" y="1668"/>
                  <a:pt x="684" y="1676"/>
                  <a:pt x="680" y="1680"/>
                </a:cubicBezTo>
                <a:cubicBezTo>
                  <a:pt x="637" y="1744"/>
                  <a:pt x="628" y="1750"/>
                  <a:pt x="624" y="1762"/>
                </a:cubicBezTo>
                <a:cubicBezTo>
                  <a:pt x="611" y="1778"/>
                  <a:pt x="610" y="1785"/>
                  <a:pt x="604" y="1788"/>
                </a:cubicBezTo>
                <a:cubicBezTo>
                  <a:pt x="583" y="1819"/>
                  <a:pt x="577" y="1821"/>
                  <a:pt x="576" y="1827"/>
                </a:cubicBezTo>
                <a:cubicBezTo>
                  <a:pt x="555" y="1861"/>
                  <a:pt x="545" y="1860"/>
                  <a:pt x="546" y="1868"/>
                </a:cubicBezTo>
                <a:cubicBezTo>
                  <a:pt x="519" y="1903"/>
                  <a:pt x="516" y="1912"/>
                  <a:pt x="508" y="1917"/>
                </a:cubicBezTo>
                <a:cubicBezTo>
                  <a:pt x="499" y="1947"/>
                  <a:pt x="488" y="1948"/>
                  <a:pt x="490" y="1960"/>
                </a:cubicBezTo>
                <a:cubicBezTo>
                  <a:pt x="476" y="1985"/>
                  <a:pt x="473" y="1985"/>
                  <a:pt x="474" y="1989"/>
                </a:cubicBezTo>
                <a:cubicBezTo>
                  <a:pt x="461" y="2021"/>
                  <a:pt x="461" y="2026"/>
                  <a:pt x="462" y="2031"/>
                </a:cubicBezTo>
                <a:cubicBezTo>
                  <a:pt x="445" y="2054"/>
                  <a:pt x="454" y="2048"/>
                  <a:pt x="450" y="2043"/>
                </a:cubicBezTo>
                <a:cubicBezTo>
                  <a:pt x="467" y="1957"/>
                  <a:pt x="468" y="1948"/>
                  <a:pt x="471" y="1939"/>
                </a:cubicBezTo>
                <a:cubicBezTo>
                  <a:pt x="485" y="1912"/>
                  <a:pt x="483" y="1904"/>
                  <a:pt x="485" y="1901"/>
                </a:cubicBezTo>
                <a:cubicBezTo>
                  <a:pt x="500" y="1872"/>
                  <a:pt x="501" y="1868"/>
                  <a:pt x="505" y="1865"/>
                </a:cubicBezTo>
                <a:cubicBezTo>
                  <a:pt x="521" y="1833"/>
                  <a:pt x="523" y="1832"/>
                  <a:pt x="524" y="1830"/>
                </a:cubicBezTo>
                <a:cubicBezTo>
                  <a:pt x="533" y="1814"/>
                  <a:pt x="536" y="1812"/>
                  <a:pt x="538" y="1808"/>
                </a:cubicBezTo>
                <a:cubicBezTo>
                  <a:pt x="569" y="1770"/>
                  <a:pt x="574" y="1764"/>
                  <a:pt x="580" y="1759"/>
                </a:cubicBezTo>
                <a:cubicBezTo>
                  <a:pt x="610" y="1726"/>
                  <a:pt x="622" y="1714"/>
                  <a:pt x="635" y="1702"/>
                </a:cubicBezTo>
                <a:cubicBezTo>
                  <a:pt x="667" y="1672"/>
                  <a:pt x="666" y="1666"/>
                  <a:pt x="672" y="1665"/>
                </a:cubicBezTo>
                <a:cubicBezTo>
                  <a:pt x="690" y="1640"/>
                  <a:pt x="693" y="1637"/>
                  <a:pt x="694" y="1633"/>
                </a:cubicBezTo>
                <a:cubicBezTo>
                  <a:pt x="695" y="1626"/>
                  <a:pt x="692" y="1630"/>
                  <a:pt x="687" y="1633"/>
                </a:cubicBezTo>
                <a:cubicBezTo>
                  <a:pt x="675" y="1652"/>
                  <a:pt x="672" y="1656"/>
                  <a:pt x="667" y="1659"/>
                </a:cubicBezTo>
                <a:cubicBezTo>
                  <a:pt x="626" y="1703"/>
                  <a:pt x="616" y="1710"/>
                  <a:pt x="608" y="1717"/>
                </a:cubicBezTo>
                <a:cubicBezTo>
                  <a:pt x="558" y="1774"/>
                  <a:pt x="548" y="1780"/>
                  <a:pt x="543" y="1790"/>
                </a:cubicBezTo>
                <a:cubicBezTo>
                  <a:pt x="527" y="1806"/>
                  <a:pt x="528" y="1814"/>
                  <a:pt x="521" y="1815"/>
                </a:cubicBezTo>
                <a:cubicBezTo>
                  <a:pt x="490" y="1870"/>
                  <a:pt x="490" y="1881"/>
                  <a:pt x="482" y="1886"/>
                </a:cubicBezTo>
                <a:cubicBezTo>
                  <a:pt x="465" y="1932"/>
                  <a:pt x="457" y="1948"/>
                  <a:pt x="453" y="1969"/>
                </a:cubicBezTo>
                <a:cubicBezTo>
                  <a:pt x="445" y="2003"/>
                  <a:pt x="442" y="2006"/>
                  <a:pt x="443" y="2013"/>
                </a:cubicBezTo>
                <a:cubicBezTo>
                  <a:pt x="442" y="1979"/>
                  <a:pt x="442" y="1977"/>
                  <a:pt x="444" y="1969"/>
                </a:cubicBezTo>
                <a:cubicBezTo>
                  <a:pt x="457" y="1930"/>
                  <a:pt x="460" y="1925"/>
                  <a:pt x="460" y="1918"/>
                </a:cubicBezTo>
                <a:cubicBezTo>
                  <a:pt x="468" y="1898"/>
                  <a:pt x="469" y="1895"/>
                  <a:pt x="472" y="1893"/>
                </a:cubicBezTo>
                <a:cubicBezTo>
                  <a:pt x="482" y="1864"/>
                  <a:pt x="486" y="1864"/>
                  <a:pt x="487" y="1861"/>
                </a:cubicBezTo>
                <a:cubicBezTo>
                  <a:pt x="513" y="1822"/>
                  <a:pt x="515" y="1819"/>
                  <a:pt x="514" y="1816"/>
                </a:cubicBezTo>
                <a:cubicBezTo>
                  <a:pt x="538" y="1785"/>
                  <a:pt x="543" y="1775"/>
                  <a:pt x="550" y="1765"/>
                </a:cubicBezTo>
                <a:cubicBezTo>
                  <a:pt x="563" y="1754"/>
                  <a:pt x="564" y="1748"/>
                  <a:pt x="569" y="1746"/>
                </a:cubicBezTo>
                <a:cubicBezTo>
                  <a:pt x="626" y="1679"/>
                  <a:pt x="635" y="1675"/>
                  <a:pt x="639" y="1667"/>
                </a:cubicBezTo>
                <a:cubicBezTo>
                  <a:pt x="652" y="1656"/>
                  <a:pt x="653" y="1650"/>
                  <a:pt x="658" y="1648"/>
                </a:cubicBezTo>
                <a:cubicBezTo>
                  <a:pt x="685" y="1613"/>
                  <a:pt x="690" y="1611"/>
                  <a:pt x="690" y="1605"/>
                </a:cubicBezTo>
                <a:cubicBezTo>
                  <a:pt x="666" y="1629"/>
                  <a:pt x="663" y="1633"/>
                  <a:pt x="661" y="1637"/>
                </a:cubicBezTo>
                <a:cubicBezTo>
                  <a:pt x="645" y="1655"/>
                  <a:pt x="642" y="1656"/>
                  <a:pt x="641" y="1658"/>
                </a:cubicBezTo>
                <a:cubicBezTo>
                  <a:pt x="623" y="1675"/>
                  <a:pt x="621" y="1677"/>
                  <a:pt x="621" y="1679"/>
                </a:cubicBezTo>
                <a:cubicBezTo>
                  <a:pt x="555" y="1747"/>
                  <a:pt x="542" y="1762"/>
                  <a:pt x="529" y="1778"/>
                </a:cubicBezTo>
                <a:cubicBezTo>
                  <a:pt x="480" y="1857"/>
                  <a:pt x="477" y="1861"/>
                  <a:pt x="474" y="1865"/>
                </a:cubicBezTo>
                <a:cubicBezTo>
                  <a:pt x="457" y="1892"/>
                  <a:pt x="460" y="1898"/>
                  <a:pt x="457" y="1899"/>
                </a:cubicBezTo>
                <a:cubicBezTo>
                  <a:pt x="448" y="1926"/>
                  <a:pt x="447" y="1932"/>
                  <a:pt x="444" y="1937"/>
                </a:cubicBezTo>
                <a:cubicBezTo>
                  <a:pt x="430" y="1990"/>
                  <a:pt x="434" y="2000"/>
                  <a:pt x="427" y="2001"/>
                </a:cubicBezTo>
                <a:cubicBezTo>
                  <a:pt x="428" y="1976"/>
                  <a:pt x="425" y="1969"/>
                  <a:pt x="429" y="1968"/>
                </a:cubicBezTo>
                <a:cubicBezTo>
                  <a:pt x="454" y="1873"/>
                  <a:pt x="457" y="1867"/>
                  <a:pt x="458" y="1859"/>
                </a:cubicBezTo>
                <a:cubicBezTo>
                  <a:pt x="503" y="1788"/>
                  <a:pt x="500" y="1781"/>
                  <a:pt x="503" y="1779"/>
                </a:cubicBezTo>
                <a:cubicBezTo>
                  <a:pt x="526" y="1748"/>
                  <a:pt x="531" y="1743"/>
                  <a:pt x="535" y="1738"/>
                </a:cubicBezTo>
                <a:cubicBezTo>
                  <a:pt x="560" y="1712"/>
                  <a:pt x="572" y="1703"/>
                  <a:pt x="580" y="1691"/>
                </a:cubicBezTo>
                <a:cubicBezTo>
                  <a:pt x="620" y="1659"/>
                  <a:pt x="620" y="1650"/>
                  <a:pt x="629" y="1648"/>
                </a:cubicBezTo>
                <a:cubicBezTo>
                  <a:pt x="643" y="1640"/>
                  <a:pt x="632" y="1634"/>
                  <a:pt x="633" y="1639"/>
                </a:cubicBezTo>
                <a:cubicBezTo>
                  <a:pt x="606" y="1659"/>
                  <a:pt x="608" y="1664"/>
                  <a:pt x="602" y="1663"/>
                </a:cubicBezTo>
                <a:cubicBezTo>
                  <a:pt x="571" y="1694"/>
                  <a:pt x="560" y="1701"/>
                  <a:pt x="553" y="1713"/>
                </a:cubicBezTo>
                <a:cubicBezTo>
                  <a:pt x="520" y="1748"/>
                  <a:pt x="511" y="1751"/>
                  <a:pt x="511" y="1761"/>
                </a:cubicBezTo>
                <a:cubicBezTo>
                  <a:pt x="490" y="1789"/>
                  <a:pt x="484" y="1795"/>
                  <a:pt x="481" y="1803"/>
                </a:cubicBezTo>
                <a:cubicBezTo>
                  <a:pt x="463" y="1829"/>
                  <a:pt x="463" y="1836"/>
                  <a:pt x="462" y="1841"/>
                </a:cubicBezTo>
                <a:cubicBezTo>
                  <a:pt x="437" y="1903"/>
                  <a:pt x="428" y="1911"/>
                  <a:pt x="428" y="1927"/>
                </a:cubicBezTo>
                <a:cubicBezTo>
                  <a:pt x="420" y="1948"/>
                  <a:pt x="418" y="1950"/>
                  <a:pt x="417" y="1954"/>
                </a:cubicBezTo>
                <a:cubicBezTo>
                  <a:pt x="420" y="1914"/>
                  <a:pt x="417" y="1907"/>
                  <a:pt x="420" y="1905"/>
                </a:cubicBezTo>
                <a:cubicBezTo>
                  <a:pt x="435" y="1847"/>
                  <a:pt x="437" y="1844"/>
                  <a:pt x="437" y="1841"/>
                </a:cubicBezTo>
                <a:cubicBezTo>
                  <a:pt x="456" y="1795"/>
                  <a:pt x="464" y="1784"/>
                  <a:pt x="470" y="1771"/>
                </a:cubicBezTo>
                <a:cubicBezTo>
                  <a:pt x="506" y="1721"/>
                  <a:pt x="509" y="1717"/>
                  <a:pt x="512" y="1713"/>
                </a:cubicBezTo>
                <a:cubicBezTo>
                  <a:pt x="521" y="1701"/>
                  <a:pt x="525" y="1702"/>
                  <a:pt x="526" y="1701"/>
                </a:cubicBezTo>
                <a:cubicBezTo>
                  <a:pt x="544" y="1677"/>
                  <a:pt x="559" y="1664"/>
                  <a:pt x="570" y="1648"/>
                </a:cubicBezTo>
                <a:cubicBezTo>
                  <a:pt x="607" y="1598"/>
                  <a:pt x="604" y="1589"/>
                  <a:pt x="610" y="1588"/>
                </a:cubicBezTo>
                <a:cubicBezTo>
                  <a:pt x="621" y="1556"/>
                  <a:pt x="624" y="1555"/>
                  <a:pt x="622" y="1550"/>
                </a:cubicBezTo>
                <a:cubicBezTo>
                  <a:pt x="610" y="1569"/>
                  <a:pt x="610" y="1577"/>
                  <a:pt x="605" y="1582"/>
                </a:cubicBezTo>
                <a:cubicBezTo>
                  <a:pt x="557" y="1650"/>
                  <a:pt x="554" y="1661"/>
                  <a:pt x="543" y="1665"/>
                </a:cubicBezTo>
                <a:cubicBezTo>
                  <a:pt x="512" y="1703"/>
                  <a:pt x="509" y="1704"/>
                  <a:pt x="509" y="1707"/>
                </a:cubicBezTo>
                <a:cubicBezTo>
                  <a:pt x="478" y="1744"/>
                  <a:pt x="469" y="1750"/>
                  <a:pt x="467" y="1762"/>
                </a:cubicBezTo>
                <a:cubicBezTo>
                  <a:pt x="443" y="1797"/>
                  <a:pt x="439" y="1807"/>
                  <a:pt x="438" y="1821"/>
                </a:cubicBezTo>
                <a:cubicBezTo>
                  <a:pt x="429" y="1846"/>
                  <a:pt x="423" y="1846"/>
                  <a:pt x="423" y="1851"/>
                </a:cubicBezTo>
                <a:cubicBezTo>
                  <a:pt x="408" y="1895"/>
                  <a:pt x="412" y="1908"/>
                  <a:pt x="405" y="1913"/>
                </a:cubicBezTo>
                <a:cubicBezTo>
                  <a:pt x="407" y="1876"/>
                  <a:pt x="415" y="1878"/>
                  <a:pt x="413" y="1871"/>
                </a:cubicBezTo>
                <a:cubicBezTo>
                  <a:pt x="418" y="1857"/>
                  <a:pt x="415" y="1850"/>
                  <a:pt x="418" y="1847"/>
                </a:cubicBezTo>
                <a:cubicBezTo>
                  <a:pt x="437" y="1792"/>
                  <a:pt x="440" y="1790"/>
                  <a:pt x="440" y="1788"/>
                </a:cubicBezTo>
                <a:cubicBezTo>
                  <a:pt x="448" y="1768"/>
                  <a:pt x="451" y="1760"/>
                  <a:pt x="455" y="1752"/>
                </a:cubicBezTo>
                <a:cubicBezTo>
                  <a:pt x="476" y="1717"/>
                  <a:pt x="475" y="1712"/>
                  <a:pt x="478" y="1709"/>
                </a:cubicBezTo>
                <a:cubicBezTo>
                  <a:pt x="495" y="1687"/>
                  <a:pt x="495" y="1681"/>
                  <a:pt x="498" y="1679"/>
                </a:cubicBezTo>
                <a:cubicBezTo>
                  <a:pt x="521" y="1647"/>
                  <a:pt x="524" y="1644"/>
                  <a:pt x="526" y="1640"/>
                </a:cubicBezTo>
                <a:cubicBezTo>
                  <a:pt x="551" y="1609"/>
                  <a:pt x="550" y="1603"/>
                  <a:pt x="554" y="1601"/>
                </a:cubicBezTo>
                <a:cubicBezTo>
                  <a:pt x="570" y="1563"/>
                  <a:pt x="576" y="1562"/>
                  <a:pt x="575" y="1556"/>
                </a:cubicBezTo>
                <a:cubicBezTo>
                  <a:pt x="581" y="1513"/>
                  <a:pt x="584" y="1508"/>
                  <a:pt x="584" y="1500"/>
                </a:cubicBezTo>
                <a:cubicBezTo>
                  <a:pt x="573" y="1529"/>
                  <a:pt x="577" y="1544"/>
                  <a:pt x="570" y="1550"/>
                </a:cubicBezTo>
                <a:cubicBezTo>
                  <a:pt x="548" y="1600"/>
                  <a:pt x="544" y="1602"/>
                  <a:pt x="541" y="1604"/>
                </a:cubicBezTo>
                <a:cubicBezTo>
                  <a:pt x="510" y="1653"/>
                  <a:pt x="506" y="1655"/>
                  <a:pt x="503" y="1657"/>
                </a:cubicBezTo>
                <a:cubicBezTo>
                  <a:pt x="481" y="1690"/>
                  <a:pt x="477" y="1696"/>
                  <a:pt x="474" y="1703"/>
                </a:cubicBezTo>
                <a:cubicBezTo>
                  <a:pt x="464" y="1717"/>
                  <a:pt x="463" y="1720"/>
                  <a:pt x="462" y="1717"/>
                </a:cubicBezTo>
                <a:cubicBezTo>
                  <a:pt x="474" y="1695"/>
                  <a:pt x="475" y="1693"/>
                  <a:pt x="475" y="1690"/>
                </a:cubicBezTo>
                <a:cubicBezTo>
                  <a:pt x="494" y="1659"/>
                  <a:pt x="495" y="1654"/>
                  <a:pt x="496" y="1649"/>
                </a:cubicBezTo>
                <a:cubicBezTo>
                  <a:pt x="525" y="1599"/>
                  <a:pt x="529" y="1590"/>
                  <a:pt x="533" y="1581"/>
                </a:cubicBezTo>
                <a:cubicBezTo>
                  <a:pt x="553" y="1505"/>
                  <a:pt x="553" y="1491"/>
                  <a:pt x="554" y="1479"/>
                </a:cubicBezTo>
                <a:cubicBezTo>
                  <a:pt x="544" y="1432"/>
                  <a:pt x="549" y="1437"/>
                  <a:pt x="547" y="1446"/>
                </a:cubicBezTo>
                <a:cubicBezTo>
                  <a:pt x="542" y="1527"/>
                  <a:pt x="542" y="1535"/>
                  <a:pt x="541" y="1543"/>
                </a:cubicBezTo>
                <a:cubicBezTo>
                  <a:pt x="526" y="1573"/>
                  <a:pt x="529" y="1580"/>
                  <a:pt x="524" y="1581"/>
                </a:cubicBezTo>
                <a:cubicBezTo>
                  <a:pt x="508" y="1611"/>
                  <a:pt x="503" y="1625"/>
                  <a:pt x="495" y="1636"/>
                </a:cubicBezTo>
                <a:cubicBezTo>
                  <a:pt x="475" y="1680"/>
                  <a:pt x="471" y="1684"/>
                  <a:pt x="466" y="1688"/>
                </a:cubicBezTo>
                <a:cubicBezTo>
                  <a:pt x="444" y="1731"/>
                  <a:pt x="441" y="1737"/>
                  <a:pt x="437" y="1743"/>
                </a:cubicBezTo>
                <a:cubicBezTo>
                  <a:pt x="416" y="1794"/>
                  <a:pt x="410" y="1794"/>
                  <a:pt x="413" y="1801"/>
                </a:cubicBezTo>
                <a:cubicBezTo>
                  <a:pt x="394" y="1860"/>
                  <a:pt x="396" y="1864"/>
                  <a:pt x="396" y="1868"/>
                </a:cubicBezTo>
                <a:cubicBezTo>
                  <a:pt x="390" y="1891"/>
                  <a:pt x="394" y="1899"/>
                  <a:pt x="389" y="1899"/>
                </a:cubicBezTo>
                <a:cubicBezTo>
                  <a:pt x="391" y="1841"/>
                  <a:pt x="392" y="1826"/>
                  <a:pt x="394" y="1811"/>
                </a:cubicBezTo>
                <a:cubicBezTo>
                  <a:pt x="401" y="1785"/>
                  <a:pt x="405" y="1780"/>
                  <a:pt x="404" y="1771"/>
                </a:cubicBezTo>
                <a:cubicBezTo>
                  <a:pt x="430" y="1712"/>
                  <a:pt x="435" y="1708"/>
                  <a:pt x="434" y="1699"/>
                </a:cubicBezTo>
                <a:cubicBezTo>
                  <a:pt x="451" y="1672"/>
                  <a:pt x="455" y="1665"/>
                  <a:pt x="457" y="1656"/>
                </a:cubicBezTo>
                <a:cubicBezTo>
                  <a:pt x="481" y="1622"/>
                  <a:pt x="480" y="1616"/>
                  <a:pt x="480" y="1611"/>
                </a:cubicBezTo>
                <a:cubicBezTo>
                  <a:pt x="505" y="1561"/>
                  <a:pt x="502" y="1553"/>
                  <a:pt x="507" y="1552"/>
                </a:cubicBezTo>
                <a:cubicBezTo>
                  <a:pt x="519" y="1524"/>
                  <a:pt x="515" y="1515"/>
                  <a:pt x="519" y="1514"/>
                </a:cubicBezTo>
                <a:cubicBezTo>
                  <a:pt x="520" y="1449"/>
                  <a:pt x="515" y="1450"/>
                  <a:pt x="517" y="1444"/>
                </a:cubicBezTo>
                <a:cubicBezTo>
                  <a:pt x="509" y="1516"/>
                  <a:pt x="509" y="1523"/>
                  <a:pt x="505" y="1526"/>
                </a:cubicBezTo>
                <a:cubicBezTo>
                  <a:pt x="494" y="1564"/>
                  <a:pt x="491" y="1568"/>
                  <a:pt x="489" y="1573"/>
                </a:cubicBezTo>
                <a:cubicBezTo>
                  <a:pt x="479" y="1592"/>
                  <a:pt x="483" y="1602"/>
                  <a:pt x="475" y="1602"/>
                </a:cubicBezTo>
                <a:cubicBezTo>
                  <a:pt x="443" y="1672"/>
                  <a:pt x="434" y="1679"/>
                  <a:pt x="431" y="1690"/>
                </a:cubicBezTo>
                <a:cubicBezTo>
                  <a:pt x="406" y="1738"/>
                  <a:pt x="409" y="1747"/>
                  <a:pt x="403" y="1749"/>
                </a:cubicBezTo>
                <a:cubicBezTo>
                  <a:pt x="434" y="1663"/>
                  <a:pt x="439" y="1660"/>
                  <a:pt x="440" y="1653"/>
                </a:cubicBezTo>
                <a:cubicBezTo>
                  <a:pt x="452" y="1614"/>
                  <a:pt x="459" y="1613"/>
                  <a:pt x="458" y="1606"/>
                </a:cubicBezTo>
                <a:cubicBezTo>
                  <a:pt x="480" y="1553"/>
                  <a:pt x="480" y="1545"/>
                  <a:pt x="482" y="1540"/>
                </a:cubicBezTo>
                <a:cubicBezTo>
                  <a:pt x="489" y="1465"/>
                  <a:pt x="491" y="1464"/>
                  <a:pt x="491" y="1448"/>
                </a:cubicBezTo>
                <a:cubicBezTo>
                  <a:pt x="487" y="1401"/>
                  <a:pt x="485" y="1390"/>
                  <a:pt x="484" y="1379"/>
                </a:cubicBezTo>
                <a:cubicBezTo>
                  <a:pt x="474" y="1371"/>
                  <a:pt x="480" y="1385"/>
                  <a:pt x="483" y="1403"/>
                </a:cubicBezTo>
                <a:cubicBezTo>
                  <a:pt x="487" y="1491"/>
                  <a:pt x="478" y="1495"/>
                  <a:pt x="482" y="1506"/>
                </a:cubicBezTo>
                <a:cubicBezTo>
                  <a:pt x="478" y="1531"/>
                  <a:pt x="477" y="1534"/>
                  <a:pt x="475" y="1537"/>
                </a:cubicBezTo>
                <a:cubicBezTo>
                  <a:pt x="459" y="1577"/>
                  <a:pt x="456" y="1591"/>
                  <a:pt x="451" y="1604"/>
                </a:cubicBezTo>
                <a:cubicBezTo>
                  <a:pt x="433" y="1645"/>
                  <a:pt x="431" y="1652"/>
                  <a:pt x="429" y="1658"/>
                </a:cubicBezTo>
                <a:cubicBezTo>
                  <a:pt x="412" y="1698"/>
                  <a:pt x="411" y="1701"/>
                  <a:pt x="408" y="1703"/>
                </a:cubicBezTo>
                <a:cubicBezTo>
                  <a:pt x="390" y="1762"/>
                  <a:pt x="384" y="1769"/>
                  <a:pt x="383" y="1779"/>
                </a:cubicBezTo>
                <a:cubicBezTo>
                  <a:pt x="369" y="1821"/>
                  <a:pt x="377" y="1833"/>
                  <a:pt x="371" y="1832"/>
                </a:cubicBezTo>
                <a:cubicBezTo>
                  <a:pt x="368" y="1777"/>
                  <a:pt x="371" y="1764"/>
                  <a:pt x="372" y="1749"/>
                </a:cubicBezTo>
                <a:cubicBezTo>
                  <a:pt x="382" y="1721"/>
                  <a:pt x="379" y="1714"/>
                  <a:pt x="383" y="1714"/>
                </a:cubicBezTo>
                <a:cubicBezTo>
                  <a:pt x="403" y="1659"/>
                  <a:pt x="406" y="1655"/>
                  <a:pt x="406" y="1649"/>
                </a:cubicBezTo>
                <a:cubicBezTo>
                  <a:pt x="424" y="1598"/>
                  <a:pt x="431" y="1597"/>
                  <a:pt x="431" y="1590"/>
                </a:cubicBezTo>
                <a:cubicBezTo>
                  <a:pt x="461" y="1509"/>
                  <a:pt x="462" y="1500"/>
                  <a:pt x="465" y="1494"/>
                </a:cubicBezTo>
                <a:cubicBezTo>
                  <a:pt x="472" y="1470"/>
                  <a:pt x="467" y="1462"/>
                  <a:pt x="472" y="1462"/>
                </a:cubicBezTo>
                <a:cubicBezTo>
                  <a:pt x="476" y="1437"/>
                  <a:pt x="471" y="1428"/>
                  <a:pt x="476" y="1427"/>
                </a:cubicBezTo>
                <a:cubicBezTo>
                  <a:pt x="473" y="1417"/>
                  <a:pt x="469" y="1447"/>
                  <a:pt x="462" y="1476"/>
                </a:cubicBezTo>
                <a:cubicBezTo>
                  <a:pt x="434" y="1564"/>
                  <a:pt x="433" y="1570"/>
                  <a:pt x="430" y="1573"/>
                </a:cubicBezTo>
                <a:cubicBezTo>
                  <a:pt x="422" y="1597"/>
                  <a:pt x="416" y="1602"/>
                  <a:pt x="415" y="1611"/>
                </a:cubicBezTo>
                <a:cubicBezTo>
                  <a:pt x="391" y="1664"/>
                  <a:pt x="387" y="1672"/>
                  <a:pt x="382" y="1679"/>
                </a:cubicBezTo>
                <a:cubicBezTo>
                  <a:pt x="367" y="1716"/>
                  <a:pt x="373" y="1726"/>
                  <a:pt x="366" y="1726"/>
                </a:cubicBezTo>
                <a:cubicBezTo>
                  <a:pt x="360" y="1762"/>
                  <a:pt x="364" y="1763"/>
                  <a:pt x="358" y="1766"/>
                </a:cubicBezTo>
                <a:cubicBezTo>
                  <a:pt x="381" y="1656"/>
                  <a:pt x="382" y="1648"/>
                  <a:pt x="386" y="1643"/>
                </a:cubicBezTo>
                <a:cubicBezTo>
                  <a:pt x="399" y="1610"/>
                  <a:pt x="404" y="1595"/>
                  <a:pt x="408" y="1581"/>
                </a:cubicBezTo>
                <a:cubicBezTo>
                  <a:pt x="436" y="1516"/>
                  <a:pt x="433" y="1505"/>
                  <a:pt x="438" y="1500"/>
                </a:cubicBezTo>
                <a:cubicBezTo>
                  <a:pt x="456" y="1427"/>
                  <a:pt x="459" y="1420"/>
                  <a:pt x="460" y="1411"/>
                </a:cubicBezTo>
                <a:cubicBezTo>
                  <a:pt x="455" y="1378"/>
                  <a:pt x="451" y="1393"/>
                  <a:pt x="453" y="1414"/>
                </a:cubicBezTo>
                <a:cubicBezTo>
                  <a:pt x="442" y="1477"/>
                  <a:pt x="433" y="1477"/>
                  <a:pt x="434" y="1487"/>
                </a:cubicBezTo>
                <a:cubicBezTo>
                  <a:pt x="416" y="1534"/>
                  <a:pt x="415" y="1548"/>
                  <a:pt x="409" y="1559"/>
                </a:cubicBezTo>
                <a:cubicBezTo>
                  <a:pt x="392" y="1598"/>
                  <a:pt x="391" y="1605"/>
                  <a:pt x="388" y="1610"/>
                </a:cubicBezTo>
                <a:cubicBezTo>
                  <a:pt x="380" y="1635"/>
                  <a:pt x="375" y="1638"/>
                  <a:pt x="376" y="1646"/>
                </a:cubicBezTo>
                <a:cubicBezTo>
                  <a:pt x="352" y="1701"/>
                  <a:pt x="360" y="1712"/>
                  <a:pt x="354" y="1711"/>
                </a:cubicBezTo>
                <a:cubicBezTo>
                  <a:pt x="350" y="1730"/>
                  <a:pt x="346" y="1726"/>
                  <a:pt x="345" y="1712"/>
                </a:cubicBezTo>
                <a:cubicBezTo>
                  <a:pt x="355" y="1665"/>
                  <a:pt x="358" y="1665"/>
                  <a:pt x="357" y="1661"/>
                </a:cubicBezTo>
                <a:cubicBezTo>
                  <a:pt x="366" y="1643"/>
                  <a:pt x="363" y="1637"/>
                  <a:pt x="366" y="1636"/>
                </a:cubicBezTo>
                <a:cubicBezTo>
                  <a:pt x="372" y="1617"/>
                  <a:pt x="374" y="1616"/>
                  <a:pt x="373" y="1612"/>
                </a:cubicBezTo>
                <a:cubicBezTo>
                  <a:pt x="395" y="1560"/>
                  <a:pt x="394" y="1553"/>
                  <a:pt x="400" y="1551"/>
                </a:cubicBezTo>
                <a:cubicBezTo>
                  <a:pt x="425" y="1482"/>
                  <a:pt x="427" y="1477"/>
                  <a:pt x="427" y="1470"/>
                </a:cubicBezTo>
                <a:cubicBezTo>
                  <a:pt x="418" y="1498"/>
                  <a:pt x="408" y="1504"/>
                  <a:pt x="408" y="1517"/>
                </a:cubicBezTo>
                <a:cubicBezTo>
                  <a:pt x="377" y="1581"/>
                  <a:pt x="373" y="1584"/>
                  <a:pt x="372" y="1590"/>
                </a:cubicBezTo>
                <a:cubicBezTo>
                  <a:pt x="363" y="1617"/>
                  <a:pt x="360" y="1628"/>
                  <a:pt x="353" y="1637"/>
                </a:cubicBezTo>
                <a:cubicBezTo>
                  <a:pt x="343" y="1676"/>
                  <a:pt x="340" y="1680"/>
                  <a:pt x="341" y="1688"/>
                </a:cubicBezTo>
                <a:cubicBezTo>
                  <a:pt x="338" y="1660"/>
                  <a:pt x="342" y="1652"/>
                  <a:pt x="340" y="1640"/>
                </a:cubicBezTo>
                <a:cubicBezTo>
                  <a:pt x="360" y="1597"/>
                  <a:pt x="360" y="1592"/>
                  <a:pt x="361" y="1588"/>
                </a:cubicBezTo>
                <a:cubicBezTo>
                  <a:pt x="367" y="1561"/>
                  <a:pt x="371" y="1559"/>
                  <a:pt x="371" y="1555"/>
                </a:cubicBezTo>
                <a:cubicBezTo>
                  <a:pt x="390" y="1506"/>
                  <a:pt x="387" y="1494"/>
                  <a:pt x="393" y="1490"/>
                </a:cubicBezTo>
                <a:cubicBezTo>
                  <a:pt x="403" y="1419"/>
                  <a:pt x="403" y="1406"/>
                  <a:pt x="402" y="1393"/>
                </a:cubicBezTo>
                <a:cubicBezTo>
                  <a:pt x="393" y="1354"/>
                  <a:pt x="388" y="1352"/>
                  <a:pt x="389" y="1344"/>
                </a:cubicBezTo>
                <a:cubicBezTo>
                  <a:pt x="382" y="1350"/>
                  <a:pt x="386" y="1352"/>
                  <a:pt x="388" y="1357"/>
                </a:cubicBezTo>
                <a:cubicBezTo>
                  <a:pt x="396" y="1435"/>
                  <a:pt x="396" y="1441"/>
                  <a:pt x="397" y="1446"/>
                </a:cubicBezTo>
                <a:cubicBezTo>
                  <a:pt x="389" y="1476"/>
                  <a:pt x="385" y="1481"/>
                  <a:pt x="384" y="1491"/>
                </a:cubicBezTo>
                <a:cubicBezTo>
                  <a:pt x="358" y="1561"/>
                  <a:pt x="358" y="1571"/>
                  <a:pt x="356" y="1578"/>
                </a:cubicBezTo>
                <a:cubicBezTo>
                  <a:pt x="341" y="1628"/>
                  <a:pt x="334" y="1627"/>
                  <a:pt x="335" y="1634"/>
                </a:cubicBezTo>
                <a:cubicBezTo>
                  <a:pt x="324" y="1665"/>
                  <a:pt x="328" y="1674"/>
                  <a:pt x="321" y="1674"/>
                </a:cubicBezTo>
                <a:cubicBezTo>
                  <a:pt x="334" y="1588"/>
                  <a:pt x="337" y="1580"/>
                  <a:pt x="340" y="1570"/>
                </a:cubicBezTo>
                <a:cubicBezTo>
                  <a:pt x="350" y="1541"/>
                  <a:pt x="350" y="1536"/>
                  <a:pt x="350" y="1530"/>
                </a:cubicBezTo>
                <a:cubicBezTo>
                  <a:pt x="360" y="1499"/>
                  <a:pt x="364" y="1497"/>
                  <a:pt x="363" y="1490"/>
                </a:cubicBezTo>
                <a:cubicBezTo>
                  <a:pt x="370" y="1438"/>
                  <a:pt x="375" y="1420"/>
                  <a:pt x="376" y="1397"/>
                </a:cubicBezTo>
                <a:cubicBezTo>
                  <a:pt x="365" y="1320"/>
                  <a:pt x="368" y="1312"/>
                  <a:pt x="363" y="1313"/>
                </a:cubicBezTo>
                <a:cubicBezTo>
                  <a:pt x="362" y="1332"/>
                  <a:pt x="366" y="1343"/>
                  <a:pt x="368" y="1356"/>
                </a:cubicBezTo>
                <a:cubicBezTo>
                  <a:pt x="367" y="1417"/>
                  <a:pt x="365" y="1421"/>
                  <a:pt x="365" y="1426"/>
                </a:cubicBezTo>
                <a:cubicBezTo>
                  <a:pt x="359" y="1455"/>
                  <a:pt x="363" y="1465"/>
                  <a:pt x="359" y="1466"/>
                </a:cubicBezTo>
                <a:cubicBezTo>
                  <a:pt x="340" y="1539"/>
                  <a:pt x="336" y="1559"/>
                  <a:pt x="329" y="1575"/>
                </a:cubicBezTo>
                <a:cubicBezTo>
                  <a:pt x="313" y="1626"/>
                  <a:pt x="312" y="1623"/>
                  <a:pt x="315" y="1622"/>
                </a:cubicBezTo>
                <a:cubicBezTo>
                  <a:pt x="321" y="1588"/>
                  <a:pt x="322" y="1576"/>
                  <a:pt x="324" y="1565"/>
                </a:cubicBezTo>
                <a:cubicBezTo>
                  <a:pt x="337" y="1477"/>
                  <a:pt x="342" y="1476"/>
                  <a:pt x="341" y="1469"/>
                </a:cubicBezTo>
                <a:cubicBezTo>
                  <a:pt x="333" y="1317"/>
                  <a:pt x="332" y="1308"/>
                  <a:pt x="330" y="1302"/>
                </a:cubicBezTo>
                <a:cubicBezTo>
                  <a:pt x="318" y="1275"/>
                  <a:pt x="315" y="1268"/>
                  <a:pt x="311" y="1262"/>
                </a:cubicBezTo>
                <a:cubicBezTo>
                  <a:pt x="305" y="1258"/>
                  <a:pt x="310" y="1270"/>
                  <a:pt x="317" y="1281"/>
                </a:cubicBezTo>
                <a:cubicBezTo>
                  <a:pt x="326" y="1312"/>
                  <a:pt x="326" y="1314"/>
                  <a:pt x="328" y="1315"/>
                </a:cubicBezTo>
                <a:cubicBezTo>
                  <a:pt x="329" y="1333"/>
                  <a:pt x="332" y="1343"/>
                  <a:pt x="333" y="1356"/>
                </a:cubicBezTo>
                <a:cubicBezTo>
                  <a:pt x="330" y="1464"/>
                  <a:pt x="334" y="1471"/>
                  <a:pt x="331" y="1472"/>
                </a:cubicBezTo>
                <a:cubicBezTo>
                  <a:pt x="326" y="1497"/>
                  <a:pt x="326" y="1501"/>
                  <a:pt x="326" y="1506"/>
                </a:cubicBezTo>
                <a:cubicBezTo>
                  <a:pt x="320" y="1533"/>
                  <a:pt x="322" y="1543"/>
                  <a:pt x="316" y="1548"/>
                </a:cubicBezTo>
                <a:cubicBezTo>
                  <a:pt x="325" y="1483"/>
                  <a:pt x="324" y="1478"/>
                  <a:pt x="326" y="1475"/>
                </a:cubicBezTo>
                <a:cubicBezTo>
                  <a:pt x="318" y="1352"/>
                  <a:pt x="312" y="1331"/>
                  <a:pt x="308" y="1301"/>
                </a:cubicBezTo>
                <a:cubicBezTo>
                  <a:pt x="295" y="1275"/>
                  <a:pt x="294" y="1264"/>
                  <a:pt x="289" y="1259"/>
                </a:cubicBezTo>
                <a:cubicBezTo>
                  <a:pt x="267" y="1237"/>
                  <a:pt x="279" y="1241"/>
                  <a:pt x="283" y="1255"/>
                </a:cubicBezTo>
                <a:cubicBezTo>
                  <a:pt x="295" y="1285"/>
                  <a:pt x="296" y="1289"/>
                  <a:pt x="298" y="1291"/>
                </a:cubicBezTo>
                <a:cubicBezTo>
                  <a:pt x="309" y="1335"/>
                  <a:pt x="306" y="1343"/>
                  <a:pt x="311" y="1343"/>
                </a:cubicBezTo>
                <a:cubicBezTo>
                  <a:pt x="317" y="1393"/>
                  <a:pt x="320" y="1396"/>
                  <a:pt x="319" y="1403"/>
                </a:cubicBezTo>
                <a:cubicBezTo>
                  <a:pt x="315" y="1486"/>
                  <a:pt x="316" y="1486"/>
                  <a:pt x="314" y="1491"/>
                </a:cubicBezTo>
                <a:cubicBezTo>
                  <a:pt x="313" y="1523"/>
                  <a:pt x="307" y="1531"/>
                  <a:pt x="307" y="1544"/>
                </a:cubicBezTo>
                <a:cubicBezTo>
                  <a:pt x="291" y="1555"/>
                  <a:pt x="301" y="1540"/>
                  <a:pt x="301" y="1520"/>
                </a:cubicBezTo>
                <a:cubicBezTo>
                  <a:pt x="300" y="1371"/>
                  <a:pt x="298" y="1365"/>
                  <a:pt x="298" y="1357"/>
                </a:cubicBezTo>
                <a:cubicBezTo>
                  <a:pt x="292" y="1333"/>
                  <a:pt x="291" y="1319"/>
                  <a:pt x="286" y="1307"/>
                </a:cubicBezTo>
                <a:cubicBezTo>
                  <a:pt x="262" y="1254"/>
                  <a:pt x="263" y="1243"/>
                  <a:pt x="258" y="1242"/>
                </a:cubicBezTo>
                <a:cubicBezTo>
                  <a:pt x="286" y="1321"/>
                  <a:pt x="285" y="1331"/>
                  <a:pt x="288" y="1336"/>
                </a:cubicBezTo>
                <a:cubicBezTo>
                  <a:pt x="293" y="1366"/>
                  <a:pt x="296" y="1381"/>
                  <a:pt x="297" y="1398"/>
                </a:cubicBezTo>
                <a:cubicBezTo>
                  <a:pt x="299" y="1489"/>
                  <a:pt x="294" y="1492"/>
                  <a:pt x="295" y="1499"/>
                </a:cubicBezTo>
                <a:cubicBezTo>
                  <a:pt x="290" y="1445"/>
                  <a:pt x="287" y="1444"/>
                  <a:pt x="287" y="1441"/>
                </a:cubicBezTo>
                <a:cubicBezTo>
                  <a:pt x="283" y="1415"/>
                  <a:pt x="287" y="1416"/>
                  <a:pt x="283" y="1412"/>
                </a:cubicBezTo>
                <a:cubicBezTo>
                  <a:pt x="269" y="1353"/>
                  <a:pt x="262" y="1342"/>
                  <a:pt x="259" y="1327"/>
                </a:cubicBezTo>
                <a:cubicBezTo>
                  <a:pt x="234" y="1272"/>
                  <a:pt x="238" y="1259"/>
                  <a:pt x="228" y="1261"/>
                </a:cubicBezTo>
                <a:cubicBezTo>
                  <a:pt x="239" y="1279"/>
                  <a:pt x="239" y="1288"/>
                  <a:pt x="244" y="1293"/>
                </a:cubicBezTo>
                <a:cubicBezTo>
                  <a:pt x="270" y="1419"/>
                  <a:pt x="279" y="1422"/>
                  <a:pt x="277" y="1426"/>
                </a:cubicBezTo>
                <a:cubicBezTo>
                  <a:pt x="278" y="1456"/>
                  <a:pt x="282" y="1465"/>
                  <a:pt x="278" y="1465"/>
                </a:cubicBezTo>
                <a:cubicBezTo>
                  <a:pt x="250" y="1385"/>
                  <a:pt x="252" y="1374"/>
                  <a:pt x="247" y="1371"/>
                </a:cubicBezTo>
                <a:cubicBezTo>
                  <a:pt x="231" y="1330"/>
                  <a:pt x="231" y="1320"/>
                  <a:pt x="224" y="1320"/>
                </a:cubicBezTo>
                <a:cubicBezTo>
                  <a:pt x="253" y="1397"/>
                  <a:pt x="257" y="1421"/>
                  <a:pt x="265" y="1440"/>
                </a:cubicBezTo>
                <a:cubicBezTo>
                  <a:pt x="281" y="1531"/>
                  <a:pt x="286" y="1534"/>
                  <a:pt x="285" y="1543"/>
                </a:cubicBezTo>
                <a:cubicBezTo>
                  <a:pt x="284" y="1556"/>
                  <a:pt x="280" y="1549"/>
                  <a:pt x="281" y="1537"/>
                </a:cubicBezTo>
                <a:cubicBezTo>
                  <a:pt x="247" y="1462"/>
                  <a:pt x="249" y="1450"/>
                  <a:pt x="244" y="1448"/>
                </a:cubicBezTo>
                <a:cubicBezTo>
                  <a:pt x="221" y="1375"/>
                  <a:pt x="214" y="1365"/>
                  <a:pt x="211" y="1352"/>
                </a:cubicBezTo>
                <a:cubicBezTo>
                  <a:pt x="195" y="1325"/>
                  <a:pt x="197" y="1318"/>
                  <a:pt x="193" y="1318"/>
                </a:cubicBezTo>
                <a:cubicBezTo>
                  <a:pt x="167" y="1263"/>
                  <a:pt x="166" y="1260"/>
                  <a:pt x="163" y="1259"/>
                </a:cubicBezTo>
                <a:cubicBezTo>
                  <a:pt x="165" y="1272"/>
                  <a:pt x="172" y="1286"/>
                  <a:pt x="179" y="1300"/>
                </a:cubicBezTo>
                <a:cubicBezTo>
                  <a:pt x="191" y="1329"/>
                  <a:pt x="195" y="1335"/>
                  <a:pt x="199" y="1342"/>
                </a:cubicBezTo>
                <a:cubicBezTo>
                  <a:pt x="226" y="1428"/>
                  <a:pt x="232" y="1438"/>
                  <a:pt x="235" y="1451"/>
                </a:cubicBezTo>
                <a:cubicBezTo>
                  <a:pt x="247" y="1477"/>
                  <a:pt x="248" y="1489"/>
                  <a:pt x="244" y="1487"/>
                </a:cubicBezTo>
                <a:cubicBezTo>
                  <a:pt x="228" y="1464"/>
                  <a:pt x="227" y="1461"/>
                  <a:pt x="227" y="1456"/>
                </a:cubicBezTo>
                <a:cubicBezTo>
                  <a:pt x="203" y="1423"/>
                  <a:pt x="201" y="1417"/>
                  <a:pt x="195" y="1414"/>
                </a:cubicBezTo>
                <a:cubicBezTo>
                  <a:pt x="155" y="1347"/>
                  <a:pt x="145" y="1324"/>
                  <a:pt x="133" y="1303"/>
                </a:cubicBezTo>
                <a:cubicBezTo>
                  <a:pt x="109" y="1262"/>
                  <a:pt x="115" y="1250"/>
                  <a:pt x="110" y="1252"/>
                </a:cubicBezTo>
                <a:cubicBezTo>
                  <a:pt x="109" y="1242"/>
                  <a:pt x="105" y="1259"/>
                  <a:pt x="113" y="1263"/>
                </a:cubicBezTo>
                <a:cubicBezTo>
                  <a:pt x="127" y="1300"/>
                  <a:pt x="126" y="1302"/>
                  <a:pt x="126" y="1303"/>
                </a:cubicBezTo>
                <a:cubicBezTo>
                  <a:pt x="141" y="1331"/>
                  <a:pt x="144" y="1335"/>
                  <a:pt x="146" y="1339"/>
                </a:cubicBezTo>
                <a:cubicBezTo>
                  <a:pt x="190" y="1424"/>
                  <a:pt x="196" y="1426"/>
                  <a:pt x="197" y="1434"/>
                </a:cubicBezTo>
                <a:cubicBezTo>
                  <a:pt x="210" y="1458"/>
                  <a:pt x="220" y="1459"/>
                  <a:pt x="214" y="1461"/>
                </a:cubicBezTo>
                <a:cubicBezTo>
                  <a:pt x="187" y="1433"/>
                  <a:pt x="186" y="1419"/>
                  <a:pt x="176" y="1416"/>
                </a:cubicBezTo>
                <a:cubicBezTo>
                  <a:pt x="141" y="1351"/>
                  <a:pt x="132" y="1347"/>
                  <a:pt x="131" y="1333"/>
                </a:cubicBezTo>
                <a:cubicBezTo>
                  <a:pt x="111" y="1296"/>
                  <a:pt x="107" y="1286"/>
                  <a:pt x="103" y="1276"/>
                </a:cubicBezTo>
                <a:cubicBezTo>
                  <a:pt x="91" y="1264"/>
                  <a:pt x="97" y="1277"/>
                  <a:pt x="102" y="1292"/>
                </a:cubicBezTo>
                <a:cubicBezTo>
                  <a:pt x="114" y="1318"/>
                  <a:pt x="118" y="1323"/>
                  <a:pt x="120" y="1332"/>
                </a:cubicBezTo>
                <a:cubicBezTo>
                  <a:pt x="155" y="1393"/>
                  <a:pt x="155" y="1404"/>
                  <a:pt x="162" y="1406"/>
                </a:cubicBezTo>
                <a:cubicBezTo>
                  <a:pt x="199" y="1459"/>
                  <a:pt x="201" y="1462"/>
                  <a:pt x="201" y="1466"/>
                </a:cubicBezTo>
                <a:cubicBezTo>
                  <a:pt x="226" y="1495"/>
                  <a:pt x="229" y="1501"/>
                  <a:pt x="233" y="1508"/>
                </a:cubicBezTo>
                <a:cubicBezTo>
                  <a:pt x="258" y="1549"/>
                  <a:pt x="262" y="1552"/>
                  <a:pt x="264" y="1556"/>
                </a:cubicBezTo>
                <a:cubicBezTo>
                  <a:pt x="275" y="1581"/>
                  <a:pt x="279" y="1585"/>
                  <a:pt x="280" y="1594"/>
                </a:cubicBezTo>
                <a:cubicBezTo>
                  <a:pt x="252" y="1560"/>
                  <a:pt x="253" y="1550"/>
                  <a:pt x="246" y="1548"/>
                </a:cubicBezTo>
                <a:cubicBezTo>
                  <a:pt x="206" y="1500"/>
                  <a:pt x="201" y="1497"/>
                  <a:pt x="199" y="1490"/>
                </a:cubicBezTo>
                <a:cubicBezTo>
                  <a:pt x="157" y="1432"/>
                  <a:pt x="148" y="1422"/>
                  <a:pt x="143" y="1409"/>
                </a:cubicBezTo>
                <a:cubicBezTo>
                  <a:pt x="131" y="1385"/>
                  <a:pt x="125" y="1383"/>
                  <a:pt x="125" y="1373"/>
                </a:cubicBezTo>
                <a:cubicBezTo>
                  <a:pt x="105" y="1330"/>
                  <a:pt x="100" y="1329"/>
                  <a:pt x="101" y="1320"/>
                </a:cubicBezTo>
                <a:cubicBezTo>
                  <a:pt x="102" y="1331"/>
                  <a:pt x="100" y="1339"/>
                  <a:pt x="103" y="1340"/>
                </a:cubicBezTo>
                <a:cubicBezTo>
                  <a:pt x="110" y="1364"/>
                  <a:pt x="115" y="1363"/>
                  <a:pt x="114" y="1370"/>
                </a:cubicBezTo>
                <a:cubicBezTo>
                  <a:pt x="137" y="1408"/>
                  <a:pt x="136" y="1419"/>
                  <a:pt x="141" y="1422"/>
                </a:cubicBezTo>
                <a:cubicBezTo>
                  <a:pt x="156" y="1453"/>
                  <a:pt x="166" y="1461"/>
                  <a:pt x="173" y="1473"/>
                </a:cubicBezTo>
                <a:cubicBezTo>
                  <a:pt x="189" y="1492"/>
                  <a:pt x="192" y="1499"/>
                  <a:pt x="195" y="1504"/>
                </a:cubicBezTo>
                <a:cubicBezTo>
                  <a:pt x="213" y="1516"/>
                  <a:pt x="212" y="1522"/>
                  <a:pt x="214" y="1524"/>
                </a:cubicBezTo>
                <a:cubicBezTo>
                  <a:pt x="255" y="1589"/>
                  <a:pt x="252" y="1574"/>
                  <a:pt x="239" y="1568"/>
                </a:cubicBezTo>
                <a:cubicBezTo>
                  <a:pt x="221" y="1541"/>
                  <a:pt x="214" y="1544"/>
                  <a:pt x="215" y="1537"/>
                </a:cubicBezTo>
                <a:cubicBezTo>
                  <a:pt x="180" y="1500"/>
                  <a:pt x="179" y="1495"/>
                  <a:pt x="175" y="1494"/>
                </a:cubicBezTo>
                <a:cubicBezTo>
                  <a:pt x="146" y="1459"/>
                  <a:pt x="144" y="1451"/>
                  <a:pt x="139" y="1447"/>
                </a:cubicBezTo>
                <a:cubicBezTo>
                  <a:pt x="94" y="1374"/>
                  <a:pt x="93" y="1370"/>
                  <a:pt x="90" y="1369"/>
                </a:cubicBezTo>
                <a:cubicBezTo>
                  <a:pt x="78" y="1346"/>
                  <a:pt x="78" y="1341"/>
                  <a:pt x="74" y="1340"/>
                </a:cubicBezTo>
                <a:cubicBezTo>
                  <a:pt x="93" y="1394"/>
                  <a:pt x="106" y="1399"/>
                  <a:pt x="108" y="1416"/>
                </a:cubicBezTo>
                <a:cubicBezTo>
                  <a:pt x="134" y="1452"/>
                  <a:pt x="138" y="1456"/>
                  <a:pt x="140" y="1464"/>
                </a:cubicBezTo>
                <a:cubicBezTo>
                  <a:pt x="169" y="1499"/>
                  <a:pt x="172" y="1505"/>
                  <a:pt x="176" y="1510"/>
                </a:cubicBezTo>
                <a:cubicBezTo>
                  <a:pt x="257" y="1606"/>
                  <a:pt x="266" y="1609"/>
                  <a:pt x="269" y="1619"/>
                </a:cubicBezTo>
                <a:cubicBezTo>
                  <a:pt x="296" y="1654"/>
                  <a:pt x="301" y="1655"/>
                  <a:pt x="300" y="1663"/>
                </a:cubicBezTo>
                <a:cubicBezTo>
                  <a:pt x="312" y="1683"/>
                  <a:pt x="316" y="1685"/>
                  <a:pt x="313" y="1686"/>
                </a:cubicBezTo>
                <a:cubicBezTo>
                  <a:pt x="294" y="1663"/>
                  <a:pt x="292" y="1654"/>
                  <a:pt x="286" y="1648"/>
                </a:cubicBezTo>
                <a:cubicBezTo>
                  <a:pt x="254" y="1611"/>
                  <a:pt x="253" y="1608"/>
                  <a:pt x="250" y="1605"/>
                </a:cubicBezTo>
                <a:cubicBezTo>
                  <a:pt x="221" y="1575"/>
                  <a:pt x="218" y="1567"/>
                  <a:pt x="210" y="1564"/>
                </a:cubicBezTo>
                <a:cubicBezTo>
                  <a:pt x="184" y="1536"/>
                  <a:pt x="174" y="1525"/>
                  <a:pt x="165" y="1512"/>
                </a:cubicBezTo>
                <a:cubicBezTo>
                  <a:pt x="129" y="1461"/>
                  <a:pt x="115" y="1454"/>
                  <a:pt x="110" y="1438"/>
                </a:cubicBezTo>
                <a:cubicBezTo>
                  <a:pt x="87" y="1406"/>
                  <a:pt x="88" y="1398"/>
                  <a:pt x="83" y="1398"/>
                </a:cubicBezTo>
                <a:cubicBezTo>
                  <a:pt x="103" y="1435"/>
                  <a:pt x="106" y="1446"/>
                  <a:pt x="113" y="1453"/>
                </a:cubicBezTo>
                <a:cubicBezTo>
                  <a:pt x="161" y="1516"/>
                  <a:pt x="160" y="1524"/>
                  <a:pt x="166" y="1526"/>
                </a:cubicBezTo>
                <a:cubicBezTo>
                  <a:pt x="208" y="1573"/>
                  <a:pt x="213" y="1575"/>
                  <a:pt x="214" y="1581"/>
                </a:cubicBezTo>
                <a:cubicBezTo>
                  <a:pt x="228" y="1594"/>
                  <a:pt x="228" y="1599"/>
                  <a:pt x="233" y="1600"/>
                </a:cubicBezTo>
                <a:cubicBezTo>
                  <a:pt x="258" y="1636"/>
                  <a:pt x="268" y="1637"/>
                  <a:pt x="271" y="1645"/>
                </a:cubicBezTo>
                <a:cubicBezTo>
                  <a:pt x="283" y="1662"/>
                  <a:pt x="286" y="1663"/>
                  <a:pt x="283" y="1664"/>
                </a:cubicBezTo>
                <a:cubicBezTo>
                  <a:pt x="266" y="1645"/>
                  <a:pt x="264" y="1642"/>
                  <a:pt x="262" y="1639"/>
                </a:cubicBezTo>
                <a:cubicBezTo>
                  <a:pt x="243" y="1618"/>
                  <a:pt x="229" y="1611"/>
                  <a:pt x="221" y="1596"/>
                </a:cubicBezTo>
                <a:cubicBezTo>
                  <a:pt x="199" y="1583"/>
                  <a:pt x="200" y="1572"/>
                  <a:pt x="191" y="1572"/>
                </a:cubicBezTo>
                <a:cubicBezTo>
                  <a:pt x="170" y="1549"/>
                  <a:pt x="170" y="1543"/>
                  <a:pt x="165" y="1543"/>
                </a:cubicBezTo>
                <a:cubicBezTo>
                  <a:pt x="111" y="1476"/>
                  <a:pt x="109" y="1469"/>
                  <a:pt x="103" y="1467"/>
                </a:cubicBezTo>
                <a:cubicBezTo>
                  <a:pt x="65" y="1409"/>
                  <a:pt x="64" y="1401"/>
                  <a:pt x="61" y="1395"/>
                </a:cubicBezTo>
                <a:cubicBezTo>
                  <a:pt x="44" y="1364"/>
                  <a:pt x="47" y="1355"/>
                  <a:pt x="43" y="1355"/>
                </a:cubicBezTo>
                <a:cubicBezTo>
                  <a:pt x="34" y="1346"/>
                  <a:pt x="41" y="1361"/>
                  <a:pt x="42" y="1375"/>
                </a:cubicBezTo>
                <a:cubicBezTo>
                  <a:pt x="70" y="1427"/>
                  <a:pt x="76" y="1441"/>
                  <a:pt x="84" y="1453"/>
                </a:cubicBezTo>
                <a:cubicBezTo>
                  <a:pt x="119" y="1498"/>
                  <a:pt x="126" y="1512"/>
                  <a:pt x="137" y="1521"/>
                </a:cubicBezTo>
                <a:cubicBezTo>
                  <a:pt x="155" y="1543"/>
                  <a:pt x="158" y="1549"/>
                  <a:pt x="164" y="1554"/>
                </a:cubicBezTo>
                <a:cubicBezTo>
                  <a:pt x="202" y="1593"/>
                  <a:pt x="206" y="1594"/>
                  <a:pt x="206" y="1599"/>
                </a:cubicBezTo>
                <a:cubicBezTo>
                  <a:pt x="242" y="1635"/>
                  <a:pt x="249" y="1638"/>
                  <a:pt x="253" y="1644"/>
                </a:cubicBezTo>
                <a:cubicBezTo>
                  <a:pt x="322" y="1730"/>
                  <a:pt x="324" y="1732"/>
                  <a:pt x="327" y="1733"/>
                </a:cubicBezTo>
                <a:cubicBezTo>
                  <a:pt x="330" y="1757"/>
                  <a:pt x="328" y="1750"/>
                  <a:pt x="324" y="1746"/>
                </a:cubicBezTo>
                <a:cubicBezTo>
                  <a:pt x="297" y="1716"/>
                  <a:pt x="292" y="1714"/>
                  <a:pt x="290" y="1707"/>
                </a:cubicBezTo>
                <a:cubicBezTo>
                  <a:pt x="252" y="1673"/>
                  <a:pt x="244" y="1674"/>
                  <a:pt x="244" y="1667"/>
                </a:cubicBezTo>
                <a:cubicBezTo>
                  <a:pt x="222" y="1653"/>
                  <a:pt x="223" y="1647"/>
                  <a:pt x="218" y="1649"/>
                </a:cubicBezTo>
                <a:cubicBezTo>
                  <a:pt x="180" y="1612"/>
                  <a:pt x="177" y="1606"/>
                  <a:pt x="172" y="1604"/>
                </a:cubicBezTo>
                <a:cubicBezTo>
                  <a:pt x="145" y="1572"/>
                  <a:pt x="138" y="1572"/>
                  <a:pt x="136" y="1565"/>
                </a:cubicBezTo>
                <a:cubicBezTo>
                  <a:pt x="94" y="1522"/>
                  <a:pt x="94" y="1514"/>
                  <a:pt x="89" y="1511"/>
                </a:cubicBezTo>
                <a:cubicBezTo>
                  <a:pt x="53" y="1462"/>
                  <a:pt x="51" y="1455"/>
                  <a:pt x="47" y="1451"/>
                </a:cubicBezTo>
                <a:cubicBezTo>
                  <a:pt x="19" y="1397"/>
                  <a:pt x="20" y="1392"/>
                  <a:pt x="17" y="1392"/>
                </a:cubicBezTo>
                <a:cubicBezTo>
                  <a:pt x="29" y="1432"/>
                  <a:pt x="32" y="1437"/>
                  <a:pt x="36" y="1441"/>
                </a:cubicBezTo>
                <a:cubicBezTo>
                  <a:pt x="55" y="1476"/>
                  <a:pt x="57" y="1482"/>
                  <a:pt x="63" y="1485"/>
                </a:cubicBezTo>
                <a:cubicBezTo>
                  <a:pt x="82" y="1520"/>
                  <a:pt x="91" y="1517"/>
                  <a:pt x="90" y="1527"/>
                </a:cubicBezTo>
                <a:cubicBezTo>
                  <a:pt x="130" y="1572"/>
                  <a:pt x="136" y="1582"/>
                  <a:pt x="144" y="1588"/>
                </a:cubicBezTo>
                <a:cubicBezTo>
                  <a:pt x="165" y="1605"/>
                  <a:pt x="163" y="1612"/>
                  <a:pt x="168" y="1611"/>
                </a:cubicBezTo>
                <a:cubicBezTo>
                  <a:pt x="192" y="1640"/>
                  <a:pt x="200" y="1639"/>
                  <a:pt x="201" y="1645"/>
                </a:cubicBezTo>
                <a:cubicBezTo>
                  <a:pt x="223" y="1662"/>
                  <a:pt x="231" y="1669"/>
                  <a:pt x="240" y="1676"/>
                </a:cubicBezTo>
                <a:cubicBezTo>
                  <a:pt x="282" y="1709"/>
                  <a:pt x="293" y="1729"/>
                  <a:pt x="308" y="1745"/>
                </a:cubicBezTo>
                <a:cubicBezTo>
                  <a:pt x="341" y="1789"/>
                  <a:pt x="348" y="1789"/>
                  <a:pt x="347" y="1799"/>
                </a:cubicBezTo>
                <a:cubicBezTo>
                  <a:pt x="249" y="1714"/>
                  <a:pt x="242" y="1702"/>
                  <a:pt x="229" y="1698"/>
                </a:cubicBezTo>
                <a:cubicBezTo>
                  <a:pt x="213" y="1681"/>
                  <a:pt x="209" y="1680"/>
                  <a:pt x="205" y="1680"/>
                </a:cubicBezTo>
                <a:cubicBezTo>
                  <a:pt x="183" y="1658"/>
                  <a:pt x="175" y="1658"/>
                  <a:pt x="175" y="1649"/>
                </a:cubicBezTo>
                <a:cubicBezTo>
                  <a:pt x="144" y="1629"/>
                  <a:pt x="144" y="1625"/>
                  <a:pt x="142" y="1623"/>
                </a:cubicBezTo>
                <a:cubicBezTo>
                  <a:pt x="119" y="1604"/>
                  <a:pt x="115" y="1600"/>
                  <a:pt x="112" y="1595"/>
                </a:cubicBezTo>
                <a:cubicBezTo>
                  <a:pt x="70" y="1551"/>
                  <a:pt x="64" y="1541"/>
                  <a:pt x="55" y="1533"/>
                </a:cubicBezTo>
                <a:cubicBezTo>
                  <a:pt x="43" y="1512"/>
                  <a:pt x="39" y="1508"/>
                  <a:pt x="36" y="1504"/>
                </a:cubicBezTo>
                <a:cubicBezTo>
                  <a:pt x="13" y="1470"/>
                  <a:pt x="12" y="1464"/>
                  <a:pt x="9" y="1460"/>
                </a:cubicBezTo>
                <a:cubicBezTo>
                  <a:pt x="0" y="1445"/>
                  <a:pt x="0" y="1449"/>
                  <a:pt x="0" y="1452"/>
                </a:cubicBezTo>
                <a:cubicBezTo>
                  <a:pt x="16" y="1485"/>
                  <a:pt x="21" y="1494"/>
                  <a:pt x="29" y="1500"/>
                </a:cubicBezTo>
                <a:cubicBezTo>
                  <a:pt x="68" y="1562"/>
                  <a:pt x="77" y="1567"/>
                  <a:pt x="80" y="1577"/>
                </a:cubicBezTo>
                <a:cubicBezTo>
                  <a:pt x="100" y="1594"/>
                  <a:pt x="101" y="1597"/>
                  <a:pt x="103" y="1598"/>
                </a:cubicBezTo>
                <a:cubicBezTo>
                  <a:pt x="135" y="1634"/>
                  <a:pt x="140" y="1632"/>
                  <a:pt x="139" y="1637"/>
                </a:cubicBezTo>
                <a:cubicBezTo>
                  <a:pt x="163" y="1650"/>
                  <a:pt x="163" y="1658"/>
                  <a:pt x="167" y="1661"/>
                </a:cubicBezTo>
                <a:cubicBezTo>
                  <a:pt x="193" y="1681"/>
                  <a:pt x="195" y="1682"/>
                  <a:pt x="197" y="1683"/>
                </a:cubicBezTo>
                <a:cubicBezTo>
                  <a:pt x="215" y="1700"/>
                  <a:pt x="218" y="1698"/>
                  <a:pt x="220" y="1699"/>
                </a:cubicBezTo>
                <a:cubicBezTo>
                  <a:pt x="230" y="1711"/>
                  <a:pt x="236" y="1712"/>
                  <a:pt x="239" y="1717"/>
                </a:cubicBezTo>
                <a:cubicBezTo>
                  <a:pt x="267" y="1736"/>
                  <a:pt x="274" y="1737"/>
                  <a:pt x="275" y="1743"/>
                </a:cubicBezTo>
                <a:cubicBezTo>
                  <a:pt x="302" y="1765"/>
                  <a:pt x="308" y="1766"/>
                  <a:pt x="310" y="1771"/>
                </a:cubicBezTo>
                <a:cubicBezTo>
                  <a:pt x="349" y="1821"/>
                  <a:pt x="357" y="1823"/>
                  <a:pt x="356" y="1836"/>
                </a:cubicBezTo>
                <a:cubicBezTo>
                  <a:pt x="331" y="1813"/>
                  <a:pt x="332" y="1805"/>
                  <a:pt x="326" y="1805"/>
                </a:cubicBezTo>
                <a:cubicBezTo>
                  <a:pt x="304" y="1782"/>
                  <a:pt x="298" y="1782"/>
                  <a:pt x="295" y="1779"/>
                </a:cubicBezTo>
                <a:cubicBezTo>
                  <a:pt x="282" y="1769"/>
                  <a:pt x="279" y="1766"/>
                  <a:pt x="277" y="1763"/>
                </a:cubicBezTo>
                <a:cubicBezTo>
                  <a:pt x="241" y="1743"/>
                  <a:pt x="238" y="1740"/>
                  <a:pt x="234" y="1739"/>
                </a:cubicBezTo>
                <a:cubicBezTo>
                  <a:pt x="227" y="1734"/>
                  <a:pt x="224" y="1735"/>
                  <a:pt x="222" y="1734"/>
                </a:cubicBezTo>
                <a:cubicBezTo>
                  <a:pt x="198" y="1718"/>
                  <a:pt x="195" y="1713"/>
                  <a:pt x="190" y="1714"/>
                </a:cubicBezTo>
                <a:cubicBezTo>
                  <a:pt x="156" y="1694"/>
                  <a:pt x="153" y="1694"/>
                  <a:pt x="154" y="1690"/>
                </a:cubicBezTo>
                <a:cubicBezTo>
                  <a:pt x="95" y="1661"/>
                  <a:pt x="89" y="1655"/>
                  <a:pt x="79" y="1654"/>
                </a:cubicBezTo>
                <a:cubicBezTo>
                  <a:pt x="34" y="1618"/>
                  <a:pt x="28" y="1612"/>
                  <a:pt x="21" y="1608"/>
                </a:cubicBezTo>
                <a:cubicBezTo>
                  <a:pt x="0" y="1597"/>
                  <a:pt x="0" y="1597"/>
                  <a:pt x="0" y="1597"/>
                </a:cubicBezTo>
                <a:cubicBezTo>
                  <a:pt x="18" y="1610"/>
                  <a:pt x="17" y="1616"/>
                  <a:pt x="22" y="1614"/>
                </a:cubicBezTo>
                <a:cubicBezTo>
                  <a:pt x="41" y="1634"/>
                  <a:pt x="43" y="1635"/>
                  <a:pt x="43" y="1639"/>
                </a:cubicBezTo>
                <a:cubicBezTo>
                  <a:pt x="69" y="1655"/>
                  <a:pt x="73" y="1658"/>
                  <a:pt x="77" y="1661"/>
                </a:cubicBezTo>
                <a:cubicBezTo>
                  <a:pt x="131" y="1690"/>
                  <a:pt x="139" y="1698"/>
                  <a:pt x="152" y="1699"/>
                </a:cubicBezTo>
                <a:cubicBezTo>
                  <a:pt x="190" y="1724"/>
                  <a:pt x="194" y="1728"/>
                  <a:pt x="200" y="1731"/>
                </a:cubicBezTo>
                <a:cubicBezTo>
                  <a:pt x="224" y="1743"/>
                  <a:pt x="229" y="1747"/>
                  <a:pt x="234" y="1750"/>
                </a:cubicBezTo>
                <a:cubicBezTo>
                  <a:pt x="259" y="1762"/>
                  <a:pt x="260" y="1770"/>
                  <a:pt x="266" y="1772"/>
                </a:cubicBezTo>
                <a:cubicBezTo>
                  <a:pt x="291" y="1792"/>
                  <a:pt x="302" y="1798"/>
                  <a:pt x="312" y="1804"/>
                </a:cubicBezTo>
                <a:cubicBezTo>
                  <a:pt x="330" y="1828"/>
                  <a:pt x="336" y="1826"/>
                  <a:pt x="338" y="1828"/>
                </a:cubicBezTo>
                <a:cubicBezTo>
                  <a:pt x="352" y="1850"/>
                  <a:pt x="358" y="1852"/>
                  <a:pt x="360" y="1859"/>
                </a:cubicBezTo>
                <a:cubicBezTo>
                  <a:pt x="343" y="1847"/>
                  <a:pt x="340" y="1848"/>
                  <a:pt x="340" y="1848"/>
                </a:cubicBezTo>
                <a:cubicBezTo>
                  <a:pt x="301" y="1820"/>
                  <a:pt x="296" y="1817"/>
                  <a:pt x="291" y="1812"/>
                </a:cubicBezTo>
                <a:cubicBezTo>
                  <a:pt x="261" y="1797"/>
                  <a:pt x="258" y="1795"/>
                  <a:pt x="255" y="1792"/>
                </a:cubicBezTo>
                <a:cubicBezTo>
                  <a:pt x="212" y="1770"/>
                  <a:pt x="205" y="1767"/>
                  <a:pt x="200" y="1761"/>
                </a:cubicBezTo>
                <a:cubicBezTo>
                  <a:pt x="134" y="1729"/>
                  <a:pt x="125" y="1733"/>
                  <a:pt x="126" y="1727"/>
                </a:cubicBezTo>
                <a:cubicBezTo>
                  <a:pt x="85" y="1708"/>
                  <a:pt x="80" y="1702"/>
                  <a:pt x="73" y="1698"/>
                </a:cubicBezTo>
                <a:cubicBezTo>
                  <a:pt x="42" y="1677"/>
                  <a:pt x="39" y="1673"/>
                  <a:pt x="34" y="1672"/>
                </a:cubicBezTo>
                <a:cubicBezTo>
                  <a:pt x="0" y="1645"/>
                  <a:pt x="0" y="1645"/>
                  <a:pt x="0" y="1645"/>
                </a:cubicBezTo>
                <a:cubicBezTo>
                  <a:pt x="11" y="1654"/>
                  <a:pt x="11" y="1662"/>
                  <a:pt x="18" y="1661"/>
                </a:cubicBezTo>
                <a:cubicBezTo>
                  <a:pt x="41" y="1686"/>
                  <a:pt x="48" y="1685"/>
                  <a:pt x="49" y="1691"/>
                </a:cubicBezTo>
                <a:cubicBezTo>
                  <a:pt x="65" y="1701"/>
                  <a:pt x="69" y="1705"/>
                  <a:pt x="72" y="1709"/>
                </a:cubicBezTo>
                <a:cubicBezTo>
                  <a:pt x="121" y="1739"/>
                  <a:pt x="131" y="1736"/>
                  <a:pt x="133" y="1742"/>
                </a:cubicBezTo>
                <a:cubicBezTo>
                  <a:pt x="161" y="1752"/>
                  <a:pt x="160" y="1758"/>
                  <a:pt x="167" y="1755"/>
                </a:cubicBezTo>
                <a:cubicBezTo>
                  <a:pt x="252" y="1806"/>
                  <a:pt x="263" y="1804"/>
                  <a:pt x="265" y="1814"/>
                </a:cubicBezTo>
                <a:cubicBezTo>
                  <a:pt x="307" y="1836"/>
                  <a:pt x="311" y="1835"/>
                  <a:pt x="313" y="1837"/>
                </a:cubicBezTo>
                <a:cubicBezTo>
                  <a:pt x="351" y="1865"/>
                  <a:pt x="359" y="1870"/>
                  <a:pt x="366" y="1879"/>
                </a:cubicBezTo>
                <a:cubicBezTo>
                  <a:pt x="354" y="1877"/>
                  <a:pt x="351" y="1874"/>
                  <a:pt x="348" y="1871"/>
                </a:cubicBezTo>
                <a:cubicBezTo>
                  <a:pt x="323" y="1853"/>
                  <a:pt x="319" y="1850"/>
                  <a:pt x="316" y="1847"/>
                </a:cubicBezTo>
                <a:cubicBezTo>
                  <a:pt x="264" y="1815"/>
                  <a:pt x="254" y="1813"/>
                  <a:pt x="249" y="1806"/>
                </a:cubicBezTo>
                <a:cubicBezTo>
                  <a:pt x="193" y="1785"/>
                  <a:pt x="191" y="1782"/>
                  <a:pt x="186" y="1782"/>
                </a:cubicBezTo>
                <a:cubicBezTo>
                  <a:pt x="162" y="1768"/>
                  <a:pt x="155" y="1771"/>
                  <a:pt x="155" y="1767"/>
                </a:cubicBezTo>
                <a:cubicBezTo>
                  <a:pt x="94" y="1748"/>
                  <a:pt x="90" y="1744"/>
                  <a:pt x="85" y="1741"/>
                </a:cubicBezTo>
                <a:cubicBezTo>
                  <a:pt x="19" y="1708"/>
                  <a:pt x="17" y="1706"/>
                  <a:pt x="13" y="1707"/>
                </a:cubicBezTo>
                <a:cubicBezTo>
                  <a:pt x="0" y="1704"/>
                  <a:pt x="0" y="1704"/>
                  <a:pt x="0" y="1704"/>
                </a:cubicBezTo>
                <a:cubicBezTo>
                  <a:pt x="20" y="1720"/>
                  <a:pt x="26" y="1717"/>
                  <a:pt x="25" y="1723"/>
                </a:cubicBezTo>
                <a:cubicBezTo>
                  <a:pt x="51" y="1734"/>
                  <a:pt x="56" y="1741"/>
                  <a:pt x="66" y="1742"/>
                </a:cubicBezTo>
                <a:cubicBezTo>
                  <a:pt x="119" y="1769"/>
                  <a:pt x="131" y="1768"/>
                  <a:pt x="138" y="1775"/>
                </a:cubicBezTo>
                <a:cubicBezTo>
                  <a:pt x="210" y="1795"/>
                  <a:pt x="221" y="1808"/>
                  <a:pt x="241" y="1811"/>
                </a:cubicBezTo>
                <a:cubicBezTo>
                  <a:pt x="271" y="1833"/>
                  <a:pt x="277" y="1831"/>
                  <a:pt x="275" y="1837"/>
                </a:cubicBezTo>
                <a:cubicBezTo>
                  <a:pt x="318" y="1854"/>
                  <a:pt x="315" y="1864"/>
                  <a:pt x="321" y="1864"/>
                </a:cubicBezTo>
                <a:cubicBezTo>
                  <a:pt x="354" y="1897"/>
                  <a:pt x="363" y="1894"/>
                  <a:pt x="363" y="1901"/>
                </a:cubicBezTo>
                <a:cubicBezTo>
                  <a:pt x="385" y="1922"/>
                  <a:pt x="387" y="1924"/>
                  <a:pt x="387" y="1927"/>
                </a:cubicBezTo>
                <a:cubicBezTo>
                  <a:pt x="376" y="1919"/>
                  <a:pt x="373" y="1920"/>
                  <a:pt x="373" y="1918"/>
                </a:cubicBezTo>
                <a:cubicBezTo>
                  <a:pt x="349" y="1899"/>
                  <a:pt x="336" y="1892"/>
                  <a:pt x="327" y="1881"/>
                </a:cubicBezTo>
                <a:cubicBezTo>
                  <a:pt x="296" y="1872"/>
                  <a:pt x="295" y="1861"/>
                  <a:pt x="284" y="1863"/>
                </a:cubicBezTo>
                <a:cubicBezTo>
                  <a:pt x="256" y="1850"/>
                  <a:pt x="249" y="1846"/>
                  <a:pt x="243" y="1841"/>
                </a:cubicBezTo>
                <a:cubicBezTo>
                  <a:pt x="183" y="1819"/>
                  <a:pt x="172" y="1810"/>
                  <a:pt x="153" y="1808"/>
                </a:cubicBezTo>
                <a:cubicBezTo>
                  <a:pt x="118" y="1791"/>
                  <a:pt x="112" y="1783"/>
                  <a:pt x="101" y="1781"/>
                </a:cubicBezTo>
                <a:cubicBezTo>
                  <a:pt x="59" y="1758"/>
                  <a:pt x="55" y="1755"/>
                  <a:pt x="49" y="1755"/>
                </a:cubicBezTo>
                <a:cubicBezTo>
                  <a:pt x="18" y="1735"/>
                  <a:pt x="16" y="1733"/>
                  <a:pt x="14" y="1731"/>
                </a:cubicBezTo>
                <a:cubicBezTo>
                  <a:pt x="1" y="1723"/>
                  <a:pt x="0" y="1723"/>
                  <a:pt x="0" y="1722"/>
                </a:cubicBezTo>
                <a:cubicBezTo>
                  <a:pt x="20" y="1746"/>
                  <a:pt x="39" y="1755"/>
                  <a:pt x="56" y="1767"/>
                </a:cubicBezTo>
                <a:cubicBezTo>
                  <a:pt x="94" y="1787"/>
                  <a:pt x="104" y="1790"/>
                  <a:pt x="113" y="1796"/>
                </a:cubicBezTo>
                <a:cubicBezTo>
                  <a:pt x="181" y="1829"/>
                  <a:pt x="191" y="1832"/>
                  <a:pt x="201" y="1836"/>
                </a:cubicBezTo>
                <a:cubicBezTo>
                  <a:pt x="242" y="1852"/>
                  <a:pt x="249" y="1859"/>
                  <a:pt x="260" y="1862"/>
                </a:cubicBezTo>
                <a:cubicBezTo>
                  <a:pt x="306" y="1885"/>
                  <a:pt x="310" y="1888"/>
                  <a:pt x="316" y="1889"/>
                </a:cubicBezTo>
                <a:cubicBezTo>
                  <a:pt x="357" y="1916"/>
                  <a:pt x="358" y="1919"/>
                  <a:pt x="360" y="1921"/>
                </a:cubicBezTo>
                <a:cubicBezTo>
                  <a:pt x="377" y="1940"/>
                  <a:pt x="380" y="1940"/>
                  <a:pt x="381" y="1943"/>
                </a:cubicBezTo>
                <a:cubicBezTo>
                  <a:pt x="372" y="1941"/>
                  <a:pt x="372" y="1936"/>
                  <a:pt x="368" y="1935"/>
                </a:cubicBezTo>
                <a:cubicBezTo>
                  <a:pt x="327" y="1914"/>
                  <a:pt x="329" y="1906"/>
                  <a:pt x="322" y="1908"/>
                </a:cubicBezTo>
                <a:cubicBezTo>
                  <a:pt x="289" y="1888"/>
                  <a:pt x="279" y="1888"/>
                  <a:pt x="274" y="1883"/>
                </a:cubicBezTo>
                <a:cubicBezTo>
                  <a:pt x="223" y="1860"/>
                  <a:pt x="205" y="1861"/>
                  <a:pt x="198" y="1851"/>
                </a:cubicBezTo>
                <a:cubicBezTo>
                  <a:pt x="141" y="1840"/>
                  <a:pt x="132" y="1832"/>
                  <a:pt x="120" y="1828"/>
                </a:cubicBezTo>
                <a:cubicBezTo>
                  <a:pt x="62" y="1807"/>
                  <a:pt x="59" y="1807"/>
                  <a:pt x="55" y="1807"/>
                </a:cubicBezTo>
                <a:cubicBezTo>
                  <a:pt x="7" y="1785"/>
                  <a:pt x="5" y="1780"/>
                  <a:pt x="0" y="1778"/>
                </a:cubicBezTo>
                <a:cubicBezTo>
                  <a:pt x="11" y="1790"/>
                  <a:pt x="14" y="1795"/>
                  <a:pt x="21" y="1796"/>
                </a:cubicBezTo>
                <a:cubicBezTo>
                  <a:pt x="69" y="1822"/>
                  <a:pt x="73" y="1822"/>
                  <a:pt x="73" y="1825"/>
                </a:cubicBezTo>
                <a:cubicBezTo>
                  <a:pt x="107" y="1837"/>
                  <a:pt x="117" y="1835"/>
                  <a:pt x="121" y="1841"/>
                </a:cubicBezTo>
                <a:cubicBezTo>
                  <a:pt x="173" y="1856"/>
                  <a:pt x="180" y="1858"/>
                  <a:pt x="185" y="1863"/>
                </a:cubicBezTo>
                <a:cubicBezTo>
                  <a:pt x="244" y="1877"/>
                  <a:pt x="247" y="1885"/>
                  <a:pt x="257" y="1886"/>
                </a:cubicBezTo>
                <a:cubicBezTo>
                  <a:pt x="328" y="1923"/>
                  <a:pt x="333" y="1922"/>
                  <a:pt x="334" y="1927"/>
                </a:cubicBezTo>
                <a:cubicBezTo>
                  <a:pt x="357" y="1939"/>
                  <a:pt x="358" y="1941"/>
                  <a:pt x="359" y="1943"/>
                </a:cubicBezTo>
                <a:cubicBezTo>
                  <a:pt x="389" y="1965"/>
                  <a:pt x="397" y="1968"/>
                  <a:pt x="399" y="1977"/>
                </a:cubicBezTo>
                <a:cubicBezTo>
                  <a:pt x="374" y="1960"/>
                  <a:pt x="371" y="1957"/>
                  <a:pt x="367" y="1955"/>
                </a:cubicBezTo>
                <a:cubicBezTo>
                  <a:pt x="354" y="1942"/>
                  <a:pt x="348" y="1943"/>
                  <a:pt x="346" y="1939"/>
                </a:cubicBezTo>
                <a:cubicBezTo>
                  <a:pt x="304" y="1918"/>
                  <a:pt x="302" y="1914"/>
                  <a:pt x="296" y="1914"/>
                </a:cubicBezTo>
                <a:cubicBezTo>
                  <a:pt x="255" y="1891"/>
                  <a:pt x="250" y="1892"/>
                  <a:pt x="246" y="1889"/>
                </a:cubicBezTo>
                <a:cubicBezTo>
                  <a:pt x="214" y="1878"/>
                  <a:pt x="207" y="1878"/>
                  <a:pt x="204" y="1875"/>
                </a:cubicBezTo>
                <a:cubicBezTo>
                  <a:pt x="145" y="1856"/>
                  <a:pt x="139" y="1862"/>
                  <a:pt x="137" y="1855"/>
                </a:cubicBezTo>
                <a:cubicBezTo>
                  <a:pt x="80" y="1844"/>
                  <a:pt x="74" y="1838"/>
                  <a:pt x="63" y="1837"/>
                </a:cubicBezTo>
                <a:cubicBezTo>
                  <a:pt x="29" y="1820"/>
                  <a:pt x="21" y="1817"/>
                  <a:pt x="14" y="1812"/>
                </a:cubicBezTo>
                <a:cubicBezTo>
                  <a:pt x="3" y="1812"/>
                  <a:pt x="5" y="1813"/>
                  <a:pt x="7" y="1814"/>
                </a:cubicBezTo>
                <a:cubicBezTo>
                  <a:pt x="48" y="1839"/>
                  <a:pt x="54" y="1842"/>
                  <a:pt x="62" y="1843"/>
                </a:cubicBezTo>
                <a:cubicBezTo>
                  <a:pt x="83" y="1858"/>
                  <a:pt x="95" y="1854"/>
                  <a:pt x="100" y="1858"/>
                </a:cubicBezTo>
                <a:cubicBezTo>
                  <a:pt x="168" y="1879"/>
                  <a:pt x="177" y="1875"/>
                  <a:pt x="180" y="1879"/>
                </a:cubicBezTo>
                <a:cubicBezTo>
                  <a:pt x="238" y="1897"/>
                  <a:pt x="250" y="1901"/>
                  <a:pt x="261" y="1906"/>
                </a:cubicBezTo>
                <a:cubicBezTo>
                  <a:pt x="333" y="1945"/>
                  <a:pt x="345" y="1948"/>
                  <a:pt x="354" y="1956"/>
                </a:cubicBezTo>
                <a:cubicBezTo>
                  <a:pt x="371" y="1971"/>
                  <a:pt x="377" y="1972"/>
                  <a:pt x="381" y="1976"/>
                </a:cubicBezTo>
                <a:cubicBezTo>
                  <a:pt x="410" y="2003"/>
                  <a:pt x="416" y="2005"/>
                  <a:pt x="421" y="2008"/>
                </a:cubicBezTo>
                <a:cubicBezTo>
                  <a:pt x="419" y="2023"/>
                  <a:pt x="415" y="2019"/>
                  <a:pt x="412" y="2013"/>
                </a:cubicBezTo>
                <a:cubicBezTo>
                  <a:pt x="396" y="2002"/>
                  <a:pt x="394" y="2001"/>
                  <a:pt x="394" y="1997"/>
                </a:cubicBezTo>
                <a:cubicBezTo>
                  <a:pt x="369" y="1981"/>
                  <a:pt x="367" y="1980"/>
                  <a:pt x="366" y="1977"/>
                </a:cubicBezTo>
                <a:cubicBezTo>
                  <a:pt x="342" y="1959"/>
                  <a:pt x="331" y="1963"/>
                  <a:pt x="330" y="1956"/>
                </a:cubicBezTo>
                <a:cubicBezTo>
                  <a:pt x="293" y="1936"/>
                  <a:pt x="287" y="1934"/>
                  <a:pt x="282" y="1930"/>
                </a:cubicBezTo>
                <a:cubicBezTo>
                  <a:pt x="221" y="1911"/>
                  <a:pt x="220" y="1904"/>
                  <a:pt x="208" y="1907"/>
                </a:cubicBezTo>
                <a:cubicBezTo>
                  <a:pt x="75" y="1890"/>
                  <a:pt x="83" y="1888"/>
                  <a:pt x="87" y="1890"/>
                </a:cubicBezTo>
                <a:cubicBezTo>
                  <a:pt x="138" y="1913"/>
                  <a:pt x="148" y="1916"/>
                  <a:pt x="157" y="1922"/>
                </a:cubicBezTo>
                <a:cubicBezTo>
                  <a:pt x="263" y="1960"/>
                  <a:pt x="273" y="1964"/>
                  <a:pt x="285" y="1967"/>
                </a:cubicBezTo>
                <a:cubicBezTo>
                  <a:pt x="325" y="1987"/>
                  <a:pt x="336" y="1992"/>
                  <a:pt x="346" y="1998"/>
                </a:cubicBezTo>
                <a:cubicBezTo>
                  <a:pt x="383" y="2021"/>
                  <a:pt x="386" y="2023"/>
                  <a:pt x="387" y="2026"/>
                </a:cubicBezTo>
                <a:cubicBezTo>
                  <a:pt x="406" y="2038"/>
                  <a:pt x="410" y="2041"/>
                  <a:pt x="415" y="2044"/>
                </a:cubicBezTo>
                <a:cubicBezTo>
                  <a:pt x="427" y="2059"/>
                  <a:pt x="430" y="2059"/>
                  <a:pt x="431" y="2062"/>
                </a:cubicBezTo>
                <a:cubicBezTo>
                  <a:pt x="435" y="2076"/>
                  <a:pt x="425" y="2066"/>
                  <a:pt x="415" y="2057"/>
                </a:cubicBezTo>
                <a:cubicBezTo>
                  <a:pt x="366" y="2016"/>
                  <a:pt x="358" y="2016"/>
                  <a:pt x="355" y="2011"/>
                </a:cubicBezTo>
                <a:cubicBezTo>
                  <a:pt x="315" y="1992"/>
                  <a:pt x="305" y="1986"/>
                  <a:pt x="292" y="1984"/>
                </a:cubicBezTo>
                <a:cubicBezTo>
                  <a:pt x="225" y="1957"/>
                  <a:pt x="220" y="1954"/>
                  <a:pt x="214" y="1953"/>
                </a:cubicBezTo>
                <a:cubicBezTo>
                  <a:pt x="186" y="1938"/>
                  <a:pt x="170" y="1937"/>
                  <a:pt x="160" y="1930"/>
                </a:cubicBezTo>
                <a:cubicBezTo>
                  <a:pt x="116" y="1915"/>
                  <a:pt x="111" y="1911"/>
                  <a:pt x="104" y="1910"/>
                </a:cubicBezTo>
                <a:cubicBezTo>
                  <a:pt x="63" y="1893"/>
                  <a:pt x="62" y="1885"/>
                  <a:pt x="54" y="1885"/>
                </a:cubicBezTo>
                <a:cubicBezTo>
                  <a:pt x="34" y="1870"/>
                  <a:pt x="30" y="1866"/>
                  <a:pt x="26" y="1861"/>
                </a:cubicBezTo>
                <a:cubicBezTo>
                  <a:pt x="0" y="1847"/>
                  <a:pt x="1" y="1847"/>
                  <a:pt x="1" y="1848"/>
                </a:cubicBezTo>
                <a:cubicBezTo>
                  <a:pt x="22" y="1863"/>
                  <a:pt x="21" y="1872"/>
                  <a:pt x="29" y="1872"/>
                </a:cubicBezTo>
                <a:cubicBezTo>
                  <a:pt x="60" y="1894"/>
                  <a:pt x="65" y="1903"/>
                  <a:pt x="75" y="1906"/>
                </a:cubicBezTo>
                <a:cubicBezTo>
                  <a:pt x="112" y="1923"/>
                  <a:pt x="122" y="1926"/>
                  <a:pt x="131" y="1930"/>
                </a:cubicBezTo>
                <a:cubicBezTo>
                  <a:pt x="168" y="1943"/>
                  <a:pt x="174" y="1948"/>
                  <a:pt x="183" y="1948"/>
                </a:cubicBezTo>
                <a:cubicBezTo>
                  <a:pt x="235" y="1971"/>
                  <a:pt x="241" y="1975"/>
                  <a:pt x="252" y="1974"/>
                </a:cubicBezTo>
                <a:cubicBezTo>
                  <a:pt x="295" y="1992"/>
                  <a:pt x="297" y="1997"/>
                  <a:pt x="304" y="1995"/>
                </a:cubicBezTo>
                <a:cubicBezTo>
                  <a:pt x="355" y="2024"/>
                  <a:pt x="357" y="2025"/>
                  <a:pt x="359" y="2026"/>
                </a:cubicBezTo>
                <a:cubicBezTo>
                  <a:pt x="381" y="2040"/>
                  <a:pt x="384" y="2043"/>
                  <a:pt x="388" y="2045"/>
                </a:cubicBezTo>
                <a:cubicBezTo>
                  <a:pt x="384" y="2048"/>
                  <a:pt x="369" y="2044"/>
                  <a:pt x="359" y="2034"/>
                </a:cubicBezTo>
                <a:cubicBezTo>
                  <a:pt x="320" y="2025"/>
                  <a:pt x="323" y="2016"/>
                  <a:pt x="317" y="2018"/>
                </a:cubicBezTo>
                <a:cubicBezTo>
                  <a:pt x="276" y="2006"/>
                  <a:pt x="276" y="2002"/>
                  <a:pt x="274" y="2001"/>
                </a:cubicBezTo>
                <a:cubicBezTo>
                  <a:pt x="241" y="1995"/>
                  <a:pt x="240" y="1992"/>
                  <a:pt x="236" y="1993"/>
                </a:cubicBezTo>
                <a:cubicBezTo>
                  <a:pt x="210" y="1981"/>
                  <a:pt x="201" y="1985"/>
                  <a:pt x="200" y="1978"/>
                </a:cubicBezTo>
                <a:cubicBezTo>
                  <a:pt x="133" y="1960"/>
                  <a:pt x="123" y="1961"/>
                  <a:pt x="118" y="1957"/>
                </a:cubicBezTo>
                <a:cubicBezTo>
                  <a:pt x="100" y="1945"/>
                  <a:pt x="90" y="1952"/>
                  <a:pt x="93" y="1944"/>
                </a:cubicBezTo>
                <a:cubicBezTo>
                  <a:pt x="49" y="1931"/>
                  <a:pt x="58" y="1932"/>
                  <a:pt x="64" y="1937"/>
                </a:cubicBezTo>
                <a:cubicBezTo>
                  <a:pt x="80" y="1947"/>
                  <a:pt x="81" y="1949"/>
                  <a:pt x="82" y="1951"/>
                </a:cubicBezTo>
                <a:cubicBezTo>
                  <a:pt x="127" y="1968"/>
                  <a:pt x="132" y="1972"/>
                  <a:pt x="139" y="1973"/>
                </a:cubicBezTo>
                <a:cubicBezTo>
                  <a:pt x="182" y="1987"/>
                  <a:pt x="190" y="1982"/>
                  <a:pt x="190" y="1987"/>
                </a:cubicBezTo>
                <a:cubicBezTo>
                  <a:pt x="248" y="2008"/>
                  <a:pt x="257" y="2006"/>
                  <a:pt x="263" y="2008"/>
                </a:cubicBezTo>
                <a:cubicBezTo>
                  <a:pt x="311" y="2025"/>
                  <a:pt x="318" y="2027"/>
                  <a:pt x="322" y="2033"/>
                </a:cubicBezTo>
                <a:cubicBezTo>
                  <a:pt x="370" y="2056"/>
                  <a:pt x="375" y="2055"/>
                  <a:pt x="378" y="2057"/>
                </a:cubicBezTo>
                <a:cubicBezTo>
                  <a:pt x="437" y="2104"/>
                  <a:pt x="444" y="2102"/>
                  <a:pt x="443" y="2109"/>
                </a:cubicBezTo>
                <a:cubicBezTo>
                  <a:pt x="462" y="2130"/>
                  <a:pt x="464" y="2132"/>
                  <a:pt x="465" y="2134"/>
                </a:cubicBezTo>
                <a:cubicBezTo>
                  <a:pt x="457" y="2127"/>
                  <a:pt x="451" y="2128"/>
                  <a:pt x="451" y="2122"/>
                </a:cubicBezTo>
                <a:cubicBezTo>
                  <a:pt x="423" y="2104"/>
                  <a:pt x="417" y="2098"/>
                  <a:pt x="411" y="2092"/>
                </a:cubicBezTo>
                <a:cubicBezTo>
                  <a:pt x="362" y="2061"/>
                  <a:pt x="351" y="2061"/>
                  <a:pt x="345" y="2055"/>
                </a:cubicBezTo>
                <a:cubicBezTo>
                  <a:pt x="286" y="2031"/>
                  <a:pt x="275" y="2027"/>
                  <a:pt x="264" y="2021"/>
                </a:cubicBezTo>
                <a:cubicBezTo>
                  <a:pt x="230" y="2007"/>
                  <a:pt x="228" y="2010"/>
                  <a:pt x="226" y="2007"/>
                </a:cubicBezTo>
                <a:cubicBezTo>
                  <a:pt x="192" y="1997"/>
                  <a:pt x="187" y="1995"/>
                  <a:pt x="181" y="1992"/>
                </a:cubicBezTo>
                <a:cubicBezTo>
                  <a:pt x="108" y="1970"/>
                  <a:pt x="98" y="1960"/>
                  <a:pt x="83" y="1958"/>
                </a:cubicBezTo>
                <a:cubicBezTo>
                  <a:pt x="25" y="1928"/>
                  <a:pt x="23" y="1926"/>
                  <a:pt x="19" y="1925"/>
                </a:cubicBezTo>
                <a:cubicBezTo>
                  <a:pt x="40" y="1946"/>
                  <a:pt x="48" y="1943"/>
                  <a:pt x="49" y="1949"/>
                </a:cubicBezTo>
                <a:cubicBezTo>
                  <a:pt x="103" y="1971"/>
                  <a:pt x="111" y="1978"/>
                  <a:pt x="122" y="1981"/>
                </a:cubicBezTo>
                <a:cubicBezTo>
                  <a:pt x="192" y="2004"/>
                  <a:pt x="200" y="2010"/>
                  <a:pt x="211" y="2012"/>
                </a:cubicBezTo>
                <a:cubicBezTo>
                  <a:pt x="263" y="2031"/>
                  <a:pt x="270" y="2031"/>
                  <a:pt x="272" y="2036"/>
                </a:cubicBezTo>
                <a:cubicBezTo>
                  <a:pt x="314" y="2054"/>
                  <a:pt x="326" y="2056"/>
                  <a:pt x="335" y="2062"/>
                </a:cubicBezTo>
                <a:cubicBezTo>
                  <a:pt x="402" y="2103"/>
                  <a:pt x="410" y="2103"/>
                  <a:pt x="413" y="2109"/>
                </a:cubicBezTo>
                <a:cubicBezTo>
                  <a:pt x="439" y="2128"/>
                  <a:pt x="442" y="2130"/>
                  <a:pt x="445" y="2131"/>
                </a:cubicBezTo>
                <a:cubicBezTo>
                  <a:pt x="473" y="2160"/>
                  <a:pt x="473" y="2160"/>
                  <a:pt x="473" y="2160"/>
                </a:cubicBezTo>
                <a:cubicBezTo>
                  <a:pt x="521" y="2147"/>
                  <a:pt x="516" y="2139"/>
                  <a:pt x="524" y="2139"/>
                </a:cubicBezTo>
                <a:close/>
                <a:moveTo>
                  <a:pt x="452" y="1733"/>
                </a:moveTo>
                <a:cubicBezTo>
                  <a:pt x="454" y="1730"/>
                  <a:pt x="456" y="1727"/>
                  <a:pt x="458" y="1724"/>
                </a:cubicBezTo>
                <a:cubicBezTo>
                  <a:pt x="465" y="1726"/>
                  <a:pt x="453" y="1729"/>
                  <a:pt x="456" y="1735"/>
                </a:cubicBezTo>
                <a:cubicBezTo>
                  <a:pt x="453" y="1737"/>
                  <a:pt x="452" y="1741"/>
                  <a:pt x="450" y="1744"/>
                </a:cubicBezTo>
                <a:cubicBezTo>
                  <a:pt x="443" y="1741"/>
                  <a:pt x="454" y="1738"/>
                  <a:pt x="452" y="1733"/>
                </a:cubicBezTo>
                <a:close/>
                <a:moveTo>
                  <a:pt x="440" y="1760"/>
                </a:moveTo>
                <a:cubicBezTo>
                  <a:pt x="442" y="1755"/>
                  <a:pt x="444" y="1751"/>
                  <a:pt x="446" y="1746"/>
                </a:cubicBezTo>
                <a:cubicBezTo>
                  <a:pt x="452" y="1748"/>
                  <a:pt x="442" y="1753"/>
                  <a:pt x="445" y="1759"/>
                </a:cubicBezTo>
                <a:cubicBezTo>
                  <a:pt x="441" y="1763"/>
                  <a:pt x="438" y="1767"/>
                  <a:pt x="437" y="1773"/>
                </a:cubicBezTo>
                <a:cubicBezTo>
                  <a:pt x="432" y="1771"/>
                  <a:pt x="438" y="1762"/>
                  <a:pt x="440" y="1760"/>
                </a:cubicBezTo>
                <a:close/>
                <a:moveTo>
                  <a:pt x="424" y="1798"/>
                </a:moveTo>
                <a:cubicBezTo>
                  <a:pt x="427" y="1792"/>
                  <a:pt x="424" y="1802"/>
                  <a:pt x="424" y="1805"/>
                </a:cubicBezTo>
                <a:cubicBezTo>
                  <a:pt x="420" y="1803"/>
                  <a:pt x="423" y="1801"/>
                  <a:pt x="424" y="1798"/>
                </a:cubicBezTo>
                <a:close/>
                <a:moveTo>
                  <a:pt x="399" y="1754"/>
                </a:moveTo>
                <a:cubicBezTo>
                  <a:pt x="404" y="1754"/>
                  <a:pt x="400" y="1761"/>
                  <a:pt x="399" y="1763"/>
                </a:cubicBezTo>
                <a:cubicBezTo>
                  <a:pt x="393" y="1762"/>
                  <a:pt x="401" y="1758"/>
                  <a:pt x="399" y="1754"/>
                </a:cubicBezTo>
                <a:close/>
                <a:moveTo>
                  <a:pt x="390" y="1787"/>
                </a:moveTo>
                <a:cubicBezTo>
                  <a:pt x="394" y="1782"/>
                  <a:pt x="390" y="1791"/>
                  <a:pt x="390" y="1794"/>
                </a:cubicBezTo>
                <a:cubicBezTo>
                  <a:pt x="386" y="1793"/>
                  <a:pt x="390" y="1790"/>
                  <a:pt x="390" y="1787"/>
                </a:cubicBezTo>
                <a:close/>
                <a:moveTo>
                  <a:pt x="217" y="1469"/>
                </a:moveTo>
                <a:cubicBezTo>
                  <a:pt x="217" y="1468"/>
                  <a:pt x="217" y="1467"/>
                  <a:pt x="216" y="1465"/>
                </a:cubicBezTo>
                <a:cubicBezTo>
                  <a:pt x="221" y="1464"/>
                  <a:pt x="221" y="1468"/>
                  <a:pt x="221" y="1471"/>
                </a:cubicBezTo>
                <a:cubicBezTo>
                  <a:pt x="220" y="1471"/>
                  <a:pt x="219" y="1469"/>
                  <a:pt x="217" y="1469"/>
                </a:cubicBezTo>
                <a:close/>
                <a:moveTo>
                  <a:pt x="234" y="1492"/>
                </a:moveTo>
                <a:cubicBezTo>
                  <a:pt x="235" y="1486"/>
                  <a:pt x="239" y="1497"/>
                  <a:pt x="243" y="1496"/>
                </a:cubicBezTo>
                <a:cubicBezTo>
                  <a:pt x="243" y="1499"/>
                  <a:pt x="243" y="1502"/>
                  <a:pt x="245" y="1502"/>
                </a:cubicBezTo>
                <a:cubicBezTo>
                  <a:pt x="241" y="1509"/>
                  <a:pt x="239" y="1493"/>
                  <a:pt x="234" y="1492"/>
                </a:cubicBezTo>
                <a:close/>
                <a:moveTo>
                  <a:pt x="288" y="1609"/>
                </a:moveTo>
                <a:cubicBezTo>
                  <a:pt x="292" y="1610"/>
                  <a:pt x="294" y="1614"/>
                  <a:pt x="295" y="1619"/>
                </a:cubicBezTo>
                <a:cubicBezTo>
                  <a:pt x="291" y="1618"/>
                  <a:pt x="289" y="1614"/>
                  <a:pt x="288" y="1609"/>
                </a:cubicBezTo>
                <a:close/>
                <a:moveTo>
                  <a:pt x="307" y="1605"/>
                </a:moveTo>
                <a:cubicBezTo>
                  <a:pt x="302" y="1602"/>
                  <a:pt x="305" y="1590"/>
                  <a:pt x="301" y="1586"/>
                </a:cubicBezTo>
                <a:cubicBezTo>
                  <a:pt x="305" y="1588"/>
                  <a:pt x="307" y="1588"/>
                  <a:pt x="310" y="1585"/>
                </a:cubicBezTo>
                <a:cubicBezTo>
                  <a:pt x="308" y="1574"/>
                  <a:pt x="312" y="1569"/>
                  <a:pt x="313" y="1561"/>
                </a:cubicBezTo>
                <a:cubicBezTo>
                  <a:pt x="313" y="1553"/>
                  <a:pt x="319" y="1567"/>
                  <a:pt x="313" y="1565"/>
                </a:cubicBezTo>
                <a:cubicBezTo>
                  <a:pt x="315" y="1582"/>
                  <a:pt x="308" y="1591"/>
                  <a:pt x="307" y="1605"/>
                </a:cubicBezTo>
                <a:close/>
                <a:moveTo>
                  <a:pt x="359" y="1783"/>
                </a:moveTo>
                <a:cubicBezTo>
                  <a:pt x="351" y="1782"/>
                  <a:pt x="356" y="1772"/>
                  <a:pt x="358" y="1768"/>
                </a:cubicBezTo>
                <a:cubicBezTo>
                  <a:pt x="365" y="1770"/>
                  <a:pt x="356" y="1776"/>
                  <a:pt x="359" y="1783"/>
                </a:cubicBezTo>
                <a:close/>
                <a:moveTo>
                  <a:pt x="388" y="2010"/>
                </a:moveTo>
                <a:cubicBezTo>
                  <a:pt x="384" y="2012"/>
                  <a:pt x="382" y="2009"/>
                  <a:pt x="379" y="2009"/>
                </a:cubicBezTo>
                <a:cubicBezTo>
                  <a:pt x="376" y="2005"/>
                  <a:pt x="372" y="2001"/>
                  <a:pt x="368" y="1999"/>
                </a:cubicBezTo>
                <a:cubicBezTo>
                  <a:pt x="362" y="1998"/>
                  <a:pt x="359" y="1993"/>
                  <a:pt x="354" y="1991"/>
                </a:cubicBezTo>
                <a:cubicBezTo>
                  <a:pt x="350" y="1988"/>
                  <a:pt x="344" y="1987"/>
                  <a:pt x="340" y="1983"/>
                </a:cubicBezTo>
                <a:cubicBezTo>
                  <a:pt x="330" y="1979"/>
                  <a:pt x="323" y="1971"/>
                  <a:pt x="311" y="1970"/>
                </a:cubicBezTo>
                <a:cubicBezTo>
                  <a:pt x="304" y="1963"/>
                  <a:pt x="290" y="1963"/>
                  <a:pt x="284" y="1954"/>
                </a:cubicBezTo>
                <a:cubicBezTo>
                  <a:pt x="260" y="1951"/>
                  <a:pt x="240" y="1944"/>
                  <a:pt x="223" y="1932"/>
                </a:cubicBezTo>
                <a:cubicBezTo>
                  <a:pt x="211" y="1932"/>
                  <a:pt x="203" y="1927"/>
                  <a:pt x="192" y="1926"/>
                </a:cubicBezTo>
                <a:cubicBezTo>
                  <a:pt x="186" y="1920"/>
                  <a:pt x="173" y="1921"/>
                  <a:pt x="167" y="1915"/>
                </a:cubicBezTo>
                <a:cubicBezTo>
                  <a:pt x="156" y="1913"/>
                  <a:pt x="149" y="1908"/>
                  <a:pt x="138" y="1906"/>
                </a:cubicBezTo>
                <a:cubicBezTo>
                  <a:pt x="129" y="1903"/>
                  <a:pt x="123" y="1897"/>
                  <a:pt x="111" y="1897"/>
                </a:cubicBezTo>
                <a:cubicBezTo>
                  <a:pt x="119" y="1888"/>
                  <a:pt x="125" y="1901"/>
                  <a:pt x="135" y="1897"/>
                </a:cubicBezTo>
                <a:cubicBezTo>
                  <a:pt x="143" y="1899"/>
                  <a:pt x="151" y="1901"/>
                  <a:pt x="162" y="1900"/>
                </a:cubicBezTo>
                <a:cubicBezTo>
                  <a:pt x="165" y="1904"/>
                  <a:pt x="173" y="1902"/>
                  <a:pt x="177" y="1905"/>
                </a:cubicBezTo>
                <a:cubicBezTo>
                  <a:pt x="183" y="1906"/>
                  <a:pt x="188" y="1907"/>
                  <a:pt x="191" y="1911"/>
                </a:cubicBezTo>
                <a:cubicBezTo>
                  <a:pt x="203" y="1911"/>
                  <a:pt x="209" y="1918"/>
                  <a:pt x="222" y="1917"/>
                </a:cubicBezTo>
                <a:cubicBezTo>
                  <a:pt x="230" y="1923"/>
                  <a:pt x="243" y="1923"/>
                  <a:pt x="251" y="1928"/>
                </a:cubicBezTo>
                <a:cubicBezTo>
                  <a:pt x="260" y="1933"/>
                  <a:pt x="268" y="1937"/>
                  <a:pt x="278" y="1939"/>
                </a:cubicBezTo>
                <a:cubicBezTo>
                  <a:pt x="282" y="1943"/>
                  <a:pt x="288" y="1944"/>
                  <a:pt x="292" y="1947"/>
                </a:cubicBezTo>
                <a:cubicBezTo>
                  <a:pt x="294" y="1949"/>
                  <a:pt x="297" y="1949"/>
                  <a:pt x="301" y="1949"/>
                </a:cubicBezTo>
                <a:cubicBezTo>
                  <a:pt x="300" y="1953"/>
                  <a:pt x="303" y="1953"/>
                  <a:pt x="305" y="1953"/>
                </a:cubicBezTo>
                <a:cubicBezTo>
                  <a:pt x="313" y="1958"/>
                  <a:pt x="323" y="1961"/>
                  <a:pt x="328" y="1969"/>
                </a:cubicBezTo>
                <a:cubicBezTo>
                  <a:pt x="335" y="1968"/>
                  <a:pt x="337" y="1973"/>
                  <a:pt x="340" y="1977"/>
                </a:cubicBezTo>
                <a:cubicBezTo>
                  <a:pt x="344" y="1976"/>
                  <a:pt x="345" y="1979"/>
                  <a:pt x="349" y="1978"/>
                </a:cubicBezTo>
                <a:cubicBezTo>
                  <a:pt x="348" y="1982"/>
                  <a:pt x="351" y="1982"/>
                  <a:pt x="353" y="1982"/>
                </a:cubicBezTo>
                <a:cubicBezTo>
                  <a:pt x="354" y="1988"/>
                  <a:pt x="363" y="1986"/>
                  <a:pt x="365" y="1990"/>
                </a:cubicBezTo>
                <a:cubicBezTo>
                  <a:pt x="371" y="1991"/>
                  <a:pt x="372" y="1996"/>
                  <a:pt x="378" y="1996"/>
                </a:cubicBezTo>
                <a:cubicBezTo>
                  <a:pt x="382" y="2003"/>
                  <a:pt x="388" y="2008"/>
                  <a:pt x="395" y="2012"/>
                </a:cubicBezTo>
                <a:cubicBezTo>
                  <a:pt x="395" y="2018"/>
                  <a:pt x="388" y="2013"/>
                  <a:pt x="388" y="2010"/>
                </a:cubicBezTo>
                <a:close/>
                <a:moveTo>
                  <a:pt x="596" y="2107"/>
                </a:moveTo>
                <a:cubicBezTo>
                  <a:pt x="598" y="2103"/>
                  <a:pt x="602" y="2098"/>
                  <a:pt x="604" y="2094"/>
                </a:cubicBezTo>
                <a:cubicBezTo>
                  <a:pt x="619" y="2080"/>
                  <a:pt x="618" y="2072"/>
                  <a:pt x="622" y="2068"/>
                </a:cubicBezTo>
                <a:cubicBezTo>
                  <a:pt x="660" y="2019"/>
                  <a:pt x="661" y="2017"/>
                  <a:pt x="662" y="2015"/>
                </a:cubicBezTo>
                <a:cubicBezTo>
                  <a:pt x="680" y="1994"/>
                  <a:pt x="677" y="1985"/>
                  <a:pt x="684" y="1985"/>
                </a:cubicBezTo>
                <a:cubicBezTo>
                  <a:pt x="699" y="1956"/>
                  <a:pt x="701" y="1954"/>
                  <a:pt x="703" y="1953"/>
                </a:cubicBezTo>
                <a:cubicBezTo>
                  <a:pt x="735" y="1903"/>
                  <a:pt x="744" y="1884"/>
                  <a:pt x="752" y="1865"/>
                </a:cubicBezTo>
                <a:cubicBezTo>
                  <a:pt x="765" y="1831"/>
                  <a:pt x="766" y="1825"/>
                  <a:pt x="768" y="1820"/>
                </a:cubicBezTo>
                <a:cubicBezTo>
                  <a:pt x="769" y="1817"/>
                  <a:pt x="760" y="1822"/>
                  <a:pt x="761" y="1836"/>
                </a:cubicBezTo>
                <a:cubicBezTo>
                  <a:pt x="728" y="1898"/>
                  <a:pt x="723" y="1908"/>
                  <a:pt x="718" y="1917"/>
                </a:cubicBezTo>
                <a:cubicBezTo>
                  <a:pt x="702" y="1935"/>
                  <a:pt x="702" y="1939"/>
                  <a:pt x="700" y="1940"/>
                </a:cubicBezTo>
                <a:cubicBezTo>
                  <a:pt x="676" y="1974"/>
                  <a:pt x="673" y="1984"/>
                  <a:pt x="667" y="1991"/>
                </a:cubicBezTo>
                <a:cubicBezTo>
                  <a:pt x="648" y="2019"/>
                  <a:pt x="646" y="2019"/>
                  <a:pt x="647" y="2023"/>
                </a:cubicBezTo>
                <a:cubicBezTo>
                  <a:pt x="633" y="2043"/>
                  <a:pt x="628" y="2045"/>
                  <a:pt x="625" y="2048"/>
                </a:cubicBezTo>
                <a:cubicBezTo>
                  <a:pt x="609" y="2076"/>
                  <a:pt x="604" y="2078"/>
                  <a:pt x="601" y="2081"/>
                </a:cubicBezTo>
                <a:cubicBezTo>
                  <a:pt x="576" y="2118"/>
                  <a:pt x="578" y="2126"/>
                  <a:pt x="571" y="2127"/>
                </a:cubicBezTo>
                <a:cubicBezTo>
                  <a:pt x="556" y="2155"/>
                  <a:pt x="554" y="2157"/>
                  <a:pt x="553" y="2160"/>
                </a:cubicBezTo>
                <a:cubicBezTo>
                  <a:pt x="565" y="2157"/>
                  <a:pt x="568" y="2155"/>
                  <a:pt x="566" y="2151"/>
                </a:cubicBezTo>
                <a:cubicBezTo>
                  <a:pt x="593" y="2117"/>
                  <a:pt x="590" y="2108"/>
                  <a:pt x="596" y="2107"/>
                </a:cubicBezTo>
                <a:close/>
                <a:moveTo>
                  <a:pt x="556" y="2121"/>
                </a:moveTo>
                <a:cubicBezTo>
                  <a:pt x="555" y="2115"/>
                  <a:pt x="559" y="2113"/>
                  <a:pt x="561" y="2110"/>
                </a:cubicBezTo>
                <a:cubicBezTo>
                  <a:pt x="585" y="2064"/>
                  <a:pt x="590" y="2064"/>
                  <a:pt x="591" y="2060"/>
                </a:cubicBezTo>
                <a:cubicBezTo>
                  <a:pt x="608" y="2038"/>
                  <a:pt x="607" y="2033"/>
                  <a:pt x="610" y="2030"/>
                </a:cubicBezTo>
                <a:cubicBezTo>
                  <a:pt x="638" y="2004"/>
                  <a:pt x="636" y="1993"/>
                  <a:pt x="645" y="1992"/>
                </a:cubicBezTo>
                <a:cubicBezTo>
                  <a:pt x="664" y="1965"/>
                  <a:pt x="667" y="1963"/>
                  <a:pt x="666" y="1958"/>
                </a:cubicBezTo>
                <a:cubicBezTo>
                  <a:pt x="682" y="1941"/>
                  <a:pt x="684" y="1938"/>
                  <a:pt x="687" y="1937"/>
                </a:cubicBezTo>
                <a:cubicBezTo>
                  <a:pt x="710" y="1898"/>
                  <a:pt x="721" y="1889"/>
                  <a:pt x="726" y="1875"/>
                </a:cubicBezTo>
                <a:cubicBezTo>
                  <a:pt x="749" y="1838"/>
                  <a:pt x="750" y="1835"/>
                  <a:pt x="749" y="1830"/>
                </a:cubicBezTo>
                <a:cubicBezTo>
                  <a:pt x="766" y="1792"/>
                  <a:pt x="762" y="1780"/>
                  <a:pt x="770" y="1778"/>
                </a:cubicBezTo>
                <a:cubicBezTo>
                  <a:pt x="774" y="1706"/>
                  <a:pt x="781" y="1717"/>
                  <a:pt x="776" y="1719"/>
                </a:cubicBezTo>
                <a:cubicBezTo>
                  <a:pt x="771" y="1756"/>
                  <a:pt x="768" y="1760"/>
                  <a:pt x="767" y="1765"/>
                </a:cubicBezTo>
                <a:cubicBezTo>
                  <a:pt x="751" y="1811"/>
                  <a:pt x="751" y="1818"/>
                  <a:pt x="746" y="1819"/>
                </a:cubicBezTo>
                <a:cubicBezTo>
                  <a:pt x="726" y="1861"/>
                  <a:pt x="723" y="1864"/>
                  <a:pt x="721" y="1869"/>
                </a:cubicBezTo>
                <a:cubicBezTo>
                  <a:pt x="686" y="1918"/>
                  <a:pt x="687" y="1914"/>
                  <a:pt x="683" y="1918"/>
                </a:cubicBezTo>
                <a:cubicBezTo>
                  <a:pt x="665" y="1944"/>
                  <a:pt x="666" y="1949"/>
                  <a:pt x="661" y="1950"/>
                </a:cubicBezTo>
                <a:cubicBezTo>
                  <a:pt x="649" y="1969"/>
                  <a:pt x="647" y="1972"/>
                  <a:pt x="646" y="1975"/>
                </a:cubicBezTo>
                <a:cubicBezTo>
                  <a:pt x="622" y="2004"/>
                  <a:pt x="620" y="2011"/>
                  <a:pt x="614" y="2014"/>
                </a:cubicBezTo>
                <a:cubicBezTo>
                  <a:pt x="595" y="2042"/>
                  <a:pt x="587" y="2040"/>
                  <a:pt x="590" y="2047"/>
                </a:cubicBezTo>
                <a:cubicBezTo>
                  <a:pt x="566" y="2088"/>
                  <a:pt x="559" y="2090"/>
                  <a:pt x="556" y="2097"/>
                </a:cubicBezTo>
                <a:cubicBezTo>
                  <a:pt x="535" y="2141"/>
                  <a:pt x="528" y="2144"/>
                  <a:pt x="527" y="2151"/>
                </a:cubicBezTo>
                <a:cubicBezTo>
                  <a:pt x="533" y="2157"/>
                  <a:pt x="535" y="2153"/>
                  <a:pt x="538" y="2151"/>
                </a:cubicBezTo>
                <a:cubicBezTo>
                  <a:pt x="549" y="2125"/>
                  <a:pt x="552" y="2123"/>
                  <a:pt x="556" y="2121"/>
                </a:cubicBezTo>
                <a:close/>
              </a:path>
            </a:pathLst>
          </a:custGeom>
          <a:solidFill>
            <a:schemeClr val="accent1">
              <a:lumMod val="20000"/>
              <a:lumOff val="80000"/>
            </a:schemeClr>
          </a:solidFill>
          <a:ln>
            <a:noFill/>
          </a:ln>
        </p:spPr>
      </p:sp>
      <p:sp>
        <p:nvSpPr>
          <p:cNvPr id="23" name="Rectangle 15">
            <a:extLst>
              <a:ext uri="{FF2B5EF4-FFF2-40B4-BE49-F238E27FC236}">
                <a16:creationId xmlns:a16="http://schemas.microsoft.com/office/drawing/2014/main" id="{78DB0209-038A-4BBB-846F-FF25A7C1688C}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4662421" y="0"/>
            <a:ext cx="7537705" cy="6858000"/>
          </a:xfrm>
          <a:prstGeom prst="rect">
            <a:avLst/>
          </a:pr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>
              <a:defRPr/>
            </a:pPr>
            <a:endParaRPr lang="en-US">
              <a:solidFill>
                <a:prstClr val="white"/>
              </a:solidFill>
              <a:latin typeface="Calibri" panose="020F0502020204030204"/>
            </a:endParaRPr>
          </a:p>
        </p:txBody>
      </p:sp>
      <p:cxnSp>
        <p:nvCxnSpPr>
          <p:cNvPr id="18" name="Straight Connector 17">
            <a:extLst>
              <a:ext uri="{FF2B5EF4-FFF2-40B4-BE49-F238E27FC236}">
                <a16:creationId xmlns:a16="http://schemas.microsoft.com/office/drawing/2014/main" id="{1B896C34-214C-4AF6-8B1F-ACB10F0BF0BC}"/>
              </a:ext>
            </a:extLst>
          </p:cNvPr>
          <p:cNvCxnSpPr>
            <a:cxnSpLocks noGrp="1" noRot="1" noChangeAspect="1" noMove="1" noResize="1" noEditPoints="1" noAdjustHandles="1" noChangeArrowheads="1" noChangeShapeType="1"/>
          </p:cNvCxn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CxnSpPr>
        <p:spPr>
          <a:xfrm>
            <a:off x="5140960" y="2257514"/>
            <a:ext cx="1371600" cy="0"/>
          </a:xfrm>
          <a:prstGeom prst="line">
            <a:avLst/>
          </a:prstGeom>
          <a:ln w="38100">
            <a:solidFill>
              <a:schemeClr val="tx2">
                <a:lumMod val="75000"/>
                <a:lumOff val="2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" name="Title 1">
            <a:extLst>
              <a:ext uri="{FF2B5EF4-FFF2-40B4-BE49-F238E27FC236}">
                <a16:creationId xmlns:a16="http://schemas.microsoft.com/office/drawing/2014/main" id="{16AA1B8C-5C3D-4225-8F3D-AE51EA9A6B49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5140962" y="568345"/>
            <a:ext cx="6563311" cy="1560716"/>
          </a:xfrm>
        </p:spPr>
        <p:txBody>
          <a:bodyPr>
            <a:normAutofit/>
          </a:bodyPr>
          <a:lstStyle/>
          <a:p>
            <a:pPr lvl="0"/>
            <a:r>
              <a:rPr lang="tr-TR" dirty="0"/>
              <a:t>Transaction Script &amp; Script Language</a:t>
            </a:r>
            <a:endParaRPr lang="en-US" dirty="0"/>
          </a:p>
        </p:txBody>
      </p:sp>
      <p:graphicFrame>
        <p:nvGraphicFramePr>
          <p:cNvPr id="4" name="İçerik Yer Tutucusu 3">
            <a:extLst>
              <a:ext uri="{FF2B5EF4-FFF2-40B4-BE49-F238E27FC236}">
                <a16:creationId xmlns:a16="http://schemas.microsoft.com/office/drawing/2014/main" id="{EC944CD9-C666-4483-9F41-978A75193449}"/>
              </a:ext>
            </a:extLst>
          </p:cNvPr>
          <p:cNvGraphicFramePr>
            <a:graphicFrameLocks noGrp="1"/>
          </p:cNvGraphicFramePr>
          <p:nvPr>
            <p:ph idx="1"/>
            <p:extLst>
              <p:ext uri="{D42A27DB-BD31-4B8C-83A1-F6EECF244321}">
                <p14:modId xmlns:p14="http://schemas.microsoft.com/office/powerpoint/2010/main" val="1359712641"/>
              </p:ext>
            </p:extLst>
          </p:nvPr>
        </p:nvGraphicFramePr>
        <p:xfrm>
          <a:off x="5140962" y="2438400"/>
          <a:ext cx="6563311" cy="3651504"/>
        </p:xfrm>
        <a:graphic>
          <a:graphicData uri="http://schemas.openxmlformats.org/drawingml/2006/diagram">
            <dgm:relIds xmlns:dgm="http://schemas.openxmlformats.org/drawingml/2006/diagram" xmlns:r="http://schemas.openxmlformats.org/officeDocument/2006/relationships" r:dm="rId2" r:lo="rId3" r:qs="rId4" r:cs="rId5"/>
          </a:graphicData>
        </a:graphic>
      </p:graphicFrame>
    </p:spTree>
    <p:extLst>
      <p:ext uri="{BB962C8B-B14F-4D97-AF65-F5344CB8AC3E}">
        <p14:creationId xmlns:p14="http://schemas.microsoft.com/office/powerpoint/2010/main" val="774805249"/>
      </p:ext>
    </p:extLst>
  </p:cSld>
  <p:clrMapOvr>
    <a:masterClrMapping/>
  </p:clrMapOvr>
</p:sld>
</file>

<file path=ppt/slides/slide6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Rectangle 8">
            <a:extLst>
              <a:ext uri="{FF2B5EF4-FFF2-40B4-BE49-F238E27FC236}">
                <a16:creationId xmlns:a16="http://schemas.microsoft.com/office/drawing/2014/main" id="{8307893A-9361-4AD3-A98C-AB26519D54AD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9986ED5B-8F21-467C-AD60-EBB9C0D340C6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846580" y="568345"/>
            <a:ext cx="9701953" cy="1560716"/>
          </a:xfrm>
        </p:spPr>
        <p:txBody>
          <a:bodyPr>
            <a:normAutofit/>
          </a:bodyPr>
          <a:lstStyle/>
          <a:p>
            <a:r>
              <a:rPr lang="en-US" dirty="0"/>
              <a:t>Transaction Scripts and Script Language</a:t>
            </a:r>
            <a:endParaRPr lang="tr-TR" dirty="0"/>
          </a:p>
        </p:txBody>
      </p:sp>
      <p:cxnSp>
        <p:nvCxnSpPr>
          <p:cNvPr id="11" name="Straight Connector 10">
            <a:extLst>
              <a:ext uri="{FF2B5EF4-FFF2-40B4-BE49-F238E27FC236}">
                <a16:creationId xmlns:a16="http://schemas.microsoft.com/office/drawing/2014/main" id="{F1534FA6-97DA-4524-BBD3-450AE51EF930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CxnSpPr>
            <a:cxnSpLocks noGrp="1" noRot="1" noChangeAspect="1" noMove="1" noResize="1" noEditPoints="1" noAdjustHandles="1" noChangeArrowheads="1" noChangeShapeType="1"/>
          </p:cNvCxn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CxnSpPr>
        <p:spPr>
          <a:xfrm>
            <a:off x="1846580" y="2176009"/>
            <a:ext cx="9701953" cy="0"/>
          </a:xfrm>
          <a:prstGeom prst="line">
            <a:avLst/>
          </a:prstGeom>
          <a:ln w="38100">
            <a:solidFill>
              <a:schemeClr val="accent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aphicFrame>
        <p:nvGraphicFramePr>
          <p:cNvPr id="4" name="İçerik Yer Tutucusu 3">
            <a:extLst>
              <a:ext uri="{FF2B5EF4-FFF2-40B4-BE49-F238E27FC236}">
                <a16:creationId xmlns:a16="http://schemas.microsoft.com/office/drawing/2014/main" id="{BF5F5F85-A001-4CCC-9E5F-6CD413DD0815}"/>
              </a:ext>
            </a:extLst>
          </p:cNvPr>
          <p:cNvGraphicFramePr>
            <a:graphicFrameLocks noGrp="1"/>
          </p:cNvGraphicFramePr>
          <p:nvPr>
            <p:ph idx="1"/>
            <p:extLst>
              <p:ext uri="{D42A27DB-BD31-4B8C-83A1-F6EECF244321}">
                <p14:modId xmlns:p14="http://schemas.microsoft.com/office/powerpoint/2010/main" val="1840602708"/>
              </p:ext>
            </p:extLst>
          </p:nvPr>
        </p:nvGraphicFramePr>
        <p:xfrm>
          <a:off x="1846580" y="2438400"/>
          <a:ext cx="9701953" cy="3651250"/>
        </p:xfrm>
        <a:graphic>
          <a:graphicData uri="http://schemas.openxmlformats.org/drawingml/2006/diagram">
            <dgm:relIds xmlns:dgm="http://schemas.openxmlformats.org/drawingml/2006/diagram" xmlns:r="http://schemas.openxmlformats.org/officeDocument/2006/relationships" r:dm="rId2" r:lo="rId3" r:qs="rId4" r:cs="rId5"/>
          </a:graphicData>
        </a:graphic>
      </p:graphicFrame>
    </p:spTree>
    <p:extLst>
      <p:ext uri="{BB962C8B-B14F-4D97-AF65-F5344CB8AC3E}">
        <p14:creationId xmlns:p14="http://schemas.microsoft.com/office/powerpoint/2010/main" val="3134093143"/>
      </p:ext>
    </p:extLst>
  </p:cSld>
  <p:clrMapOvr>
    <a:masterClrMapping/>
  </p:clrMapOvr>
</p:sld>
</file>

<file path=ppt/slides/slide6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Rectangle 8">
            <a:extLst>
              <a:ext uri="{FF2B5EF4-FFF2-40B4-BE49-F238E27FC236}">
                <a16:creationId xmlns:a16="http://schemas.microsoft.com/office/drawing/2014/main" id="{8307893A-9361-4AD3-A98C-AB26519D54AD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0919E343-3234-462D-B9D8-F3D5D95C33DD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846580" y="568345"/>
            <a:ext cx="9701953" cy="1560716"/>
          </a:xfrm>
        </p:spPr>
        <p:txBody>
          <a:bodyPr>
            <a:normAutofit/>
          </a:bodyPr>
          <a:lstStyle/>
          <a:p>
            <a:r>
              <a:rPr lang="tr-TR" dirty="0"/>
              <a:t>Script Types</a:t>
            </a:r>
          </a:p>
        </p:txBody>
      </p:sp>
      <p:cxnSp>
        <p:nvCxnSpPr>
          <p:cNvPr id="11" name="Straight Connector 10">
            <a:extLst>
              <a:ext uri="{FF2B5EF4-FFF2-40B4-BE49-F238E27FC236}">
                <a16:creationId xmlns:a16="http://schemas.microsoft.com/office/drawing/2014/main" id="{F1534FA6-97DA-4524-BBD3-450AE51EF930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CxnSpPr>
            <a:cxnSpLocks noGrp="1" noRot="1" noChangeAspect="1" noMove="1" noResize="1" noEditPoints="1" noAdjustHandles="1" noChangeArrowheads="1" noChangeShapeType="1"/>
          </p:cNvCxn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CxnSpPr>
        <p:spPr>
          <a:xfrm>
            <a:off x="1846580" y="2176009"/>
            <a:ext cx="9701953" cy="0"/>
          </a:xfrm>
          <a:prstGeom prst="line">
            <a:avLst/>
          </a:prstGeom>
          <a:ln w="38100">
            <a:solidFill>
              <a:schemeClr val="accent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aphicFrame>
        <p:nvGraphicFramePr>
          <p:cNvPr id="4" name="İçerik Yer Tutucusu 3">
            <a:extLst>
              <a:ext uri="{FF2B5EF4-FFF2-40B4-BE49-F238E27FC236}">
                <a16:creationId xmlns:a16="http://schemas.microsoft.com/office/drawing/2014/main" id="{DEB9762C-8B37-4322-905A-CD613F9B3760}"/>
              </a:ext>
            </a:extLst>
          </p:cNvPr>
          <p:cNvGraphicFramePr>
            <a:graphicFrameLocks noGrp="1"/>
          </p:cNvGraphicFramePr>
          <p:nvPr>
            <p:ph idx="1"/>
            <p:extLst>
              <p:ext uri="{D42A27DB-BD31-4B8C-83A1-F6EECF244321}">
                <p14:modId xmlns:p14="http://schemas.microsoft.com/office/powerpoint/2010/main" val="919610694"/>
              </p:ext>
            </p:extLst>
          </p:nvPr>
        </p:nvGraphicFramePr>
        <p:xfrm>
          <a:off x="1846580" y="2438400"/>
          <a:ext cx="9701953" cy="3651250"/>
        </p:xfrm>
        <a:graphic>
          <a:graphicData uri="http://schemas.openxmlformats.org/drawingml/2006/diagram">
            <dgm:relIds xmlns:dgm="http://schemas.openxmlformats.org/drawingml/2006/diagram" xmlns:r="http://schemas.openxmlformats.org/officeDocument/2006/relationships" r:dm="rId2" r:lo="rId3" r:qs="rId4" r:cs="rId5"/>
          </a:graphicData>
        </a:graphic>
      </p:graphicFrame>
    </p:spTree>
    <p:extLst>
      <p:ext uri="{BB962C8B-B14F-4D97-AF65-F5344CB8AC3E}">
        <p14:creationId xmlns:p14="http://schemas.microsoft.com/office/powerpoint/2010/main" val="3599157732"/>
      </p:ext>
    </p:extLst>
  </p:cSld>
  <p:clrMapOvr>
    <a:masterClrMapping/>
  </p:clrMapOvr>
</p:sld>
</file>

<file path=ppt/slides/slide6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Rectangle 8">
            <a:extLst>
              <a:ext uri="{FF2B5EF4-FFF2-40B4-BE49-F238E27FC236}">
                <a16:creationId xmlns:a16="http://schemas.microsoft.com/office/drawing/2014/main" id="{8307893A-9361-4AD3-A98C-AB26519D54AD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4BA7CC14-716E-4517-A44D-4C4603AA731D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846580" y="568345"/>
            <a:ext cx="9701953" cy="1560716"/>
          </a:xfrm>
        </p:spPr>
        <p:txBody>
          <a:bodyPr>
            <a:normAutofit/>
          </a:bodyPr>
          <a:lstStyle/>
          <a:p>
            <a:r>
              <a:rPr lang="tr-TR" dirty="0"/>
              <a:t>Programmable Money</a:t>
            </a:r>
          </a:p>
        </p:txBody>
      </p:sp>
      <p:cxnSp>
        <p:nvCxnSpPr>
          <p:cNvPr id="11" name="Straight Connector 10">
            <a:extLst>
              <a:ext uri="{FF2B5EF4-FFF2-40B4-BE49-F238E27FC236}">
                <a16:creationId xmlns:a16="http://schemas.microsoft.com/office/drawing/2014/main" id="{F1534FA6-97DA-4524-BBD3-450AE51EF930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CxnSpPr>
            <a:cxnSpLocks noGrp="1" noRot="1" noChangeAspect="1" noMove="1" noResize="1" noEditPoints="1" noAdjustHandles="1" noChangeArrowheads="1" noChangeShapeType="1"/>
          </p:cNvCxn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CxnSpPr>
        <p:spPr>
          <a:xfrm>
            <a:off x="1846580" y="2176009"/>
            <a:ext cx="9701953" cy="0"/>
          </a:xfrm>
          <a:prstGeom prst="line">
            <a:avLst/>
          </a:prstGeom>
          <a:ln w="38100">
            <a:solidFill>
              <a:schemeClr val="accent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aphicFrame>
        <p:nvGraphicFramePr>
          <p:cNvPr id="4" name="İçerik Yer Tutucusu 3">
            <a:extLst>
              <a:ext uri="{FF2B5EF4-FFF2-40B4-BE49-F238E27FC236}">
                <a16:creationId xmlns:a16="http://schemas.microsoft.com/office/drawing/2014/main" id="{B981791E-1F73-43CE-955A-5697FC878A88}"/>
              </a:ext>
            </a:extLst>
          </p:cNvPr>
          <p:cNvGraphicFramePr>
            <a:graphicFrameLocks noGrp="1"/>
          </p:cNvGraphicFramePr>
          <p:nvPr>
            <p:ph idx="1"/>
            <p:extLst>
              <p:ext uri="{D42A27DB-BD31-4B8C-83A1-F6EECF244321}">
                <p14:modId xmlns:p14="http://schemas.microsoft.com/office/powerpoint/2010/main" val="1689538043"/>
              </p:ext>
            </p:extLst>
          </p:nvPr>
        </p:nvGraphicFramePr>
        <p:xfrm>
          <a:off x="1846580" y="2438400"/>
          <a:ext cx="9701953" cy="3651250"/>
        </p:xfrm>
        <a:graphic>
          <a:graphicData uri="http://schemas.openxmlformats.org/drawingml/2006/diagram">
            <dgm:relIds xmlns:dgm="http://schemas.openxmlformats.org/drawingml/2006/diagram" xmlns:r="http://schemas.openxmlformats.org/officeDocument/2006/relationships" r:dm="rId2" r:lo="rId3" r:qs="rId4" r:cs="rId5"/>
          </a:graphicData>
        </a:graphic>
      </p:graphicFrame>
    </p:spTree>
    <p:extLst>
      <p:ext uri="{BB962C8B-B14F-4D97-AF65-F5344CB8AC3E}">
        <p14:creationId xmlns:p14="http://schemas.microsoft.com/office/powerpoint/2010/main" val="385786296"/>
      </p:ext>
    </p:extLst>
  </p:cSld>
  <p:clrMapOvr>
    <a:masterClrMapping/>
  </p:clrMapOvr>
</p:sld>
</file>

<file path=ppt/slides/slide6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E7C92C1C-C70C-4068-8218-0B084213C678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2933700" y="568345"/>
            <a:ext cx="8770571" cy="1560716"/>
          </a:xfrm>
        </p:spPr>
        <p:txBody>
          <a:bodyPr>
            <a:normAutofit/>
          </a:bodyPr>
          <a:lstStyle/>
          <a:p>
            <a:r>
              <a:rPr lang="tr-TR" dirty="0"/>
              <a:t>Turing Incompleteness</a:t>
            </a:r>
          </a:p>
        </p:txBody>
      </p:sp>
      <p:graphicFrame>
        <p:nvGraphicFramePr>
          <p:cNvPr id="4" name="İçerik Yer Tutucusu 3">
            <a:extLst>
              <a:ext uri="{FF2B5EF4-FFF2-40B4-BE49-F238E27FC236}">
                <a16:creationId xmlns:a16="http://schemas.microsoft.com/office/drawing/2014/main" id="{24DF5CB6-A39C-4495-8AF3-B178BB8FE148}"/>
              </a:ext>
            </a:extLst>
          </p:cNvPr>
          <p:cNvGraphicFramePr>
            <a:graphicFrameLocks noGrp="1"/>
          </p:cNvGraphicFramePr>
          <p:nvPr>
            <p:ph idx="1"/>
            <p:extLst>
              <p:ext uri="{D42A27DB-BD31-4B8C-83A1-F6EECF244321}">
                <p14:modId xmlns:p14="http://schemas.microsoft.com/office/powerpoint/2010/main" val="3253397993"/>
              </p:ext>
            </p:extLst>
          </p:nvPr>
        </p:nvGraphicFramePr>
        <p:xfrm>
          <a:off x="2933700" y="2438400"/>
          <a:ext cx="8770938" cy="3651250"/>
        </p:xfrm>
        <a:graphic>
          <a:graphicData uri="http://schemas.openxmlformats.org/drawingml/2006/diagram">
            <dgm:relIds xmlns:dgm="http://schemas.openxmlformats.org/drawingml/2006/diagram" xmlns:r="http://schemas.openxmlformats.org/officeDocument/2006/relationships" r:dm="rId2" r:lo="rId3" r:qs="rId4" r:cs="rId5"/>
          </a:graphicData>
        </a:graphic>
      </p:graphicFrame>
    </p:spTree>
    <p:extLst>
      <p:ext uri="{BB962C8B-B14F-4D97-AF65-F5344CB8AC3E}">
        <p14:creationId xmlns:p14="http://schemas.microsoft.com/office/powerpoint/2010/main" val="2541573686"/>
      </p:ext>
    </p:extLst>
  </p:cSld>
  <p:clrMapOvr>
    <a:masterClrMapping/>
  </p:clrMapOvr>
</p:sld>
</file>

<file path=ppt/slides/slide6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Rectangle 8">
            <a:extLst>
              <a:ext uri="{FF2B5EF4-FFF2-40B4-BE49-F238E27FC236}">
                <a16:creationId xmlns:a16="http://schemas.microsoft.com/office/drawing/2014/main" id="{8307893A-9361-4AD3-A98C-AB26519D54AD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E7C92C1C-C70C-4068-8218-0B084213C678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846580" y="568345"/>
            <a:ext cx="9701953" cy="1560716"/>
          </a:xfrm>
        </p:spPr>
        <p:txBody>
          <a:bodyPr>
            <a:normAutofit/>
          </a:bodyPr>
          <a:lstStyle/>
          <a:p>
            <a:r>
              <a:rPr lang="tr-TR" dirty="0"/>
              <a:t>Turing Incompleteness</a:t>
            </a:r>
          </a:p>
        </p:txBody>
      </p:sp>
      <p:cxnSp>
        <p:nvCxnSpPr>
          <p:cNvPr id="11" name="Straight Connector 10">
            <a:extLst>
              <a:ext uri="{FF2B5EF4-FFF2-40B4-BE49-F238E27FC236}">
                <a16:creationId xmlns:a16="http://schemas.microsoft.com/office/drawing/2014/main" id="{F1534FA6-97DA-4524-BBD3-450AE51EF930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CxnSpPr>
            <a:cxnSpLocks noGrp="1" noRot="1" noChangeAspect="1" noMove="1" noResize="1" noEditPoints="1" noAdjustHandles="1" noChangeArrowheads="1" noChangeShapeType="1"/>
          </p:cNvCxn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CxnSpPr>
        <p:spPr>
          <a:xfrm>
            <a:off x="1846580" y="2176009"/>
            <a:ext cx="9701953" cy="0"/>
          </a:xfrm>
          <a:prstGeom prst="line">
            <a:avLst/>
          </a:prstGeom>
          <a:ln w="38100">
            <a:solidFill>
              <a:schemeClr val="accent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aphicFrame>
        <p:nvGraphicFramePr>
          <p:cNvPr id="4" name="İçerik Yer Tutucusu 3">
            <a:extLst>
              <a:ext uri="{FF2B5EF4-FFF2-40B4-BE49-F238E27FC236}">
                <a16:creationId xmlns:a16="http://schemas.microsoft.com/office/drawing/2014/main" id="{C194B506-AB3B-4E6A-B354-4F434A3D90C4}"/>
              </a:ext>
            </a:extLst>
          </p:cNvPr>
          <p:cNvGraphicFramePr>
            <a:graphicFrameLocks noGrp="1"/>
          </p:cNvGraphicFramePr>
          <p:nvPr>
            <p:ph idx="1"/>
            <p:extLst>
              <p:ext uri="{D42A27DB-BD31-4B8C-83A1-F6EECF244321}">
                <p14:modId xmlns:p14="http://schemas.microsoft.com/office/powerpoint/2010/main" val="2719422712"/>
              </p:ext>
            </p:extLst>
          </p:nvPr>
        </p:nvGraphicFramePr>
        <p:xfrm>
          <a:off x="1846580" y="2438400"/>
          <a:ext cx="9701953" cy="3651250"/>
        </p:xfrm>
        <a:graphic>
          <a:graphicData uri="http://schemas.openxmlformats.org/drawingml/2006/diagram">
            <dgm:relIds xmlns:dgm="http://schemas.openxmlformats.org/drawingml/2006/diagram" xmlns:r="http://schemas.openxmlformats.org/officeDocument/2006/relationships" r:dm="rId2" r:lo="rId3" r:qs="rId4" r:cs="rId5"/>
          </a:graphicData>
        </a:graphic>
      </p:graphicFrame>
    </p:spTree>
    <p:extLst>
      <p:ext uri="{BB962C8B-B14F-4D97-AF65-F5344CB8AC3E}">
        <p14:creationId xmlns:p14="http://schemas.microsoft.com/office/powerpoint/2010/main" val="2192413061"/>
      </p:ext>
    </p:extLst>
  </p:cSld>
  <p:clrMapOvr>
    <a:masterClrMapping/>
  </p:clrMapOvr>
</p:sld>
</file>

<file path=ppt/slides/slide6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Rectangle 8">
            <a:extLst>
              <a:ext uri="{FF2B5EF4-FFF2-40B4-BE49-F238E27FC236}">
                <a16:creationId xmlns:a16="http://schemas.microsoft.com/office/drawing/2014/main" id="{8307893A-9361-4AD3-A98C-AB26519D54AD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E7C92C1C-C70C-4068-8218-0B084213C678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846580" y="568345"/>
            <a:ext cx="9701953" cy="1560716"/>
          </a:xfrm>
        </p:spPr>
        <p:txBody>
          <a:bodyPr>
            <a:normAutofit/>
          </a:bodyPr>
          <a:lstStyle/>
          <a:p>
            <a:r>
              <a:rPr lang="tr-TR" dirty="0"/>
              <a:t>Turing Incompleteness</a:t>
            </a:r>
          </a:p>
        </p:txBody>
      </p:sp>
      <p:cxnSp>
        <p:nvCxnSpPr>
          <p:cNvPr id="11" name="Straight Connector 10">
            <a:extLst>
              <a:ext uri="{FF2B5EF4-FFF2-40B4-BE49-F238E27FC236}">
                <a16:creationId xmlns:a16="http://schemas.microsoft.com/office/drawing/2014/main" id="{F1534FA6-97DA-4524-BBD3-450AE51EF930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CxnSpPr>
            <a:cxnSpLocks noGrp="1" noRot="1" noChangeAspect="1" noMove="1" noResize="1" noEditPoints="1" noAdjustHandles="1" noChangeArrowheads="1" noChangeShapeType="1"/>
          </p:cNvCxn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CxnSpPr>
        <p:spPr>
          <a:xfrm>
            <a:off x="1846580" y="2176009"/>
            <a:ext cx="9701953" cy="0"/>
          </a:xfrm>
          <a:prstGeom prst="line">
            <a:avLst/>
          </a:prstGeom>
          <a:ln w="38100">
            <a:solidFill>
              <a:schemeClr val="accent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aphicFrame>
        <p:nvGraphicFramePr>
          <p:cNvPr id="4" name="İçerik Yer Tutucusu 3">
            <a:extLst>
              <a:ext uri="{FF2B5EF4-FFF2-40B4-BE49-F238E27FC236}">
                <a16:creationId xmlns:a16="http://schemas.microsoft.com/office/drawing/2014/main" id="{C194B506-AB3B-4E6A-B354-4F434A3D90C4}"/>
              </a:ext>
            </a:extLst>
          </p:cNvPr>
          <p:cNvGraphicFramePr>
            <a:graphicFrameLocks noGrp="1"/>
          </p:cNvGraphicFramePr>
          <p:nvPr>
            <p:ph idx="1"/>
            <p:extLst>
              <p:ext uri="{D42A27DB-BD31-4B8C-83A1-F6EECF244321}">
                <p14:modId xmlns:p14="http://schemas.microsoft.com/office/powerpoint/2010/main" val="2304297610"/>
              </p:ext>
            </p:extLst>
          </p:nvPr>
        </p:nvGraphicFramePr>
        <p:xfrm>
          <a:off x="1846580" y="2438400"/>
          <a:ext cx="9701953" cy="3651250"/>
        </p:xfrm>
        <a:graphic>
          <a:graphicData uri="http://schemas.openxmlformats.org/drawingml/2006/diagram">
            <dgm:relIds xmlns:dgm="http://schemas.openxmlformats.org/drawingml/2006/diagram" xmlns:r="http://schemas.openxmlformats.org/officeDocument/2006/relationships" r:dm="rId2" r:lo="rId3" r:qs="rId4" r:cs="rId5"/>
          </a:graphicData>
        </a:graphic>
      </p:graphicFrame>
    </p:spTree>
    <p:extLst>
      <p:ext uri="{BB962C8B-B14F-4D97-AF65-F5344CB8AC3E}">
        <p14:creationId xmlns:p14="http://schemas.microsoft.com/office/powerpoint/2010/main" val="3599444131"/>
      </p:ext>
    </p:extLst>
  </p:cSld>
  <p:clrMapOvr>
    <a:masterClrMapping/>
  </p:clrMapOvr>
</p:sld>
</file>

<file path=ppt/slides/slide7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068C7E8A-EFA6-47F6-A9DD-9C8A764E77E3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2933700" y="568345"/>
            <a:ext cx="8770571" cy="1560716"/>
          </a:xfrm>
        </p:spPr>
        <p:txBody>
          <a:bodyPr>
            <a:normAutofit/>
          </a:bodyPr>
          <a:lstStyle/>
          <a:p>
            <a:r>
              <a:rPr lang="tr-TR" dirty="0"/>
              <a:t>Stateless Verification</a:t>
            </a:r>
          </a:p>
        </p:txBody>
      </p:sp>
      <p:graphicFrame>
        <p:nvGraphicFramePr>
          <p:cNvPr id="4" name="İçerik Yer Tutucusu 3">
            <a:extLst>
              <a:ext uri="{FF2B5EF4-FFF2-40B4-BE49-F238E27FC236}">
                <a16:creationId xmlns:a16="http://schemas.microsoft.com/office/drawing/2014/main" id="{F8068FF1-C41B-44F7-A7D9-00A98B4935E0}"/>
              </a:ext>
            </a:extLst>
          </p:cNvPr>
          <p:cNvGraphicFramePr>
            <a:graphicFrameLocks noGrp="1"/>
          </p:cNvGraphicFramePr>
          <p:nvPr>
            <p:ph idx="1"/>
            <p:extLst>
              <p:ext uri="{D42A27DB-BD31-4B8C-83A1-F6EECF244321}">
                <p14:modId xmlns:p14="http://schemas.microsoft.com/office/powerpoint/2010/main" val="2030590994"/>
              </p:ext>
            </p:extLst>
          </p:nvPr>
        </p:nvGraphicFramePr>
        <p:xfrm>
          <a:off x="2933700" y="2438400"/>
          <a:ext cx="8770938" cy="3651250"/>
        </p:xfrm>
        <a:graphic>
          <a:graphicData uri="http://schemas.openxmlformats.org/drawingml/2006/diagram">
            <dgm:relIds xmlns:dgm="http://schemas.openxmlformats.org/drawingml/2006/diagram" xmlns:r="http://schemas.openxmlformats.org/officeDocument/2006/relationships" r:dm="rId2" r:lo="rId3" r:qs="rId4" r:cs="rId5"/>
          </a:graphicData>
        </a:graphic>
      </p:graphicFrame>
    </p:spTree>
    <p:extLst>
      <p:ext uri="{BB962C8B-B14F-4D97-AF65-F5344CB8AC3E}">
        <p14:creationId xmlns:p14="http://schemas.microsoft.com/office/powerpoint/2010/main" val="3246132800"/>
      </p:ext>
    </p:extLst>
  </p:cSld>
  <p:clrMapOvr>
    <a:masterClrMapping/>
  </p:clrMapOvr>
</p:sld>
</file>

<file path=ppt/slides/slide7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068C7E8A-EFA6-47F6-A9DD-9C8A764E77E3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2933700" y="568345"/>
            <a:ext cx="8770571" cy="1560716"/>
          </a:xfrm>
        </p:spPr>
        <p:txBody>
          <a:bodyPr>
            <a:normAutofit/>
          </a:bodyPr>
          <a:lstStyle/>
          <a:p>
            <a:r>
              <a:rPr lang="tr-TR"/>
              <a:t>Stateless Verification</a:t>
            </a:r>
          </a:p>
        </p:txBody>
      </p:sp>
      <p:graphicFrame>
        <p:nvGraphicFramePr>
          <p:cNvPr id="4" name="İçerik Yer Tutucusu 3">
            <a:extLst>
              <a:ext uri="{FF2B5EF4-FFF2-40B4-BE49-F238E27FC236}">
                <a16:creationId xmlns:a16="http://schemas.microsoft.com/office/drawing/2014/main" id="{F8068FF1-C41B-44F7-A7D9-00A98B4935E0}"/>
              </a:ext>
            </a:extLst>
          </p:cNvPr>
          <p:cNvGraphicFramePr>
            <a:graphicFrameLocks noGrp="1"/>
          </p:cNvGraphicFramePr>
          <p:nvPr>
            <p:ph idx="1"/>
            <p:extLst>
              <p:ext uri="{D42A27DB-BD31-4B8C-83A1-F6EECF244321}">
                <p14:modId xmlns:p14="http://schemas.microsoft.com/office/powerpoint/2010/main" val="1778504317"/>
              </p:ext>
            </p:extLst>
          </p:nvPr>
        </p:nvGraphicFramePr>
        <p:xfrm>
          <a:off x="2933700" y="2438400"/>
          <a:ext cx="8770938" cy="3651250"/>
        </p:xfrm>
        <a:graphic>
          <a:graphicData uri="http://schemas.openxmlformats.org/drawingml/2006/diagram">
            <dgm:relIds xmlns:dgm="http://schemas.openxmlformats.org/drawingml/2006/diagram" xmlns:r="http://schemas.openxmlformats.org/officeDocument/2006/relationships" r:dm="rId2" r:lo="rId3" r:qs="rId4" r:cs="rId5"/>
          </a:graphicData>
        </a:graphic>
      </p:graphicFrame>
    </p:spTree>
    <p:extLst>
      <p:ext uri="{BB962C8B-B14F-4D97-AF65-F5344CB8AC3E}">
        <p14:creationId xmlns:p14="http://schemas.microsoft.com/office/powerpoint/2010/main" val="3359578062"/>
      </p:ext>
    </p:extLst>
  </p:cSld>
  <p:clrMapOvr>
    <a:masterClrMapping/>
  </p:clrMapOvr>
</p:sld>
</file>

<file path=ppt/slides/slide7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Rectangle 8">
            <a:extLst>
              <a:ext uri="{FF2B5EF4-FFF2-40B4-BE49-F238E27FC236}">
                <a16:creationId xmlns:a16="http://schemas.microsoft.com/office/drawing/2014/main" id="{8307893A-9361-4AD3-A98C-AB26519D54AD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6E5DD278-5249-4E11-A172-41CE5479CA88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846580" y="568345"/>
            <a:ext cx="9701953" cy="1560716"/>
          </a:xfrm>
        </p:spPr>
        <p:txBody>
          <a:bodyPr>
            <a:normAutofit/>
          </a:bodyPr>
          <a:lstStyle/>
          <a:p>
            <a:r>
              <a:rPr lang="tr-TR" dirty="0"/>
              <a:t>Script Construction (Lock + Unlock)</a:t>
            </a:r>
          </a:p>
        </p:txBody>
      </p:sp>
      <p:cxnSp>
        <p:nvCxnSpPr>
          <p:cNvPr id="11" name="Straight Connector 10">
            <a:extLst>
              <a:ext uri="{FF2B5EF4-FFF2-40B4-BE49-F238E27FC236}">
                <a16:creationId xmlns:a16="http://schemas.microsoft.com/office/drawing/2014/main" id="{F1534FA6-97DA-4524-BBD3-450AE51EF930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CxnSpPr>
            <a:cxnSpLocks noGrp="1" noRot="1" noChangeAspect="1" noMove="1" noResize="1" noEditPoints="1" noAdjustHandles="1" noChangeArrowheads="1" noChangeShapeType="1"/>
          </p:cNvCxn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CxnSpPr>
        <p:spPr>
          <a:xfrm>
            <a:off x="1846580" y="2176009"/>
            <a:ext cx="9701953" cy="0"/>
          </a:xfrm>
          <a:prstGeom prst="line">
            <a:avLst/>
          </a:prstGeom>
          <a:ln w="38100">
            <a:solidFill>
              <a:schemeClr val="accent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aphicFrame>
        <p:nvGraphicFramePr>
          <p:cNvPr id="4" name="İçerik Yer Tutucusu 3">
            <a:extLst>
              <a:ext uri="{FF2B5EF4-FFF2-40B4-BE49-F238E27FC236}">
                <a16:creationId xmlns:a16="http://schemas.microsoft.com/office/drawing/2014/main" id="{ECF21F94-11EF-4E50-96F6-AFE71F8678DD}"/>
              </a:ext>
            </a:extLst>
          </p:cNvPr>
          <p:cNvGraphicFramePr>
            <a:graphicFrameLocks noGrp="1"/>
          </p:cNvGraphicFramePr>
          <p:nvPr>
            <p:ph idx="1"/>
            <p:extLst>
              <p:ext uri="{D42A27DB-BD31-4B8C-83A1-F6EECF244321}">
                <p14:modId xmlns:p14="http://schemas.microsoft.com/office/powerpoint/2010/main" val="1422721159"/>
              </p:ext>
            </p:extLst>
          </p:nvPr>
        </p:nvGraphicFramePr>
        <p:xfrm>
          <a:off x="1846580" y="2438400"/>
          <a:ext cx="9701953" cy="3651250"/>
        </p:xfrm>
        <a:graphic>
          <a:graphicData uri="http://schemas.openxmlformats.org/drawingml/2006/diagram">
            <dgm:relIds xmlns:dgm="http://schemas.openxmlformats.org/drawingml/2006/diagram" xmlns:r="http://schemas.openxmlformats.org/officeDocument/2006/relationships" r:dm="rId2" r:lo="rId3" r:qs="rId4" r:cs="rId5"/>
          </a:graphicData>
        </a:graphic>
      </p:graphicFrame>
    </p:spTree>
    <p:extLst>
      <p:ext uri="{BB962C8B-B14F-4D97-AF65-F5344CB8AC3E}">
        <p14:creationId xmlns:p14="http://schemas.microsoft.com/office/powerpoint/2010/main" val="316898219"/>
      </p:ext>
    </p:extLst>
  </p:cSld>
  <p:clrMapOvr>
    <a:masterClrMapping/>
  </p:clrMapOvr>
</p:sld>
</file>

<file path=ppt/slides/slide7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Rectangle 8">
            <a:extLst>
              <a:ext uri="{FF2B5EF4-FFF2-40B4-BE49-F238E27FC236}">
                <a16:creationId xmlns:a16="http://schemas.microsoft.com/office/drawing/2014/main" id="{8307893A-9361-4AD3-A98C-AB26519D54AD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6E5DD278-5249-4E11-A172-41CE5479CA88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846580" y="568345"/>
            <a:ext cx="9701953" cy="1560716"/>
          </a:xfrm>
        </p:spPr>
        <p:txBody>
          <a:bodyPr>
            <a:normAutofit/>
          </a:bodyPr>
          <a:lstStyle/>
          <a:p>
            <a:r>
              <a:rPr lang="tr-TR" dirty="0"/>
              <a:t>Script Construction (Lock + Unlock)</a:t>
            </a:r>
          </a:p>
        </p:txBody>
      </p:sp>
      <p:cxnSp>
        <p:nvCxnSpPr>
          <p:cNvPr id="11" name="Straight Connector 10">
            <a:extLst>
              <a:ext uri="{FF2B5EF4-FFF2-40B4-BE49-F238E27FC236}">
                <a16:creationId xmlns:a16="http://schemas.microsoft.com/office/drawing/2014/main" id="{F1534FA6-97DA-4524-BBD3-450AE51EF930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CxnSpPr>
            <a:cxnSpLocks noGrp="1" noRot="1" noChangeAspect="1" noMove="1" noResize="1" noEditPoints="1" noAdjustHandles="1" noChangeArrowheads="1" noChangeShapeType="1"/>
          </p:cNvCxn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CxnSpPr>
        <p:spPr>
          <a:xfrm>
            <a:off x="1846580" y="2176009"/>
            <a:ext cx="9701953" cy="0"/>
          </a:xfrm>
          <a:prstGeom prst="line">
            <a:avLst/>
          </a:prstGeom>
          <a:ln w="38100">
            <a:solidFill>
              <a:schemeClr val="accent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aphicFrame>
        <p:nvGraphicFramePr>
          <p:cNvPr id="4" name="İçerik Yer Tutucusu 3">
            <a:extLst>
              <a:ext uri="{FF2B5EF4-FFF2-40B4-BE49-F238E27FC236}">
                <a16:creationId xmlns:a16="http://schemas.microsoft.com/office/drawing/2014/main" id="{ECF21F94-11EF-4E50-96F6-AFE71F8678DD}"/>
              </a:ext>
            </a:extLst>
          </p:cNvPr>
          <p:cNvGraphicFramePr>
            <a:graphicFrameLocks noGrp="1"/>
          </p:cNvGraphicFramePr>
          <p:nvPr>
            <p:ph idx="1"/>
            <p:extLst>
              <p:ext uri="{D42A27DB-BD31-4B8C-83A1-F6EECF244321}">
                <p14:modId xmlns:p14="http://schemas.microsoft.com/office/powerpoint/2010/main" val="925911566"/>
              </p:ext>
            </p:extLst>
          </p:nvPr>
        </p:nvGraphicFramePr>
        <p:xfrm>
          <a:off x="1846580" y="2438400"/>
          <a:ext cx="9701953" cy="3651250"/>
        </p:xfrm>
        <a:graphic>
          <a:graphicData uri="http://schemas.openxmlformats.org/drawingml/2006/diagram">
            <dgm:relIds xmlns:dgm="http://schemas.openxmlformats.org/drawingml/2006/diagram" xmlns:r="http://schemas.openxmlformats.org/officeDocument/2006/relationships" r:dm="rId2" r:lo="rId3" r:qs="rId4" r:cs="rId5"/>
          </a:graphicData>
        </a:graphic>
      </p:graphicFrame>
    </p:spTree>
    <p:extLst>
      <p:ext uri="{BB962C8B-B14F-4D97-AF65-F5344CB8AC3E}">
        <p14:creationId xmlns:p14="http://schemas.microsoft.com/office/powerpoint/2010/main" val="4081490311"/>
      </p:ext>
    </p:extLst>
  </p:cSld>
  <p:clrMapOvr>
    <a:masterClrMapping/>
  </p:clrMapOvr>
</p:sld>
</file>

<file path=ppt/slides/slide7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Rectangle 8">
            <a:extLst>
              <a:ext uri="{FF2B5EF4-FFF2-40B4-BE49-F238E27FC236}">
                <a16:creationId xmlns:a16="http://schemas.microsoft.com/office/drawing/2014/main" id="{8307893A-9361-4AD3-A98C-AB26519D54AD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60CDA5B0-E666-40EB-8355-3C4847B3878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846580" y="568345"/>
            <a:ext cx="9701953" cy="1560716"/>
          </a:xfrm>
        </p:spPr>
        <p:txBody>
          <a:bodyPr>
            <a:normAutofit/>
          </a:bodyPr>
          <a:lstStyle/>
          <a:p>
            <a:r>
              <a:rPr lang="tr-TR" dirty="0" err="1"/>
              <a:t>Locking</a:t>
            </a:r>
            <a:r>
              <a:rPr lang="tr-TR" dirty="0"/>
              <a:t> </a:t>
            </a:r>
            <a:r>
              <a:rPr lang="tr-TR" dirty="0" err="1"/>
              <a:t>Script</a:t>
            </a:r>
            <a:r>
              <a:rPr lang="tr-TR" dirty="0"/>
              <a:t>: </a:t>
            </a:r>
            <a:r>
              <a:rPr lang="en-US" i="1" dirty="0" err="1"/>
              <a:t>scriptPubKey</a:t>
            </a:r>
            <a:endParaRPr lang="tr-TR" dirty="0"/>
          </a:p>
        </p:txBody>
      </p:sp>
      <p:cxnSp>
        <p:nvCxnSpPr>
          <p:cNvPr id="11" name="Straight Connector 10">
            <a:extLst>
              <a:ext uri="{FF2B5EF4-FFF2-40B4-BE49-F238E27FC236}">
                <a16:creationId xmlns:a16="http://schemas.microsoft.com/office/drawing/2014/main" id="{F1534FA6-97DA-4524-BBD3-450AE51EF930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CxnSpPr>
            <a:cxnSpLocks noGrp="1" noRot="1" noChangeAspect="1" noMove="1" noResize="1" noEditPoints="1" noAdjustHandles="1" noChangeArrowheads="1" noChangeShapeType="1"/>
          </p:cNvCxn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CxnSpPr>
        <p:spPr>
          <a:xfrm>
            <a:off x="1846580" y="2176009"/>
            <a:ext cx="9701953" cy="0"/>
          </a:xfrm>
          <a:prstGeom prst="line">
            <a:avLst/>
          </a:prstGeom>
          <a:ln w="38100">
            <a:solidFill>
              <a:schemeClr val="accent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aphicFrame>
        <p:nvGraphicFramePr>
          <p:cNvPr id="4" name="İçerik Yer Tutucusu 3">
            <a:extLst>
              <a:ext uri="{FF2B5EF4-FFF2-40B4-BE49-F238E27FC236}">
                <a16:creationId xmlns:a16="http://schemas.microsoft.com/office/drawing/2014/main" id="{52E77115-C7A3-42C8-9F74-E6825DC48A5E}"/>
              </a:ext>
            </a:extLst>
          </p:cNvPr>
          <p:cNvGraphicFramePr>
            <a:graphicFrameLocks noGrp="1"/>
          </p:cNvGraphicFramePr>
          <p:nvPr>
            <p:ph idx="1"/>
            <p:extLst>
              <p:ext uri="{D42A27DB-BD31-4B8C-83A1-F6EECF244321}">
                <p14:modId xmlns:p14="http://schemas.microsoft.com/office/powerpoint/2010/main" val="1823624696"/>
              </p:ext>
            </p:extLst>
          </p:nvPr>
        </p:nvGraphicFramePr>
        <p:xfrm>
          <a:off x="930442" y="2438399"/>
          <a:ext cx="10618091" cy="3850105"/>
        </p:xfrm>
        <a:graphic>
          <a:graphicData uri="http://schemas.openxmlformats.org/drawingml/2006/diagram">
            <dgm:relIds xmlns:dgm="http://schemas.openxmlformats.org/drawingml/2006/diagram" xmlns:r="http://schemas.openxmlformats.org/officeDocument/2006/relationships" r:dm="rId3" r:lo="rId4" r:qs="rId5" r:cs="rId6"/>
          </a:graphicData>
        </a:graphic>
      </p:graphicFrame>
    </p:spTree>
    <p:extLst>
      <p:ext uri="{BB962C8B-B14F-4D97-AF65-F5344CB8AC3E}">
        <p14:creationId xmlns:p14="http://schemas.microsoft.com/office/powerpoint/2010/main" val="887672721"/>
      </p:ext>
    </p:extLst>
  </p:cSld>
  <p:clrMapOvr>
    <a:masterClrMapping/>
  </p:clrMapOvr>
</p:sld>
</file>

<file path=ppt/slides/slide7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Rectangle 8">
            <a:extLst>
              <a:ext uri="{FF2B5EF4-FFF2-40B4-BE49-F238E27FC236}">
                <a16:creationId xmlns:a16="http://schemas.microsoft.com/office/drawing/2014/main" id="{8307893A-9361-4AD3-A98C-AB26519D54AD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D296249D-3D79-40BD-8EE0-A56B9494D434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846580" y="568345"/>
            <a:ext cx="9701953" cy="1560716"/>
          </a:xfrm>
        </p:spPr>
        <p:txBody>
          <a:bodyPr>
            <a:normAutofit/>
          </a:bodyPr>
          <a:lstStyle/>
          <a:p>
            <a:r>
              <a:rPr lang="tr-TR" dirty="0" err="1"/>
              <a:t>Unlocking</a:t>
            </a:r>
            <a:r>
              <a:rPr lang="tr-TR" dirty="0"/>
              <a:t> </a:t>
            </a:r>
            <a:r>
              <a:rPr lang="tr-TR" dirty="0" err="1"/>
              <a:t>Script</a:t>
            </a:r>
            <a:r>
              <a:rPr lang="tr-TR" dirty="0"/>
              <a:t>: </a:t>
            </a:r>
            <a:r>
              <a:rPr lang="en-US" i="1" dirty="0" err="1"/>
              <a:t>scriptSig</a:t>
            </a:r>
            <a:endParaRPr lang="tr-TR" dirty="0"/>
          </a:p>
        </p:txBody>
      </p:sp>
      <p:cxnSp>
        <p:nvCxnSpPr>
          <p:cNvPr id="11" name="Straight Connector 10">
            <a:extLst>
              <a:ext uri="{FF2B5EF4-FFF2-40B4-BE49-F238E27FC236}">
                <a16:creationId xmlns:a16="http://schemas.microsoft.com/office/drawing/2014/main" id="{F1534FA6-97DA-4524-BBD3-450AE51EF930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CxnSpPr>
            <a:cxnSpLocks noGrp="1" noRot="1" noChangeAspect="1" noMove="1" noResize="1" noEditPoints="1" noAdjustHandles="1" noChangeArrowheads="1" noChangeShapeType="1"/>
          </p:cNvCxn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CxnSpPr>
        <p:spPr>
          <a:xfrm>
            <a:off x="1846580" y="2176009"/>
            <a:ext cx="9701953" cy="0"/>
          </a:xfrm>
          <a:prstGeom prst="line">
            <a:avLst/>
          </a:prstGeom>
          <a:ln w="38100">
            <a:solidFill>
              <a:schemeClr val="accent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aphicFrame>
        <p:nvGraphicFramePr>
          <p:cNvPr id="4" name="İçerik Yer Tutucusu 3">
            <a:extLst>
              <a:ext uri="{FF2B5EF4-FFF2-40B4-BE49-F238E27FC236}">
                <a16:creationId xmlns:a16="http://schemas.microsoft.com/office/drawing/2014/main" id="{37AC2C2E-9C4A-40C6-B9E6-034259774B51}"/>
              </a:ext>
            </a:extLst>
          </p:cNvPr>
          <p:cNvGraphicFramePr>
            <a:graphicFrameLocks noGrp="1"/>
          </p:cNvGraphicFramePr>
          <p:nvPr>
            <p:ph idx="1"/>
            <p:extLst>
              <p:ext uri="{D42A27DB-BD31-4B8C-83A1-F6EECF244321}">
                <p14:modId xmlns:p14="http://schemas.microsoft.com/office/powerpoint/2010/main" val="586424418"/>
              </p:ext>
            </p:extLst>
          </p:nvPr>
        </p:nvGraphicFramePr>
        <p:xfrm>
          <a:off x="1846580" y="2438400"/>
          <a:ext cx="9701953" cy="3651250"/>
        </p:xfrm>
        <a:graphic>
          <a:graphicData uri="http://schemas.openxmlformats.org/drawingml/2006/diagram">
            <dgm:relIds xmlns:dgm="http://schemas.openxmlformats.org/drawingml/2006/diagram" xmlns:r="http://schemas.openxmlformats.org/officeDocument/2006/relationships" r:dm="rId2" r:lo="rId3" r:qs="rId4" r:cs="rId5"/>
          </a:graphicData>
        </a:graphic>
      </p:graphicFrame>
    </p:spTree>
    <p:extLst>
      <p:ext uri="{BB962C8B-B14F-4D97-AF65-F5344CB8AC3E}">
        <p14:creationId xmlns:p14="http://schemas.microsoft.com/office/powerpoint/2010/main" val="2294573448"/>
      </p:ext>
    </p:extLst>
  </p:cSld>
  <p:clrMapOvr>
    <a:masterClrMapping/>
  </p:clrMapOvr>
</p:sld>
</file>

<file path=ppt/slides/slide7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Rectangle 8">
            <a:extLst>
              <a:ext uri="{FF2B5EF4-FFF2-40B4-BE49-F238E27FC236}">
                <a16:creationId xmlns:a16="http://schemas.microsoft.com/office/drawing/2014/main" id="{8307893A-9361-4AD3-A98C-AB26519D54AD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A2EC231E-4E8A-4C9F-941B-1F409505F4B6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846580" y="568345"/>
            <a:ext cx="9701953" cy="1560716"/>
          </a:xfrm>
        </p:spPr>
        <p:txBody>
          <a:bodyPr>
            <a:normAutofit/>
          </a:bodyPr>
          <a:lstStyle/>
          <a:p>
            <a:r>
              <a:rPr lang="tr-TR" dirty="0"/>
              <a:t>Execution on Bitcoin Nodes</a:t>
            </a:r>
          </a:p>
        </p:txBody>
      </p:sp>
      <p:cxnSp>
        <p:nvCxnSpPr>
          <p:cNvPr id="11" name="Straight Connector 10">
            <a:extLst>
              <a:ext uri="{FF2B5EF4-FFF2-40B4-BE49-F238E27FC236}">
                <a16:creationId xmlns:a16="http://schemas.microsoft.com/office/drawing/2014/main" id="{F1534FA6-97DA-4524-BBD3-450AE51EF930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CxnSpPr>
            <a:cxnSpLocks noGrp="1" noRot="1" noChangeAspect="1" noMove="1" noResize="1" noEditPoints="1" noAdjustHandles="1" noChangeArrowheads="1" noChangeShapeType="1"/>
          </p:cNvCxn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CxnSpPr>
        <p:spPr>
          <a:xfrm>
            <a:off x="1846580" y="2176009"/>
            <a:ext cx="9701953" cy="0"/>
          </a:xfrm>
          <a:prstGeom prst="line">
            <a:avLst/>
          </a:prstGeom>
          <a:ln w="38100">
            <a:solidFill>
              <a:schemeClr val="accent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aphicFrame>
        <p:nvGraphicFramePr>
          <p:cNvPr id="4" name="İçerik Yer Tutucusu 3">
            <a:extLst>
              <a:ext uri="{FF2B5EF4-FFF2-40B4-BE49-F238E27FC236}">
                <a16:creationId xmlns:a16="http://schemas.microsoft.com/office/drawing/2014/main" id="{5581FB2E-A9CA-4A42-A6E6-F66BC1815312}"/>
              </a:ext>
            </a:extLst>
          </p:cNvPr>
          <p:cNvGraphicFramePr>
            <a:graphicFrameLocks noGrp="1"/>
          </p:cNvGraphicFramePr>
          <p:nvPr>
            <p:ph idx="1"/>
            <p:extLst>
              <p:ext uri="{D42A27DB-BD31-4B8C-83A1-F6EECF244321}">
                <p14:modId xmlns:p14="http://schemas.microsoft.com/office/powerpoint/2010/main" val="534136966"/>
              </p:ext>
            </p:extLst>
          </p:nvPr>
        </p:nvGraphicFramePr>
        <p:xfrm>
          <a:off x="1846580" y="2438400"/>
          <a:ext cx="9701953" cy="3651250"/>
        </p:xfrm>
        <a:graphic>
          <a:graphicData uri="http://schemas.openxmlformats.org/drawingml/2006/diagram">
            <dgm:relIds xmlns:dgm="http://schemas.openxmlformats.org/drawingml/2006/diagram" xmlns:r="http://schemas.openxmlformats.org/officeDocument/2006/relationships" r:dm="rId2" r:lo="rId3" r:qs="rId4" r:cs="rId5"/>
          </a:graphicData>
        </a:graphic>
      </p:graphicFrame>
    </p:spTree>
    <p:extLst>
      <p:ext uri="{BB962C8B-B14F-4D97-AF65-F5344CB8AC3E}">
        <p14:creationId xmlns:p14="http://schemas.microsoft.com/office/powerpoint/2010/main" val="3691614220"/>
      </p:ext>
    </p:extLst>
  </p:cSld>
  <p:clrMapOvr>
    <a:masterClrMapping/>
  </p:clrMapOvr>
</p:sld>
</file>

<file path=ppt/slides/slide7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Rectangle 8">
            <a:extLst>
              <a:ext uri="{FF2B5EF4-FFF2-40B4-BE49-F238E27FC236}">
                <a16:creationId xmlns:a16="http://schemas.microsoft.com/office/drawing/2014/main" id="{8307893A-9361-4AD3-A98C-AB26519D54AD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A2EC231E-4E8A-4C9F-941B-1F409505F4B6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846580" y="568345"/>
            <a:ext cx="9701953" cy="1560716"/>
          </a:xfrm>
        </p:spPr>
        <p:txBody>
          <a:bodyPr>
            <a:normAutofit/>
          </a:bodyPr>
          <a:lstStyle/>
          <a:p>
            <a:r>
              <a:rPr lang="tr-TR" dirty="0"/>
              <a:t>Validation</a:t>
            </a:r>
          </a:p>
        </p:txBody>
      </p:sp>
      <p:cxnSp>
        <p:nvCxnSpPr>
          <p:cNvPr id="11" name="Straight Connector 10">
            <a:extLst>
              <a:ext uri="{FF2B5EF4-FFF2-40B4-BE49-F238E27FC236}">
                <a16:creationId xmlns:a16="http://schemas.microsoft.com/office/drawing/2014/main" id="{F1534FA6-97DA-4524-BBD3-450AE51EF930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CxnSpPr>
            <a:cxnSpLocks noGrp="1" noRot="1" noChangeAspect="1" noMove="1" noResize="1" noEditPoints="1" noAdjustHandles="1" noChangeArrowheads="1" noChangeShapeType="1"/>
          </p:cNvCxn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CxnSpPr>
        <p:spPr>
          <a:xfrm>
            <a:off x="1846580" y="2176009"/>
            <a:ext cx="9701953" cy="0"/>
          </a:xfrm>
          <a:prstGeom prst="line">
            <a:avLst/>
          </a:prstGeom>
          <a:ln w="38100">
            <a:solidFill>
              <a:schemeClr val="accent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aphicFrame>
        <p:nvGraphicFramePr>
          <p:cNvPr id="4" name="İçerik Yer Tutucusu 3">
            <a:extLst>
              <a:ext uri="{FF2B5EF4-FFF2-40B4-BE49-F238E27FC236}">
                <a16:creationId xmlns:a16="http://schemas.microsoft.com/office/drawing/2014/main" id="{5581FB2E-A9CA-4A42-A6E6-F66BC1815312}"/>
              </a:ext>
            </a:extLst>
          </p:cNvPr>
          <p:cNvGraphicFramePr>
            <a:graphicFrameLocks noGrp="1"/>
          </p:cNvGraphicFramePr>
          <p:nvPr>
            <p:ph idx="1"/>
            <p:extLst>
              <p:ext uri="{D42A27DB-BD31-4B8C-83A1-F6EECF244321}">
                <p14:modId xmlns:p14="http://schemas.microsoft.com/office/powerpoint/2010/main" val="801628483"/>
              </p:ext>
            </p:extLst>
          </p:nvPr>
        </p:nvGraphicFramePr>
        <p:xfrm>
          <a:off x="1846580" y="2438400"/>
          <a:ext cx="9701953" cy="3651250"/>
        </p:xfrm>
        <a:graphic>
          <a:graphicData uri="http://schemas.openxmlformats.org/drawingml/2006/diagram">
            <dgm:relIds xmlns:dgm="http://schemas.openxmlformats.org/drawingml/2006/diagram" xmlns:r="http://schemas.openxmlformats.org/officeDocument/2006/relationships" r:dm="rId2" r:lo="rId3" r:qs="rId4" r:cs="rId5"/>
          </a:graphicData>
        </a:graphic>
      </p:graphicFrame>
    </p:spTree>
    <p:extLst>
      <p:ext uri="{BB962C8B-B14F-4D97-AF65-F5344CB8AC3E}">
        <p14:creationId xmlns:p14="http://schemas.microsoft.com/office/powerpoint/2010/main" val="3565415746"/>
      </p:ext>
    </p:extLst>
  </p:cSld>
  <p:clrMapOvr>
    <a:masterClrMapping/>
  </p:clrMapOvr>
</p:sld>
</file>

<file path=ppt/slides/slide7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1CBB5647-398C-4E3C-8C78-0B81F026CC92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dirty="0"/>
              <a:t>Verification</a:t>
            </a:r>
          </a:p>
        </p:txBody>
      </p:sp>
      <p:graphicFrame>
        <p:nvGraphicFramePr>
          <p:cNvPr id="4" name="Content Placeholder 3">
            <a:extLst>
              <a:ext uri="{FF2B5EF4-FFF2-40B4-BE49-F238E27FC236}">
                <a16:creationId xmlns:a16="http://schemas.microsoft.com/office/drawing/2014/main" id="{D6962D82-34F1-4E08-9E5E-81E590C5B12F}"/>
              </a:ext>
            </a:extLst>
          </p:cNvPr>
          <p:cNvGraphicFramePr>
            <a:graphicFrameLocks noGrp="1"/>
          </p:cNvGraphicFramePr>
          <p:nvPr>
            <p:ph idx="1"/>
            <p:extLst>
              <p:ext uri="{D42A27DB-BD31-4B8C-83A1-F6EECF244321}">
                <p14:modId xmlns:p14="http://schemas.microsoft.com/office/powerpoint/2010/main" val="3181567300"/>
              </p:ext>
            </p:extLst>
          </p:nvPr>
        </p:nvGraphicFramePr>
        <p:xfrm>
          <a:off x="389745" y="2443396"/>
          <a:ext cx="11314528" cy="3646507"/>
        </p:xfrm>
        <a:graphic>
          <a:graphicData uri="http://schemas.openxmlformats.org/drawingml/2006/diagram">
            <dgm:relIds xmlns:dgm="http://schemas.openxmlformats.org/drawingml/2006/diagram" xmlns:r="http://schemas.openxmlformats.org/officeDocument/2006/relationships" r:dm="rId2" r:lo="rId3" r:qs="rId4" r:cs="rId5"/>
          </a:graphicData>
        </a:graphic>
      </p:graphicFrame>
    </p:spTree>
    <p:extLst>
      <p:ext uri="{BB962C8B-B14F-4D97-AF65-F5344CB8AC3E}">
        <p14:creationId xmlns:p14="http://schemas.microsoft.com/office/powerpoint/2010/main" val="2210483675"/>
      </p:ext>
    </p:extLst>
  </p:cSld>
  <p:clrMapOvr>
    <a:masterClrMapping/>
  </p:clrMapOvr>
</p:sld>
</file>

<file path=ppt/slides/slide7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2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Rectangle 6">
            <a:extLst>
              <a:ext uri="{FF2B5EF4-FFF2-40B4-BE49-F238E27FC236}">
                <a16:creationId xmlns:a16="http://schemas.microsoft.com/office/drawing/2014/main" id="{9A9DFB09-D894-4BFD-BAFE-3042CFF0CE99}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pic>
        <p:nvPicPr>
          <p:cNvPr id="9" name="Picture 8">
            <a:extLst>
              <a:ext uri="{FF2B5EF4-FFF2-40B4-BE49-F238E27FC236}">
                <a16:creationId xmlns:a16="http://schemas.microsoft.com/office/drawing/2014/main" id="{0D306AF4-0B70-4A1F-9120-98D23F58FC9B}"/>
              </a:ext>
            </a:extLst>
          </p:cNvPr>
          <p:cNvPicPr>
            <a:picLocks noGrp="1" noRot="1" noChangeAspect="1" noMove="1" noResize="1" noEditPoints="1" noAdjustHandles="1" noChangeArrowheads="1" noChangeShapeType="1" noCrop="1"/>
          </p:cNvPic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PicPr>
        <p:blipFill>
          <a:blip r:embed="rId2" cstate="email">
            <a:duotone>
              <a:srgbClr val="484A56"/>
              <a:srgbClr val="484A56"/>
            </a:duotone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2369" y="0"/>
            <a:ext cx="12187263" cy="6858000"/>
          </a:xfrm>
          <a:prstGeom prst="rect">
            <a:avLst/>
          </a:prstGeom>
        </p:spPr>
      </p:pic>
      <p:sp>
        <p:nvSpPr>
          <p:cNvPr id="11" name="Rectangle: Rounded Corners 10">
            <a:extLst>
              <a:ext uri="{FF2B5EF4-FFF2-40B4-BE49-F238E27FC236}">
                <a16:creationId xmlns:a16="http://schemas.microsoft.com/office/drawing/2014/main" id="{E956DDF7-7F41-4387-96F3-F5EACC7CA185}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518160" y="512064"/>
            <a:ext cx="11155680" cy="5833872"/>
          </a:xfrm>
          <a:prstGeom prst="roundRect">
            <a:avLst>
              <a:gd name="adj" fmla="val 6118"/>
            </a:avLst>
          </a:pr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3" name="Rounded Rectangle 20">
            <a:extLst>
              <a:ext uri="{FF2B5EF4-FFF2-40B4-BE49-F238E27FC236}">
                <a16:creationId xmlns:a16="http://schemas.microsoft.com/office/drawing/2014/main" id="{4AD8082C-1C76-453B-817F-ACE1C34C933B}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685061" y="678048"/>
            <a:ext cx="10821878" cy="5501909"/>
          </a:xfrm>
          <a:prstGeom prst="roundRect">
            <a:avLst>
              <a:gd name="adj" fmla="val 4760"/>
            </a:avLst>
          </a:prstGeom>
          <a:solidFill>
            <a:srgbClr val="FFFFFF"/>
          </a:solidFill>
          <a:ln w="76200">
            <a:solidFill>
              <a:schemeClr val="tx2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>
              <a:defRPr/>
            </a:pPr>
            <a:endParaRPr lang="en-US">
              <a:solidFill>
                <a:prstClr val="white"/>
              </a:solidFill>
              <a:latin typeface="Calibri" panose="020F0502020204030204"/>
            </a:endParaRPr>
          </a:p>
        </p:txBody>
      </p:sp>
      <p:graphicFrame>
        <p:nvGraphicFramePr>
          <p:cNvPr id="2" name="Diyagram 1">
            <a:extLst>
              <a:ext uri="{FF2B5EF4-FFF2-40B4-BE49-F238E27FC236}">
                <a16:creationId xmlns:a16="http://schemas.microsoft.com/office/drawing/2014/main" id="{A42573C5-197B-4B33-A6DF-8FCB3E92E2A1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2869242728"/>
              </p:ext>
            </p:extLst>
          </p:nvPr>
        </p:nvGraphicFramePr>
        <p:xfrm>
          <a:off x="1040256" y="761162"/>
          <a:ext cx="10111485" cy="1015663"/>
        </p:xfrm>
        <a:graphic>
          <a:graphicData uri="http://schemas.openxmlformats.org/drawingml/2006/diagram">
            <dgm:relIds xmlns:dgm="http://schemas.openxmlformats.org/drawingml/2006/diagram" xmlns:r="http://schemas.openxmlformats.org/officeDocument/2006/relationships" r:dm="rId3" r:lo="rId4" r:qs="rId5" r:cs="rId6"/>
          </a:graphicData>
        </a:graphic>
      </p:graphicFrame>
      <p:pic>
        <p:nvPicPr>
          <p:cNvPr id="4" name="Picture 3">
            <a:extLst>
              <a:ext uri="{FF2B5EF4-FFF2-40B4-BE49-F238E27FC236}">
                <a16:creationId xmlns:a16="http://schemas.microsoft.com/office/drawing/2014/main" id="{D6EF0B1C-B02E-4F40-AF00-3A2F6FD040A9}"/>
              </a:ext>
            </a:extLst>
          </p:cNvPr>
          <p:cNvPicPr>
            <a:picLocks noChangeAspect="1"/>
          </p:cNvPicPr>
          <p:nvPr/>
        </p:nvPicPr>
        <p:blipFill>
          <a:blip r:embed="rId8"/>
          <a:stretch>
            <a:fillRect/>
          </a:stretch>
        </p:blipFill>
        <p:spPr>
          <a:xfrm>
            <a:off x="893397" y="2076471"/>
            <a:ext cx="10405202" cy="3016998"/>
          </a:xfrm>
          <a:prstGeom prst="rect">
            <a:avLst/>
          </a:prstGeom>
        </p:spPr>
      </p:pic>
      <p:sp>
        <p:nvSpPr>
          <p:cNvPr id="5" name="Rectangle 4">
            <a:extLst>
              <a:ext uri="{FF2B5EF4-FFF2-40B4-BE49-F238E27FC236}">
                <a16:creationId xmlns:a16="http://schemas.microsoft.com/office/drawing/2014/main" id="{3D888088-6D4D-4C0D-900E-4BA7DD3D1577}"/>
              </a:ext>
            </a:extLst>
          </p:cNvPr>
          <p:cNvSpPr/>
          <p:nvPr/>
        </p:nvSpPr>
        <p:spPr>
          <a:xfrm>
            <a:off x="1315451" y="5452046"/>
            <a:ext cx="9208169" cy="40011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r>
              <a:rPr lang="en-US" sz="2000" i="1" dirty="0">
                <a:latin typeface="MinionPro-It"/>
              </a:rPr>
              <a:t>Figure 6-3. Combining </a:t>
            </a:r>
            <a:r>
              <a:rPr lang="en-US" sz="2000" i="1" dirty="0" err="1">
                <a:latin typeface="MinionPro-It"/>
              </a:rPr>
              <a:t>scriptSig</a:t>
            </a:r>
            <a:r>
              <a:rPr lang="en-US" sz="2000" i="1" dirty="0">
                <a:latin typeface="MinionPro-It"/>
              </a:rPr>
              <a:t> and </a:t>
            </a:r>
            <a:r>
              <a:rPr lang="en-US" sz="2000" i="1" dirty="0" err="1">
                <a:latin typeface="MinionPro-It"/>
              </a:rPr>
              <a:t>scriptPubKey</a:t>
            </a:r>
            <a:r>
              <a:rPr lang="en-US" sz="2000" i="1" dirty="0">
                <a:latin typeface="MinionPro-It"/>
              </a:rPr>
              <a:t> to evaluate a transaction script</a:t>
            </a:r>
            <a:endParaRPr lang="tr-TR" sz="2000" dirty="0"/>
          </a:p>
        </p:txBody>
      </p:sp>
    </p:spTree>
    <p:extLst>
      <p:ext uri="{BB962C8B-B14F-4D97-AF65-F5344CB8AC3E}">
        <p14:creationId xmlns:p14="http://schemas.microsoft.com/office/powerpoint/2010/main" val="1335525644"/>
      </p:ext>
    </p:extLst>
  </p:cSld>
  <p:clrMapOvr>
    <a:masterClrMapping/>
  </p:clrMapOvr>
</p:sld>
</file>

<file path=ppt/slides/slide8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Rectangle 8">
            <a:extLst>
              <a:ext uri="{FF2B5EF4-FFF2-40B4-BE49-F238E27FC236}">
                <a16:creationId xmlns:a16="http://schemas.microsoft.com/office/drawing/2014/main" id="{8307893A-9361-4AD3-A98C-AB26519D54AD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20B14D21-83AF-4FC8-A6B9-274CF2E18EAB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846580" y="568345"/>
            <a:ext cx="9701953" cy="1560716"/>
          </a:xfrm>
        </p:spPr>
        <p:txBody>
          <a:bodyPr>
            <a:normAutofit/>
          </a:bodyPr>
          <a:lstStyle/>
          <a:p>
            <a:r>
              <a:rPr lang="tr-TR" dirty="0"/>
              <a:t>Protection of UTXO</a:t>
            </a:r>
          </a:p>
        </p:txBody>
      </p:sp>
      <p:cxnSp>
        <p:nvCxnSpPr>
          <p:cNvPr id="11" name="Straight Connector 10">
            <a:extLst>
              <a:ext uri="{FF2B5EF4-FFF2-40B4-BE49-F238E27FC236}">
                <a16:creationId xmlns:a16="http://schemas.microsoft.com/office/drawing/2014/main" id="{F1534FA6-97DA-4524-BBD3-450AE51EF930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CxnSpPr>
            <a:cxnSpLocks noGrp="1" noRot="1" noChangeAspect="1" noMove="1" noResize="1" noEditPoints="1" noAdjustHandles="1" noChangeArrowheads="1" noChangeShapeType="1"/>
          </p:cNvCxn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CxnSpPr>
        <p:spPr>
          <a:xfrm>
            <a:off x="1846580" y="2176009"/>
            <a:ext cx="9701953" cy="0"/>
          </a:xfrm>
          <a:prstGeom prst="line">
            <a:avLst/>
          </a:prstGeom>
          <a:ln w="38100">
            <a:solidFill>
              <a:schemeClr val="accent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aphicFrame>
        <p:nvGraphicFramePr>
          <p:cNvPr id="4" name="İçerik Yer Tutucusu 3">
            <a:extLst>
              <a:ext uri="{FF2B5EF4-FFF2-40B4-BE49-F238E27FC236}">
                <a16:creationId xmlns:a16="http://schemas.microsoft.com/office/drawing/2014/main" id="{6092BFAC-0F38-4DF6-B5C9-9BE3DE694CC4}"/>
              </a:ext>
            </a:extLst>
          </p:cNvPr>
          <p:cNvGraphicFramePr>
            <a:graphicFrameLocks noGrp="1"/>
          </p:cNvGraphicFramePr>
          <p:nvPr>
            <p:ph idx="1"/>
            <p:extLst>
              <p:ext uri="{D42A27DB-BD31-4B8C-83A1-F6EECF244321}">
                <p14:modId xmlns:p14="http://schemas.microsoft.com/office/powerpoint/2010/main" val="216268091"/>
              </p:ext>
            </p:extLst>
          </p:nvPr>
        </p:nvGraphicFramePr>
        <p:xfrm>
          <a:off x="978568" y="2438400"/>
          <a:ext cx="10908632" cy="3914274"/>
        </p:xfrm>
        <a:graphic>
          <a:graphicData uri="http://schemas.openxmlformats.org/drawingml/2006/diagram">
            <dgm:relIds xmlns:dgm="http://schemas.openxmlformats.org/drawingml/2006/diagram" xmlns:r="http://schemas.openxmlformats.org/officeDocument/2006/relationships" r:dm="rId2" r:lo="rId3" r:qs="rId4" r:cs="rId5"/>
          </a:graphicData>
        </a:graphic>
      </p:graphicFrame>
    </p:spTree>
    <p:extLst>
      <p:ext uri="{BB962C8B-B14F-4D97-AF65-F5344CB8AC3E}">
        <p14:creationId xmlns:p14="http://schemas.microsoft.com/office/powerpoint/2010/main" val="515554038"/>
      </p:ext>
    </p:extLst>
  </p:cSld>
  <p:clrMapOvr>
    <a:masterClrMapping/>
  </p:clrMapOvr>
</p:sld>
</file>

<file path=ppt/slides/slide8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Rectangle 8">
            <a:extLst>
              <a:ext uri="{FF2B5EF4-FFF2-40B4-BE49-F238E27FC236}">
                <a16:creationId xmlns:a16="http://schemas.microsoft.com/office/drawing/2014/main" id="{8307893A-9361-4AD3-A98C-AB26519D54AD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F3BC9D91-754D-405A-AAC1-46B3DDD9389D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846580" y="568345"/>
            <a:ext cx="9701953" cy="1560716"/>
          </a:xfrm>
        </p:spPr>
        <p:txBody>
          <a:bodyPr>
            <a:normAutofit/>
          </a:bodyPr>
          <a:lstStyle/>
          <a:p>
            <a:r>
              <a:rPr lang="tr-TR" dirty="0"/>
              <a:t>The Script Execution Stack</a:t>
            </a:r>
          </a:p>
        </p:txBody>
      </p:sp>
      <p:cxnSp>
        <p:nvCxnSpPr>
          <p:cNvPr id="11" name="Straight Connector 10">
            <a:extLst>
              <a:ext uri="{FF2B5EF4-FFF2-40B4-BE49-F238E27FC236}">
                <a16:creationId xmlns:a16="http://schemas.microsoft.com/office/drawing/2014/main" id="{F1534FA6-97DA-4524-BBD3-450AE51EF930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CxnSpPr>
            <a:cxnSpLocks noGrp="1" noRot="1" noChangeAspect="1" noMove="1" noResize="1" noEditPoints="1" noAdjustHandles="1" noChangeArrowheads="1" noChangeShapeType="1"/>
          </p:cNvCxn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CxnSpPr>
        <p:spPr>
          <a:xfrm>
            <a:off x="1846580" y="2176009"/>
            <a:ext cx="9701953" cy="0"/>
          </a:xfrm>
          <a:prstGeom prst="line">
            <a:avLst/>
          </a:prstGeom>
          <a:ln w="38100">
            <a:solidFill>
              <a:schemeClr val="accent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aphicFrame>
        <p:nvGraphicFramePr>
          <p:cNvPr id="4" name="İçerik Yer Tutucusu 3">
            <a:extLst>
              <a:ext uri="{FF2B5EF4-FFF2-40B4-BE49-F238E27FC236}">
                <a16:creationId xmlns:a16="http://schemas.microsoft.com/office/drawing/2014/main" id="{CBB9D71B-B17F-451F-AA03-FD4E80F32A5F}"/>
              </a:ext>
            </a:extLst>
          </p:cNvPr>
          <p:cNvGraphicFramePr>
            <a:graphicFrameLocks noGrp="1"/>
          </p:cNvGraphicFramePr>
          <p:nvPr>
            <p:ph idx="1"/>
            <p:extLst>
              <p:ext uri="{D42A27DB-BD31-4B8C-83A1-F6EECF244321}">
                <p14:modId xmlns:p14="http://schemas.microsoft.com/office/powerpoint/2010/main" val="2181747168"/>
              </p:ext>
            </p:extLst>
          </p:nvPr>
        </p:nvGraphicFramePr>
        <p:xfrm>
          <a:off x="1846580" y="2438400"/>
          <a:ext cx="9701953" cy="3651250"/>
        </p:xfrm>
        <a:graphic>
          <a:graphicData uri="http://schemas.openxmlformats.org/drawingml/2006/diagram">
            <dgm:relIds xmlns:dgm="http://schemas.openxmlformats.org/drawingml/2006/diagram" xmlns:r="http://schemas.openxmlformats.org/officeDocument/2006/relationships" r:dm="rId2" r:lo="rId3" r:qs="rId4" r:cs="rId5"/>
          </a:graphicData>
        </a:graphic>
      </p:graphicFrame>
    </p:spTree>
    <p:extLst>
      <p:ext uri="{BB962C8B-B14F-4D97-AF65-F5344CB8AC3E}">
        <p14:creationId xmlns:p14="http://schemas.microsoft.com/office/powerpoint/2010/main" val="1293296109"/>
      </p:ext>
    </p:extLst>
  </p:cSld>
  <p:clrMapOvr>
    <a:masterClrMapping/>
  </p:clrMapOvr>
</p:sld>
</file>

<file path=ppt/slides/slide8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Rectangle 8">
            <a:extLst>
              <a:ext uri="{FF2B5EF4-FFF2-40B4-BE49-F238E27FC236}">
                <a16:creationId xmlns:a16="http://schemas.microsoft.com/office/drawing/2014/main" id="{8307893A-9361-4AD3-A98C-AB26519D54AD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F3BC9D91-754D-405A-AAC1-46B3DDD9389D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846580" y="568345"/>
            <a:ext cx="9701953" cy="1560716"/>
          </a:xfrm>
        </p:spPr>
        <p:txBody>
          <a:bodyPr>
            <a:normAutofit/>
          </a:bodyPr>
          <a:lstStyle/>
          <a:p>
            <a:r>
              <a:rPr lang="tr-TR" dirty="0"/>
              <a:t>The Script Execution Stack</a:t>
            </a:r>
          </a:p>
        </p:txBody>
      </p:sp>
      <p:cxnSp>
        <p:nvCxnSpPr>
          <p:cNvPr id="11" name="Straight Connector 10">
            <a:extLst>
              <a:ext uri="{FF2B5EF4-FFF2-40B4-BE49-F238E27FC236}">
                <a16:creationId xmlns:a16="http://schemas.microsoft.com/office/drawing/2014/main" id="{F1534FA6-97DA-4524-BBD3-450AE51EF930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CxnSpPr>
            <a:cxnSpLocks noGrp="1" noRot="1" noChangeAspect="1" noMove="1" noResize="1" noEditPoints="1" noAdjustHandles="1" noChangeArrowheads="1" noChangeShapeType="1"/>
          </p:cNvCxn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CxnSpPr>
        <p:spPr>
          <a:xfrm>
            <a:off x="1846580" y="2176009"/>
            <a:ext cx="9701953" cy="0"/>
          </a:xfrm>
          <a:prstGeom prst="line">
            <a:avLst/>
          </a:prstGeom>
          <a:ln w="38100">
            <a:solidFill>
              <a:schemeClr val="accent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aphicFrame>
        <p:nvGraphicFramePr>
          <p:cNvPr id="4" name="İçerik Yer Tutucusu 3">
            <a:extLst>
              <a:ext uri="{FF2B5EF4-FFF2-40B4-BE49-F238E27FC236}">
                <a16:creationId xmlns:a16="http://schemas.microsoft.com/office/drawing/2014/main" id="{CBB9D71B-B17F-451F-AA03-FD4E80F32A5F}"/>
              </a:ext>
            </a:extLst>
          </p:cNvPr>
          <p:cNvGraphicFramePr>
            <a:graphicFrameLocks noGrp="1"/>
          </p:cNvGraphicFramePr>
          <p:nvPr>
            <p:ph idx="1"/>
            <p:extLst>
              <p:ext uri="{D42A27DB-BD31-4B8C-83A1-F6EECF244321}">
                <p14:modId xmlns:p14="http://schemas.microsoft.com/office/powerpoint/2010/main" val="4227984640"/>
              </p:ext>
            </p:extLst>
          </p:nvPr>
        </p:nvGraphicFramePr>
        <p:xfrm>
          <a:off x="1846580" y="2438400"/>
          <a:ext cx="9701953" cy="3651250"/>
        </p:xfrm>
        <a:graphic>
          <a:graphicData uri="http://schemas.openxmlformats.org/drawingml/2006/diagram">
            <dgm:relIds xmlns:dgm="http://schemas.openxmlformats.org/drawingml/2006/diagram" xmlns:r="http://schemas.openxmlformats.org/officeDocument/2006/relationships" r:dm="rId2" r:lo="rId3" r:qs="rId4" r:cs="rId5"/>
          </a:graphicData>
        </a:graphic>
      </p:graphicFrame>
    </p:spTree>
    <p:extLst>
      <p:ext uri="{BB962C8B-B14F-4D97-AF65-F5344CB8AC3E}">
        <p14:creationId xmlns:p14="http://schemas.microsoft.com/office/powerpoint/2010/main" val="338693642"/>
      </p:ext>
    </p:extLst>
  </p:cSld>
  <p:clrMapOvr>
    <a:masterClrMapping/>
  </p:clrMapOvr>
</p:sld>
</file>

<file path=ppt/slides/slide8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Rectangle 8">
            <a:extLst>
              <a:ext uri="{FF2B5EF4-FFF2-40B4-BE49-F238E27FC236}">
                <a16:creationId xmlns:a16="http://schemas.microsoft.com/office/drawing/2014/main" id="{0BA2247A-E9F8-4143-ADCA-0F842A18E2E5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chemeClr val="bg1">
              <a:alpha val="7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F3BC9D91-754D-405A-AAC1-46B3DDD9389D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846580" y="568345"/>
            <a:ext cx="9701953" cy="1560716"/>
          </a:xfrm>
        </p:spPr>
        <p:txBody>
          <a:bodyPr>
            <a:normAutofit/>
          </a:bodyPr>
          <a:lstStyle/>
          <a:p>
            <a:r>
              <a:rPr lang="tr-TR" dirty="0"/>
              <a:t>The Script Operator OP_ADD</a:t>
            </a:r>
          </a:p>
        </p:txBody>
      </p:sp>
      <p:cxnSp>
        <p:nvCxnSpPr>
          <p:cNvPr id="11" name="Straight Connector 10">
            <a:extLst>
              <a:ext uri="{FF2B5EF4-FFF2-40B4-BE49-F238E27FC236}">
                <a16:creationId xmlns:a16="http://schemas.microsoft.com/office/drawing/2014/main" id="{D6AAB1FD-37D2-44D2-9E77-C42AA85E7829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CxnSpPr>
            <a:cxnSpLocks noGrp="1" noRot="1" noChangeAspect="1" noMove="1" noResize="1" noEditPoints="1" noAdjustHandles="1" noChangeArrowheads="1" noChangeShapeType="1"/>
          </p:cNvCxn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CxnSpPr>
        <p:spPr>
          <a:xfrm>
            <a:off x="1846580" y="2176009"/>
            <a:ext cx="9701953" cy="0"/>
          </a:xfrm>
          <a:prstGeom prst="line">
            <a:avLst/>
          </a:prstGeom>
          <a:ln w="38100">
            <a:solidFill>
              <a:schemeClr val="accent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aphicFrame>
        <p:nvGraphicFramePr>
          <p:cNvPr id="4" name="İçerik Yer Tutucusu 3">
            <a:extLst>
              <a:ext uri="{FF2B5EF4-FFF2-40B4-BE49-F238E27FC236}">
                <a16:creationId xmlns:a16="http://schemas.microsoft.com/office/drawing/2014/main" id="{CBB9D71B-B17F-451F-AA03-FD4E80F32A5F}"/>
              </a:ext>
            </a:extLst>
          </p:cNvPr>
          <p:cNvGraphicFramePr>
            <a:graphicFrameLocks noGrp="1"/>
          </p:cNvGraphicFramePr>
          <p:nvPr>
            <p:ph idx="1"/>
            <p:extLst>
              <p:ext uri="{D42A27DB-BD31-4B8C-83A1-F6EECF244321}">
                <p14:modId xmlns:p14="http://schemas.microsoft.com/office/powerpoint/2010/main" val="1032642789"/>
              </p:ext>
            </p:extLst>
          </p:nvPr>
        </p:nvGraphicFramePr>
        <p:xfrm>
          <a:off x="1846580" y="2438400"/>
          <a:ext cx="9701953" cy="3651250"/>
        </p:xfrm>
        <a:graphic>
          <a:graphicData uri="http://schemas.openxmlformats.org/drawingml/2006/diagram">
            <dgm:relIds xmlns:dgm="http://schemas.openxmlformats.org/drawingml/2006/diagram" xmlns:r="http://schemas.openxmlformats.org/officeDocument/2006/relationships" r:dm="rId2" r:lo="rId3" r:qs="rId4" r:cs="rId5"/>
          </a:graphicData>
        </a:graphic>
      </p:graphicFrame>
    </p:spTree>
    <p:extLst>
      <p:ext uri="{BB962C8B-B14F-4D97-AF65-F5344CB8AC3E}">
        <p14:creationId xmlns:p14="http://schemas.microsoft.com/office/powerpoint/2010/main" val="332161726"/>
      </p:ext>
    </p:extLst>
  </p:cSld>
  <p:clrMapOvr>
    <a:masterClrMapping/>
  </p:clrMapOvr>
</p:sld>
</file>

<file path=ppt/slides/slide8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Rectangle 8">
            <a:extLst>
              <a:ext uri="{FF2B5EF4-FFF2-40B4-BE49-F238E27FC236}">
                <a16:creationId xmlns:a16="http://schemas.microsoft.com/office/drawing/2014/main" id="{8307893A-9361-4AD3-A98C-AB26519D54AD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F3BC9D91-754D-405A-AAC1-46B3DDD9389D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846580" y="568345"/>
            <a:ext cx="9701953" cy="1560716"/>
          </a:xfrm>
        </p:spPr>
        <p:txBody>
          <a:bodyPr>
            <a:normAutofit/>
          </a:bodyPr>
          <a:lstStyle/>
          <a:p>
            <a:r>
              <a:rPr lang="tr-TR" dirty="0"/>
              <a:t>Conditional Operators</a:t>
            </a:r>
          </a:p>
        </p:txBody>
      </p:sp>
      <p:cxnSp>
        <p:nvCxnSpPr>
          <p:cNvPr id="11" name="Straight Connector 10">
            <a:extLst>
              <a:ext uri="{FF2B5EF4-FFF2-40B4-BE49-F238E27FC236}">
                <a16:creationId xmlns:a16="http://schemas.microsoft.com/office/drawing/2014/main" id="{F1534FA6-97DA-4524-BBD3-450AE51EF930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CxnSpPr>
            <a:cxnSpLocks noGrp="1" noRot="1" noChangeAspect="1" noMove="1" noResize="1" noEditPoints="1" noAdjustHandles="1" noChangeArrowheads="1" noChangeShapeType="1"/>
          </p:cNvCxn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CxnSpPr>
        <p:spPr>
          <a:xfrm>
            <a:off x="1846580" y="2176009"/>
            <a:ext cx="9701953" cy="0"/>
          </a:xfrm>
          <a:prstGeom prst="line">
            <a:avLst/>
          </a:prstGeom>
          <a:ln w="38100">
            <a:solidFill>
              <a:schemeClr val="accent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aphicFrame>
        <p:nvGraphicFramePr>
          <p:cNvPr id="4" name="İçerik Yer Tutucusu 3">
            <a:extLst>
              <a:ext uri="{FF2B5EF4-FFF2-40B4-BE49-F238E27FC236}">
                <a16:creationId xmlns:a16="http://schemas.microsoft.com/office/drawing/2014/main" id="{6BB19E92-0450-4069-983F-67A5D3BD20C4}"/>
              </a:ext>
            </a:extLst>
          </p:cNvPr>
          <p:cNvGraphicFramePr>
            <a:graphicFrameLocks noGrp="1"/>
          </p:cNvGraphicFramePr>
          <p:nvPr>
            <p:ph idx="1"/>
            <p:extLst>
              <p:ext uri="{D42A27DB-BD31-4B8C-83A1-F6EECF244321}">
                <p14:modId xmlns:p14="http://schemas.microsoft.com/office/powerpoint/2010/main" val="1386659400"/>
              </p:ext>
            </p:extLst>
          </p:nvPr>
        </p:nvGraphicFramePr>
        <p:xfrm>
          <a:off x="1846580" y="2438400"/>
          <a:ext cx="9701953" cy="3651250"/>
        </p:xfrm>
        <a:graphic>
          <a:graphicData uri="http://schemas.openxmlformats.org/drawingml/2006/diagram">
            <dgm:relIds xmlns:dgm="http://schemas.openxmlformats.org/drawingml/2006/diagram" xmlns:r="http://schemas.openxmlformats.org/officeDocument/2006/relationships" r:dm="rId2" r:lo="rId3" r:qs="rId4" r:cs="rId5"/>
          </a:graphicData>
        </a:graphic>
      </p:graphicFrame>
    </p:spTree>
    <p:extLst>
      <p:ext uri="{BB962C8B-B14F-4D97-AF65-F5344CB8AC3E}">
        <p14:creationId xmlns:p14="http://schemas.microsoft.com/office/powerpoint/2010/main" val="457545216"/>
      </p:ext>
    </p:extLst>
  </p:cSld>
  <p:clrMapOvr>
    <a:masterClrMapping/>
  </p:clrMapOvr>
</p:sld>
</file>

<file path=ppt/slides/slide8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Rectangle 8">
            <a:extLst>
              <a:ext uri="{FF2B5EF4-FFF2-40B4-BE49-F238E27FC236}">
                <a16:creationId xmlns:a16="http://schemas.microsoft.com/office/drawing/2014/main" id="{8307893A-9361-4AD3-A98C-AB26519D54AD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F3BC9D91-754D-405A-AAC1-46B3DDD9389D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846580" y="568345"/>
            <a:ext cx="9701953" cy="1560716"/>
          </a:xfrm>
        </p:spPr>
        <p:txBody>
          <a:bodyPr>
            <a:normAutofit/>
          </a:bodyPr>
          <a:lstStyle/>
          <a:p>
            <a:r>
              <a:rPr lang="tr-TR" dirty="0"/>
              <a:t>Conditional Operator: </a:t>
            </a:r>
            <a:r>
              <a:rPr lang="en-US" dirty="0"/>
              <a:t>OP_EQUAL </a:t>
            </a:r>
            <a:endParaRPr lang="tr-TR" dirty="0"/>
          </a:p>
        </p:txBody>
      </p:sp>
      <p:cxnSp>
        <p:nvCxnSpPr>
          <p:cNvPr id="11" name="Straight Connector 10">
            <a:extLst>
              <a:ext uri="{FF2B5EF4-FFF2-40B4-BE49-F238E27FC236}">
                <a16:creationId xmlns:a16="http://schemas.microsoft.com/office/drawing/2014/main" id="{F1534FA6-97DA-4524-BBD3-450AE51EF930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CxnSpPr>
            <a:cxnSpLocks noGrp="1" noRot="1" noChangeAspect="1" noMove="1" noResize="1" noEditPoints="1" noAdjustHandles="1" noChangeArrowheads="1" noChangeShapeType="1"/>
          </p:cNvCxn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CxnSpPr>
        <p:spPr>
          <a:xfrm>
            <a:off x="1846580" y="2176009"/>
            <a:ext cx="9701953" cy="0"/>
          </a:xfrm>
          <a:prstGeom prst="line">
            <a:avLst/>
          </a:prstGeom>
          <a:ln w="38100">
            <a:solidFill>
              <a:schemeClr val="accent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aphicFrame>
        <p:nvGraphicFramePr>
          <p:cNvPr id="4" name="İçerik Yer Tutucusu 3">
            <a:extLst>
              <a:ext uri="{FF2B5EF4-FFF2-40B4-BE49-F238E27FC236}">
                <a16:creationId xmlns:a16="http://schemas.microsoft.com/office/drawing/2014/main" id="{6BB19E92-0450-4069-983F-67A5D3BD20C4}"/>
              </a:ext>
            </a:extLst>
          </p:cNvPr>
          <p:cNvGraphicFramePr>
            <a:graphicFrameLocks noGrp="1"/>
          </p:cNvGraphicFramePr>
          <p:nvPr>
            <p:ph idx="1"/>
            <p:extLst>
              <p:ext uri="{D42A27DB-BD31-4B8C-83A1-F6EECF244321}">
                <p14:modId xmlns:p14="http://schemas.microsoft.com/office/powerpoint/2010/main" val="3744730087"/>
              </p:ext>
            </p:extLst>
          </p:nvPr>
        </p:nvGraphicFramePr>
        <p:xfrm>
          <a:off x="882316" y="2454442"/>
          <a:ext cx="10762470" cy="3914274"/>
        </p:xfrm>
        <a:graphic>
          <a:graphicData uri="http://schemas.openxmlformats.org/drawingml/2006/diagram">
            <dgm:relIds xmlns:dgm="http://schemas.openxmlformats.org/drawingml/2006/diagram" xmlns:r="http://schemas.openxmlformats.org/officeDocument/2006/relationships" r:dm="rId2" r:lo="rId3" r:qs="rId4" r:cs="rId5"/>
          </a:graphicData>
        </a:graphic>
      </p:graphicFrame>
    </p:spTree>
    <p:extLst>
      <p:ext uri="{BB962C8B-B14F-4D97-AF65-F5344CB8AC3E}">
        <p14:creationId xmlns:p14="http://schemas.microsoft.com/office/powerpoint/2010/main" val="3004251844"/>
      </p:ext>
    </p:extLst>
  </p:cSld>
  <p:clrMapOvr>
    <a:masterClrMapping/>
  </p:clrMapOvr>
</p:sld>
</file>

<file path=ppt/slides/slide8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29AF44D0-4DF3-4A33-A2EB-E19405B30E48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tr-TR" dirty="0"/>
              <a:t>A Simple </a:t>
            </a:r>
            <a:r>
              <a:rPr lang="tr-TR" dirty="0" err="1"/>
              <a:t>Script</a:t>
            </a:r>
            <a:endParaRPr lang="tr-TR" dirty="0"/>
          </a:p>
        </p:txBody>
      </p:sp>
      <p:pic>
        <p:nvPicPr>
          <p:cNvPr id="4" name="Content Placeholder 3">
            <a:extLst>
              <a:ext uri="{FF2B5EF4-FFF2-40B4-BE49-F238E27FC236}">
                <a16:creationId xmlns:a16="http://schemas.microsoft.com/office/drawing/2014/main" id="{A86C3967-30D0-434C-A063-78EF57CD7BC1}"/>
              </a:ext>
            </a:extLst>
          </p:cNvPr>
          <p:cNvPicPr>
            <a:picLocks noGrp="1" noChangeAspect="1"/>
          </p:cNvPicPr>
          <p:nvPr>
            <p:ph idx="1"/>
          </p:nvPr>
        </p:nvPicPr>
        <p:blipFill>
          <a:blip r:embed="rId2"/>
          <a:stretch>
            <a:fillRect/>
          </a:stretch>
        </p:blipFill>
        <p:spPr>
          <a:xfrm>
            <a:off x="239490" y="1719001"/>
            <a:ext cx="5413800" cy="1560717"/>
          </a:xfrm>
          <a:prstGeom prst="rect">
            <a:avLst/>
          </a:prstGeom>
        </p:spPr>
      </p:pic>
      <p:pic>
        <p:nvPicPr>
          <p:cNvPr id="5" name="Content Placeholder 5">
            <a:extLst>
              <a:ext uri="{FF2B5EF4-FFF2-40B4-BE49-F238E27FC236}">
                <a16:creationId xmlns:a16="http://schemas.microsoft.com/office/drawing/2014/main" id="{D55C3BB8-85D9-4F37-9692-EDCA8F1A9454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224051" y="3564605"/>
            <a:ext cx="5439178" cy="1449222"/>
          </a:xfrm>
          <a:prstGeom prst="rect">
            <a:avLst/>
          </a:prstGeom>
        </p:spPr>
      </p:pic>
      <p:pic>
        <p:nvPicPr>
          <p:cNvPr id="6" name="Content Placeholder 4">
            <a:extLst>
              <a:ext uri="{FF2B5EF4-FFF2-40B4-BE49-F238E27FC236}">
                <a16:creationId xmlns:a16="http://schemas.microsoft.com/office/drawing/2014/main" id="{8C59E3D3-ADFA-49E0-BF46-143CC3CB3A59}"/>
              </a:ext>
            </a:extLst>
          </p:cNvPr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244474" y="5321620"/>
            <a:ext cx="5399474" cy="1449222"/>
          </a:xfrm>
          <a:prstGeom prst="rect">
            <a:avLst/>
          </a:prstGeom>
        </p:spPr>
      </p:pic>
      <p:pic>
        <p:nvPicPr>
          <p:cNvPr id="7" name="Content Placeholder 5">
            <a:extLst>
              <a:ext uri="{FF2B5EF4-FFF2-40B4-BE49-F238E27FC236}">
                <a16:creationId xmlns:a16="http://schemas.microsoft.com/office/drawing/2014/main" id="{3BB6937A-EAB2-40CE-BBD9-22540539B840}"/>
              </a:ext>
            </a:extLst>
          </p:cNvPr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6304798" y="2379746"/>
            <a:ext cx="5399474" cy="1470378"/>
          </a:xfrm>
          <a:prstGeom prst="rect">
            <a:avLst/>
          </a:prstGeom>
        </p:spPr>
      </p:pic>
      <p:pic>
        <p:nvPicPr>
          <p:cNvPr id="8" name="Content Placeholder 6">
            <a:extLst>
              <a:ext uri="{FF2B5EF4-FFF2-40B4-BE49-F238E27FC236}">
                <a16:creationId xmlns:a16="http://schemas.microsoft.com/office/drawing/2014/main" id="{54AAB81E-1AAC-4272-A285-87EFE7E4FBBD}"/>
              </a:ext>
            </a:extLst>
          </p:cNvPr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6304798" y="4379867"/>
            <a:ext cx="5402227" cy="1449222"/>
          </a:xfrm>
          <a:prstGeom prst="rect">
            <a:avLst/>
          </a:prstGeom>
        </p:spPr>
      </p:pic>
      <p:cxnSp>
        <p:nvCxnSpPr>
          <p:cNvPr id="9" name="Bağlayıcı: Dirsek 8">
            <a:extLst>
              <a:ext uri="{FF2B5EF4-FFF2-40B4-BE49-F238E27FC236}">
                <a16:creationId xmlns:a16="http://schemas.microsoft.com/office/drawing/2014/main" id="{7BC910BD-20BD-45FB-9BD9-AD98B842B0BE}"/>
              </a:ext>
            </a:extLst>
          </p:cNvPr>
          <p:cNvCxnSpPr>
            <a:stCxn id="4" idx="2"/>
            <a:endCxn id="5" idx="0"/>
          </p:cNvCxnSpPr>
          <p:nvPr/>
        </p:nvCxnSpPr>
        <p:spPr>
          <a:xfrm rot="5400000">
            <a:off x="2783015" y="3440342"/>
            <a:ext cx="324000" cy="2750"/>
          </a:xfrm>
          <a:prstGeom prst="bentConnector3">
            <a:avLst/>
          </a:prstGeom>
          <a:ln w="28575">
            <a:tailEnd type="triangle"/>
          </a:ln>
          <a:effectLst>
            <a:outerShdw blurRad="50800" dist="38100" algn="l" rotWithShape="0">
              <a:prstClr val="black">
                <a:alpha val="40000"/>
              </a:prstClr>
            </a:outerShdw>
          </a:effectLst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0" name="Bağlayıcı: Dirsek 9">
            <a:extLst>
              <a:ext uri="{FF2B5EF4-FFF2-40B4-BE49-F238E27FC236}">
                <a16:creationId xmlns:a16="http://schemas.microsoft.com/office/drawing/2014/main" id="{7B2D3817-6054-4DBA-BCD9-BC7AE3854371}"/>
              </a:ext>
            </a:extLst>
          </p:cNvPr>
          <p:cNvCxnSpPr>
            <a:cxnSpLocks/>
            <a:stCxn id="5" idx="2"/>
            <a:endCxn id="6" idx="0"/>
          </p:cNvCxnSpPr>
          <p:nvPr/>
        </p:nvCxnSpPr>
        <p:spPr>
          <a:xfrm rot="16200000" flipH="1">
            <a:off x="2790029" y="5167437"/>
            <a:ext cx="307793" cy="571"/>
          </a:xfrm>
          <a:prstGeom prst="bentConnector3">
            <a:avLst/>
          </a:prstGeom>
          <a:ln w="28575">
            <a:tailEnd type="triangle"/>
          </a:ln>
          <a:effectLst>
            <a:outerShdw blurRad="50800" dist="38100" algn="l" rotWithShape="0">
              <a:prstClr val="black">
                <a:alpha val="40000"/>
              </a:prstClr>
            </a:outerShdw>
          </a:effectLst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3" name="Bağlayıcı: Dirsek 12">
            <a:extLst>
              <a:ext uri="{FF2B5EF4-FFF2-40B4-BE49-F238E27FC236}">
                <a16:creationId xmlns:a16="http://schemas.microsoft.com/office/drawing/2014/main" id="{75F12E08-9125-4627-9C5E-90C943FF37FD}"/>
              </a:ext>
            </a:extLst>
          </p:cNvPr>
          <p:cNvCxnSpPr>
            <a:cxnSpLocks/>
            <a:stCxn id="6" idx="3"/>
            <a:endCxn id="7" idx="1"/>
          </p:cNvCxnSpPr>
          <p:nvPr/>
        </p:nvCxnSpPr>
        <p:spPr>
          <a:xfrm flipV="1">
            <a:off x="5643948" y="3114935"/>
            <a:ext cx="660850" cy="2931296"/>
          </a:xfrm>
          <a:prstGeom prst="bentConnector3">
            <a:avLst/>
          </a:prstGeom>
          <a:ln w="28575">
            <a:tailEnd type="triangle"/>
          </a:ln>
          <a:effectLst>
            <a:outerShdw blurRad="50800" dist="38100" algn="l" rotWithShape="0">
              <a:prstClr val="black">
                <a:alpha val="40000"/>
              </a:prstClr>
            </a:outerShdw>
          </a:effectLst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6" name="Bağlayıcı: Dirsek 15">
            <a:extLst>
              <a:ext uri="{FF2B5EF4-FFF2-40B4-BE49-F238E27FC236}">
                <a16:creationId xmlns:a16="http://schemas.microsoft.com/office/drawing/2014/main" id="{42630EFE-464B-4957-BE4C-6C41AA36C50A}"/>
              </a:ext>
            </a:extLst>
          </p:cNvPr>
          <p:cNvCxnSpPr>
            <a:cxnSpLocks/>
            <a:stCxn id="7" idx="2"/>
            <a:endCxn id="8" idx="0"/>
          </p:cNvCxnSpPr>
          <p:nvPr/>
        </p:nvCxnSpPr>
        <p:spPr>
          <a:xfrm rot="16200000" flipH="1">
            <a:off x="8740352" y="4114306"/>
            <a:ext cx="529743" cy="1377"/>
          </a:xfrm>
          <a:prstGeom prst="bentConnector3">
            <a:avLst>
              <a:gd name="adj1" fmla="val 50000"/>
            </a:avLst>
          </a:prstGeom>
          <a:ln w="28575">
            <a:tailEnd type="triangle"/>
          </a:ln>
          <a:effectLst>
            <a:outerShdw blurRad="50800" dist="38100" algn="l" rotWithShape="0">
              <a:prstClr val="black">
                <a:alpha val="40000"/>
              </a:prstClr>
            </a:outerShdw>
          </a:effectLst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0" name="Yedigen 19">
            <a:extLst>
              <a:ext uri="{FF2B5EF4-FFF2-40B4-BE49-F238E27FC236}">
                <a16:creationId xmlns:a16="http://schemas.microsoft.com/office/drawing/2014/main" id="{850EBC09-F53E-4098-9CAF-9E9AD135304A}"/>
              </a:ext>
            </a:extLst>
          </p:cNvPr>
          <p:cNvSpPr/>
          <p:nvPr/>
        </p:nvSpPr>
        <p:spPr>
          <a:xfrm>
            <a:off x="136634" y="1439917"/>
            <a:ext cx="210207" cy="279084"/>
          </a:xfrm>
          <a:prstGeom prst="heptagon">
            <a:avLst/>
          </a:prstGeom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tr-TR" dirty="0"/>
              <a:t>1</a:t>
            </a:r>
          </a:p>
        </p:txBody>
      </p:sp>
      <p:sp>
        <p:nvSpPr>
          <p:cNvPr id="21" name="Yedigen 20">
            <a:extLst>
              <a:ext uri="{FF2B5EF4-FFF2-40B4-BE49-F238E27FC236}">
                <a16:creationId xmlns:a16="http://schemas.microsoft.com/office/drawing/2014/main" id="{BE6E93A8-EC23-4E96-949E-F2990AE36FAB}"/>
              </a:ext>
            </a:extLst>
          </p:cNvPr>
          <p:cNvSpPr/>
          <p:nvPr/>
        </p:nvSpPr>
        <p:spPr>
          <a:xfrm>
            <a:off x="140978" y="3215993"/>
            <a:ext cx="210207" cy="279084"/>
          </a:xfrm>
          <a:prstGeom prst="heptagon">
            <a:avLst/>
          </a:prstGeom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tr-TR" dirty="0"/>
              <a:t>2</a:t>
            </a:r>
          </a:p>
        </p:txBody>
      </p:sp>
      <p:sp>
        <p:nvSpPr>
          <p:cNvPr id="22" name="Yedigen 21">
            <a:extLst>
              <a:ext uri="{FF2B5EF4-FFF2-40B4-BE49-F238E27FC236}">
                <a16:creationId xmlns:a16="http://schemas.microsoft.com/office/drawing/2014/main" id="{B397ADEE-1380-43E6-AF68-CA1C9A707924}"/>
              </a:ext>
            </a:extLst>
          </p:cNvPr>
          <p:cNvSpPr/>
          <p:nvPr/>
        </p:nvSpPr>
        <p:spPr>
          <a:xfrm>
            <a:off x="128588" y="5028181"/>
            <a:ext cx="210207" cy="279084"/>
          </a:xfrm>
          <a:prstGeom prst="heptagon">
            <a:avLst/>
          </a:prstGeom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tr-TR" dirty="0"/>
              <a:t>3</a:t>
            </a:r>
          </a:p>
        </p:txBody>
      </p:sp>
      <p:sp>
        <p:nvSpPr>
          <p:cNvPr id="23" name="Yedigen 22">
            <a:extLst>
              <a:ext uri="{FF2B5EF4-FFF2-40B4-BE49-F238E27FC236}">
                <a16:creationId xmlns:a16="http://schemas.microsoft.com/office/drawing/2014/main" id="{67F828C3-FB7B-47FB-BB1B-41F09B715DAA}"/>
              </a:ext>
            </a:extLst>
          </p:cNvPr>
          <p:cNvSpPr/>
          <p:nvPr/>
        </p:nvSpPr>
        <p:spPr>
          <a:xfrm>
            <a:off x="6189755" y="2114848"/>
            <a:ext cx="210207" cy="279084"/>
          </a:xfrm>
          <a:prstGeom prst="heptagon">
            <a:avLst/>
          </a:prstGeom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tr-TR" dirty="0"/>
              <a:t>4</a:t>
            </a:r>
          </a:p>
        </p:txBody>
      </p:sp>
      <p:sp>
        <p:nvSpPr>
          <p:cNvPr id="24" name="Yedigen 23">
            <a:extLst>
              <a:ext uri="{FF2B5EF4-FFF2-40B4-BE49-F238E27FC236}">
                <a16:creationId xmlns:a16="http://schemas.microsoft.com/office/drawing/2014/main" id="{3A181631-4C48-49FE-A0B2-FC0EE3F3498C}"/>
              </a:ext>
            </a:extLst>
          </p:cNvPr>
          <p:cNvSpPr/>
          <p:nvPr/>
        </p:nvSpPr>
        <p:spPr>
          <a:xfrm>
            <a:off x="6201102" y="4096450"/>
            <a:ext cx="210207" cy="279084"/>
          </a:xfrm>
          <a:prstGeom prst="heptagon">
            <a:avLst/>
          </a:prstGeom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tr-TR" dirty="0"/>
              <a:t>5</a:t>
            </a:r>
          </a:p>
        </p:txBody>
      </p:sp>
    </p:spTree>
    <p:extLst>
      <p:ext uri="{BB962C8B-B14F-4D97-AF65-F5344CB8AC3E}">
        <p14:creationId xmlns:p14="http://schemas.microsoft.com/office/powerpoint/2010/main" val="2435681610"/>
      </p:ext>
    </p:extLst>
  </p:cSld>
  <p:clrMapOvr>
    <a:masterClrMapping/>
  </p:clrMapOvr>
</p:sld>
</file>

<file path=ppt/slides/slide8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Rectangle 8">
            <a:extLst>
              <a:ext uri="{FF2B5EF4-FFF2-40B4-BE49-F238E27FC236}">
                <a16:creationId xmlns:a16="http://schemas.microsoft.com/office/drawing/2014/main" id="{8307893A-9361-4AD3-A98C-AB26519D54AD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95441BA5-1802-4810-96E2-B2676FA0A94D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846580" y="568345"/>
            <a:ext cx="9701953" cy="1560716"/>
          </a:xfrm>
        </p:spPr>
        <p:txBody>
          <a:bodyPr>
            <a:normAutofit/>
          </a:bodyPr>
          <a:lstStyle/>
          <a:p>
            <a:r>
              <a:rPr lang="tr-TR" dirty="0"/>
              <a:t>Original</a:t>
            </a:r>
            <a:r>
              <a:rPr lang="en-US" dirty="0"/>
              <a:t> Execution </a:t>
            </a:r>
            <a:r>
              <a:rPr lang="tr-TR" dirty="0"/>
              <a:t>o</a:t>
            </a:r>
            <a:r>
              <a:rPr lang="en-US" dirty="0"/>
              <a:t>f Scripts</a:t>
            </a:r>
            <a:endParaRPr lang="tr-TR" dirty="0"/>
          </a:p>
        </p:txBody>
      </p:sp>
      <p:cxnSp>
        <p:nvCxnSpPr>
          <p:cNvPr id="11" name="Straight Connector 10">
            <a:extLst>
              <a:ext uri="{FF2B5EF4-FFF2-40B4-BE49-F238E27FC236}">
                <a16:creationId xmlns:a16="http://schemas.microsoft.com/office/drawing/2014/main" id="{F1534FA6-97DA-4524-BBD3-450AE51EF930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CxnSpPr>
            <a:cxnSpLocks noGrp="1" noRot="1" noChangeAspect="1" noMove="1" noResize="1" noEditPoints="1" noAdjustHandles="1" noChangeArrowheads="1" noChangeShapeType="1"/>
          </p:cNvCxn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CxnSpPr>
        <p:spPr>
          <a:xfrm>
            <a:off x="1846580" y="2176009"/>
            <a:ext cx="9701953" cy="0"/>
          </a:xfrm>
          <a:prstGeom prst="line">
            <a:avLst/>
          </a:prstGeom>
          <a:ln w="38100">
            <a:solidFill>
              <a:schemeClr val="accent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aphicFrame>
        <p:nvGraphicFramePr>
          <p:cNvPr id="4" name="İçerik Yer Tutucusu 3">
            <a:extLst>
              <a:ext uri="{FF2B5EF4-FFF2-40B4-BE49-F238E27FC236}">
                <a16:creationId xmlns:a16="http://schemas.microsoft.com/office/drawing/2014/main" id="{E9306256-A877-41A6-AD7A-76953AD3D972}"/>
              </a:ext>
            </a:extLst>
          </p:cNvPr>
          <p:cNvGraphicFramePr>
            <a:graphicFrameLocks noGrp="1"/>
          </p:cNvGraphicFramePr>
          <p:nvPr>
            <p:ph idx="1"/>
            <p:extLst>
              <p:ext uri="{D42A27DB-BD31-4B8C-83A1-F6EECF244321}">
                <p14:modId xmlns:p14="http://schemas.microsoft.com/office/powerpoint/2010/main" val="447259642"/>
              </p:ext>
            </p:extLst>
          </p:nvPr>
        </p:nvGraphicFramePr>
        <p:xfrm>
          <a:off x="1846580" y="2438400"/>
          <a:ext cx="9701953" cy="3651250"/>
        </p:xfrm>
        <a:graphic>
          <a:graphicData uri="http://schemas.openxmlformats.org/drawingml/2006/diagram">
            <dgm:relIds xmlns:dgm="http://schemas.openxmlformats.org/drawingml/2006/diagram" xmlns:r="http://schemas.openxmlformats.org/officeDocument/2006/relationships" r:dm="rId2" r:lo="rId3" r:qs="rId4" r:cs="rId5"/>
          </a:graphicData>
        </a:graphic>
      </p:graphicFrame>
    </p:spTree>
    <p:extLst>
      <p:ext uri="{BB962C8B-B14F-4D97-AF65-F5344CB8AC3E}">
        <p14:creationId xmlns:p14="http://schemas.microsoft.com/office/powerpoint/2010/main" val="4133375669"/>
      </p:ext>
    </p:extLst>
  </p:cSld>
  <p:clrMapOvr>
    <a:masterClrMapping/>
  </p:clrMapOvr>
</p:sld>
</file>

<file path=ppt/slides/slide8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Rectangle 8">
            <a:extLst>
              <a:ext uri="{FF2B5EF4-FFF2-40B4-BE49-F238E27FC236}">
                <a16:creationId xmlns:a16="http://schemas.microsoft.com/office/drawing/2014/main" id="{8307893A-9361-4AD3-A98C-AB26519D54AD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95441BA5-1802-4810-96E2-B2676FA0A94D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846580" y="568345"/>
            <a:ext cx="9701953" cy="1560716"/>
          </a:xfrm>
        </p:spPr>
        <p:txBody>
          <a:bodyPr>
            <a:normAutofit/>
          </a:bodyPr>
          <a:lstStyle/>
          <a:p>
            <a:r>
              <a:rPr lang="tr-TR" dirty="0"/>
              <a:t>2010 Separation of</a:t>
            </a:r>
            <a:r>
              <a:rPr lang="en-US" dirty="0"/>
              <a:t> Execution</a:t>
            </a:r>
            <a:endParaRPr lang="tr-TR" dirty="0"/>
          </a:p>
        </p:txBody>
      </p:sp>
      <p:cxnSp>
        <p:nvCxnSpPr>
          <p:cNvPr id="11" name="Straight Connector 10">
            <a:extLst>
              <a:ext uri="{FF2B5EF4-FFF2-40B4-BE49-F238E27FC236}">
                <a16:creationId xmlns:a16="http://schemas.microsoft.com/office/drawing/2014/main" id="{F1534FA6-97DA-4524-BBD3-450AE51EF930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CxnSpPr>
            <a:cxnSpLocks noGrp="1" noRot="1" noChangeAspect="1" noMove="1" noResize="1" noEditPoints="1" noAdjustHandles="1" noChangeArrowheads="1" noChangeShapeType="1"/>
          </p:cNvCxn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CxnSpPr>
        <p:spPr>
          <a:xfrm>
            <a:off x="1846580" y="2176009"/>
            <a:ext cx="9701953" cy="0"/>
          </a:xfrm>
          <a:prstGeom prst="line">
            <a:avLst/>
          </a:prstGeom>
          <a:ln w="38100">
            <a:solidFill>
              <a:schemeClr val="accent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aphicFrame>
        <p:nvGraphicFramePr>
          <p:cNvPr id="4" name="İçerik Yer Tutucusu 3">
            <a:extLst>
              <a:ext uri="{FF2B5EF4-FFF2-40B4-BE49-F238E27FC236}">
                <a16:creationId xmlns:a16="http://schemas.microsoft.com/office/drawing/2014/main" id="{E9306256-A877-41A6-AD7A-76953AD3D972}"/>
              </a:ext>
            </a:extLst>
          </p:cNvPr>
          <p:cNvGraphicFramePr>
            <a:graphicFrameLocks noGrp="1"/>
          </p:cNvGraphicFramePr>
          <p:nvPr>
            <p:ph idx="1"/>
            <p:extLst>
              <p:ext uri="{D42A27DB-BD31-4B8C-83A1-F6EECF244321}">
                <p14:modId xmlns:p14="http://schemas.microsoft.com/office/powerpoint/2010/main" val="3800971286"/>
              </p:ext>
            </p:extLst>
          </p:nvPr>
        </p:nvGraphicFramePr>
        <p:xfrm>
          <a:off x="1413443" y="2486526"/>
          <a:ext cx="9701953" cy="3651250"/>
        </p:xfrm>
        <a:graphic>
          <a:graphicData uri="http://schemas.openxmlformats.org/drawingml/2006/diagram">
            <dgm:relIds xmlns:dgm="http://schemas.openxmlformats.org/drawingml/2006/diagram" xmlns:r="http://schemas.openxmlformats.org/officeDocument/2006/relationships" r:dm="rId2" r:lo="rId3" r:qs="rId4" r:cs="rId5"/>
          </a:graphicData>
        </a:graphic>
      </p:graphicFrame>
    </p:spTree>
    <p:extLst>
      <p:ext uri="{BB962C8B-B14F-4D97-AF65-F5344CB8AC3E}">
        <p14:creationId xmlns:p14="http://schemas.microsoft.com/office/powerpoint/2010/main" val="636057137"/>
      </p:ext>
    </p:extLst>
  </p:cSld>
  <p:clrMapOvr>
    <a:masterClrMapping/>
  </p:clrMapOvr>
</p:sld>
</file>

<file path=ppt/slides/slide8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Rectangle 8">
            <a:extLst>
              <a:ext uri="{FF2B5EF4-FFF2-40B4-BE49-F238E27FC236}">
                <a16:creationId xmlns:a16="http://schemas.microsoft.com/office/drawing/2014/main" id="{8307893A-9361-4AD3-A98C-AB26519D54AD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95441BA5-1802-4810-96E2-B2676FA0A94D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846580" y="568345"/>
            <a:ext cx="9701953" cy="1560716"/>
          </a:xfrm>
        </p:spPr>
        <p:txBody>
          <a:bodyPr>
            <a:normAutofit/>
          </a:bodyPr>
          <a:lstStyle/>
          <a:p>
            <a:r>
              <a:rPr lang="en-US" dirty="0"/>
              <a:t>Separate Execution </a:t>
            </a:r>
            <a:r>
              <a:rPr lang="tr-TR" dirty="0"/>
              <a:t>o</a:t>
            </a:r>
            <a:r>
              <a:rPr lang="en-US" dirty="0"/>
              <a:t>f Scripts</a:t>
            </a:r>
            <a:endParaRPr lang="tr-TR" dirty="0"/>
          </a:p>
        </p:txBody>
      </p:sp>
      <p:cxnSp>
        <p:nvCxnSpPr>
          <p:cNvPr id="11" name="Straight Connector 10">
            <a:extLst>
              <a:ext uri="{FF2B5EF4-FFF2-40B4-BE49-F238E27FC236}">
                <a16:creationId xmlns:a16="http://schemas.microsoft.com/office/drawing/2014/main" id="{F1534FA6-97DA-4524-BBD3-450AE51EF930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CxnSpPr>
            <a:cxnSpLocks noGrp="1" noRot="1" noChangeAspect="1" noMove="1" noResize="1" noEditPoints="1" noAdjustHandles="1" noChangeArrowheads="1" noChangeShapeType="1"/>
          </p:cNvCxn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CxnSpPr>
        <p:spPr>
          <a:xfrm>
            <a:off x="1846580" y="2176009"/>
            <a:ext cx="9701953" cy="0"/>
          </a:xfrm>
          <a:prstGeom prst="line">
            <a:avLst/>
          </a:prstGeom>
          <a:ln w="38100">
            <a:solidFill>
              <a:schemeClr val="accent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aphicFrame>
        <p:nvGraphicFramePr>
          <p:cNvPr id="4" name="İçerik Yer Tutucusu 3">
            <a:extLst>
              <a:ext uri="{FF2B5EF4-FFF2-40B4-BE49-F238E27FC236}">
                <a16:creationId xmlns:a16="http://schemas.microsoft.com/office/drawing/2014/main" id="{8CC57DD0-D1FF-44B1-B38B-4A9460F4A8D7}"/>
              </a:ext>
            </a:extLst>
          </p:cNvPr>
          <p:cNvGraphicFramePr>
            <a:graphicFrameLocks noGrp="1"/>
          </p:cNvGraphicFramePr>
          <p:nvPr>
            <p:ph idx="1"/>
            <p:extLst>
              <p:ext uri="{D42A27DB-BD31-4B8C-83A1-F6EECF244321}">
                <p14:modId xmlns:p14="http://schemas.microsoft.com/office/powerpoint/2010/main" val="2082607322"/>
              </p:ext>
            </p:extLst>
          </p:nvPr>
        </p:nvGraphicFramePr>
        <p:xfrm>
          <a:off x="1846580" y="2438400"/>
          <a:ext cx="9701953" cy="3651250"/>
        </p:xfrm>
        <a:graphic>
          <a:graphicData uri="http://schemas.openxmlformats.org/drawingml/2006/diagram">
            <dgm:relIds xmlns:dgm="http://schemas.openxmlformats.org/drawingml/2006/diagram" xmlns:r="http://schemas.openxmlformats.org/officeDocument/2006/relationships" r:dm="rId2" r:lo="rId3" r:qs="rId4" r:cs="rId5"/>
          </a:graphicData>
        </a:graphic>
      </p:graphicFrame>
    </p:spTree>
    <p:extLst>
      <p:ext uri="{BB962C8B-B14F-4D97-AF65-F5344CB8AC3E}">
        <p14:creationId xmlns:p14="http://schemas.microsoft.com/office/powerpoint/2010/main" val="3622635329"/>
      </p:ext>
    </p:extLst>
  </p:cSld>
  <p:clrMapOvr>
    <a:masterClrMapping/>
  </p:clrMapOvr>
</p:sld>
</file>

<file path=ppt/slides/slide9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Rectangle 8">
            <a:extLst>
              <a:ext uri="{FF2B5EF4-FFF2-40B4-BE49-F238E27FC236}">
                <a16:creationId xmlns:a16="http://schemas.microsoft.com/office/drawing/2014/main" id="{8307893A-9361-4AD3-A98C-AB26519D54AD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95441BA5-1802-4810-96E2-B2676FA0A94D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846580" y="568345"/>
            <a:ext cx="9701953" cy="1560716"/>
          </a:xfrm>
        </p:spPr>
        <p:txBody>
          <a:bodyPr>
            <a:normAutofit/>
          </a:bodyPr>
          <a:lstStyle/>
          <a:p>
            <a:r>
              <a:rPr lang="en-US" dirty="0"/>
              <a:t>Separate Execution </a:t>
            </a:r>
            <a:r>
              <a:rPr lang="tr-TR" dirty="0"/>
              <a:t>o</a:t>
            </a:r>
            <a:r>
              <a:rPr lang="en-US" dirty="0"/>
              <a:t>f Scripts</a:t>
            </a:r>
            <a:endParaRPr lang="tr-TR" dirty="0"/>
          </a:p>
        </p:txBody>
      </p:sp>
      <p:cxnSp>
        <p:nvCxnSpPr>
          <p:cNvPr id="11" name="Straight Connector 10">
            <a:extLst>
              <a:ext uri="{FF2B5EF4-FFF2-40B4-BE49-F238E27FC236}">
                <a16:creationId xmlns:a16="http://schemas.microsoft.com/office/drawing/2014/main" id="{F1534FA6-97DA-4524-BBD3-450AE51EF930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CxnSpPr>
            <a:cxnSpLocks noGrp="1" noRot="1" noChangeAspect="1" noMove="1" noResize="1" noEditPoints="1" noAdjustHandles="1" noChangeArrowheads="1" noChangeShapeType="1"/>
          </p:cNvCxn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CxnSpPr>
        <p:spPr>
          <a:xfrm>
            <a:off x="1846580" y="2176009"/>
            <a:ext cx="9701953" cy="0"/>
          </a:xfrm>
          <a:prstGeom prst="line">
            <a:avLst/>
          </a:prstGeom>
          <a:ln w="38100">
            <a:solidFill>
              <a:schemeClr val="accent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aphicFrame>
        <p:nvGraphicFramePr>
          <p:cNvPr id="4" name="İçerik Yer Tutucusu 3">
            <a:extLst>
              <a:ext uri="{FF2B5EF4-FFF2-40B4-BE49-F238E27FC236}">
                <a16:creationId xmlns:a16="http://schemas.microsoft.com/office/drawing/2014/main" id="{8CC57DD0-D1FF-44B1-B38B-4A9460F4A8D7}"/>
              </a:ext>
            </a:extLst>
          </p:cNvPr>
          <p:cNvGraphicFramePr>
            <a:graphicFrameLocks noGrp="1"/>
          </p:cNvGraphicFramePr>
          <p:nvPr>
            <p:ph idx="1"/>
            <p:extLst>
              <p:ext uri="{D42A27DB-BD31-4B8C-83A1-F6EECF244321}">
                <p14:modId xmlns:p14="http://schemas.microsoft.com/office/powerpoint/2010/main" val="1039882163"/>
              </p:ext>
            </p:extLst>
          </p:nvPr>
        </p:nvGraphicFramePr>
        <p:xfrm>
          <a:off x="1846580" y="2438400"/>
          <a:ext cx="9701953" cy="3651250"/>
        </p:xfrm>
        <a:graphic>
          <a:graphicData uri="http://schemas.openxmlformats.org/drawingml/2006/diagram">
            <dgm:relIds xmlns:dgm="http://schemas.openxmlformats.org/drawingml/2006/diagram" xmlns:r="http://schemas.openxmlformats.org/officeDocument/2006/relationships" r:dm="rId2" r:lo="rId3" r:qs="rId4" r:cs="rId5"/>
          </a:graphicData>
        </a:graphic>
      </p:graphicFrame>
    </p:spTree>
    <p:extLst>
      <p:ext uri="{BB962C8B-B14F-4D97-AF65-F5344CB8AC3E}">
        <p14:creationId xmlns:p14="http://schemas.microsoft.com/office/powerpoint/2010/main" val="3093778512"/>
      </p:ext>
    </p:extLst>
  </p:cSld>
  <p:clrMapOvr>
    <a:masterClrMapping/>
  </p:clrMapOvr>
</p:sld>
</file>

<file path=ppt/slides/slide9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Rectangle 8">
            <a:extLst>
              <a:ext uri="{FF2B5EF4-FFF2-40B4-BE49-F238E27FC236}">
                <a16:creationId xmlns:a16="http://schemas.microsoft.com/office/drawing/2014/main" id="{8307893A-9361-4AD3-A98C-AB26519D54AD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95441BA5-1802-4810-96E2-B2676FA0A94D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846580" y="568345"/>
            <a:ext cx="9701953" cy="1560716"/>
          </a:xfrm>
        </p:spPr>
        <p:txBody>
          <a:bodyPr>
            <a:normAutofit/>
          </a:bodyPr>
          <a:lstStyle/>
          <a:p>
            <a:r>
              <a:rPr lang="en-US" dirty="0"/>
              <a:t>Separate Execution </a:t>
            </a:r>
            <a:r>
              <a:rPr lang="tr-TR" dirty="0"/>
              <a:t>o</a:t>
            </a:r>
            <a:r>
              <a:rPr lang="en-US" dirty="0"/>
              <a:t>f Scripts</a:t>
            </a:r>
            <a:endParaRPr lang="tr-TR" dirty="0"/>
          </a:p>
        </p:txBody>
      </p:sp>
      <p:cxnSp>
        <p:nvCxnSpPr>
          <p:cNvPr id="11" name="Straight Connector 10">
            <a:extLst>
              <a:ext uri="{FF2B5EF4-FFF2-40B4-BE49-F238E27FC236}">
                <a16:creationId xmlns:a16="http://schemas.microsoft.com/office/drawing/2014/main" id="{F1534FA6-97DA-4524-BBD3-450AE51EF930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CxnSpPr>
            <a:cxnSpLocks noGrp="1" noRot="1" noChangeAspect="1" noMove="1" noResize="1" noEditPoints="1" noAdjustHandles="1" noChangeArrowheads="1" noChangeShapeType="1"/>
          </p:cNvCxn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CxnSpPr>
        <p:spPr>
          <a:xfrm>
            <a:off x="1846580" y="2176009"/>
            <a:ext cx="9701953" cy="0"/>
          </a:xfrm>
          <a:prstGeom prst="line">
            <a:avLst/>
          </a:prstGeom>
          <a:ln w="38100">
            <a:solidFill>
              <a:schemeClr val="accent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aphicFrame>
        <p:nvGraphicFramePr>
          <p:cNvPr id="4" name="İçerik Yer Tutucusu 3">
            <a:extLst>
              <a:ext uri="{FF2B5EF4-FFF2-40B4-BE49-F238E27FC236}">
                <a16:creationId xmlns:a16="http://schemas.microsoft.com/office/drawing/2014/main" id="{8CC57DD0-D1FF-44B1-B38B-4A9460F4A8D7}"/>
              </a:ext>
            </a:extLst>
          </p:cNvPr>
          <p:cNvGraphicFramePr>
            <a:graphicFrameLocks noGrp="1"/>
          </p:cNvGraphicFramePr>
          <p:nvPr>
            <p:ph idx="1"/>
            <p:extLst>
              <p:ext uri="{D42A27DB-BD31-4B8C-83A1-F6EECF244321}">
                <p14:modId xmlns:p14="http://schemas.microsoft.com/office/powerpoint/2010/main" val="1422330983"/>
              </p:ext>
            </p:extLst>
          </p:nvPr>
        </p:nvGraphicFramePr>
        <p:xfrm>
          <a:off x="1846580" y="2438400"/>
          <a:ext cx="9701953" cy="3651250"/>
        </p:xfrm>
        <a:graphic>
          <a:graphicData uri="http://schemas.openxmlformats.org/drawingml/2006/diagram">
            <dgm:relIds xmlns:dgm="http://schemas.openxmlformats.org/drawingml/2006/diagram" xmlns:r="http://schemas.openxmlformats.org/officeDocument/2006/relationships" r:dm="rId2" r:lo="rId3" r:qs="rId4" r:cs="rId5"/>
          </a:graphicData>
        </a:graphic>
      </p:graphicFrame>
    </p:spTree>
    <p:extLst>
      <p:ext uri="{BB962C8B-B14F-4D97-AF65-F5344CB8AC3E}">
        <p14:creationId xmlns:p14="http://schemas.microsoft.com/office/powerpoint/2010/main" val="3505202871"/>
      </p:ext>
    </p:extLst>
  </p:cSld>
  <p:clrMapOvr>
    <a:masterClrMapping/>
  </p:clrMapOvr>
</p:sld>
</file>

<file path=ppt/slides/slide9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Rectangle 8">
            <a:extLst>
              <a:ext uri="{FF2B5EF4-FFF2-40B4-BE49-F238E27FC236}">
                <a16:creationId xmlns:a16="http://schemas.microsoft.com/office/drawing/2014/main" id="{8307893A-9361-4AD3-A98C-AB26519D54AD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D17A164F-582D-4C4D-BCAF-0914AA26827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846580" y="568345"/>
            <a:ext cx="9701953" cy="1560716"/>
          </a:xfrm>
        </p:spPr>
        <p:txBody>
          <a:bodyPr>
            <a:normAutofit/>
          </a:bodyPr>
          <a:lstStyle/>
          <a:p>
            <a:r>
              <a:rPr lang="tr-TR" dirty="0"/>
              <a:t>Pay-to-Public-Key-Hash (P2PKH)</a:t>
            </a:r>
          </a:p>
        </p:txBody>
      </p:sp>
      <p:cxnSp>
        <p:nvCxnSpPr>
          <p:cNvPr id="11" name="Straight Connector 10">
            <a:extLst>
              <a:ext uri="{FF2B5EF4-FFF2-40B4-BE49-F238E27FC236}">
                <a16:creationId xmlns:a16="http://schemas.microsoft.com/office/drawing/2014/main" id="{F1534FA6-97DA-4524-BBD3-450AE51EF930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CxnSpPr>
            <a:cxnSpLocks noGrp="1" noRot="1" noChangeAspect="1" noMove="1" noResize="1" noEditPoints="1" noAdjustHandles="1" noChangeArrowheads="1" noChangeShapeType="1"/>
          </p:cNvCxn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CxnSpPr>
        <p:spPr>
          <a:xfrm>
            <a:off x="1846580" y="2176009"/>
            <a:ext cx="9701953" cy="0"/>
          </a:xfrm>
          <a:prstGeom prst="line">
            <a:avLst/>
          </a:prstGeom>
          <a:ln w="38100">
            <a:solidFill>
              <a:schemeClr val="accent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aphicFrame>
        <p:nvGraphicFramePr>
          <p:cNvPr id="4" name="İçerik Yer Tutucusu 3">
            <a:extLst>
              <a:ext uri="{FF2B5EF4-FFF2-40B4-BE49-F238E27FC236}">
                <a16:creationId xmlns:a16="http://schemas.microsoft.com/office/drawing/2014/main" id="{17065751-B0CE-4BE5-A0C9-01C9127DAFD9}"/>
              </a:ext>
            </a:extLst>
          </p:cNvPr>
          <p:cNvGraphicFramePr>
            <a:graphicFrameLocks noGrp="1"/>
          </p:cNvGraphicFramePr>
          <p:nvPr>
            <p:ph idx="1"/>
            <p:extLst>
              <p:ext uri="{D42A27DB-BD31-4B8C-83A1-F6EECF244321}">
                <p14:modId xmlns:p14="http://schemas.microsoft.com/office/powerpoint/2010/main" val="3255610153"/>
              </p:ext>
            </p:extLst>
          </p:nvPr>
        </p:nvGraphicFramePr>
        <p:xfrm>
          <a:off x="1846580" y="2438400"/>
          <a:ext cx="9701953" cy="3651250"/>
        </p:xfrm>
        <a:graphic>
          <a:graphicData uri="http://schemas.openxmlformats.org/drawingml/2006/diagram">
            <dgm:relIds xmlns:dgm="http://schemas.openxmlformats.org/drawingml/2006/diagram" xmlns:r="http://schemas.openxmlformats.org/officeDocument/2006/relationships" r:dm="rId2" r:lo="rId3" r:qs="rId4" r:cs="rId5"/>
          </a:graphicData>
        </a:graphic>
      </p:graphicFrame>
    </p:spTree>
    <p:extLst>
      <p:ext uri="{BB962C8B-B14F-4D97-AF65-F5344CB8AC3E}">
        <p14:creationId xmlns:p14="http://schemas.microsoft.com/office/powerpoint/2010/main" val="4241298597"/>
      </p:ext>
    </p:extLst>
  </p:cSld>
  <p:clrMapOvr>
    <a:masterClrMapping/>
  </p:clrMapOvr>
</p:sld>
</file>

<file path=ppt/slides/slide9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Rectangle 8">
            <a:extLst>
              <a:ext uri="{FF2B5EF4-FFF2-40B4-BE49-F238E27FC236}">
                <a16:creationId xmlns:a16="http://schemas.microsoft.com/office/drawing/2014/main" id="{8307893A-9361-4AD3-A98C-AB26519D54AD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D17A164F-582D-4C4D-BCAF-0914AA26827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846580" y="568345"/>
            <a:ext cx="9701953" cy="1560716"/>
          </a:xfrm>
        </p:spPr>
        <p:txBody>
          <a:bodyPr>
            <a:normAutofit/>
          </a:bodyPr>
          <a:lstStyle/>
          <a:p>
            <a:r>
              <a:rPr lang="tr-TR" dirty="0"/>
              <a:t>Pay-to-Public-Key-Hash (P2PKH)</a:t>
            </a:r>
          </a:p>
        </p:txBody>
      </p:sp>
      <p:cxnSp>
        <p:nvCxnSpPr>
          <p:cNvPr id="11" name="Straight Connector 10">
            <a:extLst>
              <a:ext uri="{FF2B5EF4-FFF2-40B4-BE49-F238E27FC236}">
                <a16:creationId xmlns:a16="http://schemas.microsoft.com/office/drawing/2014/main" id="{F1534FA6-97DA-4524-BBD3-450AE51EF930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CxnSpPr>
            <a:cxnSpLocks noGrp="1" noRot="1" noChangeAspect="1" noMove="1" noResize="1" noEditPoints="1" noAdjustHandles="1" noChangeArrowheads="1" noChangeShapeType="1"/>
          </p:cNvCxn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CxnSpPr>
        <p:spPr>
          <a:xfrm>
            <a:off x="1846580" y="2176009"/>
            <a:ext cx="9701953" cy="0"/>
          </a:xfrm>
          <a:prstGeom prst="line">
            <a:avLst/>
          </a:prstGeom>
          <a:ln w="38100">
            <a:solidFill>
              <a:schemeClr val="accent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aphicFrame>
        <p:nvGraphicFramePr>
          <p:cNvPr id="4" name="İçerik Yer Tutucusu 3">
            <a:extLst>
              <a:ext uri="{FF2B5EF4-FFF2-40B4-BE49-F238E27FC236}">
                <a16:creationId xmlns:a16="http://schemas.microsoft.com/office/drawing/2014/main" id="{17065751-B0CE-4BE5-A0C9-01C9127DAFD9}"/>
              </a:ext>
            </a:extLst>
          </p:cNvPr>
          <p:cNvGraphicFramePr>
            <a:graphicFrameLocks noGrp="1"/>
          </p:cNvGraphicFramePr>
          <p:nvPr>
            <p:ph idx="1"/>
            <p:extLst>
              <p:ext uri="{D42A27DB-BD31-4B8C-83A1-F6EECF244321}">
                <p14:modId xmlns:p14="http://schemas.microsoft.com/office/powerpoint/2010/main" val="1633290789"/>
              </p:ext>
            </p:extLst>
          </p:nvPr>
        </p:nvGraphicFramePr>
        <p:xfrm>
          <a:off x="1846580" y="2438400"/>
          <a:ext cx="9701953" cy="3651250"/>
        </p:xfrm>
        <a:graphic>
          <a:graphicData uri="http://schemas.openxmlformats.org/drawingml/2006/diagram">
            <dgm:relIds xmlns:dgm="http://schemas.openxmlformats.org/drawingml/2006/diagram" xmlns:r="http://schemas.openxmlformats.org/officeDocument/2006/relationships" r:dm="rId2" r:lo="rId3" r:qs="rId4" r:cs="rId5"/>
          </a:graphicData>
        </a:graphic>
      </p:graphicFrame>
    </p:spTree>
    <p:extLst>
      <p:ext uri="{BB962C8B-B14F-4D97-AF65-F5344CB8AC3E}">
        <p14:creationId xmlns:p14="http://schemas.microsoft.com/office/powerpoint/2010/main" val="4119722344"/>
      </p:ext>
    </p:extLst>
  </p:cSld>
  <p:clrMapOvr>
    <a:masterClrMapping/>
  </p:clrMapOvr>
</p:sld>
</file>

<file path=ppt/slides/slide9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6C28CD48-E3FA-4139-BF1D-1294275E2FE5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2933700" y="568345"/>
            <a:ext cx="8770571" cy="1560716"/>
          </a:xfrm>
        </p:spPr>
        <p:txBody>
          <a:bodyPr>
            <a:normAutofit/>
          </a:bodyPr>
          <a:lstStyle/>
          <a:p>
            <a:r>
              <a:rPr lang="tr-TR" dirty="0"/>
              <a:t>Alice’s Payment: Locking Script</a:t>
            </a:r>
          </a:p>
        </p:txBody>
      </p:sp>
      <p:graphicFrame>
        <p:nvGraphicFramePr>
          <p:cNvPr id="4" name="İçerik Yer Tutucusu 3">
            <a:extLst>
              <a:ext uri="{FF2B5EF4-FFF2-40B4-BE49-F238E27FC236}">
                <a16:creationId xmlns:a16="http://schemas.microsoft.com/office/drawing/2014/main" id="{03435F2A-5AFA-4CFF-B957-2FE42855AB1B}"/>
              </a:ext>
            </a:extLst>
          </p:cNvPr>
          <p:cNvGraphicFramePr>
            <a:graphicFrameLocks noGrp="1"/>
          </p:cNvGraphicFramePr>
          <p:nvPr>
            <p:ph idx="1"/>
            <p:extLst>
              <p:ext uri="{D42A27DB-BD31-4B8C-83A1-F6EECF244321}">
                <p14:modId xmlns:p14="http://schemas.microsoft.com/office/powerpoint/2010/main" val="4110007161"/>
              </p:ext>
            </p:extLst>
          </p:nvPr>
        </p:nvGraphicFramePr>
        <p:xfrm>
          <a:off x="2933700" y="2438400"/>
          <a:ext cx="8770938" cy="3651250"/>
        </p:xfrm>
        <a:graphic>
          <a:graphicData uri="http://schemas.openxmlformats.org/drawingml/2006/diagram">
            <dgm:relIds xmlns:dgm="http://schemas.openxmlformats.org/drawingml/2006/diagram" xmlns:r="http://schemas.openxmlformats.org/officeDocument/2006/relationships" r:dm="rId2" r:lo="rId3" r:qs="rId4" r:cs="rId5"/>
          </a:graphicData>
        </a:graphic>
      </p:graphicFrame>
    </p:spTree>
    <p:extLst>
      <p:ext uri="{BB962C8B-B14F-4D97-AF65-F5344CB8AC3E}">
        <p14:creationId xmlns:p14="http://schemas.microsoft.com/office/powerpoint/2010/main" val="3828977303"/>
      </p:ext>
    </p:extLst>
  </p:cSld>
  <p:clrMapOvr>
    <a:masterClrMapping/>
  </p:clrMapOvr>
</p:sld>
</file>

<file path=ppt/slides/slide9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Rectangle 8">
            <a:extLst>
              <a:ext uri="{FF2B5EF4-FFF2-40B4-BE49-F238E27FC236}">
                <a16:creationId xmlns:a16="http://schemas.microsoft.com/office/drawing/2014/main" id="{0BA2247A-E9F8-4143-ADCA-0F842A18E2E5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chemeClr val="bg1">
              <a:alpha val="7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6C28CD48-E3FA-4139-BF1D-1294275E2FE5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846580" y="568345"/>
            <a:ext cx="9701953" cy="1560716"/>
          </a:xfrm>
        </p:spPr>
        <p:txBody>
          <a:bodyPr>
            <a:normAutofit/>
          </a:bodyPr>
          <a:lstStyle/>
          <a:p>
            <a:r>
              <a:rPr lang="tr-TR" dirty="0"/>
              <a:t>Alice’s Payment: Locking Script</a:t>
            </a:r>
          </a:p>
        </p:txBody>
      </p:sp>
      <p:cxnSp>
        <p:nvCxnSpPr>
          <p:cNvPr id="11" name="Straight Connector 10">
            <a:extLst>
              <a:ext uri="{FF2B5EF4-FFF2-40B4-BE49-F238E27FC236}">
                <a16:creationId xmlns:a16="http://schemas.microsoft.com/office/drawing/2014/main" id="{D6AAB1FD-37D2-44D2-9E77-C42AA85E7829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CxnSpPr>
            <a:cxnSpLocks noGrp="1" noRot="1" noChangeAspect="1" noMove="1" noResize="1" noEditPoints="1" noAdjustHandles="1" noChangeArrowheads="1" noChangeShapeType="1"/>
          </p:cNvCxn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CxnSpPr>
        <p:spPr>
          <a:xfrm>
            <a:off x="1846580" y="2176009"/>
            <a:ext cx="9701953" cy="0"/>
          </a:xfrm>
          <a:prstGeom prst="line">
            <a:avLst/>
          </a:prstGeom>
          <a:ln w="38100">
            <a:solidFill>
              <a:schemeClr val="accent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aphicFrame>
        <p:nvGraphicFramePr>
          <p:cNvPr id="4" name="İçerik Yer Tutucusu 3">
            <a:extLst>
              <a:ext uri="{FF2B5EF4-FFF2-40B4-BE49-F238E27FC236}">
                <a16:creationId xmlns:a16="http://schemas.microsoft.com/office/drawing/2014/main" id="{03435F2A-5AFA-4CFF-B957-2FE42855AB1B}"/>
              </a:ext>
            </a:extLst>
          </p:cNvPr>
          <p:cNvGraphicFramePr>
            <a:graphicFrameLocks noGrp="1"/>
          </p:cNvGraphicFramePr>
          <p:nvPr>
            <p:ph idx="1"/>
            <p:extLst>
              <p:ext uri="{D42A27DB-BD31-4B8C-83A1-F6EECF244321}">
                <p14:modId xmlns:p14="http://schemas.microsoft.com/office/powerpoint/2010/main" val="1995699082"/>
              </p:ext>
            </p:extLst>
          </p:nvPr>
        </p:nvGraphicFramePr>
        <p:xfrm>
          <a:off x="1846580" y="2438400"/>
          <a:ext cx="9701953" cy="3651250"/>
        </p:xfrm>
        <a:graphic>
          <a:graphicData uri="http://schemas.openxmlformats.org/drawingml/2006/diagram">
            <dgm:relIds xmlns:dgm="http://schemas.openxmlformats.org/drawingml/2006/diagram" xmlns:r="http://schemas.openxmlformats.org/officeDocument/2006/relationships" r:dm="rId2" r:lo="rId3" r:qs="rId4" r:cs="rId5"/>
          </a:graphicData>
        </a:graphic>
      </p:graphicFrame>
    </p:spTree>
    <p:extLst>
      <p:ext uri="{BB962C8B-B14F-4D97-AF65-F5344CB8AC3E}">
        <p14:creationId xmlns:p14="http://schemas.microsoft.com/office/powerpoint/2010/main" val="814131527"/>
      </p:ext>
    </p:extLst>
  </p:cSld>
  <p:clrMapOvr>
    <a:masterClrMapping/>
  </p:clrMapOvr>
</p:sld>
</file>

<file path=ppt/slides/slide9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6C28CD48-E3FA-4139-BF1D-1294275E2FE5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251285" y="568345"/>
            <a:ext cx="10452988" cy="1116076"/>
          </a:xfrm>
        </p:spPr>
        <p:txBody>
          <a:bodyPr/>
          <a:lstStyle/>
          <a:p>
            <a:r>
              <a:rPr lang="tr-TR" dirty="0"/>
              <a:t>Alice’s Payment: Locking Script </a:t>
            </a:r>
          </a:p>
        </p:txBody>
      </p:sp>
      <p:pic>
        <p:nvPicPr>
          <p:cNvPr id="1026" name="Picture 2" descr="Developer Guide - BitcoinV">
            <a:extLst>
              <a:ext uri="{FF2B5EF4-FFF2-40B4-BE49-F238E27FC236}">
                <a16:creationId xmlns:a16="http://schemas.microsoft.com/office/drawing/2014/main" id="{D9D25B2F-52D4-4C54-80ED-9E5F27328BAC}"/>
              </a:ext>
            </a:extLst>
          </p:cNvPr>
          <p:cNvPicPr>
            <a:picLocks noGrp="1" noChangeAspect="1" noChangeArrowheads="1"/>
          </p:cNvPicPr>
          <p:nvPr>
            <p:ph idx="1"/>
          </p:nvPr>
        </p:nvPicPr>
        <p:blipFill>
          <a:blip r:embed="rId2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>
            <a:fillRect/>
          </a:stretch>
        </p:blipFill>
        <p:spPr bwMode="auto">
          <a:xfrm>
            <a:off x="1532724" y="2711115"/>
            <a:ext cx="9884293" cy="2342148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</p:spTree>
    <p:extLst>
      <p:ext uri="{BB962C8B-B14F-4D97-AF65-F5344CB8AC3E}">
        <p14:creationId xmlns:p14="http://schemas.microsoft.com/office/powerpoint/2010/main" val="1759672810"/>
      </p:ext>
    </p:extLst>
  </p:cSld>
  <p:clrMapOvr>
    <a:masterClrMapping/>
  </p:clrMapOvr>
</p:sld>
</file>

<file path=ppt/slides/slide9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Rectangle 8">
            <a:extLst>
              <a:ext uri="{FF2B5EF4-FFF2-40B4-BE49-F238E27FC236}">
                <a16:creationId xmlns:a16="http://schemas.microsoft.com/office/drawing/2014/main" id="{0BA2247A-E9F8-4143-ADCA-0F842A18E2E5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chemeClr val="bg1">
              <a:alpha val="7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6C28CD48-E3FA-4139-BF1D-1294275E2FE5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846580" y="568345"/>
            <a:ext cx="9701953" cy="1560716"/>
          </a:xfrm>
        </p:spPr>
        <p:txBody>
          <a:bodyPr>
            <a:normAutofit/>
          </a:bodyPr>
          <a:lstStyle/>
          <a:p>
            <a:r>
              <a:rPr lang="tr-TR" dirty="0"/>
              <a:t>Bob’s Spending: Unlocking Script</a:t>
            </a:r>
          </a:p>
        </p:txBody>
      </p:sp>
      <p:cxnSp>
        <p:nvCxnSpPr>
          <p:cNvPr id="11" name="Straight Connector 10">
            <a:extLst>
              <a:ext uri="{FF2B5EF4-FFF2-40B4-BE49-F238E27FC236}">
                <a16:creationId xmlns:a16="http://schemas.microsoft.com/office/drawing/2014/main" id="{D6AAB1FD-37D2-44D2-9E77-C42AA85E7829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CxnSpPr>
            <a:cxnSpLocks noGrp="1" noRot="1" noChangeAspect="1" noMove="1" noResize="1" noEditPoints="1" noAdjustHandles="1" noChangeArrowheads="1" noChangeShapeType="1"/>
          </p:cNvCxn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CxnSpPr>
        <p:spPr>
          <a:xfrm>
            <a:off x="1846580" y="2176009"/>
            <a:ext cx="9701953" cy="0"/>
          </a:xfrm>
          <a:prstGeom prst="line">
            <a:avLst/>
          </a:prstGeom>
          <a:ln w="38100">
            <a:solidFill>
              <a:schemeClr val="accent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aphicFrame>
        <p:nvGraphicFramePr>
          <p:cNvPr id="4" name="İçerik Yer Tutucusu 3">
            <a:extLst>
              <a:ext uri="{FF2B5EF4-FFF2-40B4-BE49-F238E27FC236}">
                <a16:creationId xmlns:a16="http://schemas.microsoft.com/office/drawing/2014/main" id="{7888AA6C-C41A-449C-B100-EF32D5BD1936}"/>
              </a:ext>
            </a:extLst>
          </p:cNvPr>
          <p:cNvGraphicFramePr>
            <a:graphicFrameLocks noGrp="1"/>
          </p:cNvGraphicFramePr>
          <p:nvPr>
            <p:ph idx="1"/>
            <p:extLst>
              <p:ext uri="{D42A27DB-BD31-4B8C-83A1-F6EECF244321}">
                <p14:modId xmlns:p14="http://schemas.microsoft.com/office/powerpoint/2010/main" val="2355801168"/>
              </p:ext>
            </p:extLst>
          </p:nvPr>
        </p:nvGraphicFramePr>
        <p:xfrm>
          <a:off x="1846580" y="2438400"/>
          <a:ext cx="9701953" cy="3651250"/>
        </p:xfrm>
        <a:graphic>
          <a:graphicData uri="http://schemas.openxmlformats.org/drawingml/2006/diagram">
            <dgm:relIds xmlns:dgm="http://schemas.openxmlformats.org/drawingml/2006/diagram" xmlns:r="http://schemas.openxmlformats.org/officeDocument/2006/relationships" r:dm="rId2" r:lo="rId3" r:qs="rId4" r:cs="rId5"/>
          </a:graphicData>
        </a:graphic>
      </p:graphicFrame>
    </p:spTree>
    <p:extLst>
      <p:ext uri="{BB962C8B-B14F-4D97-AF65-F5344CB8AC3E}">
        <p14:creationId xmlns:p14="http://schemas.microsoft.com/office/powerpoint/2010/main" val="2651597347"/>
      </p:ext>
    </p:extLst>
  </p:cSld>
  <p:clrMapOvr>
    <a:masterClrMapping/>
  </p:clrMapOvr>
</p:sld>
</file>

<file path=ppt/slides/slide9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6C28CD48-E3FA-4139-BF1D-1294275E2FE5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251285" y="568345"/>
            <a:ext cx="10452988" cy="1116076"/>
          </a:xfrm>
        </p:spPr>
        <p:txBody>
          <a:bodyPr/>
          <a:lstStyle/>
          <a:p>
            <a:r>
              <a:rPr lang="tr-TR" dirty="0"/>
              <a:t>Alice’s Payment, Bob’s Spending</a:t>
            </a:r>
          </a:p>
        </p:txBody>
      </p:sp>
      <p:pic>
        <p:nvPicPr>
          <p:cNvPr id="8" name="Content Placeholder 7">
            <a:extLst>
              <a:ext uri="{FF2B5EF4-FFF2-40B4-BE49-F238E27FC236}">
                <a16:creationId xmlns:a16="http://schemas.microsoft.com/office/drawing/2014/main" id="{7380B04A-484F-4E44-8722-24E49FCE9F73}"/>
              </a:ext>
            </a:extLst>
          </p:cNvPr>
          <p:cNvPicPr>
            <a:picLocks noGrp="1" noChangeAspect="1"/>
          </p:cNvPicPr>
          <p:nvPr>
            <p:ph idx="1"/>
          </p:nvPr>
        </p:nvPicPr>
        <p:blipFill>
          <a:blip r:embed="rId2"/>
          <a:stretch>
            <a:fillRect/>
          </a:stretch>
        </p:blipFill>
        <p:spPr>
          <a:xfrm>
            <a:off x="2197768" y="2325794"/>
            <a:ext cx="7770353" cy="4131238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2131684931"/>
      </p:ext>
    </p:extLst>
  </p:cSld>
  <p:clrMapOvr>
    <a:masterClrMapping/>
  </p:clrMapOvr>
</p:sld>
</file>

<file path=ppt/slides/slide9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Rectangle 8">
            <a:extLst>
              <a:ext uri="{FF2B5EF4-FFF2-40B4-BE49-F238E27FC236}">
                <a16:creationId xmlns:a16="http://schemas.microsoft.com/office/drawing/2014/main" id="{8307893A-9361-4AD3-A98C-AB26519D54AD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6C28CD48-E3FA-4139-BF1D-1294275E2FE5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846580" y="568345"/>
            <a:ext cx="9701953" cy="1560716"/>
          </a:xfrm>
        </p:spPr>
        <p:txBody>
          <a:bodyPr>
            <a:normAutofit/>
          </a:bodyPr>
          <a:lstStyle/>
          <a:p>
            <a:r>
              <a:rPr lang="tr-TR" dirty="0"/>
              <a:t>Bob’s Spending: Validation</a:t>
            </a:r>
          </a:p>
        </p:txBody>
      </p:sp>
      <p:cxnSp>
        <p:nvCxnSpPr>
          <p:cNvPr id="11" name="Straight Connector 10">
            <a:extLst>
              <a:ext uri="{FF2B5EF4-FFF2-40B4-BE49-F238E27FC236}">
                <a16:creationId xmlns:a16="http://schemas.microsoft.com/office/drawing/2014/main" id="{F1534FA6-97DA-4524-BBD3-450AE51EF930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CxnSpPr>
            <a:cxnSpLocks noGrp="1" noRot="1" noChangeAspect="1" noMove="1" noResize="1" noEditPoints="1" noAdjustHandles="1" noChangeArrowheads="1" noChangeShapeType="1"/>
          </p:cNvCxn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CxnSpPr>
        <p:spPr>
          <a:xfrm>
            <a:off x="1846580" y="2176009"/>
            <a:ext cx="9701953" cy="0"/>
          </a:xfrm>
          <a:prstGeom prst="line">
            <a:avLst/>
          </a:prstGeom>
          <a:ln w="38100">
            <a:solidFill>
              <a:schemeClr val="accent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aphicFrame>
        <p:nvGraphicFramePr>
          <p:cNvPr id="4" name="İçerik Yer Tutucusu 3">
            <a:extLst>
              <a:ext uri="{FF2B5EF4-FFF2-40B4-BE49-F238E27FC236}">
                <a16:creationId xmlns:a16="http://schemas.microsoft.com/office/drawing/2014/main" id="{7888AA6C-C41A-449C-B100-EF32D5BD1936}"/>
              </a:ext>
            </a:extLst>
          </p:cNvPr>
          <p:cNvGraphicFramePr>
            <a:graphicFrameLocks noGrp="1"/>
          </p:cNvGraphicFramePr>
          <p:nvPr>
            <p:ph idx="1"/>
            <p:extLst>
              <p:ext uri="{D42A27DB-BD31-4B8C-83A1-F6EECF244321}">
                <p14:modId xmlns:p14="http://schemas.microsoft.com/office/powerpoint/2010/main" val="1459979081"/>
              </p:ext>
            </p:extLst>
          </p:nvPr>
        </p:nvGraphicFramePr>
        <p:xfrm>
          <a:off x="1846580" y="2438400"/>
          <a:ext cx="9701953" cy="3651250"/>
        </p:xfrm>
        <a:graphic>
          <a:graphicData uri="http://schemas.openxmlformats.org/drawingml/2006/diagram">
            <dgm:relIds xmlns:dgm="http://schemas.openxmlformats.org/drawingml/2006/diagram" xmlns:r="http://schemas.openxmlformats.org/officeDocument/2006/relationships" r:dm="rId2" r:lo="rId3" r:qs="rId4" r:cs="rId5"/>
          </a:graphicData>
        </a:graphic>
      </p:graphicFrame>
    </p:spTree>
    <p:extLst>
      <p:ext uri="{BB962C8B-B14F-4D97-AF65-F5344CB8AC3E}">
        <p14:creationId xmlns:p14="http://schemas.microsoft.com/office/powerpoint/2010/main" val="707888711"/>
      </p:ext>
    </p:extLst>
  </p:cSld>
  <p:clrMapOvr>
    <a:masterClrMapping/>
  </p:clrMapOvr>
</p:sld>
</file>

<file path=ppt/slides/slide10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Rectangle 8">
            <a:extLst>
              <a:ext uri="{FF2B5EF4-FFF2-40B4-BE49-F238E27FC236}">
                <a16:creationId xmlns:a16="http://schemas.microsoft.com/office/drawing/2014/main" id="{8307893A-9361-4AD3-A98C-AB26519D54AD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6C28CD48-E3FA-4139-BF1D-1294275E2FE5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846580" y="568345"/>
            <a:ext cx="9701953" cy="1560716"/>
          </a:xfrm>
        </p:spPr>
        <p:txBody>
          <a:bodyPr>
            <a:normAutofit/>
          </a:bodyPr>
          <a:lstStyle/>
          <a:p>
            <a:r>
              <a:rPr lang="tr-TR" dirty="0"/>
              <a:t>Bob’s Spending: Validation</a:t>
            </a:r>
          </a:p>
        </p:txBody>
      </p:sp>
      <p:cxnSp>
        <p:nvCxnSpPr>
          <p:cNvPr id="11" name="Straight Connector 10">
            <a:extLst>
              <a:ext uri="{FF2B5EF4-FFF2-40B4-BE49-F238E27FC236}">
                <a16:creationId xmlns:a16="http://schemas.microsoft.com/office/drawing/2014/main" id="{F1534FA6-97DA-4524-BBD3-450AE51EF930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CxnSpPr>
            <a:cxnSpLocks noGrp="1" noRot="1" noChangeAspect="1" noMove="1" noResize="1" noEditPoints="1" noAdjustHandles="1" noChangeArrowheads="1" noChangeShapeType="1"/>
          </p:cNvCxn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CxnSpPr>
        <p:spPr>
          <a:xfrm>
            <a:off x="1846580" y="2176009"/>
            <a:ext cx="9701953" cy="0"/>
          </a:xfrm>
          <a:prstGeom prst="line">
            <a:avLst/>
          </a:prstGeom>
          <a:ln w="38100">
            <a:solidFill>
              <a:schemeClr val="accent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aphicFrame>
        <p:nvGraphicFramePr>
          <p:cNvPr id="4" name="İçerik Yer Tutucusu 3">
            <a:extLst>
              <a:ext uri="{FF2B5EF4-FFF2-40B4-BE49-F238E27FC236}">
                <a16:creationId xmlns:a16="http://schemas.microsoft.com/office/drawing/2014/main" id="{7888AA6C-C41A-449C-B100-EF32D5BD1936}"/>
              </a:ext>
            </a:extLst>
          </p:cNvPr>
          <p:cNvGraphicFramePr>
            <a:graphicFrameLocks noGrp="1"/>
          </p:cNvGraphicFramePr>
          <p:nvPr>
            <p:ph idx="1"/>
            <p:extLst>
              <p:ext uri="{D42A27DB-BD31-4B8C-83A1-F6EECF244321}">
                <p14:modId xmlns:p14="http://schemas.microsoft.com/office/powerpoint/2010/main" val="3895911041"/>
              </p:ext>
            </p:extLst>
          </p:nvPr>
        </p:nvGraphicFramePr>
        <p:xfrm>
          <a:off x="1846580" y="2438400"/>
          <a:ext cx="9701953" cy="3651250"/>
        </p:xfrm>
        <a:graphic>
          <a:graphicData uri="http://schemas.openxmlformats.org/drawingml/2006/diagram">
            <dgm:relIds xmlns:dgm="http://schemas.openxmlformats.org/drawingml/2006/diagram" xmlns:r="http://schemas.openxmlformats.org/officeDocument/2006/relationships" r:dm="rId2" r:lo="rId3" r:qs="rId4" r:cs="rId5"/>
          </a:graphicData>
        </a:graphic>
      </p:graphicFrame>
    </p:spTree>
    <p:extLst>
      <p:ext uri="{BB962C8B-B14F-4D97-AF65-F5344CB8AC3E}">
        <p14:creationId xmlns:p14="http://schemas.microsoft.com/office/powerpoint/2010/main" val="3911586581"/>
      </p:ext>
    </p:extLst>
  </p:cSld>
  <p:clrMapOvr>
    <a:masterClrMapping/>
  </p:clrMapOvr>
</p:sld>
</file>

<file path=ppt/slides/slide10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6C28CD48-E3FA-4139-BF1D-1294275E2FE5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251285" y="568345"/>
            <a:ext cx="10452988" cy="1116076"/>
          </a:xfrm>
        </p:spPr>
        <p:txBody>
          <a:bodyPr/>
          <a:lstStyle/>
          <a:p>
            <a:r>
              <a:rPr lang="tr-TR" dirty="0"/>
              <a:t>Alice’s Payment, Bob’s Spending</a:t>
            </a:r>
          </a:p>
        </p:txBody>
      </p:sp>
      <p:pic>
        <p:nvPicPr>
          <p:cNvPr id="1026" name="Picture 2" descr="Developer Guide - BitcoinV">
            <a:extLst>
              <a:ext uri="{FF2B5EF4-FFF2-40B4-BE49-F238E27FC236}">
                <a16:creationId xmlns:a16="http://schemas.microsoft.com/office/drawing/2014/main" id="{D9D25B2F-52D4-4C54-80ED-9E5F27328BAC}"/>
              </a:ext>
            </a:extLst>
          </p:cNvPr>
          <p:cNvPicPr>
            <a:picLocks noGrp="1" noChangeAspect="1" noChangeArrowheads="1"/>
          </p:cNvPicPr>
          <p:nvPr>
            <p:ph idx="1"/>
          </p:nvPr>
        </p:nvPicPr>
        <p:blipFill>
          <a:blip r:embed="rId2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>
            <a:fillRect/>
          </a:stretch>
        </p:blipFill>
        <p:spPr bwMode="auto">
          <a:xfrm>
            <a:off x="842915" y="1684420"/>
            <a:ext cx="6160754" cy="1459831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6" name="Picture 5">
            <a:extLst>
              <a:ext uri="{FF2B5EF4-FFF2-40B4-BE49-F238E27FC236}">
                <a16:creationId xmlns:a16="http://schemas.microsoft.com/office/drawing/2014/main" id="{B1E810DE-C012-4E4C-8A0A-DA66B990922C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5243763" y="3338262"/>
            <a:ext cx="5715000" cy="3038475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2810041292"/>
      </p:ext>
    </p:extLst>
  </p:cSld>
  <p:clrMapOvr>
    <a:masterClrMapping/>
  </p:clrMapOvr>
</p:sld>
</file>

<file path=ppt/slides/slide10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2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8" name="Group 7">
            <a:extLst>
              <a:ext uri="{FF2B5EF4-FFF2-40B4-BE49-F238E27FC236}">
                <a16:creationId xmlns:a16="http://schemas.microsoft.com/office/drawing/2014/main" id="{D6881CB0-1221-43BE-BE77-866AB4D5547D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GrpSpPr>
            <a:grpSpLocks noGrp="1" noUngrp="1" noRot="1" noChangeAspect="1" noMove="1" noResize="1"/>
          </p:cNvGrp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GrpSpPr>
        <p:grpSpPr>
          <a:xfrm>
            <a:off x="0" y="3175"/>
            <a:ext cx="12198350" cy="6875463"/>
            <a:chOff x="0" y="3175"/>
            <a:chExt cx="12198350" cy="6875463"/>
          </a:xfrm>
        </p:grpSpPr>
        <p:sp>
          <p:nvSpPr>
            <p:cNvPr id="9" name="Freeform 5">
              <a:extLst>
                <a:ext uri="{FF2B5EF4-FFF2-40B4-BE49-F238E27FC236}">
                  <a16:creationId xmlns:a16="http://schemas.microsoft.com/office/drawing/2014/main" id="{CBD77A15-12B8-4FAB-A167-E0D60E5C92E2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>
              <a:spLocks noEditPoints="1"/>
            </p:cNvSpPr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 bwMode="auto">
            <a:xfrm>
              <a:off x="0" y="3175"/>
              <a:ext cx="12192000" cy="6862763"/>
            </a:xfrm>
            <a:custGeom>
              <a:avLst/>
              <a:gdLst/>
              <a:ahLst/>
              <a:cxnLst/>
              <a:rect l="0" t="0" r="r" b="b"/>
              <a:pathLst>
                <a:path w="3840" h="2160">
                  <a:moveTo>
                    <a:pt x="3150" y="26"/>
                  </a:moveTo>
                  <a:cubicBezTo>
                    <a:pt x="3150" y="29"/>
                    <a:pt x="3149" y="31"/>
                    <a:pt x="3148" y="33"/>
                  </a:cubicBezTo>
                  <a:cubicBezTo>
                    <a:pt x="3130" y="54"/>
                    <a:pt x="3133" y="63"/>
                    <a:pt x="3126" y="63"/>
                  </a:cubicBezTo>
                  <a:cubicBezTo>
                    <a:pt x="3111" y="92"/>
                    <a:pt x="3109" y="94"/>
                    <a:pt x="3107" y="95"/>
                  </a:cubicBezTo>
                  <a:cubicBezTo>
                    <a:pt x="3075" y="145"/>
                    <a:pt x="3066" y="164"/>
                    <a:pt x="3058" y="184"/>
                  </a:cubicBezTo>
                  <a:cubicBezTo>
                    <a:pt x="3045" y="217"/>
                    <a:pt x="3044" y="224"/>
                    <a:pt x="3042" y="229"/>
                  </a:cubicBezTo>
                  <a:cubicBezTo>
                    <a:pt x="3041" y="231"/>
                    <a:pt x="3050" y="226"/>
                    <a:pt x="3049" y="213"/>
                  </a:cubicBezTo>
                  <a:cubicBezTo>
                    <a:pt x="3082" y="150"/>
                    <a:pt x="3087" y="141"/>
                    <a:pt x="3092" y="131"/>
                  </a:cubicBezTo>
                  <a:cubicBezTo>
                    <a:pt x="3108" y="113"/>
                    <a:pt x="3108" y="109"/>
                    <a:pt x="3110" y="108"/>
                  </a:cubicBezTo>
                  <a:cubicBezTo>
                    <a:pt x="3133" y="75"/>
                    <a:pt x="3137" y="65"/>
                    <a:pt x="3143" y="57"/>
                  </a:cubicBezTo>
                  <a:cubicBezTo>
                    <a:pt x="3162" y="30"/>
                    <a:pt x="3164" y="29"/>
                    <a:pt x="3163" y="26"/>
                  </a:cubicBezTo>
                  <a:cubicBezTo>
                    <a:pt x="3177" y="5"/>
                    <a:pt x="3181" y="3"/>
                    <a:pt x="3185" y="0"/>
                  </a:cubicBezTo>
                  <a:cubicBezTo>
                    <a:pt x="3164" y="11"/>
                    <a:pt x="3161" y="22"/>
                    <a:pt x="3150" y="26"/>
                  </a:cubicBezTo>
                  <a:close/>
                  <a:moveTo>
                    <a:pt x="3022" y="73"/>
                  </a:moveTo>
                  <a:cubicBezTo>
                    <a:pt x="3020" y="92"/>
                    <a:pt x="3018" y="104"/>
                    <a:pt x="3017" y="128"/>
                  </a:cubicBezTo>
                  <a:cubicBezTo>
                    <a:pt x="3014" y="201"/>
                    <a:pt x="3015" y="208"/>
                    <a:pt x="3012" y="211"/>
                  </a:cubicBezTo>
                  <a:cubicBezTo>
                    <a:pt x="3017" y="255"/>
                    <a:pt x="3014" y="257"/>
                    <a:pt x="3016" y="263"/>
                  </a:cubicBezTo>
                  <a:cubicBezTo>
                    <a:pt x="3026" y="204"/>
                    <a:pt x="3025" y="199"/>
                    <a:pt x="3026" y="195"/>
                  </a:cubicBezTo>
                  <a:cubicBezTo>
                    <a:pt x="3040" y="153"/>
                    <a:pt x="3037" y="139"/>
                    <a:pt x="3044" y="134"/>
                  </a:cubicBezTo>
                  <a:cubicBezTo>
                    <a:pt x="3062" y="96"/>
                    <a:pt x="3065" y="93"/>
                    <a:pt x="3067" y="89"/>
                  </a:cubicBezTo>
                  <a:cubicBezTo>
                    <a:pt x="3083" y="65"/>
                    <a:pt x="3079" y="56"/>
                    <a:pt x="3086" y="57"/>
                  </a:cubicBezTo>
                  <a:cubicBezTo>
                    <a:pt x="3101" y="34"/>
                    <a:pt x="3103" y="33"/>
                    <a:pt x="3102" y="30"/>
                  </a:cubicBezTo>
                  <a:cubicBezTo>
                    <a:pt x="3111" y="0"/>
                    <a:pt x="3111" y="0"/>
                    <a:pt x="3111" y="0"/>
                  </a:cubicBezTo>
                  <a:cubicBezTo>
                    <a:pt x="3095" y="21"/>
                    <a:pt x="3096" y="29"/>
                    <a:pt x="3089" y="31"/>
                  </a:cubicBezTo>
                  <a:cubicBezTo>
                    <a:pt x="3073" y="69"/>
                    <a:pt x="3062" y="72"/>
                    <a:pt x="3060" y="83"/>
                  </a:cubicBezTo>
                  <a:cubicBezTo>
                    <a:pt x="3064" y="58"/>
                    <a:pt x="3069" y="55"/>
                    <a:pt x="3068" y="47"/>
                  </a:cubicBezTo>
                  <a:cubicBezTo>
                    <a:pt x="3085" y="0"/>
                    <a:pt x="3085" y="0"/>
                    <a:pt x="3085" y="0"/>
                  </a:cubicBezTo>
                  <a:cubicBezTo>
                    <a:pt x="3079" y="13"/>
                    <a:pt x="3075" y="16"/>
                    <a:pt x="3075" y="23"/>
                  </a:cubicBezTo>
                  <a:cubicBezTo>
                    <a:pt x="3058" y="55"/>
                    <a:pt x="3058" y="62"/>
                    <a:pt x="3057" y="68"/>
                  </a:cubicBezTo>
                  <a:cubicBezTo>
                    <a:pt x="3042" y="112"/>
                    <a:pt x="3040" y="124"/>
                    <a:pt x="3035" y="133"/>
                  </a:cubicBezTo>
                  <a:cubicBezTo>
                    <a:pt x="3018" y="179"/>
                    <a:pt x="3022" y="177"/>
                    <a:pt x="3020" y="169"/>
                  </a:cubicBezTo>
                  <a:cubicBezTo>
                    <a:pt x="3028" y="127"/>
                    <a:pt x="3035" y="121"/>
                    <a:pt x="3035" y="109"/>
                  </a:cubicBezTo>
                  <a:cubicBezTo>
                    <a:pt x="3047" y="70"/>
                    <a:pt x="3049" y="60"/>
                    <a:pt x="3053" y="51"/>
                  </a:cubicBezTo>
                  <a:cubicBezTo>
                    <a:pt x="3062" y="0"/>
                    <a:pt x="3062" y="0"/>
                    <a:pt x="3062" y="0"/>
                  </a:cubicBezTo>
                  <a:cubicBezTo>
                    <a:pt x="3048" y="47"/>
                    <a:pt x="3041" y="63"/>
                    <a:pt x="3038" y="82"/>
                  </a:cubicBezTo>
                  <a:cubicBezTo>
                    <a:pt x="3027" y="111"/>
                    <a:pt x="3030" y="119"/>
                    <a:pt x="3025" y="120"/>
                  </a:cubicBezTo>
                  <a:cubicBezTo>
                    <a:pt x="3021" y="108"/>
                    <a:pt x="3025" y="106"/>
                    <a:pt x="3024" y="99"/>
                  </a:cubicBezTo>
                  <a:cubicBezTo>
                    <a:pt x="3037" y="45"/>
                    <a:pt x="3042" y="43"/>
                    <a:pt x="3041" y="36"/>
                  </a:cubicBezTo>
                  <a:cubicBezTo>
                    <a:pt x="3045" y="0"/>
                    <a:pt x="3045" y="0"/>
                    <a:pt x="3045" y="0"/>
                  </a:cubicBezTo>
                  <a:cubicBezTo>
                    <a:pt x="3030" y="52"/>
                    <a:pt x="3028" y="56"/>
                    <a:pt x="3028" y="61"/>
                  </a:cubicBezTo>
                  <a:close/>
                  <a:moveTo>
                    <a:pt x="3116" y="46"/>
                  </a:moveTo>
                  <a:cubicBezTo>
                    <a:pt x="3116" y="49"/>
                    <a:pt x="3113" y="49"/>
                    <a:pt x="3112" y="51"/>
                  </a:cubicBezTo>
                  <a:cubicBezTo>
                    <a:pt x="3103" y="60"/>
                    <a:pt x="3105" y="64"/>
                    <a:pt x="3102" y="65"/>
                  </a:cubicBezTo>
                  <a:cubicBezTo>
                    <a:pt x="3077" y="100"/>
                    <a:pt x="3078" y="112"/>
                    <a:pt x="3069" y="115"/>
                  </a:cubicBezTo>
                  <a:cubicBezTo>
                    <a:pt x="3059" y="148"/>
                    <a:pt x="3051" y="151"/>
                    <a:pt x="3050" y="160"/>
                  </a:cubicBezTo>
                  <a:cubicBezTo>
                    <a:pt x="3033" y="198"/>
                    <a:pt x="3037" y="206"/>
                    <a:pt x="3031" y="207"/>
                  </a:cubicBezTo>
                  <a:cubicBezTo>
                    <a:pt x="3028" y="240"/>
                    <a:pt x="3021" y="246"/>
                    <a:pt x="3028" y="247"/>
                  </a:cubicBezTo>
                  <a:cubicBezTo>
                    <a:pt x="3044" y="193"/>
                    <a:pt x="3046" y="187"/>
                    <a:pt x="3047" y="180"/>
                  </a:cubicBezTo>
                  <a:cubicBezTo>
                    <a:pt x="3066" y="142"/>
                    <a:pt x="3070" y="131"/>
                    <a:pt x="3078" y="123"/>
                  </a:cubicBezTo>
                  <a:cubicBezTo>
                    <a:pt x="3099" y="87"/>
                    <a:pt x="3100" y="84"/>
                    <a:pt x="3101" y="82"/>
                  </a:cubicBezTo>
                  <a:cubicBezTo>
                    <a:pt x="3138" y="36"/>
                    <a:pt x="3139" y="23"/>
                    <a:pt x="3149" y="18"/>
                  </a:cubicBezTo>
                  <a:cubicBezTo>
                    <a:pt x="3145" y="6"/>
                    <a:pt x="3139" y="11"/>
                    <a:pt x="3136" y="19"/>
                  </a:cubicBezTo>
                  <a:close/>
                  <a:moveTo>
                    <a:pt x="3177" y="40"/>
                  </a:moveTo>
                  <a:cubicBezTo>
                    <a:pt x="3172" y="44"/>
                    <a:pt x="3174" y="55"/>
                    <a:pt x="3165" y="56"/>
                  </a:cubicBezTo>
                  <a:cubicBezTo>
                    <a:pt x="3146" y="83"/>
                    <a:pt x="3143" y="85"/>
                    <a:pt x="3143" y="90"/>
                  </a:cubicBezTo>
                  <a:cubicBezTo>
                    <a:pt x="3128" y="108"/>
                    <a:pt x="3126" y="110"/>
                    <a:pt x="3123" y="111"/>
                  </a:cubicBezTo>
                  <a:cubicBezTo>
                    <a:pt x="3100" y="150"/>
                    <a:pt x="3089" y="160"/>
                    <a:pt x="3084" y="173"/>
                  </a:cubicBezTo>
                  <a:cubicBezTo>
                    <a:pt x="3061" y="210"/>
                    <a:pt x="3060" y="214"/>
                    <a:pt x="3061" y="218"/>
                  </a:cubicBezTo>
                  <a:cubicBezTo>
                    <a:pt x="3044" y="256"/>
                    <a:pt x="3048" y="268"/>
                    <a:pt x="3040" y="270"/>
                  </a:cubicBezTo>
                  <a:cubicBezTo>
                    <a:pt x="3036" y="343"/>
                    <a:pt x="3029" y="331"/>
                    <a:pt x="3034" y="330"/>
                  </a:cubicBezTo>
                  <a:cubicBezTo>
                    <a:pt x="3039" y="292"/>
                    <a:pt x="3042" y="288"/>
                    <a:pt x="3043" y="283"/>
                  </a:cubicBezTo>
                  <a:cubicBezTo>
                    <a:pt x="3059" y="238"/>
                    <a:pt x="3058" y="231"/>
                    <a:pt x="3064" y="229"/>
                  </a:cubicBezTo>
                  <a:cubicBezTo>
                    <a:pt x="3084" y="187"/>
                    <a:pt x="3087" y="184"/>
                    <a:pt x="3089" y="179"/>
                  </a:cubicBezTo>
                  <a:cubicBezTo>
                    <a:pt x="3124" y="131"/>
                    <a:pt x="3123" y="135"/>
                    <a:pt x="3127" y="131"/>
                  </a:cubicBezTo>
                  <a:cubicBezTo>
                    <a:pt x="3145" y="105"/>
                    <a:pt x="3144" y="100"/>
                    <a:pt x="3148" y="99"/>
                  </a:cubicBezTo>
                  <a:cubicBezTo>
                    <a:pt x="3161" y="79"/>
                    <a:pt x="3163" y="77"/>
                    <a:pt x="3164" y="74"/>
                  </a:cubicBezTo>
                  <a:cubicBezTo>
                    <a:pt x="3188" y="45"/>
                    <a:pt x="3190" y="38"/>
                    <a:pt x="3196" y="34"/>
                  </a:cubicBezTo>
                  <a:cubicBezTo>
                    <a:pt x="3215" y="7"/>
                    <a:pt x="3223" y="9"/>
                    <a:pt x="3220" y="2"/>
                  </a:cubicBezTo>
                  <a:cubicBezTo>
                    <a:pt x="3209" y="3"/>
                    <a:pt x="3209" y="7"/>
                    <a:pt x="3205" y="7"/>
                  </a:cubicBezTo>
                  <a:cubicBezTo>
                    <a:pt x="3184" y="32"/>
                    <a:pt x="3182" y="37"/>
                    <a:pt x="3177" y="40"/>
                  </a:cubicBezTo>
                  <a:close/>
                  <a:moveTo>
                    <a:pt x="3014" y="80"/>
                  </a:moveTo>
                  <a:cubicBezTo>
                    <a:pt x="3011" y="54"/>
                    <a:pt x="3017" y="36"/>
                    <a:pt x="3018" y="14"/>
                  </a:cubicBezTo>
                  <a:cubicBezTo>
                    <a:pt x="3022" y="13"/>
                    <a:pt x="3019" y="6"/>
                    <a:pt x="3022" y="5"/>
                  </a:cubicBezTo>
                  <a:cubicBezTo>
                    <a:pt x="3023" y="4"/>
                    <a:pt x="3024" y="2"/>
                    <a:pt x="3025" y="0"/>
                  </a:cubicBezTo>
                  <a:cubicBezTo>
                    <a:pt x="3015" y="0"/>
                    <a:pt x="3015" y="0"/>
                    <a:pt x="3015" y="0"/>
                  </a:cubicBezTo>
                  <a:cubicBezTo>
                    <a:pt x="3012" y="6"/>
                    <a:pt x="3014" y="15"/>
                    <a:pt x="3009" y="19"/>
                  </a:cubicBezTo>
                  <a:cubicBezTo>
                    <a:pt x="3009" y="31"/>
                    <a:pt x="3009" y="44"/>
                    <a:pt x="3008" y="56"/>
                  </a:cubicBezTo>
                  <a:cubicBezTo>
                    <a:pt x="3008" y="60"/>
                    <a:pt x="3008" y="65"/>
                    <a:pt x="3009" y="69"/>
                  </a:cubicBezTo>
                  <a:cubicBezTo>
                    <a:pt x="3010" y="73"/>
                    <a:pt x="3007" y="82"/>
                    <a:pt x="3014" y="80"/>
                  </a:cubicBezTo>
                  <a:close/>
                  <a:moveTo>
                    <a:pt x="2154" y="176"/>
                  </a:moveTo>
                  <a:cubicBezTo>
                    <a:pt x="2152" y="182"/>
                    <a:pt x="2146" y="191"/>
                    <a:pt x="2153" y="194"/>
                  </a:cubicBezTo>
                  <a:cubicBezTo>
                    <a:pt x="2159" y="188"/>
                    <a:pt x="2164" y="180"/>
                    <a:pt x="2169" y="171"/>
                  </a:cubicBezTo>
                  <a:cubicBezTo>
                    <a:pt x="2175" y="150"/>
                    <a:pt x="2180" y="133"/>
                    <a:pt x="2186" y="119"/>
                  </a:cubicBezTo>
                  <a:cubicBezTo>
                    <a:pt x="2187" y="111"/>
                    <a:pt x="2188" y="103"/>
                    <a:pt x="2192" y="94"/>
                  </a:cubicBezTo>
                  <a:cubicBezTo>
                    <a:pt x="2190" y="89"/>
                    <a:pt x="2193" y="91"/>
                    <a:pt x="2194" y="85"/>
                  </a:cubicBezTo>
                  <a:cubicBezTo>
                    <a:pt x="2196" y="81"/>
                    <a:pt x="2197" y="76"/>
                    <a:pt x="2199" y="71"/>
                  </a:cubicBezTo>
                  <a:cubicBezTo>
                    <a:pt x="2200" y="47"/>
                    <a:pt x="2202" y="27"/>
                    <a:pt x="2205" y="0"/>
                  </a:cubicBezTo>
                  <a:cubicBezTo>
                    <a:pt x="2197" y="0"/>
                    <a:pt x="2197" y="0"/>
                    <a:pt x="2197" y="0"/>
                  </a:cubicBezTo>
                  <a:cubicBezTo>
                    <a:pt x="2196" y="4"/>
                    <a:pt x="2196" y="9"/>
                    <a:pt x="2195" y="13"/>
                  </a:cubicBezTo>
                  <a:cubicBezTo>
                    <a:pt x="2197" y="21"/>
                    <a:pt x="2191" y="35"/>
                    <a:pt x="2194" y="40"/>
                  </a:cubicBezTo>
                  <a:cubicBezTo>
                    <a:pt x="2195" y="41"/>
                    <a:pt x="2191" y="42"/>
                    <a:pt x="2191" y="41"/>
                  </a:cubicBezTo>
                  <a:cubicBezTo>
                    <a:pt x="2191" y="46"/>
                    <a:pt x="2192" y="50"/>
                    <a:pt x="2192" y="55"/>
                  </a:cubicBezTo>
                  <a:cubicBezTo>
                    <a:pt x="2192" y="55"/>
                    <a:pt x="2189" y="55"/>
                    <a:pt x="2189" y="57"/>
                  </a:cubicBezTo>
                  <a:cubicBezTo>
                    <a:pt x="2189" y="57"/>
                    <a:pt x="2191" y="58"/>
                    <a:pt x="2191" y="59"/>
                  </a:cubicBezTo>
                  <a:cubicBezTo>
                    <a:pt x="2191" y="62"/>
                    <a:pt x="2192" y="64"/>
                    <a:pt x="2190" y="68"/>
                  </a:cubicBezTo>
                  <a:cubicBezTo>
                    <a:pt x="2187" y="76"/>
                    <a:pt x="2186" y="89"/>
                    <a:pt x="2181" y="93"/>
                  </a:cubicBezTo>
                  <a:cubicBezTo>
                    <a:pt x="2185" y="94"/>
                    <a:pt x="2179" y="102"/>
                    <a:pt x="2179" y="106"/>
                  </a:cubicBezTo>
                  <a:cubicBezTo>
                    <a:pt x="2181" y="109"/>
                    <a:pt x="2179" y="114"/>
                    <a:pt x="2177" y="119"/>
                  </a:cubicBezTo>
                  <a:cubicBezTo>
                    <a:pt x="2171" y="131"/>
                    <a:pt x="2167" y="145"/>
                    <a:pt x="2163" y="160"/>
                  </a:cubicBezTo>
                  <a:cubicBezTo>
                    <a:pt x="2162" y="164"/>
                    <a:pt x="2159" y="164"/>
                    <a:pt x="2158" y="168"/>
                  </a:cubicBezTo>
                  <a:cubicBezTo>
                    <a:pt x="2157" y="171"/>
                    <a:pt x="2157" y="176"/>
                    <a:pt x="2154" y="176"/>
                  </a:cubicBezTo>
                  <a:close/>
                  <a:moveTo>
                    <a:pt x="2311" y="845"/>
                  </a:moveTo>
                  <a:cubicBezTo>
                    <a:pt x="2314" y="849"/>
                    <a:pt x="2316" y="854"/>
                    <a:pt x="2323" y="858"/>
                  </a:cubicBezTo>
                  <a:cubicBezTo>
                    <a:pt x="2344" y="898"/>
                    <a:pt x="2346" y="909"/>
                    <a:pt x="2357" y="917"/>
                  </a:cubicBezTo>
                  <a:cubicBezTo>
                    <a:pt x="2373" y="962"/>
                    <a:pt x="2374" y="968"/>
                    <a:pt x="2379" y="974"/>
                  </a:cubicBezTo>
                  <a:cubicBezTo>
                    <a:pt x="2402" y="1039"/>
                    <a:pt x="2405" y="1045"/>
                    <a:pt x="2406" y="1052"/>
                  </a:cubicBezTo>
                  <a:cubicBezTo>
                    <a:pt x="2428" y="1117"/>
                    <a:pt x="2430" y="1124"/>
                    <a:pt x="2429" y="1131"/>
                  </a:cubicBezTo>
                  <a:cubicBezTo>
                    <a:pt x="2441" y="1178"/>
                    <a:pt x="2454" y="1182"/>
                    <a:pt x="2448" y="1190"/>
                  </a:cubicBezTo>
                  <a:cubicBezTo>
                    <a:pt x="2462" y="1236"/>
                    <a:pt x="2466" y="1242"/>
                    <a:pt x="2469" y="1249"/>
                  </a:cubicBezTo>
                  <a:cubicBezTo>
                    <a:pt x="2482" y="1291"/>
                    <a:pt x="2482" y="1294"/>
                    <a:pt x="2486" y="1297"/>
                  </a:cubicBezTo>
                  <a:cubicBezTo>
                    <a:pt x="2499" y="1333"/>
                    <a:pt x="2498" y="1340"/>
                    <a:pt x="2504" y="1345"/>
                  </a:cubicBezTo>
                  <a:cubicBezTo>
                    <a:pt x="2523" y="1391"/>
                    <a:pt x="2526" y="1397"/>
                    <a:pt x="2531" y="1403"/>
                  </a:cubicBezTo>
                  <a:cubicBezTo>
                    <a:pt x="2541" y="1435"/>
                    <a:pt x="2545" y="1437"/>
                    <a:pt x="2548" y="1440"/>
                  </a:cubicBezTo>
                  <a:cubicBezTo>
                    <a:pt x="2563" y="1473"/>
                    <a:pt x="2567" y="1475"/>
                    <a:pt x="2567" y="1479"/>
                  </a:cubicBezTo>
                  <a:cubicBezTo>
                    <a:pt x="2616" y="1536"/>
                    <a:pt x="2619" y="1537"/>
                    <a:pt x="2623" y="1537"/>
                  </a:cubicBezTo>
                  <a:cubicBezTo>
                    <a:pt x="2627" y="1538"/>
                    <a:pt x="2626" y="1536"/>
                    <a:pt x="2624" y="1535"/>
                  </a:cubicBezTo>
                  <a:cubicBezTo>
                    <a:pt x="2576" y="1476"/>
                    <a:pt x="2567" y="1471"/>
                    <a:pt x="2569" y="1465"/>
                  </a:cubicBezTo>
                  <a:cubicBezTo>
                    <a:pt x="2557" y="1435"/>
                    <a:pt x="2550" y="1434"/>
                    <a:pt x="2552" y="1430"/>
                  </a:cubicBezTo>
                  <a:cubicBezTo>
                    <a:pt x="2534" y="1388"/>
                    <a:pt x="2528" y="1383"/>
                    <a:pt x="2527" y="1377"/>
                  </a:cubicBezTo>
                  <a:cubicBezTo>
                    <a:pt x="2513" y="1348"/>
                    <a:pt x="2509" y="1345"/>
                    <a:pt x="2506" y="1342"/>
                  </a:cubicBezTo>
                  <a:cubicBezTo>
                    <a:pt x="2504" y="1319"/>
                    <a:pt x="2497" y="1314"/>
                    <a:pt x="2498" y="1307"/>
                  </a:cubicBezTo>
                  <a:cubicBezTo>
                    <a:pt x="2481" y="1279"/>
                    <a:pt x="2493" y="1274"/>
                    <a:pt x="2484" y="1272"/>
                  </a:cubicBezTo>
                  <a:cubicBezTo>
                    <a:pt x="2476" y="1250"/>
                    <a:pt x="2478" y="1244"/>
                    <a:pt x="2473" y="1238"/>
                  </a:cubicBezTo>
                  <a:cubicBezTo>
                    <a:pt x="2460" y="1192"/>
                    <a:pt x="2460" y="1189"/>
                    <a:pt x="2458" y="1186"/>
                  </a:cubicBezTo>
                  <a:cubicBezTo>
                    <a:pt x="2450" y="1144"/>
                    <a:pt x="2438" y="1140"/>
                    <a:pt x="2441" y="1133"/>
                  </a:cubicBezTo>
                  <a:cubicBezTo>
                    <a:pt x="2428" y="1087"/>
                    <a:pt x="2424" y="1075"/>
                    <a:pt x="2416" y="1064"/>
                  </a:cubicBezTo>
                  <a:cubicBezTo>
                    <a:pt x="2410" y="1041"/>
                    <a:pt x="2411" y="1035"/>
                    <a:pt x="2407" y="1030"/>
                  </a:cubicBezTo>
                  <a:cubicBezTo>
                    <a:pt x="2387" y="974"/>
                    <a:pt x="2384" y="968"/>
                    <a:pt x="2380" y="962"/>
                  </a:cubicBezTo>
                  <a:cubicBezTo>
                    <a:pt x="2366" y="915"/>
                    <a:pt x="2355" y="909"/>
                    <a:pt x="2357" y="902"/>
                  </a:cubicBezTo>
                  <a:cubicBezTo>
                    <a:pt x="2339" y="870"/>
                    <a:pt x="2335" y="867"/>
                    <a:pt x="2335" y="864"/>
                  </a:cubicBezTo>
                  <a:cubicBezTo>
                    <a:pt x="2329" y="853"/>
                    <a:pt x="2327" y="850"/>
                    <a:pt x="2322" y="847"/>
                  </a:cubicBezTo>
                  <a:close/>
                  <a:moveTo>
                    <a:pt x="2226" y="830"/>
                  </a:moveTo>
                  <a:cubicBezTo>
                    <a:pt x="2225" y="835"/>
                    <a:pt x="2237" y="841"/>
                    <a:pt x="2240" y="840"/>
                  </a:cubicBezTo>
                  <a:cubicBezTo>
                    <a:pt x="2280" y="885"/>
                    <a:pt x="2282" y="892"/>
                    <a:pt x="2288" y="898"/>
                  </a:cubicBezTo>
                  <a:cubicBezTo>
                    <a:pt x="2309" y="930"/>
                    <a:pt x="2309" y="932"/>
                    <a:pt x="2309" y="933"/>
                  </a:cubicBezTo>
                  <a:cubicBezTo>
                    <a:pt x="2324" y="964"/>
                    <a:pt x="2328" y="967"/>
                    <a:pt x="2329" y="970"/>
                  </a:cubicBezTo>
                  <a:cubicBezTo>
                    <a:pt x="2351" y="1008"/>
                    <a:pt x="2350" y="1015"/>
                    <a:pt x="2355" y="1021"/>
                  </a:cubicBezTo>
                  <a:cubicBezTo>
                    <a:pt x="2373" y="1067"/>
                    <a:pt x="2375" y="1070"/>
                    <a:pt x="2375" y="1074"/>
                  </a:cubicBezTo>
                  <a:cubicBezTo>
                    <a:pt x="2397" y="1132"/>
                    <a:pt x="2396" y="1135"/>
                    <a:pt x="2401" y="1138"/>
                  </a:cubicBezTo>
                  <a:cubicBezTo>
                    <a:pt x="2407" y="1163"/>
                    <a:pt x="2406" y="1167"/>
                    <a:pt x="2414" y="1170"/>
                  </a:cubicBezTo>
                  <a:cubicBezTo>
                    <a:pt x="2421" y="1203"/>
                    <a:pt x="2425" y="1211"/>
                    <a:pt x="2422" y="1220"/>
                  </a:cubicBezTo>
                  <a:cubicBezTo>
                    <a:pt x="2443" y="1271"/>
                    <a:pt x="2443" y="1273"/>
                    <a:pt x="2443" y="1276"/>
                  </a:cubicBezTo>
                  <a:cubicBezTo>
                    <a:pt x="2453" y="1306"/>
                    <a:pt x="2452" y="1312"/>
                    <a:pt x="2457" y="1317"/>
                  </a:cubicBezTo>
                  <a:cubicBezTo>
                    <a:pt x="2463" y="1344"/>
                    <a:pt x="2471" y="1346"/>
                    <a:pt x="2470" y="1349"/>
                  </a:cubicBezTo>
                  <a:cubicBezTo>
                    <a:pt x="2487" y="1386"/>
                    <a:pt x="2484" y="1392"/>
                    <a:pt x="2494" y="1396"/>
                  </a:cubicBezTo>
                  <a:cubicBezTo>
                    <a:pt x="2510" y="1433"/>
                    <a:pt x="2518" y="1438"/>
                    <a:pt x="2517" y="1443"/>
                  </a:cubicBezTo>
                  <a:cubicBezTo>
                    <a:pt x="2533" y="1461"/>
                    <a:pt x="2535" y="1463"/>
                    <a:pt x="2536" y="1466"/>
                  </a:cubicBezTo>
                  <a:cubicBezTo>
                    <a:pt x="2554" y="1485"/>
                    <a:pt x="2560" y="1493"/>
                    <a:pt x="2563" y="1489"/>
                  </a:cubicBezTo>
                  <a:cubicBezTo>
                    <a:pt x="2530" y="1445"/>
                    <a:pt x="2522" y="1441"/>
                    <a:pt x="2522" y="1436"/>
                  </a:cubicBezTo>
                  <a:cubicBezTo>
                    <a:pt x="2466" y="1320"/>
                    <a:pt x="2462" y="1316"/>
                    <a:pt x="2464" y="1311"/>
                  </a:cubicBezTo>
                  <a:cubicBezTo>
                    <a:pt x="2445" y="1263"/>
                    <a:pt x="2447" y="1258"/>
                    <a:pt x="2442" y="1254"/>
                  </a:cubicBezTo>
                  <a:cubicBezTo>
                    <a:pt x="2435" y="1229"/>
                    <a:pt x="2435" y="1227"/>
                    <a:pt x="2435" y="1224"/>
                  </a:cubicBezTo>
                  <a:cubicBezTo>
                    <a:pt x="2407" y="1143"/>
                    <a:pt x="2407" y="1133"/>
                    <a:pt x="2403" y="1124"/>
                  </a:cubicBezTo>
                  <a:cubicBezTo>
                    <a:pt x="2396" y="1104"/>
                    <a:pt x="2396" y="1099"/>
                    <a:pt x="2394" y="1094"/>
                  </a:cubicBezTo>
                  <a:cubicBezTo>
                    <a:pt x="2379" y="1056"/>
                    <a:pt x="2379" y="1054"/>
                    <a:pt x="2377" y="1052"/>
                  </a:cubicBezTo>
                  <a:cubicBezTo>
                    <a:pt x="2362" y="1018"/>
                    <a:pt x="2360" y="1013"/>
                    <a:pt x="2359" y="1008"/>
                  </a:cubicBezTo>
                  <a:cubicBezTo>
                    <a:pt x="2322" y="939"/>
                    <a:pt x="2316" y="929"/>
                    <a:pt x="2311" y="919"/>
                  </a:cubicBezTo>
                  <a:cubicBezTo>
                    <a:pt x="2268" y="860"/>
                    <a:pt x="2269" y="857"/>
                    <a:pt x="2267" y="855"/>
                  </a:cubicBezTo>
                  <a:cubicBezTo>
                    <a:pt x="2242" y="833"/>
                    <a:pt x="2236" y="829"/>
                    <a:pt x="2230" y="825"/>
                  </a:cubicBezTo>
                  <a:cubicBezTo>
                    <a:pt x="2215" y="829"/>
                    <a:pt x="2217" y="829"/>
                    <a:pt x="2219" y="829"/>
                  </a:cubicBezTo>
                  <a:close/>
                  <a:moveTo>
                    <a:pt x="3510" y="16"/>
                  </a:moveTo>
                  <a:cubicBezTo>
                    <a:pt x="3524" y="18"/>
                    <a:pt x="3535" y="22"/>
                    <a:pt x="3546" y="27"/>
                  </a:cubicBezTo>
                  <a:cubicBezTo>
                    <a:pt x="3580" y="42"/>
                    <a:pt x="3582" y="38"/>
                    <a:pt x="3584" y="42"/>
                  </a:cubicBezTo>
                  <a:cubicBezTo>
                    <a:pt x="3618" y="52"/>
                    <a:pt x="3623" y="54"/>
                    <a:pt x="3628" y="56"/>
                  </a:cubicBezTo>
                  <a:cubicBezTo>
                    <a:pt x="3702" y="78"/>
                    <a:pt x="3712" y="88"/>
                    <a:pt x="3727" y="91"/>
                  </a:cubicBezTo>
                  <a:cubicBezTo>
                    <a:pt x="3785" y="120"/>
                    <a:pt x="3787" y="122"/>
                    <a:pt x="3791" y="123"/>
                  </a:cubicBezTo>
                  <a:cubicBezTo>
                    <a:pt x="3770" y="103"/>
                    <a:pt x="3762" y="105"/>
                    <a:pt x="3760" y="99"/>
                  </a:cubicBezTo>
                  <a:cubicBezTo>
                    <a:pt x="3707" y="77"/>
                    <a:pt x="3699" y="70"/>
                    <a:pt x="3688" y="67"/>
                  </a:cubicBezTo>
                  <a:cubicBezTo>
                    <a:pt x="3618" y="44"/>
                    <a:pt x="3610" y="38"/>
                    <a:pt x="3599" y="36"/>
                  </a:cubicBezTo>
                  <a:cubicBezTo>
                    <a:pt x="3547" y="17"/>
                    <a:pt x="3540" y="18"/>
                    <a:pt x="3538" y="12"/>
                  </a:cubicBezTo>
                  <a:cubicBezTo>
                    <a:pt x="3504" y="1"/>
                    <a:pt x="3503" y="1"/>
                    <a:pt x="3503" y="0"/>
                  </a:cubicBezTo>
                  <a:cubicBezTo>
                    <a:pt x="3495" y="8"/>
                    <a:pt x="3505" y="9"/>
                    <a:pt x="3510" y="16"/>
                  </a:cubicBezTo>
                  <a:close/>
                  <a:moveTo>
                    <a:pt x="3427" y="20"/>
                  </a:moveTo>
                  <a:cubicBezTo>
                    <a:pt x="3431" y="23"/>
                    <a:pt x="3439" y="22"/>
                    <a:pt x="3441" y="28"/>
                  </a:cubicBezTo>
                  <a:cubicBezTo>
                    <a:pt x="3472" y="49"/>
                    <a:pt x="3482" y="47"/>
                    <a:pt x="3484" y="53"/>
                  </a:cubicBezTo>
                  <a:cubicBezTo>
                    <a:pt x="3561" y="81"/>
                    <a:pt x="3567" y="88"/>
                    <a:pt x="3580" y="88"/>
                  </a:cubicBezTo>
                  <a:cubicBezTo>
                    <a:pt x="3610" y="99"/>
                    <a:pt x="3608" y="105"/>
                    <a:pt x="3614" y="103"/>
                  </a:cubicBezTo>
                  <a:cubicBezTo>
                    <a:pt x="3673" y="129"/>
                    <a:pt x="3682" y="128"/>
                    <a:pt x="3686" y="133"/>
                  </a:cubicBezTo>
                  <a:cubicBezTo>
                    <a:pt x="3728" y="150"/>
                    <a:pt x="3736" y="150"/>
                    <a:pt x="3738" y="156"/>
                  </a:cubicBezTo>
                  <a:cubicBezTo>
                    <a:pt x="3766" y="171"/>
                    <a:pt x="3768" y="173"/>
                    <a:pt x="3770" y="175"/>
                  </a:cubicBezTo>
                  <a:cubicBezTo>
                    <a:pt x="3815" y="218"/>
                    <a:pt x="3820" y="221"/>
                    <a:pt x="3824" y="226"/>
                  </a:cubicBezTo>
                  <a:cubicBezTo>
                    <a:pt x="3840" y="232"/>
                    <a:pt x="3826" y="226"/>
                    <a:pt x="3823" y="217"/>
                  </a:cubicBezTo>
                  <a:cubicBezTo>
                    <a:pt x="3809" y="197"/>
                    <a:pt x="3803" y="200"/>
                    <a:pt x="3804" y="195"/>
                  </a:cubicBezTo>
                  <a:cubicBezTo>
                    <a:pt x="3780" y="170"/>
                    <a:pt x="3772" y="173"/>
                    <a:pt x="3772" y="166"/>
                  </a:cubicBezTo>
                  <a:cubicBezTo>
                    <a:pt x="3732" y="139"/>
                    <a:pt x="3725" y="141"/>
                    <a:pt x="3724" y="135"/>
                  </a:cubicBezTo>
                  <a:cubicBezTo>
                    <a:pt x="3672" y="119"/>
                    <a:pt x="3670" y="114"/>
                    <a:pt x="3665" y="113"/>
                  </a:cubicBezTo>
                  <a:cubicBezTo>
                    <a:pt x="3622" y="94"/>
                    <a:pt x="3612" y="93"/>
                    <a:pt x="3607" y="88"/>
                  </a:cubicBezTo>
                  <a:cubicBezTo>
                    <a:pt x="3553" y="69"/>
                    <a:pt x="3545" y="69"/>
                    <a:pt x="3539" y="65"/>
                  </a:cubicBezTo>
                  <a:cubicBezTo>
                    <a:pt x="3500" y="46"/>
                    <a:pt x="3489" y="45"/>
                    <a:pt x="3481" y="40"/>
                  </a:cubicBezTo>
                  <a:cubicBezTo>
                    <a:pt x="3448" y="23"/>
                    <a:pt x="3449" y="17"/>
                    <a:pt x="3444" y="19"/>
                  </a:cubicBezTo>
                  <a:cubicBezTo>
                    <a:pt x="3422" y="2"/>
                    <a:pt x="3421" y="1"/>
                    <a:pt x="3421" y="0"/>
                  </a:cubicBezTo>
                  <a:close/>
                  <a:moveTo>
                    <a:pt x="2120" y="152"/>
                  </a:moveTo>
                  <a:cubicBezTo>
                    <a:pt x="2122" y="149"/>
                    <a:pt x="2127" y="152"/>
                    <a:pt x="2126" y="145"/>
                  </a:cubicBezTo>
                  <a:cubicBezTo>
                    <a:pt x="2128" y="141"/>
                    <a:pt x="2129" y="136"/>
                    <a:pt x="2130" y="132"/>
                  </a:cubicBezTo>
                  <a:cubicBezTo>
                    <a:pt x="2133" y="135"/>
                    <a:pt x="2137" y="123"/>
                    <a:pt x="2133" y="124"/>
                  </a:cubicBezTo>
                  <a:cubicBezTo>
                    <a:pt x="2133" y="119"/>
                    <a:pt x="2138" y="121"/>
                    <a:pt x="2138" y="114"/>
                  </a:cubicBezTo>
                  <a:cubicBezTo>
                    <a:pt x="2137" y="106"/>
                    <a:pt x="2141" y="96"/>
                    <a:pt x="2144" y="86"/>
                  </a:cubicBezTo>
                  <a:cubicBezTo>
                    <a:pt x="2144" y="69"/>
                    <a:pt x="2149" y="48"/>
                    <a:pt x="2154" y="28"/>
                  </a:cubicBezTo>
                  <a:cubicBezTo>
                    <a:pt x="2152" y="20"/>
                    <a:pt x="2156" y="9"/>
                    <a:pt x="2156" y="0"/>
                  </a:cubicBezTo>
                  <a:cubicBezTo>
                    <a:pt x="2146" y="0"/>
                    <a:pt x="2146" y="0"/>
                    <a:pt x="2146" y="0"/>
                  </a:cubicBezTo>
                  <a:cubicBezTo>
                    <a:pt x="2146" y="12"/>
                    <a:pt x="2145" y="24"/>
                    <a:pt x="2146" y="35"/>
                  </a:cubicBezTo>
                  <a:cubicBezTo>
                    <a:pt x="2140" y="38"/>
                    <a:pt x="2145" y="45"/>
                    <a:pt x="2140" y="53"/>
                  </a:cubicBezTo>
                  <a:cubicBezTo>
                    <a:pt x="2143" y="59"/>
                    <a:pt x="2137" y="69"/>
                    <a:pt x="2135" y="77"/>
                  </a:cubicBezTo>
                  <a:cubicBezTo>
                    <a:pt x="2143" y="79"/>
                    <a:pt x="2129" y="83"/>
                    <a:pt x="2136" y="84"/>
                  </a:cubicBezTo>
                  <a:cubicBezTo>
                    <a:pt x="2134" y="88"/>
                    <a:pt x="2133" y="92"/>
                    <a:pt x="2132" y="96"/>
                  </a:cubicBezTo>
                  <a:cubicBezTo>
                    <a:pt x="2127" y="106"/>
                    <a:pt x="2131" y="111"/>
                    <a:pt x="2127" y="120"/>
                  </a:cubicBezTo>
                  <a:cubicBezTo>
                    <a:pt x="2126" y="127"/>
                    <a:pt x="2123" y="131"/>
                    <a:pt x="2120" y="136"/>
                  </a:cubicBezTo>
                  <a:cubicBezTo>
                    <a:pt x="2119" y="142"/>
                    <a:pt x="2114" y="150"/>
                    <a:pt x="2120" y="152"/>
                  </a:cubicBezTo>
                  <a:close/>
                  <a:moveTo>
                    <a:pt x="3473" y="21"/>
                  </a:moveTo>
                  <a:cubicBezTo>
                    <a:pt x="3474" y="26"/>
                    <a:pt x="3481" y="23"/>
                    <a:pt x="3482" y="27"/>
                  </a:cubicBezTo>
                  <a:cubicBezTo>
                    <a:pt x="3525" y="42"/>
                    <a:pt x="3529" y="41"/>
                    <a:pt x="3529" y="43"/>
                  </a:cubicBezTo>
                  <a:cubicBezTo>
                    <a:pt x="3556" y="50"/>
                    <a:pt x="3560" y="53"/>
                    <a:pt x="3565" y="54"/>
                  </a:cubicBezTo>
                  <a:cubicBezTo>
                    <a:pt x="3587" y="59"/>
                    <a:pt x="3590" y="63"/>
                    <a:pt x="3596" y="63"/>
                  </a:cubicBezTo>
                  <a:cubicBezTo>
                    <a:pt x="3658" y="81"/>
                    <a:pt x="3665" y="83"/>
                    <a:pt x="3672" y="84"/>
                  </a:cubicBezTo>
                  <a:cubicBezTo>
                    <a:pt x="3705" y="94"/>
                    <a:pt x="3704" y="100"/>
                    <a:pt x="3710" y="98"/>
                  </a:cubicBezTo>
                  <a:cubicBezTo>
                    <a:pt x="3741" y="113"/>
                    <a:pt x="3750" y="122"/>
                    <a:pt x="3762" y="128"/>
                  </a:cubicBezTo>
                  <a:cubicBezTo>
                    <a:pt x="3734" y="106"/>
                    <a:pt x="3735" y="102"/>
                    <a:pt x="3732" y="101"/>
                  </a:cubicBezTo>
                  <a:cubicBezTo>
                    <a:pt x="3703" y="87"/>
                    <a:pt x="3695" y="86"/>
                    <a:pt x="3691" y="80"/>
                  </a:cubicBezTo>
                  <a:cubicBezTo>
                    <a:pt x="3643" y="67"/>
                    <a:pt x="3634" y="68"/>
                    <a:pt x="3631" y="63"/>
                  </a:cubicBezTo>
                  <a:cubicBezTo>
                    <a:pt x="3595" y="53"/>
                    <a:pt x="3580" y="51"/>
                    <a:pt x="3566" y="45"/>
                  </a:cubicBezTo>
                  <a:cubicBezTo>
                    <a:pt x="3521" y="29"/>
                    <a:pt x="3512" y="29"/>
                    <a:pt x="3506" y="25"/>
                  </a:cubicBezTo>
                  <a:cubicBezTo>
                    <a:pt x="3450" y="1"/>
                    <a:pt x="3450" y="1"/>
                    <a:pt x="3449" y="0"/>
                  </a:cubicBezTo>
                  <a:cubicBezTo>
                    <a:pt x="3460" y="14"/>
                    <a:pt x="3465" y="20"/>
                    <a:pt x="3473" y="21"/>
                  </a:cubicBezTo>
                  <a:close/>
                  <a:moveTo>
                    <a:pt x="3620" y="24"/>
                  </a:moveTo>
                  <a:cubicBezTo>
                    <a:pt x="3631" y="33"/>
                    <a:pt x="3648" y="37"/>
                    <a:pt x="3660" y="45"/>
                  </a:cubicBezTo>
                  <a:cubicBezTo>
                    <a:pt x="3693" y="63"/>
                    <a:pt x="3695" y="64"/>
                    <a:pt x="3697" y="64"/>
                  </a:cubicBezTo>
                  <a:cubicBezTo>
                    <a:pt x="3679" y="44"/>
                    <a:pt x="3672" y="47"/>
                    <a:pt x="3673" y="40"/>
                  </a:cubicBezTo>
                  <a:cubicBezTo>
                    <a:pt x="3676" y="28"/>
                    <a:pt x="3672" y="29"/>
                    <a:pt x="3670" y="27"/>
                  </a:cubicBezTo>
                  <a:cubicBezTo>
                    <a:pt x="3650" y="7"/>
                    <a:pt x="3647" y="4"/>
                    <a:pt x="3644" y="0"/>
                  </a:cubicBezTo>
                  <a:cubicBezTo>
                    <a:pt x="3635" y="4"/>
                    <a:pt x="3633" y="2"/>
                    <a:pt x="3633" y="1"/>
                  </a:cubicBezTo>
                  <a:cubicBezTo>
                    <a:pt x="3612" y="3"/>
                    <a:pt x="3615" y="4"/>
                    <a:pt x="3618" y="7"/>
                  </a:cubicBezTo>
                  <a:cubicBezTo>
                    <a:pt x="3628" y="5"/>
                    <a:pt x="3633" y="12"/>
                    <a:pt x="3636" y="12"/>
                  </a:cubicBezTo>
                  <a:cubicBezTo>
                    <a:pt x="3662" y="38"/>
                    <a:pt x="3670" y="35"/>
                    <a:pt x="3669" y="42"/>
                  </a:cubicBezTo>
                  <a:cubicBezTo>
                    <a:pt x="3626" y="22"/>
                    <a:pt x="3626" y="19"/>
                    <a:pt x="3622" y="19"/>
                  </a:cubicBezTo>
                  <a:cubicBezTo>
                    <a:pt x="3555" y="0"/>
                    <a:pt x="3555" y="0"/>
                    <a:pt x="3555" y="0"/>
                  </a:cubicBezTo>
                  <a:close/>
                  <a:moveTo>
                    <a:pt x="3212" y="33"/>
                  </a:moveTo>
                  <a:cubicBezTo>
                    <a:pt x="3206" y="33"/>
                    <a:pt x="3205" y="37"/>
                    <a:pt x="3203" y="40"/>
                  </a:cubicBezTo>
                  <a:cubicBezTo>
                    <a:pt x="3189" y="62"/>
                    <a:pt x="3182" y="63"/>
                    <a:pt x="3181" y="70"/>
                  </a:cubicBezTo>
                  <a:cubicBezTo>
                    <a:pt x="3156" y="101"/>
                    <a:pt x="3153" y="105"/>
                    <a:pt x="3149" y="110"/>
                  </a:cubicBezTo>
                  <a:cubicBezTo>
                    <a:pt x="3127" y="142"/>
                    <a:pt x="3121" y="145"/>
                    <a:pt x="3117" y="149"/>
                  </a:cubicBezTo>
                  <a:cubicBezTo>
                    <a:pt x="3095" y="182"/>
                    <a:pt x="3097" y="191"/>
                    <a:pt x="3089" y="192"/>
                  </a:cubicBezTo>
                  <a:cubicBezTo>
                    <a:pt x="3072" y="230"/>
                    <a:pt x="3070" y="235"/>
                    <a:pt x="3067" y="240"/>
                  </a:cubicBezTo>
                  <a:cubicBezTo>
                    <a:pt x="3055" y="279"/>
                    <a:pt x="3050" y="279"/>
                    <a:pt x="3052" y="285"/>
                  </a:cubicBezTo>
                  <a:cubicBezTo>
                    <a:pt x="3062" y="273"/>
                    <a:pt x="3059" y="266"/>
                    <a:pt x="3062" y="264"/>
                  </a:cubicBezTo>
                  <a:cubicBezTo>
                    <a:pt x="3091" y="212"/>
                    <a:pt x="3094" y="199"/>
                    <a:pt x="3102" y="189"/>
                  </a:cubicBezTo>
                  <a:cubicBezTo>
                    <a:pt x="3129" y="153"/>
                    <a:pt x="3131" y="147"/>
                    <a:pt x="3134" y="141"/>
                  </a:cubicBezTo>
                  <a:cubicBezTo>
                    <a:pt x="3178" y="91"/>
                    <a:pt x="3180" y="84"/>
                    <a:pt x="3184" y="79"/>
                  </a:cubicBezTo>
                  <a:cubicBezTo>
                    <a:pt x="3206" y="54"/>
                    <a:pt x="3203" y="47"/>
                    <a:pt x="3210" y="48"/>
                  </a:cubicBezTo>
                  <a:cubicBezTo>
                    <a:pt x="3230" y="23"/>
                    <a:pt x="3232" y="21"/>
                    <a:pt x="3235" y="18"/>
                  </a:cubicBezTo>
                  <a:cubicBezTo>
                    <a:pt x="3236" y="0"/>
                    <a:pt x="3236" y="0"/>
                    <a:pt x="3236" y="0"/>
                  </a:cubicBezTo>
                  <a:close/>
                  <a:moveTo>
                    <a:pt x="3233" y="56"/>
                  </a:moveTo>
                  <a:cubicBezTo>
                    <a:pt x="3233" y="58"/>
                    <a:pt x="3230" y="57"/>
                    <a:pt x="3229" y="58"/>
                  </a:cubicBezTo>
                  <a:cubicBezTo>
                    <a:pt x="3216" y="75"/>
                    <a:pt x="3212" y="85"/>
                    <a:pt x="3202" y="90"/>
                  </a:cubicBezTo>
                  <a:cubicBezTo>
                    <a:pt x="3171" y="129"/>
                    <a:pt x="3166" y="132"/>
                    <a:pt x="3164" y="137"/>
                  </a:cubicBezTo>
                  <a:cubicBezTo>
                    <a:pt x="3139" y="170"/>
                    <a:pt x="3133" y="178"/>
                    <a:pt x="3126" y="185"/>
                  </a:cubicBezTo>
                  <a:cubicBezTo>
                    <a:pt x="3100" y="228"/>
                    <a:pt x="3098" y="230"/>
                    <a:pt x="3099" y="233"/>
                  </a:cubicBezTo>
                  <a:cubicBezTo>
                    <a:pt x="3089" y="255"/>
                    <a:pt x="3084" y="261"/>
                    <a:pt x="3082" y="269"/>
                  </a:cubicBezTo>
                  <a:cubicBezTo>
                    <a:pt x="3073" y="289"/>
                    <a:pt x="3070" y="294"/>
                    <a:pt x="3071" y="301"/>
                  </a:cubicBezTo>
                  <a:cubicBezTo>
                    <a:pt x="3061" y="337"/>
                    <a:pt x="3052" y="344"/>
                    <a:pt x="3059" y="348"/>
                  </a:cubicBezTo>
                  <a:cubicBezTo>
                    <a:pt x="3069" y="311"/>
                    <a:pt x="3071" y="307"/>
                    <a:pt x="3073" y="305"/>
                  </a:cubicBezTo>
                  <a:cubicBezTo>
                    <a:pt x="3087" y="271"/>
                    <a:pt x="3088" y="268"/>
                    <a:pt x="3090" y="264"/>
                  </a:cubicBezTo>
                  <a:cubicBezTo>
                    <a:pt x="3111" y="237"/>
                    <a:pt x="3106" y="228"/>
                    <a:pt x="3109" y="226"/>
                  </a:cubicBezTo>
                  <a:cubicBezTo>
                    <a:pt x="3127" y="208"/>
                    <a:pt x="3122" y="199"/>
                    <a:pt x="3129" y="201"/>
                  </a:cubicBezTo>
                  <a:cubicBezTo>
                    <a:pt x="3162" y="155"/>
                    <a:pt x="3164" y="153"/>
                    <a:pt x="3165" y="150"/>
                  </a:cubicBezTo>
                  <a:cubicBezTo>
                    <a:pt x="3190" y="125"/>
                    <a:pt x="3187" y="118"/>
                    <a:pt x="3191" y="117"/>
                  </a:cubicBezTo>
                  <a:cubicBezTo>
                    <a:pt x="3208" y="99"/>
                    <a:pt x="3213" y="99"/>
                    <a:pt x="3214" y="94"/>
                  </a:cubicBezTo>
                  <a:cubicBezTo>
                    <a:pt x="3234" y="64"/>
                    <a:pt x="3239" y="64"/>
                    <a:pt x="3242" y="61"/>
                  </a:cubicBezTo>
                  <a:cubicBezTo>
                    <a:pt x="3259" y="28"/>
                    <a:pt x="3265" y="28"/>
                    <a:pt x="3268" y="25"/>
                  </a:cubicBezTo>
                  <a:cubicBezTo>
                    <a:pt x="3279" y="1"/>
                    <a:pt x="3279" y="1"/>
                    <a:pt x="3279" y="0"/>
                  </a:cubicBezTo>
                  <a:cubicBezTo>
                    <a:pt x="3256" y="19"/>
                    <a:pt x="3257" y="22"/>
                    <a:pt x="3257" y="25"/>
                  </a:cubicBezTo>
                  <a:cubicBezTo>
                    <a:pt x="3238" y="46"/>
                    <a:pt x="3237" y="52"/>
                    <a:pt x="3233" y="56"/>
                  </a:cubicBezTo>
                  <a:close/>
                  <a:moveTo>
                    <a:pt x="3266" y="58"/>
                  </a:moveTo>
                  <a:cubicBezTo>
                    <a:pt x="3268" y="64"/>
                    <a:pt x="3258" y="61"/>
                    <a:pt x="3262" y="69"/>
                  </a:cubicBezTo>
                  <a:cubicBezTo>
                    <a:pt x="3249" y="91"/>
                    <a:pt x="3245" y="92"/>
                    <a:pt x="3242" y="94"/>
                  </a:cubicBezTo>
                  <a:cubicBezTo>
                    <a:pt x="3222" y="121"/>
                    <a:pt x="3222" y="124"/>
                    <a:pt x="3220" y="124"/>
                  </a:cubicBezTo>
                  <a:cubicBezTo>
                    <a:pt x="3204" y="138"/>
                    <a:pt x="3209" y="147"/>
                    <a:pt x="3202" y="145"/>
                  </a:cubicBezTo>
                  <a:cubicBezTo>
                    <a:pt x="3184" y="168"/>
                    <a:pt x="3181" y="176"/>
                    <a:pt x="3176" y="182"/>
                  </a:cubicBezTo>
                  <a:cubicBezTo>
                    <a:pt x="3160" y="206"/>
                    <a:pt x="3156" y="212"/>
                    <a:pt x="3152" y="219"/>
                  </a:cubicBezTo>
                  <a:cubicBezTo>
                    <a:pt x="3130" y="247"/>
                    <a:pt x="3133" y="254"/>
                    <a:pt x="3129" y="255"/>
                  </a:cubicBezTo>
                  <a:cubicBezTo>
                    <a:pt x="3116" y="278"/>
                    <a:pt x="3117" y="283"/>
                    <a:pt x="3116" y="287"/>
                  </a:cubicBezTo>
                  <a:cubicBezTo>
                    <a:pt x="3103" y="309"/>
                    <a:pt x="3107" y="317"/>
                    <a:pt x="3103" y="318"/>
                  </a:cubicBezTo>
                  <a:cubicBezTo>
                    <a:pt x="3104" y="323"/>
                    <a:pt x="3113" y="307"/>
                    <a:pt x="3118" y="289"/>
                  </a:cubicBezTo>
                  <a:cubicBezTo>
                    <a:pt x="3132" y="263"/>
                    <a:pt x="3133" y="261"/>
                    <a:pt x="3133" y="259"/>
                  </a:cubicBezTo>
                  <a:cubicBezTo>
                    <a:pt x="3152" y="235"/>
                    <a:pt x="3156" y="227"/>
                    <a:pt x="3159" y="218"/>
                  </a:cubicBezTo>
                  <a:cubicBezTo>
                    <a:pt x="3212" y="152"/>
                    <a:pt x="3211" y="146"/>
                    <a:pt x="3215" y="144"/>
                  </a:cubicBezTo>
                  <a:cubicBezTo>
                    <a:pt x="3233" y="123"/>
                    <a:pt x="3234" y="121"/>
                    <a:pt x="3235" y="119"/>
                  </a:cubicBezTo>
                  <a:cubicBezTo>
                    <a:pt x="3276" y="61"/>
                    <a:pt x="3281" y="54"/>
                    <a:pt x="3285" y="45"/>
                  </a:cubicBezTo>
                  <a:cubicBezTo>
                    <a:pt x="3304" y="7"/>
                    <a:pt x="3306" y="3"/>
                    <a:pt x="3307" y="0"/>
                  </a:cubicBezTo>
                  <a:cubicBezTo>
                    <a:pt x="3289" y="13"/>
                    <a:pt x="3289" y="20"/>
                    <a:pt x="3288" y="25"/>
                  </a:cubicBezTo>
                  <a:close/>
                  <a:moveTo>
                    <a:pt x="3328" y="44"/>
                  </a:moveTo>
                  <a:cubicBezTo>
                    <a:pt x="3331" y="57"/>
                    <a:pt x="3320" y="58"/>
                    <a:pt x="3321" y="69"/>
                  </a:cubicBezTo>
                  <a:cubicBezTo>
                    <a:pt x="3291" y="125"/>
                    <a:pt x="3285" y="140"/>
                    <a:pt x="3274" y="151"/>
                  </a:cubicBezTo>
                  <a:cubicBezTo>
                    <a:pt x="3246" y="195"/>
                    <a:pt x="3240" y="199"/>
                    <a:pt x="3239" y="206"/>
                  </a:cubicBezTo>
                  <a:cubicBezTo>
                    <a:pt x="3207" y="239"/>
                    <a:pt x="3211" y="249"/>
                    <a:pt x="3203" y="248"/>
                  </a:cubicBezTo>
                  <a:cubicBezTo>
                    <a:pt x="3187" y="277"/>
                    <a:pt x="3183" y="280"/>
                    <a:pt x="3181" y="284"/>
                  </a:cubicBezTo>
                  <a:cubicBezTo>
                    <a:pt x="3135" y="346"/>
                    <a:pt x="3135" y="352"/>
                    <a:pt x="3131" y="356"/>
                  </a:cubicBezTo>
                  <a:cubicBezTo>
                    <a:pt x="3116" y="393"/>
                    <a:pt x="3117" y="386"/>
                    <a:pt x="3120" y="383"/>
                  </a:cubicBezTo>
                  <a:cubicBezTo>
                    <a:pt x="3155" y="333"/>
                    <a:pt x="3159" y="323"/>
                    <a:pt x="3168" y="316"/>
                  </a:cubicBezTo>
                  <a:cubicBezTo>
                    <a:pt x="3194" y="280"/>
                    <a:pt x="3194" y="276"/>
                    <a:pt x="3196" y="275"/>
                  </a:cubicBezTo>
                  <a:cubicBezTo>
                    <a:pt x="3222" y="247"/>
                    <a:pt x="3220" y="237"/>
                    <a:pt x="3226" y="235"/>
                  </a:cubicBezTo>
                  <a:cubicBezTo>
                    <a:pt x="3249" y="205"/>
                    <a:pt x="3250" y="199"/>
                    <a:pt x="3256" y="196"/>
                  </a:cubicBezTo>
                  <a:cubicBezTo>
                    <a:pt x="3279" y="168"/>
                    <a:pt x="3281" y="159"/>
                    <a:pt x="3286" y="152"/>
                  </a:cubicBezTo>
                  <a:cubicBezTo>
                    <a:pt x="3303" y="114"/>
                    <a:pt x="3312" y="117"/>
                    <a:pt x="3311" y="111"/>
                  </a:cubicBezTo>
                  <a:cubicBezTo>
                    <a:pt x="3332" y="68"/>
                    <a:pt x="3332" y="66"/>
                    <a:pt x="3332" y="64"/>
                  </a:cubicBezTo>
                  <a:cubicBezTo>
                    <a:pt x="3341" y="43"/>
                    <a:pt x="3345" y="38"/>
                    <a:pt x="3347" y="30"/>
                  </a:cubicBezTo>
                  <a:cubicBezTo>
                    <a:pt x="3353" y="4"/>
                    <a:pt x="3354" y="3"/>
                    <a:pt x="3355" y="0"/>
                  </a:cubicBezTo>
                  <a:cubicBezTo>
                    <a:pt x="3335" y="30"/>
                    <a:pt x="3335" y="40"/>
                    <a:pt x="3328" y="44"/>
                  </a:cubicBezTo>
                  <a:close/>
                  <a:moveTo>
                    <a:pt x="3306" y="46"/>
                  </a:moveTo>
                  <a:cubicBezTo>
                    <a:pt x="3299" y="56"/>
                    <a:pt x="3294" y="69"/>
                    <a:pt x="3289" y="82"/>
                  </a:cubicBezTo>
                  <a:cubicBezTo>
                    <a:pt x="3270" y="121"/>
                    <a:pt x="3264" y="120"/>
                    <a:pt x="3266" y="125"/>
                  </a:cubicBezTo>
                  <a:cubicBezTo>
                    <a:pt x="3247" y="151"/>
                    <a:pt x="3249" y="157"/>
                    <a:pt x="3247" y="159"/>
                  </a:cubicBezTo>
                  <a:cubicBezTo>
                    <a:pt x="3229" y="187"/>
                    <a:pt x="3227" y="190"/>
                    <a:pt x="3223" y="190"/>
                  </a:cubicBezTo>
                  <a:cubicBezTo>
                    <a:pt x="3198" y="226"/>
                    <a:pt x="3193" y="239"/>
                    <a:pt x="3183" y="247"/>
                  </a:cubicBezTo>
                  <a:cubicBezTo>
                    <a:pt x="3145" y="300"/>
                    <a:pt x="3145" y="309"/>
                    <a:pt x="3137" y="311"/>
                  </a:cubicBezTo>
                  <a:cubicBezTo>
                    <a:pt x="3114" y="353"/>
                    <a:pt x="3112" y="359"/>
                    <a:pt x="3108" y="364"/>
                  </a:cubicBezTo>
                  <a:cubicBezTo>
                    <a:pt x="3095" y="396"/>
                    <a:pt x="3095" y="401"/>
                    <a:pt x="3093" y="404"/>
                  </a:cubicBezTo>
                  <a:cubicBezTo>
                    <a:pt x="3091" y="418"/>
                    <a:pt x="3095" y="414"/>
                    <a:pt x="3096" y="408"/>
                  </a:cubicBezTo>
                  <a:cubicBezTo>
                    <a:pt x="3109" y="368"/>
                    <a:pt x="3117" y="366"/>
                    <a:pt x="3116" y="359"/>
                  </a:cubicBezTo>
                  <a:cubicBezTo>
                    <a:pt x="3148" y="313"/>
                    <a:pt x="3149" y="307"/>
                    <a:pt x="3154" y="304"/>
                  </a:cubicBezTo>
                  <a:cubicBezTo>
                    <a:pt x="3186" y="258"/>
                    <a:pt x="3191" y="256"/>
                    <a:pt x="3192" y="249"/>
                  </a:cubicBezTo>
                  <a:cubicBezTo>
                    <a:pt x="3234" y="190"/>
                    <a:pt x="3236" y="186"/>
                    <a:pt x="3239" y="182"/>
                  </a:cubicBezTo>
                  <a:cubicBezTo>
                    <a:pt x="3255" y="158"/>
                    <a:pt x="3264" y="150"/>
                    <a:pt x="3267" y="138"/>
                  </a:cubicBezTo>
                  <a:cubicBezTo>
                    <a:pt x="3306" y="78"/>
                    <a:pt x="3301" y="66"/>
                    <a:pt x="3308" y="66"/>
                  </a:cubicBezTo>
                  <a:cubicBezTo>
                    <a:pt x="3324" y="32"/>
                    <a:pt x="3322" y="26"/>
                    <a:pt x="3325" y="25"/>
                  </a:cubicBezTo>
                  <a:cubicBezTo>
                    <a:pt x="3322" y="0"/>
                    <a:pt x="3322" y="0"/>
                    <a:pt x="3322" y="0"/>
                  </a:cubicBezTo>
                  <a:cubicBezTo>
                    <a:pt x="3310" y="26"/>
                    <a:pt x="3313" y="33"/>
                    <a:pt x="3310" y="35"/>
                  </a:cubicBezTo>
                  <a:close/>
                  <a:moveTo>
                    <a:pt x="1833" y="144"/>
                  </a:moveTo>
                  <a:cubicBezTo>
                    <a:pt x="1834" y="148"/>
                    <a:pt x="1831" y="154"/>
                    <a:pt x="1834" y="158"/>
                  </a:cubicBezTo>
                  <a:cubicBezTo>
                    <a:pt x="1833" y="176"/>
                    <a:pt x="1836" y="192"/>
                    <a:pt x="1833" y="212"/>
                  </a:cubicBezTo>
                  <a:cubicBezTo>
                    <a:pt x="1835" y="220"/>
                    <a:pt x="1835" y="229"/>
                    <a:pt x="1835" y="238"/>
                  </a:cubicBezTo>
                  <a:cubicBezTo>
                    <a:pt x="1833" y="244"/>
                    <a:pt x="1838" y="245"/>
                    <a:pt x="1835" y="251"/>
                  </a:cubicBezTo>
                  <a:cubicBezTo>
                    <a:pt x="1841" y="253"/>
                    <a:pt x="1829" y="264"/>
                    <a:pt x="1838" y="264"/>
                  </a:cubicBezTo>
                  <a:cubicBezTo>
                    <a:pt x="1842" y="241"/>
                    <a:pt x="1841" y="220"/>
                    <a:pt x="1839" y="200"/>
                  </a:cubicBezTo>
                  <a:cubicBezTo>
                    <a:pt x="1843" y="193"/>
                    <a:pt x="1838" y="190"/>
                    <a:pt x="1842" y="183"/>
                  </a:cubicBezTo>
                  <a:cubicBezTo>
                    <a:pt x="1838" y="180"/>
                    <a:pt x="1844" y="172"/>
                    <a:pt x="1840" y="168"/>
                  </a:cubicBezTo>
                  <a:cubicBezTo>
                    <a:pt x="1842" y="156"/>
                    <a:pt x="1839" y="146"/>
                    <a:pt x="1841" y="135"/>
                  </a:cubicBezTo>
                  <a:cubicBezTo>
                    <a:pt x="1838" y="133"/>
                    <a:pt x="1840" y="132"/>
                    <a:pt x="1842" y="130"/>
                  </a:cubicBezTo>
                  <a:cubicBezTo>
                    <a:pt x="1842" y="128"/>
                    <a:pt x="1841" y="125"/>
                    <a:pt x="1839" y="123"/>
                  </a:cubicBezTo>
                  <a:cubicBezTo>
                    <a:pt x="1838" y="118"/>
                    <a:pt x="1843" y="111"/>
                    <a:pt x="1840" y="107"/>
                  </a:cubicBezTo>
                  <a:cubicBezTo>
                    <a:pt x="1841" y="96"/>
                    <a:pt x="1841" y="85"/>
                    <a:pt x="1840" y="75"/>
                  </a:cubicBezTo>
                  <a:cubicBezTo>
                    <a:pt x="1842" y="53"/>
                    <a:pt x="1847" y="28"/>
                    <a:pt x="1852" y="4"/>
                  </a:cubicBezTo>
                  <a:cubicBezTo>
                    <a:pt x="1853" y="3"/>
                    <a:pt x="1853" y="2"/>
                    <a:pt x="1853" y="0"/>
                  </a:cubicBezTo>
                  <a:cubicBezTo>
                    <a:pt x="1845" y="0"/>
                    <a:pt x="1845" y="0"/>
                    <a:pt x="1845" y="0"/>
                  </a:cubicBezTo>
                  <a:cubicBezTo>
                    <a:pt x="1842" y="19"/>
                    <a:pt x="1837" y="36"/>
                    <a:pt x="1834" y="51"/>
                  </a:cubicBezTo>
                  <a:cubicBezTo>
                    <a:pt x="1833" y="68"/>
                    <a:pt x="1832" y="87"/>
                    <a:pt x="1831" y="105"/>
                  </a:cubicBezTo>
                  <a:cubicBezTo>
                    <a:pt x="1833" y="113"/>
                    <a:pt x="1831" y="122"/>
                    <a:pt x="1833" y="130"/>
                  </a:cubicBezTo>
                  <a:cubicBezTo>
                    <a:pt x="1832" y="135"/>
                    <a:pt x="1833" y="139"/>
                    <a:pt x="1833" y="144"/>
                  </a:cubicBezTo>
                  <a:close/>
                  <a:moveTo>
                    <a:pt x="0" y="2063"/>
                  </a:moveTo>
                  <a:cubicBezTo>
                    <a:pt x="0" y="2074"/>
                    <a:pt x="0" y="2074"/>
                    <a:pt x="0" y="2074"/>
                  </a:cubicBezTo>
                  <a:cubicBezTo>
                    <a:pt x="3" y="2076"/>
                    <a:pt x="5" y="2078"/>
                    <a:pt x="8" y="2080"/>
                  </a:cubicBezTo>
                  <a:cubicBezTo>
                    <a:pt x="33" y="2102"/>
                    <a:pt x="57" y="2123"/>
                    <a:pt x="79" y="2145"/>
                  </a:cubicBezTo>
                  <a:cubicBezTo>
                    <a:pt x="83" y="2150"/>
                    <a:pt x="87" y="2155"/>
                    <a:pt x="91" y="2160"/>
                  </a:cubicBezTo>
                  <a:cubicBezTo>
                    <a:pt x="99" y="2160"/>
                    <a:pt x="99" y="2160"/>
                    <a:pt x="99" y="2160"/>
                  </a:cubicBezTo>
                  <a:cubicBezTo>
                    <a:pt x="91" y="2149"/>
                    <a:pt x="84" y="2139"/>
                    <a:pt x="73" y="2128"/>
                  </a:cubicBezTo>
                  <a:cubicBezTo>
                    <a:pt x="49" y="2106"/>
                    <a:pt x="25" y="2082"/>
                    <a:pt x="0" y="2063"/>
                  </a:cubicBezTo>
                  <a:close/>
                  <a:moveTo>
                    <a:pt x="3426" y="101"/>
                  </a:moveTo>
                  <a:cubicBezTo>
                    <a:pt x="3427" y="105"/>
                    <a:pt x="3433" y="102"/>
                    <a:pt x="3433" y="107"/>
                  </a:cubicBezTo>
                  <a:cubicBezTo>
                    <a:pt x="3466" y="129"/>
                    <a:pt x="3473" y="131"/>
                    <a:pt x="3477" y="137"/>
                  </a:cubicBezTo>
                  <a:cubicBezTo>
                    <a:pt x="3507" y="145"/>
                    <a:pt x="3507" y="155"/>
                    <a:pt x="3517" y="154"/>
                  </a:cubicBezTo>
                  <a:cubicBezTo>
                    <a:pt x="3564" y="174"/>
                    <a:pt x="3568" y="181"/>
                    <a:pt x="3578" y="180"/>
                  </a:cubicBezTo>
                  <a:cubicBezTo>
                    <a:pt x="3640" y="204"/>
                    <a:pt x="3649" y="204"/>
                    <a:pt x="3652" y="210"/>
                  </a:cubicBezTo>
                  <a:cubicBezTo>
                    <a:pt x="3735" y="234"/>
                    <a:pt x="3740" y="237"/>
                    <a:pt x="3746" y="238"/>
                  </a:cubicBezTo>
                  <a:cubicBezTo>
                    <a:pt x="3773" y="254"/>
                    <a:pt x="3787" y="255"/>
                    <a:pt x="3796" y="263"/>
                  </a:cubicBezTo>
                  <a:cubicBezTo>
                    <a:pt x="3834" y="280"/>
                    <a:pt x="3836" y="285"/>
                    <a:pt x="3840" y="287"/>
                  </a:cubicBezTo>
                  <a:cubicBezTo>
                    <a:pt x="3828" y="268"/>
                    <a:pt x="3815" y="266"/>
                    <a:pt x="3807" y="258"/>
                  </a:cubicBezTo>
                  <a:cubicBezTo>
                    <a:pt x="3762" y="240"/>
                    <a:pt x="3755" y="231"/>
                    <a:pt x="3741" y="230"/>
                  </a:cubicBezTo>
                  <a:cubicBezTo>
                    <a:pt x="3722" y="217"/>
                    <a:pt x="3714" y="217"/>
                    <a:pt x="3708" y="217"/>
                  </a:cubicBezTo>
                  <a:cubicBezTo>
                    <a:pt x="3661" y="197"/>
                    <a:pt x="3650" y="199"/>
                    <a:pt x="3645" y="195"/>
                  </a:cubicBezTo>
                  <a:cubicBezTo>
                    <a:pt x="3599" y="178"/>
                    <a:pt x="3586" y="177"/>
                    <a:pt x="3580" y="169"/>
                  </a:cubicBezTo>
                  <a:cubicBezTo>
                    <a:pt x="3514" y="144"/>
                    <a:pt x="3501" y="134"/>
                    <a:pt x="3483" y="130"/>
                  </a:cubicBezTo>
                  <a:cubicBezTo>
                    <a:pt x="3463" y="111"/>
                    <a:pt x="3458" y="112"/>
                    <a:pt x="3455" y="110"/>
                  </a:cubicBezTo>
                  <a:cubicBezTo>
                    <a:pt x="3436" y="101"/>
                    <a:pt x="3434" y="92"/>
                    <a:pt x="3425" y="90"/>
                  </a:cubicBezTo>
                  <a:cubicBezTo>
                    <a:pt x="3423" y="83"/>
                    <a:pt x="3430" y="83"/>
                    <a:pt x="3432" y="87"/>
                  </a:cubicBezTo>
                  <a:cubicBezTo>
                    <a:pt x="3449" y="100"/>
                    <a:pt x="3451" y="102"/>
                    <a:pt x="3455" y="101"/>
                  </a:cubicBezTo>
                  <a:cubicBezTo>
                    <a:pt x="3485" y="120"/>
                    <a:pt x="3492" y="126"/>
                    <a:pt x="3502" y="128"/>
                  </a:cubicBezTo>
                  <a:cubicBezTo>
                    <a:pt x="3535" y="145"/>
                    <a:pt x="3541" y="152"/>
                    <a:pt x="3552" y="153"/>
                  </a:cubicBezTo>
                  <a:cubicBezTo>
                    <a:pt x="3582" y="166"/>
                    <a:pt x="3589" y="165"/>
                    <a:pt x="3591" y="170"/>
                  </a:cubicBezTo>
                  <a:cubicBezTo>
                    <a:pt x="3647" y="181"/>
                    <a:pt x="3653" y="188"/>
                    <a:pt x="3664" y="189"/>
                  </a:cubicBezTo>
                  <a:cubicBezTo>
                    <a:pt x="3699" y="198"/>
                    <a:pt x="3710" y="200"/>
                    <a:pt x="3720" y="203"/>
                  </a:cubicBezTo>
                  <a:cubicBezTo>
                    <a:pt x="3763" y="221"/>
                    <a:pt x="3768" y="222"/>
                    <a:pt x="3774" y="223"/>
                  </a:cubicBezTo>
                  <a:cubicBezTo>
                    <a:pt x="3810" y="245"/>
                    <a:pt x="3813" y="246"/>
                    <a:pt x="3814" y="246"/>
                  </a:cubicBezTo>
                  <a:cubicBezTo>
                    <a:pt x="3799" y="228"/>
                    <a:pt x="3790" y="229"/>
                    <a:pt x="3787" y="222"/>
                  </a:cubicBezTo>
                  <a:cubicBezTo>
                    <a:pt x="3747" y="202"/>
                    <a:pt x="3743" y="201"/>
                    <a:pt x="3739" y="201"/>
                  </a:cubicBezTo>
                  <a:cubicBezTo>
                    <a:pt x="3695" y="187"/>
                    <a:pt x="3682" y="182"/>
                    <a:pt x="3664" y="183"/>
                  </a:cubicBezTo>
                  <a:cubicBezTo>
                    <a:pt x="3625" y="169"/>
                    <a:pt x="3620" y="165"/>
                    <a:pt x="3617" y="168"/>
                  </a:cubicBezTo>
                  <a:cubicBezTo>
                    <a:pt x="3539" y="138"/>
                    <a:pt x="3528" y="132"/>
                    <a:pt x="3518" y="127"/>
                  </a:cubicBezTo>
                  <a:cubicBezTo>
                    <a:pt x="3453" y="92"/>
                    <a:pt x="3452" y="89"/>
                    <a:pt x="3449" y="88"/>
                  </a:cubicBezTo>
                  <a:cubicBezTo>
                    <a:pt x="3426" y="67"/>
                    <a:pt x="3420" y="64"/>
                    <a:pt x="3415" y="62"/>
                  </a:cubicBezTo>
                  <a:cubicBezTo>
                    <a:pt x="3388" y="37"/>
                    <a:pt x="3389" y="32"/>
                    <a:pt x="3386" y="32"/>
                  </a:cubicBezTo>
                  <a:cubicBezTo>
                    <a:pt x="3402" y="34"/>
                    <a:pt x="3402" y="38"/>
                    <a:pt x="3404" y="39"/>
                  </a:cubicBezTo>
                  <a:cubicBezTo>
                    <a:pt x="3422" y="49"/>
                    <a:pt x="3421" y="55"/>
                    <a:pt x="3425" y="55"/>
                  </a:cubicBezTo>
                  <a:cubicBezTo>
                    <a:pt x="3447" y="71"/>
                    <a:pt x="3451" y="71"/>
                    <a:pt x="3451" y="75"/>
                  </a:cubicBezTo>
                  <a:cubicBezTo>
                    <a:pt x="3487" y="93"/>
                    <a:pt x="3490" y="98"/>
                    <a:pt x="3496" y="100"/>
                  </a:cubicBezTo>
                  <a:cubicBezTo>
                    <a:pt x="3542" y="119"/>
                    <a:pt x="3548" y="130"/>
                    <a:pt x="3564" y="131"/>
                  </a:cubicBezTo>
                  <a:cubicBezTo>
                    <a:pt x="3608" y="148"/>
                    <a:pt x="3621" y="146"/>
                    <a:pt x="3626" y="152"/>
                  </a:cubicBezTo>
                  <a:cubicBezTo>
                    <a:pt x="3717" y="160"/>
                    <a:pt x="3716" y="154"/>
                    <a:pt x="3710" y="155"/>
                  </a:cubicBezTo>
                  <a:cubicBezTo>
                    <a:pt x="3630" y="121"/>
                    <a:pt x="3616" y="106"/>
                    <a:pt x="3588" y="107"/>
                  </a:cubicBezTo>
                  <a:cubicBezTo>
                    <a:pt x="3522" y="77"/>
                    <a:pt x="3514" y="79"/>
                    <a:pt x="3512" y="73"/>
                  </a:cubicBezTo>
                  <a:cubicBezTo>
                    <a:pt x="3454" y="45"/>
                    <a:pt x="3444" y="40"/>
                    <a:pt x="3437" y="32"/>
                  </a:cubicBezTo>
                  <a:cubicBezTo>
                    <a:pt x="3419" y="23"/>
                    <a:pt x="3415" y="23"/>
                    <a:pt x="3416" y="19"/>
                  </a:cubicBezTo>
                  <a:cubicBezTo>
                    <a:pt x="3395" y="3"/>
                    <a:pt x="3393" y="2"/>
                    <a:pt x="3392" y="0"/>
                  </a:cubicBezTo>
                  <a:cubicBezTo>
                    <a:pt x="3358" y="12"/>
                    <a:pt x="3359" y="22"/>
                    <a:pt x="3360" y="31"/>
                  </a:cubicBezTo>
                  <a:cubicBezTo>
                    <a:pt x="3336" y="112"/>
                    <a:pt x="3336" y="117"/>
                    <a:pt x="3336" y="123"/>
                  </a:cubicBezTo>
                  <a:cubicBezTo>
                    <a:pt x="3321" y="150"/>
                    <a:pt x="3320" y="156"/>
                    <a:pt x="3317" y="159"/>
                  </a:cubicBezTo>
                  <a:cubicBezTo>
                    <a:pt x="3304" y="194"/>
                    <a:pt x="3296" y="199"/>
                    <a:pt x="3294" y="209"/>
                  </a:cubicBezTo>
                  <a:cubicBezTo>
                    <a:pt x="3283" y="219"/>
                    <a:pt x="3283" y="221"/>
                    <a:pt x="3282" y="223"/>
                  </a:cubicBezTo>
                  <a:cubicBezTo>
                    <a:pt x="3266" y="241"/>
                    <a:pt x="3269" y="250"/>
                    <a:pt x="3262" y="250"/>
                  </a:cubicBezTo>
                  <a:cubicBezTo>
                    <a:pt x="3229" y="295"/>
                    <a:pt x="3223" y="295"/>
                    <a:pt x="3221" y="299"/>
                  </a:cubicBezTo>
                  <a:cubicBezTo>
                    <a:pt x="3170" y="353"/>
                    <a:pt x="3162" y="358"/>
                    <a:pt x="3156" y="365"/>
                  </a:cubicBezTo>
                  <a:cubicBezTo>
                    <a:pt x="3137" y="388"/>
                    <a:pt x="3134" y="391"/>
                    <a:pt x="3132" y="395"/>
                  </a:cubicBezTo>
                  <a:cubicBezTo>
                    <a:pt x="3114" y="416"/>
                    <a:pt x="3113" y="418"/>
                    <a:pt x="3112" y="420"/>
                  </a:cubicBezTo>
                  <a:cubicBezTo>
                    <a:pt x="3122" y="411"/>
                    <a:pt x="3125" y="411"/>
                    <a:pt x="3126" y="408"/>
                  </a:cubicBezTo>
                  <a:cubicBezTo>
                    <a:pt x="3143" y="383"/>
                    <a:pt x="3152" y="383"/>
                    <a:pt x="3153" y="376"/>
                  </a:cubicBezTo>
                  <a:cubicBezTo>
                    <a:pt x="3211" y="324"/>
                    <a:pt x="3215" y="314"/>
                    <a:pt x="3224" y="308"/>
                  </a:cubicBezTo>
                  <a:cubicBezTo>
                    <a:pt x="3267" y="256"/>
                    <a:pt x="3271" y="256"/>
                    <a:pt x="3273" y="254"/>
                  </a:cubicBezTo>
                  <a:cubicBezTo>
                    <a:pt x="3290" y="222"/>
                    <a:pt x="3298" y="217"/>
                    <a:pt x="3300" y="208"/>
                  </a:cubicBezTo>
                  <a:cubicBezTo>
                    <a:pt x="3327" y="156"/>
                    <a:pt x="3333" y="155"/>
                    <a:pt x="3333" y="149"/>
                  </a:cubicBezTo>
                  <a:cubicBezTo>
                    <a:pt x="3360" y="77"/>
                    <a:pt x="3358" y="69"/>
                    <a:pt x="3360" y="66"/>
                  </a:cubicBezTo>
                  <a:cubicBezTo>
                    <a:pt x="3370" y="31"/>
                    <a:pt x="3365" y="21"/>
                    <a:pt x="3372" y="22"/>
                  </a:cubicBezTo>
                  <a:cubicBezTo>
                    <a:pt x="3365" y="85"/>
                    <a:pt x="3358" y="92"/>
                    <a:pt x="3362" y="97"/>
                  </a:cubicBezTo>
                  <a:cubicBezTo>
                    <a:pt x="3350" y="134"/>
                    <a:pt x="3348" y="136"/>
                    <a:pt x="3346" y="137"/>
                  </a:cubicBezTo>
                  <a:cubicBezTo>
                    <a:pt x="3335" y="157"/>
                    <a:pt x="3338" y="164"/>
                    <a:pt x="3334" y="164"/>
                  </a:cubicBezTo>
                  <a:cubicBezTo>
                    <a:pt x="3322" y="190"/>
                    <a:pt x="3320" y="192"/>
                    <a:pt x="3317" y="194"/>
                  </a:cubicBezTo>
                  <a:cubicBezTo>
                    <a:pt x="3288" y="230"/>
                    <a:pt x="3295" y="240"/>
                    <a:pt x="3289" y="240"/>
                  </a:cubicBezTo>
                  <a:cubicBezTo>
                    <a:pt x="3257" y="283"/>
                    <a:pt x="3258" y="287"/>
                    <a:pt x="3256" y="288"/>
                  </a:cubicBezTo>
                  <a:cubicBezTo>
                    <a:pt x="3239" y="311"/>
                    <a:pt x="3231" y="316"/>
                    <a:pt x="3225" y="323"/>
                  </a:cubicBezTo>
                  <a:cubicBezTo>
                    <a:pt x="3168" y="381"/>
                    <a:pt x="3169" y="385"/>
                    <a:pt x="3166" y="386"/>
                  </a:cubicBezTo>
                  <a:cubicBezTo>
                    <a:pt x="3148" y="408"/>
                    <a:pt x="3140" y="413"/>
                    <a:pt x="3136" y="421"/>
                  </a:cubicBezTo>
                  <a:cubicBezTo>
                    <a:pt x="3127" y="443"/>
                    <a:pt x="3128" y="438"/>
                    <a:pt x="3130" y="434"/>
                  </a:cubicBezTo>
                  <a:cubicBezTo>
                    <a:pt x="3153" y="408"/>
                    <a:pt x="3156" y="404"/>
                    <a:pt x="3159" y="400"/>
                  </a:cubicBezTo>
                  <a:cubicBezTo>
                    <a:pt x="3173" y="387"/>
                    <a:pt x="3177" y="383"/>
                    <a:pt x="3179" y="378"/>
                  </a:cubicBezTo>
                  <a:cubicBezTo>
                    <a:pt x="3197" y="369"/>
                    <a:pt x="3196" y="361"/>
                    <a:pt x="3202" y="359"/>
                  </a:cubicBezTo>
                  <a:cubicBezTo>
                    <a:pt x="3289" y="252"/>
                    <a:pt x="3303" y="239"/>
                    <a:pt x="3312" y="220"/>
                  </a:cubicBezTo>
                  <a:cubicBezTo>
                    <a:pt x="3339" y="180"/>
                    <a:pt x="3340" y="174"/>
                    <a:pt x="3344" y="170"/>
                  </a:cubicBezTo>
                  <a:cubicBezTo>
                    <a:pt x="3352" y="146"/>
                    <a:pt x="3355" y="145"/>
                    <a:pt x="3355" y="141"/>
                  </a:cubicBezTo>
                  <a:cubicBezTo>
                    <a:pt x="3368" y="101"/>
                    <a:pt x="3374" y="93"/>
                    <a:pt x="3374" y="81"/>
                  </a:cubicBezTo>
                  <a:cubicBezTo>
                    <a:pt x="3386" y="52"/>
                    <a:pt x="3387" y="59"/>
                    <a:pt x="3391" y="64"/>
                  </a:cubicBezTo>
                  <a:cubicBezTo>
                    <a:pt x="3383" y="109"/>
                    <a:pt x="3368" y="123"/>
                    <a:pt x="3368" y="151"/>
                  </a:cubicBezTo>
                  <a:cubicBezTo>
                    <a:pt x="3344" y="200"/>
                    <a:pt x="3339" y="213"/>
                    <a:pt x="3332" y="226"/>
                  </a:cubicBezTo>
                  <a:cubicBezTo>
                    <a:pt x="3301" y="269"/>
                    <a:pt x="3302" y="274"/>
                    <a:pt x="3301" y="278"/>
                  </a:cubicBezTo>
                  <a:cubicBezTo>
                    <a:pt x="3272" y="313"/>
                    <a:pt x="3268" y="314"/>
                    <a:pt x="3269" y="320"/>
                  </a:cubicBezTo>
                  <a:cubicBezTo>
                    <a:pt x="3225" y="362"/>
                    <a:pt x="3218" y="366"/>
                    <a:pt x="3213" y="372"/>
                  </a:cubicBezTo>
                  <a:cubicBezTo>
                    <a:pt x="3179" y="404"/>
                    <a:pt x="3178" y="407"/>
                    <a:pt x="3172" y="407"/>
                  </a:cubicBezTo>
                  <a:cubicBezTo>
                    <a:pt x="3180" y="408"/>
                    <a:pt x="3182" y="406"/>
                    <a:pt x="3185" y="404"/>
                  </a:cubicBezTo>
                  <a:cubicBezTo>
                    <a:pt x="3205" y="378"/>
                    <a:pt x="3215" y="382"/>
                    <a:pt x="3214" y="376"/>
                  </a:cubicBezTo>
                  <a:cubicBezTo>
                    <a:pt x="3265" y="334"/>
                    <a:pt x="3267" y="327"/>
                    <a:pt x="3271" y="322"/>
                  </a:cubicBezTo>
                  <a:cubicBezTo>
                    <a:pt x="3306" y="287"/>
                    <a:pt x="3304" y="280"/>
                    <a:pt x="3307" y="278"/>
                  </a:cubicBezTo>
                  <a:cubicBezTo>
                    <a:pt x="3333" y="243"/>
                    <a:pt x="3332" y="237"/>
                    <a:pt x="3337" y="236"/>
                  </a:cubicBezTo>
                  <a:cubicBezTo>
                    <a:pt x="3353" y="204"/>
                    <a:pt x="3355" y="198"/>
                    <a:pt x="3358" y="193"/>
                  </a:cubicBezTo>
                  <a:cubicBezTo>
                    <a:pt x="3386" y="121"/>
                    <a:pt x="3383" y="114"/>
                    <a:pt x="3385" y="113"/>
                  </a:cubicBezTo>
                  <a:cubicBezTo>
                    <a:pt x="3391" y="93"/>
                    <a:pt x="3387" y="87"/>
                    <a:pt x="3395" y="88"/>
                  </a:cubicBezTo>
                  <a:cubicBezTo>
                    <a:pt x="3390" y="147"/>
                    <a:pt x="3384" y="146"/>
                    <a:pt x="3386" y="152"/>
                  </a:cubicBezTo>
                  <a:cubicBezTo>
                    <a:pt x="3369" y="209"/>
                    <a:pt x="3374" y="218"/>
                    <a:pt x="3367" y="217"/>
                  </a:cubicBezTo>
                  <a:cubicBezTo>
                    <a:pt x="3331" y="288"/>
                    <a:pt x="3323" y="301"/>
                    <a:pt x="3317" y="314"/>
                  </a:cubicBezTo>
                  <a:cubicBezTo>
                    <a:pt x="3296" y="336"/>
                    <a:pt x="3293" y="336"/>
                    <a:pt x="3294" y="340"/>
                  </a:cubicBezTo>
                  <a:cubicBezTo>
                    <a:pt x="3283" y="348"/>
                    <a:pt x="3285" y="351"/>
                    <a:pt x="3284" y="351"/>
                  </a:cubicBezTo>
                  <a:cubicBezTo>
                    <a:pt x="3230" y="404"/>
                    <a:pt x="3232" y="418"/>
                    <a:pt x="3221" y="421"/>
                  </a:cubicBezTo>
                  <a:cubicBezTo>
                    <a:pt x="3201" y="467"/>
                    <a:pt x="3193" y="468"/>
                    <a:pt x="3195" y="476"/>
                  </a:cubicBezTo>
                  <a:cubicBezTo>
                    <a:pt x="3185" y="499"/>
                    <a:pt x="3182" y="502"/>
                    <a:pt x="3186" y="503"/>
                  </a:cubicBezTo>
                  <a:cubicBezTo>
                    <a:pt x="3209" y="452"/>
                    <a:pt x="3220" y="442"/>
                    <a:pt x="3224" y="428"/>
                  </a:cubicBezTo>
                  <a:cubicBezTo>
                    <a:pt x="3273" y="375"/>
                    <a:pt x="3279" y="367"/>
                    <a:pt x="3287" y="360"/>
                  </a:cubicBezTo>
                  <a:cubicBezTo>
                    <a:pt x="3305" y="342"/>
                    <a:pt x="3305" y="338"/>
                    <a:pt x="3307" y="337"/>
                  </a:cubicBezTo>
                  <a:cubicBezTo>
                    <a:pt x="3348" y="283"/>
                    <a:pt x="3350" y="279"/>
                    <a:pt x="3351" y="272"/>
                  </a:cubicBezTo>
                  <a:cubicBezTo>
                    <a:pt x="3379" y="229"/>
                    <a:pt x="3374" y="220"/>
                    <a:pt x="3378" y="218"/>
                  </a:cubicBezTo>
                  <a:cubicBezTo>
                    <a:pt x="3386" y="191"/>
                    <a:pt x="3387" y="187"/>
                    <a:pt x="3390" y="184"/>
                  </a:cubicBezTo>
                  <a:cubicBezTo>
                    <a:pt x="3406" y="145"/>
                    <a:pt x="3399" y="145"/>
                    <a:pt x="3404" y="153"/>
                  </a:cubicBezTo>
                  <a:cubicBezTo>
                    <a:pt x="3399" y="178"/>
                    <a:pt x="3398" y="180"/>
                    <a:pt x="3397" y="182"/>
                  </a:cubicBezTo>
                  <a:cubicBezTo>
                    <a:pt x="3387" y="219"/>
                    <a:pt x="3380" y="234"/>
                    <a:pt x="3376" y="251"/>
                  </a:cubicBezTo>
                  <a:cubicBezTo>
                    <a:pt x="3369" y="261"/>
                    <a:pt x="3370" y="263"/>
                    <a:pt x="3370" y="264"/>
                  </a:cubicBezTo>
                  <a:cubicBezTo>
                    <a:pt x="3349" y="302"/>
                    <a:pt x="3350" y="312"/>
                    <a:pt x="3343" y="317"/>
                  </a:cubicBezTo>
                  <a:cubicBezTo>
                    <a:pt x="3329" y="342"/>
                    <a:pt x="3327" y="345"/>
                    <a:pt x="3326" y="348"/>
                  </a:cubicBezTo>
                  <a:cubicBezTo>
                    <a:pt x="3309" y="373"/>
                    <a:pt x="3306" y="375"/>
                    <a:pt x="3306" y="380"/>
                  </a:cubicBezTo>
                  <a:cubicBezTo>
                    <a:pt x="3279" y="409"/>
                    <a:pt x="3279" y="415"/>
                    <a:pt x="3276" y="418"/>
                  </a:cubicBezTo>
                  <a:cubicBezTo>
                    <a:pt x="3256" y="453"/>
                    <a:pt x="3249" y="452"/>
                    <a:pt x="3250" y="459"/>
                  </a:cubicBezTo>
                  <a:cubicBezTo>
                    <a:pt x="3231" y="494"/>
                    <a:pt x="3234" y="503"/>
                    <a:pt x="3229" y="504"/>
                  </a:cubicBezTo>
                  <a:cubicBezTo>
                    <a:pt x="3228" y="556"/>
                    <a:pt x="3220" y="565"/>
                    <a:pt x="3229" y="567"/>
                  </a:cubicBezTo>
                  <a:cubicBezTo>
                    <a:pt x="3242" y="488"/>
                    <a:pt x="3247" y="481"/>
                    <a:pt x="3249" y="470"/>
                  </a:cubicBezTo>
                  <a:cubicBezTo>
                    <a:pt x="3269" y="440"/>
                    <a:pt x="3269" y="435"/>
                    <a:pt x="3275" y="435"/>
                  </a:cubicBezTo>
                  <a:cubicBezTo>
                    <a:pt x="3307" y="387"/>
                    <a:pt x="3311" y="385"/>
                    <a:pt x="3313" y="382"/>
                  </a:cubicBezTo>
                  <a:cubicBezTo>
                    <a:pt x="3339" y="343"/>
                    <a:pt x="3340" y="339"/>
                    <a:pt x="3342" y="336"/>
                  </a:cubicBezTo>
                  <a:cubicBezTo>
                    <a:pt x="3348" y="337"/>
                    <a:pt x="3342" y="339"/>
                    <a:pt x="3343" y="345"/>
                  </a:cubicBezTo>
                  <a:cubicBezTo>
                    <a:pt x="3330" y="361"/>
                    <a:pt x="3328" y="366"/>
                    <a:pt x="3327" y="372"/>
                  </a:cubicBezTo>
                  <a:cubicBezTo>
                    <a:pt x="3310" y="403"/>
                    <a:pt x="3307" y="407"/>
                    <a:pt x="3306" y="413"/>
                  </a:cubicBezTo>
                  <a:cubicBezTo>
                    <a:pt x="3272" y="477"/>
                    <a:pt x="3268" y="487"/>
                    <a:pt x="3266" y="499"/>
                  </a:cubicBezTo>
                  <a:cubicBezTo>
                    <a:pt x="3257" y="584"/>
                    <a:pt x="3258" y="602"/>
                    <a:pt x="3259" y="613"/>
                  </a:cubicBezTo>
                  <a:cubicBezTo>
                    <a:pt x="3262" y="591"/>
                    <a:pt x="3261" y="580"/>
                    <a:pt x="3260" y="569"/>
                  </a:cubicBezTo>
                  <a:cubicBezTo>
                    <a:pt x="3274" y="501"/>
                    <a:pt x="3273" y="491"/>
                    <a:pt x="3276" y="485"/>
                  </a:cubicBezTo>
                  <a:cubicBezTo>
                    <a:pt x="3286" y="463"/>
                    <a:pt x="3287" y="460"/>
                    <a:pt x="3290" y="458"/>
                  </a:cubicBezTo>
                  <a:cubicBezTo>
                    <a:pt x="3317" y="406"/>
                    <a:pt x="3319" y="398"/>
                    <a:pt x="3324" y="394"/>
                  </a:cubicBezTo>
                  <a:cubicBezTo>
                    <a:pt x="3347" y="355"/>
                    <a:pt x="3347" y="346"/>
                    <a:pt x="3354" y="342"/>
                  </a:cubicBezTo>
                  <a:cubicBezTo>
                    <a:pt x="3379" y="293"/>
                    <a:pt x="3383" y="279"/>
                    <a:pt x="3390" y="267"/>
                  </a:cubicBezTo>
                  <a:cubicBezTo>
                    <a:pt x="3402" y="242"/>
                    <a:pt x="3400" y="232"/>
                    <a:pt x="3407" y="229"/>
                  </a:cubicBezTo>
                  <a:cubicBezTo>
                    <a:pt x="3419" y="181"/>
                    <a:pt x="3415" y="173"/>
                    <a:pt x="3416" y="169"/>
                  </a:cubicBezTo>
                  <a:cubicBezTo>
                    <a:pt x="3428" y="157"/>
                    <a:pt x="3419" y="164"/>
                    <a:pt x="3420" y="174"/>
                  </a:cubicBezTo>
                  <a:cubicBezTo>
                    <a:pt x="3412" y="238"/>
                    <a:pt x="3415" y="245"/>
                    <a:pt x="3412" y="246"/>
                  </a:cubicBezTo>
                  <a:cubicBezTo>
                    <a:pt x="3399" y="288"/>
                    <a:pt x="3396" y="301"/>
                    <a:pt x="3388" y="311"/>
                  </a:cubicBezTo>
                  <a:cubicBezTo>
                    <a:pt x="3370" y="349"/>
                    <a:pt x="3371" y="354"/>
                    <a:pt x="3370" y="358"/>
                  </a:cubicBezTo>
                  <a:cubicBezTo>
                    <a:pt x="3348" y="399"/>
                    <a:pt x="3344" y="406"/>
                    <a:pt x="3341" y="415"/>
                  </a:cubicBezTo>
                  <a:cubicBezTo>
                    <a:pt x="3323" y="443"/>
                    <a:pt x="3322" y="453"/>
                    <a:pt x="3318" y="460"/>
                  </a:cubicBezTo>
                  <a:cubicBezTo>
                    <a:pt x="3302" y="501"/>
                    <a:pt x="3300" y="505"/>
                    <a:pt x="3300" y="510"/>
                  </a:cubicBezTo>
                  <a:cubicBezTo>
                    <a:pt x="3292" y="547"/>
                    <a:pt x="3289" y="556"/>
                    <a:pt x="3288" y="567"/>
                  </a:cubicBezTo>
                  <a:cubicBezTo>
                    <a:pt x="3294" y="608"/>
                    <a:pt x="3292" y="615"/>
                    <a:pt x="3298" y="613"/>
                  </a:cubicBezTo>
                  <a:cubicBezTo>
                    <a:pt x="3303" y="514"/>
                    <a:pt x="3308" y="512"/>
                    <a:pt x="3308" y="505"/>
                  </a:cubicBezTo>
                  <a:cubicBezTo>
                    <a:pt x="3321" y="471"/>
                    <a:pt x="3323" y="471"/>
                    <a:pt x="3323" y="467"/>
                  </a:cubicBezTo>
                  <a:cubicBezTo>
                    <a:pt x="3336" y="433"/>
                    <a:pt x="3345" y="427"/>
                    <a:pt x="3348" y="415"/>
                  </a:cubicBezTo>
                  <a:cubicBezTo>
                    <a:pt x="3384" y="349"/>
                    <a:pt x="3387" y="338"/>
                    <a:pt x="3392" y="329"/>
                  </a:cubicBezTo>
                  <a:cubicBezTo>
                    <a:pt x="3401" y="322"/>
                    <a:pt x="3392" y="343"/>
                    <a:pt x="3383" y="364"/>
                  </a:cubicBezTo>
                  <a:cubicBezTo>
                    <a:pt x="3368" y="400"/>
                    <a:pt x="3367" y="406"/>
                    <a:pt x="3365" y="411"/>
                  </a:cubicBezTo>
                  <a:cubicBezTo>
                    <a:pt x="3348" y="447"/>
                    <a:pt x="3349" y="456"/>
                    <a:pt x="3344" y="459"/>
                  </a:cubicBezTo>
                  <a:cubicBezTo>
                    <a:pt x="3328" y="515"/>
                    <a:pt x="3325" y="520"/>
                    <a:pt x="3325" y="528"/>
                  </a:cubicBezTo>
                  <a:cubicBezTo>
                    <a:pt x="3318" y="606"/>
                    <a:pt x="3323" y="617"/>
                    <a:pt x="3318" y="620"/>
                  </a:cubicBezTo>
                  <a:cubicBezTo>
                    <a:pt x="3332" y="669"/>
                    <a:pt x="3325" y="683"/>
                    <a:pt x="3332" y="682"/>
                  </a:cubicBezTo>
                  <a:cubicBezTo>
                    <a:pt x="3326" y="633"/>
                    <a:pt x="3325" y="621"/>
                    <a:pt x="3324" y="609"/>
                  </a:cubicBezTo>
                  <a:cubicBezTo>
                    <a:pt x="3333" y="543"/>
                    <a:pt x="3329" y="535"/>
                    <a:pt x="3330" y="532"/>
                  </a:cubicBezTo>
                  <a:cubicBezTo>
                    <a:pt x="3338" y="510"/>
                    <a:pt x="3335" y="503"/>
                    <a:pt x="3339" y="503"/>
                  </a:cubicBezTo>
                  <a:cubicBezTo>
                    <a:pt x="3360" y="438"/>
                    <a:pt x="3365" y="434"/>
                    <a:pt x="3366" y="427"/>
                  </a:cubicBezTo>
                  <a:cubicBezTo>
                    <a:pt x="3388" y="388"/>
                    <a:pt x="3385" y="376"/>
                    <a:pt x="3391" y="372"/>
                  </a:cubicBezTo>
                  <a:cubicBezTo>
                    <a:pt x="3405" y="344"/>
                    <a:pt x="3402" y="337"/>
                    <a:pt x="3406" y="336"/>
                  </a:cubicBezTo>
                  <a:cubicBezTo>
                    <a:pt x="3431" y="261"/>
                    <a:pt x="3430" y="249"/>
                    <a:pt x="3436" y="242"/>
                  </a:cubicBezTo>
                  <a:cubicBezTo>
                    <a:pt x="3440" y="222"/>
                    <a:pt x="3448" y="227"/>
                    <a:pt x="3442" y="233"/>
                  </a:cubicBezTo>
                  <a:cubicBezTo>
                    <a:pt x="3435" y="304"/>
                    <a:pt x="3435" y="312"/>
                    <a:pt x="3433" y="317"/>
                  </a:cubicBezTo>
                  <a:cubicBezTo>
                    <a:pt x="3426" y="349"/>
                    <a:pt x="3415" y="355"/>
                    <a:pt x="3417" y="373"/>
                  </a:cubicBezTo>
                  <a:cubicBezTo>
                    <a:pt x="3398" y="409"/>
                    <a:pt x="3395" y="419"/>
                    <a:pt x="3390" y="429"/>
                  </a:cubicBezTo>
                  <a:cubicBezTo>
                    <a:pt x="3374" y="468"/>
                    <a:pt x="3369" y="477"/>
                    <a:pt x="3364" y="486"/>
                  </a:cubicBezTo>
                  <a:cubicBezTo>
                    <a:pt x="3350" y="555"/>
                    <a:pt x="3342" y="561"/>
                    <a:pt x="3343" y="564"/>
                  </a:cubicBezTo>
                  <a:cubicBezTo>
                    <a:pt x="3337" y="589"/>
                    <a:pt x="3341" y="597"/>
                    <a:pt x="3336" y="597"/>
                  </a:cubicBezTo>
                  <a:cubicBezTo>
                    <a:pt x="3336" y="631"/>
                    <a:pt x="3331" y="635"/>
                    <a:pt x="3333" y="645"/>
                  </a:cubicBezTo>
                  <a:cubicBezTo>
                    <a:pt x="3351" y="557"/>
                    <a:pt x="3354" y="542"/>
                    <a:pt x="3360" y="530"/>
                  </a:cubicBezTo>
                  <a:cubicBezTo>
                    <a:pt x="3380" y="472"/>
                    <a:pt x="3380" y="468"/>
                    <a:pt x="3384" y="469"/>
                  </a:cubicBezTo>
                  <a:cubicBezTo>
                    <a:pt x="3401" y="432"/>
                    <a:pt x="3401" y="421"/>
                    <a:pt x="3407" y="415"/>
                  </a:cubicBezTo>
                  <a:cubicBezTo>
                    <a:pt x="3429" y="360"/>
                    <a:pt x="3431" y="352"/>
                    <a:pt x="3435" y="345"/>
                  </a:cubicBezTo>
                  <a:cubicBezTo>
                    <a:pt x="3442" y="313"/>
                    <a:pt x="3444" y="307"/>
                    <a:pt x="3447" y="301"/>
                  </a:cubicBezTo>
                  <a:cubicBezTo>
                    <a:pt x="3455" y="291"/>
                    <a:pt x="3449" y="295"/>
                    <a:pt x="3453" y="298"/>
                  </a:cubicBezTo>
                  <a:cubicBezTo>
                    <a:pt x="3425" y="410"/>
                    <a:pt x="3420" y="410"/>
                    <a:pt x="3422" y="416"/>
                  </a:cubicBezTo>
                  <a:cubicBezTo>
                    <a:pt x="3393" y="478"/>
                    <a:pt x="3393" y="496"/>
                    <a:pt x="3385" y="506"/>
                  </a:cubicBezTo>
                  <a:cubicBezTo>
                    <a:pt x="3370" y="564"/>
                    <a:pt x="3362" y="575"/>
                    <a:pt x="3360" y="591"/>
                  </a:cubicBezTo>
                  <a:cubicBezTo>
                    <a:pt x="3351" y="652"/>
                    <a:pt x="3352" y="666"/>
                    <a:pt x="3353" y="681"/>
                  </a:cubicBezTo>
                  <a:cubicBezTo>
                    <a:pt x="3358" y="622"/>
                    <a:pt x="3364" y="612"/>
                    <a:pt x="3363" y="597"/>
                  </a:cubicBezTo>
                  <a:cubicBezTo>
                    <a:pt x="3380" y="557"/>
                    <a:pt x="3378" y="549"/>
                    <a:pt x="3383" y="546"/>
                  </a:cubicBezTo>
                  <a:cubicBezTo>
                    <a:pt x="3402" y="483"/>
                    <a:pt x="3407" y="480"/>
                    <a:pt x="3406" y="472"/>
                  </a:cubicBezTo>
                  <a:cubicBezTo>
                    <a:pt x="3425" y="437"/>
                    <a:pt x="3422" y="430"/>
                    <a:pt x="3425" y="429"/>
                  </a:cubicBezTo>
                  <a:cubicBezTo>
                    <a:pt x="3438" y="397"/>
                    <a:pt x="3437" y="388"/>
                    <a:pt x="3442" y="384"/>
                  </a:cubicBezTo>
                  <a:cubicBezTo>
                    <a:pt x="3455" y="332"/>
                    <a:pt x="3460" y="332"/>
                    <a:pt x="3457" y="326"/>
                  </a:cubicBezTo>
                  <a:cubicBezTo>
                    <a:pt x="3463" y="349"/>
                    <a:pt x="3458" y="358"/>
                    <a:pt x="3458" y="372"/>
                  </a:cubicBezTo>
                  <a:cubicBezTo>
                    <a:pt x="3450" y="388"/>
                    <a:pt x="3451" y="393"/>
                    <a:pt x="3451" y="396"/>
                  </a:cubicBezTo>
                  <a:cubicBezTo>
                    <a:pt x="3444" y="416"/>
                    <a:pt x="3442" y="417"/>
                    <a:pt x="3442" y="421"/>
                  </a:cubicBezTo>
                  <a:cubicBezTo>
                    <a:pt x="3431" y="446"/>
                    <a:pt x="3430" y="460"/>
                    <a:pt x="3424" y="468"/>
                  </a:cubicBezTo>
                  <a:cubicBezTo>
                    <a:pt x="3407" y="509"/>
                    <a:pt x="3401" y="518"/>
                    <a:pt x="3397" y="529"/>
                  </a:cubicBezTo>
                  <a:cubicBezTo>
                    <a:pt x="3383" y="583"/>
                    <a:pt x="3376" y="592"/>
                    <a:pt x="3382" y="596"/>
                  </a:cubicBezTo>
                  <a:cubicBezTo>
                    <a:pt x="3409" y="524"/>
                    <a:pt x="3412" y="513"/>
                    <a:pt x="3417" y="504"/>
                  </a:cubicBezTo>
                  <a:cubicBezTo>
                    <a:pt x="3441" y="458"/>
                    <a:pt x="3440" y="453"/>
                    <a:pt x="3440" y="450"/>
                  </a:cubicBezTo>
                  <a:cubicBezTo>
                    <a:pt x="3457" y="405"/>
                    <a:pt x="3457" y="398"/>
                    <a:pt x="3462" y="396"/>
                  </a:cubicBezTo>
                  <a:cubicBezTo>
                    <a:pt x="3472" y="356"/>
                    <a:pt x="3467" y="344"/>
                    <a:pt x="3476" y="344"/>
                  </a:cubicBezTo>
                  <a:cubicBezTo>
                    <a:pt x="3464" y="412"/>
                    <a:pt x="3465" y="422"/>
                    <a:pt x="3460" y="426"/>
                  </a:cubicBezTo>
                  <a:cubicBezTo>
                    <a:pt x="3449" y="464"/>
                    <a:pt x="3445" y="466"/>
                    <a:pt x="3446" y="471"/>
                  </a:cubicBezTo>
                  <a:cubicBezTo>
                    <a:pt x="3438" y="502"/>
                    <a:pt x="3433" y="506"/>
                    <a:pt x="3433" y="516"/>
                  </a:cubicBezTo>
                  <a:cubicBezTo>
                    <a:pt x="3417" y="568"/>
                    <a:pt x="3415" y="576"/>
                    <a:pt x="3410" y="581"/>
                  </a:cubicBezTo>
                  <a:cubicBezTo>
                    <a:pt x="3410" y="660"/>
                    <a:pt x="3412" y="665"/>
                    <a:pt x="3412" y="672"/>
                  </a:cubicBezTo>
                  <a:cubicBezTo>
                    <a:pt x="3426" y="706"/>
                    <a:pt x="3422" y="719"/>
                    <a:pt x="3430" y="717"/>
                  </a:cubicBezTo>
                  <a:cubicBezTo>
                    <a:pt x="3420" y="681"/>
                    <a:pt x="3418" y="669"/>
                    <a:pt x="3415" y="659"/>
                  </a:cubicBezTo>
                  <a:cubicBezTo>
                    <a:pt x="3417" y="602"/>
                    <a:pt x="3414" y="595"/>
                    <a:pt x="3417" y="593"/>
                  </a:cubicBezTo>
                  <a:cubicBezTo>
                    <a:pt x="3434" y="546"/>
                    <a:pt x="3431" y="525"/>
                    <a:pt x="3442" y="515"/>
                  </a:cubicBezTo>
                  <a:cubicBezTo>
                    <a:pt x="3458" y="465"/>
                    <a:pt x="3460" y="456"/>
                    <a:pt x="3461" y="448"/>
                  </a:cubicBezTo>
                  <a:cubicBezTo>
                    <a:pt x="3477" y="411"/>
                    <a:pt x="3477" y="404"/>
                    <a:pt x="3480" y="401"/>
                  </a:cubicBezTo>
                  <a:cubicBezTo>
                    <a:pt x="3493" y="395"/>
                    <a:pt x="3485" y="406"/>
                    <a:pt x="3486" y="425"/>
                  </a:cubicBezTo>
                  <a:cubicBezTo>
                    <a:pt x="3466" y="480"/>
                    <a:pt x="3469" y="488"/>
                    <a:pt x="3464" y="490"/>
                  </a:cubicBezTo>
                  <a:cubicBezTo>
                    <a:pt x="3457" y="522"/>
                    <a:pt x="3453" y="524"/>
                    <a:pt x="3454" y="532"/>
                  </a:cubicBezTo>
                  <a:cubicBezTo>
                    <a:pt x="3444" y="561"/>
                    <a:pt x="3446" y="568"/>
                    <a:pt x="3444" y="572"/>
                  </a:cubicBezTo>
                  <a:cubicBezTo>
                    <a:pt x="3437" y="682"/>
                    <a:pt x="3434" y="691"/>
                    <a:pt x="3439" y="719"/>
                  </a:cubicBezTo>
                  <a:cubicBezTo>
                    <a:pt x="3448" y="743"/>
                    <a:pt x="3450" y="749"/>
                    <a:pt x="3457" y="750"/>
                  </a:cubicBezTo>
                  <a:cubicBezTo>
                    <a:pt x="3444" y="682"/>
                    <a:pt x="3442" y="668"/>
                    <a:pt x="3441" y="655"/>
                  </a:cubicBezTo>
                  <a:cubicBezTo>
                    <a:pt x="3449" y="616"/>
                    <a:pt x="3442" y="615"/>
                    <a:pt x="3447" y="611"/>
                  </a:cubicBezTo>
                  <a:cubicBezTo>
                    <a:pt x="3451" y="571"/>
                    <a:pt x="3456" y="564"/>
                    <a:pt x="3456" y="554"/>
                  </a:cubicBezTo>
                  <a:cubicBezTo>
                    <a:pt x="3482" y="464"/>
                    <a:pt x="3487" y="456"/>
                    <a:pt x="3488" y="446"/>
                  </a:cubicBezTo>
                  <a:cubicBezTo>
                    <a:pt x="3494" y="430"/>
                    <a:pt x="3499" y="432"/>
                    <a:pt x="3495" y="433"/>
                  </a:cubicBezTo>
                  <a:cubicBezTo>
                    <a:pt x="3483" y="507"/>
                    <a:pt x="3473" y="525"/>
                    <a:pt x="3476" y="554"/>
                  </a:cubicBezTo>
                  <a:cubicBezTo>
                    <a:pt x="3469" y="597"/>
                    <a:pt x="3466" y="612"/>
                    <a:pt x="3465" y="629"/>
                  </a:cubicBezTo>
                  <a:cubicBezTo>
                    <a:pt x="3479" y="752"/>
                    <a:pt x="3485" y="750"/>
                    <a:pt x="3485" y="755"/>
                  </a:cubicBezTo>
                  <a:cubicBezTo>
                    <a:pt x="3499" y="791"/>
                    <a:pt x="3500" y="794"/>
                    <a:pt x="3503" y="795"/>
                  </a:cubicBezTo>
                  <a:cubicBezTo>
                    <a:pt x="3492" y="758"/>
                    <a:pt x="3488" y="746"/>
                    <a:pt x="3484" y="744"/>
                  </a:cubicBezTo>
                  <a:cubicBezTo>
                    <a:pt x="3481" y="733"/>
                    <a:pt x="3481" y="729"/>
                    <a:pt x="3481" y="729"/>
                  </a:cubicBezTo>
                  <a:cubicBezTo>
                    <a:pt x="3475" y="679"/>
                    <a:pt x="3475" y="662"/>
                    <a:pt x="3473" y="646"/>
                  </a:cubicBezTo>
                  <a:cubicBezTo>
                    <a:pt x="3481" y="573"/>
                    <a:pt x="3482" y="570"/>
                    <a:pt x="3481" y="565"/>
                  </a:cubicBezTo>
                  <a:cubicBezTo>
                    <a:pt x="3488" y="543"/>
                    <a:pt x="3484" y="535"/>
                    <a:pt x="3485" y="532"/>
                  </a:cubicBezTo>
                  <a:cubicBezTo>
                    <a:pt x="3494" y="519"/>
                    <a:pt x="3487" y="532"/>
                    <a:pt x="3488" y="551"/>
                  </a:cubicBezTo>
                  <a:cubicBezTo>
                    <a:pt x="3483" y="582"/>
                    <a:pt x="3481" y="591"/>
                    <a:pt x="3481" y="600"/>
                  </a:cubicBezTo>
                  <a:cubicBezTo>
                    <a:pt x="3506" y="747"/>
                    <a:pt x="3504" y="754"/>
                    <a:pt x="3507" y="755"/>
                  </a:cubicBezTo>
                  <a:cubicBezTo>
                    <a:pt x="3522" y="799"/>
                    <a:pt x="3528" y="803"/>
                    <a:pt x="3531" y="811"/>
                  </a:cubicBezTo>
                  <a:cubicBezTo>
                    <a:pt x="3524" y="788"/>
                    <a:pt x="3521" y="783"/>
                    <a:pt x="3520" y="776"/>
                  </a:cubicBezTo>
                  <a:cubicBezTo>
                    <a:pt x="3511" y="743"/>
                    <a:pt x="3507" y="733"/>
                    <a:pt x="3503" y="723"/>
                  </a:cubicBezTo>
                  <a:cubicBezTo>
                    <a:pt x="3500" y="696"/>
                    <a:pt x="3497" y="689"/>
                    <a:pt x="3495" y="682"/>
                  </a:cubicBezTo>
                  <a:cubicBezTo>
                    <a:pt x="3491" y="631"/>
                    <a:pt x="3491" y="616"/>
                    <a:pt x="3490" y="599"/>
                  </a:cubicBezTo>
                  <a:cubicBezTo>
                    <a:pt x="3495" y="554"/>
                    <a:pt x="3495" y="550"/>
                    <a:pt x="3497" y="548"/>
                  </a:cubicBezTo>
                  <a:cubicBezTo>
                    <a:pt x="3502" y="498"/>
                    <a:pt x="3505" y="494"/>
                    <a:pt x="3506" y="489"/>
                  </a:cubicBezTo>
                  <a:cubicBezTo>
                    <a:pt x="3506" y="547"/>
                    <a:pt x="3503" y="566"/>
                    <a:pt x="3502" y="585"/>
                  </a:cubicBezTo>
                  <a:cubicBezTo>
                    <a:pt x="3515" y="692"/>
                    <a:pt x="3511" y="695"/>
                    <a:pt x="3512" y="698"/>
                  </a:cubicBezTo>
                  <a:cubicBezTo>
                    <a:pt x="3528" y="752"/>
                    <a:pt x="3532" y="765"/>
                    <a:pt x="3537" y="775"/>
                  </a:cubicBezTo>
                  <a:cubicBezTo>
                    <a:pt x="3550" y="790"/>
                    <a:pt x="3543" y="782"/>
                    <a:pt x="3539" y="771"/>
                  </a:cubicBezTo>
                  <a:cubicBezTo>
                    <a:pt x="3522" y="708"/>
                    <a:pt x="3521" y="704"/>
                    <a:pt x="3519" y="702"/>
                  </a:cubicBezTo>
                  <a:cubicBezTo>
                    <a:pt x="3511" y="634"/>
                    <a:pt x="3511" y="615"/>
                    <a:pt x="3509" y="600"/>
                  </a:cubicBezTo>
                  <a:cubicBezTo>
                    <a:pt x="3520" y="547"/>
                    <a:pt x="3511" y="533"/>
                    <a:pt x="3520" y="534"/>
                  </a:cubicBezTo>
                  <a:cubicBezTo>
                    <a:pt x="3524" y="611"/>
                    <a:pt x="3521" y="619"/>
                    <a:pt x="3526" y="619"/>
                  </a:cubicBezTo>
                  <a:cubicBezTo>
                    <a:pt x="3528" y="645"/>
                    <a:pt x="3532" y="649"/>
                    <a:pt x="3531" y="660"/>
                  </a:cubicBezTo>
                  <a:cubicBezTo>
                    <a:pt x="3556" y="737"/>
                    <a:pt x="3561" y="744"/>
                    <a:pt x="3562" y="760"/>
                  </a:cubicBezTo>
                  <a:cubicBezTo>
                    <a:pt x="3585" y="787"/>
                    <a:pt x="3582" y="784"/>
                    <a:pt x="3579" y="783"/>
                  </a:cubicBezTo>
                  <a:cubicBezTo>
                    <a:pt x="3560" y="729"/>
                    <a:pt x="3552" y="701"/>
                    <a:pt x="3543" y="672"/>
                  </a:cubicBezTo>
                  <a:cubicBezTo>
                    <a:pt x="3532" y="618"/>
                    <a:pt x="3532" y="614"/>
                    <a:pt x="3532" y="609"/>
                  </a:cubicBezTo>
                  <a:cubicBezTo>
                    <a:pt x="3535" y="597"/>
                    <a:pt x="3540" y="609"/>
                    <a:pt x="3544" y="622"/>
                  </a:cubicBezTo>
                  <a:cubicBezTo>
                    <a:pt x="3564" y="685"/>
                    <a:pt x="3567" y="689"/>
                    <a:pt x="3569" y="696"/>
                  </a:cubicBezTo>
                  <a:cubicBezTo>
                    <a:pt x="3585" y="716"/>
                    <a:pt x="3578" y="710"/>
                    <a:pt x="3575" y="700"/>
                  </a:cubicBezTo>
                  <a:cubicBezTo>
                    <a:pt x="3544" y="591"/>
                    <a:pt x="3539" y="578"/>
                    <a:pt x="3533" y="566"/>
                  </a:cubicBezTo>
                  <a:cubicBezTo>
                    <a:pt x="3524" y="501"/>
                    <a:pt x="3524" y="496"/>
                    <a:pt x="3524" y="492"/>
                  </a:cubicBezTo>
                  <a:cubicBezTo>
                    <a:pt x="3538" y="519"/>
                    <a:pt x="3540" y="534"/>
                    <a:pt x="3545" y="545"/>
                  </a:cubicBezTo>
                  <a:cubicBezTo>
                    <a:pt x="3565" y="611"/>
                    <a:pt x="3571" y="614"/>
                    <a:pt x="3572" y="622"/>
                  </a:cubicBezTo>
                  <a:cubicBezTo>
                    <a:pt x="3605" y="698"/>
                    <a:pt x="3603" y="709"/>
                    <a:pt x="3609" y="711"/>
                  </a:cubicBezTo>
                  <a:cubicBezTo>
                    <a:pt x="3621" y="744"/>
                    <a:pt x="3629" y="753"/>
                    <a:pt x="3632" y="766"/>
                  </a:cubicBezTo>
                  <a:cubicBezTo>
                    <a:pt x="3648" y="791"/>
                    <a:pt x="3648" y="793"/>
                    <a:pt x="3650" y="793"/>
                  </a:cubicBezTo>
                  <a:cubicBezTo>
                    <a:pt x="3633" y="742"/>
                    <a:pt x="3627" y="742"/>
                    <a:pt x="3626" y="738"/>
                  </a:cubicBezTo>
                  <a:cubicBezTo>
                    <a:pt x="3609" y="692"/>
                    <a:pt x="3602" y="684"/>
                    <a:pt x="3600" y="670"/>
                  </a:cubicBezTo>
                  <a:cubicBezTo>
                    <a:pt x="3573" y="591"/>
                    <a:pt x="3570" y="586"/>
                    <a:pt x="3569" y="578"/>
                  </a:cubicBezTo>
                  <a:cubicBezTo>
                    <a:pt x="3567" y="568"/>
                    <a:pt x="3571" y="572"/>
                    <a:pt x="3573" y="578"/>
                  </a:cubicBezTo>
                  <a:cubicBezTo>
                    <a:pt x="3589" y="595"/>
                    <a:pt x="3591" y="601"/>
                    <a:pt x="3593" y="607"/>
                  </a:cubicBezTo>
                  <a:cubicBezTo>
                    <a:pt x="3615" y="642"/>
                    <a:pt x="3619" y="647"/>
                    <a:pt x="3622" y="651"/>
                  </a:cubicBezTo>
                  <a:cubicBezTo>
                    <a:pt x="3682" y="757"/>
                    <a:pt x="3686" y="769"/>
                    <a:pt x="3692" y="779"/>
                  </a:cubicBezTo>
                  <a:cubicBezTo>
                    <a:pt x="3700" y="801"/>
                    <a:pt x="3701" y="805"/>
                    <a:pt x="3701" y="809"/>
                  </a:cubicBezTo>
                  <a:cubicBezTo>
                    <a:pt x="3698" y="773"/>
                    <a:pt x="3692" y="767"/>
                    <a:pt x="3689" y="758"/>
                  </a:cubicBezTo>
                  <a:cubicBezTo>
                    <a:pt x="3682" y="741"/>
                    <a:pt x="3677" y="738"/>
                    <a:pt x="3678" y="732"/>
                  </a:cubicBezTo>
                  <a:cubicBezTo>
                    <a:pt x="3657" y="683"/>
                    <a:pt x="3641" y="668"/>
                    <a:pt x="3631" y="646"/>
                  </a:cubicBezTo>
                  <a:cubicBezTo>
                    <a:pt x="3609" y="610"/>
                    <a:pt x="3605" y="606"/>
                    <a:pt x="3603" y="600"/>
                  </a:cubicBezTo>
                  <a:cubicBezTo>
                    <a:pt x="3602" y="588"/>
                    <a:pt x="3604" y="593"/>
                    <a:pt x="3605" y="598"/>
                  </a:cubicBezTo>
                  <a:cubicBezTo>
                    <a:pt x="3636" y="646"/>
                    <a:pt x="3645" y="650"/>
                    <a:pt x="3649" y="660"/>
                  </a:cubicBezTo>
                  <a:cubicBezTo>
                    <a:pt x="3683" y="718"/>
                    <a:pt x="3683" y="724"/>
                    <a:pt x="3687" y="727"/>
                  </a:cubicBezTo>
                  <a:cubicBezTo>
                    <a:pt x="3711" y="775"/>
                    <a:pt x="3709" y="785"/>
                    <a:pt x="3715" y="787"/>
                  </a:cubicBezTo>
                  <a:cubicBezTo>
                    <a:pt x="3704" y="756"/>
                    <a:pt x="3706" y="749"/>
                    <a:pt x="3703" y="748"/>
                  </a:cubicBezTo>
                  <a:cubicBezTo>
                    <a:pt x="3683" y="705"/>
                    <a:pt x="3676" y="692"/>
                    <a:pt x="3670" y="678"/>
                  </a:cubicBezTo>
                  <a:cubicBezTo>
                    <a:pt x="3642" y="629"/>
                    <a:pt x="3632" y="620"/>
                    <a:pt x="3626" y="607"/>
                  </a:cubicBezTo>
                  <a:cubicBezTo>
                    <a:pt x="3605" y="580"/>
                    <a:pt x="3601" y="579"/>
                    <a:pt x="3601" y="574"/>
                  </a:cubicBezTo>
                  <a:cubicBezTo>
                    <a:pt x="3573" y="536"/>
                    <a:pt x="3569" y="530"/>
                    <a:pt x="3565" y="524"/>
                  </a:cubicBezTo>
                  <a:cubicBezTo>
                    <a:pt x="3546" y="487"/>
                    <a:pt x="3541" y="488"/>
                    <a:pt x="3543" y="482"/>
                  </a:cubicBezTo>
                  <a:cubicBezTo>
                    <a:pt x="3536" y="457"/>
                    <a:pt x="3537" y="465"/>
                    <a:pt x="3542" y="469"/>
                  </a:cubicBezTo>
                  <a:cubicBezTo>
                    <a:pt x="3566" y="506"/>
                    <a:pt x="3571" y="510"/>
                    <a:pt x="3575" y="514"/>
                  </a:cubicBezTo>
                  <a:cubicBezTo>
                    <a:pt x="3616" y="563"/>
                    <a:pt x="3621" y="567"/>
                    <a:pt x="3623" y="575"/>
                  </a:cubicBezTo>
                  <a:cubicBezTo>
                    <a:pt x="3671" y="639"/>
                    <a:pt x="3669" y="646"/>
                    <a:pt x="3672" y="648"/>
                  </a:cubicBezTo>
                  <a:cubicBezTo>
                    <a:pt x="3691" y="678"/>
                    <a:pt x="3690" y="689"/>
                    <a:pt x="3695" y="692"/>
                  </a:cubicBezTo>
                  <a:cubicBezTo>
                    <a:pt x="3712" y="731"/>
                    <a:pt x="3709" y="741"/>
                    <a:pt x="3716" y="741"/>
                  </a:cubicBezTo>
                  <a:cubicBezTo>
                    <a:pt x="3708" y="703"/>
                    <a:pt x="3703" y="704"/>
                    <a:pt x="3704" y="698"/>
                  </a:cubicBezTo>
                  <a:cubicBezTo>
                    <a:pt x="3691" y="675"/>
                    <a:pt x="3692" y="664"/>
                    <a:pt x="3686" y="662"/>
                  </a:cubicBezTo>
                  <a:cubicBezTo>
                    <a:pt x="3670" y="620"/>
                    <a:pt x="3664" y="622"/>
                    <a:pt x="3664" y="618"/>
                  </a:cubicBezTo>
                  <a:cubicBezTo>
                    <a:pt x="3633" y="576"/>
                    <a:pt x="3635" y="569"/>
                    <a:pt x="3632" y="567"/>
                  </a:cubicBezTo>
                  <a:cubicBezTo>
                    <a:pt x="3612" y="544"/>
                    <a:pt x="3609" y="542"/>
                    <a:pt x="3608" y="538"/>
                  </a:cubicBezTo>
                  <a:cubicBezTo>
                    <a:pt x="3595" y="520"/>
                    <a:pt x="3590" y="520"/>
                    <a:pt x="3589" y="516"/>
                  </a:cubicBezTo>
                  <a:cubicBezTo>
                    <a:pt x="3575" y="485"/>
                    <a:pt x="3576" y="492"/>
                    <a:pt x="3583" y="494"/>
                  </a:cubicBezTo>
                  <a:cubicBezTo>
                    <a:pt x="3605" y="518"/>
                    <a:pt x="3612" y="530"/>
                    <a:pt x="3621" y="540"/>
                  </a:cubicBezTo>
                  <a:cubicBezTo>
                    <a:pt x="3637" y="562"/>
                    <a:pt x="3646" y="562"/>
                    <a:pt x="3647" y="571"/>
                  </a:cubicBezTo>
                  <a:cubicBezTo>
                    <a:pt x="3679" y="613"/>
                    <a:pt x="3687" y="624"/>
                    <a:pt x="3693" y="637"/>
                  </a:cubicBezTo>
                  <a:cubicBezTo>
                    <a:pt x="3722" y="683"/>
                    <a:pt x="3722" y="688"/>
                    <a:pt x="3725" y="690"/>
                  </a:cubicBezTo>
                  <a:cubicBezTo>
                    <a:pt x="3736" y="699"/>
                    <a:pt x="3730" y="697"/>
                    <a:pt x="3730" y="687"/>
                  </a:cubicBezTo>
                  <a:cubicBezTo>
                    <a:pt x="3696" y="629"/>
                    <a:pt x="3695" y="622"/>
                    <a:pt x="3690" y="618"/>
                  </a:cubicBezTo>
                  <a:cubicBezTo>
                    <a:pt x="3664" y="581"/>
                    <a:pt x="3661" y="574"/>
                    <a:pt x="3658" y="568"/>
                  </a:cubicBezTo>
                  <a:cubicBezTo>
                    <a:pt x="3624" y="530"/>
                    <a:pt x="3617" y="519"/>
                    <a:pt x="3608" y="510"/>
                  </a:cubicBezTo>
                  <a:cubicBezTo>
                    <a:pt x="3534" y="424"/>
                    <a:pt x="3528" y="418"/>
                    <a:pt x="3524" y="409"/>
                  </a:cubicBezTo>
                  <a:cubicBezTo>
                    <a:pt x="3505" y="384"/>
                    <a:pt x="3506" y="376"/>
                    <a:pt x="3500" y="376"/>
                  </a:cubicBezTo>
                  <a:cubicBezTo>
                    <a:pt x="3502" y="363"/>
                    <a:pt x="3500" y="371"/>
                    <a:pt x="3504" y="371"/>
                  </a:cubicBezTo>
                  <a:cubicBezTo>
                    <a:pt x="3530" y="404"/>
                    <a:pt x="3532" y="412"/>
                    <a:pt x="3538" y="417"/>
                  </a:cubicBezTo>
                  <a:cubicBezTo>
                    <a:pt x="3562" y="446"/>
                    <a:pt x="3566" y="447"/>
                    <a:pt x="3567" y="452"/>
                  </a:cubicBezTo>
                  <a:cubicBezTo>
                    <a:pt x="3602" y="487"/>
                    <a:pt x="3602" y="492"/>
                    <a:pt x="3607" y="493"/>
                  </a:cubicBezTo>
                  <a:cubicBezTo>
                    <a:pt x="3650" y="542"/>
                    <a:pt x="3656" y="546"/>
                    <a:pt x="3659" y="555"/>
                  </a:cubicBezTo>
                  <a:cubicBezTo>
                    <a:pt x="3706" y="616"/>
                    <a:pt x="3708" y="625"/>
                    <a:pt x="3715" y="629"/>
                  </a:cubicBezTo>
                  <a:cubicBezTo>
                    <a:pt x="3727" y="644"/>
                    <a:pt x="3724" y="639"/>
                    <a:pt x="3720" y="638"/>
                  </a:cubicBezTo>
                  <a:cubicBezTo>
                    <a:pt x="3689" y="575"/>
                    <a:pt x="3675" y="561"/>
                    <a:pt x="3663" y="546"/>
                  </a:cubicBezTo>
                  <a:cubicBezTo>
                    <a:pt x="3641" y="512"/>
                    <a:pt x="3631" y="508"/>
                    <a:pt x="3625" y="500"/>
                  </a:cubicBezTo>
                  <a:cubicBezTo>
                    <a:pt x="3592" y="468"/>
                    <a:pt x="3591" y="465"/>
                    <a:pt x="3591" y="461"/>
                  </a:cubicBezTo>
                  <a:cubicBezTo>
                    <a:pt x="3577" y="443"/>
                    <a:pt x="3570" y="445"/>
                    <a:pt x="3570" y="438"/>
                  </a:cubicBezTo>
                  <a:cubicBezTo>
                    <a:pt x="3535" y="402"/>
                    <a:pt x="3533" y="398"/>
                    <a:pt x="3532" y="393"/>
                  </a:cubicBezTo>
                  <a:cubicBezTo>
                    <a:pt x="3530" y="387"/>
                    <a:pt x="3532" y="390"/>
                    <a:pt x="3534" y="393"/>
                  </a:cubicBezTo>
                  <a:cubicBezTo>
                    <a:pt x="3549" y="412"/>
                    <a:pt x="3552" y="411"/>
                    <a:pt x="3553" y="413"/>
                  </a:cubicBezTo>
                  <a:cubicBezTo>
                    <a:pt x="3592" y="453"/>
                    <a:pt x="3594" y="455"/>
                    <a:pt x="3596" y="458"/>
                  </a:cubicBezTo>
                  <a:cubicBezTo>
                    <a:pt x="3621" y="483"/>
                    <a:pt x="3627" y="485"/>
                    <a:pt x="3631" y="491"/>
                  </a:cubicBezTo>
                  <a:cubicBezTo>
                    <a:pt x="3653" y="516"/>
                    <a:pt x="3661" y="526"/>
                    <a:pt x="3669" y="536"/>
                  </a:cubicBezTo>
                  <a:cubicBezTo>
                    <a:pt x="3710" y="588"/>
                    <a:pt x="3713" y="595"/>
                    <a:pt x="3719" y="598"/>
                  </a:cubicBezTo>
                  <a:cubicBezTo>
                    <a:pt x="3754" y="657"/>
                    <a:pt x="3756" y="665"/>
                    <a:pt x="3759" y="672"/>
                  </a:cubicBezTo>
                  <a:cubicBezTo>
                    <a:pt x="3769" y="696"/>
                    <a:pt x="3765" y="705"/>
                    <a:pt x="3770" y="704"/>
                  </a:cubicBezTo>
                  <a:cubicBezTo>
                    <a:pt x="3763" y="670"/>
                    <a:pt x="3763" y="659"/>
                    <a:pt x="3758" y="655"/>
                  </a:cubicBezTo>
                  <a:cubicBezTo>
                    <a:pt x="3722" y="590"/>
                    <a:pt x="3717" y="586"/>
                    <a:pt x="3713" y="579"/>
                  </a:cubicBezTo>
                  <a:cubicBezTo>
                    <a:pt x="3668" y="527"/>
                    <a:pt x="3671" y="520"/>
                    <a:pt x="3668" y="519"/>
                  </a:cubicBezTo>
                  <a:cubicBezTo>
                    <a:pt x="3638" y="483"/>
                    <a:pt x="3626" y="475"/>
                    <a:pt x="3618" y="463"/>
                  </a:cubicBezTo>
                  <a:cubicBezTo>
                    <a:pt x="3597" y="446"/>
                    <a:pt x="3593" y="439"/>
                    <a:pt x="3587" y="435"/>
                  </a:cubicBezTo>
                  <a:cubicBezTo>
                    <a:pt x="3544" y="388"/>
                    <a:pt x="3531" y="373"/>
                    <a:pt x="3516" y="359"/>
                  </a:cubicBezTo>
                  <a:cubicBezTo>
                    <a:pt x="3482" y="312"/>
                    <a:pt x="3483" y="307"/>
                    <a:pt x="3480" y="307"/>
                  </a:cubicBezTo>
                  <a:cubicBezTo>
                    <a:pt x="3491" y="306"/>
                    <a:pt x="3495" y="310"/>
                    <a:pt x="3498" y="315"/>
                  </a:cubicBezTo>
                  <a:cubicBezTo>
                    <a:pt x="3528" y="347"/>
                    <a:pt x="3536" y="354"/>
                    <a:pt x="3543" y="362"/>
                  </a:cubicBezTo>
                  <a:cubicBezTo>
                    <a:pt x="3574" y="381"/>
                    <a:pt x="3571" y="392"/>
                    <a:pt x="3580" y="390"/>
                  </a:cubicBezTo>
                  <a:cubicBezTo>
                    <a:pt x="3598" y="407"/>
                    <a:pt x="3606" y="414"/>
                    <a:pt x="3615" y="420"/>
                  </a:cubicBezTo>
                  <a:cubicBezTo>
                    <a:pt x="3642" y="449"/>
                    <a:pt x="3647" y="454"/>
                    <a:pt x="3650" y="457"/>
                  </a:cubicBezTo>
                  <a:cubicBezTo>
                    <a:pt x="3680" y="486"/>
                    <a:pt x="3682" y="493"/>
                    <a:pt x="3686" y="498"/>
                  </a:cubicBezTo>
                  <a:cubicBezTo>
                    <a:pt x="3724" y="544"/>
                    <a:pt x="3729" y="547"/>
                    <a:pt x="3731" y="554"/>
                  </a:cubicBezTo>
                  <a:cubicBezTo>
                    <a:pt x="3765" y="605"/>
                    <a:pt x="3771" y="607"/>
                    <a:pt x="3773" y="614"/>
                  </a:cubicBezTo>
                  <a:cubicBezTo>
                    <a:pt x="3793" y="649"/>
                    <a:pt x="3792" y="642"/>
                    <a:pt x="3790" y="637"/>
                  </a:cubicBezTo>
                  <a:cubicBezTo>
                    <a:pt x="3772" y="601"/>
                    <a:pt x="3770" y="595"/>
                    <a:pt x="3765" y="593"/>
                  </a:cubicBezTo>
                  <a:cubicBezTo>
                    <a:pt x="3747" y="556"/>
                    <a:pt x="3740" y="557"/>
                    <a:pt x="3740" y="549"/>
                  </a:cubicBezTo>
                  <a:cubicBezTo>
                    <a:pt x="3716" y="518"/>
                    <a:pt x="3713" y="513"/>
                    <a:pt x="3708" y="510"/>
                  </a:cubicBezTo>
                  <a:cubicBezTo>
                    <a:pt x="3663" y="455"/>
                    <a:pt x="3658" y="453"/>
                    <a:pt x="3656" y="448"/>
                  </a:cubicBezTo>
                  <a:cubicBezTo>
                    <a:pt x="3639" y="433"/>
                    <a:pt x="3635" y="430"/>
                    <a:pt x="3631" y="428"/>
                  </a:cubicBezTo>
                  <a:cubicBezTo>
                    <a:pt x="3606" y="403"/>
                    <a:pt x="3605" y="400"/>
                    <a:pt x="3602" y="399"/>
                  </a:cubicBezTo>
                  <a:cubicBezTo>
                    <a:pt x="3568" y="367"/>
                    <a:pt x="3560" y="369"/>
                    <a:pt x="3558" y="363"/>
                  </a:cubicBezTo>
                  <a:cubicBezTo>
                    <a:pt x="3494" y="295"/>
                    <a:pt x="3486" y="288"/>
                    <a:pt x="3480" y="279"/>
                  </a:cubicBezTo>
                  <a:cubicBezTo>
                    <a:pt x="3472" y="259"/>
                    <a:pt x="3480" y="269"/>
                    <a:pt x="3487" y="280"/>
                  </a:cubicBezTo>
                  <a:cubicBezTo>
                    <a:pt x="3581" y="355"/>
                    <a:pt x="3584" y="357"/>
                    <a:pt x="3588" y="356"/>
                  </a:cubicBezTo>
                  <a:cubicBezTo>
                    <a:pt x="3607" y="371"/>
                    <a:pt x="3608" y="375"/>
                    <a:pt x="3614" y="374"/>
                  </a:cubicBezTo>
                  <a:cubicBezTo>
                    <a:pt x="3644" y="397"/>
                    <a:pt x="3643" y="407"/>
                    <a:pt x="3651" y="406"/>
                  </a:cubicBezTo>
                  <a:cubicBezTo>
                    <a:pt x="3671" y="425"/>
                    <a:pt x="3673" y="426"/>
                    <a:pt x="3674" y="429"/>
                  </a:cubicBezTo>
                  <a:cubicBezTo>
                    <a:pt x="3702" y="457"/>
                    <a:pt x="3707" y="461"/>
                    <a:pt x="3710" y="466"/>
                  </a:cubicBezTo>
                  <a:cubicBezTo>
                    <a:pt x="3755" y="519"/>
                    <a:pt x="3757" y="520"/>
                    <a:pt x="3760" y="521"/>
                  </a:cubicBezTo>
                  <a:cubicBezTo>
                    <a:pt x="3775" y="552"/>
                    <a:pt x="3783" y="552"/>
                    <a:pt x="3784" y="559"/>
                  </a:cubicBezTo>
                  <a:cubicBezTo>
                    <a:pt x="3802" y="592"/>
                    <a:pt x="3803" y="594"/>
                    <a:pt x="3806" y="594"/>
                  </a:cubicBezTo>
                  <a:cubicBezTo>
                    <a:pt x="3803" y="583"/>
                    <a:pt x="3803" y="576"/>
                    <a:pt x="3798" y="573"/>
                  </a:cubicBezTo>
                  <a:cubicBezTo>
                    <a:pt x="3759" y="513"/>
                    <a:pt x="3754" y="504"/>
                    <a:pt x="3747" y="496"/>
                  </a:cubicBezTo>
                  <a:cubicBezTo>
                    <a:pt x="3718" y="457"/>
                    <a:pt x="3712" y="459"/>
                    <a:pt x="3713" y="455"/>
                  </a:cubicBezTo>
                  <a:cubicBezTo>
                    <a:pt x="3682" y="427"/>
                    <a:pt x="3680" y="421"/>
                    <a:pt x="3676" y="418"/>
                  </a:cubicBezTo>
                  <a:cubicBezTo>
                    <a:pt x="3660" y="405"/>
                    <a:pt x="3655" y="404"/>
                    <a:pt x="3655" y="397"/>
                  </a:cubicBezTo>
                  <a:cubicBezTo>
                    <a:pt x="3624" y="378"/>
                    <a:pt x="3624" y="370"/>
                    <a:pt x="3618" y="369"/>
                  </a:cubicBezTo>
                  <a:cubicBezTo>
                    <a:pt x="3604" y="356"/>
                    <a:pt x="3600" y="353"/>
                    <a:pt x="3595" y="351"/>
                  </a:cubicBezTo>
                  <a:cubicBezTo>
                    <a:pt x="3588" y="343"/>
                    <a:pt x="3585" y="343"/>
                    <a:pt x="3583" y="341"/>
                  </a:cubicBezTo>
                  <a:cubicBezTo>
                    <a:pt x="3552" y="324"/>
                    <a:pt x="3552" y="316"/>
                    <a:pt x="3546" y="315"/>
                  </a:cubicBezTo>
                  <a:cubicBezTo>
                    <a:pt x="3518" y="293"/>
                    <a:pt x="3513" y="292"/>
                    <a:pt x="3511" y="287"/>
                  </a:cubicBezTo>
                  <a:cubicBezTo>
                    <a:pt x="3473" y="249"/>
                    <a:pt x="3471" y="239"/>
                    <a:pt x="3464" y="236"/>
                  </a:cubicBezTo>
                  <a:cubicBezTo>
                    <a:pt x="3464" y="229"/>
                    <a:pt x="3471" y="229"/>
                    <a:pt x="3475" y="233"/>
                  </a:cubicBezTo>
                  <a:cubicBezTo>
                    <a:pt x="3498" y="257"/>
                    <a:pt x="3501" y="260"/>
                    <a:pt x="3505" y="262"/>
                  </a:cubicBezTo>
                  <a:cubicBezTo>
                    <a:pt x="3519" y="277"/>
                    <a:pt x="3523" y="275"/>
                    <a:pt x="3524" y="278"/>
                  </a:cubicBezTo>
                  <a:cubicBezTo>
                    <a:pt x="3556" y="301"/>
                    <a:pt x="3562" y="300"/>
                    <a:pt x="3565" y="303"/>
                  </a:cubicBezTo>
                  <a:cubicBezTo>
                    <a:pt x="3580" y="312"/>
                    <a:pt x="3580" y="313"/>
                    <a:pt x="3581" y="313"/>
                  </a:cubicBezTo>
                  <a:cubicBezTo>
                    <a:pt x="3601" y="325"/>
                    <a:pt x="3604" y="326"/>
                    <a:pt x="3608" y="329"/>
                  </a:cubicBezTo>
                  <a:cubicBezTo>
                    <a:pt x="3643" y="351"/>
                    <a:pt x="3649" y="350"/>
                    <a:pt x="3652" y="354"/>
                  </a:cubicBezTo>
                  <a:cubicBezTo>
                    <a:pt x="3678" y="367"/>
                    <a:pt x="3693" y="375"/>
                    <a:pt x="3708" y="383"/>
                  </a:cubicBezTo>
                  <a:cubicBezTo>
                    <a:pt x="3760" y="411"/>
                    <a:pt x="3762" y="421"/>
                    <a:pt x="3770" y="424"/>
                  </a:cubicBezTo>
                  <a:cubicBezTo>
                    <a:pt x="3809" y="461"/>
                    <a:pt x="3812" y="463"/>
                    <a:pt x="3815" y="467"/>
                  </a:cubicBezTo>
                  <a:cubicBezTo>
                    <a:pt x="3834" y="487"/>
                    <a:pt x="3838" y="487"/>
                    <a:pt x="3840" y="490"/>
                  </a:cubicBezTo>
                  <a:cubicBezTo>
                    <a:pt x="3834" y="475"/>
                    <a:pt x="3825" y="469"/>
                    <a:pt x="3819" y="460"/>
                  </a:cubicBezTo>
                  <a:cubicBezTo>
                    <a:pt x="3792" y="438"/>
                    <a:pt x="3793" y="432"/>
                    <a:pt x="3788" y="434"/>
                  </a:cubicBezTo>
                  <a:cubicBezTo>
                    <a:pt x="3769" y="415"/>
                    <a:pt x="3767" y="413"/>
                    <a:pt x="3767" y="409"/>
                  </a:cubicBezTo>
                  <a:cubicBezTo>
                    <a:pt x="3741" y="393"/>
                    <a:pt x="3737" y="390"/>
                    <a:pt x="3733" y="388"/>
                  </a:cubicBezTo>
                  <a:cubicBezTo>
                    <a:pt x="3678" y="358"/>
                    <a:pt x="3671" y="350"/>
                    <a:pt x="3658" y="349"/>
                  </a:cubicBezTo>
                  <a:cubicBezTo>
                    <a:pt x="3620" y="324"/>
                    <a:pt x="3616" y="320"/>
                    <a:pt x="3610" y="318"/>
                  </a:cubicBezTo>
                  <a:cubicBezTo>
                    <a:pt x="3586" y="305"/>
                    <a:pt x="3581" y="301"/>
                    <a:pt x="3576" y="298"/>
                  </a:cubicBezTo>
                  <a:cubicBezTo>
                    <a:pt x="3551" y="286"/>
                    <a:pt x="3550" y="278"/>
                    <a:pt x="3543" y="276"/>
                  </a:cubicBezTo>
                  <a:cubicBezTo>
                    <a:pt x="3518" y="256"/>
                    <a:pt x="3508" y="251"/>
                    <a:pt x="3497" y="245"/>
                  </a:cubicBezTo>
                  <a:cubicBezTo>
                    <a:pt x="3480" y="220"/>
                    <a:pt x="3474" y="222"/>
                    <a:pt x="3472" y="220"/>
                  </a:cubicBezTo>
                  <a:cubicBezTo>
                    <a:pt x="3458" y="198"/>
                    <a:pt x="3452" y="196"/>
                    <a:pt x="3450" y="189"/>
                  </a:cubicBezTo>
                  <a:cubicBezTo>
                    <a:pt x="3467" y="202"/>
                    <a:pt x="3470" y="200"/>
                    <a:pt x="3470" y="201"/>
                  </a:cubicBezTo>
                  <a:cubicBezTo>
                    <a:pt x="3508" y="228"/>
                    <a:pt x="3514" y="232"/>
                    <a:pt x="3519" y="237"/>
                  </a:cubicBezTo>
                  <a:cubicBezTo>
                    <a:pt x="3549" y="252"/>
                    <a:pt x="3552" y="253"/>
                    <a:pt x="3555" y="256"/>
                  </a:cubicBezTo>
                  <a:cubicBezTo>
                    <a:pt x="3598" y="278"/>
                    <a:pt x="3605" y="282"/>
                    <a:pt x="3610" y="287"/>
                  </a:cubicBezTo>
                  <a:cubicBezTo>
                    <a:pt x="3676" y="320"/>
                    <a:pt x="3685" y="315"/>
                    <a:pt x="3684" y="321"/>
                  </a:cubicBezTo>
                  <a:cubicBezTo>
                    <a:pt x="3725" y="340"/>
                    <a:pt x="3730" y="346"/>
                    <a:pt x="3737" y="350"/>
                  </a:cubicBezTo>
                  <a:cubicBezTo>
                    <a:pt x="3768" y="372"/>
                    <a:pt x="3771" y="375"/>
                    <a:pt x="3776" y="376"/>
                  </a:cubicBezTo>
                  <a:cubicBezTo>
                    <a:pt x="3822" y="416"/>
                    <a:pt x="3821" y="423"/>
                    <a:pt x="3825" y="425"/>
                  </a:cubicBezTo>
                  <a:cubicBezTo>
                    <a:pt x="3836" y="427"/>
                    <a:pt x="3826" y="425"/>
                    <a:pt x="3824" y="414"/>
                  </a:cubicBezTo>
                  <a:cubicBezTo>
                    <a:pt x="3808" y="399"/>
                    <a:pt x="3802" y="401"/>
                    <a:pt x="3803" y="396"/>
                  </a:cubicBezTo>
                  <a:cubicBezTo>
                    <a:pt x="3777" y="374"/>
                    <a:pt x="3776" y="369"/>
                    <a:pt x="3771" y="367"/>
                  </a:cubicBezTo>
                  <a:cubicBezTo>
                    <a:pt x="3753" y="354"/>
                    <a:pt x="3751" y="352"/>
                    <a:pt x="3750" y="349"/>
                  </a:cubicBezTo>
                  <a:cubicBezTo>
                    <a:pt x="3700" y="322"/>
                    <a:pt x="3698" y="317"/>
                    <a:pt x="3690" y="316"/>
                  </a:cubicBezTo>
                  <a:cubicBezTo>
                    <a:pt x="3657" y="299"/>
                    <a:pt x="3656" y="297"/>
                    <a:pt x="3652" y="297"/>
                  </a:cubicBezTo>
                  <a:cubicBezTo>
                    <a:pt x="3597" y="265"/>
                    <a:pt x="3579" y="257"/>
                    <a:pt x="3561" y="251"/>
                  </a:cubicBezTo>
                  <a:cubicBezTo>
                    <a:pt x="3513" y="220"/>
                    <a:pt x="3507" y="220"/>
                    <a:pt x="3504" y="216"/>
                  </a:cubicBezTo>
                  <a:cubicBezTo>
                    <a:pt x="3485" y="199"/>
                    <a:pt x="3474" y="197"/>
                    <a:pt x="3469" y="188"/>
                  </a:cubicBezTo>
                  <a:cubicBezTo>
                    <a:pt x="3442" y="157"/>
                    <a:pt x="3447" y="163"/>
                    <a:pt x="3453" y="169"/>
                  </a:cubicBezTo>
                  <a:cubicBezTo>
                    <a:pt x="3478" y="187"/>
                    <a:pt x="3481" y="189"/>
                    <a:pt x="3483" y="193"/>
                  </a:cubicBezTo>
                  <a:cubicBezTo>
                    <a:pt x="3525" y="218"/>
                    <a:pt x="3531" y="224"/>
                    <a:pt x="3538" y="229"/>
                  </a:cubicBezTo>
                  <a:cubicBezTo>
                    <a:pt x="3595" y="256"/>
                    <a:pt x="3603" y="260"/>
                    <a:pt x="3610" y="265"/>
                  </a:cubicBezTo>
                  <a:cubicBezTo>
                    <a:pt x="3642" y="275"/>
                    <a:pt x="3644" y="276"/>
                    <a:pt x="3646" y="278"/>
                  </a:cubicBezTo>
                  <a:cubicBezTo>
                    <a:pt x="3697" y="296"/>
                    <a:pt x="3705" y="296"/>
                    <a:pt x="3709" y="300"/>
                  </a:cubicBezTo>
                  <a:cubicBezTo>
                    <a:pt x="3768" y="328"/>
                    <a:pt x="3781" y="331"/>
                    <a:pt x="3788" y="340"/>
                  </a:cubicBezTo>
                  <a:cubicBezTo>
                    <a:pt x="3806" y="351"/>
                    <a:pt x="3808" y="353"/>
                    <a:pt x="3811" y="354"/>
                  </a:cubicBezTo>
                  <a:cubicBezTo>
                    <a:pt x="3833" y="374"/>
                    <a:pt x="3837" y="374"/>
                    <a:pt x="3840" y="376"/>
                  </a:cubicBezTo>
                  <a:cubicBezTo>
                    <a:pt x="3829" y="365"/>
                    <a:pt x="3828" y="354"/>
                    <a:pt x="3818" y="353"/>
                  </a:cubicBezTo>
                  <a:cubicBezTo>
                    <a:pt x="3790" y="329"/>
                    <a:pt x="3784" y="331"/>
                    <a:pt x="3785" y="325"/>
                  </a:cubicBezTo>
                  <a:cubicBezTo>
                    <a:pt x="3759" y="314"/>
                    <a:pt x="3754" y="308"/>
                    <a:pt x="3744" y="306"/>
                  </a:cubicBezTo>
                  <a:cubicBezTo>
                    <a:pt x="3691" y="279"/>
                    <a:pt x="3678" y="280"/>
                    <a:pt x="3672" y="274"/>
                  </a:cubicBezTo>
                  <a:cubicBezTo>
                    <a:pt x="3600" y="254"/>
                    <a:pt x="3589" y="241"/>
                    <a:pt x="3569" y="237"/>
                  </a:cubicBezTo>
                  <a:cubicBezTo>
                    <a:pt x="3539" y="215"/>
                    <a:pt x="3533" y="217"/>
                    <a:pt x="3534" y="211"/>
                  </a:cubicBezTo>
                  <a:cubicBezTo>
                    <a:pt x="3492" y="194"/>
                    <a:pt x="3495" y="184"/>
                    <a:pt x="3489" y="184"/>
                  </a:cubicBezTo>
                  <a:cubicBezTo>
                    <a:pt x="3456" y="152"/>
                    <a:pt x="3447" y="155"/>
                    <a:pt x="3447" y="148"/>
                  </a:cubicBezTo>
                  <a:cubicBezTo>
                    <a:pt x="3425" y="126"/>
                    <a:pt x="3423" y="125"/>
                    <a:pt x="3423" y="121"/>
                  </a:cubicBezTo>
                  <a:cubicBezTo>
                    <a:pt x="3434" y="129"/>
                    <a:pt x="3437" y="129"/>
                    <a:pt x="3437" y="131"/>
                  </a:cubicBezTo>
                  <a:cubicBezTo>
                    <a:pt x="3461" y="150"/>
                    <a:pt x="3474" y="156"/>
                    <a:pt x="3483" y="167"/>
                  </a:cubicBezTo>
                  <a:cubicBezTo>
                    <a:pt x="3514" y="176"/>
                    <a:pt x="3515" y="187"/>
                    <a:pt x="3526" y="186"/>
                  </a:cubicBezTo>
                  <a:cubicBezTo>
                    <a:pt x="3554" y="198"/>
                    <a:pt x="3561" y="202"/>
                    <a:pt x="3567" y="207"/>
                  </a:cubicBezTo>
                  <a:cubicBezTo>
                    <a:pt x="3627" y="229"/>
                    <a:pt x="3638" y="238"/>
                    <a:pt x="3657" y="240"/>
                  </a:cubicBezTo>
                  <a:cubicBezTo>
                    <a:pt x="3691" y="257"/>
                    <a:pt x="3698" y="265"/>
                    <a:pt x="3709" y="267"/>
                  </a:cubicBezTo>
                  <a:cubicBezTo>
                    <a:pt x="3751" y="290"/>
                    <a:pt x="3755" y="293"/>
                    <a:pt x="3761" y="294"/>
                  </a:cubicBezTo>
                  <a:cubicBezTo>
                    <a:pt x="3792" y="313"/>
                    <a:pt x="3794" y="315"/>
                    <a:pt x="3795" y="318"/>
                  </a:cubicBezTo>
                  <a:cubicBezTo>
                    <a:pt x="3817" y="331"/>
                    <a:pt x="3824" y="336"/>
                    <a:pt x="3830" y="344"/>
                  </a:cubicBezTo>
                  <a:cubicBezTo>
                    <a:pt x="3837" y="339"/>
                    <a:pt x="3833" y="338"/>
                    <a:pt x="3829" y="335"/>
                  </a:cubicBezTo>
                  <a:cubicBezTo>
                    <a:pt x="3748" y="279"/>
                    <a:pt x="3746" y="274"/>
                    <a:pt x="3738" y="276"/>
                  </a:cubicBezTo>
                  <a:cubicBezTo>
                    <a:pt x="3689" y="246"/>
                    <a:pt x="3677" y="244"/>
                    <a:pt x="3670" y="237"/>
                  </a:cubicBezTo>
                  <a:cubicBezTo>
                    <a:pt x="3605" y="209"/>
                    <a:pt x="3600" y="207"/>
                    <a:pt x="3593" y="207"/>
                  </a:cubicBezTo>
                  <a:cubicBezTo>
                    <a:pt x="3541" y="181"/>
                    <a:pt x="3531" y="177"/>
                    <a:pt x="3521" y="173"/>
                  </a:cubicBezTo>
                  <a:cubicBezTo>
                    <a:pt x="3487" y="152"/>
                    <a:pt x="3476" y="148"/>
                    <a:pt x="3468" y="142"/>
                  </a:cubicBezTo>
                  <a:cubicBezTo>
                    <a:pt x="3450" y="123"/>
                    <a:pt x="3447" y="124"/>
                    <a:pt x="3445" y="122"/>
                  </a:cubicBezTo>
                  <a:cubicBezTo>
                    <a:pt x="3426" y="105"/>
                    <a:pt x="3423" y="102"/>
                    <a:pt x="3426" y="101"/>
                  </a:cubicBezTo>
                  <a:close/>
                  <a:moveTo>
                    <a:pt x="3422" y="38"/>
                  </a:moveTo>
                  <a:cubicBezTo>
                    <a:pt x="3426" y="37"/>
                    <a:pt x="3428" y="39"/>
                    <a:pt x="3431" y="39"/>
                  </a:cubicBezTo>
                  <a:cubicBezTo>
                    <a:pt x="3434" y="44"/>
                    <a:pt x="3437" y="47"/>
                    <a:pt x="3442" y="50"/>
                  </a:cubicBezTo>
                  <a:cubicBezTo>
                    <a:pt x="3448" y="51"/>
                    <a:pt x="3451" y="55"/>
                    <a:pt x="3456" y="57"/>
                  </a:cubicBezTo>
                  <a:cubicBezTo>
                    <a:pt x="3460" y="61"/>
                    <a:pt x="3466" y="61"/>
                    <a:pt x="3470" y="65"/>
                  </a:cubicBezTo>
                  <a:cubicBezTo>
                    <a:pt x="3480" y="69"/>
                    <a:pt x="3486" y="77"/>
                    <a:pt x="3499" y="78"/>
                  </a:cubicBezTo>
                  <a:cubicBezTo>
                    <a:pt x="3506" y="86"/>
                    <a:pt x="3520" y="86"/>
                    <a:pt x="3526" y="94"/>
                  </a:cubicBezTo>
                  <a:cubicBezTo>
                    <a:pt x="3550" y="97"/>
                    <a:pt x="3570" y="105"/>
                    <a:pt x="3587" y="116"/>
                  </a:cubicBezTo>
                  <a:cubicBezTo>
                    <a:pt x="3599" y="116"/>
                    <a:pt x="3607" y="121"/>
                    <a:pt x="3618" y="122"/>
                  </a:cubicBezTo>
                  <a:cubicBezTo>
                    <a:pt x="3624" y="128"/>
                    <a:pt x="3636" y="128"/>
                    <a:pt x="3643" y="134"/>
                  </a:cubicBezTo>
                  <a:cubicBezTo>
                    <a:pt x="3653" y="135"/>
                    <a:pt x="3661" y="141"/>
                    <a:pt x="3672" y="143"/>
                  </a:cubicBezTo>
                  <a:cubicBezTo>
                    <a:pt x="3681" y="145"/>
                    <a:pt x="3687" y="152"/>
                    <a:pt x="3699" y="152"/>
                  </a:cubicBezTo>
                  <a:cubicBezTo>
                    <a:pt x="3691" y="160"/>
                    <a:pt x="3685" y="147"/>
                    <a:pt x="3674" y="151"/>
                  </a:cubicBezTo>
                  <a:cubicBezTo>
                    <a:pt x="3667" y="149"/>
                    <a:pt x="3659" y="148"/>
                    <a:pt x="3648" y="149"/>
                  </a:cubicBezTo>
                  <a:cubicBezTo>
                    <a:pt x="3645" y="145"/>
                    <a:pt x="3637" y="146"/>
                    <a:pt x="3632" y="143"/>
                  </a:cubicBezTo>
                  <a:cubicBezTo>
                    <a:pt x="3627" y="143"/>
                    <a:pt x="3622" y="141"/>
                    <a:pt x="3619" y="138"/>
                  </a:cubicBezTo>
                  <a:cubicBezTo>
                    <a:pt x="3607" y="137"/>
                    <a:pt x="3600" y="131"/>
                    <a:pt x="3588" y="131"/>
                  </a:cubicBezTo>
                  <a:cubicBezTo>
                    <a:pt x="3580" y="125"/>
                    <a:pt x="3567" y="125"/>
                    <a:pt x="3559" y="120"/>
                  </a:cubicBezTo>
                  <a:cubicBezTo>
                    <a:pt x="3550" y="116"/>
                    <a:pt x="3542" y="111"/>
                    <a:pt x="3532" y="109"/>
                  </a:cubicBezTo>
                  <a:cubicBezTo>
                    <a:pt x="3528" y="105"/>
                    <a:pt x="3522" y="104"/>
                    <a:pt x="3518" y="101"/>
                  </a:cubicBezTo>
                  <a:cubicBezTo>
                    <a:pt x="3516" y="100"/>
                    <a:pt x="3513" y="99"/>
                    <a:pt x="3509" y="100"/>
                  </a:cubicBezTo>
                  <a:cubicBezTo>
                    <a:pt x="3510" y="96"/>
                    <a:pt x="3507" y="96"/>
                    <a:pt x="3504" y="95"/>
                  </a:cubicBezTo>
                  <a:cubicBezTo>
                    <a:pt x="3497" y="90"/>
                    <a:pt x="3487" y="87"/>
                    <a:pt x="3481" y="80"/>
                  </a:cubicBezTo>
                  <a:cubicBezTo>
                    <a:pt x="3475" y="80"/>
                    <a:pt x="3473" y="75"/>
                    <a:pt x="3470" y="72"/>
                  </a:cubicBezTo>
                  <a:cubicBezTo>
                    <a:pt x="3466" y="72"/>
                    <a:pt x="3465" y="69"/>
                    <a:pt x="3461" y="70"/>
                  </a:cubicBezTo>
                  <a:cubicBezTo>
                    <a:pt x="3462" y="66"/>
                    <a:pt x="3459" y="66"/>
                    <a:pt x="3456" y="66"/>
                  </a:cubicBezTo>
                  <a:cubicBezTo>
                    <a:pt x="3455" y="60"/>
                    <a:pt x="3447" y="63"/>
                    <a:pt x="3445" y="58"/>
                  </a:cubicBezTo>
                  <a:cubicBezTo>
                    <a:pt x="3439" y="58"/>
                    <a:pt x="3438" y="52"/>
                    <a:pt x="3431" y="53"/>
                  </a:cubicBezTo>
                  <a:cubicBezTo>
                    <a:pt x="3428" y="45"/>
                    <a:pt x="3422" y="40"/>
                    <a:pt x="3415" y="36"/>
                  </a:cubicBezTo>
                  <a:cubicBezTo>
                    <a:pt x="3415" y="31"/>
                    <a:pt x="3422" y="35"/>
                    <a:pt x="3422" y="38"/>
                  </a:cubicBezTo>
                  <a:close/>
                  <a:moveTo>
                    <a:pt x="3358" y="316"/>
                  </a:moveTo>
                  <a:cubicBezTo>
                    <a:pt x="3355" y="318"/>
                    <a:pt x="3354" y="322"/>
                    <a:pt x="3352" y="325"/>
                  </a:cubicBezTo>
                  <a:cubicBezTo>
                    <a:pt x="3345" y="322"/>
                    <a:pt x="3356" y="319"/>
                    <a:pt x="3354" y="314"/>
                  </a:cubicBezTo>
                  <a:cubicBezTo>
                    <a:pt x="3356" y="311"/>
                    <a:pt x="3358" y="308"/>
                    <a:pt x="3360" y="305"/>
                  </a:cubicBezTo>
                  <a:cubicBezTo>
                    <a:pt x="3367" y="307"/>
                    <a:pt x="3355" y="310"/>
                    <a:pt x="3358" y="316"/>
                  </a:cubicBezTo>
                  <a:close/>
                  <a:moveTo>
                    <a:pt x="3369" y="289"/>
                  </a:moveTo>
                  <a:cubicBezTo>
                    <a:pt x="3368" y="293"/>
                    <a:pt x="3366" y="297"/>
                    <a:pt x="3364" y="302"/>
                  </a:cubicBezTo>
                  <a:cubicBezTo>
                    <a:pt x="3358" y="300"/>
                    <a:pt x="3368" y="295"/>
                    <a:pt x="3365" y="289"/>
                  </a:cubicBezTo>
                  <a:cubicBezTo>
                    <a:pt x="3369" y="286"/>
                    <a:pt x="3372" y="281"/>
                    <a:pt x="3373" y="275"/>
                  </a:cubicBezTo>
                  <a:cubicBezTo>
                    <a:pt x="3378" y="277"/>
                    <a:pt x="3371" y="286"/>
                    <a:pt x="3369" y="289"/>
                  </a:cubicBezTo>
                  <a:close/>
                  <a:moveTo>
                    <a:pt x="3386" y="250"/>
                  </a:moveTo>
                  <a:cubicBezTo>
                    <a:pt x="3383" y="256"/>
                    <a:pt x="3386" y="247"/>
                    <a:pt x="3386" y="244"/>
                  </a:cubicBezTo>
                  <a:cubicBezTo>
                    <a:pt x="3390" y="245"/>
                    <a:pt x="3387" y="248"/>
                    <a:pt x="3386" y="250"/>
                  </a:cubicBezTo>
                  <a:close/>
                  <a:moveTo>
                    <a:pt x="3411" y="294"/>
                  </a:moveTo>
                  <a:cubicBezTo>
                    <a:pt x="3406" y="294"/>
                    <a:pt x="3410" y="287"/>
                    <a:pt x="3411" y="286"/>
                  </a:cubicBezTo>
                  <a:cubicBezTo>
                    <a:pt x="3417" y="287"/>
                    <a:pt x="3409" y="290"/>
                    <a:pt x="3411" y="294"/>
                  </a:cubicBezTo>
                  <a:close/>
                  <a:moveTo>
                    <a:pt x="3420" y="261"/>
                  </a:moveTo>
                  <a:cubicBezTo>
                    <a:pt x="3416" y="267"/>
                    <a:pt x="3419" y="257"/>
                    <a:pt x="3419" y="254"/>
                  </a:cubicBezTo>
                  <a:cubicBezTo>
                    <a:pt x="3423" y="256"/>
                    <a:pt x="3420" y="258"/>
                    <a:pt x="3420" y="261"/>
                  </a:cubicBezTo>
                  <a:close/>
                  <a:moveTo>
                    <a:pt x="3593" y="579"/>
                  </a:moveTo>
                  <a:cubicBezTo>
                    <a:pt x="3593" y="580"/>
                    <a:pt x="3593" y="582"/>
                    <a:pt x="3593" y="583"/>
                  </a:cubicBezTo>
                  <a:cubicBezTo>
                    <a:pt x="3589" y="585"/>
                    <a:pt x="3589" y="580"/>
                    <a:pt x="3589" y="577"/>
                  </a:cubicBezTo>
                  <a:cubicBezTo>
                    <a:pt x="3590" y="577"/>
                    <a:pt x="3591" y="579"/>
                    <a:pt x="3593" y="579"/>
                  </a:cubicBezTo>
                  <a:close/>
                  <a:moveTo>
                    <a:pt x="3576" y="556"/>
                  </a:moveTo>
                  <a:cubicBezTo>
                    <a:pt x="3575" y="562"/>
                    <a:pt x="3571" y="551"/>
                    <a:pt x="3567" y="552"/>
                  </a:cubicBezTo>
                  <a:cubicBezTo>
                    <a:pt x="3567" y="549"/>
                    <a:pt x="3567" y="546"/>
                    <a:pt x="3565" y="546"/>
                  </a:cubicBezTo>
                  <a:cubicBezTo>
                    <a:pt x="3569" y="539"/>
                    <a:pt x="3571" y="556"/>
                    <a:pt x="3576" y="556"/>
                  </a:cubicBezTo>
                  <a:close/>
                  <a:moveTo>
                    <a:pt x="3522" y="440"/>
                  </a:moveTo>
                  <a:cubicBezTo>
                    <a:pt x="3518" y="438"/>
                    <a:pt x="3516" y="434"/>
                    <a:pt x="3515" y="429"/>
                  </a:cubicBezTo>
                  <a:cubicBezTo>
                    <a:pt x="3519" y="430"/>
                    <a:pt x="3521" y="435"/>
                    <a:pt x="3522" y="440"/>
                  </a:cubicBezTo>
                  <a:close/>
                  <a:moveTo>
                    <a:pt x="3503" y="443"/>
                  </a:moveTo>
                  <a:cubicBezTo>
                    <a:pt x="3507" y="446"/>
                    <a:pt x="3504" y="458"/>
                    <a:pt x="3508" y="462"/>
                  </a:cubicBezTo>
                  <a:cubicBezTo>
                    <a:pt x="3505" y="460"/>
                    <a:pt x="3503" y="460"/>
                    <a:pt x="3500" y="463"/>
                  </a:cubicBezTo>
                  <a:cubicBezTo>
                    <a:pt x="3502" y="474"/>
                    <a:pt x="3498" y="479"/>
                    <a:pt x="3497" y="487"/>
                  </a:cubicBezTo>
                  <a:cubicBezTo>
                    <a:pt x="3497" y="495"/>
                    <a:pt x="3491" y="481"/>
                    <a:pt x="3497" y="483"/>
                  </a:cubicBezTo>
                  <a:cubicBezTo>
                    <a:pt x="3495" y="466"/>
                    <a:pt x="3502" y="458"/>
                    <a:pt x="3503" y="443"/>
                  </a:cubicBezTo>
                  <a:close/>
                  <a:moveTo>
                    <a:pt x="3451" y="265"/>
                  </a:moveTo>
                  <a:cubicBezTo>
                    <a:pt x="3459" y="267"/>
                    <a:pt x="3454" y="277"/>
                    <a:pt x="3452" y="281"/>
                  </a:cubicBezTo>
                  <a:cubicBezTo>
                    <a:pt x="3445" y="278"/>
                    <a:pt x="3454" y="272"/>
                    <a:pt x="3451" y="265"/>
                  </a:cubicBezTo>
                  <a:close/>
                  <a:moveTo>
                    <a:pt x="57" y="2139"/>
                  </a:moveTo>
                  <a:cubicBezTo>
                    <a:pt x="52" y="2141"/>
                    <a:pt x="48" y="2128"/>
                    <a:pt x="43" y="2130"/>
                  </a:cubicBezTo>
                  <a:cubicBezTo>
                    <a:pt x="38" y="2120"/>
                    <a:pt x="28" y="2117"/>
                    <a:pt x="18" y="2109"/>
                  </a:cubicBezTo>
                  <a:cubicBezTo>
                    <a:pt x="12" y="2104"/>
                    <a:pt x="6" y="2099"/>
                    <a:pt x="0" y="2093"/>
                  </a:cubicBezTo>
                  <a:cubicBezTo>
                    <a:pt x="0" y="2105"/>
                    <a:pt x="0" y="2105"/>
                    <a:pt x="0" y="2105"/>
                  </a:cubicBezTo>
                  <a:cubicBezTo>
                    <a:pt x="5" y="2108"/>
                    <a:pt x="10" y="2111"/>
                    <a:pt x="15" y="2115"/>
                  </a:cubicBezTo>
                  <a:cubicBezTo>
                    <a:pt x="29" y="2128"/>
                    <a:pt x="43" y="2139"/>
                    <a:pt x="58" y="2150"/>
                  </a:cubicBezTo>
                  <a:cubicBezTo>
                    <a:pt x="60" y="2153"/>
                    <a:pt x="64" y="2157"/>
                    <a:pt x="67" y="2160"/>
                  </a:cubicBezTo>
                  <a:cubicBezTo>
                    <a:pt x="74" y="2160"/>
                    <a:pt x="74" y="2160"/>
                    <a:pt x="74" y="2160"/>
                  </a:cubicBezTo>
                  <a:cubicBezTo>
                    <a:pt x="72" y="2157"/>
                    <a:pt x="69" y="2154"/>
                    <a:pt x="67" y="2150"/>
                  </a:cubicBezTo>
                  <a:cubicBezTo>
                    <a:pt x="61" y="2143"/>
                    <a:pt x="59" y="2146"/>
                    <a:pt x="57" y="2139"/>
                  </a:cubicBezTo>
                  <a:close/>
                  <a:moveTo>
                    <a:pt x="0" y="2131"/>
                  </a:moveTo>
                  <a:cubicBezTo>
                    <a:pt x="0" y="2152"/>
                    <a:pt x="0" y="2152"/>
                    <a:pt x="0" y="2152"/>
                  </a:cubicBezTo>
                  <a:cubicBezTo>
                    <a:pt x="2" y="2155"/>
                    <a:pt x="4" y="2158"/>
                    <a:pt x="6" y="2160"/>
                  </a:cubicBezTo>
                  <a:cubicBezTo>
                    <a:pt x="18" y="2160"/>
                    <a:pt x="18" y="2160"/>
                    <a:pt x="18" y="2160"/>
                  </a:cubicBezTo>
                  <a:cubicBezTo>
                    <a:pt x="15" y="2155"/>
                    <a:pt x="11" y="2149"/>
                    <a:pt x="5" y="2144"/>
                  </a:cubicBezTo>
                  <a:cubicBezTo>
                    <a:pt x="4" y="2139"/>
                    <a:pt x="2" y="2135"/>
                    <a:pt x="0" y="2131"/>
                  </a:cubicBezTo>
                  <a:close/>
                  <a:moveTo>
                    <a:pt x="1714" y="33"/>
                  </a:moveTo>
                  <a:cubicBezTo>
                    <a:pt x="1718" y="31"/>
                    <a:pt x="1719" y="23"/>
                    <a:pt x="1721" y="17"/>
                  </a:cubicBezTo>
                  <a:cubicBezTo>
                    <a:pt x="1726" y="16"/>
                    <a:pt x="1724" y="2"/>
                    <a:pt x="1730" y="2"/>
                  </a:cubicBezTo>
                  <a:cubicBezTo>
                    <a:pt x="1730" y="1"/>
                    <a:pt x="1730" y="1"/>
                    <a:pt x="1730" y="0"/>
                  </a:cubicBezTo>
                  <a:cubicBezTo>
                    <a:pt x="1723" y="0"/>
                    <a:pt x="1723" y="0"/>
                    <a:pt x="1723" y="0"/>
                  </a:cubicBezTo>
                  <a:cubicBezTo>
                    <a:pt x="1720" y="5"/>
                    <a:pt x="1718" y="9"/>
                    <a:pt x="1715" y="13"/>
                  </a:cubicBezTo>
                  <a:cubicBezTo>
                    <a:pt x="1710" y="27"/>
                    <a:pt x="1705" y="42"/>
                    <a:pt x="1699" y="54"/>
                  </a:cubicBezTo>
                  <a:cubicBezTo>
                    <a:pt x="1702" y="61"/>
                    <a:pt x="1694" y="63"/>
                    <a:pt x="1693" y="72"/>
                  </a:cubicBezTo>
                  <a:cubicBezTo>
                    <a:pt x="1691" y="82"/>
                    <a:pt x="1692" y="83"/>
                    <a:pt x="1687" y="91"/>
                  </a:cubicBezTo>
                  <a:cubicBezTo>
                    <a:pt x="1685" y="88"/>
                    <a:pt x="1688" y="82"/>
                    <a:pt x="1687" y="77"/>
                  </a:cubicBezTo>
                  <a:cubicBezTo>
                    <a:pt x="1688" y="73"/>
                    <a:pt x="1690" y="68"/>
                    <a:pt x="1691" y="63"/>
                  </a:cubicBezTo>
                  <a:cubicBezTo>
                    <a:pt x="1692" y="53"/>
                    <a:pt x="1693" y="52"/>
                    <a:pt x="1696" y="39"/>
                  </a:cubicBezTo>
                  <a:cubicBezTo>
                    <a:pt x="1699" y="24"/>
                    <a:pt x="1705" y="13"/>
                    <a:pt x="1710" y="0"/>
                  </a:cubicBezTo>
                  <a:cubicBezTo>
                    <a:pt x="1703" y="0"/>
                    <a:pt x="1703" y="0"/>
                    <a:pt x="1703" y="0"/>
                  </a:cubicBezTo>
                  <a:cubicBezTo>
                    <a:pt x="1695" y="24"/>
                    <a:pt x="1693" y="32"/>
                    <a:pt x="1684" y="65"/>
                  </a:cubicBezTo>
                  <a:cubicBezTo>
                    <a:pt x="1684" y="77"/>
                    <a:pt x="1684" y="89"/>
                    <a:pt x="1679" y="103"/>
                  </a:cubicBezTo>
                  <a:cubicBezTo>
                    <a:pt x="1682" y="103"/>
                    <a:pt x="1685" y="103"/>
                    <a:pt x="1682" y="101"/>
                  </a:cubicBezTo>
                  <a:cubicBezTo>
                    <a:pt x="1684" y="98"/>
                    <a:pt x="1686" y="102"/>
                    <a:pt x="1686" y="104"/>
                  </a:cubicBezTo>
                  <a:cubicBezTo>
                    <a:pt x="1686" y="109"/>
                    <a:pt x="1678" y="118"/>
                    <a:pt x="1686" y="118"/>
                  </a:cubicBezTo>
                  <a:cubicBezTo>
                    <a:pt x="1691" y="95"/>
                    <a:pt x="1698" y="83"/>
                    <a:pt x="1700" y="65"/>
                  </a:cubicBezTo>
                  <a:cubicBezTo>
                    <a:pt x="1705" y="57"/>
                    <a:pt x="1709" y="44"/>
                    <a:pt x="1714" y="33"/>
                  </a:cubicBezTo>
                  <a:close/>
                  <a:moveTo>
                    <a:pt x="3158" y="1807"/>
                  </a:moveTo>
                  <a:cubicBezTo>
                    <a:pt x="3155" y="1805"/>
                    <a:pt x="3153" y="1805"/>
                    <a:pt x="3151" y="1805"/>
                  </a:cubicBezTo>
                  <a:cubicBezTo>
                    <a:pt x="3135" y="1790"/>
                    <a:pt x="3132" y="1787"/>
                    <a:pt x="3131" y="1789"/>
                  </a:cubicBezTo>
                  <a:cubicBezTo>
                    <a:pt x="3095" y="1762"/>
                    <a:pt x="3093" y="1759"/>
                    <a:pt x="3083" y="1754"/>
                  </a:cubicBezTo>
                  <a:cubicBezTo>
                    <a:pt x="3060" y="1715"/>
                    <a:pt x="3059" y="1709"/>
                    <a:pt x="3057" y="1703"/>
                  </a:cubicBezTo>
                  <a:cubicBezTo>
                    <a:pt x="3049" y="1705"/>
                    <a:pt x="3054" y="1709"/>
                    <a:pt x="3051" y="1715"/>
                  </a:cubicBezTo>
                  <a:cubicBezTo>
                    <a:pt x="3069" y="1745"/>
                    <a:pt x="3066" y="1750"/>
                    <a:pt x="3073" y="1753"/>
                  </a:cubicBezTo>
                  <a:cubicBezTo>
                    <a:pt x="3064" y="1757"/>
                    <a:pt x="3058" y="1755"/>
                    <a:pt x="3052" y="1750"/>
                  </a:cubicBezTo>
                  <a:cubicBezTo>
                    <a:pt x="3027" y="1719"/>
                    <a:pt x="3031" y="1715"/>
                    <a:pt x="3024" y="1713"/>
                  </a:cubicBezTo>
                  <a:cubicBezTo>
                    <a:pt x="3006" y="1687"/>
                    <a:pt x="3005" y="1680"/>
                    <a:pt x="2998" y="1674"/>
                  </a:cubicBezTo>
                  <a:cubicBezTo>
                    <a:pt x="2974" y="1614"/>
                    <a:pt x="2974" y="1605"/>
                    <a:pt x="2968" y="1597"/>
                  </a:cubicBezTo>
                  <a:cubicBezTo>
                    <a:pt x="2960" y="1561"/>
                    <a:pt x="2955" y="1552"/>
                    <a:pt x="2954" y="1543"/>
                  </a:cubicBezTo>
                  <a:cubicBezTo>
                    <a:pt x="2942" y="1487"/>
                    <a:pt x="2938" y="1485"/>
                    <a:pt x="2939" y="1483"/>
                  </a:cubicBezTo>
                  <a:cubicBezTo>
                    <a:pt x="2932" y="1458"/>
                    <a:pt x="2930" y="1454"/>
                    <a:pt x="2926" y="1451"/>
                  </a:cubicBezTo>
                  <a:cubicBezTo>
                    <a:pt x="2918" y="1423"/>
                    <a:pt x="2918" y="1412"/>
                    <a:pt x="2913" y="1416"/>
                  </a:cubicBezTo>
                  <a:cubicBezTo>
                    <a:pt x="2922" y="1441"/>
                    <a:pt x="2923" y="1444"/>
                    <a:pt x="2924" y="1447"/>
                  </a:cubicBezTo>
                  <a:cubicBezTo>
                    <a:pt x="2933" y="1489"/>
                    <a:pt x="2937" y="1499"/>
                    <a:pt x="2939" y="1510"/>
                  </a:cubicBezTo>
                  <a:cubicBezTo>
                    <a:pt x="2947" y="1546"/>
                    <a:pt x="2946" y="1552"/>
                    <a:pt x="2950" y="1556"/>
                  </a:cubicBezTo>
                  <a:cubicBezTo>
                    <a:pt x="2955" y="1583"/>
                    <a:pt x="2959" y="1585"/>
                    <a:pt x="2955" y="1588"/>
                  </a:cubicBezTo>
                  <a:cubicBezTo>
                    <a:pt x="2965" y="1615"/>
                    <a:pt x="2972" y="1624"/>
                    <a:pt x="2974" y="1635"/>
                  </a:cubicBezTo>
                  <a:cubicBezTo>
                    <a:pt x="3005" y="1703"/>
                    <a:pt x="3014" y="1707"/>
                    <a:pt x="3013" y="1713"/>
                  </a:cubicBezTo>
                  <a:cubicBezTo>
                    <a:pt x="3012" y="1729"/>
                    <a:pt x="3007" y="1712"/>
                    <a:pt x="2996" y="1704"/>
                  </a:cubicBezTo>
                  <a:cubicBezTo>
                    <a:pt x="2983" y="1672"/>
                    <a:pt x="2975" y="1670"/>
                    <a:pt x="2977" y="1666"/>
                  </a:cubicBezTo>
                  <a:cubicBezTo>
                    <a:pt x="2961" y="1640"/>
                    <a:pt x="2961" y="1632"/>
                    <a:pt x="2956" y="1626"/>
                  </a:cubicBezTo>
                  <a:cubicBezTo>
                    <a:pt x="2948" y="1598"/>
                    <a:pt x="2946" y="1591"/>
                    <a:pt x="2945" y="1584"/>
                  </a:cubicBezTo>
                  <a:cubicBezTo>
                    <a:pt x="2934" y="1529"/>
                    <a:pt x="2935" y="1525"/>
                    <a:pt x="2934" y="1522"/>
                  </a:cubicBezTo>
                  <a:cubicBezTo>
                    <a:pt x="2931" y="1493"/>
                    <a:pt x="2927" y="1487"/>
                    <a:pt x="2928" y="1479"/>
                  </a:cubicBezTo>
                  <a:cubicBezTo>
                    <a:pt x="2906" y="1410"/>
                    <a:pt x="2905" y="1403"/>
                    <a:pt x="2902" y="1396"/>
                  </a:cubicBezTo>
                  <a:cubicBezTo>
                    <a:pt x="2891" y="1385"/>
                    <a:pt x="2900" y="1391"/>
                    <a:pt x="2900" y="1400"/>
                  </a:cubicBezTo>
                  <a:cubicBezTo>
                    <a:pt x="2911" y="1442"/>
                    <a:pt x="2915" y="1445"/>
                    <a:pt x="2913" y="1450"/>
                  </a:cubicBezTo>
                  <a:cubicBezTo>
                    <a:pt x="2922" y="1477"/>
                    <a:pt x="2920" y="1480"/>
                    <a:pt x="2921" y="1482"/>
                  </a:cubicBezTo>
                  <a:cubicBezTo>
                    <a:pt x="2923" y="1506"/>
                    <a:pt x="2930" y="1509"/>
                    <a:pt x="2926" y="1514"/>
                  </a:cubicBezTo>
                  <a:cubicBezTo>
                    <a:pt x="2937" y="1582"/>
                    <a:pt x="2936" y="1585"/>
                    <a:pt x="2938" y="1587"/>
                  </a:cubicBezTo>
                  <a:cubicBezTo>
                    <a:pt x="2946" y="1620"/>
                    <a:pt x="2947" y="1623"/>
                    <a:pt x="2947" y="1628"/>
                  </a:cubicBezTo>
                  <a:cubicBezTo>
                    <a:pt x="2952" y="1638"/>
                    <a:pt x="2959" y="1643"/>
                    <a:pt x="2958" y="1648"/>
                  </a:cubicBezTo>
                  <a:cubicBezTo>
                    <a:pt x="2970" y="1669"/>
                    <a:pt x="2970" y="1675"/>
                    <a:pt x="2975" y="1680"/>
                  </a:cubicBezTo>
                  <a:cubicBezTo>
                    <a:pt x="2985" y="1703"/>
                    <a:pt x="2991" y="1708"/>
                    <a:pt x="2992" y="1715"/>
                  </a:cubicBezTo>
                  <a:cubicBezTo>
                    <a:pt x="2960" y="1672"/>
                    <a:pt x="2952" y="1665"/>
                    <a:pt x="2949" y="1657"/>
                  </a:cubicBezTo>
                  <a:cubicBezTo>
                    <a:pt x="2930" y="1604"/>
                    <a:pt x="2923" y="1599"/>
                    <a:pt x="2923" y="1593"/>
                  </a:cubicBezTo>
                  <a:cubicBezTo>
                    <a:pt x="2916" y="1554"/>
                    <a:pt x="2909" y="1552"/>
                    <a:pt x="2911" y="1548"/>
                  </a:cubicBezTo>
                  <a:cubicBezTo>
                    <a:pt x="2903" y="1513"/>
                    <a:pt x="2903" y="1506"/>
                    <a:pt x="2901" y="1500"/>
                  </a:cubicBezTo>
                  <a:cubicBezTo>
                    <a:pt x="2897" y="1475"/>
                    <a:pt x="2894" y="1469"/>
                    <a:pt x="2895" y="1462"/>
                  </a:cubicBezTo>
                  <a:cubicBezTo>
                    <a:pt x="2886" y="1404"/>
                    <a:pt x="2880" y="1402"/>
                    <a:pt x="2879" y="1399"/>
                  </a:cubicBezTo>
                  <a:cubicBezTo>
                    <a:pt x="2849" y="1306"/>
                    <a:pt x="2845" y="1298"/>
                    <a:pt x="2848" y="1289"/>
                  </a:cubicBezTo>
                  <a:cubicBezTo>
                    <a:pt x="2840" y="1270"/>
                    <a:pt x="2841" y="1277"/>
                    <a:pt x="2844" y="1284"/>
                  </a:cubicBezTo>
                  <a:cubicBezTo>
                    <a:pt x="2845" y="1328"/>
                    <a:pt x="2844" y="1332"/>
                    <a:pt x="2849" y="1334"/>
                  </a:cubicBezTo>
                  <a:cubicBezTo>
                    <a:pt x="2853" y="1401"/>
                    <a:pt x="2850" y="1416"/>
                    <a:pt x="2854" y="1429"/>
                  </a:cubicBezTo>
                  <a:cubicBezTo>
                    <a:pt x="2854" y="1447"/>
                    <a:pt x="2859" y="1448"/>
                    <a:pt x="2855" y="1451"/>
                  </a:cubicBezTo>
                  <a:cubicBezTo>
                    <a:pt x="2860" y="1486"/>
                    <a:pt x="2863" y="1500"/>
                    <a:pt x="2863" y="1514"/>
                  </a:cubicBezTo>
                  <a:cubicBezTo>
                    <a:pt x="2878" y="1567"/>
                    <a:pt x="2875" y="1571"/>
                    <a:pt x="2878" y="1574"/>
                  </a:cubicBezTo>
                  <a:cubicBezTo>
                    <a:pt x="2882" y="1588"/>
                    <a:pt x="2881" y="1592"/>
                    <a:pt x="2886" y="1594"/>
                  </a:cubicBezTo>
                  <a:cubicBezTo>
                    <a:pt x="2895" y="1630"/>
                    <a:pt x="2905" y="1631"/>
                    <a:pt x="2897" y="1633"/>
                  </a:cubicBezTo>
                  <a:cubicBezTo>
                    <a:pt x="2887" y="1603"/>
                    <a:pt x="2880" y="1602"/>
                    <a:pt x="2877" y="1599"/>
                  </a:cubicBezTo>
                  <a:cubicBezTo>
                    <a:pt x="2871" y="1576"/>
                    <a:pt x="2870" y="1573"/>
                    <a:pt x="2870" y="1571"/>
                  </a:cubicBezTo>
                  <a:cubicBezTo>
                    <a:pt x="2856" y="1524"/>
                    <a:pt x="2855" y="1519"/>
                    <a:pt x="2855" y="1514"/>
                  </a:cubicBezTo>
                  <a:cubicBezTo>
                    <a:pt x="2847" y="1481"/>
                    <a:pt x="2848" y="1476"/>
                    <a:pt x="2844" y="1472"/>
                  </a:cubicBezTo>
                  <a:cubicBezTo>
                    <a:pt x="2834" y="1424"/>
                    <a:pt x="2823" y="1421"/>
                    <a:pt x="2829" y="1415"/>
                  </a:cubicBezTo>
                  <a:cubicBezTo>
                    <a:pt x="2807" y="1354"/>
                    <a:pt x="2797" y="1336"/>
                    <a:pt x="2792" y="1317"/>
                  </a:cubicBezTo>
                  <a:cubicBezTo>
                    <a:pt x="2772" y="1287"/>
                    <a:pt x="2779" y="1281"/>
                    <a:pt x="2772" y="1278"/>
                  </a:cubicBezTo>
                  <a:cubicBezTo>
                    <a:pt x="2760" y="1259"/>
                    <a:pt x="2763" y="1254"/>
                    <a:pt x="2758" y="1250"/>
                  </a:cubicBezTo>
                  <a:cubicBezTo>
                    <a:pt x="2739" y="1219"/>
                    <a:pt x="2740" y="1214"/>
                    <a:pt x="2733" y="1210"/>
                  </a:cubicBezTo>
                  <a:cubicBezTo>
                    <a:pt x="2704" y="1176"/>
                    <a:pt x="2698" y="1167"/>
                    <a:pt x="2691" y="1158"/>
                  </a:cubicBezTo>
                  <a:cubicBezTo>
                    <a:pt x="2677" y="1152"/>
                    <a:pt x="2667" y="1150"/>
                    <a:pt x="2672" y="1156"/>
                  </a:cubicBezTo>
                  <a:cubicBezTo>
                    <a:pt x="2687" y="1171"/>
                    <a:pt x="2696" y="1174"/>
                    <a:pt x="2701" y="1178"/>
                  </a:cubicBezTo>
                  <a:cubicBezTo>
                    <a:pt x="2719" y="1217"/>
                    <a:pt x="2727" y="1221"/>
                    <a:pt x="2727" y="1227"/>
                  </a:cubicBezTo>
                  <a:cubicBezTo>
                    <a:pt x="2742" y="1266"/>
                    <a:pt x="2752" y="1271"/>
                    <a:pt x="2751" y="1277"/>
                  </a:cubicBezTo>
                  <a:cubicBezTo>
                    <a:pt x="2767" y="1314"/>
                    <a:pt x="2767" y="1317"/>
                    <a:pt x="2771" y="1319"/>
                  </a:cubicBezTo>
                  <a:cubicBezTo>
                    <a:pt x="2780" y="1351"/>
                    <a:pt x="2787" y="1356"/>
                    <a:pt x="2786" y="1363"/>
                  </a:cubicBezTo>
                  <a:cubicBezTo>
                    <a:pt x="2796" y="1382"/>
                    <a:pt x="2794" y="1385"/>
                    <a:pt x="2795" y="1388"/>
                  </a:cubicBezTo>
                  <a:cubicBezTo>
                    <a:pt x="2803" y="1417"/>
                    <a:pt x="2805" y="1420"/>
                    <a:pt x="2809" y="1423"/>
                  </a:cubicBezTo>
                  <a:cubicBezTo>
                    <a:pt x="2813" y="1444"/>
                    <a:pt x="2814" y="1447"/>
                    <a:pt x="2811" y="1450"/>
                  </a:cubicBezTo>
                  <a:cubicBezTo>
                    <a:pt x="2825" y="1491"/>
                    <a:pt x="2828" y="1493"/>
                    <a:pt x="2828" y="1496"/>
                  </a:cubicBezTo>
                  <a:cubicBezTo>
                    <a:pt x="2835" y="1522"/>
                    <a:pt x="2836" y="1525"/>
                    <a:pt x="2839" y="1527"/>
                  </a:cubicBezTo>
                  <a:cubicBezTo>
                    <a:pt x="2851" y="1580"/>
                    <a:pt x="2853" y="1585"/>
                    <a:pt x="2858" y="1589"/>
                  </a:cubicBezTo>
                  <a:cubicBezTo>
                    <a:pt x="2886" y="1644"/>
                    <a:pt x="2890" y="1655"/>
                    <a:pt x="2897" y="1665"/>
                  </a:cubicBezTo>
                  <a:cubicBezTo>
                    <a:pt x="2908" y="1689"/>
                    <a:pt x="2910" y="1697"/>
                    <a:pt x="2906" y="1694"/>
                  </a:cubicBezTo>
                  <a:cubicBezTo>
                    <a:pt x="2862" y="1637"/>
                    <a:pt x="2851" y="1606"/>
                    <a:pt x="2832" y="1577"/>
                  </a:cubicBezTo>
                  <a:cubicBezTo>
                    <a:pt x="2811" y="1528"/>
                    <a:pt x="2810" y="1524"/>
                    <a:pt x="2809" y="1520"/>
                  </a:cubicBezTo>
                  <a:cubicBezTo>
                    <a:pt x="2791" y="1470"/>
                    <a:pt x="2788" y="1454"/>
                    <a:pt x="2785" y="1438"/>
                  </a:cubicBezTo>
                  <a:cubicBezTo>
                    <a:pt x="2763" y="1361"/>
                    <a:pt x="2758" y="1353"/>
                    <a:pt x="2755" y="1345"/>
                  </a:cubicBezTo>
                  <a:cubicBezTo>
                    <a:pt x="2747" y="1318"/>
                    <a:pt x="2739" y="1315"/>
                    <a:pt x="2742" y="1310"/>
                  </a:cubicBezTo>
                  <a:cubicBezTo>
                    <a:pt x="2741" y="1318"/>
                    <a:pt x="2741" y="1322"/>
                    <a:pt x="2742" y="1326"/>
                  </a:cubicBezTo>
                  <a:cubicBezTo>
                    <a:pt x="2761" y="1380"/>
                    <a:pt x="2766" y="1383"/>
                    <a:pt x="2764" y="1388"/>
                  </a:cubicBezTo>
                  <a:cubicBezTo>
                    <a:pt x="2781" y="1433"/>
                    <a:pt x="2773" y="1439"/>
                    <a:pt x="2780" y="1443"/>
                  </a:cubicBezTo>
                  <a:cubicBezTo>
                    <a:pt x="2790" y="1491"/>
                    <a:pt x="2792" y="1496"/>
                    <a:pt x="2793" y="1501"/>
                  </a:cubicBezTo>
                  <a:cubicBezTo>
                    <a:pt x="2787" y="1502"/>
                    <a:pt x="2789" y="1498"/>
                    <a:pt x="2789" y="1496"/>
                  </a:cubicBezTo>
                  <a:cubicBezTo>
                    <a:pt x="2774" y="1451"/>
                    <a:pt x="2763" y="1443"/>
                    <a:pt x="2765" y="1433"/>
                  </a:cubicBezTo>
                  <a:cubicBezTo>
                    <a:pt x="2755" y="1409"/>
                    <a:pt x="2757" y="1406"/>
                    <a:pt x="2756" y="1403"/>
                  </a:cubicBezTo>
                  <a:cubicBezTo>
                    <a:pt x="2750" y="1380"/>
                    <a:pt x="2748" y="1378"/>
                    <a:pt x="2749" y="1375"/>
                  </a:cubicBezTo>
                  <a:cubicBezTo>
                    <a:pt x="2738" y="1336"/>
                    <a:pt x="2739" y="1326"/>
                    <a:pt x="2732" y="1317"/>
                  </a:cubicBezTo>
                  <a:cubicBezTo>
                    <a:pt x="2728" y="1292"/>
                    <a:pt x="2727" y="1288"/>
                    <a:pt x="2730" y="1289"/>
                  </a:cubicBezTo>
                  <a:cubicBezTo>
                    <a:pt x="2732" y="1282"/>
                    <a:pt x="2729" y="1282"/>
                    <a:pt x="2727" y="1282"/>
                  </a:cubicBezTo>
                  <a:cubicBezTo>
                    <a:pt x="2709" y="1224"/>
                    <a:pt x="2705" y="1217"/>
                    <a:pt x="2701" y="1210"/>
                  </a:cubicBezTo>
                  <a:cubicBezTo>
                    <a:pt x="2696" y="1199"/>
                    <a:pt x="2693" y="1203"/>
                    <a:pt x="2696" y="1206"/>
                  </a:cubicBezTo>
                  <a:cubicBezTo>
                    <a:pt x="2702" y="1235"/>
                    <a:pt x="2712" y="1241"/>
                    <a:pt x="2709" y="1249"/>
                  </a:cubicBezTo>
                  <a:cubicBezTo>
                    <a:pt x="2725" y="1297"/>
                    <a:pt x="2724" y="1301"/>
                    <a:pt x="2725" y="1304"/>
                  </a:cubicBezTo>
                  <a:cubicBezTo>
                    <a:pt x="2726" y="1320"/>
                    <a:pt x="2730" y="1323"/>
                    <a:pt x="2728" y="1327"/>
                  </a:cubicBezTo>
                  <a:cubicBezTo>
                    <a:pt x="2735" y="1366"/>
                    <a:pt x="2739" y="1368"/>
                    <a:pt x="2740" y="1372"/>
                  </a:cubicBezTo>
                  <a:cubicBezTo>
                    <a:pt x="2745" y="1391"/>
                    <a:pt x="2748" y="1399"/>
                    <a:pt x="2746" y="1407"/>
                  </a:cubicBezTo>
                  <a:cubicBezTo>
                    <a:pt x="2757" y="1429"/>
                    <a:pt x="2755" y="1432"/>
                    <a:pt x="2756" y="1435"/>
                  </a:cubicBezTo>
                  <a:cubicBezTo>
                    <a:pt x="2761" y="1455"/>
                    <a:pt x="2766" y="1459"/>
                    <a:pt x="2762" y="1465"/>
                  </a:cubicBezTo>
                  <a:cubicBezTo>
                    <a:pt x="2789" y="1521"/>
                    <a:pt x="2792" y="1525"/>
                    <a:pt x="2789" y="1530"/>
                  </a:cubicBezTo>
                  <a:cubicBezTo>
                    <a:pt x="2809" y="1580"/>
                    <a:pt x="2816" y="1588"/>
                    <a:pt x="2818" y="1597"/>
                  </a:cubicBezTo>
                  <a:cubicBezTo>
                    <a:pt x="2846" y="1638"/>
                    <a:pt x="2843" y="1644"/>
                    <a:pt x="2851" y="1647"/>
                  </a:cubicBezTo>
                  <a:cubicBezTo>
                    <a:pt x="2857" y="1651"/>
                    <a:pt x="2858" y="1648"/>
                    <a:pt x="2855" y="1645"/>
                  </a:cubicBezTo>
                  <a:cubicBezTo>
                    <a:pt x="2847" y="1622"/>
                    <a:pt x="2838" y="1620"/>
                    <a:pt x="2840" y="1616"/>
                  </a:cubicBezTo>
                  <a:cubicBezTo>
                    <a:pt x="2807" y="1551"/>
                    <a:pt x="2804" y="1544"/>
                    <a:pt x="2803" y="1537"/>
                  </a:cubicBezTo>
                  <a:cubicBezTo>
                    <a:pt x="2799" y="1521"/>
                    <a:pt x="2796" y="1518"/>
                    <a:pt x="2800" y="1519"/>
                  </a:cubicBezTo>
                  <a:cubicBezTo>
                    <a:pt x="2808" y="1542"/>
                    <a:pt x="2809" y="1548"/>
                    <a:pt x="2813" y="1554"/>
                  </a:cubicBezTo>
                  <a:cubicBezTo>
                    <a:pt x="2824" y="1583"/>
                    <a:pt x="2831" y="1585"/>
                    <a:pt x="2829" y="1588"/>
                  </a:cubicBezTo>
                  <a:cubicBezTo>
                    <a:pt x="2842" y="1611"/>
                    <a:pt x="2844" y="1617"/>
                    <a:pt x="2849" y="1622"/>
                  </a:cubicBezTo>
                  <a:cubicBezTo>
                    <a:pt x="2854" y="1643"/>
                    <a:pt x="2867" y="1644"/>
                    <a:pt x="2863" y="1648"/>
                  </a:cubicBezTo>
                  <a:cubicBezTo>
                    <a:pt x="2874" y="1665"/>
                    <a:pt x="2880" y="1668"/>
                    <a:pt x="2881" y="1672"/>
                  </a:cubicBezTo>
                  <a:cubicBezTo>
                    <a:pt x="2867" y="1679"/>
                    <a:pt x="2862" y="1674"/>
                    <a:pt x="2858" y="1675"/>
                  </a:cubicBezTo>
                  <a:cubicBezTo>
                    <a:pt x="2840" y="1657"/>
                    <a:pt x="2839" y="1651"/>
                    <a:pt x="2833" y="1646"/>
                  </a:cubicBezTo>
                  <a:cubicBezTo>
                    <a:pt x="2813" y="1626"/>
                    <a:pt x="2811" y="1624"/>
                    <a:pt x="2808" y="1621"/>
                  </a:cubicBezTo>
                  <a:cubicBezTo>
                    <a:pt x="2784" y="1586"/>
                    <a:pt x="2782" y="1584"/>
                    <a:pt x="2782" y="1581"/>
                  </a:cubicBezTo>
                  <a:cubicBezTo>
                    <a:pt x="2753" y="1534"/>
                    <a:pt x="2757" y="1527"/>
                    <a:pt x="2750" y="1522"/>
                  </a:cubicBezTo>
                  <a:cubicBezTo>
                    <a:pt x="2742" y="1503"/>
                    <a:pt x="2741" y="1500"/>
                    <a:pt x="2740" y="1498"/>
                  </a:cubicBezTo>
                  <a:cubicBezTo>
                    <a:pt x="2735" y="1477"/>
                    <a:pt x="2729" y="1475"/>
                    <a:pt x="2729" y="1472"/>
                  </a:cubicBezTo>
                  <a:cubicBezTo>
                    <a:pt x="2717" y="1432"/>
                    <a:pt x="2715" y="1427"/>
                    <a:pt x="2713" y="1422"/>
                  </a:cubicBezTo>
                  <a:cubicBezTo>
                    <a:pt x="2707" y="1382"/>
                    <a:pt x="2701" y="1380"/>
                    <a:pt x="2700" y="1377"/>
                  </a:cubicBezTo>
                  <a:cubicBezTo>
                    <a:pt x="2694" y="1327"/>
                    <a:pt x="2686" y="1323"/>
                    <a:pt x="2688" y="1316"/>
                  </a:cubicBezTo>
                  <a:cubicBezTo>
                    <a:pt x="2675" y="1280"/>
                    <a:pt x="2685" y="1274"/>
                    <a:pt x="2678" y="1273"/>
                  </a:cubicBezTo>
                  <a:cubicBezTo>
                    <a:pt x="2664" y="1216"/>
                    <a:pt x="2663" y="1205"/>
                    <a:pt x="2657" y="1194"/>
                  </a:cubicBezTo>
                  <a:cubicBezTo>
                    <a:pt x="2642" y="1140"/>
                    <a:pt x="2641" y="1137"/>
                    <a:pt x="2642" y="1134"/>
                  </a:cubicBezTo>
                  <a:cubicBezTo>
                    <a:pt x="2635" y="1113"/>
                    <a:pt x="2634" y="1110"/>
                    <a:pt x="2634" y="1107"/>
                  </a:cubicBezTo>
                  <a:cubicBezTo>
                    <a:pt x="2615" y="1061"/>
                    <a:pt x="2615" y="1053"/>
                    <a:pt x="2612" y="1045"/>
                  </a:cubicBezTo>
                  <a:cubicBezTo>
                    <a:pt x="2569" y="975"/>
                    <a:pt x="2573" y="967"/>
                    <a:pt x="2565" y="962"/>
                  </a:cubicBezTo>
                  <a:cubicBezTo>
                    <a:pt x="2564" y="964"/>
                    <a:pt x="2567" y="984"/>
                    <a:pt x="2581" y="1001"/>
                  </a:cubicBezTo>
                  <a:cubicBezTo>
                    <a:pt x="2593" y="1031"/>
                    <a:pt x="2587" y="1036"/>
                    <a:pt x="2590" y="1039"/>
                  </a:cubicBezTo>
                  <a:cubicBezTo>
                    <a:pt x="2593" y="1066"/>
                    <a:pt x="2592" y="1072"/>
                    <a:pt x="2598" y="1078"/>
                  </a:cubicBezTo>
                  <a:cubicBezTo>
                    <a:pt x="2600" y="1131"/>
                    <a:pt x="2604" y="1143"/>
                    <a:pt x="2603" y="1157"/>
                  </a:cubicBezTo>
                  <a:cubicBezTo>
                    <a:pt x="2611" y="1222"/>
                    <a:pt x="2612" y="1229"/>
                    <a:pt x="2611" y="1236"/>
                  </a:cubicBezTo>
                  <a:cubicBezTo>
                    <a:pt x="2616" y="1268"/>
                    <a:pt x="2615" y="1272"/>
                    <a:pt x="2616" y="1276"/>
                  </a:cubicBezTo>
                  <a:cubicBezTo>
                    <a:pt x="2627" y="1307"/>
                    <a:pt x="2618" y="1313"/>
                    <a:pt x="2624" y="1315"/>
                  </a:cubicBezTo>
                  <a:cubicBezTo>
                    <a:pt x="2624" y="1341"/>
                    <a:pt x="2628" y="1347"/>
                    <a:pt x="2630" y="1353"/>
                  </a:cubicBezTo>
                  <a:cubicBezTo>
                    <a:pt x="2640" y="1406"/>
                    <a:pt x="2644" y="1418"/>
                    <a:pt x="2648" y="1431"/>
                  </a:cubicBezTo>
                  <a:cubicBezTo>
                    <a:pt x="2672" y="1494"/>
                    <a:pt x="2679" y="1519"/>
                    <a:pt x="2697" y="1542"/>
                  </a:cubicBezTo>
                  <a:cubicBezTo>
                    <a:pt x="2719" y="1582"/>
                    <a:pt x="2726" y="1584"/>
                    <a:pt x="2725" y="1587"/>
                  </a:cubicBezTo>
                  <a:cubicBezTo>
                    <a:pt x="2737" y="1611"/>
                    <a:pt x="2733" y="1608"/>
                    <a:pt x="2729" y="1605"/>
                  </a:cubicBezTo>
                  <a:cubicBezTo>
                    <a:pt x="2723" y="1602"/>
                    <a:pt x="2721" y="1601"/>
                    <a:pt x="2719" y="1601"/>
                  </a:cubicBezTo>
                  <a:cubicBezTo>
                    <a:pt x="2684" y="1558"/>
                    <a:pt x="2688" y="1550"/>
                    <a:pt x="2678" y="1545"/>
                  </a:cubicBezTo>
                  <a:cubicBezTo>
                    <a:pt x="2663" y="1519"/>
                    <a:pt x="2656" y="1513"/>
                    <a:pt x="2657" y="1505"/>
                  </a:cubicBezTo>
                  <a:cubicBezTo>
                    <a:pt x="2638" y="1461"/>
                    <a:pt x="2631" y="1459"/>
                    <a:pt x="2633" y="1455"/>
                  </a:cubicBezTo>
                  <a:cubicBezTo>
                    <a:pt x="2618" y="1407"/>
                    <a:pt x="2611" y="1398"/>
                    <a:pt x="2615" y="1388"/>
                  </a:cubicBezTo>
                  <a:cubicBezTo>
                    <a:pt x="2603" y="1339"/>
                    <a:pt x="2605" y="1334"/>
                    <a:pt x="2601" y="1329"/>
                  </a:cubicBezTo>
                  <a:cubicBezTo>
                    <a:pt x="2603" y="1313"/>
                    <a:pt x="2596" y="1309"/>
                    <a:pt x="2601" y="1302"/>
                  </a:cubicBezTo>
                  <a:cubicBezTo>
                    <a:pt x="2595" y="1232"/>
                    <a:pt x="2596" y="1221"/>
                    <a:pt x="2593" y="1211"/>
                  </a:cubicBezTo>
                  <a:cubicBezTo>
                    <a:pt x="2593" y="1171"/>
                    <a:pt x="2592" y="1168"/>
                    <a:pt x="2592" y="1166"/>
                  </a:cubicBezTo>
                  <a:cubicBezTo>
                    <a:pt x="2585" y="1131"/>
                    <a:pt x="2588" y="1110"/>
                    <a:pt x="2585" y="1090"/>
                  </a:cubicBezTo>
                  <a:cubicBezTo>
                    <a:pt x="2577" y="1051"/>
                    <a:pt x="2577" y="1041"/>
                    <a:pt x="2571" y="1032"/>
                  </a:cubicBezTo>
                  <a:cubicBezTo>
                    <a:pt x="2548" y="965"/>
                    <a:pt x="2541" y="957"/>
                    <a:pt x="2540" y="948"/>
                  </a:cubicBezTo>
                  <a:cubicBezTo>
                    <a:pt x="2522" y="912"/>
                    <a:pt x="2517" y="903"/>
                    <a:pt x="2511" y="894"/>
                  </a:cubicBezTo>
                  <a:cubicBezTo>
                    <a:pt x="2495" y="873"/>
                    <a:pt x="2491" y="870"/>
                    <a:pt x="2489" y="872"/>
                  </a:cubicBezTo>
                  <a:cubicBezTo>
                    <a:pt x="2516" y="912"/>
                    <a:pt x="2519" y="916"/>
                    <a:pt x="2519" y="921"/>
                  </a:cubicBezTo>
                  <a:cubicBezTo>
                    <a:pt x="2535" y="961"/>
                    <a:pt x="2536" y="963"/>
                    <a:pt x="2537" y="964"/>
                  </a:cubicBezTo>
                  <a:cubicBezTo>
                    <a:pt x="2545" y="985"/>
                    <a:pt x="2546" y="987"/>
                    <a:pt x="2547" y="989"/>
                  </a:cubicBezTo>
                  <a:cubicBezTo>
                    <a:pt x="2553" y="1015"/>
                    <a:pt x="2554" y="1019"/>
                    <a:pt x="2556" y="1024"/>
                  </a:cubicBezTo>
                  <a:cubicBezTo>
                    <a:pt x="2563" y="1103"/>
                    <a:pt x="2562" y="1107"/>
                    <a:pt x="2564" y="1110"/>
                  </a:cubicBezTo>
                  <a:cubicBezTo>
                    <a:pt x="2564" y="1125"/>
                    <a:pt x="2564" y="1132"/>
                    <a:pt x="2566" y="1138"/>
                  </a:cubicBezTo>
                  <a:cubicBezTo>
                    <a:pt x="2561" y="1174"/>
                    <a:pt x="2570" y="1176"/>
                    <a:pt x="2567" y="1180"/>
                  </a:cubicBezTo>
                  <a:cubicBezTo>
                    <a:pt x="2571" y="1227"/>
                    <a:pt x="2573" y="1230"/>
                    <a:pt x="2570" y="1235"/>
                  </a:cubicBezTo>
                  <a:cubicBezTo>
                    <a:pt x="2573" y="1249"/>
                    <a:pt x="2574" y="1253"/>
                    <a:pt x="2573" y="1258"/>
                  </a:cubicBezTo>
                  <a:cubicBezTo>
                    <a:pt x="2576" y="1305"/>
                    <a:pt x="2575" y="1313"/>
                    <a:pt x="2575" y="1322"/>
                  </a:cubicBezTo>
                  <a:cubicBezTo>
                    <a:pt x="2578" y="1352"/>
                    <a:pt x="2579" y="1356"/>
                    <a:pt x="2584" y="1359"/>
                  </a:cubicBezTo>
                  <a:cubicBezTo>
                    <a:pt x="2589" y="1406"/>
                    <a:pt x="2594" y="1414"/>
                    <a:pt x="2593" y="1423"/>
                  </a:cubicBezTo>
                  <a:cubicBezTo>
                    <a:pt x="2604" y="1454"/>
                    <a:pt x="2606" y="1459"/>
                    <a:pt x="2608" y="1465"/>
                  </a:cubicBezTo>
                  <a:cubicBezTo>
                    <a:pt x="2608" y="1472"/>
                    <a:pt x="2606" y="1464"/>
                    <a:pt x="2600" y="1457"/>
                  </a:cubicBezTo>
                  <a:cubicBezTo>
                    <a:pt x="2589" y="1423"/>
                    <a:pt x="2580" y="1416"/>
                    <a:pt x="2578" y="1408"/>
                  </a:cubicBezTo>
                  <a:cubicBezTo>
                    <a:pt x="2568" y="1371"/>
                    <a:pt x="2571" y="1367"/>
                    <a:pt x="2570" y="1364"/>
                  </a:cubicBezTo>
                  <a:cubicBezTo>
                    <a:pt x="2564" y="1333"/>
                    <a:pt x="2563" y="1329"/>
                    <a:pt x="2562" y="1324"/>
                  </a:cubicBezTo>
                  <a:cubicBezTo>
                    <a:pt x="2557" y="1275"/>
                    <a:pt x="2551" y="1267"/>
                    <a:pt x="2555" y="1257"/>
                  </a:cubicBezTo>
                  <a:cubicBezTo>
                    <a:pt x="2545" y="1222"/>
                    <a:pt x="2544" y="1213"/>
                    <a:pt x="2543" y="1204"/>
                  </a:cubicBezTo>
                  <a:cubicBezTo>
                    <a:pt x="2538" y="1174"/>
                    <a:pt x="2541" y="1168"/>
                    <a:pt x="2538" y="1164"/>
                  </a:cubicBezTo>
                  <a:cubicBezTo>
                    <a:pt x="2538" y="1118"/>
                    <a:pt x="2536" y="1114"/>
                    <a:pt x="2535" y="1110"/>
                  </a:cubicBezTo>
                  <a:cubicBezTo>
                    <a:pt x="2523" y="1023"/>
                    <a:pt x="2516" y="1004"/>
                    <a:pt x="2513" y="985"/>
                  </a:cubicBezTo>
                  <a:cubicBezTo>
                    <a:pt x="2497" y="937"/>
                    <a:pt x="2492" y="933"/>
                    <a:pt x="2491" y="928"/>
                  </a:cubicBezTo>
                  <a:cubicBezTo>
                    <a:pt x="2456" y="864"/>
                    <a:pt x="2445" y="856"/>
                    <a:pt x="2440" y="847"/>
                  </a:cubicBezTo>
                  <a:cubicBezTo>
                    <a:pt x="2423" y="825"/>
                    <a:pt x="2418" y="822"/>
                    <a:pt x="2416" y="824"/>
                  </a:cubicBezTo>
                  <a:cubicBezTo>
                    <a:pt x="2466" y="889"/>
                    <a:pt x="2465" y="895"/>
                    <a:pt x="2471" y="899"/>
                  </a:cubicBezTo>
                  <a:cubicBezTo>
                    <a:pt x="2480" y="926"/>
                    <a:pt x="2487" y="927"/>
                    <a:pt x="2484" y="931"/>
                  </a:cubicBezTo>
                  <a:cubicBezTo>
                    <a:pt x="2502" y="971"/>
                    <a:pt x="2500" y="978"/>
                    <a:pt x="2504" y="984"/>
                  </a:cubicBezTo>
                  <a:cubicBezTo>
                    <a:pt x="2519" y="1035"/>
                    <a:pt x="2519" y="1048"/>
                    <a:pt x="2521" y="1061"/>
                  </a:cubicBezTo>
                  <a:cubicBezTo>
                    <a:pt x="2523" y="1094"/>
                    <a:pt x="2525" y="1097"/>
                    <a:pt x="2525" y="1101"/>
                  </a:cubicBezTo>
                  <a:cubicBezTo>
                    <a:pt x="2530" y="1187"/>
                    <a:pt x="2534" y="1193"/>
                    <a:pt x="2533" y="1200"/>
                  </a:cubicBezTo>
                  <a:cubicBezTo>
                    <a:pt x="2541" y="1242"/>
                    <a:pt x="2547" y="1244"/>
                    <a:pt x="2542" y="1248"/>
                  </a:cubicBezTo>
                  <a:cubicBezTo>
                    <a:pt x="2540" y="1238"/>
                    <a:pt x="2532" y="1221"/>
                    <a:pt x="2533" y="1203"/>
                  </a:cubicBezTo>
                  <a:cubicBezTo>
                    <a:pt x="2506" y="1094"/>
                    <a:pt x="2505" y="1090"/>
                    <a:pt x="2507" y="1085"/>
                  </a:cubicBezTo>
                  <a:cubicBezTo>
                    <a:pt x="2491" y="1037"/>
                    <a:pt x="2485" y="1030"/>
                    <a:pt x="2484" y="1021"/>
                  </a:cubicBezTo>
                  <a:cubicBezTo>
                    <a:pt x="2470" y="978"/>
                    <a:pt x="2464" y="974"/>
                    <a:pt x="2463" y="970"/>
                  </a:cubicBezTo>
                  <a:cubicBezTo>
                    <a:pt x="2425" y="913"/>
                    <a:pt x="2420" y="905"/>
                    <a:pt x="2415" y="896"/>
                  </a:cubicBezTo>
                  <a:cubicBezTo>
                    <a:pt x="2347" y="844"/>
                    <a:pt x="2367" y="846"/>
                    <a:pt x="2364" y="851"/>
                  </a:cubicBezTo>
                  <a:cubicBezTo>
                    <a:pt x="2398" y="881"/>
                    <a:pt x="2395" y="885"/>
                    <a:pt x="2401" y="887"/>
                  </a:cubicBezTo>
                  <a:cubicBezTo>
                    <a:pt x="2420" y="914"/>
                    <a:pt x="2421" y="917"/>
                    <a:pt x="2423" y="920"/>
                  </a:cubicBezTo>
                  <a:cubicBezTo>
                    <a:pt x="2470" y="1009"/>
                    <a:pt x="2477" y="1021"/>
                    <a:pt x="2479" y="1033"/>
                  </a:cubicBezTo>
                  <a:cubicBezTo>
                    <a:pt x="2487" y="1057"/>
                    <a:pt x="2492" y="1063"/>
                    <a:pt x="2491" y="1070"/>
                  </a:cubicBezTo>
                  <a:cubicBezTo>
                    <a:pt x="2500" y="1118"/>
                    <a:pt x="2507" y="1120"/>
                    <a:pt x="2505" y="1124"/>
                  </a:cubicBezTo>
                  <a:cubicBezTo>
                    <a:pt x="2516" y="1167"/>
                    <a:pt x="2521" y="1173"/>
                    <a:pt x="2519" y="1180"/>
                  </a:cubicBezTo>
                  <a:cubicBezTo>
                    <a:pt x="2529" y="1223"/>
                    <a:pt x="2528" y="1227"/>
                    <a:pt x="2528" y="1231"/>
                  </a:cubicBezTo>
                  <a:cubicBezTo>
                    <a:pt x="2535" y="1259"/>
                    <a:pt x="2536" y="1263"/>
                    <a:pt x="2535" y="1267"/>
                  </a:cubicBezTo>
                  <a:cubicBezTo>
                    <a:pt x="2543" y="1307"/>
                    <a:pt x="2545" y="1311"/>
                    <a:pt x="2545" y="1315"/>
                  </a:cubicBezTo>
                  <a:cubicBezTo>
                    <a:pt x="2549" y="1346"/>
                    <a:pt x="2551" y="1354"/>
                    <a:pt x="2556" y="1362"/>
                  </a:cubicBezTo>
                  <a:cubicBezTo>
                    <a:pt x="2566" y="1400"/>
                    <a:pt x="2567" y="1402"/>
                    <a:pt x="2567" y="1403"/>
                  </a:cubicBezTo>
                  <a:cubicBezTo>
                    <a:pt x="2547" y="1372"/>
                    <a:pt x="2545" y="1368"/>
                    <a:pt x="2541" y="1365"/>
                  </a:cubicBezTo>
                  <a:cubicBezTo>
                    <a:pt x="2530" y="1327"/>
                    <a:pt x="2528" y="1322"/>
                    <a:pt x="2528" y="1317"/>
                  </a:cubicBezTo>
                  <a:cubicBezTo>
                    <a:pt x="2519" y="1281"/>
                    <a:pt x="2515" y="1276"/>
                    <a:pt x="2514" y="1271"/>
                  </a:cubicBezTo>
                  <a:cubicBezTo>
                    <a:pt x="2501" y="1222"/>
                    <a:pt x="2501" y="1220"/>
                    <a:pt x="2503" y="1217"/>
                  </a:cubicBezTo>
                  <a:cubicBezTo>
                    <a:pt x="2493" y="1184"/>
                    <a:pt x="2494" y="1173"/>
                    <a:pt x="2489" y="1163"/>
                  </a:cubicBezTo>
                  <a:cubicBezTo>
                    <a:pt x="2478" y="1123"/>
                    <a:pt x="2479" y="1120"/>
                    <a:pt x="2477" y="1118"/>
                  </a:cubicBezTo>
                  <a:cubicBezTo>
                    <a:pt x="2465" y="1061"/>
                    <a:pt x="2464" y="1050"/>
                    <a:pt x="2458" y="1040"/>
                  </a:cubicBezTo>
                  <a:cubicBezTo>
                    <a:pt x="2438" y="969"/>
                    <a:pt x="2428" y="961"/>
                    <a:pt x="2429" y="950"/>
                  </a:cubicBezTo>
                  <a:cubicBezTo>
                    <a:pt x="2404" y="901"/>
                    <a:pt x="2405" y="895"/>
                    <a:pt x="2398" y="890"/>
                  </a:cubicBezTo>
                  <a:cubicBezTo>
                    <a:pt x="2373" y="865"/>
                    <a:pt x="2373" y="859"/>
                    <a:pt x="2370" y="861"/>
                  </a:cubicBezTo>
                  <a:cubicBezTo>
                    <a:pt x="2414" y="928"/>
                    <a:pt x="2413" y="940"/>
                    <a:pt x="2421" y="950"/>
                  </a:cubicBezTo>
                  <a:cubicBezTo>
                    <a:pt x="2424" y="979"/>
                    <a:pt x="2436" y="980"/>
                    <a:pt x="2433" y="984"/>
                  </a:cubicBezTo>
                  <a:cubicBezTo>
                    <a:pt x="2445" y="1019"/>
                    <a:pt x="2445" y="1021"/>
                    <a:pt x="2449" y="1023"/>
                  </a:cubicBezTo>
                  <a:cubicBezTo>
                    <a:pt x="2456" y="1056"/>
                    <a:pt x="2458" y="1061"/>
                    <a:pt x="2459" y="1067"/>
                  </a:cubicBezTo>
                  <a:cubicBezTo>
                    <a:pt x="2468" y="1089"/>
                    <a:pt x="2462" y="1096"/>
                    <a:pt x="2467" y="1101"/>
                  </a:cubicBezTo>
                  <a:cubicBezTo>
                    <a:pt x="2478" y="1155"/>
                    <a:pt x="2481" y="1157"/>
                    <a:pt x="2481" y="1160"/>
                  </a:cubicBezTo>
                  <a:cubicBezTo>
                    <a:pt x="2486" y="1197"/>
                    <a:pt x="2492" y="1207"/>
                    <a:pt x="2494" y="1218"/>
                  </a:cubicBezTo>
                  <a:cubicBezTo>
                    <a:pt x="2496" y="1246"/>
                    <a:pt x="2503" y="1248"/>
                    <a:pt x="2501" y="1252"/>
                  </a:cubicBezTo>
                  <a:cubicBezTo>
                    <a:pt x="2511" y="1278"/>
                    <a:pt x="2507" y="1282"/>
                    <a:pt x="2510" y="1284"/>
                  </a:cubicBezTo>
                  <a:cubicBezTo>
                    <a:pt x="2521" y="1328"/>
                    <a:pt x="2527" y="1339"/>
                    <a:pt x="2530" y="1350"/>
                  </a:cubicBezTo>
                  <a:cubicBezTo>
                    <a:pt x="2536" y="1372"/>
                    <a:pt x="2540" y="1377"/>
                    <a:pt x="2540" y="1382"/>
                  </a:cubicBezTo>
                  <a:cubicBezTo>
                    <a:pt x="2558" y="1416"/>
                    <a:pt x="2567" y="1421"/>
                    <a:pt x="2564" y="1428"/>
                  </a:cubicBezTo>
                  <a:cubicBezTo>
                    <a:pt x="2586" y="1475"/>
                    <a:pt x="2600" y="1476"/>
                    <a:pt x="2595" y="1480"/>
                  </a:cubicBezTo>
                  <a:cubicBezTo>
                    <a:pt x="2603" y="1500"/>
                    <a:pt x="2610" y="1502"/>
                    <a:pt x="2610" y="1505"/>
                  </a:cubicBezTo>
                  <a:cubicBezTo>
                    <a:pt x="2629" y="1535"/>
                    <a:pt x="2628" y="1540"/>
                    <a:pt x="2635" y="1543"/>
                  </a:cubicBezTo>
                  <a:cubicBezTo>
                    <a:pt x="2632" y="1550"/>
                    <a:pt x="2641" y="1552"/>
                    <a:pt x="2639" y="1556"/>
                  </a:cubicBezTo>
                  <a:cubicBezTo>
                    <a:pt x="2553" y="1493"/>
                    <a:pt x="2545" y="1489"/>
                    <a:pt x="2546" y="1483"/>
                  </a:cubicBezTo>
                  <a:cubicBezTo>
                    <a:pt x="2498" y="1431"/>
                    <a:pt x="2494" y="1426"/>
                    <a:pt x="2491" y="1420"/>
                  </a:cubicBezTo>
                  <a:cubicBezTo>
                    <a:pt x="2460" y="1376"/>
                    <a:pt x="2458" y="1364"/>
                    <a:pt x="2452" y="1353"/>
                  </a:cubicBezTo>
                  <a:cubicBezTo>
                    <a:pt x="2433" y="1313"/>
                    <a:pt x="2438" y="1305"/>
                    <a:pt x="2429" y="1301"/>
                  </a:cubicBezTo>
                  <a:cubicBezTo>
                    <a:pt x="2410" y="1264"/>
                    <a:pt x="2414" y="1260"/>
                    <a:pt x="2414" y="1257"/>
                  </a:cubicBezTo>
                  <a:cubicBezTo>
                    <a:pt x="2405" y="1236"/>
                    <a:pt x="2404" y="1233"/>
                    <a:pt x="2402" y="1231"/>
                  </a:cubicBezTo>
                  <a:cubicBezTo>
                    <a:pt x="2389" y="1192"/>
                    <a:pt x="2377" y="1192"/>
                    <a:pt x="2384" y="1187"/>
                  </a:cubicBezTo>
                  <a:cubicBezTo>
                    <a:pt x="2354" y="1133"/>
                    <a:pt x="2351" y="1121"/>
                    <a:pt x="2343" y="1110"/>
                  </a:cubicBezTo>
                  <a:cubicBezTo>
                    <a:pt x="2320" y="1065"/>
                    <a:pt x="2318" y="1062"/>
                    <a:pt x="2314" y="1060"/>
                  </a:cubicBezTo>
                  <a:cubicBezTo>
                    <a:pt x="2282" y="1003"/>
                    <a:pt x="2272" y="999"/>
                    <a:pt x="2273" y="992"/>
                  </a:cubicBezTo>
                  <a:cubicBezTo>
                    <a:pt x="2249" y="966"/>
                    <a:pt x="2245" y="954"/>
                    <a:pt x="2228" y="945"/>
                  </a:cubicBezTo>
                  <a:cubicBezTo>
                    <a:pt x="2207" y="915"/>
                    <a:pt x="2197" y="908"/>
                    <a:pt x="2190" y="901"/>
                  </a:cubicBezTo>
                  <a:cubicBezTo>
                    <a:pt x="2128" y="855"/>
                    <a:pt x="2122" y="846"/>
                    <a:pt x="2119" y="853"/>
                  </a:cubicBezTo>
                  <a:cubicBezTo>
                    <a:pt x="2131" y="868"/>
                    <a:pt x="2135" y="869"/>
                    <a:pt x="2138" y="869"/>
                  </a:cubicBezTo>
                  <a:cubicBezTo>
                    <a:pt x="2175" y="901"/>
                    <a:pt x="2188" y="909"/>
                    <a:pt x="2196" y="918"/>
                  </a:cubicBezTo>
                  <a:cubicBezTo>
                    <a:pt x="2232" y="953"/>
                    <a:pt x="2235" y="963"/>
                    <a:pt x="2245" y="971"/>
                  </a:cubicBezTo>
                  <a:cubicBezTo>
                    <a:pt x="2282" y="1016"/>
                    <a:pt x="2282" y="1022"/>
                    <a:pt x="2287" y="1026"/>
                  </a:cubicBezTo>
                  <a:cubicBezTo>
                    <a:pt x="2295" y="1045"/>
                    <a:pt x="2301" y="1049"/>
                    <a:pt x="2302" y="1054"/>
                  </a:cubicBezTo>
                  <a:cubicBezTo>
                    <a:pt x="2320" y="1087"/>
                    <a:pt x="2327" y="1091"/>
                    <a:pt x="2327" y="1096"/>
                  </a:cubicBezTo>
                  <a:cubicBezTo>
                    <a:pt x="2346" y="1129"/>
                    <a:pt x="2346" y="1134"/>
                    <a:pt x="2351" y="1139"/>
                  </a:cubicBezTo>
                  <a:cubicBezTo>
                    <a:pt x="2361" y="1163"/>
                    <a:pt x="2363" y="1166"/>
                    <a:pt x="2368" y="1168"/>
                  </a:cubicBezTo>
                  <a:cubicBezTo>
                    <a:pt x="2377" y="1209"/>
                    <a:pt x="2389" y="1211"/>
                    <a:pt x="2385" y="1217"/>
                  </a:cubicBezTo>
                  <a:cubicBezTo>
                    <a:pt x="2399" y="1258"/>
                    <a:pt x="2404" y="1262"/>
                    <a:pt x="2408" y="1266"/>
                  </a:cubicBezTo>
                  <a:cubicBezTo>
                    <a:pt x="2419" y="1293"/>
                    <a:pt x="2415" y="1298"/>
                    <a:pt x="2421" y="1301"/>
                  </a:cubicBezTo>
                  <a:cubicBezTo>
                    <a:pt x="2438" y="1342"/>
                    <a:pt x="2443" y="1346"/>
                    <a:pt x="2443" y="1350"/>
                  </a:cubicBezTo>
                  <a:cubicBezTo>
                    <a:pt x="2439" y="1341"/>
                    <a:pt x="2422" y="1324"/>
                    <a:pt x="2416" y="1305"/>
                  </a:cubicBezTo>
                  <a:cubicBezTo>
                    <a:pt x="2393" y="1273"/>
                    <a:pt x="2396" y="1267"/>
                    <a:pt x="2391" y="1263"/>
                  </a:cubicBezTo>
                  <a:cubicBezTo>
                    <a:pt x="2377" y="1239"/>
                    <a:pt x="2377" y="1237"/>
                    <a:pt x="2373" y="1235"/>
                  </a:cubicBezTo>
                  <a:cubicBezTo>
                    <a:pt x="2347" y="1182"/>
                    <a:pt x="2340" y="1173"/>
                    <a:pt x="2337" y="1164"/>
                  </a:cubicBezTo>
                  <a:cubicBezTo>
                    <a:pt x="2315" y="1131"/>
                    <a:pt x="2310" y="1126"/>
                    <a:pt x="2311" y="1120"/>
                  </a:cubicBezTo>
                  <a:cubicBezTo>
                    <a:pt x="2293" y="1094"/>
                    <a:pt x="2286" y="1084"/>
                    <a:pt x="2279" y="1073"/>
                  </a:cubicBezTo>
                  <a:cubicBezTo>
                    <a:pt x="2235" y="1000"/>
                    <a:pt x="2221" y="991"/>
                    <a:pt x="2215" y="980"/>
                  </a:cubicBezTo>
                  <a:cubicBezTo>
                    <a:pt x="2173" y="942"/>
                    <a:pt x="2176" y="938"/>
                    <a:pt x="2172" y="936"/>
                  </a:cubicBezTo>
                  <a:cubicBezTo>
                    <a:pt x="2117" y="899"/>
                    <a:pt x="2124" y="901"/>
                    <a:pt x="2127" y="904"/>
                  </a:cubicBezTo>
                  <a:cubicBezTo>
                    <a:pt x="2164" y="935"/>
                    <a:pt x="2173" y="946"/>
                    <a:pt x="2184" y="957"/>
                  </a:cubicBezTo>
                  <a:cubicBezTo>
                    <a:pt x="2206" y="984"/>
                    <a:pt x="2215" y="985"/>
                    <a:pt x="2212" y="989"/>
                  </a:cubicBezTo>
                  <a:cubicBezTo>
                    <a:pt x="2239" y="1031"/>
                    <a:pt x="2242" y="1033"/>
                    <a:pt x="2245" y="1034"/>
                  </a:cubicBezTo>
                  <a:cubicBezTo>
                    <a:pt x="2277" y="1078"/>
                    <a:pt x="2278" y="1086"/>
                    <a:pt x="2284" y="1094"/>
                  </a:cubicBezTo>
                  <a:cubicBezTo>
                    <a:pt x="2318" y="1152"/>
                    <a:pt x="2325" y="1160"/>
                    <a:pt x="2328" y="1168"/>
                  </a:cubicBezTo>
                  <a:cubicBezTo>
                    <a:pt x="2348" y="1210"/>
                    <a:pt x="2359" y="1213"/>
                    <a:pt x="2356" y="1218"/>
                  </a:cubicBezTo>
                  <a:cubicBezTo>
                    <a:pt x="2389" y="1274"/>
                    <a:pt x="2392" y="1282"/>
                    <a:pt x="2397" y="1290"/>
                  </a:cubicBezTo>
                  <a:cubicBezTo>
                    <a:pt x="2426" y="1344"/>
                    <a:pt x="2425" y="1350"/>
                    <a:pt x="2431" y="1349"/>
                  </a:cubicBezTo>
                  <a:cubicBezTo>
                    <a:pt x="2442" y="1375"/>
                    <a:pt x="2449" y="1379"/>
                    <a:pt x="2450" y="1383"/>
                  </a:cubicBezTo>
                  <a:cubicBezTo>
                    <a:pt x="2459" y="1401"/>
                    <a:pt x="2449" y="1394"/>
                    <a:pt x="2448" y="1390"/>
                  </a:cubicBezTo>
                  <a:cubicBezTo>
                    <a:pt x="2435" y="1366"/>
                    <a:pt x="2428" y="1370"/>
                    <a:pt x="2426" y="1364"/>
                  </a:cubicBezTo>
                  <a:cubicBezTo>
                    <a:pt x="2402" y="1323"/>
                    <a:pt x="2393" y="1316"/>
                    <a:pt x="2393" y="1308"/>
                  </a:cubicBezTo>
                  <a:cubicBezTo>
                    <a:pt x="2365" y="1270"/>
                    <a:pt x="2358" y="1255"/>
                    <a:pt x="2349" y="1240"/>
                  </a:cubicBezTo>
                  <a:cubicBezTo>
                    <a:pt x="2330" y="1210"/>
                    <a:pt x="2321" y="1202"/>
                    <a:pt x="2319" y="1194"/>
                  </a:cubicBezTo>
                  <a:cubicBezTo>
                    <a:pt x="2298" y="1164"/>
                    <a:pt x="2300" y="1156"/>
                    <a:pt x="2291" y="1149"/>
                  </a:cubicBezTo>
                  <a:cubicBezTo>
                    <a:pt x="2275" y="1118"/>
                    <a:pt x="2269" y="1111"/>
                    <a:pt x="2265" y="1103"/>
                  </a:cubicBezTo>
                  <a:cubicBezTo>
                    <a:pt x="2231" y="1042"/>
                    <a:pt x="2222" y="1040"/>
                    <a:pt x="2223" y="1035"/>
                  </a:cubicBezTo>
                  <a:cubicBezTo>
                    <a:pt x="2208" y="1017"/>
                    <a:pt x="2212" y="1014"/>
                    <a:pt x="2207" y="1012"/>
                  </a:cubicBezTo>
                  <a:cubicBezTo>
                    <a:pt x="2177" y="975"/>
                    <a:pt x="2180" y="972"/>
                    <a:pt x="2175" y="970"/>
                  </a:cubicBezTo>
                  <a:cubicBezTo>
                    <a:pt x="2160" y="950"/>
                    <a:pt x="2156" y="947"/>
                    <a:pt x="2156" y="944"/>
                  </a:cubicBezTo>
                  <a:cubicBezTo>
                    <a:pt x="2135" y="924"/>
                    <a:pt x="2131" y="922"/>
                    <a:pt x="2127" y="919"/>
                  </a:cubicBezTo>
                  <a:cubicBezTo>
                    <a:pt x="2066" y="879"/>
                    <a:pt x="2060" y="875"/>
                    <a:pt x="2053" y="870"/>
                  </a:cubicBezTo>
                  <a:cubicBezTo>
                    <a:pt x="2041" y="864"/>
                    <a:pt x="2045" y="872"/>
                    <a:pt x="2049" y="872"/>
                  </a:cubicBezTo>
                  <a:cubicBezTo>
                    <a:pt x="2083" y="887"/>
                    <a:pt x="2082" y="901"/>
                    <a:pt x="2086" y="895"/>
                  </a:cubicBezTo>
                  <a:cubicBezTo>
                    <a:pt x="2136" y="937"/>
                    <a:pt x="2158" y="956"/>
                    <a:pt x="2170" y="977"/>
                  </a:cubicBezTo>
                  <a:cubicBezTo>
                    <a:pt x="2201" y="1019"/>
                    <a:pt x="2207" y="1030"/>
                    <a:pt x="2215" y="1040"/>
                  </a:cubicBezTo>
                  <a:cubicBezTo>
                    <a:pt x="2242" y="1090"/>
                    <a:pt x="2250" y="1091"/>
                    <a:pt x="2249" y="1095"/>
                  </a:cubicBezTo>
                  <a:cubicBezTo>
                    <a:pt x="2279" y="1146"/>
                    <a:pt x="2287" y="1157"/>
                    <a:pt x="2295" y="1167"/>
                  </a:cubicBezTo>
                  <a:cubicBezTo>
                    <a:pt x="2319" y="1209"/>
                    <a:pt x="2324" y="1220"/>
                    <a:pt x="2334" y="1230"/>
                  </a:cubicBezTo>
                  <a:cubicBezTo>
                    <a:pt x="2378" y="1305"/>
                    <a:pt x="2386" y="1315"/>
                    <a:pt x="2391" y="1326"/>
                  </a:cubicBezTo>
                  <a:cubicBezTo>
                    <a:pt x="2425" y="1379"/>
                    <a:pt x="2446" y="1399"/>
                    <a:pt x="2462" y="1420"/>
                  </a:cubicBezTo>
                  <a:cubicBezTo>
                    <a:pt x="2493" y="1454"/>
                    <a:pt x="2509" y="1456"/>
                    <a:pt x="2502" y="1462"/>
                  </a:cubicBezTo>
                  <a:cubicBezTo>
                    <a:pt x="2420" y="1396"/>
                    <a:pt x="2419" y="1392"/>
                    <a:pt x="2415" y="1388"/>
                  </a:cubicBezTo>
                  <a:cubicBezTo>
                    <a:pt x="2373" y="1338"/>
                    <a:pt x="2363" y="1331"/>
                    <a:pt x="2362" y="1322"/>
                  </a:cubicBezTo>
                  <a:cubicBezTo>
                    <a:pt x="2329" y="1277"/>
                    <a:pt x="2324" y="1268"/>
                    <a:pt x="2317" y="1260"/>
                  </a:cubicBezTo>
                  <a:cubicBezTo>
                    <a:pt x="2273" y="1202"/>
                    <a:pt x="2274" y="1192"/>
                    <a:pt x="2265" y="1184"/>
                  </a:cubicBezTo>
                  <a:cubicBezTo>
                    <a:pt x="2231" y="1128"/>
                    <a:pt x="2228" y="1124"/>
                    <a:pt x="2224" y="1120"/>
                  </a:cubicBezTo>
                  <a:cubicBezTo>
                    <a:pt x="2206" y="1089"/>
                    <a:pt x="2206" y="1085"/>
                    <a:pt x="2201" y="1081"/>
                  </a:cubicBezTo>
                  <a:cubicBezTo>
                    <a:pt x="2145" y="996"/>
                    <a:pt x="2139" y="988"/>
                    <a:pt x="2132" y="980"/>
                  </a:cubicBezTo>
                  <a:cubicBezTo>
                    <a:pt x="2095" y="938"/>
                    <a:pt x="2082" y="921"/>
                    <a:pt x="2063" y="906"/>
                  </a:cubicBezTo>
                  <a:cubicBezTo>
                    <a:pt x="1958" y="846"/>
                    <a:pt x="1958" y="850"/>
                    <a:pt x="1960" y="848"/>
                  </a:cubicBezTo>
                  <a:cubicBezTo>
                    <a:pt x="1964" y="857"/>
                    <a:pt x="1973" y="868"/>
                    <a:pt x="1990" y="875"/>
                  </a:cubicBezTo>
                  <a:cubicBezTo>
                    <a:pt x="2029" y="915"/>
                    <a:pt x="2043" y="917"/>
                    <a:pt x="2042" y="922"/>
                  </a:cubicBezTo>
                  <a:cubicBezTo>
                    <a:pt x="2071" y="951"/>
                    <a:pt x="2074" y="955"/>
                    <a:pt x="2077" y="959"/>
                  </a:cubicBezTo>
                  <a:cubicBezTo>
                    <a:pt x="2113" y="1006"/>
                    <a:pt x="2117" y="1015"/>
                    <a:pt x="2123" y="1024"/>
                  </a:cubicBezTo>
                  <a:cubicBezTo>
                    <a:pt x="2145" y="1069"/>
                    <a:pt x="2158" y="1071"/>
                    <a:pt x="2153" y="1078"/>
                  </a:cubicBezTo>
                  <a:cubicBezTo>
                    <a:pt x="2060" y="980"/>
                    <a:pt x="2026" y="953"/>
                    <a:pt x="2003" y="933"/>
                  </a:cubicBezTo>
                  <a:cubicBezTo>
                    <a:pt x="1997" y="934"/>
                    <a:pt x="2030" y="962"/>
                    <a:pt x="2059" y="987"/>
                  </a:cubicBezTo>
                  <a:cubicBezTo>
                    <a:pt x="2135" y="1070"/>
                    <a:pt x="2141" y="1071"/>
                    <a:pt x="2140" y="1074"/>
                  </a:cubicBezTo>
                  <a:cubicBezTo>
                    <a:pt x="2158" y="1100"/>
                    <a:pt x="2165" y="1104"/>
                    <a:pt x="2166" y="1110"/>
                  </a:cubicBezTo>
                  <a:cubicBezTo>
                    <a:pt x="2185" y="1150"/>
                    <a:pt x="2199" y="1154"/>
                    <a:pt x="2198" y="1160"/>
                  </a:cubicBezTo>
                  <a:cubicBezTo>
                    <a:pt x="2229" y="1202"/>
                    <a:pt x="2233" y="1214"/>
                    <a:pt x="2241" y="1225"/>
                  </a:cubicBezTo>
                  <a:cubicBezTo>
                    <a:pt x="2280" y="1279"/>
                    <a:pt x="2285" y="1284"/>
                    <a:pt x="2287" y="1290"/>
                  </a:cubicBezTo>
                  <a:cubicBezTo>
                    <a:pt x="2310" y="1315"/>
                    <a:pt x="2308" y="1324"/>
                    <a:pt x="2312" y="1320"/>
                  </a:cubicBezTo>
                  <a:cubicBezTo>
                    <a:pt x="2334" y="1347"/>
                    <a:pt x="2343" y="1348"/>
                    <a:pt x="2340" y="1352"/>
                  </a:cubicBezTo>
                  <a:cubicBezTo>
                    <a:pt x="2304" y="1320"/>
                    <a:pt x="2297" y="1317"/>
                    <a:pt x="2298" y="1313"/>
                  </a:cubicBezTo>
                  <a:cubicBezTo>
                    <a:pt x="2267" y="1279"/>
                    <a:pt x="2258" y="1276"/>
                    <a:pt x="2259" y="1272"/>
                  </a:cubicBezTo>
                  <a:cubicBezTo>
                    <a:pt x="2207" y="1202"/>
                    <a:pt x="2201" y="1196"/>
                    <a:pt x="2194" y="1189"/>
                  </a:cubicBezTo>
                  <a:cubicBezTo>
                    <a:pt x="2163" y="1144"/>
                    <a:pt x="2160" y="1140"/>
                    <a:pt x="2155" y="1137"/>
                  </a:cubicBezTo>
                  <a:cubicBezTo>
                    <a:pt x="2105" y="1071"/>
                    <a:pt x="2089" y="1058"/>
                    <a:pt x="2076" y="1045"/>
                  </a:cubicBezTo>
                  <a:cubicBezTo>
                    <a:pt x="1943" y="937"/>
                    <a:pt x="1938" y="939"/>
                    <a:pt x="1930" y="932"/>
                  </a:cubicBezTo>
                  <a:cubicBezTo>
                    <a:pt x="1910" y="924"/>
                    <a:pt x="1912" y="926"/>
                    <a:pt x="1917" y="929"/>
                  </a:cubicBezTo>
                  <a:cubicBezTo>
                    <a:pt x="1950" y="953"/>
                    <a:pt x="1966" y="960"/>
                    <a:pt x="1975" y="967"/>
                  </a:cubicBezTo>
                  <a:cubicBezTo>
                    <a:pt x="2003" y="992"/>
                    <a:pt x="2017" y="997"/>
                    <a:pt x="2022" y="1007"/>
                  </a:cubicBezTo>
                  <a:cubicBezTo>
                    <a:pt x="2034" y="1020"/>
                    <a:pt x="2049" y="1023"/>
                    <a:pt x="2047" y="1028"/>
                  </a:cubicBezTo>
                  <a:cubicBezTo>
                    <a:pt x="2123" y="1110"/>
                    <a:pt x="2134" y="1117"/>
                    <a:pt x="2136" y="1127"/>
                  </a:cubicBezTo>
                  <a:cubicBezTo>
                    <a:pt x="2105" y="1093"/>
                    <a:pt x="2090" y="1093"/>
                    <a:pt x="2094" y="1088"/>
                  </a:cubicBezTo>
                  <a:cubicBezTo>
                    <a:pt x="1994" y="1026"/>
                    <a:pt x="1979" y="1015"/>
                    <a:pt x="1964" y="1007"/>
                  </a:cubicBezTo>
                  <a:cubicBezTo>
                    <a:pt x="1884" y="981"/>
                    <a:pt x="1880" y="980"/>
                    <a:pt x="1875" y="979"/>
                  </a:cubicBezTo>
                  <a:cubicBezTo>
                    <a:pt x="1802" y="959"/>
                    <a:pt x="1794" y="957"/>
                    <a:pt x="1785" y="954"/>
                  </a:cubicBezTo>
                  <a:cubicBezTo>
                    <a:pt x="1780" y="960"/>
                    <a:pt x="1800" y="964"/>
                    <a:pt x="1820" y="969"/>
                  </a:cubicBezTo>
                  <a:cubicBezTo>
                    <a:pt x="1861" y="984"/>
                    <a:pt x="1871" y="985"/>
                    <a:pt x="1882" y="989"/>
                  </a:cubicBezTo>
                  <a:cubicBezTo>
                    <a:pt x="1898" y="991"/>
                    <a:pt x="1904" y="998"/>
                    <a:pt x="1909" y="996"/>
                  </a:cubicBezTo>
                  <a:cubicBezTo>
                    <a:pt x="2016" y="1047"/>
                    <a:pt x="2029" y="1056"/>
                    <a:pt x="2042" y="1064"/>
                  </a:cubicBezTo>
                  <a:cubicBezTo>
                    <a:pt x="2139" y="1152"/>
                    <a:pt x="2153" y="1157"/>
                    <a:pt x="2152" y="1166"/>
                  </a:cubicBezTo>
                  <a:cubicBezTo>
                    <a:pt x="2037" y="1063"/>
                    <a:pt x="2028" y="1057"/>
                    <a:pt x="2019" y="1051"/>
                  </a:cubicBezTo>
                  <a:cubicBezTo>
                    <a:pt x="1918" y="1008"/>
                    <a:pt x="1913" y="1000"/>
                    <a:pt x="1910" y="1002"/>
                  </a:cubicBezTo>
                  <a:cubicBezTo>
                    <a:pt x="1880" y="995"/>
                    <a:pt x="1876" y="992"/>
                    <a:pt x="1872" y="993"/>
                  </a:cubicBezTo>
                  <a:cubicBezTo>
                    <a:pt x="1988" y="1044"/>
                    <a:pt x="1992" y="1046"/>
                    <a:pt x="2005" y="1053"/>
                  </a:cubicBezTo>
                  <a:cubicBezTo>
                    <a:pt x="2110" y="1134"/>
                    <a:pt x="2114" y="1139"/>
                    <a:pt x="2122" y="1144"/>
                  </a:cubicBezTo>
                  <a:cubicBezTo>
                    <a:pt x="2182" y="1205"/>
                    <a:pt x="2180" y="1210"/>
                    <a:pt x="2186" y="1213"/>
                  </a:cubicBezTo>
                  <a:cubicBezTo>
                    <a:pt x="2204" y="1238"/>
                    <a:pt x="2216" y="1240"/>
                    <a:pt x="2212" y="1245"/>
                  </a:cubicBezTo>
                  <a:cubicBezTo>
                    <a:pt x="2180" y="1218"/>
                    <a:pt x="2174" y="1210"/>
                    <a:pt x="2167" y="1202"/>
                  </a:cubicBezTo>
                  <a:cubicBezTo>
                    <a:pt x="2144" y="1177"/>
                    <a:pt x="2130" y="1177"/>
                    <a:pt x="2134" y="1173"/>
                  </a:cubicBezTo>
                  <a:cubicBezTo>
                    <a:pt x="2017" y="1102"/>
                    <a:pt x="2002" y="1093"/>
                    <a:pt x="1988" y="1086"/>
                  </a:cubicBezTo>
                  <a:cubicBezTo>
                    <a:pt x="1953" y="1072"/>
                    <a:pt x="1948" y="1063"/>
                    <a:pt x="1945" y="1071"/>
                  </a:cubicBezTo>
                  <a:cubicBezTo>
                    <a:pt x="2015" y="1108"/>
                    <a:pt x="2016" y="1110"/>
                    <a:pt x="2017" y="1108"/>
                  </a:cubicBezTo>
                  <a:cubicBezTo>
                    <a:pt x="2048" y="1127"/>
                    <a:pt x="2059" y="1131"/>
                    <a:pt x="2070" y="1140"/>
                  </a:cubicBezTo>
                  <a:cubicBezTo>
                    <a:pt x="2124" y="1179"/>
                    <a:pt x="2128" y="1181"/>
                    <a:pt x="2126" y="1185"/>
                  </a:cubicBezTo>
                  <a:cubicBezTo>
                    <a:pt x="1894" y="1067"/>
                    <a:pt x="1862" y="1046"/>
                    <a:pt x="1831" y="1031"/>
                  </a:cubicBezTo>
                  <a:cubicBezTo>
                    <a:pt x="1819" y="1028"/>
                    <a:pt x="1825" y="1032"/>
                    <a:pt x="1830" y="1036"/>
                  </a:cubicBezTo>
                  <a:cubicBezTo>
                    <a:pt x="1878" y="1062"/>
                    <a:pt x="1891" y="1074"/>
                    <a:pt x="1911" y="1079"/>
                  </a:cubicBezTo>
                  <a:cubicBezTo>
                    <a:pt x="2085" y="1172"/>
                    <a:pt x="2097" y="1179"/>
                    <a:pt x="2108" y="1184"/>
                  </a:cubicBezTo>
                  <a:cubicBezTo>
                    <a:pt x="2173" y="1234"/>
                    <a:pt x="2187" y="1235"/>
                    <a:pt x="2182" y="1239"/>
                  </a:cubicBezTo>
                  <a:cubicBezTo>
                    <a:pt x="2062" y="1185"/>
                    <a:pt x="2032" y="1171"/>
                    <a:pt x="2001" y="1152"/>
                  </a:cubicBezTo>
                  <a:cubicBezTo>
                    <a:pt x="1899" y="1094"/>
                    <a:pt x="1870" y="1065"/>
                    <a:pt x="1827" y="1044"/>
                  </a:cubicBezTo>
                  <a:cubicBezTo>
                    <a:pt x="1802" y="1021"/>
                    <a:pt x="1793" y="1020"/>
                    <a:pt x="1796" y="1016"/>
                  </a:cubicBezTo>
                  <a:cubicBezTo>
                    <a:pt x="1765" y="983"/>
                    <a:pt x="1759" y="982"/>
                    <a:pt x="1760" y="979"/>
                  </a:cubicBezTo>
                  <a:cubicBezTo>
                    <a:pt x="1750" y="965"/>
                    <a:pt x="1742" y="962"/>
                    <a:pt x="1742" y="964"/>
                  </a:cubicBezTo>
                  <a:cubicBezTo>
                    <a:pt x="1859" y="1073"/>
                    <a:pt x="1897" y="1098"/>
                    <a:pt x="1927" y="1122"/>
                  </a:cubicBezTo>
                  <a:cubicBezTo>
                    <a:pt x="1984" y="1157"/>
                    <a:pt x="1995" y="1155"/>
                    <a:pt x="1997" y="1163"/>
                  </a:cubicBezTo>
                  <a:cubicBezTo>
                    <a:pt x="2066" y="1192"/>
                    <a:pt x="2073" y="1204"/>
                    <a:pt x="2077" y="1200"/>
                  </a:cubicBezTo>
                  <a:cubicBezTo>
                    <a:pt x="1999" y="1181"/>
                    <a:pt x="1975" y="1172"/>
                    <a:pt x="1952" y="1164"/>
                  </a:cubicBezTo>
                  <a:cubicBezTo>
                    <a:pt x="1812" y="1102"/>
                    <a:pt x="1800" y="1107"/>
                    <a:pt x="1802" y="1101"/>
                  </a:cubicBezTo>
                  <a:cubicBezTo>
                    <a:pt x="1863" y="1135"/>
                    <a:pt x="1871" y="1147"/>
                    <a:pt x="1875" y="1145"/>
                  </a:cubicBezTo>
                  <a:cubicBezTo>
                    <a:pt x="1932" y="1163"/>
                    <a:pt x="1935" y="1166"/>
                    <a:pt x="1938" y="1168"/>
                  </a:cubicBezTo>
                  <a:cubicBezTo>
                    <a:pt x="1958" y="1170"/>
                    <a:pt x="1962" y="1178"/>
                    <a:pt x="1966" y="1178"/>
                  </a:cubicBezTo>
                  <a:cubicBezTo>
                    <a:pt x="1988" y="1181"/>
                    <a:pt x="1995" y="1191"/>
                    <a:pt x="2001" y="1189"/>
                  </a:cubicBezTo>
                  <a:cubicBezTo>
                    <a:pt x="2074" y="1212"/>
                    <a:pt x="2078" y="1217"/>
                    <a:pt x="2080" y="1215"/>
                  </a:cubicBezTo>
                  <a:cubicBezTo>
                    <a:pt x="2117" y="1228"/>
                    <a:pt x="2124" y="1232"/>
                    <a:pt x="2137" y="1235"/>
                  </a:cubicBezTo>
                  <a:cubicBezTo>
                    <a:pt x="2234" y="1279"/>
                    <a:pt x="2245" y="1287"/>
                    <a:pt x="2243" y="1292"/>
                  </a:cubicBezTo>
                  <a:cubicBezTo>
                    <a:pt x="2131" y="1245"/>
                    <a:pt x="2120" y="1242"/>
                    <a:pt x="2108" y="1239"/>
                  </a:cubicBezTo>
                  <a:cubicBezTo>
                    <a:pt x="2028" y="1217"/>
                    <a:pt x="2017" y="1216"/>
                    <a:pt x="2005" y="1213"/>
                  </a:cubicBezTo>
                  <a:cubicBezTo>
                    <a:pt x="1958" y="1197"/>
                    <a:pt x="1947" y="1195"/>
                    <a:pt x="1935" y="1192"/>
                  </a:cubicBezTo>
                  <a:cubicBezTo>
                    <a:pt x="1799" y="1116"/>
                    <a:pt x="1795" y="1118"/>
                    <a:pt x="1793" y="1116"/>
                  </a:cubicBezTo>
                  <a:cubicBezTo>
                    <a:pt x="1777" y="1110"/>
                    <a:pt x="1780" y="1101"/>
                    <a:pt x="1777" y="1100"/>
                  </a:cubicBezTo>
                  <a:cubicBezTo>
                    <a:pt x="1768" y="1091"/>
                    <a:pt x="1766" y="1092"/>
                    <a:pt x="1768" y="1094"/>
                  </a:cubicBezTo>
                  <a:cubicBezTo>
                    <a:pt x="1775" y="1110"/>
                    <a:pt x="1784" y="1111"/>
                    <a:pt x="1786" y="1114"/>
                  </a:cubicBezTo>
                  <a:cubicBezTo>
                    <a:pt x="1836" y="1150"/>
                    <a:pt x="1847" y="1161"/>
                    <a:pt x="1855" y="1163"/>
                  </a:cubicBezTo>
                  <a:cubicBezTo>
                    <a:pt x="1888" y="1188"/>
                    <a:pt x="1893" y="1191"/>
                    <a:pt x="1895" y="1189"/>
                  </a:cubicBezTo>
                  <a:cubicBezTo>
                    <a:pt x="1958" y="1223"/>
                    <a:pt x="1978" y="1230"/>
                    <a:pt x="2003" y="1240"/>
                  </a:cubicBezTo>
                  <a:cubicBezTo>
                    <a:pt x="2041" y="1245"/>
                    <a:pt x="2048" y="1253"/>
                    <a:pt x="2053" y="1252"/>
                  </a:cubicBezTo>
                  <a:cubicBezTo>
                    <a:pt x="2147" y="1279"/>
                    <a:pt x="2157" y="1282"/>
                    <a:pt x="2166" y="1286"/>
                  </a:cubicBezTo>
                  <a:cubicBezTo>
                    <a:pt x="2217" y="1301"/>
                    <a:pt x="2237" y="1308"/>
                    <a:pt x="2257" y="1315"/>
                  </a:cubicBezTo>
                  <a:cubicBezTo>
                    <a:pt x="2324" y="1358"/>
                    <a:pt x="2331" y="1352"/>
                    <a:pt x="2328" y="1357"/>
                  </a:cubicBezTo>
                  <a:cubicBezTo>
                    <a:pt x="2331" y="1361"/>
                    <a:pt x="2323" y="1361"/>
                    <a:pt x="2312" y="1354"/>
                  </a:cubicBezTo>
                  <a:cubicBezTo>
                    <a:pt x="2262" y="1327"/>
                    <a:pt x="2258" y="1327"/>
                    <a:pt x="2253" y="1325"/>
                  </a:cubicBezTo>
                  <a:cubicBezTo>
                    <a:pt x="2222" y="1313"/>
                    <a:pt x="2216" y="1307"/>
                    <a:pt x="2212" y="1308"/>
                  </a:cubicBezTo>
                  <a:cubicBezTo>
                    <a:pt x="2192" y="1303"/>
                    <a:pt x="2187" y="1302"/>
                    <a:pt x="2182" y="1302"/>
                  </a:cubicBezTo>
                  <a:cubicBezTo>
                    <a:pt x="2120" y="1285"/>
                    <a:pt x="2116" y="1290"/>
                    <a:pt x="2111" y="1286"/>
                  </a:cubicBezTo>
                  <a:cubicBezTo>
                    <a:pt x="2062" y="1273"/>
                    <a:pt x="2058" y="1275"/>
                    <a:pt x="2054" y="1274"/>
                  </a:cubicBezTo>
                  <a:cubicBezTo>
                    <a:pt x="2005" y="1263"/>
                    <a:pt x="2001" y="1263"/>
                    <a:pt x="1996" y="1262"/>
                  </a:cubicBezTo>
                  <a:cubicBezTo>
                    <a:pt x="1943" y="1252"/>
                    <a:pt x="1934" y="1249"/>
                    <a:pt x="1924" y="1245"/>
                  </a:cubicBezTo>
                  <a:cubicBezTo>
                    <a:pt x="1874" y="1231"/>
                    <a:pt x="1855" y="1225"/>
                    <a:pt x="1835" y="1217"/>
                  </a:cubicBezTo>
                  <a:cubicBezTo>
                    <a:pt x="1789" y="1181"/>
                    <a:pt x="1784" y="1176"/>
                    <a:pt x="1780" y="1181"/>
                  </a:cubicBezTo>
                  <a:cubicBezTo>
                    <a:pt x="1792" y="1194"/>
                    <a:pt x="1801" y="1197"/>
                    <a:pt x="1800" y="1202"/>
                  </a:cubicBezTo>
                  <a:cubicBezTo>
                    <a:pt x="1724" y="1168"/>
                    <a:pt x="1766" y="1186"/>
                    <a:pt x="1797" y="1207"/>
                  </a:cubicBezTo>
                  <a:cubicBezTo>
                    <a:pt x="1849" y="1237"/>
                    <a:pt x="1860" y="1244"/>
                    <a:pt x="1870" y="1251"/>
                  </a:cubicBezTo>
                  <a:cubicBezTo>
                    <a:pt x="2017" y="1319"/>
                    <a:pt x="2027" y="1321"/>
                    <a:pt x="2038" y="1326"/>
                  </a:cubicBezTo>
                  <a:cubicBezTo>
                    <a:pt x="2062" y="1334"/>
                    <a:pt x="2064" y="1329"/>
                    <a:pt x="2067" y="1332"/>
                  </a:cubicBezTo>
                  <a:cubicBezTo>
                    <a:pt x="2101" y="1345"/>
                    <a:pt x="2109" y="1344"/>
                    <a:pt x="2117" y="1348"/>
                  </a:cubicBezTo>
                  <a:cubicBezTo>
                    <a:pt x="2179" y="1365"/>
                    <a:pt x="2190" y="1363"/>
                    <a:pt x="2202" y="1370"/>
                  </a:cubicBezTo>
                  <a:cubicBezTo>
                    <a:pt x="2239" y="1378"/>
                    <a:pt x="2242" y="1381"/>
                    <a:pt x="2243" y="1379"/>
                  </a:cubicBezTo>
                  <a:cubicBezTo>
                    <a:pt x="2271" y="1395"/>
                    <a:pt x="2279" y="1390"/>
                    <a:pt x="2289" y="1396"/>
                  </a:cubicBezTo>
                  <a:cubicBezTo>
                    <a:pt x="2335" y="1407"/>
                    <a:pt x="2342" y="1415"/>
                    <a:pt x="2346" y="1413"/>
                  </a:cubicBezTo>
                  <a:cubicBezTo>
                    <a:pt x="2436" y="1455"/>
                    <a:pt x="2440" y="1458"/>
                    <a:pt x="2445" y="1461"/>
                  </a:cubicBezTo>
                  <a:cubicBezTo>
                    <a:pt x="2441" y="1460"/>
                    <a:pt x="2440" y="1470"/>
                    <a:pt x="2435" y="1465"/>
                  </a:cubicBezTo>
                  <a:cubicBezTo>
                    <a:pt x="2403" y="1446"/>
                    <a:pt x="2399" y="1444"/>
                    <a:pt x="2396" y="1441"/>
                  </a:cubicBezTo>
                  <a:cubicBezTo>
                    <a:pt x="2345" y="1421"/>
                    <a:pt x="2342" y="1417"/>
                    <a:pt x="2339" y="1419"/>
                  </a:cubicBezTo>
                  <a:cubicBezTo>
                    <a:pt x="2288" y="1400"/>
                    <a:pt x="2278" y="1399"/>
                    <a:pt x="2267" y="1395"/>
                  </a:cubicBezTo>
                  <a:cubicBezTo>
                    <a:pt x="2242" y="1393"/>
                    <a:pt x="2238" y="1387"/>
                    <a:pt x="2236" y="1390"/>
                  </a:cubicBezTo>
                  <a:cubicBezTo>
                    <a:pt x="2185" y="1383"/>
                    <a:pt x="2180" y="1381"/>
                    <a:pt x="2174" y="1380"/>
                  </a:cubicBezTo>
                  <a:cubicBezTo>
                    <a:pt x="2108" y="1367"/>
                    <a:pt x="2100" y="1369"/>
                    <a:pt x="2091" y="1364"/>
                  </a:cubicBezTo>
                  <a:cubicBezTo>
                    <a:pt x="2030" y="1352"/>
                    <a:pt x="2020" y="1345"/>
                    <a:pt x="2012" y="1348"/>
                  </a:cubicBezTo>
                  <a:cubicBezTo>
                    <a:pt x="1921" y="1321"/>
                    <a:pt x="1904" y="1314"/>
                    <a:pt x="1888" y="1310"/>
                  </a:cubicBezTo>
                  <a:cubicBezTo>
                    <a:pt x="1846" y="1294"/>
                    <a:pt x="1847" y="1280"/>
                    <a:pt x="1844" y="1286"/>
                  </a:cubicBezTo>
                  <a:cubicBezTo>
                    <a:pt x="1805" y="1264"/>
                    <a:pt x="1802" y="1260"/>
                    <a:pt x="1799" y="1256"/>
                  </a:cubicBezTo>
                  <a:cubicBezTo>
                    <a:pt x="1792" y="1262"/>
                    <a:pt x="1796" y="1264"/>
                    <a:pt x="1799" y="1267"/>
                  </a:cubicBezTo>
                  <a:cubicBezTo>
                    <a:pt x="1822" y="1281"/>
                    <a:pt x="1831" y="1288"/>
                    <a:pt x="1839" y="1293"/>
                  </a:cubicBezTo>
                  <a:cubicBezTo>
                    <a:pt x="1935" y="1335"/>
                    <a:pt x="1945" y="1339"/>
                    <a:pt x="1956" y="1342"/>
                  </a:cubicBezTo>
                  <a:cubicBezTo>
                    <a:pt x="1993" y="1352"/>
                    <a:pt x="1997" y="1353"/>
                    <a:pt x="2002" y="1352"/>
                  </a:cubicBezTo>
                  <a:cubicBezTo>
                    <a:pt x="2082" y="1371"/>
                    <a:pt x="2083" y="1372"/>
                    <a:pt x="2085" y="1373"/>
                  </a:cubicBezTo>
                  <a:cubicBezTo>
                    <a:pt x="2115" y="1375"/>
                    <a:pt x="2118" y="1381"/>
                    <a:pt x="2120" y="1378"/>
                  </a:cubicBezTo>
                  <a:cubicBezTo>
                    <a:pt x="2155" y="1386"/>
                    <a:pt x="2165" y="1383"/>
                    <a:pt x="2176" y="1389"/>
                  </a:cubicBezTo>
                  <a:cubicBezTo>
                    <a:pt x="2196" y="1393"/>
                    <a:pt x="2201" y="1391"/>
                    <a:pt x="2207" y="1394"/>
                  </a:cubicBezTo>
                  <a:cubicBezTo>
                    <a:pt x="2226" y="1393"/>
                    <a:pt x="2232" y="1397"/>
                    <a:pt x="2237" y="1396"/>
                  </a:cubicBezTo>
                  <a:cubicBezTo>
                    <a:pt x="2289" y="1410"/>
                    <a:pt x="2294" y="1408"/>
                    <a:pt x="2300" y="1412"/>
                  </a:cubicBezTo>
                  <a:cubicBezTo>
                    <a:pt x="2403" y="1451"/>
                    <a:pt x="2407" y="1454"/>
                    <a:pt x="2411" y="1457"/>
                  </a:cubicBezTo>
                  <a:cubicBezTo>
                    <a:pt x="2382" y="1460"/>
                    <a:pt x="2378" y="1455"/>
                    <a:pt x="2375" y="1456"/>
                  </a:cubicBezTo>
                  <a:cubicBezTo>
                    <a:pt x="2349" y="1454"/>
                    <a:pt x="2346" y="1457"/>
                    <a:pt x="2342" y="1455"/>
                  </a:cubicBezTo>
                  <a:cubicBezTo>
                    <a:pt x="2278" y="1447"/>
                    <a:pt x="2273" y="1444"/>
                    <a:pt x="2267" y="1445"/>
                  </a:cubicBezTo>
                  <a:cubicBezTo>
                    <a:pt x="2223" y="1440"/>
                    <a:pt x="2219" y="1437"/>
                    <a:pt x="2215" y="1433"/>
                  </a:cubicBezTo>
                  <a:cubicBezTo>
                    <a:pt x="2193" y="1431"/>
                    <a:pt x="2191" y="1434"/>
                    <a:pt x="2188" y="1434"/>
                  </a:cubicBezTo>
                  <a:cubicBezTo>
                    <a:pt x="2155" y="1427"/>
                    <a:pt x="2148" y="1421"/>
                    <a:pt x="2143" y="1423"/>
                  </a:cubicBezTo>
                  <a:cubicBezTo>
                    <a:pt x="2090" y="1417"/>
                    <a:pt x="2083" y="1408"/>
                    <a:pt x="2079" y="1413"/>
                  </a:cubicBezTo>
                  <a:cubicBezTo>
                    <a:pt x="1999" y="1398"/>
                    <a:pt x="1989" y="1393"/>
                    <a:pt x="1980" y="1392"/>
                  </a:cubicBezTo>
                  <a:cubicBezTo>
                    <a:pt x="1957" y="1385"/>
                    <a:pt x="1954" y="1382"/>
                    <a:pt x="1952" y="1384"/>
                  </a:cubicBezTo>
                  <a:cubicBezTo>
                    <a:pt x="1867" y="1355"/>
                    <a:pt x="1868" y="1352"/>
                    <a:pt x="1868" y="1352"/>
                  </a:cubicBezTo>
                  <a:cubicBezTo>
                    <a:pt x="1854" y="1345"/>
                    <a:pt x="1853" y="1346"/>
                    <a:pt x="1851" y="1346"/>
                  </a:cubicBezTo>
                  <a:cubicBezTo>
                    <a:pt x="1819" y="1330"/>
                    <a:pt x="1814" y="1322"/>
                    <a:pt x="1810" y="1321"/>
                  </a:cubicBezTo>
                  <a:cubicBezTo>
                    <a:pt x="1759" y="1288"/>
                    <a:pt x="1760" y="1285"/>
                    <a:pt x="1757" y="1283"/>
                  </a:cubicBezTo>
                  <a:cubicBezTo>
                    <a:pt x="1737" y="1278"/>
                    <a:pt x="1744" y="1285"/>
                    <a:pt x="1751" y="1292"/>
                  </a:cubicBezTo>
                  <a:cubicBezTo>
                    <a:pt x="1824" y="1336"/>
                    <a:pt x="1820" y="1339"/>
                    <a:pt x="1825" y="1342"/>
                  </a:cubicBezTo>
                  <a:cubicBezTo>
                    <a:pt x="1914" y="1376"/>
                    <a:pt x="1921" y="1385"/>
                    <a:pt x="1926" y="1383"/>
                  </a:cubicBezTo>
                  <a:cubicBezTo>
                    <a:pt x="1966" y="1396"/>
                    <a:pt x="1970" y="1399"/>
                    <a:pt x="1972" y="1397"/>
                  </a:cubicBezTo>
                  <a:cubicBezTo>
                    <a:pt x="2078" y="1420"/>
                    <a:pt x="2102" y="1426"/>
                    <a:pt x="2125" y="1426"/>
                  </a:cubicBezTo>
                  <a:cubicBezTo>
                    <a:pt x="2205" y="1443"/>
                    <a:pt x="2211" y="1443"/>
                    <a:pt x="2217" y="1442"/>
                  </a:cubicBezTo>
                  <a:cubicBezTo>
                    <a:pt x="2256" y="1449"/>
                    <a:pt x="2259" y="1450"/>
                    <a:pt x="2263" y="1452"/>
                  </a:cubicBezTo>
                  <a:cubicBezTo>
                    <a:pt x="2241" y="1449"/>
                    <a:pt x="2235" y="1450"/>
                    <a:pt x="2228" y="1453"/>
                  </a:cubicBezTo>
                  <a:cubicBezTo>
                    <a:pt x="2161" y="1450"/>
                    <a:pt x="2138" y="1452"/>
                    <a:pt x="2115" y="1453"/>
                  </a:cubicBezTo>
                  <a:cubicBezTo>
                    <a:pt x="2033" y="1453"/>
                    <a:pt x="2030" y="1453"/>
                    <a:pt x="2027" y="1452"/>
                  </a:cubicBezTo>
                  <a:cubicBezTo>
                    <a:pt x="1998" y="1450"/>
                    <a:pt x="1996" y="1456"/>
                    <a:pt x="1992" y="1450"/>
                  </a:cubicBezTo>
                  <a:cubicBezTo>
                    <a:pt x="1962" y="1449"/>
                    <a:pt x="1960" y="1455"/>
                    <a:pt x="1955" y="1449"/>
                  </a:cubicBezTo>
                  <a:cubicBezTo>
                    <a:pt x="1918" y="1451"/>
                    <a:pt x="1915" y="1451"/>
                    <a:pt x="1912" y="1452"/>
                  </a:cubicBezTo>
                  <a:cubicBezTo>
                    <a:pt x="1934" y="1456"/>
                    <a:pt x="1942" y="1456"/>
                    <a:pt x="1951" y="1457"/>
                  </a:cubicBezTo>
                  <a:cubicBezTo>
                    <a:pt x="1993" y="1458"/>
                    <a:pt x="1997" y="1456"/>
                    <a:pt x="2001" y="1459"/>
                  </a:cubicBezTo>
                  <a:cubicBezTo>
                    <a:pt x="2056" y="1461"/>
                    <a:pt x="2060" y="1459"/>
                    <a:pt x="2065" y="1462"/>
                  </a:cubicBezTo>
                  <a:cubicBezTo>
                    <a:pt x="2095" y="1465"/>
                    <a:pt x="2098" y="1457"/>
                    <a:pt x="2104" y="1462"/>
                  </a:cubicBezTo>
                  <a:cubicBezTo>
                    <a:pt x="2171" y="1462"/>
                    <a:pt x="2187" y="1459"/>
                    <a:pt x="2205" y="1461"/>
                  </a:cubicBezTo>
                  <a:cubicBezTo>
                    <a:pt x="2239" y="1464"/>
                    <a:pt x="2246" y="1458"/>
                    <a:pt x="2255" y="1463"/>
                  </a:cubicBezTo>
                  <a:cubicBezTo>
                    <a:pt x="2379" y="1467"/>
                    <a:pt x="2385" y="1469"/>
                    <a:pt x="2390" y="1469"/>
                  </a:cubicBezTo>
                  <a:cubicBezTo>
                    <a:pt x="2447" y="1477"/>
                    <a:pt x="2453" y="1485"/>
                    <a:pt x="2456" y="1481"/>
                  </a:cubicBezTo>
                  <a:cubicBezTo>
                    <a:pt x="2471" y="1483"/>
                    <a:pt x="2476" y="1485"/>
                    <a:pt x="2480" y="1484"/>
                  </a:cubicBezTo>
                  <a:cubicBezTo>
                    <a:pt x="2496" y="1492"/>
                    <a:pt x="2489" y="1491"/>
                    <a:pt x="2481" y="1490"/>
                  </a:cubicBezTo>
                  <a:cubicBezTo>
                    <a:pt x="2459" y="1486"/>
                    <a:pt x="2459" y="1488"/>
                    <a:pt x="2457" y="1487"/>
                  </a:cubicBezTo>
                  <a:cubicBezTo>
                    <a:pt x="2436" y="1484"/>
                    <a:pt x="2430" y="1485"/>
                    <a:pt x="2423" y="1483"/>
                  </a:cubicBezTo>
                  <a:cubicBezTo>
                    <a:pt x="2367" y="1482"/>
                    <a:pt x="2348" y="1479"/>
                    <a:pt x="2330" y="1481"/>
                  </a:cubicBezTo>
                  <a:cubicBezTo>
                    <a:pt x="2283" y="1485"/>
                    <a:pt x="2277" y="1479"/>
                    <a:pt x="2273" y="1480"/>
                  </a:cubicBezTo>
                  <a:cubicBezTo>
                    <a:pt x="2200" y="1484"/>
                    <a:pt x="2196" y="1487"/>
                    <a:pt x="2191" y="1488"/>
                  </a:cubicBezTo>
                  <a:cubicBezTo>
                    <a:pt x="2155" y="1488"/>
                    <a:pt x="2153" y="1490"/>
                    <a:pt x="2150" y="1487"/>
                  </a:cubicBezTo>
                  <a:cubicBezTo>
                    <a:pt x="2117" y="1486"/>
                    <a:pt x="2113" y="1490"/>
                    <a:pt x="2108" y="1488"/>
                  </a:cubicBezTo>
                  <a:cubicBezTo>
                    <a:pt x="2069" y="1483"/>
                    <a:pt x="2060" y="1487"/>
                    <a:pt x="2050" y="1484"/>
                  </a:cubicBezTo>
                  <a:cubicBezTo>
                    <a:pt x="1988" y="1472"/>
                    <a:pt x="1985" y="1477"/>
                    <a:pt x="1979" y="1473"/>
                  </a:cubicBezTo>
                  <a:cubicBezTo>
                    <a:pt x="1945" y="1469"/>
                    <a:pt x="1938" y="1456"/>
                    <a:pt x="1935" y="1464"/>
                  </a:cubicBezTo>
                  <a:cubicBezTo>
                    <a:pt x="2001" y="1482"/>
                    <a:pt x="2009" y="1487"/>
                    <a:pt x="2015" y="1486"/>
                  </a:cubicBezTo>
                  <a:cubicBezTo>
                    <a:pt x="2080" y="1493"/>
                    <a:pt x="2086" y="1494"/>
                    <a:pt x="2094" y="1497"/>
                  </a:cubicBezTo>
                  <a:cubicBezTo>
                    <a:pt x="2167" y="1495"/>
                    <a:pt x="2186" y="1498"/>
                    <a:pt x="2203" y="1494"/>
                  </a:cubicBezTo>
                  <a:cubicBezTo>
                    <a:pt x="2239" y="1495"/>
                    <a:pt x="2241" y="1492"/>
                    <a:pt x="2244" y="1492"/>
                  </a:cubicBezTo>
                  <a:cubicBezTo>
                    <a:pt x="2289" y="1487"/>
                    <a:pt x="2294" y="1490"/>
                    <a:pt x="2298" y="1489"/>
                  </a:cubicBezTo>
                  <a:cubicBezTo>
                    <a:pt x="2349" y="1491"/>
                    <a:pt x="2358" y="1488"/>
                    <a:pt x="2368" y="1491"/>
                  </a:cubicBezTo>
                  <a:cubicBezTo>
                    <a:pt x="2408" y="1491"/>
                    <a:pt x="2409" y="1489"/>
                    <a:pt x="2412" y="1491"/>
                  </a:cubicBezTo>
                  <a:cubicBezTo>
                    <a:pt x="2452" y="1494"/>
                    <a:pt x="2456" y="1493"/>
                    <a:pt x="2462" y="1498"/>
                  </a:cubicBezTo>
                  <a:cubicBezTo>
                    <a:pt x="2494" y="1499"/>
                    <a:pt x="2499" y="1504"/>
                    <a:pt x="2504" y="1503"/>
                  </a:cubicBezTo>
                  <a:cubicBezTo>
                    <a:pt x="2539" y="1513"/>
                    <a:pt x="2541" y="1511"/>
                    <a:pt x="2544" y="1514"/>
                  </a:cubicBezTo>
                  <a:cubicBezTo>
                    <a:pt x="2540" y="1522"/>
                    <a:pt x="2534" y="1517"/>
                    <a:pt x="2528" y="1514"/>
                  </a:cubicBezTo>
                  <a:cubicBezTo>
                    <a:pt x="2499" y="1515"/>
                    <a:pt x="2495" y="1516"/>
                    <a:pt x="2491" y="1515"/>
                  </a:cubicBezTo>
                  <a:cubicBezTo>
                    <a:pt x="2470" y="1517"/>
                    <a:pt x="2461" y="1511"/>
                    <a:pt x="2453" y="1516"/>
                  </a:cubicBezTo>
                  <a:cubicBezTo>
                    <a:pt x="2361" y="1511"/>
                    <a:pt x="2358" y="1522"/>
                    <a:pt x="2352" y="1514"/>
                  </a:cubicBezTo>
                  <a:cubicBezTo>
                    <a:pt x="2303" y="1521"/>
                    <a:pt x="2299" y="1520"/>
                    <a:pt x="2295" y="1521"/>
                  </a:cubicBezTo>
                  <a:cubicBezTo>
                    <a:pt x="2268" y="1522"/>
                    <a:pt x="2265" y="1529"/>
                    <a:pt x="2260" y="1526"/>
                  </a:cubicBezTo>
                  <a:cubicBezTo>
                    <a:pt x="2207" y="1533"/>
                    <a:pt x="2198" y="1529"/>
                    <a:pt x="2191" y="1533"/>
                  </a:cubicBezTo>
                  <a:cubicBezTo>
                    <a:pt x="2159" y="1533"/>
                    <a:pt x="2151" y="1531"/>
                    <a:pt x="2144" y="1533"/>
                  </a:cubicBezTo>
                  <a:cubicBezTo>
                    <a:pt x="2122" y="1534"/>
                    <a:pt x="2121" y="1537"/>
                    <a:pt x="2124" y="1535"/>
                  </a:cubicBezTo>
                  <a:cubicBezTo>
                    <a:pt x="2146" y="1533"/>
                    <a:pt x="2152" y="1539"/>
                    <a:pt x="2156" y="1538"/>
                  </a:cubicBezTo>
                  <a:cubicBezTo>
                    <a:pt x="2199" y="1537"/>
                    <a:pt x="2208" y="1537"/>
                    <a:pt x="2217" y="1537"/>
                  </a:cubicBezTo>
                  <a:cubicBezTo>
                    <a:pt x="2258" y="1531"/>
                    <a:pt x="2264" y="1537"/>
                    <a:pt x="2268" y="1534"/>
                  </a:cubicBezTo>
                  <a:cubicBezTo>
                    <a:pt x="2296" y="1526"/>
                    <a:pt x="2301" y="1531"/>
                    <a:pt x="2304" y="1527"/>
                  </a:cubicBezTo>
                  <a:cubicBezTo>
                    <a:pt x="2335" y="1525"/>
                    <a:pt x="2338" y="1528"/>
                    <a:pt x="2341" y="1528"/>
                  </a:cubicBezTo>
                  <a:cubicBezTo>
                    <a:pt x="2369" y="1527"/>
                    <a:pt x="2374" y="1522"/>
                    <a:pt x="2379" y="1525"/>
                  </a:cubicBezTo>
                  <a:cubicBezTo>
                    <a:pt x="2415" y="1519"/>
                    <a:pt x="2422" y="1529"/>
                    <a:pt x="2426" y="1521"/>
                  </a:cubicBezTo>
                  <a:cubicBezTo>
                    <a:pt x="2479" y="1523"/>
                    <a:pt x="2484" y="1524"/>
                    <a:pt x="2489" y="1524"/>
                  </a:cubicBezTo>
                  <a:cubicBezTo>
                    <a:pt x="2510" y="1525"/>
                    <a:pt x="2516" y="1524"/>
                    <a:pt x="2521" y="1524"/>
                  </a:cubicBezTo>
                  <a:cubicBezTo>
                    <a:pt x="2547" y="1526"/>
                    <a:pt x="2559" y="1534"/>
                    <a:pt x="2570" y="1533"/>
                  </a:cubicBezTo>
                  <a:cubicBezTo>
                    <a:pt x="2608" y="1551"/>
                    <a:pt x="2617" y="1556"/>
                    <a:pt x="2627" y="1558"/>
                  </a:cubicBezTo>
                  <a:cubicBezTo>
                    <a:pt x="2654" y="1575"/>
                    <a:pt x="2658" y="1582"/>
                    <a:pt x="2661" y="1578"/>
                  </a:cubicBezTo>
                  <a:cubicBezTo>
                    <a:pt x="2679" y="1592"/>
                    <a:pt x="2668" y="1591"/>
                    <a:pt x="2658" y="1587"/>
                  </a:cubicBezTo>
                  <a:cubicBezTo>
                    <a:pt x="2602" y="1571"/>
                    <a:pt x="2598" y="1576"/>
                    <a:pt x="2592" y="1572"/>
                  </a:cubicBezTo>
                  <a:cubicBezTo>
                    <a:pt x="2493" y="1566"/>
                    <a:pt x="2486" y="1559"/>
                    <a:pt x="2482" y="1564"/>
                  </a:cubicBezTo>
                  <a:cubicBezTo>
                    <a:pt x="2454" y="1559"/>
                    <a:pt x="2452" y="1559"/>
                    <a:pt x="2450" y="1561"/>
                  </a:cubicBezTo>
                  <a:cubicBezTo>
                    <a:pt x="2407" y="1554"/>
                    <a:pt x="2405" y="1561"/>
                    <a:pt x="2401" y="1560"/>
                  </a:cubicBezTo>
                  <a:cubicBezTo>
                    <a:pt x="2363" y="1561"/>
                    <a:pt x="2358" y="1554"/>
                    <a:pt x="2355" y="1558"/>
                  </a:cubicBezTo>
                  <a:cubicBezTo>
                    <a:pt x="2328" y="1563"/>
                    <a:pt x="2323" y="1555"/>
                    <a:pt x="2321" y="1561"/>
                  </a:cubicBezTo>
                  <a:cubicBezTo>
                    <a:pt x="2293" y="1560"/>
                    <a:pt x="2290" y="1562"/>
                    <a:pt x="2286" y="1562"/>
                  </a:cubicBezTo>
                  <a:cubicBezTo>
                    <a:pt x="2243" y="1564"/>
                    <a:pt x="2236" y="1566"/>
                    <a:pt x="2229" y="1566"/>
                  </a:cubicBezTo>
                  <a:cubicBezTo>
                    <a:pt x="2173" y="1564"/>
                    <a:pt x="2167" y="1569"/>
                    <a:pt x="2158" y="1566"/>
                  </a:cubicBezTo>
                  <a:cubicBezTo>
                    <a:pt x="2121" y="1565"/>
                    <a:pt x="2118" y="1572"/>
                    <a:pt x="2113" y="1567"/>
                  </a:cubicBezTo>
                  <a:cubicBezTo>
                    <a:pt x="2076" y="1567"/>
                    <a:pt x="2075" y="1564"/>
                    <a:pt x="2074" y="1562"/>
                  </a:cubicBezTo>
                  <a:cubicBezTo>
                    <a:pt x="2035" y="1553"/>
                    <a:pt x="2033" y="1551"/>
                    <a:pt x="2031" y="1549"/>
                  </a:cubicBezTo>
                  <a:cubicBezTo>
                    <a:pt x="2019" y="1549"/>
                    <a:pt x="2032" y="1553"/>
                    <a:pt x="2045" y="1559"/>
                  </a:cubicBezTo>
                  <a:cubicBezTo>
                    <a:pt x="2068" y="1563"/>
                    <a:pt x="2066" y="1572"/>
                    <a:pt x="2070" y="1568"/>
                  </a:cubicBezTo>
                  <a:cubicBezTo>
                    <a:pt x="2092" y="1572"/>
                    <a:pt x="2098" y="1570"/>
                    <a:pt x="2102" y="1576"/>
                  </a:cubicBezTo>
                  <a:cubicBezTo>
                    <a:pt x="2162" y="1582"/>
                    <a:pt x="2171" y="1587"/>
                    <a:pt x="2179" y="1585"/>
                  </a:cubicBezTo>
                  <a:cubicBezTo>
                    <a:pt x="2207" y="1588"/>
                    <a:pt x="2208" y="1584"/>
                    <a:pt x="2211" y="1585"/>
                  </a:cubicBezTo>
                  <a:cubicBezTo>
                    <a:pt x="2233" y="1583"/>
                    <a:pt x="2239" y="1590"/>
                    <a:pt x="2242" y="1585"/>
                  </a:cubicBezTo>
                  <a:cubicBezTo>
                    <a:pt x="2263" y="1586"/>
                    <a:pt x="2272" y="1586"/>
                    <a:pt x="2280" y="1587"/>
                  </a:cubicBezTo>
                  <a:cubicBezTo>
                    <a:pt x="2313" y="1585"/>
                    <a:pt x="2323" y="1589"/>
                    <a:pt x="2331" y="1589"/>
                  </a:cubicBezTo>
                  <a:cubicBezTo>
                    <a:pt x="2365" y="1592"/>
                    <a:pt x="2367" y="1591"/>
                    <a:pt x="2369" y="1591"/>
                  </a:cubicBezTo>
                  <a:cubicBezTo>
                    <a:pt x="2399" y="1594"/>
                    <a:pt x="2405" y="1600"/>
                    <a:pt x="2408" y="1596"/>
                  </a:cubicBezTo>
                  <a:cubicBezTo>
                    <a:pt x="2442" y="1597"/>
                    <a:pt x="2451" y="1602"/>
                    <a:pt x="2459" y="1598"/>
                  </a:cubicBezTo>
                  <a:cubicBezTo>
                    <a:pt x="2471" y="1601"/>
                    <a:pt x="2473" y="1601"/>
                    <a:pt x="2475" y="1601"/>
                  </a:cubicBezTo>
                  <a:cubicBezTo>
                    <a:pt x="2445" y="1606"/>
                    <a:pt x="2443" y="1607"/>
                    <a:pt x="2439" y="1604"/>
                  </a:cubicBezTo>
                  <a:cubicBezTo>
                    <a:pt x="2395" y="1607"/>
                    <a:pt x="2374" y="1608"/>
                    <a:pt x="2352" y="1609"/>
                  </a:cubicBezTo>
                  <a:cubicBezTo>
                    <a:pt x="2254" y="1621"/>
                    <a:pt x="2247" y="1616"/>
                    <a:pt x="2243" y="1620"/>
                  </a:cubicBezTo>
                  <a:cubicBezTo>
                    <a:pt x="2203" y="1616"/>
                    <a:pt x="2183" y="1620"/>
                    <a:pt x="2161" y="1620"/>
                  </a:cubicBezTo>
                  <a:cubicBezTo>
                    <a:pt x="2112" y="1621"/>
                    <a:pt x="2109" y="1622"/>
                    <a:pt x="2107" y="1623"/>
                  </a:cubicBezTo>
                  <a:cubicBezTo>
                    <a:pt x="2030" y="1621"/>
                    <a:pt x="2026" y="1616"/>
                    <a:pt x="2024" y="1618"/>
                  </a:cubicBezTo>
                  <a:cubicBezTo>
                    <a:pt x="1994" y="1611"/>
                    <a:pt x="1990" y="1617"/>
                    <a:pt x="1983" y="1612"/>
                  </a:cubicBezTo>
                  <a:cubicBezTo>
                    <a:pt x="1985" y="1614"/>
                    <a:pt x="1988" y="1619"/>
                    <a:pt x="1991" y="1617"/>
                  </a:cubicBezTo>
                  <a:cubicBezTo>
                    <a:pt x="2042" y="1624"/>
                    <a:pt x="2053" y="1625"/>
                    <a:pt x="2063" y="1626"/>
                  </a:cubicBezTo>
                  <a:cubicBezTo>
                    <a:pt x="2134" y="1631"/>
                    <a:pt x="2138" y="1625"/>
                    <a:pt x="2144" y="1627"/>
                  </a:cubicBezTo>
                  <a:cubicBezTo>
                    <a:pt x="2193" y="1623"/>
                    <a:pt x="2196" y="1627"/>
                    <a:pt x="2199" y="1627"/>
                  </a:cubicBezTo>
                  <a:cubicBezTo>
                    <a:pt x="2212" y="1625"/>
                    <a:pt x="2218" y="1627"/>
                    <a:pt x="2223" y="1625"/>
                  </a:cubicBezTo>
                  <a:cubicBezTo>
                    <a:pt x="2307" y="1624"/>
                    <a:pt x="2311" y="1617"/>
                    <a:pt x="2317" y="1622"/>
                  </a:cubicBezTo>
                  <a:cubicBezTo>
                    <a:pt x="2338" y="1618"/>
                    <a:pt x="2344" y="1620"/>
                    <a:pt x="2349" y="1617"/>
                  </a:cubicBezTo>
                  <a:cubicBezTo>
                    <a:pt x="2418" y="1614"/>
                    <a:pt x="2424" y="1617"/>
                    <a:pt x="2428" y="1612"/>
                  </a:cubicBezTo>
                  <a:cubicBezTo>
                    <a:pt x="2486" y="1613"/>
                    <a:pt x="2495" y="1611"/>
                    <a:pt x="2504" y="1613"/>
                  </a:cubicBezTo>
                  <a:cubicBezTo>
                    <a:pt x="2538" y="1616"/>
                    <a:pt x="2544" y="1614"/>
                    <a:pt x="2551" y="1618"/>
                  </a:cubicBezTo>
                  <a:cubicBezTo>
                    <a:pt x="2576" y="1617"/>
                    <a:pt x="2582" y="1619"/>
                    <a:pt x="2589" y="1619"/>
                  </a:cubicBezTo>
                  <a:cubicBezTo>
                    <a:pt x="2605" y="1620"/>
                    <a:pt x="2607" y="1617"/>
                    <a:pt x="2606" y="1621"/>
                  </a:cubicBezTo>
                  <a:cubicBezTo>
                    <a:pt x="2570" y="1626"/>
                    <a:pt x="2567" y="1624"/>
                    <a:pt x="2565" y="1624"/>
                  </a:cubicBezTo>
                  <a:cubicBezTo>
                    <a:pt x="2544" y="1626"/>
                    <a:pt x="2543" y="1633"/>
                    <a:pt x="2539" y="1631"/>
                  </a:cubicBezTo>
                  <a:cubicBezTo>
                    <a:pt x="2525" y="1626"/>
                    <a:pt x="2522" y="1626"/>
                    <a:pt x="2519" y="1625"/>
                  </a:cubicBezTo>
                  <a:cubicBezTo>
                    <a:pt x="2488" y="1626"/>
                    <a:pt x="2486" y="1632"/>
                    <a:pt x="2482" y="1630"/>
                  </a:cubicBezTo>
                  <a:cubicBezTo>
                    <a:pt x="2437" y="1636"/>
                    <a:pt x="2418" y="1631"/>
                    <a:pt x="2401" y="1638"/>
                  </a:cubicBezTo>
                  <a:cubicBezTo>
                    <a:pt x="2369" y="1638"/>
                    <a:pt x="2365" y="1641"/>
                    <a:pt x="2360" y="1640"/>
                  </a:cubicBezTo>
                  <a:cubicBezTo>
                    <a:pt x="2288" y="1646"/>
                    <a:pt x="2283" y="1643"/>
                    <a:pt x="2279" y="1644"/>
                  </a:cubicBezTo>
                  <a:cubicBezTo>
                    <a:pt x="2247" y="1646"/>
                    <a:pt x="2241" y="1643"/>
                    <a:pt x="2237" y="1644"/>
                  </a:cubicBezTo>
                  <a:cubicBezTo>
                    <a:pt x="2191" y="1641"/>
                    <a:pt x="2187" y="1648"/>
                    <a:pt x="2181" y="1641"/>
                  </a:cubicBezTo>
                  <a:cubicBezTo>
                    <a:pt x="2122" y="1643"/>
                    <a:pt x="2117" y="1637"/>
                    <a:pt x="2113" y="1638"/>
                  </a:cubicBezTo>
                  <a:cubicBezTo>
                    <a:pt x="2065" y="1636"/>
                    <a:pt x="2061" y="1637"/>
                    <a:pt x="2056" y="1637"/>
                  </a:cubicBezTo>
                  <a:cubicBezTo>
                    <a:pt x="2022" y="1634"/>
                    <a:pt x="2017" y="1630"/>
                    <a:pt x="2012" y="1631"/>
                  </a:cubicBezTo>
                  <a:cubicBezTo>
                    <a:pt x="2047" y="1640"/>
                    <a:pt x="2052" y="1641"/>
                    <a:pt x="2057" y="1640"/>
                  </a:cubicBezTo>
                  <a:cubicBezTo>
                    <a:pt x="2091" y="1647"/>
                    <a:pt x="2095" y="1643"/>
                    <a:pt x="2100" y="1645"/>
                  </a:cubicBezTo>
                  <a:cubicBezTo>
                    <a:pt x="2132" y="1645"/>
                    <a:pt x="2135" y="1647"/>
                    <a:pt x="2137" y="1649"/>
                  </a:cubicBezTo>
                  <a:cubicBezTo>
                    <a:pt x="2164" y="1651"/>
                    <a:pt x="2167" y="1648"/>
                    <a:pt x="2170" y="1650"/>
                  </a:cubicBezTo>
                  <a:cubicBezTo>
                    <a:pt x="2195" y="1655"/>
                    <a:pt x="2198" y="1646"/>
                    <a:pt x="2204" y="1651"/>
                  </a:cubicBezTo>
                  <a:cubicBezTo>
                    <a:pt x="2257" y="1652"/>
                    <a:pt x="2266" y="1651"/>
                    <a:pt x="2276" y="1652"/>
                  </a:cubicBezTo>
                  <a:cubicBezTo>
                    <a:pt x="2344" y="1649"/>
                    <a:pt x="2354" y="1649"/>
                    <a:pt x="2363" y="1647"/>
                  </a:cubicBezTo>
                  <a:cubicBezTo>
                    <a:pt x="2397" y="1650"/>
                    <a:pt x="2400" y="1643"/>
                    <a:pt x="2405" y="1644"/>
                  </a:cubicBezTo>
                  <a:cubicBezTo>
                    <a:pt x="2459" y="1643"/>
                    <a:pt x="2467" y="1634"/>
                    <a:pt x="2478" y="1640"/>
                  </a:cubicBezTo>
                  <a:cubicBezTo>
                    <a:pt x="2425" y="1649"/>
                    <a:pt x="2417" y="1651"/>
                    <a:pt x="2410" y="1652"/>
                  </a:cubicBezTo>
                  <a:cubicBezTo>
                    <a:pt x="2383" y="1656"/>
                    <a:pt x="2381" y="1661"/>
                    <a:pt x="2376" y="1659"/>
                  </a:cubicBezTo>
                  <a:cubicBezTo>
                    <a:pt x="2349" y="1660"/>
                    <a:pt x="2346" y="1666"/>
                    <a:pt x="2341" y="1661"/>
                  </a:cubicBezTo>
                  <a:cubicBezTo>
                    <a:pt x="2303" y="1667"/>
                    <a:pt x="2299" y="1668"/>
                    <a:pt x="2295" y="1667"/>
                  </a:cubicBezTo>
                  <a:cubicBezTo>
                    <a:pt x="2267" y="1667"/>
                    <a:pt x="2260" y="1667"/>
                    <a:pt x="2253" y="1668"/>
                  </a:cubicBezTo>
                  <a:cubicBezTo>
                    <a:pt x="2216" y="1663"/>
                    <a:pt x="2215" y="1672"/>
                    <a:pt x="2210" y="1669"/>
                  </a:cubicBezTo>
                  <a:cubicBezTo>
                    <a:pt x="2143" y="1667"/>
                    <a:pt x="2139" y="1664"/>
                    <a:pt x="2136" y="1669"/>
                  </a:cubicBezTo>
                  <a:cubicBezTo>
                    <a:pt x="2175" y="1676"/>
                    <a:pt x="2181" y="1672"/>
                    <a:pt x="2188" y="1675"/>
                  </a:cubicBezTo>
                  <a:cubicBezTo>
                    <a:pt x="2221" y="1675"/>
                    <a:pt x="2222" y="1675"/>
                    <a:pt x="2223" y="1672"/>
                  </a:cubicBezTo>
                  <a:cubicBezTo>
                    <a:pt x="2253" y="1672"/>
                    <a:pt x="2257" y="1673"/>
                    <a:pt x="2260" y="1676"/>
                  </a:cubicBezTo>
                  <a:cubicBezTo>
                    <a:pt x="2296" y="1677"/>
                    <a:pt x="2293" y="1681"/>
                    <a:pt x="2300" y="1684"/>
                  </a:cubicBezTo>
                  <a:cubicBezTo>
                    <a:pt x="2357" y="1678"/>
                    <a:pt x="2366" y="1682"/>
                    <a:pt x="2374" y="1678"/>
                  </a:cubicBezTo>
                  <a:cubicBezTo>
                    <a:pt x="2435" y="1674"/>
                    <a:pt x="2440" y="1673"/>
                    <a:pt x="2445" y="1673"/>
                  </a:cubicBezTo>
                  <a:cubicBezTo>
                    <a:pt x="2465" y="1667"/>
                    <a:pt x="2471" y="1669"/>
                    <a:pt x="2476" y="1667"/>
                  </a:cubicBezTo>
                  <a:cubicBezTo>
                    <a:pt x="2508" y="1661"/>
                    <a:pt x="2512" y="1666"/>
                    <a:pt x="2514" y="1664"/>
                  </a:cubicBezTo>
                  <a:cubicBezTo>
                    <a:pt x="2547" y="1662"/>
                    <a:pt x="2554" y="1661"/>
                    <a:pt x="2560" y="1658"/>
                  </a:cubicBezTo>
                  <a:cubicBezTo>
                    <a:pt x="2620" y="1652"/>
                    <a:pt x="2623" y="1651"/>
                    <a:pt x="2626" y="1650"/>
                  </a:cubicBezTo>
                  <a:cubicBezTo>
                    <a:pt x="2662" y="1652"/>
                    <a:pt x="2669" y="1652"/>
                    <a:pt x="2675" y="1651"/>
                  </a:cubicBezTo>
                  <a:cubicBezTo>
                    <a:pt x="2724" y="1652"/>
                    <a:pt x="2732" y="1655"/>
                    <a:pt x="2739" y="1654"/>
                  </a:cubicBezTo>
                  <a:cubicBezTo>
                    <a:pt x="2796" y="1661"/>
                    <a:pt x="2800" y="1664"/>
                    <a:pt x="2803" y="1663"/>
                  </a:cubicBezTo>
                  <a:cubicBezTo>
                    <a:pt x="2817" y="1678"/>
                    <a:pt x="2813" y="1673"/>
                    <a:pt x="2811" y="1675"/>
                  </a:cubicBezTo>
                  <a:cubicBezTo>
                    <a:pt x="2770" y="1672"/>
                    <a:pt x="2758" y="1673"/>
                    <a:pt x="2745" y="1671"/>
                  </a:cubicBezTo>
                  <a:cubicBezTo>
                    <a:pt x="2650" y="1676"/>
                    <a:pt x="2646" y="1683"/>
                    <a:pt x="2638" y="1679"/>
                  </a:cubicBezTo>
                  <a:cubicBezTo>
                    <a:pt x="2619" y="1686"/>
                    <a:pt x="2615" y="1682"/>
                    <a:pt x="2613" y="1685"/>
                  </a:cubicBezTo>
                  <a:cubicBezTo>
                    <a:pt x="2593" y="1688"/>
                    <a:pt x="2590" y="1688"/>
                    <a:pt x="2587" y="1689"/>
                  </a:cubicBezTo>
                  <a:cubicBezTo>
                    <a:pt x="2558" y="1695"/>
                    <a:pt x="2555" y="1695"/>
                    <a:pt x="2552" y="1697"/>
                  </a:cubicBezTo>
                  <a:cubicBezTo>
                    <a:pt x="2509" y="1701"/>
                    <a:pt x="2506" y="1705"/>
                    <a:pt x="2501" y="1700"/>
                  </a:cubicBezTo>
                  <a:cubicBezTo>
                    <a:pt x="2459" y="1707"/>
                    <a:pt x="2451" y="1707"/>
                    <a:pt x="2443" y="1708"/>
                  </a:cubicBezTo>
                  <a:cubicBezTo>
                    <a:pt x="2414" y="1713"/>
                    <a:pt x="2406" y="1710"/>
                    <a:pt x="2398" y="1713"/>
                  </a:cubicBezTo>
                  <a:cubicBezTo>
                    <a:pt x="2321" y="1710"/>
                    <a:pt x="2314" y="1713"/>
                    <a:pt x="2305" y="1711"/>
                  </a:cubicBezTo>
                  <a:cubicBezTo>
                    <a:pt x="2241" y="1703"/>
                    <a:pt x="2226" y="1705"/>
                    <a:pt x="2210" y="1700"/>
                  </a:cubicBezTo>
                  <a:cubicBezTo>
                    <a:pt x="2178" y="1697"/>
                    <a:pt x="2168" y="1688"/>
                    <a:pt x="2161" y="1691"/>
                  </a:cubicBezTo>
                  <a:cubicBezTo>
                    <a:pt x="2204" y="1705"/>
                    <a:pt x="2210" y="1706"/>
                    <a:pt x="2216" y="1707"/>
                  </a:cubicBezTo>
                  <a:cubicBezTo>
                    <a:pt x="2314" y="1720"/>
                    <a:pt x="2320" y="1719"/>
                    <a:pt x="2326" y="1719"/>
                  </a:cubicBezTo>
                  <a:cubicBezTo>
                    <a:pt x="2366" y="1716"/>
                    <a:pt x="2374" y="1724"/>
                    <a:pt x="2380" y="1721"/>
                  </a:cubicBezTo>
                  <a:cubicBezTo>
                    <a:pt x="2490" y="1712"/>
                    <a:pt x="2502" y="1711"/>
                    <a:pt x="2514" y="1711"/>
                  </a:cubicBezTo>
                  <a:cubicBezTo>
                    <a:pt x="2560" y="1701"/>
                    <a:pt x="2570" y="1701"/>
                    <a:pt x="2580" y="1700"/>
                  </a:cubicBezTo>
                  <a:cubicBezTo>
                    <a:pt x="2624" y="1689"/>
                    <a:pt x="2627" y="1689"/>
                    <a:pt x="2630" y="1691"/>
                  </a:cubicBezTo>
                  <a:cubicBezTo>
                    <a:pt x="2674" y="1686"/>
                    <a:pt x="2680" y="1685"/>
                    <a:pt x="2687" y="1685"/>
                  </a:cubicBezTo>
                  <a:cubicBezTo>
                    <a:pt x="2721" y="1678"/>
                    <a:pt x="2725" y="1684"/>
                    <a:pt x="2728" y="1681"/>
                  </a:cubicBezTo>
                  <a:cubicBezTo>
                    <a:pt x="2748" y="1684"/>
                    <a:pt x="2750" y="1680"/>
                    <a:pt x="2752" y="1681"/>
                  </a:cubicBezTo>
                  <a:cubicBezTo>
                    <a:pt x="2779" y="1689"/>
                    <a:pt x="2773" y="1678"/>
                    <a:pt x="2772" y="1686"/>
                  </a:cubicBezTo>
                  <a:cubicBezTo>
                    <a:pt x="2733" y="1690"/>
                    <a:pt x="2731" y="1691"/>
                    <a:pt x="2729" y="1692"/>
                  </a:cubicBezTo>
                  <a:cubicBezTo>
                    <a:pt x="2699" y="1696"/>
                    <a:pt x="2691" y="1701"/>
                    <a:pt x="2682" y="1703"/>
                  </a:cubicBezTo>
                  <a:cubicBezTo>
                    <a:pt x="2646" y="1707"/>
                    <a:pt x="2638" y="1713"/>
                    <a:pt x="2630" y="1715"/>
                  </a:cubicBezTo>
                  <a:cubicBezTo>
                    <a:pt x="2586" y="1730"/>
                    <a:pt x="2581" y="1731"/>
                    <a:pt x="2577" y="1732"/>
                  </a:cubicBezTo>
                  <a:cubicBezTo>
                    <a:pt x="2534" y="1747"/>
                    <a:pt x="2530" y="1748"/>
                    <a:pt x="2525" y="1750"/>
                  </a:cubicBezTo>
                  <a:cubicBezTo>
                    <a:pt x="2489" y="1754"/>
                    <a:pt x="2482" y="1764"/>
                    <a:pt x="2472" y="1759"/>
                  </a:cubicBezTo>
                  <a:cubicBezTo>
                    <a:pt x="2413" y="1764"/>
                    <a:pt x="2409" y="1766"/>
                    <a:pt x="2404" y="1766"/>
                  </a:cubicBezTo>
                  <a:cubicBezTo>
                    <a:pt x="2352" y="1766"/>
                    <a:pt x="2342" y="1760"/>
                    <a:pt x="2333" y="1763"/>
                  </a:cubicBezTo>
                  <a:cubicBezTo>
                    <a:pt x="2404" y="1770"/>
                    <a:pt x="2412" y="1772"/>
                    <a:pt x="2419" y="1771"/>
                  </a:cubicBezTo>
                  <a:cubicBezTo>
                    <a:pt x="2475" y="1765"/>
                    <a:pt x="2491" y="1769"/>
                    <a:pt x="2504" y="1762"/>
                  </a:cubicBezTo>
                  <a:cubicBezTo>
                    <a:pt x="2567" y="1744"/>
                    <a:pt x="2571" y="1747"/>
                    <a:pt x="2574" y="1740"/>
                  </a:cubicBezTo>
                  <a:cubicBezTo>
                    <a:pt x="2596" y="1732"/>
                    <a:pt x="2601" y="1738"/>
                    <a:pt x="2603" y="1731"/>
                  </a:cubicBezTo>
                  <a:cubicBezTo>
                    <a:pt x="2653" y="1722"/>
                    <a:pt x="2659" y="1714"/>
                    <a:pt x="2666" y="1712"/>
                  </a:cubicBezTo>
                  <a:cubicBezTo>
                    <a:pt x="2710" y="1703"/>
                    <a:pt x="2727" y="1700"/>
                    <a:pt x="2744" y="1697"/>
                  </a:cubicBezTo>
                  <a:cubicBezTo>
                    <a:pt x="2780" y="1698"/>
                    <a:pt x="2788" y="1692"/>
                    <a:pt x="2797" y="1695"/>
                  </a:cubicBezTo>
                  <a:cubicBezTo>
                    <a:pt x="2832" y="1693"/>
                    <a:pt x="2841" y="1692"/>
                    <a:pt x="2851" y="1697"/>
                  </a:cubicBezTo>
                  <a:cubicBezTo>
                    <a:pt x="2883" y="1700"/>
                    <a:pt x="2887" y="1701"/>
                    <a:pt x="2892" y="1703"/>
                  </a:cubicBezTo>
                  <a:cubicBezTo>
                    <a:pt x="2862" y="1708"/>
                    <a:pt x="2854" y="1704"/>
                    <a:pt x="2847" y="1707"/>
                  </a:cubicBezTo>
                  <a:cubicBezTo>
                    <a:pt x="2795" y="1706"/>
                    <a:pt x="2789" y="1714"/>
                    <a:pt x="2780" y="1710"/>
                  </a:cubicBezTo>
                  <a:cubicBezTo>
                    <a:pt x="2763" y="1715"/>
                    <a:pt x="2760" y="1712"/>
                    <a:pt x="2759" y="1714"/>
                  </a:cubicBezTo>
                  <a:cubicBezTo>
                    <a:pt x="2721" y="1718"/>
                    <a:pt x="2707" y="1724"/>
                    <a:pt x="2692" y="1724"/>
                  </a:cubicBezTo>
                  <a:cubicBezTo>
                    <a:pt x="2667" y="1732"/>
                    <a:pt x="2663" y="1731"/>
                    <a:pt x="2661" y="1735"/>
                  </a:cubicBezTo>
                  <a:cubicBezTo>
                    <a:pt x="2626" y="1745"/>
                    <a:pt x="2625" y="1745"/>
                    <a:pt x="2624" y="1748"/>
                  </a:cubicBezTo>
                  <a:cubicBezTo>
                    <a:pt x="2592" y="1757"/>
                    <a:pt x="2578" y="1764"/>
                    <a:pt x="2563" y="1768"/>
                  </a:cubicBezTo>
                  <a:cubicBezTo>
                    <a:pt x="2535" y="1773"/>
                    <a:pt x="2528" y="1777"/>
                    <a:pt x="2520" y="1781"/>
                  </a:cubicBezTo>
                  <a:cubicBezTo>
                    <a:pt x="2487" y="1781"/>
                    <a:pt x="2479" y="1784"/>
                    <a:pt x="2471" y="1785"/>
                  </a:cubicBezTo>
                  <a:cubicBezTo>
                    <a:pt x="2370" y="1780"/>
                    <a:pt x="2359" y="1771"/>
                    <a:pt x="2349" y="1774"/>
                  </a:cubicBezTo>
                  <a:cubicBezTo>
                    <a:pt x="2390" y="1781"/>
                    <a:pt x="2394" y="1787"/>
                    <a:pt x="2397" y="1785"/>
                  </a:cubicBezTo>
                  <a:cubicBezTo>
                    <a:pt x="2438" y="1786"/>
                    <a:pt x="2451" y="1790"/>
                    <a:pt x="2462" y="1789"/>
                  </a:cubicBezTo>
                  <a:cubicBezTo>
                    <a:pt x="2521" y="1786"/>
                    <a:pt x="2524" y="1785"/>
                    <a:pt x="2528" y="1786"/>
                  </a:cubicBezTo>
                  <a:cubicBezTo>
                    <a:pt x="2579" y="1770"/>
                    <a:pt x="2588" y="1769"/>
                    <a:pt x="2592" y="1768"/>
                  </a:cubicBezTo>
                  <a:cubicBezTo>
                    <a:pt x="2650" y="1747"/>
                    <a:pt x="2654" y="1746"/>
                    <a:pt x="2657" y="1746"/>
                  </a:cubicBezTo>
                  <a:cubicBezTo>
                    <a:pt x="2687" y="1734"/>
                    <a:pt x="2690" y="1734"/>
                    <a:pt x="2694" y="1737"/>
                  </a:cubicBezTo>
                  <a:cubicBezTo>
                    <a:pt x="2724" y="1724"/>
                    <a:pt x="2729" y="1728"/>
                    <a:pt x="2731" y="1727"/>
                  </a:cubicBezTo>
                  <a:cubicBezTo>
                    <a:pt x="2767" y="1722"/>
                    <a:pt x="2772" y="1720"/>
                    <a:pt x="2779" y="1723"/>
                  </a:cubicBezTo>
                  <a:cubicBezTo>
                    <a:pt x="2794" y="1720"/>
                    <a:pt x="2797" y="1718"/>
                    <a:pt x="2796" y="1721"/>
                  </a:cubicBezTo>
                  <a:cubicBezTo>
                    <a:pt x="2776" y="1728"/>
                    <a:pt x="2771" y="1730"/>
                    <a:pt x="2765" y="1732"/>
                  </a:cubicBezTo>
                  <a:cubicBezTo>
                    <a:pt x="2712" y="1755"/>
                    <a:pt x="2708" y="1762"/>
                    <a:pt x="2702" y="1760"/>
                  </a:cubicBezTo>
                  <a:cubicBezTo>
                    <a:pt x="2646" y="1781"/>
                    <a:pt x="2641" y="1788"/>
                    <a:pt x="2635" y="1789"/>
                  </a:cubicBezTo>
                  <a:cubicBezTo>
                    <a:pt x="2575" y="1810"/>
                    <a:pt x="2566" y="1802"/>
                    <a:pt x="2560" y="1807"/>
                  </a:cubicBezTo>
                  <a:cubicBezTo>
                    <a:pt x="2499" y="1820"/>
                    <a:pt x="2504" y="1816"/>
                    <a:pt x="2511" y="1819"/>
                  </a:cubicBezTo>
                  <a:cubicBezTo>
                    <a:pt x="2569" y="1813"/>
                    <a:pt x="2574" y="1809"/>
                    <a:pt x="2580" y="1813"/>
                  </a:cubicBezTo>
                  <a:cubicBezTo>
                    <a:pt x="2618" y="1802"/>
                    <a:pt x="2621" y="1802"/>
                    <a:pt x="2624" y="1803"/>
                  </a:cubicBezTo>
                  <a:cubicBezTo>
                    <a:pt x="2645" y="1797"/>
                    <a:pt x="2648" y="1796"/>
                    <a:pt x="2651" y="1794"/>
                  </a:cubicBezTo>
                  <a:cubicBezTo>
                    <a:pt x="2689" y="1774"/>
                    <a:pt x="2696" y="1779"/>
                    <a:pt x="2701" y="1773"/>
                  </a:cubicBezTo>
                  <a:cubicBezTo>
                    <a:pt x="2741" y="1756"/>
                    <a:pt x="2745" y="1746"/>
                    <a:pt x="2751" y="1749"/>
                  </a:cubicBezTo>
                  <a:cubicBezTo>
                    <a:pt x="2789" y="1733"/>
                    <a:pt x="2792" y="1733"/>
                    <a:pt x="2795" y="1730"/>
                  </a:cubicBezTo>
                  <a:cubicBezTo>
                    <a:pt x="2788" y="1740"/>
                    <a:pt x="2783" y="1735"/>
                    <a:pt x="2780" y="1741"/>
                  </a:cubicBezTo>
                  <a:cubicBezTo>
                    <a:pt x="2731" y="1774"/>
                    <a:pt x="2723" y="1772"/>
                    <a:pt x="2717" y="1781"/>
                  </a:cubicBezTo>
                  <a:cubicBezTo>
                    <a:pt x="2647" y="1806"/>
                    <a:pt x="2644" y="1811"/>
                    <a:pt x="2640" y="1810"/>
                  </a:cubicBezTo>
                  <a:cubicBezTo>
                    <a:pt x="2650" y="1810"/>
                    <a:pt x="2656" y="1813"/>
                    <a:pt x="2661" y="1809"/>
                  </a:cubicBezTo>
                  <a:cubicBezTo>
                    <a:pt x="2708" y="1802"/>
                    <a:pt x="2718" y="1795"/>
                    <a:pt x="2730" y="1797"/>
                  </a:cubicBezTo>
                  <a:cubicBezTo>
                    <a:pt x="2808" y="1776"/>
                    <a:pt x="2811" y="1768"/>
                    <a:pt x="2815" y="1767"/>
                  </a:cubicBezTo>
                  <a:cubicBezTo>
                    <a:pt x="2831" y="1757"/>
                    <a:pt x="2836" y="1762"/>
                    <a:pt x="2840" y="1758"/>
                  </a:cubicBezTo>
                  <a:cubicBezTo>
                    <a:pt x="2870" y="1752"/>
                    <a:pt x="2873" y="1743"/>
                    <a:pt x="2878" y="1747"/>
                  </a:cubicBezTo>
                  <a:cubicBezTo>
                    <a:pt x="2933" y="1737"/>
                    <a:pt x="2936" y="1737"/>
                    <a:pt x="2940" y="1738"/>
                  </a:cubicBezTo>
                  <a:cubicBezTo>
                    <a:pt x="2979" y="1744"/>
                    <a:pt x="2985" y="1741"/>
                    <a:pt x="2993" y="1744"/>
                  </a:cubicBezTo>
                  <a:cubicBezTo>
                    <a:pt x="3006" y="1750"/>
                    <a:pt x="3002" y="1756"/>
                    <a:pt x="2996" y="1751"/>
                  </a:cubicBezTo>
                  <a:cubicBezTo>
                    <a:pt x="2968" y="1752"/>
                    <a:pt x="2964" y="1751"/>
                    <a:pt x="2961" y="1749"/>
                  </a:cubicBezTo>
                  <a:cubicBezTo>
                    <a:pt x="2898" y="1754"/>
                    <a:pt x="2888" y="1762"/>
                    <a:pt x="2876" y="1758"/>
                  </a:cubicBezTo>
                  <a:cubicBezTo>
                    <a:pt x="2827" y="1782"/>
                    <a:pt x="2820" y="1785"/>
                    <a:pt x="2813" y="1787"/>
                  </a:cubicBezTo>
                  <a:cubicBezTo>
                    <a:pt x="2798" y="1797"/>
                    <a:pt x="2801" y="1795"/>
                    <a:pt x="2805" y="1795"/>
                  </a:cubicBezTo>
                  <a:cubicBezTo>
                    <a:pt x="2842" y="1780"/>
                    <a:pt x="2850" y="1784"/>
                    <a:pt x="2856" y="1776"/>
                  </a:cubicBezTo>
                  <a:cubicBezTo>
                    <a:pt x="2907" y="1764"/>
                    <a:pt x="2915" y="1765"/>
                    <a:pt x="2922" y="1760"/>
                  </a:cubicBezTo>
                  <a:cubicBezTo>
                    <a:pt x="2969" y="1757"/>
                    <a:pt x="2974" y="1763"/>
                    <a:pt x="2977" y="1760"/>
                  </a:cubicBezTo>
                  <a:cubicBezTo>
                    <a:pt x="3025" y="1770"/>
                    <a:pt x="3035" y="1767"/>
                    <a:pt x="3047" y="1773"/>
                  </a:cubicBezTo>
                  <a:cubicBezTo>
                    <a:pt x="3015" y="1779"/>
                    <a:pt x="3010" y="1773"/>
                    <a:pt x="3005" y="1776"/>
                  </a:cubicBezTo>
                  <a:cubicBezTo>
                    <a:pt x="3006" y="1780"/>
                    <a:pt x="3009" y="1784"/>
                    <a:pt x="3012" y="1786"/>
                  </a:cubicBezTo>
                  <a:cubicBezTo>
                    <a:pt x="2990" y="1813"/>
                    <a:pt x="2982" y="1817"/>
                    <a:pt x="2975" y="1826"/>
                  </a:cubicBezTo>
                  <a:cubicBezTo>
                    <a:pt x="3010" y="1818"/>
                    <a:pt x="3011" y="1815"/>
                    <a:pt x="3013" y="1816"/>
                  </a:cubicBezTo>
                  <a:cubicBezTo>
                    <a:pt x="3037" y="1804"/>
                    <a:pt x="3040" y="1802"/>
                    <a:pt x="3044" y="1802"/>
                  </a:cubicBezTo>
                  <a:cubicBezTo>
                    <a:pt x="3141" y="1829"/>
                    <a:pt x="3145" y="1819"/>
                    <a:pt x="3151" y="1821"/>
                  </a:cubicBezTo>
                  <a:close/>
                  <a:moveTo>
                    <a:pt x="2862" y="1579"/>
                  </a:moveTo>
                  <a:cubicBezTo>
                    <a:pt x="2853" y="1564"/>
                    <a:pt x="2854" y="1547"/>
                    <a:pt x="2846" y="1531"/>
                  </a:cubicBezTo>
                  <a:cubicBezTo>
                    <a:pt x="2843" y="1511"/>
                    <a:pt x="2840" y="1510"/>
                    <a:pt x="2841" y="1507"/>
                  </a:cubicBezTo>
                  <a:cubicBezTo>
                    <a:pt x="2815" y="1429"/>
                    <a:pt x="2813" y="1421"/>
                    <a:pt x="2813" y="1412"/>
                  </a:cubicBezTo>
                  <a:cubicBezTo>
                    <a:pt x="2793" y="1358"/>
                    <a:pt x="2786" y="1351"/>
                    <a:pt x="2786" y="1342"/>
                  </a:cubicBezTo>
                  <a:cubicBezTo>
                    <a:pt x="2769" y="1304"/>
                    <a:pt x="2769" y="1300"/>
                    <a:pt x="2764" y="1296"/>
                  </a:cubicBezTo>
                  <a:cubicBezTo>
                    <a:pt x="2737" y="1243"/>
                    <a:pt x="2739" y="1234"/>
                    <a:pt x="2732" y="1227"/>
                  </a:cubicBezTo>
                  <a:cubicBezTo>
                    <a:pt x="2719" y="1202"/>
                    <a:pt x="2722" y="1202"/>
                    <a:pt x="2724" y="1204"/>
                  </a:cubicBezTo>
                  <a:cubicBezTo>
                    <a:pt x="2736" y="1222"/>
                    <a:pt x="2739" y="1227"/>
                    <a:pt x="2741" y="1233"/>
                  </a:cubicBezTo>
                  <a:cubicBezTo>
                    <a:pt x="2767" y="1280"/>
                    <a:pt x="2769" y="1283"/>
                    <a:pt x="2769" y="1286"/>
                  </a:cubicBezTo>
                  <a:cubicBezTo>
                    <a:pt x="2790" y="1326"/>
                    <a:pt x="2788" y="1332"/>
                    <a:pt x="2795" y="1337"/>
                  </a:cubicBezTo>
                  <a:cubicBezTo>
                    <a:pt x="2816" y="1408"/>
                    <a:pt x="2821" y="1417"/>
                    <a:pt x="2821" y="1428"/>
                  </a:cubicBezTo>
                  <a:cubicBezTo>
                    <a:pt x="2828" y="1445"/>
                    <a:pt x="2827" y="1448"/>
                    <a:pt x="2827" y="1450"/>
                  </a:cubicBezTo>
                  <a:cubicBezTo>
                    <a:pt x="2840" y="1494"/>
                    <a:pt x="2842" y="1499"/>
                    <a:pt x="2844" y="1504"/>
                  </a:cubicBezTo>
                  <a:cubicBezTo>
                    <a:pt x="2856" y="1554"/>
                    <a:pt x="2859" y="1558"/>
                    <a:pt x="2859" y="1564"/>
                  </a:cubicBezTo>
                  <a:close/>
                  <a:moveTo>
                    <a:pt x="2583" y="1443"/>
                  </a:moveTo>
                  <a:cubicBezTo>
                    <a:pt x="2577" y="1441"/>
                    <a:pt x="2582" y="1437"/>
                    <a:pt x="2578" y="1434"/>
                  </a:cubicBezTo>
                  <a:cubicBezTo>
                    <a:pt x="2574" y="1428"/>
                    <a:pt x="2573" y="1422"/>
                    <a:pt x="2570" y="1416"/>
                  </a:cubicBezTo>
                  <a:cubicBezTo>
                    <a:pt x="2572" y="1413"/>
                    <a:pt x="2573" y="1418"/>
                    <a:pt x="2572" y="1420"/>
                  </a:cubicBezTo>
                  <a:cubicBezTo>
                    <a:pt x="2582" y="1429"/>
                    <a:pt x="2582" y="1440"/>
                    <a:pt x="2589" y="1449"/>
                  </a:cubicBezTo>
                  <a:cubicBezTo>
                    <a:pt x="2586" y="1453"/>
                    <a:pt x="2583" y="1445"/>
                    <a:pt x="2583" y="1443"/>
                  </a:cubicBezTo>
                  <a:close/>
                  <a:moveTo>
                    <a:pt x="2161" y="1164"/>
                  </a:moveTo>
                  <a:cubicBezTo>
                    <a:pt x="2159" y="1156"/>
                    <a:pt x="2149" y="1149"/>
                    <a:pt x="2145" y="1141"/>
                  </a:cubicBezTo>
                  <a:cubicBezTo>
                    <a:pt x="2150" y="1136"/>
                    <a:pt x="2148" y="1145"/>
                    <a:pt x="2152" y="1146"/>
                  </a:cubicBezTo>
                  <a:cubicBezTo>
                    <a:pt x="2153" y="1148"/>
                    <a:pt x="2156" y="1151"/>
                    <a:pt x="2160" y="1153"/>
                  </a:cubicBezTo>
                  <a:cubicBezTo>
                    <a:pt x="2160" y="1160"/>
                    <a:pt x="2166" y="1166"/>
                    <a:pt x="2172" y="1172"/>
                  </a:cubicBezTo>
                  <a:cubicBezTo>
                    <a:pt x="2166" y="1176"/>
                    <a:pt x="2167" y="1165"/>
                    <a:pt x="2161" y="1164"/>
                  </a:cubicBezTo>
                  <a:close/>
                  <a:moveTo>
                    <a:pt x="2176" y="1185"/>
                  </a:moveTo>
                  <a:cubicBezTo>
                    <a:pt x="2179" y="1177"/>
                    <a:pt x="2182" y="1189"/>
                    <a:pt x="2185" y="1191"/>
                  </a:cubicBezTo>
                  <a:cubicBezTo>
                    <a:pt x="2180" y="1195"/>
                    <a:pt x="2182" y="1185"/>
                    <a:pt x="2176" y="1185"/>
                  </a:cubicBezTo>
                  <a:close/>
                  <a:moveTo>
                    <a:pt x="2197" y="1209"/>
                  </a:moveTo>
                  <a:cubicBezTo>
                    <a:pt x="2194" y="1203"/>
                    <a:pt x="2200" y="1211"/>
                    <a:pt x="2202" y="1213"/>
                  </a:cubicBezTo>
                  <a:cubicBezTo>
                    <a:pt x="2199" y="1215"/>
                    <a:pt x="2199" y="1211"/>
                    <a:pt x="2197" y="1209"/>
                  </a:cubicBezTo>
                  <a:close/>
                  <a:moveTo>
                    <a:pt x="2096" y="1210"/>
                  </a:moveTo>
                  <a:cubicBezTo>
                    <a:pt x="2094" y="1207"/>
                    <a:pt x="2099" y="1209"/>
                    <a:pt x="2101" y="1211"/>
                  </a:cubicBezTo>
                  <a:cubicBezTo>
                    <a:pt x="2103" y="1214"/>
                    <a:pt x="2099" y="1212"/>
                    <a:pt x="2096" y="1210"/>
                  </a:cubicBezTo>
                  <a:close/>
                  <a:moveTo>
                    <a:pt x="2214" y="1294"/>
                  </a:moveTo>
                  <a:cubicBezTo>
                    <a:pt x="2209" y="1289"/>
                    <a:pt x="2207" y="1293"/>
                    <a:pt x="2203" y="1289"/>
                  </a:cubicBezTo>
                  <a:cubicBezTo>
                    <a:pt x="2145" y="1278"/>
                    <a:pt x="2137" y="1269"/>
                    <a:pt x="2130" y="1270"/>
                  </a:cubicBezTo>
                  <a:cubicBezTo>
                    <a:pt x="2065" y="1252"/>
                    <a:pt x="2059" y="1244"/>
                    <a:pt x="2056" y="1247"/>
                  </a:cubicBezTo>
                  <a:cubicBezTo>
                    <a:pt x="2032" y="1238"/>
                    <a:pt x="2030" y="1242"/>
                    <a:pt x="2026" y="1237"/>
                  </a:cubicBezTo>
                  <a:cubicBezTo>
                    <a:pt x="1992" y="1231"/>
                    <a:pt x="1987" y="1224"/>
                    <a:pt x="1985" y="1228"/>
                  </a:cubicBezTo>
                  <a:cubicBezTo>
                    <a:pt x="1894" y="1185"/>
                    <a:pt x="1889" y="1182"/>
                    <a:pt x="1884" y="1179"/>
                  </a:cubicBezTo>
                  <a:cubicBezTo>
                    <a:pt x="1936" y="1199"/>
                    <a:pt x="1940" y="1202"/>
                    <a:pt x="1943" y="1200"/>
                  </a:cubicBezTo>
                  <a:cubicBezTo>
                    <a:pt x="1968" y="1208"/>
                    <a:pt x="1973" y="1214"/>
                    <a:pt x="1975" y="1211"/>
                  </a:cubicBezTo>
                  <a:cubicBezTo>
                    <a:pt x="2048" y="1233"/>
                    <a:pt x="2055" y="1236"/>
                    <a:pt x="2062" y="1235"/>
                  </a:cubicBezTo>
                  <a:cubicBezTo>
                    <a:pt x="2108" y="1244"/>
                    <a:pt x="2114" y="1253"/>
                    <a:pt x="2117" y="1250"/>
                  </a:cubicBezTo>
                  <a:cubicBezTo>
                    <a:pt x="2143" y="1262"/>
                    <a:pt x="2145" y="1257"/>
                    <a:pt x="2149" y="1261"/>
                  </a:cubicBezTo>
                  <a:cubicBezTo>
                    <a:pt x="2224" y="1291"/>
                    <a:pt x="2230" y="1292"/>
                    <a:pt x="2235" y="1297"/>
                  </a:cubicBezTo>
                  <a:close/>
                  <a:moveTo>
                    <a:pt x="2235" y="1269"/>
                  </a:moveTo>
                  <a:cubicBezTo>
                    <a:pt x="2230" y="1265"/>
                    <a:pt x="2223" y="1262"/>
                    <a:pt x="2222" y="1257"/>
                  </a:cubicBezTo>
                  <a:cubicBezTo>
                    <a:pt x="2227" y="1254"/>
                    <a:pt x="2226" y="1264"/>
                    <a:pt x="2233" y="1265"/>
                  </a:cubicBezTo>
                  <a:cubicBezTo>
                    <a:pt x="2236" y="1266"/>
                    <a:pt x="2235" y="1268"/>
                    <a:pt x="2237" y="1270"/>
                  </a:cubicBezTo>
                  <a:cubicBezTo>
                    <a:pt x="2240" y="1272"/>
                    <a:pt x="2242" y="1273"/>
                    <a:pt x="2244" y="1275"/>
                  </a:cubicBezTo>
                  <a:cubicBezTo>
                    <a:pt x="2250" y="1281"/>
                    <a:pt x="2232" y="1272"/>
                    <a:pt x="2235" y="1269"/>
                  </a:cubicBezTo>
                  <a:close/>
                  <a:moveTo>
                    <a:pt x="2448" y="1429"/>
                  </a:moveTo>
                  <a:cubicBezTo>
                    <a:pt x="2451" y="1431"/>
                    <a:pt x="2453" y="1432"/>
                    <a:pt x="2456" y="1434"/>
                  </a:cubicBezTo>
                  <a:cubicBezTo>
                    <a:pt x="2458" y="1437"/>
                    <a:pt x="2454" y="1436"/>
                    <a:pt x="2453" y="1434"/>
                  </a:cubicBezTo>
                  <a:cubicBezTo>
                    <a:pt x="2450" y="1433"/>
                    <a:pt x="2448" y="1431"/>
                    <a:pt x="2445" y="1430"/>
                  </a:cubicBezTo>
                  <a:cubicBezTo>
                    <a:pt x="2443" y="1427"/>
                    <a:pt x="2446" y="1428"/>
                    <a:pt x="2448" y="1429"/>
                  </a:cubicBezTo>
                  <a:close/>
                  <a:moveTo>
                    <a:pt x="2359" y="1335"/>
                  </a:moveTo>
                  <a:cubicBezTo>
                    <a:pt x="2355" y="1338"/>
                    <a:pt x="2355" y="1333"/>
                    <a:pt x="2353" y="1332"/>
                  </a:cubicBezTo>
                  <a:cubicBezTo>
                    <a:pt x="2351" y="1325"/>
                    <a:pt x="2356" y="1333"/>
                    <a:pt x="2359" y="1335"/>
                  </a:cubicBezTo>
                  <a:close/>
                  <a:moveTo>
                    <a:pt x="2273" y="1239"/>
                  </a:moveTo>
                  <a:cubicBezTo>
                    <a:pt x="2265" y="1229"/>
                    <a:pt x="2258" y="1219"/>
                    <a:pt x="2252" y="1209"/>
                  </a:cubicBezTo>
                  <a:cubicBezTo>
                    <a:pt x="2209" y="1141"/>
                    <a:pt x="2202" y="1137"/>
                    <a:pt x="2201" y="1131"/>
                  </a:cubicBezTo>
                  <a:cubicBezTo>
                    <a:pt x="2182" y="1105"/>
                    <a:pt x="2183" y="1103"/>
                    <a:pt x="2180" y="1101"/>
                  </a:cubicBezTo>
                  <a:cubicBezTo>
                    <a:pt x="2155" y="1064"/>
                    <a:pt x="2155" y="1058"/>
                    <a:pt x="2148" y="1054"/>
                  </a:cubicBezTo>
                  <a:cubicBezTo>
                    <a:pt x="2108" y="987"/>
                    <a:pt x="2105" y="982"/>
                    <a:pt x="2100" y="977"/>
                  </a:cubicBezTo>
                  <a:cubicBezTo>
                    <a:pt x="2088" y="959"/>
                    <a:pt x="2079" y="954"/>
                    <a:pt x="2077" y="948"/>
                  </a:cubicBezTo>
                  <a:cubicBezTo>
                    <a:pt x="2024" y="896"/>
                    <a:pt x="2010" y="887"/>
                    <a:pt x="2001" y="877"/>
                  </a:cubicBezTo>
                  <a:cubicBezTo>
                    <a:pt x="1972" y="854"/>
                    <a:pt x="1977" y="859"/>
                    <a:pt x="1982" y="859"/>
                  </a:cubicBezTo>
                  <a:cubicBezTo>
                    <a:pt x="2035" y="890"/>
                    <a:pt x="2044" y="903"/>
                    <a:pt x="2063" y="913"/>
                  </a:cubicBezTo>
                  <a:cubicBezTo>
                    <a:pt x="2104" y="956"/>
                    <a:pt x="2107" y="960"/>
                    <a:pt x="2108" y="964"/>
                  </a:cubicBezTo>
                  <a:cubicBezTo>
                    <a:pt x="2144" y="1006"/>
                    <a:pt x="2147" y="1010"/>
                    <a:pt x="2148" y="1014"/>
                  </a:cubicBezTo>
                  <a:cubicBezTo>
                    <a:pt x="2196" y="1085"/>
                    <a:pt x="2195" y="1090"/>
                    <a:pt x="2200" y="1094"/>
                  </a:cubicBezTo>
                  <a:cubicBezTo>
                    <a:pt x="2235" y="1150"/>
                    <a:pt x="2235" y="1155"/>
                    <a:pt x="2240" y="1159"/>
                  </a:cubicBezTo>
                  <a:cubicBezTo>
                    <a:pt x="2266" y="1203"/>
                    <a:pt x="2273" y="1206"/>
                    <a:pt x="2274" y="1211"/>
                  </a:cubicBezTo>
                  <a:cubicBezTo>
                    <a:pt x="2296" y="1240"/>
                    <a:pt x="2302" y="1258"/>
                    <a:pt x="2318" y="1274"/>
                  </a:cubicBezTo>
                  <a:cubicBezTo>
                    <a:pt x="2328" y="1293"/>
                    <a:pt x="2330" y="1297"/>
                    <a:pt x="2334" y="1301"/>
                  </a:cubicBezTo>
                  <a:cubicBezTo>
                    <a:pt x="2328" y="1309"/>
                    <a:pt x="2328" y="1303"/>
                    <a:pt x="2320" y="1299"/>
                  </a:cubicBezTo>
                  <a:cubicBezTo>
                    <a:pt x="2303" y="1273"/>
                    <a:pt x="2296" y="1272"/>
                    <a:pt x="2298" y="1269"/>
                  </a:cubicBezTo>
                  <a:cubicBezTo>
                    <a:pt x="2277" y="1244"/>
                    <a:pt x="2272" y="1242"/>
                    <a:pt x="2273" y="1239"/>
                  </a:cubicBezTo>
                  <a:close/>
                  <a:moveTo>
                    <a:pt x="2317" y="1315"/>
                  </a:moveTo>
                  <a:cubicBezTo>
                    <a:pt x="2316" y="1310"/>
                    <a:pt x="2308" y="1306"/>
                    <a:pt x="2306" y="1300"/>
                  </a:cubicBezTo>
                  <a:cubicBezTo>
                    <a:pt x="2304" y="1295"/>
                    <a:pt x="2300" y="1291"/>
                    <a:pt x="2297" y="1286"/>
                  </a:cubicBezTo>
                  <a:cubicBezTo>
                    <a:pt x="2289" y="1277"/>
                    <a:pt x="2282" y="1267"/>
                    <a:pt x="2274" y="1258"/>
                  </a:cubicBezTo>
                  <a:cubicBezTo>
                    <a:pt x="2277" y="1256"/>
                    <a:pt x="2276" y="1260"/>
                    <a:pt x="2279" y="1262"/>
                  </a:cubicBezTo>
                  <a:cubicBezTo>
                    <a:pt x="2282" y="1263"/>
                    <a:pt x="2284" y="1265"/>
                    <a:pt x="2287" y="1266"/>
                  </a:cubicBezTo>
                  <a:cubicBezTo>
                    <a:pt x="2287" y="1272"/>
                    <a:pt x="2292" y="1277"/>
                    <a:pt x="2298" y="1282"/>
                  </a:cubicBezTo>
                  <a:cubicBezTo>
                    <a:pt x="2299" y="1287"/>
                    <a:pt x="2306" y="1291"/>
                    <a:pt x="2308" y="1297"/>
                  </a:cubicBezTo>
                  <a:cubicBezTo>
                    <a:pt x="2320" y="1305"/>
                    <a:pt x="2321" y="1316"/>
                    <a:pt x="2335" y="1324"/>
                  </a:cubicBezTo>
                  <a:cubicBezTo>
                    <a:pt x="2329" y="1330"/>
                    <a:pt x="2326" y="1318"/>
                    <a:pt x="2317" y="1315"/>
                  </a:cubicBezTo>
                  <a:close/>
                  <a:moveTo>
                    <a:pt x="2334" y="1329"/>
                  </a:moveTo>
                  <a:cubicBezTo>
                    <a:pt x="2335" y="1328"/>
                    <a:pt x="2337" y="1329"/>
                    <a:pt x="2339" y="1330"/>
                  </a:cubicBezTo>
                  <a:cubicBezTo>
                    <a:pt x="2353" y="1342"/>
                    <a:pt x="2363" y="1355"/>
                    <a:pt x="2382" y="1367"/>
                  </a:cubicBezTo>
                  <a:cubicBezTo>
                    <a:pt x="2388" y="1372"/>
                    <a:pt x="2390" y="1378"/>
                    <a:pt x="2398" y="1382"/>
                  </a:cubicBezTo>
                  <a:cubicBezTo>
                    <a:pt x="2404" y="1383"/>
                    <a:pt x="2397" y="1394"/>
                    <a:pt x="2404" y="1389"/>
                  </a:cubicBezTo>
                  <a:cubicBezTo>
                    <a:pt x="2405" y="1393"/>
                    <a:pt x="2410" y="1395"/>
                    <a:pt x="2411" y="1399"/>
                  </a:cubicBezTo>
                  <a:cubicBezTo>
                    <a:pt x="2413" y="1402"/>
                    <a:pt x="2423" y="1404"/>
                    <a:pt x="2420" y="1408"/>
                  </a:cubicBezTo>
                  <a:cubicBezTo>
                    <a:pt x="2423" y="1410"/>
                    <a:pt x="2431" y="1412"/>
                    <a:pt x="2425" y="1416"/>
                  </a:cubicBezTo>
                  <a:cubicBezTo>
                    <a:pt x="2424" y="1411"/>
                    <a:pt x="2420" y="1415"/>
                    <a:pt x="2414" y="1409"/>
                  </a:cubicBezTo>
                  <a:cubicBezTo>
                    <a:pt x="2408" y="1407"/>
                    <a:pt x="2411" y="1402"/>
                    <a:pt x="2405" y="1400"/>
                  </a:cubicBezTo>
                  <a:cubicBezTo>
                    <a:pt x="2398" y="1396"/>
                    <a:pt x="2391" y="1391"/>
                    <a:pt x="2385" y="1387"/>
                  </a:cubicBezTo>
                  <a:cubicBezTo>
                    <a:pt x="2366" y="1368"/>
                    <a:pt x="2351" y="1348"/>
                    <a:pt x="2334" y="1329"/>
                  </a:cubicBezTo>
                  <a:close/>
                  <a:moveTo>
                    <a:pt x="2489" y="1477"/>
                  </a:moveTo>
                  <a:cubicBezTo>
                    <a:pt x="2484" y="1476"/>
                    <a:pt x="2475" y="1475"/>
                    <a:pt x="2474" y="1469"/>
                  </a:cubicBezTo>
                  <a:cubicBezTo>
                    <a:pt x="2394" y="1424"/>
                    <a:pt x="2383" y="1424"/>
                    <a:pt x="2370" y="1413"/>
                  </a:cubicBezTo>
                  <a:cubicBezTo>
                    <a:pt x="2334" y="1402"/>
                    <a:pt x="2329" y="1399"/>
                    <a:pt x="2324" y="1399"/>
                  </a:cubicBezTo>
                  <a:cubicBezTo>
                    <a:pt x="2273" y="1380"/>
                    <a:pt x="2269" y="1381"/>
                    <a:pt x="2264" y="1379"/>
                  </a:cubicBezTo>
                  <a:cubicBezTo>
                    <a:pt x="2221" y="1363"/>
                    <a:pt x="2217" y="1365"/>
                    <a:pt x="2215" y="1363"/>
                  </a:cubicBezTo>
                  <a:cubicBezTo>
                    <a:pt x="2193" y="1359"/>
                    <a:pt x="2189" y="1356"/>
                    <a:pt x="2186" y="1354"/>
                  </a:cubicBezTo>
                  <a:cubicBezTo>
                    <a:pt x="2160" y="1349"/>
                    <a:pt x="2155" y="1345"/>
                    <a:pt x="2150" y="1346"/>
                  </a:cubicBezTo>
                  <a:cubicBezTo>
                    <a:pt x="2069" y="1323"/>
                    <a:pt x="2059" y="1322"/>
                    <a:pt x="2049" y="1320"/>
                  </a:cubicBezTo>
                  <a:cubicBezTo>
                    <a:pt x="2000" y="1301"/>
                    <a:pt x="1995" y="1302"/>
                    <a:pt x="1990" y="1299"/>
                  </a:cubicBezTo>
                  <a:cubicBezTo>
                    <a:pt x="1896" y="1255"/>
                    <a:pt x="1890" y="1251"/>
                    <a:pt x="1885" y="1248"/>
                  </a:cubicBezTo>
                  <a:cubicBezTo>
                    <a:pt x="1873" y="1238"/>
                    <a:pt x="1875" y="1238"/>
                    <a:pt x="1877" y="1240"/>
                  </a:cubicBezTo>
                  <a:cubicBezTo>
                    <a:pt x="1922" y="1254"/>
                    <a:pt x="1926" y="1252"/>
                    <a:pt x="1931" y="1258"/>
                  </a:cubicBezTo>
                  <a:cubicBezTo>
                    <a:pt x="1967" y="1262"/>
                    <a:pt x="1971" y="1268"/>
                    <a:pt x="1973" y="1265"/>
                  </a:cubicBezTo>
                  <a:cubicBezTo>
                    <a:pt x="2029" y="1276"/>
                    <a:pt x="2037" y="1284"/>
                    <a:pt x="2042" y="1279"/>
                  </a:cubicBezTo>
                  <a:cubicBezTo>
                    <a:pt x="2089" y="1292"/>
                    <a:pt x="2094" y="1289"/>
                    <a:pt x="2100" y="1294"/>
                  </a:cubicBezTo>
                  <a:cubicBezTo>
                    <a:pt x="2177" y="1307"/>
                    <a:pt x="2183" y="1311"/>
                    <a:pt x="2187" y="1310"/>
                  </a:cubicBezTo>
                  <a:cubicBezTo>
                    <a:pt x="2256" y="1336"/>
                    <a:pt x="2257" y="1330"/>
                    <a:pt x="2258" y="1337"/>
                  </a:cubicBezTo>
                  <a:cubicBezTo>
                    <a:pt x="2304" y="1360"/>
                    <a:pt x="2324" y="1367"/>
                    <a:pt x="2345" y="1379"/>
                  </a:cubicBezTo>
                  <a:cubicBezTo>
                    <a:pt x="2411" y="1419"/>
                    <a:pt x="2413" y="1422"/>
                    <a:pt x="2414" y="1425"/>
                  </a:cubicBezTo>
                  <a:cubicBezTo>
                    <a:pt x="2449" y="1443"/>
                    <a:pt x="2462" y="1451"/>
                    <a:pt x="2475" y="1460"/>
                  </a:cubicBezTo>
                  <a:close/>
                  <a:moveTo>
                    <a:pt x="2508" y="1489"/>
                  </a:moveTo>
                  <a:cubicBezTo>
                    <a:pt x="2505" y="1480"/>
                    <a:pt x="2519" y="1488"/>
                    <a:pt x="2524" y="1492"/>
                  </a:cubicBezTo>
                  <a:cubicBezTo>
                    <a:pt x="2519" y="1495"/>
                    <a:pt x="2512" y="1487"/>
                    <a:pt x="2508" y="1489"/>
                  </a:cubicBezTo>
                  <a:close/>
                  <a:moveTo>
                    <a:pt x="2534" y="1501"/>
                  </a:moveTo>
                  <a:cubicBezTo>
                    <a:pt x="2531" y="1500"/>
                    <a:pt x="2529" y="1498"/>
                    <a:pt x="2526" y="1497"/>
                  </a:cubicBezTo>
                  <a:cubicBezTo>
                    <a:pt x="2524" y="1494"/>
                    <a:pt x="2527" y="1495"/>
                    <a:pt x="2529" y="1496"/>
                  </a:cubicBezTo>
                  <a:cubicBezTo>
                    <a:pt x="2532" y="1498"/>
                    <a:pt x="2534" y="1499"/>
                    <a:pt x="2537" y="1501"/>
                  </a:cubicBezTo>
                  <a:cubicBezTo>
                    <a:pt x="2539" y="1504"/>
                    <a:pt x="2535" y="1503"/>
                    <a:pt x="2534" y="1501"/>
                  </a:cubicBezTo>
                  <a:close/>
                  <a:moveTo>
                    <a:pt x="2300" y="1676"/>
                  </a:moveTo>
                  <a:cubicBezTo>
                    <a:pt x="2304" y="1674"/>
                    <a:pt x="2308" y="1671"/>
                    <a:pt x="2314" y="1675"/>
                  </a:cubicBezTo>
                  <a:cubicBezTo>
                    <a:pt x="2309" y="1676"/>
                    <a:pt x="2305" y="1679"/>
                    <a:pt x="2300" y="1676"/>
                  </a:cubicBezTo>
                  <a:close/>
                  <a:moveTo>
                    <a:pt x="2329" y="1675"/>
                  </a:moveTo>
                  <a:cubicBezTo>
                    <a:pt x="2326" y="1677"/>
                    <a:pt x="2321" y="1673"/>
                    <a:pt x="2317" y="1677"/>
                  </a:cubicBezTo>
                  <a:cubicBezTo>
                    <a:pt x="2313" y="1672"/>
                    <a:pt x="2324" y="1676"/>
                    <a:pt x="2326" y="1672"/>
                  </a:cubicBezTo>
                  <a:cubicBezTo>
                    <a:pt x="2330" y="1673"/>
                    <a:pt x="2334" y="1672"/>
                    <a:pt x="2338" y="1670"/>
                  </a:cubicBezTo>
                  <a:cubicBezTo>
                    <a:pt x="2342" y="1675"/>
                    <a:pt x="2332" y="1675"/>
                    <a:pt x="2329" y="1675"/>
                  </a:cubicBezTo>
                  <a:close/>
                  <a:moveTo>
                    <a:pt x="2742" y="1593"/>
                  </a:moveTo>
                  <a:cubicBezTo>
                    <a:pt x="2729" y="1584"/>
                    <a:pt x="2729" y="1573"/>
                    <a:pt x="2717" y="1564"/>
                  </a:cubicBezTo>
                  <a:cubicBezTo>
                    <a:pt x="2704" y="1537"/>
                    <a:pt x="2702" y="1535"/>
                    <a:pt x="2699" y="1533"/>
                  </a:cubicBezTo>
                  <a:cubicBezTo>
                    <a:pt x="2684" y="1506"/>
                    <a:pt x="2685" y="1504"/>
                    <a:pt x="2683" y="1501"/>
                  </a:cubicBezTo>
                  <a:cubicBezTo>
                    <a:pt x="2650" y="1418"/>
                    <a:pt x="2654" y="1414"/>
                    <a:pt x="2651" y="1412"/>
                  </a:cubicBezTo>
                  <a:cubicBezTo>
                    <a:pt x="2638" y="1362"/>
                    <a:pt x="2638" y="1351"/>
                    <a:pt x="2636" y="1339"/>
                  </a:cubicBezTo>
                  <a:cubicBezTo>
                    <a:pt x="2625" y="1301"/>
                    <a:pt x="2630" y="1294"/>
                    <a:pt x="2625" y="1290"/>
                  </a:cubicBezTo>
                  <a:cubicBezTo>
                    <a:pt x="2622" y="1250"/>
                    <a:pt x="2621" y="1245"/>
                    <a:pt x="2621" y="1240"/>
                  </a:cubicBezTo>
                  <a:cubicBezTo>
                    <a:pt x="2612" y="1150"/>
                    <a:pt x="2607" y="1129"/>
                    <a:pt x="2608" y="1106"/>
                  </a:cubicBezTo>
                  <a:cubicBezTo>
                    <a:pt x="2616" y="1110"/>
                    <a:pt x="2612" y="1115"/>
                    <a:pt x="2616" y="1119"/>
                  </a:cubicBezTo>
                  <a:cubicBezTo>
                    <a:pt x="2620" y="1134"/>
                    <a:pt x="2621" y="1138"/>
                    <a:pt x="2620" y="1143"/>
                  </a:cubicBezTo>
                  <a:cubicBezTo>
                    <a:pt x="2635" y="1209"/>
                    <a:pt x="2637" y="1213"/>
                    <a:pt x="2636" y="1218"/>
                  </a:cubicBezTo>
                  <a:cubicBezTo>
                    <a:pt x="2642" y="1252"/>
                    <a:pt x="2643" y="1257"/>
                    <a:pt x="2643" y="1263"/>
                  </a:cubicBezTo>
                  <a:cubicBezTo>
                    <a:pt x="2658" y="1309"/>
                    <a:pt x="2657" y="1314"/>
                    <a:pt x="2657" y="1319"/>
                  </a:cubicBezTo>
                  <a:cubicBezTo>
                    <a:pt x="2668" y="1364"/>
                    <a:pt x="2668" y="1366"/>
                    <a:pt x="2666" y="1370"/>
                  </a:cubicBezTo>
                  <a:cubicBezTo>
                    <a:pt x="2671" y="1392"/>
                    <a:pt x="2676" y="1393"/>
                    <a:pt x="2676" y="1394"/>
                  </a:cubicBezTo>
                  <a:cubicBezTo>
                    <a:pt x="2681" y="1409"/>
                    <a:pt x="2673" y="1415"/>
                    <a:pt x="2680" y="1419"/>
                  </a:cubicBezTo>
                  <a:cubicBezTo>
                    <a:pt x="2689" y="1457"/>
                    <a:pt x="2692" y="1466"/>
                    <a:pt x="2698" y="1475"/>
                  </a:cubicBezTo>
                  <a:cubicBezTo>
                    <a:pt x="2724" y="1549"/>
                    <a:pt x="2735" y="1567"/>
                    <a:pt x="2748" y="1584"/>
                  </a:cubicBezTo>
                  <a:cubicBezTo>
                    <a:pt x="2774" y="1618"/>
                    <a:pt x="2781" y="1626"/>
                    <a:pt x="2788" y="1634"/>
                  </a:cubicBezTo>
                  <a:cubicBezTo>
                    <a:pt x="2756" y="1619"/>
                    <a:pt x="2754" y="1614"/>
                    <a:pt x="2750" y="1609"/>
                  </a:cubicBezTo>
                  <a:close/>
                  <a:moveTo>
                    <a:pt x="2716" y="1610"/>
                  </a:moveTo>
                  <a:cubicBezTo>
                    <a:pt x="2718" y="1613"/>
                    <a:pt x="2713" y="1611"/>
                    <a:pt x="2711" y="1609"/>
                  </a:cubicBezTo>
                  <a:cubicBezTo>
                    <a:pt x="2708" y="1605"/>
                    <a:pt x="2713" y="1608"/>
                    <a:pt x="2716" y="1610"/>
                  </a:cubicBezTo>
                  <a:close/>
                  <a:moveTo>
                    <a:pt x="2687" y="1582"/>
                  </a:moveTo>
                  <a:cubicBezTo>
                    <a:pt x="2683" y="1586"/>
                    <a:pt x="2677" y="1577"/>
                    <a:pt x="2673" y="1576"/>
                  </a:cubicBezTo>
                  <a:cubicBezTo>
                    <a:pt x="2647" y="1538"/>
                    <a:pt x="2652" y="1531"/>
                    <a:pt x="2645" y="1526"/>
                  </a:cubicBezTo>
                  <a:cubicBezTo>
                    <a:pt x="2627" y="1486"/>
                    <a:pt x="2621" y="1477"/>
                    <a:pt x="2619" y="1467"/>
                  </a:cubicBezTo>
                  <a:cubicBezTo>
                    <a:pt x="2594" y="1380"/>
                    <a:pt x="2592" y="1371"/>
                    <a:pt x="2592" y="1362"/>
                  </a:cubicBezTo>
                  <a:cubicBezTo>
                    <a:pt x="2580" y="1281"/>
                    <a:pt x="2583" y="1276"/>
                    <a:pt x="2582" y="1272"/>
                  </a:cubicBezTo>
                  <a:cubicBezTo>
                    <a:pt x="2585" y="1242"/>
                    <a:pt x="2578" y="1239"/>
                    <a:pt x="2581" y="1234"/>
                  </a:cubicBezTo>
                  <a:cubicBezTo>
                    <a:pt x="2578" y="1214"/>
                    <a:pt x="2576" y="1213"/>
                    <a:pt x="2575" y="1212"/>
                  </a:cubicBezTo>
                  <a:cubicBezTo>
                    <a:pt x="2574" y="1144"/>
                    <a:pt x="2577" y="1139"/>
                    <a:pt x="2572" y="1137"/>
                  </a:cubicBezTo>
                  <a:cubicBezTo>
                    <a:pt x="2574" y="1098"/>
                    <a:pt x="2569" y="1092"/>
                    <a:pt x="2573" y="1085"/>
                  </a:cubicBezTo>
                  <a:cubicBezTo>
                    <a:pt x="2570" y="1056"/>
                    <a:pt x="2569" y="1050"/>
                    <a:pt x="2566" y="1044"/>
                  </a:cubicBezTo>
                  <a:cubicBezTo>
                    <a:pt x="2572" y="1064"/>
                    <a:pt x="2576" y="1069"/>
                    <a:pt x="2574" y="1075"/>
                  </a:cubicBezTo>
                  <a:cubicBezTo>
                    <a:pt x="2582" y="1149"/>
                    <a:pt x="2583" y="1152"/>
                    <a:pt x="2584" y="1155"/>
                  </a:cubicBezTo>
                  <a:cubicBezTo>
                    <a:pt x="2588" y="1193"/>
                    <a:pt x="2583" y="1206"/>
                    <a:pt x="2587" y="1217"/>
                  </a:cubicBezTo>
                  <a:cubicBezTo>
                    <a:pt x="2589" y="1273"/>
                    <a:pt x="2591" y="1275"/>
                    <a:pt x="2592" y="1276"/>
                  </a:cubicBezTo>
                  <a:cubicBezTo>
                    <a:pt x="2589" y="1301"/>
                    <a:pt x="2594" y="1311"/>
                    <a:pt x="2592" y="1323"/>
                  </a:cubicBezTo>
                  <a:cubicBezTo>
                    <a:pt x="2594" y="1347"/>
                    <a:pt x="2599" y="1352"/>
                    <a:pt x="2598" y="1358"/>
                  </a:cubicBezTo>
                  <a:cubicBezTo>
                    <a:pt x="2604" y="1388"/>
                    <a:pt x="2602" y="1391"/>
                    <a:pt x="2606" y="1393"/>
                  </a:cubicBezTo>
                  <a:cubicBezTo>
                    <a:pt x="2611" y="1423"/>
                    <a:pt x="2611" y="1425"/>
                    <a:pt x="2615" y="1427"/>
                  </a:cubicBezTo>
                  <a:cubicBezTo>
                    <a:pt x="2628" y="1467"/>
                    <a:pt x="2631" y="1472"/>
                    <a:pt x="2633" y="1478"/>
                  </a:cubicBezTo>
                  <a:cubicBezTo>
                    <a:pt x="2651" y="1517"/>
                    <a:pt x="2656" y="1521"/>
                    <a:pt x="2658" y="1527"/>
                  </a:cubicBezTo>
                  <a:cubicBezTo>
                    <a:pt x="2697" y="1593"/>
                    <a:pt x="2691" y="1584"/>
                    <a:pt x="2687" y="1582"/>
                  </a:cubicBezTo>
                  <a:close/>
                  <a:moveTo>
                    <a:pt x="2144" y="1575"/>
                  </a:moveTo>
                  <a:cubicBezTo>
                    <a:pt x="2148" y="1570"/>
                    <a:pt x="2154" y="1577"/>
                    <a:pt x="2158" y="1574"/>
                  </a:cubicBezTo>
                  <a:cubicBezTo>
                    <a:pt x="2160" y="1578"/>
                    <a:pt x="2149" y="1578"/>
                    <a:pt x="2144" y="1575"/>
                  </a:cubicBezTo>
                  <a:close/>
                  <a:moveTo>
                    <a:pt x="2526" y="1607"/>
                  </a:moveTo>
                  <a:cubicBezTo>
                    <a:pt x="2524" y="1607"/>
                    <a:pt x="2522" y="1607"/>
                    <a:pt x="2520" y="1605"/>
                  </a:cubicBezTo>
                  <a:cubicBezTo>
                    <a:pt x="2516" y="1609"/>
                    <a:pt x="2511" y="1603"/>
                    <a:pt x="2508" y="1607"/>
                  </a:cubicBezTo>
                  <a:cubicBezTo>
                    <a:pt x="2499" y="1605"/>
                    <a:pt x="2490" y="1605"/>
                    <a:pt x="2482" y="1606"/>
                  </a:cubicBezTo>
                  <a:cubicBezTo>
                    <a:pt x="2480" y="1603"/>
                    <a:pt x="2484" y="1601"/>
                    <a:pt x="2486" y="1604"/>
                  </a:cubicBezTo>
                  <a:cubicBezTo>
                    <a:pt x="2489" y="1602"/>
                    <a:pt x="2492" y="1603"/>
                    <a:pt x="2494" y="1601"/>
                  </a:cubicBezTo>
                  <a:cubicBezTo>
                    <a:pt x="2507" y="1605"/>
                    <a:pt x="2518" y="1601"/>
                    <a:pt x="2531" y="1604"/>
                  </a:cubicBezTo>
                  <a:cubicBezTo>
                    <a:pt x="2533" y="1608"/>
                    <a:pt x="2528" y="1604"/>
                    <a:pt x="2526" y="1607"/>
                  </a:cubicBezTo>
                  <a:close/>
                  <a:moveTo>
                    <a:pt x="2567" y="1613"/>
                  </a:moveTo>
                  <a:cubicBezTo>
                    <a:pt x="2559" y="1606"/>
                    <a:pt x="2555" y="1614"/>
                    <a:pt x="2547" y="1607"/>
                  </a:cubicBezTo>
                  <a:cubicBezTo>
                    <a:pt x="2553" y="1605"/>
                    <a:pt x="2561" y="1610"/>
                    <a:pt x="2568" y="1608"/>
                  </a:cubicBezTo>
                  <a:cubicBezTo>
                    <a:pt x="2574" y="1610"/>
                    <a:pt x="2580" y="1607"/>
                    <a:pt x="2587" y="1610"/>
                  </a:cubicBezTo>
                  <a:cubicBezTo>
                    <a:pt x="2581" y="1615"/>
                    <a:pt x="2573" y="1607"/>
                    <a:pt x="2567" y="1613"/>
                  </a:cubicBezTo>
                  <a:close/>
                  <a:moveTo>
                    <a:pt x="2540" y="1598"/>
                  </a:moveTo>
                  <a:cubicBezTo>
                    <a:pt x="2525" y="1593"/>
                    <a:pt x="2512" y="1597"/>
                    <a:pt x="2497" y="1592"/>
                  </a:cubicBezTo>
                  <a:cubicBezTo>
                    <a:pt x="2450" y="1595"/>
                    <a:pt x="2441" y="1586"/>
                    <a:pt x="2435" y="1590"/>
                  </a:cubicBezTo>
                  <a:cubicBezTo>
                    <a:pt x="2387" y="1588"/>
                    <a:pt x="2379" y="1582"/>
                    <a:pt x="2372" y="1583"/>
                  </a:cubicBezTo>
                  <a:cubicBezTo>
                    <a:pt x="2312" y="1577"/>
                    <a:pt x="2305" y="1580"/>
                    <a:pt x="2296" y="1579"/>
                  </a:cubicBezTo>
                  <a:cubicBezTo>
                    <a:pt x="2241" y="1575"/>
                    <a:pt x="2238" y="1581"/>
                    <a:pt x="2233" y="1579"/>
                  </a:cubicBezTo>
                  <a:cubicBezTo>
                    <a:pt x="2204" y="1581"/>
                    <a:pt x="2199" y="1578"/>
                    <a:pt x="2196" y="1580"/>
                  </a:cubicBezTo>
                  <a:cubicBezTo>
                    <a:pt x="2167" y="1578"/>
                    <a:pt x="2165" y="1578"/>
                    <a:pt x="2162" y="1576"/>
                  </a:cubicBezTo>
                  <a:cubicBezTo>
                    <a:pt x="2207" y="1569"/>
                    <a:pt x="2214" y="1577"/>
                    <a:pt x="2219" y="1572"/>
                  </a:cubicBezTo>
                  <a:cubicBezTo>
                    <a:pt x="2278" y="1569"/>
                    <a:pt x="2290" y="1571"/>
                    <a:pt x="2300" y="1569"/>
                  </a:cubicBezTo>
                  <a:cubicBezTo>
                    <a:pt x="2323" y="1569"/>
                    <a:pt x="2329" y="1569"/>
                    <a:pt x="2335" y="1568"/>
                  </a:cubicBezTo>
                  <a:cubicBezTo>
                    <a:pt x="2440" y="1571"/>
                    <a:pt x="2444" y="1568"/>
                    <a:pt x="2449" y="1566"/>
                  </a:cubicBezTo>
                  <a:cubicBezTo>
                    <a:pt x="2502" y="1575"/>
                    <a:pt x="2506" y="1569"/>
                    <a:pt x="2512" y="1573"/>
                  </a:cubicBezTo>
                  <a:cubicBezTo>
                    <a:pt x="2567" y="1582"/>
                    <a:pt x="2574" y="1579"/>
                    <a:pt x="2583" y="1581"/>
                  </a:cubicBezTo>
                  <a:cubicBezTo>
                    <a:pt x="2641" y="1590"/>
                    <a:pt x="2646" y="1593"/>
                    <a:pt x="2652" y="1596"/>
                  </a:cubicBezTo>
                  <a:cubicBezTo>
                    <a:pt x="2707" y="1622"/>
                    <a:pt x="2702" y="1616"/>
                    <a:pt x="2699" y="1619"/>
                  </a:cubicBezTo>
                  <a:cubicBezTo>
                    <a:pt x="2672" y="1612"/>
                    <a:pt x="2669" y="1612"/>
                    <a:pt x="2666" y="1613"/>
                  </a:cubicBezTo>
                  <a:cubicBezTo>
                    <a:pt x="2637" y="1606"/>
                    <a:pt x="2631" y="1611"/>
                    <a:pt x="2624" y="1606"/>
                  </a:cubicBezTo>
                  <a:close/>
                  <a:moveTo>
                    <a:pt x="2597" y="1611"/>
                  </a:moveTo>
                  <a:cubicBezTo>
                    <a:pt x="2606" y="1607"/>
                    <a:pt x="2618" y="1619"/>
                    <a:pt x="2627" y="1613"/>
                  </a:cubicBezTo>
                  <a:cubicBezTo>
                    <a:pt x="2633" y="1619"/>
                    <a:pt x="2636" y="1614"/>
                    <a:pt x="2642" y="1618"/>
                  </a:cubicBezTo>
                  <a:cubicBezTo>
                    <a:pt x="2633" y="1621"/>
                    <a:pt x="2623" y="1619"/>
                    <a:pt x="2614" y="1621"/>
                  </a:cubicBezTo>
                  <a:cubicBezTo>
                    <a:pt x="2608" y="1613"/>
                    <a:pt x="2605" y="1615"/>
                    <a:pt x="2597" y="1611"/>
                  </a:cubicBezTo>
                  <a:close/>
                  <a:moveTo>
                    <a:pt x="2763" y="1649"/>
                  </a:moveTo>
                  <a:cubicBezTo>
                    <a:pt x="2754" y="1649"/>
                    <a:pt x="2745" y="1646"/>
                    <a:pt x="2735" y="1643"/>
                  </a:cubicBezTo>
                  <a:cubicBezTo>
                    <a:pt x="2676" y="1644"/>
                    <a:pt x="2666" y="1642"/>
                    <a:pt x="2656" y="1643"/>
                  </a:cubicBezTo>
                  <a:cubicBezTo>
                    <a:pt x="2619" y="1644"/>
                    <a:pt x="2610" y="1645"/>
                    <a:pt x="2601" y="1648"/>
                  </a:cubicBezTo>
                  <a:cubicBezTo>
                    <a:pt x="2566" y="1648"/>
                    <a:pt x="2563" y="1648"/>
                    <a:pt x="2560" y="1650"/>
                  </a:cubicBezTo>
                  <a:cubicBezTo>
                    <a:pt x="2515" y="1653"/>
                    <a:pt x="2510" y="1656"/>
                    <a:pt x="2503" y="1654"/>
                  </a:cubicBezTo>
                  <a:cubicBezTo>
                    <a:pt x="2451" y="1659"/>
                    <a:pt x="2440" y="1669"/>
                    <a:pt x="2426" y="1663"/>
                  </a:cubicBezTo>
                  <a:cubicBezTo>
                    <a:pt x="2376" y="1673"/>
                    <a:pt x="2369" y="1667"/>
                    <a:pt x="2365" y="1672"/>
                  </a:cubicBezTo>
                  <a:cubicBezTo>
                    <a:pt x="2379" y="1668"/>
                    <a:pt x="2384" y="1667"/>
                    <a:pt x="2389" y="1664"/>
                  </a:cubicBezTo>
                  <a:cubicBezTo>
                    <a:pt x="2438" y="1657"/>
                    <a:pt x="2443" y="1656"/>
                    <a:pt x="2448" y="1654"/>
                  </a:cubicBezTo>
                  <a:cubicBezTo>
                    <a:pt x="2508" y="1641"/>
                    <a:pt x="2511" y="1645"/>
                    <a:pt x="2512" y="1644"/>
                  </a:cubicBezTo>
                  <a:cubicBezTo>
                    <a:pt x="2542" y="1641"/>
                    <a:pt x="2546" y="1637"/>
                    <a:pt x="2551" y="1636"/>
                  </a:cubicBezTo>
                  <a:cubicBezTo>
                    <a:pt x="2604" y="1630"/>
                    <a:pt x="2614" y="1631"/>
                    <a:pt x="2623" y="1627"/>
                  </a:cubicBezTo>
                  <a:cubicBezTo>
                    <a:pt x="2687" y="1626"/>
                    <a:pt x="2697" y="1629"/>
                    <a:pt x="2705" y="1626"/>
                  </a:cubicBezTo>
                  <a:cubicBezTo>
                    <a:pt x="2750" y="1637"/>
                    <a:pt x="2753" y="1632"/>
                    <a:pt x="2757" y="1637"/>
                  </a:cubicBezTo>
                  <a:cubicBezTo>
                    <a:pt x="2783" y="1654"/>
                    <a:pt x="2773" y="1651"/>
                    <a:pt x="2763" y="1649"/>
                  </a:cubicBezTo>
                  <a:close/>
                  <a:moveTo>
                    <a:pt x="2805" y="1637"/>
                  </a:moveTo>
                  <a:cubicBezTo>
                    <a:pt x="2800" y="1634"/>
                    <a:pt x="2797" y="1631"/>
                    <a:pt x="2796" y="1626"/>
                  </a:cubicBezTo>
                  <a:cubicBezTo>
                    <a:pt x="2758" y="1589"/>
                    <a:pt x="2761" y="1584"/>
                    <a:pt x="2756" y="1581"/>
                  </a:cubicBezTo>
                  <a:cubicBezTo>
                    <a:pt x="2746" y="1568"/>
                    <a:pt x="2747" y="1564"/>
                    <a:pt x="2740" y="1561"/>
                  </a:cubicBezTo>
                  <a:cubicBezTo>
                    <a:pt x="2730" y="1535"/>
                    <a:pt x="2730" y="1532"/>
                    <a:pt x="2727" y="1530"/>
                  </a:cubicBezTo>
                  <a:cubicBezTo>
                    <a:pt x="2718" y="1506"/>
                    <a:pt x="2718" y="1503"/>
                    <a:pt x="2714" y="1501"/>
                  </a:cubicBezTo>
                  <a:cubicBezTo>
                    <a:pt x="2687" y="1421"/>
                    <a:pt x="2685" y="1400"/>
                    <a:pt x="2677" y="1380"/>
                  </a:cubicBezTo>
                  <a:cubicBezTo>
                    <a:pt x="2674" y="1353"/>
                    <a:pt x="2671" y="1351"/>
                    <a:pt x="2673" y="1348"/>
                  </a:cubicBezTo>
                  <a:cubicBezTo>
                    <a:pt x="2646" y="1236"/>
                    <a:pt x="2645" y="1214"/>
                    <a:pt x="2642" y="1194"/>
                  </a:cubicBezTo>
                  <a:cubicBezTo>
                    <a:pt x="2628" y="1129"/>
                    <a:pt x="2621" y="1127"/>
                    <a:pt x="2623" y="1123"/>
                  </a:cubicBezTo>
                  <a:cubicBezTo>
                    <a:pt x="2620" y="1109"/>
                    <a:pt x="2614" y="1106"/>
                    <a:pt x="2617" y="1101"/>
                  </a:cubicBezTo>
                  <a:cubicBezTo>
                    <a:pt x="2600" y="1060"/>
                    <a:pt x="2601" y="1047"/>
                    <a:pt x="2596" y="1035"/>
                  </a:cubicBezTo>
                  <a:cubicBezTo>
                    <a:pt x="2606" y="1050"/>
                    <a:pt x="2612" y="1052"/>
                    <a:pt x="2608" y="1056"/>
                  </a:cubicBezTo>
                  <a:cubicBezTo>
                    <a:pt x="2633" y="1119"/>
                    <a:pt x="2633" y="1126"/>
                    <a:pt x="2632" y="1133"/>
                  </a:cubicBezTo>
                  <a:cubicBezTo>
                    <a:pt x="2642" y="1158"/>
                    <a:pt x="2644" y="1164"/>
                    <a:pt x="2643" y="1171"/>
                  </a:cubicBezTo>
                  <a:cubicBezTo>
                    <a:pt x="2653" y="1196"/>
                    <a:pt x="2654" y="1203"/>
                    <a:pt x="2657" y="1209"/>
                  </a:cubicBezTo>
                  <a:cubicBezTo>
                    <a:pt x="2667" y="1272"/>
                    <a:pt x="2677" y="1274"/>
                    <a:pt x="2671" y="1279"/>
                  </a:cubicBezTo>
                  <a:cubicBezTo>
                    <a:pt x="2685" y="1333"/>
                    <a:pt x="2681" y="1340"/>
                    <a:pt x="2688" y="1345"/>
                  </a:cubicBezTo>
                  <a:cubicBezTo>
                    <a:pt x="2693" y="1378"/>
                    <a:pt x="2694" y="1381"/>
                    <a:pt x="2696" y="1384"/>
                  </a:cubicBezTo>
                  <a:cubicBezTo>
                    <a:pt x="2700" y="1418"/>
                    <a:pt x="2706" y="1420"/>
                    <a:pt x="2703" y="1423"/>
                  </a:cubicBezTo>
                  <a:cubicBezTo>
                    <a:pt x="2722" y="1475"/>
                    <a:pt x="2722" y="1478"/>
                    <a:pt x="2723" y="1481"/>
                  </a:cubicBezTo>
                  <a:cubicBezTo>
                    <a:pt x="2751" y="1548"/>
                    <a:pt x="2760" y="1560"/>
                    <a:pt x="2766" y="1573"/>
                  </a:cubicBezTo>
                  <a:cubicBezTo>
                    <a:pt x="2784" y="1604"/>
                    <a:pt x="2791" y="1605"/>
                    <a:pt x="2789" y="1609"/>
                  </a:cubicBezTo>
                  <a:close/>
                  <a:moveTo>
                    <a:pt x="2817" y="1654"/>
                  </a:moveTo>
                  <a:cubicBezTo>
                    <a:pt x="2819" y="1652"/>
                    <a:pt x="2819" y="1650"/>
                    <a:pt x="2818" y="1649"/>
                  </a:cubicBezTo>
                  <a:cubicBezTo>
                    <a:pt x="2824" y="1647"/>
                    <a:pt x="2833" y="1657"/>
                    <a:pt x="2836" y="1661"/>
                  </a:cubicBezTo>
                  <a:cubicBezTo>
                    <a:pt x="2827" y="1663"/>
                    <a:pt x="2826" y="1655"/>
                    <a:pt x="2817" y="1654"/>
                  </a:cubicBezTo>
                  <a:close/>
                  <a:moveTo>
                    <a:pt x="2828" y="1677"/>
                  </a:moveTo>
                  <a:cubicBezTo>
                    <a:pt x="2829" y="1675"/>
                    <a:pt x="2831" y="1673"/>
                    <a:pt x="2832" y="1671"/>
                  </a:cubicBezTo>
                  <a:cubicBezTo>
                    <a:pt x="2835" y="1671"/>
                    <a:pt x="2840" y="1673"/>
                    <a:pt x="2844" y="1677"/>
                  </a:cubicBezTo>
                  <a:cubicBezTo>
                    <a:pt x="2839" y="1679"/>
                    <a:pt x="2834" y="1679"/>
                    <a:pt x="2828" y="1677"/>
                  </a:cubicBezTo>
                  <a:close/>
                  <a:moveTo>
                    <a:pt x="2900" y="1640"/>
                  </a:moveTo>
                  <a:cubicBezTo>
                    <a:pt x="2895" y="1633"/>
                    <a:pt x="2905" y="1639"/>
                    <a:pt x="2904" y="1641"/>
                  </a:cubicBezTo>
                  <a:cubicBezTo>
                    <a:pt x="2904" y="1642"/>
                    <a:pt x="2900" y="1641"/>
                    <a:pt x="2900" y="1640"/>
                  </a:cubicBezTo>
                  <a:close/>
                  <a:moveTo>
                    <a:pt x="2864" y="1737"/>
                  </a:moveTo>
                  <a:cubicBezTo>
                    <a:pt x="2860" y="1739"/>
                    <a:pt x="2856" y="1743"/>
                    <a:pt x="2851" y="1741"/>
                  </a:cubicBezTo>
                  <a:cubicBezTo>
                    <a:pt x="2847" y="1745"/>
                    <a:pt x="2843" y="1748"/>
                    <a:pt x="2837" y="1746"/>
                  </a:cubicBezTo>
                  <a:cubicBezTo>
                    <a:pt x="2834" y="1753"/>
                    <a:pt x="2829" y="1752"/>
                    <a:pt x="2825" y="1753"/>
                  </a:cubicBezTo>
                  <a:cubicBezTo>
                    <a:pt x="2822" y="1759"/>
                    <a:pt x="2817" y="1754"/>
                    <a:pt x="2813" y="1758"/>
                  </a:cubicBezTo>
                  <a:cubicBezTo>
                    <a:pt x="2811" y="1757"/>
                    <a:pt x="2810" y="1760"/>
                    <a:pt x="2809" y="1761"/>
                  </a:cubicBezTo>
                  <a:cubicBezTo>
                    <a:pt x="2807" y="1762"/>
                    <a:pt x="2807" y="1761"/>
                    <a:pt x="2806" y="1761"/>
                  </a:cubicBezTo>
                  <a:cubicBezTo>
                    <a:pt x="2804" y="1762"/>
                    <a:pt x="2799" y="1763"/>
                    <a:pt x="2797" y="1766"/>
                  </a:cubicBezTo>
                  <a:cubicBezTo>
                    <a:pt x="2796" y="1768"/>
                    <a:pt x="2791" y="1771"/>
                    <a:pt x="2787" y="1770"/>
                  </a:cubicBezTo>
                  <a:cubicBezTo>
                    <a:pt x="2779" y="1776"/>
                    <a:pt x="2771" y="1778"/>
                    <a:pt x="2762" y="1779"/>
                  </a:cubicBezTo>
                  <a:cubicBezTo>
                    <a:pt x="2761" y="1784"/>
                    <a:pt x="2757" y="1780"/>
                    <a:pt x="2755" y="1782"/>
                  </a:cubicBezTo>
                  <a:cubicBezTo>
                    <a:pt x="2753" y="1784"/>
                    <a:pt x="2751" y="1785"/>
                    <a:pt x="2749" y="1784"/>
                  </a:cubicBezTo>
                  <a:cubicBezTo>
                    <a:pt x="2745" y="1785"/>
                    <a:pt x="2741" y="1789"/>
                    <a:pt x="2736" y="1788"/>
                  </a:cubicBezTo>
                  <a:cubicBezTo>
                    <a:pt x="2732" y="1791"/>
                    <a:pt x="2726" y="1789"/>
                    <a:pt x="2722" y="1792"/>
                  </a:cubicBezTo>
                  <a:cubicBezTo>
                    <a:pt x="2720" y="1791"/>
                    <a:pt x="2719" y="1795"/>
                    <a:pt x="2716" y="1793"/>
                  </a:cubicBezTo>
                  <a:cubicBezTo>
                    <a:pt x="2714" y="1793"/>
                    <a:pt x="2712" y="1793"/>
                    <a:pt x="2710" y="1795"/>
                  </a:cubicBezTo>
                  <a:cubicBezTo>
                    <a:pt x="2707" y="1789"/>
                    <a:pt x="2717" y="1789"/>
                    <a:pt x="2720" y="1788"/>
                  </a:cubicBezTo>
                  <a:cubicBezTo>
                    <a:pt x="2724" y="1786"/>
                    <a:pt x="2726" y="1778"/>
                    <a:pt x="2732" y="1783"/>
                  </a:cubicBezTo>
                  <a:cubicBezTo>
                    <a:pt x="2734" y="1775"/>
                    <a:pt x="2739" y="1776"/>
                    <a:pt x="2742" y="1774"/>
                  </a:cubicBezTo>
                  <a:cubicBezTo>
                    <a:pt x="2745" y="1768"/>
                    <a:pt x="2750" y="1771"/>
                    <a:pt x="2753" y="1766"/>
                  </a:cubicBezTo>
                  <a:cubicBezTo>
                    <a:pt x="2762" y="1766"/>
                    <a:pt x="2768" y="1758"/>
                    <a:pt x="2776" y="1755"/>
                  </a:cubicBezTo>
                  <a:cubicBezTo>
                    <a:pt x="2783" y="1749"/>
                    <a:pt x="2792" y="1749"/>
                    <a:pt x="2799" y="1741"/>
                  </a:cubicBezTo>
                  <a:cubicBezTo>
                    <a:pt x="2810" y="1740"/>
                    <a:pt x="2821" y="1735"/>
                    <a:pt x="2831" y="1731"/>
                  </a:cubicBezTo>
                  <a:cubicBezTo>
                    <a:pt x="2836" y="1732"/>
                    <a:pt x="2840" y="1731"/>
                    <a:pt x="2843" y="1729"/>
                  </a:cubicBezTo>
                  <a:cubicBezTo>
                    <a:pt x="2849" y="1735"/>
                    <a:pt x="2851" y="1724"/>
                    <a:pt x="2856" y="1729"/>
                  </a:cubicBezTo>
                  <a:cubicBezTo>
                    <a:pt x="2864" y="1725"/>
                    <a:pt x="2872" y="1724"/>
                    <a:pt x="2880" y="1721"/>
                  </a:cubicBezTo>
                  <a:cubicBezTo>
                    <a:pt x="2893" y="1726"/>
                    <a:pt x="2905" y="1722"/>
                    <a:pt x="2918" y="1726"/>
                  </a:cubicBezTo>
                  <a:cubicBezTo>
                    <a:pt x="2900" y="1729"/>
                    <a:pt x="2882" y="1734"/>
                    <a:pt x="2864" y="1737"/>
                  </a:cubicBezTo>
                  <a:close/>
                  <a:moveTo>
                    <a:pt x="2915" y="1687"/>
                  </a:moveTo>
                  <a:cubicBezTo>
                    <a:pt x="2914" y="1684"/>
                    <a:pt x="2912" y="1681"/>
                    <a:pt x="2912" y="1677"/>
                  </a:cubicBezTo>
                  <a:cubicBezTo>
                    <a:pt x="2906" y="1672"/>
                    <a:pt x="2907" y="1664"/>
                    <a:pt x="2900" y="1659"/>
                  </a:cubicBezTo>
                  <a:cubicBezTo>
                    <a:pt x="2904" y="1655"/>
                    <a:pt x="2909" y="1664"/>
                    <a:pt x="2908" y="1667"/>
                  </a:cubicBezTo>
                  <a:cubicBezTo>
                    <a:pt x="2913" y="1670"/>
                    <a:pt x="2912" y="1673"/>
                    <a:pt x="2915" y="1677"/>
                  </a:cubicBezTo>
                  <a:cubicBezTo>
                    <a:pt x="2917" y="1678"/>
                    <a:pt x="2915" y="1681"/>
                    <a:pt x="2916" y="1683"/>
                  </a:cubicBezTo>
                  <a:cubicBezTo>
                    <a:pt x="2916" y="1684"/>
                    <a:pt x="2919" y="1684"/>
                    <a:pt x="2920" y="1685"/>
                  </a:cubicBezTo>
                  <a:cubicBezTo>
                    <a:pt x="2920" y="1685"/>
                    <a:pt x="2918" y="1686"/>
                    <a:pt x="2918" y="1687"/>
                  </a:cubicBezTo>
                  <a:cubicBezTo>
                    <a:pt x="2920" y="1690"/>
                    <a:pt x="2927" y="1693"/>
                    <a:pt x="2922" y="1697"/>
                  </a:cubicBezTo>
                  <a:cubicBezTo>
                    <a:pt x="2915" y="1695"/>
                    <a:pt x="2918" y="1691"/>
                    <a:pt x="2915" y="1687"/>
                  </a:cubicBezTo>
                  <a:close/>
                  <a:moveTo>
                    <a:pt x="2921" y="1726"/>
                  </a:moveTo>
                  <a:cubicBezTo>
                    <a:pt x="2924" y="1725"/>
                    <a:pt x="2927" y="1725"/>
                    <a:pt x="2929" y="1726"/>
                  </a:cubicBezTo>
                  <a:cubicBezTo>
                    <a:pt x="2933" y="1729"/>
                    <a:pt x="2924" y="1727"/>
                    <a:pt x="2921" y="1726"/>
                  </a:cubicBezTo>
                  <a:close/>
                  <a:moveTo>
                    <a:pt x="2925" y="1704"/>
                  </a:moveTo>
                  <a:cubicBezTo>
                    <a:pt x="2926" y="1701"/>
                    <a:pt x="2929" y="1702"/>
                    <a:pt x="2931" y="1703"/>
                  </a:cubicBezTo>
                  <a:cubicBezTo>
                    <a:pt x="2930" y="1704"/>
                    <a:pt x="2931" y="1705"/>
                    <a:pt x="2932" y="1706"/>
                  </a:cubicBezTo>
                  <a:cubicBezTo>
                    <a:pt x="2930" y="1708"/>
                    <a:pt x="2927" y="1706"/>
                    <a:pt x="2925" y="1704"/>
                  </a:cubicBezTo>
                  <a:close/>
                  <a:moveTo>
                    <a:pt x="2954" y="1716"/>
                  </a:moveTo>
                  <a:cubicBezTo>
                    <a:pt x="2953" y="1717"/>
                    <a:pt x="2950" y="1716"/>
                    <a:pt x="2949" y="1715"/>
                  </a:cubicBezTo>
                  <a:cubicBezTo>
                    <a:pt x="2945" y="1708"/>
                    <a:pt x="2955" y="1714"/>
                    <a:pt x="2954" y="1716"/>
                  </a:cubicBezTo>
                  <a:close/>
                  <a:moveTo>
                    <a:pt x="2973" y="1726"/>
                  </a:moveTo>
                  <a:cubicBezTo>
                    <a:pt x="2968" y="1724"/>
                    <a:pt x="2972" y="1720"/>
                    <a:pt x="2969" y="1718"/>
                  </a:cubicBezTo>
                  <a:cubicBezTo>
                    <a:pt x="2938" y="1683"/>
                    <a:pt x="2930" y="1679"/>
                    <a:pt x="2927" y="1674"/>
                  </a:cubicBezTo>
                  <a:cubicBezTo>
                    <a:pt x="2915" y="1643"/>
                    <a:pt x="2912" y="1636"/>
                    <a:pt x="2907" y="1629"/>
                  </a:cubicBezTo>
                  <a:cubicBezTo>
                    <a:pt x="2892" y="1579"/>
                    <a:pt x="2886" y="1575"/>
                    <a:pt x="2887" y="1569"/>
                  </a:cubicBezTo>
                  <a:cubicBezTo>
                    <a:pt x="2883" y="1542"/>
                    <a:pt x="2877" y="1540"/>
                    <a:pt x="2879" y="1538"/>
                  </a:cubicBezTo>
                  <a:cubicBezTo>
                    <a:pt x="2871" y="1501"/>
                    <a:pt x="2870" y="1496"/>
                    <a:pt x="2868" y="1491"/>
                  </a:cubicBezTo>
                  <a:cubicBezTo>
                    <a:pt x="2853" y="1392"/>
                    <a:pt x="2859" y="1387"/>
                    <a:pt x="2855" y="1385"/>
                  </a:cubicBezTo>
                  <a:cubicBezTo>
                    <a:pt x="2851" y="1351"/>
                    <a:pt x="2854" y="1340"/>
                    <a:pt x="2850" y="1330"/>
                  </a:cubicBezTo>
                  <a:cubicBezTo>
                    <a:pt x="2857" y="1350"/>
                    <a:pt x="2862" y="1353"/>
                    <a:pt x="2863" y="1357"/>
                  </a:cubicBezTo>
                  <a:cubicBezTo>
                    <a:pt x="2872" y="1389"/>
                    <a:pt x="2874" y="1392"/>
                    <a:pt x="2874" y="1395"/>
                  </a:cubicBezTo>
                  <a:cubicBezTo>
                    <a:pt x="2880" y="1418"/>
                    <a:pt x="2877" y="1423"/>
                    <a:pt x="2880" y="1426"/>
                  </a:cubicBezTo>
                  <a:cubicBezTo>
                    <a:pt x="2883" y="1449"/>
                    <a:pt x="2885" y="1452"/>
                    <a:pt x="2886" y="1456"/>
                  </a:cubicBezTo>
                  <a:cubicBezTo>
                    <a:pt x="2887" y="1491"/>
                    <a:pt x="2897" y="1495"/>
                    <a:pt x="2892" y="1502"/>
                  </a:cubicBezTo>
                  <a:cubicBezTo>
                    <a:pt x="2901" y="1537"/>
                    <a:pt x="2901" y="1540"/>
                    <a:pt x="2899" y="1543"/>
                  </a:cubicBezTo>
                  <a:cubicBezTo>
                    <a:pt x="2907" y="1572"/>
                    <a:pt x="2913" y="1576"/>
                    <a:pt x="2910" y="1582"/>
                  </a:cubicBezTo>
                  <a:cubicBezTo>
                    <a:pt x="2913" y="1604"/>
                    <a:pt x="2924" y="1607"/>
                    <a:pt x="2918" y="1613"/>
                  </a:cubicBezTo>
                  <a:cubicBezTo>
                    <a:pt x="2937" y="1642"/>
                    <a:pt x="2934" y="1651"/>
                    <a:pt x="2941" y="1657"/>
                  </a:cubicBezTo>
                  <a:cubicBezTo>
                    <a:pt x="2993" y="1738"/>
                    <a:pt x="2982" y="1726"/>
                    <a:pt x="2973" y="1726"/>
                  </a:cubicBezTo>
                  <a:close/>
                  <a:moveTo>
                    <a:pt x="3024" y="1736"/>
                  </a:moveTo>
                  <a:cubicBezTo>
                    <a:pt x="3029" y="1728"/>
                    <a:pt x="3032" y="1742"/>
                    <a:pt x="3035" y="1744"/>
                  </a:cubicBezTo>
                  <a:cubicBezTo>
                    <a:pt x="3030" y="1747"/>
                    <a:pt x="3028" y="1738"/>
                    <a:pt x="3024" y="1736"/>
                  </a:cubicBezTo>
                  <a:close/>
                  <a:moveTo>
                    <a:pt x="3115" y="1805"/>
                  </a:moveTo>
                  <a:cubicBezTo>
                    <a:pt x="3110" y="1802"/>
                    <a:pt x="3105" y="1802"/>
                    <a:pt x="3100" y="1803"/>
                  </a:cubicBezTo>
                  <a:cubicBezTo>
                    <a:pt x="3096" y="1798"/>
                    <a:pt x="3093" y="1800"/>
                    <a:pt x="3088" y="1797"/>
                  </a:cubicBezTo>
                  <a:cubicBezTo>
                    <a:pt x="3084" y="1796"/>
                    <a:pt x="3080" y="1793"/>
                    <a:pt x="3077" y="1795"/>
                  </a:cubicBezTo>
                  <a:cubicBezTo>
                    <a:pt x="3074" y="1791"/>
                    <a:pt x="3079" y="1792"/>
                    <a:pt x="3080" y="1790"/>
                  </a:cubicBezTo>
                  <a:cubicBezTo>
                    <a:pt x="3084" y="1789"/>
                    <a:pt x="3088" y="1790"/>
                    <a:pt x="3091" y="1789"/>
                  </a:cubicBezTo>
                  <a:cubicBezTo>
                    <a:pt x="3096" y="1792"/>
                    <a:pt x="3101" y="1795"/>
                    <a:pt x="3106" y="1799"/>
                  </a:cubicBezTo>
                  <a:cubicBezTo>
                    <a:pt x="3108" y="1801"/>
                    <a:pt x="3110" y="1799"/>
                    <a:pt x="3113" y="1800"/>
                  </a:cubicBezTo>
                  <a:cubicBezTo>
                    <a:pt x="3114" y="1802"/>
                    <a:pt x="3116" y="1803"/>
                    <a:pt x="3118" y="1804"/>
                  </a:cubicBezTo>
                  <a:cubicBezTo>
                    <a:pt x="3120" y="1805"/>
                    <a:pt x="3122" y="1806"/>
                    <a:pt x="3123" y="1808"/>
                  </a:cubicBezTo>
                  <a:cubicBezTo>
                    <a:pt x="3121" y="1810"/>
                    <a:pt x="3118" y="1806"/>
                    <a:pt x="3115" y="1805"/>
                  </a:cubicBezTo>
                  <a:close/>
                  <a:moveTo>
                    <a:pt x="1680" y="9"/>
                  </a:moveTo>
                  <a:cubicBezTo>
                    <a:pt x="1681" y="6"/>
                    <a:pt x="1682" y="3"/>
                    <a:pt x="1683" y="0"/>
                  </a:cubicBezTo>
                  <a:cubicBezTo>
                    <a:pt x="1678" y="0"/>
                    <a:pt x="1678" y="0"/>
                    <a:pt x="1678" y="0"/>
                  </a:cubicBezTo>
                  <a:cubicBezTo>
                    <a:pt x="1678" y="2"/>
                    <a:pt x="1677" y="4"/>
                    <a:pt x="1676" y="6"/>
                  </a:cubicBezTo>
                  <a:cubicBezTo>
                    <a:pt x="1676" y="9"/>
                    <a:pt x="1678" y="11"/>
                    <a:pt x="1676" y="15"/>
                  </a:cubicBezTo>
                  <a:cubicBezTo>
                    <a:pt x="1672" y="19"/>
                    <a:pt x="1676" y="26"/>
                    <a:pt x="1679" y="20"/>
                  </a:cubicBezTo>
                  <a:cubicBezTo>
                    <a:pt x="1674" y="19"/>
                    <a:pt x="1680" y="13"/>
                    <a:pt x="1680" y="9"/>
                  </a:cubicBezTo>
                  <a:close/>
                  <a:moveTo>
                    <a:pt x="974" y="1507"/>
                  </a:moveTo>
                  <a:cubicBezTo>
                    <a:pt x="972" y="1503"/>
                    <a:pt x="969" y="1505"/>
                    <a:pt x="966" y="1504"/>
                  </a:cubicBezTo>
                  <a:cubicBezTo>
                    <a:pt x="931" y="1480"/>
                    <a:pt x="929" y="1480"/>
                    <a:pt x="927" y="1479"/>
                  </a:cubicBezTo>
                  <a:cubicBezTo>
                    <a:pt x="911" y="1456"/>
                    <a:pt x="903" y="1450"/>
                    <a:pt x="900" y="1449"/>
                  </a:cubicBezTo>
                  <a:cubicBezTo>
                    <a:pt x="891" y="1420"/>
                    <a:pt x="892" y="1413"/>
                    <a:pt x="887" y="1405"/>
                  </a:cubicBezTo>
                  <a:cubicBezTo>
                    <a:pt x="899" y="1346"/>
                    <a:pt x="894" y="1342"/>
                    <a:pt x="900" y="1340"/>
                  </a:cubicBezTo>
                  <a:cubicBezTo>
                    <a:pt x="889" y="1354"/>
                    <a:pt x="882" y="1359"/>
                    <a:pt x="883" y="1365"/>
                  </a:cubicBezTo>
                  <a:cubicBezTo>
                    <a:pt x="879" y="1379"/>
                    <a:pt x="873" y="1375"/>
                    <a:pt x="876" y="1373"/>
                  </a:cubicBezTo>
                  <a:cubicBezTo>
                    <a:pt x="867" y="1315"/>
                    <a:pt x="864" y="1303"/>
                    <a:pt x="861" y="1290"/>
                  </a:cubicBezTo>
                  <a:cubicBezTo>
                    <a:pt x="844" y="1227"/>
                    <a:pt x="849" y="1225"/>
                    <a:pt x="845" y="1221"/>
                  </a:cubicBezTo>
                  <a:cubicBezTo>
                    <a:pt x="820" y="1167"/>
                    <a:pt x="816" y="1162"/>
                    <a:pt x="812" y="1156"/>
                  </a:cubicBezTo>
                  <a:cubicBezTo>
                    <a:pt x="782" y="1111"/>
                    <a:pt x="775" y="1106"/>
                    <a:pt x="777" y="1103"/>
                  </a:cubicBezTo>
                  <a:cubicBezTo>
                    <a:pt x="763" y="1061"/>
                    <a:pt x="767" y="1054"/>
                    <a:pt x="760" y="1046"/>
                  </a:cubicBezTo>
                  <a:cubicBezTo>
                    <a:pt x="758" y="1037"/>
                    <a:pt x="754" y="1047"/>
                    <a:pt x="761" y="1059"/>
                  </a:cubicBezTo>
                  <a:cubicBezTo>
                    <a:pt x="759" y="1081"/>
                    <a:pt x="757" y="1079"/>
                    <a:pt x="755" y="1076"/>
                  </a:cubicBezTo>
                  <a:cubicBezTo>
                    <a:pt x="746" y="1052"/>
                    <a:pt x="751" y="1050"/>
                    <a:pt x="749" y="1046"/>
                  </a:cubicBezTo>
                  <a:cubicBezTo>
                    <a:pt x="743" y="1005"/>
                    <a:pt x="744" y="997"/>
                    <a:pt x="744" y="990"/>
                  </a:cubicBezTo>
                  <a:cubicBezTo>
                    <a:pt x="720" y="917"/>
                    <a:pt x="722" y="913"/>
                    <a:pt x="719" y="909"/>
                  </a:cubicBezTo>
                  <a:cubicBezTo>
                    <a:pt x="724" y="939"/>
                    <a:pt x="724" y="944"/>
                    <a:pt x="729" y="950"/>
                  </a:cubicBezTo>
                  <a:cubicBezTo>
                    <a:pt x="742" y="1033"/>
                    <a:pt x="743" y="1042"/>
                    <a:pt x="742" y="1051"/>
                  </a:cubicBezTo>
                  <a:cubicBezTo>
                    <a:pt x="748" y="1098"/>
                    <a:pt x="747" y="1116"/>
                    <a:pt x="751" y="1135"/>
                  </a:cubicBezTo>
                  <a:cubicBezTo>
                    <a:pt x="760" y="1183"/>
                    <a:pt x="759" y="1188"/>
                    <a:pt x="763" y="1193"/>
                  </a:cubicBezTo>
                  <a:cubicBezTo>
                    <a:pt x="774" y="1226"/>
                    <a:pt x="771" y="1231"/>
                    <a:pt x="772" y="1236"/>
                  </a:cubicBezTo>
                  <a:cubicBezTo>
                    <a:pt x="781" y="1282"/>
                    <a:pt x="794" y="1289"/>
                    <a:pt x="786" y="1293"/>
                  </a:cubicBezTo>
                  <a:cubicBezTo>
                    <a:pt x="799" y="1326"/>
                    <a:pt x="799" y="1331"/>
                    <a:pt x="801" y="1336"/>
                  </a:cubicBezTo>
                  <a:cubicBezTo>
                    <a:pt x="825" y="1401"/>
                    <a:pt x="829" y="1406"/>
                    <a:pt x="830" y="1411"/>
                  </a:cubicBezTo>
                  <a:cubicBezTo>
                    <a:pt x="830" y="1413"/>
                    <a:pt x="823" y="1404"/>
                    <a:pt x="816" y="1394"/>
                  </a:cubicBezTo>
                  <a:cubicBezTo>
                    <a:pt x="781" y="1320"/>
                    <a:pt x="783" y="1315"/>
                    <a:pt x="776" y="1308"/>
                  </a:cubicBezTo>
                  <a:cubicBezTo>
                    <a:pt x="769" y="1284"/>
                    <a:pt x="767" y="1277"/>
                    <a:pt x="765" y="1270"/>
                  </a:cubicBezTo>
                  <a:cubicBezTo>
                    <a:pt x="743" y="1187"/>
                    <a:pt x="741" y="1180"/>
                    <a:pt x="742" y="1174"/>
                  </a:cubicBezTo>
                  <a:cubicBezTo>
                    <a:pt x="735" y="1142"/>
                    <a:pt x="733" y="1130"/>
                    <a:pt x="734" y="1118"/>
                  </a:cubicBezTo>
                  <a:cubicBezTo>
                    <a:pt x="731" y="1086"/>
                    <a:pt x="725" y="1082"/>
                    <a:pt x="728" y="1080"/>
                  </a:cubicBezTo>
                  <a:cubicBezTo>
                    <a:pt x="722" y="1018"/>
                    <a:pt x="715" y="1010"/>
                    <a:pt x="717" y="1004"/>
                  </a:cubicBezTo>
                  <a:cubicBezTo>
                    <a:pt x="713" y="1033"/>
                    <a:pt x="724" y="1038"/>
                    <a:pt x="716" y="1040"/>
                  </a:cubicBezTo>
                  <a:cubicBezTo>
                    <a:pt x="717" y="1070"/>
                    <a:pt x="724" y="1074"/>
                    <a:pt x="721" y="1077"/>
                  </a:cubicBezTo>
                  <a:cubicBezTo>
                    <a:pt x="722" y="1126"/>
                    <a:pt x="728" y="1130"/>
                    <a:pt x="725" y="1132"/>
                  </a:cubicBezTo>
                  <a:cubicBezTo>
                    <a:pt x="721" y="1146"/>
                    <a:pt x="726" y="1142"/>
                    <a:pt x="720" y="1136"/>
                  </a:cubicBezTo>
                  <a:cubicBezTo>
                    <a:pt x="713" y="1098"/>
                    <a:pt x="714" y="1093"/>
                    <a:pt x="712" y="1088"/>
                  </a:cubicBezTo>
                  <a:cubicBezTo>
                    <a:pt x="704" y="1052"/>
                    <a:pt x="713" y="1048"/>
                    <a:pt x="706" y="1042"/>
                  </a:cubicBezTo>
                  <a:cubicBezTo>
                    <a:pt x="704" y="1006"/>
                    <a:pt x="702" y="1001"/>
                    <a:pt x="703" y="996"/>
                  </a:cubicBezTo>
                  <a:cubicBezTo>
                    <a:pt x="697" y="954"/>
                    <a:pt x="698" y="944"/>
                    <a:pt x="696" y="934"/>
                  </a:cubicBezTo>
                  <a:cubicBezTo>
                    <a:pt x="689" y="896"/>
                    <a:pt x="689" y="891"/>
                    <a:pt x="689" y="885"/>
                  </a:cubicBezTo>
                  <a:cubicBezTo>
                    <a:pt x="677" y="832"/>
                    <a:pt x="675" y="827"/>
                    <a:pt x="676" y="822"/>
                  </a:cubicBezTo>
                  <a:cubicBezTo>
                    <a:pt x="670" y="849"/>
                    <a:pt x="681" y="857"/>
                    <a:pt x="677" y="862"/>
                  </a:cubicBezTo>
                  <a:cubicBezTo>
                    <a:pt x="682" y="891"/>
                    <a:pt x="679" y="902"/>
                    <a:pt x="682" y="914"/>
                  </a:cubicBezTo>
                  <a:cubicBezTo>
                    <a:pt x="675" y="936"/>
                    <a:pt x="679" y="939"/>
                    <a:pt x="675" y="941"/>
                  </a:cubicBezTo>
                  <a:cubicBezTo>
                    <a:pt x="676" y="951"/>
                    <a:pt x="674" y="953"/>
                    <a:pt x="677" y="955"/>
                  </a:cubicBezTo>
                  <a:cubicBezTo>
                    <a:pt x="671" y="1001"/>
                    <a:pt x="666" y="1006"/>
                    <a:pt x="669" y="1012"/>
                  </a:cubicBezTo>
                  <a:cubicBezTo>
                    <a:pt x="670" y="1042"/>
                    <a:pt x="665" y="1044"/>
                    <a:pt x="671" y="1048"/>
                  </a:cubicBezTo>
                  <a:cubicBezTo>
                    <a:pt x="675" y="1091"/>
                    <a:pt x="668" y="1096"/>
                    <a:pt x="672" y="1103"/>
                  </a:cubicBezTo>
                  <a:cubicBezTo>
                    <a:pt x="675" y="1163"/>
                    <a:pt x="676" y="1169"/>
                    <a:pt x="676" y="1176"/>
                  </a:cubicBezTo>
                  <a:cubicBezTo>
                    <a:pt x="682" y="1236"/>
                    <a:pt x="694" y="1244"/>
                    <a:pt x="688" y="1250"/>
                  </a:cubicBezTo>
                  <a:cubicBezTo>
                    <a:pt x="698" y="1281"/>
                    <a:pt x="699" y="1284"/>
                    <a:pt x="696" y="1287"/>
                  </a:cubicBezTo>
                  <a:cubicBezTo>
                    <a:pt x="690" y="1298"/>
                    <a:pt x="692" y="1293"/>
                    <a:pt x="688" y="1287"/>
                  </a:cubicBezTo>
                  <a:cubicBezTo>
                    <a:pt x="672" y="1252"/>
                    <a:pt x="668" y="1243"/>
                    <a:pt x="666" y="1233"/>
                  </a:cubicBezTo>
                  <a:cubicBezTo>
                    <a:pt x="651" y="1146"/>
                    <a:pt x="645" y="1138"/>
                    <a:pt x="646" y="1130"/>
                  </a:cubicBezTo>
                  <a:cubicBezTo>
                    <a:pt x="640" y="1069"/>
                    <a:pt x="643" y="1054"/>
                    <a:pt x="643" y="1039"/>
                  </a:cubicBezTo>
                  <a:cubicBezTo>
                    <a:pt x="647" y="987"/>
                    <a:pt x="648" y="980"/>
                    <a:pt x="646" y="972"/>
                  </a:cubicBezTo>
                  <a:cubicBezTo>
                    <a:pt x="652" y="935"/>
                    <a:pt x="651" y="931"/>
                    <a:pt x="652" y="928"/>
                  </a:cubicBezTo>
                  <a:cubicBezTo>
                    <a:pt x="656" y="852"/>
                    <a:pt x="648" y="843"/>
                    <a:pt x="653" y="836"/>
                  </a:cubicBezTo>
                  <a:cubicBezTo>
                    <a:pt x="643" y="816"/>
                    <a:pt x="650" y="822"/>
                    <a:pt x="647" y="827"/>
                  </a:cubicBezTo>
                  <a:cubicBezTo>
                    <a:pt x="644" y="882"/>
                    <a:pt x="649" y="888"/>
                    <a:pt x="645" y="892"/>
                  </a:cubicBezTo>
                  <a:cubicBezTo>
                    <a:pt x="642" y="928"/>
                    <a:pt x="644" y="934"/>
                    <a:pt x="641" y="938"/>
                  </a:cubicBezTo>
                  <a:cubicBezTo>
                    <a:pt x="641" y="965"/>
                    <a:pt x="638" y="967"/>
                    <a:pt x="639" y="969"/>
                  </a:cubicBezTo>
                  <a:cubicBezTo>
                    <a:pt x="633" y="1038"/>
                    <a:pt x="633" y="1043"/>
                    <a:pt x="633" y="1048"/>
                  </a:cubicBezTo>
                  <a:cubicBezTo>
                    <a:pt x="633" y="1085"/>
                    <a:pt x="635" y="1090"/>
                    <a:pt x="635" y="1095"/>
                  </a:cubicBezTo>
                  <a:cubicBezTo>
                    <a:pt x="642" y="1123"/>
                    <a:pt x="631" y="1124"/>
                    <a:pt x="637" y="1128"/>
                  </a:cubicBezTo>
                  <a:cubicBezTo>
                    <a:pt x="638" y="1156"/>
                    <a:pt x="642" y="1169"/>
                    <a:pt x="642" y="1181"/>
                  </a:cubicBezTo>
                  <a:cubicBezTo>
                    <a:pt x="652" y="1203"/>
                    <a:pt x="648" y="1205"/>
                    <a:pt x="651" y="1209"/>
                  </a:cubicBezTo>
                  <a:cubicBezTo>
                    <a:pt x="670" y="1264"/>
                    <a:pt x="669" y="1270"/>
                    <a:pt x="673" y="1277"/>
                  </a:cubicBezTo>
                  <a:cubicBezTo>
                    <a:pt x="675" y="1288"/>
                    <a:pt x="670" y="1291"/>
                    <a:pt x="665" y="1285"/>
                  </a:cubicBezTo>
                  <a:cubicBezTo>
                    <a:pt x="650" y="1251"/>
                    <a:pt x="642" y="1245"/>
                    <a:pt x="645" y="1241"/>
                  </a:cubicBezTo>
                  <a:cubicBezTo>
                    <a:pt x="624" y="1186"/>
                    <a:pt x="627" y="1177"/>
                    <a:pt x="624" y="1167"/>
                  </a:cubicBezTo>
                  <a:cubicBezTo>
                    <a:pt x="617" y="1119"/>
                    <a:pt x="620" y="1115"/>
                    <a:pt x="615" y="1109"/>
                  </a:cubicBezTo>
                  <a:cubicBezTo>
                    <a:pt x="612" y="1061"/>
                    <a:pt x="616" y="1043"/>
                    <a:pt x="609" y="1022"/>
                  </a:cubicBezTo>
                  <a:cubicBezTo>
                    <a:pt x="623" y="949"/>
                    <a:pt x="617" y="941"/>
                    <a:pt x="624" y="934"/>
                  </a:cubicBezTo>
                  <a:cubicBezTo>
                    <a:pt x="640" y="866"/>
                    <a:pt x="634" y="861"/>
                    <a:pt x="637" y="858"/>
                  </a:cubicBezTo>
                  <a:cubicBezTo>
                    <a:pt x="635" y="834"/>
                    <a:pt x="646" y="833"/>
                    <a:pt x="640" y="829"/>
                  </a:cubicBezTo>
                  <a:cubicBezTo>
                    <a:pt x="642" y="801"/>
                    <a:pt x="647" y="799"/>
                    <a:pt x="643" y="795"/>
                  </a:cubicBezTo>
                  <a:cubicBezTo>
                    <a:pt x="643" y="761"/>
                    <a:pt x="645" y="757"/>
                    <a:pt x="645" y="753"/>
                  </a:cubicBezTo>
                  <a:cubicBezTo>
                    <a:pt x="634" y="744"/>
                    <a:pt x="632" y="755"/>
                    <a:pt x="638" y="766"/>
                  </a:cubicBezTo>
                  <a:cubicBezTo>
                    <a:pt x="632" y="820"/>
                    <a:pt x="632" y="834"/>
                    <a:pt x="632" y="848"/>
                  </a:cubicBezTo>
                  <a:cubicBezTo>
                    <a:pt x="621" y="875"/>
                    <a:pt x="625" y="883"/>
                    <a:pt x="619" y="889"/>
                  </a:cubicBezTo>
                  <a:cubicBezTo>
                    <a:pt x="609" y="963"/>
                    <a:pt x="606" y="993"/>
                    <a:pt x="601" y="1022"/>
                  </a:cubicBezTo>
                  <a:cubicBezTo>
                    <a:pt x="607" y="1061"/>
                    <a:pt x="599" y="1069"/>
                    <a:pt x="604" y="1079"/>
                  </a:cubicBezTo>
                  <a:cubicBezTo>
                    <a:pt x="607" y="1103"/>
                    <a:pt x="605" y="1105"/>
                    <a:pt x="606" y="1108"/>
                  </a:cubicBezTo>
                  <a:cubicBezTo>
                    <a:pt x="615" y="1176"/>
                    <a:pt x="616" y="1186"/>
                    <a:pt x="621" y="1196"/>
                  </a:cubicBezTo>
                  <a:cubicBezTo>
                    <a:pt x="630" y="1230"/>
                    <a:pt x="630" y="1235"/>
                    <a:pt x="634" y="1240"/>
                  </a:cubicBezTo>
                  <a:cubicBezTo>
                    <a:pt x="624" y="1245"/>
                    <a:pt x="627" y="1241"/>
                    <a:pt x="623" y="1237"/>
                  </a:cubicBezTo>
                  <a:cubicBezTo>
                    <a:pt x="611" y="1184"/>
                    <a:pt x="605" y="1176"/>
                    <a:pt x="607" y="1169"/>
                  </a:cubicBezTo>
                  <a:cubicBezTo>
                    <a:pt x="596" y="1116"/>
                    <a:pt x="594" y="1108"/>
                    <a:pt x="593" y="1101"/>
                  </a:cubicBezTo>
                  <a:cubicBezTo>
                    <a:pt x="593" y="1067"/>
                    <a:pt x="588" y="1054"/>
                    <a:pt x="589" y="1042"/>
                  </a:cubicBezTo>
                  <a:cubicBezTo>
                    <a:pt x="591" y="964"/>
                    <a:pt x="591" y="961"/>
                    <a:pt x="590" y="958"/>
                  </a:cubicBezTo>
                  <a:cubicBezTo>
                    <a:pt x="590" y="927"/>
                    <a:pt x="596" y="925"/>
                    <a:pt x="593" y="921"/>
                  </a:cubicBezTo>
                  <a:cubicBezTo>
                    <a:pt x="605" y="892"/>
                    <a:pt x="595" y="887"/>
                    <a:pt x="603" y="885"/>
                  </a:cubicBezTo>
                  <a:cubicBezTo>
                    <a:pt x="602" y="863"/>
                    <a:pt x="614" y="862"/>
                    <a:pt x="607" y="858"/>
                  </a:cubicBezTo>
                  <a:cubicBezTo>
                    <a:pt x="613" y="834"/>
                    <a:pt x="614" y="828"/>
                    <a:pt x="616" y="822"/>
                  </a:cubicBezTo>
                  <a:cubicBezTo>
                    <a:pt x="615" y="800"/>
                    <a:pt x="620" y="797"/>
                    <a:pt x="618" y="794"/>
                  </a:cubicBezTo>
                  <a:cubicBezTo>
                    <a:pt x="608" y="817"/>
                    <a:pt x="609" y="822"/>
                    <a:pt x="609" y="827"/>
                  </a:cubicBezTo>
                  <a:cubicBezTo>
                    <a:pt x="597" y="876"/>
                    <a:pt x="594" y="885"/>
                    <a:pt x="590" y="894"/>
                  </a:cubicBezTo>
                  <a:cubicBezTo>
                    <a:pt x="584" y="957"/>
                    <a:pt x="578" y="965"/>
                    <a:pt x="581" y="975"/>
                  </a:cubicBezTo>
                  <a:cubicBezTo>
                    <a:pt x="579" y="1012"/>
                    <a:pt x="580" y="1021"/>
                    <a:pt x="580" y="1030"/>
                  </a:cubicBezTo>
                  <a:cubicBezTo>
                    <a:pt x="582" y="1091"/>
                    <a:pt x="586" y="1096"/>
                    <a:pt x="585" y="1101"/>
                  </a:cubicBezTo>
                  <a:cubicBezTo>
                    <a:pt x="600" y="1177"/>
                    <a:pt x="598" y="1181"/>
                    <a:pt x="604" y="1187"/>
                  </a:cubicBezTo>
                  <a:cubicBezTo>
                    <a:pt x="606" y="1230"/>
                    <a:pt x="603" y="1224"/>
                    <a:pt x="600" y="1219"/>
                  </a:cubicBezTo>
                  <a:cubicBezTo>
                    <a:pt x="585" y="1180"/>
                    <a:pt x="590" y="1172"/>
                    <a:pt x="586" y="1170"/>
                  </a:cubicBezTo>
                  <a:cubicBezTo>
                    <a:pt x="581" y="1151"/>
                    <a:pt x="584" y="1149"/>
                    <a:pt x="579" y="1145"/>
                  </a:cubicBezTo>
                  <a:cubicBezTo>
                    <a:pt x="573" y="1114"/>
                    <a:pt x="573" y="1112"/>
                    <a:pt x="573" y="1110"/>
                  </a:cubicBezTo>
                  <a:cubicBezTo>
                    <a:pt x="566" y="1082"/>
                    <a:pt x="569" y="1078"/>
                    <a:pt x="568" y="1073"/>
                  </a:cubicBezTo>
                  <a:cubicBezTo>
                    <a:pt x="566" y="1036"/>
                    <a:pt x="563" y="1033"/>
                    <a:pt x="567" y="1031"/>
                  </a:cubicBezTo>
                  <a:cubicBezTo>
                    <a:pt x="569" y="979"/>
                    <a:pt x="563" y="969"/>
                    <a:pt x="565" y="960"/>
                  </a:cubicBezTo>
                  <a:cubicBezTo>
                    <a:pt x="568" y="930"/>
                    <a:pt x="564" y="927"/>
                    <a:pt x="566" y="924"/>
                  </a:cubicBezTo>
                  <a:cubicBezTo>
                    <a:pt x="574" y="895"/>
                    <a:pt x="569" y="889"/>
                    <a:pt x="573" y="885"/>
                  </a:cubicBezTo>
                  <a:cubicBezTo>
                    <a:pt x="579" y="847"/>
                    <a:pt x="578" y="841"/>
                    <a:pt x="578" y="836"/>
                  </a:cubicBezTo>
                  <a:cubicBezTo>
                    <a:pt x="583" y="808"/>
                    <a:pt x="590" y="806"/>
                    <a:pt x="590" y="803"/>
                  </a:cubicBezTo>
                  <a:cubicBezTo>
                    <a:pt x="597" y="749"/>
                    <a:pt x="598" y="743"/>
                    <a:pt x="599" y="738"/>
                  </a:cubicBezTo>
                  <a:cubicBezTo>
                    <a:pt x="600" y="694"/>
                    <a:pt x="601" y="691"/>
                    <a:pt x="601" y="688"/>
                  </a:cubicBezTo>
                  <a:cubicBezTo>
                    <a:pt x="594" y="675"/>
                    <a:pt x="596" y="680"/>
                    <a:pt x="600" y="686"/>
                  </a:cubicBezTo>
                  <a:cubicBezTo>
                    <a:pt x="595" y="733"/>
                    <a:pt x="590" y="739"/>
                    <a:pt x="592" y="746"/>
                  </a:cubicBezTo>
                  <a:cubicBezTo>
                    <a:pt x="570" y="852"/>
                    <a:pt x="563" y="853"/>
                    <a:pt x="567" y="857"/>
                  </a:cubicBezTo>
                  <a:cubicBezTo>
                    <a:pt x="563" y="882"/>
                    <a:pt x="561" y="885"/>
                    <a:pt x="563" y="889"/>
                  </a:cubicBezTo>
                  <a:cubicBezTo>
                    <a:pt x="558" y="915"/>
                    <a:pt x="558" y="918"/>
                    <a:pt x="558" y="920"/>
                  </a:cubicBezTo>
                  <a:cubicBezTo>
                    <a:pt x="554" y="958"/>
                    <a:pt x="558" y="966"/>
                    <a:pt x="555" y="972"/>
                  </a:cubicBezTo>
                  <a:cubicBezTo>
                    <a:pt x="558" y="1019"/>
                    <a:pt x="555" y="1023"/>
                    <a:pt x="557" y="1027"/>
                  </a:cubicBezTo>
                  <a:cubicBezTo>
                    <a:pt x="558" y="1059"/>
                    <a:pt x="561" y="1064"/>
                    <a:pt x="556" y="1068"/>
                  </a:cubicBezTo>
                  <a:cubicBezTo>
                    <a:pt x="562" y="1093"/>
                    <a:pt x="560" y="1096"/>
                    <a:pt x="563" y="1100"/>
                  </a:cubicBezTo>
                  <a:cubicBezTo>
                    <a:pt x="564" y="1121"/>
                    <a:pt x="568" y="1131"/>
                    <a:pt x="571" y="1141"/>
                  </a:cubicBezTo>
                  <a:cubicBezTo>
                    <a:pt x="580" y="1181"/>
                    <a:pt x="584" y="1184"/>
                    <a:pt x="582" y="1186"/>
                  </a:cubicBezTo>
                  <a:cubicBezTo>
                    <a:pt x="564" y="1172"/>
                    <a:pt x="561" y="1161"/>
                    <a:pt x="558" y="1150"/>
                  </a:cubicBezTo>
                  <a:cubicBezTo>
                    <a:pt x="546" y="1104"/>
                    <a:pt x="550" y="1101"/>
                    <a:pt x="545" y="1097"/>
                  </a:cubicBezTo>
                  <a:cubicBezTo>
                    <a:pt x="543" y="1058"/>
                    <a:pt x="539" y="1047"/>
                    <a:pt x="540" y="1037"/>
                  </a:cubicBezTo>
                  <a:cubicBezTo>
                    <a:pt x="536" y="987"/>
                    <a:pt x="533" y="982"/>
                    <a:pt x="534" y="977"/>
                  </a:cubicBezTo>
                  <a:cubicBezTo>
                    <a:pt x="533" y="942"/>
                    <a:pt x="535" y="938"/>
                    <a:pt x="535" y="933"/>
                  </a:cubicBezTo>
                  <a:cubicBezTo>
                    <a:pt x="540" y="908"/>
                    <a:pt x="534" y="897"/>
                    <a:pt x="541" y="889"/>
                  </a:cubicBezTo>
                  <a:cubicBezTo>
                    <a:pt x="544" y="865"/>
                    <a:pt x="544" y="862"/>
                    <a:pt x="547" y="860"/>
                  </a:cubicBezTo>
                  <a:cubicBezTo>
                    <a:pt x="546" y="829"/>
                    <a:pt x="552" y="826"/>
                    <a:pt x="552" y="822"/>
                  </a:cubicBezTo>
                  <a:cubicBezTo>
                    <a:pt x="565" y="779"/>
                    <a:pt x="565" y="775"/>
                    <a:pt x="567" y="771"/>
                  </a:cubicBezTo>
                  <a:cubicBezTo>
                    <a:pt x="575" y="741"/>
                    <a:pt x="570" y="736"/>
                    <a:pt x="577" y="732"/>
                  </a:cubicBezTo>
                  <a:cubicBezTo>
                    <a:pt x="577" y="702"/>
                    <a:pt x="583" y="698"/>
                    <a:pt x="578" y="693"/>
                  </a:cubicBezTo>
                  <a:cubicBezTo>
                    <a:pt x="583" y="675"/>
                    <a:pt x="583" y="671"/>
                    <a:pt x="583" y="666"/>
                  </a:cubicBezTo>
                  <a:cubicBezTo>
                    <a:pt x="575" y="703"/>
                    <a:pt x="574" y="710"/>
                    <a:pt x="571" y="717"/>
                  </a:cubicBezTo>
                  <a:cubicBezTo>
                    <a:pt x="570" y="735"/>
                    <a:pt x="567" y="736"/>
                    <a:pt x="568" y="739"/>
                  </a:cubicBezTo>
                  <a:cubicBezTo>
                    <a:pt x="561" y="763"/>
                    <a:pt x="562" y="767"/>
                    <a:pt x="561" y="770"/>
                  </a:cubicBezTo>
                  <a:cubicBezTo>
                    <a:pt x="549" y="802"/>
                    <a:pt x="549" y="804"/>
                    <a:pt x="549" y="806"/>
                  </a:cubicBezTo>
                  <a:cubicBezTo>
                    <a:pt x="540" y="840"/>
                    <a:pt x="537" y="858"/>
                    <a:pt x="532" y="876"/>
                  </a:cubicBezTo>
                  <a:cubicBezTo>
                    <a:pt x="524" y="936"/>
                    <a:pt x="527" y="941"/>
                    <a:pt x="525" y="946"/>
                  </a:cubicBezTo>
                  <a:cubicBezTo>
                    <a:pt x="526" y="979"/>
                    <a:pt x="524" y="983"/>
                    <a:pt x="526" y="988"/>
                  </a:cubicBezTo>
                  <a:cubicBezTo>
                    <a:pt x="528" y="1026"/>
                    <a:pt x="534" y="1036"/>
                    <a:pt x="529" y="1045"/>
                  </a:cubicBezTo>
                  <a:cubicBezTo>
                    <a:pt x="544" y="1143"/>
                    <a:pt x="552" y="1151"/>
                    <a:pt x="548" y="1157"/>
                  </a:cubicBezTo>
                  <a:cubicBezTo>
                    <a:pt x="539" y="1126"/>
                    <a:pt x="532" y="1132"/>
                    <a:pt x="527" y="1121"/>
                  </a:cubicBezTo>
                  <a:cubicBezTo>
                    <a:pt x="526" y="1098"/>
                    <a:pt x="526" y="1092"/>
                    <a:pt x="524" y="1086"/>
                  </a:cubicBezTo>
                  <a:cubicBezTo>
                    <a:pt x="522" y="1028"/>
                    <a:pt x="517" y="1022"/>
                    <a:pt x="520" y="1017"/>
                  </a:cubicBezTo>
                  <a:cubicBezTo>
                    <a:pt x="518" y="993"/>
                    <a:pt x="516" y="987"/>
                    <a:pt x="519" y="982"/>
                  </a:cubicBezTo>
                  <a:cubicBezTo>
                    <a:pt x="517" y="890"/>
                    <a:pt x="517" y="878"/>
                    <a:pt x="522" y="865"/>
                  </a:cubicBezTo>
                  <a:cubicBezTo>
                    <a:pt x="524" y="834"/>
                    <a:pt x="523" y="830"/>
                    <a:pt x="523" y="826"/>
                  </a:cubicBezTo>
                  <a:cubicBezTo>
                    <a:pt x="528" y="766"/>
                    <a:pt x="535" y="764"/>
                    <a:pt x="533" y="761"/>
                  </a:cubicBezTo>
                  <a:cubicBezTo>
                    <a:pt x="541" y="726"/>
                    <a:pt x="537" y="718"/>
                    <a:pt x="541" y="712"/>
                  </a:cubicBezTo>
                  <a:cubicBezTo>
                    <a:pt x="551" y="692"/>
                    <a:pt x="546" y="688"/>
                    <a:pt x="549" y="685"/>
                  </a:cubicBezTo>
                  <a:cubicBezTo>
                    <a:pt x="542" y="713"/>
                    <a:pt x="530" y="716"/>
                    <a:pt x="535" y="722"/>
                  </a:cubicBezTo>
                  <a:cubicBezTo>
                    <a:pt x="526" y="743"/>
                    <a:pt x="531" y="749"/>
                    <a:pt x="525" y="753"/>
                  </a:cubicBezTo>
                  <a:cubicBezTo>
                    <a:pt x="518" y="809"/>
                    <a:pt x="514" y="815"/>
                    <a:pt x="518" y="822"/>
                  </a:cubicBezTo>
                  <a:cubicBezTo>
                    <a:pt x="513" y="854"/>
                    <a:pt x="513" y="856"/>
                    <a:pt x="510" y="857"/>
                  </a:cubicBezTo>
                  <a:cubicBezTo>
                    <a:pt x="508" y="870"/>
                    <a:pt x="511" y="872"/>
                    <a:pt x="509" y="874"/>
                  </a:cubicBezTo>
                  <a:cubicBezTo>
                    <a:pt x="509" y="898"/>
                    <a:pt x="507" y="901"/>
                    <a:pt x="507" y="905"/>
                  </a:cubicBezTo>
                  <a:cubicBezTo>
                    <a:pt x="503" y="954"/>
                    <a:pt x="508" y="962"/>
                    <a:pt x="504" y="969"/>
                  </a:cubicBezTo>
                  <a:cubicBezTo>
                    <a:pt x="508" y="1018"/>
                    <a:pt x="511" y="1031"/>
                    <a:pt x="509" y="1043"/>
                  </a:cubicBezTo>
                  <a:cubicBezTo>
                    <a:pt x="511" y="1074"/>
                    <a:pt x="512" y="1078"/>
                    <a:pt x="515" y="1081"/>
                  </a:cubicBezTo>
                  <a:cubicBezTo>
                    <a:pt x="518" y="1112"/>
                    <a:pt x="517" y="1113"/>
                    <a:pt x="517" y="1115"/>
                  </a:cubicBezTo>
                  <a:cubicBezTo>
                    <a:pt x="503" y="1090"/>
                    <a:pt x="497" y="1080"/>
                    <a:pt x="501" y="1073"/>
                  </a:cubicBezTo>
                  <a:cubicBezTo>
                    <a:pt x="492" y="1033"/>
                    <a:pt x="486" y="1028"/>
                    <a:pt x="490" y="1024"/>
                  </a:cubicBezTo>
                  <a:cubicBezTo>
                    <a:pt x="487" y="996"/>
                    <a:pt x="483" y="991"/>
                    <a:pt x="485" y="987"/>
                  </a:cubicBezTo>
                  <a:cubicBezTo>
                    <a:pt x="484" y="972"/>
                    <a:pt x="482" y="969"/>
                    <a:pt x="484" y="967"/>
                  </a:cubicBezTo>
                  <a:cubicBezTo>
                    <a:pt x="483" y="926"/>
                    <a:pt x="486" y="914"/>
                    <a:pt x="486" y="901"/>
                  </a:cubicBezTo>
                  <a:cubicBezTo>
                    <a:pt x="486" y="872"/>
                    <a:pt x="486" y="869"/>
                    <a:pt x="487" y="866"/>
                  </a:cubicBezTo>
                  <a:cubicBezTo>
                    <a:pt x="491" y="841"/>
                    <a:pt x="492" y="835"/>
                    <a:pt x="496" y="830"/>
                  </a:cubicBezTo>
                  <a:cubicBezTo>
                    <a:pt x="497" y="808"/>
                    <a:pt x="497" y="805"/>
                    <a:pt x="498" y="802"/>
                  </a:cubicBezTo>
                  <a:cubicBezTo>
                    <a:pt x="501" y="781"/>
                    <a:pt x="502" y="777"/>
                    <a:pt x="502" y="774"/>
                  </a:cubicBezTo>
                  <a:cubicBezTo>
                    <a:pt x="509" y="743"/>
                    <a:pt x="503" y="739"/>
                    <a:pt x="507" y="736"/>
                  </a:cubicBezTo>
                  <a:cubicBezTo>
                    <a:pt x="513" y="714"/>
                    <a:pt x="508" y="710"/>
                    <a:pt x="514" y="708"/>
                  </a:cubicBezTo>
                  <a:cubicBezTo>
                    <a:pt x="516" y="672"/>
                    <a:pt x="518" y="666"/>
                    <a:pt x="514" y="659"/>
                  </a:cubicBezTo>
                  <a:cubicBezTo>
                    <a:pt x="522" y="620"/>
                    <a:pt x="511" y="615"/>
                    <a:pt x="515" y="613"/>
                  </a:cubicBezTo>
                  <a:cubicBezTo>
                    <a:pt x="513" y="576"/>
                    <a:pt x="517" y="570"/>
                    <a:pt x="514" y="562"/>
                  </a:cubicBezTo>
                  <a:cubicBezTo>
                    <a:pt x="512" y="540"/>
                    <a:pt x="511" y="537"/>
                    <a:pt x="513" y="534"/>
                  </a:cubicBezTo>
                  <a:cubicBezTo>
                    <a:pt x="508" y="542"/>
                    <a:pt x="509" y="547"/>
                    <a:pt x="510" y="552"/>
                  </a:cubicBezTo>
                  <a:cubicBezTo>
                    <a:pt x="511" y="613"/>
                    <a:pt x="510" y="618"/>
                    <a:pt x="509" y="622"/>
                  </a:cubicBezTo>
                  <a:cubicBezTo>
                    <a:pt x="509" y="654"/>
                    <a:pt x="508" y="658"/>
                    <a:pt x="509" y="663"/>
                  </a:cubicBezTo>
                  <a:cubicBezTo>
                    <a:pt x="499" y="722"/>
                    <a:pt x="502" y="727"/>
                    <a:pt x="499" y="732"/>
                  </a:cubicBezTo>
                  <a:cubicBezTo>
                    <a:pt x="490" y="794"/>
                    <a:pt x="488" y="801"/>
                    <a:pt x="486" y="808"/>
                  </a:cubicBezTo>
                  <a:cubicBezTo>
                    <a:pt x="484" y="836"/>
                    <a:pt x="481" y="842"/>
                    <a:pt x="480" y="849"/>
                  </a:cubicBezTo>
                  <a:cubicBezTo>
                    <a:pt x="477" y="885"/>
                    <a:pt x="474" y="888"/>
                    <a:pt x="476" y="892"/>
                  </a:cubicBezTo>
                  <a:cubicBezTo>
                    <a:pt x="475" y="941"/>
                    <a:pt x="477" y="949"/>
                    <a:pt x="474" y="956"/>
                  </a:cubicBezTo>
                  <a:cubicBezTo>
                    <a:pt x="478" y="1007"/>
                    <a:pt x="478" y="1015"/>
                    <a:pt x="481" y="1023"/>
                  </a:cubicBezTo>
                  <a:cubicBezTo>
                    <a:pt x="485" y="1060"/>
                    <a:pt x="486" y="1063"/>
                    <a:pt x="489" y="1068"/>
                  </a:cubicBezTo>
                  <a:cubicBezTo>
                    <a:pt x="477" y="1065"/>
                    <a:pt x="473" y="1058"/>
                    <a:pt x="472" y="1051"/>
                  </a:cubicBezTo>
                  <a:cubicBezTo>
                    <a:pt x="469" y="1021"/>
                    <a:pt x="469" y="1014"/>
                    <a:pt x="467" y="1006"/>
                  </a:cubicBezTo>
                  <a:cubicBezTo>
                    <a:pt x="464" y="956"/>
                    <a:pt x="462" y="949"/>
                    <a:pt x="460" y="941"/>
                  </a:cubicBezTo>
                  <a:cubicBezTo>
                    <a:pt x="460" y="879"/>
                    <a:pt x="462" y="877"/>
                    <a:pt x="461" y="874"/>
                  </a:cubicBezTo>
                  <a:cubicBezTo>
                    <a:pt x="468" y="826"/>
                    <a:pt x="463" y="820"/>
                    <a:pt x="467" y="815"/>
                  </a:cubicBezTo>
                  <a:cubicBezTo>
                    <a:pt x="474" y="789"/>
                    <a:pt x="470" y="786"/>
                    <a:pt x="474" y="784"/>
                  </a:cubicBezTo>
                  <a:cubicBezTo>
                    <a:pt x="479" y="746"/>
                    <a:pt x="482" y="724"/>
                    <a:pt x="486" y="703"/>
                  </a:cubicBezTo>
                  <a:cubicBezTo>
                    <a:pt x="490" y="666"/>
                    <a:pt x="494" y="661"/>
                    <a:pt x="493" y="656"/>
                  </a:cubicBezTo>
                  <a:cubicBezTo>
                    <a:pt x="494" y="600"/>
                    <a:pt x="491" y="594"/>
                    <a:pt x="490" y="588"/>
                  </a:cubicBezTo>
                  <a:cubicBezTo>
                    <a:pt x="482" y="572"/>
                    <a:pt x="482" y="575"/>
                    <a:pt x="485" y="578"/>
                  </a:cubicBezTo>
                  <a:cubicBezTo>
                    <a:pt x="489" y="615"/>
                    <a:pt x="484" y="625"/>
                    <a:pt x="488" y="638"/>
                  </a:cubicBezTo>
                  <a:cubicBezTo>
                    <a:pt x="482" y="691"/>
                    <a:pt x="474" y="695"/>
                    <a:pt x="477" y="701"/>
                  </a:cubicBezTo>
                  <a:cubicBezTo>
                    <a:pt x="478" y="728"/>
                    <a:pt x="467" y="729"/>
                    <a:pt x="473" y="734"/>
                  </a:cubicBezTo>
                  <a:cubicBezTo>
                    <a:pt x="466" y="787"/>
                    <a:pt x="456" y="807"/>
                    <a:pt x="456" y="829"/>
                  </a:cubicBezTo>
                  <a:cubicBezTo>
                    <a:pt x="452" y="864"/>
                    <a:pt x="453" y="867"/>
                    <a:pt x="452" y="869"/>
                  </a:cubicBezTo>
                  <a:cubicBezTo>
                    <a:pt x="452" y="898"/>
                    <a:pt x="451" y="901"/>
                    <a:pt x="450" y="903"/>
                  </a:cubicBezTo>
                  <a:cubicBezTo>
                    <a:pt x="454" y="926"/>
                    <a:pt x="448" y="928"/>
                    <a:pt x="454" y="932"/>
                  </a:cubicBezTo>
                  <a:cubicBezTo>
                    <a:pt x="453" y="980"/>
                    <a:pt x="457" y="993"/>
                    <a:pt x="458" y="1005"/>
                  </a:cubicBezTo>
                  <a:cubicBezTo>
                    <a:pt x="460" y="1036"/>
                    <a:pt x="452" y="1028"/>
                    <a:pt x="453" y="1021"/>
                  </a:cubicBezTo>
                  <a:cubicBezTo>
                    <a:pt x="440" y="968"/>
                    <a:pt x="437" y="966"/>
                    <a:pt x="439" y="964"/>
                  </a:cubicBezTo>
                  <a:cubicBezTo>
                    <a:pt x="438" y="947"/>
                    <a:pt x="437" y="944"/>
                    <a:pt x="437" y="942"/>
                  </a:cubicBezTo>
                  <a:cubicBezTo>
                    <a:pt x="434" y="894"/>
                    <a:pt x="436" y="890"/>
                    <a:pt x="437" y="885"/>
                  </a:cubicBezTo>
                  <a:cubicBezTo>
                    <a:pt x="442" y="839"/>
                    <a:pt x="439" y="834"/>
                    <a:pt x="440" y="830"/>
                  </a:cubicBezTo>
                  <a:cubicBezTo>
                    <a:pt x="450" y="793"/>
                    <a:pt x="446" y="783"/>
                    <a:pt x="451" y="774"/>
                  </a:cubicBezTo>
                  <a:cubicBezTo>
                    <a:pt x="454" y="744"/>
                    <a:pt x="457" y="742"/>
                    <a:pt x="457" y="740"/>
                  </a:cubicBezTo>
                  <a:cubicBezTo>
                    <a:pt x="463" y="717"/>
                    <a:pt x="463" y="715"/>
                    <a:pt x="464" y="713"/>
                  </a:cubicBezTo>
                  <a:cubicBezTo>
                    <a:pt x="468" y="697"/>
                    <a:pt x="463" y="694"/>
                    <a:pt x="468" y="692"/>
                  </a:cubicBezTo>
                  <a:cubicBezTo>
                    <a:pt x="474" y="647"/>
                    <a:pt x="473" y="645"/>
                    <a:pt x="473" y="643"/>
                  </a:cubicBezTo>
                  <a:cubicBezTo>
                    <a:pt x="475" y="617"/>
                    <a:pt x="478" y="612"/>
                    <a:pt x="474" y="607"/>
                  </a:cubicBezTo>
                  <a:cubicBezTo>
                    <a:pt x="467" y="544"/>
                    <a:pt x="471" y="539"/>
                    <a:pt x="465" y="538"/>
                  </a:cubicBezTo>
                  <a:cubicBezTo>
                    <a:pt x="461" y="511"/>
                    <a:pt x="460" y="507"/>
                    <a:pt x="462" y="503"/>
                  </a:cubicBezTo>
                  <a:cubicBezTo>
                    <a:pt x="457" y="538"/>
                    <a:pt x="470" y="546"/>
                    <a:pt x="465" y="552"/>
                  </a:cubicBezTo>
                  <a:cubicBezTo>
                    <a:pt x="470" y="582"/>
                    <a:pt x="469" y="588"/>
                    <a:pt x="468" y="595"/>
                  </a:cubicBezTo>
                  <a:cubicBezTo>
                    <a:pt x="465" y="622"/>
                    <a:pt x="467" y="628"/>
                    <a:pt x="467" y="634"/>
                  </a:cubicBezTo>
                  <a:cubicBezTo>
                    <a:pt x="460" y="664"/>
                    <a:pt x="461" y="676"/>
                    <a:pt x="459" y="687"/>
                  </a:cubicBezTo>
                  <a:cubicBezTo>
                    <a:pt x="444" y="731"/>
                    <a:pt x="452" y="736"/>
                    <a:pt x="447" y="739"/>
                  </a:cubicBezTo>
                  <a:cubicBezTo>
                    <a:pt x="444" y="764"/>
                    <a:pt x="442" y="767"/>
                    <a:pt x="441" y="770"/>
                  </a:cubicBezTo>
                  <a:cubicBezTo>
                    <a:pt x="433" y="806"/>
                    <a:pt x="437" y="810"/>
                    <a:pt x="433" y="813"/>
                  </a:cubicBezTo>
                  <a:cubicBezTo>
                    <a:pt x="430" y="841"/>
                    <a:pt x="429" y="849"/>
                    <a:pt x="426" y="855"/>
                  </a:cubicBezTo>
                  <a:cubicBezTo>
                    <a:pt x="427" y="895"/>
                    <a:pt x="426" y="897"/>
                    <a:pt x="425" y="899"/>
                  </a:cubicBezTo>
                  <a:cubicBezTo>
                    <a:pt x="422" y="888"/>
                    <a:pt x="419" y="883"/>
                    <a:pt x="419" y="879"/>
                  </a:cubicBezTo>
                  <a:cubicBezTo>
                    <a:pt x="422" y="840"/>
                    <a:pt x="418" y="835"/>
                    <a:pt x="419" y="831"/>
                  </a:cubicBezTo>
                  <a:cubicBezTo>
                    <a:pt x="420" y="773"/>
                    <a:pt x="425" y="741"/>
                    <a:pt x="432" y="709"/>
                  </a:cubicBezTo>
                  <a:cubicBezTo>
                    <a:pt x="433" y="669"/>
                    <a:pt x="436" y="665"/>
                    <a:pt x="432" y="661"/>
                  </a:cubicBezTo>
                  <a:cubicBezTo>
                    <a:pt x="438" y="624"/>
                    <a:pt x="435" y="620"/>
                    <a:pt x="438" y="617"/>
                  </a:cubicBezTo>
                  <a:cubicBezTo>
                    <a:pt x="438" y="601"/>
                    <a:pt x="437" y="597"/>
                    <a:pt x="437" y="593"/>
                  </a:cubicBezTo>
                  <a:cubicBezTo>
                    <a:pt x="433" y="602"/>
                    <a:pt x="434" y="608"/>
                    <a:pt x="433" y="613"/>
                  </a:cubicBezTo>
                  <a:cubicBezTo>
                    <a:pt x="423" y="677"/>
                    <a:pt x="424" y="683"/>
                    <a:pt x="425" y="688"/>
                  </a:cubicBezTo>
                  <a:cubicBezTo>
                    <a:pt x="418" y="711"/>
                    <a:pt x="423" y="715"/>
                    <a:pt x="418" y="717"/>
                  </a:cubicBezTo>
                  <a:cubicBezTo>
                    <a:pt x="411" y="765"/>
                    <a:pt x="414" y="768"/>
                    <a:pt x="414" y="771"/>
                  </a:cubicBezTo>
                  <a:cubicBezTo>
                    <a:pt x="415" y="805"/>
                    <a:pt x="408" y="814"/>
                    <a:pt x="413" y="825"/>
                  </a:cubicBezTo>
                  <a:cubicBezTo>
                    <a:pt x="409" y="843"/>
                    <a:pt x="411" y="847"/>
                    <a:pt x="408" y="852"/>
                  </a:cubicBezTo>
                  <a:cubicBezTo>
                    <a:pt x="413" y="907"/>
                    <a:pt x="416" y="911"/>
                    <a:pt x="415" y="915"/>
                  </a:cubicBezTo>
                  <a:cubicBezTo>
                    <a:pt x="424" y="956"/>
                    <a:pt x="423" y="963"/>
                    <a:pt x="426" y="971"/>
                  </a:cubicBezTo>
                  <a:cubicBezTo>
                    <a:pt x="422" y="973"/>
                    <a:pt x="413" y="966"/>
                    <a:pt x="416" y="962"/>
                  </a:cubicBezTo>
                  <a:cubicBezTo>
                    <a:pt x="398" y="901"/>
                    <a:pt x="390" y="896"/>
                    <a:pt x="397" y="893"/>
                  </a:cubicBezTo>
                  <a:cubicBezTo>
                    <a:pt x="393" y="859"/>
                    <a:pt x="388" y="854"/>
                    <a:pt x="387" y="849"/>
                  </a:cubicBezTo>
                  <a:cubicBezTo>
                    <a:pt x="388" y="825"/>
                    <a:pt x="387" y="822"/>
                    <a:pt x="387" y="819"/>
                  </a:cubicBezTo>
                  <a:cubicBezTo>
                    <a:pt x="387" y="781"/>
                    <a:pt x="387" y="778"/>
                    <a:pt x="385" y="775"/>
                  </a:cubicBezTo>
                  <a:cubicBezTo>
                    <a:pt x="385" y="740"/>
                    <a:pt x="388" y="735"/>
                    <a:pt x="388" y="730"/>
                  </a:cubicBezTo>
                  <a:cubicBezTo>
                    <a:pt x="396" y="683"/>
                    <a:pt x="389" y="676"/>
                    <a:pt x="394" y="672"/>
                  </a:cubicBezTo>
                  <a:cubicBezTo>
                    <a:pt x="397" y="622"/>
                    <a:pt x="400" y="617"/>
                    <a:pt x="397" y="611"/>
                  </a:cubicBezTo>
                  <a:cubicBezTo>
                    <a:pt x="404" y="586"/>
                    <a:pt x="406" y="584"/>
                    <a:pt x="405" y="581"/>
                  </a:cubicBezTo>
                  <a:cubicBezTo>
                    <a:pt x="415" y="540"/>
                    <a:pt x="413" y="537"/>
                    <a:pt x="414" y="535"/>
                  </a:cubicBezTo>
                  <a:cubicBezTo>
                    <a:pt x="414" y="477"/>
                    <a:pt x="420" y="468"/>
                    <a:pt x="416" y="458"/>
                  </a:cubicBezTo>
                  <a:cubicBezTo>
                    <a:pt x="412" y="435"/>
                    <a:pt x="414" y="431"/>
                    <a:pt x="411" y="432"/>
                  </a:cubicBezTo>
                  <a:cubicBezTo>
                    <a:pt x="412" y="490"/>
                    <a:pt x="409" y="495"/>
                    <a:pt x="411" y="500"/>
                  </a:cubicBezTo>
                  <a:cubicBezTo>
                    <a:pt x="408" y="524"/>
                    <a:pt x="408" y="526"/>
                    <a:pt x="408" y="529"/>
                  </a:cubicBezTo>
                  <a:cubicBezTo>
                    <a:pt x="405" y="563"/>
                    <a:pt x="397" y="567"/>
                    <a:pt x="402" y="573"/>
                  </a:cubicBezTo>
                  <a:cubicBezTo>
                    <a:pt x="394" y="607"/>
                    <a:pt x="390" y="612"/>
                    <a:pt x="391" y="618"/>
                  </a:cubicBezTo>
                  <a:cubicBezTo>
                    <a:pt x="389" y="640"/>
                    <a:pt x="389" y="643"/>
                    <a:pt x="389" y="646"/>
                  </a:cubicBezTo>
                  <a:cubicBezTo>
                    <a:pt x="386" y="667"/>
                    <a:pt x="380" y="670"/>
                    <a:pt x="385" y="673"/>
                  </a:cubicBezTo>
                  <a:cubicBezTo>
                    <a:pt x="376" y="720"/>
                    <a:pt x="380" y="734"/>
                    <a:pt x="377" y="746"/>
                  </a:cubicBezTo>
                  <a:cubicBezTo>
                    <a:pt x="382" y="786"/>
                    <a:pt x="376" y="788"/>
                    <a:pt x="378" y="791"/>
                  </a:cubicBezTo>
                  <a:cubicBezTo>
                    <a:pt x="372" y="812"/>
                    <a:pt x="384" y="817"/>
                    <a:pt x="379" y="819"/>
                  </a:cubicBezTo>
                  <a:cubicBezTo>
                    <a:pt x="384" y="878"/>
                    <a:pt x="385" y="881"/>
                    <a:pt x="382" y="884"/>
                  </a:cubicBezTo>
                  <a:cubicBezTo>
                    <a:pt x="375" y="870"/>
                    <a:pt x="378" y="866"/>
                    <a:pt x="377" y="861"/>
                  </a:cubicBezTo>
                  <a:cubicBezTo>
                    <a:pt x="373" y="822"/>
                    <a:pt x="370" y="812"/>
                    <a:pt x="373" y="803"/>
                  </a:cubicBezTo>
                  <a:cubicBezTo>
                    <a:pt x="369" y="752"/>
                    <a:pt x="366" y="739"/>
                    <a:pt x="370" y="727"/>
                  </a:cubicBezTo>
                  <a:cubicBezTo>
                    <a:pt x="374" y="678"/>
                    <a:pt x="368" y="674"/>
                    <a:pt x="373" y="671"/>
                  </a:cubicBezTo>
                  <a:cubicBezTo>
                    <a:pt x="375" y="650"/>
                    <a:pt x="376" y="644"/>
                    <a:pt x="375" y="637"/>
                  </a:cubicBezTo>
                  <a:cubicBezTo>
                    <a:pt x="385" y="618"/>
                    <a:pt x="376" y="613"/>
                    <a:pt x="383" y="611"/>
                  </a:cubicBezTo>
                  <a:cubicBezTo>
                    <a:pt x="392" y="583"/>
                    <a:pt x="382" y="577"/>
                    <a:pt x="389" y="574"/>
                  </a:cubicBezTo>
                  <a:cubicBezTo>
                    <a:pt x="394" y="539"/>
                    <a:pt x="393" y="537"/>
                    <a:pt x="394" y="536"/>
                  </a:cubicBezTo>
                  <a:cubicBezTo>
                    <a:pt x="399" y="513"/>
                    <a:pt x="397" y="506"/>
                    <a:pt x="397" y="499"/>
                  </a:cubicBezTo>
                  <a:cubicBezTo>
                    <a:pt x="395" y="482"/>
                    <a:pt x="393" y="485"/>
                    <a:pt x="394" y="487"/>
                  </a:cubicBezTo>
                  <a:cubicBezTo>
                    <a:pt x="386" y="537"/>
                    <a:pt x="387" y="542"/>
                    <a:pt x="386" y="547"/>
                  </a:cubicBezTo>
                  <a:cubicBezTo>
                    <a:pt x="384" y="570"/>
                    <a:pt x="381" y="575"/>
                    <a:pt x="380" y="580"/>
                  </a:cubicBezTo>
                  <a:cubicBezTo>
                    <a:pt x="374" y="608"/>
                    <a:pt x="372" y="618"/>
                    <a:pt x="369" y="629"/>
                  </a:cubicBezTo>
                  <a:cubicBezTo>
                    <a:pt x="362" y="701"/>
                    <a:pt x="362" y="711"/>
                    <a:pt x="360" y="721"/>
                  </a:cubicBezTo>
                  <a:cubicBezTo>
                    <a:pt x="357" y="790"/>
                    <a:pt x="360" y="800"/>
                    <a:pt x="362" y="810"/>
                  </a:cubicBezTo>
                  <a:cubicBezTo>
                    <a:pt x="364" y="835"/>
                    <a:pt x="365" y="838"/>
                    <a:pt x="365" y="840"/>
                  </a:cubicBezTo>
                  <a:cubicBezTo>
                    <a:pt x="372" y="877"/>
                    <a:pt x="366" y="881"/>
                    <a:pt x="371" y="887"/>
                  </a:cubicBezTo>
                  <a:cubicBezTo>
                    <a:pt x="360" y="876"/>
                    <a:pt x="349" y="866"/>
                    <a:pt x="352" y="857"/>
                  </a:cubicBezTo>
                  <a:cubicBezTo>
                    <a:pt x="349" y="832"/>
                    <a:pt x="341" y="829"/>
                    <a:pt x="344" y="823"/>
                  </a:cubicBezTo>
                  <a:cubicBezTo>
                    <a:pt x="342" y="804"/>
                    <a:pt x="343" y="799"/>
                    <a:pt x="340" y="794"/>
                  </a:cubicBezTo>
                  <a:cubicBezTo>
                    <a:pt x="344" y="767"/>
                    <a:pt x="335" y="758"/>
                    <a:pt x="342" y="752"/>
                  </a:cubicBezTo>
                  <a:cubicBezTo>
                    <a:pt x="344" y="689"/>
                    <a:pt x="344" y="687"/>
                    <a:pt x="342" y="685"/>
                  </a:cubicBezTo>
                  <a:cubicBezTo>
                    <a:pt x="346" y="665"/>
                    <a:pt x="346" y="662"/>
                    <a:pt x="348" y="659"/>
                  </a:cubicBezTo>
                  <a:cubicBezTo>
                    <a:pt x="351" y="634"/>
                    <a:pt x="353" y="631"/>
                    <a:pt x="358" y="628"/>
                  </a:cubicBezTo>
                  <a:cubicBezTo>
                    <a:pt x="364" y="573"/>
                    <a:pt x="367" y="568"/>
                    <a:pt x="364" y="562"/>
                  </a:cubicBezTo>
                  <a:cubicBezTo>
                    <a:pt x="375" y="527"/>
                    <a:pt x="370" y="521"/>
                    <a:pt x="375" y="517"/>
                  </a:cubicBezTo>
                  <a:cubicBezTo>
                    <a:pt x="381" y="476"/>
                    <a:pt x="381" y="466"/>
                    <a:pt x="382" y="456"/>
                  </a:cubicBezTo>
                  <a:cubicBezTo>
                    <a:pt x="383" y="391"/>
                    <a:pt x="380" y="388"/>
                    <a:pt x="380" y="385"/>
                  </a:cubicBezTo>
                  <a:cubicBezTo>
                    <a:pt x="380" y="365"/>
                    <a:pt x="378" y="363"/>
                    <a:pt x="375" y="362"/>
                  </a:cubicBezTo>
                  <a:cubicBezTo>
                    <a:pt x="377" y="320"/>
                    <a:pt x="375" y="314"/>
                    <a:pt x="376" y="308"/>
                  </a:cubicBezTo>
                  <a:cubicBezTo>
                    <a:pt x="366" y="262"/>
                    <a:pt x="371" y="257"/>
                    <a:pt x="364" y="249"/>
                  </a:cubicBezTo>
                  <a:cubicBezTo>
                    <a:pt x="357" y="219"/>
                    <a:pt x="350" y="209"/>
                    <a:pt x="348" y="212"/>
                  </a:cubicBezTo>
                  <a:cubicBezTo>
                    <a:pt x="361" y="263"/>
                    <a:pt x="365" y="271"/>
                    <a:pt x="365" y="278"/>
                  </a:cubicBezTo>
                  <a:cubicBezTo>
                    <a:pt x="373" y="347"/>
                    <a:pt x="367" y="353"/>
                    <a:pt x="370" y="360"/>
                  </a:cubicBezTo>
                  <a:cubicBezTo>
                    <a:pt x="368" y="383"/>
                    <a:pt x="362" y="385"/>
                    <a:pt x="367" y="389"/>
                  </a:cubicBezTo>
                  <a:cubicBezTo>
                    <a:pt x="359" y="426"/>
                    <a:pt x="354" y="432"/>
                    <a:pt x="354" y="438"/>
                  </a:cubicBezTo>
                  <a:cubicBezTo>
                    <a:pt x="346" y="471"/>
                    <a:pt x="341" y="484"/>
                    <a:pt x="339" y="497"/>
                  </a:cubicBezTo>
                  <a:cubicBezTo>
                    <a:pt x="329" y="543"/>
                    <a:pt x="322" y="548"/>
                    <a:pt x="325" y="556"/>
                  </a:cubicBezTo>
                  <a:cubicBezTo>
                    <a:pt x="320" y="592"/>
                    <a:pt x="315" y="606"/>
                    <a:pt x="315" y="621"/>
                  </a:cubicBezTo>
                  <a:cubicBezTo>
                    <a:pt x="312" y="648"/>
                    <a:pt x="309" y="651"/>
                    <a:pt x="313" y="655"/>
                  </a:cubicBezTo>
                  <a:cubicBezTo>
                    <a:pt x="309" y="675"/>
                    <a:pt x="311" y="683"/>
                    <a:pt x="309" y="690"/>
                  </a:cubicBezTo>
                  <a:cubicBezTo>
                    <a:pt x="304" y="717"/>
                    <a:pt x="313" y="722"/>
                    <a:pt x="306" y="724"/>
                  </a:cubicBezTo>
                  <a:cubicBezTo>
                    <a:pt x="307" y="752"/>
                    <a:pt x="314" y="757"/>
                    <a:pt x="308" y="761"/>
                  </a:cubicBezTo>
                  <a:cubicBezTo>
                    <a:pt x="301" y="681"/>
                    <a:pt x="302" y="674"/>
                    <a:pt x="300" y="667"/>
                  </a:cubicBezTo>
                  <a:cubicBezTo>
                    <a:pt x="303" y="622"/>
                    <a:pt x="302" y="618"/>
                    <a:pt x="306" y="615"/>
                  </a:cubicBezTo>
                  <a:cubicBezTo>
                    <a:pt x="315" y="560"/>
                    <a:pt x="315" y="557"/>
                    <a:pt x="316" y="554"/>
                  </a:cubicBezTo>
                  <a:cubicBezTo>
                    <a:pt x="318" y="529"/>
                    <a:pt x="325" y="526"/>
                    <a:pt x="320" y="522"/>
                  </a:cubicBezTo>
                  <a:cubicBezTo>
                    <a:pt x="330" y="478"/>
                    <a:pt x="331" y="475"/>
                    <a:pt x="333" y="472"/>
                  </a:cubicBezTo>
                  <a:cubicBezTo>
                    <a:pt x="334" y="447"/>
                    <a:pt x="338" y="444"/>
                    <a:pt x="339" y="441"/>
                  </a:cubicBezTo>
                  <a:cubicBezTo>
                    <a:pt x="341" y="417"/>
                    <a:pt x="344" y="414"/>
                    <a:pt x="342" y="410"/>
                  </a:cubicBezTo>
                  <a:cubicBezTo>
                    <a:pt x="343" y="371"/>
                    <a:pt x="341" y="364"/>
                    <a:pt x="344" y="357"/>
                  </a:cubicBezTo>
                  <a:cubicBezTo>
                    <a:pt x="331" y="289"/>
                    <a:pt x="326" y="279"/>
                    <a:pt x="324" y="269"/>
                  </a:cubicBezTo>
                  <a:cubicBezTo>
                    <a:pt x="317" y="254"/>
                    <a:pt x="314" y="265"/>
                    <a:pt x="322" y="277"/>
                  </a:cubicBezTo>
                  <a:cubicBezTo>
                    <a:pt x="324" y="297"/>
                    <a:pt x="329" y="300"/>
                    <a:pt x="327" y="303"/>
                  </a:cubicBezTo>
                  <a:cubicBezTo>
                    <a:pt x="335" y="347"/>
                    <a:pt x="336" y="355"/>
                    <a:pt x="335" y="363"/>
                  </a:cubicBezTo>
                  <a:cubicBezTo>
                    <a:pt x="329" y="420"/>
                    <a:pt x="334" y="428"/>
                    <a:pt x="330" y="434"/>
                  </a:cubicBezTo>
                  <a:cubicBezTo>
                    <a:pt x="324" y="463"/>
                    <a:pt x="322" y="470"/>
                    <a:pt x="322" y="477"/>
                  </a:cubicBezTo>
                  <a:cubicBezTo>
                    <a:pt x="311" y="526"/>
                    <a:pt x="312" y="534"/>
                    <a:pt x="309" y="540"/>
                  </a:cubicBezTo>
                  <a:cubicBezTo>
                    <a:pt x="295" y="624"/>
                    <a:pt x="294" y="627"/>
                    <a:pt x="292" y="630"/>
                  </a:cubicBezTo>
                  <a:cubicBezTo>
                    <a:pt x="291" y="652"/>
                    <a:pt x="292" y="656"/>
                    <a:pt x="292" y="659"/>
                  </a:cubicBezTo>
                  <a:cubicBezTo>
                    <a:pt x="292" y="705"/>
                    <a:pt x="293" y="711"/>
                    <a:pt x="293" y="717"/>
                  </a:cubicBezTo>
                  <a:cubicBezTo>
                    <a:pt x="293" y="733"/>
                    <a:pt x="294" y="736"/>
                    <a:pt x="292" y="734"/>
                  </a:cubicBezTo>
                  <a:cubicBezTo>
                    <a:pt x="289" y="694"/>
                    <a:pt x="277" y="695"/>
                    <a:pt x="284" y="689"/>
                  </a:cubicBezTo>
                  <a:cubicBezTo>
                    <a:pt x="283" y="634"/>
                    <a:pt x="284" y="631"/>
                    <a:pt x="283" y="628"/>
                  </a:cubicBezTo>
                  <a:cubicBezTo>
                    <a:pt x="285" y="596"/>
                    <a:pt x="290" y="592"/>
                    <a:pt x="288" y="587"/>
                  </a:cubicBezTo>
                  <a:cubicBezTo>
                    <a:pt x="296" y="555"/>
                    <a:pt x="294" y="550"/>
                    <a:pt x="297" y="546"/>
                  </a:cubicBezTo>
                  <a:cubicBezTo>
                    <a:pt x="302" y="524"/>
                    <a:pt x="300" y="521"/>
                    <a:pt x="301" y="519"/>
                  </a:cubicBezTo>
                  <a:cubicBezTo>
                    <a:pt x="305" y="475"/>
                    <a:pt x="304" y="473"/>
                    <a:pt x="308" y="471"/>
                  </a:cubicBezTo>
                  <a:cubicBezTo>
                    <a:pt x="306" y="439"/>
                    <a:pt x="313" y="430"/>
                    <a:pt x="309" y="420"/>
                  </a:cubicBezTo>
                  <a:cubicBezTo>
                    <a:pt x="312" y="383"/>
                    <a:pt x="309" y="373"/>
                    <a:pt x="312" y="364"/>
                  </a:cubicBezTo>
                  <a:cubicBezTo>
                    <a:pt x="304" y="330"/>
                    <a:pt x="309" y="326"/>
                    <a:pt x="305" y="321"/>
                  </a:cubicBezTo>
                  <a:cubicBezTo>
                    <a:pt x="294" y="266"/>
                    <a:pt x="291" y="256"/>
                    <a:pt x="286" y="246"/>
                  </a:cubicBezTo>
                  <a:cubicBezTo>
                    <a:pt x="272" y="214"/>
                    <a:pt x="274" y="209"/>
                    <a:pt x="270" y="204"/>
                  </a:cubicBezTo>
                  <a:cubicBezTo>
                    <a:pt x="263" y="201"/>
                    <a:pt x="269" y="213"/>
                    <a:pt x="274" y="225"/>
                  </a:cubicBezTo>
                  <a:cubicBezTo>
                    <a:pt x="284" y="267"/>
                    <a:pt x="290" y="274"/>
                    <a:pt x="291" y="279"/>
                  </a:cubicBezTo>
                  <a:cubicBezTo>
                    <a:pt x="298" y="309"/>
                    <a:pt x="296" y="320"/>
                    <a:pt x="303" y="333"/>
                  </a:cubicBezTo>
                  <a:cubicBezTo>
                    <a:pt x="301" y="383"/>
                    <a:pt x="302" y="396"/>
                    <a:pt x="301" y="409"/>
                  </a:cubicBezTo>
                  <a:cubicBezTo>
                    <a:pt x="298" y="441"/>
                    <a:pt x="299" y="444"/>
                    <a:pt x="299" y="448"/>
                  </a:cubicBezTo>
                  <a:cubicBezTo>
                    <a:pt x="292" y="469"/>
                    <a:pt x="302" y="474"/>
                    <a:pt x="295" y="475"/>
                  </a:cubicBezTo>
                  <a:cubicBezTo>
                    <a:pt x="282" y="575"/>
                    <a:pt x="277" y="588"/>
                    <a:pt x="277" y="601"/>
                  </a:cubicBezTo>
                  <a:cubicBezTo>
                    <a:pt x="270" y="621"/>
                    <a:pt x="277" y="626"/>
                    <a:pt x="272" y="628"/>
                  </a:cubicBezTo>
                  <a:cubicBezTo>
                    <a:pt x="265" y="615"/>
                    <a:pt x="270" y="596"/>
                    <a:pt x="270" y="576"/>
                  </a:cubicBezTo>
                  <a:cubicBezTo>
                    <a:pt x="279" y="502"/>
                    <a:pt x="277" y="498"/>
                    <a:pt x="277" y="496"/>
                  </a:cubicBezTo>
                  <a:cubicBezTo>
                    <a:pt x="279" y="469"/>
                    <a:pt x="282" y="464"/>
                    <a:pt x="280" y="459"/>
                  </a:cubicBezTo>
                  <a:cubicBezTo>
                    <a:pt x="285" y="425"/>
                    <a:pt x="282" y="419"/>
                    <a:pt x="283" y="414"/>
                  </a:cubicBezTo>
                  <a:cubicBezTo>
                    <a:pt x="284" y="394"/>
                    <a:pt x="281" y="389"/>
                    <a:pt x="283" y="384"/>
                  </a:cubicBezTo>
                  <a:cubicBezTo>
                    <a:pt x="276" y="328"/>
                    <a:pt x="271" y="317"/>
                    <a:pt x="271" y="307"/>
                  </a:cubicBezTo>
                  <a:cubicBezTo>
                    <a:pt x="257" y="256"/>
                    <a:pt x="255" y="250"/>
                    <a:pt x="254" y="245"/>
                  </a:cubicBezTo>
                  <a:cubicBezTo>
                    <a:pt x="220" y="175"/>
                    <a:pt x="210" y="168"/>
                    <a:pt x="208" y="162"/>
                  </a:cubicBezTo>
                  <a:cubicBezTo>
                    <a:pt x="233" y="223"/>
                    <a:pt x="239" y="222"/>
                    <a:pt x="237" y="225"/>
                  </a:cubicBezTo>
                  <a:cubicBezTo>
                    <a:pt x="254" y="264"/>
                    <a:pt x="253" y="276"/>
                    <a:pt x="260" y="288"/>
                  </a:cubicBezTo>
                  <a:cubicBezTo>
                    <a:pt x="264" y="326"/>
                    <a:pt x="267" y="331"/>
                    <a:pt x="267" y="335"/>
                  </a:cubicBezTo>
                  <a:cubicBezTo>
                    <a:pt x="272" y="407"/>
                    <a:pt x="275" y="411"/>
                    <a:pt x="272" y="414"/>
                  </a:cubicBezTo>
                  <a:cubicBezTo>
                    <a:pt x="276" y="454"/>
                    <a:pt x="267" y="456"/>
                    <a:pt x="271" y="460"/>
                  </a:cubicBezTo>
                  <a:cubicBezTo>
                    <a:pt x="270" y="503"/>
                    <a:pt x="264" y="509"/>
                    <a:pt x="266" y="517"/>
                  </a:cubicBezTo>
                  <a:cubicBezTo>
                    <a:pt x="257" y="543"/>
                    <a:pt x="265" y="548"/>
                    <a:pt x="260" y="551"/>
                  </a:cubicBezTo>
                  <a:cubicBezTo>
                    <a:pt x="259" y="593"/>
                    <a:pt x="259" y="601"/>
                    <a:pt x="258" y="608"/>
                  </a:cubicBezTo>
                  <a:cubicBezTo>
                    <a:pt x="259" y="636"/>
                    <a:pt x="262" y="640"/>
                    <a:pt x="259" y="643"/>
                  </a:cubicBezTo>
                  <a:cubicBezTo>
                    <a:pt x="249" y="634"/>
                    <a:pt x="251" y="618"/>
                    <a:pt x="247" y="600"/>
                  </a:cubicBezTo>
                  <a:cubicBezTo>
                    <a:pt x="240" y="541"/>
                    <a:pt x="241" y="533"/>
                    <a:pt x="241" y="524"/>
                  </a:cubicBezTo>
                  <a:cubicBezTo>
                    <a:pt x="248" y="492"/>
                    <a:pt x="240" y="482"/>
                    <a:pt x="246" y="475"/>
                  </a:cubicBezTo>
                  <a:cubicBezTo>
                    <a:pt x="244" y="453"/>
                    <a:pt x="250" y="452"/>
                    <a:pt x="246" y="448"/>
                  </a:cubicBezTo>
                  <a:cubicBezTo>
                    <a:pt x="247" y="407"/>
                    <a:pt x="254" y="404"/>
                    <a:pt x="251" y="399"/>
                  </a:cubicBezTo>
                  <a:cubicBezTo>
                    <a:pt x="254" y="383"/>
                    <a:pt x="250" y="378"/>
                    <a:pt x="252" y="374"/>
                  </a:cubicBezTo>
                  <a:cubicBezTo>
                    <a:pt x="251" y="314"/>
                    <a:pt x="248" y="306"/>
                    <a:pt x="251" y="298"/>
                  </a:cubicBezTo>
                  <a:cubicBezTo>
                    <a:pt x="240" y="257"/>
                    <a:pt x="233" y="260"/>
                    <a:pt x="238" y="264"/>
                  </a:cubicBezTo>
                  <a:cubicBezTo>
                    <a:pt x="247" y="313"/>
                    <a:pt x="244" y="319"/>
                    <a:pt x="248" y="327"/>
                  </a:cubicBezTo>
                  <a:cubicBezTo>
                    <a:pt x="248" y="356"/>
                    <a:pt x="242" y="359"/>
                    <a:pt x="245" y="364"/>
                  </a:cubicBezTo>
                  <a:cubicBezTo>
                    <a:pt x="241" y="405"/>
                    <a:pt x="239" y="409"/>
                    <a:pt x="242" y="414"/>
                  </a:cubicBezTo>
                  <a:cubicBezTo>
                    <a:pt x="239" y="435"/>
                    <a:pt x="240" y="438"/>
                    <a:pt x="240" y="440"/>
                  </a:cubicBezTo>
                  <a:cubicBezTo>
                    <a:pt x="236" y="486"/>
                    <a:pt x="234" y="494"/>
                    <a:pt x="234" y="503"/>
                  </a:cubicBezTo>
                  <a:cubicBezTo>
                    <a:pt x="231" y="524"/>
                    <a:pt x="232" y="526"/>
                    <a:pt x="231" y="529"/>
                  </a:cubicBezTo>
                  <a:cubicBezTo>
                    <a:pt x="230" y="471"/>
                    <a:pt x="222" y="464"/>
                    <a:pt x="227" y="459"/>
                  </a:cubicBezTo>
                  <a:cubicBezTo>
                    <a:pt x="228" y="431"/>
                    <a:pt x="222" y="427"/>
                    <a:pt x="226" y="425"/>
                  </a:cubicBezTo>
                  <a:cubicBezTo>
                    <a:pt x="227" y="372"/>
                    <a:pt x="228" y="367"/>
                    <a:pt x="225" y="362"/>
                  </a:cubicBezTo>
                  <a:cubicBezTo>
                    <a:pt x="226" y="313"/>
                    <a:pt x="223" y="308"/>
                    <a:pt x="225" y="303"/>
                  </a:cubicBezTo>
                  <a:cubicBezTo>
                    <a:pt x="215" y="226"/>
                    <a:pt x="202" y="221"/>
                    <a:pt x="208" y="219"/>
                  </a:cubicBezTo>
                  <a:cubicBezTo>
                    <a:pt x="202" y="192"/>
                    <a:pt x="193" y="187"/>
                    <a:pt x="197" y="184"/>
                  </a:cubicBezTo>
                  <a:cubicBezTo>
                    <a:pt x="159" y="111"/>
                    <a:pt x="161" y="108"/>
                    <a:pt x="158" y="104"/>
                  </a:cubicBezTo>
                  <a:cubicBezTo>
                    <a:pt x="162" y="120"/>
                    <a:pt x="165" y="126"/>
                    <a:pt x="165" y="132"/>
                  </a:cubicBezTo>
                  <a:cubicBezTo>
                    <a:pt x="195" y="203"/>
                    <a:pt x="200" y="209"/>
                    <a:pt x="199" y="214"/>
                  </a:cubicBezTo>
                  <a:cubicBezTo>
                    <a:pt x="212" y="270"/>
                    <a:pt x="215" y="275"/>
                    <a:pt x="215" y="281"/>
                  </a:cubicBezTo>
                  <a:cubicBezTo>
                    <a:pt x="212" y="317"/>
                    <a:pt x="220" y="324"/>
                    <a:pt x="217" y="330"/>
                  </a:cubicBezTo>
                  <a:cubicBezTo>
                    <a:pt x="219" y="372"/>
                    <a:pt x="217" y="383"/>
                    <a:pt x="215" y="393"/>
                  </a:cubicBezTo>
                  <a:cubicBezTo>
                    <a:pt x="221" y="422"/>
                    <a:pt x="210" y="424"/>
                    <a:pt x="216" y="429"/>
                  </a:cubicBezTo>
                  <a:cubicBezTo>
                    <a:pt x="216" y="474"/>
                    <a:pt x="220" y="483"/>
                    <a:pt x="217" y="491"/>
                  </a:cubicBezTo>
                  <a:cubicBezTo>
                    <a:pt x="226" y="548"/>
                    <a:pt x="218" y="555"/>
                    <a:pt x="224" y="564"/>
                  </a:cubicBezTo>
                  <a:cubicBezTo>
                    <a:pt x="214" y="556"/>
                    <a:pt x="221" y="553"/>
                    <a:pt x="218" y="549"/>
                  </a:cubicBezTo>
                  <a:cubicBezTo>
                    <a:pt x="213" y="498"/>
                    <a:pt x="206" y="488"/>
                    <a:pt x="209" y="480"/>
                  </a:cubicBezTo>
                  <a:cubicBezTo>
                    <a:pt x="200" y="416"/>
                    <a:pt x="200" y="407"/>
                    <a:pt x="200" y="399"/>
                  </a:cubicBezTo>
                  <a:cubicBezTo>
                    <a:pt x="200" y="341"/>
                    <a:pt x="197" y="337"/>
                    <a:pt x="198" y="333"/>
                  </a:cubicBezTo>
                  <a:cubicBezTo>
                    <a:pt x="199" y="312"/>
                    <a:pt x="203" y="310"/>
                    <a:pt x="198" y="306"/>
                  </a:cubicBezTo>
                  <a:cubicBezTo>
                    <a:pt x="198" y="275"/>
                    <a:pt x="194" y="269"/>
                    <a:pt x="195" y="265"/>
                  </a:cubicBezTo>
                  <a:cubicBezTo>
                    <a:pt x="175" y="191"/>
                    <a:pt x="172" y="186"/>
                    <a:pt x="170" y="181"/>
                  </a:cubicBezTo>
                  <a:cubicBezTo>
                    <a:pt x="122" y="111"/>
                    <a:pt x="132" y="117"/>
                    <a:pt x="134" y="122"/>
                  </a:cubicBezTo>
                  <a:cubicBezTo>
                    <a:pt x="153" y="151"/>
                    <a:pt x="153" y="155"/>
                    <a:pt x="155" y="160"/>
                  </a:cubicBezTo>
                  <a:cubicBezTo>
                    <a:pt x="182" y="243"/>
                    <a:pt x="187" y="248"/>
                    <a:pt x="187" y="252"/>
                  </a:cubicBezTo>
                  <a:cubicBezTo>
                    <a:pt x="190" y="282"/>
                    <a:pt x="193" y="287"/>
                    <a:pt x="190" y="291"/>
                  </a:cubicBezTo>
                  <a:cubicBezTo>
                    <a:pt x="194" y="347"/>
                    <a:pt x="192" y="351"/>
                    <a:pt x="190" y="355"/>
                  </a:cubicBezTo>
                  <a:cubicBezTo>
                    <a:pt x="191" y="394"/>
                    <a:pt x="194" y="397"/>
                    <a:pt x="192" y="399"/>
                  </a:cubicBezTo>
                  <a:cubicBezTo>
                    <a:pt x="193" y="428"/>
                    <a:pt x="194" y="436"/>
                    <a:pt x="195" y="445"/>
                  </a:cubicBezTo>
                  <a:cubicBezTo>
                    <a:pt x="197" y="504"/>
                    <a:pt x="204" y="514"/>
                    <a:pt x="202" y="522"/>
                  </a:cubicBezTo>
                  <a:cubicBezTo>
                    <a:pt x="195" y="496"/>
                    <a:pt x="192" y="492"/>
                    <a:pt x="191" y="488"/>
                  </a:cubicBezTo>
                  <a:cubicBezTo>
                    <a:pt x="182" y="442"/>
                    <a:pt x="186" y="437"/>
                    <a:pt x="185" y="430"/>
                  </a:cubicBezTo>
                  <a:cubicBezTo>
                    <a:pt x="186" y="370"/>
                    <a:pt x="181" y="363"/>
                    <a:pt x="183" y="357"/>
                  </a:cubicBezTo>
                  <a:cubicBezTo>
                    <a:pt x="182" y="325"/>
                    <a:pt x="175" y="321"/>
                    <a:pt x="177" y="318"/>
                  </a:cubicBezTo>
                  <a:cubicBezTo>
                    <a:pt x="173" y="294"/>
                    <a:pt x="175" y="288"/>
                    <a:pt x="172" y="281"/>
                  </a:cubicBezTo>
                  <a:cubicBezTo>
                    <a:pt x="170" y="250"/>
                    <a:pt x="163" y="245"/>
                    <a:pt x="166" y="243"/>
                  </a:cubicBezTo>
                  <a:cubicBezTo>
                    <a:pt x="117" y="146"/>
                    <a:pt x="115" y="136"/>
                    <a:pt x="110" y="138"/>
                  </a:cubicBezTo>
                  <a:cubicBezTo>
                    <a:pt x="158" y="251"/>
                    <a:pt x="166" y="268"/>
                    <a:pt x="163" y="283"/>
                  </a:cubicBezTo>
                  <a:cubicBezTo>
                    <a:pt x="170" y="315"/>
                    <a:pt x="167" y="323"/>
                    <a:pt x="173" y="332"/>
                  </a:cubicBezTo>
                  <a:cubicBezTo>
                    <a:pt x="172" y="391"/>
                    <a:pt x="174" y="397"/>
                    <a:pt x="174" y="404"/>
                  </a:cubicBezTo>
                  <a:cubicBezTo>
                    <a:pt x="174" y="419"/>
                    <a:pt x="175" y="423"/>
                    <a:pt x="172" y="421"/>
                  </a:cubicBezTo>
                  <a:cubicBezTo>
                    <a:pt x="157" y="335"/>
                    <a:pt x="157" y="325"/>
                    <a:pt x="156" y="322"/>
                  </a:cubicBezTo>
                  <a:cubicBezTo>
                    <a:pt x="154" y="304"/>
                    <a:pt x="152" y="301"/>
                    <a:pt x="152" y="298"/>
                  </a:cubicBezTo>
                  <a:cubicBezTo>
                    <a:pt x="121" y="215"/>
                    <a:pt x="124" y="220"/>
                    <a:pt x="126" y="224"/>
                  </a:cubicBezTo>
                  <a:cubicBezTo>
                    <a:pt x="142" y="278"/>
                    <a:pt x="141" y="294"/>
                    <a:pt x="149" y="312"/>
                  </a:cubicBezTo>
                  <a:cubicBezTo>
                    <a:pt x="152" y="360"/>
                    <a:pt x="149" y="372"/>
                    <a:pt x="155" y="385"/>
                  </a:cubicBezTo>
                  <a:cubicBezTo>
                    <a:pt x="164" y="425"/>
                    <a:pt x="163" y="427"/>
                    <a:pt x="166" y="430"/>
                  </a:cubicBezTo>
                  <a:cubicBezTo>
                    <a:pt x="166" y="449"/>
                    <a:pt x="160" y="441"/>
                    <a:pt x="155" y="433"/>
                  </a:cubicBezTo>
                  <a:cubicBezTo>
                    <a:pt x="52" y="216"/>
                    <a:pt x="51" y="203"/>
                    <a:pt x="42" y="189"/>
                  </a:cubicBezTo>
                  <a:cubicBezTo>
                    <a:pt x="33" y="158"/>
                    <a:pt x="33" y="148"/>
                    <a:pt x="29" y="151"/>
                  </a:cubicBezTo>
                  <a:cubicBezTo>
                    <a:pt x="101" y="327"/>
                    <a:pt x="104" y="346"/>
                    <a:pt x="123" y="370"/>
                  </a:cubicBezTo>
                  <a:cubicBezTo>
                    <a:pt x="135" y="395"/>
                    <a:pt x="130" y="397"/>
                    <a:pt x="134" y="400"/>
                  </a:cubicBezTo>
                  <a:cubicBezTo>
                    <a:pt x="148" y="437"/>
                    <a:pt x="157" y="443"/>
                    <a:pt x="154" y="447"/>
                  </a:cubicBezTo>
                  <a:cubicBezTo>
                    <a:pt x="151" y="451"/>
                    <a:pt x="156" y="444"/>
                    <a:pt x="151" y="447"/>
                  </a:cubicBezTo>
                  <a:cubicBezTo>
                    <a:pt x="132" y="420"/>
                    <a:pt x="125" y="405"/>
                    <a:pt x="116" y="394"/>
                  </a:cubicBezTo>
                  <a:cubicBezTo>
                    <a:pt x="47" y="271"/>
                    <a:pt x="45" y="264"/>
                    <a:pt x="39" y="256"/>
                  </a:cubicBezTo>
                  <a:cubicBezTo>
                    <a:pt x="23" y="217"/>
                    <a:pt x="19" y="203"/>
                    <a:pt x="8" y="187"/>
                  </a:cubicBezTo>
                  <a:cubicBezTo>
                    <a:pt x="0" y="172"/>
                    <a:pt x="0" y="172"/>
                    <a:pt x="0" y="172"/>
                  </a:cubicBezTo>
                  <a:cubicBezTo>
                    <a:pt x="13" y="212"/>
                    <a:pt x="18" y="217"/>
                    <a:pt x="17" y="221"/>
                  </a:cubicBezTo>
                  <a:cubicBezTo>
                    <a:pt x="38" y="262"/>
                    <a:pt x="42" y="277"/>
                    <a:pt x="49" y="292"/>
                  </a:cubicBezTo>
                  <a:cubicBezTo>
                    <a:pt x="88" y="361"/>
                    <a:pt x="84" y="375"/>
                    <a:pt x="89" y="371"/>
                  </a:cubicBezTo>
                  <a:cubicBezTo>
                    <a:pt x="157" y="471"/>
                    <a:pt x="164" y="481"/>
                    <a:pt x="172" y="491"/>
                  </a:cubicBezTo>
                  <a:cubicBezTo>
                    <a:pt x="187" y="517"/>
                    <a:pt x="186" y="518"/>
                    <a:pt x="186" y="518"/>
                  </a:cubicBezTo>
                  <a:cubicBezTo>
                    <a:pt x="198" y="535"/>
                    <a:pt x="201" y="544"/>
                    <a:pt x="199" y="552"/>
                  </a:cubicBezTo>
                  <a:cubicBezTo>
                    <a:pt x="156" y="486"/>
                    <a:pt x="141" y="472"/>
                    <a:pt x="130" y="459"/>
                  </a:cubicBezTo>
                  <a:cubicBezTo>
                    <a:pt x="110" y="430"/>
                    <a:pt x="107" y="427"/>
                    <a:pt x="105" y="423"/>
                  </a:cubicBezTo>
                  <a:cubicBezTo>
                    <a:pt x="50" y="348"/>
                    <a:pt x="55" y="346"/>
                    <a:pt x="50" y="342"/>
                  </a:cubicBezTo>
                  <a:cubicBezTo>
                    <a:pt x="3" y="267"/>
                    <a:pt x="5" y="258"/>
                    <a:pt x="0" y="254"/>
                  </a:cubicBezTo>
                  <a:cubicBezTo>
                    <a:pt x="11" y="297"/>
                    <a:pt x="19" y="301"/>
                    <a:pt x="20" y="304"/>
                  </a:cubicBezTo>
                  <a:cubicBezTo>
                    <a:pt x="37" y="330"/>
                    <a:pt x="35" y="333"/>
                    <a:pt x="38" y="337"/>
                  </a:cubicBezTo>
                  <a:cubicBezTo>
                    <a:pt x="94" y="423"/>
                    <a:pt x="98" y="426"/>
                    <a:pt x="101" y="429"/>
                  </a:cubicBezTo>
                  <a:cubicBezTo>
                    <a:pt x="129" y="469"/>
                    <a:pt x="132" y="472"/>
                    <a:pt x="134" y="475"/>
                  </a:cubicBezTo>
                  <a:cubicBezTo>
                    <a:pt x="155" y="502"/>
                    <a:pt x="157" y="504"/>
                    <a:pt x="159" y="507"/>
                  </a:cubicBezTo>
                  <a:cubicBezTo>
                    <a:pt x="167" y="526"/>
                    <a:pt x="176" y="523"/>
                    <a:pt x="172" y="528"/>
                  </a:cubicBezTo>
                  <a:cubicBezTo>
                    <a:pt x="127" y="476"/>
                    <a:pt x="107" y="458"/>
                    <a:pt x="85" y="432"/>
                  </a:cubicBezTo>
                  <a:cubicBezTo>
                    <a:pt x="42" y="373"/>
                    <a:pt x="30" y="364"/>
                    <a:pt x="27" y="355"/>
                  </a:cubicBezTo>
                  <a:cubicBezTo>
                    <a:pt x="0" y="328"/>
                    <a:pt x="0" y="328"/>
                    <a:pt x="0" y="328"/>
                  </a:cubicBezTo>
                  <a:cubicBezTo>
                    <a:pt x="26" y="363"/>
                    <a:pt x="25" y="368"/>
                    <a:pt x="32" y="373"/>
                  </a:cubicBezTo>
                  <a:cubicBezTo>
                    <a:pt x="69" y="424"/>
                    <a:pt x="79" y="434"/>
                    <a:pt x="89" y="450"/>
                  </a:cubicBezTo>
                  <a:cubicBezTo>
                    <a:pt x="187" y="565"/>
                    <a:pt x="194" y="574"/>
                    <a:pt x="200" y="583"/>
                  </a:cubicBezTo>
                  <a:cubicBezTo>
                    <a:pt x="195" y="580"/>
                    <a:pt x="178" y="573"/>
                    <a:pt x="164" y="552"/>
                  </a:cubicBezTo>
                  <a:cubicBezTo>
                    <a:pt x="130" y="519"/>
                    <a:pt x="122" y="508"/>
                    <a:pt x="114" y="500"/>
                  </a:cubicBezTo>
                  <a:cubicBezTo>
                    <a:pt x="18" y="376"/>
                    <a:pt x="19" y="374"/>
                    <a:pt x="16" y="374"/>
                  </a:cubicBezTo>
                  <a:cubicBezTo>
                    <a:pt x="7" y="360"/>
                    <a:pt x="5" y="354"/>
                    <a:pt x="0" y="347"/>
                  </a:cubicBezTo>
                  <a:cubicBezTo>
                    <a:pt x="0" y="358"/>
                    <a:pt x="0" y="358"/>
                    <a:pt x="0" y="359"/>
                  </a:cubicBezTo>
                  <a:cubicBezTo>
                    <a:pt x="16" y="378"/>
                    <a:pt x="13" y="388"/>
                    <a:pt x="20" y="387"/>
                  </a:cubicBezTo>
                  <a:cubicBezTo>
                    <a:pt x="147" y="544"/>
                    <a:pt x="149" y="552"/>
                    <a:pt x="153" y="555"/>
                  </a:cubicBezTo>
                  <a:cubicBezTo>
                    <a:pt x="205" y="609"/>
                    <a:pt x="209" y="614"/>
                    <a:pt x="213" y="620"/>
                  </a:cubicBezTo>
                  <a:cubicBezTo>
                    <a:pt x="248" y="673"/>
                    <a:pt x="250" y="678"/>
                    <a:pt x="249" y="682"/>
                  </a:cubicBezTo>
                  <a:cubicBezTo>
                    <a:pt x="215" y="648"/>
                    <a:pt x="211" y="642"/>
                    <a:pt x="207" y="642"/>
                  </a:cubicBezTo>
                  <a:cubicBezTo>
                    <a:pt x="173" y="607"/>
                    <a:pt x="159" y="599"/>
                    <a:pt x="145" y="585"/>
                  </a:cubicBezTo>
                  <a:cubicBezTo>
                    <a:pt x="89" y="539"/>
                    <a:pt x="87" y="528"/>
                    <a:pt x="82" y="530"/>
                  </a:cubicBezTo>
                  <a:cubicBezTo>
                    <a:pt x="10" y="445"/>
                    <a:pt x="5" y="438"/>
                    <a:pt x="0" y="430"/>
                  </a:cubicBezTo>
                  <a:cubicBezTo>
                    <a:pt x="7" y="448"/>
                    <a:pt x="10" y="450"/>
                    <a:pt x="12" y="455"/>
                  </a:cubicBezTo>
                  <a:cubicBezTo>
                    <a:pt x="63" y="516"/>
                    <a:pt x="68" y="529"/>
                    <a:pt x="76" y="532"/>
                  </a:cubicBezTo>
                  <a:cubicBezTo>
                    <a:pt x="109" y="563"/>
                    <a:pt x="112" y="569"/>
                    <a:pt x="116" y="574"/>
                  </a:cubicBezTo>
                  <a:cubicBezTo>
                    <a:pt x="151" y="606"/>
                    <a:pt x="166" y="613"/>
                    <a:pt x="180" y="630"/>
                  </a:cubicBezTo>
                  <a:cubicBezTo>
                    <a:pt x="239" y="683"/>
                    <a:pt x="241" y="686"/>
                    <a:pt x="243" y="689"/>
                  </a:cubicBezTo>
                  <a:cubicBezTo>
                    <a:pt x="155" y="616"/>
                    <a:pt x="134" y="603"/>
                    <a:pt x="114" y="586"/>
                  </a:cubicBezTo>
                  <a:cubicBezTo>
                    <a:pt x="37" y="519"/>
                    <a:pt x="35" y="503"/>
                    <a:pt x="30" y="506"/>
                  </a:cubicBezTo>
                  <a:cubicBezTo>
                    <a:pt x="76" y="567"/>
                    <a:pt x="91" y="576"/>
                    <a:pt x="105" y="592"/>
                  </a:cubicBezTo>
                  <a:cubicBezTo>
                    <a:pt x="129" y="611"/>
                    <a:pt x="137" y="616"/>
                    <a:pt x="145" y="622"/>
                  </a:cubicBezTo>
                  <a:cubicBezTo>
                    <a:pt x="163" y="636"/>
                    <a:pt x="167" y="641"/>
                    <a:pt x="165" y="643"/>
                  </a:cubicBezTo>
                  <a:cubicBezTo>
                    <a:pt x="119" y="612"/>
                    <a:pt x="116" y="612"/>
                    <a:pt x="114" y="612"/>
                  </a:cubicBezTo>
                  <a:cubicBezTo>
                    <a:pt x="88" y="593"/>
                    <a:pt x="82" y="591"/>
                    <a:pt x="77" y="587"/>
                  </a:cubicBezTo>
                  <a:cubicBezTo>
                    <a:pt x="13" y="544"/>
                    <a:pt x="7" y="538"/>
                    <a:pt x="0" y="533"/>
                  </a:cubicBezTo>
                  <a:cubicBezTo>
                    <a:pt x="17" y="555"/>
                    <a:pt x="24" y="560"/>
                    <a:pt x="31" y="567"/>
                  </a:cubicBezTo>
                  <a:cubicBezTo>
                    <a:pt x="78" y="600"/>
                    <a:pt x="82" y="597"/>
                    <a:pt x="86" y="603"/>
                  </a:cubicBezTo>
                  <a:cubicBezTo>
                    <a:pt x="126" y="627"/>
                    <a:pt x="133" y="631"/>
                    <a:pt x="141" y="636"/>
                  </a:cubicBezTo>
                  <a:cubicBezTo>
                    <a:pt x="168" y="656"/>
                    <a:pt x="171" y="658"/>
                    <a:pt x="173" y="658"/>
                  </a:cubicBezTo>
                  <a:cubicBezTo>
                    <a:pt x="213" y="686"/>
                    <a:pt x="215" y="691"/>
                    <a:pt x="217" y="694"/>
                  </a:cubicBezTo>
                  <a:cubicBezTo>
                    <a:pt x="241" y="718"/>
                    <a:pt x="246" y="717"/>
                    <a:pt x="251" y="723"/>
                  </a:cubicBezTo>
                  <a:cubicBezTo>
                    <a:pt x="272" y="754"/>
                    <a:pt x="281" y="753"/>
                    <a:pt x="277" y="759"/>
                  </a:cubicBezTo>
                  <a:cubicBezTo>
                    <a:pt x="250" y="738"/>
                    <a:pt x="248" y="731"/>
                    <a:pt x="245" y="733"/>
                  </a:cubicBezTo>
                  <a:cubicBezTo>
                    <a:pt x="215" y="709"/>
                    <a:pt x="205" y="703"/>
                    <a:pt x="195" y="696"/>
                  </a:cubicBezTo>
                  <a:cubicBezTo>
                    <a:pt x="156" y="670"/>
                    <a:pt x="145" y="670"/>
                    <a:pt x="135" y="661"/>
                  </a:cubicBezTo>
                  <a:cubicBezTo>
                    <a:pt x="98" y="642"/>
                    <a:pt x="87" y="639"/>
                    <a:pt x="78" y="630"/>
                  </a:cubicBezTo>
                  <a:cubicBezTo>
                    <a:pt x="44" y="608"/>
                    <a:pt x="39" y="604"/>
                    <a:pt x="35" y="599"/>
                  </a:cubicBezTo>
                  <a:cubicBezTo>
                    <a:pt x="64" y="632"/>
                    <a:pt x="77" y="634"/>
                    <a:pt x="88" y="647"/>
                  </a:cubicBezTo>
                  <a:cubicBezTo>
                    <a:pt x="113" y="663"/>
                    <a:pt x="120" y="661"/>
                    <a:pt x="126" y="668"/>
                  </a:cubicBezTo>
                  <a:cubicBezTo>
                    <a:pt x="179" y="700"/>
                    <a:pt x="192" y="704"/>
                    <a:pt x="205" y="714"/>
                  </a:cubicBezTo>
                  <a:cubicBezTo>
                    <a:pt x="252" y="749"/>
                    <a:pt x="256" y="748"/>
                    <a:pt x="259" y="752"/>
                  </a:cubicBezTo>
                  <a:cubicBezTo>
                    <a:pt x="309" y="812"/>
                    <a:pt x="313" y="815"/>
                    <a:pt x="311" y="817"/>
                  </a:cubicBezTo>
                  <a:cubicBezTo>
                    <a:pt x="287" y="793"/>
                    <a:pt x="281" y="789"/>
                    <a:pt x="275" y="782"/>
                  </a:cubicBezTo>
                  <a:cubicBezTo>
                    <a:pt x="238" y="756"/>
                    <a:pt x="233" y="745"/>
                    <a:pt x="226" y="744"/>
                  </a:cubicBezTo>
                  <a:cubicBezTo>
                    <a:pt x="179" y="713"/>
                    <a:pt x="167" y="709"/>
                    <a:pt x="155" y="701"/>
                  </a:cubicBezTo>
                  <a:cubicBezTo>
                    <a:pt x="130" y="689"/>
                    <a:pt x="124" y="688"/>
                    <a:pt x="118" y="682"/>
                  </a:cubicBezTo>
                  <a:cubicBezTo>
                    <a:pt x="87" y="673"/>
                    <a:pt x="85" y="666"/>
                    <a:pt x="81" y="668"/>
                  </a:cubicBezTo>
                  <a:cubicBezTo>
                    <a:pt x="6" y="628"/>
                    <a:pt x="4" y="626"/>
                    <a:pt x="0" y="626"/>
                  </a:cubicBezTo>
                  <a:cubicBezTo>
                    <a:pt x="2" y="634"/>
                    <a:pt x="4" y="634"/>
                    <a:pt x="5" y="633"/>
                  </a:cubicBezTo>
                  <a:cubicBezTo>
                    <a:pt x="34" y="652"/>
                    <a:pt x="37" y="657"/>
                    <a:pt x="41" y="656"/>
                  </a:cubicBezTo>
                  <a:cubicBezTo>
                    <a:pt x="82" y="671"/>
                    <a:pt x="86" y="684"/>
                    <a:pt x="93" y="681"/>
                  </a:cubicBezTo>
                  <a:cubicBezTo>
                    <a:pt x="148" y="714"/>
                    <a:pt x="153" y="704"/>
                    <a:pt x="155" y="711"/>
                  </a:cubicBezTo>
                  <a:cubicBezTo>
                    <a:pt x="188" y="727"/>
                    <a:pt x="193" y="733"/>
                    <a:pt x="199" y="736"/>
                  </a:cubicBezTo>
                  <a:cubicBezTo>
                    <a:pt x="227" y="758"/>
                    <a:pt x="231" y="754"/>
                    <a:pt x="233" y="760"/>
                  </a:cubicBezTo>
                  <a:cubicBezTo>
                    <a:pt x="290" y="813"/>
                    <a:pt x="296" y="820"/>
                    <a:pt x="302" y="824"/>
                  </a:cubicBezTo>
                  <a:cubicBezTo>
                    <a:pt x="314" y="839"/>
                    <a:pt x="311" y="840"/>
                    <a:pt x="308" y="836"/>
                  </a:cubicBezTo>
                  <a:cubicBezTo>
                    <a:pt x="294" y="829"/>
                    <a:pt x="288" y="817"/>
                    <a:pt x="281" y="817"/>
                  </a:cubicBezTo>
                  <a:cubicBezTo>
                    <a:pt x="229" y="777"/>
                    <a:pt x="227" y="773"/>
                    <a:pt x="223" y="773"/>
                  </a:cubicBezTo>
                  <a:cubicBezTo>
                    <a:pt x="175" y="741"/>
                    <a:pt x="167" y="743"/>
                    <a:pt x="160" y="734"/>
                  </a:cubicBezTo>
                  <a:cubicBezTo>
                    <a:pt x="133" y="722"/>
                    <a:pt x="125" y="722"/>
                    <a:pt x="118" y="716"/>
                  </a:cubicBezTo>
                  <a:cubicBezTo>
                    <a:pt x="83" y="708"/>
                    <a:pt x="81" y="695"/>
                    <a:pt x="75" y="701"/>
                  </a:cubicBezTo>
                  <a:cubicBezTo>
                    <a:pt x="102" y="718"/>
                    <a:pt x="105" y="719"/>
                    <a:pt x="108" y="721"/>
                  </a:cubicBezTo>
                  <a:cubicBezTo>
                    <a:pt x="162" y="747"/>
                    <a:pt x="164" y="749"/>
                    <a:pt x="168" y="748"/>
                  </a:cubicBezTo>
                  <a:cubicBezTo>
                    <a:pt x="198" y="770"/>
                    <a:pt x="205" y="770"/>
                    <a:pt x="210" y="774"/>
                  </a:cubicBezTo>
                  <a:cubicBezTo>
                    <a:pt x="297" y="836"/>
                    <a:pt x="302" y="842"/>
                    <a:pt x="307" y="846"/>
                  </a:cubicBezTo>
                  <a:cubicBezTo>
                    <a:pt x="324" y="865"/>
                    <a:pt x="312" y="860"/>
                    <a:pt x="303" y="847"/>
                  </a:cubicBezTo>
                  <a:cubicBezTo>
                    <a:pt x="244" y="813"/>
                    <a:pt x="238" y="807"/>
                    <a:pt x="232" y="801"/>
                  </a:cubicBezTo>
                  <a:cubicBezTo>
                    <a:pt x="172" y="765"/>
                    <a:pt x="165" y="768"/>
                    <a:pt x="159" y="759"/>
                  </a:cubicBezTo>
                  <a:cubicBezTo>
                    <a:pt x="124" y="742"/>
                    <a:pt x="119" y="747"/>
                    <a:pt x="115" y="742"/>
                  </a:cubicBezTo>
                  <a:cubicBezTo>
                    <a:pt x="80" y="724"/>
                    <a:pt x="77" y="723"/>
                    <a:pt x="75" y="720"/>
                  </a:cubicBezTo>
                  <a:cubicBezTo>
                    <a:pt x="43" y="707"/>
                    <a:pt x="39" y="696"/>
                    <a:pt x="34" y="699"/>
                  </a:cubicBezTo>
                  <a:cubicBezTo>
                    <a:pt x="17" y="698"/>
                    <a:pt x="31" y="699"/>
                    <a:pt x="42" y="711"/>
                  </a:cubicBezTo>
                  <a:cubicBezTo>
                    <a:pt x="73" y="726"/>
                    <a:pt x="76" y="731"/>
                    <a:pt x="80" y="730"/>
                  </a:cubicBezTo>
                  <a:cubicBezTo>
                    <a:pt x="143" y="758"/>
                    <a:pt x="148" y="769"/>
                    <a:pt x="155" y="768"/>
                  </a:cubicBezTo>
                  <a:cubicBezTo>
                    <a:pt x="195" y="790"/>
                    <a:pt x="198" y="792"/>
                    <a:pt x="201" y="791"/>
                  </a:cubicBezTo>
                  <a:cubicBezTo>
                    <a:pt x="241" y="822"/>
                    <a:pt x="254" y="823"/>
                    <a:pt x="266" y="833"/>
                  </a:cubicBezTo>
                  <a:cubicBezTo>
                    <a:pt x="321" y="881"/>
                    <a:pt x="327" y="880"/>
                    <a:pt x="332" y="885"/>
                  </a:cubicBezTo>
                  <a:cubicBezTo>
                    <a:pt x="358" y="919"/>
                    <a:pt x="348" y="917"/>
                    <a:pt x="340" y="904"/>
                  </a:cubicBezTo>
                  <a:cubicBezTo>
                    <a:pt x="310" y="881"/>
                    <a:pt x="307" y="882"/>
                    <a:pt x="305" y="877"/>
                  </a:cubicBezTo>
                  <a:cubicBezTo>
                    <a:pt x="278" y="859"/>
                    <a:pt x="271" y="855"/>
                    <a:pt x="263" y="852"/>
                  </a:cubicBezTo>
                  <a:cubicBezTo>
                    <a:pt x="217" y="825"/>
                    <a:pt x="212" y="819"/>
                    <a:pt x="208" y="816"/>
                  </a:cubicBezTo>
                  <a:cubicBezTo>
                    <a:pt x="170" y="802"/>
                    <a:pt x="169" y="799"/>
                    <a:pt x="167" y="799"/>
                  </a:cubicBezTo>
                  <a:cubicBezTo>
                    <a:pt x="126" y="782"/>
                    <a:pt x="119" y="775"/>
                    <a:pt x="110" y="776"/>
                  </a:cubicBezTo>
                  <a:cubicBezTo>
                    <a:pt x="70" y="760"/>
                    <a:pt x="67" y="754"/>
                    <a:pt x="62" y="754"/>
                  </a:cubicBezTo>
                  <a:cubicBezTo>
                    <a:pt x="18" y="739"/>
                    <a:pt x="25" y="738"/>
                    <a:pt x="31" y="744"/>
                  </a:cubicBezTo>
                  <a:cubicBezTo>
                    <a:pt x="75" y="767"/>
                    <a:pt x="81" y="772"/>
                    <a:pt x="88" y="772"/>
                  </a:cubicBezTo>
                  <a:cubicBezTo>
                    <a:pt x="132" y="793"/>
                    <a:pt x="139" y="794"/>
                    <a:pt x="145" y="799"/>
                  </a:cubicBezTo>
                  <a:cubicBezTo>
                    <a:pt x="158" y="805"/>
                    <a:pt x="163" y="802"/>
                    <a:pt x="166" y="806"/>
                  </a:cubicBezTo>
                  <a:cubicBezTo>
                    <a:pt x="217" y="829"/>
                    <a:pt x="228" y="842"/>
                    <a:pt x="241" y="848"/>
                  </a:cubicBezTo>
                  <a:cubicBezTo>
                    <a:pt x="293" y="879"/>
                    <a:pt x="304" y="894"/>
                    <a:pt x="317" y="898"/>
                  </a:cubicBezTo>
                  <a:cubicBezTo>
                    <a:pt x="372" y="946"/>
                    <a:pt x="386" y="963"/>
                    <a:pt x="400" y="976"/>
                  </a:cubicBezTo>
                  <a:cubicBezTo>
                    <a:pt x="392" y="979"/>
                    <a:pt x="371" y="960"/>
                    <a:pt x="349" y="943"/>
                  </a:cubicBezTo>
                  <a:cubicBezTo>
                    <a:pt x="329" y="924"/>
                    <a:pt x="322" y="926"/>
                    <a:pt x="317" y="917"/>
                  </a:cubicBezTo>
                  <a:cubicBezTo>
                    <a:pt x="278" y="892"/>
                    <a:pt x="274" y="883"/>
                    <a:pt x="269" y="882"/>
                  </a:cubicBezTo>
                  <a:cubicBezTo>
                    <a:pt x="213" y="844"/>
                    <a:pt x="206" y="850"/>
                    <a:pt x="202" y="841"/>
                  </a:cubicBezTo>
                  <a:cubicBezTo>
                    <a:pt x="179" y="829"/>
                    <a:pt x="173" y="827"/>
                    <a:pt x="167" y="823"/>
                  </a:cubicBezTo>
                  <a:cubicBezTo>
                    <a:pt x="145" y="809"/>
                    <a:pt x="140" y="807"/>
                    <a:pt x="135" y="803"/>
                  </a:cubicBezTo>
                  <a:cubicBezTo>
                    <a:pt x="94" y="787"/>
                    <a:pt x="88" y="786"/>
                    <a:pt x="82" y="782"/>
                  </a:cubicBezTo>
                  <a:cubicBezTo>
                    <a:pt x="18" y="768"/>
                    <a:pt x="25" y="763"/>
                    <a:pt x="31" y="770"/>
                  </a:cubicBezTo>
                  <a:cubicBezTo>
                    <a:pt x="72" y="789"/>
                    <a:pt x="76" y="784"/>
                    <a:pt x="78" y="788"/>
                  </a:cubicBezTo>
                  <a:cubicBezTo>
                    <a:pt x="101" y="793"/>
                    <a:pt x="103" y="801"/>
                    <a:pt x="107" y="799"/>
                  </a:cubicBezTo>
                  <a:cubicBezTo>
                    <a:pt x="130" y="808"/>
                    <a:pt x="135" y="815"/>
                    <a:pt x="142" y="817"/>
                  </a:cubicBezTo>
                  <a:cubicBezTo>
                    <a:pt x="170" y="836"/>
                    <a:pt x="179" y="838"/>
                    <a:pt x="187" y="844"/>
                  </a:cubicBezTo>
                  <a:cubicBezTo>
                    <a:pt x="233" y="870"/>
                    <a:pt x="251" y="880"/>
                    <a:pt x="268" y="893"/>
                  </a:cubicBezTo>
                  <a:cubicBezTo>
                    <a:pt x="303" y="920"/>
                    <a:pt x="313" y="923"/>
                    <a:pt x="321" y="933"/>
                  </a:cubicBezTo>
                  <a:cubicBezTo>
                    <a:pt x="355" y="961"/>
                    <a:pt x="358" y="960"/>
                    <a:pt x="359" y="965"/>
                  </a:cubicBezTo>
                  <a:cubicBezTo>
                    <a:pt x="330" y="953"/>
                    <a:pt x="328" y="946"/>
                    <a:pt x="325" y="946"/>
                  </a:cubicBezTo>
                  <a:cubicBezTo>
                    <a:pt x="294" y="928"/>
                    <a:pt x="291" y="926"/>
                    <a:pt x="288" y="928"/>
                  </a:cubicBezTo>
                  <a:cubicBezTo>
                    <a:pt x="253" y="905"/>
                    <a:pt x="246" y="907"/>
                    <a:pt x="240" y="902"/>
                  </a:cubicBezTo>
                  <a:cubicBezTo>
                    <a:pt x="196" y="874"/>
                    <a:pt x="189" y="878"/>
                    <a:pt x="183" y="871"/>
                  </a:cubicBezTo>
                  <a:cubicBezTo>
                    <a:pt x="151" y="863"/>
                    <a:pt x="149" y="853"/>
                    <a:pt x="145" y="855"/>
                  </a:cubicBezTo>
                  <a:cubicBezTo>
                    <a:pt x="101" y="836"/>
                    <a:pt x="95" y="830"/>
                    <a:pt x="89" y="825"/>
                  </a:cubicBezTo>
                  <a:cubicBezTo>
                    <a:pt x="75" y="820"/>
                    <a:pt x="78" y="824"/>
                    <a:pt x="81" y="829"/>
                  </a:cubicBezTo>
                  <a:cubicBezTo>
                    <a:pt x="125" y="851"/>
                    <a:pt x="134" y="857"/>
                    <a:pt x="143" y="859"/>
                  </a:cubicBezTo>
                  <a:cubicBezTo>
                    <a:pt x="177" y="878"/>
                    <a:pt x="186" y="880"/>
                    <a:pt x="195" y="884"/>
                  </a:cubicBezTo>
                  <a:cubicBezTo>
                    <a:pt x="207" y="892"/>
                    <a:pt x="211" y="897"/>
                    <a:pt x="218" y="897"/>
                  </a:cubicBezTo>
                  <a:cubicBezTo>
                    <a:pt x="249" y="916"/>
                    <a:pt x="257" y="920"/>
                    <a:pt x="265" y="922"/>
                  </a:cubicBezTo>
                  <a:cubicBezTo>
                    <a:pt x="296" y="944"/>
                    <a:pt x="307" y="946"/>
                    <a:pt x="317" y="954"/>
                  </a:cubicBezTo>
                  <a:cubicBezTo>
                    <a:pt x="372" y="983"/>
                    <a:pt x="377" y="991"/>
                    <a:pt x="383" y="991"/>
                  </a:cubicBezTo>
                  <a:cubicBezTo>
                    <a:pt x="407" y="1010"/>
                    <a:pt x="410" y="1011"/>
                    <a:pt x="412" y="1013"/>
                  </a:cubicBezTo>
                  <a:cubicBezTo>
                    <a:pt x="429" y="1029"/>
                    <a:pt x="432" y="1032"/>
                    <a:pt x="434" y="1035"/>
                  </a:cubicBezTo>
                  <a:cubicBezTo>
                    <a:pt x="391" y="1012"/>
                    <a:pt x="379" y="1003"/>
                    <a:pt x="366" y="1000"/>
                  </a:cubicBezTo>
                  <a:cubicBezTo>
                    <a:pt x="282" y="959"/>
                    <a:pt x="273" y="956"/>
                    <a:pt x="265" y="952"/>
                  </a:cubicBezTo>
                  <a:cubicBezTo>
                    <a:pt x="208" y="925"/>
                    <a:pt x="204" y="923"/>
                    <a:pt x="199" y="924"/>
                  </a:cubicBezTo>
                  <a:cubicBezTo>
                    <a:pt x="168" y="902"/>
                    <a:pt x="164" y="897"/>
                    <a:pt x="160" y="895"/>
                  </a:cubicBezTo>
                  <a:cubicBezTo>
                    <a:pt x="119" y="863"/>
                    <a:pt x="114" y="861"/>
                    <a:pt x="110" y="856"/>
                  </a:cubicBezTo>
                  <a:cubicBezTo>
                    <a:pt x="97" y="853"/>
                    <a:pt x="111" y="861"/>
                    <a:pt x="124" y="875"/>
                  </a:cubicBezTo>
                  <a:cubicBezTo>
                    <a:pt x="187" y="933"/>
                    <a:pt x="199" y="943"/>
                    <a:pt x="211" y="952"/>
                  </a:cubicBezTo>
                  <a:cubicBezTo>
                    <a:pt x="237" y="972"/>
                    <a:pt x="244" y="976"/>
                    <a:pt x="251" y="978"/>
                  </a:cubicBezTo>
                  <a:cubicBezTo>
                    <a:pt x="355" y="1037"/>
                    <a:pt x="362" y="1036"/>
                    <a:pt x="369" y="1041"/>
                  </a:cubicBezTo>
                  <a:cubicBezTo>
                    <a:pt x="396" y="1053"/>
                    <a:pt x="402" y="1057"/>
                    <a:pt x="410" y="1057"/>
                  </a:cubicBezTo>
                  <a:cubicBezTo>
                    <a:pt x="443" y="1078"/>
                    <a:pt x="446" y="1080"/>
                    <a:pt x="450" y="1080"/>
                  </a:cubicBezTo>
                  <a:cubicBezTo>
                    <a:pt x="498" y="1117"/>
                    <a:pt x="507" y="1122"/>
                    <a:pt x="503" y="1125"/>
                  </a:cubicBezTo>
                  <a:cubicBezTo>
                    <a:pt x="426" y="1084"/>
                    <a:pt x="415" y="1078"/>
                    <a:pt x="403" y="1075"/>
                  </a:cubicBezTo>
                  <a:cubicBezTo>
                    <a:pt x="382" y="1065"/>
                    <a:pt x="376" y="1061"/>
                    <a:pt x="370" y="1062"/>
                  </a:cubicBezTo>
                  <a:cubicBezTo>
                    <a:pt x="331" y="1045"/>
                    <a:pt x="325" y="1046"/>
                    <a:pt x="320" y="1041"/>
                  </a:cubicBezTo>
                  <a:cubicBezTo>
                    <a:pt x="300" y="1035"/>
                    <a:pt x="297" y="1034"/>
                    <a:pt x="295" y="1035"/>
                  </a:cubicBezTo>
                  <a:cubicBezTo>
                    <a:pt x="257" y="1018"/>
                    <a:pt x="244" y="1017"/>
                    <a:pt x="232" y="1015"/>
                  </a:cubicBezTo>
                  <a:cubicBezTo>
                    <a:pt x="276" y="1032"/>
                    <a:pt x="287" y="1038"/>
                    <a:pt x="298" y="1040"/>
                  </a:cubicBezTo>
                  <a:cubicBezTo>
                    <a:pt x="343" y="1060"/>
                    <a:pt x="355" y="1062"/>
                    <a:pt x="366" y="1067"/>
                  </a:cubicBezTo>
                  <a:cubicBezTo>
                    <a:pt x="421" y="1094"/>
                    <a:pt x="428" y="1089"/>
                    <a:pt x="433" y="1097"/>
                  </a:cubicBezTo>
                  <a:cubicBezTo>
                    <a:pt x="477" y="1120"/>
                    <a:pt x="488" y="1124"/>
                    <a:pt x="499" y="1130"/>
                  </a:cubicBezTo>
                  <a:cubicBezTo>
                    <a:pt x="530" y="1153"/>
                    <a:pt x="538" y="1158"/>
                    <a:pt x="534" y="1161"/>
                  </a:cubicBezTo>
                  <a:cubicBezTo>
                    <a:pt x="497" y="1142"/>
                    <a:pt x="495" y="1135"/>
                    <a:pt x="492" y="1135"/>
                  </a:cubicBezTo>
                  <a:cubicBezTo>
                    <a:pt x="453" y="1119"/>
                    <a:pt x="442" y="1110"/>
                    <a:pt x="430" y="1105"/>
                  </a:cubicBezTo>
                  <a:cubicBezTo>
                    <a:pt x="399" y="1091"/>
                    <a:pt x="395" y="1089"/>
                    <a:pt x="392" y="1089"/>
                  </a:cubicBezTo>
                  <a:cubicBezTo>
                    <a:pt x="366" y="1080"/>
                    <a:pt x="361" y="1073"/>
                    <a:pt x="354" y="1073"/>
                  </a:cubicBezTo>
                  <a:cubicBezTo>
                    <a:pt x="272" y="1038"/>
                    <a:pt x="264" y="1045"/>
                    <a:pt x="258" y="1037"/>
                  </a:cubicBezTo>
                  <a:cubicBezTo>
                    <a:pt x="228" y="1020"/>
                    <a:pt x="224" y="1018"/>
                    <a:pt x="221" y="1018"/>
                  </a:cubicBezTo>
                  <a:cubicBezTo>
                    <a:pt x="190" y="1001"/>
                    <a:pt x="188" y="991"/>
                    <a:pt x="184" y="993"/>
                  </a:cubicBezTo>
                  <a:cubicBezTo>
                    <a:pt x="154" y="965"/>
                    <a:pt x="150" y="962"/>
                    <a:pt x="146" y="962"/>
                  </a:cubicBezTo>
                  <a:cubicBezTo>
                    <a:pt x="188" y="1003"/>
                    <a:pt x="191" y="1002"/>
                    <a:pt x="193" y="1006"/>
                  </a:cubicBezTo>
                  <a:cubicBezTo>
                    <a:pt x="231" y="1027"/>
                    <a:pt x="233" y="1033"/>
                    <a:pt x="236" y="1031"/>
                  </a:cubicBezTo>
                  <a:cubicBezTo>
                    <a:pt x="256" y="1046"/>
                    <a:pt x="258" y="1053"/>
                    <a:pt x="261" y="1051"/>
                  </a:cubicBezTo>
                  <a:cubicBezTo>
                    <a:pt x="284" y="1067"/>
                    <a:pt x="286" y="1072"/>
                    <a:pt x="288" y="1075"/>
                  </a:cubicBezTo>
                  <a:cubicBezTo>
                    <a:pt x="317" y="1095"/>
                    <a:pt x="323" y="1099"/>
                    <a:pt x="330" y="1104"/>
                  </a:cubicBezTo>
                  <a:cubicBezTo>
                    <a:pt x="350" y="1113"/>
                    <a:pt x="352" y="1114"/>
                    <a:pt x="355" y="1115"/>
                  </a:cubicBezTo>
                  <a:cubicBezTo>
                    <a:pt x="387" y="1132"/>
                    <a:pt x="392" y="1132"/>
                    <a:pt x="396" y="1137"/>
                  </a:cubicBezTo>
                  <a:cubicBezTo>
                    <a:pt x="442" y="1160"/>
                    <a:pt x="445" y="1159"/>
                    <a:pt x="447" y="1162"/>
                  </a:cubicBezTo>
                  <a:cubicBezTo>
                    <a:pt x="495" y="1178"/>
                    <a:pt x="504" y="1188"/>
                    <a:pt x="514" y="1189"/>
                  </a:cubicBezTo>
                  <a:cubicBezTo>
                    <a:pt x="545" y="1207"/>
                    <a:pt x="548" y="1205"/>
                    <a:pt x="550" y="1206"/>
                  </a:cubicBezTo>
                  <a:cubicBezTo>
                    <a:pt x="576" y="1222"/>
                    <a:pt x="581" y="1223"/>
                    <a:pt x="586" y="1229"/>
                  </a:cubicBezTo>
                  <a:cubicBezTo>
                    <a:pt x="606" y="1238"/>
                    <a:pt x="610" y="1248"/>
                    <a:pt x="615" y="1248"/>
                  </a:cubicBezTo>
                  <a:cubicBezTo>
                    <a:pt x="617" y="1257"/>
                    <a:pt x="606" y="1255"/>
                    <a:pt x="597" y="1245"/>
                  </a:cubicBezTo>
                  <a:cubicBezTo>
                    <a:pt x="545" y="1221"/>
                    <a:pt x="540" y="1217"/>
                    <a:pt x="534" y="1218"/>
                  </a:cubicBezTo>
                  <a:cubicBezTo>
                    <a:pt x="485" y="1200"/>
                    <a:pt x="482" y="1196"/>
                    <a:pt x="479" y="1193"/>
                  </a:cubicBezTo>
                  <a:cubicBezTo>
                    <a:pt x="454" y="1186"/>
                    <a:pt x="450" y="1184"/>
                    <a:pt x="446" y="1184"/>
                  </a:cubicBezTo>
                  <a:cubicBezTo>
                    <a:pt x="389" y="1155"/>
                    <a:pt x="374" y="1155"/>
                    <a:pt x="361" y="1140"/>
                  </a:cubicBezTo>
                  <a:cubicBezTo>
                    <a:pt x="332" y="1126"/>
                    <a:pt x="326" y="1117"/>
                    <a:pt x="318" y="1117"/>
                  </a:cubicBezTo>
                  <a:cubicBezTo>
                    <a:pt x="296" y="1099"/>
                    <a:pt x="291" y="1096"/>
                    <a:pt x="284" y="1096"/>
                  </a:cubicBezTo>
                  <a:cubicBezTo>
                    <a:pt x="297" y="1108"/>
                    <a:pt x="302" y="1107"/>
                    <a:pt x="305" y="1110"/>
                  </a:cubicBezTo>
                  <a:cubicBezTo>
                    <a:pt x="326" y="1125"/>
                    <a:pt x="329" y="1128"/>
                    <a:pt x="333" y="1134"/>
                  </a:cubicBezTo>
                  <a:cubicBezTo>
                    <a:pt x="387" y="1166"/>
                    <a:pt x="394" y="1176"/>
                    <a:pt x="401" y="1181"/>
                  </a:cubicBezTo>
                  <a:cubicBezTo>
                    <a:pt x="430" y="1196"/>
                    <a:pt x="433" y="1199"/>
                    <a:pt x="437" y="1204"/>
                  </a:cubicBezTo>
                  <a:cubicBezTo>
                    <a:pt x="480" y="1225"/>
                    <a:pt x="488" y="1230"/>
                    <a:pt x="496" y="1231"/>
                  </a:cubicBezTo>
                  <a:cubicBezTo>
                    <a:pt x="512" y="1244"/>
                    <a:pt x="515" y="1239"/>
                    <a:pt x="516" y="1244"/>
                  </a:cubicBezTo>
                  <a:cubicBezTo>
                    <a:pt x="550" y="1257"/>
                    <a:pt x="553" y="1259"/>
                    <a:pt x="557" y="1260"/>
                  </a:cubicBezTo>
                  <a:cubicBezTo>
                    <a:pt x="595" y="1278"/>
                    <a:pt x="602" y="1276"/>
                    <a:pt x="608" y="1283"/>
                  </a:cubicBezTo>
                  <a:cubicBezTo>
                    <a:pt x="633" y="1289"/>
                    <a:pt x="638" y="1292"/>
                    <a:pt x="642" y="1290"/>
                  </a:cubicBezTo>
                  <a:cubicBezTo>
                    <a:pt x="671" y="1306"/>
                    <a:pt x="673" y="1306"/>
                    <a:pt x="672" y="1309"/>
                  </a:cubicBezTo>
                  <a:cubicBezTo>
                    <a:pt x="688" y="1331"/>
                    <a:pt x="675" y="1322"/>
                    <a:pt x="660" y="1323"/>
                  </a:cubicBezTo>
                  <a:cubicBezTo>
                    <a:pt x="632" y="1317"/>
                    <a:pt x="625" y="1308"/>
                    <a:pt x="617" y="1311"/>
                  </a:cubicBezTo>
                  <a:cubicBezTo>
                    <a:pt x="588" y="1307"/>
                    <a:pt x="582" y="1296"/>
                    <a:pt x="574" y="1299"/>
                  </a:cubicBezTo>
                  <a:cubicBezTo>
                    <a:pt x="545" y="1291"/>
                    <a:pt x="539" y="1284"/>
                    <a:pt x="531" y="1284"/>
                  </a:cubicBezTo>
                  <a:cubicBezTo>
                    <a:pt x="518" y="1276"/>
                    <a:pt x="514" y="1277"/>
                    <a:pt x="511" y="1275"/>
                  </a:cubicBezTo>
                  <a:cubicBezTo>
                    <a:pt x="466" y="1250"/>
                    <a:pt x="462" y="1253"/>
                    <a:pt x="459" y="1247"/>
                  </a:cubicBezTo>
                  <a:cubicBezTo>
                    <a:pt x="425" y="1226"/>
                    <a:pt x="420" y="1229"/>
                    <a:pt x="418" y="1223"/>
                  </a:cubicBezTo>
                  <a:cubicBezTo>
                    <a:pt x="384" y="1200"/>
                    <a:pt x="381" y="1195"/>
                    <a:pt x="377" y="1196"/>
                  </a:cubicBezTo>
                  <a:cubicBezTo>
                    <a:pt x="435" y="1244"/>
                    <a:pt x="446" y="1249"/>
                    <a:pt x="456" y="1258"/>
                  </a:cubicBezTo>
                  <a:cubicBezTo>
                    <a:pt x="492" y="1278"/>
                    <a:pt x="498" y="1276"/>
                    <a:pt x="504" y="1280"/>
                  </a:cubicBezTo>
                  <a:cubicBezTo>
                    <a:pt x="525" y="1289"/>
                    <a:pt x="530" y="1291"/>
                    <a:pt x="536" y="1294"/>
                  </a:cubicBezTo>
                  <a:cubicBezTo>
                    <a:pt x="557" y="1301"/>
                    <a:pt x="562" y="1305"/>
                    <a:pt x="568" y="1306"/>
                  </a:cubicBezTo>
                  <a:cubicBezTo>
                    <a:pt x="590" y="1309"/>
                    <a:pt x="595" y="1319"/>
                    <a:pt x="601" y="1315"/>
                  </a:cubicBezTo>
                  <a:cubicBezTo>
                    <a:pt x="677" y="1338"/>
                    <a:pt x="682" y="1337"/>
                    <a:pt x="686" y="1337"/>
                  </a:cubicBezTo>
                  <a:cubicBezTo>
                    <a:pt x="717" y="1352"/>
                    <a:pt x="722" y="1353"/>
                    <a:pt x="726" y="1359"/>
                  </a:cubicBezTo>
                  <a:cubicBezTo>
                    <a:pt x="698" y="1354"/>
                    <a:pt x="691" y="1350"/>
                    <a:pt x="684" y="1349"/>
                  </a:cubicBezTo>
                  <a:cubicBezTo>
                    <a:pt x="670" y="1348"/>
                    <a:pt x="667" y="1343"/>
                    <a:pt x="663" y="1345"/>
                  </a:cubicBezTo>
                  <a:cubicBezTo>
                    <a:pt x="627" y="1341"/>
                    <a:pt x="624" y="1336"/>
                    <a:pt x="620" y="1338"/>
                  </a:cubicBezTo>
                  <a:cubicBezTo>
                    <a:pt x="560" y="1320"/>
                    <a:pt x="556" y="1320"/>
                    <a:pt x="553" y="1319"/>
                  </a:cubicBezTo>
                  <a:cubicBezTo>
                    <a:pt x="518" y="1303"/>
                    <a:pt x="512" y="1300"/>
                    <a:pt x="505" y="1300"/>
                  </a:cubicBezTo>
                  <a:cubicBezTo>
                    <a:pt x="488" y="1293"/>
                    <a:pt x="487" y="1289"/>
                    <a:pt x="485" y="1290"/>
                  </a:cubicBezTo>
                  <a:cubicBezTo>
                    <a:pt x="521" y="1315"/>
                    <a:pt x="524" y="1319"/>
                    <a:pt x="528" y="1318"/>
                  </a:cubicBezTo>
                  <a:cubicBezTo>
                    <a:pt x="566" y="1335"/>
                    <a:pt x="569" y="1341"/>
                    <a:pt x="572" y="1346"/>
                  </a:cubicBezTo>
                  <a:cubicBezTo>
                    <a:pt x="604" y="1356"/>
                    <a:pt x="608" y="1362"/>
                    <a:pt x="611" y="1366"/>
                  </a:cubicBezTo>
                  <a:cubicBezTo>
                    <a:pt x="652" y="1386"/>
                    <a:pt x="660" y="1398"/>
                    <a:pt x="669" y="1400"/>
                  </a:cubicBezTo>
                  <a:cubicBezTo>
                    <a:pt x="717" y="1420"/>
                    <a:pt x="721" y="1423"/>
                    <a:pt x="726" y="1423"/>
                  </a:cubicBezTo>
                  <a:cubicBezTo>
                    <a:pt x="789" y="1445"/>
                    <a:pt x="794" y="1444"/>
                    <a:pt x="799" y="1446"/>
                  </a:cubicBezTo>
                  <a:cubicBezTo>
                    <a:pt x="834" y="1455"/>
                    <a:pt x="839" y="1460"/>
                    <a:pt x="844" y="1460"/>
                  </a:cubicBezTo>
                  <a:cubicBezTo>
                    <a:pt x="868" y="1469"/>
                    <a:pt x="872" y="1468"/>
                    <a:pt x="870" y="1471"/>
                  </a:cubicBezTo>
                  <a:cubicBezTo>
                    <a:pt x="799" y="1494"/>
                    <a:pt x="796" y="1495"/>
                    <a:pt x="792" y="1497"/>
                  </a:cubicBezTo>
                  <a:cubicBezTo>
                    <a:pt x="807" y="1500"/>
                    <a:pt x="814" y="1498"/>
                    <a:pt x="821" y="1492"/>
                  </a:cubicBezTo>
                  <a:cubicBezTo>
                    <a:pt x="853" y="1487"/>
                    <a:pt x="846" y="1492"/>
                    <a:pt x="840" y="1492"/>
                  </a:cubicBezTo>
                  <a:cubicBezTo>
                    <a:pt x="845" y="1498"/>
                    <a:pt x="850" y="1500"/>
                    <a:pt x="857" y="1494"/>
                  </a:cubicBezTo>
                  <a:cubicBezTo>
                    <a:pt x="896" y="1495"/>
                    <a:pt x="902" y="1495"/>
                    <a:pt x="906" y="1499"/>
                  </a:cubicBezTo>
                  <a:cubicBezTo>
                    <a:pt x="937" y="1499"/>
                    <a:pt x="939" y="1509"/>
                    <a:pt x="944" y="1507"/>
                  </a:cubicBezTo>
                  <a:cubicBezTo>
                    <a:pt x="979" y="1513"/>
                    <a:pt x="980" y="1525"/>
                    <a:pt x="984" y="1518"/>
                  </a:cubicBezTo>
                  <a:close/>
                  <a:moveTo>
                    <a:pt x="194" y="560"/>
                  </a:moveTo>
                  <a:cubicBezTo>
                    <a:pt x="193" y="556"/>
                    <a:pt x="197" y="560"/>
                    <a:pt x="199" y="563"/>
                  </a:cubicBezTo>
                  <a:cubicBezTo>
                    <a:pt x="200" y="567"/>
                    <a:pt x="196" y="563"/>
                    <a:pt x="194" y="560"/>
                  </a:cubicBezTo>
                  <a:close/>
                  <a:moveTo>
                    <a:pt x="272" y="655"/>
                  </a:moveTo>
                  <a:cubicBezTo>
                    <a:pt x="271" y="660"/>
                    <a:pt x="274" y="665"/>
                    <a:pt x="273" y="670"/>
                  </a:cubicBezTo>
                  <a:cubicBezTo>
                    <a:pt x="266" y="671"/>
                    <a:pt x="272" y="661"/>
                    <a:pt x="269" y="657"/>
                  </a:cubicBezTo>
                  <a:cubicBezTo>
                    <a:pt x="270" y="652"/>
                    <a:pt x="269" y="647"/>
                    <a:pt x="268" y="641"/>
                  </a:cubicBezTo>
                  <a:cubicBezTo>
                    <a:pt x="275" y="641"/>
                    <a:pt x="269" y="651"/>
                    <a:pt x="272" y="655"/>
                  </a:cubicBezTo>
                  <a:close/>
                  <a:moveTo>
                    <a:pt x="268" y="727"/>
                  </a:moveTo>
                  <a:cubicBezTo>
                    <a:pt x="276" y="724"/>
                    <a:pt x="273" y="733"/>
                    <a:pt x="279" y="738"/>
                  </a:cubicBezTo>
                  <a:cubicBezTo>
                    <a:pt x="274" y="741"/>
                    <a:pt x="272" y="730"/>
                    <a:pt x="268" y="727"/>
                  </a:cubicBezTo>
                  <a:close/>
                  <a:moveTo>
                    <a:pt x="290" y="751"/>
                  </a:moveTo>
                  <a:cubicBezTo>
                    <a:pt x="298" y="753"/>
                    <a:pt x="300" y="766"/>
                    <a:pt x="303" y="772"/>
                  </a:cubicBezTo>
                  <a:cubicBezTo>
                    <a:pt x="296" y="771"/>
                    <a:pt x="298" y="758"/>
                    <a:pt x="290" y="751"/>
                  </a:cubicBezTo>
                  <a:close/>
                  <a:moveTo>
                    <a:pt x="308" y="784"/>
                  </a:moveTo>
                  <a:cubicBezTo>
                    <a:pt x="319" y="781"/>
                    <a:pt x="311" y="795"/>
                    <a:pt x="318" y="801"/>
                  </a:cubicBezTo>
                  <a:cubicBezTo>
                    <a:pt x="308" y="801"/>
                    <a:pt x="317" y="790"/>
                    <a:pt x="308" y="784"/>
                  </a:cubicBezTo>
                  <a:close/>
                  <a:moveTo>
                    <a:pt x="335" y="731"/>
                  </a:moveTo>
                  <a:cubicBezTo>
                    <a:pt x="331" y="739"/>
                    <a:pt x="333" y="748"/>
                    <a:pt x="329" y="756"/>
                  </a:cubicBezTo>
                  <a:cubicBezTo>
                    <a:pt x="331" y="839"/>
                    <a:pt x="330" y="829"/>
                    <a:pt x="331" y="827"/>
                  </a:cubicBezTo>
                  <a:cubicBezTo>
                    <a:pt x="322" y="788"/>
                    <a:pt x="320" y="778"/>
                    <a:pt x="322" y="769"/>
                  </a:cubicBezTo>
                  <a:cubicBezTo>
                    <a:pt x="318" y="724"/>
                    <a:pt x="317" y="720"/>
                    <a:pt x="317" y="717"/>
                  </a:cubicBezTo>
                  <a:cubicBezTo>
                    <a:pt x="318" y="666"/>
                    <a:pt x="315" y="662"/>
                    <a:pt x="318" y="659"/>
                  </a:cubicBezTo>
                  <a:cubicBezTo>
                    <a:pt x="321" y="617"/>
                    <a:pt x="325" y="610"/>
                    <a:pt x="326" y="603"/>
                  </a:cubicBezTo>
                  <a:cubicBezTo>
                    <a:pt x="329" y="554"/>
                    <a:pt x="337" y="551"/>
                    <a:pt x="334" y="546"/>
                  </a:cubicBezTo>
                  <a:cubicBezTo>
                    <a:pt x="340" y="528"/>
                    <a:pt x="337" y="525"/>
                    <a:pt x="340" y="524"/>
                  </a:cubicBezTo>
                  <a:cubicBezTo>
                    <a:pt x="358" y="455"/>
                    <a:pt x="361" y="441"/>
                    <a:pt x="367" y="427"/>
                  </a:cubicBezTo>
                  <a:cubicBezTo>
                    <a:pt x="372" y="400"/>
                    <a:pt x="369" y="396"/>
                    <a:pt x="372" y="393"/>
                  </a:cubicBezTo>
                  <a:cubicBezTo>
                    <a:pt x="373" y="371"/>
                    <a:pt x="375" y="370"/>
                    <a:pt x="377" y="374"/>
                  </a:cubicBezTo>
                  <a:cubicBezTo>
                    <a:pt x="377" y="403"/>
                    <a:pt x="376" y="410"/>
                    <a:pt x="376" y="417"/>
                  </a:cubicBezTo>
                  <a:cubicBezTo>
                    <a:pt x="376" y="432"/>
                    <a:pt x="379" y="436"/>
                    <a:pt x="376" y="439"/>
                  </a:cubicBezTo>
                  <a:cubicBezTo>
                    <a:pt x="374" y="475"/>
                    <a:pt x="370" y="478"/>
                    <a:pt x="372" y="482"/>
                  </a:cubicBezTo>
                  <a:cubicBezTo>
                    <a:pt x="363" y="531"/>
                    <a:pt x="358" y="537"/>
                    <a:pt x="363" y="545"/>
                  </a:cubicBezTo>
                  <a:cubicBezTo>
                    <a:pt x="349" y="586"/>
                    <a:pt x="354" y="590"/>
                    <a:pt x="351" y="593"/>
                  </a:cubicBezTo>
                  <a:cubicBezTo>
                    <a:pt x="346" y="626"/>
                    <a:pt x="344" y="633"/>
                    <a:pt x="342" y="640"/>
                  </a:cubicBezTo>
                  <a:cubicBezTo>
                    <a:pt x="338" y="668"/>
                    <a:pt x="336" y="675"/>
                    <a:pt x="335" y="682"/>
                  </a:cubicBezTo>
                  <a:close/>
                  <a:moveTo>
                    <a:pt x="377" y="918"/>
                  </a:moveTo>
                  <a:cubicBezTo>
                    <a:pt x="384" y="917"/>
                    <a:pt x="377" y="927"/>
                    <a:pt x="384" y="931"/>
                  </a:cubicBezTo>
                  <a:cubicBezTo>
                    <a:pt x="377" y="932"/>
                    <a:pt x="376" y="921"/>
                    <a:pt x="377" y="918"/>
                  </a:cubicBezTo>
                  <a:close/>
                  <a:moveTo>
                    <a:pt x="383" y="897"/>
                  </a:moveTo>
                  <a:cubicBezTo>
                    <a:pt x="382" y="892"/>
                    <a:pt x="387" y="897"/>
                    <a:pt x="385" y="899"/>
                  </a:cubicBezTo>
                  <a:cubicBezTo>
                    <a:pt x="387" y="902"/>
                    <a:pt x="385" y="904"/>
                    <a:pt x="388" y="907"/>
                  </a:cubicBezTo>
                  <a:cubicBezTo>
                    <a:pt x="387" y="914"/>
                    <a:pt x="383" y="899"/>
                    <a:pt x="383" y="897"/>
                  </a:cubicBezTo>
                  <a:close/>
                  <a:moveTo>
                    <a:pt x="454" y="1071"/>
                  </a:moveTo>
                  <a:cubicBezTo>
                    <a:pt x="452" y="1070"/>
                    <a:pt x="449" y="1072"/>
                    <a:pt x="447" y="1068"/>
                  </a:cubicBezTo>
                  <a:cubicBezTo>
                    <a:pt x="405" y="1048"/>
                    <a:pt x="400" y="1045"/>
                    <a:pt x="395" y="1044"/>
                  </a:cubicBezTo>
                  <a:cubicBezTo>
                    <a:pt x="344" y="1022"/>
                    <a:pt x="338" y="1021"/>
                    <a:pt x="333" y="1018"/>
                  </a:cubicBezTo>
                  <a:cubicBezTo>
                    <a:pt x="314" y="1012"/>
                    <a:pt x="310" y="1001"/>
                    <a:pt x="304" y="1004"/>
                  </a:cubicBezTo>
                  <a:cubicBezTo>
                    <a:pt x="227" y="958"/>
                    <a:pt x="222" y="952"/>
                    <a:pt x="217" y="949"/>
                  </a:cubicBezTo>
                  <a:cubicBezTo>
                    <a:pt x="187" y="918"/>
                    <a:pt x="197" y="935"/>
                    <a:pt x="210" y="935"/>
                  </a:cubicBezTo>
                  <a:cubicBezTo>
                    <a:pt x="249" y="953"/>
                    <a:pt x="254" y="958"/>
                    <a:pt x="260" y="960"/>
                  </a:cubicBezTo>
                  <a:cubicBezTo>
                    <a:pt x="301" y="977"/>
                    <a:pt x="306" y="982"/>
                    <a:pt x="311" y="983"/>
                  </a:cubicBezTo>
                  <a:cubicBezTo>
                    <a:pt x="357" y="1005"/>
                    <a:pt x="360" y="1006"/>
                    <a:pt x="363" y="1007"/>
                  </a:cubicBezTo>
                  <a:cubicBezTo>
                    <a:pt x="404" y="1025"/>
                    <a:pt x="402" y="1033"/>
                    <a:pt x="409" y="1031"/>
                  </a:cubicBezTo>
                  <a:cubicBezTo>
                    <a:pt x="437" y="1049"/>
                    <a:pt x="439" y="1056"/>
                    <a:pt x="441" y="1053"/>
                  </a:cubicBezTo>
                  <a:cubicBezTo>
                    <a:pt x="464" y="1081"/>
                    <a:pt x="459" y="1076"/>
                    <a:pt x="454" y="1071"/>
                  </a:cubicBezTo>
                  <a:close/>
                  <a:moveTo>
                    <a:pt x="268" y="1051"/>
                  </a:moveTo>
                  <a:cubicBezTo>
                    <a:pt x="271" y="1051"/>
                    <a:pt x="273" y="1052"/>
                    <a:pt x="276" y="1054"/>
                  </a:cubicBezTo>
                  <a:cubicBezTo>
                    <a:pt x="278" y="1059"/>
                    <a:pt x="270" y="1054"/>
                    <a:pt x="268" y="1051"/>
                  </a:cubicBezTo>
                  <a:close/>
                  <a:moveTo>
                    <a:pt x="580" y="1214"/>
                  </a:moveTo>
                  <a:cubicBezTo>
                    <a:pt x="573" y="1211"/>
                    <a:pt x="567" y="1205"/>
                    <a:pt x="560" y="1205"/>
                  </a:cubicBezTo>
                  <a:cubicBezTo>
                    <a:pt x="529" y="1186"/>
                    <a:pt x="526" y="1184"/>
                    <a:pt x="522" y="1186"/>
                  </a:cubicBezTo>
                  <a:cubicBezTo>
                    <a:pt x="481" y="1169"/>
                    <a:pt x="479" y="1162"/>
                    <a:pt x="475" y="1164"/>
                  </a:cubicBezTo>
                  <a:cubicBezTo>
                    <a:pt x="441" y="1147"/>
                    <a:pt x="434" y="1148"/>
                    <a:pt x="428" y="1143"/>
                  </a:cubicBezTo>
                  <a:cubicBezTo>
                    <a:pt x="404" y="1135"/>
                    <a:pt x="402" y="1125"/>
                    <a:pt x="398" y="1127"/>
                  </a:cubicBezTo>
                  <a:cubicBezTo>
                    <a:pt x="345" y="1102"/>
                    <a:pt x="339" y="1102"/>
                    <a:pt x="333" y="1096"/>
                  </a:cubicBezTo>
                  <a:cubicBezTo>
                    <a:pt x="282" y="1057"/>
                    <a:pt x="286" y="1056"/>
                    <a:pt x="289" y="1061"/>
                  </a:cubicBezTo>
                  <a:cubicBezTo>
                    <a:pt x="303" y="1065"/>
                    <a:pt x="306" y="1064"/>
                    <a:pt x="309" y="1067"/>
                  </a:cubicBezTo>
                  <a:cubicBezTo>
                    <a:pt x="329" y="1073"/>
                    <a:pt x="332" y="1077"/>
                    <a:pt x="336" y="1075"/>
                  </a:cubicBezTo>
                  <a:cubicBezTo>
                    <a:pt x="382" y="1096"/>
                    <a:pt x="389" y="1094"/>
                    <a:pt x="395" y="1100"/>
                  </a:cubicBezTo>
                  <a:cubicBezTo>
                    <a:pt x="420" y="1110"/>
                    <a:pt x="426" y="1117"/>
                    <a:pt x="433" y="1116"/>
                  </a:cubicBezTo>
                  <a:cubicBezTo>
                    <a:pt x="475" y="1138"/>
                    <a:pt x="479" y="1137"/>
                    <a:pt x="482" y="1140"/>
                  </a:cubicBezTo>
                  <a:cubicBezTo>
                    <a:pt x="503" y="1150"/>
                    <a:pt x="505" y="1157"/>
                    <a:pt x="509" y="1155"/>
                  </a:cubicBezTo>
                  <a:cubicBezTo>
                    <a:pt x="552" y="1189"/>
                    <a:pt x="558" y="1193"/>
                    <a:pt x="565" y="1196"/>
                  </a:cubicBezTo>
                  <a:close/>
                  <a:moveTo>
                    <a:pt x="617" y="1274"/>
                  </a:moveTo>
                  <a:cubicBezTo>
                    <a:pt x="613" y="1273"/>
                    <a:pt x="608" y="1272"/>
                    <a:pt x="604" y="1270"/>
                  </a:cubicBezTo>
                  <a:cubicBezTo>
                    <a:pt x="596" y="1264"/>
                    <a:pt x="587" y="1264"/>
                    <a:pt x="579" y="1258"/>
                  </a:cubicBezTo>
                  <a:cubicBezTo>
                    <a:pt x="575" y="1258"/>
                    <a:pt x="570" y="1256"/>
                    <a:pt x="566" y="1254"/>
                  </a:cubicBezTo>
                  <a:cubicBezTo>
                    <a:pt x="562" y="1252"/>
                    <a:pt x="558" y="1249"/>
                    <a:pt x="554" y="1249"/>
                  </a:cubicBezTo>
                  <a:cubicBezTo>
                    <a:pt x="546" y="1247"/>
                    <a:pt x="537" y="1243"/>
                    <a:pt x="529" y="1240"/>
                  </a:cubicBezTo>
                  <a:cubicBezTo>
                    <a:pt x="513" y="1231"/>
                    <a:pt x="495" y="1229"/>
                    <a:pt x="480" y="1216"/>
                  </a:cubicBezTo>
                  <a:cubicBezTo>
                    <a:pt x="475" y="1215"/>
                    <a:pt x="471" y="1216"/>
                    <a:pt x="467" y="1209"/>
                  </a:cubicBezTo>
                  <a:cubicBezTo>
                    <a:pt x="462" y="1214"/>
                    <a:pt x="460" y="1202"/>
                    <a:pt x="455" y="1204"/>
                  </a:cubicBezTo>
                  <a:cubicBezTo>
                    <a:pt x="447" y="1200"/>
                    <a:pt x="439" y="1194"/>
                    <a:pt x="431" y="1192"/>
                  </a:cubicBezTo>
                  <a:cubicBezTo>
                    <a:pt x="427" y="1188"/>
                    <a:pt x="424" y="1185"/>
                    <a:pt x="420" y="1184"/>
                  </a:cubicBezTo>
                  <a:cubicBezTo>
                    <a:pt x="419" y="1181"/>
                    <a:pt x="421" y="1183"/>
                    <a:pt x="423" y="1182"/>
                  </a:cubicBezTo>
                  <a:cubicBezTo>
                    <a:pt x="425" y="1182"/>
                    <a:pt x="427" y="1183"/>
                    <a:pt x="429" y="1186"/>
                  </a:cubicBezTo>
                  <a:cubicBezTo>
                    <a:pt x="434" y="1181"/>
                    <a:pt x="436" y="1194"/>
                    <a:pt x="441" y="1188"/>
                  </a:cubicBezTo>
                  <a:cubicBezTo>
                    <a:pt x="447" y="1196"/>
                    <a:pt x="456" y="1192"/>
                    <a:pt x="462" y="1199"/>
                  </a:cubicBezTo>
                  <a:cubicBezTo>
                    <a:pt x="464" y="1201"/>
                    <a:pt x="467" y="1198"/>
                    <a:pt x="468" y="1200"/>
                  </a:cubicBezTo>
                  <a:cubicBezTo>
                    <a:pt x="470" y="1204"/>
                    <a:pt x="472" y="1203"/>
                    <a:pt x="475" y="1201"/>
                  </a:cubicBezTo>
                  <a:cubicBezTo>
                    <a:pt x="477" y="1208"/>
                    <a:pt x="482" y="1201"/>
                    <a:pt x="484" y="1208"/>
                  </a:cubicBezTo>
                  <a:cubicBezTo>
                    <a:pt x="492" y="1207"/>
                    <a:pt x="499" y="1213"/>
                    <a:pt x="506" y="1216"/>
                  </a:cubicBezTo>
                  <a:cubicBezTo>
                    <a:pt x="515" y="1216"/>
                    <a:pt x="522" y="1222"/>
                    <a:pt x="530" y="1226"/>
                  </a:cubicBezTo>
                  <a:cubicBezTo>
                    <a:pt x="538" y="1225"/>
                    <a:pt x="545" y="1230"/>
                    <a:pt x="552" y="1235"/>
                  </a:cubicBezTo>
                  <a:cubicBezTo>
                    <a:pt x="556" y="1235"/>
                    <a:pt x="559" y="1239"/>
                    <a:pt x="563" y="1240"/>
                  </a:cubicBezTo>
                  <a:cubicBezTo>
                    <a:pt x="567" y="1242"/>
                    <a:pt x="571" y="1239"/>
                    <a:pt x="573" y="1246"/>
                  </a:cubicBezTo>
                  <a:cubicBezTo>
                    <a:pt x="581" y="1247"/>
                    <a:pt x="588" y="1254"/>
                    <a:pt x="595" y="1254"/>
                  </a:cubicBezTo>
                  <a:cubicBezTo>
                    <a:pt x="597" y="1256"/>
                    <a:pt x="598" y="1258"/>
                    <a:pt x="599" y="1260"/>
                  </a:cubicBezTo>
                  <a:cubicBezTo>
                    <a:pt x="604" y="1262"/>
                    <a:pt x="609" y="1265"/>
                    <a:pt x="614" y="1265"/>
                  </a:cubicBezTo>
                  <a:cubicBezTo>
                    <a:pt x="618" y="1269"/>
                    <a:pt x="623" y="1274"/>
                    <a:pt x="628" y="1274"/>
                  </a:cubicBezTo>
                  <a:cubicBezTo>
                    <a:pt x="629" y="1283"/>
                    <a:pt x="620" y="1272"/>
                    <a:pt x="617" y="1274"/>
                  </a:cubicBezTo>
                  <a:close/>
                  <a:moveTo>
                    <a:pt x="805" y="1319"/>
                  </a:moveTo>
                  <a:cubicBezTo>
                    <a:pt x="807" y="1316"/>
                    <a:pt x="803" y="1312"/>
                    <a:pt x="802" y="1308"/>
                  </a:cubicBezTo>
                  <a:cubicBezTo>
                    <a:pt x="798" y="1300"/>
                    <a:pt x="801" y="1294"/>
                    <a:pt x="795" y="1286"/>
                  </a:cubicBezTo>
                  <a:cubicBezTo>
                    <a:pt x="796" y="1283"/>
                    <a:pt x="793" y="1279"/>
                    <a:pt x="792" y="1275"/>
                  </a:cubicBezTo>
                  <a:cubicBezTo>
                    <a:pt x="792" y="1271"/>
                    <a:pt x="789" y="1267"/>
                    <a:pt x="789" y="1263"/>
                  </a:cubicBezTo>
                  <a:cubicBezTo>
                    <a:pt x="784" y="1259"/>
                    <a:pt x="792" y="1257"/>
                    <a:pt x="786" y="1252"/>
                  </a:cubicBezTo>
                  <a:cubicBezTo>
                    <a:pt x="788" y="1249"/>
                    <a:pt x="782" y="1245"/>
                    <a:pt x="785" y="1242"/>
                  </a:cubicBezTo>
                  <a:cubicBezTo>
                    <a:pt x="779" y="1240"/>
                    <a:pt x="788" y="1232"/>
                    <a:pt x="782" y="1234"/>
                  </a:cubicBezTo>
                  <a:cubicBezTo>
                    <a:pt x="780" y="1230"/>
                    <a:pt x="785" y="1227"/>
                    <a:pt x="779" y="1223"/>
                  </a:cubicBezTo>
                  <a:cubicBezTo>
                    <a:pt x="777" y="1216"/>
                    <a:pt x="771" y="1208"/>
                    <a:pt x="775" y="1202"/>
                  </a:cubicBezTo>
                  <a:cubicBezTo>
                    <a:pt x="766" y="1186"/>
                    <a:pt x="772" y="1173"/>
                    <a:pt x="762" y="1157"/>
                  </a:cubicBezTo>
                  <a:cubicBezTo>
                    <a:pt x="762" y="1151"/>
                    <a:pt x="764" y="1145"/>
                    <a:pt x="759" y="1138"/>
                  </a:cubicBezTo>
                  <a:cubicBezTo>
                    <a:pt x="763" y="1133"/>
                    <a:pt x="757" y="1126"/>
                    <a:pt x="757" y="1120"/>
                  </a:cubicBezTo>
                  <a:cubicBezTo>
                    <a:pt x="762" y="1115"/>
                    <a:pt x="752" y="1107"/>
                    <a:pt x="757" y="1102"/>
                  </a:cubicBezTo>
                  <a:cubicBezTo>
                    <a:pt x="753" y="1095"/>
                    <a:pt x="756" y="1090"/>
                    <a:pt x="752" y="1084"/>
                  </a:cubicBezTo>
                  <a:cubicBezTo>
                    <a:pt x="757" y="1082"/>
                    <a:pt x="759" y="1092"/>
                    <a:pt x="763" y="1095"/>
                  </a:cubicBezTo>
                  <a:cubicBezTo>
                    <a:pt x="764" y="1101"/>
                    <a:pt x="771" y="1108"/>
                    <a:pt x="771" y="1113"/>
                  </a:cubicBezTo>
                  <a:cubicBezTo>
                    <a:pt x="774" y="1123"/>
                    <a:pt x="774" y="1132"/>
                    <a:pt x="777" y="1141"/>
                  </a:cubicBezTo>
                  <a:cubicBezTo>
                    <a:pt x="776" y="1145"/>
                    <a:pt x="777" y="1150"/>
                    <a:pt x="779" y="1155"/>
                  </a:cubicBezTo>
                  <a:cubicBezTo>
                    <a:pt x="776" y="1159"/>
                    <a:pt x="783" y="1164"/>
                    <a:pt x="780" y="1168"/>
                  </a:cubicBezTo>
                  <a:cubicBezTo>
                    <a:pt x="783" y="1178"/>
                    <a:pt x="783" y="1186"/>
                    <a:pt x="787" y="1196"/>
                  </a:cubicBezTo>
                  <a:cubicBezTo>
                    <a:pt x="784" y="1199"/>
                    <a:pt x="791" y="1205"/>
                    <a:pt x="788" y="1208"/>
                  </a:cubicBezTo>
                  <a:cubicBezTo>
                    <a:pt x="790" y="1213"/>
                    <a:pt x="790" y="1217"/>
                    <a:pt x="795" y="1222"/>
                  </a:cubicBezTo>
                  <a:cubicBezTo>
                    <a:pt x="789" y="1226"/>
                    <a:pt x="793" y="1231"/>
                    <a:pt x="797" y="1237"/>
                  </a:cubicBezTo>
                  <a:cubicBezTo>
                    <a:pt x="791" y="1240"/>
                    <a:pt x="797" y="1245"/>
                    <a:pt x="798" y="1249"/>
                  </a:cubicBezTo>
                  <a:cubicBezTo>
                    <a:pt x="792" y="1257"/>
                    <a:pt x="805" y="1267"/>
                    <a:pt x="800" y="1275"/>
                  </a:cubicBezTo>
                  <a:cubicBezTo>
                    <a:pt x="807" y="1281"/>
                    <a:pt x="801" y="1284"/>
                    <a:pt x="805" y="1290"/>
                  </a:cubicBezTo>
                  <a:cubicBezTo>
                    <a:pt x="807" y="1294"/>
                    <a:pt x="806" y="1298"/>
                    <a:pt x="806" y="1302"/>
                  </a:cubicBezTo>
                  <a:cubicBezTo>
                    <a:pt x="808" y="1311"/>
                    <a:pt x="809" y="1319"/>
                    <a:pt x="811" y="1328"/>
                  </a:cubicBezTo>
                  <a:cubicBezTo>
                    <a:pt x="805" y="1330"/>
                    <a:pt x="808" y="1322"/>
                    <a:pt x="805" y="1319"/>
                  </a:cubicBezTo>
                  <a:close/>
                  <a:moveTo>
                    <a:pt x="825" y="1377"/>
                  </a:moveTo>
                  <a:cubicBezTo>
                    <a:pt x="822" y="1373"/>
                    <a:pt x="823" y="1369"/>
                    <a:pt x="818" y="1364"/>
                  </a:cubicBezTo>
                  <a:cubicBezTo>
                    <a:pt x="822" y="1360"/>
                    <a:pt x="813" y="1353"/>
                    <a:pt x="816" y="1349"/>
                  </a:cubicBezTo>
                  <a:cubicBezTo>
                    <a:pt x="810" y="1344"/>
                    <a:pt x="813" y="1340"/>
                    <a:pt x="808" y="1335"/>
                  </a:cubicBezTo>
                  <a:cubicBezTo>
                    <a:pt x="816" y="1330"/>
                    <a:pt x="814" y="1343"/>
                    <a:pt x="816" y="1346"/>
                  </a:cubicBezTo>
                  <a:cubicBezTo>
                    <a:pt x="821" y="1352"/>
                    <a:pt x="818" y="1356"/>
                    <a:pt x="824" y="1362"/>
                  </a:cubicBezTo>
                  <a:cubicBezTo>
                    <a:pt x="821" y="1369"/>
                    <a:pt x="831" y="1379"/>
                    <a:pt x="832" y="1388"/>
                  </a:cubicBezTo>
                  <a:cubicBezTo>
                    <a:pt x="826" y="1390"/>
                    <a:pt x="828" y="1380"/>
                    <a:pt x="825" y="1377"/>
                  </a:cubicBezTo>
                  <a:close/>
                  <a:moveTo>
                    <a:pt x="750" y="1257"/>
                  </a:moveTo>
                  <a:cubicBezTo>
                    <a:pt x="752" y="1260"/>
                    <a:pt x="755" y="1264"/>
                    <a:pt x="757" y="1267"/>
                  </a:cubicBezTo>
                  <a:cubicBezTo>
                    <a:pt x="754" y="1272"/>
                    <a:pt x="762" y="1279"/>
                    <a:pt x="761" y="1284"/>
                  </a:cubicBezTo>
                  <a:cubicBezTo>
                    <a:pt x="759" y="1289"/>
                    <a:pt x="763" y="1294"/>
                    <a:pt x="764" y="1300"/>
                  </a:cubicBezTo>
                  <a:cubicBezTo>
                    <a:pt x="765" y="1305"/>
                    <a:pt x="771" y="1311"/>
                    <a:pt x="771" y="1317"/>
                  </a:cubicBezTo>
                  <a:cubicBezTo>
                    <a:pt x="774" y="1320"/>
                    <a:pt x="773" y="1322"/>
                    <a:pt x="774" y="1325"/>
                  </a:cubicBezTo>
                  <a:cubicBezTo>
                    <a:pt x="776" y="1327"/>
                    <a:pt x="778" y="1330"/>
                    <a:pt x="776" y="1332"/>
                  </a:cubicBezTo>
                  <a:cubicBezTo>
                    <a:pt x="783" y="1341"/>
                    <a:pt x="783" y="1356"/>
                    <a:pt x="792" y="1361"/>
                  </a:cubicBezTo>
                  <a:cubicBezTo>
                    <a:pt x="790" y="1363"/>
                    <a:pt x="793" y="1366"/>
                    <a:pt x="795" y="1369"/>
                  </a:cubicBezTo>
                  <a:cubicBezTo>
                    <a:pt x="797" y="1372"/>
                    <a:pt x="795" y="1374"/>
                    <a:pt x="798" y="1377"/>
                  </a:cubicBezTo>
                  <a:cubicBezTo>
                    <a:pt x="798" y="1382"/>
                    <a:pt x="807" y="1388"/>
                    <a:pt x="801" y="1392"/>
                  </a:cubicBezTo>
                  <a:cubicBezTo>
                    <a:pt x="779" y="1365"/>
                    <a:pt x="778" y="1342"/>
                    <a:pt x="763" y="1317"/>
                  </a:cubicBezTo>
                  <a:cubicBezTo>
                    <a:pt x="764" y="1312"/>
                    <a:pt x="764" y="1307"/>
                    <a:pt x="760" y="1301"/>
                  </a:cubicBezTo>
                  <a:cubicBezTo>
                    <a:pt x="762" y="1296"/>
                    <a:pt x="756" y="1291"/>
                    <a:pt x="757" y="1286"/>
                  </a:cubicBezTo>
                  <a:cubicBezTo>
                    <a:pt x="757" y="1281"/>
                    <a:pt x="754" y="1276"/>
                    <a:pt x="752" y="1271"/>
                  </a:cubicBezTo>
                  <a:cubicBezTo>
                    <a:pt x="754" y="1267"/>
                    <a:pt x="749" y="1261"/>
                    <a:pt x="750" y="1257"/>
                  </a:cubicBezTo>
                  <a:cubicBezTo>
                    <a:pt x="743" y="1251"/>
                    <a:pt x="755" y="1253"/>
                    <a:pt x="750" y="1257"/>
                  </a:cubicBezTo>
                  <a:close/>
                  <a:moveTo>
                    <a:pt x="732" y="1176"/>
                  </a:moveTo>
                  <a:cubicBezTo>
                    <a:pt x="734" y="1178"/>
                    <a:pt x="734" y="1179"/>
                    <a:pt x="733" y="1180"/>
                  </a:cubicBezTo>
                  <a:cubicBezTo>
                    <a:pt x="737" y="1184"/>
                    <a:pt x="732" y="1187"/>
                    <a:pt x="737" y="1191"/>
                  </a:cubicBezTo>
                  <a:cubicBezTo>
                    <a:pt x="733" y="1195"/>
                    <a:pt x="740" y="1200"/>
                    <a:pt x="737" y="1205"/>
                  </a:cubicBezTo>
                  <a:cubicBezTo>
                    <a:pt x="734" y="1200"/>
                    <a:pt x="733" y="1196"/>
                    <a:pt x="736" y="1192"/>
                  </a:cubicBezTo>
                  <a:cubicBezTo>
                    <a:pt x="731" y="1185"/>
                    <a:pt x="731" y="1179"/>
                    <a:pt x="730" y="1172"/>
                  </a:cubicBezTo>
                  <a:cubicBezTo>
                    <a:pt x="733" y="1171"/>
                    <a:pt x="730" y="1174"/>
                    <a:pt x="732" y="1176"/>
                  </a:cubicBezTo>
                  <a:close/>
                  <a:moveTo>
                    <a:pt x="727" y="1158"/>
                  </a:moveTo>
                  <a:cubicBezTo>
                    <a:pt x="726" y="1149"/>
                    <a:pt x="735" y="1168"/>
                    <a:pt x="728" y="1162"/>
                  </a:cubicBezTo>
                  <a:cubicBezTo>
                    <a:pt x="725" y="1160"/>
                    <a:pt x="728" y="1159"/>
                    <a:pt x="727" y="1158"/>
                  </a:cubicBezTo>
                  <a:close/>
                  <a:moveTo>
                    <a:pt x="687" y="988"/>
                  </a:moveTo>
                  <a:cubicBezTo>
                    <a:pt x="686" y="980"/>
                    <a:pt x="691" y="972"/>
                    <a:pt x="688" y="963"/>
                  </a:cubicBezTo>
                  <a:cubicBezTo>
                    <a:pt x="690" y="939"/>
                    <a:pt x="692" y="942"/>
                    <a:pt x="690" y="943"/>
                  </a:cubicBezTo>
                  <a:cubicBezTo>
                    <a:pt x="691" y="958"/>
                    <a:pt x="690" y="959"/>
                    <a:pt x="692" y="961"/>
                  </a:cubicBezTo>
                  <a:cubicBezTo>
                    <a:pt x="692" y="977"/>
                    <a:pt x="693" y="981"/>
                    <a:pt x="692" y="985"/>
                  </a:cubicBezTo>
                  <a:cubicBezTo>
                    <a:pt x="698" y="1018"/>
                    <a:pt x="694" y="1026"/>
                    <a:pt x="698" y="1034"/>
                  </a:cubicBezTo>
                  <a:cubicBezTo>
                    <a:pt x="707" y="1091"/>
                    <a:pt x="704" y="1098"/>
                    <a:pt x="708" y="1107"/>
                  </a:cubicBezTo>
                  <a:cubicBezTo>
                    <a:pt x="711" y="1139"/>
                    <a:pt x="716" y="1148"/>
                    <a:pt x="715" y="1156"/>
                  </a:cubicBezTo>
                  <a:cubicBezTo>
                    <a:pt x="725" y="1197"/>
                    <a:pt x="729" y="1214"/>
                    <a:pt x="734" y="1231"/>
                  </a:cubicBezTo>
                  <a:cubicBezTo>
                    <a:pt x="749" y="1288"/>
                    <a:pt x="747" y="1296"/>
                    <a:pt x="752" y="1306"/>
                  </a:cubicBezTo>
                  <a:cubicBezTo>
                    <a:pt x="764" y="1347"/>
                    <a:pt x="773" y="1364"/>
                    <a:pt x="782" y="1381"/>
                  </a:cubicBezTo>
                  <a:cubicBezTo>
                    <a:pt x="746" y="1345"/>
                    <a:pt x="746" y="1340"/>
                    <a:pt x="740" y="1333"/>
                  </a:cubicBezTo>
                  <a:cubicBezTo>
                    <a:pt x="729" y="1298"/>
                    <a:pt x="730" y="1290"/>
                    <a:pt x="721" y="1280"/>
                  </a:cubicBezTo>
                  <a:cubicBezTo>
                    <a:pt x="713" y="1238"/>
                    <a:pt x="715" y="1234"/>
                    <a:pt x="712" y="1230"/>
                  </a:cubicBezTo>
                  <a:cubicBezTo>
                    <a:pt x="706" y="1195"/>
                    <a:pt x="704" y="1194"/>
                    <a:pt x="704" y="1193"/>
                  </a:cubicBezTo>
                  <a:cubicBezTo>
                    <a:pt x="701" y="1173"/>
                    <a:pt x="699" y="1164"/>
                    <a:pt x="699" y="1156"/>
                  </a:cubicBezTo>
                  <a:cubicBezTo>
                    <a:pt x="691" y="1100"/>
                    <a:pt x="690" y="1092"/>
                    <a:pt x="691" y="1084"/>
                  </a:cubicBezTo>
                  <a:close/>
                  <a:moveTo>
                    <a:pt x="736" y="1347"/>
                  </a:moveTo>
                  <a:cubicBezTo>
                    <a:pt x="730" y="1348"/>
                    <a:pt x="730" y="1337"/>
                    <a:pt x="727" y="1334"/>
                  </a:cubicBezTo>
                  <a:cubicBezTo>
                    <a:pt x="734" y="1333"/>
                    <a:pt x="734" y="1344"/>
                    <a:pt x="736" y="1347"/>
                  </a:cubicBezTo>
                  <a:close/>
                  <a:moveTo>
                    <a:pt x="678" y="1070"/>
                  </a:moveTo>
                  <a:cubicBezTo>
                    <a:pt x="684" y="1068"/>
                    <a:pt x="678" y="1073"/>
                    <a:pt x="680" y="1076"/>
                  </a:cubicBezTo>
                  <a:cubicBezTo>
                    <a:pt x="684" y="1082"/>
                    <a:pt x="675" y="1078"/>
                    <a:pt x="678" y="1070"/>
                  </a:cubicBezTo>
                  <a:close/>
                  <a:moveTo>
                    <a:pt x="716" y="1310"/>
                  </a:moveTo>
                  <a:cubicBezTo>
                    <a:pt x="716" y="1305"/>
                    <a:pt x="710" y="1299"/>
                    <a:pt x="709" y="1294"/>
                  </a:cubicBezTo>
                  <a:cubicBezTo>
                    <a:pt x="710" y="1289"/>
                    <a:pt x="705" y="1283"/>
                    <a:pt x="706" y="1278"/>
                  </a:cubicBezTo>
                  <a:cubicBezTo>
                    <a:pt x="703" y="1275"/>
                    <a:pt x="704" y="1272"/>
                    <a:pt x="705" y="1270"/>
                  </a:cubicBezTo>
                  <a:cubicBezTo>
                    <a:pt x="702" y="1269"/>
                    <a:pt x="703" y="1267"/>
                    <a:pt x="702" y="1264"/>
                  </a:cubicBezTo>
                  <a:cubicBezTo>
                    <a:pt x="697" y="1253"/>
                    <a:pt x="697" y="1242"/>
                    <a:pt x="693" y="1230"/>
                  </a:cubicBezTo>
                  <a:cubicBezTo>
                    <a:pt x="694" y="1225"/>
                    <a:pt x="691" y="1219"/>
                    <a:pt x="693" y="1214"/>
                  </a:cubicBezTo>
                  <a:cubicBezTo>
                    <a:pt x="689" y="1208"/>
                    <a:pt x="692" y="1204"/>
                    <a:pt x="692" y="1199"/>
                  </a:cubicBezTo>
                  <a:cubicBezTo>
                    <a:pt x="686" y="1180"/>
                    <a:pt x="684" y="1162"/>
                    <a:pt x="683" y="1144"/>
                  </a:cubicBezTo>
                  <a:cubicBezTo>
                    <a:pt x="684" y="1135"/>
                    <a:pt x="679" y="1126"/>
                    <a:pt x="682" y="1117"/>
                  </a:cubicBezTo>
                  <a:cubicBezTo>
                    <a:pt x="676" y="1107"/>
                    <a:pt x="683" y="1100"/>
                    <a:pt x="679" y="1090"/>
                  </a:cubicBezTo>
                  <a:cubicBezTo>
                    <a:pt x="684" y="1088"/>
                    <a:pt x="681" y="1096"/>
                    <a:pt x="682" y="1099"/>
                  </a:cubicBezTo>
                  <a:cubicBezTo>
                    <a:pt x="682" y="1102"/>
                    <a:pt x="683" y="1106"/>
                    <a:pt x="682" y="1109"/>
                  </a:cubicBezTo>
                  <a:cubicBezTo>
                    <a:pt x="684" y="1117"/>
                    <a:pt x="686" y="1124"/>
                    <a:pt x="683" y="1130"/>
                  </a:cubicBezTo>
                  <a:cubicBezTo>
                    <a:pt x="686" y="1138"/>
                    <a:pt x="688" y="1145"/>
                    <a:pt x="689" y="1153"/>
                  </a:cubicBezTo>
                  <a:cubicBezTo>
                    <a:pt x="687" y="1156"/>
                    <a:pt x="691" y="1160"/>
                    <a:pt x="692" y="1164"/>
                  </a:cubicBezTo>
                  <a:cubicBezTo>
                    <a:pt x="687" y="1167"/>
                    <a:pt x="693" y="1171"/>
                    <a:pt x="690" y="1173"/>
                  </a:cubicBezTo>
                  <a:cubicBezTo>
                    <a:pt x="694" y="1180"/>
                    <a:pt x="697" y="1187"/>
                    <a:pt x="696" y="1193"/>
                  </a:cubicBezTo>
                  <a:cubicBezTo>
                    <a:pt x="697" y="1196"/>
                    <a:pt x="697" y="1199"/>
                    <a:pt x="698" y="1203"/>
                  </a:cubicBezTo>
                  <a:cubicBezTo>
                    <a:pt x="696" y="1206"/>
                    <a:pt x="702" y="1210"/>
                    <a:pt x="699" y="1212"/>
                  </a:cubicBezTo>
                  <a:cubicBezTo>
                    <a:pt x="702" y="1225"/>
                    <a:pt x="703" y="1237"/>
                    <a:pt x="707" y="1250"/>
                  </a:cubicBezTo>
                  <a:cubicBezTo>
                    <a:pt x="708" y="1274"/>
                    <a:pt x="726" y="1302"/>
                    <a:pt x="727" y="1326"/>
                  </a:cubicBezTo>
                  <a:cubicBezTo>
                    <a:pt x="721" y="1327"/>
                    <a:pt x="718" y="1315"/>
                    <a:pt x="716" y="1310"/>
                  </a:cubicBezTo>
                  <a:close/>
                  <a:moveTo>
                    <a:pt x="591" y="1343"/>
                  </a:moveTo>
                  <a:cubicBezTo>
                    <a:pt x="583" y="1344"/>
                    <a:pt x="576" y="1334"/>
                    <a:pt x="568" y="1336"/>
                  </a:cubicBezTo>
                  <a:cubicBezTo>
                    <a:pt x="565" y="1330"/>
                    <a:pt x="572" y="1336"/>
                    <a:pt x="574" y="1334"/>
                  </a:cubicBezTo>
                  <a:cubicBezTo>
                    <a:pt x="577" y="1336"/>
                    <a:pt x="579" y="1334"/>
                    <a:pt x="582" y="1336"/>
                  </a:cubicBezTo>
                  <a:cubicBezTo>
                    <a:pt x="587" y="1339"/>
                    <a:pt x="593" y="1337"/>
                    <a:pt x="598" y="1344"/>
                  </a:cubicBezTo>
                  <a:cubicBezTo>
                    <a:pt x="607" y="1344"/>
                    <a:pt x="617" y="1346"/>
                    <a:pt x="627" y="1347"/>
                  </a:cubicBezTo>
                  <a:cubicBezTo>
                    <a:pt x="632" y="1349"/>
                    <a:pt x="637" y="1350"/>
                    <a:pt x="642" y="1350"/>
                  </a:cubicBezTo>
                  <a:cubicBezTo>
                    <a:pt x="646" y="1353"/>
                    <a:pt x="651" y="1353"/>
                    <a:pt x="655" y="1354"/>
                  </a:cubicBezTo>
                  <a:cubicBezTo>
                    <a:pt x="661" y="1352"/>
                    <a:pt x="665" y="1356"/>
                    <a:pt x="671" y="1356"/>
                  </a:cubicBezTo>
                  <a:cubicBezTo>
                    <a:pt x="675" y="1357"/>
                    <a:pt x="680" y="1358"/>
                    <a:pt x="684" y="1360"/>
                  </a:cubicBezTo>
                  <a:cubicBezTo>
                    <a:pt x="693" y="1361"/>
                    <a:pt x="702" y="1366"/>
                    <a:pt x="711" y="1364"/>
                  </a:cubicBezTo>
                  <a:cubicBezTo>
                    <a:pt x="722" y="1373"/>
                    <a:pt x="735" y="1372"/>
                    <a:pt x="746" y="1380"/>
                  </a:cubicBezTo>
                  <a:cubicBezTo>
                    <a:pt x="750" y="1379"/>
                    <a:pt x="753" y="1379"/>
                    <a:pt x="755" y="1381"/>
                  </a:cubicBezTo>
                  <a:cubicBezTo>
                    <a:pt x="757" y="1389"/>
                    <a:pt x="762" y="1379"/>
                    <a:pt x="764" y="1386"/>
                  </a:cubicBezTo>
                  <a:cubicBezTo>
                    <a:pt x="770" y="1383"/>
                    <a:pt x="774" y="1394"/>
                    <a:pt x="781" y="1390"/>
                  </a:cubicBezTo>
                  <a:cubicBezTo>
                    <a:pt x="782" y="1393"/>
                    <a:pt x="784" y="1395"/>
                    <a:pt x="786" y="1394"/>
                  </a:cubicBezTo>
                  <a:cubicBezTo>
                    <a:pt x="786" y="1397"/>
                    <a:pt x="786" y="1399"/>
                    <a:pt x="789" y="1398"/>
                  </a:cubicBezTo>
                  <a:cubicBezTo>
                    <a:pt x="792" y="1398"/>
                    <a:pt x="795" y="1403"/>
                    <a:pt x="798" y="1407"/>
                  </a:cubicBezTo>
                  <a:cubicBezTo>
                    <a:pt x="791" y="1410"/>
                    <a:pt x="786" y="1403"/>
                    <a:pt x="780" y="1404"/>
                  </a:cubicBezTo>
                  <a:cubicBezTo>
                    <a:pt x="774" y="1399"/>
                    <a:pt x="768" y="1401"/>
                    <a:pt x="763" y="1395"/>
                  </a:cubicBezTo>
                  <a:cubicBezTo>
                    <a:pt x="758" y="1394"/>
                    <a:pt x="753" y="1395"/>
                    <a:pt x="749" y="1391"/>
                  </a:cubicBezTo>
                  <a:cubicBezTo>
                    <a:pt x="745" y="1391"/>
                    <a:pt x="741" y="1390"/>
                    <a:pt x="737" y="1389"/>
                  </a:cubicBezTo>
                  <a:cubicBezTo>
                    <a:pt x="729" y="1388"/>
                    <a:pt x="721" y="1384"/>
                    <a:pt x="713" y="1382"/>
                  </a:cubicBezTo>
                  <a:cubicBezTo>
                    <a:pt x="705" y="1380"/>
                    <a:pt x="696" y="1378"/>
                    <a:pt x="688" y="1376"/>
                  </a:cubicBezTo>
                  <a:cubicBezTo>
                    <a:pt x="679" y="1375"/>
                    <a:pt x="671" y="1373"/>
                    <a:pt x="664" y="1369"/>
                  </a:cubicBezTo>
                  <a:cubicBezTo>
                    <a:pt x="661" y="1368"/>
                    <a:pt x="658" y="1370"/>
                    <a:pt x="656" y="1366"/>
                  </a:cubicBezTo>
                  <a:cubicBezTo>
                    <a:pt x="654" y="1367"/>
                    <a:pt x="653" y="1364"/>
                    <a:pt x="650" y="1365"/>
                  </a:cubicBezTo>
                  <a:cubicBezTo>
                    <a:pt x="647" y="1361"/>
                    <a:pt x="642" y="1366"/>
                    <a:pt x="639" y="1360"/>
                  </a:cubicBezTo>
                  <a:cubicBezTo>
                    <a:pt x="630" y="1360"/>
                    <a:pt x="623" y="1356"/>
                    <a:pt x="615" y="1353"/>
                  </a:cubicBezTo>
                  <a:cubicBezTo>
                    <a:pt x="607" y="1348"/>
                    <a:pt x="599" y="1348"/>
                    <a:pt x="591" y="1343"/>
                  </a:cubicBezTo>
                  <a:close/>
                  <a:moveTo>
                    <a:pt x="862" y="1455"/>
                  </a:moveTo>
                  <a:cubicBezTo>
                    <a:pt x="859" y="1456"/>
                    <a:pt x="857" y="1456"/>
                    <a:pt x="854" y="1453"/>
                  </a:cubicBezTo>
                  <a:cubicBezTo>
                    <a:pt x="849" y="1453"/>
                    <a:pt x="844" y="1449"/>
                    <a:pt x="838" y="1448"/>
                  </a:cubicBezTo>
                  <a:cubicBezTo>
                    <a:pt x="828" y="1443"/>
                    <a:pt x="817" y="1443"/>
                    <a:pt x="807" y="1438"/>
                  </a:cubicBezTo>
                  <a:cubicBezTo>
                    <a:pt x="796" y="1436"/>
                    <a:pt x="786" y="1431"/>
                    <a:pt x="775" y="1431"/>
                  </a:cubicBezTo>
                  <a:cubicBezTo>
                    <a:pt x="771" y="1424"/>
                    <a:pt x="764" y="1431"/>
                    <a:pt x="759" y="1424"/>
                  </a:cubicBezTo>
                  <a:cubicBezTo>
                    <a:pt x="754" y="1427"/>
                    <a:pt x="750" y="1419"/>
                    <a:pt x="744" y="1422"/>
                  </a:cubicBezTo>
                  <a:cubicBezTo>
                    <a:pt x="734" y="1413"/>
                    <a:pt x="722" y="1416"/>
                    <a:pt x="712" y="1410"/>
                  </a:cubicBezTo>
                  <a:cubicBezTo>
                    <a:pt x="707" y="1405"/>
                    <a:pt x="700" y="1410"/>
                    <a:pt x="696" y="1402"/>
                  </a:cubicBezTo>
                  <a:cubicBezTo>
                    <a:pt x="690" y="1403"/>
                    <a:pt x="685" y="1401"/>
                    <a:pt x="681" y="1397"/>
                  </a:cubicBezTo>
                  <a:cubicBezTo>
                    <a:pt x="670" y="1394"/>
                    <a:pt x="660" y="1389"/>
                    <a:pt x="650" y="1384"/>
                  </a:cubicBezTo>
                  <a:cubicBezTo>
                    <a:pt x="646" y="1377"/>
                    <a:pt x="639" y="1382"/>
                    <a:pt x="635" y="1374"/>
                  </a:cubicBezTo>
                  <a:cubicBezTo>
                    <a:pt x="629" y="1374"/>
                    <a:pt x="625" y="1367"/>
                    <a:pt x="620" y="1368"/>
                  </a:cubicBezTo>
                  <a:cubicBezTo>
                    <a:pt x="619" y="1366"/>
                    <a:pt x="618" y="1364"/>
                    <a:pt x="616" y="1363"/>
                  </a:cubicBezTo>
                  <a:cubicBezTo>
                    <a:pt x="626" y="1363"/>
                    <a:pt x="635" y="1369"/>
                    <a:pt x="644" y="1372"/>
                  </a:cubicBezTo>
                  <a:cubicBezTo>
                    <a:pt x="654" y="1376"/>
                    <a:pt x="663" y="1379"/>
                    <a:pt x="673" y="1381"/>
                  </a:cubicBezTo>
                  <a:cubicBezTo>
                    <a:pt x="677" y="1385"/>
                    <a:pt x="682" y="1385"/>
                    <a:pt x="687" y="1387"/>
                  </a:cubicBezTo>
                  <a:cubicBezTo>
                    <a:pt x="690" y="1386"/>
                    <a:pt x="693" y="1387"/>
                    <a:pt x="695" y="1390"/>
                  </a:cubicBezTo>
                  <a:cubicBezTo>
                    <a:pt x="697" y="1387"/>
                    <a:pt x="699" y="1389"/>
                    <a:pt x="701" y="1391"/>
                  </a:cubicBezTo>
                  <a:cubicBezTo>
                    <a:pt x="706" y="1386"/>
                    <a:pt x="709" y="1395"/>
                    <a:pt x="715" y="1392"/>
                  </a:cubicBezTo>
                  <a:cubicBezTo>
                    <a:pt x="716" y="1396"/>
                    <a:pt x="720" y="1392"/>
                    <a:pt x="722" y="1394"/>
                  </a:cubicBezTo>
                  <a:cubicBezTo>
                    <a:pt x="724" y="1395"/>
                    <a:pt x="726" y="1396"/>
                    <a:pt x="728" y="1398"/>
                  </a:cubicBezTo>
                  <a:cubicBezTo>
                    <a:pt x="733" y="1400"/>
                    <a:pt x="738" y="1398"/>
                    <a:pt x="743" y="1401"/>
                  </a:cubicBezTo>
                  <a:cubicBezTo>
                    <a:pt x="748" y="1400"/>
                    <a:pt x="751" y="1407"/>
                    <a:pt x="757" y="1402"/>
                  </a:cubicBezTo>
                  <a:cubicBezTo>
                    <a:pt x="766" y="1410"/>
                    <a:pt x="776" y="1411"/>
                    <a:pt x="786" y="1416"/>
                  </a:cubicBezTo>
                  <a:cubicBezTo>
                    <a:pt x="796" y="1416"/>
                    <a:pt x="804" y="1425"/>
                    <a:pt x="814" y="1425"/>
                  </a:cubicBezTo>
                  <a:cubicBezTo>
                    <a:pt x="822" y="1434"/>
                    <a:pt x="833" y="1431"/>
                    <a:pt x="841" y="1438"/>
                  </a:cubicBezTo>
                  <a:cubicBezTo>
                    <a:pt x="850" y="1444"/>
                    <a:pt x="859" y="1451"/>
                    <a:pt x="868" y="1453"/>
                  </a:cubicBezTo>
                  <a:cubicBezTo>
                    <a:pt x="871" y="1458"/>
                    <a:pt x="863" y="1458"/>
                    <a:pt x="862" y="1455"/>
                  </a:cubicBezTo>
                  <a:close/>
                  <a:moveTo>
                    <a:pt x="840" y="1425"/>
                  </a:moveTo>
                  <a:cubicBezTo>
                    <a:pt x="842" y="1424"/>
                    <a:pt x="844" y="1423"/>
                    <a:pt x="846" y="1421"/>
                  </a:cubicBezTo>
                  <a:cubicBezTo>
                    <a:pt x="847" y="1424"/>
                    <a:pt x="849" y="1426"/>
                    <a:pt x="851" y="1428"/>
                  </a:cubicBezTo>
                  <a:cubicBezTo>
                    <a:pt x="846" y="1432"/>
                    <a:pt x="843" y="1428"/>
                    <a:pt x="840" y="1425"/>
                  </a:cubicBezTo>
                  <a:close/>
                  <a:moveTo>
                    <a:pt x="860" y="1430"/>
                  </a:moveTo>
                  <a:cubicBezTo>
                    <a:pt x="863" y="1427"/>
                    <a:pt x="855" y="1422"/>
                    <a:pt x="857" y="1419"/>
                  </a:cubicBezTo>
                  <a:cubicBezTo>
                    <a:pt x="837" y="1377"/>
                    <a:pt x="840" y="1373"/>
                    <a:pt x="834" y="1368"/>
                  </a:cubicBezTo>
                  <a:cubicBezTo>
                    <a:pt x="825" y="1337"/>
                    <a:pt x="822" y="1332"/>
                    <a:pt x="822" y="1328"/>
                  </a:cubicBezTo>
                  <a:cubicBezTo>
                    <a:pt x="816" y="1281"/>
                    <a:pt x="809" y="1272"/>
                    <a:pt x="808" y="1263"/>
                  </a:cubicBezTo>
                  <a:cubicBezTo>
                    <a:pt x="805" y="1231"/>
                    <a:pt x="802" y="1222"/>
                    <a:pt x="799" y="1214"/>
                  </a:cubicBezTo>
                  <a:cubicBezTo>
                    <a:pt x="788" y="1155"/>
                    <a:pt x="788" y="1147"/>
                    <a:pt x="784" y="1139"/>
                  </a:cubicBezTo>
                  <a:cubicBezTo>
                    <a:pt x="801" y="1169"/>
                    <a:pt x="802" y="1172"/>
                    <a:pt x="804" y="1175"/>
                  </a:cubicBezTo>
                  <a:cubicBezTo>
                    <a:pt x="817" y="1231"/>
                    <a:pt x="820" y="1237"/>
                    <a:pt x="819" y="1242"/>
                  </a:cubicBezTo>
                  <a:cubicBezTo>
                    <a:pt x="835" y="1298"/>
                    <a:pt x="831" y="1303"/>
                    <a:pt x="835" y="1309"/>
                  </a:cubicBezTo>
                  <a:cubicBezTo>
                    <a:pt x="846" y="1364"/>
                    <a:pt x="845" y="1369"/>
                    <a:pt x="847" y="1375"/>
                  </a:cubicBezTo>
                  <a:cubicBezTo>
                    <a:pt x="855" y="1404"/>
                    <a:pt x="856" y="1406"/>
                    <a:pt x="859" y="1409"/>
                  </a:cubicBezTo>
                  <a:close/>
                  <a:moveTo>
                    <a:pt x="866" y="1401"/>
                  </a:moveTo>
                  <a:cubicBezTo>
                    <a:pt x="866" y="1396"/>
                    <a:pt x="864" y="1391"/>
                    <a:pt x="863" y="1385"/>
                  </a:cubicBezTo>
                  <a:cubicBezTo>
                    <a:pt x="855" y="1379"/>
                    <a:pt x="863" y="1375"/>
                    <a:pt x="856" y="1368"/>
                  </a:cubicBezTo>
                  <a:cubicBezTo>
                    <a:pt x="856" y="1363"/>
                    <a:pt x="852" y="1357"/>
                    <a:pt x="856" y="1353"/>
                  </a:cubicBezTo>
                  <a:cubicBezTo>
                    <a:pt x="852" y="1352"/>
                    <a:pt x="853" y="1350"/>
                    <a:pt x="852" y="1347"/>
                  </a:cubicBezTo>
                  <a:cubicBezTo>
                    <a:pt x="854" y="1345"/>
                    <a:pt x="848" y="1345"/>
                    <a:pt x="851" y="1343"/>
                  </a:cubicBezTo>
                  <a:cubicBezTo>
                    <a:pt x="850" y="1337"/>
                    <a:pt x="848" y="1332"/>
                    <a:pt x="848" y="1326"/>
                  </a:cubicBezTo>
                  <a:cubicBezTo>
                    <a:pt x="845" y="1321"/>
                    <a:pt x="846" y="1316"/>
                    <a:pt x="844" y="1310"/>
                  </a:cubicBezTo>
                  <a:cubicBezTo>
                    <a:pt x="841" y="1304"/>
                    <a:pt x="846" y="1300"/>
                    <a:pt x="840" y="1294"/>
                  </a:cubicBezTo>
                  <a:cubicBezTo>
                    <a:pt x="845" y="1289"/>
                    <a:pt x="838" y="1283"/>
                    <a:pt x="837" y="1278"/>
                  </a:cubicBezTo>
                  <a:cubicBezTo>
                    <a:pt x="837" y="1272"/>
                    <a:pt x="834" y="1267"/>
                    <a:pt x="833" y="1261"/>
                  </a:cubicBezTo>
                  <a:cubicBezTo>
                    <a:pt x="833" y="1251"/>
                    <a:pt x="827" y="1240"/>
                    <a:pt x="829" y="1230"/>
                  </a:cubicBezTo>
                  <a:cubicBezTo>
                    <a:pt x="823" y="1208"/>
                    <a:pt x="819" y="1186"/>
                    <a:pt x="806" y="1163"/>
                  </a:cubicBezTo>
                  <a:cubicBezTo>
                    <a:pt x="810" y="1161"/>
                    <a:pt x="812" y="1170"/>
                    <a:pt x="815" y="1172"/>
                  </a:cubicBezTo>
                  <a:cubicBezTo>
                    <a:pt x="819" y="1171"/>
                    <a:pt x="816" y="1174"/>
                    <a:pt x="818" y="1176"/>
                  </a:cubicBezTo>
                  <a:cubicBezTo>
                    <a:pt x="819" y="1178"/>
                    <a:pt x="821" y="1180"/>
                    <a:pt x="822" y="1181"/>
                  </a:cubicBezTo>
                  <a:cubicBezTo>
                    <a:pt x="823" y="1187"/>
                    <a:pt x="828" y="1193"/>
                    <a:pt x="828" y="1198"/>
                  </a:cubicBezTo>
                  <a:cubicBezTo>
                    <a:pt x="828" y="1203"/>
                    <a:pt x="835" y="1209"/>
                    <a:pt x="834" y="1213"/>
                  </a:cubicBezTo>
                  <a:cubicBezTo>
                    <a:pt x="837" y="1218"/>
                    <a:pt x="836" y="1223"/>
                    <a:pt x="839" y="1228"/>
                  </a:cubicBezTo>
                  <a:cubicBezTo>
                    <a:pt x="846" y="1234"/>
                    <a:pt x="837" y="1237"/>
                    <a:pt x="844" y="1243"/>
                  </a:cubicBezTo>
                  <a:cubicBezTo>
                    <a:pt x="842" y="1245"/>
                    <a:pt x="847" y="1249"/>
                    <a:pt x="845" y="1251"/>
                  </a:cubicBezTo>
                  <a:cubicBezTo>
                    <a:pt x="845" y="1253"/>
                    <a:pt x="845" y="1255"/>
                    <a:pt x="847" y="1257"/>
                  </a:cubicBezTo>
                  <a:cubicBezTo>
                    <a:pt x="845" y="1262"/>
                    <a:pt x="849" y="1267"/>
                    <a:pt x="849" y="1272"/>
                  </a:cubicBezTo>
                  <a:cubicBezTo>
                    <a:pt x="851" y="1282"/>
                    <a:pt x="851" y="1291"/>
                    <a:pt x="856" y="1301"/>
                  </a:cubicBezTo>
                  <a:cubicBezTo>
                    <a:pt x="855" y="1321"/>
                    <a:pt x="863" y="1343"/>
                    <a:pt x="860" y="1363"/>
                  </a:cubicBezTo>
                  <a:cubicBezTo>
                    <a:pt x="865" y="1372"/>
                    <a:pt x="865" y="1380"/>
                    <a:pt x="868" y="1389"/>
                  </a:cubicBezTo>
                  <a:cubicBezTo>
                    <a:pt x="870" y="1398"/>
                    <a:pt x="875" y="1407"/>
                    <a:pt x="873" y="1415"/>
                  </a:cubicBezTo>
                  <a:cubicBezTo>
                    <a:pt x="867" y="1416"/>
                    <a:pt x="868" y="1405"/>
                    <a:pt x="866" y="1401"/>
                  </a:cubicBezTo>
                  <a:close/>
                  <a:moveTo>
                    <a:pt x="872" y="1421"/>
                  </a:moveTo>
                  <a:cubicBezTo>
                    <a:pt x="878" y="1421"/>
                    <a:pt x="879" y="1433"/>
                    <a:pt x="881" y="1437"/>
                  </a:cubicBezTo>
                  <a:cubicBezTo>
                    <a:pt x="873" y="1437"/>
                    <a:pt x="876" y="1426"/>
                    <a:pt x="872" y="1421"/>
                  </a:cubicBezTo>
                  <a:close/>
                  <a:moveTo>
                    <a:pt x="0" y="157"/>
                  </a:moveTo>
                  <a:cubicBezTo>
                    <a:pt x="0" y="158"/>
                    <a:pt x="0" y="158"/>
                    <a:pt x="0" y="158"/>
                  </a:cubicBezTo>
                  <a:cubicBezTo>
                    <a:pt x="0" y="158"/>
                    <a:pt x="1" y="157"/>
                    <a:pt x="1" y="157"/>
                  </a:cubicBezTo>
                  <a:cubicBezTo>
                    <a:pt x="1" y="157"/>
                    <a:pt x="0" y="157"/>
                    <a:pt x="0" y="157"/>
                  </a:cubicBezTo>
                  <a:close/>
                  <a:moveTo>
                    <a:pt x="1990" y="177"/>
                  </a:moveTo>
                  <a:cubicBezTo>
                    <a:pt x="1986" y="177"/>
                    <a:pt x="1989" y="180"/>
                    <a:pt x="1988" y="183"/>
                  </a:cubicBezTo>
                  <a:cubicBezTo>
                    <a:pt x="1987" y="200"/>
                    <a:pt x="1977" y="199"/>
                    <a:pt x="1977" y="203"/>
                  </a:cubicBezTo>
                  <a:cubicBezTo>
                    <a:pt x="1972" y="214"/>
                    <a:pt x="1973" y="215"/>
                    <a:pt x="1974" y="213"/>
                  </a:cubicBezTo>
                  <a:cubicBezTo>
                    <a:pt x="1987" y="201"/>
                    <a:pt x="1986" y="193"/>
                    <a:pt x="1988" y="190"/>
                  </a:cubicBezTo>
                  <a:cubicBezTo>
                    <a:pt x="2008" y="131"/>
                    <a:pt x="2015" y="118"/>
                    <a:pt x="2014" y="109"/>
                  </a:cubicBezTo>
                  <a:cubicBezTo>
                    <a:pt x="2029" y="70"/>
                    <a:pt x="2030" y="64"/>
                    <a:pt x="2028" y="63"/>
                  </a:cubicBezTo>
                  <a:cubicBezTo>
                    <a:pt x="2038" y="12"/>
                    <a:pt x="2039" y="6"/>
                    <a:pt x="2040" y="0"/>
                  </a:cubicBezTo>
                  <a:cubicBezTo>
                    <a:pt x="2031" y="29"/>
                    <a:pt x="2029" y="44"/>
                    <a:pt x="2027" y="60"/>
                  </a:cubicBezTo>
                  <a:cubicBezTo>
                    <a:pt x="2025" y="57"/>
                    <a:pt x="2024" y="42"/>
                    <a:pt x="2025" y="26"/>
                  </a:cubicBezTo>
                  <a:cubicBezTo>
                    <a:pt x="2026" y="2"/>
                    <a:pt x="2026" y="1"/>
                    <a:pt x="2026" y="0"/>
                  </a:cubicBezTo>
                  <a:cubicBezTo>
                    <a:pt x="2013" y="63"/>
                    <a:pt x="2011" y="101"/>
                    <a:pt x="2002" y="142"/>
                  </a:cubicBezTo>
                  <a:close/>
                  <a:moveTo>
                    <a:pt x="1971" y="192"/>
                  </a:moveTo>
                  <a:cubicBezTo>
                    <a:pt x="1982" y="160"/>
                    <a:pt x="1984" y="143"/>
                    <a:pt x="1990" y="113"/>
                  </a:cubicBezTo>
                  <a:cubicBezTo>
                    <a:pt x="1986" y="110"/>
                    <a:pt x="1995" y="99"/>
                    <a:pt x="1991" y="95"/>
                  </a:cubicBezTo>
                  <a:cubicBezTo>
                    <a:pt x="1992" y="88"/>
                    <a:pt x="1993" y="81"/>
                    <a:pt x="1992" y="75"/>
                  </a:cubicBezTo>
                  <a:cubicBezTo>
                    <a:pt x="1995" y="62"/>
                    <a:pt x="1995" y="49"/>
                    <a:pt x="1995" y="37"/>
                  </a:cubicBezTo>
                  <a:cubicBezTo>
                    <a:pt x="1992" y="36"/>
                    <a:pt x="1994" y="32"/>
                    <a:pt x="1995" y="28"/>
                  </a:cubicBezTo>
                  <a:cubicBezTo>
                    <a:pt x="1995" y="25"/>
                    <a:pt x="1993" y="23"/>
                    <a:pt x="1996" y="19"/>
                  </a:cubicBezTo>
                  <a:cubicBezTo>
                    <a:pt x="1993" y="18"/>
                    <a:pt x="1995" y="14"/>
                    <a:pt x="1996" y="10"/>
                  </a:cubicBezTo>
                  <a:cubicBezTo>
                    <a:pt x="1992" y="9"/>
                    <a:pt x="1996" y="4"/>
                    <a:pt x="1997" y="0"/>
                  </a:cubicBezTo>
                  <a:cubicBezTo>
                    <a:pt x="1988" y="0"/>
                    <a:pt x="1988" y="0"/>
                    <a:pt x="1988" y="0"/>
                  </a:cubicBezTo>
                  <a:cubicBezTo>
                    <a:pt x="1987" y="6"/>
                    <a:pt x="1987" y="11"/>
                    <a:pt x="1987" y="17"/>
                  </a:cubicBezTo>
                  <a:cubicBezTo>
                    <a:pt x="1989" y="40"/>
                    <a:pt x="1987" y="66"/>
                    <a:pt x="1985" y="91"/>
                  </a:cubicBezTo>
                  <a:cubicBezTo>
                    <a:pt x="1985" y="113"/>
                    <a:pt x="1977" y="140"/>
                    <a:pt x="1977" y="166"/>
                  </a:cubicBezTo>
                  <a:cubicBezTo>
                    <a:pt x="1969" y="169"/>
                    <a:pt x="1977" y="178"/>
                    <a:pt x="1971" y="178"/>
                  </a:cubicBezTo>
                  <a:cubicBezTo>
                    <a:pt x="1975" y="184"/>
                    <a:pt x="1964" y="188"/>
                    <a:pt x="1971" y="192"/>
                  </a:cubicBezTo>
                  <a:close/>
                  <a:moveTo>
                    <a:pt x="1900" y="50"/>
                  </a:moveTo>
                  <a:cubicBezTo>
                    <a:pt x="1902" y="34"/>
                    <a:pt x="1906" y="17"/>
                    <a:pt x="1908" y="0"/>
                  </a:cubicBezTo>
                  <a:cubicBezTo>
                    <a:pt x="1903" y="0"/>
                    <a:pt x="1903" y="0"/>
                    <a:pt x="1903" y="0"/>
                  </a:cubicBezTo>
                  <a:cubicBezTo>
                    <a:pt x="1902" y="2"/>
                    <a:pt x="1902" y="4"/>
                    <a:pt x="1902" y="5"/>
                  </a:cubicBezTo>
                  <a:cubicBezTo>
                    <a:pt x="1900" y="13"/>
                    <a:pt x="1899" y="20"/>
                    <a:pt x="1900" y="27"/>
                  </a:cubicBezTo>
                  <a:cubicBezTo>
                    <a:pt x="1900" y="31"/>
                    <a:pt x="1894" y="37"/>
                    <a:pt x="1899" y="38"/>
                  </a:cubicBezTo>
                  <a:cubicBezTo>
                    <a:pt x="1899" y="42"/>
                    <a:pt x="1892" y="50"/>
                    <a:pt x="1900" y="50"/>
                  </a:cubicBezTo>
                  <a:close/>
                  <a:moveTo>
                    <a:pt x="1772" y="0"/>
                  </a:moveTo>
                  <a:cubicBezTo>
                    <a:pt x="1766" y="0"/>
                    <a:pt x="1766" y="0"/>
                    <a:pt x="1766" y="0"/>
                  </a:cubicBezTo>
                  <a:cubicBezTo>
                    <a:pt x="1761" y="13"/>
                    <a:pt x="1756" y="25"/>
                    <a:pt x="1752" y="35"/>
                  </a:cubicBezTo>
                  <a:cubicBezTo>
                    <a:pt x="1750" y="40"/>
                    <a:pt x="1748" y="48"/>
                    <a:pt x="1746" y="54"/>
                  </a:cubicBezTo>
                  <a:cubicBezTo>
                    <a:pt x="1744" y="62"/>
                    <a:pt x="1740" y="68"/>
                    <a:pt x="1743" y="74"/>
                  </a:cubicBezTo>
                  <a:cubicBezTo>
                    <a:pt x="1751" y="51"/>
                    <a:pt x="1761" y="26"/>
                    <a:pt x="1772" y="0"/>
                  </a:cubicBezTo>
                  <a:close/>
                  <a:moveTo>
                    <a:pt x="2038" y="266"/>
                  </a:moveTo>
                  <a:cubicBezTo>
                    <a:pt x="2058" y="233"/>
                    <a:pt x="2063" y="188"/>
                    <a:pt x="2074" y="152"/>
                  </a:cubicBezTo>
                  <a:cubicBezTo>
                    <a:pt x="2076" y="145"/>
                    <a:pt x="2072" y="141"/>
                    <a:pt x="2075" y="134"/>
                  </a:cubicBezTo>
                  <a:cubicBezTo>
                    <a:pt x="2079" y="120"/>
                    <a:pt x="2079" y="118"/>
                    <a:pt x="2084" y="105"/>
                  </a:cubicBezTo>
                  <a:cubicBezTo>
                    <a:pt x="2087" y="93"/>
                    <a:pt x="2091" y="81"/>
                    <a:pt x="2094" y="69"/>
                  </a:cubicBezTo>
                  <a:cubicBezTo>
                    <a:pt x="2098" y="46"/>
                    <a:pt x="2102" y="24"/>
                    <a:pt x="2107" y="0"/>
                  </a:cubicBezTo>
                  <a:cubicBezTo>
                    <a:pt x="2098" y="0"/>
                    <a:pt x="2098" y="0"/>
                    <a:pt x="2098" y="0"/>
                  </a:cubicBezTo>
                  <a:cubicBezTo>
                    <a:pt x="2096" y="14"/>
                    <a:pt x="2093" y="27"/>
                    <a:pt x="2092" y="39"/>
                  </a:cubicBezTo>
                  <a:cubicBezTo>
                    <a:pt x="2091" y="44"/>
                    <a:pt x="2089" y="50"/>
                    <a:pt x="2087" y="56"/>
                  </a:cubicBezTo>
                  <a:cubicBezTo>
                    <a:pt x="2085" y="62"/>
                    <a:pt x="2082" y="67"/>
                    <a:pt x="2085" y="71"/>
                  </a:cubicBezTo>
                  <a:cubicBezTo>
                    <a:pt x="2084" y="75"/>
                    <a:pt x="2082" y="75"/>
                    <a:pt x="2082" y="72"/>
                  </a:cubicBezTo>
                  <a:cubicBezTo>
                    <a:pt x="2081" y="70"/>
                    <a:pt x="2081" y="68"/>
                    <a:pt x="2082" y="66"/>
                  </a:cubicBezTo>
                  <a:cubicBezTo>
                    <a:pt x="2081" y="61"/>
                    <a:pt x="2084" y="55"/>
                    <a:pt x="2081" y="52"/>
                  </a:cubicBezTo>
                  <a:cubicBezTo>
                    <a:pt x="2085" y="41"/>
                    <a:pt x="2079" y="34"/>
                    <a:pt x="2083" y="23"/>
                  </a:cubicBezTo>
                  <a:cubicBezTo>
                    <a:pt x="2083" y="18"/>
                    <a:pt x="2079" y="16"/>
                    <a:pt x="2083" y="9"/>
                  </a:cubicBezTo>
                  <a:cubicBezTo>
                    <a:pt x="2081" y="7"/>
                    <a:pt x="2081" y="4"/>
                    <a:pt x="2081" y="0"/>
                  </a:cubicBezTo>
                  <a:cubicBezTo>
                    <a:pt x="2074" y="0"/>
                    <a:pt x="2074" y="0"/>
                    <a:pt x="2074" y="0"/>
                  </a:cubicBezTo>
                  <a:cubicBezTo>
                    <a:pt x="2074" y="7"/>
                    <a:pt x="2074" y="13"/>
                    <a:pt x="2073" y="20"/>
                  </a:cubicBezTo>
                  <a:cubicBezTo>
                    <a:pt x="2077" y="23"/>
                    <a:pt x="2070" y="32"/>
                    <a:pt x="2075" y="34"/>
                  </a:cubicBezTo>
                  <a:cubicBezTo>
                    <a:pt x="2073" y="40"/>
                    <a:pt x="2073" y="46"/>
                    <a:pt x="2075" y="50"/>
                  </a:cubicBezTo>
                  <a:cubicBezTo>
                    <a:pt x="2074" y="71"/>
                    <a:pt x="2074" y="91"/>
                    <a:pt x="2072" y="113"/>
                  </a:cubicBezTo>
                  <a:cubicBezTo>
                    <a:pt x="2068" y="119"/>
                    <a:pt x="2065" y="134"/>
                    <a:pt x="2058" y="145"/>
                  </a:cubicBezTo>
                  <a:cubicBezTo>
                    <a:pt x="2057" y="151"/>
                    <a:pt x="2055" y="156"/>
                    <a:pt x="2053" y="162"/>
                  </a:cubicBezTo>
                  <a:cubicBezTo>
                    <a:pt x="2052" y="167"/>
                    <a:pt x="2048" y="174"/>
                    <a:pt x="2054" y="175"/>
                  </a:cubicBezTo>
                  <a:cubicBezTo>
                    <a:pt x="2055" y="173"/>
                    <a:pt x="2057" y="173"/>
                    <a:pt x="2058" y="170"/>
                  </a:cubicBezTo>
                  <a:cubicBezTo>
                    <a:pt x="2058" y="166"/>
                    <a:pt x="2062" y="165"/>
                    <a:pt x="2059" y="164"/>
                  </a:cubicBezTo>
                  <a:cubicBezTo>
                    <a:pt x="2063" y="161"/>
                    <a:pt x="2063" y="151"/>
                    <a:pt x="2068" y="150"/>
                  </a:cubicBezTo>
                  <a:cubicBezTo>
                    <a:pt x="2058" y="193"/>
                    <a:pt x="2055" y="210"/>
                    <a:pt x="2042" y="252"/>
                  </a:cubicBezTo>
                  <a:cubicBezTo>
                    <a:pt x="2041" y="255"/>
                    <a:pt x="2033" y="262"/>
                    <a:pt x="2038" y="266"/>
                  </a:cubicBezTo>
                  <a:close/>
                  <a:moveTo>
                    <a:pt x="1895" y="189"/>
                  </a:moveTo>
                  <a:cubicBezTo>
                    <a:pt x="1897" y="183"/>
                    <a:pt x="1898" y="177"/>
                    <a:pt x="1900" y="171"/>
                  </a:cubicBezTo>
                  <a:cubicBezTo>
                    <a:pt x="1902" y="165"/>
                    <a:pt x="1905" y="159"/>
                    <a:pt x="1903" y="155"/>
                  </a:cubicBezTo>
                  <a:cubicBezTo>
                    <a:pt x="1908" y="155"/>
                    <a:pt x="1907" y="144"/>
                    <a:pt x="1910" y="139"/>
                  </a:cubicBezTo>
                  <a:cubicBezTo>
                    <a:pt x="1911" y="117"/>
                    <a:pt x="1919" y="102"/>
                    <a:pt x="1918" y="80"/>
                  </a:cubicBezTo>
                  <a:cubicBezTo>
                    <a:pt x="1925" y="53"/>
                    <a:pt x="1931" y="26"/>
                    <a:pt x="1935" y="0"/>
                  </a:cubicBezTo>
                  <a:cubicBezTo>
                    <a:pt x="1927" y="0"/>
                    <a:pt x="1927" y="0"/>
                    <a:pt x="1927" y="0"/>
                  </a:cubicBezTo>
                  <a:cubicBezTo>
                    <a:pt x="1924" y="22"/>
                    <a:pt x="1917" y="43"/>
                    <a:pt x="1916" y="66"/>
                  </a:cubicBezTo>
                  <a:cubicBezTo>
                    <a:pt x="1911" y="100"/>
                    <a:pt x="1901" y="137"/>
                    <a:pt x="1896" y="171"/>
                  </a:cubicBezTo>
                  <a:cubicBezTo>
                    <a:pt x="1890" y="184"/>
                    <a:pt x="1893" y="192"/>
                    <a:pt x="1885" y="198"/>
                  </a:cubicBezTo>
                  <a:cubicBezTo>
                    <a:pt x="1892" y="201"/>
                    <a:pt x="1893" y="196"/>
                    <a:pt x="1895" y="189"/>
                  </a:cubicBezTo>
                  <a:close/>
                  <a:moveTo>
                    <a:pt x="1767" y="129"/>
                  </a:moveTo>
                  <a:cubicBezTo>
                    <a:pt x="1770" y="127"/>
                    <a:pt x="1772" y="124"/>
                    <a:pt x="1772" y="119"/>
                  </a:cubicBezTo>
                  <a:cubicBezTo>
                    <a:pt x="1772" y="117"/>
                    <a:pt x="1771" y="107"/>
                    <a:pt x="1776" y="108"/>
                  </a:cubicBezTo>
                  <a:cubicBezTo>
                    <a:pt x="1778" y="97"/>
                    <a:pt x="1778" y="98"/>
                    <a:pt x="1780" y="87"/>
                  </a:cubicBezTo>
                  <a:cubicBezTo>
                    <a:pt x="1787" y="80"/>
                    <a:pt x="1788" y="63"/>
                    <a:pt x="1792" y="52"/>
                  </a:cubicBezTo>
                  <a:cubicBezTo>
                    <a:pt x="1797" y="50"/>
                    <a:pt x="1795" y="46"/>
                    <a:pt x="1795" y="42"/>
                  </a:cubicBezTo>
                  <a:cubicBezTo>
                    <a:pt x="1801" y="41"/>
                    <a:pt x="1800" y="29"/>
                    <a:pt x="1803" y="23"/>
                  </a:cubicBezTo>
                  <a:cubicBezTo>
                    <a:pt x="1807" y="19"/>
                    <a:pt x="1808" y="9"/>
                    <a:pt x="1813" y="0"/>
                  </a:cubicBezTo>
                  <a:cubicBezTo>
                    <a:pt x="1807" y="0"/>
                    <a:pt x="1807" y="0"/>
                    <a:pt x="1807" y="0"/>
                  </a:cubicBezTo>
                  <a:cubicBezTo>
                    <a:pt x="1802" y="14"/>
                    <a:pt x="1797" y="27"/>
                    <a:pt x="1791" y="40"/>
                  </a:cubicBezTo>
                  <a:cubicBezTo>
                    <a:pt x="1787" y="56"/>
                    <a:pt x="1782" y="71"/>
                    <a:pt x="1778" y="86"/>
                  </a:cubicBezTo>
                  <a:cubicBezTo>
                    <a:pt x="1773" y="92"/>
                    <a:pt x="1776" y="96"/>
                    <a:pt x="1772" y="105"/>
                  </a:cubicBezTo>
                  <a:cubicBezTo>
                    <a:pt x="1771" y="109"/>
                    <a:pt x="1770" y="113"/>
                    <a:pt x="1768" y="118"/>
                  </a:cubicBezTo>
                  <a:cubicBezTo>
                    <a:pt x="1769" y="121"/>
                    <a:pt x="1763" y="128"/>
                    <a:pt x="1767" y="129"/>
                  </a:cubicBezTo>
                  <a:close/>
                  <a:moveTo>
                    <a:pt x="1848" y="80"/>
                  </a:moveTo>
                  <a:cubicBezTo>
                    <a:pt x="1847" y="84"/>
                    <a:pt x="1845" y="88"/>
                    <a:pt x="1844" y="92"/>
                  </a:cubicBezTo>
                  <a:cubicBezTo>
                    <a:pt x="1848" y="94"/>
                    <a:pt x="1842" y="102"/>
                    <a:pt x="1845" y="104"/>
                  </a:cubicBezTo>
                  <a:cubicBezTo>
                    <a:pt x="1847" y="108"/>
                    <a:pt x="1844" y="114"/>
                    <a:pt x="1843" y="119"/>
                  </a:cubicBezTo>
                  <a:cubicBezTo>
                    <a:pt x="1845" y="122"/>
                    <a:pt x="1846" y="126"/>
                    <a:pt x="1844" y="131"/>
                  </a:cubicBezTo>
                  <a:cubicBezTo>
                    <a:pt x="1846" y="134"/>
                    <a:pt x="1845" y="140"/>
                    <a:pt x="1847" y="143"/>
                  </a:cubicBezTo>
                  <a:cubicBezTo>
                    <a:pt x="1851" y="119"/>
                    <a:pt x="1849" y="97"/>
                    <a:pt x="1852" y="72"/>
                  </a:cubicBezTo>
                  <a:cubicBezTo>
                    <a:pt x="1854" y="60"/>
                    <a:pt x="1855" y="47"/>
                    <a:pt x="1857" y="35"/>
                  </a:cubicBezTo>
                  <a:cubicBezTo>
                    <a:pt x="1862" y="18"/>
                    <a:pt x="1862" y="14"/>
                    <a:pt x="1865" y="0"/>
                  </a:cubicBezTo>
                  <a:cubicBezTo>
                    <a:pt x="1858" y="0"/>
                    <a:pt x="1858" y="0"/>
                    <a:pt x="1858" y="0"/>
                  </a:cubicBezTo>
                  <a:cubicBezTo>
                    <a:pt x="1853" y="28"/>
                    <a:pt x="1846" y="56"/>
                    <a:pt x="1848" y="80"/>
                  </a:cubicBezTo>
                  <a:close/>
                  <a:moveTo>
                    <a:pt x="1862" y="259"/>
                  </a:moveTo>
                  <a:cubicBezTo>
                    <a:pt x="1858" y="265"/>
                    <a:pt x="1862" y="266"/>
                    <a:pt x="1858" y="267"/>
                  </a:cubicBezTo>
                  <a:cubicBezTo>
                    <a:pt x="1856" y="268"/>
                    <a:pt x="1856" y="277"/>
                    <a:pt x="1857" y="276"/>
                  </a:cubicBezTo>
                  <a:cubicBezTo>
                    <a:pt x="1867" y="260"/>
                    <a:pt x="1877" y="244"/>
                    <a:pt x="1888" y="228"/>
                  </a:cubicBezTo>
                  <a:cubicBezTo>
                    <a:pt x="1900" y="211"/>
                    <a:pt x="1905" y="198"/>
                    <a:pt x="1914" y="177"/>
                  </a:cubicBezTo>
                  <a:cubicBezTo>
                    <a:pt x="1927" y="132"/>
                    <a:pt x="1941" y="88"/>
                    <a:pt x="1954" y="52"/>
                  </a:cubicBezTo>
                  <a:cubicBezTo>
                    <a:pt x="1954" y="42"/>
                    <a:pt x="1959" y="30"/>
                    <a:pt x="1959" y="20"/>
                  </a:cubicBezTo>
                  <a:cubicBezTo>
                    <a:pt x="1962" y="9"/>
                    <a:pt x="1964" y="8"/>
                    <a:pt x="1965" y="0"/>
                  </a:cubicBezTo>
                  <a:cubicBezTo>
                    <a:pt x="1957" y="0"/>
                    <a:pt x="1957" y="0"/>
                    <a:pt x="1957" y="0"/>
                  </a:cubicBezTo>
                  <a:cubicBezTo>
                    <a:pt x="1955" y="6"/>
                    <a:pt x="1953" y="13"/>
                    <a:pt x="1952" y="20"/>
                  </a:cubicBezTo>
                  <a:cubicBezTo>
                    <a:pt x="1952" y="30"/>
                    <a:pt x="1948" y="34"/>
                    <a:pt x="1948" y="42"/>
                  </a:cubicBezTo>
                  <a:cubicBezTo>
                    <a:pt x="1936" y="87"/>
                    <a:pt x="1917" y="124"/>
                    <a:pt x="1909" y="171"/>
                  </a:cubicBezTo>
                  <a:cubicBezTo>
                    <a:pt x="1904" y="174"/>
                    <a:pt x="1904" y="184"/>
                    <a:pt x="1901" y="191"/>
                  </a:cubicBezTo>
                  <a:cubicBezTo>
                    <a:pt x="1900" y="195"/>
                    <a:pt x="1897" y="195"/>
                    <a:pt x="1896" y="199"/>
                  </a:cubicBezTo>
                  <a:cubicBezTo>
                    <a:pt x="1894" y="202"/>
                    <a:pt x="1896" y="211"/>
                    <a:pt x="1891" y="209"/>
                  </a:cubicBezTo>
                  <a:cubicBezTo>
                    <a:pt x="1890" y="218"/>
                    <a:pt x="1886" y="223"/>
                    <a:pt x="1881" y="226"/>
                  </a:cubicBezTo>
                  <a:cubicBezTo>
                    <a:pt x="1880" y="236"/>
                    <a:pt x="1874" y="238"/>
                    <a:pt x="1872" y="249"/>
                  </a:cubicBezTo>
                  <a:cubicBezTo>
                    <a:pt x="1869" y="248"/>
                    <a:pt x="1870" y="254"/>
                    <a:pt x="1866" y="254"/>
                  </a:cubicBezTo>
                  <a:cubicBezTo>
                    <a:pt x="1861" y="255"/>
                    <a:pt x="1868" y="260"/>
                    <a:pt x="1862" y="259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</p:sp>
        <p:sp>
          <p:nvSpPr>
            <p:cNvPr id="10" name="Freeform 9">
              <a:extLst>
                <a:ext uri="{FF2B5EF4-FFF2-40B4-BE49-F238E27FC236}">
                  <a16:creationId xmlns:a16="http://schemas.microsoft.com/office/drawing/2014/main" id="{A5D0DD1E-3DFD-459C-AF93-74007A3D1275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>
              <a:spLocks noEditPoints="1"/>
            </p:cNvSpPr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 bwMode="auto">
            <a:xfrm>
              <a:off x="0" y="3175"/>
              <a:ext cx="12192000" cy="6862763"/>
            </a:xfrm>
            <a:custGeom>
              <a:avLst/>
              <a:gdLst/>
              <a:ahLst/>
              <a:cxnLst/>
              <a:rect l="0" t="0" r="r" b="b"/>
              <a:pathLst>
                <a:path w="3840" h="2160">
                  <a:moveTo>
                    <a:pt x="31" y="1111"/>
                  </a:moveTo>
                  <a:cubicBezTo>
                    <a:pt x="45" y="1096"/>
                    <a:pt x="58" y="1080"/>
                    <a:pt x="69" y="1061"/>
                  </a:cubicBezTo>
                  <a:cubicBezTo>
                    <a:pt x="72" y="1054"/>
                    <a:pt x="75" y="1047"/>
                    <a:pt x="78" y="1040"/>
                  </a:cubicBezTo>
                  <a:cubicBezTo>
                    <a:pt x="69" y="1034"/>
                    <a:pt x="72" y="1054"/>
                    <a:pt x="66" y="1052"/>
                  </a:cubicBezTo>
                  <a:cubicBezTo>
                    <a:pt x="66" y="1060"/>
                    <a:pt x="61" y="1061"/>
                    <a:pt x="58" y="1070"/>
                  </a:cubicBezTo>
                  <a:cubicBezTo>
                    <a:pt x="53" y="1075"/>
                    <a:pt x="48" y="1080"/>
                    <a:pt x="44" y="1086"/>
                  </a:cubicBezTo>
                  <a:cubicBezTo>
                    <a:pt x="43" y="1091"/>
                    <a:pt x="39" y="1088"/>
                    <a:pt x="38" y="1095"/>
                  </a:cubicBezTo>
                  <a:cubicBezTo>
                    <a:pt x="33" y="1091"/>
                    <a:pt x="35" y="1105"/>
                    <a:pt x="31" y="1101"/>
                  </a:cubicBezTo>
                  <a:cubicBezTo>
                    <a:pt x="26" y="1106"/>
                    <a:pt x="21" y="1111"/>
                    <a:pt x="17" y="1117"/>
                  </a:cubicBezTo>
                  <a:cubicBezTo>
                    <a:pt x="15" y="1119"/>
                    <a:pt x="12" y="1120"/>
                    <a:pt x="9" y="1123"/>
                  </a:cubicBezTo>
                  <a:cubicBezTo>
                    <a:pt x="6" y="1123"/>
                    <a:pt x="6" y="1131"/>
                    <a:pt x="2" y="1129"/>
                  </a:cubicBezTo>
                  <a:cubicBezTo>
                    <a:pt x="1" y="1130"/>
                    <a:pt x="1" y="1131"/>
                    <a:pt x="0" y="1131"/>
                  </a:cubicBezTo>
                  <a:cubicBezTo>
                    <a:pt x="0" y="1141"/>
                    <a:pt x="0" y="1141"/>
                    <a:pt x="0" y="1141"/>
                  </a:cubicBezTo>
                  <a:cubicBezTo>
                    <a:pt x="4" y="1138"/>
                    <a:pt x="7" y="1136"/>
                    <a:pt x="10" y="1133"/>
                  </a:cubicBezTo>
                  <a:cubicBezTo>
                    <a:pt x="17" y="1124"/>
                    <a:pt x="24" y="1117"/>
                    <a:pt x="31" y="1111"/>
                  </a:cubicBezTo>
                  <a:close/>
                  <a:moveTo>
                    <a:pt x="15" y="1054"/>
                  </a:moveTo>
                  <a:cubicBezTo>
                    <a:pt x="19" y="1046"/>
                    <a:pt x="26" y="1046"/>
                    <a:pt x="31" y="1040"/>
                  </a:cubicBezTo>
                  <a:cubicBezTo>
                    <a:pt x="35" y="1041"/>
                    <a:pt x="36" y="1033"/>
                    <a:pt x="40" y="1034"/>
                  </a:cubicBezTo>
                  <a:cubicBezTo>
                    <a:pt x="43" y="1031"/>
                    <a:pt x="45" y="1026"/>
                    <a:pt x="48" y="1026"/>
                  </a:cubicBezTo>
                  <a:cubicBezTo>
                    <a:pt x="49" y="1024"/>
                    <a:pt x="51" y="1024"/>
                    <a:pt x="53" y="1025"/>
                  </a:cubicBezTo>
                  <a:cubicBezTo>
                    <a:pt x="54" y="1023"/>
                    <a:pt x="52" y="1021"/>
                    <a:pt x="54" y="1018"/>
                  </a:cubicBezTo>
                  <a:cubicBezTo>
                    <a:pt x="57" y="1018"/>
                    <a:pt x="60" y="1015"/>
                    <a:pt x="62" y="1010"/>
                  </a:cubicBezTo>
                  <a:cubicBezTo>
                    <a:pt x="68" y="1004"/>
                    <a:pt x="72" y="998"/>
                    <a:pt x="73" y="989"/>
                  </a:cubicBezTo>
                  <a:cubicBezTo>
                    <a:pt x="67" y="986"/>
                    <a:pt x="65" y="992"/>
                    <a:pt x="62" y="998"/>
                  </a:cubicBezTo>
                  <a:cubicBezTo>
                    <a:pt x="58" y="1003"/>
                    <a:pt x="54" y="1005"/>
                    <a:pt x="51" y="1013"/>
                  </a:cubicBezTo>
                  <a:cubicBezTo>
                    <a:pt x="46" y="1012"/>
                    <a:pt x="43" y="1019"/>
                    <a:pt x="38" y="1021"/>
                  </a:cubicBezTo>
                  <a:cubicBezTo>
                    <a:pt x="36" y="1031"/>
                    <a:pt x="28" y="1027"/>
                    <a:pt x="25" y="1035"/>
                  </a:cubicBezTo>
                  <a:cubicBezTo>
                    <a:pt x="17" y="1041"/>
                    <a:pt x="7" y="1044"/>
                    <a:pt x="0" y="1056"/>
                  </a:cubicBezTo>
                  <a:cubicBezTo>
                    <a:pt x="0" y="1064"/>
                    <a:pt x="0" y="1064"/>
                    <a:pt x="0" y="1064"/>
                  </a:cubicBezTo>
                  <a:cubicBezTo>
                    <a:pt x="5" y="1062"/>
                    <a:pt x="8" y="1054"/>
                    <a:pt x="15" y="1054"/>
                  </a:cubicBezTo>
                  <a:close/>
                  <a:moveTo>
                    <a:pt x="21" y="1107"/>
                  </a:moveTo>
                  <a:cubicBezTo>
                    <a:pt x="25" y="1101"/>
                    <a:pt x="31" y="1100"/>
                    <a:pt x="34" y="1093"/>
                  </a:cubicBezTo>
                  <a:cubicBezTo>
                    <a:pt x="39" y="1092"/>
                    <a:pt x="40" y="1081"/>
                    <a:pt x="46" y="1082"/>
                  </a:cubicBezTo>
                  <a:cubicBezTo>
                    <a:pt x="48" y="1073"/>
                    <a:pt x="54" y="1072"/>
                    <a:pt x="58" y="1065"/>
                  </a:cubicBezTo>
                  <a:cubicBezTo>
                    <a:pt x="54" y="1063"/>
                    <a:pt x="60" y="1062"/>
                    <a:pt x="57" y="1060"/>
                  </a:cubicBezTo>
                  <a:cubicBezTo>
                    <a:pt x="57" y="1056"/>
                    <a:pt x="66" y="1056"/>
                    <a:pt x="61" y="1052"/>
                  </a:cubicBezTo>
                  <a:cubicBezTo>
                    <a:pt x="44" y="1073"/>
                    <a:pt x="28" y="1095"/>
                    <a:pt x="7" y="1105"/>
                  </a:cubicBezTo>
                  <a:cubicBezTo>
                    <a:pt x="5" y="1108"/>
                    <a:pt x="3" y="1110"/>
                    <a:pt x="0" y="1112"/>
                  </a:cubicBezTo>
                  <a:cubicBezTo>
                    <a:pt x="0" y="1121"/>
                    <a:pt x="0" y="1121"/>
                    <a:pt x="0" y="1121"/>
                  </a:cubicBezTo>
                  <a:cubicBezTo>
                    <a:pt x="3" y="1119"/>
                    <a:pt x="5" y="1117"/>
                    <a:pt x="8" y="1115"/>
                  </a:cubicBezTo>
                  <a:cubicBezTo>
                    <a:pt x="13" y="1114"/>
                    <a:pt x="15" y="1106"/>
                    <a:pt x="21" y="1107"/>
                  </a:cubicBezTo>
                  <a:close/>
                  <a:moveTo>
                    <a:pt x="37" y="962"/>
                  </a:moveTo>
                  <a:cubicBezTo>
                    <a:pt x="39" y="959"/>
                    <a:pt x="42" y="960"/>
                    <a:pt x="44" y="958"/>
                  </a:cubicBezTo>
                  <a:cubicBezTo>
                    <a:pt x="46" y="955"/>
                    <a:pt x="46" y="950"/>
                    <a:pt x="49" y="950"/>
                  </a:cubicBezTo>
                  <a:cubicBezTo>
                    <a:pt x="55" y="942"/>
                    <a:pt x="52" y="942"/>
                    <a:pt x="58" y="935"/>
                  </a:cubicBezTo>
                  <a:cubicBezTo>
                    <a:pt x="61" y="928"/>
                    <a:pt x="64" y="922"/>
                    <a:pt x="67" y="915"/>
                  </a:cubicBezTo>
                  <a:cubicBezTo>
                    <a:pt x="72" y="913"/>
                    <a:pt x="72" y="903"/>
                    <a:pt x="66" y="900"/>
                  </a:cubicBezTo>
                  <a:cubicBezTo>
                    <a:pt x="64" y="900"/>
                    <a:pt x="63" y="899"/>
                    <a:pt x="62" y="899"/>
                  </a:cubicBezTo>
                  <a:cubicBezTo>
                    <a:pt x="60" y="902"/>
                    <a:pt x="61" y="904"/>
                    <a:pt x="61" y="906"/>
                  </a:cubicBezTo>
                  <a:cubicBezTo>
                    <a:pt x="54" y="905"/>
                    <a:pt x="62" y="911"/>
                    <a:pt x="61" y="913"/>
                  </a:cubicBezTo>
                  <a:cubicBezTo>
                    <a:pt x="56" y="913"/>
                    <a:pt x="53" y="926"/>
                    <a:pt x="54" y="929"/>
                  </a:cubicBezTo>
                  <a:cubicBezTo>
                    <a:pt x="46" y="930"/>
                    <a:pt x="45" y="945"/>
                    <a:pt x="38" y="948"/>
                  </a:cubicBezTo>
                  <a:cubicBezTo>
                    <a:pt x="34" y="957"/>
                    <a:pt x="27" y="962"/>
                    <a:pt x="22" y="970"/>
                  </a:cubicBezTo>
                  <a:cubicBezTo>
                    <a:pt x="17" y="976"/>
                    <a:pt x="11" y="979"/>
                    <a:pt x="6" y="986"/>
                  </a:cubicBezTo>
                  <a:cubicBezTo>
                    <a:pt x="4" y="987"/>
                    <a:pt x="2" y="989"/>
                    <a:pt x="0" y="991"/>
                  </a:cubicBezTo>
                  <a:cubicBezTo>
                    <a:pt x="0" y="1003"/>
                    <a:pt x="0" y="1003"/>
                    <a:pt x="0" y="1003"/>
                  </a:cubicBezTo>
                  <a:cubicBezTo>
                    <a:pt x="5" y="998"/>
                    <a:pt x="9" y="994"/>
                    <a:pt x="14" y="990"/>
                  </a:cubicBezTo>
                  <a:cubicBezTo>
                    <a:pt x="22" y="982"/>
                    <a:pt x="30" y="972"/>
                    <a:pt x="37" y="962"/>
                  </a:cubicBezTo>
                  <a:close/>
                  <a:moveTo>
                    <a:pt x="126" y="0"/>
                  </a:moveTo>
                  <a:cubicBezTo>
                    <a:pt x="129" y="4"/>
                    <a:pt x="131" y="8"/>
                    <a:pt x="137" y="8"/>
                  </a:cubicBezTo>
                  <a:cubicBezTo>
                    <a:pt x="137" y="5"/>
                    <a:pt x="136" y="3"/>
                    <a:pt x="135" y="0"/>
                  </a:cubicBezTo>
                  <a:lnTo>
                    <a:pt x="126" y="0"/>
                  </a:lnTo>
                  <a:close/>
                  <a:moveTo>
                    <a:pt x="23" y="823"/>
                  </a:moveTo>
                  <a:cubicBezTo>
                    <a:pt x="18" y="820"/>
                    <a:pt x="26" y="813"/>
                    <a:pt x="18" y="812"/>
                  </a:cubicBezTo>
                  <a:cubicBezTo>
                    <a:pt x="15" y="810"/>
                    <a:pt x="15" y="817"/>
                    <a:pt x="11" y="816"/>
                  </a:cubicBezTo>
                  <a:cubicBezTo>
                    <a:pt x="9" y="820"/>
                    <a:pt x="9" y="824"/>
                    <a:pt x="9" y="827"/>
                  </a:cubicBezTo>
                  <a:cubicBezTo>
                    <a:pt x="6" y="826"/>
                    <a:pt x="6" y="831"/>
                    <a:pt x="7" y="833"/>
                  </a:cubicBezTo>
                  <a:cubicBezTo>
                    <a:pt x="1" y="831"/>
                    <a:pt x="8" y="838"/>
                    <a:pt x="3" y="841"/>
                  </a:cubicBezTo>
                  <a:cubicBezTo>
                    <a:pt x="2" y="843"/>
                    <a:pt x="1" y="844"/>
                    <a:pt x="0" y="846"/>
                  </a:cubicBezTo>
                  <a:cubicBezTo>
                    <a:pt x="0" y="863"/>
                    <a:pt x="0" y="863"/>
                    <a:pt x="0" y="863"/>
                  </a:cubicBezTo>
                  <a:cubicBezTo>
                    <a:pt x="6" y="853"/>
                    <a:pt x="11" y="843"/>
                    <a:pt x="18" y="835"/>
                  </a:cubicBezTo>
                  <a:cubicBezTo>
                    <a:pt x="13" y="831"/>
                    <a:pt x="22" y="827"/>
                    <a:pt x="23" y="823"/>
                  </a:cubicBezTo>
                  <a:close/>
                  <a:moveTo>
                    <a:pt x="78" y="1128"/>
                  </a:moveTo>
                  <a:cubicBezTo>
                    <a:pt x="67" y="1132"/>
                    <a:pt x="63" y="1150"/>
                    <a:pt x="51" y="1152"/>
                  </a:cubicBezTo>
                  <a:cubicBezTo>
                    <a:pt x="48" y="1159"/>
                    <a:pt x="42" y="1159"/>
                    <a:pt x="39" y="1166"/>
                  </a:cubicBezTo>
                  <a:cubicBezTo>
                    <a:pt x="34" y="1169"/>
                    <a:pt x="29" y="1171"/>
                    <a:pt x="25" y="1177"/>
                  </a:cubicBezTo>
                  <a:cubicBezTo>
                    <a:pt x="23" y="1180"/>
                    <a:pt x="19" y="1176"/>
                    <a:pt x="18" y="1181"/>
                  </a:cubicBezTo>
                  <a:cubicBezTo>
                    <a:pt x="14" y="1180"/>
                    <a:pt x="14" y="1187"/>
                    <a:pt x="9" y="1184"/>
                  </a:cubicBezTo>
                  <a:cubicBezTo>
                    <a:pt x="7" y="1189"/>
                    <a:pt x="3" y="1189"/>
                    <a:pt x="0" y="1192"/>
                  </a:cubicBezTo>
                  <a:cubicBezTo>
                    <a:pt x="0" y="1200"/>
                    <a:pt x="0" y="1200"/>
                    <a:pt x="0" y="1200"/>
                  </a:cubicBezTo>
                  <a:cubicBezTo>
                    <a:pt x="0" y="1200"/>
                    <a:pt x="0" y="1200"/>
                    <a:pt x="1" y="1200"/>
                  </a:cubicBezTo>
                  <a:cubicBezTo>
                    <a:pt x="6" y="1199"/>
                    <a:pt x="9" y="1193"/>
                    <a:pt x="14" y="1191"/>
                  </a:cubicBezTo>
                  <a:cubicBezTo>
                    <a:pt x="22" y="1186"/>
                    <a:pt x="30" y="1180"/>
                    <a:pt x="38" y="1173"/>
                  </a:cubicBezTo>
                  <a:cubicBezTo>
                    <a:pt x="46" y="1165"/>
                    <a:pt x="56" y="1161"/>
                    <a:pt x="62" y="1150"/>
                  </a:cubicBezTo>
                  <a:cubicBezTo>
                    <a:pt x="70" y="1145"/>
                    <a:pt x="76" y="1133"/>
                    <a:pt x="84" y="1126"/>
                  </a:cubicBezTo>
                  <a:cubicBezTo>
                    <a:pt x="87" y="1119"/>
                    <a:pt x="93" y="1121"/>
                    <a:pt x="95" y="1112"/>
                  </a:cubicBezTo>
                  <a:cubicBezTo>
                    <a:pt x="98" y="1113"/>
                    <a:pt x="99" y="1108"/>
                    <a:pt x="100" y="1104"/>
                  </a:cubicBezTo>
                  <a:cubicBezTo>
                    <a:pt x="103" y="1106"/>
                    <a:pt x="105" y="1100"/>
                    <a:pt x="103" y="1098"/>
                  </a:cubicBezTo>
                  <a:cubicBezTo>
                    <a:pt x="95" y="1109"/>
                    <a:pt x="86" y="1118"/>
                    <a:pt x="78" y="1128"/>
                  </a:cubicBezTo>
                  <a:close/>
                  <a:moveTo>
                    <a:pt x="8" y="1255"/>
                  </a:moveTo>
                  <a:cubicBezTo>
                    <a:pt x="5" y="1257"/>
                    <a:pt x="3" y="1259"/>
                    <a:pt x="0" y="1261"/>
                  </a:cubicBezTo>
                  <a:cubicBezTo>
                    <a:pt x="0" y="1267"/>
                    <a:pt x="0" y="1267"/>
                    <a:pt x="0" y="1267"/>
                  </a:cubicBezTo>
                  <a:cubicBezTo>
                    <a:pt x="1" y="1267"/>
                    <a:pt x="3" y="1266"/>
                    <a:pt x="4" y="1265"/>
                  </a:cubicBezTo>
                  <a:cubicBezTo>
                    <a:pt x="4" y="1261"/>
                    <a:pt x="13" y="1259"/>
                    <a:pt x="8" y="1255"/>
                  </a:cubicBezTo>
                  <a:close/>
                  <a:moveTo>
                    <a:pt x="48" y="1199"/>
                  </a:moveTo>
                  <a:cubicBezTo>
                    <a:pt x="45" y="1203"/>
                    <a:pt x="42" y="1207"/>
                    <a:pt x="37" y="1208"/>
                  </a:cubicBezTo>
                  <a:cubicBezTo>
                    <a:pt x="34" y="1213"/>
                    <a:pt x="31" y="1216"/>
                    <a:pt x="26" y="1218"/>
                  </a:cubicBezTo>
                  <a:cubicBezTo>
                    <a:pt x="20" y="1225"/>
                    <a:pt x="12" y="1230"/>
                    <a:pt x="5" y="1235"/>
                  </a:cubicBezTo>
                  <a:cubicBezTo>
                    <a:pt x="3" y="1234"/>
                    <a:pt x="1" y="1235"/>
                    <a:pt x="0" y="1236"/>
                  </a:cubicBezTo>
                  <a:cubicBezTo>
                    <a:pt x="0" y="1245"/>
                    <a:pt x="0" y="1245"/>
                    <a:pt x="0" y="1245"/>
                  </a:cubicBezTo>
                  <a:cubicBezTo>
                    <a:pt x="1" y="1244"/>
                    <a:pt x="2" y="1244"/>
                    <a:pt x="3" y="1243"/>
                  </a:cubicBezTo>
                  <a:cubicBezTo>
                    <a:pt x="7" y="1240"/>
                    <a:pt x="10" y="1236"/>
                    <a:pt x="15" y="1234"/>
                  </a:cubicBezTo>
                  <a:cubicBezTo>
                    <a:pt x="19" y="1232"/>
                    <a:pt x="23" y="1227"/>
                    <a:pt x="28" y="1225"/>
                  </a:cubicBezTo>
                  <a:cubicBezTo>
                    <a:pt x="36" y="1219"/>
                    <a:pt x="44" y="1212"/>
                    <a:pt x="51" y="1204"/>
                  </a:cubicBezTo>
                  <a:cubicBezTo>
                    <a:pt x="53" y="1198"/>
                    <a:pt x="59" y="1200"/>
                    <a:pt x="61" y="1192"/>
                  </a:cubicBezTo>
                  <a:cubicBezTo>
                    <a:pt x="64" y="1193"/>
                    <a:pt x="64" y="1187"/>
                    <a:pt x="67" y="1188"/>
                  </a:cubicBezTo>
                  <a:cubicBezTo>
                    <a:pt x="68" y="1184"/>
                    <a:pt x="71" y="1181"/>
                    <a:pt x="69" y="1179"/>
                  </a:cubicBezTo>
                  <a:cubicBezTo>
                    <a:pt x="62" y="1186"/>
                    <a:pt x="56" y="1194"/>
                    <a:pt x="48" y="1199"/>
                  </a:cubicBezTo>
                  <a:close/>
                  <a:moveTo>
                    <a:pt x="920" y="10"/>
                  </a:moveTo>
                  <a:cubicBezTo>
                    <a:pt x="925" y="12"/>
                    <a:pt x="931" y="14"/>
                    <a:pt x="935" y="17"/>
                  </a:cubicBezTo>
                  <a:cubicBezTo>
                    <a:pt x="954" y="28"/>
                    <a:pt x="960" y="29"/>
                    <a:pt x="963" y="33"/>
                  </a:cubicBezTo>
                  <a:cubicBezTo>
                    <a:pt x="1027" y="64"/>
                    <a:pt x="1029" y="69"/>
                    <a:pt x="1034" y="71"/>
                  </a:cubicBezTo>
                  <a:cubicBezTo>
                    <a:pt x="1068" y="87"/>
                    <a:pt x="1071" y="88"/>
                    <a:pt x="1073" y="90"/>
                  </a:cubicBezTo>
                  <a:cubicBezTo>
                    <a:pt x="1128" y="114"/>
                    <a:pt x="1137" y="122"/>
                    <a:pt x="1151" y="124"/>
                  </a:cubicBezTo>
                  <a:cubicBezTo>
                    <a:pt x="1235" y="156"/>
                    <a:pt x="1245" y="163"/>
                    <a:pt x="1261" y="164"/>
                  </a:cubicBezTo>
                  <a:cubicBezTo>
                    <a:pt x="1288" y="169"/>
                    <a:pt x="1293" y="172"/>
                    <a:pt x="1303" y="171"/>
                  </a:cubicBezTo>
                  <a:cubicBezTo>
                    <a:pt x="1331" y="172"/>
                    <a:pt x="1327" y="172"/>
                    <a:pt x="1322" y="171"/>
                  </a:cubicBezTo>
                  <a:cubicBezTo>
                    <a:pt x="1251" y="157"/>
                    <a:pt x="1246" y="152"/>
                    <a:pt x="1238" y="152"/>
                  </a:cubicBezTo>
                  <a:cubicBezTo>
                    <a:pt x="1203" y="142"/>
                    <a:pt x="1194" y="133"/>
                    <a:pt x="1177" y="131"/>
                  </a:cubicBezTo>
                  <a:cubicBezTo>
                    <a:pt x="1162" y="122"/>
                    <a:pt x="1157" y="121"/>
                    <a:pt x="1153" y="118"/>
                  </a:cubicBezTo>
                  <a:cubicBezTo>
                    <a:pt x="1092" y="91"/>
                    <a:pt x="1083" y="87"/>
                    <a:pt x="1076" y="81"/>
                  </a:cubicBezTo>
                  <a:cubicBezTo>
                    <a:pt x="1016" y="51"/>
                    <a:pt x="1006" y="48"/>
                    <a:pt x="998" y="44"/>
                  </a:cubicBezTo>
                  <a:cubicBezTo>
                    <a:pt x="966" y="24"/>
                    <a:pt x="957" y="21"/>
                    <a:pt x="951" y="15"/>
                  </a:cubicBezTo>
                  <a:cubicBezTo>
                    <a:pt x="901" y="0"/>
                    <a:pt x="901" y="0"/>
                    <a:pt x="901" y="0"/>
                  </a:cubicBezTo>
                  <a:close/>
                  <a:moveTo>
                    <a:pt x="1096" y="23"/>
                  </a:moveTo>
                  <a:cubicBezTo>
                    <a:pt x="1108" y="25"/>
                    <a:pt x="1112" y="33"/>
                    <a:pt x="1125" y="34"/>
                  </a:cubicBezTo>
                  <a:cubicBezTo>
                    <a:pt x="1154" y="53"/>
                    <a:pt x="1163" y="51"/>
                    <a:pt x="1163" y="57"/>
                  </a:cubicBezTo>
                  <a:cubicBezTo>
                    <a:pt x="1224" y="83"/>
                    <a:pt x="1241" y="93"/>
                    <a:pt x="1261" y="100"/>
                  </a:cubicBezTo>
                  <a:cubicBezTo>
                    <a:pt x="1309" y="119"/>
                    <a:pt x="1319" y="116"/>
                    <a:pt x="1321" y="121"/>
                  </a:cubicBezTo>
                  <a:cubicBezTo>
                    <a:pt x="1483" y="135"/>
                    <a:pt x="1494" y="132"/>
                    <a:pt x="1508" y="132"/>
                  </a:cubicBezTo>
                  <a:cubicBezTo>
                    <a:pt x="1513" y="124"/>
                    <a:pt x="1524" y="129"/>
                    <a:pt x="1522" y="121"/>
                  </a:cubicBezTo>
                  <a:cubicBezTo>
                    <a:pt x="1429" y="114"/>
                    <a:pt x="1421" y="115"/>
                    <a:pt x="1415" y="115"/>
                  </a:cubicBezTo>
                  <a:cubicBezTo>
                    <a:pt x="1377" y="104"/>
                    <a:pt x="1367" y="106"/>
                    <a:pt x="1365" y="100"/>
                  </a:cubicBezTo>
                  <a:cubicBezTo>
                    <a:pt x="1321" y="90"/>
                    <a:pt x="1313" y="84"/>
                    <a:pt x="1302" y="82"/>
                  </a:cubicBezTo>
                  <a:cubicBezTo>
                    <a:pt x="1242" y="52"/>
                    <a:pt x="1240" y="47"/>
                    <a:pt x="1233" y="47"/>
                  </a:cubicBezTo>
                  <a:cubicBezTo>
                    <a:pt x="1284" y="57"/>
                    <a:pt x="1302" y="60"/>
                    <a:pt x="1318" y="64"/>
                  </a:cubicBezTo>
                  <a:cubicBezTo>
                    <a:pt x="1452" y="80"/>
                    <a:pt x="1459" y="83"/>
                    <a:pt x="1464" y="79"/>
                  </a:cubicBezTo>
                  <a:cubicBezTo>
                    <a:pt x="1275" y="49"/>
                    <a:pt x="1260" y="41"/>
                    <a:pt x="1240" y="39"/>
                  </a:cubicBezTo>
                  <a:cubicBezTo>
                    <a:pt x="1219" y="31"/>
                    <a:pt x="1217" y="26"/>
                    <a:pt x="1208" y="27"/>
                  </a:cubicBezTo>
                  <a:cubicBezTo>
                    <a:pt x="1171" y="4"/>
                    <a:pt x="1160" y="6"/>
                    <a:pt x="1156" y="2"/>
                  </a:cubicBezTo>
                  <a:cubicBezTo>
                    <a:pt x="1119" y="4"/>
                    <a:pt x="1126" y="9"/>
                    <a:pt x="1136" y="10"/>
                  </a:cubicBezTo>
                  <a:cubicBezTo>
                    <a:pt x="1169" y="30"/>
                    <a:pt x="1176" y="28"/>
                    <a:pt x="1177" y="31"/>
                  </a:cubicBezTo>
                  <a:cubicBezTo>
                    <a:pt x="1206" y="45"/>
                    <a:pt x="1215" y="46"/>
                    <a:pt x="1220" y="49"/>
                  </a:cubicBezTo>
                  <a:cubicBezTo>
                    <a:pt x="1280" y="78"/>
                    <a:pt x="1290" y="84"/>
                    <a:pt x="1302" y="88"/>
                  </a:cubicBezTo>
                  <a:cubicBezTo>
                    <a:pt x="1327" y="100"/>
                    <a:pt x="1331" y="99"/>
                    <a:pt x="1335" y="100"/>
                  </a:cubicBezTo>
                  <a:cubicBezTo>
                    <a:pt x="1385" y="116"/>
                    <a:pt x="1401" y="116"/>
                    <a:pt x="1413" y="121"/>
                  </a:cubicBezTo>
                  <a:cubicBezTo>
                    <a:pt x="1486" y="126"/>
                    <a:pt x="1486" y="125"/>
                    <a:pt x="1495" y="127"/>
                  </a:cubicBezTo>
                  <a:cubicBezTo>
                    <a:pt x="1458" y="133"/>
                    <a:pt x="1456" y="132"/>
                    <a:pt x="1443" y="133"/>
                  </a:cubicBezTo>
                  <a:cubicBezTo>
                    <a:pt x="1346" y="119"/>
                    <a:pt x="1337" y="119"/>
                    <a:pt x="1334" y="115"/>
                  </a:cubicBezTo>
                  <a:cubicBezTo>
                    <a:pt x="1283" y="98"/>
                    <a:pt x="1273" y="101"/>
                    <a:pt x="1274" y="94"/>
                  </a:cubicBezTo>
                  <a:cubicBezTo>
                    <a:pt x="1197" y="60"/>
                    <a:pt x="1189" y="61"/>
                    <a:pt x="1185" y="57"/>
                  </a:cubicBezTo>
                  <a:cubicBezTo>
                    <a:pt x="1136" y="33"/>
                    <a:pt x="1127" y="28"/>
                    <a:pt x="1118" y="23"/>
                  </a:cubicBezTo>
                  <a:cubicBezTo>
                    <a:pt x="1081" y="8"/>
                    <a:pt x="1076" y="3"/>
                    <a:pt x="1068" y="0"/>
                  </a:cubicBezTo>
                  <a:cubicBezTo>
                    <a:pt x="1077" y="14"/>
                    <a:pt x="1089" y="16"/>
                    <a:pt x="1096" y="23"/>
                  </a:cubicBezTo>
                  <a:close/>
                  <a:moveTo>
                    <a:pt x="979" y="13"/>
                  </a:moveTo>
                  <a:cubicBezTo>
                    <a:pt x="986" y="13"/>
                    <a:pt x="987" y="17"/>
                    <a:pt x="992" y="18"/>
                  </a:cubicBezTo>
                  <a:cubicBezTo>
                    <a:pt x="1035" y="35"/>
                    <a:pt x="1037" y="39"/>
                    <a:pt x="1039" y="43"/>
                  </a:cubicBezTo>
                  <a:cubicBezTo>
                    <a:pt x="1082" y="59"/>
                    <a:pt x="1083" y="64"/>
                    <a:pt x="1089" y="64"/>
                  </a:cubicBezTo>
                  <a:cubicBezTo>
                    <a:pt x="1163" y="104"/>
                    <a:pt x="1170" y="102"/>
                    <a:pt x="1173" y="105"/>
                  </a:cubicBezTo>
                  <a:cubicBezTo>
                    <a:pt x="1200" y="116"/>
                    <a:pt x="1202" y="117"/>
                    <a:pt x="1203" y="119"/>
                  </a:cubicBezTo>
                  <a:cubicBezTo>
                    <a:pt x="1236" y="133"/>
                    <a:pt x="1244" y="134"/>
                    <a:pt x="1249" y="139"/>
                  </a:cubicBezTo>
                  <a:cubicBezTo>
                    <a:pt x="1273" y="146"/>
                    <a:pt x="1277" y="147"/>
                    <a:pt x="1279" y="149"/>
                  </a:cubicBezTo>
                  <a:cubicBezTo>
                    <a:pt x="1302" y="160"/>
                    <a:pt x="1315" y="152"/>
                    <a:pt x="1314" y="158"/>
                  </a:cubicBezTo>
                  <a:cubicBezTo>
                    <a:pt x="1355" y="161"/>
                    <a:pt x="1375" y="162"/>
                    <a:pt x="1394" y="162"/>
                  </a:cubicBezTo>
                  <a:cubicBezTo>
                    <a:pt x="1429" y="161"/>
                    <a:pt x="1435" y="155"/>
                    <a:pt x="1429" y="154"/>
                  </a:cubicBezTo>
                  <a:cubicBezTo>
                    <a:pt x="1393" y="155"/>
                    <a:pt x="1392" y="157"/>
                    <a:pt x="1381" y="155"/>
                  </a:cubicBezTo>
                  <a:cubicBezTo>
                    <a:pt x="1358" y="157"/>
                    <a:pt x="1347" y="153"/>
                    <a:pt x="1338" y="154"/>
                  </a:cubicBezTo>
                  <a:cubicBezTo>
                    <a:pt x="1234" y="126"/>
                    <a:pt x="1232" y="119"/>
                    <a:pt x="1223" y="119"/>
                  </a:cubicBezTo>
                  <a:cubicBezTo>
                    <a:pt x="1147" y="88"/>
                    <a:pt x="1147" y="80"/>
                    <a:pt x="1139" y="80"/>
                  </a:cubicBezTo>
                  <a:cubicBezTo>
                    <a:pt x="1111" y="65"/>
                    <a:pt x="1099" y="60"/>
                    <a:pt x="1087" y="55"/>
                  </a:cubicBezTo>
                  <a:cubicBezTo>
                    <a:pt x="1033" y="27"/>
                    <a:pt x="1028" y="24"/>
                    <a:pt x="1022" y="21"/>
                  </a:cubicBezTo>
                  <a:cubicBezTo>
                    <a:pt x="956" y="0"/>
                    <a:pt x="956" y="0"/>
                    <a:pt x="956" y="0"/>
                  </a:cubicBezTo>
                  <a:close/>
                  <a:moveTo>
                    <a:pt x="1304" y="25"/>
                  </a:moveTo>
                  <a:cubicBezTo>
                    <a:pt x="1335" y="32"/>
                    <a:pt x="1379" y="35"/>
                    <a:pt x="1419" y="41"/>
                  </a:cubicBezTo>
                  <a:cubicBezTo>
                    <a:pt x="1435" y="41"/>
                    <a:pt x="1451" y="41"/>
                    <a:pt x="1467" y="42"/>
                  </a:cubicBezTo>
                  <a:cubicBezTo>
                    <a:pt x="1473" y="45"/>
                    <a:pt x="1476" y="40"/>
                    <a:pt x="1486" y="42"/>
                  </a:cubicBezTo>
                  <a:cubicBezTo>
                    <a:pt x="1491" y="42"/>
                    <a:pt x="1495" y="42"/>
                    <a:pt x="1499" y="42"/>
                  </a:cubicBezTo>
                  <a:cubicBezTo>
                    <a:pt x="1503" y="41"/>
                    <a:pt x="1511" y="45"/>
                    <a:pt x="1510" y="40"/>
                  </a:cubicBezTo>
                  <a:cubicBezTo>
                    <a:pt x="1508" y="38"/>
                    <a:pt x="1505" y="37"/>
                    <a:pt x="1500" y="38"/>
                  </a:cubicBezTo>
                  <a:cubicBezTo>
                    <a:pt x="1498" y="39"/>
                    <a:pt x="1489" y="43"/>
                    <a:pt x="1489" y="38"/>
                  </a:cubicBezTo>
                  <a:cubicBezTo>
                    <a:pt x="1477" y="38"/>
                    <a:pt x="1478" y="38"/>
                    <a:pt x="1467" y="39"/>
                  </a:cubicBezTo>
                  <a:cubicBezTo>
                    <a:pt x="1458" y="35"/>
                    <a:pt x="1442" y="38"/>
                    <a:pt x="1430" y="36"/>
                  </a:cubicBezTo>
                  <a:cubicBezTo>
                    <a:pt x="1426" y="33"/>
                    <a:pt x="1423" y="35"/>
                    <a:pt x="1419" y="36"/>
                  </a:cubicBezTo>
                  <a:cubicBezTo>
                    <a:pt x="1417" y="31"/>
                    <a:pt x="1405" y="35"/>
                    <a:pt x="1399" y="34"/>
                  </a:cubicBezTo>
                  <a:cubicBezTo>
                    <a:pt x="1393" y="30"/>
                    <a:pt x="1379" y="33"/>
                    <a:pt x="1369" y="29"/>
                  </a:cubicBezTo>
                  <a:cubicBezTo>
                    <a:pt x="1366" y="28"/>
                    <a:pt x="1363" y="28"/>
                    <a:pt x="1360" y="28"/>
                  </a:cubicBezTo>
                  <a:cubicBezTo>
                    <a:pt x="1356" y="29"/>
                    <a:pt x="1355" y="25"/>
                    <a:pt x="1354" y="28"/>
                  </a:cubicBezTo>
                  <a:cubicBezTo>
                    <a:pt x="1352" y="23"/>
                    <a:pt x="1338" y="29"/>
                    <a:pt x="1336" y="23"/>
                  </a:cubicBezTo>
                  <a:cubicBezTo>
                    <a:pt x="1311" y="21"/>
                    <a:pt x="1288" y="17"/>
                    <a:pt x="1269" y="9"/>
                  </a:cubicBezTo>
                  <a:cubicBezTo>
                    <a:pt x="1257" y="8"/>
                    <a:pt x="1250" y="4"/>
                    <a:pt x="1241" y="0"/>
                  </a:cubicBezTo>
                  <a:cubicBezTo>
                    <a:pt x="1214" y="0"/>
                    <a:pt x="1214" y="0"/>
                    <a:pt x="1214" y="0"/>
                  </a:cubicBezTo>
                  <a:cubicBezTo>
                    <a:pt x="1225" y="4"/>
                    <a:pt x="1237" y="7"/>
                    <a:pt x="1249" y="11"/>
                  </a:cubicBezTo>
                  <a:cubicBezTo>
                    <a:pt x="1265" y="18"/>
                    <a:pt x="1285" y="21"/>
                    <a:pt x="1304" y="25"/>
                  </a:cubicBezTo>
                  <a:close/>
                  <a:moveTo>
                    <a:pt x="883" y="9"/>
                  </a:moveTo>
                  <a:cubicBezTo>
                    <a:pt x="887" y="14"/>
                    <a:pt x="895" y="14"/>
                    <a:pt x="898" y="20"/>
                  </a:cubicBezTo>
                  <a:cubicBezTo>
                    <a:pt x="913" y="36"/>
                    <a:pt x="920" y="33"/>
                    <a:pt x="922" y="36"/>
                  </a:cubicBezTo>
                  <a:cubicBezTo>
                    <a:pt x="951" y="55"/>
                    <a:pt x="953" y="62"/>
                    <a:pt x="960" y="63"/>
                  </a:cubicBezTo>
                  <a:cubicBezTo>
                    <a:pt x="985" y="82"/>
                    <a:pt x="997" y="88"/>
                    <a:pt x="1008" y="95"/>
                  </a:cubicBezTo>
                  <a:cubicBezTo>
                    <a:pt x="1077" y="135"/>
                    <a:pt x="1084" y="133"/>
                    <a:pt x="1085" y="136"/>
                  </a:cubicBezTo>
                  <a:cubicBezTo>
                    <a:pt x="1124" y="154"/>
                    <a:pt x="1130" y="165"/>
                    <a:pt x="1148" y="165"/>
                  </a:cubicBezTo>
                  <a:cubicBezTo>
                    <a:pt x="1177" y="180"/>
                    <a:pt x="1184" y="177"/>
                    <a:pt x="1185" y="182"/>
                  </a:cubicBezTo>
                  <a:cubicBezTo>
                    <a:pt x="1245" y="198"/>
                    <a:pt x="1249" y="200"/>
                    <a:pt x="1254" y="200"/>
                  </a:cubicBezTo>
                  <a:cubicBezTo>
                    <a:pt x="1350" y="212"/>
                    <a:pt x="1357" y="219"/>
                    <a:pt x="1360" y="218"/>
                  </a:cubicBezTo>
                  <a:cubicBezTo>
                    <a:pt x="1358" y="204"/>
                    <a:pt x="1355" y="205"/>
                    <a:pt x="1352" y="207"/>
                  </a:cubicBezTo>
                  <a:cubicBezTo>
                    <a:pt x="1328" y="204"/>
                    <a:pt x="1321" y="204"/>
                    <a:pt x="1306" y="204"/>
                  </a:cubicBezTo>
                  <a:cubicBezTo>
                    <a:pt x="1249" y="187"/>
                    <a:pt x="1239" y="190"/>
                    <a:pt x="1237" y="185"/>
                  </a:cubicBezTo>
                  <a:cubicBezTo>
                    <a:pt x="1165" y="161"/>
                    <a:pt x="1154" y="164"/>
                    <a:pt x="1152" y="159"/>
                  </a:cubicBezTo>
                  <a:cubicBezTo>
                    <a:pt x="1126" y="149"/>
                    <a:pt x="1124" y="147"/>
                    <a:pt x="1120" y="147"/>
                  </a:cubicBezTo>
                  <a:cubicBezTo>
                    <a:pt x="1087" y="129"/>
                    <a:pt x="1085" y="124"/>
                    <a:pt x="1077" y="125"/>
                  </a:cubicBezTo>
                  <a:cubicBezTo>
                    <a:pt x="1047" y="103"/>
                    <a:pt x="1040" y="103"/>
                    <a:pt x="1036" y="100"/>
                  </a:cubicBezTo>
                  <a:cubicBezTo>
                    <a:pt x="1008" y="81"/>
                    <a:pt x="1003" y="82"/>
                    <a:pt x="999" y="81"/>
                  </a:cubicBezTo>
                  <a:cubicBezTo>
                    <a:pt x="968" y="59"/>
                    <a:pt x="965" y="56"/>
                    <a:pt x="961" y="54"/>
                  </a:cubicBezTo>
                  <a:cubicBezTo>
                    <a:pt x="925" y="28"/>
                    <a:pt x="920" y="26"/>
                    <a:pt x="915" y="25"/>
                  </a:cubicBezTo>
                  <a:cubicBezTo>
                    <a:pt x="893" y="5"/>
                    <a:pt x="887" y="4"/>
                    <a:pt x="885" y="1"/>
                  </a:cubicBezTo>
                  <a:cubicBezTo>
                    <a:pt x="872" y="5"/>
                    <a:pt x="878" y="6"/>
                    <a:pt x="883" y="9"/>
                  </a:cubicBezTo>
                  <a:close/>
                  <a:moveTo>
                    <a:pt x="1280" y="0"/>
                  </a:moveTo>
                  <a:cubicBezTo>
                    <a:pt x="1280" y="0"/>
                    <a:pt x="1280" y="0"/>
                    <a:pt x="1280" y="0"/>
                  </a:cubicBezTo>
                  <a:cubicBezTo>
                    <a:pt x="1280" y="0"/>
                    <a:pt x="1280" y="0"/>
                    <a:pt x="1280" y="0"/>
                  </a:cubicBezTo>
                  <a:cubicBezTo>
                    <a:pt x="1280" y="0"/>
                    <a:pt x="1280" y="0"/>
                    <a:pt x="1280" y="0"/>
                  </a:cubicBezTo>
                  <a:close/>
                  <a:moveTo>
                    <a:pt x="833" y="8"/>
                  </a:moveTo>
                  <a:cubicBezTo>
                    <a:pt x="837" y="12"/>
                    <a:pt x="843" y="13"/>
                    <a:pt x="846" y="17"/>
                  </a:cubicBezTo>
                  <a:cubicBezTo>
                    <a:pt x="882" y="51"/>
                    <a:pt x="891" y="50"/>
                    <a:pt x="893" y="55"/>
                  </a:cubicBezTo>
                  <a:cubicBezTo>
                    <a:pt x="911" y="66"/>
                    <a:pt x="911" y="74"/>
                    <a:pt x="916" y="75"/>
                  </a:cubicBezTo>
                  <a:cubicBezTo>
                    <a:pt x="986" y="136"/>
                    <a:pt x="988" y="138"/>
                    <a:pt x="991" y="138"/>
                  </a:cubicBezTo>
                  <a:cubicBezTo>
                    <a:pt x="1014" y="162"/>
                    <a:pt x="1027" y="164"/>
                    <a:pt x="1032" y="172"/>
                  </a:cubicBezTo>
                  <a:cubicBezTo>
                    <a:pt x="1049" y="184"/>
                    <a:pt x="1054" y="186"/>
                    <a:pt x="1056" y="192"/>
                  </a:cubicBezTo>
                  <a:cubicBezTo>
                    <a:pt x="1096" y="211"/>
                    <a:pt x="1102" y="220"/>
                    <a:pt x="1114" y="224"/>
                  </a:cubicBezTo>
                  <a:cubicBezTo>
                    <a:pt x="1182" y="262"/>
                    <a:pt x="1192" y="266"/>
                    <a:pt x="1202" y="271"/>
                  </a:cubicBezTo>
                  <a:cubicBezTo>
                    <a:pt x="1247" y="288"/>
                    <a:pt x="1251" y="287"/>
                    <a:pt x="1252" y="290"/>
                  </a:cubicBezTo>
                  <a:cubicBezTo>
                    <a:pt x="1295" y="297"/>
                    <a:pt x="1305" y="294"/>
                    <a:pt x="1304" y="287"/>
                  </a:cubicBezTo>
                  <a:cubicBezTo>
                    <a:pt x="1296" y="277"/>
                    <a:pt x="1294" y="287"/>
                    <a:pt x="1291" y="286"/>
                  </a:cubicBezTo>
                  <a:cubicBezTo>
                    <a:pt x="1240" y="278"/>
                    <a:pt x="1233" y="274"/>
                    <a:pt x="1224" y="272"/>
                  </a:cubicBezTo>
                  <a:cubicBezTo>
                    <a:pt x="1177" y="250"/>
                    <a:pt x="1172" y="250"/>
                    <a:pt x="1170" y="247"/>
                  </a:cubicBezTo>
                  <a:cubicBezTo>
                    <a:pt x="1150" y="240"/>
                    <a:pt x="1150" y="230"/>
                    <a:pt x="1138" y="231"/>
                  </a:cubicBezTo>
                  <a:cubicBezTo>
                    <a:pt x="1116" y="211"/>
                    <a:pt x="1101" y="214"/>
                    <a:pt x="1099" y="206"/>
                  </a:cubicBezTo>
                  <a:cubicBezTo>
                    <a:pt x="1054" y="177"/>
                    <a:pt x="1048" y="173"/>
                    <a:pt x="1043" y="168"/>
                  </a:cubicBezTo>
                  <a:cubicBezTo>
                    <a:pt x="1011" y="146"/>
                    <a:pt x="999" y="136"/>
                    <a:pt x="987" y="127"/>
                  </a:cubicBezTo>
                  <a:cubicBezTo>
                    <a:pt x="971" y="108"/>
                    <a:pt x="966" y="108"/>
                    <a:pt x="962" y="107"/>
                  </a:cubicBezTo>
                  <a:cubicBezTo>
                    <a:pt x="940" y="87"/>
                    <a:pt x="938" y="84"/>
                    <a:pt x="934" y="82"/>
                  </a:cubicBezTo>
                  <a:cubicBezTo>
                    <a:pt x="885" y="38"/>
                    <a:pt x="878" y="37"/>
                    <a:pt x="876" y="31"/>
                  </a:cubicBezTo>
                  <a:cubicBezTo>
                    <a:pt x="860" y="15"/>
                    <a:pt x="853" y="14"/>
                    <a:pt x="850" y="8"/>
                  </a:cubicBezTo>
                  <a:cubicBezTo>
                    <a:pt x="828" y="2"/>
                    <a:pt x="832" y="4"/>
                    <a:pt x="833" y="8"/>
                  </a:cubicBezTo>
                  <a:close/>
                  <a:moveTo>
                    <a:pt x="750" y="19"/>
                  </a:moveTo>
                  <a:cubicBezTo>
                    <a:pt x="756" y="21"/>
                    <a:pt x="760" y="24"/>
                    <a:pt x="763" y="28"/>
                  </a:cubicBezTo>
                  <a:cubicBezTo>
                    <a:pt x="795" y="48"/>
                    <a:pt x="793" y="58"/>
                    <a:pt x="801" y="58"/>
                  </a:cubicBezTo>
                  <a:cubicBezTo>
                    <a:pt x="830" y="88"/>
                    <a:pt x="839" y="94"/>
                    <a:pt x="846" y="102"/>
                  </a:cubicBezTo>
                  <a:cubicBezTo>
                    <a:pt x="861" y="116"/>
                    <a:pt x="865" y="120"/>
                    <a:pt x="867" y="124"/>
                  </a:cubicBezTo>
                  <a:cubicBezTo>
                    <a:pt x="917" y="168"/>
                    <a:pt x="917" y="172"/>
                    <a:pt x="919" y="174"/>
                  </a:cubicBezTo>
                  <a:cubicBezTo>
                    <a:pt x="944" y="198"/>
                    <a:pt x="950" y="207"/>
                    <a:pt x="957" y="214"/>
                  </a:cubicBezTo>
                  <a:cubicBezTo>
                    <a:pt x="1014" y="262"/>
                    <a:pt x="1021" y="270"/>
                    <a:pt x="1032" y="274"/>
                  </a:cubicBezTo>
                  <a:cubicBezTo>
                    <a:pt x="1086" y="317"/>
                    <a:pt x="1095" y="316"/>
                    <a:pt x="1096" y="321"/>
                  </a:cubicBezTo>
                  <a:cubicBezTo>
                    <a:pt x="1138" y="334"/>
                    <a:pt x="1141" y="339"/>
                    <a:pt x="1148" y="340"/>
                  </a:cubicBezTo>
                  <a:cubicBezTo>
                    <a:pt x="1136" y="331"/>
                    <a:pt x="1110" y="323"/>
                    <a:pt x="1092" y="308"/>
                  </a:cubicBezTo>
                  <a:cubicBezTo>
                    <a:pt x="1045" y="279"/>
                    <a:pt x="1047" y="273"/>
                    <a:pt x="1041" y="274"/>
                  </a:cubicBezTo>
                  <a:cubicBezTo>
                    <a:pt x="1014" y="255"/>
                    <a:pt x="1012" y="250"/>
                    <a:pt x="1006" y="247"/>
                  </a:cubicBezTo>
                  <a:cubicBezTo>
                    <a:pt x="990" y="232"/>
                    <a:pt x="985" y="227"/>
                    <a:pt x="981" y="223"/>
                  </a:cubicBezTo>
                  <a:cubicBezTo>
                    <a:pt x="959" y="204"/>
                    <a:pt x="956" y="201"/>
                    <a:pt x="955" y="198"/>
                  </a:cubicBezTo>
                  <a:cubicBezTo>
                    <a:pt x="920" y="167"/>
                    <a:pt x="916" y="155"/>
                    <a:pt x="904" y="151"/>
                  </a:cubicBezTo>
                  <a:cubicBezTo>
                    <a:pt x="889" y="134"/>
                    <a:pt x="887" y="129"/>
                    <a:pt x="880" y="127"/>
                  </a:cubicBezTo>
                  <a:cubicBezTo>
                    <a:pt x="843" y="89"/>
                    <a:pt x="841" y="87"/>
                    <a:pt x="840" y="85"/>
                  </a:cubicBezTo>
                  <a:cubicBezTo>
                    <a:pt x="818" y="66"/>
                    <a:pt x="818" y="62"/>
                    <a:pt x="817" y="60"/>
                  </a:cubicBezTo>
                  <a:cubicBezTo>
                    <a:pt x="790" y="41"/>
                    <a:pt x="790" y="33"/>
                    <a:pt x="782" y="33"/>
                  </a:cubicBezTo>
                  <a:cubicBezTo>
                    <a:pt x="747" y="6"/>
                    <a:pt x="748" y="2"/>
                    <a:pt x="746" y="0"/>
                  </a:cubicBezTo>
                  <a:cubicBezTo>
                    <a:pt x="739" y="12"/>
                    <a:pt x="750" y="11"/>
                    <a:pt x="750" y="19"/>
                  </a:cubicBezTo>
                  <a:close/>
                  <a:moveTo>
                    <a:pt x="709" y="12"/>
                  </a:moveTo>
                  <a:cubicBezTo>
                    <a:pt x="713" y="13"/>
                    <a:pt x="713" y="18"/>
                    <a:pt x="715" y="21"/>
                  </a:cubicBezTo>
                  <a:cubicBezTo>
                    <a:pt x="737" y="43"/>
                    <a:pt x="740" y="46"/>
                    <a:pt x="743" y="50"/>
                  </a:cubicBezTo>
                  <a:cubicBezTo>
                    <a:pt x="773" y="89"/>
                    <a:pt x="783" y="92"/>
                    <a:pt x="785" y="103"/>
                  </a:cubicBezTo>
                  <a:cubicBezTo>
                    <a:pt x="812" y="126"/>
                    <a:pt x="818" y="134"/>
                    <a:pt x="823" y="141"/>
                  </a:cubicBezTo>
                  <a:cubicBezTo>
                    <a:pt x="844" y="164"/>
                    <a:pt x="844" y="170"/>
                    <a:pt x="849" y="172"/>
                  </a:cubicBezTo>
                  <a:cubicBezTo>
                    <a:pt x="873" y="211"/>
                    <a:pt x="877" y="213"/>
                    <a:pt x="881" y="216"/>
                  </a:cubicBezTo>
                  <a:cubicBezTo>
                    <a:pt x="937" y="283"/>
                    <a:pt x="953" y="295"/>
                    <a:pt x="966" y="310"/>
                  </a:cubicBezTo>
                  <a:cubicBezTo>
                    <a:pt x="1005" y="341"/>
                    <a:pt x="1012" y="342"/>
                    <a:pt x="1015" y="346"/>
                  </a:cubicBezTo>
                  <a:cubicBezTo>
                    <a:pt x="1079" y="381"/>
                    <a:pt x="1093" y="382"/>
                    <a:pt x="1102" y="387"/>
                  </a:cubicBezTo>
                  <a:cubicBezTo>
                    <a:pt x="1128" y="397"/>
                    <a:pt x="1134" y="397"/>
                    <a:pt x="1134" y="394"/>
                  </a:cubicBezTo>
                  <a:cubicBezTo>
                    <a:pt x="1057" y="366"/>
                    <a:pt x="1055" y="360"/>
                    <a:pt x="1048" y="360"/>
                  </a:cubicBezTo>
                  <a:cubicBezTo>
                    <a:pt x="1026" y="342"/>
                    <a:pt x="1019" y="344"/>
                    <a:pt x="1020" y="339"/>
                  </a:cubicBezTo>
                  <a:cubicBezTo>
                    <a:pt x="983" y="316"/>
                    <a:pt x="981" y="309"/>
                    <a:pt x="975" y="306"/>
                  </a:cubicBezTo>
                  <a:cubicBezTo>
                    <a:pt x="934" y="271"/>
                    <a:pt x="928" y="260"/>
                    <a:pt x="919" y="250"/>
                  </a:cubicBezTo>
                  <a:cubicBezTo>
                    <a:pt x="900" y="223"/>
                    <a:pt x="896" y="222"/>
                    <a:pt x="894" y="219"/>
                  </a:cubicBezTo>
                  <a:cubicBezTo>
                    <a:pt x="844" y="149"/>
                    <a:pt x="837" y="146"/>
                    <a:pt x="834" y="139"/>
                  </a:cubicBezTo>
                  <a:cubicBezTo>
                    <a:pt x="805" y="108"/>
                    <a:pt x="799" y="109"/>
                    <a:pt x="800" y="103"/>
                  </a:cubicBezTo>
                  <a:cubicBezTo>
                    <a:pt x="808" y="110"/>
                    <a:pt x="824" y="120"/>
                    <a:pt x="832" y="137"/>
                  </a:cubicBezTo>
                  <a:cubicBezTo>
                    <a:pt x="914" y="214"/>
                    <a:pt x="916" y="217"/>
                    <a:pt x="918" y="221"/>
                  </a:cubicBezTo>
                  <a:cubicBezTo>
                    <a:pt x="957" y="254"/>
                    <a:pt x="966" y="257"/>
                    <a:pt x="971" y="264"/>
                  </a:cubicBezTo>
                  <a:cubicBezTo>
                    <a:pt x="1006" y="292"/>
                    <a:pt x="1013" y="292"/>
                    <a:pt x="1016" y="296"/>
                  </a:cubicBezTo>
                  <a:cubicBezTo>
                    <a:pt x="1079" y="324"/>
                    <a:pt x="1087" y="328"/>
                    <a:pt x="1096" y="332"/>
                  </a:cubicBezTo>
                  <a:cubicBezTo>
                    <a:pt x="1182" y="339"/>
                    <a:pt x="1164" y="349"/>
                    <a:pt x="1164" y="342"/>
                  </a:cubicBezTo>
                  <a:cubicBezTo>
                    <a:pt x="1119" y="336"/>
                    <a:pt x="1120" y="331"/>
                    <a:pt x="1114" y="333"/>
                  </a:cubicBezTo>
                  <a:cubicBezTo>
                    <a:pt x="1082" y="320"/>
                    <a:pt x="1080" y="318"/>
                    <a:pt x="1077" y="317"/>
                  </a:cubicBezTo>
                  <a:cubicBezTo>
                    <a:pt x="989" y="266"/>
                    <a:pt x="977" y="261"/>
                    <a:pt x="969" y="251"/>
                  </a:cubicBezTo>
                  <a:cubicBezTo>
                    <a:pt x="950" y="235"/>
                    <a:pt x="942" y="233"/>
                    <a:pt x="939" y="226"/>
                  </a:cubicBezTo>
                  <a:cubicBezTo>
                    <a:pt x="906" y="190"/>
                    <a:pt x="899" y="192"/>
                    <a:pt x="899" y="188"/>
                  </a:cubicBezTo>
                  <a:cubicBezTo>
                    <a:pt x="866" y="157"/>
                    <a:pt x="859" y="155"/>
                    <a:pt x="856" y="148"/>
                  </a:cubicBezTo>
                  <a:cubicBezTo>
                    <a:pt x="825" y="117"/>
                    <a:pt x="824" y="114"/>
                    <a:pt x="822" y="110"/>
                  </a:cubicBezTo>
                  <a:cubicBezTo>
                    <a:pt x="801" y="90"/>
                    <a:pt x="798" y="87"/>
                    <a:pt x="796" y="84"/>
                  </a:cubicBezTo>
                  <a:cubicBezTo>
                    <a:pt x="768" y="53"/>
                    <a:pt x="765" y="51"/>
                    <a:pt x="762" y="48"/>
                  </a:cubicBezTo>
                  <a:cubicBezTo>
                    <a:pt x="742" y="24"/>
                    <a:pt x="737" y="18"/>
                    <a:pt x="728" y="15"/>
                  </a:cubicBezTo>
                  <a:cubicBezTo>
                    <a:pt x="704" y="1"/>
                    <a:pt x="705" y="2"/>
                    <a:pt x="707" y="3"/>
                  </a:cubicBezTo>
                  <a:close/>
                  <a:moveTo>
                    <a:pt x="781" y="5"/>
                  </a:moveTo>
                  <a:cubicBezTo>
                    <a:pt x="780" y="9"/>
                    <a:pt x="783" y="9"/>
                    <a:pt x="785" y="11"/>
                  </a:cubicBezTo>
                  <a:cubicBezTo>
                    <a:pt x="813" y="32"/>
                    <a:pt x="815" y="38"/>
                    <a:pt x="821" y="41"/>
                  </a:cubicBezTo>
                  <a:cubicBezTo>
                    <a:pt x="837" y="55"/>
                    <a:pt x="839" y="56"/>
                    <a:pt x="843" y="56"/>
                  </a:cubicBezTo>
                  <a:cubicBezTo>
                    <a:pt x="873" y="83"/>
                    <a:pt x="883" y="90"/>
                    <a:pt x="892" y="99"/>
                  </a:cubicBezTo>
                  <a:cubicBezTo>
                    <a:pt x="909" y="114"/>
                    <a:pt x="916" y="117"/>
                    <a:pt x="918" y="123"/>
                  </a:cubicBezTo>
                  <a:cubicBezTo>
                    <a:pt x="952" y="150"/>
                    <a:pt x="958" y="152"/>
                    <a:pt x="960" y="157"/>
                  </a:cubicBezTo>
                  <a:cubicBezTo>
                    <a:pt x="1007" y="194"/>
                    <a:pt x="1009" y="196"/>
                    <a:pt x="1010" y="199"/>
                  </a:cubicBezTo>
                  <a:cubicBezTo>
                    <a:pt x="1034" y="220"/>
                    <a:pt x="1042" y="221"/>
                    <a:pt x="1044" y="226"/>
                  </a:cubicBezTo>
                  <a:cubicBezTo>
                    <a:pt x="1095" y="265"/>
                    <a:pt x="1104" y="266"/>
                    <a:pt x="1108" y="271"/>
                  </a:cubicBezTo>
                  <a:cubicBezTo>
                    <a:pt x="1152" y="297"/>
                    <a:pt x="1154" y="304"/>
                    <a:pt x="1162" y="305"/>
                  </a:cubicBezTo>
                  <a:cubicBezTo>
                    <a:pt x="1183" y="317"/>
                    <a:pt x="1184" y="319"/>
                    <a:pt x="1184" y="321"/>
                  </a:cubicBezTo>
                  <a:cubicBezTo>
                    <a:pt x="1209" y="327"/>
                    <a:pt x="1216" y="329"/>
                    <a:pt x="1225" y="326"/>
                  </a:cubicBezTo>
                  <a:cubicBezTo>
                    <a:pt x="1193" y="309"/>
                    <a:pt x="1186" y="309"/>
                    <a:pt x="1182" y="306"/>
                  </a:cubicBezTo>
                  <a:cubicBezTo>
                    <a:pt x="1131" y="277"/>
                    <a:pt x="1126" y="272"/>
                    <a:pt x="1119" y="270"/>
                  </a:cubicBezTo>
                  <a:cubicBezTo>
                    <a:pt x="1082" y="240"/>
                    <a:pt x="1074" y="237"/>
                    <a:pt x="1068" y="233"/>
                  </a:cubicBezTo>
                  <a:cubicBezTo>
                    <a:pt x="1015" y="191"/>
                    <a:pt x="1009" y="187"/>
                    <a:pt x="1004" y="182"/>
                  </a:cubicBezTo>
                  <a:cubicBezTo>
                    <a:pt x="952" y="138"/>
                    <a:pt x="945" y="135"/>
                    <a:pt x="941" y="128"/>
                  </a:cubicBezTo>
                  <a:cubicBezTo>
                    <a:pt x="904" y="100"/>
                    <a:pt x="901" y="93"/>
                    <a:pt x="894" y="90"/>
                  </a:cubicBezTo>
                  <a:cubicBezTo>
                    <a:pt x="858" y="58"/>
                    <a:pt x="853" y="54"/>
                    <a:pt x="847" y="50"/>
                  </a:cubicBezTo>
                  <a:cubicBezTo>
                    <a:pt x="822" y="26"/>
                    <a:pt x="817" y="26"/>
                    <a:pt x="813" y="25"/>
                  </a:cubicBezTo>
                  <a:cubicBezTo>
                    <a:pt x="781" y="0"/>
                    <a:pt x="781" y="0"/>
                    <a:pt x="781" y="0"/>
                  </a:cubicBezTo>
                  <a:close/>
                  <a:moveTo>
                    <a:pt x="429" y="17"/>
                  </a:moveTo>
                  <a:cubicBezTo>
                    <a:pt x="434" y="17"/>
                    <a:pt x="433" y="24"/>
                    <a:pt x="440" y="23"/>
                  </a:cubicBezTo>
                  <a:cubicBezTo>
                    <a:pt x="504" y="85"/>
                    <a:pt x="517" y="96"/>
                    <a:pt x="530" y="106"/>
                  </a:cubicBezTo>
                  <a:cubicBezTo>
                    <a:pt x="570" y="139"/>
                    <a:pt x="576" y="139"/>
                    <a:pt x="579" y="142"/>
                  </a:cubicBezTo>
                  <a:cubicBezTo>
                    <a:pt x="604" y="156"/>
                    <a:pt x="606" y="167"/>
                    <a:pt x="609" y="160"/>
                  </a:cubicBezTo>
                  <a:cubicBezTo>
                    <a:pt x="583" y="140"/>
                    <a:pt x="574" y="135"/>
                    <a:pt x="569" y="129"/>
                  </a:cubicBezTo>
                  <a:cubicBezTo>
                    <a:pt x="531" y="105"/>
                    <a:pt x="533" y="96"/>
                    <a:pt x="526" y="97"/>
                  </a:cubicBezTo>
                  <a:cubicBezTo>
                    <a:pt x="493" y="61"/>
                    <a:pt x="489" y="59"/>
                    <a:pt x="487" y="53"/>
                  </a:cubicBezTo>
                  <a:cubicBezTo>
                    <a:pt x="450" y="20"/>
                    <a:pt x="443" y="19"/>
                    <a:pt x="442" y="13"/>
                  </a:cubicBezTo>
                  <a:cubicBezTo>
                    <a:pt x="463" y="26"/>
                    <a:pt x="465" y="28"/>
                    <a:pt x="466" y="31"/>
                  </a:cubicBezTo>
                  <a:cubicBezTo>
                    <a:pt x="519" y="68"/>
                    <a:pt x="521" y="73"/>
                    <a:pt x="526" y="76"/>
                  </a:cubicBezTo>
                  <a:cubicBezTo>
                    <a:pt x="542" y="88"/>
                    <a:pt x="542" y="94"/>
                    <a:pt x="547" y="96"/>
                  </a:cubicBezTo>
                  <a:cubicBezTo>
                    <a:pt x="565" y="108"/>
                    <a:pt x="564" y="115"/>
                    <a:pt x="571" y="116"/>
                  </a:cubicBezTo>
                  <a:cubicBezTo>
                    <a:pt x="606" y="152"/>
                    <a:pt x="609" y="155"/>
                    <a:pt x="614" y="158"/>
                  </a:cubicBezTo>
                  <a:cubicBezTo>
                    <a:pt x="619" y="167"/>
                    <a:pt x="612" y="162"/>
                    <a:pt x="611" y="167"/>
                  </a:cubicBezTo>
                  <a:cubicBezTo>
                    <a:pt x="629" y="174"/>
                    <a:pt x="629" y="177"/>
                    <a:pt x="633" y="176"/>
                  </a:cubicBezTo>
                  <a:cubicBezTo>
                    <a:pt x="695" y="224"/>
                    <a:pt x="698" y="233"/>
                    <a:pt x="708" y="234"/>
                  </a:cubicBezTo>
                  <a:cubicBezTo>
                    <a:pt x="693" y="216"/>
                    <a:pt x="685" y="219"/>
                    <a:pt x="684" y="214"/>
                  </a:cubicBezTo>
                  <a:cubicBezTo>
                    <a:pt x="649" y="191"/>
                    <a:pt x="648" y="181"/>
                    <a:pt x="639" y="178"/>
                  </a:cubicBezTo>
                  <a:cubicBezTo>
                    <a:pt x="616" y="151"/>
                    <a:pt x="612" y="152"/>
                    <a:pt x="612" y="149"/>
                  </a:cubicBezTo>
                  <a:cubicBezTo>
                    <a:pt x="596" y="135"/>
                    <a:pt x="596" y="129"/>
                    <a:pt x="593" y="127"/>
                  </a:cubicBezTo>
                  <a:cubicBezTo>
                    <a:pt x="564" y="105"/>
                    <a:pt x="565" y="101"/>
                    <a:pt x="563" y="100"/>
                  </a:cubicBezTo>
                  <a:cubicBezTo>
                    <a:pt x="537" y="78"/>
                    <a:pt x="536" y="72"/>
                    <a:pt x="531" y="71"/>
                  </a:cubicBezTo>
                  <a:cubicBezTo>
                    <a:pt x="517" y="59"/>
                    <a:pt x="516" y="57"/>
                    <a:pt x="516" y="53"/>
                  </a:cubicBezTo>
                  <a:cubicBezTo>
                    <a:pt x="486" y="37"/>
                    <a:pt x="484" y="26"/>
                    <a:pt x="473" y="24"/>
                  </a:cubicBezTo>
                  <a:cubicBezTo>
                    <a:pt x="427" y="0"/>
                    <a:pt x="427" y="0"/>
                    <a:pt x="427" y="0"/>
                  </a:cubicBezTo>
                  <a:cubicBezTo>
                    <a:pt x="438" y="11"/>
                    <a:pt x="441" y="12"/>
                    <a:pt x="438" y="13"/>
                  </a:cubicBezTo>
                  <a:cubicBezTo>
                    <a:pt x="423" y="1"/>
                    <a:pt x="422" y="1"/>
                    <a:pt x="422" y="0"/>
                  </a:cubicBezTo>
                  <a:cubicBezTo>
                    <a:pt x="424" y="10"/>
                    <a:pt x="427" y="13"/>
                    <a:pt x="429" y="17"/>
                  </a:cubicBezTo>
                  <a:close/>
                  <a:moveTo>
                    <a:pt x="385" y="151"/>
                  </a:moveTo>
                  <a:cubicBezTo>
                    <a:pt x="384" y="148"/>
                    <a:pt x="382" y="146"/>
                    <a:pt x="378" y="146"/>
                  </a:cubicBezTo>
                  <a:cubicBezTo>
                    <a:pt x="359" y="123"/>
                    <a:pt x="353" y="121"/>
                    <a:pt x="349" y="117"/>
                  </a:cubicBezTo>
                  <a:cubicBezTo>
                    <a:pt x="312" y="78"/>
                    <a:pt x="306" y="76"/>
                    <a:pt x="304" y="71"/>
                  </a:cubicBezTo>
                  <a:cubicBezTo>
                    <a:pt x="278" y="47"/>
                    <a:pt x="276" y="45"/>
                    <a:pt x="276" y="42"/>
                  </a:cubicBezTo>
                  <a:cubicBezTo>
                    <a:pt x="256" y="35"/>
                    <a:pt x="262" y="26"/>
                    <a:pt x="255" y="28"/>
                  </a:cubicBezTo>
                  <a:cubicBezTo>
                    <a:pt x="207" y="0"/>
                    <a:pt x="207" y="0"/>
                    <a:pt x="207" y="0"/>
                  </a:cubicBezTo>
                  <a:cubicBezTo>
                    <a:pt x="240" y="25"/>
                    <a:pt x="245" y="33"/>
                    <a:pt x="254" y="37"/>
                  </a:cubicBezTo>
                  <a:cubicBezTo>
                    <a:pt x="280" y="63"/>
                    <a:pt x="289" y="68"/>
                    <a:pt x="295" y="75"/>
                  </a:cubicBezTo>
                  <a:cubicBezTo>
                    <a:pt x="336" y="116"/>
                    <a:pt x="339" y="115"/>
                    <a:pt x="340" y="117"/>
                  </a:cubicBezTo>
                  <a:cubicBezTo>
                    <a:pt x="359" y="135"/>
                    <a:pt x="363" y="137"/>
                    <a:pt x="368" y="137"/>
                  </a:cubicBezTo>
                  <a:cubicBezTo>
                    <a:pt x="389" y="157"/>
                    <a:pt x="395" y="166"/>
                    <a:pt x="398" y="160"/>
                  </a:cubicBezTo>
                  <a:close/>
                  <a:moveTo>
                    <a:pt x="1507" y="2099"/>
                  </a:moveTo>
                  <a:cubicBezTo>
                    <a:pt x="1503" y="2109"/>
                    <a:pt x="1496" y="2117"/>
                    <a:pt x="1494" y="2129"/>
                  </a:cubicBezTo>
                  <a:cubicBezTo>
                    <a:pt x="1487" y="2132"/>
                    <a:pt x="1486" y="2141"/>
                    <a:pt x="1481" y="2145"/>
                  </a:cubicBezTo>
                  <a:cubicBezTo>
                    <a:pt x="1478" y="2151"/>
                    <a:pt x="1471" y="2153"/>
                    <a:pt x="1468" y="2160"/>
                  </a:cubicBezTo>
                  <a:cubicBezTo>
                    <a:pt x="1468" y="2160"/>
                    <a:pt x="1467" y="2160"/>
                    <a:pt x="1467" y="2160"/>
                  </a:cubicBezTo>
                  <a:cubicBezTo>
                    <a:pt x="1479" y="2160"/>
                    <a:pt x="1479" y="2160"/>
                    <a:pt x="1479" y="2160"/>
                  </a:cubicBezTo>
                  <a:cubicBezTo>
                    <a:pt x="1481" y="2159"/>
                    <a:pt x="1482" y="2158"/>
                    <a:pt x="1481" y="2155"/>
                  </a:cubicBezTo>
                  <a:cubicBezTo>
                    <a:pt x="1488" y="2155"/>
                    <a:pt x="1487" y="2146"/>
                    <a:pt x="1494" y="2145"/>
                  </a:cubicBezTo>
                  <a:cubicBezTo>
                    <a:pt x="1495" y="2139"/>
                    <a:pt x="1496" y="2135"/>
                    <a:pt x="1501" y="2134"/>
                  </a:cubicBezTo>
                  <a:cubicBezTo>
                    <a:pt x="1501" y="2128"/>
                    <a:pt x="1505" y="2126"/>
                    <a:pt x="1507" y="2123"/>
                  </a:cubicBezTo>
                  <a:cubicBezTo>
                    <a:pt x="1505" y="2116"/>
                    <a:pt x="1511" y="2116"/>
                    <a:pt x="1509" y="2110"/>
                  </a:cubicBezTo>
                  <a:cubicBezTo>
                    <a:pt x="1512" y="2107"/>
                    <a:pt x="1513" y="2099"/>
                    <a:pt x="1507" y="2099"/>
                  </a:cubicBezTo>
                  <a:close/>
                  <a:moveTo>
                    <a:pt x="1509" y="2042"/>
                  </a:moveTo>
                  <a:cubicBezTo>
                    <a:pt x="1498" y="2041"/>
                    <a:pt x="1501" y="2053"/>
                    <a:pt x="1494" y="2055"/>
                  </a:cubicBezTo>
                  <a:cubicBezTo>
                    <a:pt x="1489" y="2060"/>
                    <a:pt x="1487" y="2067"/>
                    <a:pt x="1481" y="2070"/>
                  </a:cubicBezTo>
                  <a:cubicBezTo>
                    <a:pt x="1478" y="2077"/>
                    <a:pt x="1471" y="2079"/>
                    <a:pt x="1468" y="2086"/>
                  </a:cubicBezTo>
                  <a:cubicBezTo>
                    <a:pt x="1463" y="2091"/>
                    <a:pt x="1460" y="2098"/>
                    <a:pt x="1453" y="2101"/>
                  </a:cubicBezTo>
                  <a:cubicBezTo>
                    <a:pt x="1435" y="2123"/>
                    <a:pt x="1408" y="2135"/>
                    <a:pt x="1389" y="2155"/>
                  </a:cubicBezTo>
                  <a:cubicBezTo>
                    <a:pt x="1389" y="2159"/>
                    <a:pt x="1384" y="2158"/>
                    <a:pt x="1383" y="2160"/>
                  </a:cubicBezTo>
                  <a:cubicBezTo>
                    <a:pt x="1396" y="2160"/>
                    <a:pt x="1396" y="2160"/>
                    <a:pt x="1396" y="2160"/>
                  </a:cubicBezTo>
                  <a:cubicBezTo>
                    <a:pt x="1400" y="2158"/>
                    <a:pt x="1402" y="2154"/>
                    <a:pt x="1405" y="2151"/>
                  </a:cubicBezTo>
                  <a:cubicBezTo>
                    <a:pt x="1409" y="2147"/>
                    <a:pt x="1415" y="2146"/>
                    <a:pt x="1418" y="2140"/>
                  </a:cubicBezTo>
                  <a:cubicBezTo>
                    <a:pt x="1420" y="2139"/>
                    <a:pt x="1423" y="2138"/>
                    <a:pt x="1424" y="2136"/>
                  </a:cubicBezTo>
                  <a:cubicBezTo>
                    <a:pt x="1425" y="2132"/>
                    <a:pt x="1432" y="2134"/>
                    <a:pt x="1433" y="2131"/>
                  </a:cubicBezTo>
                  <a:cubicBezTo>
                    <a:pt x="1440" y="2124"/>
                    <a:pt x="1449" y="2117"/>
                    <a:pt x="1457" y="2110"/>
                  </a:cubicBezTo>
                  <a:cubicBezTo>
                    <a:pt x="1459" y="2104"/>
                    <a:pt x="1466" y="2102"/>
                    <a:pt x="1468" y="2097"/>
                  </a:cubicBezTo>
                  <a:cubicBezTo>
                    <a:pt x="1471" y="2091"/>
                    <a:pt x="1475" y="2087"/>
                    <a:pt x="1479" y="2083"/>
                  </a:cubicBezTo>
                  <a:cubicBezTo>
                    <a:pt x="1485" y="2075"/>
                    <a:pt x="1493" y="2067"/>
                    <a:pt x="1498" y="2057"/>
                  </a:cubicBezTo>
                  <a:cubicBezTo>
                    <a:pt x="1501" y="2056"/>
                    <a:pt x="1503" y="2055"/>
                    <a:pt x="1503" y="2051"/>
                  </a:cubicBezTo>
                  <a:cubicBezTo>
                    <a:pt x="1505" y="2049"/>
                    <a:pt x="1507" y="2046"/>
                    <a:pt x="1509" y="2044"/>
                  </a:cubicBezTo>
                  <a:cubicBezTo>
                    <a:pt x="1513" y="2044"/>
                    <a:pt x="1510" y="2038"/>
                    <a:pt x="1514" y="2038"/>
                  </a:cubicBezTo>
                  <a:cubicBezTo>
                    <a:pt x="1512" y="2032"/>
                    <a:pt x="1518" y="2033"/>
                    <a:pt x="1518" y="2029"/>
                  </a:cubicBezTo>
                  <a:cubicBezTo>
                    <a:pt x="1511" y="2029"/>
                    <a:pt x="1510" y="2035"/>
                    <a:pt x="1509" y="2042"/>
                  </a:cubicBezTo>
                  <a:close/>
                  <a:moveTo>
                    <a:pt x="1392" y="2125"/>
                  </a:moveTo>
                  <a:cubicBezTo>
                    <a:pt x="1392" y="2119"/>
                    <a:pt x="1401" y="2121"/>
                    <a:pt x="1402" y="2116"/>
                  </a:cubicBezTo>
                  <a:cubicBezTo>
                    <a:pt x="1434" y="2086"/>
                    <a:pt x="1442" y="2088"/>
                    <a:pt x="1444" y="2083"/>
                  </a:cubicBezTo>
                  <a:cubicBezTo>
                    <a:pt x="1462" y="2059"/>
                    <a:pt x="1469" y="2060"/>
                    <a:pt x="1470" y="2055"/>
                  </a:cubicBezTo>
                  <a:cubicBezTo>
                    <a:pt x="1490" y="2036"/>
                    <a:pt x="1492" y="2034"/>
                    <a:pt x="1494" y="2033"/>
                  </a:cubicBezTo>
                  <a:cubicBezTo>
                    <a:pt x="1512" y="2017"/>
                    <a:pt x="1514" y="2004"/>
                    <a:pt x="1509" y="2003"/>
                  </a:cubicBezTo>
                  <a:cubicBezTo>
                    <a:pt x="1466" y="2054"/>
                    <a:pt x="1462" y="2055"/>
                    <a:pt x="1461" y="2059"/>
                  </a:cubicBezTo>
                  <a:cubicBezTo>
                    <a:pt x="1449" y="2068"/>
                    <a:pt x="1446" y="2069"/>
                    <a:pt x="1446" y="2075"/>
                  </a:cubicBezTo>
                  <a:cubicBezTo>
                    <a:pt x="1423" y="2087"/>
                    <a:pt x="1422" y="2091"/>
                    <a:pt x="1420" y="2094"/>
                  </a:cubicBezTo>
                  <a:cubicBezTo>
                    <a:pt x="1397" y="2111"/>
                    <a:pt x="1395" y="2113"/>
                    <a:pt x="1394" y="2114"/>
                  </a:cubicBezTo>
                  <a:cubicBezTo>
                    <a:pt x="1343" y="2159"/>
                    <a:pt x="1342" y="2159"/>
                    <a:pt x="1341" y="2160"/>
                  </a:cubicBezTo>
                  <a:cubicBezTo>
                    <a:pt x="1360" y="2155"/>
                    <a:pt x="1362" y="2153"/>
                    <a:pt x="1365" y="2153"/>
                  </a:cubicBezTo>
                  <a:cubicBezTo>
                    <a:pt x="1382" y="2127"/>
                    <a:pt x="1389" y="2128"/>
                    <a:pt x="1392" y="2125"/>
                  </a:cubicBezTo>
                  <a:close/>
                  <a:moveTo>
                    <a:pt x="1461" y="2131"/>
                  </a:moveTo>
                  <a:cubicBezTo>
                    <a:pt x="1458" y="2140"/>
                    <a:pt x="1448" y="2143"/>
                    <a:pt x="1446" y="2153"/>
                  </a:cubicBezTo>
                  <a:cubicBezTo>
                    <a:pt x="1441" y="2153"/>
                    <a:pt x="1438" y="2157"/>
                    <a:pt x="1436" y="2160"/>
                  </a:cubicBezTo>
                  <a:cubicBezTo>
                    <a:pt x="1445" y="2160"/>
                    <a:pt x="1445" y="2160"/>
                    <a:pt x="1445" y="2160"/>
                  </a:cubicBezTo>
                  <a:cubicBezTo>
                    <a:pt x="1446" y="2158"/>
                    <a:pt x="1448" y="2156"/>
                    <a:pt x="1450" y="2155"/>
                  </a:cubicBezTo>
                  <a:cubicBezTo>
                    <a:pt x="1453" y="2153"/>
                    <a:pt x="1451" y="2147"/>
                    <a:pt x="1457" y="2149"/>
                  </a:cubicBezTo>
                  <a:cubicBezTo>
                    <a:pt x="1455" y="2143"/>
                    <a:pt x="1461" y="2144"/>
                    <a:pt x="1461" y="2140"/>
                  </a:cubicBezTo>
                  <a:cubicBezTo>
                    <a:pt x="1462" y="2139"/>
                    <a:pt x="1467" y="2132"/>
                    <a:pt x="1461" y="2131"/>
                  </a:cubicBezTo>
                  <a:close/>
                  <a:moveTo>
                    <a:pt x="1527" y="1857"/>
                  </a:moveTo>
                  <a:cubicBezTo>
                    <a:pt x="1525" y="1861"/>
                    <a:pt x="1521" y="1863"/>
                    <a:pt x="1522" y="1870"/>
                  </a:cubicBezTo>
                  <a:cubicBezTo>
                    <a:pt x="1494" y="1913"/>
                    <a:pt x="1484" y="1917"/>
                    <a:pt x="1481" y="1927"/>
                  </a:cubicBezTo>
                  <a:cubicBezTo>
                    <a:pt x="1462" y="1952"/>
                    <a:pt x="1458" y="1955"/>
                    <a:pt x="1457" y="1959"/>
                  </a:cubicBezTo>
                  <a:cubicBezTo>
                    <a:pt x="1426" y="2000"/>
                    <a:pt x="1415" y="2003"/>
                    <a:pt x="1411" y="2012"/>
                  </a:cubicBezTo>
                  <a:cubicBezTo>
                    <a:pt x="1383" y="2042"/>
                    <a:pt x="1371" y="2050"/>
                    <a:pt x="1363" y="2062"/>
                  </a:cubicBezTo>
                  <a:cubicBezTo>
                    <a:pt x="1339" y="2088"/>
                    <a:pt x="1333" y="2088"/>
                    <a:pt x="1330" y="2090"/>
                  </a:cubicBezTo>
                  <a:cubicBezTo>
                    <a:pt x="1301" y="2125"/>
                    <a:pt x="1296" y="2125"/>
                    <a:pt x="1296" y="2129"/>
                  </a:cubicBezTo>
                  <a:cubicBezTo>
                    <a:pt x="1275" y="2157"/>
                    <a:pt x="1274" y="2159"/>
                    <a:pt x="1273" y="2160"/>
                  </a:cubicBezTo>
                  <a:cubicBezTo>
                    <a:pt x="1296" y="2148"/>
                    <a:pt x="1296" y="2140"/>
                    <a:pt x="1302" y="2138"/>
                  </a:cubicBezTo>
                  <a:cubicBezTo>
                    <a:pt x="1317" y="2122"/>
                    <a:pt x="1315" y="2116"/>
                    <a:pt x="1320" y="2116"/>
                  </a:cubicBezTo>
                  <a:cubicBezTo>
                    <a:pt x="1339" y="2093"/>
                    <a:pt x="1344" y="2092"/>
                    <a:pt x="1346" y="2090"/>
                  </a:cubicBezTo>
                  <a:cubicBezTo>
                    <a:pt x="1359" y="2073"/>
                    <a:pt x="1366" y="2075"/>
                    <a:pt x="1365" y="2070"/>
                  </a:cubicBezTo>
                  <a:cubicBezTo>
                    <a:pt x="1383" y="2053"/>
                    <a:pt x="1385" y="2045"/>
                    <a:pt x="1392" y="2042"/>
                  </a:cubicBezTo>
                  <a:cubicBezTo>
                    <a:pt x="1407" y="2027"/>
                    <a:pt x="1409" y="2025"/>
                    <a:pt x="1411" y="2022"/>
                  </a:cubicBezTo>
                  <a:cubicBezTo>
                    <a:pt x="1429" y="2007"/>
                    <a:pt x="1427" y="2001"/>
                    <a:pt x="1433" y="2003"/>
                  </a:cubicBezTo>
                  <a:cubicBezTo>
                    <a:pt x="1463" y="1970"/>
                    <a:pt x="1461" y="1959"/>
                    <a:pt x="1468" y="1957"/>
                  </a:cubicBezTo>
                  <a:cubicBezTo>
                    <a:pt x="1484" y="1929"/>
                    <a:pt x="1489" y="1929"/>
                    <a:pt x="1487" y="1922"/>
                  </a:cubicBezTo>
                  <a:cubicBezTo>
                    <a:pt x="1509" y="1885"/>
                    <a:pt x="1518" y="1890"/>
                    <a:pt x="1516" y="1883"/>
                  </a:cubicBezTo>
                  <a:cubicBezTo>
                    <a:pt x="1524" y="1862"/>
                    <a:pt x="1533" y="1859"/>
                    <a:pt x="1527" y="1857"/>
                  </a:cubicBezTo>
                  <a:close/>
                  <a:moveTo>
                    <a:pt x="1352" y="2127"/>
                  </a:moveTo>
                  <a:cubicBezTo>
                    <a:pt x="1354" y="2125"/>
                    <a:pt x="1357" y="2123"/>
                    <a:pt x="1359" y="2121"/>
                  </a:cubicBezTo>
                  <a:cubicBezTo>
                    <a:pt x="1395" y="2078"/>
                    <a:pt x="1399" y="2074"/>
                    <a:pt x="1405" y="2070"/>
                  </a:cubicBezTo>
                  <a:cubicBezTo>
                    <a:pt x="1423" y="2052"/>
                    <a:pt x="1427" y="2047"/>
                    <a:pt x="1431" y="2042"/>
                  </a:cubicBezTo>
                  <a:cubicBezTo>
                    <a:pt x="1457" y="2023"/>
                    <a:pt x="1460" y="2021"/>
                    <a:pt x="1459" y="2016"/>
                  </a:cubicBezTo>
                  <a:cubicBezTo>
                    <a:pt x="1462" y="2009"/>
                    <a:pt x="1456" y="2017"/>
                    <a:pt x="1446" y="2022"/>
                  </a:cubicBezTo>
                  <a:cubicBezTo>
                    <a:pt x="1424" y="2038"/>
                    <a:pt x="1427" y="2045"/>
                    <a:pt x="1422" y="2044"/>
                  </a:cubicBezTo>
                  <a:cubicBezTo>
                    <a:pt x="1392" y="2075"/>
                    <a:pt x="1382" y="2080"/>
                    <a:pt x="1374" y="2088"/>
                  </a:cubicBezTo>
                  <a:cubicBezTo>
                    <a:pt x="1345" y="2122"/>
                    <a:pt x="1343" y="2124"/>
                    <a:pt x="1341" y="2127"/>
                  </a:cubicBezTo>
                  <a:cubicBezTo>
                    <a:pt x="1332" y="2135"/>
                    <a:pt x="1333" y="2138"/>
                    <a:pt x="1330" y="2138"/>
                  </a:cubicBezTo>
                  <a:cubicBezTo>
                    <a:pt x="1315" y="2150"/>
                    <a:pt x="1317" y="2157"/>
                    <a:pt x="1313" y="2158"/>
                  </a:cubicBezTo>
                  <a:cubicBezTo>
                    <a:pt x="1328" y="2154"/>
                    <a:pt x="1334" y="2147"/>
                    <a:pt x="1341" y="2142"/>
                  </a:cubicBezTo>
                  <a:close/>
                  <a:moveTo>
                    <a:pt x="1579" y="1510"/>
                  </a:moveTo>
                  <a:cubicBezTo>
                    <a:pt x="1576" y="1516"/>
                    <a:pt x="1577" y="1527"/>
                    <a:pt x="1572" y="1532"/>
                  </a:cubicBezTo>
                  <a:cubicBezTo>
                    <a:pt x="1553" y="1580"/>
                    <a:pt x="1549" y="1586"/>
                    <a:pt x="1546" y="1593"/>
                  </a:cubicBezTo>
                  <a:cubicBezTo>
                    <a:pt x="1508" y="1646"/>
                    <a:pt x="1502" y="1650"/>
                    <a:pt x="1501" y="1652"/>
                  </a:cubicBezTo>
                  <a:cubicBezTo>
                    <a:pt x="1485" y="1663"/>
                    <a:pt x="1489" y="1672"/>
                    <a:pt x="1483" y="1671"/>
                  </a:cubicBezTo>
                  <a:cubicBezTo>
                    <a:pt x="1448" y="1697"/>
                    <a:pt x="1450" y="1704"/>
                    <a:pt x="1446" y="1704"/>
                  </a:cubicBezTo>
                  <a:cubicBezTo>
                    <a:pt x="1400" y="1740"/>
                    <a:pt x="1393" y="1742"/>
                    <a:pt x="1392" y="1750"/>
                  </a:cubicBezTo>
                  <a:cubicBezTo>
                    <a:pt x="1354" y="1774"/>
                    <a:pt x="1358" y="1783"/>
                    <a:pt x="1352" y="1783"/>
                  </a:cubicBezTo>
                  <a:cubicBezTo>
                    <a:pt x="1309" y="1823"/>
                    <a:pt x="1313" y="1832"/>
                    <a:pt x="1306" y="1831"/>
                  </a:cubicBezTo>
                  <a:cubicBezTo>
                    <a:pt x="1291" y="1850"/>
                    <a:pt x="1288" y="1851"/>
                    <a:pt x="1289" y="1855"/>
                  </a:cubicBezTo>
                  <a:cubicBezTo>
                    <a:pt x="1269" y="1881"/>
                    <a:pt x="1265" y="1882"/>
                    <a:pt x="1263" y="1885"/>
                  </a:cubicBezTo>
                  <a:cubicBezTo>
                    <a:pt x="1247" y="1908"/>
                    <a:pt x="1244" y="1910"/>
                    <a:pt x="1241" y="1913"/>
                  </a:cubicBezTo>
                  <a:cubicBezTo>
                    <a:pt x="1232" y="1921"/>
                    <a:pt x="1240" y="1911"/>
                    <a:pt x="1245" y="1900"/>
                  </a:cubicBezTo>
                  <a:cubicBezTo>
                    <a:pt x="1283" y="1849"/>
                    <a:pt x="1286" y="1842"/>
                    <a:pt x="1289" y="1835"/>
                  </a:cubicBezTo>
                  <a:cubicBezTo>
                    <a:pt x="1309" y="1806"/>
                    <a:pt x="1318" y="1810"/>
                    <a:pt x="1317" y="1804"/>
                  </a:cubicBezTo>
                  <a:cubicBezTo>
                    <a:pt x="1359" y="1769"/>
                    <a:pt x="1359" y="1764"/>
                    <a:pt x="1363" y="1763"/>
                  </a:cubicBezTo>
                  <a:cubicBezTo>
                    <a:pt x="1384" y="1744"/>
                    <a:pt x="1387" y="1737"/>
                    <a:pt x="1392" y="1732"/>
                  </a:cubicBezTo>
                  <a:cubicBezTo>
                    <a:pt x="1416" y="1708"/>
                    <a:pt x="1420" y="1707"/>
                    <a:pt x="1422" y="1704"/>
                  </a:cubicBezTo>
                  <a:cubicBezTo>
                    <a:pt x="1441" y="1688"/>
                    <a:pt x="1443" y="1686"/>
                    <a:pt x="1444" y="1682"/>
                  </a:cubicBezTo>
                  <a:cubicBezTo>
                    <a:pt x="1465" y="1668"/>
                    <a:pt x="1461" y="1659"/>
                    <a:pt x="1468" y="1660"/>
                  </a:cubicBezTo>
                  <a:cubicBezTo>
                    <a:pt x="1491" y="1612"/>
                    <a:pt x="1503" y="1610"/>
                    <a:pt x="1503" y="1597"/>
                  </a:cubicBezTo>
                  <a:cubicBezTo>
                    <a:pt x="1527" y="1537"/>
                    <a:pt x="1531" y="1534"/>
                    <a:pt x="1531" y="1527"/>
                  </a:cubicBezTo>
                  <a:cubicBezTo>
                    <a:pt x="1517" y="1548"/>
                    <a:pt x="1518" y="1552"/>
                    <a:pt x="1518" y="1556"/>
                  </a:cubicBezTo>
                  <a:cubicBezTo>
                    <a:pt x="1510" y="1576"/>
                    <a:pt x="1505" y="1576"/>
                    <a:pt x="1507" y="1582"/>
                  </a:cubicBezTo>
                  <a:cubicBezTo>
                    <a:pt x="1476" y="1632"/>
                    <a:pt x="1471" y="1639"/>
                    <a:pt x="1468" y="1647"/>
                  </a:cubicBezTo>
                  <a:cubicBezTo>
                    <a:pt x="1436" y="1686"/>
                    <a:pt x="1427" y="1682"/>
                    <a:pt x="1429" y="1689"/>
                  </a:cubicBezTo>
                  <a:cubicBezTo>
                    <a:pt x="1397" y="1713"/>
                    <a:pt x="1396" y="1723"/>
                    <a:pt x="1387" y="1724"/>
                  </a:cubicBezTo>
                  <a:cubicBezTo>
                    <a:pt x="1347" y="1765"/>
                    <a:pt x="1336" y="1774"/>
                    <a:pt x="1324" y="1783"/>
                  </a:cubicBezTo>
                  <a:cubicBezTo>
                    <a:pt x="1294" y="1825"/>
                    <a:pt x="1284" y="1819"/>
                    <a:pt x="1287" y="1826"/>
                  </a:cubicBezTo>
                  <a:cubicBezTo>
                    <a:pt x="1269" y="1846"/>
                    <a:pt x="1267" y="1852"/>
                    <a:pt x="1263" y="1857"/>
                  </a:cubicBezTo>
                  <a:cubicBezTo>
                    <a:pt x="1241" y="1894"/>
                    <a:pt x="1235" y="1892"/>
                    <a:pt x="1237" y="1898"/>
                  </a:cubicBezTo>
                  <a:cubicBezTo>
                    <a:pt x="1230" y="1892"/>
                    <a:pt x="1235" y="1886"/>
                    <a:pt x="1239" y="1879"/>
                  </a:cubicBezTo>
                  <a:cubicBezTo>
                    <a:pt x="1256" y="1846"/>
                    <a:pt x="1268" y="1835"/>
                    <a:pt x="1274" y="1820"/>
                  </a:cubicBezTo>
                  <a:cubicBezTo>
                    <a:pt x="1287" y="1807"/>
                    <a:pt x="1290" y="1804"/>
                    <a:pt x="1293" y="1800"/>
                  </a:cubicBezTo>
                  <a:cubicBezTo>
                    <a:pt x="1318" y="1779"/>
                    <a:pt x="1319" y="1773"/>
                    <a:pt x="1324" y="1772"/>
                  </a:cubicBezTo>
                  <a:cubicBezTo>
                    <a:pt x="1347" y="1749"/>
                    <a:pt x="1349" y="1744"/>
                    <a:pt x="1354" y="1743"/>
                  </a:cubicBezTo>
                  <a:cubicBezTo>
                    <a:pt x="1365" y="1728"/>
                    <a:pt x="1371" y="1728"/>
                    <a:pt x="1372" y="1722"/>
                  </a:cubicBezTo>
                  <a:cubicBezTo>
                    <a:pt x="1395" y="1693"/>
                    <a:pt x="1399" y="1693"/>
                    <a:pt x="1400" y="1691"/>
                  </a:cubicBezTo>
                  <a:cubicBezTo>
                    <a:pt x="1433" y="1656"/>
                    <a:pt x="1430" y="1647"/>
                    <a:pt x="1437" y="1647"/>
                  </a:cubicBezTo>
                  <a:cubicBezTo>
                    <a:pt x="1461" y="1606"/>
                    <a:pt x="1467" y="1605"/>
                    <a:pt x="1468" y="1599"/>
                  </a:cubicBezTo>
                  <a:cubicBezTo>
                    <a:pt x="1488" y="1573"/>
                    <a:pt x="1484" y="1562"/>
                    <a:pt x="1490" y="1560"/>
                  </a:cubicBezTo>
                  <a:cubicBezTo>
                    <a:pt x="1512" y="1498"/>
                    <a:pt x="1513" y="1492"/>
                    <a:pt x="1514" y="1486"/>
                  </a:cubicBezTo>
                  <a:cubicBezTo>
                    <a:pt x="1523" y="1457"/>
                    <a:pt x="1522" y="1452"/>
                    <a:pt x="1522" y="1449"/>
                  </a:cubicBezTo>
                  <a:cubicBezTo>
                    <a:pt x="1510" y="1484"/>
                    <a:pt x="1507" y="1489"/>
                    <a:pt x="1507" y="1497"/>
                  </a:cubicBezTo>
                  <a:cubicBezTo>
                    <a:pt x="1490" y="1532"/>
                    <a:pt x="1493" y="1538"/>
                    <a:pt x="1490" y="1538"/>
                  </a:cubicBezTo>
                  <a:cubicBezTo>
                    <a:pt x="1467" y="1585"/>
                    <a:pt x="1465" y="1592"/>
                    <a:pt x="1461" y="1597"/>
                  </a:cubicBezTo>
                  <a:cubicBezTo>
                    <a:pt x="1423" y="1648"/>
                    <a:pt x="1419" y="1653"/>
                    <a:pt x="1416" y="1658"/>
                  </a:cubicBezTo>
                  <a:cubicBezTo>
                    <a:pt x="1397" y="1673"/>
                    <a:pt x="1404" y="1684"/>
                    <a:pt x="1396" y="1680"/>
                  </a:cubicBezTo>
                  <a:cubicBezTo>
                    <a:pt x="1383" y="1699"/>
                    <a:pt x="1379" y="1700"/>
                    <a:pt x="1376" y="1702"/>
                  </a:cubicBezTo>
                  <a:cubicBezTo>
                    <a:pt x="1295" y="1789"/>
                    <a:pt x="1288" y="1786"/>
                    <a:pt x="1289" y="1791"/>
                  </a:cubicBezTo>
                  <a:cubicBezTo>
                    <a:pt x="1276" y="1807"/>
                    <a:pt x="1274" y="1807"/>
                    <a:pt x="1274" y="1809"/>
                  </a:cubicBezTo>
                  <a:cubicBezTo>
                    <a:pt x="1315" y="1744"/>
                    <a:pt x="1330" y="1731"/>
                    <a:pt x="1341" y="1715"/>
                  </a:cubicBezTo>
                  <a:cubicBezTo>
                    <a:pt x="1359" y="1699"/>
                    <a:pt x="1361" y="1697"/>
                    <a:pt x="1361" y="1693"/>
                  </a:cubicBezTo>
                  <a:cubicBezTo>
                    <a:pt x="1387" y="1671"/>
                    <a:pt x="1383" y="1661"/>
                    <a:pt x="1392" y="1663"/>
                  </a:cubicBezTo>
                  <a:cubicBezTo>
                    <a:pt x="1413" y="1636"/>
                    <a:pt x="1410" y="1630"/>
                    <a:pt x="1413" y="1630"/>
                  </a:cubicBezTo>
                  <a:cubicBezTo>
                    <a:pt x="1427" y="1606"/>
                    <a:pt x="1434" y="1606"/>
                    <a:pt x="1433" y="1597"/>
                  </a:cubicBezTo>
                  <a:cubicBezTo>
                    <a:pt x="1464" y="1531"/>
                    <a:pt x="1472" y="1526"/>
                    <a:pt x="1472" y="1512"/>
                  </a:cubicBezTo>
                  <a:cubicBezTo>
                    <a:pt x="1485" y="1469"/>
                    <a:pt x="1487" y="1458"/>
                    <a:pt x="1490" y="1447"/>
                  </a:cubicBezTo>
                  <a:cubicBezTo>
                    <a:pt x="1496" y="1386"/>
                    <a:pt x="1498" y="1372"/>
                    <a:pt x="1494" y="1371"/>
                  </a:cubicBezTo>
                  <a:cubicBezTo>
                    <a:pt x="1481" y="1459"/>
                    <a:pt x="1480" y="1462"/>
                    <a:pt x="1479" y="1464"/>
                  </a:cubicBezTo>
                  <a:cubicBezTo>
                    <a:pt x="1458" y="1526"/>
                    <a:pt x="1455" y="1533"/>
                    <a:pt x="1453" y="1541"/>
                  </a:cubicBezTo>
                  <a:cubicBezTo>
                    <a:pt x="1435" y="1576"/>
                    <a:pt x="1428" y="1591"/>
                    <a:pt x="1420" y="1604"/>
                  </a:cubicBezTo>
                  <a:cubicBezTo>
                    <a:pt x="1397" y="1633"/>
                    <a:pt x="1397" y="1638"/>
                    <a:pt x="1394" y="1641"/>
                  </a:cubicBezTo>
                  <a:cubicBezTo>
                    <a:pt x="1371" y="1672"/>
                    <a:pt x="1364" y="1671"/>
                    <a:pt x="1365" y="1678"/>
                  </a:cubicBezTo>
                  <a:cubicBezTo>
                    <a:pt x="1330" y="1711"/>
                    <a:pt x="1331" y="1717"/>
                    <a:pt x="1326" y="1717"/>
                  </a:cubicBezTo>
                  <a:cubicBezTo>
                    <a:pt x="1310" y="1739"/>
                    <a:pt x="1306" y="1742"/>
                    <a:pt x="1304" y="1746"/>
                  </a:cubicBezTo>
                  <a:cubicBezTo>
                    <a:pt x="1274" y="1783"/>
                    <a:pt x="1272" y="1787"/>
                    <a:pt x="1269" y="1789"/>
                  </a:cubicBezTo>
                  <a:cubicBezTo>
                    <a:pt x="1256" y="1812"/>
                    <a:pt x="1254" y="1812"/>
                    <a:pt x="1254" y="1815"/>
                  </a:cubicBezTo>
                  <a:cubicBezTo>
                    <a:pt x="1275" y="1759"/>
                    <a:pt x="1280" y="1753"/>
                    <a:pt x="1282" y="1743"/>
                  </a:cubicBezTo>
                  <a:cubicBezTo>
                    <a:pt x="1316" y="1701"/>
                    <a:pt x="1316" y="1695"/>
                    <a:pt x="1320" y="1693"/>
                  </a:cubicBezTo>
                  <a:cubicBezTo>
                    <a:pt x="1345" y="1660"/>
                    <a:pt x="1348" y="1658"/>
                    <a:pt x="1350" y="1654"/>
                  </a:cubicBezTo>
                  <a:cubicBezTo>
                    <a:pt x="1368" y="1640"/>
                    <a:pt x="1369" y="1630"/>
                    <a:pt x="1376" y="1626"/>
                  </a:cubicBezTo>
                  <a:cubicBezTo>
                    <a:pt x="1392" y="1603"/>
                    <a:pt x="1395" y="1604"/>
                    <a:pt x="1396" y="1602"/>
                  </a:cubicBezTo>
                  <a:cubicBezTo>
                    <a:pt x="1412" y="1579"/>
                    <a:pt x="1417" y="1571"/>
                    <a:pt x="1422" y="1565"/>
                  </a:cubicBezTo>
                  <a:cubicBezTo>
                    <a:pt x="1456" y="1505"/>
                    <a:pt x="1465" y="1490"/>
                    <a:pt x="1470" y="1471"/>
                  </a:cubicBezTo>
                  <a:cubicBezTo>
                    <a:pt x="1457" y="1496"/>
                    <a:pt x="1452" y="1500"/>
                    <a:pt x="1450" y="1508"/>
                  </a:cubicBezTo>
                  <a:cubicBezTo>
                    <a:pt x="1424" y="1544"/>
                    <a:pt x="1425" y="1550"/>
                    <a:pt x="1422" y="1554"/>
                  </a:cubicBezTo>
                  <a:cubicBezTo>
                    <a:pt x="1402" y="1574"/>
                    <a:pt x="1402" y="1580"/>
                    <a:pt x="1398" y="1582"/>
                  </a:cubicBezTo>
                  <a:cubicBezTo>
                    <a:pt x="1368" y="1611"/>
                    <a:pt x="1371" y="1621"/>
                    <a:pt x="1365" y="1621"/>
                  </a:cubicBezTo>
                  <a:cubicBezTo>
                    <a:pt x="1354" y="1633"/>
                    <a:pt x="1354" y="1639"/>
                    <a:pt x="1350" y="1641"/>
                  </a:cubicBezTo>
                  <a:cubicBezTo>
                    <a:pt x="1312" y="1680"/>
                    <a:pt x="1314" y="1689"/>
                    <a:pt x="1309" y="1689"/>
                  </a:cubicBezTo>
                  <a:cubicBezTo>
                    <a:pt x="1303" y="1687"/>
                    <a:pt x="1312" y="1679"/>
                    <a:pt x="1317" y="1669"/>
                  </a:cubicBezTo>
                  <a:cubicBezTo>
                    <a:pt x="1338" y="1634"/>
                    <a:pt x="1343" y="1631"/>
                    <a:pt x="1346" y="1626"/>
                  </a:cubicBezTo>
                  <a:cubicBezTo>
                    <a:pt x="1362" y="1602"/>
                    <a:pt x="1370" y="1594"/>
                    <a:pt x="1374" y="1582"/>
                  </a:cubicBezTo>
                  <a:cubicBezTo>
                    <a:pt x="1400" y="1555"/>
                    <a:pt x="1402" y="1543"/>
                    <a:pt x="1411" y="1538"/>
                  </a:cubicBezTo>
                  <a:cubicBezTo>
                    <a:pt x="1430" y="1502"/>
                    <a:pt x="1436" y="1494"/>
                    <a:pt x="1442" y="1486"/>
                  </a:cubicBezTo>
                  <a:cubicBezTo>
                    <a:pt x="1463" y="1430"/>
                    <a:pt x="1462" y="1425"/>
                    <a:pt x="1466" y="1423"/>
                  </a:cubicBezTo>
                  <a:cubicBezTo>
                    <a:pt x="1476" y="1383"/>
                    <a:pt x="1478" y="1365"/>
                    <a:pt x="1481" y="1349"/>
                  </a:cubicBezTo>
                  <a:cubicBezTo>
                    <a:pt x="1488" y="1306"/>
                    <a:pt x="1492" y="1305"/>
                    <a:pt x="1485" y="1303"/>
                  </a:cubicBezTo>
                  <a:cubicBezTo>
                    <a:pt x="1480" y="1348"/>
                    <a:pt x="1473" y="1361"/>
                    <a:pt x="1472" y="1373"/>
                  </a:cubicBezTo>
                  <a:cubicBezTo>
                    <a:pt x="1455" y="1430"/>
                    <a:pt x="1453" y="1436"/>
                    <a:pt x="1453" y="1442"/>
                  </a:cubicBezTo>
                  <a:cubicBezTo>
                    <a:pt x="1426" y="1491"/>
                    <a:pt x="1427" y="1499"/>
                    <a:pt x="1422" y="1501"/>
                  </a:cubicBezTo>
                  <a:cubicBezTo>
                    <a:pt x="1403" y="1536"/>
                    <a:pt x="1397" y="1537"/>
                    <a:pt x="1396" y="1543"/>
                  </a:cubicBezTo>
                  <a:cubicBezTo>
                    <a:pt x="1363" y="1583"/>
                    <a:pt x="1363" y="1588"/>
                    <a:pt x="1359" y="1589"/>
                  </a:cubicBezTo>
                  <a:cubicBezTo>
                    <a:pt x="1340" y="1611"/>
                    <a:pt x="1343" y="1619"/>
                    <a:pt x="1337" y="1619"/>
                  </a:cubicBezTo>
                  <a:cubicBezTo>
                    <a:pt x="1308" y="1668"/>
                    <a:pt x="1302" y="1674"/>
                    <a:pt x="1298" y="1680"/>
                  </a:cubicBezTo>
                  <a:cubicBezTo>
                    <a:pt x="1268" y="1729"/>
                    <a:pt x="1267" y="1740"/>
                    <a:pt x="1261" y="1746"/>
                  </a:cubicBezTo>
                  <a:cubicBezTo>
                    <a:pt x="1277" y="1701"/>
                    <a:pt x="1282" y="1699"/>
                    <a:pt x="1285" y="1695"/>
                  </a:cubicBezTo>
                  <a:cubicBezTo>
                    <a:pt x="1316" y="1640"/>
                    <a:pt x="1317" y="1629"/>
                    <a:pt x="1324" y="1623"/>
                  </a:cubicBezTo>
                  <a:cubicBezTo>
                    <a:pt x="1354" y="1567"/>
                    <a:pt x="1362" y="1563"/>
                    <a:pt x="1365" y="1554"/>
                  </a:cubicBezTo>
                  <a:cubicBezTo>
                    <a:pt x="1392" y="1519"/>
                    <a:pt x="1393" y="1513"/>
                    <a:pt x="1396" y="1510"/>
                  </a:cubicBezTo>
                  <a:cubicBezTo>
                    <a:pt x="1407" y="1498"/>
                    <a:pt x="1409" y="1493"/>
                    <a:pt x="1411" y="1488"/>
                  </a:cubicBezTo>
                  <a:cubicBezTo>
                    <a:pt x="1431" y="1446"/>
                    <a:pt x="1440" y="1431"/>
                    <a:pt x="1444" y="1410"/>
                  </a:cubicBezTo>
                  <a:cubicBezTo>
                    <a:pt x="1455" y="1371"/>
                    <a:pt x="1457" y="1361"/>
                    <a:pt x="1459" y="1351"/>
                  </a:cubicBezTo>
                  <a:cubicBezTo>
                    <a:pt x="1456" y="1316"/>
                    <a:pt x="1460" y="1326"/>
                    <a:pt x="1455" y="1327"/>
                  </a:cubicBezTo>
                  <a:cubicBezTo>
                    <a:pt x="1450" y="1376"/>
                    <a:pt x="1442" y="1392"/>
                    <a:pt x="1439" y="1412"/>
                  </a:cubicBezTo>
                  <a:cubicBezTo>
                    <a:pt x="1419" y="1450"/>
                    <a:pt x="1422" y="1459"/>
                    <a:pt x="1418" y="1460"/>
                  </a:cubicBezTo>
                  <a:cubicBezTo>
                    <a:pt x="1403" y="1493"/>
                    <a:pt x="1394" y="1496"/>
                    <a:pt x="1392" y="1506"/>
                  </a:cubicBezTo>
                  <a:cubicBezTo>
                    <a:pt x="1367" y="1540"/>
                    <a:pt x="1364" y="1542"/>
                    <a:pt x="1361" y="1545"/>
                  </a:cubicBezTo>
                  <a:cubicBezTo>
                    <a:pt x="1341" y="1571"/>
                    <a:pt x="1342" y="1575"/>
                    <a:pt x="1339" y="1575"/>
                  </a:cubicBezTo>
                  <a:cubicBezTo>
                    <a:pt x="1315" y="1617"/>
                    <a:pt x="1314" y="1628"/>
                    <a:pt x="1306" y="1632"/>
                  </a:cubicBezTo>
                  <a:cubicBezTo>
                    <a:pt x="1281" y="1673"/>
                    <a:pt x="1283" y="1669"/>
                    <a:pt x="1285" y="1665"/>
                  </a:cubicBezTo>
                  <a:cubicBezTo>
                    <a:pt x="1293" y="1637"/>
                    <a:pt x="1298" y="1629"/>
                    <a:pt x="1298" y="1621"/>
                  </a:cubicBezTo>
                  <a:cubicBezTo>
                    <a:pt x="1327" y="1583"/>
                    <a:pt x="1332" y="1570"/>
                    <a:pt x="1341" y="1562"/>
                  </a:cubicBezTo>
                  <a:cubicBezTo>
                    <a:pt x="1362" y="1525"/>
                    <a:pt x="1368" y="1521"/>
                    <a:pt x="1370" y="1514"/>
                  </a:cubicBezTo>
                  <a:cubicBezTo>
                    <a:pt x="1382" y="1497"/>
                    <a:pt x="1380" y="1491"/>
                    <a:pt x="1383" y="1490"/>
                  </a:cubicBezTo>
                  <a:cubicBezTo>
                    <a:pt x="1400" y="1460"/>
                    <a:pt x="1402" y="1453"/>
                    <a:pt x="1405" y="1447"/>
                  </a:cubicBezTo>
                  <a:cubicBezTo>
                    <a:pt x="1421" y="1403"/>
                    <a:pt x="1428" y="1375"/>
                    <a:pt x="1431" y="1344"/>
                  </a:cubicBezTo>
                  <a:cubicBezTo>
                    <a:pt x="1424" y="1331"/>
                    <a:pt x="1428" y="1347"/>
                    <a:pt x="1422" y="1364"/>
                  </a:cubicBezTo>
                  <a:cubicBezTo>
                    <a:pt x="1389" y="1467"/>
                    <a:pt x="1384" y="1467"/>
                    <a:pt x="1383" y="1471"/>
                  </a:cubicBezTo>
                  <a:cubicBezTo>
                    <a:pt x="1360" y="1505"/>
                    <a:pt x="1363" y="1514"/>
                    <a:pt x="1357" y="1514"/>
                  </a:cubicBezTo>
                  <a:cubicBezTo>
                    <a:pt x="1325" y="1568"/>
                    <a:pt x="1323" y="1570"/>
                    <a:pt x="1322" y="1573"/>
                  </a:cubicBezTo>
                  <a:cubicBezTo>
                    <a:pt x="1318" y="1562"/>
                    <a:pt x="1327" y="1553"/>
                    <a:pt x="1330" y="1538"/>
                  </a:cubicBezTo>
                  <a:cubicBezTo>
                    <a:pt x="1360" y="1485"/>
                    <a:pt x="1360" y="1483"/>
                    <a:pt x="1361" y="1480"/>
                  </a:cubicBezTo>
                  <a:cubicBezTo>
                    <a:pt x="1374" y="1460"/>
                    <a:pt x="1374" y="1453"/>
                    <a:pt x="1378" y="1447"/>
                  </a:cubicBezTo>
                  <a:cubicBezTo>
                    <a:pt x="1390" y="1394"/>
                    <a:pt x="1388" y="1398"/>
                    <a:pt x="1387" y="1403"/>
                  </a:cubicBezTo>
                  <a:cubicBezTo>
                    <a:pt x="1351" y="1475"/>
                    <a:pt x="1354" y="1486"/>
                    <a:pt x="1348" y="1488"/>
                  </a:cubicBezTo>
                  <a:cubicBezTo>
                    <a:pt x="1316" y="1541"/>
                    <a:pt x="1317" y="1550"/>
                    <a:pt x="1313" y="1554"/>
                  </a:cubicBezTo>
                  <a:cubicBezTo>
                    <a:pt x="1303" y="1582"/>
                    <a:pt x="1298" y="1589"/>
                    <a:pt x="1302" y="1589"/>
                  </a:cubicBezTo>
                  <a:cubicBezTo>
                    <a:pt x="1311" y="1542"/>
                    <a:pt x="1309" y="1486"/>
                    <a:pt x="1322" y="1445"/>
                  </a:cubicBezTo>
                  <a:cubicBezTo>
                    <a:pt x="1347" y="1309"/>
                    <a:pt x="1348" y="1301"/>
                    <a:pt x="1350" y="1294"/>
                  </a:cubicBezTo>
                  <a:cubicBezTo>
                    <a:pt x="1342" y="1297"/>
                    <a:pt x="1337" y="1326"/>
                    <a:pt x="1328" y="1353"/>
                  </a:cubicBezTo>
                  <a:cubicBezTo>
                    <a:pt x="1301" y="1512"/>
                    <a:pt x="1302" y="1520"/>
                    <a:pt x="1300" y="1525"/>
                  </a:cubicBezTo>
                  <a:cubicBezTo>
                    <a:pt x="1294" y="1548"/>
                    <a:pt x="1295" y="1546"/>
                    <a:pt x="1293" y="1554"/>
                  </a:cubicBezTo>
                  <a:cubicBezTo>
                    <a:pt x="1283" y="1594"/>
                    <a:pt x="1287" y="1604"/>
                    <a:pt x="1282" y="1606"/>
                  </a:cubicBezTo>
                  <a:cubicBezTo>
                    <a:pt x="1281" y="1580"/>
                    <a:pt x="1286" y="1581"/>
                    <a:pt x="1285" y="1575"/>
                  </a:cubicBezTo>
                  <a:cubicBezTo>
                    <a:pt x="1283" y="1509"/>
                    <a:pt x="1285" y="1500"/>
                    <a:pt x="1282" y="1488"/>
                  </a:cubicBezTo>
                  <a:cubicBezTo>
                    <a:pt x="1307" y="1366"/>
                    <a:pt x="1303" y="1357"/>
                    <a:pt x="1304" y="1353"/>
                  </a:cubicBezTo>
                  <a:cubicBezTo>
                    <a:pt x="1322" y="1288"/>
                    <a:pt x="1323" y="1280"/>
                    <a:pt x="1324" y="1272"/>
                  </a:cubicBezTo>
                  <a:cubicBezTo>
                    <a:pt x="1320" y="1266"/>
                    <a:pt x="1318" y="1285"/>
                    <a:pt x="1311" y="1299"/>
                  </a:cubicBezTo>
                  <a:cubicBezTo>
                    <a:pt x="1303" y="1329"/>
                    <a:pt x="1307" y="1338"/>
                    <a:pt x="1302" y="1338"/>
                  </a:cubicBezTo>
                  <a:cubicBezTo>
                    <a:pt x="1288" y="1420"/>
                    <a:pt x="1282" y="1435"/>
                    <a:pt x="1278" y="1451"/>
                  </a:cubicBezTo>
                  <a:cubicBezTo>
                    <a:pt x="1274" y="1519"/>
                    <a:pt x="1277" y="1544"/>
                    <a:pt x="1276" y="1586"/>
                  </a:cubicBezTo>
                  <a:cubicBezTo>
                    <a:pt x="1275" y="1640"/>
                    <a:pt x="1270" y="1639"/>
                    <a:pt x="1272" y="1645"/>
                  </a:cubicBezTo>
                  <a:cubicBezTo>
                    <a:pt x="1269" y="1666"/>
                    <a:pt x="1272" y="1667"/>
                    <a:pt x="1272" y="1667"/>
                  </a:cubicBezTo>
                  <a:cubicBezTo>
                    <a:pt x="1263" y="1686"/>
                    <a:pt x="1260" y="1671"/>
                    <a:pt x="1261" y="1654"/>
                  </a:cubicBezTo>
                  <a:cubicBezTo>
                    <a:pt x="1259" y="1577"/>
                    <a:pt x="1257" y="1567"/>
                    <a:pt x="1261" y="1562"/>
                  </a:cubicBezTo>
                  <a:cubicBezTo>
                    <a:pt x="1258" y="1525"/>
                    <a:pt x="1261" y="1505"/>
                    <a:pt x="1256" y="1493"/>
                  </a:cubicBezTo>
                  <a:cubicBezTo>
                    <a:pt x="1259" y="1422"/>
                    <a:pt x="1264" y="1408"/>
                    <a:pt x="1263" y="1388"/>
                  </a:cubicBezTo>
                  <a:cubicBezTo>
                    <a:pt x="1266" y="1353"/>
                    <a:pt x="1260" y="1365"/>
                    <a:pt x="1261" y="1384"/>
                  </a:cubicBezTo>
                  <a:cubicBezTo>
                    <a:pt x="1254" y="1407"/>
                    <a:pt x="1258" y="1415"/>
                    <a:pt x="1256" y="1418"/>
                  </a:cubicBezTo>
                  <a:cubicBezTo>
                    <a:pt x="1251" y="1496"/>
                    <a:pt x="1249" y="1512"/>
                    <a:pt x="1250" y="1530"/>
                  </a:cubicBezTo>
                  <a:cubicBezTo>
                    <a:pt x="1249" y="1585"/>
                    <a:pt x="1251" y="1587"/>
                    <a:pt x="1252" y="1589"/>
                  </a:cubicBezTo>
                  <a:cubicBezTo>
                    <a:pt x="1252" y="1622"/>
                    <a:pt x="1256" y="1623"/>
                    <a:pt x="1254" y="1630"/>
                  </a:cubicBezTo>
                  <a:cubicBezTo>
                    <a:pt x="1254" y="1651"/>
                    <a:pt x="1255" y="1655"/>
                    <a:pt x="1252" y="1656"/>
                  </a:cubicBezTo>
                  <a:cubicBezTo>
                    <a:pt x="1249" y="1641"/>
                    <a:pt x="1246" y="1637"/>
                    <a:pt x="1245" y="1630"/>
                  </a:cubicBezTo>
                  <a:cubicBezTo>
                    <a:pt x="1238" y="1483"/>
                    <a:pt x="1233" y="1484"/>
                    <a:pt x="1235" y="1477"/>
                  </a:cubicBezTo>
                  <a:cubicBezTo>
                    <a:pt x="1237" y="1385"/>
                    <a:pt x="1236" y="1379"/>
                    <a:pt x="1237" y="1362"/>
                  </a:cubicBezTo>
                  <a:cubicBezTo>
                    <a:pt x="1241" y="1335"/>
                    <a:pt x="1237" y="1341"/>
                    <a:pt x="1235" y="1349"/>
                  </a:cubicBezTo>
                  <a:cubicBezTo>
                    <a:pt x="1228" y="1434"/>
                    <a:pt x="1228" y="1434"/>
                    <a:pt x="1228" y="1434"/>
                  </a:cubicBezTo>
                  <a:cubicBezTo>
                    <a:pt x="1229" y="1493"/>
                    <a:pt x="1228" y="1494"/>
                    <a:pt x="1230" y="1506"/>
                  </a:cubicBezTo>
                  <a:cubicBezTo>
                    <a:pt x="1241" y="1659"/>
                    <a:pt x="1243" y="1673"/>
                    <a:pt x="1243" y="1693"/>
                  </a:cubicBezTo>
                  <a:cubicBezTo>
                    <a:pt x="1244" y="1744"/>
                    <a:pt x="1248" y="1748"/>
                    <a:pt x="1241" y="1750"/>
                  </a:cubicBezTo>
                  <a:cubicBezTo>
                    <a:pt x="1230" y="1656"/>
                    <a:pt x="1225" y="1654"/>
                    <a:pt x="1226" y="1645"/>
                  </a:cubicBezTo>
                  <a:cubicBezTo>
                    <a:pt x="1215" y="1495"/>
                    <a:pt x="1215" y="1476"/>
                    <a:pt x="1215" y="1460"/>
                  </a:cubicBezTo>
                  <a:cubicBezTo>
                    <a:pt x="1217" y="1441"/>
                    <a:pt x="1215" y="1440"/>
                    <a:pt x="1215" y="1440"/>
                  </a:cubicBezTo>
                  <a:cubicBezTo>
                    <a:pt x="1217" y="1406"/>
                    <a:pt x="1212" y="1407"/>
                    <a:pt x="1213" y="1414"/>
                  </a:cubicBezTo>
                  <a:cubicBezTo>
                    <a:pt x="1212" y="1453"/>
                    <a:pt x="1204" y="1459"/>
                    <a:pt x="1211" y="1462"/>
                  </a:cubicBezTo>
                  <a:cubicBezTo>
                    <a:pt x="1223" y="1664"/>
                    <a:pt x="1219" y="1671"/>
                    <a:pt x="1221" y="1676"/>
                  </a:cubicBezTo>
                  <a:cubicBezTo>
                    <a:pt x="1232" y="1763"/>
                    <a:pt x="1232" y="1763"/>
                    <a:pt x="1232" y="1763"/>
                  </a:cubicBezTo>
                  <a:cubicBezTo>
                    <a:pt x="1230" y="1827"/>
                    <a:pt x="1229" y="1832"/>
                    <a:pt x="1226" y="1835"/>
                  </a:cubicBezTo>
                  <a:cubicBezTo>
                    <a:pt x="1217" y="1788"/>
                    <a:pt x="1219" y="1780"/>
                    <a:pt x="1215" y="1778"/>
                  </a:cubicBezTo>
                  <a:cubicBezTo>
                    <a:pt x="1208" y="1730"/>
                    <a:pt x="1200" y="1715"/>
                    <a:pt x="1197" y="1695"/>
                  </a:cubicBezTo>
                  <a:cubicBezTo>
                    <a:pt x="1179" y="1625"/>
                    <a:pt x="1183" y="1616"/>
                    <a:pt x="1178" y="1615"/>
                  </a:cubicBezTo>
                  <a:cubicBezTo>
                    <a:pt x="1169" y="1471"/>
                    <a:pt x="1169" y="1471"/>
                    <a:pt x="1169" y="1471"/>
                  </a:cubicBezTo>
                  <a:cubicBezTo>
                    <a:pt x="1168" y="1443"/>
                    <a:pt x="1165" y="1446"/>
                    <a:pt x="1165" y="1451"/>
                  </a:cubicBezTo>
                  <a:cubicBezTo>
                    <a:pt x="1164" y="1504"/>
                    <a:pt x="1165" y="1507"/>
                    <a:pt x="1165" y="1512"/>
                  </a:cubicBezTo>
                  <a:cubicBezTo>
                    <a:pt x="1171" y="1591"/>
                    <a:pt x="1168" y="1605"/>
                    <a:pt x="1171" y="1613"/>
                  </a:cubicBezTo>
                  <a:cubicBezTo>
                    <a:pt x="1181" y="1657"/>
                    <a:pt x="1180" y="1663"/>
                    <a:pt x="1180" y="1669"/>
                  </a:cubicBezTo>
                  <a:cubicBezTo>
                    <a:pt x="1190" y="1716"/>
                    <a:pt x="1198" y="1731"/>
                    <a:pt x="1200" y="1752"/>
                  </a:cubicBezTo>
                  <a:cubicBezTo>
                    <a:pt x="1217" y="1837"/>
                    <a:pt x="1217" y="1837"/>
                    <a:pt x="1217" y="1837"/>
                  </a:cubicBezTo>
                  <a:cubicBezTo>
                    <a:pt x="1188" y="1727"/>
                    <a:pt x="1178" y="1704"/>
                    <a:pt x="1171" y="1678"/>
                  </a:cubicBezTo>
                  <a:cubicBezTo>
                    <a:pt x="1148" y="1580"/>
                    <a:pt x="1156" y="1565"/>
                    <a:pt x="1150" y="1565"/>
                  </a:cubicBezTo>
                  <a:cubicBezTo>
                    <a:pt x="1152" y="1641"/>
                    <a:pt x="1159" y="1657"/>
                    <a:pt x="1160" y="1678"/>
                  </a:cubicBezTo>
                  <a:cubicBezTo>
                    <a:pt x="1169" y="1708"/>
                    <a:pt x="1173" y="1716"/>
                    <a:pt x="1176" y="1726"/>
                  </a:cubicBezTo>
                  <a:cubicBezTo>
                    <a:pt x="1183" y="1748"/>
                    <a:pt x="1183" y="1754"/>
                    <a:pt x="1180" y="1754"/>
                  </a:cubicBezTo>
                  <a:cubicBezTo>
                    <a:pt x="1161" y="1703"/>
                    <a:pt x="1159" y="1701"/>
                    <a:pt x="1156" y="1700"/>
                  </a:cubicBezTo>
                  <a:cubicBezTo>
                    <a:pt x="1146" y="1669"/>
                    <a:pt x="1143" y="1664"/>
                    <a:pt x="1141" y="1658"/>
                  </a:cubicBezTo>
                  <a:cubicBezTo>
                    <a:pt x="1113" y="1583"/>
                    <a:pt x="1111" y="1573"/>
                    <a:pt x="1108" y="1562"/>
                  </a:cubicBezTo>
                  <a:cubicBezTo>
                    <a:pt x="1100" y="1553"/>
                    <a:pt x="1105" y="1570"/>
                    <a:pt x="1108" y="1589"/>
                  </a:cubicBezTo>
                  <a:cubicBezTo>
                    <a:pt x="1127" y="1648"/>
                    <a:pt x="1131" y="1655"/>
                    <a:pt x="1134" y="1663"/>
                  </a:cubicBezTo>
                  <a:cubicBezTo>
                    <a:pt x="1149" y="1694"/>
                    <a:pt x="1149" y="1704"/>
                    <a:pt x="1154" y="1711"/>
                  </a:cubicBezTo>
                  <a:cubicBezTo>
                    <a:pt x="1172" y="1752"/>
                    <a:pt x="1171" y="1761"/>
                    <a:pt x="1176" y="1763"/>
                  </a:cubicBezTo>
                  <a:cubicBezTo>
                    <a:pt x="1183" y="1795"/>
                    <a:pt x="1188" y="1805"/>
                    <a:pt x="1191" y="1817"/>
                  </a:cubicBezTo>
                  <a:cubicBezTo>
                    <a:pt x="1200" y="1838"/>
                    <a:pt x="1197" y="1849"/>
                    <a:pt x="1202" y="1852"/>
                  </a:cubicBezTo>
                  <a:cubicBezTo>
                    <a:pt x="1205" y="1895"/>
                    <a:pt x="1209" y="1903"/>
                    <a:pt x="1204" y="1903"/>
                  </a:cubicBezTo>
                  <a:cubicBezTo>
                    <a:pt x="1200" y="1891"/>
                    <a:pt x="1196" y="1889"/>
                    <a:pt x="1197" y="1881"/>
                  </a:cubicBezTo>
                  <a:cubicBezTo>
                    <a:pt x="1190" y="1859"/>
                    <a:pt x="1188" y="1854"/>
                    <a:pt x="1187" y="1848"/>
                  </a:cubicBezTo>
                  <a:cubicBezTo>
                    <a:pt x="1163" y="1796"/>
                    <a:pt x="1164" y="1787"/>
                    <a:pt x="1158" y="1785"/>
                  </a:cubicBezTo>
                  <a:cubicBezTo>
                    <a:pt x="1131" y="1733"/>
                    <a:pt x="1135" y="1732"/>
                    <a:pt x="1130" y="1726"/>
                  </a:cubicBezTo>
                  <a:cubicBezTo>
                    <a:pt x="1106" y="1674"/>
                    <a:pt x="1105" y="1667"/>
                    <a:pt x="1104" y="1660"/>
                  </a:cubicBezTo>
                  <a:cubicBezTo>
                    <a:pt x="1092" y="1645"/>
                    <a:pt x="1099" y="1656"/>
                    <a:pt x="1102" y="1671"/>
                  </a:cubicBezTo>
                  <a:cubicBezTo>
                    <a:pt x="1122" y="1723"/>
                    <a:pt x="1122" y="1728"/>
                    <a:pt x="1126" y="1730"/>
                  </a:cubicBezTo>
                  <a:cubicBezTo>
                    <a:pt x="1148" y="1779"/>
                    <a:pt x="1152" y="1785"/>
                    <a:pt x="1154" y="1793"/>
                  </a:cubicBezTo>
                  <a:cubicBezTo>
                    <a:pt x="1188" y="1879"/>
                    <a:pt x="1186" y="1886"/>
                    <a:pt x="1189" y="1887"/>
                  </a:cubicBezTo>
                  <a:cubicBezTo>
                    <a:pt x="1200" y="1972"/>
                    <a:pt x="1200" y="1972"/>
                    <a:pt x="1200" y="1972"/>
                  </a:cubicBezTo>
                  <a:cubicBezTo>
                    <a:pt x="1197" y="1978"/>
                    <a:pt x="1194" y="1969"/>
                    <a:pt x="1191" y="1959"/>
                  </a:cubicBezTo>
                  <a:cubicBezTo>
                    <a:pt x="1179" y="1903"/>
                    <a:pt x="1182" y="1899"/>
                    <a:pt x="1180" y="1892"/>
                  </a:cubicBezTo>
                  <a:cubicBezTo>
                    <a:pt x="1163" y="1845"/>
                    <a:pt x="1160" y="1839"/>
                    <a:pt x="1156" y="1833"/>
                  </a:cubicBezTo>
                  <a:cubicBezTo>
                    <a:pt x="1131" y="1785"/>
                    <a:pt x="1130" y="1781"/>
                    <a:pt x="1128" y="1778"/>
                  </a:cubicBezTo>
                  <a:cubicBezTo>
                    <a:pt x="1111" y="1736"/>
                    <a:pt x="1101" y="1742"/>
                    <a:pt x="1104" y="1735"/>
                  </a:cubicBezTo>
                  <a:cubicBezTo>
                    <a:pt x="1071" y="1679"/>
                    <a:pt x="1067" y="1666"/>
                    <a:pt x="1060" y="1654"/>
                  </a:cubicBezTo>
                  <a:cubicBezTo>
                    <a:pt x="1049" y="1627"/>
                    <a:pt x="1050" y="1617"/>
                    <a:pt x="1043" y="1615"/>
                  </a:cubicBezTo>
                  <a:cubicBezTo>
                    <a:pt x="1056" y="1663"/>
                    <a:pt x="1061" y="1667"/>
                    <a:pt x="1062" y="1674"/>
                  </a:cubicBezTo>
                  <a:cubicBezTo>
                    <a:pt x="1073" y="1700"/>
                    <a:pt x="1076" y="1705"/>
                    <a:pt x="1080" y="1711"/>
                  </a:cubicBezTo>
                  <a:cubicBezTo>
                    <a:pt x="1100" y="1752"/>
                    <a:pt x="1107" y="1755"/>
                    <a:pt x="1108" y="1763"/>
                  </a:cubicBezTo>
                  <a:cubicBezTo>
                    <a:pt x="1132" y="1809"/>
                    <a:pt x="1138" y="1807"/>
                    <a:pt x="1136" y="1813"/>
                  </a:cubicBezTo>
                  <a:cubicBezTo>
                    <a:pt x="1156" y="1857"/>
                    <a:pt x="1160" y="1861"/>
                    <a:pt x="1160" y="1870"/>
                  </a:cubicBezTo>
                  <a:cubicBezTo>
                    <a:pt x="1171" y="1894"/>
                    <a:pt x="1171" y="1904"/>
                    <a:pt x="1176" y="1909"/>
                  </a:cubicBezTo>
                  <a:cubicBezTo>
                    <a:pt x="1188" y="1985"/>
                    <a:pt x="1184" y="1994"/>
                    <a:pt x="1189" y="1994"/>
                  </a:cubicBezTo>
                  <a:cubicBezTo>
                    <a:pt x="1181" y="1994"/>
                    <a:pt x="1184" y="1992"/>
                    <a:pt x="1184" y="1992"/>
                  </a:cubicBezTo>
                  <a:cubicBezTo>
                    <a:pt x="1171" y="1946"/>
                    <a:pt x="1164" y="1932"/>
                    <a:pt x="1163" y="1913"/>
                  </a:cubicBezTo>
                  <a:cubicBezTo>
                    <a:pt x="1151" y="1884"/>
                    <a:pt x="1143" y="1881"/>
                    <a:pt x="1143" y="1870"/>
                  </a:cubicBezTo>
                  <a:cubicBezTo>
                    <a:pt x="1120" y="1824"/>
                    <a:pt x="1119" y="1821"/>
                    <a:pt x="1119" y="1815"/>
                  </a:cubicBezTo>
                  <a:cubicBezTo>
                    <a:pt x="1093" y="1783"/>
                    <a:pt x="1091" y="1775"/>
                    <a:pt x="1086" y="1770"/>
                  </a:cubicBezTo>
                  <a:cubicBezTo>
                    <a:pt x="1073" y="1758"/>
                    <a:pt x="1078" y="1761"/>
                    <a:pt x="1080" y="1767"/>
                  </a:cubicBezTo>
                  <a:cubicBezTo>
                    <a:pt x="1094" y="1796"/>
                    <a:pt x="1105" y="1803"/>
                    <a:pt x="1108" y="1817"/>
                  </a:cubicBezTo>
                  <a:cubicBezTo>
                    <a:pt x="1124" y="1843"/>
                    <a:pt x="1121" y="1850"/>
                    <a:pt x="1126" y="1850"/>
                  </a:cubicBezTo>
                  <a:cubicBezTo>
                    <a:pt x="1151" y="1911"/>
                    <a:pt x="1161" y="1936"/>
                    <a:pt x="1165" y="1966"/>
                  </a:cubicBezTo>
                  <a:cubicBezTo>
                    <a:pt x="1177" y="2011"/>
                    <a:pt x="1185" y="2016"/>
                    <a:pt x="1180" y="2022"/>
                  </a:cubicBezTo>
                  <a:cubicBezTo>
                    <a:pt x="1165" y="1991"/>
                    <a:pt x="1163" y="1975"/>
                    <a:pt x="1158" y="1961"/>
                  </a:cubicBezTo>
                  <a:cubicBezTo>
                    <a:pt x="1134" y="1913"/>
                    <a:pt x="1135" y="1894"/>
                    <a:pt x="1126" y="1885"/>
                  </a:cubicBezTo>
                  <a:cubicBezTo>
                    <a:pt x="1101" y="1842"/>
                    <a:pt x="1098" y="1834"/>
                    <a:pt x="1095" y="1826"/>
                  </a:cubicBezTo>
                  <a:cubicBezTo>
                    <a:pt x="1079" y="1795"/>
                    <a:pt x="1071" y="1790"/>
                    <a:pt x="1069" y="1778"/>
                  </a:cubicBezTo>
                  <a:cubicBezTo>
                    <a:pt x="1059" y="1761"/>
                    <a:pt x="1059" y="1754"/>
                    <a:pt x="1054" y="1752"/>
                  </a:cubicBezTo>
                  <a:cubicBezTo>
                    <a:pt x="1039" y="1719"/>
                    <a:pt x="1039" y="1712"/>
                    <a:pt x="1034" y="1711"/>
                  </a:cubicBezTo>
                  <a:cubicBezTo>
                    <a:pt x="1046" y="1743"/>
                    <a:pt x="1046" y="1752"/>
                    <a:pt x="1051" y="1756"/>
                  </a:cubicBezTo>
                  <a:cubicBezTo>
                    <a:pt x="1065" y="1790"/>
                    <a:pt x="1073" y="1801"/>
                    <a:pt x="1078" y="1815"/>
                  </a:cubicBezTo>
                  <a:cubicBezTo>
                    <a:pt x="1100" y="1859"/>
                    <a:pt x="1108" y="1861"/>
                    <a:pt x="1108" y="1870"/>
                  </a:cubicBezTo>
                  <a:cubicBezTo>
                    <a:pt x="1125" y="1900"/>
                    <a:pt x="1124" y="1905"/>
                    <a:pt x="1128" y="1907"/>
                  </a:cubicBezTo>
                  <a:cubicBezTo>
                    <a:pt x="1156" y="1984"/>
                    <a:pt x="1160" y="1999"/>
                    <a:pt x="1167" y="2012"/>
                  </a:cubicBezTo>
                  <a:cubicBezTo>
                    <a:pt x="1177" y="2063"/>
                    <a:pt x="1183" y="2072"/>
                    <a:pt x="1184" y="2086"/>
                  </a:cubicBezTo>
                  <a:cubicBezTo>
                    <a:pt x="1167" y="2065"/>
                    <a:pt x="1168" y="2057"/>
                    <a:pt x="1165" y="2053"/>
                  </a:cubicBezTo>
                  <a:cubicBezTo>
                    <a:pt x="1156" y="2026"/>
                    <a:pt x="1153" y="2023"/>
                    <a:pt x="1156" y="2022"/>
                  </a:cubicBezTo>
                  <a:cubicBezTo>
                    <a:pt x="1136" y="1970"/>
                    <a:pt x="1130" y="1962"/>
                    <a:pt x="1128" y="1950"/>
                  </a:cubicBezTo>
                  <a:cubicBezTo>
                    <a:pt x="1109" y="1914"/>
                    <a:pt x="1105" y="1907"/>
                    <a:pt x="1102" y="1898"/>
                  </a:cubicBezTo>
                  <a:cubicBezTo>
                    <a:pt x="1087" y="1883"/>
                    <a:pt x="1089" y="1877"/>
                    <a:pt x="1086" y="1876"/>
                  </a:cubicBezTo>
                  <a:cubicBezTo>
                    <a:pt x="1054" y="1823"/>
                    <a:pt x="1051" y="1814"/>
                    <a:pt x="1045" y="1809"/>
                  </a:cubicBezTo>
                  <a:cubicBezTo>
                    <a:pt x="1027" y="1777"/>
                    <a:pt x="1023" y="1769"/>
                    <a:pt x="1019" y="1761"/>
                  </a:cubicBezTo>
                  <a:cubicBezTo>
                    <a:pt x="1015" y="1765"/>
                    <a:pt x="1017" y="1772"/>
                    <a:pt x="1021" y="1778"/>
                  </a:cubicBezTo>
                  <a:cubicBezTo>
                    <a:pt x="1046" y="1821"/>
                    <a:pt x="1048" y="1829"/>
                    <a:pt x="1054" y="1833"/>
                  </a:cubicBezTo>
                  <a:cubicBezTo>
                    <a:pt x="1076" y="1869"/>
                    <a:pt x="1074" y="1873"/>
                    <a:pt x="1075" y="1874"/>
                  </a:cubicBezTo>
                  <a:cubicBezTo>
                    <a:pt x="1088" y="1895"/>
                    <a:pt x="1093" y="1899"/>
                    <a:pt x="1095" y="1907"/>
                  </a:cubicBezTo>
                  <a:cubicBezTo>
                    <a:pt x="1125" y="1974"/>
                    <a:pt x="1129" y="1979"/>
                    <a:pt x="1132" y="1985"/>
                  </a:cubicBezTo>
                  <a:cubicBezTo>
                    <a:pt x="1155" y="2062"/>
                    <a:pt x="1160" y="2069"/>
                    <a:pt x="1163" y="2077"/>
                  </a:cubicBezTo>
                  <a:cubicBezTo>
                    <a:pt x="1199" y="2160"/>
                    <a:pt x="1199" y="2160"/>
                    <a:pt x="1199" y="2160"/>
                  </a:cubicBezTo>
                  <a:cubicBezTo>
                    <a:pt x="1207" y="2118"/>
                    <a:pt x="1213" y="2112"/>
                    <a:pt x="1215" y="2101"/>
                  </a:cubicBezTo>
                  <a:cubicBezTo>
                    <a:pt x="1231" y="2073"/>
                    <a:pt x="1235" y="2071"/>
                    <a:pt x="1235" y="2064"/>
                  </a:cubicBezTo>
                  <a:cubicBezTo>
                    <a:pt x="1253" y="2040"/>
                    <a:pt x="1251" y="2034"/>
                    <a:pt x="1256" y="2036"/>
                  </a:cubicBezTo>
                  <a:cubicBezTo>
                    <a:pt x="1278" y="2002"/>
                    <a:pt x="1278" y="1999"/>
                    <a:pt x="1278" y="1996"/>
                  </a:cubicBezTo>
                  <a:cubicBezTo>
                    <a:pt x="1296" y="1974"/>
                    <a:pt x="1297" y="1970"/>
                    <a:pt x="1302" y="1968"/>
                  </a:cubicBezTo>
                  <a:cubicBezTo>
                    <a:pt x="1332" y="1928"/>
                    <a:pt x="1337" y="1926"/>
                    <a:pt x="1337" y="1920"/>
                  </a:cubicBezTo>
                  <a:cubicBezTo>
                    <a:pt x="1372" y="1885"/>
                    <a:pt x="1376" y="1881"/>
                    <a:pt x="1378" y="1876"/>
                  </a:cubicBezTo>
                  <a:cubicBezTo>
                    <a:pt x="1404" y="1854"/>
                    <a:pt x="1402" y="1849"/>
                    <a:pt x="1407" y="1850"/>
                  </a:cubicBezTo>
                  <a:cubicBezTo>
                    <a:pt x="1438" y="1821"/>
                    <a:pt x="1440" y="1819"/>
                    <a:pt x="1439" y="1815"/>
                  </a:cubicBezTo>
                  <a:cubicBezTo>
                    <a:pt x="1465" y="1793"/>
                    <a:pt x="1467" y="1780"/>
                    <a:pt x="1479" y="1776"/>
                  </a:cubicBezTo>
                  <a:cubicBezTo>
                    <a:pt x="1501" y="1736"/>
                    <a:pt x="1500" y="1733"/>
                    <a:pt x="1503" y="1732"/>
                  </a:cubicBezTo>
                  <a:cubicBezTo>
                    <a:pt x="1484" y="1757"/>
                    <a:pt x="1476" y="1761"/>
                    <a:pt x="1474" y="1772"/>
                  </a:cubicBezTo>
                  <a:cubicBezTo>
                    <a:pt x="1452" y="1794"/>
                    <a:pt x="1452" y="1796"/>
                    <a:pt x="1448" y="1796"/>
                  </a:cubicBezTo>
                  <a:cubicBezTo>
                    <a:pt x="1431" y="1818"/>
                    <a:pt x="1426" y="1820"/>
                    <a:pt x="1422" y="1822"/>
                  </a:cubicBezTo>
                  <a:cubicBezTo>
                    <a:pt x="1399" y="1848"/>
                    <a:pt x="1393" y="1849"/>
                    <a:pt x="1389" y="1852"/>
                  </a:cubicBezTo>
                  <a:cubicBezTo>
                    <a:pt x="1370" y="1874"/>
                    <a:pt x="1368" y="1876"/>
                    <a:pt x="1365" y="1879"/>
                  </a:cubicBezTo>
                  <a:cubicBezTo>
                    <a:pt x="1352" y="1896"/>
                    <a:pt x="1346" y="1894"/>
                    <a:pt x="1348" y="1900"/>
                  </a:cubicBezTo>
                  <a:cubicBezTo>
                    <a:pt x="1328" y="1926"/>
                    <a:pt x="1317" y="1924"/>
                    <a:pt x="1317" y="1933"/>
                  </a:cubicBezTo>
                  <a:cubicBezTo>
                    <a:pt x="1282" y="1982"/>
                    <a:pt x="1277" y="1986"/>
                    <a:pt x="1272" y="1990"/>
                  </a:cubicBezTo>
                  <a:cubicBezTo>
                    <a:pt x="1260" y="2009"/>
                    <a:pt x="1259" y="2012"/>
                    <a:pt x="1259" y="2016"/>
                  </a:cubicBezTo>
                  <a:cubicBezTo>
                    <a:pt x="1227" y="2056"/>
                    <a:pt x="1228" y="2066"/>
                    <a:pt x="1221" y="2068"/>
                  </a:cubicBezTo>
                  <a:cubicBezTo>
                    <a:pt x="1213" y="2075"/>
                    <a:pt x="1217" y="2073"/>
                    <a:pt x="1219" y="2068"/>
                  </a:cubicBezTo>
                  <a:cubicBezTo>
                    <a:pt x="1238" y="2041"/>
                    <a:pt x="1236" y="2032"/>
                    <a:pt x="1239" y="2027"/>
                  </a:cubicBezTo>
                  <a:cubicBezTo>
                    <a:pt x="1264" y="1978"/>
                    <a:pt x="1273" y="1978"/>
                    <a:pt x="1274" y="1970"/>
                  </a:cubicBezTo>
                  <a:cubicBezTo>
                    <a:pt x="1319" y="1906"/>
                    <a:pt x="1329" y="1912"/>
                    <a:pt x="1326" y="1905"/>
                  </a:cubicBezTo>
                  <a:cubicBezTo>
                    <a:pt x="1347" y="1891"/>
                    <a:pt x="1335" y="1884"/>
                    <a:pt x="1341" y="1885"/>
                  </a:cubicBezTo>
                  <a:cubicBezTo>
                    <a:pt x="1371" y="1867"/>
                    <a:pt x="1360" y="1858"/>
                    <a:pt x="1365" y="1859"/>
                  </a:cubicBezTo>
                  <a:cubicBezTo>
                    <a:pt x="1388" y="1843"/>
                    <a:pt x="1391" y="1840"/>
                    <a:pt x="1392" y="1835"/>
                  </a:cubicBezTo>
                  <a:cubicBezTo>
                    <a:pt x="1413" y="1810"/>
                    <a:pt x="1424" y="1812"/>
                    <a:pt x="1424" y="1802"/>
                  </a:cubicBezTo>
                  <a:cubicBezTo>
                    <a:pt x="1434" y="1791"/>
                    <a:pt x="1439" y="1791"/>
                    <a:pt x="1439" y="1787"/>
                  </a:cubicBezTo>
                  <a:cubicBezTo>
                    <a:pt x="1465" y="1752"/>
                    <a:pt x="1463" y="1753"/>
                    <a:pt x="1461" y="1754"/>
                  </a:cubicBezTo>
                  <a:cubicBezTo>
                    <a:pt x="1440" y="1779"/>
                    <a:pt x="1432" y="1785"/>
                    <a:pt x="1429" y="1796"/>
                  </a:cubicBezTo>
                  <a:cubicBezTo>
                    <a:pt x="1407" y="1811"/>
                    <a:pt x="1408" y="1817"/>
                    <a:pt x="1402" y="1815"/>
                  </a:cubicBezTo>
                  <a:cubicBezTo>
                    <a:pt x="1380" y="1832"/>
                    <a:pt x="1382" y="1838"/>
                    <a:pt x="1378" y="1839"/>
                  </a:cubicBezTo>
                  <a:cubicBezTo>
                    <a:pt x="1326" y="1895"/>
                    <a:pt x="1317" y="1899"/>
                    <a:pt x="1313" y="1909"/>
                  </a:cubicBezTo>
                  <a:cubicBezTo>
                    <a:pt x="1270" y="1963"/>
                    <a:pt x="1262" y="1968"/>
                    <a:pt x="1259" y="1979"/>
                  </a:cubicBezTo>
                  <a:cubicBezTo>
                    <a:pt x="1234" y="2019"/>
                    <a:pt x="1235" y="2023"/>
                    <a:pt x="1230" y="2022"/>
                  </a:cubicBezTo>
                  <a:cubicBezTo>
                    <a:pt x="1217" y="2047"/>
                    <a:pt x="1216" y="2054"/>
                    <a:pt x="1213" y="2057"/>
                  </a:cubicBezTo>
                  <a:cubicBezTo>
                    <a:pt x="1203" y="2078"/>
                    <a:pt x="1196" y="2069"/>
                    <a:pt x="1195" y="2062"/>
                  </a:cubicBezTo>
                  <a:cubicBezTo>
                    <a:pt x="1212" y="2023"/>
                    <a:pt x="1212" y="2017"/>
                    <a:pt x="1217" y="2016"/>
                  </a:cubicBezTo>
                  <a:cubicBezTo>
                    <a:pt x="1225" y="1996"/>
                    <a:pt x="1229" y="1996"/>
                    <a:pt x="1230" y="1994"/>
                  </a:cubicBezTo>
                  <a:cubicBezTo>
                    <a:pt x="1246" y="1972"/>
                    <a:pt x="1245" y="1966"/>
                    <a:pt x="1248" y="1964"/>
                  </a:cubicBezTo>
                  <a:cubicBezTo>
                    <a:pt x="1289" y="1906"/>
                    <a:pt x="1295" y="1902"/>
                    <a:pt x="1298" y="1896"/>
                  </a:cubicBezTo>
                  <a:cubicBezTo>
                    <a:pt x="1307" y="1885"/>
                    <a:pt x="1311" y="1884"/>
                    <a:pt x="1313" y="1881"/>
                  </a:cubicBezTo>
                  <a:cubicBezTo>
                    <a:pt x="1330" y="1864"/>
                    <a:pt x="1332" y="1861"/>
                    <a:pt x="1337" y="1861"/>
                  </a:cubicBezTo>
                  <a:cubicBezTo>
                    <a:pt x="1366" y="1832"/>
                    <a:pt x="1372" y="1824"/>
                    <a:pt x="1381" y="1817"/>
                  </a:cubicBezTo>
                  <a:cubicBezTo>
                    <a:pt x="1402" y="1788"/>
                    <a:pt x="1410" y="1789"/>
                    <a:pt x="1411" y="1783"/>
                  </a:cubicBezTo>
                  <a:cubicBezTo>
                    <a:pt x="1435" y="1755"/>
                    <a:pt x="1442" y="1756"/>
                    <a:pt x="1444" y="1750"/>
                  </a:cubicBezTo>
                  <a:cubicBezTo>
                    <a:pt x="1487" y="1692"/>
                    <a:pt x="1498" y="1687"/>
                    <a:pt x="1501" y="1676"/>
                  </a:cubicBezTo>
                  <a:cubicBezTo>
                    <a:pt x="1513" y="1663"/>
                    <a:pt x="1510" y="1657"/>
                    <a:pt x="1514" y="1656"/>
                  </a:cubicBezTo>
                  <a:cubicBezTo>
                    <a:pt x="1531" y="1632"/>
                    <a:pt x="1531" y="1623"/>
                    <a:pt x="1535" y="1619"/>
                  </a:cubicBezTo>
                  <a:cubicBezTo>
                    <a:pt x="1560" y="1583"/>
                    <a:pt x="1561" y="1575"/>
                    <a:pt x="1564" y="1569"/>
                  </a:cubicBezTo>
                  <a:cubicBezTo>
                    <a:pt x="1579" y="1527"/>
                    <a:pt x="1580" y="1524"/>
                    <a:pt x="1579" y="1519"/>
                  </a:cubicBezTo>
                  <a:close/>
                  <a:moveTo>
                    <a:pt x="1256" y="1826"/>
                  </a:moveTo>
                  <a:cubicBezTo>
                    <a:pt x="1260" y="1823"/>
                    <a:pt x="1263" y="1818"/>
                    <a:pt x="1265" y="1813"/>
                  </a:cubicBezTo>
                  <a:cubicBezTo>
                    <a:pt x="1271" y="1817"/>
                    <a:pt x="1260" y="1821"/>
                    <a:pt x="1261" y="1826"/>
                  </a:cubicBezTo>
                  <a:cubicBezTo>
                    <a:pt x="1257" y="1829"/>
                    <a:pt x="1256" y="1836"/>
                    <a:pt x="1252" y="1839"/>
                  </a:cubicBezTo>
                  <a:cubicBezTo>
                    <a:pt x="1246" y="1836"/>
                    <a:pt x="1257" y="1831"/>
                    <a:pt x="1256" y="1826"/>
                  </a:cubicBezTo>
                  <a:close/>
                  <a:moveTo>
                    <a:pt x="1252" y="1704"/>
                  </a:moveTo>
                  <a:cubicBezTo>
                    <a:pt x="1254" y="1700"/>
                    <a:pt x="1254" y="1705"/>
                    <a:pt x="1254" y="1708"/>
                  </a:cubicBezTo>
                  <a:cubicBezTo>
                    <a:pt x="1252" y="1712"/>
                    <a:pt x="1252" y="1707"/>
                    <a:pt x="1252" y="1704"/>
                  </a:cubicBezTo>
                  <a:close/>
                  <a:moveTo>
                    <a:pt x="1211" y="2088"/>
                  </a:moveTo>
                  <a:cubicBezTo>
                    <a:pt x="1212" y="2084"/>
                    <a:pt x="1214" y="2090"/>
                    <a:pt x="1211" y="2090"/>
                  </a:cubicBezTo>
                  <a:cubicBezTo>
                    <a:pt x="1211" y="2094"/>
                    <a:pt x="1208" y="2095"/>
                    <a:pt x="1208" y="2099"/>
                  </a:cubicBezTo>
                  <a:cubicBezTo>
                    <a:pt x="1203" y="2104"/>
                    <a:pt x="1209" y="2089"/>
                    <a:pt x="1211" y="2088"/>
                  </a:cubicBezTo>
                  <a:close/>
                  <a:moveTo>
                    <a:pt x="1191" y="2116"/>
                  </a:moveTo>
                  <a:cubicBezTo>
                    <a:pt x="1185" y="2113"/>
                    <a:pt x="1191" y="2103"/>
                    <a:pt x="1193" y="2101"/>
                  </a:cubicBezTo>
                  <a:cubicBezTo>
                    <a:pt x="1199" y="2105"/>
                    <a:pt x="1188" y="2109"/>
                    <a:pt x="1191" y="2116"/>
                  </a:cubicBezTo>
                  <a:close/>
                  <a:moveTo>
                    <a:pt x="1219" y="1916"/>
                  </a:moveTo>
                  <a:cubicBezTo>
                    <a:pt x="1225" y="1921"/>
                    <a:pt x="1218" y="1933"/>
                    <a:pt x="1217" y="1940"/>
                  </a:cubicBezTo>
                  <a:cubicBezTo>
                    <a:pt x="1212" y="1935"/>
                    <a:pt x="1222" y="1926"/>
                    <a:pt x="1219" y="1916"/>
                  </a:cubicBezTo>
                  <a:close/>
                  <a:moveTo>
                    <a:pt x="1215" y="1883"/>
                  </a:moveTo>
                  <a:cubicBezTo>
                    <a:pt x="1223" y="1885"/>
                    <a:pt x="1215" y="1890"/>
                    <a:pt x="1217" y="1898"/>
                  </a:cubicBezTo>
                  <a:cubicBezTo>
                    <a:pt x="1212" y="1897"/>
                    <a:pt x="1216" y="1887"/>
                    <a:pt x="1215" y="1883"/>
                  </a:cubicBezTo>
                  <a:close/>
                  <a:moveTo>
                    <a:pt x="1215" y="1953"/>
                  </a:moveTo>
                  <a:cubicBezTo>
                    <a:pt x="1225" y="1956"/>
                    <a:pt x="1210" y="1963"/>
                    <a:pt x="1213" y="1972"/>
                  </a:cubicBezTo>
                  <a:cubicBezTo>
                    <a:pt x="1205" y="1966"/>
                    <a:pt x="1218" y="1962"/>
                    <a:pt x="1215" y="1953"/>
                  </a:cubicBezTo>
                  <a:close/>
                  <a:moveTo>
                    <a:pt x="1503" y="1667"/>
                  </a:moveTo>
                  <a:cubicBezTo>
                    <a:pt x="1497" y="1666"/>
                    <a:pt x="1501" y="1675"/>
                    <a:pt x="1496" y="1676"/>
                  </a:cubicBezTo>
                  <a:cubicBezTo>
                    <a:pt x="1479" y="1700"/>
                    <a:pt x="1478" y="1701"/>
                    <a:pt x="1477" y="1702"/>
                  </a:cubicBezTo>
                  <a:cubicBezTo>
                    <a:pt x="1453" y="1729"/>
                    <a:pt x="1455" y="1737"/>
                    <a:pt x="1448" y="1735"/>
                  </a:cubicBezTo>
                  <a:cubicBezTo>
                    <a:pt x="1421" y="1763"/>
                    <a:pt x="1414" y="1767"/>
                    <a:pt x="1411" y="1774"/>
                  </a:cubicBezTo>
                  <a:cubicBezTo>
                    <a:pt x="1382" y="1802"/>
                    <a:pt x="1374" y="1808"/>
                    <a:pt x="1370" y="1817"/>
                  </a:cubicBezTo>
                  <a:cubicBezTo>
                    <a:pt x="1349" y="1831"/>
                    <a:pt x="1347" y="1837"/>
                    <a:pt x="1344" y="1841"/>
                  </a:cubicBezTo>
                  <a:cubicBezTo>
                    <a:pt x="1317" y="1866"/>
                    <a:pt x="1313" y="1866"/>
                    <a:pt x="1311" y="1870"/>
                  </a:cubicBezTo>
                  <a:cubicBezTo>
                    <a:pt x="1280" y="1911"/>
                    <a:pt x="1267" y="1911"/>
                    <a:pt x="1267" y="1924"/>
                  </a:cubicBezTo>
                  <a:cubicBezTo>
                    <a:pt x="1224" y="1976"/>
                    <a:pt x="1220" y="1998"/>
                    <a:pt x="1206" y="2012"/>
                  </a:cubicBezTo>
                  <a:cubicBezTo>
                    <a:pt x="1215" y="1984"/>
                    <a:pt x="1215" y="1976"/>
                    <a:pt x="1221" y="1974"/>
                  </a:cubicBezTo>
                  <a:cubicBezTo>
                    <a:pt x="1251" y="1919"/>
                    <a:pt x="1250" y="1913"/>
                    <a:pt x="1254" y="1911"/>
                  </a:cubicBezTo>
                  <a:cubicBezTo>
                    <a:pt x="1282" y="1880"/>
                    <a:pt x="1282" y="1869"/>
                    <a:pt x="1289" y="1865"/>
                  </a:cubicBezTo>
                  <a:cubicBezTo>
                    <a:pt x="1309" y="1844"/>
                    <a:pt x="1311" y="1835"/>
                    <a:pt x="1320" y="1833"/>
                  </a:cubicBezTo>
                  <a:cubicBezTo>
                    <a:pt x="1356" y="1793"/>
                    <a:pt x="1359" y="1786"/>
                    <a:pt x="1365" y="1783"/>
                  </a:cubicBezTo>
                  <a:cubicBezTo>
                    <a:pt x="1384" y="1765"/>
                    <a:pt x="1385" y="1763"/>
                    <a:pt x="1387" y="1763"/>
                  </a:cubicBezTo>
                  <a:cubicBezTo>
                    <a:pt x="1411" y="1742"/>
                    <a:pt x="1423" y="1733"/>
                    <a:pt x="1435" y="1724"/>
                  </a:cubicBezTo>
                  <a:cubicBezTo>
                    <a:pt x="1481" y="1684"/>
                    <a:pt x="1482" y="1680"/>
                    <a:pt x="1485" y="1678"/>
                  </a:cubicBezTo>
                  <a:cubicBezTo>
                    <a:pt x="1501" y="1660"/>
                    <a:pt x="1504" y="1659"/>
                    <a:pt x="1505" y="1656"/>
                  </a:cubicBezTo>
                  <a:close/>
                  <a:moveTo>
                    <a:pt x="3827" y="1689"/>
                  </a:moveTo>
                  <a:cubicBezTo>
                    <a:pt x="3822" y="1681"/>
                    <a:pt x="3815" y="1679"/>
                    <a:pt x="3810" y="1674"/>
                  </a:cubicBezTo>
                  <a:cubicBezTo>
                    <a:pt x="3786" y="1654"/>
                    <a:pt x="3779" y="1651"/>
                    <a:pt x="3773" y="1648"/>
                  </a:cubicBezTo>
                  <a:cubicBezTo>
                    <a:pt x="3732" y="1620"/>
                    <a:pt x="3724" y="1621"/>
                    <a:pt x="3718" y="1614"/>
                  </a:cubicBezTo>
                  <a:cubicBezTo>
                    <a:pt x="3671" y="1584"/>
                    <a:pt x="3666" y="1588"/>
                    <a:pt x="3664" y="1582"/>
                  </a:cubicBezTo>
                  <a:cubicBezTo>
                    <a:pt x="3623" y="1550"/>
                    <a:pt x="3616" y="1549"/>
                    <a:pt x="3611" y="1541"/>
                  </a:cubicBezTo>
                  <a:cubicBezTo>
                    <a:pt x="3587" y="1524"/>
                    <a:pt x="3582" y="1515"/>
                    <a:pt x="3576" y="1512"/>
                  </a:cubicBezTo>
                  <a:cubicBezTo>
                    <a:pt x="3523" y="1447"/>
                    <a:pt x="3522" y="1437"/>
                    <a:pt x="3517" y="1439"/>
                  </a:cubicBezTo>
                  <a:cubicBezTo>
                    <a:pt x="3524" y="1435"/>
                    <a:pt x="3522" y="1438"/>
                    <a:pt x="3523" y="1439"/>
                  </a:cubicBezTo>
                  <a:cubicBezTo>
                    <a:pt x="3560" y="1475"/>
                    <a:pt x="3574" y="1484"/>
                    <a:pt x="3586" y="1501"/>
                  </a:cubicBezTo>
                  <a:cubicBezTo>
                    <a:pt x="3613" y="1523"/>
                    <a:pt x="3622" y="1521"/>
                    <a:pt x="3628" y="1532"/>
                  </a:cubicBezTo>
                  <a:cubicBezTo>
                    <a:pt x="3674" y="1562"/>
                    <a:pt x="3677" y="1565"/>
                    <a:pt x="3680" y="1570"/>
                  </a:cubicBezTo>
                  <a:cubicBezTo>
                    <a:pt x="3722" y="1587"/>
                    <a:pt x="3728" y="1593"/>
                    <a:pt x="3735" y="1596"/>
                  </a:cubicBezTo>
                  <a:cubicBezTo>
                    <a:pt x="3754" y="1599"/>
                    <a:pt x="3748" y="1599"/>
                    <a:pt x="3743" y="1594"/>
                  </a:cubicBezTo>
                  <a:cubicBezTo>
                    <a:pt x="3713" y="1575"/>
                    <a:pt x="3700" y="1574"/>
                    <a:pt x="3689" y="1562"/>
                  </a:cubicBezTo>
                  <a:cubicBezTo>
                    <a:pt x="3660" y="1547"/>
                    <a:pt x="3659" y="1539"/>
                    <a:pt x="3655" y="1541"/>
                  </a:cubicBezTo>
                  <a:cubicBezTo>
                    <a:pt x="3598" y="1497"/>
                    <a:pt x="3575" y="1479"/>
                    <a:pt x="3555" y="1453"/>
                  </a:cubicBezTo>
                  <a:cubicBezTo>
                    <a:pt x="3519" y="1416"/>
                    <a:pt x="3508" y="1416"/>
                    <a:pt x="3510" y="1407"/>
                  </a:cubicBezTo>
                  <a:cubicBezTo>
                    <a:pt x="3541" y="1429"/>
                    <a:pt x="3552" y="1443"/>
                    <a:pt x="3564" y="1453"/>
                  </a:cubicBezTo>
                  <a:cubicBezTo>
                    <a:pt x="3613" y="1486"/>
                    <a:pt x="3622" y="1505"/>
                    <a:pt x="3636" y="1508"/>
                  </a:cubicBezTo>
                  <a:cubicBezTo>
                    <a:pt x="3682" y="1535"/>
                    <a:pt x="3689" y="1542"/>
                    <a:pt x="3697" y="1547"/>
                  </a:cubicBezTo>
                  <a:cubicBezTo>
                    <a:pt x="3728" y="1568"/>
                    <a:pt x="3739" y="1569"/>
                    <a:pt x="3747" y="1578"/>
                  </a:cubicBezTo>
                  <a:cubicBezTo>
                    <a:pt x="3766" y="1589"/>
                    <a:pt x="3770" y="1596"/>
                    <a:pt x="3776" y="1595"/>
                  </a:cubicBezTo>
                  <a:cubicBezTo>
                    <a:pt x="3808" y="1618"/>
                    <a:pt x="3811" y="1625"/>
                    <a:pt x="3817" y="1623"/>
                  </a:cubicBezTo>
                  <a:cubicBezTo>
                    <a:pt x="3788" y="1599"/>
                    <a:pt x="3783" y="1590"/>
                    <a:pt x="3775" y="1589"/>
                  </a:cubicBezTo>
                  <a:cubicBezTo>
                    <a:pt x="3744" y="1565"/>
                    <a:pt x="3731" y="1560"/>
                    <a:pt x="3719" y="1548"/>
                  </a:cubicBezTo>
                  <a:cubicBezTo>
                    <a:pt x="3674" y="1518"/>
                    <a:pt x="3666" y="1521"/>
                    <a:pt x="3661" y="1513"/>
                  </a:cubicBezTo>
                  <a:cubicBezTo>
                    <a:pt x="3629" y="1493"/>
                    <a:pt x="3626" y="1488"/>
                    <a:pt x="3622" y="1488"/>
                  </a:cubicBezTo>
                  <a:cubicBezTo>
                    <a:pt x="3554" y="1431"/>
                    <a:pt x="3542" y="1419"/>
                    <a:pt x="3528" y="1411"/>
                  </a:cubicBezTo>
                  <a:cubicBezTo>
                    <a:pt x="3491" y="1368"/>
                    <a:pt x="3481" y="1362"/>
                    <a:pt x="3472" y="1350"/>
                  </a:cubicBezTo>
                  <a:cubicBezTo>
                    <a:pt x="3499" y="1360"/>
                    <a:pt x="3503" y="1368"/>
                    <a:pt x="3508" y="1370"/>
                  </a:cubicBezTo>
                  <a:cubicBezTo>
                    <a:pt x="3531" y="1391"/>
                    <a:pt x="3535" y="1392"/>
                    <a:pt x="3533" y="1395"/>
                  </a:cubicBezTo>
                  <a:cubicBezTo>
                    <a:pt x="3580" y="1434"/>
                    <a:pt x="3590" y="1438"/>
                    <a:pt x="3599" y="1447"/>
                  </a:cubicBezTo>
                  <a:cubicBezTo>
                    <a:pt x="3636" y="1472"/>
                    <a:pt x="3644" y="1476"/>
                    <a:pt x="3652" y="1483"/>
                  </a:cubicBezTo>
                  <a:cubicBezTo>
                    <a:pt x="3673" y="1489"/>
                    <a:pt x="3674" y="1496"/>
                    <a:pt x="3678" y="1495"/>
                  </a:cubicBezTo>
                  <a:cubicBezTo>
                    <a:pt x="3737" y="1528"/>
                    <a:pt x="3745" y="1534"/>
                    <a:pt x="3753" y="1536"/>
                  </a:cubicBezTo>
                  <a:cubicBezTo>
                    <a:pt x="3787" y="1557"/>
                    <a:pt x="3796" y="1562"/>
                    <a:pt x="3804" y="1568"/>
                  </a:cubicBezTo>
                  <a:cubicBezTo>
                    <a:pt x="3805" y="1561"/>
                    <a:pt x="3799" y="1556"/>
                    <a:pt x="3793" y="1552"/>
                  </a:cubicBezTo>
                  <a:cubicBezTo>
                    <a:pt x="3745" y="1525"/>
                    <a:pt x="3740" y="1519"/>
                    <a:pt x="3732" y="1518"/>
                  </a:cubicBezTo>
                  <a:cubicBezTo>
                    <a:pt x="3691" y="1496"/>
                    <a:pt x="3691" y="1492"/>
                    <a:pt x="3689" y="1491"/>
                  </a:cubicBezTo>
                  <a:cubicBezTo>
                    <a:pt x="3666" y="1478"/>
                    <a:pt x="3659" y="1477"/>
                    <a:pt x="3653" y="1471"/>
                  </a:cubicBezTo>
                  <a:cubicBezTo>
                    <a:pt x="3589" y="1424"/>
                    <a:pt x="3582" y="1422"/>
                    <a:pt x="3576" y="1417"/>
                  </a:cubicBezTo>
                  <a:cubicBezTo>
                    <a:pt x="3512" y="1356"/>
                    <a:pt x="3504" y="1353"/>
                    <a:pt x="3497" y="1347"/>
                  </a:cubicBezTo>
                  <a:cubicBezTo>
                    <a:pt x="3434" y="1269"/>
                    <a:pt x="3431" y="1265"/>
                    <a:pt x="3432" y="1261"/>
                  </a:cubicBezTo>
                  <a:cubicBezTo>
                    <a:pt x="3490" y="1320"/>
                    <a:pt x="3493" y="1321"/>
                    <a:pt x="3496" y="1320"/>
                  </a:cubicBezTo>
                  <a:cubicBezTo>
                    <a:pt x="3526" y="1349"/>
                    <a:pt x="3531" y="1358"/>
                    <a:pt x="3536" y="1362"/>
                  </a:cubicBezTo>
                  <a:cubicBezTo>
                    <a:pt x="3574" y="1397"/>
                    <a:pt x="3581" y="1398"/>
                    <a:pt x="3586" y="1405"/>
                  </a:cubicBezTo>
                  <a:cubicBezTo>
                    <a:pt x="3640" y="1440"/>
                    <a:pt x="3643" y="1443"/>
                    <a:pt x="3645" y="1448"/>
                  </a:cubicBezTo>
                  <a:cubicBezTo>
                    <a:pt x="3673" y="1473"/>
                    <a:pt x="3678" y="1469"/>
                    <a:pt x="3681" y="1471"/>
                  </a:cubicBezTo>
                  <a:cubicBezTo>
                    <a:pt x="3713" y="1487"/>
                    <a:pt x="3716" y="1501"/>
                    <a:pt x="3724" y="1499"/>
                  </a:cubicBezTo>
                  <a:cubicBezTo>
                    <a:pt x="3772" y="1524"/>
                    <a:pt x="3783" y="1533"/>
                    <a:pt x="3796" y="1534"/>
                  </a:cubicBezTo>
                  <a:cubicBezTo>
                    <a:pt x="3807" y="1534"/>
                    <a:pt x="3800" y="1533"/>
                    <a:pt x="3794" y="1527"/>
                  </a:cubicBezTo>
                  <a:cubicBezTo>
                    <a:pt x="3760" y="1515"/>
                    <a:pt x="3759" y="1505"/>
                    <a:pt x="3754" y="1509"/>
                  </a:cubicBezTo>
                  <a:cubicBezTo>
                    <a:pt x="3728" y="1498"/>
                    <a:pt x="3734" y="1492"/>
                    <a:pt x="3729" y="1493"/>
                  </a:cubicBezTo>
                  <a:cubicBezTo>
                    <a:pt x="3697" y="1467"/>
                    <a:pt x="3690" y="1476"/>
                    <a:pt x="3689" y="1467"/>
                  </a:cubicBezTo>
                  <a:cubicBezTo>
                    <a:pt x="3648" y="1438"/>
                    <a:pt x="3643" y="1437"/>
                    <a:pt x="3640" y="1429"/>
                  </a:cubicBezTo>
                  <a:cubicBezTo>
                    <a:pt x="3565" y="1379"/>
                    <a:pt x="3562" y="1371"/>
                    <a:pt x="3557" y="1370"/>
                  </a:cubicBezTo>
                  <a:cubicBezTo>
                    <a:pt x="3508" y="1322"/>
                    <a:pt x="3500" y="1312"/>
                    <a:pt x="3492" y="1303"/>
                  </a:cubicBezTo>
                  <a:cubicBezTo>
                    <a:pt x="3476" y="1289"/>
                    <a:pt x="3465" y="1285"/>
                    <a:pt x="3469" y="1278"/>
                  </a:cubicBezTo>
                  <a:cubicBezTo>
                    <a:pt x="3519" y="1313"/>
                    <a:pt x="3521" y="1321"/>
                    <a:pt x="3525" y="1319"/>
                  </a:cubicBezTo>
                  <a:cubicBezTo>
                    <a:pt x="3556" y="1344"/>
                    <a:pt x="3559" y="1347"/>
                    <a:pt x="3563" y="1347"/>
                  </a:cubicBezTo>
                  <a:cubicBezTo>
                    <a:pt x="3609" y="1374"/>
                    <a:pt x="3615" y="1384"/>
                    <a:pt x="3623" y="1384"/>
                  </a:cubicBezTo>
                  <a:cubicBezTo>
                    <a:pt x="3668" y="1413"/>
                    <a:pt x="3673" y="1420"/>
                    <a:pt x="3680" y="1422"/>
                  </a:cubicBezTo>
                  <a:cubicBezTo>
                    <a:pt x="3706" y="1438"/>
                    <a:pt x="3712" y="1443"/>
                    <a:pt x="3720" y="1444"/>
                  </a:cubicBezTo>
                  <a:cubicBezTo>
                    <a:pt x="3762" y="1470"/>
                    <a:pt x="3764" y="1478"/>
                    <a:pt x="3768" y="1476"/>
                  </a:cubicBezTo>
                  <a:cubicBezTo>
                    <a:pt x="3762" y="1471"/>
                    <a:pt x="3759" y="1466"/>
                    <a:pt x="3757" y="1461"/>
                  </a:cubicBezTo>
                  <a:cubicBezTo>
                    <a:pt x="3697" y="1429"/>
                    <a:pt x="3695" y="1419"/>
                    <a:pt x="3689" y="1420"/>
                  </a:cubicBezTo>
                  <a:cubicBezTo>
                    <a:pt x="3648" y="1395"/>
                    <a:pt x="3648" y="1394"/>
                    <a:pt x="3647" y="1392"/>
                  </a:cubicBezTo>
                  <a:cubicBezTo>
                    <a:pt x="3623" y="1371"/>
                    <a:pt x="3617" y="1377"/>
                    <a:pt x="3614" y="1370"/>
                  </a:cubicBezTo>
                  <a:cubicBezTo>
                    <a:pt x="3570" y="1344"/>
                    <a:pt x="3576" y="1338"/>
                    <a:pt x="3568" y="1342"/>
                  </a:cubicBezTo>
                  <a:cubicBezTo>
                    <a:pt x="3511" y="1303"/>
                    <a:pt x="3501" y="1291"/>
                    <a:pt x="3490" y="1285"/>
                  </a:cubicBezTo>
                  <a:cubicBezTo>
                    <a:pt x="3458" y="1254"/>
                    <a:pt x="3448" y="1254"/>
                    <a:pt x="3445" y="1245"/>
                  </a:cubicBezTo>
                  <a:cubicBezTo>
                    <a:pt x="3425" y="1230"/>
                    <a:pt x="3423" y="1227"/>
                    <a:pt x="3420" y="1226"/>
                  </a:cubicBezTo>
                  <a:cubicBezTo>
                    <a:pt x="3406" y="1202"/>
                    <a:pt x="3396" y="1204"/>
                    <a:pt x="3402" y="1199"/>
                  </a:cubicBezTo>
                  <a:cubicBezTo>
                    <a:pt x="3488" y="1263"/>
                    <a:pt x="3502" y="1269"/>
                    <a:pt x="3515" y="1276"/>
                  </a:cubicBezTo>
                  <a:cubicBezTo>
                    <a:pt x="3590" y="1319"/>
                    <a:pt x="3598" y="1326"/>
                    <a:pt x="3608" y="1330"/>
                  </a:cubicBezTo>
                  <a:cubicBezTo>
                    <a:pt x="3652" y="1363"/>
                    <a:pt x="3658" y="1360"/>
                    <a:pt x="3662" y="1367"/>
                  </a:cubicBezTo>
                  <a:cubicBezTo>
                    <a:pt x="3696" y="1396"/>
                    <a:pt x="3705" y="1402"/>
                    <a:pt x="3712" y="1412"/>
                  </a:cubicBezTo>
                  <a:cubicBezTo>
                    <a:pt x="3742" y="1439"/>
                    <a:pt x="3745" y="1445"/>
                    <a:pt x="3750" y="1448"/>
                  </a:cubicBezTo>
                  <a:cubicBezTo>
                    <a:pt x="3710" y="1400"/>
                    <a:pt x="3696" y="1387"/>
                    <a:pt x="3682" y="1372"/>
                  </a:cubicBezTo>
                  <a:cubicBezTo>
                    <a:pt x="3635" y="1319"/>
                    <a:pt x="3632" y="1314"/>
                    <a:pt x="3628" y="1313"/>
                  </a:cubicBezTo>
                  <a:cubicBezTo>
                    <a:pt x="3572" y="1267"/>
                    <a:pt x="3545" y="1249"/>
                    <a:pt x="3518" y="1230"/>
                  </a:cubicBezTo>
                  <a:cubicBezTo>
                    <a:pt x="3473" y="1209"/>
                    <a:pt x="3472" y="1198"/>
                    <a:pt x="3467" y="1203"/>
                  </a:cubicBezTo>
                  <a:cubicBezTo>
                    <a:pt x="3428" y="1181"/>
                    <a:pt x="3422" y="1174"/>
                    <a:pt x="3414" y="1173"/>
                  </a:cubicBezTo>
                  <a:cubicBezTo>
                    <a:pt x="3381" y="1146"/>
                    <a:pt x="3367" y="1135"/>
                    <a:pt x="3354" y="1125"/>
                  </a:cubicBezTo>
                  <a:cubicBezTo>
                    <a:pt x="3351" y="1113"/>
                    <a:pt x="3364" y="1118"/>
                    <a:pt x="3374" y="1127"/>
                  </a:cubicBezTo>
                  <a:cubicBezTo>
                    <a:pt x="3446" y="1170"/>
                    <a:pt x="3448" y="1171"/>
                    <a:pt x="3451" y="1170"/>
                  </a:cubicBezTo>
                  <a:cubicBezTo>
                    <a:pt x="3483" y="1191"/>
                    <a:pt x="3489" y="1192"/>
                    <a:pt x="3495" y="1195"/>
                  </a:cubicBezTo>
                  <a:cubicBezTo>
                    <a:pt x="3535" y="1210"/>
                    <a:pt x="3536" y="1218"/>
                    <a:pt x="3540" y="1215"/>
                  </a:cubicBezTo>
                  <a:cubicBezTo>
                    <a:pt x="3559" y="1230"/>
                    <a:pt x="3565" y="1220"/>
                    <a:pt x="3566" y="1228"/>
                  </a:cubicBezTo>
                  <a:cubicBezTo>
                    <a:pt x="3619" y="1240"/>
                    <a:pt x="3611" y="1246"/>
                    <a:pt x="3606" y="1241"/>
                  </a:cubicBezTo>
                  <a:cubicBezTo>
                    <a:pt x="3548" y="1214"/>
                    <a:pt x="3543" y="1208"/>
                    <a:pt x="3536" y="1209"/>
                  </a:cubicBezTo>
                  <a:cubicBezTo>
                    <a:pt x="3471" y="1175"/>
                    <a:pt x="3461" y="1165"/>
                    <a:pt x="3449" y="1161"/>
                  </a:cubicBezTo>
                  <a:cubicBezTo>
                    <a:pt x="3408" y="1139"/>
                    <a:pt x="3402" y="1137"/>
                    <a:pt x="3398" y="1130"/>
                  </a:cubicBezTo>
                  <a:cubicBezTo>
                    <a:pt x="3340" y="1089"/>
                    <a:pt x="3334" y="1084"/>
                    <a:pt x="3327" y="1077"/>
                  </a:cubicBezTo>
                  <a:cubicBezTo>
                    <a:pt x="3317" y="1064"/>
                    <a:pt x="3323" y="1067"/>
                    <a:pt x="3328" y="1074"/>
                  </a:cubicBezTo>
                  <a:cubicBezTo>
                    <a:pt x="3358" y="1090"/>
                    <a:pt x="3360" y="1098"/>
                    <a:pt x="3363" y="1098"/>
                  </a:cubicBezTo>
                  <a:cubicBezTo>
                    <a:pt x="3425" y="1134"/>
                    <a:pt x="3432" y="1139"/>
                    <a:pt x="3438" y="1142"/>
                  </a:cubicBezTo>
                  <a:cubicBezTo>
                    <a:pt x="3460" y="1158"/>
                    <a:pt x="3463" y="1159"/>
                    <a:pt x="3468" y="1156"/>
                  </a:cubicBezTo>
                  <a:cubicBezTo>
                    <a:pt x="3511" y="1180"/>
                    <a:pt x="3525" y="1185"/>
                    <a:pt x="3538" y="1192"/>
                  </a:cubicBezTo>
                  <a:cubicBezTo>
                    <a:pt x="3604" y="1225"/>
                    <a:pt x="3609" y="1234"/>
                    <a:pt x="3616" y="1235"/>
                  </a:cubicBezTo>
                  <a:cubicBezTo>
                    <a:pt x="3641" y="1254"/>
                    <a:pt x="3647" y="1261"/>
                    <a:pt x="3653" y="1266"/>
                  </a:cubicBezTo>
                  <a:cubicBezTo>
                    <a:pt x="3677" y="1288"/>
                    <a:pt x="3684" y="1291"/>
                    <a:pt x="3690" y="1296"/>
                  </a:cubicBezTo>
                  <a:cubicBezTo>
                    <a:pt x="3703" y="1302"/>
                    <a:pt x="3693" y="1298"/>
                    <a:pt x="3684" y="1286"/>
                  </a:cubicBezTo>
                  <a:cubicBezTo>
                    <a:pt x="3660" y="1267"/>
                    <a:pt x="3659" y="1260"/>
                    <a:pt x="3656" y="1261"/>
                  </a:cubicBezTo>
                  <a:cubicBezTo>
                    <a:pt x="3619" y="1228"/>
                    <a:pt x="3616" y="1229"/>
                    <a:pt x="3614" y="1225"/>
                  </a:cubicBezTo>
                  <a:cubicBezTo>
                    <a:pt x="3594" y="1204"/>
                    <a:pt x="3591" y="1205"/>
                    <a:pt x="3589" y="1201"/>
                  </a:cubicBezTo>
                  <a:cubicBezTo>
                    <a:pt x="3566" y="1181"/>
                    <a:pt x="3564" y="1176"/>
                    <a:pt x="3562" y="1173"/>
                  </a:cubicBezTo>
                  <a:cubicBezTo>
                    <a:pt x="3525" y="1143"/>
                    <a:pt x="3523" y="1142"/>
                    <a:pt x="3522" y="1141"/>
                  </a:cubicBezTo>
                  <a:cubicBezTo>
                    <a:pt x="3496" y="1126"/>
                    <a:pt x="3491" y="1125"/>
                    <a:pt x="3488" y="1120"/>
                  </a:cubicBezTo>
                  <a:cubicBezTo>
                    <a:pt x="3448" y="1095"/>
                    <a:pt x="3439" y="1087"/>
                    <a:pt x="3428" y="1082"/>
                  </a:cubicBezTo>
                  <a:cubicBezTo>
                    <a:pt x="3403" y="1070"/>
                    <a:pt x="3402" y="1063"/>
                    <a:pt x="3399" y="1064"/>
                  </a:cubicBezTo>
                  <a:cubicBezTo>
                    <a:pt x="3332" y="1024"/>
                    <a:pt x="3325" y="1028"/>
                    <a:pt x="3322" y="1020"/>
                  </a:cubicBezTo>
                  <a:cubicBezTo>
                    <a:pt x="3297" y="1005"/>
                    <a:pt x="3295" y="1003"/>
                    <a:pt x="3292" y="1002"/>
                  </a:cubicBezTo>
                  <a:cubicBezTo>
                    <a:pt x="3260" y="981"/>
                    <a:pt x="3258" y="977"/>
                    <a:pt x="3255" y="976"/>
                  </a:cubicBezTo>
                  <a:cubicBezTo>
                    <a:pt x="3231" y="953"/>
                    <a:pt x="3229" y="949"/>
                    <a:pt x="3227" y="946"/>
                  </a:cubicBezTo>
                  <a:cubicBezTo>
                    <a:pt x="3264" y="965"/>
                    <a:pt x="3274" y="976"/>
                    <a:pt x="3286" y="981"/>
                  </a:cubicBezTo>
                  <a:cubicBezTo>
                    <a:pt x="3328" y="1007"/>
                    <a:pt x="3340" y="1010"/>
                    <a:pt x="3351" y="1014"/>
                  </a:cubicBezTo>
                  <a:cubicBezTo>
                    <a:pt x="3379" y="1029"/>
                    <a:pt x="3382" y="1034"/>
                    <a:pt x="3385" y="1036"/>
                  </a:cubicBezTo>
                  <a:cubicBezTo>
                    <a:pt x="3416" y="1052"/>
                    <a:pt x="3425" y="1050"/>
                    <a:pt x="3431" y="1059"/>
                  </a:cubicBezTo>
                  <a:cubicBezTo>
                    <a:pt x="3502" y="1097"/>
                    <a:pt x="3503" y="1108"/>
                    <a:pt x="3507" y="1106"/>
                  </a:cubicBezTo>
                  <a:cubicBezTo>
                    <a:pt x="3543" y="1136"/>
                    <a:pt x="3545" y="1138"/>
                    <a:pt x="3548" y="1140"/>
                  </a:cubicBezTo>
                  <a:cubicBezTo>
                    <a:pt x="3574" y="1156"/>
                    <a:pt x="3573" y="1153"/>
                    <a:pt x="3571" y="1154"/>
                  </a:cubicBezTo>
                  <a:cubicBezTo>
                    <a:pt x="3558" y="1134"/>
                    <a:pt x="3548" y="1133"/>
                    <a:pt x="3546" y="1130"/>
                  </a:cubicBezTo>
                  <a:cubicBezTo>
                    <a:pt x="3518" y="1109"/>
                    <a:pt x="3511" y="1099"/>
                    <a:pt x="3503" y="1094"/>
                  </a:cubicBezTo>
                  <a:cubicBezTo>
                    <a:pt x="3453" y="1053"/>
                    <a:pt x="3451" y="1043"/>
                    <a:pt x="3445" y="1045"/>
                  </a:cubicBezTo>
                  <a:cubicBezTo>
                    <a:pt x="3417" y="1024"/>
                    <a:pt x="3413" y="1021"/>
                    <a:pt x="3410" y="1016"/>
                  </a:cubicBezTo>
                  <a:cubicBezTo>
                    <a:pt x="3358" y="980"/>
                    <a:pt x="3354" y="981"/>
                    <a:pt x="3351" y="976"/>
                  </a:cubicBezTo>
                  <a:cubicBezTo>
                    <a:pt x="3337" y="968"/>
                    <a:pt x="3333" y="968"/>
                    <a:pt x="3329" y="967"/>
                  </a:cubicBezTo>
                  <a:cubicBezTo>
                    <a:pt x="3294" y="946"/>
                    <a:pt x="3290" y="949"/>
                    <a:pt x="3288" y="941"/>
                  </a:cubicBezTo>
                  <a:cubicBezTo>
                    <a:pt x="3241" y="919"/>
                    <a:pt x="3237" y="920"/>
                    <a:pt x="3234" y="915"/>
                  </a:cubicBezTo>
                  <a:cubicBezTo>
                    <a:pt x="3205" y="900"/>
                    <a:pt x="3200" y="898"/>
                    <a:pt x="3195" y="899"/>
                  </a:cubicBezTo>
                  <a:cubicBezTo>
                    <a:pt x="3175" y="884"/>
                    <a:pt x="3172" y="884"/>
                    <a:pt x="3170" y="883"/>
                  </a:cubicBezTo>
                  <a:cubicBezTo>
                    <a:pt x="3195" y="875"/>
                    <a:pt x="3199" y="875"/>
                    <a:pt x="3203" y="875"/>
                  </a:cubicBezTo>
                  <a:cubicBezTo>
                    <a:pt x="3240" y="895"/>
                    <a:pt x="3246" y="887"/>
                    <a:pt x="3249" y="893"/>
                  </a:cubicBezTo>
                  <a:cubicBezTo>
                    <a:pt x="3288" y="904"/>
                    <a:pt x="3290" y="912"/>
                    <a:pt x="3294" y="910"/>
                  </a:cubicBezTo>
                  <a:cubicBezTo>
                    <a:pt x="3330" y="928"/>
                    <a:pt x="3331" y="930"/>
                    <a:pt x="3333" y="929"/>
                  </a:cubicBezTo>
                  <a:cubicBezTo>
                    <a:pt x="3357" y="941"/>
                    <a:pt x="3364" y="949"/>
                    <a:pt x="3372" y="951"/>
                  </a:cubicBezTo>
                  <a:cubicBezTo>
                    <a:pt x="3408" y="970"/>
                    <a:pt x="3410" y="979"/>
                    <a:pt x="3414" y="981"/>
                  </a:cubicBezTo>
                  <a:cubicBezTo>
                    <a:pt x="3449" y="1003"/>
                    <a:pt x="3451" y="1013"/>
                    <a:pt x="3456" y="1012"/>
                  </a:cubicBezTo>
                  <a:cubicBezTo>
                    <a:pt x="3489" y="1044"/>
                    <a:pt x="3492" y="1048"/>
                    <a:pt x="3497" y="1049"/>
                  </a:cubicBezTo>
                  <a:cubicBezTo>
                    <a:pt x="3401" y="963"/>
                    <a:pt x="3396" y="957"/>
                    <a:pt x="3390" y="954"/>
                  </a:cubicBezTo>
                  <a:cubicBezTo>
                    <a:pt x="3354" y="936"/>
                    <a:pt x="3353" y="929"/>
                    <a:pt x="3350" y="930"/>
                  </a:cubicBezTo>
                  <a:cubicBezTo>
                    <a:pt x="3324" y="912"/>
                    <a:pt x="3322" y="914"/>
                    <a:pt x="3321" y="914"/>
                  </a:cubicBezTo>
                  <a:cubicBezTo>
                    <a:pt x="3289" y="894"/>
                    <a:pt x="3285" y="896"/>
                    <a:pt x="3283" y="895"/>
                  </a:cubicBezTo>
                  <a:cubicBezTo>
                    <a:pt x="3251" y="882"/>
                    <a:pt x="3244" y="883"/>
                    <a:pt x="3238" y="879"/>
                  </a:cubicBezTo>
                  <a:cubicBezTo>
                    <a:pt x="3163" y="843"/>
                    <a:pt x="3156" y="848"/>
                    <a:pt x="3152" y="844"/>
                  </a:cubicBezTo>
                  <a:cubicBezTo>
                    <a:pt x="3129" y="824"/>
                    <a:pt x="3133" y="823"/>
                    <a:pt x="3136" y="829"/>
                  </a:cubicBezTo>
                  <a:cubicBezTo>
                    <a:pt x="3171" y="839"/>
                    <a:pt x="3173" y="840"/>
                    <a:pt x="3174" y="842"/>
                  </a:cubicBezTo>
                  <a:cubicBezTo>
                    <a:pt x="3201" y="845"/>
                    <a:pt x="3208" y="851"/>
                    <a:pt x="3217" y="851"/>
                  </a:cubicBezTo>
                  <a:cubicBezTo>
                    <a:pt x="3244" y="863"/>
                    <a:pt x="3252" y="861"/>
                    <a:pt x="3258" y="865"/>
                  </a:cubicBezTo>
                  <a:cubicBezTo>
                    <a:pt x="3312" y="888"/>
                    <a:pt x="3315" y="890"/>
                    <a:pt x="3319" y="891"/>
                  </a:cubicBezTo>
                  <a:cubicBezTo>
                    <a:pt x="3360" y="920"/>
                    <a:pt x="3365" y="916"/>
                    <a:pt x="3368" y="920"/>
                  </a:cubicBezTo>
                  <a:cubicBezTo>
                    <a:pt x="3374" y="912"/>
                    <a:pt x="3365" y="914"/>
                    <a:pt x="3358" y="907"/>
                  </a:cubicBezTo>
                  <a:cubicBezTo>
                    <a:pt x="3329" y="880"/>
                    <a:pt x="3319" y="883"/>
                    <a:pt x="3314" y="872"/>
                  </a:cubicBezTo>
                  <a:cubicBezTo>
                    <a:pt x="3285" y="856"/>
                    <a:pt x="3281" y="852"/>
                    <a:pt x="3276" y="850"/>
                  </a:cubicBezTo>
                  <a:cubicBezTo>
                    <a:pt x="3245" y="827"/>
                    <a:pt x="3239" y="825"/>
                    <a:pt x="3235" y="816"/>
                  </a:cubicBezTo>
                  <a:cubicBezTo>
                    <a:pt x="3182" y="776"/>
                    <a:pt x="3171" y="775"/>
                    <a:pt x="3161" y="768"/>
                  </a:cubicBezTo>
                  <a:cubicBezTo>
                    <a:pt x="3121" y="750"/>
                    <a:pt x="3110" y="747"/>
                    <a:pt x="3101" y="739"/>
                  </a:cubicBezTo>
                  <a:cubicBezTo>
                    <a:pt x="3052" y="714"/>
                    <a:pt x="3044" y="719"/>
                    <a:pt x="3040" y="714"/>
                  </a:cubicBezTo>
                  <a:cubicBezTo>
                    <a:pt x="3003" y="699"/>
                    <a:pt x="2998" y="697"/>
                    <a:pt x="2993" y="694"/>
                  </a:cubicBezTo>
                  <a:cubicBezTo>
                    <a:pt x="3002" y="688"/>
                    <a:pt x="3024" y="683"/>
                    <a:pt x="3048" y="671"/>
                  </a:cubicBezTo>
                  <a:cubicBezTo>
                    <a:pt x="3075" y="669"/>
                    <a:pt x="3083" y="661"/>
                    <a:pt x="3080" y="655"/>
                  </a:cubicBezTo>
                  <a:cubicBezTo>
                    <a:pt x="3030" y="667"/>
                    <a:pt x="3022" y="671"/>
                    <a:pt x="3014" y="674"/>
                  </a:cubicBezTo>
                  <a:cubicBezTo>
                    <a:pt x="3024" y="659"/>
                    <a:pt x="3033" y="668"/>
                    <a:pt x="3036" y="659"/>
                  </a:cubicBezTo>
                  <a:cubicBezTo>
                    <a:pt x="2993" y="660"/>
                    <a:pt x="2986" y="663"/>
                    <a:pt x="2980" y="666"/>
                  </a:cubicBezTo>
                  <a:cubicBezTo>
                    <a:pt x="2939" y="653"/>
                    <a:pt x="2932" y="657"/>
                    <a:pt x="2928" y="652"/>
                  </a:cubicBezTo>
                  <a:cubicBezTo>
                    <a:pt x="2898" y="634"/>
                    <a:pt x="2890" y="634"/>
                    <a:pt x="2883" y="626"/>
                  </a:cubicBezTo>
                  <a:cubicBezTo>
                    <a:pt x="2861" y="631"/>
                    <a:pt x="2869" y="634"/>
                    <a:pt x="2873" y="637"/>
                  </a:cubicBezTo>
                  <a:cubicBezTo>
                    <a:pt x="2898" y="653"/>
                    <a:pt x="2909" y="660"/>
                    <a:pt x="2918" y="668"/>
                  </a:cubicBezTo>
                  <a:cubicBezTo>
                    <a:pt x="2928" y="687"/>
                    <a:pt x="2934" y="689"/>
                    <a:pt x="2939" y="695"/>
                  </a:cubicBezTo>
                  <a:cubicBezTo>
                    <a:pt x="2944" y="721"/>
                    <a:pt x="2952" y="728"/>
                    <a:pt x="2948" y="731"/>
                  </a:cubicBezTo>
                  <a:cubicBezTo>
                    <a:pt x="2950" y="798"/>
                    <a:pt x="2944" y="807"/>
                    <a:pt x="2940" y="817"/>
                  </a:cubicBezTo>
                  <a:cubicBezTo>
                    <a:pt x="2938" y="837"/>
                    <a:pt x="2940" y="824"/>
                    <a:pt x="2950" y="820"/>
                  </a:cubicBezTo>
                  <a:cubicBezTo>
                    <a:pt x="2961" y="789"/>
                    <a:pt x="2962" y="779"/>
                    <a:pt x="2965" y="784"/>
                  </a:cubicBezTo>
                  <a:cubicBezTo>
                    <a:pt x="2967" y="814"/>
                    <a:pt x="2969" y="828"/>
                    <a:pt x="2968" y="842"/>
                  </a:cubicBezTo>
                  <a:cubicBezTo>
                    <a:pt x="2974" y="934"/>
                    <a:pt x="2982" y="943"/>
                    <a:pt x="2978" y="949"/>
                  </a:cubicBezTo>
                  <a:cubicBezTo>
                    <a:pt x="2990" y="987"/>
                    <a:pt x="2993" y="1001"/>
                    <a:pt x="2999" y="1016"/>
                  </a:cubicBezTo>
                  <a:cubicBezTo>
                    <a:pt x="3032" y="1065"/>
                    <a:pt x="3034" y="1074"/>
                    <a:pt x="3041" y="1085"/>
                  </a:cubicBezTo>
                  <a:cubicBezTo>
                    <a:pt x="3045" y="1117"/>
                    <a:pt x="3048" y="1125"/>
                    <a:pt x="3047" y="1133"/>
                  </a:cubicBezTo>
                  <a:cubicBezTo>
                    <a:pt x="3052" y="1173"/>
                    <a:pt x="3059" y="1185"/>
                    <a:pt x="3062" y="1183"/>
                  </a:cubicBezTo>
                  <a:cubicBezTo>
                    <a:pt x="3055" y="1114"/>
                    <a:pt x="3058" y="1119"/>
                    <a:pt x="3061" y="1120"/>
                  </a:cubicBezTo>
                  <a:cubicBezTo>
                    <a:pt x="3064" y="1132"/>
                    <a:pt x="3070" y="1142"/>
                    <a:pt x="3064" y="1148"/>
                  </a:cubicBezTo>
                  <a:cubicBezTo>
                    <a:pt x="3067" y="1182"/>
                    <a:pt x="3066" y="1190"/>
                    <a:pt x="3065" y="1197"/>
                  </a:cubicBezTo>
                  <a:cubicBezTo>
                    <a:pt x="3076" y="1282"/>
                    <a:pt x="3077" y="1290"/>
                    <a:pt x="3079" y="1299"/>
                  </a:cubicBezTo>
                  <a:cubicBezTo>
                    <a:pt x="3087" y="1310"/>
                    <a:pt x="3085" y="1298"/>
                    <a:pt x="3082" y="1286"/>
                  </a:cubicBezTo>
                  <a:cubicBezTo>
                    <a:pt x="3078" y="1227"/>
                    <a:pt x="3069" y="1205"/>
                    <a:pt x="3075" y="1186"/>
                  </a:cubicBezTo>
                  <a:cubicBezTo>
                    <a:pt x="3073" y="1135"/>
                    <a:pt x="3072" y="1130"/>
                    <a:pt x="3076" y="1125"/>
                  </a:cubicBezTo>
                  <a:cubicBezTo>
                    <a:pt x="3075" y="1028"/>
                    <a:pt x="3067" y="1020"/>
                    <a:pt x="3071" y="1016"/>
                  </a:cubicBezTo>
                  <a:cubicBezTo>
                    <a:pt x="3067" y="980"/>
                    <a:pt x="3066" y="975"/>
                    <a:pt x="3063" y="969"/>
                  </a:cubicBezTo>
                  <a:cubicBezTo>
                    <a:pt x="3057" y="926"/>
                    <a:pt x="3056" y="916"/>
                    <a:pt x="3054" y="905"/>
                  </a:cubicBezTo>
                  <a:cubicBezTo>
                    <a:pt x="3049" y="868"/>
                    <a:pt x="3041" y="861"/>
                    <a:pt x="3046" y="858"/>
                  </a:cubicBezTo>
                  <a:cubicBezTo>
                    <a:pt x="3031" y="797"/>
                    <a:pt x="3030" y="786"/>
                    <a:pt x="3022" y="773"/>
                  </a:cubicBezTo>
                  <a:cubicBezTo>
                    <a:pt x="3014" y="747"/>
                    <a:pt x="3011" y="747"/>
                    <a:pt x="3016" y="744"/>
                  </a:cubicBezTo>
                  <a:cubicBezTo>
                    <a:pt x="3050" y="839"/>
                    <a:pt x="3059" y="847"/>
                    <a:pt x="3056" y="852"/>
                  </a:cubicBezTo>
                  <a:cubicBezTo>
                    <a:pt x="3070" y="887"/>
                    <a:pt x="3065" y="889"/>
                    <a:pt x="3069" y="894"/>
                  </a:cubicBezTo>
                  <a:cubicBezTo>
                    <a:pt x="3084" y="974"/>
                    <a:pt x="3084" y="987"/>
                    <a:pt x="3087" y="1001"/>
                  </a:cubicBezTo>
                  <a:cubicBezTo>
                    <a:pt x="3086" y="1036"/>
                    <a:pt x="3093" y="1041"/>
                    <a:pt x="3089" y="1044"/>
                  </a:cubicBezTo>
                  <a:cubicBezTo>
                    <a:pt x="3093" y="1109"/>
                    <a:pt x="3094" y="1113"/>
                    <a:pt x="3092" y="1116"/>
                  </a:cubicBezTo>
                  <a:cubicBezTo>
                    <a:pt x="3094" y="1174"/>
                    <a:pt x="3095" y="1181"/>
                    <a:pt x="3095" y="1188"/>
                  </a:cubicBezTo>
                  <a:cubicBezTo>
                    <a:pt x="3102" y="1188"/>
                    <a:pt x="3095" y="1183"/>
                    <a:pt x="3099" y="1180"/>
                  </a:cubicBezTo>
                  <a:cubicBezTo>
                    <a:pt x="3098" y="1147"/>
                    <a:pt x="3098" y="1144"/>
                    <a:pt x="3101" y="1141"/>
                  </a:cubicBezTo>
                  <a:cubicBezTo>
                    <a:pt x="3103" y="1088"/>
                    <a:pt x="3096" y="1082"/>
                    <a:pt x="3099" y="1079"/>
                  </a:cubicBezTo>
                  <a:cubicBezTo>
                    <a:pt x="3102" y="1056"/>
                    <a:pt x="3097" y="1051"/>
                    <a:pt x="3103" y="1049"/>
                  </a:cubicBezTo>
                  <a:cubicBezTo>
                    <a:pt x="3108" y="1090"/>
                    <a:pt x="3111" y="1096"/>
                    <a:pt x="3108" y="1101"/>
                  </a:cubicBezTo>
                  <a:cubicBezTo>
                    <a:pt x="3109" y="1140"/>
                    <a:pt x="3116" y="1148"/>
                    <a:pt x="3110" y="1152"/>
                  </a:cubicBezTo>
                  <a:cubicBezTo>
                    <a:pt x="3112" y="1193"/>
                    <a:pt x="3113" y="1198"/>
                    <a:pt x="3112" y="1203"/>
                  </a:cubicBezTo>
                  <a:cubicBezTo>
                    <a:pt x="3115" y="1245"/>
                    <a:pt x="3109" y="1249"/>
                    <a:pt x="3112" y="1255"/>
                  </a:cubicBezTo>
                  <a:cubicBezTo>
                    <a:pt x="3109" y="1311"/>
                    <a:pt x="3117" y="1319"/>
                    <a:pt x="3115" y="1324"/>
                  </a:cubicBezTo>
                  <a:cubicBezTo>
                    <a:pt x="3117" y="1370"/>
                    <a:pt x="3120" y="1383"/>
                    <a:pt x="3117" y="1394"/>
                  </a:cubicBezTo>
                  <a:cubicBezTo>
                    <a:pt x="3127" y="1414"/>
                    <a:pt x="3128" y="1401"/>
                    <a:pt x="3121" y="1387"/>
                  </a:cubicBezTo>
                  <a:cubicBezTo>
                    <a:pt x="3122" y="1355"/>
                    <a:pt x="3121" y="1352"/>
                    <a:pt x="3124" y="1349"/>
                  </a:cubicBezTo>
                  <a:cubicBezTo>
                    <a:pt x="3129" y="1294"/>
                    <a:pt x="3130" y="1292"/>
                    <a:pt x="3132" y="1290"/>
                  </a:cubicBezTo>
                  <a:cubicBezTo>
                    <a:pt x="3132" y="1271"/>
                    <a:pt x="3133" y="1275"/>
                    <a:pt x="3136" y="1274"/>
                  </a:cubicBezTo>
                  <a:cubicBezTo>
                    <a:pt x="3145" y="1244"/>
                    <a:pt x="3144" y="1234"/>
                    <a:pt x="3149" y="1226"/>
                  </a:cubicBezTo>
                  <a:cubicBezTo>
                    <a:pt x="3150" y="1183"/>
                    <a:pt x="3156" y="1181"/>
                    <a:pt x="3152" y="1178"/>
                  </a:cubicBezTo>
                  <a:cubicBezTo>
                    <a:pt x="3155" y="1141"/>
                    <a:pt x="3153" y="1134"/>
                    <a:pt x="3157" y="1128"/>
                  </a:cubicBezTo>
                  <a:cubicBezTo>
                    <a:pt x="3158" y="1062"/>
                    <a:pt x="3159" y="1055"/>
                    <a:pt x="3157" y="1049"/>
                  </a:cubicBezTo>
                  <a:cubicBezTo>
                    <a:pt x="3160" y="982"/>
                    <a:pt x="3153" y="974"/>
                    <a:pt x="3155" y="968"/>
                  </a:cubicBezTo>
                  <a:cubicBezTo>
                    <a:pt x="3145" y="922"/>
                    <a:pt x="3151" y="920"/>
                    <a:pt x="3150" y="916"/>
                  </a:cubicBezTo>
                  <a:cubicBezTo>
                    <a:pt x="3147" y="883"/>
                    <a:pt x="3153" y="880"/>
                    <a:pt x="3156" y="888"/>
                  </a:cubicBezTo>
                  <a:cubicBezTo>
                    <a:pt x="3165" y="928"/>
                    <a:pt x="3166" y="926"/>
                    <a:pt x="3169" y="935"/>
                  </a:cubicBezTo>
                  <a:cubicBezTo>
                    <a:pt x="3187" y="1039"/>
                    <a:pt x="3186" y="1046"/>
                    <a:pt x="3189" y="1055"/>
                  </a:cubicBezTo>
                  <a:cubicBezTo>
                    <a:pt x="3185" y="1114"/>
                    <a:pt x="3188" y="1123"/>
                    <a:pt x="3185" y="1131"/>
                  </a:cubicBezTo>
                  <a:cubicBezTo>
                    <a:pt x="3179" y="1213"/>
                    <a:pt x="3173" y="1220"/>
                    <a:pt x="3176" y="1229"/>
                  </a:cubicBezTo>
                  <a:cubicBezTo>
                    <a:pt x="3163" y="1280"/>
                    <a:pt x="3160" y="1284"/>
                    <a:pt x="3163" y="1289"/>
                  </a:cubicBezTo>
                  <a:cubicBezTo>
                    <a:pt x="3153" y="1341"/>
                    <a:pt x="3148" y="1356"/>
                    <a:pt x="3149" y="1373"/>
                  </a:cubicBezTo>
                  <a:cubicBezTo>
                    <a:pt x="3151" y="1417"/>
                    <a:pt x="3144" y="1420"/>
                    <a:pt x="3149" y="1425"/>
                  </a:cubicBezTo>
                  <a:cubicBezTo>
                    <a:pt x="3155" y="1378"/>
                    <a:pt x="3156" y="1367"/>
                    <a:pt x="3154" y="1354"/>
                  </a:cubicBezTo>
                  <a:cubicBezTo>
                    <a:pt x="3165" y="1316"/>
                    <a:pt x="3166" y="1311"/>
                    <a:pt x="3167" y="1305"/>
                  </a:cubicBezTo>
                  <a:cubicBezTo>
                    <a:pt x="3176" y="1270"/>
                    <a:pt x="3175" y="1267"/>
                    <a:pt x="3177" y="1264"/>
                  </a:cubicBezTo>
                  <a:cubicBezTo>
                    <a:pt x="3187" y="1210"/>
                    <a:pt x="3189" y="1199"/>
                    <a:pt x="3191" y="1188"/>
                  </a:cubicBezTo>
                  <a:cubicBezTo>
                    <a:pt x="3195" y="1149"/>
                    <a:pt x="3193" y="1142"/>
                    <a:pt x="3194" y="1137"/>
                  </a:cubicBezTo>
                  <a:cubicBezTo>
                    <a:pt x="3196" y="1100"/>
                    <a:pt x="3196" y="1097"/>
                    <a:pt x="3197" y="1094"/>
                  </a:cubicBezTo>
                  <a:cubicBezTo>
                    <a:pt x="3195" y="1071"/>
                    <a:pt x="3197" y="1069"/>
                    <a:pt x="3195" y="1066"/>
                  </a:cubicBezTo>
                  <a:cubicBezTo>
                    <a:pt x="3196" y="1014"/>
                    <a:pt x="3190" y="1009"/>
                    <a:pt x="3193" y="1006"/>
                  </a:cubicBezTo>
                  <a:cubicBezTo>
                    <a:pt x="3187" y="970"/>
                    <a:pt x="3186" y="957"/>
                    <a:pt x="3181" y="942"/>
                  </a:cubicBezTo>
                  <a:cubicBezTo>
                    <a:pt x="3172" y="905"/>
                    <a:pt x="3165" y="899"/>
                    <a:pt x="3169" y="897"/>
                  </a:cubicBezTo>
                  <a:cubicBezTo>
                    <a:pt x="3193" y="936"/>
                    <a:pt x="3197" y="938"/>
                    <a:pt x="3200" y="945"/>
                  </a:cubicBezTo>
                  <a:cubicBezTo>
                    <a:pt x="3205" y="988"/>
                    <a:pt x="3213" y="1001"/>
                    <a:pt x="3210" y="1011"/>
                  </a:cubicBezTo>
                  <a:cubicBezTo>
                    <a:pt x="3216" y="1080"/>
                    <a:pt x="3212" y="1084"/>
                    <a:pt x="3217" y="1091"/>
                  </a:cubicBezTo>
                  <a:cubicBezTo>
                    <a:pt x="3214" y="1126"/>
                    <a:pt x="3219" y="1133"/>
                    <a:pt x="3217" y="1138"/>
                  </a:cubicBezTo>
                  <a:cubicBezTo>
                    <a:pt x="3206" y="1258"/>
                    <a:pt x="3194" y="1263"/>
                    <a:pt x="3198" y="1272"/>
                  </a:cubicBezTo>
                  <a:cubicBezTo>
                    <a:pt x="3179" y="1351"/>
                    <a:pt x="3173" y="1358"/>
                    <a:pt x="3172" y="1366"/>
                  </a:cubicBezTo>
                  <a:cubicBezTo>
                    <a:pt x="3163" y="1392"/>
                    <a:pt x="3160" y="1394"/>
                    <a:pt x="3160" y="1397"/>
                  </a:cubicBezTo>
                  <a:cubicBezTo>
                    <a:pt x="3154" y="1428"/>
                    <a:pt x="3159" y="1432"/>
                    <a:pt x="3153" y="1434"/>
                  </a:cubicBezTo>
                  <a:cubicBezTo>
                    <a:pt x="3150" y="1467"/>
                    <a:pt x="3150" y="1472"/>
                    <a:pt x="3147" y="1475"/>
                  </a:cubicBezTo>
                  <a:cubicBezTo>
                    <a:pt x="3151" y="1507"/>
                    <a:pt x="3154" y="1515"/>
                    <a:pt x="3160" y="1512"/>
                  </a:cubicBezTo>
                  <a:cubicBezTo>
                    <a:pt x="3159" y="1447"/>
                    <a:pt x="3165" y="1441"/>
                    <a:pt x="3164" y="1433"/>
                  </a:cubicBezTo>
                  <a:cubicBezTo>
                    <a:pt x="3173" y="1372"/>
                    <a:pt x="3184" y="1371"/>
                    <a:pt x="3180" y="1366"/>
                  </a:cubicBezTo>
                  <a:cubicBezTo>
                    <a:pt x="3201" y="1314"/>
                    <a:pt x="3194" y="1304"/>
                    <a:pt x="3201" y="1297"/>
                  </a:cubicBezTo>
                  <a:cubicBezTo>
                    <a:pt x="3225" y="1182"/>
                    <a:pt x="3222" y="1176"/>
                    <a:pt x="3225" y="1171"/>
                  </a:cubicBezTo>
                  <a:cubicBezTo>
                    <a:pt x="3228" y="1123"/>
                    <a:pt x="3230" y="1121"/>
                    <a:pt x="3227" y="1118"/>
                  </a:cubicBezTo>
                  <a:cubicBezTo>
                    <a:pt x="3225" y="1065"/>
                    <a:pt x="3224" y="1055"/>
                    <a:pt x="3223" y="1044"/>
                  </a:cubicBezTo>
                  <a:cubicBezTo>
                    <a:pt x="3215" y="989"/>
                    <a:pt x="3220" y="986"/>
                    <a:pt x="3216" y="979"/>
                  </a:cubicBezTo>
                  <a:cubicBezTo>
                    <a:pt x="3216" y="948"/>
                    <a:pt x="3217" y="958"/>
                    <a:pt x="3221" y="955"/>
                  </a:cubicBezTo>
                  <a:cubicBezTo>
                    <a:pt x="3228" y="1001"/>
                    <a:pt x="3229" y="1009"/>
                    <a:pt x="3230" y="1018"/>
                  </a:cubicBezTo>
                  <a:cubicBezTo>
                    <a:pt x="3236" y="1076"/>
                    <a:pt x="3243" y="1086"/>
                    <a:pt x="3241" y="1094"/>
                  </a:cubicBezTo>
                  <a:cubicBezTo>
                    <a:pt x="3239" y="1134"/>
                    <a:pt x="3241" y="1139"/>
                    <a:pt x="3245" y="1144"/>
                  </a:cubicBezTo>
                  <a:cubicBezTo>
                    <a:pt x="3236" y="1237"/>
                    <a:pt x="3231" y="1250"/>
                    <a:pt x="3231" y="1264"/>
                  </a:cubicBezTo>
                  <a:cubicBezTo>
                    <a:pt x="3225" y="1290"/>
                    <a:pt x="3224" y="1296"/>
                    <a:pt x="3220" y="1302"/>
                  </a:cubicBezTo>
                  <a:cubicBezTo>
                    <a:pt x="3214" y="1328"/>
                    <a:pt x="3216" y="1336"/>
                    <a:pt x="3213" y="1342"/>
                  </a:cubicBezTo>
                  <a:cubicBezTo>
                    <a:pt x="3207" y="1365"/>
                    <a:pt x="3199" y="1366"/>
                    <a:pt x="3202" y="1370"/>
                  </a:cubicBezTo>
                  <a:cubicBezTo>
                    <a:pt x="3194" y="1393"/>
                    <a:pt x="3193" y="1396"/>
                    <a:pt x="3191" y="1399"/>
                  </a:cubicBezTo>
                  <a:cubicBezTo>
                    <a:pt x="3182" y="1431"/>
                    <a:pt x="3186" y="1436"/>
                    <a:pt x="3180" y="1438"/>
                  </a:cubicBezTo>
                  <a:cubicBezTo>
                    <a:pt x="3184" y="1446"/>
                    <a:pt x="3192" y="1438"/>
                    <a:pt x="3188" y="1427"/>
                  </a:cubicBezTo>
                  <a:cubicBezTo>
                    <a:pt x="3201" y="1389"/>
                    <a:pt x="3204" y="1380"/>
                    <a:pt x="3210" y="1371"/>
                  </a:cubicBezTo>
                  <a:cubicBezTo>
                    <a:pt x="3234" y="1306"/>
                    <a:pt x="3232" y="1295"/>
                    <a:pt x="3235" y="1286"/>
                  </a:cubicBezTo>
                  <a:cubicBezTo>
                    <a:pt x="3246" y="1236"/>
                    <a:pt x="3245" y="1231"/>
                    <a:pt x="3245" y="1226"/>
                  </a:cubicBezTo>
                  <a:cubicBezTo>
                    <a:pt x="3252" y="1156"/>
                    <a:pt x="3254" y="1146"/>
                    <a:pt x="3251" y="1135"/>
                  </a:cubicBezTo>
                  <a:cubicBezTo>
                    <a:pt x="3253" y="1084"/>
                    <a:pt x="3246" y="1062"/>
                    <a:pt x="3243" y="1041"/>
                  </a:cubicBezTo>
                  <a:cubicBezTo>
                    <a:pt x="3240" y="998"/>
                    <a:pt x="3234" y="986"/>
                    <a:pt x="3236" y="976"/>
                  </a:cubicBezTo>
                  <a:cubicBezTo>
                    <a:pt x="3253" y="1016"/>
                    <a:pt x="3250" y="1025"/>
                    <a:pt x="3251" y="1036"/>
                  </a:cubicBezTo>
                  <a:cubicBezTo>
                    <a:pt x="3259" y="1058"/>
                    <a:pt x="3260" y="1059"/>
                    <a:pt x="3260" y="1061"/>
                  </a:cubicBezTo>
                  <a:cubicBezTo>
                    <a:pt x="3265" y="1094"/>
                    <a:pt x="3262" y="1098"/>
                    <a:pt x="3263" y="1103"/>
                  </a:cubicBezTo>
                  <a:cubicBezTo>
                    <a:pt x="3267" y="1125"/>
                    <a:pt x="3264" y="1130"/>
                    <a:pt x="3264" y="1135"/>
                  </a:cubicBezTo>
                  <a:cubicBezTo>
                    <a:pt x="3265" y="1184"/>
                    <a:pt x="3263" y="1186"/>
                    <a:pt x="3262" y="1188"/>
                  </a:cubicBezTo>
                  <a:cubicBezTo>
                    <a:pt x="3264" y="1224"/>
                    <a:pt x="3258" y="1233"/>
                    <a:pt x="3261" y="1244"/>
                  </a:cubicBezTo>
                  <a:cubicBezTo>
                    <a:pt x="3258" y="1295"/>
                    <a:pt x="3252" y="1299"/>
                    <a:pt x="3248" y="1303"/>
                  </a:cubicBezTo>
                  <a:cubicBezTo>
                    <a:pt x="3248" y="1327"/>
                    <a:pt x="3244" y="1332"/>
                    <a:pt x="3247" y="1339"/>
                  </a:cubicBezTo>
                  <a:cubicBezTo>
                    <a:pt x="3235" y="1378"/>
                    <a:pt x="3233" y="1384"/>
                    <a:pt x="3235" y="1390"/>
                  </a:cubicBezTo>
                  <a:cubicBezTo>
                    <a:pt x="3220" y="1427"/>
                    <a:pt x="3219" y="1429"/>
                    <a:pt x="3218" y="1432"/>
                  </a:cubicBezTo>
                  <a:cubicBezTo>
                    <a:pt x="3202" y="1481"/>
                    <a:pt x="3197" y="1486"/>
                    <a:pt x="3198" y="1493"/>
                  </a:cubicBezTo>
                  <a:cubicBezTo>
                    <a:pt x="3188" y="1549"/>
                    <a:pt x="3188" y="1552"/>
                    <a:pt x="3190" y="1555"/>
                  </a:cubicBezTo>
                  <a:cubicBezTo>
                    <a:pt x="3191" y="1578"/>
                    <a:pt x="3185" y="1580"/>
                    <a:pt x="3187" y="1584"/>
                  </a:cubicBezTo>
                  <a:cubicBezTo>
                    <a:pt x="3198" y="1539"/>
                    <a:pt x="3196" y="1531"/>
                    <a:pt x="3200" y="1525"/>
                  </a:cubicBezTo>
                  <a:cubicBezTo>
                    <a:pt x="3215" y="1451"/>
                    <a:pt x="3233" y="1424"/>
                    <a:pt x="3240" y="1395"/>
                  </a:cubicBezTo>
                  <a:cubicBezTo>
                    <a:pt x="3242" y="1369"/>
                    <a:pt x="3253" y="1367"/>
                    <a:pt x="3249" y="1362"/>
                  </a:cubicBezTo>
                  <a:cubicBezTo>
                    <a:pt x="3258" y="1328"/>
                    <a:pt x="3257" y="1326"/>
                    <a:pt x="3258" y="1325"/>
                  </a:cubicBezTo>
                  <a:cubicBezTo>
                    <a:pt x="3263" y="1299"/>
                    <a:pt x="3264" y="1292"/>
                    <a:pt x="3265" y="1285"/>
                  </a:cubicBezTo>
                  <a:cubicBezTo>
                    <a:pt x="3273" y="1232"/>
                    <a:pt x="3267" y="1222"/>
                    <a:pt x="3275" y="1216"/>
                  </a:cubicBezTo>
                  <a:cubicBezTo>
                    <a:pt x="3273" y="1181"/>
                    <a:pt x="3272" y="1177"/>
                    <a:pt x="3275" y="1173"/>
                  </a:cubicBezTo>
                  <a:cubicBezTo>
                    <a:pt x="3271" y="1142"/>
                    <a:pt x="3276" y="1139"/>
                    <a:pt x="3275" y="1135"/>
                  </a:cubicBezTo>
                  <a:cubicBezTo>
                    <a:pt x="3275" y="1115"/>
                    <a:pt x="3277" y="1113"/>
                    <a:pt x="3275" y="1110"/>
                  </a:cubicBezTo>
                  <a:cubicBezTo>
                    <a:pt x="3266" y="1042"/>
                    <a:pt x="3265" y="1039"/>
                    <a:pt x="3265" y="1036"/>
                  </a:cubicBezTo>
                  <a:cubicBezTo>
                    <a:pt x="3265" y="1022"/>
                    <a:pt x="3274" y="1018"/>
                    <a:pt x="3279" y="1031"/>
                  </a:cubicBezTo>
                  <a:cubicBezTo>
                    <a:pt x="3283" y="1112"/>
                    <a:pt x="3292" y="1110"/>
                    <a:pt x="3289" y="1116"/>
                  </a:cubicBezTo>
                  <a:cubicBezTo>
                    <a:pt x="3295" y="1149"/>
                    <a:pt x="3288" y="1153"/>
                    <a:pt x="3292" y="1160"/>
                  </a:cubicBezTo>
                  <a:cubicBezTo>
                    <a:pt x="3290" y="1231"/>
                    <a:pt x="3294" y="1237"/>
                    <a:pt x="3293" y="1242"/>
                  </a:cubicBezTo>
                  <a:cubicBezTo>
                    <a:pt x="3292" y="1281"/>
                    <a:pt x="3291" y="1286"/>
                    <a:pt x="3288" y="1291"/>
                  </a:cubicBezTo>
                  <a:cubicBezTo>
                    <a:pt x="3287" y="1318"/>
                    <a:pt x="3281" y="1319"/>
                    <a:pt x="3284" y="1323"/>
                  </a:cubicBezTo>
                  <a:cubicBezTo>
                    <a:pt x="3273" y="1372"/>
                    <a:pt x="3269" y="1374"/>
                    <a:pt x="3268" y="1376"/>
                  </a:cubicBezTo>
                  <a:cubicBezTo>
                    <a:pt x="3258" y="1401"/>
                    <a:pt x="3267" y="1409"/>
                    <a:pt x="3258" y="1412"/>
                  </a:cubicBezTo>
                  <a:cubicBezTo>
                    <a:pt x="3246" y="1448"/>
                    <a:pt x="3240" y="1456"/>
                    <a:pt x="3240" y="1466"/>
                  </a:cubicBezTo>
                  <a:cubicBezTo>
                    <a:pt x="3232" y="1498"/>
                    <a:pt x="3226" y="1501"/>
                    <a:pt x="3224" y="1505"/>
                  </a:cubicBezTo>
                  <a:cubicBezTo>
                    <a:pt x="3214" y="1537"/>
                    <a:pt x="3214" y="1542"/>
                    <a:pt x="3213" y="1547"/>
                  </a:cubicBezTo>
                  <a:cubicBezTo>
                    <a:pt x="3210" y="1570"/>
                    <a:pt x="3207" y="1572"/>
                    <a:pt x="3207" y="1575"/>
                  </a:cubicBezTo>
                  <a:cubicBezTo>
                    <a:pt x="3206" y="1587"/>
                    <a:pt x="3213" y="1574"/>
                    <a:pt x="3217" y="1559"/>
                  </a:cubicBezTo>
                  <a:cubicBezTo>
                    <a:pt x="3226" y="1523"/>
                    <a:pt x="3228" y="1522"/>
                    <a:pt x="3227" y="1520"/>
                  </a:cubicBezTo>
                  <a:cubicBezTo>
                    <a:pt x="3236" y="1499"/>
                    <a:pt x="3235" y="1495"/>
                    <a:pt x="3238" y="1492"/>
                  </a:cubicBezTo>
                  <a:cubicBezTo>
                    <a:pt x="3249" y="1462"/>
                    <a:pt x="3251" y="1454"/>
                    <a:pt x="3254" y="1447"/>
                  </a:cubicBezTo>
                  <a:cubicBezTo>
                    <a:pt x="3266" y="1434"/>
                    <a:pt x="3259" y="1428"/>
                    <a:pt x="3267" y="1426"/>
                  </a:cubicBezTo>
                  <a:cubicBezTo>
                    <a:pt x="3291" y="1328"/>
                    <a:pt x="3293" y="1319"/>
                    <a:pt x="3295" y="1309"/>
                  </a:cubicBezTo>
                  <a:cubicBezTo>
                    <a:pt x="3295" y="1272"/>
                    <a:pt x="3304" y="1270"/>
                    <a:pt x="3299" y="1263"/>
                  </a:cubicBezTo>
                  <a:cubicBezTo>
                    <a:pt x="3300" y="1227"/>
                    <a:pt x="3303" y="1222"/>
                    <a:pt x="3300" y="1216"/>
                  </a:cubicBezTo>
                  <a:cubicBezTo>
                    <a:pt x="3306" y="1096"/>
                    <a:pt x="3289" y="1092"/>
                    <a:pt x="3296" y="1084"/>
                  </a:cubicBezTo>
                  <a:cubicBezTo>
                    <a:pt x="3307" y="1085"/>
                    <a:pt x="3304" y="1080"/>
                    <a:pt x="3302" y="1086"/>
                  </a:cubicBezTo>
                  <a:cubicBezTo>
                    <a:pt x="3316" y="1116"/>
                    <a:pt x="3310" y="1118"/>
                    <a:pt x="3315" y="1123"/>
                  </a:cubicBezTo>
                  <a:cubicBezTo>
                    <a:pt x="3320" y="1188"/>
                    <a:pt x="3309" y="1192"/>
                    <a:pt x="3315" y="1199"/>
                  </a:cubicBezTo>
                  <a:cubicBezTo>
                    <a:pt x="3308" y="1229"/>
                    <a:pt x="3313" y="1234"/>
                    <a:pt x="3311" y="1237"/>
                  </a:cubicBezTo>
                  <a:cubicBezTo>
                    <a:pt x="3302" y="1311"/>
                    <a:pt x="3307" y="1327"/>
                    <a:pt x="3302" y="1340"/>
                  </a:cubicBezTo>
                  <a:cubicBezTo>
                    <a:pt x="3290" y="1405"/>
                    <a:pt x="3289" y="1408"/>
                    <a:pt x="3288" y="1411"/>
                  </a:cubicBezTo>
                  <a:cubicBezTo>
                    <a:pt x="3277" y="1471"/>
                    <a:pt x="3275" y="1477"/>
                    <a:pt x="3272" y="1483"/>
                  </a:cubicBezTo>
                  <a:cubicBezTo>
                    <a:pt x="3265" y="1511"/>
                    <a:pt x="3263" y="1517"/>
                    <a:pt x="3263" y="1524"/>
                  </a:cubicBezTo>
                  <a:cubicBezTo>
                    <a:pt x="3248" y="1557"/>
                    <a:pt x="3247" y="1560"/>
                    <a:pt x="3250" y="1564"/>
                  </a:cubicBezTo>
                  <a:cubicBezTo>
                    <a:pt x="3251" y="1572"/>
                    <a:pt x="3252" y="1561"/>
                    <a:pt x="3259" y="1551"/>
                  </a:cubicBezTo>
                  <a:cubicBezTo>
                    <a:pt x="3271" y="1525"/>
                    <a:pt x="3265" y="1520"/>
                    <a:pt x="3270" y="1518"/>
                  </a:cubicBezTo>
                  <a:cubicBezTo>
                    <a:pt x="3282" y="1472"/>
                    <a:pt x="3288" y="1462"/>
                    <a:pt x="3291" y="1450"/>
                  </a:cubicBezTo>
                  <a:cubicBezTo>
                    <a:pt x="3301" y="1403"/>
                    <a:pt x="3302" y="1399"/>
                    <a:pt x="3301" y="1396"/>
                  </a:cubicBezTo>
                  <a:cubicBezTo>
                    <a:pt x="3305" y="1383"/>
                    <a:pt x="3304" y="1381"/>
                    <a:pt x="3306" y="1379"/>
                  </a:cubicBezTo>
                  <a:cubicBezTo>
                    <a:pt x="3314" y="1359"/>
                    <a:pt x="3308" y="1354"/>
                    <a:pt x="3311" y="1352"/>
                  </a:cubicBezTo>
                  <a:cubicBezTo>
                    <a:pt x="3312" y="1308"/>
                    <a:pt x="3320" y="1302"/>
                    <a:pt x="3317" y="1294"/>
                  </a:cubicBezTo>
                  <a:cubicBezTo>
                    <a:pt x="3325" y="1246"/>
                    <a:pt x="3318" y="1237"/>
                    <a:pt x="3322" y="1231"/>
                  </a:cubicBezTo>
                  <a:cubicBezTo>
                    <a:pt x="3327" y="1166"/>
                    <a:pt x="3326" y="1162"/>
                    <a:pt x="3324" y="1158"/>
                  </a:cubicBezTo>
                  <a:cubicBezTo>
                    <a:pt x="3326" y="1124"/>
                    <a:pt x="3320" y="1119"/>
                    <a:pt x="3325" y="1117"/>
                  </a:cubicBezTo>
                  <a:cubicBezTo>
                    <a:pt x="3331" y="1117"/>
                    <a:pt x="3335" y="1124"/>
                    <a:pt x="3339" y="1131"/>
                  </a:cubicBezTo>
                  <a:cubicBezTo>
                    <a:pt x="3344" y="1190"/>
                    <a:pt x="3346" y="1195"/>
                    <a:pt x="3344" y="1199"/>
                  </a:cubicBezTo>
                  <a:cubicBezTo>
                    <a:pt x="3344" y="1229"/>
                    <a:pt x="3347" y="1235"/>
                    <a:pt x="3346" y="1239"/>
                  </a:cubicBezTo>
                  <a:cubicBezTo>
                    <a:pt x="3345" y="1262"/>
                    <a:pt x="3347" y="1265"/>
                    <a:pt x="3348" y="1268"/>
                  </a:cubicBezTo>
                  <a:cubicBezTo>
                    <a:pt x="3344" y="1292"/>
                    <a:pt x="3342" y="1299"/>
                    <a:pt x="3340" y="1305"/>
                  </a:cubicBezTo>
                  <a:cubicBezTo>
                    <a:pt x="3337" y="1369"/>
                    <a:pt x="3330" y="1371"/>
                    <a:pt x="3330" y="1374"/>
                  </a:cubicBezTo>
                  <a:cubicBezTo>
                    <a:pt x="3325" y="1397"/>
                    <a:pt x="3324" y="1400"/>
                    <a:pt x="3325" y="1404"/>
                  </a:cubicBezTo>
                  <a:cubicBezTo>
                    <a:pt x="3316" y="1437"/>
                    <a:pt x="3315" y="1438"/>
                    <a:pt x="3314" y="1443"/>
                  </a:cubicBezTo>
                  <a:cubicBezTo>
                    <a:pt x="3305" y="1465"/>
                    <a:pt x="3312" y="1470"/>
                    <a:pt x="3306" y="1472"/>
                  </a:cubicBezTo>
                  <a:cubicBezTo>
                    <a:pt x="3300" y="1507"/>
                    <a:pt x="3299" y="1510"/>
                    <a:pt x="3297" y="1513"/>
                  </a:cubicBezTo>
                  <a:cubicBezTo>
                    <a:pt x="3293" y="1537"/>
                    <a:pt x="3285" y="1538"/>
                    <a:pt x="3290" y="1544"/>
                  </a:cubicBezTo>
                  <a:cubicBezTo>
                    <a:pt x="3287" y="1572"/>
                    <a:pt x="3276" y="1576"/>
                    <a:pt x="3281" y="1585"/>
                  </a:cubicBezTo>
                  <a:cubicBezTo>
                    <a:pt x="3277" y="1633"/>
                    <a:pt x="3271" y="1638"/>
                    <a:pt x="3275" y="1646"/>
                  </a:cubicBezTo>
                  <a:cubicBezTo>
                    <a:pt x="3268" y="1674"/>
                    <a:pt x="3272" y="1682"/>
                    <a:pt x="3268" y="1688"/>
                  </a:cubicBezTo>
                  <a:cubicBezTo>
                    <a:pt x="3263" y="1723"/>
                    <a:pt x="3269" y="1728"/>
                    <a:pt x="3266" y="1730"/>
                  </a:cubicBezTo>
                  <a:cubicBezTo>
                    <a:pt x="3271" y="1746"/>
                    <a:pt x="3274" y="1743"/>
                    <a:pt x="3269" y="1737"/>
                  </a:cubicBezTo>
                  <a:cubicBezTo>
                    <a:pt x="3272" y="1680"/>
                    <a:pt x="3280" y="1672"/>
                    <a:pt x="3278" y="1661"/>
                  </a:cubicBezTo>
                  <a:cubicBezTo>
                    <a:pt x="3282" y="1626"/>
                    <a:pt x="3284" y="1622"/>
                    <a:pt x="3283" y="1617"/>
                  </a:cubicBezTo>
                  <a:cubicBezTo>
                    <a:pt x="3289" y="1561"/>
                    <a:pt x="3298" y="1553"/>
                    <a:pt x="3298" y="1543"/>
                  </a:cubicBezTo>
                  <a:cubicBezTo>
                    <a:pt x="3308" y="1499"/>
                    <a:pt x="3315" y="1485"/>
                    <a:pt x="3316" y="1469"/>
                  </a:cubicBezTo>
                  <a:cubicBezTo>
                    <a:pt x="3325" y="1431"/>
                    <a:pt x="3330" y="1428"/>
                    <a:pt x="3331" y="1425"/>
                  </a:cubicBezTo>
                  <a:cubicBezTo>
                    <a:pt x="3340" y="1376"/>
                    <a:pt x="3345" y="1373"/>
                    <a:pt x="3343" y="1369"/>
                  </a:cubicBezTo>
                  <a:cubicBezTo>
                    <a:pt x="3349" y="1326"/>
                    <a:pt x="3347" y="1318"/>
                    <a:pt x="3352" y="1312"/>
                  </a:cubicBezTo>
                  <a:cubicBezTo>
                    <a:pt x="3355" y="1256"/>
                    <a:pt x="3358" y="1249"/>
                    <a:pt x="3354" y="1240"/>
                  </a:cubicBezTo>
                  <a:cubicBezTo>
                    <a:pt x="3356" y="1187"/>
                    <a:pt x="3353" y="1182"/>
                    <a:pt x="3352" y="1178"/>
                  </a:cubicBezTo>
                  <a:cubicBezTo>
                    <a:pt x="3350" y="1152"/>
                    <a:pt x="3358" y="1157"/>
                    <a:pt x="3365" y="1163"/>
                  </a:cubicBezTo>
                  <a:cubicBezTo>
                    <a:pt x="3365" y="1201"/>
                    <a:pt x="3368" y="1206"/>
                    <a:pt x="3367" y="1210"/>
                  </a:cubicBezTo>
                  <a:cubicBezTo>
                    <a:pt x="3365" y="1266"/>
                    <a:pt x="3369" y="1274"/>
                    <a:pt x="3367" y="1281"/>
                  </a:cubicBezTo>
                  <a:cubicBezTo>
                    <a:pt x="3359" y="1358"/>
                    <a:pt x="3362" y="1365"/>
                    <a:pt x="3360" y="1370"/>
                  </a:cubicBezTo>
                  <a:cubicBezTo>
                    <a:pt x="3357" y="1401"/>
                    <a:pt x="3353" y="1413"/>
                    <a:pt x="3354" y="1426"/>
                  </a:cubicBezTo>
                  <a:cubicBezTo>
                    <a:pt x="3342" y="1462"/>
                    <a:pt x="3341" y="1465"/>
                    <a:pt x="3339" y="1467"/>
                  </a:cubicBezTo>
                  <a:cubicBezTo>
                    <a:pt x="3337" y="1487"/>
                    <a:pt x="3329" y="1488"/>
                    <a:pt x="3332" y="1493"/>
                  </a:cubicBezTo>
                  <a:cubicBezTo>
                    <a:pt x="3311" y="1584"/>
                    <a:pt x="3307" y="1589"/>
                    <a:pt x="3306" y="1595"/>
                  </a:cubicBezTo>
                  <a:cubicBezTo>
                    <a:pt x="3297" y="1642"/>
                    <a:pt x="3295" y="1653"/>
                    <a:pt x="3297" y="1666"/>
                  </a:cubicBezTo>
                  <a:cubicBezTo>
                    <a:pt x="3296" y="1697"/>
                    <a:pt x="3297" y="1701"/>
                    <a:pt x="3300" y="1705"/>
                  </a:cubicBezTo>
                  <a:cubicBezTo>
                    <a:pt x="3307" y="1683"/>
                    <a:pt x="3299" y="1675"/>
                    <a:pt x="3305" y="1670"/>
                  </a:cubicBezTo>
                  <a:cubicBezTo>
                    <a:pt x="3314" y="1592"/>
                    <a:pt x="3317" y="1587"/>
                    <a:pt x="3320" y="1582"/>
                  </a:cubicBezTo>
                  <a:cubicBezTo>
                    <a:pt x="3327" y="1544"/>
                    <a:pt x="3331" y="1542"/>
                    <a:pt x="3331" y="1540"/>
                  </a:cubicBezTo>
                  <a:cubicBezTo>
                    <a:pt x="3333" y="1506"/>
                    <a:pt x="3344" y="1502"/>
                    <a:pt x="3342" y="1496"/>
                  </a:cubicBezTo>
                  <a:cubicBezTo>
                    <a:pt x="3368" y="1406"/>
                    <a:pt x="3367" y="1399"/>
                    <a:pt x="3368" y="1393"/>
                  </a:cubicBezTo>
                  <a:cubicBezTo>
                    <a:pt x="3372" y="1369"/>
                    <a:pt x="3370" y="1362"/>
                    <a:pt x="3374" y="1357"/>
                  </a:cubicBezTo>
                  <a:cubicBezTo>
                    <a:pt x="3370" y="1333"/>
                    <a:pt x="3376" y="1331"/>
                    <a:pt x="3374" y="1327"/>
                  </a:cubicBezTo>
                  <a:cubicBezTo>
                    <a:pt x="3375" y="1290"/>
                    <a:pt x="3379" y="1285"/>
                    <a:pt x="3375" y="1277"/>
                  </a:cubicBezTo>
                  <a:cubicBezTo>
                    <a:pt x="3380" y="1210"/>
                    <a:pt x="3373" y="1201"/>
                    <a:pt x="3378" y="1196"/>
                  </a:cubicBezTo>
                  <a:cubicBezTo>
                    <a:pt x="3387" y="1254"/>
                    <a:pt x="3398" y="1267"/>
                    <a:pt x="3391" y="1276"/>
                  </a:cubicBezTo>
                  <a:cubicBezTo>
                    <a:pt x="3393" y="1294"/>
                    <a:pt x="3394" y="1297"/>
                    <a:pt x="3390" y="1298"/>
                  </a:cubicBezTo>
                  <a:cubicBezTo>
                    <a:pt x="3386" y="1342"/>
                    <a:pt x="3393" y="1349"/>
                    <a:pt x="3389" y="1354"/>
                  </a:cubicBezTo>
                  <a:cubicBezTo>
                    <a:pt x="3387" y="1405"/>
                    <a:pt x="3377" y="1408"/>
                    <a:pt x="3380" y="1414"/>
                  </a:cubicBezTo>
                  <a:cubicBezTo>
                    <a:pt x="3373" y="1448"/>
                    <a:pt x="3368" y="1452"/>
                    <a:pt x="3369" y="1458"/>
                  </a:cubicBezTo>
                  <a:cubicBezTo>
                    <a:pt x="3348" y="1506"/>
                    <a:pt x="3357" y="1514"/>
                    <a:pt x="3351" y="1517"/>
                  </a:cubicBezTo>
                  <a:cubicBezTo>
                    <a:pt x="3346" y="1537"/>
                    <a:pt x="3342" y="1541"/>
                    <a:pt x="3344" y="1546"/>
                  </a:cubicBezTo>
                  <a:cubicBezTo>
                    <a:pt x="3339" y="1563"/>
                    <a:pt x="3338" y="1565"/>
                    <a:pt x="3336" y="1567"/>
                  </a:cubicBezTo>
                  <a:cubicBezTo>
                    <a:pt x="3327" y="1612"/>
                    <a:pt x="3322" y="1615"/>
                    <a:pt x="3323" y="1621"/>
                  </a:cubicBezTo>
                  <a:cubicBezTo>
                    <a:pt x="3319" y="1641"/>
                    <a:pt x="3315" y="1645"/>
                    <a:pt x="3319" y="1651"/>
                  </a:cubicBezTo>
                  <a:cubicBezTo>
                    <a:pt x="3313" y="1707"/>
                    <a:pt x="3315" y="1719"/>
                    <a:pt x="3311" y="1729"/>
                  </a:cubicBezTo>
                  <a:cubicBezTo>
                    <a:pt x="3316" y="1758"/>
                    <a:pt x="3318" y="1763"/>
                    <a:pt x="3316" y="1767"/>
                  </a:cubicBezTo>
                  <a:cubicBezTo>
                    <a:pt x="3321" y="1777"/>
                    <a:pt x="3325" y="1764"/>
                    <a:pt x="3316" y="1748"/>
                  </a:cubicBezTo>
                  <a:cubicBezTo>
                    <a:pt x="3319" y="1710"/>
                    <a:pt x="3319" y="1706"/>
                    <a:pt x="3320" y="1702"/>
                  </a:cubicBezTo>
                  <a:cubicBezTo>
                    <a:pt x="3317" y="1662"/>
                    <a:pt x="3326" y="1661"/>
                    <a:pt x="3321" y="1655"/>
                  </a:cubicBezTo>
                  <a:cubicBezTo>
                    <a:pt x="3331" y="1625"/>
                    <a:pt x="3332" y="1621"/>
                    <a:pt x="3333" y="1618"/>
                  </a:cubicBezTo>
                  <a:cubicBezTo>
                    <a:pt x="3354" y="1553"/>
                    <a:pt x="3353" y="1545"/>
                    <a:pt x="3355" y="1537"/>
                  </a:cubicBezTo>
                  <a:cubicBezTo>
                    <a:pt x="3359" y="1510"/>
                    <a:pt x="3369" y="1509"/>
                    <a:pt x="3366" y="1504"/>
                  </a:cubicBezTo>
                  <a:cubicBezTo>
                    <a:pt x="3373" y="1465"/>
                    <a:pt x="3384" y="1464"/>
                    <a:pt x="3378" y="1458"/>
                  </a:cubicBezTo>
                  <a:cubicBezTo>
                    <a:pt x="3390" y="1433"/>
                    <a:pt x="3381" y="1427"/>
                    <a:pt x="3389" y="1425"/>
                  </a:cubicBezTo>
                  <a:cubicBezTo>
                    <a:pt x="3399" y="1371"/>
                    <a:pt x="3400" y="1367"/>
                    <a:pt x="3399" y="1362"/>
                  </a:cubicBezTo>
                  <a:cubicBezTo>
                    <a:pt x="3402" y="1354"/>
                    <a:pt x="3405" y="1359"/>
                    <a:pt x="3406" y="1363"/>
                  </a:cubicBezTo>
                  <a:cubicBezTo>
                    <a:pt x="3407" y="1409"/>
                    <a:pt x="3398" y="1411"/>
                    <a:pt x="3403" y="1417"/>
                  </a:cubicBezTo>
                  <a:cubicBezTo>
                    <a:pt x="3397" y="1447"/>
                    <a:pt x="3396" y="1452"/>
                    <a:pt x="3396" y="1456"/>
                  </a:cubicBezTo>
                  <a:cubicBezTo>
                    <a:pt x="3371" y="1591"/>
                    <a:pt x="3367" y="1595"/>
                    <a:pt x="3366" y="1599"/>
                  </a:cubicBezTo>
                  <a:cubicBezTo>
                    <a:pt x="3363" y="1632"/>
                    <a:pt x="3356" y="1639"/>
                    <a:pt x="3361" y="1649"/>
                  </a:cubicBezTo>
                  <a:cubicBezTo>
                    <a:pt x="3355" y="1669"/>
                    <a:pt x="3358" y="1672"/>
                    <a:pt x="3356" y="1673"/>
                  </a:cubicBezTo>
                  <a:cubicBezTo>
                    <a:pt x="3352" y="1690"/>
                    <a:pt x="3360" y="1687"/>
                    <a:pt x="3361" y="1682"/>
                  </a:cubicBezTo>
                  <a:cubicBezTo>
                    <a:pt x="3372" y="1622"/>
                    <a:pt x="3371" y="1610"/>
                    <a:pt x="3374" y="1600"/>
                  </a:cubicBezTo>
                  <a:cubicBezTo>
                    <a:pt x="3382" y="1565"/>
                    <a:pt x="3383" y="1563"/>
                    <a:pt x="3385" y="1561"/>
                  </a:cubicBezTo>
                  <a:cubicBezTo>
                    <a:pt x="3392" y="1525"/>
                    <a:pt x="3396" y="1515"/>
                    <a:pt x="3399" y="1504"/>
                  </a:cubicBezTo>
                  <a:cubicBezTo>
                    <a:pt x="3409" y="1484"/>
                    <a:pt x="3400" y="1475"/>
                    <a:pt x="3404" y="1471"/>
                  </a:cubicBezTo>
                  <a:cubicBezTo>
                    <a:pt x="3407" y="1422"/>
                    <a:pt x="3415" y="1422"/>
                    <a:pt x="3417" y="1422"/>
                  </a:cubicBezTo>
                  <a:cubicBezTo>
                    <a:pt x="3414" y="1376"/>
                    <a:pt x="3413" y="1364"/>
                    <a:pt x="3416" y="1352"/>
                  </a:cubicBezTo>
                  <a:cubicBezTo>
                    <a:pt x="3415" y="1319"/>
                    <a:pt x="3409" y="1310"/>
                    <a:pt x="3412" y="1302"/>
                  </a:cubicBezTo>
                  <a:cubicBezTo>
                    <a:pt x="3410" y="1257"/>
                    <a:pt x="3415" y="1264"/>
                    <a:pt x="3415" y="1270"/>
                  </a:cubicBezTo>
                  <a:cubicBezTo>
                    <a:pt x="3433" y="1332"/>
                    <a:pt x="3430" y="1341"/>
                    <a:pt x="3435" y="1352"/>
                  </a:cubicBezTo>
                  <a:cubicBezTo>
                    <a:pt x="3435" y="1387"/>
                    <a:pt x="3432" y="1391"/>
                    <a:pt x="3436" y="1398"/>
                  </a:cubicBezTo>
                  <a:cubicBezTo>
                    <a:pt x="3432" y="1431"/>
                    <a:pt x="3436" y="1435"/>
                    <a:pt x="3431" y="1436"/>
                  </a:cubicBezTo>
                  <a:cubicBezTo>
                    <a:pt x="3428" y="1480"/>
                    <a:pt x="3430" y="1482"/>
                    <a:pt x="3432" y="1485"/>
                  </a:cubicBezTo>
                  <a:cubicBezTo>
                    <a:pt x="3427" y="1515"/>
                    <a:pt x="3428" y="1521"/>
                    <a:pt x="3424" y="1525"/>
                  </a:cubicBezTo>
                  <a:cubicBezTo>
                    <a:pt x="3417" y="1579"/>
                    <a:pt x="3414" y="1583"/>
                    <a:pt x="3417" y="1589"/>
                  </a:cubicBezTo>
                  <a:cubicBezTo>
                    <a:pt x="3403" y="1642"/>
                    <a:pt x="3402" y="1647"/>
                    <a:pt x="3402" y="1653"/>
                  </a:cubicBezTo>
                  <a:cubicBezTo>
                    <a:pt x="3390" y="1687"/>
                    <a:pt x="3394" y="1691"/>
                    <a:pt x="3389" y="1693"/>
                  </a:cubicBezTo>
                  <a:cubicBezTo>
                    <a:pt x="3375" y="1737"/>
                    <a:pt x="3375" y="1740"/>
                    <a:pt x="3377" y="1743"/>
                  </a:cubicBezTo>
                  <a:cubicBezTo>
                    <a:pt x="3364" y="1778"/>
                    <a:pt x="3370" y="1792"/>
                    <a:pt x="3361" y="1802"/>
                  </a:cubicBezTo>
                  <a:cubicBezTo>
                    <a:pt x="3361" y="1851"/>
                    <a:pt x="3364" y="1854"/>
                    <a:pt x="3362" y="1856"/>
                  </a:cubicBezTo>
                  <a:cubicBezTo>
                    <a:pt x="3366" y="1823"/>
                    <a:pt x="3372" y="1815"/>
                    <a:pt x="3367" y="1803"/>
                  </a:cubicBezTo>
                  <a:cubicBezTo>
                    <a:pt x="3376" y="1771"/>
                    <a:pt x="3375" y="1768"/>
                    <a:pt x="3379" y="1767"/>
                  </a:cubicBezTo>
                  <a:cubicBezTo>
                    <a:pt x="3383" y="1736"/>
                    <a:pt x="3387" y="1732"/>
                    <a:pt x="3390" y="1728"/>
                  </a:cubicBezTo>
                  <a:cubicBezTo>
                    <a:pt x="3397" y="1691"/>
                    <a:pt x="3403" y="1687"/>
                    <a:pt x="3404" y="1681"/>
                  </a:cubicBezTo>
                  <a:cubicBezTo>
                    <a:pt x="3411" y="1650"/>
                    <a:pt x="3412" y="1647"/>
                    <a:pt x="3413" y="1644"/>
                  </a:cubicBezTo>
                  <a:cubicBezTo>
                    <a:pt x="3415" y="1620"/>
                    <a:pt x="3422" y="1618"/>
                    <a:pt x="3417" y="1614"/>
                  </a:cubicBezTo>
                  <a:cubicBezTo>
                    <a:pt x="3423" y="1579"/>
                    <a:pt x="3434" y="1575"/>
                    <a:pt x="3429" y="1566"/>
                  </a:cubicBezTo>
                  <a:cubicBezTo>
                    <a:pt x="3436" y="1500"/>
                    <a:pt x="3438" y="1494"/>
                    <a:pt x="3441" y="1488"/>
                  </a:cubicBezTo>
                  <a:cubicBezTo>
                    <a:pt x="3442" y="1464"/>
                    <a:pt x="3441" y="1460"/>
                    <a:pt x="3440" y="1456"/>
                  </a:cubicBezTo>
                  <a:cubicBezTo>
                    <a:pt x="3448" y="1401"/>
                    <a:pt x="3441" y="1392"/>
                    <a:pt x="3446" y="1387"/>
                  </a:cubicBezTo>
                  <a:cubicBezTo>
                    <a:pt x="3451" y="1376"/>
                    <a:pt x="3448" y="1380"/>
                    <a:pt x="3448" y="1385"/>
                  </a:cubicBezTo>
                  <a:cubicBezTo>
                    <a:pt x="3445" y="1422"/>
                    <a:pt x="3452" y="1429"/>
                    <a:pt x="3452" y="1435"/>
                  </a:cubicBezTo>
                  <a:cubicBezTo>
                    <a:pt x="3455" y="1495"/>
                    <a:pt x="3447" y="1500"/>
                    <a:pt x="3450" y="1508"/>
                  </a:cubicBezTo>
                  <a:cubicBezTo>
                    <a:pt x="3441" y="1592"/>
                    <a:pt x="3429" y="1592"/>
                    <a:pt x="3436" y="1598"/>
                  </a:cubicBezTo>
                  <a:cubicBezTo>
                    <a:pt x="3423" y="1621"/>
                    <a:pt x="3439" y="1621"/>
                    <a:pt x="3432" y="1624"/>
                  </a:cubicBezTo>
                  <a:cubicBezTo>
                    <a:pt x="3413" y="1657"/>
                    <a:pt x="3429" y="1660"/>
                    <a:pt x="3423" y="1662"/>
                  </a:cubicBezTo>
                  <a:cubicBezTo>
                    <a:pt x="3410" y="1689"/>
                    <a:pt x="3409" y="1694"/>
                    <a:pt x="3412" y="1699"/>
                  </a:cubicBezTo>
                  <a:cubicBezTo>
                    <a:pt x="3404" y="1734"/>
                    <a:pt x="3393" y="1739"/>
                    <a:pt x="3398" y="1748"/>
                  </a:cubicBezTo>
                  <a:cubicBezTo>
                    <a:pt x="3395" y="1763"/>
                    <a:pt x="3390" y="1766"/>
                    <a:pt x="3392" y="1770"/>
                  </a:cubicBezTo>
                  <a:cubicBezTo>
                    <a:pt x="3387" y="1817"/>
                    <a:pt x="3388" y="1815"/>
                    <a:pt x="3389" y="1813"/>
                  </a:cubicBezTo>
                  <a:cubicBezTo>
                    <a:pt x="3396" y="1778"/>
                    <a:pt x="3400" y="1768"/>
                    <a:pt x="3398" y="1756"/>
                  </a:cubicBezTo>
                  <a:cubicBezTo>
                    <a:pt x="3410" y="1730"/>
                    <a:pt x="3405" y="1725"/>
                    <a:pt x="3412" y="1723"/>
                  </a:cubicBezTo>
                  <a:cubicBezTo>
                    <a:pt x="3424" y="1695"/>
                    <a:pt x="3419" y="1691"/>
                    <a:pt x="3422" y="1688"/>
                  </a:cubicBezTo>
                  <a:cubicBezTo>
                    <a:pt x="3441" y="1607"/>
                    <a:pt x="3447" y="1598"/>
                    <a:pt x="3446" y="1586"/>
                  </a:cubicBezTo>
                  <a:cubicBezTo>
                    <a:pt x="3457" y="1512"/>
                    <a:pt x="3462" y="1503"/>
                    <a:pt x="3460" y="1491"/>
                  </a:cubicBezTo>
                  <a:cubicBezTo>
                    <a:pt x="3461" y="1440"/>
                    <a:pt x="3458" y="1436"/>
                    <a:pt x="3463" y="1435"/>
                  </a:cubicBezTo>
                  <a:cubicBezTo>
                    <a:pt x="3462" y="1404"/>
                    <a:pt x="3459" y="1398"/>
                    <a:pt x="3460" y="1392"/>
                  </a:cubicBezTo>
                  <a:cubicBezTo>
                    <a:pt x="3458" y="1367"/>
                    <a:pt x="3470" y="1372"/>
                    <a:pt x="3475" y="1379"/>
                  </a:cubicBezTo>
                  <a:cubicBezTo>
                    <a:pt x="3480" y="1425"/>
                    <a:pt x="3483" y="1430"/>
                    <a:pt x="3479" y="1434"/>
                  </a:cubicBezTo>
                  <a:cubicBezTo>
                    <a:pt x="3482" y="1457"/>
                    <a:pt x="3478" y="1458"/>
                    <a:pt x="3478" y="1461"/>
                  </a:cubicBezTo>
                  <a:cubicBezTo>
                    <a:pt x="3476" y="1491"/>
                    <a:pt x="3479" y="1496"/>
                    <a:pt x="3478" y="1500"/>
                  </a:cubicBezTo>
                  <a:cubicBezTo>
                    <a:pt x="3470" y="1576"/>
                    <a:pt x="3467" y="1583"/>
                    <a:pt x="3467" y="1591"/>
                  </a:cubicBezTo>
                  <a:cubicBezTo>
                    <a:pt x="3464" y="1606"/>
                    <a:pt x="3461" y="1609"/>
                    <a:pt x="3461" y="1613"/>
                  </a:cubicBezTo>
                  <a:cubicBezTo>
                    <a:pt x="3454" y="1638"/>
                    <a:pt x="3454" y="1642"/>
                    <a:pt x="3449" y="1645"/>
                  </a:cubicBezTo>
                  <a:cubicBezTo>
                    <a:pt x="3438" y="1688"/>
                    <a:pt x="3436" y="1699"/>
                    <a:pt x="3431" y="1710"/>
                  </a:cubicBezTo>
                  <a:cubicBezTo>
                    <a:pt x="3427" y="1749"/>
                    <a:pt x="3419" y="1753"/>
                    <a:pt x="3421" y="1759"/>
                  </a:cubicBezTo>
                  <a:cubicBezTo>
                    <a:pt x="3414" y="1798"/>
                    <a:pt x="3406" y="1801"/>
                    <a:pt x="3408" y="1808"/>
                  </a:cubicBezTo>
                  <a:cubicBezTo>
                    <a:pt x="3398" y="1886"/>
                    <a:pt x="3391" y="1896"/>
                    <a:pt x="3394" y="1908"/>
                  </a:cubicBezTo>
                  <a:cubicBezTo>
                    <a:pt x="3390" y="1927"/>
                    <a:pt x="3395" y="1932"/>
                    <a:pt x="3393" y="1934"/>
                  </a:cubicBezTo>
                  <a:cubicBezTo>
                    <a:pt x="3390" y="1966"/>
                    <a:pt x="3394" y="1974"/>
                    <a:pt x="3392" y="1981"/>
                  </a:cubicBezTo>
                  <a:cubicBezTo>
                    <a:pt x="3388" y="2028"/>
                    <a:pt x="3392" y="2036"/>
                    <a:pt x="3392" y="2043"/>
                  </a:cubicBezTo>
                  <a:cubicBezTo>
                    <a:pt x="3401" y="2091"/>
                    <a:pt x="3402" y="2095"/>
                    <a:pt x="3405" y="2099"/>
                  </a:cubicBezTo>
                  <a:cubicBezTo>
                    <a:pt x="3401" y="2074"/>
                    <a:pt x="3404" y="2067"/>
                    <a:pt x="3397" y="2057"/>
                  </a:cubicBezTo>
                  <a:cubicBezTo>
                    <a:pt x="3400" y="1997"/>
                    <a:pt x="3395" y="1981"/>
                    <a:pt x="3401" y="1967"/>
                  </a:cubicBezTo>
                  <a:cubicBezTo>
                    <a:pt x="3408" y="1929"/>
                    <a:pt x="3404" y="1925"/>
                    <a:pt x="3409" y="1924"/>
                  </a:cubicBezTo>
                  <a:cubicBezTo>
                    <a:pt x="3415" y="1896"/>
                    <a:pt x="3417" y="1889"/>
                    <a:pt x="3421" y="1882"/>
                  </a:cubicBezTo>
                  <a:cubicBezTo>
                    <a:pt x="3432" y="1848"/>
                    <a:pt x="3435" y="1845"/>
                    <a:pt x="3435" y="1841"/>
                  </a:cubicBezTo>
                  <a:cubicBezTo>
                    <a:pt x="3464" y="1774"/>
                    <a:pt x="3463" y="1766"/>
                    <a:pt x="3468" y="1760"/>
                  </a:cubicBezTo>
                  <a:cubicBezTo>
                    <a:pt x="3481" y="1724"/>
                    <a:pt x="3478" y="1719"/>
                    <a:pt x="3482" y="1716"/>
                  </a:cubicBezTo>
                  <a:cubicBezTo>
                    <a:pt x="3494" y="1652"/>
                    <a:pt x="3496" y="1648"/>
                    <a:pt x="3495" y="1643"/>
                  </a:cubicBezTo>
                  <a:cubicBezTo>
                    <a:pt x="3500" y="1623"/>
                    <a:pt x="3502" y="1622"/>
                    <a:pt x="3500" y="1619"/>
                  </a:cubicBezTo>
                  <a:cubicBezTo>
                    <a:pt x="3506" y="1577"/>
                    <a:pt x="3508" y="1573"/>
                    <a:pt x="3506" y="1568"/>
                  </a:cubicBezTo>
                  <a:cubicBezTo>
                    <a:pt x="3512" y="1540"/>
                    <a:pt x="3511" y="1535"/>
                    <a:pt x="3513" y="1532"/>
                  </a:cubicBezTo>
                  <a:cubicBezTo>
                    <a:pt x="3515" y="1572"/>
                    <a:pt x="3510" y="1584"/>
                    <a:pt x="3515" y="1599"/>
                  </a:cubicBezTo>
                  <a:cubicBezTo>
                    <a:pt x="3504" y="1650"/>
                    <a:pt x="3506" y="1658"/>
                    <a:pt x="3504" y="1665"/>
                  </a:cubicBezTo>
                  <a:cubicBezTo>
                    <a:pt x="3496" y="1703"/>
                    <a:pt x="3488" y="1716"/>
                    <a:pt x="3485" y="1731"/>
                  </a:cubicBezTo>
                  <a:cubicBezTo>
                    <a:pt x="3479" y="1756"/>
                    <a:pt x="3474" y="1759"/>
                    <a:pt x="3476" y="1763"/>
                  </a:cubicBezTo>
                  <a:cubicBezTo>
                    <a:pt x="3463" y="1803"/>
                    <a:pt x="3464" y="1811"/>
                    <a:pt x="3457" y="1818"/>
                  </a:cubicBezTo>
                  <a:cubicBezTo>
                    <a:pt x="3452" y="1843"/>
                    <a:pt x="3449" y="1846"/>
                    <a:pt x="3449" y="1850"/>
                  </a:cubicBezTo>
                  <a:cubicBezTo>
                    <a:pt x="3437" y="1873"/>
                    <a:pt x="3443" y="1879"/>
                    <a:pt x="3440" y="1882"/>
                  </a:cubicBezTo>
                  <a:cubicBezTo>
                    <a:pt x="3435" y="1913"/>
                    <a:pt x="3436" y="1921"/>
                    <a:pt x="3433" y="1927"/>
                  </a:cubicBezTo>
                  <a:cubicBezTo>
                    <a:pt x="3431" y="1993"/>
                    <a:pt x="3438" y="2005"/>
                    <a:pt x="3437" y="2015"/>
                  </a:cubicBezTo>
                  <a:cubicBezTo>
                    <a:pt x="3445" y="2068"/>
                    <a:pt x="3449" y="2081"/>
                    <a:pt x="3454" y="2079"/>
                  </a:cubicBezTo>
                  <a:cubicBezTo>
                    <a:pt x="3446" y="2029"/>
                    <a:pt x="3445" y="2025"/>
                    <a:pt x="3442" y="2020"/>
                  </a:cubicBezTo>
                  <a:cubicBezTo>
                    <a:pt x="3442" y="1992"/>
                    <a:pt x="3443" y="1983"/>
                    <a:pt x="3440" y="1973"/>
                  </a:cubicBezTo>
                  <a:cubicBezTo>
                    <a:pt x="3445" y="1909"/>
                    <a:pt x="3446" y="1899"/>
                    <a:pt x="3445" y="1891"/>
                  </a:cubicBezTo>
                  <a:cubicBezTo>
                    <a:pt x="3461" y="1854"/>
                    <a:pt x="3460" y="1850"/>
                    <a:pt x="3460" y="1846"/>
                  </a:cubicBezTo>
                  <a:cubicBezTo>
                    <a:pt x="3475" y="1793"/>
                    <a:pt x="3479" y="1786"/>
                    <a:pt x="3482" y="1779"/>
                  </a:cubicBezTo>
                  <a:cubicBezTo>
                    <a:pt x="3507" y="1698"/>
                    <a:pt x="3509" y="1684"/>
                    <a:pt x="3513" y="1671"/>
                  </a:cubicBezTo>
                  <a:cubicBezTo>
                    <a:pt x="3520" y="1649"/>
                    <a:pt x="3514" y="1643"/>
                    <a:pt x="3518" y="1641"/>
                  </a:cubicBezTo>
                  <a:cubicBezTo>
                    <a:pt x="3521" y="1601"/>
                    <a:pt x="3525" y="1595"/>
                    <a:pt x="3522" y="1586"/>
                  </a:cubicBezTo>
                  <a:cubicBezTo>
                    <a:pt x="3525" y="1554"/>
                    <a:pt x="3525" y="1552"/>
                    <a:pt x="3523" y="1550"/>
                  </a:cubicBezTo>
                  <a:cubicBezTo>
                    <a:pt x="3531" y="1579"/>
                    <a:pt x="3531" y="1583"/>
                    <a:pt x="3531" y="1587"/>
                  </a:cubicBezTo>
                  <a:cubicBezTo>
                    <a:pt x="3529" y="1651"/>
                    <a:pt x="3527" y="1653"/>
                    <a:pt x="3529" y="1656"/>
                  </a:cubicBezTo>
                  <a:cubicBezTo>
                    <a:pt x="3522" y="1684"/>
                    <a:pt x="3521" y="1689"/>
                    <a:pt x="3521" y="1694"/>
                  </a:cubicBezTo>
                  <a:cubicBezTo>
                    <a:pt x="3516" y="1729"/>
                    <a:pt x="3504" y="1731"/>
                    <a:pt x="3507" y="1737"/>
                  </a:cubicBezTo>
                  <a:cubicBezTo>
                    <a:pt x="3498" y="1768"/>
                    <a:pt x="3498" y="1771"/>
                    <a:pt x="3498" y="1773"/>
                  </a:cubicBezTo>
                  <a:cubicBezTo>
                    <a:pt x="3485" y="1804"/>
                    <a:pt x="3490" y="1816"/>
                    <a:pt x="3483" y="1825"/>
                  </a:cubicBezTo>
                  <a:cubicBezTo>
                    <a:pt x="3480" y="1845"/>
                    <a:pt x="3479" y="1850"/>
                    <a:pt x="3479" y="1855"/>
                  </a:cubicBezTo>
                  <a:cubicBezTo>
                    <a:pt x="3475" y="1908"/>
                    <a:pt x="3465" y="1910"/>
                    <a:pt x="3470" y="1917"/>
                  </a:cubicBezTo>
                  <a:cubicBezTo>
                    <a:pt x="3465" y="1968"/>
                    <a:pt x="3468" y="1974"/>
                    <a:pt x="3464" y="1978"/>
                  </a:cubicBezTo>
                  <a:cubicBezTo>
                    <a:pt x="3472" y="2023"/>
                    <a:pt x="3468" y="2033"/>
                    <a:pt x="3472" y="2044"/>
                  </a:cubicBezTo>
                  <a:cubicBezTo>
                    <a:pt x="3481" y="2100"/>
                    <a:pt x="3492" y="2101"/>
                    <a:pt x="3486" y="2107"/>
                  </a:cubicBezTo>
                  <a:cubicBezTo>
                    <a:pt x="3498" y="2137"/>
                    <a:pt x="3500" y="2142"/>
                    <a:pt x="3503" y="2141"/>
                  </a:cubicBezTo>
                  <a:cubicBezTo>
                    <a:pt x="3487" y="2075"/>
                    <a:pt x="3484" y="2068"/>
                    <a:pt x="3482" y="2061"/>
                  </a:cubicBezTo>
                  <a:cubicBezTo>
                    <a:pt x="3474" y="2027"/>
                    <a:pt x="3481" y="2026"/>
                    <a:pt x="3478" y="2022"/>
                  </a:cubicBezTo>
                  <a:cubicBezTo>
                    <a:pt x="3476" y="1955"/>
                    <a:pt x="3478" y="1948"/>
                    <a:pt x="3476" y="1941"/>
                  </a:cubicBezTo>
                  <a:cubicBezTo>
                    <a:pt x="3484" y="1875"/>
                    <a:pt x="3485" y="1872"/>
                    <a:pt x="3487" y="1869"/>
                  </a:cubicBezTo>
                  <a:cubicBezTo>
                    <a:pt x="3489" y="1844"/>
                    <a:pt x="3495" y="1842"/>
                    <a:pt x="3490" y="1837"/>
                  </a:cubicBezTo>
                  <a:cubicBezTo>
                    <a:pt x="3500" y="1788"/>
                    <a:pt x="3510" y="1762"/>
                    <a:pt x="3520" y="1735"/>
                  </a:cubicBezTo>
                  <a:cubicBezTo>
                    <a:pt x="3536" y="1682"/>
                    <a:pt x="3530" y="1677"/>
                    <a:pt x="3535" y="1675"/>
                  </a:cubicBezTo>
                  <a:cubicBezTo>
                    <a:pt x="3539" y="1659"/>
                    <a:pt x="3538" y="1655"/>
                    <a:pt x="3541" y="1658"/>
                  </a:cubicBezTo>
                  <a:cubicBezTo>
                    <a:pt x="3517" y="1789"/>
                    <a:pt x="3524" y="1796"/>
                    <a:pt x="3518" y="1799"/>
                  </a:cubicBezTo>
                  <a:cubicBezTo>
                    <a:pt x="3515" y="1821"/>
                    <a:pt x="3511" y="1825"/>
                    <a:pt x="3515" y="1831"/>
                  </a:cubicBezTo>
                  <a:cubicBezTo>
                    <a:pt x="3509" y="1869"/>
                    <a:pt x="3503" y="1873"/>
                    <a:pt x="3507" y="1880"/>
                  </a:cubicBezTo>
                  <a:cubicBezTo>
                    <a:pt x="3503" y="1908"/>
                    <a:pt x="3500" y="1910"/>
                    <a:pt x="3501" y="1913"/>
                  </a:cubicBezTo>
                  <a:cubicBezTo>
                    <a:pt x="3498" y="1956"/>
                    <a:pt x="3499" y="1968"/>
                    <a:pt x="3500" y="1979"/>
                  </a:cubicBezTo>
                  <a:cubicBezTo>
                    <a:pt x="3506" y="2052"/>
                    <a:pt x="3514" y="2059"/>
                    <a:pt x="3510" y="2063"/>
                  </a:cubicBezTo>
                  <a:cubicBezTo>
                    <a:pt x="3538" y="2132"/>
                    <a:pt x="3538" y="2143"/>
                    <a:pt x="3548" y="2157"/>
                  </a:cubicBezTo>
                  <a:cubicBezTo>
                    <a:pt x="3547" y="2144"/>
                    <a:pt x="3540" y="2128"/>
                    <a:pt x="3532" y="2111"/>
                  </a:cubicBezTo>
                  <a:cubicBezTo>
                    <a:pt x="3530" y="2090"/>
                    <a:pt x="3523" y="2082"/>
                    <a:pt x="3523" y="2076"/>
                  </a:cubicBezTo>
                  <a:cubicBezTo>
                    <a:pt x="3515" y="2007"/>
                    <a:pt x="3512" y="2002"/>
                    <a:pt x="3511" y="1998"/>
                  </a:cubicBezTo>
                  <a:cubicBezTo>
                    <a:pt x="3511" y="1925"/>
                    <a:pt x="3511" y="1917"/>
                    <a:pt x="3513" y="1909"/>
                  </a:cubicBezTo>
                  <a:cubicBezTo>
                    <a:pt x="3519" y="1876"/>
                    <a:pt x="3513" y="1866"/>
                    <a:pt x="3519" y="1859"/>
                  </a:cubicBezTo>
                  <a:cubicBezTo>
                    <a:pt x="3526" y="1827"/>
                    <a:pt x="3521" y="1817"/>
                    <a:pt x="3527" y="1811"/>
                  </a:cubicBezTo>
                  <a:cubicBezTo>
                    <a:pt x="3533" y="1769"/>
                    <a:pt x="3540" y="1767"/>
                    <a:pt x="3537" y="1761"/>
                  </a:cubicBezTo>
                  <a:cubicBezTo>
                    <a:pt x="3544" y="1729"/>
                    <a:pt x="3544" y="1721"/>
                    <a:pt x="3545" y="1713"/>
                  </a:cubicBezTo>
                  <a:cubicBezTo>
                    <a:pt x="3553" y="1672"/>
                    <a:pt x="3550" y="1667"/>
                    <a:pt x="3552" y="1662"/>
                  </a:cubicBezTo>
                  <a:cubicBezTo>
                    <a:pt x="3554" y="1642"/>
                    <a:pt x="3553" y="1638"/>
                    <a:pt x="3556" y="1641"/>
                  </a:cubicBezTo>
                  <a:cubicBezTo>
                    <a:pt x="3564" y="1736"/>
                    <a:pt x="3565" y="1745"/>
                    <a:pt x="3563" y="1754"/>
                  </a:cubicBezTo>
                  <a:cubicBezTo>
                    <a:pt x="3558" y="1799"/>
                    <a:pt x="3551" y="1802"/>
                    <a:pt x="3556" y="1808"/>
                  </a:cubicBezTo>
                  <a:cubicBezTo>
                    <a:pt x="3546" y="1849"/>
                    <a:pt x="3547" y="1852"/>
                    <a:pt x="3547" y="1854"/>
                  </a:cubicBezTo>
                  <a:cubicBezTo>
                    <a:pt x="3542" y="1894"/>
                    <a:pt x="3541" y="1898"/>
                    <a:pt x="3536" y="1902"/>
                  </a:cubicBezTo>
                  <a:cubicBezTo>
                    <a:pt x="3535" y="1925"/>
                    <a:pt x="3535" y="1927"/>
                    <a:pt x="3535" y="1929"/>
                  </a:cubicBezTo>
                  <a:cubicBezTo>
                    <a:pt x="3525" y="1979"/>
                    <a:pt x="3527" y="1989"/>
                    <a:pt x="3525" y="1998"/>
                  </a:cubicBezTo>
                  <a:cubicBezTo>
                    <a:pt x="3539" y="2083"/>
                    <a:pt x="3540" y="2080"/>
                    <a:pt x="3537" y="2076"/>
                  </a:cubicBezTo>
                  <a:cubicBezTo>
                    <a:pt x="3532" y="2032"/>
                    <a:pt x="3531" y="2024"/>
                    <a:pt x="3533" y="2018"/>
                  </a:cubicBezTo>
                  <a:cubicBezTo>
                    <a:pt x="3537" y="1977"/>
                    <a:pt x="3538" y="1973"/>
                    <a:pt x="3538" y="1968"/>
                  </a:cubicBezTo>
                  <a:cubicBezTo>
                    <a:pt x="3543" y="1933"/>
                    <a:pt x="3545" y="1924"/>
                    <a:pt x="3546" y="1915"/>
                  </a:cubicBezTo>
                  <a:cubicBezTo>
                    <a:pt x="3550" y="1884"/>
                    <a:pt x="3554" y="1883"/>
                    <a:pt x="3553" y="1880"/>
                  </a:cubicBezTo>
                  <a:cubicBezTo>
                    <a:pt x="3559" y="1851"/>
                    <a:pt x="3560" y="1841"/>
                    <a:pt x="3561" y="1832"/>
                  </a:cubicBezTo>
                  <a:cubicBezTo>
                    <a:pt x="3568" y="1790"/>
                    <a:pt x="3567" y="1787"/>
                    <a:pt x="3571" y="1786"/>
                  </a:cubicBezTo>
                  <a:cubicBezTo>
                    <a:pt x="3572" y="1822"/>
                    <a:pt x="3568" y="1827"/>
                    <a:pt x="3571" y="1835"/>
                  </a:cubicBezTo>
                  <a:cubicBezTo>
                    <a:pt x="3568" y="1875"/>
                    <a:pt x="3568" y="1878"/>
                    <a:pt x="3567" y="1881"/>
                  </a:cubicBezTo>
                  <a:cubicBezTo>
                    <a:pt x="3563" y="1933"/>
                    <a:pt x="3559" y="1938"/>
                    <a:pt x="3562" y="1944"/>
                  </a:cubicBezTo>
                  <a:cubicBezTo>
                    <a:pt x="3557" y="1996"/>
                    <a:pt x="3552" y="2000"/>
                    <a:pt x="3554" y="2006"/>
                  </a:cubicBezTo>
                  <a:cubicBezTo>
                    <a:pt x="3559" y="2073"/>
                    <a:pt x="3554" y="2087"/>
                    <a:pt x="3562" y="2105"/>
                  </a:cubicBezTo>
                  <a:cubicBezTo>
                    <a:pt x="3569" y="2134"/>
                    <a:pt x="3564" y="2137"/>
                    <a:pt x="3569" y="2142"/>
                  </a:cubicBezTo>
                  <a:cubicBezTo>
                    <a:pt x="3579" y="2160"/>
                    <a:pt x="3579" y="2160"/>
                    <a:pt x="3579" y="2160"/>
                  </a:cubicBezTo>
                  <a:cubicBezTo>
                    <a:pt x="3570" y="2116"/>
                    <a:pt x="3569" y="2110"/>
                    <a:pt x="3566" y="2103"/>
                  </a:cubicBezTo>
                  <a:cubicBezTo>
                    <a:pt x="3565" y="2043"/>
                    <a:pt x="3560" y="2036"/>
                    <a:pt x="3563" y="2031"/>
                  </a:cubicBezTo>
                  <a:cubicBezTo>
                    <a:pt x="3562" y="1988"/>
                    <a:pt x="3567" y="1984"/>
                    <a:pt x="3565" y="1977"/>
                  </a:cubicBezTo>
                  <a:cubicBezTo>
                    <a:pt x="3575" y="1922"/>
                    <a:pt x="3572" y="1917"/>
                    <a:pt x="3576" y="1914"/>
                  </a:cubicBezTo>
                  <a:cubicBezTo>
                    <a:pt x="3581" y="1883"/>
                    <a:pt x="3574" y="1877"/>
                    <a:pt x="3580" y="1874"/>
                  </a:cubicBezTo>
                  <a:cubicBezTo>
                    <a:pt x="3581" y="1811"/>
                    <a:pt x="3583" y="1803"/>
                    <a:pt x="3584" y="1795"/>
                  </a:cubicBezTo>
                  <a:cubicBezTo>
                    <a:pt x="3586" y="1732"/>
                    <a:pt x="3581" y="1721"/>
                    <a:pt x="3583" y="1713"/>
                  </a:cubicBezTo>
                  <a:cubicBezTo>
                    <a:pt x="3592" y="1764"/>
                    <a:pt x="3588" y="1768"/>
                    <a:pt x="3588" y="1773"/>
                  </a:cubicBezTo>
                  <a:cubicBezTo>
                    <a:pt x="3588" y="1842"/>
                    <a:pt x="3593" y="1853"/>
                    <a:pt x="3590" y="1862"/>
                  </a:cubicBezTo>
                  <a:cubicBezTo>
                    <a:pt x="3591" y="1932"/>
                    <a:pt x="3586" y="1940"/>
                    <a:pt x="3588" y="1951"/>
                  </a:cubicBezTo>
                  <a:cubicBezTo>
                    <a:pt x="3582" y="1998"/>
                    <a:pt x="3584" y="2004"/>
                    <a:pt x="3583" y="2008"/>
                  </a:cubicBezTo>
                  <a:cubicBezTo>
                    <a:pt x="3579" y="2026"/>
                    <a:pt x="3580" y="2032"/>
                    <a:pt x="3580" y="2037"/>
                  </a:cubicBezTo>
                  <a:cubicBezTo>
                    <a:pt x="3584" y="2088"/>
                    <a:pt x="3584" y="2107"/>
                    <a:pt x="3592" y="2129"/>
                  </a:cubicBezTo>
                  <a:cubicBezTo>
                    <a:pt x="3605" y="2160"/>
                    <a:pt x="3605" y="2160"/>
                    <a:pt x="3605" y="2160"/>
                  </a:cubicBezTo>
                  <a:cubicBezTo>
                    <a:pt x="3593" y="2092"/>
                    <a:pt x="3588" y="2086"/>
                    <a:pt x="3589" y="2081"/>
                  </a:cubicBezTo>
                  <a:cubicBezTo>
                    <a:pt x="3589" y="2049"/>
                    <a:pt x="3586" y="2043"/>
                    <a:pt x="3590" y="2040"/>
                  </a:cubicBezTo>
                  <a:cubicBezTo>
                    <a:pt x="3592" y="1978"/>
                    <a:pt x="3594" y="1974"/>
                    <a:pt x="3597" y="1970"/>
                  </a:cubicBezTo>
                  <a:cubicBezTo>
                    <a:pt x="3600" y="1927"/>
                    <a:pt x="3597" y="1924"/>
                    <a:pt x="3599" y="1922"/>
                  </a:cubicBezTo>
                  <a:cubicBezTo>
                    <a:pt x="3602" y="1891"/>
                    <a:pt x="3601" y="1882"/>
                    <a:pt x="3601" y="1872"/>
                  </a:cubicBezTo>
                  <a:cubicBezTo>
                    <a:pt x="3605" y="1808"/>
                    <a:pt x="3598" y="1796"/>
                    <a:pt x="3601" y="1787"/>
                  </a:cubicBezTo>
                  <a:cubicBezTo>
                    <a:pt x="3606" y="1817"/>
                    <a:pt x="3609" y="1821"/>
                    <a:pt x="3610" y="1826"/>
                  </a:cubicBezTo>
                  <a:cubicBezTo>
                    <a:pt x="3615" y="1876"/>
                    <a:pt x="3610" y="1882"/>
                    <a:pt x="3610" y="1889"/>
                  </a:cubicBezTo>
                  <a:cubicBezTo>
                    <a:pt x="3603" y="1955"/>
                    <a:pt x="3607" y="1963"/>
                    <a:pt x="3604" y="1969"/>
                  </a:cubicBezTo>
                  <a:cubicBezTo>
                    <a:pt x="3602" y="2003"/>
                    <a:pt x="3609" y="2008"/>
                    <a:pt x="3606" y="2011"/>
                  </a:cubicBezTo>
                  <a:cubicBezTo>
                    <a:pt x="3608" y="2038"/>
                    <a:pt x="3605" y="2044"/>
                    <a:pt x="3608" y="2052"/>
                  </a:cubicBezTo>
                  <a:cubicBezTo>
                    <a:pt x="3607" y="2086"/>
                    <a:pt x="3614" y="2092"/>
                    <a:pt x="3610" y="2094"/>
                  </a:cubicBezTo>
                  <a:cubicBezTo>
                    <a:pt x="3629" y="2141"/>
                    <a:pt x="3624" y="2122"/>
                    <a:pt x="3621" y="2104"/>
                  </a:cubicBezTo>
                  <a:cubicBezTo>
                    <a:pt x="3617" y="2034"/>
                    <a:pt x="3614" y="2029"/>
                    <a:pt x="3617" y="2025"/>
                  </a:cubicBezTo>
                  <a:cubicBezTo>
                    <a:pt x="3613" y="1967"/>
                    <a:pt x="3616" y="1954"/>
                    <a:pt x="3617" y="1940"/>
                  </a:cubicBezTo>
                  <a:cubicBezTo>
                    <a:pt x="3620" y="1907"/>
                    <a:pt x="3620" y="1906"/>
                    <a:pt x="3619" y="1903"/>
                  </a:cubicBezTo>
                  <a:cubicBezTo>
                    <a:pt x="3625" y="1960"/>
                    <a:pt x="3635" y="1977"/>
                    <a:pt x="3626" y="1989"/>
                  </a:cubicBezTo>
                  <a:cubicBezTo>
                    <a:pt x="3632" y="2019"/>
                    <a:pt x="3629" y="2022"/>
                    <a:pt x="3629" y="2023"/>
                  </a:cubicBezTo>
                  <a:cubicBezTo>
                    <a:pt x="3639" y="2083"/>
                    <a:pt x="3643" y="2106"/>
                    <a:pt x="3650" y="2131"/>
                  </a:cubicBezTo>
                  <a:cubicBezTo>
                    <a:pt x="3646" y="2095"/>
                    <a:pt x="3648" y="2087"/>
                    <a:pt x="3644" y="2077"/>
                  </a:cubicBezTo>
                  <a:cubicBezTo>
                    <a:pt x="3642" y="1997"/>
                    <a:pt x="3638" y="1989"/>
                    <a:pt x="3642" y="1983"/>
                  </a:cubicBezTo>
                  <a:cubicBezTo>
                    <a:pt x="3636" y="1915"/>
                    <a:pt x="3635" y="1908"/>
                    <a:pt x="3633" y="1900"/>
                  </a:cubicBezTo>
                  <a:cubicBezTo>
                    <a:pt x="3632" y="1877"/>
                    <a:pt x="3626" y="1869"/>
                    <a:pt x="3628" y="1862"/>
                  </a:cubicBezTo>
                  <a:cubicBezTo>
                    <a:pt x="3704" y="2064"/>
                    <a:pt x="3715" y="2091"/>
                    <a:pt x="3723" y="2120"/>
                  </a:cubicBezTo>
                  <a:cubicBezTo>
                    <a:pt x="3738" y="2147"/>
                    <a:pt x="3735" y="2134"/>
                    <a:pt x="3732" y="2120"/>
                  </a:cubicBezTo>
                  <a:cubicBezTo>
                    <a:pt x="3671" y="1955"/>
                    <a:pt x="3666" y="1948"/>
                    <a:pt x="3665" y="1942"/>
                  </a:cubicBezTo>
                  <a:cubicBezTo>
                    <a:pt x="3658" y="1918"/>
                    <a:pt x="3659" y="1920"/>
                    <a:pt x="3656" y="1912"/>
                  </a:cubicBezTo>
                  <a:cubicBezTo>
                    <a:pt x="3644" y="1868"/>
                    <a:pt x="3634" y="1861"/>
                    <a:pt x="3638" y="1856"/>
                  </a:cubicBezTo>
                  <a:cubicBezTo>
                    <a:pt x="3654" y="1880"/>
                    <a:pt x="3649" y="1882"/>
                    <a:pt x="3653" y="1886"/>
                  </a:cubicBezTo>
                  <a:cubicBezTo>
                    <a:pt x="3690" y="1949"/>
                    <a:pt x="3693" y="1958"/>
                    <a:pt x="3702" y="1968"/>
                  </a:cubicBezTo>
                  <a:cubicBezTo>
                    <a:pt x="3745" y="2097"/>
                    <a:pt x="3753" y="2103"/>
                    <a:pt x="3754" y="2107"/>
                  </a:cubicBezTo>
                  <a:cubicBezTo>
                    <a:pt x="3776" y="2160"/>
                    <a:pt x="3776" y="2160"/>
                    <a:pt x="3776" y="2160"/>
                  </a:cubicBezTo>
                  <a:cubicBezTo>
                    <a:pt x="3769" y="2130"/>
                    <a:pt x="3760" y="2123"/>
                    <a:pt x="3765" y="2121"/>
                  </a:cubicBezTo>
                  <a:cubicBezTo>
                    <a:pt x="3734" y="2035"/>
                    <a:pt x="3731" y="2018"/>
                    <a:pt x="3726" y="2000"/>
                  </a:cubicBezTo>
                  <a:cubicBezTo>
                    <a:pt x="3693" y="1934"/>
                    <a:pt x="3677" y="1912"/>
                    <a:pt x="3655" y="1871"/>
                  </a:cubicBezTo>
                  <a:cubicBezTo>
                    <a:pt x="3628" y="1820"/>
                    <a:pt x="3632" y="1818"/>
                    <a:pt x="3627" y="1813"/>
                  </a:cubicBezTo>
                  <a:cubicBezTo>
                    <a:pt x="3618" y="1792"/>
                    <a:pt x="3615" y="1792"/>
                    <a:pt x="3616" y="1793"/>
                  </a:cubicBezTo>
                  <a:cubicBezTo>
                    <a:pt x="3614" y="1770"/>
                    <a:pt x="3625" y="1783"/>
                    <a:pt x="3633" y="1799"/>
                  </a:cubicBezTo>
                  <a:cubicBezTo>
                    <a:pt x="3676" y="1871"/>
                    <a:pt x="3684" y="1880"/>
                    <a:pt x="3682" y="1886"/>
                  </a:cubicBezTo>
                  <a:cubicBezTo>
                    <a:pt x="3706" y="1920"/>
                    <a:pt x="3713" y="1940"/>
                    <a:pt x="3724" y="1950"/>
                  </a:cubicBezTo>
                  <a:cubicBezTo>
                    <a:pt x="3760" y="2018"/>
                    <a:pt x="3762" y="2034"/>
                    <a:pt x="3775" y="2052"/>
                  </a:cubicBezTo>
                  <a:cubicBezTo>
                    <a:pt x="3791" y="2087"/>
                    <a:pt x="3790" y="2072"/>
                    <a:pt x="3779" y="2055"/>
                  </a:cubicBezTo>
                  <a:cubicBezTo>
                    <a:pt x="3773" y="2029"/>
                    <a:pt x="3765" y="2023"/>
                    <a:pt x="3764" y="2020"/>
                  </a:cubicBezTo>
                  <a:cubicBezTo>
                    <a:pt x="3727" y="1943"/>
                    <a:pt x="3720" y="1927"/>
                    <a:pt x="3710" y="1911"/>
                  </a:cubicBezTo>
                  <a:cubicBezTo>
                    <a:pt x="3681" y="1859"/>
                    <a:pt x="3679" y="1858"/>
                    <a:pt x="3677" y="1856"/>
                  </a:cubicBezTo>
                  <a:cubicBezTo>
                    <a:pt x="3659" y="1825"/>
                    <a:pt x="3654" y="1826"/>
                    <a:pt x="3652" y="1818"/>
                  </a:cubicBezTo>
                  <a:cubicBezTo>
                    <a:pt x="3641" y="1799"/>
                    <a:pt x="3638" y="1795"/>
                    <a:pt x="3640" y="1793"/>
                  </a:cubicBezTo>
                  <a:cubicBezTo>
                    <a:pt x="3651" y="1805"/>
                    <a:pt x="3656" y="1807"/>
                    <a:pt x="3660" y="1814"/>
                  </a:cubicBezTo>
                  <a:cubicBezTo>
                    <a:pt x="3747" y="1948"/>
                    <a:pt x="3751" y="1945"/>
                    <a:pt x="3753" y="1952"/>
                  </a:cubicBezTo>
                  <a:cubicBezTo>
                    <a:pt x="3801" y="2041"/>
                    <a:pt x="3805" y="2046"/>
                    <a:pt x="3813" y="2063"/>
                  </a:cubicBezTo>
                  <a:cubicBezTo>
                    <a:pt x="3824" y="2090"/>
                    <a:pt x="3825" y="2083"/>
                    <a:pt x="3823" y="2074"/>
                  </a:cubicBezTo>
                  <a:cubicBezTo>
                    <a:pt x="3793" y="2008"/>
                    <a:pt x="3788" y="1999"/>
                    <a:pt x="3783" y="1990"/>
                  </a:cubicBezTo>
                  <a:cubicBezTo>
                    <a:pt x="3750" y="1934"/>
                    <a:pt x="3750" y="1933"/>
                    <a:pt x="3742" y="1923"/>
                  </a:cubicBezTo>
                  <a:cubicBezTo>
                    <a:pt x="3649" y="1784"/>
                    <a:pt x="3640" y="1771"/>
                    <a:pt x="3628" y="1753"/>
                  </a:cubicBezTo>
                  <a:cubicBezTo>
                    <a:pt x="3600" y="1705"/>
                    <a:pt x="3594" y="1703"/>
                    <a:pt x="3600" y="1698"/>
                  </a:cubicBezTo>
                  <a:cubicBezTo>
                    <a:pt x="3661" y="1781"/>
                    <a:pt x="3667" y="1780"/>
                    <a:pt x="3671" y="1789"/>
                  </a:cubicBezTo>
                  <a:cubicBezTo>
                    <a:pt x="3762" y="1925"/>
                    <a:pt x="3772" y="1943"/>
                    <a:pt x="3781" y="1958"/>
                  </a:cubicBezTo>
                  <a:cubicBezTo>
                    <a:pt x="3789" y="1977"/>
                    <a:pt x="3792" y="1977"/>
                    <a:pt x="3792" y="1977"/>
                  </a:cubicBezTo>
                  <a:cubicBezTo>
                    <a:pt x="3808" y="2010"/>
                    <a:pt x="3813" y="2006"/>
                    <a:pt x="3808" y="2000"/>
                  </a:cubicBezTo>
                  <a:cubicBezTo>
                    <a:pt x="3787" y="1964"/>
                    <a:pt x="3792" y="1953"/>
                    <a:pt x="3784" y="1954"/>
                  </a:cubicBezTo>
                  <a:cubicBezTo>
                    <a:pt x="3664" y="1770"/>
                    <a:pt x="3663" y="1761"/>
                    <a:pt x="3658" y="1758"/>
                  </a:cubicBezTo>
                  <a:cubicBezTo>
                    <a:pt x="3608" y="1693"/>
                    <a:pt x="3604" y="1687"/>
                    <a:pt x="3601" y="1681"/>
                  </a:cubicBezTo>
                  <a:cubicBezTo>
                    <a:pt x="3568" y="1619"/>
                    <a:pt x="3567" y="1614"/>
                    <a:pt x="3568" y="1609"/>
                  </a:cubicBezTo>
                  <a:cubicBezTo>
                    <a:pt x="3602" y="1650"/>
                    <a:pt x="3605" y="1657"/>
                    <a:pt x="3609" y="1657"/>
                  </a:cubicBezTo>
                  <a:cubicBezTo>
                    <a:pt x="3642" y="1699"/>
                    <a:pt x="3657" y="1709"/>
                    <a:pt x="3670" y="1726"/>
                  </a:cubicBezTo>
                  <a:cubicBezTo>
                    <a:pt x="3726" y="1782"/>
                    <a:pt x="3727" y="1793"/>
                    <a:pt x="3732" y="1792"/>
                  </a:cubicBezTo>
                  <a:cubicBezTo>
                    <a:pt x="3804" y="1897"/>
                    <a:pt x="3811" y="1910"/>
                    <a:pt x="3818" y="1923"/>
                  </a:cubicBezTo>
                  <a:cubicBezTo>
                    <a:pt x="3834" y="1949"/>
                    <a:pt x="3835" y="1944"/>
                    <a:pt x="3833" y="1939"/>
                  </a:cubicBezTo>
                  <a:cubicBezTo>
                    <a:pt x="3805" y="1889"/>
                    <a:pt x="3802" y="1887"/>
                    <a:pt x="3800" y="1881"/>
                  </a:cubicBezTo>
                  <a:cubicBezTo>
                    <a:pt x="3752" y="1810"/>
                    <a:pt x="3747" y="1795"/>
                    <a:pt x="3740" y="1790"/>
                  </a:cubicBezTo>
                  <a:cubicBezTo>
                    <a:pt x="3707" y="1754"/>
                    <a:pt x="3704" y="1747"/>
                    <a:pt x="3701" y="1741"/>
                  </a:cubicBezTo>
                  <a:cubicBezTo>
                    <a:pt x="3666" y="1702"/>
                    <a:pt x="3650" y="1693"/>
                    <a:pt x="3638" y="1674"/>
                  </a:cubicBezTo>
                  <a:cubicBezTo>
                    <a:pt x="3579" y="1610"/>
                    <a:pt x="3577" y="1606"/>
                    <a:pt x="3575" y="1603"/>
                  </a:cubicBezTo>
                  <a:cubicBezTo>
                    <a:pt x="3662" y="1692"/>
                    <a:pt x="3684" y="1707"/>
                    <a:pt x="3705" y="1728"/>
                  </a:cubicBezTo>
                  <a:cubicBezTo>
                    <a:pt x="3780" y="1809"/>
                    <a:pt x="3780" y="1827"/>
                    <a:pt x="3786" y="1824"/>
                  </a:cubicBezTo>
                  <a:cubicBezTo>
                    <a:pt x="3743" y="1752"/>
                    <a:pt x="3728" y="1741"/>
                    <a:pt x="3715" y="1723"/>
                  </a:cubicBezTo>
                  <a:cubicBezTo>
                    <a:pt x="3691" y="1699"/>
                    <a:pt x="3682" y="1693"/>
                    <a:pt x="3674" y="1685"/>
                  </a:cubicBezTo>
                  <a:cubicBezTo>
                    <a:pt x="3656" y="1669"/>
                    <a:pt x="3653" y="1663"/>
                    <a:pt x="3655" y="1661"/>
                  </a:cubicBezTo>
                  <a:cubicBezTo>
                    <a:pt x="3701" y="1699"/>
                    <a:pt x="3704" y="1700"/>
                    <a:pt x="3707" y="1700"/>
                  </a:cubicBezTo>
                  <a:cubicBezTo>
                    <a:pt x="3733" y="1723"/>
                    <a:pt x="3739" y="1726"/>
                    <a:pt x="3744" y="1730"/>
                  </a:cubicBezTo>
                  <a:cubicBezTo>
                    <a:pt x="3810" y="1787"/>
                    <a:pt x="3819" y="1795"/>
                    <a:pt x="3827" y="1803"/>
                  </a:cubicBezTo>
                  <a:cubicBezTo>
                    <a:pt x="3840" y="1813"/>
                    <a:pt x="3840" y="1813"/>
                    <a:pt x="3840" y="1813"/>
                  </a:cubicBezTo>
                  <a:cubicBezTo>
                    <a:pt x="3784" y="1755"/>
                    <a:pt x="3778" y="1742"/>
                    <a:pt x="3769" y="1741"/>
                  </a:cubicBezTo>
                  <a:cubicBezTo>
                    <a:pt x="3733" y="1710"/>
                    <a:pt x="3728" y="1711"/>
                    <a:pt x="3725" y="1703"/>
                  </a:cubicBezTo>
                  <a:cubicBezTo>
                    <a:pt x="3677" y="1667"/>
                    <a:pt x="3672" y="1665"/>
                    <a:pt x="3670" y="1658"/>
                  </a:cubicBezTo>
                  <a:cubicBezTo>
                    <a:pt x="3644" y="1644"/>
                    <a:pt x="3643" y="1636"/>
                    <a:pt x="3639" y="1637"/>
                  </a:cubicBezTo>
                  <a:cubicBezTo>
                    <a:pt x="3601" y="1601"/>
                    <a:pt x="3599" y="1596"/>
                    <a:pt x="3597" y="1593"/>
                  </a:cubicBezTo>
                  <a:cubicBezTo>
                    <a:pt x="3566" y="1555"/>
                    <a:pt x="3560" y="1554"/>
                    <a:pt x="3556" y="1545"/>
                  </a:cubicBezTo>
                  <a:cubicBezTo>
                    <a:pt x="3552" y="1522"/>
                    <a:pt x="3553" y="1536"/>
                    <a:pt x="3559" y="1536"/>
                  </a:cubicBezTo>
                  <a:cubicBezTo>
                    <a:pt x="3580" y="1559"/>
                    <a:pt x="3583" y="1558"/>
                    <a:pt x="3585" y="1562"/>
                  </a:cubicBezTo>
                  <a:cubicBezTo>
                    <a:pt x="3634" y="1600"/>
                    <a:pt x="3637" y="1610"/>
                    <a:pt x="3644" y="1607"/>
                  </a:cubicBezTo>
                  <a:cubicBezTo>
                    <a:pt x="3695" y="1644"/>
                    <a:pt x="3699" y="1652"/>
                    <a:pt x="3705" y="1652"/>
                  </a:cubicBezTo>
                  <a:cubicBezTo>
                    <a:pt x="3754" y="1683"/>
                    <a:pt x="3757" y="1694"/>
                    <a:pt x="3762" y="1695"/>
                  </a:cubicBezTo>
                  <a:cubicBezTo>
                    <a:pt x="3798" y="1722"/>
                    <a:pt x="3801" y="1735"/>
                    <a:pt x="3808" y="1732"/>
                  </a:cubicBezTo>
                  <a:cubicBezTo>
                    <a:pt x="3735" y="1667"/>
                    <a:pt x="3734" y="1659"/>
                    <a:pt x="3730" y="1662"/>
                  </a:cubicBezTo>
                  <a:cubicBezTo>
                    <a:pt x="3691" y="1638"/>
                    <a:pt x="3686" y="1628"/>
                    <a:pt x="3679" y="1626"/>
                  </a:cubicBezTo>
                  <a:cubicBezTo>
                    <a:pt x="3606" y="1569"/>
                    <a:pt x="3593" y="1561"/>
                    <a:pt x="3584" y="1546"/>
                  </a:cubicBezTo>
                  <a:cubicBezTo>
                    <a:pt x="3554" y="1514"/>
                    <a:pt x="3542" y="1501"/>
                    <a:pt x="3531" y="1486"/>
                  </a:cubicBezTo>
                  <a:cubicBezTo>
                    <a:pt x="3515" y="1452"/>
                    <a:pt x="3508" y="1447"/>
                    <a:pt x="3512" y="1445"/>
                  </a:cubicBezTo>
                  <a:cubicBezTo>
                    <a:pt x="3556" y="1505"/>
                    <a:pt x="3567" y="1513"/>
                    <a:pt x="3566" y="1520"/>
                  </a:cubicBezTo>
                  <a:cubicBezTo>
                    <a:pt x="3605" y="1552"/>
                    <a:pt x="3611" y="1553"/>
                    <a:pt x="3616" y="1560"/>
                  </a:cubicBezTo>
                  <a:cubicBezTo>
                    <a:pt x="3676" y="1598"/>
                    <a:pt x="3677" y="1606"/>
                    <a:pt x="3681" y="1605"/>
                  </a:cubicBezTo>
                  <a:cubicBezTo>
                    <a:pt x="3717" y="1624"/>
                    <a:pt x="3722" y="1631"/>
                    <a:pt x="3729" y="1632"/>
                  </a:cubicBezTo>
                  <a:cubicBezTo>
                    <a:pt x="3761" y="1652"/>
                    <a:pt x="3773" y="1659"/>
                    <a:pt x="3786" y="1665"/>
                  </a:cubicBezTo>
                  <a:cubicBezTo>
                    <a:pt x="3834" y="1700"/>
                    <a:pt x="3837" y="1704"/>
                    <a:pt x="3840" y="1705"/>
                  </a:cubicBezTo>
                  <a:close/>
                  <a:moveTo>
                    <a:pt x="3587" y="1208"/>
                  </a:moveTo>
                  <a:cubicBezTo>
                    <a:pt x="3585" y="1207"/>
                    <a:pt x="3582" y="1206"/>
                    <a:pt x="3580" y="1204"/>
                  </a:cubicBezTo>
                  <a:cubicBezTo>
                    <a:pt x="3578" y="1198"/>
                    <a:pt x="3586" y="1205"/>
                    <a:pt x="3587" y="1208"/>
                  </a:cubicBezTo>
                  <a:close/>
                  <a:moveTo>
                    <a:pt x="3234" y="928"/>
                  </a:moveTo>
                  <a:cubicBezTo>
                    <a:pt x="3238" y="930"/>
                    <a:pt x="3243" y="932"/>
                    <a:pt x="3248" y="934"/>
                  </a:cubicBezTo>
                  <a:cubicBezTo>
                    <a:pt x="3256" y="941"/>
                    <a:pt x="3265" y="942"/>
                    <a:pt x="3273" y="950"/>
                  </a:cubicBezTo>
                  <a:cubicBezTo>
                    <a:pt x="3278" y="950"/>
                    <a:pt x="3283" y="953"/>
                    <a:pt x="3287" y="955"/>
                  </a:cubicBezTo>
                  <a:cubicBezTo>
                    <a:pt x="3291" y="957"/>
                    <a:pt x="3295" y="962"/>
                    <a:pt x="3299" y="962"/>
                  </a:cubicBezTo>
                  <a:cubicBezTo>
                    <a:pt x="3308" y="965"/>
                    <a:pt x="3317" y="970"/>
                    <a:pt x="3326" y="974"/>
                  </a:cubicBezTo>
                  <a:cubicBezTo>
                    <a:pt x="3342" y="986"/>
                    <a:pt x="3361" y="990"/>
                    <a:pt x="3376" y="1006"/>
                  </a:cubicBezTo>
                  <a:cubicBezTo>
                    <a:pt x="3381" y="1008"/>
                    <a:pt x="3386" y="1007"/>
                    <a:pt x="3389" y="1014"/>
                  </a:cubicBezTo>
                  <a:cubicBezTo>
                    <a:pt x="3395" y="1010"/>
                    <a:pt x="3396" y="1023"/>
                    <a:pt x="3402" y="1021"/>
                  </a:cubicBezTo>
                  <a:cubicBezTo>
                    <a:pt x="3410" y="1027"/>
                    <a:pt x="3418" y="1034"/>
                    <a:pt x="3427" y="1037"/>
                  </a:cubicBezTo>
                  <a:cubicBezTo>
                    <a:pt x="3430" y="1042"/>
                    <a:pt x="3434" y="1046"/>
                    <a:pt x="3438" y="1047"/>
                  </a:cubicBezTo>
                  <a:cubicBezTo>
                    <a:pt x="3439" y="1050"/>
                    <a:pt x="3436" y="1048"/>
                    <a:pt x="3434" y="1049"/>
                  </a:cubicBezTo>
                  <a:cubicBezTo>
                    <a:pt x="3432" y="1048"/>
                    <a:pt x="3430" y="1047"/>
                    <a:pt x="3428" y="1044"/>
                  </a:cubicBezTo>
                  <a:cubicBezTo>
                    <a:pt x="3422" y="1049"/>
                    <a:pt x="3422" y="1034"/>
                    <a:pt x="3415" y="1041"/>
                  </a:cubicBezTo>
                  <a:cubicBezTo>
                    <a:pt x="3409" y="1031"/>
                    <a:pt x="3400" y="1034"/>
                    <a:pt x="3393" y="1026"/>
                  </a:cubicBezTo>
                  <a:cubicBezTo>
                    <a:pt x="3392" y="1024"/>
                    <a:pt x="3388" y="1027"/>
                    <a:pt x="3387" y="1024"/>
                  </a:cubicBezTo>
                  <a:cubicBezTo>
                    <a:pt x="3386" y="1020"/>
                    <a:pt x="3383" y="1021"/>
                    <a:pt x="3380" y="1022"/>
                  </a:cubicBezTo>
                  <a:cubicBezTo>
                    <a:pt x="3378" y="1015"/>
                    <a:pt x="3372" y="1022"/>
                    <a:pt x="3370" y="1014"/>
                  </a:cubicBezTo>
                  <a:cubicBezTo>
                    <a:pt x="3362" y="1014"/>
                    <a:pt x="3355" y="1007"/>
                    <a:pt x="3347" y="1003"/>
                  </a:cubicBezTo>
                  <a:cubicBezTo>
                    <a:pt x="3338" y="1002"/>
                    <a:pt x="3331" y="995"/>
                    <a:pt x="3323" y="989"/>
                  </a:cubicBezTo>
                  <a:cubicBezTo>
                    <a:pt x="3315" y="989"/>
                    <a:pt x="3307" y="983"/>
                    <a:pt x="3300" y="978"/>
                  </a:cubicBezTo>
                  <a:cubicBezTo>
                    <a:pt x="3296" y="977"/>
                    <a:pt x="3293" y="972"/>
                    <a:pt x="3288" y="971"/>
                  </a:cubicBezTo>
                  <a:cubicBezTo>
                    <a:pt x="3285" y="968"/>
                    <a:pt x="3280" y="971"/>
                    <a:pt x="3278" y="963"/>
                  </a:cubicBezTo>
                  <a:cubicBezTo>
                    <a:pt x="3270" y="961"/>
                    <a:pt x="3264" y="953"/>
                    <a:pt x="3255" y="952"/>
                  </a:cubicBezTo>
                  <a:cubicBezTo>
                    <a:pt x="3254" y="950"/>
                    <a:pt x="3253" y="948"/>
                    <a:pt x="3252" y="946"/>
                  </a:cubicBezTo>
                  <a:cubicBezTo>
                    <a:pt x="3247" y="942"/>
                    <a:pt x="3242" y="939"/>
                    <a:pt x="3236" y="938"/>
                  </a:cubicBezTo>
                  <a:cubicBezTo>
                    <a:pt x="3232" y="933"/>
                    <a:pt x="3228" y="927"/>
                    <a:pt x="3222" y="927"/>
                  </a:cubicBezTo>
                  <a:cubicBezTo>
                    <a:pt x="3222" y="917"/>
                    <a:pt x="3230" y="930"/>
                    <a:pt x="3234" y="928"/>
                  </a:cubicBezTo>
                  <a:close/>
                  <a:moveTo>
                    <a:pt x="3269" y="856"/>
                  </a:moveTo>
                  <a:cubicBezTo>
                    <a:pt x="3278" y="856"/>
                    <a:pt x="3285" y="867"/>
                    <a:pt x="3294" y="867"/>
                  </a:cubicBezTo>
                  <a:cubicBezTo>
                    <a:pt x="3296" y="873"/>
                    <a:pt x="3289" y="865"/>
                    <a:pt x="3287" y="868"/>
                  </a:cubicBezTo>
                  <a:cubicBezTo>
                    <a:pt x="3284" y="866"/>
                    <a:pt x="3281" y="867"/>
                    <a:pt x="3279" y="864"/>
                  </a:cubicBezTo>
                  <a:cubicBezTo>
                    <a:pt x="3274" y="860"/>
                    <a:pt x="3267" y="862"/>
                    <a:pt x="3263" y="855"/>
                  </a:cubicBezTo>
                  <a:cubicBezTo>
                    <a:pt x="3252" y="853"/>
                    <a:pt x="3242" y="851"/>
                    <a:pt x="3231" y="848"/>
                  </a:cubicBezTo>
                  <a:cubicBezTo>
                    <a:pt x="3226" y="845"/>
                    <a:pt x="3221" y="843"/>
                    <a:pt x="3215" y="843"/>
                  </a:cubicBezTo>
                  <a:cubicBezTo>
                    <a:pt x="3211" y="839"/>
                    <a:pt x="3206" y="839"/>
                    <a:pt x="3201" y="838"/>
                  </a:cubicBezTo>
                  <a:cubicBezTo>
                    <a:pt x="3195" y="839"/>
                    <a:pt x="3190" y="834"/>
                    <a:pt x="3185" y="833"/>
                  </a:cubicBezTo>
                  <a:cubicBezTo>
                    <a:pt x="3180" y="832"/>
                    <a:pt x="3175" y="831"/>
                    <a:pt x="3171" y="828"/>
                  </a:cubicBezTo>
                  <a:cubicBezTo>
                    <a:pt x="3161" y="826"/>
                    <a:pt x="3152" y="820"/>
                    <a:pt x="3142" y="820"/>
                  </a:cubicBezTo>
                  <a:cubicBezTo>
                    <a:pt x="3130" y="810"/>
                    <a:pt x="3117" y="809"/>
                    <a:pt x="3105" y="799"/>
                  </a:cubicBezTo>
                  <a:cubicBezTo>
                    <a:pt x="3102" y="800"/>
                    <a:pt x="3098" y="799"/>
                    <a:pt x="3096" y="797"/>
                  </a:cubicBezTo>
                  <a:cubicBezTo>
                    <a:pt x="3094" y="789"/>
                    <a:pt x="3088" y="799"/>
                    <a:pt x="3087" y="791"/>
                  </a:cubicBezTo>
                  <a:cubicBezTo>
                    <a:pt x="3080" y="793"/>
                    <a:pt x="3077" y="781"/>
                    <a:pt x="3069" y="784"/>
                  </a:cubicBezTo>
                  <a:cubicBezTo>
                    <a:pt x="3068" y="781"/>
                    <a:pt x="3066" y="778"/>
                    <a:pt x="3064" y="779"/>
                  </a:cubicBezTo>
                  <a:cubicBezTo>
                    <a:pt x="3064" y="777"/>
                    <a:pt x="3064" y="774"/>
                    <a:pt x="3061" y="775"/>
                  </a:cubicBezTo>
                  <a:cubicBezTo>
                    <a:pt x="3058" y="774"/>
                    <a:pt x="3055" y="769"/>
                    <a:pt x="3052" y="764"/>
                  </a:cubicBezTo>
                  <a:cubicBezTo>
                    <a:pt x="3060" y="762"/>
                    <a:pt x="3065" y="770"/>
                    <a:pt x="3072" y="769"/>
                  </a:cubicBezTo>
                  <a:cubicBezTo>
                    <a:pt x="3077" y="776"/>
                    <a:pt x="3084" y="774"/>
                    <a:pt x="3089" y="781"/>
                  </a:cubicBezTo>
                  <a:cubicBezTo>
                    <a:pt x="3094" y="782"/>
                    <a:pt x="3100" y="782"/>
                    <a:pt x="3104" y="787"/>
                  </a:cubicBezTo>
                  <a:cubicBezTo>
                    <a:pt x="3108" y="787"/>
                    <a:pt x="3112" y="789"/>
                    <a:pt x="3117" y="790"/>
                  </a:cubicBezTo>
                  <a:cubicBezTo>
                    <a:pt x="3125" y="792"/>
                    <a:pt x="3133" y="798"/>
                    <a:pt x="3142" y="801"/>
                  </a:cubicBezTo>
                  <a:cubicBezTo>
                    <a:pt x="3151" y="803"/>
                    <a:pt x="3160" y="806"/>
                    <a:pt x="3169" y="810"/>
                  </a:cubicBezTo>
                  <a:cubicBezTo>
                    <a:pt x="3177" y="812"/>
                    <a:pt x="3186" y="815"/>
                    <a:pt x="3194" y="820"/>
                  </a:cubicBezTo>
                  <a:cubicBezTo>
                    <a:pt x="3196" y="821"/>
                    <a:pt x="3200" y="820"/>
                    <a:pt x="3201" y="824"/>
                  </a:cubicBezTo>
                  <a:cubicBezTo>
                    <a:pt x="3204" y="823"/>
                    <a:pt x="3205" y="827"/>
                    <a:pt x="3208" y="826"/>
                  </a:cubicBezTo>
                  <a:cubicBezTo>
                    <a:pt x="3211" y="830"/>
                    <a:pt x="3217" y="825"/>
                    <a:pt x="3220" y="832"/>
                  </a:cubicBezTo>
                  <a:cubicBezTo>
                    <a:pt x="3229" y="834"/>
                    <a:pt x="3237" y="839"/>
                    <a:pt x="3245" y="843"/>
                  </a:cubicBezTo>
                  <a:cubicBezTo>
                    <a:pt x="3253" y="849"/>
                    <a:pt x="3262" y="849"/>
                    <a:pt x="3269" y="856"/>
                  </a:cubicBezTo>
                  <a:close/>
                  <a:moveTo>
                    <a:pt x="3121" y="851"/>
                  </a:moveTo>
                  <a:cubicBezTo>
                    <a:pt x="3114" y="851"/>
                    <a:pt x="3115" y="840"/>
                    <a:pt x="3113" y="836"/>
                  </a:cubicBezTo>
                  <a:cubicBezTo>
                    <a:pt x="3120" y="836"/>
                    <a:pt x="3119" y="847"/>
                    <a:pt x="3121" y="851"/>
                  </a:cubicBezTo>
                  <a:close/>
                  <a:moveTo>
                    <a:pt x="2966" y="723"/>
                  </a:moveTo>
                  <a:cubicBezTo>
                    <a:pt x="2974" y="724"/>
                    <a:pt x="2969" y="736"/>
                    <a:pt x="2973" y="741"/>
                  </a:cubicBezTo>
                  <a:cubicBezTo>
                    <a:pt x="2967" y="741"/>
                    <a:pt x="2968" y="728"/>
                    <a:pt x="2966" y="723"/>
                  </a:cubicBezTo>
                  <a:close/>
                  <a:moveTo>
                    <a:pt x="3008" y="1016"/>
                  </a:moveTo>
                  <a:cubicBezTo>
                    <a:pt x="3004" y="1017"/>
                    <a:pt x="3007" y="1015"/>
                    <a:pt x="3006" y="1012"/>
                  </a:cubicBezTo>
                  <a:cubicBezTo>
                    <a:pt x="3004" y="1010"/>
                    <a:pt x="3003" y="1008"/>
                    <a:pt x="3002" y="1006"/>
                  </a:cubicBezTo>
                  <a:cubicBezTo>
                    <a:pt x="3001" y="1000"/>
                    <a:pt x="2996" y="993"/>
                    <a:pt x="2997" y="987"/>
                  </a:cubicBezTo>
                  <a:cubicBezTo>
                    <a:pt x="2997" y="982"/>
                    <a:pt x="2990" y="975"/>
                    <a:pt x="2993" y="971"/>
                  </a:cubicBezTo>
                  <a:cubicBezTo>
                    <a:pt x="2990" y="965"/>
                    <a:pt x="2991" y="960"/>
                    <a:pt x="2988" y="954"/>
                  </a:cubicBezTo>
                  <a:cubicBezTo>
                    <a:pt x="2982" y="947"/>
                    <a:pt x="2991" y="944"/>
                    <a:pt x="2984" y="937"/>
                  </a:cubicBezTo>
                  <a:cubicBezTo>
                    <a:pt x="2987" y="935"/>
                    <a:pt x="2982" y="930"/>
                    <a:pt x="2985" y="928"/>
                  </a:cubicBezTo>
                  <a:cubicBezTo>
                    <a:pt x="2985" y="926"/>
                    <a:pt x="2985" y="924"/>
                    <a:pt x="2983" y="921"/>
                  </a:cubicBezTo>
                  <a:cubicBezTo>
                    <a:pt x="2985" y="916"/>
                    <a:pt x="2981" y="910"/>
                    <a:pt x="2983" y="905"/>
                  </a:cubicBezTo>
                  <a:cubicBezTo>
                    <a:pt x="2981" y="894"/>
                    <a:pt x="2982" y="884"/>
                    <a:pt x="2978" y="872"/>
                  </a:cubicBezTo>
                  <a:cubicBezTo>
                    <a:pt x="2981" y="851"/>
                    <a:pt x="2975" y="827"/>
                    <a:pt x="2980" y="805"/>
                  </a:cubicBezTo>
                  <a:cubicBezTo>
                    <a:pt x="2976" y="795"/>
                    <a:pt x="2977" y="786"/>
                    <a:pt x="2974" y="776"/>
                  </a:cubicBezTo>
                  <a:cubicBezTo>
                    <a:pt x="2973" y="766"/>
                    <a:pt x="2969" y="756"/>
                    <a:pt x="2972" y="747"/>
                  </a:cubicBezTo>
                  <a:cubicBezTo>
                    <a:pt x="2979" y="747"/>
                    <a:pt x="2976" y="759"/>
                    <a:pt x="2978" y="763"/>
                  </a:cubicBezTo>
                  <a:cubicBezTo>
                    <a:pt x="2977" y="769"/>
                    <a:pt x="2980" y="775"/>
                    <a:pt x="2980" y="781"/>
                  </a:cubicBezTo>
                  <a:cubicBezTo>
                    <a:pt x="2988" y="789"/>
                    <a:pt x="2979" y="792"/>
                    <a:pt x="2985" y="800"/>
                  </a:cubicBezTo>
                  <a:cubicBezTo>
                    <a:pt x="2984" y="805"/>
                    <a:pt x="2988" y="812"/>
                    <a:pt x="2984" y="817"/>
                  </a:cubicBezTo>
                  <a:cubicBezTo>
                    <a:pt x="2988" y="818"/>
                    <a:pt x="2987" y="820"/>
                    <a:pt x="2988" y="823"/>
                  </a:cubicBezTo>
                  <a:cubicBezTo>
                    <a:pt x="2985" y="826"/>
                    <a:pt x="2991" y="826"/>
                    <a:pt x="2988" y="828"/>
                  </a:cubicBezTo>
                  <a:cubicBezTo>
                    <a:pt x="2988" y="834"/>
                    <a:pt x="2990" y="841"/>
                    <a:pt x="2990" y="846"/>
                  </a:cubicBezTo>
                  <a:cubicBezTo>
                    <a:pt x="2992" y="853"/>
                    <a:pt x="2990" y="858"/>
                    <a:pt x="2992" y="864"/>
                  </a:cubicBezTo>
                  <a:cubicBezTo>
                    <a:pt x="2994" y="871"/>
                    <a:pt x="2988" y="875"/>
                    <a:pt x="2994" y="882"/>
                  </a:cubicBezTo>
                  <a:cubicBezTo>
                    <a:pt x="2989" y="887"/>
                    <a:pt x="2996" y="894"/>
                    <a:pt x="2996" y="900"/>
                  </a:cubicBezTo>
                  <a:cubicBezTo>
                    <a:pt x="2996" y="906"/>
                    <a:pt x="2998" y="912"/>
                    <a:pt x="2998" y="918"/>
                  </a:cubicBezTo>
                  <a:cubicBezTo>
                    <a:pt x="2997" y="930"/>
                    <a:pt x="3002" y="942"/>
                    <a:pt x="2999" y="953"/>
                  </a:cubicBezTo>
                  <a:cubicBezTo>
                    <a:pt x="3003" y="978"/>
                    <a:pt x="3006" y="1001"/>
                    <a:pt x="3017" y="1028"/>
                  </a:cubicBezTo>
                  <a:cubicBezTo>
                    <a:pt x="3012" y="1030"/>
                    <a:pt x="3011" y="1019"/>
                    <a:pt x="3008" y="1016"/>
                  </a:cubicBezTo>
                  <a:close/>
                  <a:moveTo>
                    <a:pt x="3027" y="1036"/>
                  </a:moveTo>
                  <a:cubicBezTo>
                    <a:pt x="3032" y="1033"/>
                    <a:pt x="3024" y="1028"/>
                    <a:pt x="3023" y="1024"/>
                  </a:cubicBezTo>
                  <a:cubicBezTo>
                    <a:pt x="3013" y="970"/>
                    <a:pt x="3013" y="964"/>
                    <a:pt x="3010" y="958"/>
                  </a:cubicBezTo>
                  <a:cubicBezTo>
                    <a:pt x="3009" y="898"/>
                    <a:pt x="3001" y="890"/>
                    <a:pt x="3007" y="886"/>
                  </a:cubicBezTo>
                  <a:cubicBezTo>
                    <a:pt x="2992" y="822"/>
                    <a:pt x="3003" y="819"/>
                    <a:pt x="2998" y="812"/>
                  </a:cubicBezTo>
                  <a:cubicBezTo>
                    <a:pt x="2992" y="771"/>
                    <a:pt x="2986" y="766"/>
                    <a:pt x="2990" y="764"/>
                  </a:cubicBezTo>
                  <a:cubicBezTo>
                    <a:pt x="2983" y="719"/>
                    <a:pt x="2985" y="730"/>
                    <a:pt x="2988" y="733"/>
                  </a:cubicBezTo>
                  <a:cubicBezTo>
                    <a:pt x="3000" y="776"/>
                    <a:pt x="3004" y="782"/>
                    <a:pt x="3003" y="787"/>
                  </a:cubicBezTo>
                  <a:cubicBezTo>
                    <a:pt x="3014" y="823"/>
                    <a:pt x="3013" y="827"/>
                    <a:pt x="3018" y="833"/>
                  </a:cubicBezTo>
                  <a:cubicBezTo>
                    <a:pt x="3023" y="872"/>
                    <a:pt x="3015" y="879"/>
                    <a:pt x="3023" y="890"/>
                  </a:cubicBezTo>
                  <a:cubicBezTo>
                    <a:pt x="3027" y="937"/>
                    <a:pt x="3022" y="940"/>
                    <a:pt x="3027" y="945"/>
                  </a:cubicBezTo>
                  <a:cubicBezTo>
                    <a:pt x="3036" y="1011"/>
                    <a:pt x="3031" y="1019"/>
                    <a:pt x="3037" y="1030"/>
                  </a:cubicBezTo>
                  <a:close/>
                  <a:moveTo>
                    <a:pt x="2998" y="735"/>
                  </a:moveTo>
                  <a:cubicBezTo>
                    <a:pt x="3003" y="732"/>
                    <a:pt x="3005" y="737"/>
                    <a:pt x="3008" y="740"/>
                  </a:cubicBezTo>
                  <a:cubicBezTo>
                    <a:pt x="3006" y="741"/>
                    <a:pt x="3004" y="742"/>
                    <a:pt x="3002" y="744"/>
                  </a:cubicBezTo>
                  <a:cubicBezTo>
                    <a:pt x="3001" y="741"/>
                    <a:pt x="2999" y="738"/>
                    <a:pt x="2998" y="735"/>
                  </a:cubicBezTo>
                  <a:close/>
                  <a:moveTo>
                    <a:pt x="3035" y="859"/>
                  </a:moveTo>
                  <a:cubicBezTo>
                    <a:pt x="3033" y="862"/>
                    <a:pt x="3036" y="867"/>
                    <a:pt x="3037" y="871"/>
                  </a:cubicBezTo>
                  <a:cubicBezTo>
                    <a:pt x="3040" y="880"/>
                    <a:pt x="3037" y="886"/>
                    <a:pt x="3043" y="895"/>
                  </a:cubicBezTo>
                  <a:cubicBezTo>
                    <a:pt x="3041" y="899"/>
                    <a:pt x="3043" y="904"/>
                    <a:pt x="3044" y="908"/>
                  </a:cubicBezTo>
                  <a:cubicBezTo>
                    <a:pt x="3044" y="912"/>
                    <a:pt x="3047" y="917"/>
                    <a:pt x="3046" y="921"/>
                  </a:cubicBezTo>
                  <a:cubicBezTo>
                    <a:pt x="3051" y="926"/>
                    <a:pt x="3043" y="928"/>
                    <a:pt x="3048" y="933"/>
                  </a:cubicBezTo>
                  <a:cubicBezTo>
                    <a:pt x="3046" y="936"/>
                    <a:pt x="3052" y="942"/>
                    <a:pt x="3049" y="944"/>
                  </a:cubicBezTo>
                  <a:cubicBezTo>
                    <a:pt x="3054" y="948"/>
                    <a:pt x="3044" y="955"/>
                    <a:pt x="3051" y="953"/>
                  </a:cubicBezTo>
                  <a:cubicBezTo>
                    <a:pt x="3053" y="958"/>
                    <a:pt x="3047" y="961"/>
                    <a:pt x="3053" y="966"/>
                  </a:cubicBezTo>
                  <a:cubicBezTo>
                    <a:pt x="3054" y="974"/>
                    <a:pt x="3060" y="983"/>
                    <a:pt x="3055" y="989"/>
                  </a:cubicBezTo>
                  <a:cubicBezTo>
                    <a:pt x="3063" y="1007"/>
                    <a:pt x="3055" y="1021"/>
                    <a:pt x="3064" y="1039"/>
                  </a:cubicBezTo>
                  <a:cubicBezTo>
                    <a:pt x="3064" y="1046"/>
                    <a:pt x="3060" y="1052"/>
                    <a:pt x="3066" y="1060"/>
                  </a:cubicBezTo>
                  <a:cubicBezTo>
                    <a:pt x="3061" y="1065"/>
                    <a:pt x="3066" y="1073"/>
                    <a:pt x="3066" y="1079"/>
                  </a:cubicBezTo>
                  <a:cubicBezTo>
                    <a:pt x="3059" y="1084"/>
                    <a:pt x="3069" y="1094"/>
                    <a:pt x="3064" y="1100"/>
                  </a:cubicBezTo>
                  <a:cubicBezTo>
                    <a:pt x="3067" y="1107"/>
                    <a:pt x="3063" y="1112"/>
                    <a:pt x="3067" y="1120"/>
                  </a:cubicBezTo>
                  <a:cubicBezTo>
                    <a:pt x="3062" y="1121"/>
                    <a:pt x="3060" y="1110"/>
                    <a:pt x="3056" y="1106"/>
                  </a:cubicBezTo>
                  <a:cubicBezTo>
                    <a:pt x="3056" y="1100"/>
                    <a:pt x="3049" y="1092"/>
                    <a:pt x="3050" y="1085"/>
                  </a:cubicBezTo>
                  <a:cubicBezTo>
                    <a:pt x="3047" y="1075"/>
                    <a:pt x="3049" y="1065"/>
                    <a:pt x="3046" y="1055"/>
                  </a:cubicBezTo>
                  <a:cubicBezTo>
                    <a:pt x="3048" y="1050"/>
                    <a:pt x="3047" y="1045"/>
                    <a:pt x="3045" y="1039"/>
                  </a:cubicBezTo>
                  <a:cubicBezTo>
                    <a:pt x="3050" y="1035"/>
                    <a:pt x="3042" y="1029"/>
                    <a:pt x="3046" y="1025"/>
                  </a:cubicBezTo>
                  <a:cubicBezTo>
                    <a:pt x="3043" y="1014"/>
                    <a:pt x="3045" y="1005"/>
                    <a:pt x="3042" y="994"/>
                  </a:cubicBezTo>
                  <a:cubicBezTo>
                    <a:pt x="3045" y="991"/>
                    <a:pt x="3038" y="984"/>
                    <a:pt x="3042" y="981"/>
                  </a:cubicBezTo>
                  <a:cubicBezTo>
                    <a:pt x="3040" y="975"/>
                    <a:pt x="3041" y="971"/>
                    <a:pt x="3036" y="965"/>
                  </a:cubicBezTo>
                  <a:cubicBezTo>
                    <a:pt x="3042" y="961"/>
                    <a:pt x="3038" y="955"/>
                    <a:pt x="3035" y="949"/>
                  </a:cubicBezTo>
                  <a:cubicBezTo>
                    <a:pt x="3042" y="946"/>
                    <a:pt x="3035" y="940"/>
                    <a:pt x="3035" y="935"/>
                  </a:cubicBezTo>
                  <a:cubicBezTo>
                    <a:pt x="3042" y="928"/>
                    <a:pt x="3030" y="915"/>
                    <a:pt x="3036" y="908"/>
                  </a:cubicBezTo>
                  <a:cubicBezTo>
                    <a:pt x="3029" y="900"/>
                    <a:pt x="3036" y="897"/>
                    <a:pt x="3032" y="891"/>
                  </a:cubicBezTo>
                  <a:cubicBezTo>
                    <a:pt x="3031" y="886"/>
                    <a:pt x="3032" y="882"/>
                    <a:pt x="3032" y="877"/>
                  </a:cubicBezTo>
                  <a:cubicBezTo>
                    <a:pt x="3031" y="867"/>
                    <a:pt x="3031" y="858"/>
                    <a:pt x="3029" y="848"/>
                  </a:cubicBezTo>
                  <a:cubicBezTo>
                    <a:pt x="3036" y="847"/>
                    <a:pt x="3032" y="856"/>
                    <a:pt x="3035" y="859"/>
                  </a:cubicBezTo>
                  <a:close/>
                  <a:moveTo>
                    <a:pt x="3020" y="794"/>
                  </a:moveTo>
                  <a:cubicBezTo>
                    <a:pt x="3022" y="799"/>
                    <a:pt x="3021" y="803"/>
                    <a:pt x="3026" y="809"/>
                  </a:cubicBezTo>
                  <a:cubicBezTo>
                    <a:pt x="3021" y="813"/>
                    <a:pt x="3030" y="821"/>
                    <a:pt x="3027" y="825"/>
                  </a:cubicBezTo>
                  <a:cubicBezTo>
                    <a:pt x="3033" y="831"/>
                    <a:pt x="3028" y="835"/>
                    <a:pt x="3033" y="841"/>
                  </a:cubicBezTo>
                  <a:cubicBezTo>
                    <a:pt x="3025" y="846"/>
                    <a:pt x="3028" y="832"/>
                    <a:pt x="3026" y="828"/>
                  </a:cubicBezTo>
                  <a:cubicBezTo>
                    <a:pt x="3022" y="822"/>
                    <a:pt x="3025" y="818"/>
                    <a:pt x="3019" y="811"/>
                  </a:cubicBezTo>
                  <a:cubicBezTo>
                    <a:pt x="3023" y="803"/>
                    <a:pt x="3013" y="791"/>
                    <a:pt x="3013" y="781"/>
                  </a:cubicBezTo>
                  <a:cubicBezTo>
                    <a:pt x="3020" y="780"/>
                    <a:pt x="3017" y="790"/>
                    <a:pt x="3020" y="794"/>
                  </a:cubicBezTo>
                  <a:close/>
                  <a:moveTo>
                    <a:pt x="3009" y="726"/>
                  </a:moveTo>
                  <a:cubicBezTo>
                    <a:pt x="3000" y="718"/>
                    <a:pt x="2991" y="710"/>
                    <a:pt x="2981" y="706"/>
                  </a:cubicBezTo>
                  <a:cubicBezTo>
                    <a:pt x="2978" y="701"/>
                    <a:pt x="2988" y="702"/>
                    <a:pt x="2988" y="705"/>
                  </a:cubicBezTo>
                  <a:cubicBezTo>
                    <a:pt x="2991" y="704"/>
                    <a:pt x="2994" y="705"/>
                    <a:pt x="2996" y="709"/>
                  </a:cubicBezTo>
                  <a:cubicBezTo>
                    <a:pt x="3002" y="709"/>
                    <a:pt x="3008" y="713"/>
                    <a:pt x="3013" y="715"/>
                  </a:cubicBezTo>
                  <a:cubicBezTo>
                    <a:pt x="3024" y="722"/>
                    <a:pt x="3036" y="723"/>
                    <a:pt x="3046" y="729"/>
                  </a:cubicBezTo>
                  <a:cubicBezTo>
                    <a:pt x="3057" y="733"/>
                    <a:pt x="3068" y="740"/>
                    <a:pt x="3080" y="740"/>
                  </a:cubicBezTo>
                  <a:cubicBezTo>
                    <a:pt x="3084" y="749"/>
                    <a:pt x="3092" y="742"/>
                    <a:pt x="3096" y="750"/>
                  </a:cubicBezTo>
                  <a:cubicBezTo>
                    <a:pt x="3103" y="748"/>
                    <a:pt x="3106" y="756"/>
                    <a:pt x="3112" y="754"/>
                  </a:cubicBezTo>
                  <a:cubicBezTo>
                    <a:pt x="3122" y="765"/>
                    <a:pt x="3136" y="763"/>
                    <a:pt x="3146" y="771"/>
                  </a:cubicBezTo>
                  <a:cubicBezTo>
                    <a:pt x="3151" y="776"/>
                    <a:pt x="3159" y="772"/>
                    <a:pt x="3163" y="780"/>
                  </a:cubicBezTo>
                  <a:cubicBezTo>
                    <a:pt x="3168" y="781"/>
                    <a:pt x="3174" y="783"/>
                    <a:pt x="3178" y="788"/>
                  </a:cubicBezTo>
                  <a:cubicBezTo>
                    <a:pt x="3189" y="792"/>
                    <a:pt x="3199" y="799"/>
                    <a:pt x="3210" y="805"/>
                  </a:cubicBezTo>
                  <a:cubicBezTo>
                    <a:pt x="3214" y="814"/>
                    <a:pt x="3222" y="809"/>
                    <a:pt x="3225" y="818"/>
                  </a:cubicBezTo>
                  <a:cubicBezTo>
                    <a:pt x="3231" y="818"/>
                    <a:pt x="3235" y="826"/>
                    <a:pt x="3241" y="826"/>
                  </a:cubicBezTo>
                  <a:cubicBezTo>
                    <a:pt x="3242" y="828"/>
                    <a:pt x="3243" y="830"/>
                    <a:pt x="3244" y="832"/>
                  </a:cubicBezTo>
                  <a:cubicBezTo>
                    <a:pt x="3234" y="831"/>
                    <a:pt x="3225" y="823"/>
                    <a:pt x="3215" y="819"/>
                  </a:cubicBezTo>
                  <a:cubicBezTo>
                    <a:pt x="3205" y="814"/>
                    <a:pt x="3195" y="810"/>
                    <a:pt x="3185" y="806"/>
                  </a:cubicBezTo>
                  <a:cubicBezTo>
                    <a:pt x="3181" y="801"/>
                    <a:pt x="3175" y="801"/>
                    <a:pt x="3170" y="798"/>
                  </a:cubicBezTo>
                  <a:cubicBezTo>
                    <a:pt x="3167" y="799"/>
                    <a:pt x="3164" y="798"/>
                    <a:pt x="3162" y="794"/>
                  </a:cubicBezTo>
                  <a:cubicBezTo>
                    <a:pt x="3159" y="797"/>
                    <a:pt x="3158" y="795"/>
                    <a:pt x="3156" y="792"/>
                  </a:cubicBezTo>
                  <a:cubicBezTo>
                    <a:pt x="3150" y="797"/>
                    <a:pt x="3147" y="787"/>
                    <a:pt x="3141" y="790"/>
                  </a:cubicBezTo>
                  <a:cubicBezTo>
                    <a:pt x="3139" y="785"/>
                    <a:pt x="3135" y="789"/>
                    <a:pt x="3133" y="786"/>
                  </a:cubicBezTo>
                  <a:cubicBezTo>
                    <a:pt x="3131" y="785"/>
                    <a:pt x="3129" y="784"/>
                    <a:pt x="3128" y="781"/>
                  </a:cubicBezTo>
                  <a:cubicBezTo>
                    <a:pt x="3122" y="779"/>
                    <a:pt x="3116" y="781"/>
                    <a:pt x="3112" y="777"/>
                  </a:cubicBezTo>
                  <a:cubicBezTo>
                    <a:pt x="3106" y="777"/>
                    <a:pt x="3103" y="770"/>
                    <a:pt x="3097" y="774"/>
                  </a:cubicBezTo>
                  <a:cubicBezTo>
                    <a:pt x="3088" y="764"/>
                    <a:pt x="3077" y="763"/>
                    <a:pt x="3067" y="756"/>
                  </a:cubicBezTo>
                  <a:cubicBezTo>
                    <a:pt x="3056" y="755"/>
                    <a:pt x="3048" y="745"/>
                    <a:pt x="3037" y="743"/>
                  </a:cubicBezTo>
                  <a:cubicBezTo>
                    <a:pt x="3029" y="733"/>
                    <a:pt x="3018" y="734"/>
                    <a:pt x="3009" y="726"/>
                  </a:cubicBezTo>
                  <a:close/>
                  <a:moveTo>
                    <a:pt x="3088" y="932"/>
                  </a:moveTo>
                  <a:cubicBezTo>
                    <a:pt x="3086" y="928"/>
                    <a:pt x="3084" y="924"/>
                    <a:pt x="3081" y="920"/>
                  </a:cubicBezTo>
                  <a:cubicBezTo>
                    <a:pt x="3085" y="915"/>
                    <a:pt x="3078" y="907"/>
                    <a:pt x="3079" y="902"/>
                  </a:cubicBezTo>
                  <a:cubicBezTo>
                    <a:pt x="3082" y="897"/>
                    <a:pt x="3078" y="890"/>
                    <a:pt x="3077" y="884"/>
                  </a:cubicBezTo>
                  <a:cubicBezTo>
                    <a:pt x="3077" y="878"/>
                    <a:pt x="3071" y="871"/>
                    <a:pt x="3072" y="865"/>
                  </a:cubicBezTo>
                  <a:cubicBezTo>
                    <a:pt x="3068" y="861"/>
                    <a:pt x="3070" y="859"/>
                    <a:pt x="3069" y="856"/>
                  </a:cubicBezTo>
                  <a:cubicBezTo>
                    <a:pt x="3067" y="853"/>
                    <a:pt x="3065" y="850"/>
                    <a:pt x="3068" y="848"/>
                  </a:cubicBezTo>
                  <a:cubicBezTo>
                    <a:pt x="3062" y="838"/>
                    <a:pt x="3063" y="821"/>
                    <a:pt x="3054" y="815"/>
                  </a:cubicBezTo>
                  <a:cubicBezTo>
                    <a:pt x="3057" y="813"/>
                    <a:pt x="3053" y="809"/>
                    <a:pt x="3051" y="806"/>
                  </a:cubicBezTo>
                  <a:cubicBezTo>
                    <a:pt x="3049" y="802"/>
                    <a:pt x="3051" y="800"/>
                    <a:pt x="3049" y="796"/>
                  </a:cubicBezTo>
                  <a:cubicBezTo>
                    <a:pt x="3050" y="791"/>
                    <a:pt x="3041" y="784"/>
                    <a:pt x="3048" y="780"/>
                  </a:cubicBezTo>
                  <a:cubicBezTo>
                    <a:pt x="3068" y="811"/>
                    <a:pt x="3067" y="836"/>
                    <a:pt x="3080" y="866"/>
                  </a:cubicBezTo>
                  <a:cubicBezTo>
                    <a:pt x="3079" y="871"/>
                    <a:pt x="3078" y="877"/>
                    <a:pt x="3082" y="884"/>
                  </a:cubicBezTo>
                  <a:cubicBezTo>
                    <a:pt x="3080" y="888"/>
                    <a:pt x="3085" y="895"/>
                    <a:pt x="3083" y="900"/>
                  </a:cubicBezTo>
                  <a:cubicBezTo>
                    <a:pt x="3083" y="905"/>
                    <a:pt x="3086" y="911"/>
                    <a:pt x="3087" y="916"/>
                  </a:cubicBezTo>
                  <a:cubicBezTo>
                    <a:pt x="3085" y="921"/>
                    <a:pt x="3090" y="927"/>
                    <a:pt x="3088" y="932"/>
                  </a:cubicBezTo>
                  <a:cubicBezTo>
                    <a:pt x="3095" y="940"/>
                    <a:pt x="3082" y="936"/>
                    <a:pt x="3088" y="932"/>
                  </a:cubicBezTo>
                  <a:close/>
                  <a:moveTo>
                    <a:pt x="3098" y="1017"/>
                  </a:moveTo>
                  <a:cubicBezTo>
                    <a:pt x="3095" y="1012"/>
                    <a:pt x="3099" y="1010"/>
                    <a:pt x="3094" y="1005"/>
                  </a:cubicBezTo>
                  <a:cubicBezTo>
                    <a:pt x="3100" y="1001"/>
                    <a:pt x="3093" y="994"/>
                    <a:pt x="3097" y="990"/>
                  </a:cubicBezTo>
                  <a:cubicBezTo>
                    <a:pt x="3099" y="995"/>
                    <a:pt x="3100" y="1000"/>
                    <a:pt x="3097" y="1004"/>
                  </a:cubicBezTo>
                  <a:cubicBezTo>
                    <a:pt x="3101" y="1012"/>
                    <a:pt x="3100" y="1019"/>
                    <a:pt x="3101" y="1026"/>
                  </a:cubicBezTo>
                  <a:cubicBezTo>
                    <a:pt x="3097" y="1027"/>
                    <a:pt x="3100" y="1024"/>
                    <a:pt x="3099" y="1022"/>
                  </a:cubicBezTo>
                  <a:cubicBezTo>
                    <a:pt x="3097" y="1020"/>
                    <a:pt x="3097" y="1018"/>
                    <a:pt x="3098" y="1017"/>
                  </a:cubicBezTo>
                  <a:close/>
                  <a:moveTo>
                    <a:pt x="3102" y="1037"/>
                  </a:moveTo>
                  <a:cubicBezTo>
                    <a:pt x="3104" y="1040"/>
                    <a:pt x="3102" y="1040"/>
                    <a:pt x="3102" y="1042"/>
                  </a:cubicBezTo>
                  <a:cubicBezTo>
                    <a:pt x="3103" y="1051"/>
                    <a:pt x="3095" y="1030"/>
                    <a:pt x="3102" y="1037"/>
                  </a:cubicBezTo>
                  <a:close/>
                  <a:moveTo>
                    <a:pt x="3133" y="1125"/>
                  </a:moveTo>
                  <a:cubicBezTo>
                    <a:pt x="3136" y="1144"/>
                    <a:pt x="3134" y="1162"/>
                    <a:pt x="3134" y="1180"/>
                  </a:cubicBezTo>
                  <a:cubicBezTo>
                    <a:pt x="3121" y="1261"/>
                    <a:pt x="3124" y="1266"/>
                    <a:pt x="3120" y="1270"/>
                  </a:cubicBezTo>
                  <a:cubicBezTo>
                    <a:pt x="3117" y="1275"/>
                    <a:pt x="3119" y="1274"/>
                    <a:pt x="3118" y="1271"/>
                  </a:cubicBezTo>
                  <a:cubicBezTo>
                    <a:pt x="3121" y="1257"/>
                    <a:pt x="3119" y="1254"/>
                    <a:pt x="3118" y="1252"/>
                  </a:cubicBezTo>
                  <a:cubicBezTo>
                    <a:pt x="3118" y="1228"/>
                    <a:pt x="3121" y="1224"/>
                    <a:pt x="3121" y="1220"/>
                  </a:cubicBezTo>
                  <a:cubicBezTo>
                    <a:pt x="3122" y="1171"/>
                    <a:pt x="3120" y="1162"/>
                    <a:pt x="3122" y="1154"/>
                  </a:cubicBezTo>
                  <a:cubicBezTo>
                    <a:pt x="3120" y="1095"/>
                    <a:pt x="3117" y="1089"/>
                    <a:pt x="3118" y="1085"/>
                  </a:cubicBezTo>
                  <a:cubicBezTo>
                    <a:pt x="3110" y="1040"/>
                    <a:pt x="3113" y="1036"/>
                    <a:pt x="3112" y="1031"/>
                  </a:cubicBezTo>
                  <a:cubicBezTo>
                    <a:pt x="3101" y="953"/>
                    <a:pt x="3102" y="945"/>
                    <a:pt x="3098" y="935"/>
                  </a:cubicBezTo>
                  <a:cubicBezTo>
                    <a:pt x="3089" y="874"/>
                    <a:pt x="3092" y="870"/>
                    <a:pt x="3088" y="864"/>
                  </a:cubicBezTo>
                  <a:cubicBezTo>
                    <a:pt x="3074" y="793"/>
                    <a:pt x="3077" y="807"/>
                    <a:pt x="3084" y="806"/>
                  </a:cubicBezTo>
                  <a:cubicBezTo>
                    <a:pt x="3106" y="855"/>
                    <a:pt x="3107" y="860"/>
                    <a:pt x="3110" y="865"/>
                  </a:cubicBezTo>
                  <a:cubicBezTo>
                    <a:pt x="3119" y="919"/>
                    <a:pt x="3123" y="929"/>
                    <a:pt x="3125" y="939"/>
                  </a:cubicBezTo>
                  <a:cubicBezTo>
                    <a:pt x="3124" y="973"/>
                    <a:pt x="3130" y="984"/>
                    <a:pt x="3128" y="992"/>
                  </a:cubicBezTo>
                  <a:cubicBezTo>
                    <a:pt x="3131" y="1008"/>
                    <a:pt x="3129" y="1011"/>
                    <a:pt x="3129" y="1013"/>
                  </a:cubicBezTo>
                  <a:cubicBezTo>
                    <a:pt x="3134" y="1056"/>
                    <a:pt x="3135" y="1065"/>
                    <a:pt x="3133" y="1073"/>
                  </a:cubicBezTo>
                  <a:close/>
                  <a:moveTo>
                    <a:pt x="3146" y="1143"/>
                  </a:moveTo>
                  <a:cubicBezTo>
                    <a:pt x="3139" y="1144"/>
                    <a:pt x="3146" y="1139"/>
                    <a:pt x="3144" y="1135"/>
                  </a:cubicBezTo>
                  <a:cubicBezTo>
                    <a:pt x="3141" y="1129"/>
                    <a:pt x="3149" y="1134"/>
                    <a:pt x="3146" y="1143"/>
                  </a:cubicBezTo>
                  <a:close/>
                  <a:moveTo>
                    <a:pt x="3147" y="967"/>
                  </a:moveTo>
                  <a:cubicBezTo>
                    <a:pt x="3145" y="973"/>
                    <a:pt x="3147" y="979"/>
                    <a:pt x="3145" y="984"/>
                  </a:cubicBezTo>
                  <a:cubicBezTo>
                    <a:pt x="3149" y="991"/>
                    <a:pt x="3145" y="996"/>
                    <a:pt x="3144" y="1001"/>
                  </a:cubicBezTo>
                  <a:cubicBezTo>
                    <a:pt x="3149" y="1023"/>
                    <a:pt x="3149" y="1042"/>
                    <a:pt x="3149" y="1062"/>
                  </a:cubicBezTo>
                  <a:cubicBezTo>
                    <a:pt x="3146" y="1071"/>
                    <a:pt x="3150" y="1082"/>
                    <a:pt x="3146" y="1091"/>
                  </a:cubicBezTo>
                  <a:cubicBezTo>
                    <a:pt x="3152" y="1102"/>
                    <a:pt x="3144" y="1110"/>
                    <a:pt x="3147" y="1120"/>
                  </a:cubicBezTo>
                  <a:cubicBezTo>
                    <a:pt x="3141" y="1123"/>
                    <a:pt x="3146" y="1114"/>
                    <a:pt x="3144" y="1111"/>
                  </a:cubicBezTo>
                  <a:cubicBezTo>
                    <a:pt x="3144" y="1107"/>
                    <a:pt x="3144" y="1103"/>
                    <a:pt x="3145" y="1099"/>
                  </a:cubicBezTo>
                  <a:cubicBezTo>
                    <a:pt x="3144" y="1091"/>
                    <a:pt x="3143" y="1084"/>
                    <a:pt x="3146" y="1077"/>
                  </a:cubicBezTo>
                  <a:cubicBezTo>
                    <a:pt x="3144" y="1068"/>
                    <a:pt x="3143" y="1060"/>
                    <a:pt x="3143" y="1051"/>
                  </a:cubicBezTo>
                  <a:cubicBezTo>
                    <a:pt x="3145" y="1048"/>
                    <a:pt x="3142" y="1043"/>
                    <a:pt x="3141" y="1039"/>
                  </a:cubicBezTo>
                  <a:cubicBezTo>
                    <a:pt x="3146" y="1037"/>
                    <a:pt x="3140" y="1032"/>
                    <a:pt x="3144" y="1029"/>
                  </a:cubicBezTo>
                  <a:cubicBezTo>
                    <a:pt x="3140" y="1021"/>
                    <a:pt x="3138" y="1014"/>
                    <a:pt x="3139" y="1007"/>
                  </a:cubicBezTo>
                  <a:cubicBezTo>
                    <a:pt x="3139" y="1003"/>
                    <a:pt x="3139" y="1000"/>
                    <a:pt x="3139" y="996"/>
                  </a:cubicBezTo>
                  <a:cubicBezTo>
                    <a:pt x="3141" y="994"/>
                    <a:pt x="3134" y="988"/>
                    <a:pt x="3138" y="986"/>
                  </a:cubicBezTo>
                  <a:cubicBezTo>
                    <a:pt x="3136" y="972"/>
                    <a:pt x="3137" y="959"/>
                    <a:pt x="3134" y="945"/>
                  </a:cubicBezTo>
                  <a:cubicBezTo>
                    <a:pt x="3135" y="918"/>
                    <a:pt x="3119" y="886"/>
                    <a:pt x="3120" y="859"/>
                  </a:cubicBezTo>
                  <a:cubicBezTo>
                    <a:pt x="3127" y="860"/>
                    <a:pt x="3129" y="873"/>
                    <a:pt x="3131" y="878"/>
                  </a:cubicBezTo>
                  <a:cubicBezTo>
                    <a:pt x="3130" y="883"/>
                    <a:pt x="3136" y="891"/>
                    <a:pt x="3136" y="897"/>
                  </a:cubicBezTo>
                  <a:cubicBezTo>
                    <a:pt x="3134" y="902"/>
                    <a:pt x="3140" y="909"/>
                    <a:pt x="3138" y="915"/>
                  </a:cubicBezTo>
                  <a:cubicBezTo>
                    <a:pt x="3140" y="918"/>
                    <a:pt x="3140" y="921"/>
                    <a:pt x="3138" y="923"/>
                  </a:cubicBezTo>
                  <a:cubicBezTo>
                    <a:pt x="3142" y="924"/>
                    <a:pt x="3140" y="926"/>
                    <a:pt x="3141" y="929"/>
                  </a:cubicBezTo>
                  <a:cubicBezTo>
                    <a:pt x="3145" y="943"/>
                    <a:pt x="3143" y="954"/>
                    <a:pt x="3147" y="967"/>
                  </a:cubicBezTo>
                  <a:close/>
                  <a:moveTo>
                    <a:pt x="3300" y="1035"/>
                  </a:moveTo>
                  <a:cubicBezTo>
                    <a:pt x="3295" y="1028"/>
                    <a:pt x="3289" y="1022"/>
                    <a:pt x="3282" y="1018"/>
                  </a:cubicBezTo>
                  <a:cubicBezTo>
                    <a:pt x="3274" y="1001"/>
                    <a:pt x="3280" y="1009"/>
                    <a:pt x="3288" y="1009"/>
                  </a:cubicBezTo>
                  <a:cubicBezTo>
                    <a:pt x="3320" y="1033"/>
                    <a:pt x="3323" y="1035"/>
                    <a:pt x="3327" y="1034"/>
                  </a:cubicBezTo>
                  <a:cubicBezTo>
                    <a:pt x="3370" y="1056"/>
                    <a:pt x="3372" y="1065"/>
                    <a:pt x="3376" y="1063"/>
                  </a:cubicBezTo>
                  <a:cubicBezTo>
                    <a:pt x="3411" y="1085"/>
                    <a:pt x="3419" y="1084"/>
                    <a:pt x="3425" y="1090"/>
                  </a:cubicBezTo>
                  <a:cubicBezTo>
                    <a:pt x="3450" y="1102"/>
                    <a:pt x="3451" y="1113"/>
                    <a:pt x="3455" y="1111"/>
                  </a:cubicBezTo>
                  <a:cubicBezTo>
                    <a:pt x="3509" y="1144"/>
                    <a:pt x="3517" y="1145"/>
                    <a:pt x="3523" y="1152"/>
                  </a:cubicBezTo>
                  <a:cubicBezTo>
                    <a:pt x="3573" y="1200"/>
                    <a:pt x="3569" y="1200"/>
                    <a:pt x="3566" y="1195"/>
                  </a:cubicBezTo>
                  <a:cubicBezTo>
                    <a:pt x="3552" y="1189"/>
                    <a:pt x="3548" y="1189"/>
                    <a:pt x="3545" y="1185"/>
                  </a:cubicBezTo>
                  <a:cubicBezTo>
                    <a:pt x="3524" y="1178"/>
                    <a:pt x="3521" y="1172"/>
                    <a:pt x="3516" y="1174"/>
                  </a:cubicBezTo>
                  <a:cubicBezTo>
                    <a:pt x="3469" y="1147"/>
                    <a:pt x="3462" y="1147"/>
                    <a:pt x="3456" y="1140"/>
                  </a:cubicBezTo>
                  <a:cubicBezTo>
                    <a:pt x="3430" y="1127"/>
                    <a:pt x="3424" y="1119"/>
                    <a:pt x="3417" y="1119"/>
                  </a:cubicBezTo>
                  <a:cubicBezTo>
                    <a:pt x="3373" y="1091"/>
                    <a:pt x="3369" y="1091"/>
                    <a:pt x="3366" y="1088"/>
                  </a:cubicBezTo>
                  <a:cubicBezTo>
                    <a:pt x="3343" y="1075"/>
                    <a:pt x="3342" y="1066"/>
                    <a:pt x="3338" y="1068"/>
                  </a:cubicBezTo>
                  <a:close/>
                  <a:moveTo>
                    <a:pt x="3392" y="1172"/>
                  </a:moveTo>
                  <a:cubicBezTo>
                    <a:pt x="3385" y="1167"/>
                    <a:pt x="3378" y="1163"/>
                    <a:pt x="3372" y="1156"/>
                  </a:cubicBezTo>
                  <a:cubicBezTo>
                    <a:pt x="3399" y="1168"/>
                    <a:pt x="3400" y="1175"/>
                    <a:pt x="3404" y="1173"/>
                  </a:cubicBezTo>
                  <a:cubicBezTo>
                    <a:pt x="3454" y="1209"/>
                    <a:pt x="3460" y="1205"/>
                    <a:pt x="3464" y="1212"/>
                  </a:cubicBezTo>
                  <a:cubicBezTo>
                    <a:pt x="3514" y="1237"/>
                    <a:pt x="3515" y="1240"/>
                    <a:pt x="3516" y="1240"/>
                  </a:cubicBezTo>
                  <a:cubicBezTo>
                    <a:pt x="3547" y="1261"/>
                    <a:pt x="3553" y="1261"/>
                    <a:pt x="3558" y="1266"/>
                  </a:cubicBezTo>
                  <a:cubicBezTo>
                    <a:pt x="3637" y="1326"/>
                    <a:pt x="3641" y="1334"/>
                    <a:pt x="3647" y="1335"/>
                  </a:cubicBezTo>
                  <a:cubicBezTo>
                    <a:pt x="3634" y="1330"/>
                    <a:pt x="3626" y="1332"/>
                    <a:pt x="3621" y="1328"/>
                  </a:cubicBezTo>
                  <a:cubicBezTo>
                    <a:pt x="3579" y="1307"/>
                    <a:pt x="3575" y="1297"/>
                    <a:pt x="3568" y="1298"/>
                  </a:cubicBezTo>
                  <a:cubicBezTo>
                    <a:pt x="3521" y="1272"/>
                    <a:pt x="3509" y="1264"/>
                    <a:pt x="3498" y="1256"/>
                  </a:cubicBezTo>
                  <a:cubicBezTo>
                    <a:pt x="3474" y="1243"/>
                    <a:pt x="3469" y="1237"/>
                    <a:pt x="3463" y="1235"/>
                  </a:cubicBezTo>
                  <a:cubicBezTo>
                    <a:pt x="3427" y="1207"/>
                    <a:pt x="3421" y="1204"/>
                    <a:pt x="3416" y="1199"/>
                  </a:cubicBezTo>
                  <a:cubicBezTo>
                    <a:pt x="3398" y="1177"/>
                    <a:pt x="3390" y="1177"/>
                    <a:pt x="3392" y="1172"/>
                  </a:cubicBezTo>
                  <a:close/>
                  <a:moveTo>
                    <a:pt x="3445" y="1360"/>
                  </a:moveTo>
                  <a:cubicBezTo>
                    <a:pt x="3442" y="1357"/>
                    <a:pt x="3445" y="1354"/>
                    <a:pt x="3442" y="1351"/>
                  </a:cubicBezTo>
                  <a:cubicBezTo>
                    <a:pt x="3444" y="1343"/>
                    <a:pt x="3447" y="1359"/>
                    <a:pt x="3446" y="1362"/>
                  </a:cubicBezTo>
                  <a:cubicBezTo>
                    <a:pt x="3447" y="1367"/>
                    <a:pt x="3442" y="1362"/>
                    <a:pt x="3445" y="1360"/>
                  </a:cubicBezTo>
                  <a:close/>
                  <a:moveTo>
                    <a:pt x="3455" y="1340"/>
                  </a:moveTo>
                  <a:cubicBezTo>
                    <a:pt x="3447" y="1340"/>
                    <a:pt x="3456" y="1330"/>
                    <a:pt x="3449" y="1325"/>
                  </a:cubicBezTo>
                  <a:cubicBezTo>
                    <a:pt x="3457" y="1325"/>
                    <a:pt x="3457" y="1337"/>
                    <a:pt x="3455" y="1340"/>
                  </a:cubicBezTo>
                  <a:close/>
                  <a:moveTo>
                    <a:pt x="3500" y="1553"/>
                  </a:moveTo>
                  <a:cubicBezTo>
                    <a:pt x="3499" y="1556"/>
                    <a:pt x="3499" y="1560"/>
                    <a:pt x="3499" y="1564"/>
                  </a:cubicBezTo>
                  <a:cubicBezTo>
                    <a:pt x="3491" y="1619"/>
                    <a:pt x="3494" y="1624"/>
                    <a:pt x="3490" y="1627"/>
                  </a:cubicBezTo>
                  <a:cubicBezTo>
                    <a:pt x="3483" y="1671"/>
                    <a:pt x="3478" y="1679"/>
                    <a:pt x="3476" y="1687"/>
                  </a:cubicBezTo>
                  <a:cubicBezTo>
                    <a:pt x="3467" y="1740"/>
                    <a:pt x="3458" y="1742"/>
                    <a:pt x="3461" y="1747"/>
                  </a:cubicBezTo>
                  <a:cubicBezTo>
                    <a:pt x="3453" y="1766"/>
                    <a:pt x="3455" y="1770"/>
                    <a:pt x="3453" y="1771"/>
                  </a:cubicBezTo>
                  <a:cubicBezTo>
                    <a:pt x="3426" y="1843"/>
                    <a:pt x="3420" y="1858"/>
                    <a:pt x="3413" y="1873"/>
                  </a:cubicBezTo>
                  <a:cubicBezTo>
                    <a:pt x="3404" y="1901"/>
                    <a:pt x="3407" y="1906"/>
                    <a:pt x="3403" y="1909"/>
                  </a:cubicBezTo>
                  <a:cubicBezTo>
                    <a:pt x="3400" y="1933"/>
                    <a:pt x="3398" y="1933"/>
                    <a:pt x="3396" y="1929"/>
                  </a:cubicBezTo>
                  <a:cubicBezTo>
                    <a:pt x="3399" y="1898"/>
                    <a:pt x="3401" y="1890"/>
                    <a:pt x="3402" y="1882"/>
                  </a:cubicBezTo>
                  <a:cubicBezTo>
                    <a:pt x="3404" y="1867"/>
                    <a:pt x="3401" y="1862"/>
                    <a:pt x="3404" y="1859"/>
                  </a:cubicBezTo>
                  <a:cubicBezTo>
                    <a:pt x="3410" y="1820"/>
                    <a:pt x="3415" y="1817"/>
                    <a:pt x="3414" y="1813"/>
                  </a:cubicBezTo>
                  <a:cubicBezTo>
                    <a:pt x="3428" y="1760"/>
                    <a:pt x="3435" y="1755"/>
                    <a:pt x="3430" y="1746"/>
                  </a:cubicBezTo>
                  <a:cubicBezTo>
                    <a:pt x="3449" y="1702"/>
                    <a:pt x="3445" y="1698"/>
                    <a:pt x="3447" y="1695"/>
                  </a:cubicBezTo>
                  <a:cubicBezTo>
                    <a:pt x="3457" y="1660"/>
                    <a:pt x="3460" y="1653"/>
                    <a:pt x="3463" y="1645"/>
                  </a:cubicBezTo>
                  <a:cubicBezTo>
                    <a:pt x="3471" y="1615"/>
                    <a:pt x="3473" y="1607"/>
                    <a:pt x="3475" y="1600"/>
                  </a:cubicBezTo>
                  <a:cubicBezTo>
                    <a:pt x="3486" y="1539"/>
                    <a:pt x="3485" y="1529"/>
                    <a:pt x="3490" y="1520"/>
                  </a:cubicBezTo>
                  <a:cubicBezTo>
                    <a:pt x="3496" y="1430"/>
                    <a:pt x="3496" y="1441"/>
                    <a:pt x="3495" y="1443"/>
                  </a:cubicBezTo>
                  <a:cubicBezTo>
                    <a:pt x="3501" y="1487"/>
                    <a:pt x="3502" y="1497"/>
                    <a:pt x="3499" y="1507"/>
                  </a:cubicBezTo>
                  <a:close/>
                  <a:moveTo>
                    <a:pt x="3614" y="1747"/>
                  </a:moveTo>
                  <a:cubicBezTo>
                    <a:pt x="3615" y="1752"/>
                    <a:pt x="3611" y="1747"/>
                    <a:pt x="3610" y="1744"/>
                  </a:cubicBezTo>
                  <a:cubicBezTo>
                    <a:pt x="3609" y="1740"/>
                    <a:pt x="3613" y="1744"/>
                    <a:pt x="3614" y="1747"/>
                  </a:cubicBezTo>
                  <a:close/>
                  <a:moveTo>
                    <a:pt x="3553" y="1558"/>
                  </a:moveTo>
                  <a:cubicBezTo>
                    <a:pt x="3543" y="1561"/>
                    <a:pt x="3548" y="1551"/>
                    <a:pt x="3542" y="1545"/>
                  </a:cubicBezTo>
                  <a:cubicBezTo>
                    <a:pt x="3547" y="1543"/>
                    <a:pt x="3549" y="1555"/>
                    <a:pt x="3553" y="1558"/>
                  </a:cubicBezTo>
                  <a:close/>
                  <a:moveTo>
                    <a:pt x="3540" y="1637"/>
                  </a:moveTo>
                  <a:cubicBezTo>
                    <a:pt x="3542" y="1631"/>
                    <a:pt x="3540" y="1625"/>
                    <a:pt x="3541" y="1619"/>
                  </a:cubicBezTo>
                  <a:cubicBezTo>
                    <a:pt x="3549" y="1619"/>
                    <a:pt x="3541" y="1630"/>
                    <a:pt x="3544" y="1634"/>
                  </a:cubicBezTo>
                  <a:cubicBezTo>
                    <a:pt x="3542" y="1640"/>
                    <a:pt x="3542" y="1645"/>
                    <a:pt x="3543" y="1651"/>
                  </a:cubicBezTo>
                  <a:cubicBezTo>
                    <a:pt x="3535" y="1651"/>
                    <a:pt x="3543" y="1641"/>
                    <a:pt x="3540" y="1637"/>
                  </a:cubicBezTo>
                  <a:close/>
                  <a:moveTo>
                    <a:pt x="3531" y="1530"/>
                  </a:moveTo>
                  <a:cubicBezTo>
                    <a:pt x="3523" y="1527"/>
                    <a:pt x="3522" y="1512"/>
                    <a:pt x="3520" y="1506"/>
                  </a:cubicBezTo>
                  <a:cubicBezTo>
                    <a:pt x="3527" y="1508"/>
                    <a:pt x="3523" y="1522"/>
                    <a:pt x="3531" y="1530"/>
                  </a:cubicBezTo>
                  <a:close/>
                  <a:moveTo>
                    <a:pt x="3515" y="1492"/>
                  </a:moveTo>
                  <a:cubicBezTo>
                    <a:pt x="3503" y="1494"/>
                    <a:pt x="3514" y="1480"/>
                    <a:pt x="3506" y="1473"/>
                  </a:cubicBezTo>
                  <a:cubicBezTo>
                    <a:pt x="3517" y="1475"/>
                    <a:pt x="3507" y="1485"/>
                    <a:pt x="3515" y="1492"/>
                  </a:cubicBezTo>
                  <a:close/>
                  <a:moveTo>
                    <a:pt x="3814" y="0"/>
                  </a:moveTo>
                  <a:cubicBezTo>
                    <a:pt x="3805" y="0"/>
                    <a:pt x="3805" y="0"/>
                    <a:pt x="3805" y="0"/>
                  </a:cubicBezTo>
                  <a:cubicBezTo>
                    <a:pt x="3810" y="6"/>
                    <a:pt x="3814" y="12"/>
                    <a:pt x="3821" y="18"/>
                  </a:cubicBezTo>
                  <a:cubicBezTo>
                    <a:pt x="3827" y="24"/>
                    <a:pt x="3834" y="30"/>
                    <a:pt x="3840" y="36"/>
                  </a:cubicBezTo>
                  <a:cubicBezTo>
                    <a:pt x="3840" y="26"/>
                    <a:pt x="3840" y="26"/>
                    <a:pt x="3840" y="26"/>
                  </a:cubicBezTo>
                  <a:cubicBezTo>
                    <a:pt x="3831" y="18"/>
                    <a:pt x="3823" y="9"/>
                    <a:pt x="3814" y="1"/>
                  </a:cubicBezTo>
                  <a:cubicBezTo>
                    <a:pt x="3814" y="1"/>
                    <a:pt x="3814" y="1"/>
                    <a:pt x="3814" y="0"/>
                  </a:cubicBezTo>
                  <a:close/>
                  <a:moveTo>
                    <a:pt x="3831" y="0"/>
                  </a:moveTo>
                  <a:cubicBezTo>
                    <a:pt x="3834" y="2"/>
                    <a:pt x="3835" y="3"/>
                    <a:pt x="3837" y="7"/>
                  </a:cubicBezTo>
                  <a:cubicBezTo>
                    <a:pt x="3838" y="7"/>
                    <a:pt x="3839" y="7"/>
                    <a:pt x="3840" y="8"/>
                  </a:cubicBezTo>
                  <a:cubicBezTo>
                    <a:pt x="3840" y="0"/>
                    <a:pt x="3840" y="0"/>
                    <a:pt x="3840" y="0"/>
                  </a:cubicBezTo>
                  <a:lnTo>
                    <a:pt x="3831" y="0"/>
                  </a:lnTo>
                  <a:close/>
                  <a:moveTo>
                    <a:pt x="740" y="250"/>
                  </a:moveTo>
                  <a:cubicBezTo>
                    <a:pt x="740" y="254"/>
                    <a:pt x="736" y="252"/>
                    <a:pt x="734" y="250"/>
                  </a:cubicBezTo>
                  <a:cubicBezTo>
                    <a:pt x="700" y="243"/>
                    <a:pt x="693" y="242"/>
                    <a:pt x="688" y="238"/>
                  </a:cubicBezTo>
                  <a:cubicBezTo>
                    <a:pt x="649" y="218"/>
                    <a:pt x="646" y="213"/>
                    <a:pt x="639" y="211"/>
                  </a:cubicBezTo>
                  <a:cubicBezTo>
                    <a:pt x="605" y="186"/>
                    <a:pt x="597" y="185"/>
                    <a:pt x="594" y="179"/>
                  </a:cubicBezTo>
                  <a:cubicBezTo>
                    <a:pt x="566" y="166"/>
                    <a:pt x="569" y="159"/>
                    <a:pt x="564" y="159"/>
                  </a:cubicBezTo>
                  <a:cubicBezTo>
                    <a:pt x="529" y="136"/>
                    <a:pt x="526" y="135"/>
                    <a:pt x="525" y="132"/>
                  </a:cubicBezTo>
                  <a:cubicBezTo>
                    <a:pt x="512" y="117"/>
                    <a:pt x="505" y="119"/>
                    <a:pt x="506" y="114"/>
                  </a:cubicBezTo>
                  <a:cubicBezTo>
                    <a:pt x="484" y="93"/>
                    <a:pt x="478" y="94"/>
                    <a:pt x="478" y="90"/>
                  </a:cubicBezTo>
                  <a:cubicBezTo>
                    <a:pt x="454" y="72"/>
                    <a:pt x="447" y="64"/>
                    <a:pt x="437" y="58"/>
                  </a:cubicBezTo>
                  <a:cubicBezTo>
                    <a:pt x="424" y="42"/>
                    <a:pt x="416" y="42"/>
                    <a:pt x="414" y="36"/>
                  </a:cubicBezTo>
                  <a:cubicBezTo>
                    <a:pt x="402" y="18"/>
                    <a:pt x="391" y="21"/>
                    <a:pt x="390" y="14"/>
                  </a:cubicBezTo>
                  <a:cubicBezTo>
                    <a:pt x="372" y="9"/>
                    <a:pt x="380" y="20"/>
                    <a:pt x="392" y="27"/>
                  </a:cubicBezTo>
                  <a:cubicBezTo>
                    <a:pt x="405" y="43"/>
                    <a:pt x="409" y="42"/>
                    <a:pt x="409" y="45"/>
                  </a:cubicBezTo>
                  <a:cubicBezTo>
                    <a:pt x="474" y="97"/>
                    <a:pt x="479" y="102"/>
                    <a:pt x="484" y="109"/>
                  </a:cubicBezTo>
                  <a:cubicBezTo>
                    <a:pt x="530" y="145"/>
                    <a:pt x="540" y="147"/>
                    <a:pt x="544" y="154"/>
                  </a:cubicBezTo>
                  <a:cubicBezTo>
                    <a:pt x="580" y="177"/>
                    <a:pt x="581" y="181"/>
                    <a:pt x="587" y="182"/>
                  </a:cubicBezTo>
                  <a:cubicBezTo>
                    <a:pt x="639" y="211"/>
                    <a:pt x="642" y="220"/>
                    <a:pt x="652" y="222"/>
                  </a:cubicBezTo>
                  <a:cubicBezTo>
                    <a:pt x="676" y="237"/>
                    <a:pt x="673" y="238"/>
                    <a:pt x="671" y="238"/>
                  </a:cubicBezTo>
                  <a:cubicBezTo>
                    <a:pt x="651" y="229"/>
                    <a:pt x="645" y="226"/>
                    <a:pt x="641" y="222"/>
                  </a:cubicBezTo>
                  <a:cubicBezTo>
                    <a:pt x="594" y="197"/>
                    <a:pt x="590" y="195"/>
                    <a:pt x="589" y="192"/>
                  </a:cubicBezTo>
                  <a:cubicBezTo>
                    <a:pt x="550" y="170"/>
                    <a:pt x="548" y="164"/>
                    <a:pt x="539" y="163"/>
                  </a:cubicBezTo>
                  <a:cubicBezTo>
                    <a:pt x="484" y="114"/>
                    <a:pt x="474" y="110"/>
                    <a:pt x="469" y="100"/>
                  </a:cubicBezTo>
                  <a:cubicBezTo>
                    <a:pt x="454" y="90"/>
                    <a:pt x="453" y="87"/>
                    <a:pt x="452" y="85"/>
                  </a:cubicBezTo>
                  <a:cubicBezTo>
                    <a:pt x="417" y="55"/>
                    <a:pt x="413" y="52"/>
                    <a:pt x="409" y="49"/>
                  </a:cubicBezTo>
                  <a:cubicBezTo>
                    <a:pt x="372" y="13"/>
                    <a:pt x="367" y="11"/>
                    <a:pt x="364" y="7"/>
                  </a:cubicBezTo>
                  <a:cubicBezTo>
                    <a:pt x="344" y="1"/>
                    <a:pt x="344" y="1"/>
                    <a:pt x="345" y="2"/>
                  </a:cubicBezTo>
                  <a:cubicBezTo>
                    <a:pt x="378" y="27"/>
                    <a:pt x="378" y="34"/>
                    <a:pt x="383" y="35"/>
                  </a:cubicBezTo>
                  <a:cubicBezTo>
                    <a:pt x="407" y="60"/>
                    <a:pt x="411" y="64"/>
                    <a:pt x="415" y="67"/>
                  </a:cubicBezTo>
                  <a:cubicBezTo>
                    <a:pt x="446" y="91"/>
                    <a:pt x="451" y="100"/>
                    <a:pt x="460" y="105"/>
                  </a:cubicBezTo>
                  <a:cubicBezTo>
                    <a:pt x="490" y="130"/>
                    <a:pt x="498" y="136"/>
                    <a:pt x="505" y="143"/>
                  </a:cubicBezTo>
                  <a:cubicBezTo>
                    <a:pt x="570" y="188"/>
                    <a:pt x="575" y="191"/>
                    <a:pt x="578" y="194"/>
                  </a:cubicBezTo>
                  <a:cubicBezTo>
                    <a:pt x="601" y="206"/>
                    <a:pt x="601" y="209"/>
                    <a:pt x="604" y="210"/>
                  </a:cubicBezTo>
                  <a:cubicBezTo>
                    <a:pt x="635" y="227"/>
                    <a:pt x="639" y="230"/>
                    <a:pt x="645" y="231"/>
                  </a:cubicBezTo>
                  <a:cubicBezTo>
                    <a:pt x="681" y="244"/>
                    <a:pt x="685" y="247"/>
                    <a:pt x="690" y="249"/>
                  </a:cubicBezTo>
                  <a:cubicBezTo>
                    <a:pt x="728" y="254"/>
                    <a:pt x="731" y="254"/>
                    <a:pt x="734" y="255"/>
                  </a:cubicBezTo>
                  <a:close/>
                  <a:moveTo>
                    <a:pt x="989" y="371"/>
                  </a:moveTo>
                  <a:cubicBezTo>
                    <a:pt x="998" y="376"/>
                    <a:pt x="1006" y="381"/>
                    <a:pt x="1017" y="385"/>
                  </a:cubicBezTo>
                  <a:cubicBezTo>
                    <a:pt x="1041" y="394"/>
                    <a:pt x="1046" y="395"/>
                    <a:pt x="1047" y="392"/>
                  </a:cubicBezTo>
                  <a:cubicBezTo>
                    <a:pt x="1003" y="373"/>
                    <a:pt x="998" y="371"/>
                    <a:pt x="995" y="367"/>
                  </a:cubicBezTo>
                  <a:cubicBezTo>
                    <a:pt x="960" y="342"/>
                    <a:pt x="958" y="341"/>
                    <a:pt x="956" y="340"/>
                  </a:cubicBezTo>
                  <a:cubicBezTo>
                    <a:pt x="939" y="327"/>
                    <a:pt x="937" y="326"/>
                    <a:pt x="935" y="324"/>
                  </a:cubicBezTo>
                  <a:cubicBezTo>
                    <a:pt x="917" y="306"/>
                    <a:pt x="913" y="302"/>
                    <a:pt x="909" y="300"/>
                  </a:cubicBezTo>
                  <a:cubicBezTo>
                    <a:pt x="861" y="237"/>
                    <a:pt x="859" y="233"/>
                    <a:pt x="856" y="231"/>
                  </a:cubicBezTo>
                  <a:cubicBezTo>
                    <a:pt x="848" y="219"/>
                    <a:pt x="845" y="213"/>
                    <a:pt x="839" y="209"/>
                  </a:cubicBezTo>
                  <a:cubicBezTo>
                    <a:pt x="825" y="175"/>
                    <a:pt x="815" y="179"/>
                    <a:pt x="816" y="173"/>
                  </a:cubicBezTo>
                  <a:cubicBezTo>
                    <a:pt x="788" y="136"/>
                    <a:pt x="784" y="135"/>
                    <a:pt x="784" y="129"/>
                  </a:cubicBezTo>
                  <a:cubicBezTo>
                    <a:pt x="774" y="119"/>
                    <a:pt x="771" y="116"/>
                    <a:pt x="770" y="111"/>
                  </a:cubicBezTo>
                  <a:cubicBezTo>
                    <a:pt x="742" y="73"/>
                    <a:pt x="738" y="66"/>
                    <a:pt x="734" y="58"/>
                  </a:cubicBezTo>
                  <a:cubicBezTo>
                    <a:pt x="714" y="35"/>
                    <a:pt x="711" y="32"/>
                    <a:pt x="706" y="31"/>
                  </a:cubicBezTo>
                  <a:cubicBezTo>
                    <a:pt x="680" y="2"/>
                    <a:pt x="679" y="1"/>
                    <a:pt x="679" y="0"/>
                  </a:cubicBezTo>
                  <a:cubicBezTo>
                    <a:pt x="686" y="20"/>
                    <a:pt x="692" y="26"/>
                    <a:pt x="697" y="33"/>
                  </a:cubicBezTo>
                  <a:cubicBezTo>
                    <a:pt x="751" y="95"/>
                    <a:pt x="751" y="101"/>
                    <a:pt x="754" y="104"/>
                  </a:cubicBezTo>
                  <a:cubicBezTo>
                    <a:pt x="768" y="131"/>
                    <a:pt x="775" y="130"/>
                    <a:pt x="776" y="135"/>
                  </a:cubicBezTo>
                  <a:cubicBezTo>
                    <a:pt x="788" y="151"/>
                    <a:pt x="791" y="151"/>
                    <a:pt x="793" y="151"/>
                  </a:cubicBezTo>
                  <a:cubicBezTo>
                    <a:pt x="829" y="208"/>
                    <a:pt x="829" y="214"/>
                    <a:pt x="835" y="213"/>
                  </a:cubicBezTo>
                  <a:cubicBezTo>
                    <a:pt x="854" y="247"/>
                    <a:pt x="861" y="249"/>
                    <a:pt x="862" y="257"/>
                  </a:cubicBezTo>
                  <a:cubicBezTo>
                    <a:pt x="880" y="280"/>
                    <a:pt x="884" y="285"/>
                    <a:pt x="890" y="288"/>
                  </a:cubicBezTo>
                  <a:cubicBezTo>
                    <a:pt x="874" y="275"/>
                    <a:pt x="868" y="272"/>
                    <a:pt x="867" y="266"/>
                  </a:cubicBezTo>
                  <a:cubicBezTo>
                    <a:pt x="820" y="208"/>
                    <a:pt x="817" y="207"/>
                    <a:pt x="816" y="204"/>
                  </a:cubicBezTo>
                  <a:cubicBezTo>
                    <a:pt x="792" y="174"/>
                    <a:pt x="789" y="161"/>
                    <a:pt x="780" y="153"/>
                  </a:cubicBezTo>
                  <a:cubicBezTo>
                    <a:pt x="748" y="107"/>
                    <a:pt x="745" y="107"/>
                    <a:pt x="744" y="106"/>
                  </a:cubicBezTo>
                  <a:cubicBezTo>
                    <a:pt x="733" y="84"/>
                    <a:pt x="723" y="78"/>
                    <a:pt x="718" y="67"/>
                  </a:cubicBezTo>
                  <a:cubicBezTo>
                    <a:pt x="703" y="47"/>
                    <a:pt x="697" y="46"/>
                    <a:pt x="695" y="40"/>
                  </a:cubicBezTo>
                  <a:cubicBezTo>
                    <a:pt x="673" y="18"/>
                    <a:pt x="673" y="15"/>
                    <a:pt x="669" y="15"/>
                  </a:cubicBezTo>
                  <a:cubicBezTo>
                    <a:pt x="644" y="0"/>
                    <a:pt x="644" y="0"/>
                    <a:pt x="644" y="0"/>
                  </a:cubicBezTo>
                  <a:cubicBezTo>
                    <a:pt x="675" y="28"/>
                    <a:pt x="679" y="37"/>
                    <a:pt x="686" y="44"/>
                  </a:cubicBezTo>
                  <a:cubicBezTo>
                    <a:pt x="707" y="69"/>
                    <a:pt x="710" y="70"/>
                    <a:pt x="707" y="71"/>
                  </a:cubicBezTo>
                  <a:cubicBezTo>
                    <a:pt x="730" y="96"/>
                    <a:pt x="734" y="106"/>
                    <a:pt x="741" y="113"/>
                  </a:cubicBezTo>
                  <a:cubicBezTo>
                    <a:pt x="782" y="170"/>
                    <a:pt x="787" y="179"/>
                    <a:pt x="794" y="186"/>
                  </a:cubicBezTo>
                  <a:cubicBezTo>
                    <a:pt x="806" y="199"/>
                    <a:pt x="804" y="205"/>
                    <a:pt x="807" y="206"/>
                  </a:cubicBezTo>
                  <a:cubicBezTo>
                    <a:pt x="854" y="262"/>
                    <a:pt x="852" y="269"/>
                    <a:pt x="860" y="268"/>
                  </a:cubicBezTo>
                  <a:cubicBezTo>
                    <a:pt x="896" y="311"/>
                    <a:pt x="905" y="316"/>
                    <a:pt x="913" y="322"/>
                  </a:cubicBezTo>
                  <a:cubicBezTo>
                    <a:pt x="967" y="358"/>
                    <a:pt x="972" y="359"/>
                    <a:pt x="976" y="362"/>
                  </a:cubicBezTo>
                  <a:close/>
                  <a:moveTo>
                    <a:pt x="1027" y="2129"/>
                  </a:moveTo>
                  <a:cubicBezTo>
                    <a:pt x="1022" y="2125"/>
                    <a:pt x="1022" y="2116"/>
                    <a:pt x="1017" y="2112"/>
                  </a:cubicBezTo>
                  <a:cubicBezTo>
                    <a:pt x="1016" y="2108"/>
                    <a:pt x="1019" y="2101"/>
                    <a:pt x="1012" y="2103"/>
                  </a:cubicBezTo>
                  <a:cubicBezTo>
                    <a:pt x="1012" y="2098"/>
                    <a:pt x="1011" y="2094"/>
                    <a:pt x="1008" y="2092"/>
                  </a:cubicBezTo>
                  <a:cubicBezTo>
                    <a:pt x="1006" y="2085"/>
                    <a:pt x="1004" y="2077"/>
                    <a:pt x="1001" y="2070"/>
                  </a:cubicBezTo>
                  <a:cubicBezTo>
                    <a:pt x="997" y="2070"/>
                    <a:pt x="1000" y="2063"/>
                    <a:pt x="997" y="2062"/>
                  </a:cubicBezTo>
                  <a:cubicBezTo>
                    <a:pt x="993" y="2060"/>
                    <a:pt x="997" y="2051"/>
                    <a:pt x="993" y="2051"/>
                  </a:cubicBezTo>
                  <a:cubicBezTo>
                    <a:pt x="993" y="2041"/>
                    <a:pt x="988" y="2036"/>
                    <a:pt x="986" y="2029"/>
                  </a:cubicBezTo>
                  <a:cubicBezTo>
                    <a:pt x="988" y="2022"/>
                    <a:pt x="982" y="2023"/>
                    <a:pt x="984" y="2016"/>
                  </a:cubicBezTo>
                  <a:cubicBezTo>
                    <a:pt x="984" y="2010"/>
                    <a:pt x="983" y="2005"/>
                    <a:pt x="979" y="2003"/>
                  </a:cubicBezTo>
                  <a:cubicBezTo>
                    <a:pt x="978" y="2019"/>
                    <a:pt x="984" y="2027"/>
                    <a:pt x="986" y="2040"/>
                  </a:cubicBezTo>
                  <a:cubicBezTo>
                    <a:pt x="987" y="2046"/>
                    <a:pt x="989" y="2051"/>
                    <a:pt x="990" y="2057"/>
                  </a:cubicBezTo>
                  <a:cubicBezTo>
                    <a:pt x="990" y="2061"/>
                    <a:pt x="993" y="2062"/>
                    <a:pt x="993" y="2066"/>
                  </a:cubicBezTo>
                  <a:cubicBezTo>
                    <a:pt x="996" y="2066"/>
                    <a:pt x="994" y="2072"/>
                    <a:pt x="997" y="2073"/>
                  </a:cubicBezTo>
                  <a:cubicBezTo>
                    <a:pt x="998" y="2086"/>
                    <a:pt x="1006" y="2093"/>
                    <a:pt x="1008" y="2105"/>
                  </a:cubicBezTo>
                  <a:cubicBezTo>
                    <a:pt x="1011" y="2105"/>
                    <a:pt x="1009" y="2111"/>
                    <a:pt x="1012" y="2112"/>
                  </a:cubicBezTo>
                  <a:cubicBezTo>
                    <a:pt x="1012" y="2116"/>
                    <a:pt x="1015" y="2117"/>
                    <a:pt x="1014" y="2121"/>
                  </a:cubicBezTo>
                  <a:cubicBezTo>
                    <a:pt x="1016" y="2125"/>
                    <a:pt x="1020" y="2133"/>
                    <a:pt x="1017" y="2136"/>
                  </a:cubicBezTo>
                  <a:cubicBezTo>
                    <a:pt x="1020" y="2136"/>
                    <a:pt x="1018" y="2142"/>
                    <a:pt x="1021" y="2142"/>
                  </a:cubicBezTo>
                  <a:cubicBezTo>
                    <a:pt x="1020" y="2146"/>
                    <a:pt x="1023" y="2147"/>
                    <a:pt x="1023" y="2151"/>
                  </a:cubicBezTo>
                  <a:cubicBezTo>
                    <a:pt x="1023" y="2155"/>
                    <a:pt x="1024" y="2158"/>
                    <a:pt x="1025" y="2160"/>
                  </a:cubicBezTo>
                  <a:cubicBezTo>
                    <a:pt x="1032" y="2160"/>
                    <a:pt x="1032" y="2160"/>
                    <a:pt x="1032" y="2160"/>
                  </a:cubicBezTo>
                  <a:cubicBezTo>
                    <a:pt x="1032" y="2159"/>
                    <a:pt x="1032" y="2159"/>
                    <a:pt x="1032" y="2158"/>
                  </a:cubicBezTo>
                  <a:cubicBezTo>
                    <a:pt x="1033" y="2158"/>
                    <a:pt x="1035" y="2159"/>
                    <a:pt x="1036" y="2160"/>
                  </a:cubicBezTo>
                  <a:cubicBezTo>
                    <a:pt x="1045" y="2160"/>
                    <a:pt x="1045" y="2160"/>
                    <a:pt x="1045" y="2160"/>
                  </a:cubicBezTo>
                  <a:cubicBezTo>
                    <a:pt x="1043" y="2156"/>
                    <a:pt x="1040" y="2152"/>
                    <a:pt x="1036" y="2149"/>
                  </a:cubicBezTo>
                  <a:cubicBezTo>
                    <a:pt x="1037" y="2138"/>
                    <a:pt x="1027" y="2139"/>
                    <a:pt x="1027" y="2129"/>
                  </a:cubicBezTo>
                  <a:close/>
                  <a:moveTo>
                    <a:pt x="1027" y="2147"/>
                  </a:moveTo>
                  <a:cubicBezTo>
                    <a:pt x="1029" y="2148"/>
                    <a:pt x="1031" y="2151"/>
                    <a:pt x="1032" y="2153"/>
                  </a:cubicBezTo>
                  <a:cubicBezTo>
                    <a:pt x="1031" y="2159"/>
                    <a:pt x="1027" y="2150"/>
                    <a:pt x="1027" y="2147"/>
                  </a:cubicBezTo>
                  <a:close/>
                  <a:moveTo>
                    <a:pt x="887" y="319"/>
                  </a:moveTo>
                  <a:cubicBezTo>
                    <a:pt x="888" y="314"/>
                    <a:pt x="881" y="316"/>
                    <a:pt x="881" y="312"/>
                  </a:cubicBezTo>
                  <a:cubicBezTo>
                    <a:pt x="860" y="299"/>
                    <a:pt x="864" y="290"/>
                    <a:pt x="857" y="292"/>
                  </a:cubicBezTo>
                  <a:cubicBezTo>
                    <a:pt x="829" y="256"/>
                    <a:pt x="827" y="249"/>
                    <a:pt x="821" y="246"/>
                  </a:cubicBezTo>
                  <a:cubicBezTo>
                    <a:pt x="769" y="177"/>
                    <a:pt x="766" y="171"/>
                    <a:pt x="762" y="166"/>
                  </a:cubicBezTo>
                  <a:cubicBezTo>
                    <a:pt x="731" y="135"/>
                    <a:pt x="734" y="128"/>
                    <a:pt x="730" y="128"/>
                  </a:cubicBezTo>
                  <a:cubicBezTo>
                    <a:pt x="708" y="102"/>
                    <a:pt x="706" y="100"/>
                    <a:pt x="704" y="97"/>
                  </a:cubicBezTo>
                  <a:cubicBezTo>
                    <a:pt x="687" y="81"/>
                    <a:pt x="689" y="75"/>
                    <a:pt x="683" y="77"/>
                  </a:cubicBezTo>
                  <a:cubicBezTo>
                    <a:pt x="649" y="44"/>
                    <a:pt x="648" y="36"/>
                    <a:pt x="643" y="32"/>
                  </a:cubicBezTo>
                  <a:cubicBezTo>
                    <a:pt x="595" y="0"/>
                    <a:pt x="595" y="0"/>
                    <a:pt x="595" y="0"/>
                  </a:cubicBezTo>
                  <a:cubicBezTo>
                    <a:pt x="618" y="17"/>
                    <a:pt x="617" y="23"/>
                    <a:pt x="621" y="23"/>
                  </a:cubicBezTo>
                  <a:cubicBezTo>
                    <a:pt x="659" y="58"/>
                    <a:pt x="665" y="68"/>
                    <a:pt x="672" y="77"/>
                  </a:cubicBezTo>
                  <a:cubicBezTo>
                    <a:pt x="702" y="103"/>
                    <a:pt x="701" y="111"/>
                    <a:pt x="708" y="112"/>
                  </a:cubicBezTo>
                  <a:cubicBezTo>
                    <a:pt x="732" y="144"/>
                    <a:pt x="736" y="147"/>
                    <a:pt x="738" y="152"/>
                  </a:cubicBezTo>
                  <a:cubicBezTo>
                    <a:pt x="794" y="223"/>
                    <a:pt x="810" y="239"/>
                    <a:pt x="821" y="259"/>
                  </a:cubicBezTo>
                  <a:cubicBezTo>
                    <a:pt x="812" y="259"/>
                    <a:pt x="813" y="253"/>
                    <a:pt x="808" y="252"/>
                  </a:cubicBezTo>
                  <a:cubicBezTo>
                    <a:pt x="796" y="241"/>
                    <a:pt x="793" y="238"/>
                    <a:pt x="791" y="234"/>
                  </a:cubicBezTo>
                  <a:cubicBezTo>
                    <a:pt x="743" y="186"/>
                    <a:pt x="739" y="183"/>
                    <a:pt x="738" y="178"/>
                  </a:cubicBezTo>
                  <a:cubicBezTo>
                    <a:pt x="714" y="153"/>
                    <a:pt x="710" y="150"/>
                    <a:pt x="708" y="145"/>
                  </a:cubicBezTo>
                  <a:cubicBezTo>
                    <a:pt x="670" y="114"/>
                    <a:pt x="668" y="109"/>
                    <a:pt x="665" y="105"/>
                  </a:cubicBezTo>
                  <a:cubicBezTo>
                    <a:pt x="633" y="73"/>
                    <a:pt x="631" y="71"/>
                    <a:pt x="631" y="67"/>
                  </a:cubicBezTo>
                  <a:cubicBezTo>
                    <a:pt x="615" y="51"/>
                    <a:pt x="610" y="52"/>
                    <a:pt x="610" y="51"/>
                  </a:cubicBezTo>
                  <a:cubicBezTo>
                    <a:pt x="597" y="42"/>
                    <a:pt x="601" y="32"/>
                    <a:pt x="592" y="33"/>
                  </a:cubicBezTo>
                  <a:cubicBezTo>
                    <a:pt x="567" y="8"/>
                    <a:pt x="562" y="4"/>
                    <a:pt x="557" y="0"/>
                  </a:cubicBezTo>
                  <a:cubicBezTo>
                    <a:pt x="552" y="10"/>
                    <a:pt x="563" y="13"/>
                    <a:pt x="569" y="22"/>
                  </a:cubicBezTo>
                  <a:cubicBezTo>
                    <a:pt x="629" y="79"/>
                    <a:pt x="629" y="83"/>
                    <a:pt x="633" y="82"/>
                  </a:cubicBezTo>
                  <a:cubicBezTo>
                    <a:pt x="676" y="124"/>
                    <a:pt x="689" y="140"/>
                    <a:pt x="705" y="154"/>
                  </a:cubicBezTo>
                  <a:cubicBezTo>
                    <a:pt x="778" y="231"/>
                    <a:pt x="785" y="238"/>
                    <a:pt x="793" y="245"/>
                  </a:cubicBezTo>
                  <a:cubicBezTo>
                    <a:pt x="808" y="256"/>
                    <a:pt x="807" y="260"/>
                    <a:pt x="808" y="261"/>
                  </a:cubicBezTo>
                  <a:cubicBezTo>
                    <a:pt x="834" y="279"/>
                    <a:pt x="840" y="280"/>
                    <a:pt x="844" y="283"/>
                  </a:cubicBezTo>
                  <a:cubicBezTo>
                    <a:pt x="859" y="314"/>
                    <a:pt x="859" y="308"/>
                    <a:pt x="855" y="307"/>
                  </a:cubicBezTo>
                  <a:cubicBezTo>
                    <a:pt x="822" y="280"/>
                    <a:pt x="808" y="275"/>
                    <a:pt x="801" y="263"/>
                  </a:cubicBezTo>
                  <a:cubicBezTo>
                    <a:pt x="778" y="238"/>
                    <a:pt x="768" y="243"/>
                    <a:pt x="771" y="236"/>
                  </a:cubicBezTo>
                  <a:cubicBezTo>
                    <a:pt x="741" y="218"/>
                    <a:pt x="746" y="208"/>
                    <a:pt x="739" y="211"/>
                  </a:cubicBezTo>
                  <a:cubicBezTo>
                    <a:pt x="700" y="175"/>
                    <a:pt x="692" y="164"/>
                    <a:pt x="681" y="155"/>
                  </a:cubicBezTo>
                  <a:cubicBezTo>
                    <a:pt x="658" y="131"/>
                    <a:pt x="649" y="121"/>
                    <a:pt x="641" y="111"/>
                  </a:cubicBezTo>
                  <a:cubicBezTo>
                    <a:pt x="610" y="82"/>
                    <a:pt x="609" y="78"/>
                    <a:pt x="605" y="77"/>
                  </a:cubicBezTo>
                  <a:cubicBezTo>
                    <a:pt x="581" y="54"/>
                    <a:pt x="580" y="50"/>
                    <a:pt x="575" y="50"/>
                  </a:cubicBezTo>
                  <a:cubicBezTo>
                    <a:pt x="534" y="16"/>
                    <a:pt x="534" y="11"/>
                    <a:pt x="530" y="10"/>
                  </a:cubicBezTo>
                  <a:cubicBezTo>
                    <a:pt x="503" y="0"/>
                    <a:pt x="503" y="0"/>
                    <a:pt x="503" y="0"/>
                  </a:cubicBezTo>
                  <a:cubicBezTo>
                    <a:pt x="515" y="14"/>
                    <a:pt x="521" y="12"/>
                    <a:pt x="523" y="14"/>
                  </a:cubicBezTo>
                  <a:cubicBezTo>
                    <a:pt x="555" y="41"/>
                    <a:pt x="559" y="45"/>
                    <a:pt x="564" y="48"/>
                  </a:cubicBezTo>
                  <a:cubicBezTo>
                    <a:pt x="590" y="78"/>
                    <a:pt x="596" y="77"/>
                    <a:pt x="598" y="79"/>
                  </a:cubicBezTo>
                  <a:cubicBezTo>
                    <a:pt x="631" y="118"/>
                    <a:pt x="640" y="117"/>
                    <a:pt x="641" y="124"/>
                  </a:cubicBezTo>
                  <a:cubicBezTo>
                    <a:pt x="671" y="148"/>
                    <a:pt x="666" y="158"/>
                    <a:pt x="673" y="155"/>
                  </a:cubicBezTo>
                  <a:cubicBezTo>
                    <a:pt x="715" y="195"/>
                    <a:pt x="722" y="205"/>
                    <a:pt x="733" y="211"/>
                  </a:cubicBezTo>
                  <a:cubicBezTo>
                    <a:pt x="774" y="248"/>
                    <a:pt x="776" y="250"/>
                    <a:pt x="777" y="253"/>
                  </a:cubicBezTo>
                  <a:cubicBezTo>
                    <a:pt x="795" y="267"/>
                    <a:pt x="797" y="269"/>
                    <a:pt x="799" y="271"/>
                  </a:cubicBezTo>
                  <a:cubicBezTo>
                    <a:pt x="840" y="300"/>
                    <a:pt x="844" y="307"/>
                    <a:pt x="850" y="312"/>
                  </a:cubicBezTo>
                  <a:cubicBezTo>
                    <a:pt x="924" y="348"/>
                    <a:pt x="925" y="357"/>
                    <a:pt x="934" y="357"/>
                  </a:cubicBezTo>
                  <a:cubicBezTo>
                    <a:pt x="934" y="355"/>
                    <a:pt x="921" y="340"/>
                    <a:pt x="900" y="332"/>
                  </a:cubicBezTo>
                  <a:close/>
                  <a:moveTo>
                    <a:pt x="417" y="167"/>
                  </a:moveTo>
                  <a:cubicBezTo>
                    <a:pt x="412" y="160"/>
                    <a:pt x="403" y="156"/>
                    <a:pt x="398" y="149"/>
                  </a:cubicBezTo>
                  <a:cubicBezTo>
                    <a:pt x="374" y="130"/>
                    <a:pt x="375" y="123"/>
                    <a:pt x="368" y="124"/>
                  </a:cubicBezTo>
                  <a:cubicBezTo>
                    <a:pt x="353" y="108"/>
                    <a:pt x="352" y="106"/>
                    <a:pt x="351" y="104"/>
                  </a:cubicBezTo>
                  <a:cubicBezTo>
                    <a:pt x="329" y="83"/>
                    <a:pt x="329" y="77"/>
                    <a:pt x="326" y="73"/>
                  </a:cubicBezTo>
                  <a:cubicBezTo>
                    <a:pt x="286" y="24"/>
                    <a:pt x="279" y="26"/>
                    <a:pt x="279" y="22"/>
                  </a:cubicBezTo>
                  <a:cubicBezTo>
                    <a:pt x="240" y="0"/>
                    <a:pt x="240" y="0"/>
                    <a:pt x="240" y="0"/>
                  </a:cubicBezTo>
                  <a:cubicBezTo>
                    <a:pt x="256" y="19"/>
                    <a:pt x="265" y="15"/>
                    <a:pt x="263" y="22"/>
                  </a:cubicBezTo>
                  <a:cubicBezTo>
                    <a:pt x="312" y="70"/>
                    <a:pt x="314" y="72"/>
                    <a:pt x="317" y="73"/>
                  </a:cubicBezTo>
                  <a:cubicBezTo>
                    <a:pt x="335" y="90"/>
                    <a:pt x="331" y="99"/>
                    <a:pt x="338" y="98"/>
                  </a:cubicBezTo>
                  <a:cubicBezTo>
                    <a:pt x="376" y="141"/>
                    <a:pt x="389" y="148"/>
                    <a:pt x="400" y="158"/>
                  </a:cubicBezTo>
                  <a:cubicBezTo>
                    <a:pt x="428" y="181"/>
                    <a:pt x="429" y="185"/>
                    <a:pt x="434" y="185"/>
                  </a:cubicBezTo>
                  <a:close/>
                  <a:moveTo>
                    <a:pt x="527" y="235"/>
                  </a:moveTo>
                  <a:cubicBezTo>
                    <a:pt x="526" y="226"/>
                    <a:pt x="513" y="224"/>
                    <a:pt x="519" y="215"/>
                  </a:cubicBezTo>
                  <a:cubicBezTo>
                    <a:pt x="496" y="189"/>
                    <a:pt x="492" y="188"/>
                    <a:pt x="491" y="184"/>
                  </a:cubicBezTo>
                  <a:cubicBezTo>
                    <a:pt x="440" y="113"/>
                    <a:pt x="434" y="113"/>
                    <a:pt x="434" y="108"/>
                  </a:cubicBezTo>
                  <a:cubicBezTo>
                    <a:pt x="423" y="99"/>
                    <a:pt x="423" y="94"/>
                    <a:pt x="421" y="91"/>
                  </a:cubicBezTo>
                  <a:cubicBezTo>
                    <a:pt x="377" y="41"/>
                    <a:pt x="367" y="32"/>
                    <a:pt x="357" y="22"/>
                  </a:cubicBezTo>
                  <a:cubicBezTo>
                    <a:pt x="342" y="7"/>
                    <a:pt x="340" y="6"/>
                    <a:pt x="338" y="6"/>
                  </a:cubicBezTo>
                  <a:cubicBezTo>
                    <a:pt x="319" y="0"/>
                    <a:pt x="319" y="0"/>
                    <a:pt x="319" y="0"/>
                  </a:cubicBezTo>
                  <a:cubicBezTo>
                    <a:pt x="343" y="19"/>
                    <a:pt x="344" y="25"/>
                    <a:pt x="348" y="28"/>
                  </a:cubicBezTo>
                  <a:cubicBezTo>
                    <a:pt x="367" y="41"/>
                    <a:pt x="366" y="48"/>
                    <a:pt x="374" y="48"/>
                  </a:cubicBezTo>
                  <a:cubicBezTo>
                    <a:pt x="399" y="84"/>
                    <a:pt x="410" y="89"/>
                    <a:pt x="414" y="99"/>
                  </a:cubicBezTo>
                  <a:cubicBezTo>
                    <a:pt x="464" y="158"/>
                    <a:pt x="467" y="158"/>
                    <a:pt x="468" y="161"/>
                  </a:cubicBezTo>
                  <a:cubicBezTo>
                    <a:pt x="497" y="204"/>
                    <a:pt x="491" y="197"/>
                    <a:pt x="489" y="197"/>
                  </a:cubicBezTo>
                  <a:cubicBezTo>
                    <a:pt x="469" y="181"/>
                    <a:pt x="467" y="179"/>
                    <a:pt x="465" y="177"/>
                  </a:cubicBezTo>
                  <a:cubicBezTo>
                    <a:pt x="441" y="152"/>
                    <a:pt x="434" y="155"/>
                    <a:pt x="435" y="150"/>
                  </a:cubicBezTo>
                  <a:cubicBezTo>
                    <a:pt x="421" y="129"/>
                    <a:pt x="412" y="132"/>
                    <a:pt x="414" y="125"/>
                  </a:cubicBezTo>
                  <a:cubicBezTo>
                    <a:pt x="401" y="106"/>
                    <a:pt x="395" y="108"/>
                    <a:pt x="395" y="103"/>
                  </a:cubicBezTo>
                  <a:cubicBezTo>
                    <a:pt x="363" y="74"/>
                    <a:pt x="362" y="68"/>
                    <a:pt x="356" y="65"/>
                  </a:cubicBezTo>
                  <a:cubicBezTo>
                    <a:pt x="338" y="45"/>
                    <a:pt x="336" y="44"/>
                    <a:pt x="335" y="41"/>
                  </a:cubicBezTo>
                  <a:cubicBezTo>
                    <a:pt x="308" y="17"/>
                    <a:pt x="306" y="15"/>
                    <a:pt x="303" y="14"/>
                  </a:cubicBezTo>
                  <a:cubicBezTo>
                    <a:pt x="275" y="0"/>
                    <a:pt x="275" y="0"/>
                    <a:pt x="275" y="0"/>
                  </a:cubicBezTo>
                  <a:cubicBezTo>
                    <a:pt x="299" y="19"/>
                    <a:pt x="304" y="24"/>
                    <a:pt x="307" y="29"/>
                  </a:cubicBezTo>
                  <a:cubicBezTo>
                    <a:pt x="332" y="48"/>
                    <a:pt x="330" y="56"/>
                    <a:pt x="337" y="54"/>
                  </a:cubicBezTo>
                  <a:cubicBezTo>
                    <a:pt x="368" y="81"/>
                    <a:pt x="367" y="87"/>
                    <a:pt x="369" y="90"/>
                  </a:cubicBezTo>
                  <a:cubicBezTo>
                    <a:pt x="398" y="119"/>
                    <a:pt x="406" y="128"/>
                    <a:pt x="413" y="138"/>
                  </a:cubicBezTo>
                  <a:cubicBezTo>
                    <a:pt x="435" y="161"/>
                    <a:pt x="441" y="161"/>
                    <a:pt x="441" y="165"/>
                  </a:cubicBezTo>
                  <a:cubicBezTo>
                    <a:pt x="525" y="234"/>
                    <a:pt x="526" y="240"/>
                    <a:pt x="529" y="243"/>
                  </a:cubicBezTo>
                  <a:close/>
                  <a:moveTo>
                    <a:pt x="1152" y="2099"/>
                  </a:moveTo>
                  <a:cubicBezTo>
                    <a:pt x="1150" y="2096"/>
                    <a:pt x="1154" y="2087"/>
                    <a:pt x="1150" y="2088"/>
                  </a:cubicBezTo>
                  <a:cubicBezTo>
                    <a:pt x="1138" y="2039"/>
                    <a:pt x="1133" y="2035"/>
                    <a:pt x="1134" y="2025"/>
                  </a:cubicBezTo>
                  <a:cubicBezTo>
                    <a:pt x="1111" y="1981"/>
                    <a:pt x="1109" y="1965"/>
                    <a:pt x="1102" y="1955"/>
                  </a:cubicBezTo>
                  <a:cubicBezTo>
                    <a:pt x="1091" y="1924"/>
                    <a:pt x="1085" y="1926"/>
                    <a:pt x="1086" y="1920"/>
                  </a:cubicBezTo>
                  <a:cubicBezTo>
                    <a:pt x="1073" y="1890"/>
                    <a:pt x="1072" y="1887"/>
                    <a:pt x="1069" y="1885"/>
                  </a:cubicBezTo>
                  <a:cubicBezTo>
                    <a:pt x="1052" y="1843"/>
                    <a:pt x="1043" y="1843"/>
                    <a:pt x="1043" y="1835"/>
                  </a:cubicBezTo>
                  <a:cubicBezTo>
                    <a:pt x="1003" y="1780"/>
                    <a:pt x="996" y="1770"/>
                    <a:pt x="988" y="1761"/>
                  </a:cubicBezTo>
                  <a:cubicBezTo>
                    <a:pt x="1012" y="1803"/>
                    <a:pt x="1016" y="1808"/>
                    <a:pt x="1021" y="1813"/>
                  </a:cubicBezTo>
                  <a:cubicBezTo>
                    <a:pt x="1030" y="1837"/>
                    <a:pt x="1036" y="1835"/>
                    <a:pt x="1036" y="1839"/>
                  </a:cubicBezTo>
                  <a:cubicBezTo>
                    <a:pt x="1046" y="1859"/>
                    <a:pt x="1050" y="1860"/>
                    <a:pt x="1049" y="1865"/>
                  </a:cubicBezTo>
                  <a:cubicBezTo>
                    <a:pt x="1067" y="1896"/>
                    <a:pt x="1069" y="1900"/>
                    <a:pt x="1071" y="1903"/>
                  </a:cubicBezTo>
                  <a:cubicBezTo>
                    <a:pt x="1092" y="1948"/>
                    <a:pt x="1092" y="1955"/>
                    <a:pt x="1095" y="1959"/>
                  </a:cubicBezTo>
                  <a:cubicBezTo>
                    <a:pt x="1123" y="2041"/>
                    <a:pt x="1129" y="2042"/>
                    <a:pt x="1130" y="2049"/>
                  </a:cubicBezTo>
                  <a:cubicBezTo>
                    <a:pt x="1150" y="2114"/>
                    <a:pt x="1150" y="2117"/>
                    <a:pt x="1150" y="2121"/>
                  </a:cubicBezTo>
                  <a:cubicBezTo>
                    <a:pt x="1151" y="2128"/>
                    <a:pt x="1142" y="2118"/>
                    <a:pt x="1139" y="2103"/>
                  </a:cubicBezTo>
                  <a:cubicBezTo>
                    <a:pt x="1126" y="2078"/>
                    <a:pt x="1123" y="2071"/>
                    <a:pt x="1119" y="2066"/>
                  </a:cubicBezTo>
                  <a:cubicBezTo>
                    <a:pt x="1108" y="2039"/>
                    <a:pt x="1106" y="2032"/>
                    <a:pt x="1099" y="2029"/>
                  </a:cubicBezTo>
                  <a:cubicBezTo>
                    <a:pt x="1078" y="1982"/>
                    <a:pt x="1076" y="1975"/>
                    <a:pt x="1071" y="1970"/>
                  </a:cubicBezTo>
                  <a:cubicBezTo>
                    <a:pt x="1048" y="1932"/>
                    <a:pt x="1047" y="1928"/>
                    <a:pt x="1047" y="1924"/>
                  </a:cubicBezTo>
                  <a:cubicBezTo>
                    <a:pt x="1030" y="1888"/>
                    <a:pt x="1021" y="1887"/>
                    <a:pt x="1021" y="1879"/>
                  </a:cubicBezTo>
                  <a:cubicBezTo>
                    <a:pt x="1008" y="1846"/>
                    <a:pt x="1000" y="1840"/>
                    <a:pt x="999" y="1846"/>
                  </a:cubicBezTo>
                  <a:cubicBezTo>
                    <a:pt x="1015" y="1873"/>
                    <a:pt x="1017" y="1885"/>
                    <a:pt x="1023" y="1892"/>
                  </a:cubicBezTo>
                  <a:cubicBezTo>
                    <a:pt x="1045" y="1935"/>
                    <a:pt x="1047" y="1939"/>
                    <a:pt x="1049" y="1944"/>
                  </a:cubicBezTo>
                  <a:cubicBezTo>
                    <a:pt x="1065" y="1974"/>
                    <a:pt x="1066" y="1974"/>
                    <a:pt x="1067" y="1974"/>
                  </a:cubicBezTo>
                  <a:cubicBezTo>
                    <a:pt x="1082" y="2010"/>
                    <a:pt x="1086" y="2011"/>
                    <a:pt x="1086" y="2018"/>
                  </a:cubicBezTo>
                  <a:cubicBezTo>
                    <a:pt x="1103" y="2056"/>
                    <a:pt x="1107" y="2058"/>
                    <a:pt x="1110" y="2062"/>
                  </a:cubicBezTo>
                  <a:cubicBezTo>
                    <a:pt x="1141" y="2137"/>
                    <a:pt x="1147" y="2139"/>
                    <a:pt x="1147" y="2147"/>
                  </a:cubicBezTo>
                  <a:cubicBezTo>
                    <a:pt x="1165" y="2142"/>
                    <a:pt x="1161" y="2123"/>
                    <a:pt x="1156" y="2105"/>
                  </a:cubicBezTo>
                  <a:close/>
                  <a:moveTo>
                    <a:pt x="1282" y="2121"/>
                  </a:moveTo>
                  <a:cubicBezTo>
                    <a:pt x="1283" y="2117"/>
                    <a:pt x="1286" y="2117"/>
                    <a:pt x="1287" y="2114"/>
                  </a:cubicBezTo>
                  <a:cubicBezTo>
                    <a:pt x="1321" y="2080"/>
                    <a:pt x="1320" y="2072"/>
                    <a:pt x="1326" y="2070"/>
                  </a:cubicBezTo>
                  <a:cubicBezTo>
                    <a:pt x="1347" y="2053"/>
                    <a:pt x="1345" y="2047"/>
                    <a:pt x="1350" y="2049"/>
                  </a:cubicBezTo>
                  <a:cubicBezTo>
                    <a:pt x="1377" y="2021"/>
                    <a:pt x="1391" y="2005"/>
                    <a:pt x="1407" y="1990"/>
                  </a:cubicBezTo>
                  <a:cubicBezTo>
                    <a:pt x="1432" y="1962"/>
                    <a:pt x="1438" y="1960"/>
                    <a:pt x="1439" y="1955"/>
                  </a:cubicBezTo>
                  <a:cubicBezTo>
                    <a:pt x="1473" y="1911"/>
                    <a:pt x="1474" y="1904"/>
                    <a:pt x="1477" y="1898"/>
                  </a:cubicBezTo>
                  <a:cubicBezTo>
                    <a:pt x="1479" y="1880"/>
                    <a:pt x="1478" y="1883"/>
                    <a:pt x="1479" y="1887"/>
                  </a:cubicBezTo>
                  <a:cubicBezTo>
                    <a:pt x="1460" y="1920"/>
                    <a:pt x="1450" y="1925"/>
                    <a:pt x="1446" y="1937"/>
                  </a:cubicBezTo>
                  <a:cubicBezTo>
                    <a:pt x="1410" y="1977"/>
                    <a:pt x="1401" y="1976"/>
                    <a:pt x="1400" y="1983"/>
                  </a:cubicBezTo>
                  <a:cubicBezTo>
                    <a:pt x="1385" y="2005"/>
                    <a:pt x="1376" y="2000"/>
                    <a:pt x="1378" y="2007"/>
                  </a:cubicBezTo>
                  <a:cubicBezTo>
                    <a:pt x="1342" y="2047"/>
                    <a:pt x="1322" y="2057"/>
                    <a:pt x="1309" y="2075"/>
                  </a:cubicBezTo>
                  <a:cubicBezTo>
                    <a:pt x="1286" y="2101"/>
                    <a:pt x="1285" y="2104"/>
                    <a:pt x="1282" y="2105"/>
                  </a:cubicBezTo>
                  <a:cubicBezTo>
                    <a:pt x="1265" y="2129"/>
                    <a:pt x="1263" y="2131"/>
                    <a:pt x="1261" y="2131"/>
                  </a:cubicBezTo>
                  <a:cubicBezTo>
                    <a:pt x="1251" y="2152"/>
                    <a:pt x="1245" y="2151"/>
                    <a:pt x="1248" y="2158"/>
                  </a:cubicBezTo>
                  <a:cubicBezTo>
                    <a:pt x="1262" y="2152"/>
                    <a:pt x="1267" y="2142"/>
                    <a:pt x="1272" y="2131"/>
                  </a:cubicBezTo>
                  <a:close/>
                  <a:moveTo>
                    <a:pt x="1252" y="2121"/>
                  </a:moveTo>
                  <a:cubicBezTo>
                    <a:pt x="1253" y="2116"/>
                    <a:pt x="1258" y="2113"/>
                    <a:pt x="1261" y="2110"/>
                  </a:cubicBezTo>
                  <a:cubicBezTo>
                    <a:pt x="1292" y="2075"/>
                    <a:pt x="1292" y="2069"/>
                    <a:pt x="1296" y="2066"/>
                  </a:cubicBezTo>
                  <a:cubicBezTo>
                    <a:pt x="1325" y="2042"/>
                    <a:pt x="1328" y="2032"/>
                    <a:pt x="1337" y="2027"/>
                  </a:cubicBezTo>
                  <a:cubicBezTo>
                    <a:pt x="1357" y="2004"/>
                    <a:pt x="1360" y="2005"/>
                    <a:pt x="1361" y="2003"/>
                  </a:cubicBezTo>
                  <a:cubicBezTo>
                    <a:pt x="1379" y="1988"/>
                    <a:pt x="1381" y="1987"/>
                    <a:pt x="1383" y="1985"/>
                  </a:cubicBezTo>
                  <a:cubicBezTo>
                    <a:pt x="1395" y="1974"/>
                    <a:pt x="1393" y="1969"/>
                    <a:pt x="1398" y="1970"/>
                  </a:cubicBezTo>
                  <a:cubicBezTo>
                    <a:pt x="1429" y="1937"/>
                    <a:pt x="1430" y="1935"/>
                    <a:pt x="1431" y="1933"/>
                  </a:cubicBezTo>
                  <a:cubicBezTo>
                    <a:pt x="1448" y="1913"/>
                    <a:pt x="1452" y="1911"/>
                    <a:pt x="1453" y="1905"/>
                  </a:cubicBezTo>
                  <a:cubicBezTo>
                    <a:pt x="1484" y="1849"/>
                    <a:pt x="1489" y="1848"/>
                    <a:pt x="1485" y="1844"/>
                  </a:cubicBezTo>
                  <a:cubicBezTo>
                    <a:pt x="1498" y="1819"/>
                    <a:pt x="1499" y="1815"/>
                    <a:pt x="1503" y="1813"/>
                  </a:cubicBezTo>
                  <a:cubicBezTo>
                    <a:pt x="1479" y="1838"/>
                    <a:pt x="1484" y="1853"/>
                    <a:pt x="1477" y="1855"/>
                  </a:cubicBezTo>
                  <a:cubicBezTo>
                    <a:pt x="1464" y="1882"/>
                    <a:pt x="1459" y="1886"/>
                    <a:pt x="1455" y="1892"/>
                  </a:cubicBezTo>
                  <a:cubicBezTo>
                    <a:pt x="1437" y="1912"/>
                    <a:pt x="1434" y="1918"/>
                    <a:pt x="1431" y="1922"/>
                  </a:cubicBezTo>
                  <a:cubicBezTo>
                    <a:pt x="1408" y="1942"/>
                    <a:pt x="1402" y="1953"/>
                    <a:pt x="1394" y="1961"/>
                  </a:cubicBezTo>
                  <a:cubicBezTo>
                    <a:pt x="1356" y="1988"/>
                    <a:pt x="1360" y="1997"/>
                    <a:pt x="1354" y="1996"/>
                  </a:cubicBezTo>
                  <a:cubicBezTo>
                    <a:pt x="1337" y="2014"/>
                    <a:pt x="1333" y="2016"/>
                    <a:pt x="1330" y="2018"/>
                  </a:cubicBezTo>
                  <a:cubicBezTo>
                    <a:pt x="1304" y="2043"/>
                    <a:pt x="1304" y="2048"/>
                    <a:pt x="1300" y="2049"/>
                  </a:cubicBezTo>
                  <a:cubicBezTo>
                    <a:pt x="1281" y="2070"/>
                    <a:pt x="1275" y="2075"/>
                    <a:pt x="1269" y="2079"/>
                  </a:cubicBezTo>
                  <a:cubicBezTo>
                    <a:pt x="1247" y="2112"/>
                    <a:pt x="1245" y="2113"/>
                    <a:pt x="1243" y="2114"/>
                  </a:cubicBezTo>
                  <a:cubicBezTo>
                    <a:pt x="1247" y="2103"/>
                    <a:pt x="1247" y="2098"/>
                    <a:pt x="1250" y="2094"/>
                  </a:cubicBezTo>
                  <a:cubicBezTo>
                    <a:pt x="1275" y="2064"/>
                    <a:pt x="1275" y="2058"/>
                    <a:pt x="1278" y="2055"/>
                  </a:cubicBezTo>
                  <a:cubicBezTo>
                    <a:pt x="1312" y="2008"/>
                    <a:pt x="1335" y="1985"/>
                    <a:pt x="1359" y="1964"/>
                  </a:cubicBezTo>
                  <a:cubicBezTo>
                    <a:pt x="1384" y="1931"/>
                    <a:pt x="1387" y="1930"/>
                    <a:pt x="1387" y="1924"/>
                  </a:cubicBezTo>
                  <a:cubicBezTo>
                    <a:pt x="1413" y="1898"/>
                    <a:pt x="1413" y="1892"/>
                    <a:pt x="1418" y="1892"/>
                  </a:cubicBezTo>
                  <a:cubicBezTo>
                    <a:pt x="1427" y="1879"/>
                    <a:pt x="1429" y="1875"/>
                    <a:pt x="1431" y="1872"/>
                  </a:cubicBezTo>
                  <a:cubicBezTo>
                    <a:pt x="1422" y="1877"/>
                    <a:pt x="1419" y="1882"/>
                    <a:pt x="1416" y="1885"/>
                  </a:cubicBezTo>
                  <a:cubicBezTo>
                    <a:pt x="1370" y="1932"/>
                    <a:pt x="1368" y="1937"/>
                    <a:pt x="1365" y="1942"/>
                  </a:cubicBezTo>
                  <a:cubicBezTo>
                    <a:pt x="1347" y="1957"/>
                    <a:pt x="1348" y="1963"/>
                    <a:pt x="1344" y="1961"/>
                  </a:cubicBezTo>
                  <a:cubicBezTo>
                    <a:pt x="1310" y="1997"/>
                    <a:pt x="1311" y="2001"/>
                    <a:pt x="1309" y="2003"/>
                  </a:cubicBezTo>
                  <a:cubicBezTo>
                    <a:pt x="1290" y="2031"/>
                    <a:pt x="1278" y="2034"/>
                    <a:pt x="1276" y="2046"/>
                  </a:cubicBezTo>
                  <a:cubicBezTo>
                    <a:pt x="1263" y="2059"/>
                    <a:pt x="1262" y="2063"/>
                    <a:pt x="1256" y="2066"/>
                  </a:cubicBezTo>
                  <a:cubicBezTo>
                    <a:pt x="1229" y="2114"/>
                    <a:pt x="1229" y="2119"/>
                    <a:pt x="1226" y="2121"/>
                  </a:cubicBezTo>
                  <a:cubicBezTo>
                    <a:pt x="1210" y="2155"/>
                    <a:pt x="1209" y="2158"/>
                    <a:pt x="1208" y="2160"/>
                  </a:cubicBezTo>
                  <a:cubicBezTo>
                    <a:pt x="1234" y="2148"/>
                    <a:pt x="1239" y="2141"/>
                    <a:pt x="1243" y="2131"/>
                  </a:cubicBezTo>
                  <a:close/>
                  <a:moveTo>
                    <a:pt x="1095" y="2090"/>
                  </a:moveTo>
                  <a:cubicBezTo>
                    <a:pt x="1092" y="2080"/>
                    <a:pt x="1087" y="2072"/>
                    <a:pt x="1082" y="2064"/>
                  </a:cubicBezTo>
                  <a:cubicBezTo>
                    <a:pt x="1051" y="2009"/>
                    <a:pt x="1049" y="2005"/>
                    <a:pt x="1045" y="2003"/>
                  </a:cubicBezTo>
                  <a:cubicBezTo>
                    <a:pt x="1032" y="1967"/>
                    <a:pt x="1032" y="1961"/>
                    <a:pt x="1030" y="1957"/>
                  </a:cubicBezTo>
                  <a:cubicBezTo>
                    <a:pt x="1015" y="1906"/>
                    <a:pt x="1012" y="1903"/>
                    <a:pt x="1012" y="1896"/>
                  </a:cubicBezTo>
                  <a:cubicBezTo>
                    <a:pt x="1003" y="1886"/>
                    <a:pt x="1010" y="1901"/>
                    <a:pt x="1012" y="1920"/>
                  </a:cubicBezTo>
                  <a:cubicBezTo>
                    <a:pt x="1029" y="2003"/>
                    <a:pt x="1034" y="2018"/>
                    <a:pt x="1038" y="2033"/>
                  </a:cubicBezTo>
                  <a:cubicBezTo>
                    <a:pt x="1048" y="2064"/>
                    <a:pt x="1051" y="2072"/>
                    <a:pt x="1056" y="2077"/>
                  </a:cubicBezTo>
                  <a:cubicBezTo>
                    <a:pt x="1101" y="2160"/>
                    <a:pt x="1101" y="2160"/>
                    <a:pt x="1101" y="2160"/>
                  </a:cubicBezTo>
                  <a:cubicBezTo>
                    <a:pt x="1097" y="2151"/>
                    <a:pt x="1093" y="2150"/>
                    <a:pt x="1093" y="2142"/>
                  </a:cubicBezTo>
                  <a:cubicBezTo>
                    <a:pt x="1069" y="2093"/>
                    <a:pt x="1058" y="2074"/>
                    <a:pt x="1051" y="2051"/>
                  </a:cubicBezTo>
                  <a:cubicBezTo>
                    <a:pt x="1037" y="2005"/>
                    <a:pt x="1030" y="1997"/>
                    <a:pt x="1030" y="1983"/>
                  </a:cubicBezTo>
                  <a:cubicBezTo>
                    <a:pt x="1058" y="2041"/>
                    <a:pt x="1062" y="2045"/>
                    <a:pt x="1064" y="2051"/>
                  </a:cubicBezTo>
                  <a:cubicBezTo>
                    <a:pt x="1085" y="2092"/>
                    <a:pt x="1091" y="2094"/>
                    <a:pt x="1093" y="2101"/>
                  </a:cubicBezTo>
                  <a:cubicBezTo>
                    <a:pt x="1127" y="2147"/>
                    <a:pt x="1120" y="2159"/>
                    <a:pt x="1126" y="2158"/>
                  </a:cubicBezTo>
                  <a:cubicBezTo>
                    <a:pt x="1131" y="2147"/>
                    <a:pt x="1123" y="2137"/>
                    <a:pt x="1117" y="2125"/>
                  </a:cubicBezTo>
                  <a:close/>
                  <a:moveTo>
                    <a:pt x="1062" y="2155"/>
                  </a:moveTo>
                  <a:cubicBezTo>
                    <a:pt x="1062" y="2152"/>
                    <a:pt x="1061" y="2150"/>
                    <a:pt x="1058" y="2149"/>
                  </a:cubicBezTo>
                  <a:cubicBezTo>
                    <a:pt x="1061" y="2142"/>
                    <a:pt x="1051" y="2147"/>
                    <a:pt x="1054" y="2140"/>
                  </a:cubicBezTo>
                  <a:cubicBezTo>
                    <a:pt x="1048" y="2137"/>
                    <a:pt x="1047" y="2129"/>
                    <a:pt x="1040" y="2127"/>
                  </a:cubicBezTo>
                  <a:cubicBezTo>
                    <a:pt x="1037" y="2113"/>
                    <a:pt x="1027" y="2105"/>
                    <a:pt x="1019" y="2097"/>
                  </a:cubicBezTo>
                  <a:cubicBezTo>
                    <a:pt x="1017" y="2106"/>
                    <a:pt x="1026" y="2106"/>
                    <a:pt x="1027" y="2112"/>
                  </a:cubicBezTo>
                  <a:cubicBezTo>
                    <a:pt x="1028" y="2119"/>
                    <a:pt x="1036" y="2120"/>
                    <a:pt x="1036" y="2127"/>
                  </a:cubicBezTo>
                  <a:cubicBezTo>
                    <a:pt x="1045" y="2135"/>
                    <a:pt x="1050" y="2146"/>
                    <a:pt x="1058" y="2155"/>
                  </a:cubicBezTo>
                  <a:cubicBezTo>
                    <a:pt x="1059" y="2157"/>
                    <a:pt x="1060" y="2159"/>
                    <a:pt x="1061" y="2160"/>
                  </a:cubicBezTo>
                  <a:cubicBezTo>
                    <a:pt x="1067" y="2160"/>
                    <a:pt x="1067" y="2160"/>
                    <a:pt x="1067" y="2160"/>
                  </a:cubicBezTo>
                  <a:cubicBezTo>
                    <a:pt x="1066" y="2158"/>
                    <a:pt x="1066" y="2155"/>
                    <a:pt x="1062" y="215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</p:sp>
        <p:sp>
          <p:nvSpPr>
            <p:cNvPr id="11" name="Freeform 13">
              <a:extLst>
                <a:ext uri="{FF2B5EF4-FFF2-40B4-BE49-F238E27FC236}">
                  <a16:creationId xmlns:a16="http://schemas.microsoft.com/office/drawing/2014/main" id="{C1E32EF0-93A9-42DF-953A-1574E58C5864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>
              <a:spLocks noEditPoints="1"/>
            </p:cNvSpPr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 bwMode="auto">
            <a:xfrm>
              <a:off x="0" y="3175"/>
              <a:ext cx="12198350" cy="6875463"/>
            </a:xfrm>
            <a:custGeom>
              <a:avLst/>
              <a:gdLst/>
              <a:ahLst/>
              <a:cxnLst/>
              <a:rect l="0" t="0" r="r" b="b"/>
              <a:pathLst>
                <a:path w="3840" h="2163">
                  <a:moveTo>
                    <a:pt x="3809" y="960"/>
                  </a:moveTo>
                  <a:cubicBezTo>
                    <a:pt x="3796" y="975"/>
                    <a:pt x="3783" y="990"/>
                    <a:pt x="3772" y="1010"/>
                  </a:cubicBezTo>
                  <a:cubicBezTo>
                    <a:pt x="3769" y="1017"/>
                    <a:pt x="3766" y="1024"/>
                    <a:pt x="3763" y="1030"/>
                  </a:cubicBezTo>
                  <a:cubicBezTo>
                    <a:pt x="3771" y="1037"/>
                    <a:pt x="3769" y="1017"/>
                    <a:pt x="3775" y="1019"/>
                  </a:cubicBezTo>
                  <a:cubicBezTo>
                    <a:pt x="3774" y="1010"/>
                    <a:pt x="3779" y="1009"/>
                    <a:pt x="3783" y="1001"/>
                  </a:cubicBezTo>
                  <a:cubicBezTo>
                    <a:pt x="3787" y="996"/>
                    <a:pt x="3792" y="991"/>
                    <a:pt x="3796" y="985"/>
                  </a:cubicBezTo>
                  <a:cubicBezTo>
                    <a:pt x="3798" y="980"/>
                    <a:pt x="3802" y="982"/>
                    <a:pt x="3803" y="976"/>
                  </a:cubicBezTo>
                  <a:cubicBezTo>
                    <a:pt x="3807" y="980"/>
                    <a:pt x="3805" y="966"/>
                    <a:pt x="3810" y="970"/>
                  </a:cubicBezTo>
                  <a:cubicBezTo>
                    <a:pt x="3815" y="965"/>
                    <a:pt x="3819" y="960"/>
                    <a:pt x="3824" y="954"/>
                  </a:cubicBezTo>
                  <a:cubicBezTo>
                    <a:pt x="3826" y="952"/>
                    <a:pt x="3829" y="950"/>
                    <a:pt x="3831" y="948"/>
                  </a:cubicBezTo>
                  <a:cubicBezTo>
                    <a:pt x="3834" y="948"/>
                    <a:pt x="3835" y="940"/>
                    <a:pt x="3838" y="942"/>
                  </a:cubicBezTo>
                  <a:cubicBezTo>
                    <a:pt x="3839" y="941"/>
                    <a:pt x="3840" y="940"/>
                    <a:pt x="3840" y="940"/>
                  </a:cubicBezTo>
                  <a:cubicBezTo>
                    <a:pt x="3840" y="930"/>
                    <a:pt x="3840" y="930"/>
                    <a:pt x="3840" y="930"/>
                  </a:cubicBezTo>
                  <a:cubicBezTo>
                    <a:pt x="3837" y="933"/>
                    <a:pt x="3833" y="935"/>
                    <a:pt x="3830" y="938"/>
                  </a:cubicBezTo>
                  <a:cubicBezTo>
                    <a:pt x="3824" y="947"/>
                    <a:pt x="3817" y="953"/>
                    <a:pt x="3809" y="960"/>
                  </a:cubicBezTo>
                  <a:close/>
                  <a:moveTo>
                    <a:pt x="3827" y="880"/>
                  </a:moveTo>
                  <a:cubicBezTo>
                    <a:pt x="3818" y="885"/>
                    <a:pt x="3810" y="891"/>
                    <a:pt x="3802" y="898"/>
                  </a:cubicBezTo>
                  <a:cubicBezTo>
                    <a:pt x="3795" y="906"/>
                    <a:pt x="3785" y="910"/>
                    <a:pt x="3779" y="921"/>
                  </a:cubicBezTo>
                  <a:cubicBezTo>
                    <a:pt x="3770" y="926"/>
                    <a:pt x="3764" y="938"/>
                    <a:pt x="3757" y="945"/>
                  </a:cubicBezTo>
                  <a:cubicBezTo>
                    <a:pt x="3754" y="951"/>
                    <a:pt x="3748" y="950"/>
                    <a:pt x="3746" y="959"/>
                  </a:cubicBezTo>
                  <a:cubicBezTo>
                    <a:pt x="3743" y="958"/>
                    <a:pt x="3742" y="963"/>
                    <a:pt x="3740" y="966"/>
                  </a:cubicBezTo>
                  <a:cubicBezTo>
                    <a:pt x="3738" y="965"/>
                    <a:pt x="3735" y="971"/>
                    <a:pt x="3738" y="972"/>
                  </a:cubicBezTo>
                  <a:cubicBezTo>
                    <a:pt x="3746" y="962"/>
                    <a:pt x="3754" y="953"/>
                    <a:pt x="3762" y="942"/>
                  </a:cubicBezTo>
                  <a:cubicBezTo>
                    <a:pt x="3773" y="939"/>
                    <a:pt x="3778" y="921"/>
                    <a:pt x="3789" y="918"/>
                  </a:cubicBezTo>
                  <a:cubicBezTo>
                    <a:pt x="3792" y="911"/>
                    <a:pt x="3799" y="912"/>
                    <a:pt x="3802" y="905"/>
                  </a:cubicBezTo>
                  <a:cubicBezTo>
                    <a:pt x="3807" y="902"/>
                    <a:pt x="3812" y="899"/>
                    <a:pt x="3816" y="894"/>
                  </a:cubicBezTo>
                  <a:cubicBezTo>
                    <a:pt x="3817" y="891"/>
                    <a:pt x="3822" y="895"/>
                    <a:pt x="3822" y="890"/>
                  </a:cubicBezTo>
                  <a:cubicBezTo>
                    <a:pt x="3826" y="891"/>
                    <a:pt x="3827" y="884"/>
                    <a:pt x="3831" y="886"/>
                  </a:cubicBezTo>
                  <a:cubicBezTo>
                    <a:pt x="3833" y="882"/>
                    <a:pt x="3837" y="881"/>
                    <a:pt x="3840" y="879"/>
                  </a:cubicBezTo>
                  <a:cubicBezTo>
                    <a:pt x="3840" y="871"/>
                    <a:pt x="3840" y="871"/>
                    <a:pt x="3840" y="871"/>
                  </a:cubicBezTo>
                  <a:cubicBezTo>
                    <a:pt x="3840" y="871"/>
                    <a:pt x="3840" y="871"/>
                    <a:pt x="3840" y="871"/>
                  </a:cubicBezTo>
                  <a:cubicBezTo>
                    <a:pt x="3835" y="872"/>
                    <a:pt x="3831" y="878"/>
                    <a:pt x="3827" y="880"/>
                  </a:cubicBezTo>
                  <a:close/>
                  <a:moveTo>
                    <a:pt x="3837" y="806"/>
                  </a:moveTo>
                  <a:cubicBezTo>
                    <a:pt x="3836" y="810"/>
                    <a:pt x="3827" y="812"/>
                    <a:pt x="3832" y="816"/>
                  </a:cubicBezTo>
                  <a:cubicBezTo>
                    <a:pt x="3835" y="814"/>
                    <a:pt x="3837" y="812"/>
                    <a:pt x="3840" y="810"/>
                  </a:cubicBezTo>
                  <a:cubicBezTo>
                    <a:pt x="3840" y="804"/>
                    <a:pt x="3840" y="804"/>
                    <a:pt x="3840" y="804"/>
                  </a:cubicBezTo>
                  <a:cubicBezTo>
                    <a:pt x="3839" y="804"/>
                    <a:pt x="3838" y="805"/>
                    <a:pt x="3837" y="806"/>
                  </a:cubicBezTo>
                  <a:close/>
                  <a:moveTo>
                    <a:pt x="2318" y="205"/>
                  </a:moveTo>
                  <a:cubicBezTo>
                    <a:pt x="2319" y="200"/>
                    <a:pt x="2323" y="198"/>
                    <a:pt x="2322" y="192"/>
                  </a:cubicBezTo>
                  <a:cubicBezTo>
                    <a:pt x="2351" y="148"/>
                    <a:pt x="2361" y="145"/>
                    <a:pt x="2364" y="135"/>
                  </a:cubicBezTo>
                  <a:cubicBezTo>
                    <a:pt x="2383" y="109"/>
                    <a:pt x="2387" y="107"/>
                    <a:pt x="2388" y="102"/>
                  </a:cubicBezTo>
                  <a:cubicBezTo>
                    <a:pt x="2419" y="61"/>
                    <a:pt x="2429" y="59"/>
                    <a:pt x="2434" y="50"/>
                  </a:cubicBezTo>
                  <a:cubicBezTo>
                    <a:pt x="2462" y="20"/>
                    <a:pt x="2474" y="12"/>
                    <a:pt x="2481" y="0"/>
                  </a:cubicBezTo>
                  <a:cubicBezTo>
                    <a:pt x="2462" y="9"/>
                    <a:pt x="2460" y="16"/>
                    <a:pt x="2453" y="19"/>
                  </a:cubicBezTo>
                  <a:cubicBezTo>
                    <a:pt x="2438" y="35"/>
                    <a:pt x="2436" y="37"/>
                    <a:pt x="2434" y="39"/>
                  </a:cubicBezTo>
                  <a:cubicBezTo>
                    <a:pt x="2416" y="54"/>
                    <a:pt x="2418" y="60"/>
                    <a:pt x="2412" y="59"/>
                  </a:cubicBezTo>
                  <a:cubicBezTo>
                    <a:pt x="2382" y="92"/>
                    <a:pt x="2384" y="103"/>
                    <a:pt x="2377" y="104"/>
                  </a:cubicBezTo>
                  <a:cubicBezTo>
                    <a:pt x="2361" y="133"/>
                    <a:pt x="2355" y="132"/>
                    <a:pt x="2357" y="139"/>
                  </a:cubicBezTo>
                  <a:cubicBezTo>
                    <a:pt x="2336" y="177"/>
                    <a:pt x="2326" y="171"/>
                    <a:pt x="2329" y="179"/>
                  </a:cubicBezTo>
                  <a:cubicBezTo>
                    <a:pt x="2321" y="199"/>
                    <a:pt x="2312" y="203"/>
                    <a:pt x="2318" y="205"/>
                  </a:cubicBezTo>
                  <a:close/>
                  <a:moveTo>
                    <a:pt x="3826" y="837"/>
                  </a:moveTo>
                  <a:cubicBezTo>
                    <a:pt x="3821" y="839"/>
                    <a:pt x="3818" y="844"/>
                    <a:pt x="3813" y="845"/>
                  </a:cubicBezTo>
                  <a:cubicBezTo>
                    <a:pt x="3805" y="852"/>
                    <a:pt x="3797" y="858"/>
                    <a:pt x="3790" y="867"/>
                  </a:cubicBezTo>
                  <a:cubicBezTo>
                    <a:pt x="3787" y="873"/>
                    <a:pt x="3782" y="871"/>
                    <a:pt x="3780" y="879"/>
                  </a:cubicBezTo>
                  <a:cubicBezTo>
                    <a:pt x="3776" y="877"/>
                    <a:pt x="3776" y="884"/>
                    <a:pt x="3773" y="883"/>
                  </a:cubicBezTo>
                  <a:cubicBezTo>
                    <a:pt x="3772" y="886"/>
                    <a:pt x="3769" y="890"/>
                    <a:pt x="3772" y="892"/>
                  </a:cubicBezTo>
                  <a:cubicBezTo>
                    <a:pt x="3778" y="885"/>
                    <a:pt x="3784" y="877"/>
                    <a:pt x="3792" y="872"/>
                  </a:cubicBezTo>
                  <a:cubicBezTo>
                    <a:pt x="3795" y="867"/>
                    <a:pt x="3799" y="864"/>
                    <a:pt x="3803" y="863"/>
                  </a:cubicBezTo>
                  <a:cubicBezTo>
                    <a:pt x="3806" y="858"/>
                    <a:pt x="3810" y="855"/>
                    <a:pt x="3814" y="853"/>
                  </a:cubicBezTo>
                  <a:cubicBezTo>
                    <a:pt x="3821" y="846"/>
                    <a:pt x="3828" y="841"/>
                    <a:pt x="3836" y="836"/>
                  </a:cubicBezTo>
                  <a:cubicBezTo>
                    <a:pt x="3837" y="837"/>
                    <a:pt x="3839" y="836"/>
                    <a:pt x="3840" y="835"/>
                  </a:cubicBezTo>
                  <a:cubicBezTo>
                    <a:pt x="3840" y="826"/>
                    <a:pt x="3840" y="826"/>
                    <a:pt x="3840" y="826"/>
                  </a:cubicBezTo>
                  <a:cubicBezTo>
                    <a:pt x="3839" y="827"/>
                    <a:pt x="3838" y="827"/>
                    <a:pt x="3837" y="827"/>
                  </a:cubicBezTo>
                  <a:cubicBezTo>
                    <a:pt x="3834" y="831"/>
                    <a:pt x="3830" y="835"/>
                    <a:pt x="3826" y="837"/>
                  </a:cubicBezTo>
                  <a:close/>
                  <a:moveTo>
                    <a:pt x="3819" y="964"/>
                  </a:moveTo>
                  <a:cubicBezTo>
                    <a:pt x="3816" y="970"/>
                    <a:pt x="3810" y="971"/>
                    <a:pt x="3807" y="978"/>
                  </a:cubicBezTo>
                  <a:cubicBezTo>
                    <a:pt x="3801" y="978"/>
                    <a:pt x="3800" y="989"/>
                    <a:pt x="3795" y="989"/>
                  </a:cubicBezTo>
                  <a:cubicBezTo>
                    <a:pt x="3792" y="998"/>
                    <a:pt x="3786" y="999"/>
                    <a:pt x="3783" y="1006"/>
                  </a:cubicBezTo>
                  <a:cubicBezTo>
                    <a:pt x="3787" y="1008"/>
                    <a:pt x="3780" y="1008"/>
                    <a:pt x="3783" y="1011"/>
                  </a:cubicBezTo>
                  <a:cubicBezTo>
                    <a:pt x="3784" y="1015"/>
                    <a:pt x="3774" y="1015"/>
                    <a:pt x="3780" y="1019"/>
                  </a:cubicBezTo>
                  <a:cubicBezTo>
                    <a:pt x="3796" y="998"/>
                    <a:pt x="3813" y="976"/>
                    <a:pt x="3833" y="965"/>
                  </a:cubicBezTo>
                  <a:cubicBezTo>
                    <a:pt x="3835" y="963"/>
                    <a:pt x="3838" y="961"/>
                    <a:pt x="3840" y="959"/>
                  </a:cubicBezTo>
                  <a:cubicBezTo>
                    <a:pt x="3840" y="950"/>
                    <a:pt x="3840" y="950"/>
                    <a:pt x="3840" y="950"/>
                  </a:cubicBezTo>
                  <a:cubicBezTo>
                    <a:pt x="3837" y="952"/>
                    <a:pt x="3835" y="954"/>
                    <a:pt x="3833" y="956"/>
                  </a:cubicBezTo>
                  <a:cubicBezTo>
                    <a:pt x="3827" y="957"/>
                    <a:pt x="3825" y="965"/>
                    <a:pt x="3819" y="964"/>
                  </a:cubicBezTo>
                  <a:close/>
                  <a:moveTo>
                    <a:pt x="3803" y="1109"/>
                  </a:moveTo>
                  <a:cubicBezTo>
                    <a:pt x="3801" y="1112"/>
                    <a:pt x="3798" y="1111"/>
                    <a:pt x="3797" y="1113"/>
                  </a:cubicBezTo>
                  <a:cubicBezTo>
                    <a:pt x="3795" y="1116"/>
                    <a:pt x="3794" y="1121"/>
                    <a:pt x="3791" y="1120"/>
                  </a:cubicBezTo>
                  <a:cubicBezTo>
                    <a:pt x="3786" y="1128"/>
                    <a:pt x="3788" y="1129"/>
                    <a:pt x="3782" y="1136"/>
                  </a:cubicBezTo>
                  <a:cubicBezTo>
                    <a:pt x="3780" y="1142"/>
                    <a:pt x="3777" y="1149"/>
                    <a:pt x="3774" y="1156"/>
                  </a:cubicBezTo>
                  <a:cubicBezTo>
                    <a:pt x="3769" y="1158"/>
                    <a:pt x="3768" y="1168"/>
                    <a:pt x="3775" y="1170"/>
                  </a:cubicBezTo>
                  <a:cubicBezTo>
                    <a:pt x="3776" y="1171"/>
                    <a:pt x="3778" y="1171"/>
                    <a:pt x="3779" y="1172"/>
                  </a:cubicBezTo>
                  <a:cubicBezTo>
                    <a:pt x="3780" y="1169"/>
                    <a:pt x="3780" y="1167"/>
                    <a:pt x="3779" y="1165"/>
                  </a:cubicBezTo>
                  <a:cubicBezTo>
                    <a:pt x="3787" y="1166"/>
                    <a:pt x="3779" y="1160"/>
                    <a:pt x="3780" y="1158"/>
                  </a:cubicBezTo>
                  <a:cubicBezTo>
                    <a:pt x="3785" y="1158"/>
                    <a:pt x="3788" y="1145"/>
                    <a:pt x="3787" y="1142"/>
                  </a:cubicBezTo>
                  <a:cubicBezTo>
                    <a:pt x="3794" y="1141"/>
                    <a:pt x="3796" y="1126"/>
                    <a:pt x="3802" y="1123"/>
                  </a:cubicBezTo>
                  <a:cubicBezTo>
                    <a:pt x="3807" y="1114"/>
                    <a:pt x="3813" y="1109"/>
                    <a:pt x="3818" y="1101"/>
                  </a:cubicBezTo>
                  <a:cubicBezTo>
                    <a:pt x="3823" y="1095"/>
                    <a:pt x="3830" y="1091"/>
                    <a:pt x="3835" y="1084"/>
                  </a:cubicBezTo>
                  <a:cubicBezTo>
                    <a:pt x="3837" y="1084"/>
                    <a:pt x="3838" y="1082"/>
                    <a:pt x="3840" y="1081"/>
                  </a:cubicBezTo>
                  <a:cubicBezTo>
                    <a:pt x="3840" y="1069"/>
                    <a:pt x="3840" y="1069"/>
                    <a:pt x="3840" y="1069"/>
                  </a:cubicBezTo>
                  <a:cubicBezTo>
                    <a:pt x="3836" y="1073"/>
                    <a:pt x="3831" y="1077"/>
                    <a:pt x="3827" y="1081"/>
                  </a:cubicBezTo>
                  <a:cubicBezTo>
                    <a:pt x="3818" y="1089"/>
                    <a:pt x="3811" y="1099"/>
                    <a:pt x="3803" y="1109"/>
                  </a:cubicBezTo>
                  <a:close/>
                  <a:moveTo>
                    <a:pt x="3818" y="1248"/>
                  </a:moveTo>
                  <a:cubicBezTo>
                    <a:pt x="3822" y="1250"/>
                    <a:pt x="3815" y="1258"/>
                    <a:pt x="3822" y="1259"/>
                  </a:cubicBezTo>
                  <a:cubicBezTo>
                    <a:pt x="3826" y="1261"/>
                    <a:pt x="3826" y="1254"/>
                    <a:pt x="3829" y="1255"/>
                  </a:cubicBezTo>
                  <a:cubicBezTo>
                    <a:pt x="3832" y="1250"/>
                    <a:pt x="3832" y="1247"/>
                    <a:pt x="3831" y="1244"/>
                  </a:cubicBezTo>
                  <a:cubicBezTo>
                    <a:pt x="3835" y="1245"/>
                    <a:pt x="3835" y="1240"/>
                    <a:pt x="3834" y="1238"/>
                  </a:cubicBezTo>
                  <a:cubicBezTo>
                    <a:pt x="3839" y="1240"/>
                    <a:pt x="3833" y="1233"/>
                    <a:pt x="3837" y="1230"/>
                  </a:cubicBezTo>
                  <a:cubicBezTo>
                    <a:pt x="3838" y="1228"/>
                    <a:pt x="3839" y="1227"/>
                    <a:pt x="3840" y="1226"/>
                  </a:cubicBezTo>
                  <a:cubicBezTo>
                    <a:pt x="3840" y="1209"/>
                    <a:pt x="3840" y="1209"/>
                    <a:pt x="3840" y="1209"/>
                  </a:cubicBezTo>
                  <a:cubicBezTo>
                    <a:pt x="3835" y="1219"/>
                    <a:pt x="3829" y="1228"/>
                    <a:pt x="3823" y="1236"/>
                  </a:cubicBezTo>
                  <a:cubicBezTo>
                    <a:pt x="3828" y="1240"/>
                    <a:pt x="3819" y="1244"/>
                    <a:pt x="3818" y="1248"/>
                  </a:cubicBezTo>
                  <a:close/>
                  <a:moveTo>
                    <a:pt x="3121" y="2109"/>
                  </a:moveTo>
                  <a:cubicBezTo>
                    <a:pt x="3119" y="2105"/>
                    <a:pt x="3124" y="2102"/>
                    <a:pt x="3118" y="2098"/>
                  </a:cubicBezTo>
                  <a:cubicBezTo>
                    <a:pt x="3121" y="2094"/>
                    <a:pt x="3113" y="2089"/>
                    <a:pt x="3115" y="2086"/>
                  </a:cubicBezTo>
                  <a:cubicBezTo>
                    <a:pt x="3114" y="2077"/>
                    <a:pt x="3111" y="2069"/>
                    <a:pt x="3108" y="2060"/>
                  </a:cubicBezTo>
                  <a:cubicBezTo>
                    <a:pt x="3108" y="2056"/>
                    <a:pt x="3105" y="2053"/>
                    <a:pt x="3104" y="2049"/>
                  </a:cubicBezTo>
                  <a:cubicBezTo>
                    <a:pt x="3103" y="2048"/>
                    <a:pt x="3105" y="2045"/>
                    <a:pt x="3104" y="2043"/>
                  </a:cubicBezTo>
                  <a:cubicBezTo>
                    <a:pt x="3103" y="2041"/>
                    <a:pt x="3099" y="2039"/>
                    <a:pt x="3102" y="2037"/>
                  </a:cubicBezTo>
                  <a:cubicBezTo>
                    <a:pt x="3096" y="2032"/>
                    <a:pt x="3099" y="2028"/>
                    <a:pt x="3093" y="2024"/>
                  </a:cubicBezTo>
                  <a:cubicBezTo>
                    <a:pt x="3095" y="2020"/>
                    <a:pt x="3092" y="2014"/>
                    <a:pt x="3087" y="2017"/>
                  </a:cubicBezTo>
                  <a:cubicBezTo>
                    <a:pt x="3092" y="2025"/>
                    <a:pt x="3088" y="2032"/>
                    <a:pt x="3095" y="2039"/>
                  </a:cubicBezTo>
                  <a:cubicBezTo>
                    <a:pt x="3093" y="2041"/>
                    <a:pt x="3096" y="2042"/>
                    <a:pt x="3096" y="2044"/>
                  </a:cubicBezTo>
                  <a:cubicBezTo>
                    <a:pt x="3097" y="2045"/>
                    <a:pt x="3096" y="2049"/>
                    <a:pt x="3096" y="2050"/>
                  </a:cubicBezTo>
                  <a:cubicBezTo>
                    <a:pt x="3096" y="2051"/>
                    <a:pt x="3098" y="2052"/>
                    <a:pt x="3099" y="2054"/>
                  </a:cubicBezTo>
                  <a:cubicBezTo>
                    <a:pt x="3101" y="2058"/>
                    <a:pt x="3097" y="2059"/>
                    <a:pt x="3101" y="2063"/>
                  </a:cubicBezTo>
                  <a:cubicBezTo>
                    <a:pt x="3106" y="2071"/>
                    <a:pt x="3101" y="2078"/>
                    <a:pt x="3107" y="2087"/>
                  </a:cubicBezTo>
                  <a:cubicBezTo>
                    <a:pt x="3108" y="2094"/>
                    <a:pt x="3109" y="2102"/>
                    <a:pt x="3114" y="2110"/>
                  </a:cubicBezTo>
                  <a:cubicBezTo>
                    <a:pt x="3112" y="2117"/>
                    <a:pt x="3115" y="2125"/>
                    <a:pt x="3115" y="2132"/>
                  </a:cubicBezTo>
                  <a:cubicBezTo>
                    <a:pt x="3119" y="2136"/>
                    <a:pt x="3117" y="2139"/>
                    <a:pt x="3119" y="2143"/>
                  </a:cubicBezTo>
                  <a:cubicBezTo>
                    <a:pt x="3118" y="2145"/>
                    <a:pt x="3120" y="2147"/>
                    <a:pt x="3122" y="2149"/>
                  </a:cubicBezTo>
                  <a:cubicBezTo>
                    <a:pt x="3124" y="2152"/>
                    <a:pt x="3120" y="2153"/>
                    <a:pt x="3121" y="2155"/>
                  </a:cubicBezTo>
                  <a:cubicBezTo>
                    <a:pt x="3122" y="2157"/>
                    <a:pt x="3123" y="2159"/>
                    <a:pt x="3123" y="2160"/>
                  </a:cubicBezTo>
                  <a:cubicBezTo>
                    <a:pt x="3132" y="2160"/>
                    <a:pt x="3132" y="2160"/>
                    <a:pt x="3132" y="2160"/>
                  </a:cubicBezTo>
                  <a:cubicBezTo>
                    <a:pt x="3132" y="2160"/>
                    <a:pt x="3132" y="2159"/>
                    <a:pt x="3132" y="2158"/>
                  </a:cubicBezTo>
                  <a:cubicBezTo>
                    <a:pt x="3129" y="2142"/>
                    <a:pt x="3124" y="2125"/>
                    <a:pt x="3121" y="2109"/>
                  </a:cubicBezTo>
                  <a:close/>
                  <a:moveTo>
                    <a:pt x="3826" y="1017"/>
                  </a:moveTo>
                  <a:cubicBezTo>
                    <a:pt x="3822" y="1025"/>
                    <a:pt x="3814" y="1024"/>
                    <a:pt x="3810" y="1031"/>
                  </a:cubicBezTo>
                  <a:cubicBezTo>
                    <a:pt x="3806" y="1030"/>
                    <a:pt x="3805" y="1038"/>
                    <a:pt x="3801" y="1037"/>
                  </a:cubicBezTo>
                  <a:cubicBezTo>
                    <a:pt x="3798" y="1040"/>
                    <a:pt x="3796" y="1045"/>
                    <a:pt x="3792" y="1045"/>
                  </a:cubicBezTo>
                  <a:cubicBezTo>
                    <a:pt x="3791" y="1047"/>
                    <a:pt x="3790" y="1047"/>
                    <a:pt x="3787" y="1045"/>
                  </a:cubicBezTo>
                  <a:cubicBezTo>
                    <a:pt x="3786" y="1048"/>
                    <a:pt x="3789" y="1049"/>
                    <a:pt x="3787" y="1052"/>
                  </a:cubicBezTo>
                  <a:cubicBezTo>
                    <a:pt x="3783" y="1053"/>
                    <a:pt x="3780" y="1056"/>
                    <a:pt x="3779" y="1061"/>
                  </a:cubicBezTo>
                  <a:cubicBezTo>
                    <a:pt x="3772" y="1066"/>
                    <a:pt x="3768" y="1072"/>
                    <a:pt x="3767" y="1082"/>
                  </a:cubicBezTo>
                  <a:cubicBezTo>
                    <a:pt x="3773" y="1085"/>
                    <a:pt x="3776" y="1078"/>
                    <a:pt x="3778" y="1072"/>
                  </a:cubicBezTo>
                  <a:cubicBezTo>
                    <a:pt x="3782" y="1068"/>
                    <a:pt x="3787" y="1066"/>
                    <a:pt x="3789" y="1058"/>
                  </a:cubicBezTo>
                  <a:cubicBezTo>
                    <a:pt x="3795" y="1059"/>
                    <a:pt x="3798" y="1052"/>
                    <a:pt x="3802" y="1049"/>
                  </a:cubicBezTo>
                  <a:cubicBezTo>
                    <a:pt x="3805" y="1040"/>
                    <a:pt x="3812" y="1044"/>
                    <a:pt x="3815" y="1036"/>
                  </a:cubicBezTo>
                  <a:cubicBezTo>
                    <a:pt x="3824" y="1030"/>
                    <a:pt x="3833" y="1026"/>
                    <a:pt x="3840" y="1015"/>
                  </a:cubicBezTo>
                  <a:cubicBezTo>
                    <a:pt x="3840" y="1007"/>
                    <a:pt x="3840" y="1007"/>
                    <a:pt x="3840" y="1007"/>
                  </a:cubicBezTo>
                  <a:cubicBezTo>
                    <a:pt x="3835" y="1010"/>
                    <a:pt x="3832" y="1017"/>
                    <a:pt x="3826" y="1017"/>
                  </a:cubicBezTo>
                  <a:close/>
                  <a:moveTo>
                    <a:pt x="450" y="2148"/>
                  </a:moveTo>
                  <a:cubicBezTo>
                    <a:pt x="443" y="2147"/>
                    <a:pt x="440" y="2141"/>
                    <a:pt x="432" y="2141"/>
                  </a:cubicBezTo>
                  <a:cubicBezTo>
                    <a:pt x="398" y="2115"/>
                    <a:pt x="391" y="2113"/>
                    <a:pt x="386" y="2109"/>
                  </a:cubicBezTo>
                  <a:cubicBezTo>
                    <a:pt x="312" y="2071"/>
                    <a:pt x="301" y="2066"/>
                    <a:pt x="298" y="2063"/>
                  </a:cubicBezTo>
                  <a:cubicBezTo>
                    <a:pt x="286" y="2058"/>
                    <a:pt x="284" y="2061"/>
                    <a:pt x="285" y="2061"/>
                  </a:cubicBezTo>
                  <a:cubicBezTo>
                    <a:pt x="253" y="2044"/>
                    <a:pt x="241" y="2046"/>
                    <a:pt x="235" y="2041"/>
                  </a:cubicBezTo>
                  <a:cubicBezTo>
                    <a:pt x="141" y="2001"/>
                    <a:pt x="136" y="1995"/>
                    <a:pt x="127" y="1994"/>
                  </a:cubicBezTo>
                  <a:cubicBezTo>
                    <a:pt x="113" y="1982"/>
                    <a:pt x="110" y="1982"/>
                    <a:pt x="111" y="1986"/>
                  </a:cubicBezTo>
                  <a:cubicBezTo>
                    <a:pt x="141" y="2010"/>
                    <a:pt x="141" y="2016"/>
                    <a:pt x="144" y="2019"/>
                  </a:cubicBezTo>
                  <a:cubicBezTo>
                    <a:pt x="143" y="2021"/>
                    <a:pt x="142" y="2027"/>
                    <a:pt x="147" y="2025"/>
                  </a:cubicBezTo>
                  <a:cubicBezTo>
                    <a:pt x="177" y="2058"/>
                    <a:pt x="180" y="2066"/>
                    <a:pt x="187" y="2070"/>
                  </a:cubicBezTo>
                  <a:cubicBezTo>
                    <a:pt x="244" y="2123"/>
                    <a:pt x="247" y="2132"/>
                    <a:pt x="253" y="2138"/>
                  </a:cubicBezTo>
                  <a:cubicBezTo>
                    <a:pt x="283" y="2160"/>
                    <a:pt x="283" y="2160"/>
                    <a:pt x="283" y="2160"/>
                  </a:cubicBezTo>
                  <a:cubicBezTo>
                    <a:pt x="254" y="2126"/>
                    <a:pt x="250" y="2124"/>
                    <a:pt x="247" y="2121"/>
                  </a:cubicBezTo>
                  <a:cubicBezTo>
                    <a:pt x="268" y="2130"/>
                    <a:pt x="274" y="2132"/>
                    <a:pt x="279" y="2136"/>
                  </a:cubicBezTo>
                  <a:cubicBezTo>
                    <a:pt x="313" y="2158"/>
                    <a:pt x="315" y="2159"/>
                    <a:pt x="318" y="2160"/>
                  </a:cubicBezTo>
                  <a:cubicBezTo>
                    <a:pt x="329" y="2157"/>
                    <a:pt x="326" y="2149"/>
                    <a:pt x="315" y="2149"/>
                  </a:cubicBezTo>
                  <a:cubicBezTo>
                    <a:pt x="288" y="2131"/>
                    <a:pt x="286" y="2130"/>
                    <a:pt x="285" y="2127"/>
                  </a:cubicBezTo>
                  <a:cubicBezTo>
                    <a:pt x="259" y="2117"/>
                    <a:pt x="260" y="2107"/>
                    <a:pt x="251" y="2110"/>
                  </a:cubicBezTo>
                  <a:cubicBezTo>
                    <a:pt x="223" y="2093"/>
                    <a:pt x="222" y="2087"/>
                    <a:pt x="216" y="2086"/>
                  </a:cubicBezTo>
                  <a:cubicBezTo>
                    <a:pt x="193" y="2069"/>
                    <a:pt x="184" y="2057"/>
                    <a:pt x="174" y="2047"/>
                  </a:cubicBezTo>
                  <a:cubicBezTo>
                    <a:pt x="206" y="2062"/>
                    <a:pt x="209" y="2064"/>
                    <a:pt x="211" y="2069"/>
                  </a:cubicBezTo>
                  <a:cubicBezTo>
                    <a:pt x="250" y="2097"/>
                    <a:pt x="255" y="2097"/>
                    <a:pt x="259" y="2100"/>
                  </a:cubicBezTo>
                  <a:cubicBezTo>
                    <a:pt x="299" y="2125"/>
                    <a:pt x="305" y="2125"/>
                    <a:pt x="309" y="2127"/>
                  </a:cubicBezTo>
                  <a:cubicBezTo>
                    <a:pt x="332" y="2140"/>
                    <a:pt x="331" y="2143"/>
                    <a:pt x="334" y="2143"/>
                  </a:cubicBezTo>
                  <a:cubicBezTo>
                    <a:pt x="363" y="2158"/>
                    <a:pt x="366" y="2159"/>
                    <a:pt x="369" y="2160"/>
                  </a:cubicBezTo>
                  <a:cubicBezTo>
                    <a:pt x="382" y="2154"/>
                    <a:pt x="375" y="2154"/>
                    <a:pt x="372" y="2149"/>
                  </a:cubicBezTo>
                  <a:cubicBezTo>
                    <a:pt x="323" y="2123"/>
                    <a:pt x="317" y="2125"/>
                    <a:pt x="313" y="2121"/>
                  </a:cubicBezTo>
                  <a:cubicBezTo>
                    <a:pt x="300" y="2113"/>
                    <a:pt x="295" y="2114"/>
                    <a:pt x="295" y="2111"/>
                  </a:cubicBezTo>
                  <a:cubicBezTo>
                    <a:pt x="234" y="2076"/>
                    <a:pt x="233" y="2074"/>
                    <a:pt x="231" y="2074"/>
                  </a:cubicBezTo>
                  <a:cubicBezTo>
                    <a:pt x="259" y="2083"/>
                    <a:pt x="261" y="2087"/>
                    <a:pt x="265" y="2089"/>
                  </a:cubicBezTo>
                  <a:cubicBezTo>
                    <a:pt x="310" y="2106"/>
                    <a:pt x="319" y="2108"/>
                    <a:pt x="325" y="2113"/>
                  </a:cubicBezTo>
                  <a:cubicBezTo>
                    <a:pt x="367" y="2126"/>
                    <a:pt x="366" y="2132"/>
                    <a:pt x="370" y="2132"/>
                  </a:cubicBezTo>
                  <a:cubicBezTo>
                    <a:pt x="395" y="2147"/>
                    <a:pt x="398" y="2148"/>
                    <a:pt x="400" y="2149"/>
                  </a:cubicBezTo>
                  <a:cubicBezTo>
                    <a:pt x="412" y="2155"/>
                    <a:pt x="413" y="2157"/>
                    <a:pt x="414" y="2157"/>
                  </a:cubicBezTo>
                  <a:cubicBezTo>
                    <a:pt x="439" y="2160"/>
                    <a:pt x="439" y="2160"/>
                    <a:pt x="439" y="2160"/>
                  </a:cubicBezTo>
                  <a:cubicBezTo>
                    <a:pt x="427" y="2149"/>
                    <a:pt x="421" y="2151"/>
                    <a:pt x="418" y="2148"/>
                  </a:cubicBezTo>
                  <a:cubicBezTo>
                    <a:pt x="389" y="2135"/>
                    <a:pt x="387" y="2131"/>
                    <a:pt x="383" y="2129"/>
                  </a:cubicBezTo>
                  <a:cubicBezTo>
                    <a:pt x="334" y="2106"/>
                    <a:pt x="329" y="2103"/>
                    <a:pt x="322" y="2100"/>
                  </a:cubicBezTo>
                  <a:cubicBezTo>
                    <a:pt x="300" y="2091"/>
                    <a:pt x="295" y="2088"/>
                    <a:pt x="289" y="2087"/>
                  </a:cubicBezTo>
                  <a:cubicBezTo>
                    <a:pt x="263" y="2072"/>
                    <a:pt x="256" y="2075"/>
                    <a:pt x="255" y="2072"/>
                  </a:cubicBezTo>
                  <a:cubicBezTo>
                    <a:pt x="202" y="2047"/>
                    <a:pt x="196" y="2045"/>
                    <a:pt x="191" y="2042"/>
                  </a:cubicBezTo>
                  <a:cubicBezTo>
                    <a:pt x="182" y="2043"/>
                    <a:pt x="176" y="2036"/>
                    <a:pt x="174" y="2036"/>
                  </a:cubicBezTo>
                  <a:cubicBezTo>
                    <a:pt x="148" y="2010"/>
                    <a:pt x="140" y="2013"/>
                    <a:pt x="141" y="2006"/>
                  </a:cubicBezTo>
                  <a:cubicBezTo>
                    <a:pt x="184" y="2026"/>
                    <a:pt x="184" y="2030"/>
                    <a:pt x="188" y="2029"/>
                  </a:cubicBezTo>
                  <a:cubicBezTo>
                    <a:pt x="278" y="2065"/>
                    <a:pt x="282" y="2074"/>
                    <a:pt x="296" y="2072"/>
                  </a:cubicBezTo>
                  <a:cubicBezTo>
                    <a:pt x="324" y="2086"/>
                    <a:pt x="331" y="2089"/>
                    <a:pt x="337" y="2093"/>
                  </a:cubicBezTo>
                  <a:cubicBezTo>
                    <a:pt x="364" y="2108"/>
                    <a:pt x="372" y="2110"/>
                    <a:pt x="376" y="2116"/>
                  </a:cubicBezTo>
                  <a:cubicBezTo>
                    <a:pt x="390" y="2124"/>
                    <a:pt x="394" y="2125"/>
                    <a:pt x="396" y="2128"/>
                  </a:cubicBezTo>
                  <a:cubicBezTo>
                    <a:pt x="426" y="2151"/>
                    <a:pt x="435" y="2147"/>
                    <a:pt x="433" y="2154"/>
                  </a:cubicBezTo>
                  <a:cubicBezTo>
                    <a:pt x="456" y="2157"/>
                    <a:pt x="452" y="2154"/>
                    <a:pt x="450" y="2148"/>
                  </a:cubicBezTo>
                  <a:close/>
                  <a:moveTo>
                    <a:pt x="2266" y="551"/>
                  </a:moveTo>
                  <a:cubicBezTo>
                    <a:pt x="2269" y="545"/>
                    <a:pt x="2268" y="535"/>
                    <a:pt x="2272" y="530"/>
                  </a:cubicBezTo>
                  <a:cubicBezTo>
                    <a:pt x="2292" y="481"/>
                    <a:pt x="2296" y="476"/>
                    <a:pt x="2298" y="469"/>
                  </a:cubicBezTo>
                  <a:cubicBezTo>
                    <a:pt x="2337" y="415"/>
                    <a:pt x="2342" y="412"/>
                    <a:pt x="2344" y="410"/>
                  </a:cubicBezTo>
                  <a:cubicBezTo>
                    <a:pt x="2360" y="398"/>
                    <a:pt x="2356" y="389"/>
                    <a:pt x="2362" y="390"/>
                  </a:cubicBezTo>
                  <a:cubicBezTo>
                    <a:pt x="2397" y="365"/>
                    <a:pt x="2395" y="358"/>
                    <a:pt x="2399" y="357"/>
                  </a:cubicBezTo>
                  <a:cubicBezTo>
                    <a:pt x="2444" y="321"/>
                    <a:pt x="2452" y="319"/>
                    <a:pt x="2453" y="312"/>
                  </a:cubicBezTo>
                  <a:cubicBezTo>
                    <a:pt x="2491" y="287"/>
                    <a:pt x="2487" y="278"/>
                    <a:pt x="2493" y="279"/>
                  </a:cubicBezTo>
                  <a:cubicBezTo>
                    <a:pt x="2535" y="238"/>
                    <a:pt x="2531" y="229"/>
                    <a:pt x="2538" y="231"/>
                  </a:cubicBezTo>
                  <a:cubicBezTo>
                    <a:pt x="2554" y="211"/>
                    <a:pt x="2557" y="211"/>
                    <a:pt x="2556" y="207"/>
                  </a:cubicBezTo>
                  <a:cubicBezTo>
                    <a:pt x="2576" y="181"/>
                    <a:pt x="2580" y="179"/>
                    <a:pt x="2582" y="176"/>
                  </a:cubicBezTo>
                  <a:cubicBezTo>
                    <a:pt x="2597" y="153"/>
                    <a:pt x="2601" y="151"/>
                    <a:pt x="2604" y="148"/>
                  </a:cubicBezTo>
                  <a:cubicBezTo>
                    <a:pt x="2613" y="141"/>
                    <a:pt x="2605" y="150"/>
                    <a:pt x="2599" y="161"/>
                  </a:cubicBezTo>
                  <a:cubicBezTo>
                    <a:pt x="2562" y="212"/>
                    <a:pt x="2559" y="220"/>
                    <a:pt x="2556" y="226"/>
                  </a:cubicBezTo>
                  <a:cubicBezTo>
                    <a:pt x="2536" y="255"/>
                    <a:pt x="2527" y="251"/>
                    <a:pt x="2527" y="257"/>
                  </a:cubicBezTo>
                  <a:cubicBezTo>
                    <a:pt x="2486" y="293"/>
                    <a:pt x="2486" y="298"/>
                    <a:pt x="2482" y="298"/>
                  </a:cubicBezTo>
                  <a:cubicBezTo>
                    <a:pt x="2460" y="317"/>
                    <a:pt x="2458" y="324"/>
                    <a:pt x="2453" y="329"/>
                  </a:cubicBezTo>
                  <a:cubicBezTo>
                    <a:pt x="2429" y="353"/>
                    <a:pt x="2425" y="354"/>
                    <a:pt x="2423" y="357"/>
                  </a:cubicBezTo>
                  <a:cubicBezTo>
                    <a:pt x="2404" y="374"/>
                    <a:pt x="2402" y="376"/>
                    <a:pt x="2401" y="379"/>
                  </a:cubicBezTo>
                  <a:cubicBezTo>
                    <a:pt x="2380" y="394"/>
                    <a:pt x="2384" y="403"/>
                    <a:pt x="2377" y="401"/>
                  </a:cubicBezTo>
                  <a:cubicBezTo>
                    <a:pt x="2353" y="449"/>
                    <a:pt x="2342" y="451"/>
                    <a:pt x="2342" y="464"/>
                  </a:cubicBezTo>
                  <a:cubicBezTo>
                    <a:pt x="2318" y="525"/>
                    <a:pt x="2314" y="528"/>
                    <a:pt x="2314" y="534"/>
                  </a:cubicBezTo>
                  <a:cubicBezTo>
                    <a:pt x="2328" y="514"/>
                    <a:pt x="2327" y="509"/>
                    <a:pt x="2327" y="506"/>
                  </a:cubicBezTo>
                  <a:cubicBezTo>
                    <a:pt x="2335" y="485"/>
                    <a:pt x="2339" y="486"/>
                    <a:pt x="2338" y="479"/>
                  </a:cubicBezTo>
                  <a:cubicBezTo>
                    <a:pt x="2369" y="429"/>
                    <a:pt x="2374" y="423"/>
                    <a:pt x="2377" y="414"/>
                  </a:cubicBezTo>
                  <a:cubicBezTo>
                    <a:pt x="2409" y="376"/>
                    <a:pt x="2418" y="380"/>
                    <a:pt x="2416" y="373"/>
                  </a:cubicBezTo>
                  <a:cubicBezTo>
                    <a:pt x="2448" y="348"/>
                    <a:pt x="2448" y="339"/>
                    <a:pt x="2458" y="338"/>
                  </a:cubicBezTo>
                  <a:cubicBezTo>
                    <a:pt x="2497" y="296"/>
                    <a:pt x="2509" y="287"/>
                    <a:pt x="2521" y="279"/>
                  </a:cubicBezTo>
                  <a:cubicBezTo>
                    <a:pt x="2551" y="237"/>
                    <a:pt x="2561" y="242"/>
                    <a:pt x="2558" y="235"/>
                  </a:cubicBezTo>
                  <a:cubicBezTo>
                    <a:pt x="2575" y="216"/>
                    <a:pt x="2578" y="210"/>
                    <a:pt x="2582" y="205"/>
                  </a:cubicBezTo>
                  <a:cubicBezTo>
                    <a:pt x="2604" y="168"/>
                    <a:pt x="2610" y="169"/>
                    <a:pt x="2608" y="163"/>
                  </a:cubicBezTo>
                  <a:cubicBezTo>
                    <a:pt x="2614" y="170"/>
                    <a:pt x="2610" y="176"/>
                    <a:pt x="2606" y="183"/>
                  </a:cubicBezTo>
                  <a:cubicBezTo>
                    <a:pt x="2589" y="216"/>
                    <a:pt x="2577" y="226"/>
                    <a:pt x="2571" y="242"/>
                  </a:cubicBezTo>
                  <a:cubicBezTo>
                    <a:pt x="2558" y="254"/>
                    <a:pt x="2554" y="258"/>
                    <a:pt x="2551" y="261"/>
                  </a:cubicBezTo>
                  <a:cubicBezTo>
                    <a:pt x="2527" y="282"/>
                    <a:pt x="2526" y="288"/>
                    <a:pt x="2521" y="290"/>
                  </a:cubicBezTo>
                  <a:cubicBezTo>
                    <a:pt x="2498" y="313"/>
                    <a:pt x="2496" y="317"/>
                    <a:pt x="2490" y="318"/>
                  </a:cubicBezTo>
                  <a:cubicBezTo>
                    <a:pt x="2480" y="334"/>
                    <a:pt x="2473" y="334"/>
                    <a:pt x="2473" y="340"/>
                  </a:cubicBezTo>
                  <a:cubicBezTo>
                    <a:pt x="2450" y="368"/>
                    <a:pt x="2446" y="368"/>
                    <a:pt x="2445" y="370"/>
                  </a:cubicBezTo>
                  <a:cubicBezTo>
                    <a:pt x="2412" y="406"/>
                    <a:pt x="2415" y="415"/>
                    <a:pt x="2407" y="414"/>
                  </a:cubicBezTo>
                  <a:cubicBezTo>
                    <a:pt x="2383" y="455"/>
                    <a:pt x="2378" y="456"/>
                    <a:pt x="2377" y="462"/>
                  </a:cubicBezTo>
                  <a:cubicBezTo>
                    <a:pt x="2357" y="489"/>
                    <a:pt x="2361" y="500"/>
                    <a:pt x="2355" y="501"/>
                  </a:cubicBezTo>
                  <a:cubicBezTo>
                    <a:pt x="2332" y="563"/>
                    <a:pt x="2332" y="570"/>
                    <a:pt x="2331" y="575"/>
                  </a:cubicBezTo>
                  <a:cubicBezTo>
                    <a:pt x="2321" y="604"/>
                    <a:pt x="2323" y="609"/>
                    <a:pt x="2322" y="612"/>
                  </a:cubicBezTo>
                  <a:cubicBezTo>
                    <a:pt x="2334" y="577"/>
                    <a:pt x="2338" y="572"/>
                    <a:pt x="2338" y="564"/>
                  </a:cubicBezTo>
                  <a:cubicBezTo>
                    <a:pt x="2354" y="530"/>
                    <a:pt x="2352" y="524"/>
                    <a:pt x="2355" y="523"/>
                  </a:cubicBezTo>
                  <a:cubicBezTo>
                    <a:pt x="2378" y="476"/>
                    <a:pt x="2380" y="470"/>
                    <a:pt x="2383" y="464"/>
                  </a:cubicBezTo>
                  <a:cubicBezTo>
                    <a:pt x="2422" y="413"/>
                    <a:pt x="2426" y="409"/>
                    <a:pt x="2429" y="403"/>
                  </a:cubicBezTo>
                  <a:cubicBezTo>
                    <a:pt x="2448" y="389"/>
                    <a:pt x="2441" y="378"/>
                    <a:pt x="2449" y="381"/>
                  </a:cubicBezTo>
                  <a:cubicBezTo>
                    <a:pt x="2462" y="363"/>
                    <a:pt x="2465" y="361"/>
                    <a:pt x="2469" y="359"/>
                  </a:cubicBezTo>
                  <a:cubicBezTo>
                    <a:pt x="2549" y="273"/>
                    <a:pt x="2556" y="275"/>
                    <a:pt x="2556" y="270"/>
                  </a:cubicBezTo>
                  <a:cubicBezTo>
                    <a:pt x="2569" y="255"/>
                    <a:pt x="2571" y="254"/>
                    <a:pt x="2571" y="253"/>
                  </a:cubicBezTo>
                  <a:cubicBezTo>
                    <a:pt x="2530" y="317"/>
                    <a:pt x="2515" y="330"/>
                    <a:pt x="2503" y="346"/>
                  </a:cubicBezTo>
                  <a:cubicBezTo>
                    <a:pt x="2485" y="363"/>
                    <a:pt x="2484" y="364"/>
                    <a:pt x="2484" y="368"/>
                  </a:cubicBezTo>
                  <a:cubicBezTo>
                    <a:pt x="2458" y="390"/>
                    <a:pt x="2461" y="400"/>
                    <a:pt x="2453" y="399"/>
                  </a:cubicBezTo>
                  <a:cubicBezTo>
                    <a:pt x="2432" y="425"/>
                    <a:pt x="2435" y="431"/>
                    <a:pt x="2431" y="431"/>
                  </a:cubicBezTo>
                  <a:cubicBezTo>
                    <a:pt x="2417" y="455"/>
                    <a:pt x="2411" y="456"/>
                    <a:pt x="2412" y="464"/>
                  </a:cubicBezTo>
                  <a:cubicBezTo>
                    <a:pt x="2381" y="530"/>
                    <a:pt x="2373" y="536"/>
                    <a:pt x="2373" y="549"/>
                  </a:cubicBezTo>
                  <a:cubicBezTo>
                    <a:pt x="2360" y="592"/>
                    <a:pt x="2358" y="604"/>
                    <a:pt x="2355" y="615"/>
                  </a:cubicBezTo>
                  <a:cubicBezTo>
                    <a:pt x="2348" y="676"/>
                    <a:pt x="2346" y="689"/>
                    <a:pt x="2351" y="691"/>
                  </a:cubicBezTo>
                  <a:cubicBezTo>
                    <a:pt x="2364" y="602"/>
                    <a:pt x="2364" y="599"/>
                    <a:pt x="2366" y="597"/>
                  </a:cubicBezTo>
                  <a:cubicBezTo>
                    <a:pt x="2387" y="536"/>
                    <a:pt x="2389" y="528"/>
                    <a:pt x="2392" y="521"/>
                  </a:cubicBezTo>
                  <a:cubicBezTo>
                    <a:pt x="2410" y="485"/>
                    <a:pt x="2417" y="471"/>
                    <a:pt x="2425" y="458"/>
                  </a:cubicBezTo>
                  <a:cubicBezTo>
                    <a:pt x="2448" y="429"/>
                    <a:pt x="2448" y="423"/>
                    <a:pt x="2451" y="421"/>
                  </a:cubicBezTo>
                  <a:cubicBezTo>
                    <a:pt x="2474" y="389"/>
                    <a:pt x="2480" y="390"/>
                    <a:pt x="2479" y="383"/>
                  </a:cubicBezTo>
                  <a:cubicBezTo>
                    <a:pt x="2514" y="350"/>
                    <a:pt x="2514" y="345"/>
                    <a:pt x="2519" y="344"/>
                  </a:cubicBezTo>
                  <a:cubicBezTo>
                    <a:pt x="2535" y="322"/>
                    <a:pt x="2539" y="320"/>
                    <a:pt x="2540" y="316"/>
                  </a:cubicBezTo>
                  <a:cubicBezTo>
                    <a:pt x="2571" y="278"/>
                    <a:pt x="2572" y="274"/>
                    <a:pt x="2575" y="272"/>
                  </a:cubicBezTo>
                  <a:cubicBezTo>
                    <a:pt x="2589" y="250"/>
                    <a:pt x="2591" y="250"/>
                    <a:pt x="2591" y="246"/>
                  </a:cubicBezTo>
                  <a:cubicBezTo>
                    <a:pt x="2570" y="303"/>
                    <a:pt x="2565" y="309"/>
                    <a:pt x="2562" y="318"/>
                  </a:cubicBezTo>
                  <a:cubicBezTo>
                    <a:pt x="2529" y="360"/>
                    <a:pt x="2529" y="366"/>
                    <a:pt x="2525" y="368"/>
                  </a:cubicBezTo>
                  <a:cubicBezTo>
                    <a:pt x="2500" y="401"/>
                    <a:pt x="2497" y="404"/>
                    <a:pt x="2495" y="407"/>
                  </a:cubicBezTo>
                  <a:cubicBezTo>
                    <a:pt x="2477" y="421"/>
                    <a:pt x="2475" y="431"/>
                    <a:pt x="2469" y="436"/>
                  </a:cubicBezTo>
                  <a:cubicBezTo>
                    <a:pt x="2453" y="458"/>
                    <a:pt x="2449" y="457"/>
                    <a:pt x="2449" y="460"/>
                  </a:cubicBezTo>
                  <a:cubicBezTo>
                    <a:pt x="2433" y="483"/>
                    <a:pt x="2428" y="490"/>
                    <a:pt x="2423" y="497"/>
                  </a:cubicBezTo>
                  <a:cubicBezTo>
                    <a:pt x="2389" y="557"/>
                    <a:pt x="2380" y="572"/>
                    <a:pt x="2375" y="591"/>
                  </a:cubicBezTo>
                  <a:cubicBezTo>
                    <a:pt x="2388" y="566"/>
                    <a:pt x="2393" y="561"/>
                    <a:pt x="2394" y="554"/>
                  </a:cubicBezTo>
                  <a:cubicBezTo>
                    <a:pt x="2421" y="517"/>
                    <a:pt x="2420" y="511"/>
                    <a:pt x="2423" y="508"/>
                  </a:cubicBezTo>
                  <a:cubicBezTo>
                    <a:pt x="2443" y="487"/>
                    <a:pt x="2443" y="481"/>
                    <a:pt x="2447" y="479"/>
                  </a:cubicBezTo>
                  <a:cubicBezTo>
                    <a:pt x="2477" y="451"/>
                    <a:pt x="2473" y="441"/>
                    <a:pt x="2479" y="440"/>
                  </a:cubicBezTo>
                  <a:cubicBezTo>
                    <a:pt x="2491" y="429"/>
                    <a:pt x="2491" y="423"/>
                    <a:pt x="2495" y="421"/>
                  </a:cubicBezTo>
                  <a:cubicBezTo>
                    <a:pt x="2533" y="381"/>
                    <a:pt x="2531" y="373"/>
                    <a:pt x="2536" y="373"/>
                  </a:cubicBezTo>
                  <a:cubicBezTo>
                    <a:pt x="2542" y="375"/>
                    <a:pt x="2533" y="382"/>
                    <a:pt x="2527" y="392"/>
                  </a:cubicBezTo>
                  <a:cubicBezTo>
                    <a:pt x="2507" y="428"/>
                    <a:pt x="2501" y="430"/>
                    <a:pt x="2499" y="436"/>
                  </a:cubicBezTo>
                  <a:cubicBezTo>
                    <a:pt x="2483" y="460"/>
                    <a:pt x="2475" y="467"/>
                    <a:pt x="2471" y="479"/>
                  </a:cubicBezTo>
                  <a:cubicBezTo>
                    <a:pt x="2444" y="506"/>
                    <a:pt x="2443" y="518"/>
                    <a:pt x="2434" y="523"/>
                  </a:cubicBezTo>
                  <a:cubicBezTo>
                    <a:pt x="2415" y="560"/>
                    <a:pt x="2409" y="568"/>
                    <a:pt x="2403" y="575"/>
                  </a:cubicBezTo>
                  <a:cubicBezTo>
                    <a:pt x="2382" y="632"/>
                    <a:pt x="2382" y="637"/>
                    <a:pt x="2379" y="639"/>
                  </a:cubicBezTo>
                  <a:cubicBezTo>
                    <a:pt x="2369" y="679"/>
                    <a:pt x="2367" y="696"/>
                    <a:pt x="2364" y="713"/>
                  </a:cubicBezTo>
                  <a:cubicBezTo>
                    <a:pt x="2357" y="755"/>
                    <a:pt x="2353" y="757"/>
                    <a:pt x="2359" y="758"/>
                  </a:cubicBezTo>
                  <a:cubicBezTo>
                    <a:pt x="2365" y="714"/>
                    <a:pt x="2371" y="701"/>
                    <a:pt x="2373" y="689"/>
                  </a:cubicBezTo>
                  <a:cubicBezTo>
                    <a:pt x="2390" y="631"/>
                    <a:pt x="2392" y="626"/>
                    <a:pt x="2392" y="619"/>
                  </a:cubicBezTo>
                  <a:cubicBezTo>
                    <a:pt x="2419" y="571"/>
                    <a:pt x="2418" y="562"/>
                    <a:pt x="2423" y="560"/>
                  </a:cubicBezTo>
                  <a:cubicBezTo>
                    <a:pt x="2441" y="526"/>
                    <a:pt x="2448" y="525"/>
                    <a:pt x="2449" y="519"/>
                  </a:cubicBezTo>
                  <a:cubicBezTo>
                    <a:pt x="2482" y="479"/>
                    <a:pt x="2481" y="473"/>
                    <a:pt x="2486" y="473"/>
                  </a:cubicBezTo>
                  <a:cubicBezTo>
                    <a:pt x="2505" y="451"/>
                    <a:pt x="2502" y="443"/>
                    <a:pt x="2508" y="442"/>
                  </a:cubicBezTo>
                  <a:cubicBezTo>
                    <a:pt x="2537" y="393"/>
                    <a:pt x="2543" y="388"/>
                    <a:pt x="2547" y="381"/>
                  </a:cubicBezTo>
                  <a:cubicBezTo>
                    <a:pt x="2577" y="332"/>
                    <a:pt x="2578" y="321"/>
                    <a:pt x="2584" y="316"/>
                  </a:cubicBezTo>
                  <a:cubicBezTo>
                    <a:pt x="2567" y="360"/>
                    <a:pt x="2563" y="362"/>
                    <a:pt x="2560" y="366"/>
                  </a:cubicBezTo>
                  <a:cubicBezTo>
                    <a:pt x="2529" y="421"/>
                    <a:pt x="2528" y="432"/>
                    <a:pt x="2521" y="438"/>
                  </a:cubicBezTo>
                  <a:cubicBezTo>
                    <a:pt x="2490" y="494"/>
                    <a:pt x="2482" y="498"/>
                    <a:pt x="2479" y="508"/>
                  </a:cubicBezTo>
                  <a:cubicBezTo>
                    <a:pt x="2453" y="542"/>
                    <a:pt x="2452" y="548"/>
                    <a:pt x="2449" y="551"/>
                  </a:cubicBezTo>
                  <a:cubicBezTo>
                    <a:pt x="2437" y="564"/>
                    <a:pt x="2436" y="569"/>
                    <a:pt x="2434" y="573"/>
                  </a:cubicBezTo>
                  <a:cubicBezTo>
                    <a:pt x="2414" y="615"/>
                    <a:pt x="2404" y="630"/>
                    <a:pt x="2401" y="652"/>
                  </a:cubicBezTo>
                  <a:cubicBezTo>
                    <a:pt x="2390" y="690"/>
                    <a:pt x="2387" y="700"/>
                    <a:pt x="2386" y="711"/>
                  </a:cubicBezTo>
                  <a:cubicBezTo>
                    <a:pt x="2389" y="745"/>
                    <a:pt x="2385" y="735"/>
                    <a:pt x="2390" y="734"/>
                  </a:cubicBezTo>
                  <a:cubicBezTo>
                    <a:pt x="2395" y="685"/>
                    <a:pt x="2402" y="670"/>
                    <a:pt x="2405" y="649"/>
                  </a:cubicBezTo>
                  <a:cubicBezTo>
                    <a:pt x="2426" y="612"/>
                    <a:pt x="2423" y="603"/>
                    <a:pt x="2427" y="602"/>
                  </a:cubicBezTo>
                  <a:cubicBezTo>
                    <a:pt x="2441" y="569"/>
                    <a:pt x="2451" y="566"/>
                    <a:pt x="2453" y="556"/>
                  </a:cubicBezTo>
                  <a:cubicBezTo>
                    <a:pt x="2477" y="522"/>
                    <a:pt x="2481" y="520"/>
                    <a:pt x="2484" y="516"/>
                  </a:cubicBezTo>
                  <a:cubicBezTo>
                    <a:pt x="2504" y="490"/>
                    <a:pt x="2503" y="486"/>
                    <a:pt x="2506" y="486"/>
                  </a:cubicBezTo>
                  <a:cubicBezTo>
                    <a:pt x="2530" y="444"/>
                    <a:pt x="2531" y="434"/>
                    <a:pt x="2538" y="429"/>
                  </a:cubicBezTo>
                  <a:cubicBezTo>
                    <a:pt x="2564" y="389"/>
                    <a:pt x="2562" y="392"/>
                    <a:pt x="2560" y="397"/>
                  </a:cubicBezTo>
                  <a:cubicBezTo>
                    <a:pt x="2551" y="425"/>
                    <a:pt x="2547" y="432"/>
                    <a:pt x="2547" y="440"/>
                  </a:cubicBezTo>
                  <a:cubicBezTo>
                    <a:pt x="2518" y="479"/>
                    <a:pt x="2513" y="491"/>
                    <a:pt x="2503" y="499"/>
                  </a:cubicBezTo>
                  <a:cubicBezTo>
                    <a:pt x="2482" y="537"/>
                    <a:pt x="2477" y="540"/>
                    <a:pt x="2475" y="547"/>
                  </a:cubicBezTo>
                  <a:cubicBezTo>
                    <a:pt x="2463" y="564"/>
                    <a:pt x="2465" y="570"/>
                    <a:pt x="2462" y="571"/>
                  </a:cubicBezTo>
                  <a:cubicBezTo>
                    <a:pt x="2445" y="602"/>
                    <a:pt x="2443" y="608"/>
                    <a:pt x="2440" y="615"/>
                  </a:cubicBezTo>
                  <a:cubicBezTo>
                    <a:pt x="2423" y="658"/>
                    <a:pt x="2417" y="686"/>
                    <a:pt x="2414" y="717"/>
                  </a:cubicBezTo>
                  <a:cubicBezTo>
                    <a:pt x="2421" y="730"/>
                    <a:pt x="2417" y="715"/>
                    <a:pt x="2423" y="697"/>
                  </a:cubicBezTo>
                  <a:cubicBezTo>
                    <a:pt x="2456" y="595"/>
                    <a:pt x="2461" y="595"/>
                    <a:pt x="2462" y="591"/>
                  </a:cubicBezTo>
                  <a:cubicBezTo>
                    <a:pt x="2484" y="556"/>
                    <a:pt x="2482" y="547"/>
                    <a:pt x="2488" y="547"/>
                  </a:cubicBezTo>
                  <a:cubicBezTo>
                    <a:pt x="2520" y="494"/>
                    <a:pt x="2522" y="491"/>
                    <a:pt x="2523" y="488"/>
                  </a:cubicBezTo>
                  <a:cubicBezTo>
                    <a:pt x="2527" y="499"/>
                    <a:pt x="2518" y="509"/>
                    <a:pt x="2514" y="523"/>
                  </a:cubicBezTo>
                  <a:cubicBezTo>
                    <a:pt x="2485" y="577"/>
                    <a:pt x="2485" y="579"/>
                    <a:pt x="2484" y="582"/>
                  </a:cubicBezTo>
                  <a:cubicBezTo>
                    <a:pt x="2471" y="601"/>
                    <a:pt x="2471" y="608"/>
                    <a:pt x="2466" y="615"/>
                  </a:cubicBezTo>
                  <a:cubicBezTo>
                    <a:pt x="2455" y="667"/>
                    <a:pt x="2457" y="663"/>
                    <a:pt x="2458" y="658"/>
                  </a:cubicBezTo>
                  <a:cubicBezTo>
                    <a:pt x="2494" y="586"/>
                    <a:pt x="2491" y="575"/>
                    <a:pt x="2497" y="573"/>
                  </a:cubicBezTo>
                  <a:cubicBezTo>
                    <a:pt x="2528" y="520"/>
                    <a:pt x="2527" y="511"/>
                    <a:pt x="2532" y="508"/>
                  </a:cubicBezTo>
                  <a:cubicBezTo>
                    <a:pt x="2542" y="479"/>
                    <a:pt x="2547" y="472"/>
                    <a:pt x="2543" y="473"/>
                  </a:cubicBezTo>
                  <a:cubicBezTo>
                    <a:pt x="2533" y="519"/>
                    <a:pt x="2535" y="575"/>
                    <a:pt x="2523" y="617"/>
                  </a:cubicBezTo>
                  <a:cubicBezTo>
                    <a:pt x="2498" y="753"/>
                    <a:pt x="2496" y="760"/>
                    <a:pt x="2495" y="767"/>
                  </a:cubicBezTo>
                  <a:cubicBezTo>
                    <a:pt x="2503" y="765"/>
                    <a:pt x="2508" y="735"/>
                    <a:pt x="2516" y="708"/>
                  </a:cubicBezTo>
                  <a:cubicBezTo>
                    <a:pt x="2543" y="549"/>
                    <a:pt x="2543" y="541"/>
                    <a:pt x="2545" y="536"/>
                  </a:cubicBezTo>
                  <a:cubicBezTo>
                    <a:pt x="2550" y="513"/>
                    <a:pt x="2550" y="516"/>
                    <a:pt x="2551" y="508"/>
                  </a:cubicBezTo>
                  <a:cubicBezTo>
                    <a:pt x="2561" y="468"/>
                    <a:pt x="2557" y="457"/>
                    <a:pt x="2562" y="455"/>
                  </a:cubicBezTo>
                  <a:cubicBezTo>
                    <a:pt x="2564" y="481"/>
                    <a:pt x="2559" y="481"/>
                    <a:pt x="2560" y="486"/>
                  </a:cubicBezTo>
                  <a:cubicBezTo>
                    <a:pt x="2561" y="552"/>
                    <a:pt x="2560" y="561"/>
                    <a:pt x="2562" y="573"/>
                  </a:cubicBezTo>
                  <a:cubicBezTo>
                    <a:pt x="2538" y="696"/>
                    <a:pt x="2542" y="705"/>
                    <a:pt x="2540" y="708"/>
                  </a:cubicBezTo>
                  <a:cubicBezTo>
                    <a:pt x="2522" y="773"/>
                    <a:pt x="2522" y="782"/>
                    <a:pt x="2521" y="789"/>
                  </a:cubicBezTo>
                  <a:cubicBezTo>
                    <a:pt x="2525" y="796"/>
                    <a:pt x="2527" y="777"/>
                    <a:pt x="2534" y="763"/>
                  </a:cubicBezTo>
                  <a:cubicBezTo>
                    <a:pt x="2542" y="733"/>
                    <a:pt x="2538" y="724"/>
                    <a:pt x="2543" y="724"/>
                  </a:cubicBezTo>
                  <a:cubicBezTo>
                    <a:pt x="2557" y="641"/>
                    <a:pt x="2562" y="626"/>
                    <a:pt x="2567" y="610"/>
                  </a:cubicBezTo>
                  <a:cubicBezTo>
                    <a:pt x="2571" y="542"/>
                    <a:pt x="2568" y="518"/>
                    <a:pt x="2569" y="475"/>
                  </a:cubicBezTo>
                  <a:cubicBezTo>
                    <a:pt x="2570" y="422"/>
                    <a:pt x="2575" y="422"/>
                    <a:pt x="2573" y="416"/>
                  </a:cubicBezTo>
                  <a:cubicBezTo>
                    <a:pt x="2576" y="395"/>
                    <a:pt x="2573" y="394"/>
                    <a:pt x="2573" y="394"/>
                  </a:cubicBezTo>
                  <a:cubicBezTo>
                    <a:pt x="2582" y="376"/>
                    <a:pt x="2585" y="391"/>
                    <a:pt x="2584" y="407"/>
                  </a:cubicBezTo>
                  <a:cubicBezTo>
                    <a:pt x="2586" y="485"/>
                    <a:pt x="2588" y="495"/>
                    <a:pt x="2584" y="499"/>
                  </a:cubicBezTo>
                  <a:cubicBezTo>
                    <a:pt x="2587" y="537"/>
                    <a:pt x="2584" y="556"/>
                    <a:pt x="2588" y="569"/>
                  </a:cubicBezTo>
                  <a:cubicBezTo>
                    <a:pt x="2586" y="639"/>
                    <a:pt x="2581" y="653"/>
                    <a:pt x="2582" y="673"/>
                  </a:cubicBezTo>
                  <a:cubicBezTo>
                    <a:pt x="2579" y="709"/>
                    <a:pt x="2585" y="697"/>
                    <a:pt x="2584" y="678"/>
                  </a:cubicBezTo>
                  <a:cubicBezTo>
                    <a:pt x="2591" y="654"/>
                    <a:pt x="2587" y="646"/>
                    <a:pt x="2588" y="643"/>
                  </a:cubicBezTo>
                  <a:cubicBezTo>
                    <a:pt x="2594" y="565"/>
                    <a:pt x="2596" y="549"/>
                    <a:pt x="2595" y="532"/>
                  </a:cubicBezTo>
                  <a:cubicBezTo>
                    <a:pt x="2595" y="477"/>
                    <a:pt x="2594" y="475"/>
                    <a:pt x="2593" y="473"/>
                  </a:cubicBezTo>
                  <a:cubicBezTo>
                    <a:pt x="2593" y="439"/>
                    <a:pt x="2589" y="438"/>
                    <a:pt x="2591" y="431"/>
                  </a:cubicBezTo>
                  <a:cubicBezTo>
                    <a:pt x="2591" y="411"/>
                    <a:pt x="2590" y="406"/>
                    <a:pt x="2593" y="405"/>
                  </a:cubicBezTo>
                  <a:cubicBezTo>
                    <a:pt x="2596" y="421"/>
                    <a:pt x="2599" y="424"/>
                    <a:pt x="2599" y="431"/>
                  </a:cubicBezTo>
                  <a:cubicBezTo>
                    <a:pt x="2607" y="578"/>
                    <a:pt x="2612" y="578"/>
                    <a:pt x="2610" y="584"/>
                  </a:cubicBezTo>
                  <a:cubicBezTo>
                    <a:pt x="2608" y="676"/>
                    <a:pt x="2609" y="683"/>
                    <a:pt x="2608" y="700"/>
                  </a:cubicBezTo>
                  <a:cubicBezTo>
                    <a:pt x="2604" y="727"/>
                    <a:pt x="2608" y="721"/>
                    <a:pt x="2610" y="713"/>
                  </a:cubicBezTo>
                  <a:cubicBezTo>
                    <a:pt x="2617" y="628"/>
                    <a:pt x="2617" y="628"/>
                    <a:pt x="2617" y="628"/>
                  </a:cubicBezTo>
                  <a:cubicBezTo>
                    <a:pt x="2616" y="568"/>
                    <a:pt x="2617" y="567"/>
                    <a:pt x="2615" y="556"/>
                  </a:cubicBezTo>
                  <a:cubicBezTo>
                    <a:pt x="2604" y="402"/>
                    <a:pt x="2602" y="388"/>
                    <a:pt x="2602" y="368"/>
                  </a:cubicBezTo>
                  <a:cubicBezTo>
                    <a:pt x="2601" y="317"/>
                    <a:pt x="2597" y="313"/>
                    <a:pt x="2604" y="312"/>
                  </a:cubicBezTo>
                  <a:cubicBezTo>
                    <a:pt x="2615" y="406"/>
                    <a:pt x="2620" y="408"/>
                    <a:pt x="2619" y="416"/>
                  </a:cubicBezTo>
                  <a:cubicBezTo>
                    <a:pt x="2630" y="567"/>
                    <a:pt x="2630" y="585"/>
                    <a:pt x="2630" y="602"/>
                  </a:cubicBezTo>
                  <a:cubicBezTo>
                    <a:pt x="2627" y="621"/>
                    <a:pt x="2630" y="621"/>
                    <a:pt x="2630" y="621"/>
                  </a:cubicBezTo>
                  <a:cubicBezTo>
                    <a:pt x="2628" y="655"/>
                    <a:pt x="2633" y="654"/>
                    <a:pt x="2632" y="647"/>
                  </a:cubicBezTo>
                  <a:cubicBezTo>
                    <a:pt x="2632" y="609"/>
                    <a:pt x="2641" y="603"/>
                    <a:pt x="2634" y="599"/>
                  </a:cubicBezTo>
                  <a:cubicBezTo>
                    <a:pt x="2622" y="398"/>
                    <a:pt x="2625" y="390"/>
                    <a:pt x="2623" y="386"/>
                  </a:cubicBezTo>
                  <a:cubicBezTo>
                    <a:pt x="2612" y="298"/>
                    <a:pt x="2612" y="298"/>
                    <a:pt x="2612" y="298"/>
                  </a:cubicBezTo>
                  <a:cubicBezTo>
                    <a:pt x="2615" y="234"/>
                    <a:pt x="2616" y="229"/>
                    <a:pt x="2619" y="226"/>
                  </a:cubicBezTo>
                  <a:cubicBezTo>
                    <a:pt x="2627" y="274"/>
                    <a:pt x="2626" y="281"/>
                    <a:pt x="2630" y="283"/>
                  </a:cubicBezTo>
                  <a:cubicBezTo>
                    <a:pt x="2637" y="331"/>
                    <a:pt x="2644" y="346"/>
                    <a:pt x="2647" y="366"/>
                  </a:cubicBezTo>
                  <a:cubicBezTo>
                    <a:pt x="2666" y="436"/>
                    <a:pt x="2662" y="446"/>
                    <a:pt x="2667" y="447"/>
                  </a:cubicBezTo>
                  <a:cubicBezTo>
                    <a:pt x="2676" y="591"/>
                    <a:pt x="2676" y="591"/>
                    <a:pt x="2676" y="591"/>
                  </a:cubicBezTo>
                  <a:cubicBezTo>
                    <a:pt x="2677" y="618"/>
                    <a:pt x="2679" y="615"/>
                    <a:pt x="2680" y="610"/>
                  </a:cubicBezTo>
                  <a:cubicBezTo>
                    <a:pt x="2680" y="558"/>
                    <a:pt x="2679" y="554"/>
                    <a:pt x="2680" y="549"/>
                  </a:cubicBezTo>
                  <a:cubicBezTo>
                    <a:pt x="2674" y="470"/>
                    <a:pt x="2677" y="456"/>
                    <a:pt x="2673" y="449"/>
                  </a:cubicBezTo>
                  <a:cubicBezTo>
                    <a:pt x="2664" y="405"/>
                    <a:pt x="2665" y="398"/>
                    <a:pt x="2665" y="392"/>
                  </a:cubicBezTo>
                  <a:cubicBezTo>
                    <a:pt x="2654" y="345"/>
                    <a:pt x="2647" y="330"/>
                    <a:pt x="2645" y="309"/>
                  </a:cubicBezTo>
                  <a:cubicBezTo>
                    <a:pt x="2628" y="224"/>
                    <a:pt x="2628" y="224"/>
                    <a:pt x="2628" y="224"/>
                  </a:cubicBezTo>
                  <a:cubicBezTo>
                    <a:pt x="2657" y="335"/>
                    <a:pt x="2667" y="357"/>
                    <a:pt x="2673" y="383"/>
                  </a:cubicBezTo>
                  <a:cubicBezTo>
                    <a:pt x="2697" y="482"/>
                    <a:pt x="2689" y="497"/>
                    <a:pt x="2695" y="497"/>
                  </a:cubicBezTo>
                  <a:cubicBezTo>
                    <a:pt x="2693" y="420"/>
                    <a:pt x="2686" y="404"/>
                    <a:pt x="2684" y="383"/>
                  </a:cubicBezTo>
                  <a:cubicBezTo>
                    <a:pt x="2676" y="354"/>
                    <a:pt x="2672" y="345"/>
                    <a:pt x="2669" y="335"/>
                  </a:cubicBezTo>
                  <a:cubicBezTo>
                    <a:pt x="2662" y="314"/>
                    <a:pt x="2662" y="308"/>
                    <a:pt x="2665" y="307"/>
                  </a:cubicBezTo>
                  <a:cubicBezTo>
                    <a:pt x="2684" y="359"/>
                    <a:pt x="2686" y="361"/>
                    <a:pt x="2689" y="362"/>
                  </a:cubicBezTo>
                  <a:cubicBezTo>
                    <a:pt x="2699" y="392"/>
                    <a:pt x="2702" y="397"/>
                    <a:pt x="2704" y="403"/>
                  </a:cubicBezTo>
                  <a:cubicBezTo>
                    <a:pt x="2731" y="478"/>
                    <a:pt x="2734" y="489"/>
                    <a:pt x="2737" y="499"/>
                  </a:cubicBezTo>
                  <a:cubicBezTo>
                    <a:pt x="2745" y="509"/>
                    <a:pt x="2740" y="492"/>
                    <a:pt x="2737" y="473"/>
                  </a:cubicBezTo>
                  <a:cubicBezTo>
                    <a:pt x="2718" y="414"/>
                    <a:pt x="2713" y="407"/>
                    <a:pt x="2711" y="399"/>
                  </a:cubicBezTo>
                  <a:cubicBezTo>
                    <a:pt x="2696" y="368"/>
                    <a:pt x="2695" y="357"/>
                    <a:pt x="2691" y="351"/>
                  </a:cubicBezTo>
                  <a:cubicBezTo>
                    <a:pt x="2673" y="309"/>
                    <a:pt x="2674" y="301"/>
                    <a:pt x="2669" y="298"/>
                  </a:cubicBezTo>
                  <a:cubicBezTo>
                    <a:pt x="2662" y="267"/>
                    <a:pt x="2657" y="256"/>
                    <a:pt x="2654" y="244"/>
                  </a:cubicBezTo>
                  <a:cubicBezTo>
                    <a:pt x="2645" y="223"/>
                    <a:pt x="2648" y="212"/>
                    <a:pt x="2643" y="209"/>
                  </a:cubicBezTo>
                  <a:cubicBezTo>
                    <a:pt x="2640" y="167"/>
                    <a:pt x="2636" y="159"/>
                    <a:pt x="2641" y="159"/>
                  </a:cubicBezTo>
                  <a:cubicBezTo>
                    <a:pt x="2645" y="170"/>
                    <a:pt x="2649" y="172"/>
                    <a:pt x="2647" y="181"/>
                  </a:cubicBezTo>
                  <a:cubicBezTo>
                    <a:pt x="2655" y="202"/>
                    <a:pt x="2657" y="207"/>
                    <a:pt x="2658" y="213"/>
                  </a:cubicBezTo>
                  <a:cubicBezTo>
                    <a:pt x="2682" y="266"/>
                    <a:pt x="2681" y="275"/>
                    <a:pt x="2687" y="277"/>
                  </a:cubicBezTo>
                  <a:cubicBezTo>
                    <a:pt x="2714" y="328"/>
                    <a:pt x="2710" y="330"/>
                    <a:pt x="2715" y="335"/>
                  </a:cubicBezTo>
                  <a:cubicBezTo>
                    <a:pt x="2739" y="387"/>
                    <a:pt x="2739" y="394"/>
                    <a:pt x="2741" y="401"/>
                  </a:cubicBezTo>
                  <a:cubicBezTo>
                    <a:pt x="2753" y="416"/>
                    <a:pt x="2746" y="406"/>
                    <a:pt x="2743" y="390"/>
                  </a:cubicBezTo>
                  <a:cubicBezTo>
                    <a:pt x="2722" y="338"/>
                    <a:pt x="2722" y="333"/>
                    <a:pt x="2719" y="331"/>
                  </a:cubicBezTo>
                  <a:cubicBezTo>
                    <a:pt x="2696" y="283"/>
                    <a:pt x="2692" y="277"/>
                    <a:pt x="2691" y="268"/>
                  </a:cubicBezTo>
                  <a:cubicBezTo>
                    <a:pt x="2656" y="183"/>
                    <a:pt x="2659" y="175"/>
                    <a:pt x="2656" y="174"/>
                  </a:cubicBezTo>
                  <a:cubicBezTo>
                    <a:pt x="2645" y="89"/>
                    <a:pt x="2645" y="89"/>
                    <a:pt x="2645" y="89"/>
                  </a:cubicBezTo>
                  <a:cubicBezTo>
                    <a:pt x="2648" y="83"/>
                    <a:pt x="2651" y="92"/>
                    <a:pt x="2654" y="102"/>
                  </a:cubicBezTo>
                  <a:cubicBezTo>
                    <a:pt x="2666" y="159"/>
                    <a:pt x="2662" y="163"/>
                    <a:pt x="2665" y="170"/>
                  </a:cubicBezTo>
                  <a:cubicBezTo>
                    <a:pt x="2682" y="216"/>
                    <a:pt x="2685" y="223"/>
                    <a:pt x="2689" y="229"/>
                  </a:cubicBezTo>
                  <a:cubicBezTo>
                    <a:pt x="2713" y="277"/>
                    <a:pt x="2715" y="280"/>
                    <a:pt x="2717" y="283"/>
                  </a:cubicBezTo>
                  <a:cubicBezTo>
                    <a:pt x="2734" y="325"/>
                    <a:pt x="2744" y="320"/>
                    <a:pt x="2741" y="327"/>
                  </a:cubicBezTo>
                  <a:cubicBezTo>
                    <a:pt x="2773" y="382"/>
                    <a:pt x="2778" y="396"/>
                    <a:pt x="2785" y="407"/>
                  </a:cubicBezTo>
                  <a:cubicBezTo>
                    <a:pt x="2796" y="434"/>
                    <a:pt x="2795" y="444"/>
                    <a:pt x="2802" y="447"/>
                  </a:cubicBezTo>
                  <a:cubicBezTo>
                    <a:pt x="2789" y="399"/>
                    <a:pt x="2784" y="395"/>
                    <a:pt x="2782" y="388"/>
                  </a:cubicBezTo>
                  <a:cubicBezTo>
                    <a:pt x="2772" y="361"/>
                    <a:pt x="2768" y="356"/>
                    <a:pt x="2765" y="351"/>
                  </a:cubicBezTo>
                  <a:cubicBezTo>
                    <a:pt x="2745" y="309"/>
                    <a:pt x="2738" y="307"/>
                    <a:pt x="2737" y="298"/>
                  </a:cubicBezTo>
                  <a:cubicBezTo>
                    <a:pt x="2713" y="253"/>
                    <a:pt x="2707" y="254"/>
                    <a:pt x="2708" y="248"/>
                  </a:cubicBezTo>
                  <a:cubicBezTo>
                    <a:pt x="2689" y="204"/>
                    <a:pt x="2684" y="200"/>
                    <a:pt x="2684" y="192"/>
                  </a:cubicBezTo>
                  <a:cubicBezTo>
                    <a:pt x="2673" y="167"/>
                    <a:pt x="2673" y="158"/>
                    <a:pt x="2669" y="152"/>
                  </a:cubicBezTo>
                  <a:cubicBezTo>
                    <a:pt x="2657" y="77"/>
                    <a:pt x="2661" y="68"/>
                    <a:pt x="2656" y="67"/>
                  </a:cubicBezTo>
                  <a:cubicBezTo>
                    <a:pt x="2664" y="67"/>
                    <a:pt x="2660" y="69"/>
                    <a:pt x="2660" y="70"/>
                  </a:cubicBezTo>
                  <a:cubicBezTo>
                    <a:pt x="2674" y="116"/>
                    <a:pt x="2681" y="129"/>
                    <a:pt x="2682" y="148"/>
                  </a:cubicBezTo>
                  <a:cubicBezTo>
                    <a:pt x="2694" y="178"/>
                    <a:pt x="2702" y="181"/>
                    <a:pt x="2702" y="192"/>
                  </a:cubicBezTo>
                  <a:cubicBezTo>
                    <a:pt x="2725" y="237"/>
                    <a:pt x="2726" y="241"/>
                    <a:pt x="2726" y="246"/>
                  </a:cubicBezTo>
                  <a:cubicBezTo>
                    <a:pt x="2752" y="278"/>
                    <a:pt x="2754" y="286"/>
                    <a:pt x="2759" y="292"/>
                  </a:cubicBezTo>
                  <a:cubicBezTo>
                    <a:pt x="2772" y="303"/>
                    <a:pt x="2767" y="300"/>
                    <a:pt x="2765" y="294"/>
                  </a:cubicBezTo>
                  <a:cubicBezTo>
                    <a:pt x="2750" y="265"/>
                    <a:pt x="2740" y="258"/>
                    <a:pt x="2737" y="244"/>
                  </a:cubicBezTo>
                  <a:cubicBezTo>
                    <a:pt x="2721" y="219"/>
                    <a:pt x="2723" y="212"/>
                    <a:pt x="2719" y="211"/>
                  </a:cubicBezTo>
                  <a:cubicBezTo>
                    <a:pt x="2694" y="150"/>
                    <a:pt x="2684" y="126"/>
                    <a:pt x="2680" y="96"/>
                  </a:cubicBezTo>
                  <a:cubicBezTo>
                    <a:pt x="2668" y="50"/>
                    <a:pt x="2659" y="45"/>
                    <a:pt x="2665" y="39"/>
                  </a:cubicBezTo>
                  <a:cubicBezTo>
                    <a:pt x="2680" y="70"/>
                    <a:pt x="2682" y="86"/>
                    <a:pt x="2687" y="100"/>
                  </a:cubicBezTo>
                  <a:cubicBezTo>
                    <a:pt x="2711" y="149"/>
                    <a:pt x="2710" y="168"/>
                    <a:pt x="2719" y="176"/>
                  </a:cubicBezTo>
                  <a:cubicBezTo>
                    <a:pt x="2744" y="219"/>
                    <a:pt x="2747" y="228"/>
                    <a:pt x="2750" y="235"/>
                  </a:cubicBezTo>
                  <a:cubicBezTo>
                    <a:pt x="2765" y="266"/>
                    <a:pt x="2774" y="272"/>
                    <a:pt x="2776" y="283"/>
                  </a:cubicBezTo>
                  <a:cubicBezTo>
                    <a:pt x="2786" y="300"/>
                    <a:pt x="2786" y="308"/>
                    <a:pt x="2791" y="309"/>
                  </a:cubicBezTo>
                  <a:cubicBezTo>
                    <a:pt x="2806" y="343"/>
                    <a:pt x="2806" y="350"/>
                    <a:pt x="2811" y="351"/>
                  </a:cubicBezTo>
                  <a:cubicBezTo>
                    <a:pt x="2799" y="318"/>
                    <a:pt x="2799" y="309"/>
                    <a:pt x="2793" y="305"/>
                  </a:cubicBezTo>
                  <a:cubicBezTo>
                    <a:pt x="2780" y="271"/>
                    <a:pt x="2771" y="261"/>
                    <a:pt x="2767" y="246"/>
                  </a:cubicBezTo>
                  <a:cubicBezTo>
                    <a:pt x="2745" y="202"/>
                    <a:pt x="2737" y="201"/>
                    <a:pt x="2737" y="192"/>
                  </a:cubicBezTo>
                  <a:cubicBezTo>
                    <a:pt x="2720" y="162"/>
                    <a:pt x="2720" y="156"/>
                    <a:pt x="2717" y="155"/>
                  </a:cubicBezTo>
                  <a:cubicBezTo>
                    <a:pt x="2689" y="78"/>
                    <a:pt x="2685" y="62"/>
                    <a:pt x="2678" y="50"/>
                  </a:cubicBezTo>
                  <a:cubicBezTo>
                    <a:pt x="2669" y="8"/>
                    <a:pt x="2668" y="4"/>
                    <a:pt x="2667" y="0"/>
                  </a:cubicBezTo>
                  <a:cubicBezTo>
                    <a:pt x="2643" y="26"/>
                    <a:pt x="2634" y="31"/>
                    <a:pt x="2636" y="37"/>
                  </a:cubicBezTo>
                  <a:cubicBezTo>
                    <a:pt x="2621" y="57"/>
                    <a:pt x="2620" y="59"/>
                    <a:pt x="2619" y="61"/>
                  </a:cubicBezTo>
                  <a:cubicBezTo>
                    <a:pt x="2604" y="81"/>
                    <a:pt x="2606" y="87"/>
                    <a:pt x="2604" y="89"/>
                  </a:cubicBezTo>
                  <a:cubicBezTo>
                    <a:pt x="2577" y="128"/>
                    <a:pt x="2568" y="139"/>
                    <a:pt x="2560" y="150"/>
                  </a:cubicBezTo>
                  <a:cubicBezTo>
                    <a:pt x="2542" y="170"/>
                    <a:pt x="2540" y="170"/>
                    <a:pt x="2540" y="174"/>
                  </a:cubicBezTo>
                  <a:cubicBezTo>
                    <a:pt x="2521" y="188"/>
                    <a:pt x="2523" y="196"/>
                    <a:pt x="2516" y="194"/>
                  </a:cubicBezTo>
                  <a:cubicBezTo>
                    <a:pt x="2500" y="217"/>
                    <a:pt x="2490" y="217"/>
                    <a:pt x="2488" y="224"/>
                  </a:cubicBezTo>
                  <a:cubicBezTo>
                    <a:pt x="2447" y="256"/>
                    <a:pt x="2450" y="266"/>
                    <a:pt x="2442" y="266"/>
                  </a:cubicBezTo>
                  <a:cubicBezTo>
                    <a:pt x="2420" y="294"/>
                    <a:pt x="2413" y="295"/>
                    <a:pt x="2410" y="298"/>
                  </a:cubicBezTo>
                  <a:cubicBezTo>
                    <a:pt x="2372" y="341"/>
                    <a:pt x="2367" y="350"/>
                    <a:pt x="2359" y="357"/>
                  </a:cubicBezTo>
                  <a:cubicBezTo>
                    <a:pt x="2337" y="393"/>
                    <a:pt x="2335" y="395"/>
                    <a:pt x="2336" y="399"/>
                  </a:cubicBezTo>
                  <a:cubicBezTo>
                    <a:pt x="2321" y="412"/>
                    <a:pt x="2325" y="424"/>
                    <a:pt x="2320" y="427"/>
                  </a:cubicBezTo>
                  <a:cubicBezTo>
                    <a:pt x="2297" y="465"/>
                    <a:pt x="2291" y="468"/>
                    <a:pt x="2290" y="475"/>
                  </a:cubicBezTo>
                  <a:cubicBezTo>
                    <a:pt x="2269" y="516"/>
                    <a:pt x="2269" y="524"/>
                    <a:pt x="2268" y="532"/>
                  </a:cubicBezTo>
                  <a:close/>
                  <a:moveTo>
                    <a:pt x="2588" y="235"/>
                  </a:moveTo>
                  <a:cubicBezTo>
                    <a:pt x="2585" y="239"/>
                    <a:pt x="2582" y="243"/>
                    <a:pt x="2580" y="248"/>
                  </a:cubicBezTo>
                  <a:cubicBezTo>
                    <a:pt x="2574" y="245"/>
                    <a:pt x="2584" y="240"/>
                    <a:pt x="2584" y="235"/>
                  </a:cubicBezTo>
                  <a:cubicBezTo>
                    <a:pt x="2588" y="232"/>
                    <a:pt x="2589" y="226"/>
                    <a:pt x="2593" y="222"/>
                  </a:cubicBezTo>
                  <a:cubicBezTo>
                    <a:pt x="2599" y="226"/>
                    <a:pt x="2588" y="230"/>
                    <a:pt x="2588" y="235"/>
                  </a:cubicBezTo>
                  <a:close/>
                  <a:moveTo>
                    <a:pt x="2593" y="357"/>
                  </a:moveTo>
                  <a:cubicBezTo>
                    <a:pt x="2591" y="361"/>
                    <a:pt x="2590" y="356"/>
                    <a:pt x="2591" y="353"/>
                  </a:cubicBezTo>
                  <a:cubicBezTo>
                    <a:pt x="2592" y="349"/>
                    <a:pt x="2593" y="354"/>
                    <a:pt x="2593" y="357"/>
                  </a:cubicBezTo>
                  <a:close/>
                  <a:moveTo>
                    <a:pt x="2626" y="146"/>
                  </a:moveTo>
                  <a:cubicBezTo>
                    <a:pt x="2620" y="140"/>
                    <a:pt x="2626" y="128"/>
                    <a:pt x="2628" y="122"/>
                  </a:cubicBezTo>
                  <a:cubicBezTo>
                    <a:pt x="2633" y="127"/>
                    <a:pt x="2623" y="136"/>
                    <a:pt x="2626" y="146"/>
                  </a:cubicBezTo>
                  <a:close/>
                  <a:moveTo>
                    <a:pt x="2630" y="179"/>
                  </a:moveTo>
                  <a:cubicBezTo>
                    <a:pt x="2621" y="176"/>
                    <a:pt x="2630" y="171"/>
                    <a:pt x="2628" y="163"/>
                  </a:cubicBezTo>
                  <a:cubicBezTo>
                    <a:pt x="2633" y="164"/>
                    <a:pt x="2629" y="174"/>
                    <a:pt x="2630" y="179"/>
                  </a:cubicBezTo>
                  <a:close/>
                  <a:moveTo>
                    <a:pt x="2630" y="109"/>
                  </a:moveTo>
                  <a:cubicBezTo>
                    <a:pt x="2620" y="105"/>
                    <a:pt x="2634" y="99"/>
                    <a:pt x="2632" y="89"/>
                  </a:cubicBezTo>
                  <a:cubicBezTo>
                    <a:pt x="2640" y="96"/>
                    <a:pt x="2627" y="99"/>
                    <a:pt x="2630" y="109"/>
                  </a:cubicBezTo>
                  <a:close/>
                  <a:moveTo>
                    <a:pt x="2342" y="394"/>
                  </a:moveTo>
                  <a:cubicBezTo>
                    <a:pt x="2348" y="395"/>
                    <a:pt x="2344" y="386"/>
                    <a:pt x="2349" y="386"/>
                  </a:cubicBezTo>
                  <a:cubicBezTo>
                    <a:pt x="2366" y="361"/>
                    <a:pt x="2367" y="360"/>
                    <a:pt x="2368" y="359"/>
                  </a:cubicBezTo>
                  <a:cubicBezTo>
                    <a:pt x="2392" y="332"/>
                    <a:pt x="2390" y="325"/>
                    <a:pt x="2397" y="327"/>
                  </a:cubicBezTo>
                  <a:cubicBezTo>
                    <a:pt x="2424" y="298"/>
                    <a:pt x="2431" y="295"/>
                    <a:pt x="2434" y="288"/>
                  </a:cubicBezTo>
                  <a:cubicBezTo>
                    <a:pt x="2463" y="259"/>
                    <a:pt x="2471" y="253"/>
                    <a:pt x="2475" y="244"/>
                  </a:cubicBezTo>
                  <a:cubicBezTo>
                    <a:pt x="2495" y="230"/>
                    <a:pt x="2497" y="224"/>
                    <a:pt x="2501" y="220"/>
                  </a:cubicBezTo>
                  <a:cubicBezTo>
                    <a:pt x="2528" y="196"/>
                    <a:pt x="2532" y="195"/>
                    <a:pt x="2534" y="192"/>
                  </a:cubicBezTo>
                  <a:cubicBezTo>
                    <a:pt x="2564" y="150"/>
                    <a:pt x="2578" y="151"/>
                    <a:pt x="2578" y="137"/>
                  </a:cubicBezTo>
                  <a:cubicBezTo>
                    <a:pt x="2621" y="86"/>
                    <a:pt x="2625" y="63"/>
                    <a:pt x="2639" y="50"/>
                  </a:cubicBezTo>
                  <a:cubicBezTo>
                    <a:pt x="2629" y="77"/>
                    <a:pt x="2629" y="85"/>
                    <a:pt x="2623" y="87"/>
                  </a:cubicBezTo>
                  <a:cubicBezTo>
                    <a:pt x="2594" y="142"/>
                    <a:pt x="2594" y="148"/>
                    <a:pt x="2591" y="150"/>
                  </a:cubicBezTo>
                  <a:cubicBezTo>
                    <a:pt x="2563" y="181"/>
                    <a:pt x="2563" y="192"/>
                    <a:pt x="2556" y="196"/>
                  </a:cubicBezTo>
                  <a:cubicBezTo>
                    <a:pt x="2535" y="217"/>
                    <a:pt x="2534" y="226"/>
                    <a:pt x="2525" y="229"/>
                  </a:cubicBezTo>
                  <a:cubicBezTo>
                    <a:pt x="2489" y="268"/>
                    <a:pt x="2486" y="275"/>
                    <a:pt x="2479" y="279"/>
                  </a:cubicBezTo>
                  <a:cubicBezTo>
                    <a:pt x="2461" y="296"/>
                    <a:pt x="2460" y="298"/>
                    <a:pt x="2458" y="298"/>
                  </a:cubicBezTo>
                  <a:cubicBezTo>
                    <a:pt x="2433" y="319"/>
                    <a:pt x="2422" y="329"/>
                    <a:pt x="2410" y="338"/>
                  </a:cubicBezTo>
                  <a:cubicBezTo>
                    <a:pt x="2364" y="378"/>
                    <a:pt x="2362" y="381"/>
                    <a:pt x="2359" y="383"/>
                  </a:cubicBezTo>
                  <a:cubicBezTo>
                    <a:pt x="2343" y="402"/>
                    <a:pt x="2340" y="402"/>
                    <a:pt x="2340" y="405"/>
                  </a:cubicBezTo>
                  <a:close/>
                  <a:moveTo>
                    <a:pt x="2551" y="26"/>
                  </a:moveTo>
                  <a:cubicBezTo>
                    <a:pt x="2533" y="53"/>
                    <a:pt x="2510" y="76"/>
                    <a:pt x="2486" y="98"/>
                  </a:cubicBezTo>
                  <a:cubicBezTo>
                    <a:pt x="2461" y="130"/>
                    <a:pt x="2457" y="132"/>
                    <a:pt x="2458" y="137"/>
                  </a:cubicBezTo>
                  <a:cubicBezTo>
                    <a:pt x="2431" y="164"/>
                    <a:pt x="2432" y="169"/>
                    <a:pt x="2427" y="170"/>
                  </a:cubicBezTo>
                  <a:cubicBezTo>
                    <a:pt x="2418" y="183"/>
                    <a:pt x="2416" y="187"/>
                    <a:pt x="2414" y="189"/>
                  </a:cubicBezTo>
                  <a:cubicBezTo>
                    <a:pt x="2423" y="184"/>
                    <a:pt x="2425" y="180"/>
                    <a:pt x="2429" y="176"/>
                  </a:cubicBezTo>
                  <a:cubicBezTo>
                    <a:pt x="2474" y="129"/>
                    <a:pt x="2477" y="124"/>
                    <a:pt x="2479" y="120"/>
                  </a:cubicBezTo>
                  <a:cubicBezTo>
                    <a:pt x="2498" y="104"/>
                    <a:pt x="2496" y="99"/>
                    <a:pt x="2501" y="100"/>
                  </a:cubicBezTo>
                  <a:cubicBezTo>
                    <a:pt x="2535" y="65"/>
                    <a:pt x="2534" y="60"/>
                    <a:pt x="2536" y="59"/>
                  </a:cubicBezTo>
                  <a:cubicBezTo>
                    <a:pt x="2555" y="30"/>
                    <a:pt x="2566" y="27"/>
                    <a:pt x="2569" y="15"/>
                  </a:cubicBezTo>
                  <a:cubicBezTo>
                    <a:pt x="2583" y="5"/>
                    <a:pt x="2583" y="3"/>
                    <a:pt x="2583" y="0"/>
                  </a:cubicBezTo>
                  <a:cubicBezTo>
                    <a:pt x="2563" y="8"/>
                    <a:pt x="2563" y="14"/>
                    <a:pt x="2560" y="17"/>
                  </a:cubicBezTo>
                  <a:close/>
                  <a:moveTo>
                    <a:pt x="2711" y="37"/>
                  </a:moveTo>
                  <a:cubicBezTo>
                    <a:pt x="2717" y="39"/>
                    <a:pt x="2715" y="48"/>
                    <a:pt x="2719" y="52"/>
                  </a:cubicBezTo>
                  <a:cubicBezTo>
                    <a:pt x="2743" y="115"/>
                    <a:pt x="2751" y="115"/>
                    <a:pt x="2750" y="124"/>
                  </a:cubicBezTo>
                  <a:cubicBezTo>
                    <a:pt x="2761" y="147"/>
                    <a:pt x="2765" y="152"/>
                    <a:pt x="2767" y="159"/>
                  </a:cubicBezTo>
                  <a:cubicBezTo>
                    <a:pt x="2777" y="183"/>
                    <a:pt x="2781" y="188"/>
                    <a:pt x="2782" y="194"/>
                  </a:cubicBezTo>
                  <a:cubicBezTo>
                    <a:pt x="2806" y="231"/>
                    <a:pt x="2811" y="235"/>
                    <a:pt x="2813" y="242"/>
                  </a:cubicBezTo>
                  <a:cubicBezTo>
                    <a:pt x="2858" y="290"/>
                    <a:pt x="2848" y="290"/>
                    <a:pt x="2848" y="281"/>
                  </a:cubicBezTo>
                  <a:cubicBezTo>
                    <a:pt x="2826" y="242"/>
                    <a:pt x="2820" y="244"/>
                    <a:pt x="2820" y="240"/>
                  </a:cubicBezTo>
                  <a:cubicBezTo>
                    <a:pt x="2804" y="222"/>
                    <a:pt x="2807" y="214"/>
                    <a:pt x="2802" y="213"/>
                  </a:cubicBezTo>
                  <a:cubicBezTo>
                    <a:pt x="2789" y="193"/>
                    <a:pt x="2789" y="184"/>
                    <a:pt x="2785" y="179"/>
                  </a:cubicBezTo>
                  <a:cubicBezTo>
                    <a:pt x="2773" y="147"/>
                    <a:pt x="2767" y="140"/>
                    <a:pt x="2763" y="131"/>
                  </a:cubicBezTo>
                  <a:cubicBezTo>
                    <a:pt x="2742" y="83"/>
                    <a:pt x="2732" y="64"/>
                    <a:pt x="2726" y="43"/>
                  </a:cubicBezTo>
                  <a:cubicBezTo>
                    <a:pt x="2714" y="8"/>
                    <a:pt x="2713" y="4"/>
                    <a:pt x="2712" y="0"/>
                  </a:cubicBezTo>
                  <a:cubicBezTo>
                    <a:pt x="2707" y="23"/>
                    <a:pt x="2712" y="27"/>
                    <a:pt x="2711" y="37"/>
                  </a:cubicBezTo>
                  <a:close/>
                  <a:moveTo>
                    <a:pt x="1591" y="997"/>
                  </a:moveTo>
                  <a:cubicBezTo>
                    <a:pt x="1591" y="991"/>
                    <a:pt x="1595" y="988"/>
                    <a:pt x="1595" y="981"/>
                  </a:cubicBezTo>
                  <a:cubicBezTo>
                    <a:pt x="1610" y="933"/>
                    <a:pt x="1607" y="925"/>
                    <a:pt x="1613" y="923"/>
                  </a:cubicBezTo>
                  <a:cubicBezTo>
                    <a:pt x="1626" y="868"/>
                    <a:pt x="1627" y="859"/>
                    <a:pt x="1631" y="853"/>
                  </a:cubicBezTo>
                  <a:cubicBezTo>
                    <a:pt x="1644" y="801"/>
                    <a:pt x="1644" y="793"/>
                    <a:pt x="1648" y="788"/>
                  </a:cubicBezTo>
                  <a:cubicBezTo>
                    <a:pt x="1660" y="736"/>
                    <a:pt x="1667" y="729"/>
                    <a:pt x="1669" y="720"/>
                  </a:cubicBezTo>
                  <a:cubicBezTo>
                    <a:pt x="1682" y="706"/>
                    <a:pt x="1681" y="700"/>
                    <a:pt x="1683" y="695"/>
                  </a:cubicBezTo>
                  <a:cubicBezTo>
                    <a:pt x="1695" y="675"/>
                    <a:pt x="1697" y="672"/>
                    <a:pt x="1699" y="674"/>
                  </a:cubicBezTo>
                  <a:cubicBezTo>
                    <a:pt x="1672" y="737"/>
                    <a:pt x="1676" y="744"/>
                    <a:pt x="1672" y="746"/>
                  </a:cubicBezTo>
                  <a:cubicBezTo>
                    <a:pt x="1661" y="790"/>
                    <a:pt x="1663" y="793"/>
                    <a:pt x="1661" y="794"/>
                  </a:cubicBezTo>
                  <a:cubicBezTo>
                    <a:pt x="1657" y="822"/>
                    <a:pt x="1655" y="826"/>
                    <a:pt x="1654" y="831"/>
                  </a:cubicBezTo>
                  <a:cubicBezTo>
                    <a:pt x="1651" y="853"/>
                    <a:pt x="1648" y="857"/>
                    <a:pt x="1649" y="863"/>
                  </a:cubicBezTo>
                  <a:cubicBezTo>
                    <a:pt x="1637" y="927"/>
                    <a:pt x="1636" y="933"/>
                    <a:pt x="1636" y="941"/>
                  </a:cubicBezTo>
                  <a:cubicBezTo>
                    <a:pt x="1629" y="975"/>
                    <a:pt x="1623" y="975"/>
                    <a:pt x="1625" y="980"/>
                  </a:cubicBezTo>
                  <a:cubicBezTo>
                    <a:pt x="1614" y="1012"/>
                    <a:pt x="1607" y="1023"/>
                    <a:pt x="1602" y="1035"/>
                  </a:cubicBezTo>
                  <a:cubicBezTo>
                    <a:pt x="1621" y="1005"/>
                    <a:pt x="1625" y="1005"/>
                    <a:pt x="1625" y="1002"/>
                  </a:cubicBezTo>
                  <a:cubicBezTo>
                    <a:pt x="1636" y="972"/>
                    <a:pt x="1636" y="964"/>
                    <a:pt x="1642" y="960"/>
                  </a:cubicBezTo>
                  <a:cubicBezTo>
                    <a:pt x="1649" y="910"/>
                    <a:pt x="1647" y="901"/>
                    <a:pt x="1653" y="898"/>
                  </a:cubicBezTo>
                  <a:cubicBezTo>
                    <a:pt x="1658" y="861"/>
                    <a:pt x="1659" y="845"/>
                    <a:pt x="1663" y="832"/>
                  </a:cubicBezTo>
                  <a:cubicBezTo>
                    <a:pt x="1674" y="785"/>
                    <a:pt x="1673" y="775"/>
                    <a:pt x="1676" y="769"/>
                  </a:cubicBezTo>
                  <a:cubicBezTo>
                    <a:pt x="1698" y="710"/>
                    <a:pt x="1694" y="703"/>
                    <a:pt x="1697" y="701"/>
                  </a:cubicBezTo>
                  <a:cubicBezTo>
                    <a:pt x="1721" y="660"/>
                    <a:pt x="1728" y="644"/>
                    <a:pt x="1737" y="630"/>
                  </a:cubicBezTo>
                  <a:cubicBezTo>
                    <a:pt x="1757" y="606"/>
                    <a:pt x="1761" y="604"/>
                    <a:pt x="1766" y="603"/>
                  </a:cubicBezTo>
                  <a:cubicBezTo>
                    <a:pt x="1773" y="599"/>
                    <a:pt x="1768" y="600"/>
                    <a:pt x="1766" y="603"/>
                  </a:cubicBezTo>
                  <a:cubicBezTo>
                    <a:pt x="1749" y="626"/>
                    <a:pt x="1750" y="632"/>
                    <a:pt x="1747" y="635"/>
                  </a:cubicBezTo>
                  <a:cubicBezTo>
                    <a:pt x="1719" y="686"/>
                    <a:pt x="1715" y="692"/>
                    <a:pt x="1712" y="701"/>
                  </a:cubicBezTo>
                  <a:cubicBezTo>
                    <a:pt x="1692" y="757"/>
                    <a:pt x="1692" y="767"/>
                    <a:pt x="1685" y="772"/>
                  </a:cubicBezTo>
                  <a:cubicBezTo>
                    <a:pt x="1669" y="830"/>
                    <a:pt x="1673" y="839"/>
                    <a:pt x="1667" y="842"/>
                  </a:cubicBezTo>
                  <a:cubicBezTo>
                    <a:pt x="1665" y="865"/>
                    <a:pt x="1664" y="870"/>
                    <a:pt x="1662" y="876"/>
                  </a:cubicBezTo>
                  <a:cubicBezTo>
                    <a:pt x="1650" y="927"/>
                    <a:pt x="1654" y="945"/>
                    <a:pt x="1645" y="954"/>
                  </a:cubicBezTo>
                  <a:cubicBezTo>
                    <a:pt x="1621" y="1043"/>
                    <a:pt x="1613" y="1046"/>
                    <a:pt x="1615" y="1055"/>
                  </a:cubicBezTo>
                  <a:cubicBezTo>
                    <a:pt x="1614" y="1060"/>
                    <a:pt x="1622" y="1054"/>
                    <a:pt x="1623" y="1043"/>
                  </a:cubicBezTo>
                  <a:cubicBezTo>
                    <a:pt x="1639" y="1006"/>
                    <a:pt x="1641" y="995"/>
                    <a:pt x="1647" y="987"/>
                  </a:cubicBezTo>
                  <a:cubicBezTo>
                    <a:pt x="1662" y="913"/>
                    <a:pt x="1670" y="906"/>
                    <a:pt x="1670" y="895"/>
                  </a:cubicBezTo>
                  <a:cubicBezTo>
                    <a:pt x="1687" y="827"/>
                    <a:pt x="1683" y="818"/>
                    <a:pt x="1686" y="814"/>
                  </a:cubicBezTo>
                  <a:cubicBezTo>
                    <a:pt x="1693" y="775"/>
                    <a:pt x="1702" y="773"/>
                    <a:pt x="1700" y="765"/>
                  </a:cubicBezTo>
                  <a:cubicBezTo>
                    <a:pt x="1730" y="692"/>
                    <a:pt x="1734" y="679"/>
                    <a:pt x="1740" y="667"/>
                  </a:cubicBezTo>
                  <a:cubicBezTo>
                    <a:pt x="1764" y="633"/>
                    <a:pt x="1761" y="628"/>
                    <a:pt x="1763" y="625"/>
                  </a:cubicBezTo>
                  <a:cubicBezTo>
                    <a:pt x="1784" y="596"/>
                    <a:pt x="1791" y="593"/>
                    <a:pt x="1794" y="586"/>
                  </a:cubicBezTo>
                  <a:cubicBezTo>
                    <a:pt x="1808" y="577"/>
                    <a:pt x="1808" y="574"/>
                    <a:pt x="1810" y="577"/>
                  </a:cubicBezTo>
                  <a:cubicBezTo>
                    <a:pt x="1785" y="618"/>
                    <a:pt x="1779" y="621"/>
                    <a:pt x="1779" y="629"/>
                  </a:cubicBezTo>
                  <a:cubicBezTo>
                    <a:pt x="1757" y="666"/>
                    <a:pt x="1756" y="673"/>
                    <a:pt x="1753" y="678"/>
                  </a:cubicBezTo>
                  <a:cubicBezTo>
                    <a:pt x="1723" y="756"/>
                    <a:pt x="1719" y="768"/>
                    <a:pt x="1716" y="771"/>
                  </a:cubicBezTo>
                  <a:cubicBezTo>
                    <a:pt x="1713" y="784"/>
                    <a:pt x="1716" y="785"/>
                    <a:pt x="1716" y="784"/>
                  </a:cubicBezTo>
                  <a:cubicBezTo>
                    <a:pt x="1703" y="818"/>
                    <a:pt x="1705" y="829"/>
                    <a:pt x="1701" y="836"/>
                  </a:cubicBezTo>
                  <a:cubicBezTo>
                    <a:pt x="1672" y="934"/>
                    <a:pt x="1666" y="939"/>
                    <a:pt x="1666" y="948"/>
                  </a:cubicBezTo>
                  <a:cubicBezTo>
                    <a:pt x="1656" y="964"/>
                    <a:pt x="1657" y="966"/>
                    <a:pt x="1660" y="965"/>
                  </a:cubicBezTo>
                  <a:cubicBezTo>
                    <a:pt x="1681" y="933"/>
                    <a:pt x="1686" y="932"/>
                    <a:pt x="1689" y="929"/>
                  </a:cubicBezTo>
                  <a:cubicBezTo>
                    <a:pt x="1692" y="929"/>
                    <a:pt x="1697" y="930"/>
                    <a:pt x="1695" y="925"/>
                  </a:cubicBezTo>
                  <a:cubicBezTo>
                    <a:pt x="1725" y="892"/>
                    <a:pt x="1733" y="888"/>
                    <a:pt x="1736" y="880"/>
                  </a:cubicBezTo>
                  <a:cubicBezTo>
                    <a:pt x="1782" y="818"/>
                    <a:pt x="1791" y="814"/>
                    <a:pt x="1796" y="808"/>
                  </a:cubicBezTo>
                  <a:cubicBezTo>
                    <a:pt x="1839" y="758"/>
                    <a:pt x="1838" y="752"/>
                    <a:pt x="1841" y="749"/>
                  </a:cubicBezTo>
                  <a:cubicBezTo>
                    <a:pt x="1855" y="724"/>
                    <a:pt x="1858" y="721"/>
                    <a:pt x="1859" y="716"/>
                  </a:cubicBezTo>
                  <a:cubicBezTo>
                    <a:pt x="1868" y="703"/>
                    <a:pt x="1872" y="700"/>
                    <a:pt x="1871" y="694"/>
                  </a:cubicBezTo>
                  <a:cubicBezTo>
                    <a:pt x="1887" y="668"/>
                    <a:pt x="1889" y="664"/>
                    <a:pt x="1891" y="660"/>
                  </a:cubicBezTo>
                  <a:cubicBezTo>
                    <a:pt x="1907" y="625"/>
                    <a:pt x="1908" y="623"/>
                    <a:pt x="1909" y="621"/>
                  </a:cubicBezTo>
                  <a:cubicBezTo>
                    <a:pt x="1919" y="591"/>
                    <a:pt x="1927" y="591"/>
                    <a:pt x="1924" y="583"/>
                  </a:cubicBezTo>
                  <a:cubicBezTo>
                    <a:pt x="1943" y="565"/>
                    <a:pt x="1936" y="556"/>
                    <a:pt x="1944" y="557"/>
                  </a:cubicBezTo>
                  <a:cubicBezTo>
                    <a:pt x="1961" y="515"/>
                    <a:pt x="1963" y="513"/>
                    <a:pt x="1964" y="509"/>
                  </a:cubicBezTo>
                  <a:cubicBezTo>
                    <a:pt x="1974" y="496"/>
                    <a:pt x="1971" y="486"/>
                    <a:pt x="1979" y="484"/>
                  </a:cubicBezTo>
                  <a:cubicBezTo>
                    <a:pt x="1987" y="478"/>
                    <a:pt x="1983" y="488"/>
                    <a:pt x="1982" y="499"/>
                  </a:cubicBezTo>
                  <a:cubicBezTo>
                    <a:pt x="1984" y="525"/>
                    <a:pt x="1985" y="528"/>
                    <a:pt x="1985" y="532"/>
                  </a:cubicBezTo>
                  <a:cubicBezTo>
                    <a:pt x="1992" y="482"/>
                    <a:pt x="1998" y="479"/>
                    <a:pt x="1997" y="470"/>
                  </a:cubicBezTo>
                  <a:cubicBezTo>
                    <a:pt x="2016" y="476"/>
                    <a:pt x="2011" y="464"/>
                    <a:pt x="2014" y="458"/>
                  </a:cubicBezTo>
                  <a:cubicBezTo>
                    <a:pt x="2023" y="444"/>
                    <a:pt x="2017" y="446"/>
                    <a:pt x="2020" y="455"/>
                  </a:cubicBezTo>
                  <a:cubicBezTo>
                    <a:pt x="2028" y="470"/>
                    <a:pt x="2025" y="476"/>
                    <a:pt x="2029" y="478"/>
                  </a:cubicBezTo>
                  <a:cubicBezTo>
                    <a:pt x="2037" y="428"/>
                    <a:pt x="2041" y="425"/>
                    <a:pt x="2040" y="418"/>
                  </a:cubicBezTo>
                  <a:cubicBezTo>
                    <a:pt x="2053" y="391"/>
                    <a:pt x="2065" y="395"/>
                    <a:pt x="2061" y="388"/>
                  </a:cubicBezTo>
                  <a:cubicBezTo>
                    <a:pt x="2076" y="361"/>
                    <a:pt x="2072" y="363"/>
                    <a:pt x="2071" y="357"/>
                  </a:cubicBezTo>
                  <a:cubicBezTo>
                    <a:pt x="2019" y="368"/>
                    <a:pt x="2016" y="366"/>
                    <a:pt x="2013" y="365"/>
                  </a:cubicBezTo>
                  <a:cubicBezTo>
                    <a:pt x="1985" y="336"/>
                    <a:pt x="1974" y="340"/>
                    <a:pt x="1973" y="328"/>
                  </a:cubicBezTo>
                  <a:cubicBezTo>
                    <a:pt x="1978" y="346"/>
                    <a:pt x="1981" y="350"/>
                    <a:pt x="1985" y="355"/>
                  </a:cubicBezTo>
                  <a:cubicBezTo>
                    <a:pt x="2009" y="380"/>
                    <a:pt x="2013" y="383"/>
                    <a:pt x="2017" y="387"/>
                  </a:cubicBezTo>
                  <a:cubicBezTo>
                    <a:pt x="1983" y="404"/>
                    <a:pt x="1984" y="398"/>
                    <a:pt x="1979" y="400"/>
                  </a:cubicBezTo>
                  <a:cubicBezTo>
                    <a:pt x="1942" y="400"/>
                    <a:pt x="1943" y="392"/>
                    <a:pt x="1936" y="395"/>
                  </a:cubicBezTo>
                  <a:cubicBezTo>
                    <a:pt x="1910" y="389"/>
                    <a:pt x="1906" y="388"/>
                    <a:pt x="1904" y="385"/>
                  </a:cubicBezTo>
                  <a:cubicBezTo>
                    <a:pt x="1835" y="360"/>
                    <a:pt x="1828" y="358"/>
                    <a:pt x="1823" y="353"/>
                  </a:cubicBezTo>
                  <a:cubicBezTo>
                    <a:pt x="1774" y="332"/>
                    <a:pt x="1774" y="325"/>
                    <a:pt x="1769" y="325"/>
                  </a:cubicBezTo>
                  <a:cubicBezTo>
                    <a:pt x="1728" y="306"/>
                    <a:pt x="1722" y="307"/>
                    <a:pt x="1719" y="305"/>
                  </a:cubicBezTo>
                  <a:cubicBezTo>
                    <a:pt x="1684" y="287"/>
                    <a:pt x="1676" y="287"/>
                    <a:pt x="1670" y="283"/>
                  </a:cubicBezTo>
                  <a:cubicBezTo>
                    <a:pt x="1616" y="276"/>
                    <a:pt x="1604" y="277"/>
                    <a:pt x="1592" y="277"/>
                  </a:cubicBezTo>
                  <a:cubicBezTo>
                    <a:pt x="1594" y="280"/>
                    <a:pt x="1613" y="284"/>
                    <a:pt x="1635" y="283"/>
                  </a:cubicBezTo>
                  <a:cubicBezTo>
                    <a:pt x="1657" y="292"/>
                    <a:pt x="1663" y="288"/>
                    <a:pt x="1665" y="291"/>
                  </a:cubicBezTo>
                  <a:cubicBezTo>
                    <a:pt x="1741" y="318"/>
                    <a:pt x="1767" y="337"/>
                    <a:pt x="1797" y="349"/>
                  </a:cubicBezTo>
                  <a:cubicBezTo>
                    <a:pt x="1813" y="360"/>
                    <a:pt x="1814" y="361"/>
                    <a:pt x="1816" y="363"/>
                  </a:cubicBezTo>
                  <a:cubicBezTo>
                    <a:pt x="1887" y="388"/>
                    <a:pt x="1889" y="392"/>
                    <a:pt x="1892" y="394"/>
                  </a:cubicBezTo>
                  <a:cubicBezTo>
                    <a:pt x="1944" y="403"/>
                    <a:pt x="1955" y="411"/>
                    <a:pt x="1970" y="411"/>
                  </a:cubicBezTo>
                  <a:cubicBezTo>
                    <a:pt x="2004" y="413"/>
                    <a:pt x="2006" y="413"/>
                    <a:pt x="2008" y="413"/>
                  </a:cubicBezTo>
                  <a:cubicBezTo>
                    <a:pt x="2000" y="416"/>
                    <a:pt x="1998" y="418"/>
                    <a:pt x="1996" y="419"/>
                  </a:cubicBezTo>
                  <a:cubicBezTo>
                    <a:pt x="1935" y="417"/>
                    <a:pt x="1925" y="412"/>
                    <a:pt x="1914" y="407"/>
                  </a:cubicBezTo>
                  <a:cubicBezTo>
                    <a:pt x="1886" y="400"/>
                    <a:pt x="1868" y="398"/>
                    <a:pt x="1856" y="389"/>
                  </a:cubicBezTo>
                  <a:cubicBezTo>
                    <a:pt x="1831" y="377"/>
                    <a:pt x="1825" y="378"/>
                    <a:pt x="1822" y="375"/>
                  </a:cubicBezTo>
                  <a:cubicBezTo>
                    <a:pt x="1787" y="357"/>
                    <a:pt x="1782" y="358"/>
                    <a:pt x="1779" y="357"/>
                  </a:cubicBezTo>
                  <a:cubicBezTo>
                    <a:pt x="1762" y="352"/>
                    <a:pt x="1764" y="344"/>
                    <a:pt x="1757" y="347"/>
                  </a:cubicBezTo>
                  <a:cubicBezTo>
                    <a:pt x="1743" y="338"/>
                    <a:pt x="1738" y="339"/>
                    <a:pt x="1735" y="336"/>
                  </a:cubicBezTo>
                  <a:cubicBezTo>
                    <a:pt x="1708" y="326"/>
                    <a:pt x="1693" y="321"/>
                    <a:pt x="1678" y="315"/>
                  </a:cubicBezTo>
                  <a:cubicBezTo>
                    <a:pt x="1644" y="309"/>
                    <a:pt x="1637" y="305"/>
                    <a:pt x="1628" y="304"/>
                  </a:cubicBezTo>
                  <a:cubicBezTo>
                    <a:pt x="1587" y="293"/>
                    <a:pt x="1579" y="297"/>
                    <a:pt x="1577" y="293"/>
                  </a:cubicBezTo>
                  <a:cubicBezTo>
                    <a:pt x="1478" y="297"/>
                    <a:pt x="1469" y="299"/>
                    <a:pt x="1454" y="298"/>
                  </a:cubicBezTo>
                  <a:cubicBezTo>
                    <a:pt x="1420" y="304"/>
                    <a:pt x="1411" y="305"/>
                    <a:pt x="1400" y="307"/>
                  </a:cubicBezTo>
                  <a:cubicBezTo>
                    <a:pt x="1397" y="310"/>
                    <a:pt x="1420" y="310"/>
                    <a:pt x="1444" y="308"/>
                  </a:cubicBezTo>
                  <a:cubicBezTo>
                    <a:pt x="1478" y="310"/>
                    <a:pt x="1483" y="317"/>
                    <a:pt x="1494" y="313"/>
                  </a:cubicBezTo>
                  <a:cubicBezTo>
                    <a:pt x="1547" y="330"/>
                    <a:pt x="1550" y="333"/>
                    <a:pt x="1555" y="333"/>
                  </a:cubicBezTo>
                  <a:cubicBezTo>
                    <a:pt x="1582" y="345"/>
                    <a:pt x="1585" y="347"/>
                    <a:pt x="1589" y="349"/>
                  </a:cubicBezTo>
                  <a:cubicBezTo>
                    <a:pt x="1616" y="360"/>
                    <a:pt x="1616" y="367"/>
                    <a:pt x="1623" y="365"/>
                  </a:cubicBezTo>
                  <a:cubicBezTo>
                    <a:pt x="1648" y="381"/>
                    <a:pt x="1665" y="385"/>
                    <a:pt x="1678" y="397"/>
                  </a:cubicBezTo>
                  <a:cubicBezTo>
                    <a:pt x="1726" y="414"/>
                    <a:pt x="1728" y="418"/>
                    <a:pt x="1731" y="421"/>
                  </a:cubicBezTo>
                  <a:cubicBezTo>
                    <a:pt x="1755" y="430"/>
                    <a:pt x="1759" y="430"/>
                    <a:pt x="1762" y="433"/>
                  </a:cubicBezTo>
                  <a:cubicBezTo>
                    <a:pt x="1807" y="456"/>
                    <a:pt x="1816" y="455"/>
                    <a:pt x="1822" y="460"/>
                  </a:cubicBezTo>
                  <a:cubicBezTo>
                    <a:pt x="1852" y="468"/>
                    <a:pt x="1860" y="470"/>
                    <a:pt x="1866" y="474"/>
                  </a:cubicBezTo>
                  <a:cubicBezTo>
                    <a:pt x="1905" y="475"/>
                    <a:pt x="1910" y="476"/>
                    <a:pt x="1914" y="478"/>
                  </a:cubicBezTo>
                  <a:cubicBezTo>
                    <a:pt x="1913" y="492"/>
                    <a:pt x="1911" y="496"/>
                    <a:pt x="1904" y="498"/>
                  </a:cubicBezTo>
                  <a:cubicBezTo>
                    <a:pt x="1850" y="489"/>
                    <a:pt x="1841" y="492"/>
                    <a:pt x="1834" y="491"/>
                  </a:cubicBezTo>
                  <a:cubicBezTo>
                    <a:pt x="1794" y="478"/>
                    <a:pt x="1788" y="478"/>
                    <a:pt x="1784" y="473"/>
                  </a:cubicBezTo>
                  <a:cubicBezTo>
                    <a:pt x="1745" y="457"/>
                    <a:pt x="1727" y="442"/>
                    <a:pt x="1702" y="437"/>
                  </a:cubicBezTo>
                  <a:cubicBezTo>
                    <a:pt x="1656" y="409"/>
                    <a:pt x="1651" y="403"/>
                    <a:pt x="1643" y="401"/>
                  </a:cubicBezTo>
                  <a:cubicBezTo>
                    <a:pt x="1610" y="385"/>
                    <a:pt x="1611" y="381"/>
                    <a:pt x="1608" y="381"/>
                  </a:cubicBezTo>
                  <a:cubicBezTo>
                    <a:pt x="1598" y="373"/>
                    <a:pt x="1594" y="374"/>
                    <a:pt x="1593" y="372"/>
                  </a:cubicBezTo>
                  <a:cubicBezTo>
                    <a:pt x="1555" y="351"/>
                    <a:pt x="1543" y="353"/>
                    <a:pt x="1540" y="344"/>
                  </a:cubicBezTo>
                  <a:cubicBezTo>
                    <a:pt x="1506" y="339"/>
                    <a:pt x="1502" y="331"/>
                    <a:pt x="1493" y="331"/>
                  </a:cubicBezTo>
                  <a:cubicBezTo>
                    <a:pt x="1454" y="318"/>
                    <a:pt x="1445" y="322"/>
                    <a:pt x="1444" y="317"/>
                  </a:cubicBezTo>
                  <a:cubicBezTo>
                    <a:pt x="1411" y="318"/>
                    <a:pt x="1405" y="311"/>
                    <a:pt x="1404" y="318"/>
                  </a:cubicBezTo>
                  <a:cubicBezTo>
                    <a:pt x="1460" y="329"/>
                    <a:pt x="1466" y="329"/>
                    <a:pt x="1473" y="330"/>
                  </a:cubicBezTo>
                  <a:cubicBezTo>
                    <a:pt x="1513" y="345"/>
                    <a:pt x="1524" y="347"/>
                    <a:pt x="1533" y="354"/>
                  </a:cubicBezTo>
                  <a:cubicBezTo>
                    <a:pt x="1571" y="372"/>
                    <a:pt x="1574" y="372"/>
                    <a:pt x="1576" y="373"/>
                  </a:cubicBezTo>
                  <a:cubicBezTo>
                    <a:pt x="1626" y="404"/>
                    <a:pt x="1639" y="404"/>
                    <a:pt x="1645" y="414"/>
                  </a:cubicBezTo>
                  <a:cubicBezTo>
                    <a:pt x="1705" y="444"/>
                    <a:pt x="1706" y="446"/>
                    <a:pt x="1709" y="447"/>
                  </a:cubicBezTo>
                  <a:cubicBezTo>
                    <a:pt x="1733" y="461"/>
                    <a:pt x="1738" y="463"/>
                    <a:pt x="1745" y="462"/>
                  </a:cubicBezTo>
                  <a:cubicBezTo>
                    <a:pt x="1768" y="476"/>
                    <a:pt x="1770" y="478"/>
                    <a:pt x="1774" y="477"/>
                  </a:cubicBezTo>
                  <a:cubicBezTo>
                    <a:pt x="1806" y="494"/>
                    <a:pt x="1815" y="492"/>
                    <a:pt x="1819" y="495"/>
                  </a:cubicBezTo>
                  <a:cubicBezTo>
                    <a:pt x="1873" y="511"/>
                    <a:pt x="1884" y="506"/>
                    <a:pt x="1888" y="510"/>
                  </a:cubicBezTo>
                  <a:cubicBezTo>
                    <a:pt x="1869" y="516"/>
                    <a:pt x="1866" y="515"/>
                    <a:pt x="1863" y="514"/>
                  </a:cubicBezTo>
                  <a:cubicBezTo>
                    <a:pt x="1835" y="516"/>
                    <a:pt x="1831" y="512"/>
                    <a:pt x="1825" y="512"/>
                  </a:cubicBezTo>
                  <a:cubicBezTo>
                    <a:pt x="1781" y="495"/>
                    <a:pt x="1779" y="493"/>
                    <a:pt x="1775" y="495"/>
                  </a:cubicBezTo>
                  <a:cubicBezTo>
                    <a:pt x="1738" y="472"/>
                    <a:pt x="1730" y="475"/>
                    <a:pt x="1728" y="470"/>
                  </a:cubicBezTo>
                  <a:cubicBezTo>
                    <a:pt x="1705" y="458"/>
                    <a:pt x="1703" y="456"/>
                    <a:pt x="1700" y="457"/>
                  </a:cubicBezTo>
                  <a:cubicBezTo>
                    <a:pt x="1653" y="427"/>
                    <a:pt x="1642" y="426"/>
                    <a:pt x="1637" y="415"/>
                  </a:cubicBezTo>
                  <a:cubicBezTo>
                    <a:pt x="1618" y="408"/>
                    <a:pt x="1613" y="406"/>
                    <a:pt x="1608" y="405"/>
                  </a:cubicBezTo>
                  <a:cubicBezTo>
                    <a:pt x="1580" y="386"/>
                    <a:pt x="1573" y="389"/>
                    <a:pt x="1571" y="383"/>
                  </a:cubicBezTo>
                  <a:cubicBezTo>
                    <a:pt x="1546" y="373"/>
                    <a:pt x="1538" y="367"/>
                    <a:pt x="1528" y="364"/>
                  </a:cubicBezTo>
                  <a:cubicBezTo>
                    <a:pt x="1452" y="335"/>
                    <a:pt x="1444" y="337"/>
                    <a:pt x="1440" y="333"/>
                  </a:cubicBezTo>
                  <a:cubicBezTo>
                    <a:pt x="1412" y="329"/>
                    <a:pt x="1409" y="326"/>
                    <a:pt x="1409" y="330"/>
                  </a:cubicBezTo>
                  <a:cubicBezTo>
                    <a:pt x="1478" y="351"/>
                    <a:pt x="1489" y="352"/>
                    <a:pt x="1497" y="356"/>
                  </a:cubicBezTo>
                  <a:cubicBezTo>
                    <a:pt x="1540" y="378"/>
                    <a:pt x="1541" y="380"/>
                    <a:pt x="1546" y="379"/>
                  </a:cubicBezTo>
                  <a:cubicBezTo>
                    <a:pt x="1569" y="394"/>
                    <a:pt x="1574" y="397"/>
                    <a:pt x="1580" y="397"/>
                  </a:cubicBezTo>
                  <a:cubicBezTo>
                    <a:pt x="1624" y="422"/>
                    <a:pt x="1629" y="423"/>
                    <a:pt x="1634" y="425"/>
                  </a:cubicBezTo>
                  <a:cubicBezTo>
                    <a:pt x="1646" y="437"/>
                    <a:pt x="1652" y="436"/>
                    <a:pt x="1655" y="441"/>
                  </a:cubicBezTo>
                  <a:cubicBezTo>
                    <a:pt x="1683" y="456"/>
                    <a:pt x="1689" y="454"/>
                    <a:pt x="1689" y="461"/>
                  </a:cubicBezTo>
                  <a:cubicBezTo>
                    <a:pt x="1731" y="481"/>
                    <a:pt x="1736" y="482"/>
                    <a:pt x="1738" y="486"/>
                  </a:cubicBezTo>
                  <a:cubicBezTo>
                    <a:pt x="1766" y="502"/>
                    <a:pt x="1774" y="499"/>
                    <a:pt x="1776" y="503"/>
                  </a:cubicBezTo>
                  <a:cubicBezTo>
                    <a:pt x="1808" y="514"/>
                    <a:pt x="1813" y="515"/>
                    <a:pt x="1817" y="518"/>
                  </a:cubicBezTo>
                  <a:cubicBezTo>
                    <a:pt x="1835" y="524"/>
                    <a:pt x="1840" y="524"/>
                    <a:pt x="1843" y="527"/>
                  </a:cubicBezTo>
                  <a:cubicBezTo>
                    <a:pt x="1844" y="539"/>
                    <a:pt x="1833" y="532"/>
                    <a:pt x="1822" y="537"/>
                  </a:cubicBezTo>
                  <a:cubicBezTo>
                    <a:pt x="1763" y="519"/>
                    <a:pt x="1760" y="515"/>
                    <a:pt x="1756" y="513"/>
                  </a:cubicBezTo>
                  <a:cubicBezTo>
                    <a:pt x="1726" y="503"/>
                    <a:pt x="1719" y="500"/>
                    <a:pt x="1713" y="495"/>
                  </a:cubicBezTo>
                  <a:cubicBezTo>
                    <a:pt x="1680" y="476"/>
                    <a:pt x="1674" y="477"/>
                    <a:pt x="1671" y="473"/>
                  </a:cubicBezTo>
                  <a:cubicBezTo>
                    <a:pt x="1645" y="461"/>
                    <a:pt x="1644" y="455"/>
                    <a:pt x="1637" y="455"/>
                  </a:cubicBezTo>
                  <a:cubicBezTo>
                    <a:pt x="1601" y="434"/>
                    <a:pt x="1598" y="425"/>
                    <a:pt x="1590" y="426"/>
                  </a:cubicBezTo>
                  <a:cubicBezTo>
                    <a:pt x="1571" y="413"/>
                    <a:pt x="1568" y="411"/>
                    <a:pt x="1565" y="411"/>
                  </a:cubicBezTo>
                  <a:cubicBezTo>
                    <a:pt x="1547" y="395"/>
                    <a:pt x="1543" y="395"/>
                    <a:pt x="1540" y="393"/>
                  </a:cubicBezTo>
                  <a:cubicBezTo>
                    <a:pt x="1478" y="362"/>
                    <a:pt x="1474" y="356"/>
                    <a:pt x="1464" y="358"/>
                  </a:cubicBezTo>
                  <a:cubicBezTo>
                    <a:pt x="1433" y="346"/>
                    <a:pt x="1429" y="345"/>
                    <a:pt x="1426" y="343"/>
                  </a:cubicBezTo>
                  <a:cubicBezTo>
                    <a:pt x="1374" y="333"/>
                    <a:pt x="1366" y="332"/>
                    <a:pt x="1360" y="330"/>
                  </a:cubicBezTo>
                  <a:cubicBezTo>
                    <a:pt x="1329" y="331"/>
                    <a:pt x="1332" y="335"/>
                    <a:pt x="1340" y="331"/>
                  </a:cubicBezTo>
                  <a:cubicBezTo>
                    <a:pt x="1379" y="339"/>
                    <a:pt x="1390" y="339"/>
                    <a:pt x="1398" y="343"/>
                  </a:cubicBezTo>
                  <a:cubicBezTo>
                    <a:pt x="1435" y="353"/>
                    <a:pt x="1445" y="354"/>
                    <a:pt x="1452" y="360"/>
                  </a:cubicBezTo>
                  <a:cubicBezTo>
                    <a:pt x="1485" y="377"/>
                    <a:pt x="1496" y="378"/>
                    <a:pt x="1502" y="384"/>
                  </a:cubicBezTo>
                  <a:cubicBezTo>
                    <a:pt x="1541" y="399"/>
                    <a:pt x="1542" y="408"/>
                    <a:pt x="1549" y="409"/>
                  </a:cubicBezTo>
                  <a:cubicBezTo>
                    <a:pt x="1571" y="418"/>
                    <a:pt x="1568" y="428"/>
                    <a:pt x="1574" y="424"/>
                  </a:cubicBezTo>
                  <a:cubicBezTo>
                    <a:pt x="1592" y="440"/>
                    <a:pt x="1600" y="435"/>
                    <a:pt x="1599" y="442"/>
                  </a:cubicBezTo>
                  <a:cubicBezTo>
                    <a:pt x="1641" y="464"/>
                    <a:pt x="1644" y="471"/>
                    <a:pt x="1651" y="473"/>
                  </a:cubicBezTo>
                  <a:cubicBezTo>
                    <a:pt x="1673" y="488"/>
                    <a:pt x="1680" y="489"/>
                    <a:pt x="1686" y="493"/>
                  </a:cubicBezTo>
                  <a:cubicBezTo>
                    <a:pt x="1729" y="513"/>
                    <a:pt x="1736" y="515"/>
                    <a:pt x="1742" y="518"/>
                  </a:cubicBezTo>
                  <a:cubicBezTo>
                    <a:pt x="1788" y="534"/>
                    <a:pt x="1792" y="539"/>
                    <a:pt x="1801" y="539"/>
                  </a:cubicBezTo>
                  <a:cubicBezTo>
                    <a:pt x="1790" y="544"/>
                    <a:pt x="1783" y="547"/>
                    <a:pt x="1780" y="545"/>
                  </a:cubicBezTo>
                  <a:cubicBezTo>
                    <a:pt x="1738" y="528"/>
                    <a:pt x="1721" y="530"/>
                    <a:pt x="1713" y="519"/>
                  </a:cubicBezTo>
                  <a:cubicBezTo>
                    <a:pt x="1690" y="508"/>
                    <a:pt x="1683" y="507"/>
                    <a:pt x="1679" y="501"/>
                  </a:cubicBezTo>
                  <a:cubicBezTo>
                    <a:pt x="1636" y="472"/>
                    <a:pt x="1632" y="471"/>
                    <a:pt x="1629" y="470"/>
                  </a:cubicBezTo>
                  <a:cubicBezTo>
                    <a:pt x="1606" y="458"/>
                    <a:pt x="1604" y="451"/>
                    <a:pt x="1597" y="451"/>
                  </a:cubicBezTo>
                  <a:cubicBezTo>
                    <a:pt x="1563" y="430"/>
                    <a:pt x="1559" y="427"/>
                    <a:pt x="1554" y="424"/>
                  </a:cubicBezTo>
                  <a:cubicBezTo>
                    <a:pt x="1519" y="405"/>
                    <a:pt x="1516" y="400"/>
                    <a:pt x="1511" y="396"/>
                  </a:cubicBezTo>
                  <a:cubicBezTo>
                    <a:pt x="1476" y="378"/>
                    <a:pt x="1467" y="380"/>
                    <a:pt x="1465" y="373"/>
                  </a:cubicBezTo>
                  <a:cubicBezTo>
                    <a:pt x="1426" y="360"/>
                    <a:pt x="1420" y="358"/>
                    <a:pt x="1415" y="356"/>
                  </a:cubicBezTo>
                  <a:cubicBezTo>
                    <a:pt x="1375" y="348"/>
                    <a:pt x="1375" y="343"/>
                    <a:pt x="1369" y="346"/>
                  </a:cubicBezTo>
                  <a:cubicBezTo>
                    <a:pt x="1382" y="355"/>
                    <a:pt x="1389" y="351"/>
                    <a:pt x="1391" y="353"/>
                  </a:cubicBezTo>
                  <a:cubicBezTo>
                    <a:pt x="1446" y="377"/>
                    <a:pt x="1459" y="379"/>
                    <a:pt x="1470" y="386"/>
                  </a:cubicBezTo>
                  <a:cubicBezTo>
                    <a:pt x="1508" y="408"/>
                    <a:pt x="1515" y="409"/>
                    <a:pt x="1521" y="412"/>
                  </a:cubicBezTo>
                  <a:cubicBezTo>
                    <a:pt x="1575" y="451"/>
                    <a:pt x="1583" y="451"/>
                    <a:pt x="1588" y="455"/>
                  </a:cubicBezTo>
                  <a:cubicBezTo>
                    <a:pt x="1615" y="475"/>
                    <a:pt x="1622" y="471"/>
                    <a:pt x="1621" y="478"/>
                  </a:cubicBezTo>
                  <a:cubicBezTo>
                    <a:pt x="1649" y="495"/>
                    <a:pt x="1651" y="497"/>
                    <a:pt x="1654" y="499"/>
                  </a:cubicBezTo>
                  <a:cubicBezTo>
                    <a:pt x="1711" y="527"/>
                    <a:pt x="1711" y="533"/>
                    <a:pt x="1715" y="532"/>
                  </a:cubicBezTo>
                  <a:cubicBezTo>
                    <a:pt x="1752" y="544"/>
                    <a:pt x="1758" y="548"/>
                    <a:pt x="1765" y="550"/>
                  </a:cubicBezTo>
                  <a:cubicBezTo>
                    <a:pt x="1779" y="556"/>
                    <a:pt x="1783" y="556"/>
                    <a:pt x="1780" y="558"/>
                  </a:cubicBezTo>
                  <a:cubicBezTo>
                    <a:pt x="1702" y="547"/>
                    <a:pt x="1695" y="539"/>
                    <a:pt x="1685" y="535"/>
                  </a:cubicBezTo>
                  <a:cubicBezTo>
                    <a:pt x="1649" y="518"/>
                    <a:pt x="1646" y="517"/>
                    <a:pt x="1644" y="516"/>
                  </a:cubicBezTo>
                  <a:cubicBezTo>
                    <a:pt x="1614" y="502"/>
                    <a:pt x="1615" y="498"/>
                    <a:pt x="1614" y="497"/>
                  </a:cubicBezTo>
                  <a:cubicBezTo>
                    <a:pt x="1595" y="486"/>
                    <a:pt x="1585" y="484"/>
                    <a:pt x="1579" y="475"/>
                  </a:cubicBezTo>
                  <a:cubicBezTo>
                    <a:pt x="1537" y="447"/>
                    <a:pt x="1533" y="443"/>
                    <a:pt x="1528" y="442"/>
                  </a:cubicBezTo>
                  <a:cubicBezTo>
                    <a:pt x="1493" y="420"/>
                    <a:pt x="1484" y="415"/>
                    <a:pt x="1476" y="409"/>
                  </a:cubicBezTo>
                  <a:cubicBezTo>
                    <a:pt x="1431" y="388"/>
                    <a:pt x="1429" y="386"/>
                    <a:pt x="1425" y="387"/>
                  </a:cubicBezTo>
                  <a:cubicBezTo>
                    <a:pt x="1403" y="379"/>
                    <a:pt x="1396" y="375"/>
                    <a:pt x="1388" y="374"/>
                  </a:cubicBezTo>
                  <a:cubicBezTo>
                    <a:pt x="1367" y="367"/>
                    <a:pt x="1362" y="365"/>
                    <a:pt x="1355" y="366"/>
                  </a:cubicBezTo>
                  <a:cubicBezTo>
                    <a:pt x="1318" y="360"/>
                    <a:pt x="1310" y="352"/>
                    <a:pt x="1307" y="360"/>
                  </a:cubicBezTo>
                  <a:cubicBezTo>
                    <a:pt x="1345" y="366"/>
                    <a:pt x="1349" y="367"/>
                    <a:pt x="1351" y="369"/>
                  </a:cubicBezTo>
                  <a:cubicBezTo>
                    <a:pt x="1386" y="379"/>
                    <a:pt x="1390" y="380"/>
                    <a:pt x="1393" y="382"/>
                  </a:cubicBezTo>
                  <a:cubicBezTo>
                    <a:pt x="1423" y="399"/>
                    <a:pt x="1432" y="393"/>
                    <a:pt x="1434" y="397"/>
                  </a:cubicBezTo>
                  <a:cubicBezTo>
                    <a:pt x="1454" y="412"/>
                    <a:pt x="1462" y="407"/>
                    <a:pt x="1461" y="414"/>
                  </a:cubicBezTo>
                  <a:cubicBezTo>
                    <a:pt x="1510" y="441"/>
                    <a:pt x="1512" y="443"/>
                    <a:pt x="1515" y="444"/>
                  </a:cubicBezTo>
                  <a:cubicBezTo>
                    <a:pt x="1543" y="466"/>
                    <a:pt x="1550" y="462"/>
                    <a:pt x="1551" y="466"/>
                  </a:cubicBezTo>
                  <a:cubicBezTo>
                    <a:pt x="1571" y="481"/>
                    <a:pt x="1572" y="486"/>
                    <a:pt x="1576" y="486"/>
                  </a:cubicBezTo>
                  <a:cubicBezTo>
                    <a:pt x="1608" y="503"/>
                    <a:pt x="1609" y="508"/>
                    <a:pt x="1612" y="511"/>
                  </a:cubicBezTo>
                  <a:cubicBezTo>
                    <a:pt x="1647" y="524"/>
                    <a:pt x="1647" y="530"/>
                    <a:pt x="1651" y="532"/>
                  </a:cubicBezTo>
                  <a:cubicBezTo>
                    <a:pt x="1681" y="539"/>
                    <a:pt x="1682" y="546"/>
                    <a:pt x="1687" y="546"/>
                  </a:cubicBezTo>
                  <a:cubicBezTo>
                    <a:pt x="1722" y="557"/>
                    <a:pt x="1728" y="560"/>
                    <a:pt x="1734" y="562"/>
                  </a:cubicBezTo>
                  <a:cubicBezTo>
                    <a:pt x="1758" y="569"/>
                    <a:pt x="1752" y="572"/>
                    <a:pt x="1738" y="570"/>
                  </a:cubicBezTo>
                  <a:cubicBezTo>
                    <a:pt x="1665" y="552"/>
                    <a:pt x="1658" y="553"/>
                    <a:pt x="1652" y="552"/>
                  </a:cubicBezTo>
                  <a:cubicBezTo>
                    <a:pt x="1612" y="537"/>
                    <a:pt x="1614" y="527"/>
                    <a:pt x="1607" y="532"/>
                  </a:cubicBezTo>
                  <a:cubicBezTo>
                    <a:pt x="1584" y="521"/>
                    <a:pt x="1582" y="517"/>
                    <a:pt x="1579" y="514"/>
                  </a:cubicBezTo>
                  <a:cubicBezTo>
                    <a:pt x="1550" y="497"/>
                    <a:pt x="1547" y="498"/>
                    <a:pt x="1547" y="496"/>
                  </a:cubicBezTo>
                  <a:cubicBezTo>
                    <a:pt x="1532" y="482"/>
                    <a:pt x="1524" y="487"/>
                    <a:pt x="1524" y="480"/>
                  </a:cubicBezTo>
                  <a:cubicBezTo>
                    <a:pt x="1499" y="464"/>
                    <a:pt x="1491" y="463"/>
                    <a:pt x="1485" y="458"/>
                  </a:cubicBezTo>
                  <a:cubicBezTo>
                    <a:pt x="1459" y="445"/>
                    <a:pt x="1453" y="441"/>
                    <a:pt x="1446" y="439"/>
                  </a:cubicBezTo>
                  <a:cubicBezTo>
                    <a:pt x="1415" y="420"/>
                    <a:pt x="1408" y="423"/>
                    <a:pt x="1407" y="419"/>
                  </a:cubicBezTo>
                  <a:cubicBezTo>
                    <a:pt x="1383" y="409"/>
                    <a:pt x="1378" y="410"/>
                    <a:pt x="1374" y="410"/>
                  </a:cubicBezTo>
                  <a:cubicBezTo>
                    <a:pt x="1351" y="399"/>
                    <a:pt x="1343" y="404"/>
                    <a:pt x="1341" y="400"/>
                  </a:cubicBezTo>
                  <a:cubicBezTo>
                    <a:pt x="1337" y="401"/>
                    <a:pt x="1353" y="409"/>
                    <a:pt x="1372" y="412"/>
                  </a:cubicBezTo>
                  <a:cubicBezTo>
                    <a:pt x="1399" y="423"/>
                    <a:pt x="1401" y="424"/>
                    <a:pt x="1403" y="424"/>
                  </a:cubicBezTo>
                  <a:cubicBezTo>
                    <a:pt x="1429" y="440"/>
                    <a:pt x="1438" y="443"/>
                    <a:pt x="1447" y="445"/>
                  </a:cubicBezTo>
                  <a:cubicBezTo>
                    <a:pt x="1518" y="491"/>
                    <a:pt x="1524" y="489"/>
                    <a:pt x="1526" y="493"/>
                  </a:cubicBezTo>
                  <a:cubicBezTo>
                    <a:pt x="1550" y="509"/>
                    <a:pt x="1552" y="509"/>
                    <a:pt x="1554" y="510"/>
                  </a:cubicBezTo>
                  <a:cubicBezTo>
                    <a:pt x="1616" y="544"/>
                    <a:pt x="1623" y="549"/>
                    <a:pt x="1632" y="551"/>
                  </a:cubicBezTo>
                  <a:cubicBezTo>
                    <a:pt x="1674" y="567"/>
                    <a:pt x="1679" y="568"/>
                    <a:pt x="1682" y="571"/>
                  </a:cubicBezTo>
                  <a:cubicBezTo>
                    <a:pt x="1723" y="576"/>
                    <a:pt x="1729" y="583"/>
                    <a:pt x="1742" y="580"/>
                  </a:cubicBezTo>
                  <a:cubicBezTo>
                    <a:pt x="1759" y="590"/>
                    <a:pt x="1755" y="592"/>
                    <a:pt x="1754" y="589"/>
                  </a:cubicBezTo>
                  <a:cubicBezTo>
                    <a:pt x="1713" y="591"/>
                    <a:pt x="1708" y="586"/>
                    <a:pt x="1698" y="586"/>
                  </a:cubicBezTo>
                  <a:cubicBezTo>
                    <a:pt x="1654" y="574"/>
                    <a:pt x="1647" y="578"/>
                    <a:pt x="1646" y="576"/>
                  </a:cubicBezTo>
                  <a:cubicBezTo>
                    <a:pt x="1591" y="557"/>
                    <a:pt x="1586" y="553"/>
                    <a:pt x="1577" y="555"/>
                  </a:cubicBezTo>
                  <a:cubicBezTo>
                    <a:pt x="1551" y="536"/>
                    <a:pt x="1541" y="545"/>
                    <a:pt x="1543" y="536"/>
                  </a:cubicBezTo>
                  <a:cubicBezTo>
                    <a:pt x="1513" y="523"/>
                    <a:pt x="1510" y="521"/>
                    <a:pt x="1507" y="521"/>
                  </a:cubicBezTo>
                  <a:cubicBezTo>
                    <a:pt x="1477" y="507"/>
                    <a:pt x="1473" y="506"/>
                    <a:pt x="1472" y="500"/>
                  </a:cubicBezTo>
                  <a:cubicBezTo>
                    <a:pt x="1408" y="467"/>
                    <a:pt x="1397" y="459"/>
                    <a:pt x="1384" y="454"/>
                  </a:cubicBezTo>
                  <a:cubicBezTo>
                    <a:pt x="1343" y="434"/>
                    <a:pt x="1341" y="426"/>
                    <a:pt x="1333" y="426"/>
                  </a:cubicBezTo>
                  <a:cubicBezTo>
                    <a:pt x="1289" y="410"/>
                    <a:pt x="1284" y="405"/>
                    <a:pt x="1276" y="405"/>
                  </a:cubicBezTo>
                  <a:cubicBezTo>
                    <a:pt x="1253" y="397"/>
                    <a:pt x="1247" y="401"/>
                    <a:pt x="1246" y="397"/>
                  </a:cubicBezTo>
                  <a:cubicBezTo>
                    <a:pt x="1257" y="404"/>
                    <a:pt x="1261" y="408"/>
                    <a:pt x="1269" y="406"/>
                  </a:cubicBezTo>
                  <a:cubicBezTo>
                    <a:pt x="1312" y="423"/>
                    <a:pt x="1323" y="427"/>
                    <a:pt x="1332" y="433"/>
                  </a:cubicBezTo>
                  <a:cubicBezTo>
                    <a:pt x="1373" y="452"/>
                    <a:pt x="1380" y="461"/>
                    <a:pt x="1391" y="464"/>
                  </a:cubicBezTo>
                  <a:cubicBezTo>
                    <a:pt x="1429" y="487"/>
                    <a:pt x="1438" y="493"/>
                    <a:pt x="1448" y="498"/>
                  </a:cubicBezTo>
                  <a:cubicBezTo>
                    <a:pt x="1495" y="522"/>
                    <a:pt x="1497" y="523"/>
                    <a:pt x="1497" y="527"/>
                  </a:cubicBezTo>
                  <a:cubicBezTo>
                    <a:pt x="1546" y="551"/>
                    <a:pt x="1559" y="551"/>
                    <a:pt x="1567" y="559"/>
                  </a:cubicBezTo>
                  <a:cubicBezTo>
                    <a:pt x="1622" y="576"/>
                    <a:pt x="1626" y="580"/>
                    <a:pt x="1631" y="583"/>
                  </a:cubicBezTo>
                  <a:cubicBezTo>
                    <a:pt x="1662" y="587"/>
                    <a:pt x="1662" y="592"/>
                    <a:pt x="1668" y="589"/>
                  </a:cubicBezTo>
                  <a:cubicBezTo>
                    <a:pt x="1709" y="600"/>
                    <a:pt x="1718" y="597"/>
                    <a:pt x="1723" y="599"/>
                  </a:cubicBezTo>
                  <a:cubicBezTo>
                    <a:pt x="1724" y="608"/>
                    <a:pt x="1723" y="608"/>
                    <a:pt x="1722" y="606"/>
                  </a:cubicBezTo>
                  <a:cubicBezTo>
                    <a:pt x="1682" y="603"/>
                    <a:pt x="1670" y="604"/>
                    <a:pt x="1660" y="604"/>
                  </a:cubicBezTo>
                  <a:cubicBezTo>
                    <a:pt x="1606" y="587"/>
                    <a:pt x="1598" y="585"/>
                    <a:pt x="1591" y="581"/>
                  </a:cubicBezTo>
                  <a:cubicBezTo>
                    <a:pt x="1518" y="552"/>
                    <a:pt x="1512" y="547"/>
                    <a:pt x="1505" y="543"/>
                  </a:cubicBezTo>
                  <a:cubicBezTo>
                    <a:pt x="1461" y="517"/>
                    <a:pt x="1453" y="512"/>
                    <a:pt x="1445" y="508"/>
                  </a:cubicBezTo>
                  <a:cubicBezTo>
                    <a:pt x="1416" y="493"/>
                    <a:pt x="1413" y="488"/>
                    <a:pt x="1410" y="485"/>
                  </a:cubicBezTo>
                  <a:cubicBezTo>
                    <a:pt x="1380" y="471"/>
                    <a:pt x="1374" y="471"/>
                    <a:pt x="1371" y="466"/>
                  </a:cubicBezTo>
                  <a:cubicBezTo>
                    <a:pt x="1302" y="432"/>
                    <a:pt x="1301" y="425"/>
                    <a:pt x="1293" y="429"/>
                  </a:cubicBezTo>
                  <a:cubicBezTo>
                    <a:pt x="1283" y="430"/>
                    <a:pt x="1290" y="428"/>
                    <a:pt x="1294" y="433"/>
                  </a:cubicBezTo>
                  <a:cubicBezTo>
                    <a:pt x="1362" y="468"/>
                    <a:pt x="1370" y="477"/>
                    <a:pt x="1382" y="479"/>
                  </a:cubicBezTo>
                  <a:cubicBezTo>
                    <a:pt x="1400" y="491"/>
                    <a:pt x="1406" y="491"/>
                    <a:pt x="1410" y="496"/>
                  </a:cubicBezTo>
                  <a:cubicBezTo>
                    <a:pt x="1443" y="513"/>
                    <a:pt x="1445" y="520"/>
                    <a:pt x="1452" y="520"/>
                  </a:cubicBezTo>
                  <a:cubicBezTo>
                    <a:pt x="1488" y="537"/>
                    <a:pt x="1488" y="547"/>
                    <a:pt x="1496" y="545"/>
                  </a:cubicBezTo>
                  <a:cubicBezTo>
                    <a:pt x="1533" y="569"/>
                    <a:pt x="1543" y="571"/>
                    <a:pt x="1548" y="578"/>
                  </a:cubicBezTo>
                  <a:cubicBezTo>
                    <a:pt x="1580" y="584"/>
                    <a:pt x="1582" y="594"/>
                    <a:pt x="1593" y="592"/>
                  </a:cubicBezTo>
                  <a:cubicBezTo>
                    <a:pt x="1620" y="603"/>
                    <a:pt x="1621" y="605"/>
                    <a:pt x="1624" y="604"/>
                  </a:cubicBezTo>
                  <a:cubicBezTo>
                    <a:pt x="1657" y="614"/>
                    <a:pt x="1662" y="613"/>
                    <a:pt x="1667" y="611"/>
                  </a:cubicBezTo>
                  <a:cubicBezTo>
                    <a:pt x="1692" y="626"/>
                    <a:pt x="1685" y="617"/>
                    <a:pt x="1681" y="622"/>
                  </a:cubicBezTo>
                  <a:cubicBezTo>
                    <a:pt x="1593" y="615"/>
                    <a:pt x="1584" y="614"/>
                    <a:pt x="1575" y="613"/>
                  </a:cubicBezTo>
                  <a:cubicBezTo>
                    <a:pt x="1546" y="601"/>
                    <a:pt x="1538" y="605"/>
                    <a:pt x="1535" y="602"/>
                  </a:cubicBezTo>
                  <a:cubicBezTo>
                    <a:pt x="1505" y="591"/>
                    <a:pt x="1501" y="590"/>
                    <a:pt x="1497" y="587"/>
                  </a:cubicBezTo>
                  <a:cubicBezTo>
                    <a:pt x="1464" y="574"/>
                    <a:pt x="1462" y="573"/>
                    <a:pt x="1461" y="571"/>
                  </a:cubicBezTo>
                  <a:cubicBezTo>
                    <a:pt x="1444" y="564"/>
                    <a:pt x="1441" y="561"/>
                    <a:pt x="1437" y="560"/>
                  </a:cubicBezTo>
                  <a:cubicBezTo>
                    <a:pt x="1396" y="533"/>
                    <a:pt x="1390" y="529"/>
                    <a:pt x="1384" y="523"/>
                  </a:cubicBezTo>
                  <a:cubicBezTo>
                    <a:pt x="1348" y="497"/>
                    <a:pt x="1334" y="487"/>
                    <a:pt x="1322" y="474"/>
                  </a:cubicBezTo>
                  <a:cubicBezTo>
                    <a:pt x="1288" y="447"/>
                    <a:pt x="1282" y="448"/>
                    <a:pt x="1280" y="442"/>
                  </a:cubicBezTo>
                  <a:cubicBezTo>
                    <a:pt x="1254" y="427"/>
                    <a:pt x="1251" y="424"/>
                    <a:pt x="1246" y="424"/>
                  </a:cubicBezTo>
                  <a:cubicBezTo>
                    <a:pt x="1239" y="423"/>
                    <a:pt x="1244" y="426"/>
                    <a:pt x="1247" y="430"/>
                  </a:cubicBezTo>
                  <a:cubicBezTo>
                    <a:pt x="1267" y="440"/>
                    <a:pt x="1271" y="443"/>
                    <a:pt x="1275" y="447"/>
                  </a:cubicBezTo>
                  <a:cubicBezTo>
                    <a:pt x="1323" y="484"/>
                    <a:pt x="1331" y="493"/>
                    <a:pt x="1339" y="500"/>
                  </a:cubicBezTo>
                  <a:cubicBezTo>
                    <a:pt x="1401" y="544"/>
                    <a:pt x="1408" y="552"/>
                    <a:pt x="1418" y="557"/>
                  </a:cubicBezTo>
                  <a:cubicBezTo>
                    <a:pt x="1436" y="571"/>
                    <a:pt x="1444" y="569"/>
                    <a:pt x="1446" y="576"/>
                  </a:cubicBezTo>
                  <a:cubicBezTo>
                    <a:pt x="1503" y="601"/>
                    <a:pt x="1515" y="599"/>
                    <a:pt x="1520" y="607"/>
                  </a:cubicBezTo>
                  <a:cubicBezTo>
                    <a:pt x="1568" y="619"/>
                    <a:pt x="1585" y="625"/>
                    <a:pt x="1606" y="627"/>
                  </a:cubicBezTo>
                  <a:cubicBezTo>
                    <a:pt x="1641" y="631"/>
                    <a:pt x="1645" y="634"/>
                    <a:pt x="1651" y="632"/>
                  </a:cubicBezTo>
                  <a:cubicBezTo>
                    <a:pt x="1618" y="637"/>
                    <a:pt x="1616" y="637"/>
                    <a:pt x="1608" y="636"/>
                  </a:cubicBezTo>
                  <a:cubicBezTo>
                    <a:pt x="1567" y="628"/>
                    <a:pt x="1562" y="625"/>
                    <a:pt x="1555" y="625"/>
                  </a:cubicBezTo>
                  <a:cubicBezTo>
                    <a:pt x="1534" y="620"/>
                    <a:pt x="1531" y="619"/>
                    <a:pt x="1529" y="616"/>
                  </a:cubicBezTo>
                  <a:cubicBezTo>
                    <a:pt x="1499" y="609"/>
                    <a:pt x="1498" y="606"/>
                    <a:pt x="1496" y="605"/>
                  </a:cubicBezTo>
                  <a:cubicBezTo>
                    <a:pt x="1453" y="583"/>
                    <a:pt x="1451" y="582"/>
                    <a:pt x="1447" y="582"/>
                  </a:cubicBezTo>
                  <a:cubicBezTo>
                    <a:pt x="1415" y="563"/>
                    <a:pt x="1404" y="558"/>
                    <a:pt x="1393" y="552"/>
                  </a:cubicBezTo>
                  <a:cubicBezTo>
                    <a:pt x="1381" y="541"/>
                    <a:pt x="1375" y="541"/>
                    <a:pt x="1373" y="536"/>
                  </a:cubicBezTo>
                  <a:cubicBezTo>
                    <a:pt x="1299" y="486"/>
                    <a:pt x="1294" y="478"/>
                    <a:pt x="1286" y="474"/>
                  </a:cubicBezTo>
                  <a:cubicBezTo>
                    <a:pt x="1274" y="462"/>
                    <a:pt x="1268" y="463"/>
                    <a:pt x="1265" y="458"/>
                  </a:cubicBezTo>
                  <a:cubicBezTo>
                    <a:pt x="1227" y="434"/>
                    <a:pt x="1225" y="430"/>
                    <a:pt x="1218" y="431"/>
                  </a:cubicBezTo>
                  <a:cubicBezTo>
                    <a:pt x="1245" y="452"/>
                    <a:pt x="1249" y="454"/>
                    <a:pt x="1254" y="456"/>
                  </a:cubicBezTo>
                  <a:cubicBezTo>
                    <a:pt x="1273" y="470"/>
                    <a:pt x="1275" y="472"/>
                    <a:pt x="1277" y="474"/>
                  </a:cubicBezTo>
                  <a:cubicBezTo>
                    <a:pt x="1295" y="490"/>
                    <a:pt x="1297" y="491"/>
                    <a:pt x="1300" y="492"/>
                  </a:cubicBezTo>
                  <a:cubicBezTo>
                    <a:pt x="1374" y="550"/>
                    <a:pt x="1391" y="560"/>
                    <a:pt x="1408" y="572"/>
                  </a:cubicBezTo>
                  <a:cubicBezTo>
                    <a:pt x="1492" y="612"/>
                    <a:pt x="1496" y="615"/>
                    <a:pt x="1500" y="617"/>
                  </a:cubicBezTo>
                  <a:cubicBezTo>
                    <a:pt x="1529" y="631"/>
                    <a:pt x="1535" y="628"/>
                    <a:pt x="1536" y="631"/>
                  </a:cubicBezTo>
                  <a:cubicBezTo>
                    <a:pt x="1564" y="637"/>
                    <a:pt x="1570" y="637"/>
                    <a:pt x="1575" y="639"/>
                  </a:cubicBezTo>
                  <a:cubicBezTo>
                    <a:pt x="1630" y="648"/>
                    <a:pt x="1639" y="643"/>
                    <a:pt x="1641" y="649"/>
                  </a:cubicBezTo>
                  <a:cubicBezTo>
                    <a:pt x="1616" y="651"/>
                    <a:pt x="1609" y="655"/>
                    <a:pt x="1608" y="651"/>
                  </a:cubicBezTo>
                  <a:cubicBezTo>
                    <a:pt x="1511" y="636"/>
                    <a:pt x="1504" y="634"/>
                    <a:pt x="1496" y="633"/>
                  </a:cubicBezTo>
                  <a:cubicBezTo>
                    <a:pt x="1421" y="596"/>
                    <a:pt x="1414" y="600"/>
                    <a:pt x="1412" y="598"/>
                  </a:cubicBezTo>
                  <a:cubicBezTo>
                    <a:pt x="1378" y="578"/>
                    <a:pt x="1373" y="574"/>
                    <a:pt x="1368" y="570"/>
                  </a:cubicBezTo>
                  <a:cubicBezTo>
                    <a:pt x="1339" y="548"/>
                    <a:pt x="1329" y="538"/>
                    <a:pt x="1316" y="531"/>
                  </a:cubicBezTo>
                  <a:cubicBezTo>
                    <a:pt x="1280" y="494"/>
                    <a:pt x="1271" y="495"/>
                    <a:pt x="1268" y="486"/>
                  </a:cubicBezTo>
                  <a:cubicBezTo>
                    <a:pt x="1258" y="473"/>
                    <a:pt x="1254" y="485"/>
                    <a:pt x="1259" y="483"/>
                  </a:cubicBezTo>
                  <a:cubicBezTo>
                    <a:pt x="1281" y="508"/>
                    <a:pt x="1287" y="506"/>
                    <a:pt x="1286" y="512"/>
                  </a:cubicBezTo>
                  <a:cubicBezTo>
                    <a:pt x="1320" y="539"/>
                    <a:pt x="1329" y="550"/>
                    <a:pt x="1341" y="555"/>
                  </a:cubicBezTo>
                  <a:cubicBezTo>
                    <a:pt x="1379" y="584"/>
                    <a:pt x="1383" y="593"/>
                    <a:pt x="1394" y="592"/>
                  </a:cubicBezTo>
                  <a:cubicBezTo>
                    <a:pt x="1424" y="609"/>
                    <a:pt x="1430" y="615"/>
                    <a:pt x="1438" y="617"/>
                  </a:cubicBezTo>
                  <a:cubicBezTo>
                    <a:pt x="1466" y="632"/>
                    <a:pt x="1473" y="632"/>
                    <a:pt x="1478" y="632"/>
                  </a:cubicBezTo>
                  <a:cubicBezTo>
                    <a:pt x="1542" y="650"/>
                    <a:pt x="1551" y="659"/>
                    <a:pt x="1567" y="656"/>
                  </a:cubicBezTo>
                  <a:cubicBezTo>
                    <a:pt x="1589" y="662"/>
                    <a:pt x="1592" y="664"/>
                    <a:pt x="1595" y="664"/>
                  </a:cubicBezTo>
                  <a:cubicBezTo>
                    <a:pt x="1555" y="665"/>
                    <a:pt x="1549" y="669"/>
                    <a:pt x="1547" y="666"/>
                  </a:cubicBezTo>
                  <a:cubicBezTo>
                    <a:pt x="1487" y="658"/>
                    <a:pt x="1484" y="657"/>
                    <a:pt x="1481" y="656"/>
                  </a:cubicBezTo>
                  <a:cubicBezTo>
                    <a:pt x="1433" y="643"/>
                    <a:pt x="1421" y="636"/>
                    <a:pt x="1408" y="632"/>
                  </a:cubicBezTo>
                  <a:cubicBezTo>
                    <a:pt x="1354" y="601"/>
                    <a:pt x="1350" y="598"/>
                    <a:pt x="1346" y="596"/>
                  </a:cubicBezTo>
                  <a:cubicBezTo>
                    <a:pt x="1333" y="588"/>
                    <a:pt x="1334" y="584"/>
                    <a:pt x="1332" y="583"/>
                  </a:cubicBezTo>
                  <a:cubicBezTo>
                    <a:pt x="1306" y="568"/>
                    <a:pt x="1292" y="554"/>
                    <a:pt x="1274" y="545"/>
                  </a:cubicBezTo>
                  <a:cubicBezTo>
                    <a:pt x="1221" y="514"/>
                    <a:pt x="1213" y="518"/>
                    <a:pt x="1211" y="512"/>
                  </a:cubicBezTo>
                  <a:cubicBezTo>
                    <a:pt x="1178" y="504"/>
                    <a:pt x="1176" y="502"/>
                    <a:pt x="1172" y="504"/>
                  </a:cubicBezTo>
                  <a:cubicBezTo>
                    <a:pt x="1192" y="514"/>
                    <a:pt x="1200" y="513"/>
                    <a:pt x="1205" y="518"/>
                  </a:cubicBezTo>
                  <a:cubicBezTo>
                    <a:pt x="1278" y="558"/>
                    <a:pt x="1289" y="560"/>
                    <a:pt x="1294" y="570"/>
                  </a:cubicBezTo>
                  <a:cubicBezTo>
                    <a:pt x="1336" y="596"/>
                    <a:pt x="1337" y="599"/>
                    <a:pt x="1340" y="600"/>
                  </a:cubicBezTo>
                  <a:cubicBezTo>
                    <a:pt x="1380" y="627"/>
                    <a:pt x="1387" y="635"/>
                    <a:pt x="1399" y="635"/>
                  </a:cubicBezTo>
                  <a:cubicBezTo>
                    <a:pt x="1436" y="655"/>
                    <a:pt x="1447" y="659"/>
                    <a:pt x="1461" y="658"/>
                  </a:cubicBezTo>
                  <a:cubicBezTo>
                    <a:pt x="1487" y="664"/>
                    <a:pt x="1488" y="669"/>
                    <a:pt x="1492" y="670"/>
                  </a:cubicBezTo>
                  <a:cubicBezTo>
                    <a:pt x="1538" y="679"/>
                    <a:pt x="1550" y="675"/>
                    <a:pt x="1556" y="680"/>
                  </a:cubicBezTo>
                  <a:cubicBezTo>
                    <a:pt x="1519" y="683"/>
                    <a:pt x="1520" y="675"/>
                    <a:pt x="1513" y="677"/>
                  </a:cubicBezTo>
                  <a:cubicBezTo>
                    <a:pt x="1499" y="674"/>
                    <a:pt x="1492" y="677"/>
                    <a:pt x="1488" y="675"/>
                  </a:cubicBezTo>
                  <a:cubicBezTo>
                    <a:pt x="1432" y="662"/>
                    <a:pt x="1430" y="659"/>
                    <a:pt x="1428" y="659"/>
                  </a:cubicBezTo>
                  <a:cubicBezTo>
                    <a:pt x="1407" y="653"/>
                    <a:pt x="1398" y="651"/>
                    <a:pt x="1391" y="648"/>
                  </a:cubicBezTo>
                  <a:cubicBezTo>
                    <a:pt x="1354" y="632"/>
                    <a:pt x="1348" y="632"/>
                    <a:pt x="1345" y="630"/>
                  </a:cubicBezTo>
                  <a:cubicBezTo>
                    <a:pt x="1322" y="615"/>
                    <a:pt x="1316" y="617"/>
                    <a:pt x="1313" y="613"/>
                  </a:cubicBezTo>
                  <a:cubicBezTo>
                    <a:pt x="1279" y="594"/>
                    <a:pt x="1276" y="591"/>
                    <a:pt x="1271" y="590"/>
                  </a:cubicBezTo>
                  <a:cubicBezTo>
                    <a:pt x="1238" y="568"/>
                    <a:pt x="1232" y="570"/>
                    <a:pt x="1230" y="566"/>
                  </a:cubicBezTo>
                  <a:cubicBezTo>
                    <a:pt x="1190" y="554"/>
                    <a:pt x="1189" y="549"/>
                    <a:pt x="1182" y="550"/>
                  </a:cubicBezTo>
                  <a:cubicBezTo>
                    <a:pt x="1139" y="548"/>
                    <a:pt x="1134" y="547"/>
                    <a:pt x="1126" y="547"/>
                  </a:cubicBezTo>
                  <a:cubicBezTo>
                    <a:pt x="1156" y="555"/>
                    <a:pt x="1170" y="550"/>
                    <a:pt x="1177" y="556"/>
                  </a:cubicBezTo>
                  <a:cubicBezTo>
                    <a:pt x="1230" y="573"/>
                    <a:pt x="1232" y="576"/>
                    <a:pt x="1234" y="579"/>
                  </a:cubicBezTo>
                  <a:cubicBezTo>
                    <a:pt x="1286" y="604"/>
                    <a:pt x="1288" y="608"/>
                    <a:pt x="1291" y="611"/>
                  </a:cubicBezTo>
                  <a:cubicBezTo>
                    <a:pt x="1326" y="629"/>
                    <a:pt x="1333" y="632"/>
                    <a:pt x="1339" y="635"/>
                  </a:cubicBezTo>
                  <a:cubicBezTo>
                    <a:pt x="1354" y="643"/>
                    <a:pt x="1358" y="644"/>
                    <a:pt x="1355" y="646"/>
                  </a:cubicBezTo>
                  <a:cubicBezTo>
                    <a:pt x="1332" y="636"/>
                    <a:pt x="1330" y="635"/>
                    <a:pt x="1326" y="635"/>
                  </a:cubicBezTo>
                  <a:cubicBezTo>
                    <a:pt x="1294" y="620"/>
                    <a:pt x="1289" y="619"/>
                    <a:pt x="1283" y="619"/>
                  </a:cubicBezTo>
                  <a:cubicBezTo>
                    <a:pt x="1231" y="596"/>
                    <a:pt x="1222" y="592"/>
                    <a:pt x="1212" y="589"/>
                  </a:cubicBezTo>
                  <a:cubicBezTo>
                    <a:pt x="1134" y="577"/>
                    <a:pt x="1120" y="579"/>
                    <a:pt x="1108" y="579"/>
                  </a:cubicBezTo>
                  <a:cubicBezTo>
                    <a:pt x="1062" y="594"/>
                    <a:pt x="1067" y="589"/>
                    <a:pt x="1076" y="589"/>
                  </a:cubicBezTo>
                  <a:cubicBezTo>
                    <a:pt x="1157" y="587"/>
                    <a:pt x="1166" y="585"/>
                    <a:pt x="1173" y="585"/>
                  </a:cubicBezTo>
                  <a:cubicBezTo>
                    <a:pt x="1205" y="597"/>
                    <a:pt x="1212" y="594"/>
                    <a:pt x="1213" y="598"/>
                  </a:cubicBezTo>
                  <a:cubicBezTo>
                    <a:pt x="1245" y="611"/>
                    <a:pt x="1259" y="614"/>
                    <a:pt x="1270" y="621"/>
                  </a:cubicBezTo>
                  <a:cubicBezTo>
                    <a:pt x="1316" y="636"/>
                    <a:pt x="1321" y="639"/>
                    <a:pt x="1326" y="644"/>
                  </a:cubicBezTo>
                  <a:cubicBezTo>
                    <a:pt x="1370" y="662"/>
                    <a:pt x="1377" y="664"/>
                    <a:pt x="1383" y="667"/>
                  </a:cubicBezTo>
                  <a:cubicBezTo>
                    <a:pt x="1436" y="683"/>
                    <a:pt x="1437" y="688"/>
                    <a:pt x="1444" y="685"/>
                  </a:cubicBezTo>
                  <a:cubicBezTo>
                    <a:pt x="1504" y="697"/>
                    <a:pt x="1508" y="695"/>
                    <a:pt x="1512" y="695"/>
                  </a:cubicBezTo>
                  <a:cubicBezTo>
                    <a:pt x="1536" y="698"/>
                    <a:pt x="1543" y="693"/>
                    <a:pt x="1544" y="698"/>
                  </a:cubicBezTo>
                  <a:cubicBezTo>
                    <a:pt x="1486" y="702"/>
                    <a:pt x="1471" y="703"/>
                    <a:pt x="1456" y="703"/>
                  </a:cubicBezTo>
                  <a:cubicBezTo>
                    <a:pt x="1429" y="698"/>
                    <a:pt x="1423" y="696"/>
                    <a:pt x="1415" y="697"/>
                  </a:cubicBezTo>
                  <a:cubicBezTo>
                    <a:pt x="1353" y="677"/>
                    <a:pt x="1348" y="673"/>
                    <a:pt x="1340" y="675"/>
                  </a:cubicBezTo>
                  <a:cubicBezTo>
                    <a:pt x="1312" y="661"/>
                    <a:pt x="1304" y="658"/>
                    <a:pt x="1295" y="656"/>
                  </a:cubicBezTo>
                  <a:cubicBezTo>
                    <a:pt x="1258" y="637"/>
                    <a:pt x="1253" y="638"/>
                    <a:pt x="1247" y="638"/>
                  </a:cubicBezTo>
                  <a:cubicBezTo>
                    <a:pt x="1196" y="619"/>
                    <a:pt x="1187" y="623"/>
                    <a:pt x="1186" y="618"/>
                  </a:cubicBezTo>
                  <a:cubicBezTo>
                    <a:pt x="1157" y="610"/>
                    <a:pt x="1149" y="614"/>
                    <a:pt x="1147" y="610"/>
                  </a:cubicBezTo>
                  <a:cubicBezTo>
                    <a:pt x="1083" y="616"/>
                    <a:pt x="1084" y="621"/>
                    <a:pt x="1078" y="620"/>
                  </a:cubicBezTo>
                  <a:cubicBezTo>
                    <a:pt x="1150" y="620"/>
                    <a:pt x="1157" y="619"/>
                    <a:pt x="1160" y="623"/>
                  </a:cubicBezTo>
                  <a:cubicBezTo>
                    <a:pt x="1199" y="630"/>
                    <a:pt x="1204" y="632"/>
                    <a:pt x="1209" y="634"/>
                  </a:cubicBezTo>
                  <a:cubicBezTo>
                    <a:pt x="1228" y="642"/>
                    <a:pt x="1238" y="637"/>
                    <a:pt x="1239" y="644"/>
                  </a:cubicBezTo>
                  <a:cubicBezTo>
                    <a:pt x="1313" y="668"/>
                    <a:pt x="1320" y="677"/>
                    <a:pt x="1332" y="679"/>
                  </a:cubicBezTo>
                  <a:cubicBezTo>
                    <a:pt x="1381" y="698"/>
                    <a:pt x="1390" y="695"/>
                    <a:pt x="1393" y="701"/>
                  </a:cubicBezTo>
                  <a:cubicBezTo>
                    <a:pt x="1304" y="679"/>
                    <a:pt x="1301" y="674"/>
                    <a:pt x="1293" y="674"/>
                  </a:cubicBezTo>
                  <a:cubicBezTo>
                    <a:pt x="1253" y="666"/>
                    <a:pt x="1252" y="659"/>
                    <a:pt x="1244" y="661"/>
                  </a:cubicBezTo>
                  <a:cubicBezTo>
                    <a:pt x="1190" y="645"/>
                    <a:pt x="1182" y="646"/>
                    <a:pt x="1177" y="644"/>
                  </a:cubicBezTo>
                  <a:cubicBezTo>
                    <a:pt x="1102" y="645"/>
                    <a:pt x="1100" y="643"/>
                    <a:pt x="1084" y="646"/>
                  </a:cubicBezTo>
                  <a:cubicBezTo>
                    <a:pt x="1038" y="654"/>
                    <a:pt x="1027" y="657"/>
                    <a:pt x="1016" y="660"/>
                  </a:cubicBezTo>
                  <a:cubicBezTo>
                    <a:pt x="1009" y="671"/>
                    <a:pt x="1023" y="663"/>
                    <a:pt x="1040" y="658"/>
                  </a:cubicBezTo>
                  <a:cubicBezTo>
                    <a:pt x="1127" y="644"/>
                    <a:pt x="1133" y="653"/>
                    <a:pt x="1142" y="648"/>
                  </a:cubicBezTo>
                  <a:cubicBezTo>
                    <a:pt x="1168" y="650"/>
                    <a:pt x="1171" y="650"/>
                    <a:pt x="1174" y="652"/>
                  </a:cubicBezTo>
                  <a:cubicBezTo>
                    <a:pt x="1216" y="663"/>
                    <a:pt x="1230" y="664"/>
                    <a:pt x="1243" y="668"/>
                  </a:cubicBezTo>
                  <a:cubicBezTo>
                    <a:pt x="1286" y="682"/>
                    <a:pt x="1293" y="683"/>
                    <a:pt x="1300" y="684"/>
                  </a:cubicBezTo>
                  <a:cubicBezTo>
                    <a:pt x="1341" y="697"/>
                    <a:pt x="1345" y="698"/>
                    <a:pt x="1347" y="700"/>
                  </a:cubicBezTo>
                  <a:cubicBezTo>
                    <a:pt x="1407" y="712"/>
                    <a:pt x="1415" y="717"/>
                    <a:pt x="1425" y="717"/>
                  </a:cubicBezTo>
                  <a:cubicBezTo>
                    <a:pt x="1468" y="727"/>
                    <a:pt x="1479" y="717"/>
                    <a:pt x="1479" y="723"/>
                  </a:cubicBezTo>
                  <a:cubicBezTo>
                    <a:pt x="1425" y="732"/>
                    <a:pt x="1411" y="731"/>
                    <a:pt x="1397" y="731"/>
                  </a:cubicBezTo>
                  <a:cubicBezTo>
                    <a:pt x="1367" y="724"/>
                    <a:pt x="1361" y="728"/>
                    <a:pt x="1360" y="724"/>
                  </a:cubicBezTo>
                  <a:cubicBezTo>
                    <a:pt x="1304" y="710"/>
                    <a:pt x="1299" y="708"/>
                    <a:pt x="1293" y="708"/>
                  </a:cubicBezTo>
                  <a:cubicBezTo>
                    <a:pt x="1240" y="696"/>
                    <a:pt x="1239" y="689"/>
                    <a:pt x="1232" y="690"/>
                  </a:cubicBezTo>
                  <a:cubicBezTo>
                    <a:pt x="1148" y="668"/>
                    <a:pt x="1139" y="669"/>
                    <a:pt x="1132" y="666"/>
                  </a:cubicBezTo>
                  <a:cubicBezTo>
                    <a:pt x="1108" y="662"/>
                    <a:pt x="1101" y="667"/>
                    <a:pt x="1101" y="663"/>
                  </a:cubicBezTo>
                  <a:cubicBezTo>
                    <a:pt x="1074" y="662"/>
                    <a:pt x="1066" y="667"/>
                    <a:pt x="1065" y="662"/>
                  </a:cubicBezTo>
                  <a:cubicBezTo>
                    <a:pt x="1055" y="666"/>
                    <a:pt x="1086" y="668"/>
                    <a:pt x="1116" y="671"/>
                  </a:cubicBezTo>
                  <a:cubicBezTo>
                    <a:pt x="1206" y="690"/>
                    <a:pt x="1212" y="689"/>
                    <a:pt x="1215" y="693"/>
                  </a:cubicBezTo>
                  <a:cubicBezTo>
                    <a:pt x="1240" y="698"/>
                    <a:pt x="1245" y="703"/>
                    <a:pt x="1254" y="704"/>
                  </a:cubicBezTo>
                  <a:cubicBezTo>
                    <a:pt x="1310" y="722"/>
                    <a:pt x="1318" y="725"/>
                    <a:pt x="1325" y="729"/>
                  </a:cubicBezTo>
                  <a:cubicBezTo>
                    <a:pt x="1364" y="740"/>
                    <a:pt x="1374" y="733"/>
                    <a:pt x="1374" y="740"/>
                  </a:cubicBezTo>
                  <a:cubicBezTo>
                    <a:pt x="1411" y="742"/>
                    <a:pt x="1411" y="738"/>
                    <a:pt x="1414" y="743"/>
                  </a:cubicBezTo>
                  <a:cubicBezTo>
                    <a:pt x="1303" y="732"/>
                    <a:pt x="1295" y="732"/>
                    <a:pt x="1290" y="728"/>
                  </a:cubicBezTo>
                  <a:cubicBezTo>
                    <a:pt x="1255" y="719"/>
                    <a:pt x="1240" y="716"/>
                    <a:pt x="1225" y="713"/>
                  </a:cubicBezTo>
                  <a:cubicBezTo>
                    <a:pt x="1158" y="693"/>
                    <a:pt x="1147" y="697"/>
                    <a:pt x="1142" y="693"/>
                  </a:cubicBezTo>
                  <a:cubicBezTo>
                    <a:pt x="1067" y="682"/>
                    <a:pt x="1060" y="680"/>
                    <a:pt x="1051" y="680"/>
                  </a:cubicBezTo>
                  <a:cubicBezTo>
                    <a:pt x="1019" y="689"/>
                    <a:pt x="1034" y="691"/>
                    <a:pt x="1054" y="687"/>
                  </a:cubicBezTo>
                  <a:cubicBezTo>
                    <a:pt x="1119" y="691"/>
                    <a:pt x="1120" y="700"/>
                    <a:pt x="1129" y="697"/>
                  </a:cubicBezTo>
                  <a:cubicBezTo>
                    <a:pt x="1178" y="710"/>
                    <a:pt x="1192" y="710"/>
                    <a:pt x="1203" y="715"/>
                  </a:cubicBezTo>
                  <a:cubicBezTo>
                    <a:pt x="1244" y="728"/>
                    <a:pt x="1252" y="727"/>
                    <a:pt x="1257" y="730"/>
                  </a:cubicBezTo>
                  <a:cubicBezTo>
                    <a:pt x="1283" y="735"/>
                    <a:pt x="1286" y="740"/>
                    <a:pt x="1294" y="739"/>
                  </a:cubicBezTo>
                  <a:cubicBezTo>
                    <a:pt x="1351" y="756"/>
                    <a:pt x="1361" y="747"/>
                    <a:pt x="1361" y="753"/>
                  </a:cubicBezTo>
                  <a:cubicBezTo>
                    <a:pt x="1380" y="756"/>
                    <a:pt x="1376" y="760"/>
                    <a:pt x="1362" y="762"/>
                  </a:cubicBezTo>
                  <a:cubicBezTo>
                    <a:pt x="1315" y="757"/>
                    <a:pt x="1314" y="755"/>
                    <a:pt x="1310" y="756"/>
                  </a:cubicBezTo>
                  <a:cubicBezTo>
                    <a:pt x="1291" y="749"/>
                    <a:pt x="1286" y="752"/>
                    <a:pt x="1285" y="749"/>
                  </a:cubicBezTo>
                  <a:cubicBezTo>
                    <a:pt x="1265" y="745"/>
                    <a:pt x="1264" y="743"/>
                    <a:pt x="1260" y="745"/>
                  </a:cubicBezTo>
                  <a:cubicBezTo>
                    <a:pt x="1206" y="729"/>
                    <a:pt x="1199" y="730"/>
                    <a:pt x="1196" y="725"/>
                  </a:cubicBezTo>
                  <a:cubicBezTo>
                    <a:pt x="1126" y="707"/>
                    <a:pt x="1120" y="706"/>
                    <a:pt x="1113" y="707"/>
                  </a:cubicBezTo>
                  <a:cubicBezTo>
                    <a:pt x="1142" y="713"/>
                    <a:pt x="1148" y="722"/>
                    <a:pt x="1162" y="720"/>
                  </a:cubicBezTo>
                  <a:cubicBezTo>
                    <a:pt x="1229" y="744"/>
                    <a:pt x="1232" y="748"/>
                    <a:pt x="1238" y="749"/>
                  </a:cubicBezTo>
                  <a:cubicBezTo>
                    <a:pt x="1266" y="755"/>
                    <a:pt x="1278" y="756"/>
                    <a:pt x="1287" y="762"/>
                  </a:cubicBezTo>
                  <a:cubicBezTo>
                    <a:pt x="1327" y="768"/>
                    <a:pt x="1331" y="770"/>
                    <a:pt x="1339" y="768"/>
                  </a:cubicBezTo>
                  <a:cubicBezTo>
                    <a:pt x="1311" y="775"/>
                    <a:pt x="1304" y="771"/>
                    <a:pt x="1291" y="774"/>
                  </a:cubicBezTo>
                  <a:cubicBezTo>
                    <a:pt x="1247" y="759"/>
                    <a:pt x="1242" y="760"/>
                    <a:pt x="1238" y="760"/>
                  </a:cubicBezTo>
                  <a:cubicBezTo>
                    <a:pt x="1210" y="756"/>
                    <a:pt x="1208" y="753"/>
                    <a:pt x="1203" y="753"/>
                  </a:cubicBezTo>
                  <a:cubicBezTo>
                    <a:pt x="1153" y="739"/>
                    <a:pt x="1142" y="743"/>
                    <a:pt x="1136" y="738"/>
                  </a:cubicBezTo>
                  <a:cubicBezTo>
                    <a:pt x="1065" y="736"/>
                    <a:pt x="1052" y="738"/>
                    <a:pt x="1039" y="740"/>
                  </a:cubicBezTo>
                  <a:cubicBezTo>
                    <a:pt x="1001" y="753"/>
                    <a:pt x="1000" y="758"/>
                    <a:pt x="992" y="758"/>
                  </a:cubicBezTo>
                  <a:cubicBezTo>
                    <a:pt x="998" y="764"/>
                    <a:pt x="1000" y="760"/>
                    <a:pt x="1005" y="757"/>
                  </a:cubicBezTo>
                  <a:cubicBezTo>
                    <a:pt x="1082" y="742"/>
                    <a:pt x="1087" y="741"/>
                    <a:pt x="1092" y="739"/>
                  </a:cubicBezTo>
                  <a:cubicBezTo>
                    <a:pt x="1123" y="744"/>
                    <a:pt x="1129" y="748"/>
                    <a:pt x="1138" y="747"/>
                  </a:cubicBezTo>
                  <a:cubicBezTo>
                    <a:pt x="1211" y="765"/>
                    <a:pt x="1220" y="764"/>
                    <a:pt x="1228" y="766"/>
                  </a:cubicBezTo>
                  <a:cubicBezTo>
                    <a:pt x="1279" y="775"/>
                    <a:pt x="1279" y="782"/>
                    <a:pt x="1286" y="780"/>
                  </a:cubicBezTo>
                  <a:cubicBezTo>
                    <a:pt x="1318" y="788"/>
                    <a:pt x="1327" y="783"/>
                    <a:pt x="1328" y="790"/>
                  </a:cubicBezTo>
                  <a:cubicBezTo>
                    <a:pt x="1241" y="786"/>
                    <a:pt x="1232" y="784"/>
                    <a:pt x="1222" y="783"/>
                  </a:cubicBezTo>
                  <a:cubicBezTo>
                    <a:pt x="1192" y="776"/>
                    <a:pt x="1187" y="776"/>
                    <a:pt x="1181" y="777"/>
                  </a:cubicBezTo>
                  <a:cubicBezTo>
                    <a:pt x="1149" y="770"/>
                    <a:pt x="1146" y="766"/>
                    <a:pt x="1140" y="769"/>
                  </a:cubicBezTo>
                  <a:cubicBezTo>
                    <a:pt x="1088" y="767"/>
                    <a:pt x="1068" y="764"/>
                    <a:pt x="1046" y="766"/>
                  </a:cubicBezTo>
                  <a:cubicBezTo>
                    <a:pt x="971" y="785"/>
                    <a:pt x="962" y="782"/>
                    <a:pt x="964" y="787"/>
                  </a:cubicBezTo>
                  <a:cubicBezTo>
                    <a:pt x="983" y="786"/>
                    <a:pt x="994" y="781"/>
                    <a:pt x="1006" y="777"/>
                  </a:cubicBezTo>
                  <a:cubicBezTo>
                    <a:pt x="1067" y="772"/>
                    <a:pt x="1071" y="774"/>
                    <a:pt x="1076" y="773"/>
                  </a:cubicBezTo>
                  <a:cubicBezTo>
                    <a:pt x="1106" y="776"/>
                    <a:pt x="1115" y="770"/>
                    <a:pt x="1117" y="775"/>
                  </a:cubicBezTo>
                  <a:cubicBezTo>
                    <a:pt x="1191" y="786"/>
                    <a:pt x="1211" y="787"/>
                    <a:pt x="1228" y="793"/>
                  </a:cubicBezTo>
                  <a:cubicBezTo>
                    <a:pt x="1281" y="803"/>
                    <a:pt x="1277" y="804"/>
                    <a:pt x="1276" y="802"/>
                  </a:cubicBezTo>
                  <a:cubicBezTo>
                    <a:pt x="1242" y="800"/>
                    <a:pt x="1229" y="800"/>
                    <a:pt x="1218" y="799"/>
                  </a:cubicBezTo>
                  <a:cubicBezTo>
                    <a:pt x="1129" y="795"/>
                    <a:pt x="1128" y="790"/>
                    <a:pt x="1122" y="792"/>
                  </a:cubicBezTo>
                  <a:cubicBezTo>
                    <a:pt x="971" y="817"/>
                    <a:pt x="962" y="818"/>
                    <a:pt x="957" y="822"/>
                  </a:cubicBezTo>
                  <a:cubicBezTo>
                    <a:pt x="931" y="836"/>
                    <a:pt x="925" y="840"/>
                    <a:pt x="918" y="844"/>
                  </a:cubicBezTo>
                  <a:cubicBezTo>
                    <a:pt x="915" y="851"/>
                    <a:pt x="927" y="844"/>
                    <a:pt x="937" y="836"/>
                  </a:cubicBezTo>
                  <a:cubicBezTo>
                    <a:pt x="967" y="824"/>
                    <a:pt x="968" y="824"/>
                    <a:pt x="970" y="821"/>
                  </a:cubicBezTo>
                  <a:cubicBezTo>
                    <a:pt x="988" y="819"/>
                    <a:pt x="997" y="815"/>
                    <a:pt x="1010" y="812"/>
                  </a:cubicBezTo>
                  <a:cubicBezTo>
                    <a:pt x="1118" y="803"/>
                    <a:pt x="1124" y="799"/>
                    <a:pt x="1126" y="802"/>
                  </a:cubicBezTo>
                  <a:cubicBezTo>
                    <a:pt x="1151" y="804"/>
                    <a:pt x="1155" y="804"/>
                    <a:pt x="1159" y="803"/>
                  </a:cubicBezTo>
                  <a:cubicBezTo>
                    <a:pt x="1188" y="806"/>
                    <a:pt x="1197" y="803"/>
                    <a:pt x="1202" y="808"/>
                  </a:cubicBezTo>
                  <a:cubicBezTo>
                    <a:pt x="1137" y="807"/>
                    <a:pt x="1132" y="808"/>
                    <a:pt x="1129" y="806"/>
                  </a:cubicBezTo>
                  <a:cubicBezTo>
                    <a:pt x="1007" y="827"/>
                    <a:pt x="987" y="836"/>
                    <a:pt x="958" y="843"/>
                  </a:cubicBezTo>
                  <a:cubicBezTo>
                    <a:pt x="933" y="859"/>
                    <a:pt x="923" y="861"/>
                    <a:pt x="918" y="866"/>
                  </a:cubicBezTo>
                  <a:cubicBezTo>
                    <a:pt x="898" y="891"/>
                    <a:pt x="901" y="878"/>
                    <a:pt x="915" y="873"/>
                  </a:cubicBezTo>
                  <a:cubicBezTo>
                    <a:pt x="944" y="858"/>
                    <a:pt x="947" y="856"/>
                    <a:pt x="949" y="854"/>
                  </a:cubicBezTo>
                  <a:cubicBezTo>
                    <a:pt x="992" y="838"/>
                    <a:pt x="1000" y="841"/>
                    <a:pt x="999" y="836"/>
                  </a:cubicBezTo>
                  <a:cubicBezTo>
                    <a:pt x="1049" y="824"/>
                    <a:pt x="1051" y="821"/>
                    <a:pt x="1058" y="821"/>
                  </a:cubicBezTo>
                  <a:cubicBezTo>
                    <a:pt x="1141" y="816"/>
                    <a:pt x="1140" y="815"/>
                    <a:pt x="1146" y="816"/>
                  </a:cubicBezTo>
                  <a:cubicBezTo>
                    <a:pt x="1178" y="815"/>
                    <a:pt x="1186" y="820"/>
                    <a:pt x="1200" y="818"/>
                  </a:cubicBezTo>
                  <a:cubicBezTo>
                    <a:pt x="1212" y="833"/>
                    <a:pt x="1196" y="824"/>
                    <a:pt x="1177" y="826"/>
                  </a:cubicBezTo>
                  <a:cubicBezTo>
                    <a:pt x="1028" y="844"/>
                    <a:pt x="1022" y="846"/>
                    <a:pt x="1014" y="847"/>
                  </a:cubicBezTo>
                  <a:cubicBezTo>
                    <a:pt x="992" y="855"/>
                    <a:pt x="977" y="859"/>
                    <a:pt x="966" y="864"/>
                  </a:cubicBezTo>
                  <a:cubicBezTo>
                    <a:pt x="916" y="894"/>
                    <a:pt x="905" y="894"/>
                    <a:pt x="904" y="900"/>
                  </a:cubicBezTo>
                  <a:cubicBezTo>
                    <a:pt x="980" y="863"/>
                    <a:pt x="990" y="863"/>
                    <a:pt x="994" y="859"/>
                  </a:cubicBezTo>
                  <a:cubicBezTo>
                    <a:pt x="1024" y="851"/>
                    <a:pt x="1039" y="847"/>
                    <a:pt x="1056" y="844"/>
                  </a:cubicBezTo>
                  <a:cubicBezTo>
                    <a:pt x="1146" y="832"/>
                    <a:pt x="1149" y="836"/>
                    <a:pt x="1156" y="834"/>
                  </a:cubicBezTo>
                  <a:cubicBezTo>
                    <a:pt x="1103" y="846"/>
                    <a:pt x="1103" y="849"/>
                    <a:pt x="1099" y="849"/>
                  </a:cubicBezTo>
                  <a:cubicBezTo>
                    <a:pt x="1074" y="856"/>
                    <a:pt x="1075" y="852"/>
                    <a:pt x="1071" y="856"/>
                  </a:cubicBezTo>
                  <a:cubicBezTo>
                    <a:pt x="1014" y="877"/>
                    <a:pt x="1004" y="885"/>
                    <a:pt x="989" y="889"/>
                  </a:cubicBezTo>
                  <a:cubicBezTo>
                    <a:pt x="937" y="920"/>
                    <a:pt x="924" y="917"/>
                    <a:pt x="927" y="927"/>
                  </a:cubicBezTo>
                  <a:cubicBezTo>
                    <a:pt x="944" y="914"/>
                    <a:pt x="953" y="913"/>
                    <a:pt x="957" y="908"/>
                  </a:cubicBezTo>
                  <a:cubicBezTo>
                    <a:pt x="1079" y="868"/>
                    <a:pt x="1081" y="859"/>
                    <a:pt x="1085" y="860"/>
                  </a:cubicBezTo>
                  <a:cubicBezTo>
                    <a:pt x="1115" y="856"/>
                    <a:pt x="1123" y="851"/>
                    <a:pt x="1124" y="856"/>
                  </a:cubicBezTo>
                  <a:cubicBezTo>
                    <a:pt x="1048" y="892"/>
                    <a:pt x="1037" y="891"/>
                    <a:pt x="1034" y="896"/>
                  </a:cubicBezTo>
                  <a:cubicBezTo>
                    <a:pt x="995" y="917"/>
                    <a:pt x="985" y="917"/>
                    <a:pt x="986" y="925"/>
                  </a:cubicBezTo>
                  <a:cubicBezTo>
                    <a:pt x="1060" y="887"/>
                    <a:pt x="1082" y="881"/>
                    <a:pt x="1101" y="871"/>
                  </a:cubicBezTo>
                  <a:cubicBezTo>
                    <a:pt x="1190" y="845"/>
                    <a:pt x="1192" y="840"/>
                    <a:pt x="1201" y="839"/>
                  </a:cubicBezTo>
                  <a:cubicBezTo>
                    <a:pt x="1214" y="839"/>
                    <a:pt x="1208" y="844"/>
                    <a:pt x="1196" y="845"/>
                  </a:cubicBezTo>
                  <a:cubicBezTo>
                    <a:pt x="1124" y="887"/>
                    <a:pt x="1112" y="885"/>
                    <a:pt x="1111" y="891"/>
                  </a:cubicBezTo>
                  <a:cubicBezTo>
                    <a:pt x="1040" y="922"/>
                    <a:pt x="1032" y="930"/>
                    <a:pt x="1019" y="934"/>
                  </a:cubicBezTo>
                  <a:cubicBezTo>
                    <a:pt x="994" y="953"/>
                    <a:pt x="987" y="952"/>
                    <a:pt x="987" y="956"/>
                  </a:cubicBezTo>
                  <a:cubicBezTo>
                    <a:pt x="936" y="987"/>
                    <a:pt x="933" y="989"/>
                    <a:pt x="932" y="992"/>
                  </a:cubicBezTo>
                  <a:cubicBezTo>
                    <a:pt x="945" y="988"/>
                    <a:pt x="958" y="980"/>
                    <a:pt x="970" y="972"/>
                  </a:cubicBezTo>
                  <a:cubicBezTo>
                    <a:pt x="999" y="956"/>
                    <a:pt x="1004" y="952"/>
                    <a:pt x="1010" y="947"/>
                  </a:cubicBezTo>
                  <a:cubicBezTo>
                    <a:pt x="1093" y="911"/>
                    <a:pt x="1102" y="904"/>
                    <a:pt x="1115" y="899"/>
                  </a:cubicBezTo>
                  <a:cubicBezTo>
                    <a:pt x="1139" y="885"/>
                    <a:pt x="1151" y="883"/>
                    <a:pt x="1150" y="886"/>
                  </a:cubicBezTo>
                  <a:cubicBezTo>
                    <a:pt x="1128" y="905"/>
                    <a:pt x="1125" y="907"/>
                    <a:pt x="1120" y="907"/>
                  </a:cubicBezTo>
                  <a:cubicBezTo>
                    <a:pt x="1090" y="934"/>
                    <a:pt x="1084" y="937"/>
                    <a:pt x="1082" y="943"/>
                  </a:cubicBezTo>
                  <a:cubicBezTo>
                    <a:pt x="1020" y="991"/>
                    <a:pt x="998" y="1003"/>
                    <a:pt x="978" y="1017"/>
                  </a:cubicBezTo>
                  <a:cubicBezTo>
                    <a:pt x="941" y="1045"/>
                    <a:pt x="928" y="1040"/>
                    <a:pt x="930" y="1046"/>
                  </a:cubicBezTo>
                  <a:cubicBezTo>
                    <a:pt x="921" y="1048"/>
                    <a:pt x="938" y="1050"/>
                    <a:pt x="941" y="1042"/>
                  </a:cubicBezTo>
                  <a:cubicBezTo>
                    <a:pt x="977" y="1024"/>
                    <a:pt x="978" y="1024"/>
                    <a:pt x="980" y="1023"/>
                  </a:cubicBezTo>
                  <a:cubicBezTo>
                    <a:pt x="1005" y="1006"/>
                    <a:pt x="1009" y="1003"/>
                    <a:pt x="1013" y="1000"/>
                  </a:cubicBezTo>
                  <a:cubicBezTo>
                    <a:pt x="1093" y="947"/>
                    <a:pt x="1094" y="941"/>
                    <a:pt x="1102" y="939"/>
                  </a:cubicBezTo>
                  <a:cubicBezTo>
                    <a:pt x="1124" y="923"/>
                    <a:pt x="1125" y="913"/>
                    <a:pt x="1127" y="919"/>
                  </a:cubicBezTo>
                  <a:cubicBezTo>
                    <a:pt x="1102" y="949"/>
                    <a:pt x="1088" y="952"/>
                    <a:pt x="1086" y="962"/>
                  </a:cubicBezTo>
                  <a:cubicBezTo>
                    <a:pt x="1026" y="1003"/>
                    <a:pt x="1022" y="1013"/>
                    <a:pt x="1009" y="1016"/>
                  </a:cubicBezTo>
                  <a:cubicBezTo>
                    <a:pt x="974" y="1039"/>
                    <a:pt x="965" y="1044"/>
                    <a:pt x="956" y="1050"/>
                  </a:cubicBezTo>
                  <a:cubicBezTo>
                    <a:pt x="944" y="1063"/>
                    <a:pt x="956" y="1056"/>
                    <a:pt x="971" y="1049"/>
                  </a:cubicBezTo>
                  <a:cubicBezTo>
                    <a:pt x="996" y="1034"/>
                    <a:pt x="1001" y="1029"/>
                    <a:pt x="1009" y="1027"/>
                  </a:cubicBezTo>
                  <a:cubicBezTo>
                    <a:pt x="1066" y="985"/>
                    <a:pt x="1076" y="984"/>
                    <a:pt x="1078" y="977"/>
                  </a:cubicBezTo>
                  <a:cubicBezTo>
                    <a:pt x="1127" y="934"/>
                    <a:pt x="1130" y="932"/>
                    <a:pt x="1134" y="931"/>
                  </a:cubicBezTo>
                  <a:cubicBezTo>
                    <a:pt x="1159" y="903"/>
                    <a:pt x="1165" y="900"/>
                    <a:pt x="1172" y="896"/>
                  </a:cubicBezTo>
                  <a:cubicBezTo>
                    <a:pt x="1209" y="866"/>
                    <a:pt x="1212" y="862"/>
                    <a:pt x="1216" y="859"/>
                  </a:cubicBezTo>
                  <a:cubicBezTo>
                    <a:pt x="1239" y="845"/>
                    <a:pt x="1244" y="841"/>
                    <a:pt x="1252" y="839"/>
                  </a:cubicBezTo>
                  <a:cubicBezTo>
                    <a:pt x="1222" y="871"/>
                    <a:pt x="1212" y="871"/>
                    <a:pt x="1210" y="878"/>
                  </a:cubicBezTo>
                  <a:cubicBezTo>
                    <a:pt x="1167" y="923"/>
                    <a:pt x="1164" y="928"/>
                    <a:pt x="1158" y="931"/>
                  </a:cubicBezTo>
                  <a:cubicBezTo>
                    <a:pt x="1105" y="979"/>
                    <a:pt x="1096" y="989"/>
                    <a:pt x="1083" y="996"/>
                  </a:cubicBezTo>
                  <a:cubicBezTo>
                    <a:pt x="1060" y="1010"/>
                    <a:pt x="1059" y="1017"/>
                    <a:pt x="1049" y="1017"/>
                  </a:cubicBezTo>
                  <a:cubicBezTo>
                    <a:pt x="1009" y="1042"/>
                    <a:pt x="1008" y="1047"/>
                    <a:pt x="999" y="1046"/>
                  </a:cubicBezTo>
                  <a:cubicBezTo>
                    <a:pt x="1010" y="1045"/>
                    <a:pt x="1018" y="1046"/>
                    <a:pt x="1019" y="1043"/>
                  </a:cubicBezTo>
                  <a:cubicBezTo>
                    <a:pt x="1042" y="1033"/>
                    <a:pt x="1041" y="1028"/>
                    <a:pt x="1047" y="1029"/>
                  </a:cubicBezTo>
                  <a:cubicBezTo>
                    <a:pt x="1083" y="1001"/>
                    <a:pt x="1094" y="1001"/>
                    <a:pt x="1096" y="996"/>
                  </a:cubicBezTo>
                  <a:cubicBezTo>
                    <a:pt x="1125" y="978"/>
                    <a:pt x="1132" y="967"/>
                    <a:pt x="1143" y="959"/>
                  </a:cubicBezTo>
                  <a:cubicBezTo>
                    <a:pt x="1161" y="941"/>
                    <a:pt x="1167" y="938"/>
                    <a:pt x="1172" y="933"/>
                  </a:cubicBezTo>
                  <a:cubicBezTo>
                    <a:pt x="1182" y="914"/>
                    <a:pt x="1188" y="915"/>
                    <a:pt x="1190" y="912"/>
                  </a:cubicBezTo>
                  <a:cubicBezTo>
                    <a:pt x="1250" y="864"/>
                    <a:pt x="1235" y="870"/>
                    <a:pt x="1231" y="883"/>
                  </a:cubicBezTo>
                  <a:cubicBezTo>
                    <a:pt x="1206" y="904"/>
                    <a:pt x="1210" y="911"/>
                    <a:pt x="1203" y="910"/>
                  </a:cubicBezTo>
                  <a:cubicBezTo>
                    <a:pt x="1169" y="949"/>
                    <a:pt x="1164" y="950"/>
                    <a:pt x="1164" y="955"/>
                  </a:cubicBezTo>
                  <a:cubicBezTo>
                    <a:pt x="1132" y="987"/>
                    <a:pt x="1124" y="990"/>
                    <a:pt x="1121" y="996"/>
                  </a:cubicBezTo>
                  <a:cubicBezTo>
                    <a:pt x="1053" y="1048"/>
                    <a:pt x="1050" y="1050"/>
                    <a:pt x="1049" y="1053"/>
                  </a:cubicBezTo>
                  <a:cubicBezTo>
                    <a:pt x="1028" y="1067"/>
                    <a:pt x="1023" y="1068"/>
                    <a:pt x="1021" y="1071"/>
                  </a:cubicBezTo>
                  <a:cubicBezTo>
                    <a:pt x="1074" y="1047"/>
                    <a:pt x="1077" y="1034"/>
                    <a:pt x="1094" y="1029"/>
                  </a:cubicBezTo>
                  <a:cubicBezTo>
                    <a:pt x="1127" y="1000"/>
                    <a:pt x="1131" y="995"/>
                    <a:pt x="1138" y="993"/>
                  </a:cubicBezTo>
                  <a:cubicBezTo>
                    <a:pt x="1170" y="960"/>
                    <a:pt x="1175" y="957"/>
                    <a:pt x="1179" y="952"/>
                  </a:cubicBezTo>
                  <a:cubicBezTo>
                    <a:pt x="1266" y="861"/>
                    <a:pt x="1268" y="852"/>
                    <a:pt x="1278" y="848"/>
                  </a:cubicBezTo>
                  <a:cubicBezTo>
                    <a:pt x="1310" y="817"/>
                    <a:pt x="1311" y="812"/>
                    <a:pt x="1318" y="812"/>
                  </a:cubicBezTo>
                  <a:cubicBezTo>
                    <a:pt x="1337" y="798"/>
                    <a:pt x="1338" y="794"/>
                    <a:pt x="1340" y="797"/>
                  </a:cubicBezTo>
                  <a:cubicBezTo>
                    <a:pt x="1320" y="818"/>
                    <a:pt x="1310" y="821"/>
                    <a:pt x="1305" y="827"/>
                  </a:cubicBezTo>
                  <a:cubicBezTo>
                    <a:pt x="1272" y="863"/>
                    <a:pt x="1269" y="865"/>
                    <a:pt x="1266" y="868"/>
                  </a:cubicBezTo>
                  <a:cubicBezTo>
                    <a:pt x="1240" y="900"/>
                    <a:pt x="1232" y="904"/>
                    <a:pt x="1230" y="912"/>
                  </a:cubicBezTo>
                  <a:cubicBezTo>
                    <a:pt x="1205" y="941"/>
                    <a:pt x="1195" y="952"/>
                    <a:pt x="1184" y="962"/>
                  </a:cubicBezTo>
                  <a:cubicBezTo>
                    <a:pt x="1136" y="1004"/>
                    <a:pt x="1131" y="1018"/>
                    <a:pt x="1115" y="1026"/>
                  </a:cubicBezTo>
                  <a:cubicBezTo>
                    <a:pt x="1086" y="1052"/>
                    <a:pt x="1078" y="1051"/>
                    <a:pt x="1079" y="1057"/>
                  </a:cubicBezTo>
                  <a:cubicBezTo>
                    <a:pt x="1113" y="1033"/>
                    <a:pt x="1124" y="1028"/>
                    <a:pt x="1130" y="1021"/>
                  </a:cubicBezTo>
                  <a:cubicBezTo>
                    <a:pt x="1187" y="966"/>
                    <a:pt x="1196" y="966"/>
                    <a:pt x="1196" y="960"/>
                  </a:cubicBezTo>
                  <a:cubicBezTo>
                    <a:pt x="1240" y="913"/>
                    <a:pt x="1240" y="908"/>
                    <a:pt x="1247" y="907"/>
                  </a:cubicBezTo>
                  <a:cubicBezTo>
                    <a:pt x="1258" y="891"/>
                    <a:pt x="1263" y="890"/>
                    <a:pt x="1263" y="886"/>
                  </a:cubicBezTo>
                  <a:cubicBezTo>
                    <a:pt x="1296" y="857"/>
                    <a:pt x="1296" y="847"/>
                    <a:pt x="1304" y="843"/>
                  </a:cubicBezTo>
                  <a:cubicBezTo>
                    <a:pt x="1319" y="829"/>
                    <a:pt x="1320" y="826"/>
                    <a:pt x="1321" y="829"/>
                  </a:cubicBezTo>
                  <a:cubicBezTo>
                    <a:pt x="1305" y="848"/>
                    <a:pt x="1301" y="850"/>
                    <a:pt x="1299" y="853"/>
                  </a:cubicBezTo>
                  <a:cubicBezTo>
                    <a:pt x="1280" y="873"/>
                    <a:pt x="1274" y="888"/>
                    <a:pt x="1260" y="897"/>
                  </a:cubicBezTo>
                  <a:cubicBezTo>
                    <a:pt x="1250" y="921"/>
                    <a:pt x="1239" y="921"/>
                    <a:pt x="1240" y="930"/>
                  </a:cubicBezTo>
                  <a:cubicBezTo>
                    <a:pt x="1219" y="954"/>
                    <a:pt x="1214" y="955"/>
                    <a:pt x="1214" y="959"/>
                  </a:cubicBezTo>
                  <a:cubicBezTo>
                    <a:pt x="1153" y="1020"/>
                    <a:pt x="1147" y="1023"/>
                    <a:pt x="1145" y="1029"/>
                  </a:cubicBezTo>
                  <a:cubicBezTo>
                    <a:pt x="1092" y="1073"/>
                    <a:pt x="1084" y="1075"/>
                    <a:pt x="1078" y="1079"/>
                  </a:cubicBezTo>
                  <a:cubicBezTo>
                    <a:pt x="1049" y="1099"/>
                    <a:pt x="1040" y="1097"/>
                    <a:pt x="1040" y="1101"/>
                  </a:cubicBezTo>
                  <a:cubicBezTo>
                    <a:pt x="1032" y="1111"/>
                    <a:pt x="1047" y="1102"/>
                    <a:pt x="1060" y="1100"/>
                  </a:cubicBezTo>
                  <a:cubicBezTo>
                    <a:pt x="1109" y="1066"/>
                    <a:pt x="1122" y="1059"/>
                    <a:pt x="1133" y="1049"/>
                  </a:cubicBezTo>
                  <a:cubicBezTo>
                    <a:pt x="1174" y="1010"/>
                    <a:pt x="1187" y="1001"/>
                    <a:pt x="1195" y="989"/>
                  </a:cubicBezTo>
                  <a:cubicBezTo>
                    <a:pt x="1215" y="970"/>
                    <a:pt x="1221" y="965"/>
                    <a:pt x="1225" y="959"/>
                  </a:cubicBezTo>
                  <a:cubicBezTo>
                    <a:pt x="1259" y="917"/>
                    <a:pt x="1260" y="913"/>
                    <a:pt x="1265" y="912"/>
                  </a:cubicBezTo>
                  <a:cubicBezTo>
                    <a:pt x="1297" y="873"/>
                    <a:pt x="1300" y="866"/>
                    <a:pt x="1305" y="861"/>
                  </a:cubicBezTo>
                  <a:cubicBezTo>
                    <a:pt x="1383" y="782"/>
                    <a:pt x="1385" y="780"/>
                    <a:pt x="1385" y="778"/>
                  </a:cubicBezTo>
                  <a:cubicBezTo>
                    <a:pt x="1409" y="773"/>
                    <a:pt x="1402" y="775"/>
                    <a:pt x="1399" y="780"/>
                  </a:cubicBezTo>
                  <a:cubicBezTo>
                    <a:pt x="1372" y="809"/>
                    <a:pt x="1370" y="815"/>
                    <a:pt x="1363" y="817"/>
                  </a:cubicBezTo>
                  <a:cubicBezTo>
                    <a:pt x="1334" y="859"/>
                    <a:pt x="1336" y="867"/>
                    <a:pt x="1328" y="868"/>
                  </a:cubicBezTo>
                  <a:cubicBezTo>
                    <a:pt x="1317" y="891"/>
                    <a:pt x="1311" y="890"/>
                    <a:pt x="1313" y="895"/>
                  </a:cubicBezTo>
                  <a:cubicBezTo>
                    <a:pt x="1281" y="937"/>
                    <a:pt x="1275" y="940"/>
                    <a:pt x="1274" y="946"/>
                  </a:cubicBezTo>
                  <a:cubicBezTo>
                    <a:pt x="1245" y="976"/>
                    <a:pt x="1245" y="983"/>
                    <a:pt x="1239" y="986"/>
                  </a:cubicBezTo>
                  <a:cubicBezTo>
                    <a:pt x="1200" y="1032"/>
                    <a:pt x="1193" y="1033"/>
                    <a:pt x="1191" y="1039"/>
                  </a:cubicBezTo>
                  <a:cubicBezTo>
                    <a:pt x="1145" y="1080"/>
                    <a:pt x="1138" y="1082"/>
                    <a:pt x="1135" y="1086"/>
                  </a:cubicBezTo>
                  <a:cubicBezTo>
                    <a:pt x="1085" y="1120"/>
                    <a:pt x="1080" y="1120"/>
                    <a:pt x="1079" y="1123"/>
                  </a:cubicBezTo>
                  <a:cubicBezTo>
                    <a:pt x="1119" y="1106"/>
                    <a:pt x="1123" y="1103"/>
                    <a:pt x="1126" y="1099"/>
                  </a:cubicBezTo>
                  <a:cubicBezTo>
                    <a:pt x="1159" y="1076"/>
                    <a:pt x="1165" y="1073"/>
                    <a:pt x="1167" y="1067"/>
                  </a:cubicBezTo>
                  <a:cubicBezTo>
                    <a:pt x="1200" y="1044"/>
                    <a:pt x="1196" y="1035"/>
                    <a:pt x="1206" y="1036"/>
                  </a:cubicBezTo>
                  <a:cubicBezTo>
                    <a:pt x="1247" y="991"/>
                    <a:pt x="1255" y="984"/>
                    <a:pt x="1261" y="975"/>
                  </a:cubicBezTo>
                  <a:cubicBezTo>
                    <a:pt x="1275" y="953"/>
                    <a:pt x="1282" y="954"/>
                    <a:pt x="1281" y="949"/>
                  </a:cubicBezTo>
                  <a:cubicBezTo>
                    <a:pt x="1307" y="922"/>
                    <a:pt x="1306" y="914"/>
                    <a:pt x="1312" y="913"/>
                  </a:cubicBezTo>
                  <a:cubicBezTo>
                    <a:pt x="1326" y="889"/>
                    <a:pt x="1332" y="880"/>
                    <a:pt x="1338" y="870"/>
                  </a:cubicBezTo>
                  <a:cubicBezTo>
                    <a:pt x="1367" y="825"/>
                    <a:pt x="1385" y="812"/>
                    <a:pt x="1399" y="795"/>
                  </a:cubicBezTo>
                  <a:cubicBezTo>
                    <a:pt x="1439" y="757"/>
                    <a:pt x="1439" y="750"/>
                    <a:pt x="1449" y="751"/>
                  </a:cubicBezTo>
                  <a:cubicBezTo>
                    <a:pt x="1375" y="857"/>
                    <a:pt x="1363" y="865"/>
                    <a:pt x="1361" y="879"/>
                  </a:cubicBezTo>
                  <a:cubicBezTo>
                    <a:pt x="1346" y="897"/>
                    <a:pt x="1345" y="900"/>
                    <a:pt x="1346" y="904"/>
                  </a:cubicBezTo>
                  <a:cubicBezTo>
                    <a:pt x="1326" y="929"/>
                    <a:pt x="1328" y="937"/>
                    <a:pt x="1319" y="938"/>
                  </a:cubicBezTo>
                  <a:cubicBezTo>
                    <a:pt x="1302" y="971"/>
                    <a:pt x="1298" y="971"/>
                    <a:pt x="1296" y="973"/>
                  </a:cubicBezTo>
                  <a:cubicBezTo>
                    <a:pt x="1279" y="998"/>
                    <a:pt x="1276" y="1003"/>
                    <a:pt x="1271" y="1006"/>
                  </a:cubicBezTo>
                  <a:cubicBezTo>
                    <a:pt x="1232" y="1053"/>
                    <a:pt x="1222" y="1060"/>
                    <a:pt x="1216" y="1069"/>
                  </a:cubicBezTo>
                  <a:cubicBezTo>
                    <a:pt x="1197" y="1083"/>
                    <a:pt x="1193" y="1088"/>
                    <a:pt x="1189" y="1092"/>
                  </a:cubicBezTo>
                  <a:cubicBezTo>
                    <a:pt x="1158" y="1118"/>
                    <a:pt x="1152" y="1120"/>
                    <a:pt x="1148" y="1124"/>
                  </a:cubicBezTo>
                  <a:cubicBezTo>
                    <a:pt x="1140" y="1133"/>
                    <a:pt x="1146" y="1132"/>
                    <a:pt x="1149" y="1128"/>
                  </a:cubicBezTo>
                  <a:cubicBezTo>
                    <a:pt x="1198" y="1096"/>
                    <a:pt x="1201" y="1086"/>
                    <a:pt x="1212" y="1081"/>
                  </a:cubicBezTo>
                  <a:cubicBezTo>
                    <a:pt x="1258" y="1034"/>
                    <a:pt x="1262" y="1031"/>
                    <a:pt x="1266" y="1027"/>
                  </a:cubicBezTo>
                  <a:cubicBezTo>
                    <a:pt x="1285" y="1010"/>
                    <a:pt x="1287" y="999"/>
                    <a:pt x="1295" y="993"/>
                  </a:cubicBezTo>
                  <a:cubicBezTo>
                    <a:pt x="1309" y="971"/>
                    <a:pt x="1311" y="969"/>
                    <a:pt x="1313" y="968"/>
                  </a:cubicBezTo>
                  <a:cubicBezTo>
                    <a:pt x="1331" y="939"/>
                    <a:pt x="1336" y="936"/>
                    <a:pt x="1340" y="932"/>
                  </a:cubicBezTo>
                  <a:cubicBezTo>
                    <a:pt x="1349" y="909"/>
                    <a:pt x="1355" y="910"/>
                    <a:pt x="1353" y="905"/>
                  </a:cubicBezTo>
                  <a:cubicBezTo>
                    <a:pt x="1363" y="887"/>
                    <a:pt x="1367" y="888"/>
                    <a:pt x="1367" y="887"/>
                  </a:cubicBezTo>
                  <a:cubicBezTo>
                    <a:pt x="1378" y="861"/>
                    <a:pt x="1381" y="858"/>
                    <a:pt x="1386" y="855"/>
                  </a:cubicBezTo>
                  <a:cubicBezTo>
                    <a:pt x="1404" y="824"/>
                    <a:pt x="1403" y="817"/>
                    <a:pt x="1410" y="815"/>
                  </a:cubicBezTo>
                  <a:cubicBezTo>
                    <a:pt x="1431" y="782"/>
                    <a:pt x="1438" y="775"/>
                    <a:pt x="1445" y="767"/>
                  </a:cubicBezTo>
                  <a:cubicBezTo>
                    <a:pt x="1483" y="743"/>
                    <a:pt x="1475" y="742"/>
                    <a:pt x="1475" y="748"/>
                  </a:cubicBezTo>
                  <a:cubicBezTo>
                    <a:pt x="1453" y="775"/>
                    <a:pt x="1451" y="780"/>
                    <a:pt x="1446" y="782"/>
                  </a:cubicBezTo>
                  <a:cubicBezTo>
                    <a:pt x="1434" y="807"/>
                    <a:pt x="1432" y="808"/>
                    <a:pt x="1431" y="809"/>
                  </a:cubicBezTo>
                  <a:cubicBezTo>
                    <a:pt x="1421" y="835"/>
                    <a:pt x="1414" y="839"/>
                    <a:pt x="1413" y="848"/>
                  </a:cubicBezTo>
                  <a:cubicBezTo>
                    <a:pt x="1399" y="870"/>
                    <a:pt x="1400" y="871"/>
                    <a:pt x="1400" y="872"/>
                  </a:cubicBezTo>
                  <a:cubicBezTo>
                    <a:pt x="1396" y="885"/>
                    <a:pt x="1392" y="888"/>
                    <a:pt x="1390" y="892"/>
                  </a:cubicBezTo>
                  <a:cubicBezTo>
                    <a:pt x="1377" y="923"/>
                    <a:pt x="1372" y="929"/>
                    <a:pt x="1372" y="939"/>
                  </a:cubicBezTo>
                  <a:cubicBezTo>
                    <a:pt x="1362" y="957"/>
                    <a:pt x="1363" y="961"/>
                    <a:pt x="1361" y="961"/>
                  </a:cubicBezTo>
                  <a:cubicBezTo>
                    <a:pt x="1326" y="1038"/>
                    <a:pt x="1327" y="1048"/>
                    <a:pt x="1319" y="1053"/>
                  </a:cubicBezTo>
                  <a:cubicBezTo>
                    <a:pt x="1288" y="1101"/>
                    <a:pt x="1283" y="1108"/>
                    <a:pt x="1280" y="1116"/>
                  </a:cubicBezTo>
                  <a:cubicBezTo>
                    <a:pt x="1261" y="1138"/>
                    <a:pt x="1258" y="1140"/>
                    <a:pt x="1256" y="1144"/>
                  </a:cubicBezTo>
                  <a:cubicBezTo>
                    <a:pt x="1240" y="1168"/>
                    <a:pt x="1231" y="1166"/>
                    <a:pt x="1230" y="1171"/>
                  </a:cubicBezTo>
                  <a:cubicBezTo>
                    <a:pt x="1264" y="1144"/>
                    <a:pt x="1269" y="1134"/>
                    <a:pt x="1277" y="1127"/>
                  </a:cubicBezTo>
                  <a:cubicBezTo>
                    <a:pt x="1297" y="1098"/>
                    <a:pt x="1302" y="1099"/>
                    <a:pt x="1300" y="1094"/>
                  </a:cubicBezTo>
                  <a:cubicBezTo>
                    <a:pt x="1317" y="1073"/>
                    <a:pt x="1319" y="1071"/>
                    <a:pt x="1323" y="1070"/>
                  </a:cubicBezTo>
                  <a:cubicBezTo>
                    <a:pt x="1336" y="1043"/>
                    <a:pt x="1339" y="1039"/>
                    <a:pt x="1340" y="1034"/>
                  </a:cubicBezTo>
                  <a:cubicBezTo>
                    <a:pt x="1364" y="977"/>
                    <a:pt x="1371" y="968"/>
                    <a:pt x="1371" y="955"/>
                  </a:cubicBezTo>
                  <a:cubicBezTo>
                    <a:pt x="1391" y="915"/>
                    <a:pt x="1395" y="910"/>
                    <a:pt x="1397" y="904"/>
                  </a:cubicBezTo>
                  <a:cubicBezTo>
                    <a:pt x="1407" y="879"/>
                    <a:pt x="1410" y="874"/>
                    <a:pt x="1412" y="868"/>
                  </a:cubicBezTo>
                  <a:cubicBezTo>
                    <a:pt x="1421" y="842"/>
                    <a:pt x="1430" y="841"/>
                    <a:pt x="1431" y="834"/>
                  </a:cubicBezTo>
                  <a:cubicBezTo>
                    <a:pt x="1448" y="807"/>
                    <a:pt x="1452" y="796"/>
                    <a:pt x="1457" y="784"/>
                  </a:cubicBezTo>
                  <a:cubicBezTo>
                    <a:pt x="1479" y="764"/>
                    <a:pt x="1477" y="759"/>
                    <a:pt x="1479" y="756"/>
                  </a:cubicBezTo>
                  <a:cubicBezTo>
                    <a:pt x="1499" y="740"/>
                    <a:pt x="1500" y="734"/>
                    <a:pt x="1507" y="731"/>
                  </a:cubicBezTo>
                  <a:cubicBezTo>
                    <a:pt x="1497" y="749"/>
                    <a:pt x="1499" y="752"/>
                    <a:pt x="1498" y="753"/>
                  </a:cubicBezTo>
                  <a:cubicBezTo>
                    <a:pt x="1475" y="794"/>
                    <a:pt x="1472" y="800"/>
                    <a:pt x="1467" y="805"/>
                  </a:cubicBezTo>
                  <a:cubicBezTo>
                    <a:pt x="1456" y="837"/>
                    <a:pt x="1455" y="840"/>
                    <a:pt x="1452" y="843"/>
                  </a:cubicBezTo>
                  <a:cubicBezTo>
                    <a:pt x="1435" y="888"/>
                    <a:pt x="1432" y="895"/>
                    <a:pt x="1427" y="901"/>
                  </a:cubicBezTo>
                  <a:cubicBezTo>
                    <a:pt x="1402" y="970"/>
                    <a:pt x="1407" y="978"/>
                    <a:pt x="1401" y="978"/>
                  </a:cubicBezTo>
                  <a:cubicBezTo>
                    <a:pt x="1387" y="1021"/>
                    <a:pt x="1381" y="1027"/>
                    <a:pt x="1378" y="1034"/>
                  </a:cubicBezTo>
                  <a:cubicBezTo>
                    <a:pt x="1360" y="1067"/>
                    <a:pt x="1357" y="1070"/>
                    <a:pt x="1357" y="1075"/>
                  </a:cubicBezTo>
                  <a:cubicBezTo>
                    <a:pt x="1322" y="1125"/>
                    <a:pt x="1315" y="1126"/>
                    <a:pt x="1313" y="1129"/>
                  </a:cubicBezTo>
                  <a:cubicBezTo>
                    <a:pt x="1325" y="1123"/>
                    <a:pt x="1326" y="1118"/>
                    <a:pt x="1331" y="1115"/>
                  </a:cubicBezTo>
                  <a:cubicBezTo>
                    <a:pt x="1341" y="1100"/>
                    <a:pt x="1349" y="1100"/>
                    <a:pt x="1347" y="1092"/>
                  </a:cubicBezTo>
                  <a:cubicBezTo>
                    <a:pt x="1369" y="1067"/>
                    <a:pt x="1368" y="1060"/>
                    <a:pt x="1374" y="1059"/>
                  </a:cubicBezTo>
                  <a:cubicBezTo>
                    <a:pt x="1382" y="1041"/>
                    <a:pt x="1385" y="1037"/>
                    <a:pt x="1389" y="1034"/>
                  </a:cubicBezTo>
                  <a:cubicBezTo>
                    <a:pt x="1413" y="982"/>
                    <a:pt x="1409" y="972"/>
                    <a:pt x="1415" y="969"/>
                  </a:cubicBezTo>
                  <a:cubicBezTo>
                    <a:pt x="1422" y="940"/>
                    <a:pt x="1428" y="941"/>
                    <a:pt x="1424" y="934"/>
                  </a:cubicBezTo>
                  <a:cubicBezTo>
                    <a:pt x="1466" y="845"/>
                    <a:pt x="1463" y="834"/>
                    <a:pt x="1472" y="831"/>
                  </a:cubicBezTo>
                  <a:cubicBezTo>
                    <a:pt x="1490" y="787"/>
                    <a:pt x="1488" y="783"/>
                    <a:pt x="1490" y="781"/>
                  </a:cubicBezTo>
                  <a:cubicBezTo>
                    <a:pt x="1514" y="740"/>
                    <a:pt x="1518" y="731"/>
                    <a:pt x="1526" y="723"/>
                  </a:cubicBezTo>
                  <a:cubicBezTo>
                    <a:pt x="1526" y="736"/>
                    <a:pt x="1523" y="739"/>
                    <a:pt x="1520" y="742"/>
                  </a:cubicBezTo>
                  <a:cubicBezTo>
                    <a:pt x="1505" y="769"/>
                    <a:pt x="1502" y="773"/>
                    <a:pt x="1500" y="777"/>
                  </a:cubicBezTo>
                  <a:cubicBezTo>
                    <a:pt x="1474" y="831"/>
                    <a:pt x="1473" y="841"/>
                    <a:pt x="1466" y="847"/>
                  </a:cubicBezTo>
                  <a:cubicBezTo>
                    <a:pt x="1452" y="905"/>
                    <a:pt x="1448" y="907"/>
                    <a:pt x="1449" y="912"/>
                  </a:cubicBezTo>
                  <a:cubicBezTo>
                    <a:pt x="1437" y="938"/>
                    <a:pt x="1441" y="944"/>
                    <a:pt x="1437" y="945"/>
                  </a:cubicBezTo>
                  <a:cubicBezTo>
                    <a:pt x="1425" y="1007"/>
                    <a:pt x="1422" y="1012"/>
                    <a:pt x="1419" y="1017"/>
                  </a:cubicBezTo>
                  <a:cubicBezTo>
                    <a:pt x="1394" y="1087"/>
                    <a:pt x="1391" y="1089"/>
                    <a:pt x="1393" y="1093"/>
                  </a:cubicBezTo>
                  <a:cubicBezTo>
                    <a:pt x="1381" y="1111"/>
                    <a:pt x="1379" y="1113"/>
                    <a:pt x="1377" y="1116"/>
                  </a:cubicBezTo>
                  <a:cubicBezTo>
                    <a:pt x="1358" y="1151"/>
                    <a:pt x="1350" y="1152"/>
                    <a:pt x="1350" y="1158"/>
                  </a:cubicBezTo>
                  <a:cubicBezTo>
                    <a:pt x="1373" y="1127"/>
                    <a:pt x="1385" y="1125"/>
                    <a:pt x="1384" y="1115"/>
                  </a:cubicBezTo>
                  <a:cubicBezTo>
                    <a:pt x="1405" y="1084"/>
                    <a:pt x="1402" y="1079"/>
                    <a:pt x="1408" y="1079"/>
                  </a:cubicBezTo>
                  <a:cubicBezTo>
                    <a:pt x="1416" y="1052"/>
                    <a:pt x="1422" y="1046"/>
                    <a:pt x="1423" y="1037"/>
                  </a:cubicBezTo>
                  <a:cubicBezTo>
                    <a:pt x="1444" y="980"/>
                    <a:pt x="1442" y="968"/>
                    <a:pt x="1447" y="961"/>
                  </a:cubicBezTo>
                  <a:cubicBezTo>
                    <a:pt x="1459" y="887"/>
                    <a:pt x="1471" y="875"/>
                    <a:pt x="1472" y="855"/>
                  </a:cubicBezTo>
                  <a:cubicBezTo>
                    <a:pt x="1491" y="823"/>
                    <a:pt x="1488" y="817"/>
                    <a:pt x="1494" y="818"/>
                  </a:cubicBezTo>
                  <a:cubicBezTo>
                    <a:pt x="1507" y="774"/>
                    <a:pt x="1517" y="775"/>
                    <a:pt x="1516" y="769"/>
                  </a:cubicBezTo>
                  <a:cubicBezTo>
                    <a:pt x="1545" y="733"/>
                    <a:pt x="1541" y="724"/>
                    <a:pt x="1548" y="724"/>
                  </a:cubicBezTo>
                  <a:cubicBezTo>
                    <a:pt x="1567" y="700"/>
                    <a:pt x="1568" y="698"/>
                    <a:pt x="1572" y="697"/>
                  </a:cubicBezTo>
                  <a:cubicBezTo>
                    <a:pt x="1565" y="709"/>
                    <a:pt x="1566" y="712"/>
                    <a:pt x="1564" y="712"/>
                  </a:cubicBezTo>
                  <a:cubicBezTo>
                    <a:pt x="1548" y="738"/>
                    <a:pt x="1542" y="752"/>
                    <a:pt x="1533" y="762"/>
                  </a:cubicBezTo>
                  <a:cubicBezTo>
                    <a:pt x="1527" y="793"/>
                    <a:pt x="1516" y="796"/>
                    <a:pt x="1519" y="807"/>
                  </a:cubicBezTo>
                  <a:cubicBezTo>
                    <a:pt x="1509" y="836"/>
                    <a:pt x="1506" y="843"/>
                    <a:pt x="1502" y="849"/>
                  </a:cubicBezTo>
                  <a:cubicBezTo>
                    <a:pt x="1486" y="911"/>
                    <a:pt x="1479" y="924"/>
                    <a:pt x="1479" y="942"/>
                  </a:cubicBezTo>
                  <a:cubicBezTo>
                    <a:pt x="1466" y="979"/>
                    <a:pt x="1459" y="986"/>
                    <a:pt x="1458" y="997"/>
                  </a:cubicBezTo>
                  <a:cubicBezTo>
                    <a:pt x="1439" y="1041"/>
                    <a:pt x="1437" y="1046"/>
                    <a:pt x="1437" y="1052"/>
                  </a:cubicBezTo>
                  <a:cubicBezTo>
                    <a:pt x="1421" y="1085"/>
                    <a:pt x="1419" y="1087"/>
                    <a:pt x="1417" y="1089"/>
                  </a:cubicBezTo>
                  <a:cubicBezTo>
                    <a:pt x="1406" y="1111"/>
                    <a:pt x="1401" y="1119"/>
                    <a:pt x="1395" y="1126"/>
                  </a:cubicBezTo>
                  <a:cubicBezTo>
                    <a:pt x="1373" y="1155"/>
                    <a:pt x="1373" y="1163"/>
                    <a:pt x="1364" y="1165"/>
                  </a:cubicBezTo>
                  <a:cubicBezTo>
                    <a:pt x="1358" y="1177"/>
                    <a:pt x="1365" y="1179"/>
                    <a:pt x="1366" y="1175"/>
                  </a:cubicBezTo>
                  <a:cubicBezTo>
                    <a:pt x="1386" y="1144"/>
                    <a:pt x="1394" y="1143"/>
                    <a:pt x="1394" y="1137"/>
                  </a:cubicBezTo>
                  <a:cubicBezTo>
                    <a:pt x="1431" y="1081"/>
                    <a:pt x="1439" y="1061"/>
                    <a:pt x="1448" y="1043"/>
                  </a:cubicBezTo>
                  <a:cubicBezTo>
                    <a:pt x="1464" y="1004"/>
                    <a:pt x="1466" y="993"/>
                    <a:pt x="1471" y="984"/>
                  </a:cubicBezTo>
                  <a:cubicBezTo>
                    <a:pt x="1496" y="912"/>
                    <a:pt x="1499" y="902"/>
                    <a:pt x="1501" y="892"/>
                  </a:cubicBezTo>
                  <a:cubicBezTo>
                    <a:pt x="1512" y="850"/>
                    <a:pt x="1519" y="842"/>
                    <a:pt x="1521" y="831"/>
                  </a:cubicBezTo>
                  <a:cubicBezTo>
                    <a:pt x="1539" y="782"/>
                    <a:pt x="1541" y="778"/>
                    <a:pt x="1541" y="772"/>
                  </a:cubicBezTo>
                  <a:cubicBezTo>
                    <a:pt x="1564" y="728"/>
                    <a:pt x="1567" y="727"/>
                    <a:pt x="1568" y="725"/>
                  </a:cubicBezTo>
                  <a:cubicBezTo>
                    <a:pt x="1586" y="705"/>
                    <a:pt x="1586" y="702"/>
                    <a:pt x="1588" y="701"/>
                  </a:cubicBezTo>
                  <a:cubicBezTo>
                    <a:pt x="1587" y="710"/>
                    <a:pt x="1582" y="711"/>
                    <a:pt x="1582" y="715"/>
                  </a:cubicBezTo>
                  <a:cubicBezTo>
                    <a:pt x="1565" y="759"/>
                    <a:pt x="1557" y="757"/>
                    <a:pt x="1560" y="764"/>
                  </a:cubicBezTo>
                  <a:cubicBezTo>
                    <a:pt x="1544" y="799"/>
                    <a:pt x="1545" y="808"/>
                    <a:pt x="1540" y="814"/>
                  </a:cubicBezTo>
                  <a:cubicBezTo>
                    <a:pt x="1522" y="867"/>
                    <a:pt x="1526" y="885"/>
                    <a:pt x="1517" y="893"/>
                  </a:cubicBezTo>
                  <a:cubicBezTo>
                    <a:pt x="1511" y="951"/>
                    <a:pt x="1505" y="961"/>
                    <a:pt x="1502" y="974"/>
                  </a:cubicBezTo>
                  <a:cubicBezTo>
                    <a:pt x="1488" y="1033"/>
                    <a:pt x="1487" y="1036"/>
                    <a:pt x="1488" y="1040"/>
                  </a:cubicBezTo>
                  <a:cubicBezTo>
                    <a:pt x="1472" y="1091"/>
                    <a:pt x="1465" y="1093"/>
                    <a:pt x="1465" y="1100"/>
                  </a:cubicBezTo>
                  <a:cubicBezTo>
                    <a:pt x="1449" y="1137"/>
                    <a:pt x="1447" y="1140"/>
                    <a:pt x="1446" y="1143"/>
                  </a:cubicBezTo>
                  <a:cubicBezTo>
                    <a:pt x="1454" y="1132"/>
                    <a:pt x="1459" y="1129"/>
                    <a:pt x="1461" y="1123"/>
                  </a:cubicBezTo>
                  <a:cubicBezTo>
                    <a:pt x="1487" y="1072"/>
                    <a:pt x="1483" y="1063"/>
                    <a:pt x="1489" y="1060"/>
                  </a:cubicBezTo>
                  <a:cubicBezTo>
                    <a:pt x="1500" y="1013"/>
                    <a:pt x="1511" y="1017"/>
                    <a:pt x="1507" y="1010"/>
                  </a:cubicBezTo>
                  <a:cubicBezTo>
                    <a:pt x="1511" y="959"/>
                    <a:pt x="1522" y="958"/>
                    <a:pt x="1517" y="946"/>
                  </a:cubicBezTo>
                  <a:cubicBezTo>
                    <a:pt x="1527" y="897"/>
                    <a:pt x="1531" y="894"/>
                    <a:pt x="1529" y="887"/>
                  </a:cubicBezTo>
                  <a:cubicBezTo>
                    <a:pt x="1547" y="822"/>
                    <a:pt x="1551" y="815"/>
                    <a:pt x="1554" y="807"/>
                  </a:cubicBezTo>
                  <a:cubicBezTo>
                    <a:pt x="1573" y="742"/>
                    <a:pt x="1585" y="745"/>
                    <a:pt x="1582" y="738"/>
                  </a:cubicBezTo>
                  <a:cubicBezTo>
                    <a:pt x="1593" y="722"/>
                    <a:pt x="1591" y="719"/>
                    <a:pt x="1594" y="718"/>
                  </a:cubicBezTo>
                  <a:cubicBezTo>
                    <a:pt x="1619" y="684"/>
                    <a:pt x="1616" y="687"/>
                    <a:pt x="1615" y="692"/>
                  </a:cubicBezTo>
                  <a:cubicBezTo>
                    <a:pt x="1599" y="715"/>
                    <a:pt x="1601" y="718"/>
                    <a:pt x="1598" y="719"/>
                  </a:cubicBezTo>
                  <a:cubicBezTo>
                    <a:pt x="1585" y="740"/>
                    <a:pt x="1585" y="746"/>
                    <a:pt x="1581" y="749"/>
                  </a:cubicBezTo>
                  <a:cubicBezTo>
                    <a:pt x="1568" y="794"/>
                    <a:pt x="1561" y="795"/>
                    <a:pt x="1562" y="801"/>
                  </a:cubicBezTo>
                  <a:cubicBezTo>
                    <a:pt x="1546" y="844"/>
                    <a:pt x="1548" y="851"/>
                    <a:pt x="1545" y="855"/>
                  </a:cubicBezTo>
                  <a:cubicBezTo>
                    <a:pt x="1538" y="894"/>
                    <a:pt x="1537" y="904"/>
                    <a:pt x="1536" y="914"/>
                  </a:cubicBezTo>
                  <a:cubicBezTo>
                    <a:pt x="1529" y="960"/>
                    <a:pt x="1529" y="966"/>
                    <a:pt x="1526" y="969"/>
                  </a:cubicBezTo>
                  <a:cubicBezTo>
                    <a:pt x="1512" y="1031"/>
                    <a:pt x="1515" y="1039"/>
                    <a:pt x="1513" y="1043"/>
                  </a:cubicBezTo>
                  <a:cubicBezTo>
                    <a:pt x="1500" y="1088"/>
                    <a:pt x="1491" y="1087"/>
                    <a:pt x="1493" y="1095"/>
                  </a:cubicBezTo>
                  <a:cubicBezTo>
                    <a:pt x="1496" y="1099"/>
                    <a:pt x="1498" y="1092"/>
                    <a:pt x="1501" y="1087"/>
                  </a:cubicBezTo>
                  <a:cubicBezTo>
                    <a:pt x="1520" y="1044"/>
                    <a:pt x="1523" y="1037"/>
                    <a:pt x="1524" y="1030"/>
                  </a:cubicBezTo>
                  <a:cubicBezTo>
                    <a:pt x="1535" y="1007"/>
                    <a:pt x="1530" y="996"/>
                    <a:pt x="1534" y="990"/>
                  </a:cubicBezTo>
                  <a:cubicBezTo>
                    <a:pt x="1547" y="920"/>
                    <a:pt x="1543" y="912"/>
                    <a:pt x="1546" y="908"/>
                  </a:cubicBezTo>
                  <a:cubicBezTo>
                    <a:pt x="1558" y="848"/>
                    <a:pt x="1560" y="836"/>
                    <a:pt x="1564" y="825"/>
                  </a:cubicBezTo>
                  <a:cubicBezTo>
                    <a:pt x="1596" y="749"/>
                    <a:pt x="1597" y="736"/>
                    <a:pt x="1604" y="727"/>
                  </a:cubicBezTo>
                  <a:cubicBezTo>
                    <a:pt x="1617" y="708"/>
                    <a:pt x="1618" y="702"/>
                    <a:pt x="1621" y="697"/>
                  </a:cubicBezTo>
                  <a:cubicBezTo>
                    <a:pt x="1645" y="666"/>
                    <a:pt x="1646" y="660"/>
                    <a:pt x="1649" y="655"/>
                  </a:cubicBezTo>
                  <a:cubicBezTo>
                    <a:pt x="1664" y="655"/>
                    <a:pt x="1660" y="659"/>
                    <a:pt x="1655" y="663"/>
                  </a:cubicBezTo>
                  <a:cubicBezTo>
                    <a:pt x="1646" y="680"/>
                    <a:pt x="1644" y="682"/>
                    <a:pt x="1640" y="683"/>
                  </a:cubicBezTo>
                  <a:cubicBezTo>
                    <a:pt x="1628" y="709"/>
                    <a:pt x="1626" y="711"/>
                    <a:pt x="1624" y="712"/>
                  </a:cubicBezTo>
                  <a:cubicBezTo>
                    <a:pt x="1609" y="739"/>
                    <a:pt x="1613" y="749"/>
                    <a:pt x="1606" y="751"/>
                  </a:cubicBezTo>
                  <a:cubicBezTo>
                    <a:pt x="1591" y="789"/>
                    <a:pt x="1590" y="796"/>
                    <a:pt x="1586" y="801"/>
                  </a:cubicBezTo>
                  <a:cubicBezTo>
                    <a:pt x="1573" y="863"/>
                    <a:pt x="1567" y="866"/>
                    <a:pt x="1571" y="877"/>
                  </a:cubicBezTo>
                  <a:cubicBezTo>
                    <a:pt x="1569" y="1011"/>
                    <a:pt x="1566" y="1004"/>
                    <a:pt x="1567" y="1000"/>
                  </a:cubicBezTo>
                  <a:cubicBezTo>
                    <a:pt x="1584" y="947"/>
                    <a:pt x="1586" y="936"/>
                    <a:pt x="1591" y="926"/>
                  </a:cubicBezTo>
                  <a:cubicBezTo>
                    <a:pt x="1618" y="817"/>
                    <a:pt x="1621" y="806"/>
                    <a:pt x="1623" y="794"/>
                  </a:cubicBezTo>
                  <a:cubicBezTo>
                    <a:pt x="1638" y="752"/>
                    <a:pt x="1642" y="741"/>
                    <a:pt x="1647" y="730"/>
                  </a:cubicBezTo>
                  <a:cubicBezTo>
                    <a:pt x="1665" y="691"/>
                    <a:pt x="1667" y="688"/>
                    <a:pt x="1670" y="686"/>
                  </a:cubicBezTo>
                  <a:cubicBezTo>
                    <a:pt x="1680" y="666"/>
                    <a:pt x="1683" y="662"/>
                    <a:pt x="1685" y="657"/>
                  </a:cubicBezTo>
                  <a:cubicBezTo>
                    <a:pt x="1698" y="643"/>
                    <a:pt x="1698" y="640"/>
                    <a:pt x="1701" y="639"/>
                  </a:cubicBezTo>
                  <a:cubicBezTo>
                    <a:pt x="1715" y="633"/>
                    <a:pt x="1706" y="644"/>
                    <a:pt x="1697" y="655"/>
                  </a:cubicBezTo>
                  <a:cubicBezTo>
                    <a:pt x="1662" y="708"/>
                    <a:pt x="1663" y="716"/>
                    <a:pt x="1658" y="719"/>
                  </a:cubicBezTo>
                  <a:cubicBezTo>
                    <a:pt x="1644" y="762"/>
                    <a:pt x="1639" y="772"/>
                    <a:pt x="1639" y="785"/>
                  </a:cubicBezTo>
                  <a:cubicBezTo>
                    <a:pt x="1619" y="855"/>
                    <a:pt x="1616" y="860"/>
                    <a:pt x="1616" y="867"/>
                  </a:cubicBezTo>
                  <a:cubicBezTo>
                    <a:pt x="1604" y="896"/>
                    <a:pt x="1606" y="912"/>
                    <a:pt x="1600" y="923"/>
                  </a:cubicBezTo>
                  <a:cubicBezTo>
                    <a:pt x="1589" y="968"/>
                    <a:pt x="1585" y="973"/>
                    <a:pt x="1586" y="981"/>
                  </a:cubicBezTo>
                  <a:cubicBezTo>
                    <a:pt x="1573" y="1022"/>
                    <a:pt x="1565" y="1025"/>
                    <a:pt x="1566" y="1033"/>
                  </a:cubicBezTo>
                  <a:cubicBezTo>
                    <a:pt x="1553" y="1054"/>
                    <a:pt x="1550" y="1059"/>
                    <a:pt x="1545" y="1063"/>
                  </a:cubicBezTo>
                  <a:cubicBezTo>
                    <a:pt x="1509" y="1110"/>
                    <a:pt x="1503" y="1109"/>
                    <a:pt x="1506" y="1115"/>
                  </a:cubicBezTo>
                  <a:cubicBezTo>
                    <a:pt x="1523" y="1102"/>
                    <a:pt x="1526" y="1099"/>
                    <a:pt x="1529" y="1095"/>
                  </a:cubicBezTo>
                  <a:cubicBezTo>
                    <a:pt x="1541" y="1079"/>
                    <a:pt x="1546" y="1077"/>
                    <a:pt x="1547" y="1072"/>
                  </a:cubicBezTo>
                  <a:cubicBezTo>
                    <a:pt x="1566" y="1044"/>
                    <a:pt x="1569" y="1040"/>
                    <a:pt x="1573" y="1036"/>
                  </a:cubicBezTo>
                  <a:close/>
                  <a:moveTo>
                    <a:pt x="1704" y="888"/>
                  </a:moveTo>
                  <a:cubicBezTo>
                    <a:pt x="1709" y="888"/>
                    <a:pt x="1703" y="895"/>
                    <a:pt x="1704" y="897"/>
                  </a:cubicBezTo>
                  <a:cubicBezTo>
                    <a:pt x="1680" y="926"/>
                    <a:pt x="1684" y="933"/>
                    <a:pt x="1677" y="933"/>
                  </a:cubicBezTo>
                  <a:cubicBezTo>
                    <a:pt x="1692" y="888"/>
                    <a:pt x="1696" y="888"/>
                    <a:pt x="1694" y="884"/>
                  </a:cubicBezTo>
                  <a:cubicBezTo>
                    <a:pt x="1720" y="791"/>
                    <a:pt x="1729" y="785"/>
                    <a:pt x="1725" y="772"/>
                  </a:cubicBezTo>
                  <a:cubicBezTo>
                    <a:pt x="1737" y="743"/>
                    <a:pt x="1738" y="735"/>
                    <a:pt x="1742" y="729"/>
                  </a:cubicBezTo>
                  <a:cubicBezTo>
                    <a:pt x="1754" y="700"/>
                    <a:pt x="1755" y="692"/>
                    <a:pt x="1761" y="688"/>
                  </a:cubicBezTo>
                  <a:cubicBezTo>
                    <a:pt x="1767" y="673"/>
                    <a:pt x="1768" y="669"/>
                    <a:pt x="1770" y="666"/>
                  </a:cubicBezTo>
                  <a:cubicBezTo>
                    <a:pt x="1790" y="634"/>
                    <a:pt x="1785" y="626"/>
                    <a:pt x="1792" y="627"/>
                  </a:cubicBezTo>
                  <a:cubicBezTo>
                    <a:pt x="1795" y="624"/>
                    <a:pt x="1796" y="629"/>
                    <a:pt x="1795" y="633"/>
                  </a:cubicBezTo>
                  <a:cubicBezTo>
                    <a:pt x="1779" y="657"/>
                    <a:pt x="1783" y="666"/>
                    <a:pt x="1777" y="667"/>
                  </a:cubicBezTo>
                  <a:cubicBezTo>
                    <a:pt x="1760" y="709"/>
                    <a:pt x="1759" y="717"/>
                    <a:pt x="1754" y="722"/>
                  </a:cubicBezTo>
                  <a:cubicBezTo>
                    <a:pt x="1745" y="753"/>
                    <a:pt x="1749" y="759"/>
                    <a:pt x="1745" y="759"/>
                  </a:cubicBezTo>
                  <a:cubicBezTo>
                    <a:pt x="1733" y="796"/>
                    <a:pt x="1737" y="802"/>
                    <a:pt x="1733" y="803"/>
                  </a:cubicBezTo>
                  <a:cubicBezTo>
                    <a:pt x="1722" y="841"/>
                    <a:pt x="1717" y="851"/>
                    <a:pt x="1715" y="864"/>
                  </a:cubicBezTo>
                  <a:cubicBezTo>
                    <a:pt x="1700" y="892"/>
                    <a:pt x="1704" y="892"/>
                    <a:pt x="1704" y="888"/>
                  </a:cubicBezTo>
                  <a:close/>
                  <a:moveTo>
                    <a:pt x="1534" y="299"/>
                  </a:moveTo>
                  <a:cubicBezTo>
                    <a:pt x="1541" y="296"/>
                    <a:pt x="1544" y="300"/>
                    <a:pt x="1551" y="298"/>
                  </a:cubicBezTo>
                  <a:cubicBezTo>
                    <a:pt x="1606" y="305"/>
                    <a:pt x="1609" y="310"/>
                    <a:pt x="1615" y="309"/>
                  </a:cubicBezTo>
                  <a:cubicBezTo>
                    <a:pt x="1665" y="320"/>
                    <a:pt x="1668" y="324"/>
                    <a:pt x="1675" y="322"/>
                  </a:cubicBezTo>
                  <a:cubicBezTo>
                    <a:pt x="1725" y="336"/>
                    <a:pt x="1725" y="345"/>
                    <a:pt x="1732" y="343"/>
                  </a:cubicBezTo>
                  <a:cubicBezTo>
                    <a:pt x="1776" y="364"/>
                    <a:pt x="1782" y="363"/>
                    <a:pt x="1783" y="369"/>
                  </a:cubicBezTo>
                  <a:cubicBezTo>
                    <a:pt x="1805" y="373"/>
                    <a:pt x="1804" y="382"/>
                    <a:pt x="1812" y="379"/>
                  </a:cubicBezTo>
                  <a:cubicBezTo>
                    <a:pt x="1845" y="400"/>
                    <a:pt x="1856" y="399"/>
                    <a:pt x="1863" y="406"/>
                  </a:cubicBezTo>
                  <a:cubicBezTo>
                    <a:pt x="1911" y="424"/>
                    <a:pt x="1920" y="418"/>
                    <a:pt x="1923" y="421"/>
                  </a:cubicBezTo>
                  <a:cubicBezTo>
                    <a:pt x="1958" y="431"/>
                    <a:pt x="1968" y="425"/>
                    <a:pt x="1969" y="431"/>
                  </a:cubicBezTo>
                  <a:cubicBezTo>
                    <a:pt x="1954" y="441"/>
                    <a:pt x="1952" y="436"/>
                    <a:pt x="1948" y="435"/>
                  </a:cubicBezTo>
                  <a:cubicBezTo>
                    <a:pt x="1904" y="430"/>
                    <a:pt x="1898" y="426"/>
                    <a:pt x="1891" y="425"/>
                  </a:cubicBezTo>
                  <a:cubicBezTo>
                    <a:pt x="1826" y="407"/>
                    <a:pt x="1828" y="397"/>
                    <a:pt x="1822" y="400"/>
                  </a:cubicBezTo>
                  <a:cubicBezTo>
                    <a:pt x="1792" y="385"/>
                    <a:pt x="1790" y="382"/>
                    <a:pt x="1786" y="382"/>
                  </a:cubicBezTo>
                  <a:cubicBezTo>
                    <a:pt x="1758" y="367"/>
                    <a:pt x="1754" y="368"/>
                    <a:pt x="1754" y="365"/>
                  </a:cubicBezTo>
                  <a:cubicBezTo>
                    <a:pt x="1735" y="356"/>
                    <a:pt x="1730" y="353"/>
                    <a:pt x="1723" y="351"/>
                  </a:cubicBezTo>
                  <a:cubicBezTo>
                    <a:pt x="1699" y="338"/>
                    <a:pt x="1689" y="341"/>
                    <a:pt x="1684" y="336"/>
                  </a:cubicBezTo>
                  <a:cubicBezTo>
                    <a:pt x="1637" y="322"/>
                    <a:pt x="1631" y="319"/>
                    <a:pt x="1625" y="316"/>
                  </a:cubicBezTo>
                  <a:cubicBezTo>
                    <a:pt x="1552" y="306"/>
                    <a:pt x="1547" y="305"/>
                    <a:pt x="1542" y="306"/>
                  </a:cubicBezTo>
                  <a:cubicBezTo>
                    <a:pt x="1519" y="295"/>
                    <a:pt x="1527" y="303"/>
                    <a:pt x="1534" y="299"/>
                  </a:cubicBezTo>
                  <a:close/>
                  <a:moveTo>
                    <a:pt x="1968" y="449"/>
                  </a:moveTo>
                  <a:cubicBezTo>
                    <a:pt x="1969" y="454"/>
                    <a:pt x="1963" y="455"/>
                    <a:pt x="1960" y="452"/>
                  </a:cubicBezTo>
                  <a:cubicBezTo>
                    <a:pt x="1960" y="449"/>
                    <a:pt x="1965" y="450"/>
                    <a:pt x="1968" y="449"/>
                  </a:cubicBezTo>
                  <a:close/>
                  <a:moveTo>
                    <a:pt x="1567" y="324"/>
                  </a:moveTo>
                  <a:cubicBezTo>
                    <a:pt x="1564" y="319"/>
                    <a:pt x="1555" y="323"/>
                    <a:pt x="1551" y="320"/>
                  </a:cubicBezTo>
                  <a:cubicBezTo>
                    <a:pt x="1450" y="299"/>
                    <a:pt x="1460" y="303"/>
                    <a:pt x="1463" y="303"/>
                  </a:cubicBezTo>
                  <a:cubicBezTo>
                    <a:pt x="1502" y="303"/>
                    <a:pt x="1506" y="306"/>
                    <a:pt x="1511" y="307"/>
                  </a:cubicBezTo>
                  <a:cubicBezTo>
                    <a:pt x="1565" y="311"/>
                    <a:pt x="1566" y="318"/>
                    <a:pt x="1572" y="316"/>
                  </a:cubicBezTo>
                  <a:cubicBezTo>
                    <a:pt x="1642" y="329"/>
                    <a:pt x="1649" y="335"/>
                    <a:pt x="1660" y="336"/>
                  </a:cubicBezTo>
                  <a:cubicBezTo>
                    <a:pt x="1704" y="352"/>
                    <a:pt x="1706" y="355"/>
                    <a:pt x="1710" y="354"/>
                  </a:cubicBezTo>
                  <a:cubicBezTo>
                    <a:pt x="1734" y="367"/>
                    <a:pt x="1739" y="368"/>
                    <a:pt x="1744" y="370"/>
                  </a:cubicBezTo>
                  <a:cubicBezTo>
                    <a:pt x="1759" y="383"/>
                    <a:pt x="1767" y="380"/>
                    <a:pt x="1770" y="382"/>
                  </a:cubicBezTo>
                  <a:cubicBezTo>
                    <a:pt x="1788" y="392"/>
                    <a:pt x="1791" y="396"/>
                    <a:pt x="1797" y="395"/>
                  </a:cubicBezTo>
                  <a:cubicBezTo>
                    <a:pt x="1858" y="428"/>
                    <a:pt x="1872" y="424"/>
                    <a:pt x="1879" y="432"/>
                  </a:cubicBezTo>
                  <a:cubicBezTo>
                    <a:pt x="1917" y="440"/>
                    <a:pt x="1925" y="442"/>
                    <a:pt x="1932" y="444"/>
                  </a:cubicBezTo>
                  <a:cubicBezTo>
                    <a:pt x="1950" y="451"/>
                    <a:pt x="1943" y="456"/>
                    <a:pt x="1942" y="451"/>
                  </a:cubicBezTo>
                  <a:cubicBezTo>
                    <a:pt x="1913" y="449"/>
                    <a:pt x="1907" y="449"/>
                    <a:pt x="1902" y="447"/>
                  </a:cubicBezTo>
                  <a:cubicBezTo>
                    <a:pt x="1879" y="443"/>
                    <a:pt x="1872" y="443"/>
                    <a:pt x="1869" y="438"/>
                  </a:cubicBezTo>
                  <a:cubicBezTo>
                    <a:pt x="1814" y="426"/>
                    <a:pt x="1813" y="418"/>
                    <a:pt x="1804" y="421"/>
                  </a:cubicBezTo>
                  <a:cubicBezTo>
                    <a:pt x="1757" y="398"/>
                    <a:pt x="1753" y="395"/>
                    <a:pt x="1748" y="393"/>
                  </a:cubicBezTo>
                  <a:cubicBezTo>
                    <a:pt x="1726" y="379"/>
                    <a:pt x="1714" y="379"/>
                    <a:pt x="1706" y="372"/>
                  </a:cubicBezTo>
                  <a:cubicBezTo>
                    <a:pt x="1669" y="351"/>
                    <a:pt x="1663" y="354"/>
                    <a:pt x="1663" y="351"/>
                  </a:cubicBezTo>
                  <a:cubicBezTo>
                    <a:pt x="1643" y="344"/>
                    <a:pt x="1639" y="340"/>
                    <a:pt x="1632" y="341"/>
                  </a:cubicBezTo>
                  <a:cubicBezTo>
                    <a:pt x="1598" y="327"/>
                    <a:pt x="1591" y="328"/>
                    <a:pt x="1585" y="327"/>
                  </a:cubicBezTo>
                  <a:close/>
                  <a:moveTo>
                    <a:pt x="1948" y="481"/>
                  </a:moveTo>
                  <a:cubicBezTo>
                    <a:pt x="1943" y="482"/>
                    <a:pt x="1946" y="488"/>
                    <a:pt x="1940" y="487"/>
                  </a:cubicBezTo>
                  <a:cubicBezTo>
                    <a:pt x="1944" y="482"/>
                    <a:pt x="1944" y="475"/>
                    <a:pt x="1953" y="474"/>
                  </a:cubicBezTo>
                  <a:cubicBezTo>
                    <a:pt x="1955" y="479"/>
                    <a:pt x="1949" y="479"/>
                    <a:pt x="1948" y="481"/>
                  </a:cubicBezTo>
                  <a:close/>
                  <a:moveTo>
                    <a:pt x="1923" y="470"/>
                  </a:moveTo>
                  <a:cubicBezTo>
                    <a:pt x="1920" y="466"/>
                    <a:pt x="1912" y="469"/>
                    <a:pt x="1907" y="466"/>
                  </a:cubicBezTo>
                  <a:cubicBezTo>
                    <a:pt x="1879" y="465"/>
                    <a:pt x="1874" y="467"/>
                    <a:pt x="1873" y="464"/>
                  </a:cubicBezTo>
                  <a:cubicBezTo>
                    <a:pt x="1838" y="455"/>
                    <a:pt x="1833" y="454"/>
                    <a:pt x="1829" y="452"/>
                  </a:cubicBezTo>
                  <a:cubicBezTo>
                    <a:pt x="1753" y="419"/>
                    <a:pt x="1749" y="416"/>
                    <a:pt x="1745" y="414"/>
                  </a:cubicBezTo>
                  <a:cubicBezTo>
                    <a:pt x="1687" y="386"/>
                    <a:pt x="1681" y="389"/>
                    <a:pt x="1680" y="385"/>
                  </a:cubicBezTo>
                  <a:cubicBezTo>
                    <a:pt x="1662" y="375"/>
                    <a:pt x="1659" y="374"/>
                    <a:pt x="1656" y="374"/>
                  </a:cubicBezTo>
                  <a:cubicBezTo>
                    <a:pt x="1619" y="357"/>
                    <a:pt x="1617" y="350"/>
                    <a:pt x="1610" y="352"/>
                  </a:cubicBezTo>
                  <a:cubicBezTo>
                    <a:pt x="1571" y="325"/>
                    <a:pt x="1576" y="333"/>
                    <a:pt x="1579" y="330"/>
                  </a:cubicBezTo>
                  <a:cubicBezTo>
                    <a:pt x="1615" y="345"/>
                    <a:pt x="1630" y="345"/>
                    <a:pt x="1640" y="350"/>
                  </a:cubicBezTo>
                  <a:cubicBezTo>
                    <a:pt x="1669" y="363"/>
                    <a:pt x="1671" y="364"/>
                    <a:pt x="1672" y="367"/>
                  </a:cubicBezTo>
                  <a:cubicBezTo>
                    <a:pt x="1726" y="389"/>
                    <a:pt x="1726" y="395"/>
                    <a:pt x="1730" y="394"/>
                  </a:cubicBezTo>
                  <a:cubicBezTo>
                    <a:pt x="1758" y="411"/>
                    <a:pt x="1765" y="409"/>
                    <a:pt x="1769" y="414"/>
                  </a:cubicBezTo>
                  <a:cubicBezTo>
                    <a:pt x="1815" y="430"/>
                    <a:pt x="1822" y="439"/>
                    <a:pt x="1838" y="437"/>
                  </a:cubicBezTo>
                  <a:cubicBezTo>
                    <a:pt x="1891" y="455"/>
                    <a:pt x="1892" y="458"/>
                    <a:pt x="1895" y="458"/>
                  </a:cubicBezTo>
                  <a:cubicBezTo>
                    <a:pt x="1925" y="456"/>
                    <a:pt x="1939" y="461"/>
                    <a:pt x="1947" y="464"/>
                  </a:cubicBezTo>
                  <a:cubicBezTo>
                    <a:pt x="1946" y="472"/>
                    <a:pt x="1931" y="465"/>
                    <a:pt x="1923" y="470"/>
                  </a:cubicBezTo>
                  <a:close/>
                  <a:moveTo>
                    <a:pt x="1923" y="528"/>
                  </a:moveTo>
                  <a:cubicBezTo>
                    <a:pt x="1926" y="518"/>
                    <a:pt x="1933" y="511"/>
                    <a:pt x="1938" y="503"/>
                  </a:cubicBezTo>
                  <a:cubicBezTo>
                    <a:pt x="1972" y="476"/>
                    <a:pt x="1969" y="477"/>
                    <a:pt x="1969" y="479"/>
                  </a:cubicBezTo>
                  <a:cubicBezTo>
                    <a:pt x="1958" y="497"/>
                    <a:pt x="1958" y="501"/>
                    <a:pt x="1956" y="504"/>
                  </a:cubicBezTo>
                  <a:cubicBezTo>
                    <a:pt x="1932" y="538"/>
                    <a:pt x="1936" y="549"/>
                    <a:pt x="1929" y="553"/>
                  </a:cubicBezTo>
                  <a:cubicBezTo>
                    <a:pt x="1901" y="608"/>
                    <a:pt x="1903" y="613"/>
                    <a:pt x="1901" y="616"/>
                  </a:cubicBezTo>
                  <a:cubicBezTo>
                    <a:pt x="1866" y="694"/>
                    <a:pt x="1857" y="699"/>
                    <a:pt x="1856" y="708"/>
                  </a:cubicBezTo>
                  <a:cubicBezTo>
                    <a:pt x="1838" y="738"/>
                    <a:pt x="1833" y="746"/>
                    <a:pt x="1828" y="753"/>
                  </a:cubicBezTo>
                  <a:cubicBezTo>
                    <a:pt x="1818" y="768"/>
                    <a:pt x="1816" y="771"/>
                    <a:pt x="1814" y="775"/>
                  </a:cubicBezTo>
                  <a:cubicBezTo>
                    <a:pt x="1784" y="808"/>
                    <a:pt x="1782" y="812"/>
                    <a:pt x="1780" y="815"/>
                  </a:cubicBezTo>
                  <a:cubicBezTo>
                    <a:pt x="1787" y="794"/>
                    <a:pt x="1788" y="787"/>
                    <a:pt x="1791" y="782"/>
                  </a:cubicBezTo>
                  <a:cubicBezTo>
                    <a:pt x="1812" y="744"/>
                    <a:pt x="1811" y="736"/>
                    <a:pt x="1815" y="731"/>
                  </a:cubicBezTo>
                  <a:cubicBezTo>
                    <a:pt x="1845" y="671"/>
                    <a:pt x="1848" y="658"/>
                    <a:pt x="1853" y="647"/>
                  </a:cubicBezTo>
                  <a:cubicBezTo>
                    <a:pt x="1865" y="618"/>
                    <a:pt x="1870" y="618"/>
                    <a:pt x="1870" y="615"/>
                  </a:cubicBezTo>
                  <a:cubicBezTo>
                    <a:pt x="1884" y="588"/>
                    <a:pt x="1881" y="581"/>
                    <a:pt x="1886" y="581"/>
                  </a:cubicBezTo>
                  <a:cubicBezTo>
                    <a:pt x="1902" y="555"/>
                    <a:pt x="1903" y="553"/>
                    <a:pt x="1902" y="549"/>
                  </a:cubicBezTo>
                  <a:close/>
                  <a:moveTo>
                    <a:pt x="1897" y="530"/>
                  </a:moveTo>
                  <a:cubicBezTo>
                    <a:pt x="1900" y="530"/>
                    <a:pt x="1902" y="528"/>
                    <a:pt x="1902" y="525"/>
                  </a:cubicBezTo>
                  <a:cubicBezTo>
                    <a:pt x="1921" y="520"/>
                    <a:pt x="1910" y="520"/>
                    <a:pt x="1909" y="526"/>
                  </a:cubicBezTo>
                  <a:cubicBezTo>
                    <a:pt x="1880" y="565"/>
                    <a:pt x="1883" y="570"/>
                    <a:pt x="1880" y="571"/>
                  </a:cubicBezTo>
                  <a:cubicBezTo>
                    <a:pt x="1866" y="602"/>
                    <a:pt x="1857" y="609"/>
                    <a:pt x="1858" y="621"/>
                  </a:cubicBezTo>
                  <a:cubicBezTo>
                    <a:pt x="1825" y="682"/>
                    <a:pt x="1824" y="691"/>
                    <a:pt x="1818" y="697"/>
                  </a:cubicBezTo>
                  <a:cubicBezTo>
                    <a:pt x="1794" y="747"/>
                    <a:pt x="1794" y="753"/>
                    <a:pt x="1791" y="758"/>
                  </a:cubicBezTo>
                  <a:cubicBezTo>
                    <a:pt x="1780" y="779"/>
                    <a:pt x="1781" y="783"/>
                    <a:pt x="1778" y="784"/>
                  </a:cubicBezTo>
                  <a:cubicBezTo>
                    <a:pt x="1763" y="815"/>
                    <a:pt x="1763" y="820"/>
                    <a:pt x="1761" y="825"/>
                  </a:cubicBezTo>
                  <a:cubicBezTo>
                    <a:pt x="1742" y="853"/>
                    <a:pt x="1738" y="859"/>
                    <a:pt x="1730" y="862"/>
                  </a:cubicBezTo>
                  <a:cubicBezTo>
                    <a:pt x="1712" y="896"/>
                    <a:pt x="1713" y="894"/>
                    <a:pt x="1714" y="893"/>
                  </a:cubicBezTo>
                  <a:cubicBezTo>
                    <a:pt x="1733" y="846"/>
                    <a:pt x="1741" y="839"/>
                    <a:pt x="1745" y="830"/>
                  </a:cubicBezTo>
                  <a:cubicBezTo>
                    <a:pt x="1765" y="800"/>
                    <a:pt x="1765" y="788"/>
                    <a:pt x="1771" y="781"/>
                  </a:cubicBezTo>
                  <a:cubicBezTo>
                    <a:pt x="1785" y="750"/>
                    <a:pt x="1782" y="742"/>
                    <a:pt x="1786" y="739"/>
                  </a:cubicBezTo>
                  <a:cubicBezTo>
                    <a:pt x="1790" y="719"/>
                    <a:pt x="1799" y="720"/>
                    <a:pt x="1796" y="712"/>
                  </a:cubicBezTo>
                  <a:cubicBezTo>
                    <a:pt x="1816" y="669"/>
                    <a:pt x="1812" y="661"/>
                    <a:pt x="1818" y="660"/>
                  </a:cubicBezTo>
                  <a:cubicBezTo>
                    <a:pt x="1829" y="643"/>
                    <a:pt x="1826" y="635"/>
                    <a:pt x="1833" y="633"/>
                  </a:cubicBezTo>
                  <a:cubicBezTo>
                    <a:pt x="1843" y="612"/>
                    <a:pt x="1842" y="605"/>
                    <a:pt x="1845" y="599"/>
                  </a:cubicBezTo>
                  <a:cubicBezTo>
                    <a:pt x="1856" y="588"/>
                    <a:pt x="1855" y="583"/>
                    <a:pt x="1859" y="581"/>
                  </a:cubicBezTo>
                  <a:cubicBezTo>
                    <a:pt x="1885" y="546"/>
                    <a:pt x="1893" y="540"/>
                    <a:pt x="1897" y="530"/>
                  </a:cubicBezTo>
                  <a:close/>
                  <a:moveTo>
                    <a:pt x="1824" y="596"/>
                  </a:moveTo>
                  <a:cubicBezTo>
                    <a:pt x="1827" y="593"/>
                    <a:pt x="1832" y="591"/>
                    <a:pt x="1831" y="584"/>
                  </a:cubicBezTo>
                  <a:cubicBezTo>
                    <a:pt x="1861" y="547"/>
                    <a:pt x="1867" y="544"/>
                    <a:pt x="1869" y="540"/>
                  </a:cubicBezTo>
                  <a:cubicBezTo>
                    <a:pt x="1888" y="530"/>
                    <a:pt x="1879" y="535"/>
                    <a:pt x="1880" y="538"/>
                  </a:cubicBezTo>
                  <a:cubicBezTo>
                    <a:pt x="1870" y="552"/>
                    <a:pt x="1866" y="551"/>
                    <a:pt x="1867" y="553"/>
                  </a:cubicBezTo>
                  <a:cubicBezTo>
                    <a:pt x="1850" y="569"/>
                    <a:pt x="1854" y="575"/>
                    <a:pt x="1850" y="576"/>
                  </a:cubicBezTo>
                  <a:cubicBezTo>
                    <a:pt x="1822" y="623"/>
                    <a:pt x="1825" y="632"/>
                    <a:pt x="1818" y="633"/>
                  </a:cubicBezTo>
                  <a:cubicBezTo>
                    <a:pt x="1805" y="665"/>
                    <a:pt x="1801" y="669"/>
                    <a:pt x="1801" y="674"/>
                  </a:cubicBezTo>
                  <a:cubicBezTo>
                    <a:pt x="1786" y="713"/>
                    <a:pt x="1784" y="727"/>
                    <a:pt x="1776" y="736"/>
                  </a:cubicBezTo>
                  <a:cubicBezTo>
                    <a:pt x="1773" y="758"/>
                    <a:pt x="1767" y="757"/>
                    <a:pt x="1768" y="762"/>
                  </a:cubicBezTo>
                  <a:cubicBezTo>
                    <a:pt x="1745" y="811"/>
                    <a:pt x="1743" y="823"/>
                    <a:pt x="1736" y="832"/>
                  </a:cubicBezTo>
                  <a:cubicBezTo>
                    <a:pt x="1737" y="820"/>
                    <a:pt x="1738" y="815"/>
                    <a:pt x="1741" y="813"/>
                  </a:cubicBezTo>
                  <a:cubicBezTo>
                    <a:pt x="1751" y="780"/>
                    <a:pt x="1752" y="770"/>
                    <a:pt x="1754" y="762"/>
                  </a:cubicBezTo>
                  <a:cubicBezTo>
                    <a:pt x="1769" y="712"/>
                    <a:pt x="1770" y="705"/>
                    <a:pt x="1774" y="701"/>
                  </a:cubicBezTo>
                  <a:cubicBezTo>
                    <a:pt x="1782" y="677"/>
                    <a:pt x="1787" y="673"/>
                    <a:pt x="1791" y="669"/>
                  </a:cubicBezTo>
                  <a:cubicBezTo>
                    <a:pt x="1796" y="652"/>
                    <a:pt x="1795" y="650"/>
                    <a:pt x="1796" y="648"/>
                  </a:cubicBezTo>
                  <a:cubicBezTo>
                    <a:pt x="1802" y="634"/>
                    <a:pt x="1807" y="627"/>
                    <a:pt x="1811" y="619"/>
                  </a:cubicBezTo>
                  <a:close/>
                  <a:moveTo>
                    <a:pt x="1818" y="584"/>
                  </a:moveTo>
                  <a:cubicBezTo>
                    <a:pt x="1823" y="584"/>
                    <a:pt x="1819" y="591"/>
                    <a:pt x="1817" y="591"/>
                  </a:cubicBezTo>
                  <a:cubicBezTo>
                    <a:pt x="1813" y="593"/>
                    <a:pt x="1817" y="600"/>
                    <a:pt x="1809" y="599"/>
                  </a:cubicBezTo>
                  <a:cubicBezTo>
                    <a:pt x="1809" y="592"/>
                    <a:pt x="1818" y="591"/>
                    <a:pt x="1818" y="584"/>
                  </a:cubicBezTo>
                  <a:close/>
                  <a:moveTo>
                    <a:pt x="1372" y="654"/>
                  </a:moveTo>
                  <a:cubicBezTo>
                    <a:pt x="1369" y="651"/>
                    <a:pt x="1365" y="650"/>
                    <a:pt x="1362" y="649"/>
                  </a:cubicBezTo>
                  <a:cubicBezTo>
                    <a:pt x="1364" y="641"/>
                    <a:pt x="1368" y="652"/>
                    <a:pt x="1373" y="649"/>
                  </a:cubicBezTo>
                  <a:cubicBezTo>
                    <a:pt x="1376" y="652"/>
                    <a:pt x="1379" y="652"/>
                    <a:pt x="1383" y="654"/>
                  </a:cubicBezTo>
                  <a:cubicBezTo>
                    <a:pt x="1381" y="662"/>
                    <a:pt x="1377" y="650"/>
                    <a:pt x="1372" y="654"/>
                  </a:cubicBezTo>
                  <a:close/>
                  <a:moveTo>
                    <a:pt x="1400" y="662"/>
                  </a:moveTo>
                  <a:cubicBezTo>
                    <a:pt x="1395" y="661"/>
                    <a:pt x="1390" y="659"/>
                    <a:pt x="1386" y="658"/>
                  </a:cubicBezTo>
                  <a:cubicBezTo>
                    <a:pt x="1387" y="652"/>
                    <a:pt x="1393" y="662"/>
                    <a:pt x="1399" y="658"/>
                  </a:cubicBezTo>
                  <a:cubicBezTo>
                    <a:pt x="1402" y="661"/>
                    <a:pt x="1407" y="664"/>
                    <a:pt x="1413" y="664"/>
                  </a:cubicBezTo>
                  <a:cubicBezTo>
                    <a:pt x="1412" y="669"/>
                    <a:pt x="1402" y="664"/>
                    <a:pt x="1400" y="662"/>
                  </a:cubicBezTo>
                  <a:close/>
                  <a:moveTo>
                    <a:pt x="1440" y="675"/>
                  </a:moveTo>
                  <a:cubicBezTo>
                    <a:pt x="1434" y="672"/>
                    <a:pt x="1443" y="674"/>
                    <a:pt x="1446" y="674"/>
                  </a:cubicBezTo>
                  <a:cubicBezTo>
                    <a:pt x="1445" y="678"/>
                    <a:pt x="1442" y="675"/>
                    <a:pt x="1440" y="675"/>
                  </a:cubicBezTo>
                  <a:close/>
                  <a:moveTo>
                    <a:pt x="1398" y="704"/>
                  </a:moveTo>
                  <a:cubicBezTo>
                    <a:pt x="1398" y="699"/>
                    <a:pt x="1406" y="702"/>
                    <a:pt x="1407" y="703"/>
                  </a:cubicBezTo>
                  <a:cubicBezTo>
                    <a:pt x="1407" y="709"/>
                    <a:pt x="1402" y="701"/>
                    <a:pt x="1398" y="704"/>
                  </a:cubicBezTo>
                  <a:close/>
                  <a:moveTo>
                    <a:pt x="1433" y="709"/>
                  </a:moveTo>
                  <a:cubicBezTo>
                    <a:pt x="1426" y="706"/>
                    <a:pt x="1436" y="708"/>
                    <a:pt x="1439" y="708"/>
                  </a:cubicBezTo>
                  <a:cubicBezTo>
                    <a:pt x="1438" y="712"/>
                    <a:pt x="1435" y="709"/>
                    <a:pt x="1433" y="709"/>
                  </a:cubicBezTo>
                  <a:close/>
                  <a:moveTo>
                    <a:pt x="1135" y="916"/>
                  </a:moveTo>
                  <a:cubicBezTo>
                    <a:pt x="1134" y="916"/>
                    <a:pt x="1132" y="916"/>
                    <a:pt x="1131" y="916"/>
                  </a:cubicBezTo>
                  <a:cubicBezTo>
                    <a:pt x="1129" y="912"/>
                    <a:pt x="1133" y="912"/>
                    <a:pt x="1137" y="911"/>
                  </a:cubicBezTo>
                  <a:cubicBezTo>
                    <a:pt x="1137" y="913"/>
                    <a:pt x="1135" y="913"/>
                    <a:pt x="1135" y="916"/>
                  </a:cubicBezTo>
                  <a:close/>
                  <a:moveTo>
                    <a:pt x="1156" y="896"/>
                  </a:moveTo>
                  <a:cubicBezTo>
                    <a:pt x="1150" y="895"/>
                    <a:pt x="1160" y="891"/>
                    <a:pt x="1159" y="887"/>
                  </a:cubicBezTo>
                  <a:cubicBezTo>
                    <a:pt x="1162" y="887"/>
                    <a:pt x="1165" y="886"/>
                    <a:pt x="1165" y="884"/>
                  </a:cubicBezTo>
                  <a:cubicBezTo>
                    <a:pt x="1172" y="888"/>
                    <a:pt x="1156" y="891"/>
                    <a:pt x="1156" y="896"/>
                  </a:cubicBezTo>
                  <a:close/>
                  <a:moveTo>
                    <a:pt x="1242" y="819"/>
                  </a:moveTo>
                  <a:cubicBezTo>
                    <a:pt x="1244" y="815"/>
                    <a:pt x="1243" y="813"/>
                    <a:pt x="1240" y="810"/>
                  </a:cubicBezTo>
                  <a:cubicBezTo>
                    <a:pt x="1230" y="814"/>
                    <a:pt x="1224" y="810"/>
                    <a:pt x="1216" y="810"/>
                  </a:cubicBezTo>
                  <a:cubicBezTo>
                    <a:pt x="1208" y="811"/>
                    <a:pt x="1221" y="804"/>
                    <a:pt x="1220" y="809"/>
                  </a:cubicBezTo>
                  <a:cubicBezTo>
                    <a:pt x="1236" y="806"/>
                    <a:pt x="1246" y="812"/>
                    <a:pt x="1260" y="811"/>
                  </a:cubicBezTo>
                  <a:cubicBezTo>
                    <a:pt x="1258" y="816"/>
                    <a:pt x="1246" y="815"/>
                    <a:pt x="1242" y="819"/>
                  </a:cubicBezTo>
                  <a:close/>
                  <a:moveTo>
                    <a:pt x="1266" y="830"/>
                  </a:moveTo>
                  <a:cubicBezTo>
                    <a:pt x="1267" y="826"/>
                    <a:pt x="1271" y="823"/>
                    <a:pt x="1276" y="822"/>
                  </a:cubicBezTo>
                  <a:cubicBezTo>
                    <a:pt x="1275" y="826"/>
                    <a:pt x="1271" y="828"/>
                    <a:pt x="1266" y="830"/>
                  </a:cubicBezTo>
                  <a:close/>
                  <a:moveTo>
                    <a:pt x="1416" y="743"/>
                  </a:moveTo>
                  <a:cubicBezTo>
                    <a:pt x="1418" y="736"/>
                    <a:pt x="1425" y="744"/>
                    <a:pt x="1432" y="740"/>
                  </a:cubicBezTo>
                  <a:cubicBezTo>
                    <a:pt x="1431" y="749"/>
                    <a:pt x="1421" y="745"/>
                    <a:pt x="1416" y="743"/>
                  </a:cubicBezTo>
                  <a:close/>
                  <a:moveTo>
                    <a:pt x="1655" y="687"/>
                  </a:moveTo>
                  <a:cubicBezTo>
                    <a:pt x="1656" y="691"/>
                    <a:pt x="1654" y="693"/>
                    <a:pt x="1654" y="696"/>
                  </a:cubicBezTo>
                  <a:cubicBezTo>
                    <a:pt x="1650" y="699"/>
                    <a:pt x="1647" y="704"/>
                    <a:pt x="1645" y="709"/>
                  </a:cubicBezTo>
                  <a:cubicBezTo>
                    <a:pt x="1645" y="715"/>
                    <a:pt x="1640" y="718"/>
                    <a:pt x="1639" y="723"/>
                  </a:cubicBezTo>
                  <a:cubicBezTo>
                    <a:pt x="1636" y="727"/>
                    <a:pt x="1636" y="733"/>
                    <a:pt x="1633" y="737"/>
                  </a:cubicBezTo>
                  <a:cubicBezTo>
                    <a:pt x="1630" y="748"/>
                    <a:pt x="1623" y="755"/>
                    <a:pt x="1623" y="768"/>
                  </a:cubicBezTo>
                  <a:cubicBezTo>
                    <a:pt x="1616" y="776"/>
                    <a:pt x="1617" y="789"/>
                    <a:pt x="1610" y="797"/>
                  </a:cubicBezTo>
                  <a:cubicBezTo>
                    <a:pt x="1609" y="821"/>
                    <a:pt x="1604" y="841"/>
                    <a:pt x="1595" y="859"/>
                  </a:cubicBezTo>
                  <a:cubicBezTo>
                    <a:pt x="1596" y="871"/>
                    <a:pt x="1592" y="880"/>
                    <a:pt x="1592" y="891"/>
                  </a:cubicBezTo>
                  <a:cubicBezTo>
                    <a:pt x="1586" y="898"/>
                    <a:pt x="1588" y="910"/>
                    <a:pt x="1583" y="917"/>
                  </a:cubicBezTo>
                  <a:cubicBezTo>
                    <a:pt x="1583" y="928"/>
                    <a:pt x="1578" y="936"/>
                    <a:pt x="1577" y="947"/>
                  </a:cubicBezTo>
                  <a:cubicBezTo>
                    <a:pt x="1576" y="956"/>
                    <a:pt x="1570" y="963"/>
                    <a:pt x="1571" y="974"/>
                  </a:cubicBezTo>
                  <a:cubicBezTo>
                    <a:pt x="1562" y="968"/>
                    <a:pt x="1575" y="961"/>
                    <a:pt x="1569" y="950"/>
                  </a:cubicBezTo>
                  <a:cubicBezTo>
                    <a:pt x="1570" y="943"/>
                    <a:pt x="1571" y="934"/>
                    <a:pt x="1569" y="924"/>
                  </a:cubicBezTo>
                  <a:cubicBezTo>
                    <a:pt x="1572" y="920"/>
                    <a:pt x="1570" y="912"/>
                    <a:pt x="1572" y="908"/>
                  </a:cubicBezTo>
                  <a:cubicBezTo>
                    <a:pt x="1572" y="902"/>
                    <a:pt x="1574" y="897"/>
                    <a:pt x="1577" y="894"/>
                  </a:cubicBezTo>
                  <a:cubicBezTo>
                    <a:pt x="1575" y="882"/>
                    <a:pt x="1582" y="875"/>
                    <a:pt x="1580" y="862"/>
                  </a:cubicBezTo>
                  <a:cubicBezTo>
                    <a:pt x="1585" y="854"/>
                    <a:pt x="1584" y="841"/>
                    <a:pt x="1588" y="832"/>
                  </a:cubicBezTo>
                  <a:cubicBezTo>
                    <a:pt x="1591" y="823"/>
                    <a:pt x="1595" y="814"/>
                    <a:pt x="1596" y="804"/>
                  </a:cubicBezTo>
                  <a:cubicBezTo>
                    <a:pt x="1599" y="800"/>
                    <a:pt x="1599" y="794"/>
                    <a:pt x="1602" y="789"/>
                  </a:cubicBezTo>
                  <a:cubicBezTo>
                    <a:pt x="1603" y="787"/>
                    <a:pt x="1604" y="784"/>
                    <a:pt x="1603" y="780"/>
                  </a:cubicBezTo>
                  <a:cubicBezTo>
                    <a:pt x="1606" y="781"/>
                    <a:pt x="1606" y="778"/>
                    <a:pt x="1606" y="775"/>
                  </a:cubicBezTo>
                  <a:cubicBezTo>
                    <a:pt x="1611" y="767"/>
                    <a:pt x="1612" y="757"/>
                    <a:pt x="1619" y="751"/>
                  </a:cubicBezTo>
                  <a:cubicBezTo>
                    <a:pt x="1619" y="744"/>
                    <a:pt x="1623" y="742"/>
                    <a:pt x="1626" y="739"/>
                  </a:cubicBezTo>
                  <a:cubicBezTo>
                    <a:pt x="1625" y="735"/>
                    <a:pt x="1628" y="734"/>
                    <a:pt x="1627" y="730"/>
                  </a:cubicBezTo>
                  <a:cubicBezTo>
                    <a:pt x="1631" y="730"/>
                    <a:pt x="1630" y="727"/>
                    <a:pt x="1630" y="724"/>
                  </a:cubicBezTo>
                  <a:cubicBezTo>
                    <a:pt x="1636" y="723"/>
                    <a:pt x="1632" y="715"/>
                    <a:pt x="1637" y="712"/>
                  </a:cubicBezTo>
                  <a:cubicBezTo>
                    <a:pt x="1637" y="706"/>
                    <a:pt x="1642" y="705"/>
                    <a:pt x="1641" y="698"/>
                  </a:cubicBezTo>
                  <a:cubicBezTo>
                    <a:pt x="1648" y="694"/>
                    <a:pt x="1652" y="687"/>
                    <a:pt x="1656" y="680"/>
                  </a:cubicBezTo>
                  <a:cubicBezTo>
                    <a:pt x="1661" y="679"/>
                    <a:pt x="1657" y="687"/>
                    <a:pt x="1655" y="687"/>
                  </a:cubicBezTo>
                  <a:close/>
                  <a:moveTo>
                    <a:pt x="2606" y="35"/>
                  </a:moveTo>
                  <a:cubicBezTo>
                    <a:pt x="2599" y="41"/>
                    <a:pt x="2596" y="51"/>
                    <a:pt x="2588" y="56"/>
                  </a:cubicBezTo>
                  <a:cubicBezTo>
                    <a:pt x="2562" y="100"/>
                    <a:pt x="2557" y="112"/>
                    <a:pt x="2547" y="120"/>
                  </a:cubicBezTo>
                  <a:cubicBezTo>
                    <a:pt x="2515" y="157"/>
                    <a:pt x="2517" y="164"/>
                    <a:pt x="2512" y="163"/>
                  </a:cubicBezTo>
                  <a:cubicBezTo>
                    <a:pt x="2498" y="179"/>
                    <a:pt x="2493" y="184"/>
                    <a:pt x="2490" y="189"/>
                  </a:cubicBezTo>
                  <a:cubicBezTo>
                    <a:pt x="2471" y="199"/>
                    <a:pt x="2475" y="208"/>
                    <a:pt x="2469" y="207"/>
                  </a:cubicBezTo>
                  <a:cubicBezTo>
                    <a:pt x="2445" y="224"/>
                    <a:pt x="2450" y="235"/>
                    <a:pt x="2442" y="233"/>
                  </a:cubicBezTo>
                  <a:cubicBezTo>
                    <a:pt x="2418" y="259"/>
                    <a:pt x="2417" y="261"/>
                    <a:pt x="2416" y="261"/>
                  </a:cubicBezTo>
                  <a:cubicBezTo>
                    <a:pt x="2399" y="277"/>
                    <a:pt x="2396" y="284"/>
                    <a:pt x="2392" y="290"/>
                  </a:cubicBezTo>
                  <a:cubicBezTo>
                    <a:pt x="2384" y="304"/>
                    <a:pt x="2387" y="303"/>
                    <a:pt x="2388" y="301"/>
                  </a:cubicBezTo>
                  <a:cubicBezTo>
                    <a:pt x="2423" y="265"/>
                    <a:pt x="2425" y="260"/>
                    <a:pt x="2429" y="257"/>
                  </a:cubicBezTo>
                  <a:cubicBezTo>
                    <a:pt x="2444" y="240"/>
                    <a:pt x="2450" y="237"/>
                    <a:pt x="2453" y="233"/>
                  </a:cubicBezTo>
                  <a:cubicBezTo>
                    <a:pt x="2474" y="214"/>
                    <a:pt x="2481" y="207"/>
                    <a:pt x="2490" y="200"/>
                  </a:cubicBezTo>
                  <a:cubicBezTo>
                    <a:pt x="2538" y="145"/>
                    <a:pt x="2544" y="137"/>
                    <a:pt x="2551" y="131"/>
                  </a:cubicBezTo>
                  <a:cubicBezTo>
                    <a:pt x="2594" y="76"/>
                    <a:pt x="2597" y="66"/>
                    <a:pt x="2602" y="56"/>
                  </a:cubicBezTo>
                  <a:cubicBezTo>
                    <a:pt x="2614" y="35"/>
                    <a:pt x="2615" y="32"/>
                    <a:pt x="2617" y="30"/>
                  </a:cubicBezTo>
                  <a:cubicBezTo>
                    <a:pt x="2632" y="3"/>
                    <a:pt x="2632" y="1"/>
                    <a:pt x="2633" y="0"/>
                  </a:cubicBezTo>
                  <a:cubicBezTo>
                    <a:pt x="2619" y="13"/>
                    <a:pt x="2613" y="14"/>
                    <a:pt x="2612" y="19"/>
                  </a:cubicBezTo>
                  <a:close/>
                  <a:moveTo>
                    <a:pt x="2684" y="26"/>
                  </a:moveTo>
                  <a:cubicBezTo>
                    <a:pt x="2685" y="29"/>
                    <a:pt x="2687" y="30"/>
                    <a:pt x="2687" y="35"/>
                  </a:cubicBezTo>
                  <a:cubicBezTo>
                    <a:pt x="2698" y="65"/>
                    <a:pt x="2702" y="73"/>
                    <a:pt x="2706" y="80"/>
                  </a:cubicBezTo>
                  <a:cubicBezTo>
                    <a:pt x="2728" y="129"/>
                    <a:pt x="2728" y="136"/>
                    <a:pt x="2730" y="141"/>
                  </a:cubicBezTo>
                  <a:cubicBezTo>
                    <a:pt x="2753" y="174"/>
                    <a:pt x="2752" y="178"/>
                    <a:pt x="2754" y="179"/>
                  </a:cubicBezTo>
                  <a:cubicBezTo>
                    <a:pt x="2777" y="216"/>
                    <a:pt x="2779" y="226"/>
                    <a:pt x="2787" y="231"/>
                  </a:cubicBezTo>
                  <a:cubicBezTo>
                    <a:pt x="2810" y="267"/>
                    <a:pt x="2809" y="274"/>
                    <a:pt x="2813" y="277"/>
                  </a:cubicBezTo>
                  <a:cubicBezTo>
                    <a:pt x="2841" y="314"/>
                    <a:pt x="2834" y="311"/>
                    <a:pt x="2833" y="303"/>
                  </a:cubicBezTo>
                  <a:cubicBezTo>
                    <a:pt x="2810" y="258"/>
                    <a:pt x="2808" y="251"/>
                    <a:pt x="2802" y="246"/>
                  </a:cubicBezTo>
                  <a:cubicBezTo>
                    <a:pt x="2778" y="204"/>
                    <a:pt x="2773" y="199"/>
                    <a:pt x="2772" y="192"/>
                  </a:cubicBezTo>
                  <a:cubicBezTo>
                    <a:pt x="2764" y="178"/>
                    <a:pt x="2759" y="179"/>
                    <a:pt x="2759" y="174"/>
                  </a:cubicBezTo>
                  <a:cubicBezTo>
                    <a:pt x="2730" y="126"/>
                    <a:pt x="2729" y="108"/>
                    <a:pt x="2721" y="96"/>
                  </a:cubicBezTo>
                  <a:cubicBezTo>
                    <a:pt x="2698" y="41"/>
                    <a:pt x="2697" y="22"/>
                    <a:pt x="2689" y="11"/>
                  </a:cubicBezTo>
                  <a:cubicBezTo>
                    <a:pt x="2678" y="3"/>
                    <a:pt x="2678" y="6"/>
                    <a:pt x="2680" y="8"/>
                  </a:cubicBezTo>
                  <a:close/>
                  <a:moveTo>
                    <a:pt x="2336" y="19"/>
                  </a:moveTo>
                  <a:cubicBezTo>
                    <a:pt x="2346" y="21"/>
                    <a:pt x="2343" y="8"/>
                    <a:pt x="2351" y="6"/>
                  </a:cubicBezTo>
                  <a:cubicBezTo>
                    <a:pt x="2352" y="5"/>
                    <a:pt x="2354" y="2"/>
                    <a:pt x="2355" y="0"/>
                  </a:cubicBezTo>
                  <a:cubicBezTo>
                    <a:pt x="2349" y="0"/>
                    <a:pt x="2349" y="0"/>
                    <a:pt x="2349" y="0"/>
                  </a:cubicBezTo>
                  <a:cubicBezTo>
                    <a:pt x="2348" y="2"/>
                    <a:pt x="2347" y="3"/>
                    <a:pt x="2346" y="4"/>
                  </a:cubicBezTo>
                  <a:cubicBezTo>
                    <a:pt x="2344" y="5"/>
                    <a:pt x="2342" y="7"/>
                    <a:pt x="2342" y="11"/>
                  </a:cubicBezTo>
                  <a:cubicBezTo>
                    <a:pt x="2340" y="13"/>
                    <a:pt x="2338" y="15"/>
                    <a:pt x="2336" y="17"/>
                  </a:cubicBezTo>
                  <a:cubicBezTo>
                    <a:pt x="2332" y="17"/>
                    <a:pt x="2334" y="23"/>
                    <a:pt x="2331" y="24"/>
                  </a:cubicBezTo>
                  <a:cubicBezTo>
                    <a:pt x="2333" y="30"/>
                    <a:pt x="2327" y="28"/>
                    <a:pt x="2327" y="32"/>
                  </a:cubicBezTo>
                  <a:cubicBezTo>
                    <a:pt x="2334" y="32"/>
                    <a:pt x="2335" y="26"/>
                    <a:pt x="2336" y="19"/>
                  </a:cubicBezTo>
                  <a:close/>
                  <a:moveTo>
                    <a:pt x="2793" y="46"/>
                  </a:moveTo>
                  <a:cubicBezTo>
                    <a:pt x="2793" y="52"/>
                    <a:pt x="2795" y="57"/>
                    <a:pt x="2800" y="59"/>
                  </a:cubicBezTo>
                  <a:cubicBezTo>
                    <a:pt x="2798" y="68"/>
                    <a:pt x="2804" y="69"/>
                    <a:pt x="2804" y="76"/>
                  </a:cubicBezTo>
                  <a:cubicBezTo>
                    <a:pt x="2809" y="78"/>
                    <a:pt x="2806" y="87"/>
                    <a:pt x="2811" y="89"/>
                  </a:cubicBezTo>
                  <a:cubicBezTo>
                    <a:pt x="2812" y="94"/>
                    <a:pt x="2813" y="100"/>
                    <a:pt x="2815" y="104"/>
                  </a:cubicBezTo>
                  <a:cubicBezTo>
                    <a:pt x="2818" y="115"/>
                    <a:pt x="2822" y="123"/>
                    <a:pt x="2824" y="135"/>
                  </a:cubicBezTo>
                  <a:cubicBezTo>
                    <a:pt x="2827" y="138"/>
                    <a:pt x="2827" y="144"/>
                    <a:pt x="2828" y="150"/>
                  </a:cubicBezTo>
                  <a:cubicBezTo>
                    <a:pt x="2830" y="155"/>
                    <a:pt x="2833" y="159"/>
                    <a:pt x="2833" y="165"/>
                  </a:cubicBezTo>
                  <a:cubicBezTo>
                    <a:pt x="2835" y="170"/>
                    <a:pt x="2835" y="176"/>
                    <a:pt x="2837" y="181"/>
                  </a:cubicBezTo>
                  <a:cubicBezTo>
                    <a:pt x="2841" y="184"/>
                    <a:pt x="2836" y="197"/>
                    <a:pt x="2844" y="196"/>
                  </a:cubicBezTo>
                  <a:cubicBezTo>
                    <a:pt x="2842" y="176"/>
                    <a:pt x="2835" y="161"/>
                    <a:pt x="2833" y="141"/>
                  </a:cubicBezTo>
                  <a:cubicBezTo>
                    <a:pt x="2827" y="124"/>
                    <a:pt x="2822" y="107"/>
                    <a:pt x="2817" y="89"/>
                  </a:cubicBezTo>
                  <a:cubicBezTo>
                    <a:pt x="2818" y="84"/>
                    <a:pt x="2821" y="81"/>
                    <a:pt x="2820" y="74"/>
                  </a:cubicBezTo>
                  <a:cubicBezTo>
                    <a:pt x="2815" y="58"/>
                    <a:pt x="2811" y="43"/>
                    <a:pt x="2806" y="28"/>
                  </a:cubicBezTo>
                  <a:cubicBezTo>
                    <a:pt x="2804" y="25"/>
                    <a:pt x="2804" y="20"/>
                    <a:pt x="2802" y="17"/>
                  </a:cubicBezTo>
                  <a:cubicBezTo>
                    <a:pt x="2801" y="13"/>
                    <a:pt x="2801" y="8"/>
                    <a:pt x="2798" y="6"/>
                  </a:cubicBezTo>
                  <a:cubicBezTo>
                    <a:pt x="2798" y="4"/>
                    <a:pt x="2797" y="2"/>
                    <a:pt x="2797" y="0"/>
                  </a:cubicBezTo>
                  <a:cubicBezTo>
                    <a:pt x="2790" y="0"/>
                    <a:pt x="2790" y="0"/>
                    <a:pt x="2790" y="0"/>
                  </a:cubicBezTo>
                  <a:cubicBezTo>
                    <a:pt x="2791" y="4"/>
                    <a:pt x="2792" y="7"/>
                    <a:pt x="2793" y="11"/>
                  </a:cubicBezTo>
                  <a:cubicBezTo>
                    <a:pt x="2797" y="15"/>
                    <a:pt x="2798" y="22"/>
                    <a:pt x="2800" y="28"/>
                  </a:cubicBezTo>
                  <a:cubicBezTo>
                    <a:pt x="2803" y="32"/>
                    <a:pt x="2802" y="40"/>
                    <a:pt x="2806" y="43"/>
                  </a:cubicBezTo>
                  <a:cubicBezTo>
                    <a:pt x="2808" y="56"/>
                    <a:pt x="2814" y="65"/>
                    <a:pt x="2815" y="78"/>
                  </a:cubicBezTo>
                  <a:cubicBezTo>
                    <a:pt x="2806" y="70"/>
                    <a:pt x="2808" y="50"/>
                    <a:pt x="2798" y="43"/>
                  </a:cubicBezTo>
                  <a:cubicBezTo>
                    <a:pt x="2799" y="34"/>
                    <a:pt x="2792" y="32"/>
                    <a:pt x="2789" y="26"/>
                  </a:cubicBezTo>
                  <a:cubicBezTo>
                    <a:pt x="2787" y="20"/>
                    <a:pt x="2782" y="17"/>
                    <a:pt x="2780" y="11"/>
                  </a:cubicBezTo>
                  <a:cubicBezTo>
                    <a:pt x="2778" y="8"/>
                    <a:pt x="2776" y="4"/>
                    <a:pt x="2775" y="0"/>
                  </a:cubicBezTo>
                  <a:cubicBezTo>
                    <a:pt x="2765" y="0"/>
                    <a:pt x="2765" y="0"/>
                    <a:pt x="2765" y="0"/>
                  </a:cubicBezTo>
                  <a:cubicBezTo>
                    <a:pt x="2770" y="7"/>
                    <a:pt x="2773" y="15"/>
                    <a:pt x="2778" y="22"/>
                  </a:cubicBezTo>
                  <a:cubicBezTo>
                    <a:pt x="2783" y="30"/>
                    <a:pt x="2786" y="40"/>
                    <a:pt x="2793" y="46"/>
                  </a:cubicBezTo>
                  <a:close/>
                  <a:moveTo>
                    <a:pt x="2852" y="11"/>
                  </a:moveTo>
                  <a:cubicBezTo>
                    <a:pt x="2852" y="20"/>
                    <a:pt x="2857" y="25"/>
                    <a:pt x="2859" y="32"/>
                  </a:cubicBezTo>
                  <a:cubicBezTo>
                    <a:pt x="2857" y="39"/>
                    <a:pt x="2863" y="39"/>
                    <a:pt x="2861" y="46"/>
                  </a:cubicBezTo>
                  <a:cubicBezTo>
                    <a:pt x="2861" y="51"/>
                    <a:pt x="2862" y="56"/>
                    <a:pt x="2865" y="59"/>
                  </a:cubicBezTo>
                  <a:cubicBezTo>
                    <a:pt x="2867" y="43"/>
                    <a:pt x="2860" y="35"/>
                    <a:pt x="2859" y="22"/>
                  </a:cubicBezTo>
                  <a:cubicBezTo>
                    <a:pt x="2858" y="15"/>
                    <a:pt x="2856" y="10"/>
                    <a:pt x="2854" y="4"/>
                  </a:cubicBezTo>
                  <a:cubicBezTo>
                    <a:pt x="2855" y="2"/>
                    <a:pt x="2854" y="1"/>
                    <a:pt x="2854" y="0"/>
                  </a:cubicBezTo>
                  <a:cubicBezTo>
                    <a:pt x="2849" y="0"/>
                    <a:pt x="2849" y="0"/>
                    <a:pt x="2849" y="0"/>
                  </a:cubicBezTo>
                  <a:cubicBezTo>
                    <a:pt x="2851" y="3"/>
                    <a:pt x="2848" y="10"/>
                    <a:pt x="2852" y="11"/>
                  </a:cubicBezTo>
                  <a:close/>
                  <a:moveTo>
                    <a:pt x="2386" y="46"/>
                  </a:moveTo>
                  <a:cubicBezTo>
                    <a:pt x="2379" y="43"/>
                    <a:pt x="2380" y="49"/>
                    <a:pt x="2377" y="50"/>
                  </a:cubicBezTo>
                  <a:cubicBezTo>
                    <a:pt x="2377" y="53"/>
                    <a:pt x="2370" y="58"/>
                    <a:pt x="2375" y="59"/>
                  </a:cubicBezTo>
                  <a:cubicBezTo>
                    <a:pt x="2383" y="52"/>
                    <a:pt x="2389" y="44"/>
                    <a:pt x="2399" y="39"/>
                  </a:cubicBezTo>
                  <a:cubicBezTo>
                    <a:pt x="2399" y="32"/>
                    <a:pt x="2410" y="36"/>
                    <a:pt x="2410" y="28"/>
                  </a:cubicBezTo>
                  <a:cubicBezTo>
                    <a:pt x="2413" y="28"/>
                    <a:pt x="2413" y="24"/>
                    <a:pt x="2416" y="24"/>
                  </a:cubicBezTo>
                  <a:cubicBezTo>
                    <a:pt x="2420" y="23"/>
                    <a:pt x="2418" y="16"/>
                    <a:pt x="2423" y="17"/>
                  </a:cubicBezTo>
                  <a:cubicBezTo>
                    <a:pt x="2429" y="16"/>
                    <a:pt x="2428" y="8"/>
                    <a:pt x="2436" y="8"/>
                  </a:cubicBezTo>
                  <a:cubicBezTo>
                    <a:pt x="2436" y="5"/>
                    <a:pt x="2438" y="2"/>
                    <a:pt x="2440" y="0"/>
                  </a:cubicBezTo>
                  <a:cubicBezTo>
                    <a:pt x="2432" y="0"/>
                    <a:pt x="2432" y="0"/>
                    <a:pt x="2432" y="0"/>
                  </a:cubicBezTo>
                  <a:cubicBezTo>
                    <a:pt x="2430" y="2"/>
                    <a:pt x="2428" y="3"/>
                    <a:pt x="2427" y="6"/>
                  </a:cubicBezTo>
                  <a:cubicBezTo>
                    <a:pt x="2422" y="10"/>
                    <a:pt x="2417" y="14"/>
                    <a:pt x="2414" y="19"/>
                  </a:cubicBezTo>
                  <a:cubicBezTo>
                    <a:pt x="2406" y="21"/>
                    <a:pt x="2406" y="30"/>
                    <a:pt x="2399" y="32"/>
                  </a:cubicBezTo>
                  <a:cubicBezTo>
                    <a:pt x="2393" y="31"/>
                    <a:pt x="2395" y="37"/>
                    <a:pt x="2392" y="39"/>
                  </a:cubicBezTo>
                  <a:cubicBezTo>
                    <a:pt x="2387" y="39"/>
                    <a:pt x="2385" y="41"/>
                    <a:pt x="2386" y="46"/>
                  </a:cubicBezTo>
                  <a:close/>
                  <a:moveTo>
                    <a:pt x="2569" y="59"/>
                  </a:moveTo>
                  <a:cubicBezTo>
                    <a:pt x="2566" y="59"/>
                    <a:pt x="2566" y="62"/>
                    <a:pt x="2567" y="65"/>
                  </a:cubicBezTo>
                  <a:cubicBezTo>
                    <a:pt x="2549" y="87"/>
                    <a:pt x="2548" y="92"/>
                    <a:pt x="2543" y="93"/>
                  </a:cubicBezTo>
                  <a:cubicBezTo>
                    <a:pt x="2513" y="133"/>
                    <a:pt x="2508" y="135"/>
                    <a:pt x="2508" y="141"/>
                  </a:cubicBezTo>
                  <a:cubicBezTo>
                    <a:pt x="2473" y="177"/>
                    <a:pt x="2469" y="180"/>
                    <a:pt x="2466" y="185"/>
                  </a:cubicBezTo>
                  <a:cubicBezTo>
                    <a:pt x="2441" y="207"/>
                    <a:pt x="2443" y="212"/>
                    <a:pt x="2438" y="211"/>
                  </a:cubicBezTo>
                  <a:cubicBezTo>
                    <a:pt x="2407" y="240"/>
                    <a:pt x="2405" y="242"/>
                    <a:pt x="2405" y="246"/>
                  </a:cubicBezTo>
                  <a:cubicBezTo>
                    <a:pt x="2379" y="268"/>
                    <a:pt x="2378" y="282"/>
                    <a:pt x="2366" y="285"/>
                  </a:cubicBezTo>
                  <a:cubicBezTo>
                    <a:pt x="2344" y="325"/>
                    <a:pt x="2345" y="329"/>
                    <a:pt x="2342" y="329"/>
                  </a:cubicBezTo>
                  <a:cubicBezTo>
                    <a:pt x="2361" y="305"/>
                    <a:pt x="2369" y="301"/>
                    <a:pt x="2370" y="290"/>
                  </a:cubicBezTo>
                  <a:cubicBezTo>
                    <a:pt x="2392" y="267"/>
                    <a:pt x="2393" y="265"/>
                    <a:pt x="2397" y="266"/>
                  </a:cubicBezTo>
                  <a:cubicBezTo>
                    <a:pt x="2413" y="243"/>
                    <a:pt x="2418" y="242"/>
                    <a:pt x="2423" y="240"/>
                  </a:cubicBezTo>
                  <a:cubicBezTo>
                    <a:pt x="2446" y="214"/>
                    <a:pt x="2452" y="213"/>
                    <a:pt x="2455" y="209"/>
                  </a:cubicBezTo>
                  <a:cubicBezTo>
                    <a:pt x="2475" y="187"/>
                    <a:pt x="2477" y="185"/>
                    <a:pt x="2479" y="183"/>
                  </a:cubicBezTo>
                  <a:cubicBezTo>
                    <a:pt x="2492" y="165"/>
                    <a:pt x="2498" y="167"/>
                    <a:pt x="2497" y="161"/>
                  </a:cubicBezTo>
                  <a:cubicBezTo>
                    <a:pt x="2517" y="136"/>
                    <a:pt x="2528" y="137"/>
                    <a:pt x="2527" y="128"/>
                  </a:cubicBezTo>
                  <a:cubicBezTo>
                    <a:pt x="2563" y="79"/>
                    <a:pt x="2568" y="75"/>
                    <a:pt x="2573" y="72"/>
                  </a:cubicBezTo>
                  <a:cubicBezTo>
                    <a:pt x="2585" y="53"/>
                    <a:pt x="2586" y="50"/>
                    <a:pt x="2586" y="46"/>
                  </a:cubicBezTo>
                  <a:cubicBezTo>
                    <a:pt x="2615" y="7"/>
                    <a:pt x="2616" y="4"/>
                    <a:pt x="2617" y="0"/>
                  </a:cubicBezTo>
                  <a:cubicBezTo>
                    <a:pt x="2600" y="13"/>
                    <a:pt x="2595" y="15"/>
                    <a:pt x="2595" y="22"/>
                  </a:cubicBezTo>
                  <a:cubicBezTo>
                    <a:pt x="2579" y="41"/>
                    <a:pt x="2576" y="52"/>
                    <a:pt x="2569" y="59"/>
                  </a:cubicBezTo>
                  <a:close/>
                  <a:moveTo>
                    <a:pt x="2351" y="28"/>
                  </a:moveTo>
                  <a:cubicBezTo>
                    <a:pt x="2351" y="32"/>
                    <a:pt x="2348" y="32"/>
                    <a:pt x="2346" y="35"/>
                  </a:cubicBezTo>
                  <a:cubicBezTo>
                    <a:pt x="2343" y="38"/>
                    <a:pt x="2340" y="42"/>
                    <a:pt x="2338" y="46"/>
                  </a:cubicBezTo>
                  <a:cubicBezTo>
                    <a:pt x="2333" y="44"/>
                    <a:pt x="2331" y="57"/>
                    <a:pt x="2336" y="59"/>
                  </a:cubicBezTo>
                  <a:cubicBezTo>
                    <a:pt x="2341" y="44"/>
                    <a:pt x="2352" y="36"/>
                    <a:pt x="2362" y="26"/>
                  </a:cubicBezTo>
                  <a:cubicBezTo>
                    <a:pt x="2366" y="20"/>
                    <a:pt x="2371" y="15"/>
                    <a:pt x="2377" y="11"/>
                  </a:cubicBezTo>
                  <a:cubicBezTo>
                    <a:pt x="2379" y="8"/>
                    <a:pt x="2383" y="6"/>
                    <a:pt x="2383" y="2"/>
                  </a:cubicBezTo>
                  <a:cubicBezTo>
                    <a:pt x="2385" y="1"/>
                    <a:pt x="2387" y="2"/>
                    <a:pt x="2388" y="0"/>
                  </a:cubicBezTo>
                  <a:cubicBezTo>
                    <a:pt x="2380" y="0"/>
                    <a:pt x="2380" y="0"/>
                    <a:pt x="2380" y="0"/>
                  </a:cubicBezTo>
                  <a:cubicBezTo>
                    <a:pt x="2378" y="2"/>
                    <a:pt x="2375" y="3"/>
                    <a:pt x="2375" y="6"/>
                  </a:cubicBezTo>
                  <a:cubicBezTo>
                    <a:pt x="2369" y="7"/>
                    <a:pt x="2367" y="12"/>
                    <a:pt x="2364" y="15"/>
                  </a:cubicBezTo>
                  <a:cubicBezTo>
                    <a:pt x="2363" y="20"/>
                    <a:pt x="2356" y="19"/>
                    <a:pt x="2357" y="26"/>
                  </a:cubicBezTo>
                  <a:cubicBezTo>
                    <a:pt x="2354" y="26"/>
                    <a:pt x="2353" y="27"/>
                    <a:pt x="2351" y="28"/>
                  </a:cubicBezTo>
                  <a:close/>
                  <a:moveTo>
                    <a:pt x="2438" y="72"/>
                  </a:moveTo>
                  <a:cubicBezTo>
                    <a:pt x="2435" y="76"/>
                    <a:pt x="2432" y="80"/>
                    <a:pt x="2427" y="83"/>
                  </a:cubicBezTo>
                  <a:cubicBezTo>
                    <a:pt x="2425" y="89"/>
                    <a:pt x="2420" y="91"/>
                    <a:pt x="2416" y="96"/>
                  </a:cubicBezTo>
                  <a:cubicBezTo>
                    <a:pt x="2413" y="100"/>
                    <a:pt x="2407" y="101"/>
                    <a:pt x="2405" y="107"/>
                  </a:cubicBezTo>
                  <a:cubicBezTo>
                    <a:pt x="2403" y="112"/>
                    <a:pt x="2397" y="114"/>
                    <a:pt x="2394" y="120"/>
                  </a:cubicBezTo>
                  <a:cubicBezTo>
                    <a:pt x="2388" y="128"/>
                    <a:pt x="2381" y="137"/>
                    <a:pt x="2377" y="148"/>
                  </a:cubicBezTo>
                  <a:cubicBezTo>
                    <a:pt x="2372" y="151"/>
                    <a:pt x="2371" y="158"/>
                    <a:pt x="2368" y="163"/>
                  </a:cubicBezTo>
                  <a:cubicBezTo>
                    <a:pt x="2365" y="163"/>
                    <a:pt x="2367" y="169"/>
                    <a:pt x="2364" y="170"/>
                  </a:cubicBezTo>
                  <a:cubicBezTo>
                    <a:pt x="2362" y="172"/>
                    <a:pt x="2361" y="176"/>
                    <a:pt x="2362" y="181"/>
                  </a:cubicBezTo>
                  <a:cubicBezTo>
                    <a:pt x="2366" y="181"/>
                    <a:pt x="2367" y="179"/>
                    <a:pt x="2366" y="174"/>
                  </a:cubicBezTo>
                  <a:cubicBezTo>
                    <a:pt x="2369" y="173"/>
                    <a:pt x="2370" y="171"/>
                    <a:pt x="2370" y="168"/>
                  </a:cubicBezTo>
                  <a:cubicBezTo>
                    <a:pt x="2377" y="166"/>
                    <a:pt x="2375" y="156"/>
                    <a:pt x="2381" y="155"/>
                  </a:cubicBezTo>
                  <a:cubicBezTo>
                    <a:pt x="2385" y="142"/>
                    <a:pt x="2395" y="136"/>
                    <a:pt x="2399" y="124"/>
                  </a:cubicBezTo>
                  <a:cubicBezTo>
                    <a:pt x="2408" y="118"/>
                    <a:pt x="2413" y="108"/>
                    <a:pt x="2423" y="102"/>
                  </a:cubicBezTo>
                  <a:cubicBezTo>
                    <a:pt x="2424" y="96"/>
                    <a:pt x="2429" y="94"/>
                    <a:pt x="2434" y="91"/>
                  </a:cubicBezTo>
                  <a:cubicBezTo>
                    <a:pt x="2434" y="84"/>
                    <a:pt x="2443" y="85"/>
                    <a:pt x="2445" y="78"/>
                  </a:cubicBezTo>
                  <a:cubicBezTo>
                    <a:pt x="2449" y="76"/>
                    <a:pt x="2453" y="72"/>
                    <a:pt x="2455" y="67"/>
                  </a:cubicBezTo>
                  <a:cubicBezTo>
                    <a:pt x="2456" y="64"/>
                    <a:pt x="2460" y="65"/>
                    <a:pt x="2462" y="63"/>
                  </a:cubicBezTo>
                  <a:cubicBezTo>
                    <a:pt x="2459" y="56"/>
                    <a:pt x="2469" y="61"/>
                    <a:pt x="2466" y="54"/>
                  </a:cubicBezTo>
                  <a:cubicBezTo>
                    <a:pt x="2472" y="53"/>
                    <a:pt x="2475" y="48"/>
                    <a:pt x="2479" y="46"/>
                  </a:cubicBezTo>
                  <a:cubicBezTo>
                    <a:pt x="2479" y="37"/>
                    <a:pt x="2489" y="39"/>
                    <a:pt x="2490" y="32"/>
                  </a:cubicBezTo>
                  <a:cubicBezTo>
                    <a:pt x="2500" y="20"/>
                    <a:pt x="2512" y="11"/>
                    <a:pt x="2523" y="0"/>
                  </a:cubicBezTo>
                  <a:cubicBezTo>
                    <a:pt x="2509" y="0"/>
                    <a:pt x="2509" y="0"/>
                    <a:pt x="2509" y="0"/>
                  </a:cubicBezTo>
                  <a:cubicBezTo>
                    <a:pt x="2508" y="1"/>
                    <a:pt x="2507" y="2"/>
                    <a:pt x="2506" y="2"/>
                  </a:cubicBezTo>
                  <a:cubicBezTo>
                    <a:pt x="2506" y="6"/>
                    <a:pt x="2504" y="8"/>
                    <a:pt x="2501" y="8"/>
                  </a:cubicBezTo>
                  <a:cubicBezTo>
                    <a:pt x="2498" y="9"/>
                    <a:pt x="2500" y="14"/>
                    <a:pt x="2495" y="13"/>
                  </a:cubicBezTo>
                  <a:cubicBezTo>
                    <a:pt x="2494" y="16"/>
                    <a:pt x="2491" y="16"/>
                    <a:pt x="2490" y="19"/>
                  </a:cubicBezTo>
                  <a:cubicBezTo>
                    <a:pt x="2490" y="23"/>
                    <a:pt x="2483" y="21"/>
                    <a:pt x="2484" y="26"/>
                  </a:cubicBezTo>
                  <a:cubicBezTo>
                    <a:pt x="2468" y="41"/>
                    <a:pt x="2454" y="57"/>
                    <a:pt x="2438" y="72"/>
                  </a:cubicBezTo>
                  <a:close/>
                  <a:moveTo>
                    <a:pt x="2508" y="35"/>
                  </a:moveTo>
                  <a:cubicBezTo>
                    <a:pt x="2506" y="40"/>
                    <a:pt x="2501" y="40"/>
                    <a:pt x="2499" y="46"/>
                  </a:cubicBezTo>
                  <a:cubicBezTo>
                    <a:pt x="2484" y="62"/>
                    <a:pt x="2478" y="60"/>
                    <a:pt x="2479" y="65"/>
                  </a:cubicBezTo>
                  <a:cubicBezTo>
                    <a:pt x="2463" y="80"/>
                    <a:pt x="2459" y="80"/>
                    <a:pt x="2458" y="83"/>
                  </a:cubicBezTo>
                  <a:cubicBezTo>
                    <a:pt x="2444" y="102"/>
                    <a:pt x="2434" y="106"/>
                    <a:pt x="2427" y="113"/>
                  </a:cubicBezTo>
                  <a:cubicBezTo>
                    <a:pt x="2414" y="132"/>
                    <a:pt x="2408" y="130"/>
                    <a:pt x="2410" y="135"/>
                  </a:cubicBezTo>
                  <a:cubicBezTo>
                    <a:pt x="2383" y="161"/>
                    <a:pt x="2382" y="173"/>
                    <a:pt x="2375" y="179"/>
                  </a:cubicBezTo>
                  <a:cubicBezTo>
                    <a:pt x="2355" y="218"/>
                    <a:pt x="2355" y="224"/>
                    <a:pt x="2351" y="224"/>
                  </a:cubicBezTo>
                  <a:cubicBezTo>
                    <a:pt x="2344" y="254"/>
                    <a:pt x="2335" y="259"/>
                    <a:pt x="2342" y="261"/>
                  </a:cubicBezTo>
                  <a:cubicBezTo>
                    <a:pt x="2366" y="200"/>
                    <a:pt x="2372" y="200"/>
                    <a:pt x="2373" y="196"/>
                  </a:cubicBezTo>
                  <a:cubicBezTo>
                    <a:pt x="2395" y="169"/>
                    <a:pt x="2391" y="160"/>
                    <a:pt x="2397" y="161"/>
                  </a:cubicBezTo>
                  <a:cubicBezTo>
                    <a:pt x="2420" y="141"/>
                    <a:pt x="2418" y="135"/>
                    <a:pt x="2421" y="133"/>
                  </a:cubicBezTo>
                  <a:cubicBezTo>
                    <a:pt x="2456" y="96"/>
                    <a:pt x="2463" y="93"/>
                    <a:pt x="2466" y="87"/>
                  </a:cubicBezTo>
                  <a:cubicBezTo>
                    <a:pt x="2495" y="64"/>
                    <a:pt x="2495" y="59"/>
                    <a:pt x="2499" y="59"/>
                  </a:cubicBezTo>
                  <a:cubicBezTo>
                    <a:pt x="2518" y="37"/>
                    <a:pt x="2524" y="32"/>
                    <a:pt x="2530" y="28"/>
                  </a:cubicBezTo>
                  <a:cubicBezTo>
                    <a:pt x="2545" y="8"/>
                    <a:pt x="2549" y="7"/>
                    <a:pt x="2551" y="4"/>
                  </a:cubicBezTo>
                  <a:cubicBezTo>
                    <a:pt x="2541" y="2"/>
                    <a:pt x="2540" y="3"/>
                    <a:pt x="2538" y="4"/>
                  </a:cubicBezTo>
                  <a:close/>
                  <a:moveTo>
                    <a:pt x="3098" y="2129"/>
                  </a:moveTo>
                  <a:cubicBezTo>
                    <a:pt x="3093" y="2124"/>
                    <a:pt x="3098" y="2119"/>
                    <a:pt x="3093" y="2113"/>
                  </a:cubicBezTo>
                  <a:cubicBezTo>
                    <a:pt x="3086" y="2064"/>
                    <a:pt x="3077" y="2058"/>
                    <a:pt x="3079" y="2054"/>
                  </a:cubicBezTo>
                  <a:cubicBezTo>
                    <a:pt x="3040" y="1980"/>
                    <a:pt x="3047" y="1984"/>
                    <a:pt x="3048" y="1988"/>
                  </a:cubicBezTo>
                  <a:cubicBezTo>
                    <a:pt x="3064" y="2024"/>
                    <a:pt x="3062" y="2030"/>
                    <a:pt x="3069" y="2036"/>
                  </a:cubicBezTo>
                  <a:cubicBezTo>
                    <a:pt x="3073" y="2062"/>
                    <a:pt x="3074" y="2065"/>
                    <a:pt x="3078" y="2069"/>
                  </a:cubicBezTo>
                  <a:cubicBezTo>
                    <a:pt x="3075" y="2066"/>
                    <a:pt x="3067" y="2062"/>
                    <a:pt x="3071" y="2058"/>
                  </a:cubicBezTo>
                  <a:cubicBezTo>
                    <a:pt x="3019" y="1980"/>
                    <a:pt x="3021" y="1968"/>
                    <a:pt x="3011" y="1974"/>
                  </a:cubicBezTo>
                  <a:cubicBezTo>
                    <a:pt x="3035" y="2011"/>
                    <a:pt x="3044" y="2015"/>
                    <a:pt x="3046" y="2019"/>
                  </a:cubicBezTo>
                  <a:cubicBezTo>
                    <a:pt x="3060" y="2063"/>
                    <a:pt x="3065" y="2068"/>
                    <a:pt x="3067" y="2073"/>
                  </a:cubicBezTo>
                  <a:cubicBezTo>
                    <a:pt x="3073" y="2103"/>
                    <a:pt x="3074" y="2105"/>
                    <a:pt x="3071" y="2107"/>
                  </a:cubicBezTo>
                  <a:cubicBezTo>
                    <a:pt x="3078" y="2130"/>
                    <a:pt x="3077" y="2132"/>
                    <a:pt x="3077" y="2134"/>
                  </a:cubicBezTo>
                  <a:cubicBezTo>
                    <a:pt x="3065" y="2103"/>
                    <a:pt x="3062" y="2098"/>
                    <a:pt x="3061" y="2093"/>
                  </a:cubicBezTo>
                  <a:cubicBezTo>
                    <a:pt x="3054" y="2074"/>
                    <a:pt x="3050" y="2071"/>
                    <a:pt x="3051" y="2069"/>
                  </a:cubicBezTo>
                  <a:cubicBezTo>
                    <a:pt x="2992" y="2001"/>
                    <a:pt x="2987" y="1997"/>
                    <a:pt x="2983" y="1990"/>
                  </a:cubicBezTo>
                  <a:cubicBezTo>
                    <a:pt x="3043" y="2076"/>
                    <a:pt x="3050" y="2086"/>
                    <a:pt x="3056" y="2097"/>
                  </a:cubicBezTo>
                  <a:cubicBezTo>
                    <a:pt x="3062" y="2124"/>
                    <a:pt x="3060" y="2124"/>
                    <a:pt x="3060" y="2125"/>
                  </a:cubicBezTo>
                  <a:cubicBezTo>
                    <a:pt x="3064" y="2144"/>
                    <a:pt x="3068" y="2146"/>
                    <a:pt x="3068" y="2147"/>
                  </a:cubicBezTo>
                  <a:cubicBezTo>
                    <a:pt x="3078" y="2160"/>
                    <a:pt x="3078" y="2160"/>
                    <a:pt x="3078" y="2160"/>
                  </a:cubicBezTo>
                  <a:cubicBezTo>
                    <a:pt x="3079" y="2148"/>
                    <a:pt x="3079" y="2154"/>
                    <a:pt x="3079" y="2160"/>
                  </a:cubicBezTo>
                  <a:cubicBezTo>
                    <a:pt x="3087" y="2158"/>
                    <a:pt x="3088" y="2155"/>
                    <a:pt x="3088" y="2153"/>
                  </a:cubicBezTo>
                  <a:cubicBezTo>
                    <a:pt x="3082" y="2102"/>
                    <a:pt x="3079" y="2093"/>
                    <a:pt x="3077" y="2085"/>
                  </a:cubicBezTo>
                  <a:cubicBezTo>
                    <a:pt x="3087" y="2106"/>
                    <a:pt x="3084" y="2112"/>
                    <a:pt x="3088" y="2118"/>
                  </a:cubicBezTo>
                  <a:cubicBezTo>
                    <a:pt x="3091" y="2155"/>
                    <a:pt x="3092" y="2158"/>
                    <a:pt x="3093" y="2160"/>
                  </a:cubicBezTo>
                  <a:cubicBezTo>
                    <a:pt x="3101" y="2149"/>
                    <a:pt x="3096" y="2139"/>
                    <a:pt x="3098" y="2129"/>
                  </a:cubicBezTo>
                  <a:close/>
                  <a:moveTo>
                    <a:pt x="2730" y="4"/>
                  </a:moveTo>
                  <a:cubicBezTo>
                    <a:pt x="2730" y="10"/>
                    <a:pt x="2731" y="13"/>
                    <a:pt x="2735" y="15"/>
                  </a:cubicBezTo>
                  <a:cubicBezTo>
                    <a:pt x="2759" y="58"/>
                    <a:pt x="2759" y="68"/>
                    <a:pt x="2765" y="72"/>
                  </a:cubicBezTo>
                  <a:cubicBezTo>
                    <a:pt x="2788" y="115"/>
                    <a:pt x="2789" y="123"/>
                    <a:pt x="2793" y="128"/>
                  </a:cubicBezTo>
                  <a:cubicBezTo>
                    <a:pt x="2807" y="153"/>
                    <a:pt x="2810" y="159"/>
                    <a:pt x="2815" y="163"/>
                  </a:cubicBezTo>
                  <a:cubicBezTo>
                    <a:pt x="2837" y="203"/>
                    <a:pt x="2835" y="211"/>
                    <a:pt x="2839" y="211"/>
                  </a:cubicBezTo>
                  <a:cubicBezTo>
                    <a:pt x="2837" y="204"/>
                    <a:pt x="2837" y="199"/>
                    <a:pt x="2837" y="194"/>
                  </a:cubicBezTo>
                  <a:cubicBezTo>
                    <a:pt x="2804" y="142"/>
                    <a:pt x="2807" y="132"/>
                    <a:pt x="2802" y="131"/>
                  </a:cubicBezTo>
                  <a:cubicBezTo>
                    <a:pt x="2780" y="92"/>
                    <a:pt x="2781" y="90"/>
                    <a:pt x="2780" y="89"/>
                  </a:cubicBezTo>
                  <a:cubicBezTo>
                    <a:pt x="2772" y="61"/>
                    <a:pt x="2764" y="63"/>
                    <a:pt x="2765" y="56"/>
                  </a:cubicBezTo>
                  <a:cubicBezTo>
                    <a:pt x="2742" y="16"/>
                    <a:pt x="2749" y="13"/>
                    <a:pt x="2741" y="13"/>
                  </a:cubicBezTo>
                  <a:cubicBezTo>
                    <a:pt x="2727" y="2"/>
                    <a:pt x="2728" y="4"/>
                    <a:pt x="2730" y="4"/>
                  </a:cubicBezTo>
                  <a:close/>
                  <a:moveTo>
                    <a:pt x="2729" y="2032"/>
                  </a:moveTo>
                  <a:cubicBezTo>
                    <a:pt x="2713" y="2020"/>
                    <a:pt x="2697" y="2002"/>
                    <a:pt x="2681" y="1987"/>
                  </a:cubicBezTo>
                  <a:cubicBezTo>
                    <a:pt x="2676" y="1986"/>
                    <a:pt x="2671" y="1980"/>
                    <a:pt x="2665" y="1978"/>
                  </a:cubicBezTo>
                  <a:cubicBezTo>
                    <a:pt x="2660" y="1970"/>
                    <a:pt x="2655" y="1972"/>
                    <a:pt x="2650" y="1965"/>
                  </a:cubicBezTo>
                  <a:cubicBezTo>
                    <a:pt x="2648" y="1962"/>
                    <a:pt x="2645" y="1963"/>
                    <a:pt x="2643" y="1960"/>
                  </a:cubicBezTo>
                  <a:cubicBezTo>
                    <a:pt x="2642" y="1961"/>
                    <a:pt x="2634" y="1956"/>
                    <a:pt x="2637" y="1962"/>
                  </a:cubicBezTo>
                  <a:cubicBezTo>
                    <a:pt x="2645" y="1963"/>
                    <a:pt x="2653" y="1974"/>
                    <a:pt x="2662" y="1978"/>
                  </a:cubicBezTo>
                  <a:cubicBezTo>
                    <a:pt x="2672" y="1992"/>
                    <a:pt x="2683" y="1992"/>
                    <a:pt x="2693" y="2006"/>
                  </a:cubicBezTo>
                  <a:cubicBezTo>
                    <a:pt x="2696" y="2004"/>
                    <a:pt x="2694" y="2010"/>
                    <a:pt x="2697" y="2008"/>
                  </a:cubicBezTo>
                  <a:cubicBezTo>
                    <a:pt x="2699" y="2011"/>
                    <a:pt x="2702" y="2014"/>
                    <a:pt x="2704" y="2016"/>
                  </a:cubicBezTo>
                  <a:cubicBezTo>
                    <a:pt x="2709" y="2024"/>
                    <a:pt x="2715" y="2026"/>
                    <a:pt x="2720" y="2031"/>
                  </a:cubicBezTo>
                  <a:cubicBezTo>
                    <a:pt x="2743" y="2058"/>
                    <a:pt x="2766" y="2084"/>
                    <a:pt x="2789" y="2110"/>
                  </a:cubicBezTo>
                  <a:cubicBezTo>
                    <a:pt x="2794" y="2119"/>
                    <a:pt x="2805" y="2136"/>
                    <a:pt x="2811" y="2146"/>
                  </a:cubicBezTo>
                  <a:cubicBezTo>
                    <a:pt x="2815" y="2150"/>
                    <a:pt x="2819" y="2155"/>
                    <a:pt x="2822" y="2160"/>
                  </a:cubicBezTo>
                  <a:cubicBezTo>
                    <a:pt x="2833" y="2160"/>
                    <a:pt x="2833" y="2160"/>
                    <a:pt x="2833" y="2160"/>
                  </a:cubicBezTo>
                  <a:cubicBezTo>
                    <a:pt x="2819" y="2141"/>
                    <a:pt x="2808" y="2121"/>
                    <a:pt x="2793" y="2101"/>
                  </a:cubicBezTo>
                  <a:cubicBezTo>
                    <a:pt x="2769" y="2071"/>
                    <a:pt x="2752" y="2059"/>
                    <a:pt x="2729" y="2032"/>
                  </a:cubicBezTo>
                  <a:close/>
                  <a:moveTo>
                    <a:pt x="2593" y="2068"/>
                  </a:moveTo>
                  <a:cubicBezTo>
                    <a:pt x="2590" y="2060"/>
                    <a:pt x="2586" y="2052"/>
                    <a:pt x="2577" y="2043"/>
                  </a:cubicBezTo>
                  <a:cubicBezTo>
                    <a:pt x="2574" y="2034"/>
                    <a:pt x="2569" y="2024"/>
                    <a:pt x="2561" y="2015"/>
                  </a:cubicBezTo>
                  <a:cubicBezTo>
                    <a:pt x="2556" y="2010"/>
                    <a:pt x="2562" y="2004"/>
                    <a:pt x="2554" y="2003"/>
                  </a:cubicBezTo>
                  <a:cubicBezTo>
                    <a:pt x="2558" y="1999"/>
                    <a:pt x="2542" y="1993"/>
                    <a:pt x="2547" y="1989"/>
                  </a:cubicBezTo>
                  <a:cubicBezTo>
                    <a:pt x="2539" y="1985"/>
                    <a:pt x="2535" y="1972"/>
                    <a:pt x="2527" y="1963"/>
                  </a:cubicBezTo>
                  <a:cubicBezTo>
                    <a:pt x="2522" y="1953"/>
                    <a:pt x="2513" y="1943"/>
                    <a:pt x="2507" y="1934"/>
                  </a:cubicBezTo>
                  <a:cubicBezTo>
                    <a:pt x="2502" y="1938"/>
                    <a:pt x="2505" y="1942"/>
                    <a:pt x="2510" y="1946"/>
                  </a:cubicBezTo>
                  <a:cubicBezTo>
                    <a:pt x="2509" y="1950"/>
                    <a:pt x="2514" y="1955"/>
                    <a:pt x="2518" y="1959"/>
                  </a:cubicBezTo>
                  <a:cubicBezTo>
                    <a:pt x="2522" y="1968"/>
                    <a:pt x="2528" y="1977"/>
                    <a:pt x="2536" y="1987"/>
                  </a:cubicBezTo>
                  <a:cubicBezTo>
                    <a:pt x="2535" y="1994"/>
                    <a:pt x="2547" y="2003"/>
                    <a:pt x="2549" y="2011"/>
                  </a:cubicBezTo>
                  <a:cubicBezTo>
                    <a:pt x="2552" y="2015"/>
                    <a:pt x="2550" y="2018"/>
                    <a:pt x="2556" y="2022"/>
                  </a:cubicBezTo>
                  <a:cubicBezTo>
                    <a:pt x="2553" y="2026"/>
                    <a:pt x="2564" y="2031"/>
                    <a:pt x="2561" y="2035"/>
                  </a:cubicBezTo>
                  <a:cubicBezTo>
                    <a:pt x="2574" y="2053"/>
                    <a:pt x="2580" y="2063"/>
                    <a:pt x="2590" y="2081"/>
                  </a:cubicBezTo>
                  <a:cubicBezTo>
                    <a:pt x="2617" y="2114"/>
                    <a:pt x="2628" y="2123"/>
                    <a:pt x="2652" y="2158"/>
                  </a:cubicBezTo>
                  <a:cubicBezTo>
                    <a:pt x="2653" y="2159"/>
                    <a:pt x="2654" y="2160"/>
                    <a:pt x="2655" y="2160"/>
                  </a:cubicBezTo>
                  <a:cubicBezTo>
                    <a:pt x="2668" y="2160"/>
                    <a:pt x="2668" y="2160"/>
                    <a:pt x="2668" y="2160"/>
                  </a:cubicBezTo>
                  <a:cubicBezTo>
                    <a:pt x="2649" y="2138"/>
                    <a:pt x="2635" y="2118"/>
                    <a:pt x="2614" y="2095"/>
                  </a:cubicBezTo>
                  <a:cubicBezTo>
                    <a:pt x="2611" y="2088"/>
                    <a:pt x="2603" y="2079"/>
                    <a:pt x="2593" y="2068"/>
                  </a:cubicBezTo>
                  <a:close/>
                  <a:moveTo>
                    <a:pt x="2526" y="2071"/>
                  </a:moveTo>
                  <a:cubicBezTo>
                    <a:pt x="2526" y="2071"/>
                    <a:pt x="2524" y="2072"/>
                    <a:pt x="2524" y="2072"/>
                  </a:cubicBezTo>
                  <a:cubicBezTo>
                    <a:pt x="2524" y="2072"/>
                    <a:pt x="2519" y="2060"/>
                    <a:pt x="2519" y="2060"/>
                  </a:cubicBezTo>
                  <a:cubicBezTo>
                    <a:pt x="2518" y="2058"/>
                    <a:pt x="2517" y="2058"/>
                    <a:pt x="2516" y="2056"/>
                  </a:cubicBezTo>
                  <a:cubicBezTo>
                    <a:pt x="2506" y="2038"/>
                    <a:pt x="2496" y="2020"/>
                    <a:pt x="2481" y="2000"/>
                  </a:cubicBezTo>
                  <a:cubicBezTo>
                    <a:pt x="2460" y="1977"/>
                    <a:pt x="2453" y="1962"/>
                    <a:pt x="2430" y="1938"/>
                  </a:cubicBezTo>
                  <a:cubicBezTo>
                    <a:pt x="2422" y="1935"/>
                    <a:pt x="2415" y="1922"/>
                    <a:pt x="2408" y="1922"/>
                  </a:cubicBezTo>
                  <a:cubicBezTo>
                    <a:pt x="2410" y="1925"/>
                    <a:pt x="2411" y="1927"/>
                    <a:pt x="2413" y="1929"/>
                  </a:cubicBezTo>
                  <a:cubicBezTo>
                    <a:pt x="2415" y="1931"/>
                    <a:pt x="2418" y="1930"/>
                    <a:pt x="2416" y="1932"/>
                  </a:cubicBezTo>
                  <a:cubicBezTo>
                    <a:pt x="2421" y="1940"/>
                    <a:pt x="2420" y="1938"/>
                    <a:pt x="2426" y="1944"/>
                  </a:cubicBezTo>
                  <a:cubicBezTo>
                    <a:pt x="2435" y="1954"/>
                    <a:pt x="2444" y="1964"/>
                    <a:pt x="2452" y="1973"/>
                  </a:cubicBezTo>
                  <a:cubicBezTo>
                    <a:pt x="2451" y="1975"/>
                    <a:pt x="2451" y="1975"/>
                    <a:pt x="2452" y="1976"/>
                  </a:cubicBezTo>
                  <a:cubicBezTo>
                    <a:pt x="2455" y="1979"/>
                    <a:pt x="2459" y="1978"/>
                    <a:pt x="2458" y="1983"/>
                  </a:cubicBezTo>
                  <a:cubicBezTo>
                    <a:pt x="2462" y="1988"/>
                    <a:pt x="2466" y="1993"/>
                    <a:pt x="2471" y="1998"/>
                  </a:cubicBezTo>
                  <a:cubicBezTo>
                    <a:pt x="2468" y="2002"/>
                    <a:pt x="2478" y="2008"/>
                    <a:pt x="2480" y="2012"/>
                  </a:cubicBezTo>
                  <a:cubicBezTo>
                    <a:pt x="2478" y="2017"/>
                    <a:pt x="2488" y="2022"/>
                    <a:pt x="2490" y="2027"/>
                  </a:cubicBezTo>
                  <a:cubicBezTo>
                    <a:pt x="2495" y="2040"/>
                    <a:pt x="2506" y="2054"/>
                    <a:pt x="2511" y="2067"/>
                  </a:cubicBezTo>
                  <a:cubicBezTo>
                    <a:pt x="2516" y="2080"/>
                    <a:pt x="2531" y="2094"/>
                    <a:pt x="2534" y="2107"/>
                  </a:cubicBezTo>
                  <a:cubicBezTo>
                    <a:pt x="2540" y="2104"/>
                    <a:pt x="2536" y="2112"/>
                    <a:pt x="2540" y="2114"/>
                  </a:cubicBezTo>
                  <a:cubicBezTo>
                    <a:pt x="2544" y="2118"/>
                    <a:pt x="2540" y="2119"/>
                    <a:pt x="2546" y="2120"/>
                  </a:cubicBezTo>
                  <a:cubicBezTo>
                    <a:pt x="2542" y="2123"/>
                    <a:pt x="2550" y="2127"/>
                    <a:pt x="2551" y="2130"/>
                  </a:cubicBezTo>
                  <a:cubicBezTo>
                    <a:pt x="2557" y="2134"/>
                    <a:pt x="2555" y="2137"/>
                    <a:pt x="2558" y="2141"/>
                  </a:cubicBezTo>
                  <a:cubicBezTo>
                    <a:pt x="2564" y="2148"/>
                    <a:pt x="2569" y="2154"/>
                    <a:pt x="2573" y="2160"/>
                  </a:cubicBezTo>
                  <a:cubicBezTo>
                    <a:pt x="2586" y="2160"/>
                    <a:pt x="2586" y="2160"/>
                    <a:pt x="2586" y="2160"/>
                  </a:cubicBezTo>
                  <a:cubicBezTo>
                    <a:pt x="2570" y="2139"/>
                    <a:pt x="2553" y="2118"/>
                    <a:pt x="2541" y="2095"/>
                  </a:cubicBezTo>
                  <a:cubicBezTo>
                    <a:pt x="2533" y="2089"/>
                    <a:pt x="2531" y="2079"/>
                    <a:pt x="2526" y="2071"/>
                  </a:cubicBezTo>
                  <a:close/>
                  <a:moveTo>
                    <a:pt x="2594" y="2142"/>
                  </a:moveTo>
                  <a:cubicBezTo>
                    <a:pt x="2588" y="2138"/>
                    <a:pt x="2596" y="2135"/>
                    <a:pt x="2590" y="2131"/>
                  </a:cubicBezTo>
                  <a:cubicBezTo>
                    <a:pt x="2586" y="2134"/>
                    <a:pt x="2585" y="2126"/>
                    <a:pt x="2584" y="2124"/>
                  </a:cubicBezTo>
                  <a:cubicBezTo>
                    <a:pt x="2581" y="2120"/>
                    <a:pt x="2578" y="2123"/>
                    <a:pt x="2575" y="2118"/>
                  </a:cubicBezTo>
                  <a:cubicBezTo>
                    <a:pt x="2581" y="2115"/>
                    <a:pt x="2567" y="2111"/>
                    <a:pt x="2573" y="2108"/>
                  </a:cubicBezTo>
                  <a:cubicBezTo>
                    <a:pt x="2572" y="2105"/>
                    <a:pt x="2564" y="2101"/>
                    <a:pt x="2567" y="2098"/>
                  </a:cubicBezTo>
                  <a:cubicBezTo>
                    <a:pt x="2564" y="2092"/>
                    <a:pt x="2558" y="2085"/>
                    <a:pt x="2556" y="2079"/>
                  </a:cubicBezTo>
                  <a:cubicBezTo>
                    <a:pt x="2545" y="2066"/>
                    <a:pt x="2543" y="2053"/>
                    <a:pt x="2530" y="2039"/>
                  </a:cubicBezTo>
                  <a:cubicBezTo>
                    <a:pt x="2520" y="2018"/>
                    <a:pt x="2508" y="1996"/>
                    <a:pt x="2494" y="1975"/>
                  </a:cubicBezTo>
                  <a:cubicBezTo>
                    <a:pt x="2486" y="1969"/>
                    <a:pt x="2487" y="1968"/>
                    <a:pt x="2481" y="1960"/>
                  </a:cubicBezTo>
                  <a:cubicBezTo>
                    <a:pt x="2474" y="1955"/>
                    <a:pt x="2476" y="1956"/>
                    <a:pt x="2469" y="1950"/>
                  </a:cubicBezTo>
                  <a:cubicBezTo>
                    <a:pt x="2464" y="1944"/>
                    <a:pt x="2459" y="1938"/>
                    <a:pt x="2453" y="1932"/>
                  </a:cubicBezTo>
                  <a:cubicBezTo>
                    <a:pt x="2450" y="1930"/>
                    <a:pt x="2448" y="1922"/>
                    <a:pt x="2445" y="1925"/>
                  </a:cubicBezTo>
                  <a:cubicBezTo>
                    <a:pt x="2442" y="1923"/>
                    <a:pt x="2439" y="1915"/>
                    <a:pt x="2436" y="1918"/>
                  </a:cubicBezTo>
                  <a:cubicBezTo>
                    <a:pt x="2438" y="1927"/>
                    <a:pt x="2447" y="1931"/>
                    <a:pt x="2453" y="1938"/>
                  </a:cubicBezTo>
                  <a:cubicBezTo>
                    <a:pt x="2469" y="1956"/>
                    <a:pt x="2486" y="1976"/>
                    <a:pt x="2499" y="1993"/>
                  </a:cubicBezTo>
                  <a:cubicBezTo>
                    <a:pt x="2501" y="2004"/>
                    <a:pt x="2507" y="2011"/>
                    <a:pt x="2511" y="2017"/>
                  </a:cubicBezTo>
                  <a:cubicBezTo>
                    <a:pt x="2515" y="2027"/>
                    <a:pt x="2522" y="2037"/>
                    <a:pt x="2525" y="2046"/>
                  </a:cubicBezTo>
                  <a:cubicBezTo>
                    <a:pt x="2532" y="2052"/>
                    <a:pt x="2530" y="2058"/>
                    <a:pt x="2537" y="2064"/>
                  </a:cubicBezTo>
                  <a:cubicBezTo>
                    <a:pt x="2536" y="2070"/>
                    <a:pt x="2547" y="2077"/>
                    <a:pt x="2545" y="2083"/>
                  </a:cubicBezTo>
                  <a:cubicBezTo>
                    <a:pt x="2554" y="2096"/>
                    <a:pt x="2560" y="2108"/>
                    <a:pt x="2566" y="2120"/>
                  </a:cubicBezTo>
                  <a:cubicBezTo>
                    <a:pt x="2570" y="2125"/>
                    <a:pt x="2575" y="2130"/>
                    <a:pt x="2579" y="2135"/>
                  </a:cubicBezTo>
                  <a:cubicBezTo>
                    <a:pt x="2583" y="2143"/>
                    <a:pt x="2590" y="2152"/>
                    <a:pt x="2595" y="2160"/>
                  </a:cubicBezTo>
                  <a:cubicBezTo>
                    <a:pt x="2607" y="2160"/>
                    <a:pt x="2607" y="2160"/>
                    <a:pt x="2607" y="2160"/>
                  </a:cubicBezTo>
                  <a:cubicBezTo>
                    <a:pt x="2605" y="2158"/>
                    <a:pt x="2603" y="2156"/>
                    <a:pt x="2601" y="2153"/>
                  </a:cubicBezTo>
                  <a:cubicBezTo>
                    <a:pt x="2601" y="2150"/>
                    <a:pt x="2598" y="2146"/>
                    <a:pt x="2594" y="2142"/>
                  </a:cubicBezTo>
                  <a:close/>
                  <a:moveTo>
                    <a:pt x="2754" y="2103"/>
                  </a:moveTo>
                  <a:cubicBezTo>
                    <a:pt x="2742" y="2089"/>
                    <a:pt x="2730" y="2080"/>
                    <a:pt x="2724" y="2069"/>
                  </a:cubicBezTo>
                  <a:cubicBezTo>
                    <a:pt x="2673" y="2020"/>
                    <a:pt x="2658" y="2006"/>
                    <a:pt x="2642" y="1992"/>
                  </a:cubicBezTo>
                  <a:cubicBezTo>
                    <a:pt x="2611" y="1967"/>
                    <a:pt x="2603" y="1971"/>
                    <a:pt x="2595" y="1958"/>
                  </a:cubicBezTo>
                  <a:cubicBezTo>
                    <a:pt x="2552" y="1947"/>
                    <a:pt x="2570" y="1954"/>
                    <a:pt x="2579" y="1969"/>
                  </a:cubicBezTo>
                  <a:cubicBezTo>
                    <a:pt x="2603" y="1993"/>
                    <a:pt x="2607" y="1992"/>
                    <a:pt x="2605" y="1996"/>
                  </a:cubicBezTo>
                  <a:cubicBezTo>
                    <a:pt x="2621" y="2013"/>
                    <a:pt x="2630" y="2011"/>
                    <a:pt x="2630" y="2018"/>
                  </a:cubicBezTo>
                  <a:cubicBezTo>
                    <a:pt x="2705" y="2088"/>
                    <a:pt x="2711" y="2097"/>
                    <a:pt x="2730" y="2115"/>
                  </a:cubicBezTo>
                  <a:cubicBezTo>
                    <a:pt x="2774" y="2160"/>
                    <a:pt x="2774" y="2160"/>
                    <a:pt x="2774" y="2160"/>
                  </a:cubicBezTo>
                  <a:cubicBezTo>
                    <a:pt x="2687" y="2056"/>
                    <a:pt x="2675" y="2048"/>
                    <a:pt x="2664" y="2034"/>
                  </a:cubicBezTo>
                  <a:cubicBezTo>
                    <a:pt x="2639" y="2016"/>
                    <a:pt x="2640" y="2011"/>
                    <a:pt x="2634" y="2009"/>
                  </a:cubicBezTo>
                  <a:cubicBezTo>
                    <a:pt x="2590" y="1961"/>
                    <a:pt x="2592" y="1965"/>
                    <a:pt x="2595" y="1967"/>
                  </a:cubicBezTo>
                  <a:cubicBezTo>
                    <a:pt x="2643" y="2000"/>
                    <a:pt x="2660" y="2019"/>
                    <a:pt x="2677" y="2032"/>
                  </a:cubicBezTo>
                  <a:cubicBezTo>
                    <a:pt x="2722" y="2081"/>
                    <a:pt x="2728" y="2091"/>
                    <a:pt x="2740" y="2104"/>
                  </a:cubicBezTo>
                  <a:cubicBezTo>
                    <a:pt x="2743" y="2107"/>
                    <a:pt x="2746" y="2106"/>
                    <a:pt x="2746" y="2107"/>
                  </a:cubicBezTo>
                  <a:cubicBezTo>
                    <a:pt x="2776" y="2144"/>
                    <a:pt x="2782" y="2152"/>
                    <a:pt x="2788" y="2160"/>
                  </a:cubicBezTo>
                  <a:cubicBezTo>
                    <a:pt x="2766" y="2118"/>
                    <a:pt x="2761" y="2111"/>
                    <a:pt x="2754" y="2103"/>
                  </a:cubicBezTo>
                  <a:close/>
                  <a:moveTo>
                    <a:pt x="2693" y="2110"/>
                  </a:moveTo>
                  <a:cubicBezTo>
                    <a:pt x="2696" y="2104"/>
                    <a:pt x="2682" y="2098"/>
                    <a:pt x="2684" y="2092"/>
                  </a:cubicBezTo>
                  <a:cubicBezTo>
                    <a:pt x="2662" y="2071"/>
                    <a:pt x="2655" y="2066"/>
                    <a:pt x="2644" y="2057"/>
                  </a:cubicBezTo>
                  <a:cubicBezTo>
                    <a:pt x="2578" y="1981"/>
                    <a:pt x="2570" y="1972"/>
                    <a:pt x="2560" y="1960"/>
                  </a:cubicBezTo>
                  <a:cubicBezTo>
                    <a:pt x="2548" y="1932"/>
                    <a:pt x="2535" y="1928"/>
                    <a:pt x="2540" y="1925"/>
                  </a:cubicBezTo>
                  <a:cubicBezTo>
                    <a:pt x="2520" y="1893"/>
                    <a:pt x="2526" y="1881"/>
                    <a:pt x="2517" y="1885"/>
                  </a:cubicBezTo>
                  <a:cubicBezTo>
                    <a:pt x="2536" y="1948"/>
                    <a:pt x="2536" y="1956"/>
                    <a:pt x="2544" y="1966"/>
                  </a:cubicBezTo>
                  <a:cubicBezTo>
                    <a:pt x="2562" y="2002"/>
                    <a:pt x="2567" y="2009"/>
                    <a:pt x="2571" y="2017"/>
                  </a:cubicBezTo>
                  <a:cubicBezTo>
                    <a:pt x="2647" y="2106"/>
                    <a:pt x="2655" y="2116"/>
                    <a:pt x="2663" y="2125"/>
                  </a:cubicBezTo>
                  <a:cubicBezTo>
                    <a:pt x="2703" y="2158"/>
                    <a:pt x="2696" y="2155"/>
                    <a:pt x="2695" y="2152"/>
                  </a:cubicBezTo>
                  <a:cubicBezTo>
                    <a:pt x="2672" y="2122"/>
                    <a:pt x="2670" y="2119"/>
                    <a:pt x="2667" y="2116"/>
                  </a:cubicBezTo>
                  <a:cubicBezTo>
                    <a:pt x="2636" y="2077"/>
                    <a:pt x="2632" y="2073"/>
                    <a:pt x="2628" y="2069"/>
                  </a:cubicBezTo>
                  <a:cubicBezTo>
                    <a:pt x="2551" y="1971"/>
                    <a:pt x="2541" y="1952"/>
                    <a:pt x="2535" y="1933"/>
                  </a:cubicBezTo>
                  <a:cubicBezTo>
                    <a:pt x="2537" y="1931"/>
                    <a:pt x="2537" y="1933"/>
                    <a:pt x="2538" y="1936"/>
                  </a:cubicBezTo>
                  <a:cubicBezTo>
                    <a:pt x="2555" y="1961"/>
                    <a:pt x="2559" y="1971"/>
                    <a:pt x="2566" y="1981"/>
                  </a:cubicBezTo>
                  <a:cubicBezTo>
                    <a:pt x="2684" y="2109"/>
                    <a:pt x="2700" y="2128"/>
                    <a:pt x="2712" y="2137"/>
                  </a:cubicBezTo>
                  <a:cubicBezTo>
                    <a:pt x="2738" y="2156"/>
                    <a:pt x="2735" y="2152"/>
                    <a:pt x="2733" y="2148"/>
                  </a:cubicBezTo>
                  <a:close/>
                  <a:moveTo>
                    <a:pt x="2591" y="2098"/>
                  </a:moveTo>
                  <a:cubicBezTo>
                    <a:pt x="2574" y="2082"/>
                    <a:pt x="2569" y="2066"/>
                    <a:pt x="2557" y="2050"/>
                  </a:cubicBezTo>
                  <a:cubicBezTo>
                    <a:pt x="2542" y="2025"/>
                    <a:pt x="2544" y="2022"/>
                    <a:pt x="2540" y="2018"/>
                  </a:cubicBezTo>
                  <a:cubicBezTo>
                    <a:pt x="2518" y="1973"/>
                    <a:pt x="2511" y="1965"/>
                    <a:pt x="2510" y="1957"/>
                  </a:cubicBezTo>
                  <a:cubicBezTo>
                    <a:pt x="2495" y="1931"/>
                    <a:pt x="2489" y="1936"/>
                    <a:pt x="2497" y="1942"/>
                  </a:cubicBezTo>
                  <a:cubicBezTo>
                    <a:pt x="2510" y="1978"/>
                    <a:pt x="2514" y="1981"/>
                    <a:pt x="2516" y="1984"/>
                  </a:cubicBezTo>
                  <a:cubicBezTo>
                    <a:pt x="2525" y="2012"/>
                    <a:pt x="2529" y="2015"/>
                    <a:pt x="2531" y="2017"/>
                  </a:cubicBezTo>
                  <a:cubicBezTo>
                    <a:pt x="2543" y="2038"/>
                    <a:pt x="2539" y="2041"/>
                    <a:pt x="2543" y="2044"/>
                  </a:cubicBezTo>
                  <a:cubicBezTo>
                    <a:pt x="2576" y="2100"/>
                    <a:pt x="2580" y="2103"/>
                    <a:pt x="2582" y="2106"/>
                  </a:cubicBezTo>
                  <a:cubicBezTo>
                    <a:pt x="2599" y="2132"/>
                    <a:pt x="2603" y="2135"/>
                    <a:pt x="2605" y="2138"/>
                  </a:cubicBezTo>
                  <a:cubicBezTo>
                    <a:pt x="2623" y="2154"/>
                    <a:pt x="2621" y="2156"/>
                    <a:pt x="2622" y="2158"/>
                  </a:cubicBezTo>
                  <a:cubicBezTo>
                    <a:pt x="2623" y="2145"/>
                    <a:pt x="2610" y="2129"/>
                    <a:pt x="2597" y="2113"/>
                  </a:cubicBezTo>
                  <a:close/>
                  <a:moveTo>
                    <a:pt x="3033" y="2114"/>
                  </a:moveTo>
                  <a:cubicBezTo>
                    <a:pt x="3034" y="2107"/>
                    <a:pt x="3026" y="2100"/>
                    <a:pt x="3027" y="2094"/>
                  </a:cubicBezTo>
                  <a:cubicBezTo>
                    <a:pt x="3015" y="2078"/>
                    <a:pt x="3010" y="2064"/>
                    <a:pt x="2999" y="2048"/>
                  </a:cubicBezTo>
                  <a:cubicBezTo>
                    <a:pt x="2993" y="2042"/>
                    <a:pt x="2987" y="2035"/>
                    <a:pt x="2982" y="2029"/>
                  </a:cubicBezTo>
                  <a:cubicBezTo>
                    <a:pt x="2976" y="2019"/>
                    <a:pt x="2974" y="2020"/>
                    <a:pt x="2966" y="2011"/>
                  </a:cubicBezTo>
                  <a:cubicBezTo>
                    <a:pt x="2959" y="2006"/>
                    <a:pt x="2963" y="2002"/>
                    <a:pt x="2957" y="1998"/>
                  </a:cubicBezTo>
                  <a:cubicBezTo>
                    <a:pt x="2951" y="1998"/>
                    <a:pt x="2953" y="1992"/>
                    <a:pt x="2952" y="1991"/>
                  </a:cubicBezTo>
                  <a:cubicBezTo>
                    <a:pt x="2951" y="1991"/>
                    <a:pt x="2950" y="1993"/>
                    <a:pt x="2949" y="1991"/>
                  </a:cubicBezTo>
                  <a:cubicBezTo>
                    <a:pt x="2945" y="1988"/>
                    <a:pt x="2942" y="1983"/>
                    <a:pt x="2937" y="1978"/>
                  </a:cubicBezTo>
                  <a:cubicBezTo>
                    <a:pt x="2933" y="1980"/>
                    <a:pt x="2929" y="1969"/>
                    <a:pt x="2925" y="1971"/>
                  </a:cubicBezTo>
                  <a:cubicBezTo>
                    <a:pt x="2921" y="1969"/>
                    <a:pt x="2917" y="1962"/>
                    <a:pt x="2913" y="1967"/>
                  </a:cubicBezTo>
                  <a:cubicBezTo>
                    <a:pt x="2922" y="1978"/>
                    <a:pt x="2932" y="1982"/>
                    <a:pt x="2941" y="1989"/>
                  </a:cubicBezTo>
                  <a:cubicBezTo>
                    <a:pt x="2945" y="1997"/>
                    <a:pt x="2946" y="1998"/>
                    <a:pt x="2955" y="2005"/>
                  </a:cubicBezTo>
                  <a:cubicBezTo>
                    <a:pt x="2959" y="2009"/>
                    <a:pt x="2957" y="2013"/>
                    <a:pt x="2962" y="2017"/>
                  </a:cubicBezTo>
                  <a:cubicBezTo>
                    <a:pt x="2976" y="2032"/>
                    <a:pt x="2989" y="2047"/>
                    <a:pt x="2995" y="2057"/>
                  </a:cubicBezTo>
                  <a:cubicBezTo>
                    <a:pt x="3002" y="2065"/>
                    <a:pt x="3006" y="2073"/>
                    <a:pt x="3009" y="2080"/>
                  </a:cubicBezTo>
                  <a:cubicBezTo>
                    <a:pt x="3013" y="2084"/>
                    <a:pt x="3016" y="2088"/>
                    <a:pt x="3013" y="2091"/>
                  </a:cubicBezTo>
                  <a:cubicBezTo>
                    <a:pt x="3017" y="2095"/>
                    <a:pt x="3020" y="2099"/>
                    <a:pt x="3020" y="2102"/>
                  </a:cubicBezTo>
                  <a:cubicBezTo>
                    <a:pt x="3026" y="2117"/>
                    <a:pt x="3033" y="2132"/>
                    <a:pt x="3039" y="2147"/>
                  </a:cubicBezTo>
                  <a:cubicBezTo>
                    <a:pt x="3040" y="2151"/>
                    <a:pt x="3041" y="2156"/>
                    <a:pt x="3042" y="2160"/>
                  </a:cubicBezTo>
                  <a:cubicBezTo>
                    <a:pt x="3052" y="2160"/>
                    <a:pt x="3052" y="2160"/>
                    <a:pt x="3052" y="2160"/>
                  </a:cubicBezTo>
                  <a:cubicBezTo>
                    <a:pt x="3049" y="2152"/>
                    <a:pt x="3045" y="2143"/>
                    <a:pt x="3046" y="2135"/>
                  </a:cubicBezTo>
                  <a:cubicBezTo>
                    <a:pt x="3039" y="2128"/>
                    <a:pt x="3040" y="2121"/>
                    <a:pt x="3033" y="2114"/>
                  </a:cubicBezTo>
                  <a:close/>
                  <a:moveTo>
                    <a:pt x="2537" y="2130"/>
                  </a:moveTo>
                  <a:cubicBezTo>
                    <a:pt x="2524" y="2116"/>
                    <a:pt x="2523" y="2103"/>
                    <a:pt x="2514" y="2093"/>
                  </a:cubicBezTo>
                  <a:cubicBezTo>
                    <a:pt x="2504" y="2070"/>
                    <a:pt x="2497" y="2066"/>
                    <a:pt x="2499" y="2063"/>
                  </a:cubicBezTo>
                  <a:cubicBezTo>
                    <a:pt x="2497" y="2052"/>
                    <a:pt x="2484" y="2048"/>
                    <a:pt x="2489" y="2045"/>
                  </a:cubicBezTo>
                  <a:cubicBezTo>
                    <a:pt x="2476" y="2022"/>
                    <a:pt x="2468" y="2018"/>
                    <a:pt x="2471" y="2015"/>
                  </a:cubicBezTo>
                  <a:cubicBezTo>
                    <a:pt x="2435" y="1967"/>
                    <a:pt x="2425" y="1955"/>
                    <a:pt x="2414" y="1943"/>
                  </a:cubicBezTo>
                  <a:cubicBezTo>
                    <a:pt x="2373" y="1912"/>
                    <a:pt x="2369" y="1896"/>
                    <a:pt x="2364" y="1900"/>
                  </a:cubicBezTo>
                  <a:cubicBezTo>
                    <a:pt x="2381" y="1915"/>
                    <a:pt x="2378" y="1916"/>
                    <a:pt x="2380" y="1918"/>
                  </a:cubicBezTo>
                  <a:cubicBezTo>
                    <a:pt x="2388" y="1923"/>
                    <a:pt x="2388" y="1926"/>
                    <a:pt x="2389" y="1927"/>
                  </a:cubicBezTo>
                  <a:cubicBezTo>
                    <a:pt x="2400" y="1940"/>
                    <a:pt x="2408" y="1942"/>
                    <a:pt x="2409" y="1947"/>
                  </a:cubicBezTo>
                  <a:cubicBezTo>
                    <a:pt x="2443" y="1995"/>
                    <a:pt x="2452" y="1999"/>
                    <a:pt x="2449" y="2002"/>
                  </a:cubicBezTo>
                  <a:cubicBezTo>
                    <a:pt x="2487" y="2063"/>
                    <a:pt x="2491" y="2067"/>
                    <a:pt x="2487" y="2070"/>
                  </a:cubicBezTo>
                  <a:cubicBezTo>
                    <a:pt x="2506" y="2104"/>
                    <a:pt x="2514" y="2108"/>
                    <a:pt x="2512" y="2112"/>
                  </a:cubicBezTo>
                  <a:cubicBezTo>
                    <a:pt x="2539" y="2152"/>
                    <a:pt x="2543" y="2157"/>
                    <a:pt x="2546" y="2160"/>
                  </a:cubicBezTo>
                  <a:cubicBezTo>
                    <a:pt x="2540" y="2140"/>
                    <a:pt x="2541" y="2135"/>
                    <a:pt x="2537" y="2130"/>
                  </a:cubicBezTo>
                  <a:close/>
                  <a:moveTo>
                    <a:pt x="2359" y="2098"/>
                  </a:moveTo>
                  <a:cubicBezTo>
                    <a:pt x="2355" y="2093"/>
                    <a:pt x="2356" y="2088"/>
                    <a:pt x="2351" y="2082"/>
                  </a:cubicBezTo>
                  <a:cubicBezTo>
                    <a:pt x="2335" y="2044"/>
                    <a:pt x="2331" y="2038"/>
                    <a:pt x="2328" y="2033"/>
                  </a:cubicBezTo>
                  <a:cubicBezTo>
                    <a:pt x="2301" y="1982"/>
                    <a:pt x="2293" y="1965"/>
                    <a:pt x="2285" y="1948"/>
                  </a:cubicBezTo>
                  <a:cubicBezTo>
                    <a:pt x="2224" y="1882"/>
                    <a:pt x="2221" y="1878"/>
                    <a:pt x="2218" y="1874"/>
                  </a:cubicBezTo>
                  <a:cubicBezTo>
                    <a:pt x="2188" y="1841"/>
                    <a:pt x="2182" y="1834"/>
                    <a:pt x="2176" y="1827"/>
                  </a:cubicBezTo>
                  <a:cubicBezTo>
                    <a:pt x="2168" y="1800"/>
                    <a:pt x="2167" y="1797"/>
                    <a:pt x="2164" y="1793"/>
                  </a:cubicBezTo>
                  <a:cubicBezTo>
                    <a:pt x="2171" y="1829"/>
                    <a:pt x="2175" y="1832"/>
                    <a:pt x="2177" y="1835"/>
                  </a:cubicBezTo>
                  <a:cubicBezTo>
                    <a:pt x="2193" y="1872"/>
                    <a:pt x="2204" y="1885"/>
                    <a:pt x="2212" y="1897"/>
                  </a:cubicBezTo>
                  <a:cubicBezTo>
                    <a:pt x="2261" y="1978"/>
                    <a:pt x="2271" y="1983"/>
                    <a:pt x="2264" y="1987"/>
                  </a:cubicBezTo>
                  <a:cubicBezTo>
                    <a:pt x="2277" y="2021"/>
                    <a:pt x="2288" y="2026"/>
                    <a:pt x="2285" y="2030"/>
                  </a:cubicBezTo>
                  <a:cubicBezTo>
                    <a:pt x="2303" y="2068"/>
                    <a:pt x="2301" y="2072"/>
                    <a:pt x="2302" y="2076"/>
                  </a:cubicBezTo>
                  <a:cubicBezTo>
                    <a:pt x="2322" y="2110"/>
                    <a:pt x="2320" y="2114"/>
                    <a:pt x="2324" y="2118"/>
                  </a:cubicBezTo>
                  <a:cubicBezTo>
                    <a:pt x="2337" y="2145"/>
                    <a:pt x="2350" y="2149"/>
                    <a:pt x="2344" y="2152"/>
                  </a:cubicBezTo>
                  <a:cubicBezTo>
                    <a:pt x="2314" y="2125"/>
                    <a:pt x="2312" y="2120"/>
                    <a:pt x="2308" y="2120"/>
                  </a:cubicBezTo>
                  <a:cubicBezTo>
                    <a:pt x="2286" y="2084"/>
                    <a:pt x="2287" y="2074"/>
                    <a:pt x="2278" y="2062"/>
                  </a:cubicBezTo>
                  <a:cubicBezTo>
                    <a:pt x="2250" y="1984"/>
                    <a:pt x="2245" y="1972"/>
                    <a:pt x="2241" y="1961"/>
                  </a:cubicBezTo>
                  <a:cubicBezTo>
                    <a:pt x="2207" y="1901"/>
                    <a:pt x="2203" y="1897"/>
                    <a:pt x="2199" y="1893"/>
                  </a:cubicBezTo>
                  <a:cubicBezTo>
                    <a:pt x="2180" y="1859"/>
                    <a:pt x="2173" y="1847"/>
                    <a:pt x="2168" y="1834"/>
                  </a:cubicBezTo>
                  <a:cubicBezTo>
                    <a:pt x="2156" y="1801"/>
                    <a:pt x="2161" y="1800"/>
                    <a:pt x="2155" y="1799"/>
                  </a:cubicBezTo>
                  <a:cubicBezTo>
                    <a:pt x="2162" y="1855"/>
                    <a:pt x="2173" y="1859"/>
                    <a:pt x="2171" y="1863"/>
                  </a:cubicBezTo>
                  <a:cubicBezTo>
                    <a:pt x="2220" y="1937"/>
                    <a:pt x="2218" y="1940"/>
                    <a:pt x="2219" y="1942"/>
                  </a:cubicBezTo>
                  <a:cubicBezTo>
                    <a:pt x="2235" y="1976"/>
                    <a:pt x="2242" y="1984"/>
                    <a:pt x="2242" y="1992"/>
                  </a:cubicBezTo>
                  <a:cubicBezTo>
                    <a:pt x="2250" y="2025"/>
                    <a:pt x="2261" y="2035"/>
                    <a:pt x="2259" y="2044"/>
                  </a:cubicBezTo>
                  <a:cubicBezTo>
                    <a:pt x="2271" y="2072"/>
                    <a:pt x="2281" y="2080"/>
                    <a:pt x="2279" y="2087"/>
                  </a:cubicBezTo>
                  <a:cubicBezTo>
                    <a:pt x="2297" y="2123"/>
                    <a:pt x="2306" y="2127"/>
                    <a:pt x="2303" y="2130"/>
                  </a:cubicBezTo>
                  <a:cubicBezTo>
                    <a:pt x="2288" y="2117"/>
                    <a:pt x="2278" y="2115"/>
                    <a:pt x="2273" y="2107"/>
                  </a:cubicBezTo>
                  <a:cubicBezTo>
                    <a:pt x="2244" y="2046"/>
                    <a:pt x="2250" y="2043"/>
                    <a:pt x="2247" y="2040"/>
                  </a:cubicBezTo>
                  <a:cubicBezTo>
                    <a:pt x="2239" y="2016"/>
                    <a:pt x="2232" y="2013"/>
                    <a:pt x="2235" y="2010"/>
                  </a:cubicBezTo>
                  <a:cubicBezTo>
                    <a:pt x="2222" y="1977"/>
                    <a:pt x="2214" y="1973"/>
                    <a:pt x="2218" y="1970"/>
                  </a:cubicBezTo>
                  <a:cubicBezTo>
                    <a:pt x="2196" y="1923"/>
                    <a:pt x="2187" y="1916"/>
                    <a:pt x="2188" y="1909"/>
                  </a:cubicBezTo>
                  <a:cubicBezTo>
                    <a:pt x="2172" y="1880"/>
                    <a:pt x="2172" y="1877"/>
                    <a:pt x="2170" y="1879"/>
                  </a:cubicBezTo>
                  <a:cubicBezTo>
                    <a:pt x="2148" y="1849"/>
                    <a:pt x="2146" y="1846"/>
                    <a:pt x="2140" y="1841"/>
                  </a:cubicBezTo>
                  <a:cubicBezTo>
                    <a:pt x="2122" y="1818"/>
                    <a:pt x="2120" y="1815"/>
                    <a:pt x="2120" y="1812"/>
                  </a:cubicBezTo>
                  <a:cubicBezTo>
                    <a:pt x="2133" y="1844"/>
                    <a:pt x="2148" y="1854"/>
                    <a:pt x="2149" y="1862"/>
                  </a:cubicBezTo>
                  <a:cubicBezTo>
                    <a:pt x="2163" y="1878"/>
                    <a:pt x="2160" y="1878"/>
                    <a:pt x="2166" y="1882"/>
                  </a:cubicBezTo>
                  <a:cubicBezTo>
                    <a:pt x="2182" y="1914"/>
                    <a:pt x="2180" y="1918"/>
                    <a:pt x="2184" y="1921"/>
                  </a:cubicBezTo>
                  <a:cubicBezTo>
                    <a:pt x="2203" y="1968"/>
                    <a:pt x="2210" y="1974"/>
                    <a:pt x="2209" y="1980"/>
                  </a:cubicBezTo>
                  <a:cubicBezTo>
                    <a:pt x="2222" y="2004"/>
                    <a:pt x="2224" y="2008"/>
                    <a:pt x="2224" y="2011"/>
                  </a:cubicBezTo>
                  <a:cubicBezTo>
                    <a:pt x="2245" y="2053"/>
                    <a:pt x="2243" y="2065"/>
                    <a:pt x="2251" y="2077"/>
                  </a:cubicBezTo>
                  <a:cubicBezTo>
                    <a:pt x="2258" y="2112"/>
                    <a:pt x="2252" y="2108"/>
                    <a:pt x="2246" y="2105"/>
                  </a:cubicBezTo>
                  <a:cubicBezTo>
                    <a:pt x="2234" y="2075"/>
                    <a:pt x="2228" y="2071"/>
                    <a:pt x="2230" y="2067"/>
                  </a:cubicBezTo>
                  <a:cubicBezTo>
                    <a:pt x="2214" y="2023"/>
                    <a:pt x="2210" y="2019"/>
                    <a:pt x="2210" y="2014"/>
                  </a:cubicBezTo>
                  <a:cubicBezTo>
                    <a:pt x="2191" y="1966"/>
                    <a:pt x="2190" y="1957"/>
                    <a:pt x="2183" y="1948"/>
                  </a:cubicBezTo>
                  <a:cubicBezTo>
                    <a:pt x="2115" y="1843"/>
                    <a:pt x="2109" y="1836"/>
                    <a:pt x="2102" y="1828"/>
                  </a:cubicBezTo>
                  <a:cubicBezTo>
                    <a:pt x="2084" y="1810"/>
                    <a:pt x="2089" y="1820"/>
                    <a:pt x="2100" y="1829"/>
                  </a:cubicBezTo>
                  <a:cubicBezTo>
                    <a:pt x="2180" y="1968"/>
                    <a:pt x="2187" y="1974"/>
                    <a:pt x="2184" y="1979"/>
                  </a:cubicBezTo>
                  <a:cubicBezTo>
                    <a:pt x="2204" y="2026"/>
                    <a:pt x="2202" y="2030"/>
                    <a:pt x="2207" y="2034"/>
                  </a:cubicBezTo>
                  <a:cubicBezTo>
                    <a:pt x="2222" y="2075"/>
                    <a:pt x="2224" y="2079"/>
                    <a:pt x="2224" y="2083"/>
                  </a:cubicBezTo>
                  <a:cubicBezTo>
                    <a:pt x="2213" y="2080"/>
                    <a:pt x="2204" y="2073"/>
                    <a:pt x="2206" y="2067"/>
                  </a:cubicBezTo>
                  <a:cubicBezTo>
                    <a:pt x="2183" y="2022"/>
                    <a:pt x="2178" y="2013"/>
                    <a:pt x="2178" y="2005"/>
                  </a:cubicBezTo>
                  <a:cubicBezTo>
                    <a:pt x="2150" y="1952"/>
                    <a:pt x="2156" y="1949"/>
                    <a:pt x="2153" y="1946"/>
                  </a:cubicBezTo>
                  <a:cubicBezTo>
                    <a:pt x="2092" y="1848"/>
                    <a:pt x="2086" y="1839"/>
                    <a:pt x="2080" y="1830"/>
                  </a:cubicBezTo>
                  <a:cubicBezTo>
                    <a:pt x="2028" y="1770"/>
                    <a:pt x="2025" y="1766"/>
                    <a:pt x="2021" y="1765"/>
                  </a:cubicBezTo>
                  <a:cubicBezTo>
                    <a:pt x="2015" y="1759"/>
                    <a:pt x="2018" y="1765"/>
                    <a:pt x="2019" y="1767"/>
                  </a:cubicBezTo>
                  <a:cubicBezTo>
                    <a:pt x="2031" y="1783"/>
                    <a:pt x="2032" y="1782"/>
                    <a:pt x="2034" y="1783"/>
                  </a:cubicBezTo>
                  <a:cubicBezTo>
                    <a:pt x="2080" y="1843"/>
                    <a:pt x="2084" y="1849"/>
                    <a:pt x="2088" y="1855"/>
                  </a:cubicBezTo>
                  <a:cubicBezTo>
                    <a:pt x="2107" y="1882"/>
                    <a:pt x="2113" y="1894"/>
                    <a:pt x="2121" y="1907"/>
                  </a:cubicBezTo>
                  <a:cubicBezTo>
                    <a:pt x="2133" y="1930"/>
                    <a:pt x="2135" y="1937"/>
                    <a:pt x="2142" y="1943"/>
                  </a:cubicBezTo>
                  <a:cubicBezTo>
                    <a:pt x="2150" y="1967"/>
                    <a:pt x="2149" y="1968"/>
                    <a:pt x="2153" y="1969"/>
                  </a:cubicBezTo>
                  <a:cubicBezTo>
                    <a:pt x="2176" y="2038"/>
                    <a:pt x="2182" y="2045"/>
                    <a:pt x="2184" y="2051"/>
                  </a:cubicBezTo>
                  <a:cubicBezTo>
                    <a:pt x="2178" y="2070"/>
                    <a:pt x="2180" y="2060"/>
                    <a:pt x="2175" y="2057"/>
                  </a:cubicBezTo>
                  <a:cubicBezTo>
                    <a:pt x="2153" y="2021"/>
                    <a:pt x="2158" y="2016"/>
                    <a:pt x="2151" y="2010"/>
                  </a:cubicBezTo>
                  <a:cubicBezTo>
                    <a:pt x="2121" y="1936"/>
                    <a:pt x="2119" y="1926"/>
                    <a:pt x="2108" y="1915"/>
                  </a:cubicBezTo>
                  <a:cubicBezTo>
                    <a:pt x="2036" y="1803"/>
                    <a:pt x="2040" y="1801"/>
                    <a:pt x="2034" y="1797"/>
                  </a:cubicBezTo>
                  <a:cubicBezTo>
                    <a:pt x="2007" y="1765"/>
                    <a:pt x="2005" y="1763"/>
                    <a:pt x="2003" y="1761"/>
                  </a:cubicBezTo>
                  <a:cubicBezTo>
                    <a:pt x="1972" y="1730"/>
                    <a:pt x="1967" y="1720"/>
                    <a:pt x="1962" y="1724"/>
                  </a:cubicBezTo>
                  <a:cubicBezTo>
                    <a:pt x="1992" y="1755"/>
                    <a:pt x="1992" y="1758"/>
                    <a:pt x="1992" y="1759"/>
                  </a:cubicBezTo>
                  <a:cubicBezTo>
                    <a:pt x="2021" y="1792"/>
                    <a:pt x="2020" y="1796"/>
                    <a:pt x="2026" y="1801"/>
                  </a:cubicBezTo>
                  <a:cubicBezTo>
                    <a:pt x="2060" y="1845"/>
                    <a:pt x="2062" y="1850"/>
                    <a:pt x="2064" y="1855"/>
                  </a:cubicBezTo>
                  <a:cubicBezTo>
                    <a:pt x="2095" y="1898"/>
                    <a:pt x="2096" y="1916"/>
                    <a:pt x="2112" y="1935"/>
                  </a:cubicBezTo>
                  <a:cubicBezTo>
                    <a:pt x="2128" y="1975"/>
                    <a:pt x="2126" y="1980"/>
                    <a:pt x="2133" y="1986"/>
                  </a:cubicBezTo>
                  <a:cubicBezTo>
                    <a:pt x="2155" y="2039"/>
                    <a:pt x="2153" y="2043"/>
                    <a:pt x="2157" y="2046"/>
                  </a:cubicBezTo>
                  <a:cubicBezTo>
                    <a:pt x="2137" y="2045"/>
                    <a:pt x="2142" y="2043"/>
                    <a:pt x="2142" y="2042"/>
                  </a:cubicBezTo>
                  <a:cubicBezTo>
                    <a:pt x="2135" y="2030"/>
                    <a:pt x="2128" y="2031"/>
                    <a:pt x="2127" y="2026"/>
                  </a:cubicBezTo>
                  <a:cubicBezTo>
                    <a:pt x="2111" y="1989"/>
                    <a:pt x="2109" y="1986"/>
                    <a:pt x="2107" y="1983"/>
                  </a:cubicBezTo>
                  <a:cubicBezTo>
                    <a:pt x="2085" y="1918"/>
                    <a:pt x="2078" y="1914"/>
                    <a:pt x="2079" y="1911"/>
                  </a:cubicBezTo>
                  <a:cubicBezTo>
                    <a:pt x="2055" y="1866"/>
                    <a:pt x="2049" y="1852"/>
                    <a:pt x="2041" y="1838"/>
                  </a:cubicBezTo>
                  <a:cubicBezTo>
                    <a:pt x="1965" y="1757"/>
                    <a:pt x="1962" y="1741"/>
                    <a:pt x="1957" y="1746"/>
                  </a:cubicBezTo>
                  <a:cubicBezTo>
                    <a:pt x="2003" y="1791"/>
                    <a:pt x="2001" y="1802"/>
                    <a:pt x="2007" y="1806"/>
                  </a:cubicBezTo>
                  <a:cubicBezTo>
                    <a:pt x="2039" y="1854"/>
                    <a:pt x="2043" y="1857"/>
                    <a:pt x="2046" y="1860"/>
                  </a:cubicBezTo>
                  <a:cubicBezTo>
                    <a:pt x="2065" y="1901"/>
                    <a:pt x="2070" y="1913"/>
                    <a:pt x="2074" y="1925"/>
                  </a:cubicBezTo>
                  <a:cubicBezTo>
                    <a:pt x="2084" y="1955"/>
                    <a:pt x="2091" y="1959"/>
                    <a:pt x="2088" y="1961"/>
                  </a:cubicBezTo>
                  <a:cubicBezTo>
                    <a:pt x="2109" y="2008"/>
                    <a:pt x="2111" y="2011"/>
                    <a:pt x="2111" y="2014"/>
                  </a:cubicBezTo>
                  <a:cubicBezTo>
                    <a:pt x="2084" y="2001"/>
                    <a:pt x="2083" y="1990"/>
                    <a:pt x="2078" y="1979"/>
                  </a:cubicBezTo>
                  <a:cubicBezTo>
                    <a:pt x="2058" y="1935"/>
                    <a:pt x="2059" y="1924"/>
                    <a:pt x="2051" y="1913"/>
                  </a:cubicBezTo>
                  <a:cubicBezTo>
                    <a:pt x="2005" y="1834"/>
                    <a:pt x="1999" y="1823"/>
                    <a:pt x="1992" y="1811"/>
                  </a:cubicBezTo>
                  <a:cubicBezTo>
                    <a:pt x="1942" y="1756"/>
                    <a:pt x="1938" y="1745"/>
                    <a:pt x="1934" y="1752"/>
                  </a:cubicBezTo>
                  <a:cubicBezTo>
                    <a:pt x="2017" y="1869"/>
                    <a:pt x="2028" y="1877"/>
                    <a:pt x="2027" y="1885"/>
                  </a:cubicBezTo>
                  <a:cubicBezTo>
                    <a:pt x="2063" y="1966"/>
                    <a:pt x="2065" y="1973"/>
                    <a:pt x="2067" y="1980"/>
                  </a:cubicBezTo>
                  <a:cubicBezTo>
                    <a:pt x="2065" y="1992"/>
                    <a:pt x="2057" y="1989"/>
                    <a:pt x="2060" y="1986"/>
                  </a:cubicBezTo>
                  <a:cubicBezTo>
                    <a:pt x="2045" y="1948"/>
                    <a:pt x="2043" y="1946"/>
                    <a:pt x="2043" y="1943"/>
                  </a:cubicBezTo>
                  <a:cubicBezTo>
                    <a:pt x="2023" y="1902"/>
                    <a:pt x="2017" y="1897"/>
                    <a:pt x="2017" y="1893"/>
                  </a:cubicBezTo>
                  <a:cubicBezTo>
                    <a:pt x="2004" y="1865"/>
                    <a:pt x="1997" y="1860"/>
                    <a:pt x="1998" y="1855"/>
                  </a:cubicBezTo>
                  <a:cubicBezTo>
                    <a:pt x="1963" y="1808"/>
                    <a:pt x="1953" y="1796"/>
                    <a:pt x="1940" y="1775"/>
                  </a:cubicBezTo>
                  <a:cubicBezTo>
                    <a:pt x="1905" y="1717"/>
                    <a:pt x="1893" y="1717"/>
                    <a:pt x="1896" y="1709"/>
                  </a:cubicBezTo>
                  <a:cubicBezTo>
                    <a:pt x="1877" y="1696"/>
                    <a:pt x="1887" y="1701"/>
                    <a:pt x="1884" y="1705"/>
                  </a:cubicBezTo>
                  <a:cubicBezTo>
                    <a:pt x="1901" y="1729"/>
                    <a:pt x="1903" y="1740"/>
                    <a:pt x="1915" y="1751"/>
                  </a:cubicBezTo>
                  <a:cubicBezTo>
                    <a:pt x="1973" y="1832"/>
                    <a:pt x="1981" y="1851"/>
                    <a:pt x="1997" y="1870"/>
                  </a:cubicBezTo>
                  <a:cubicBezTo>
                    <a:pt x="2010" y="1904"/>
                    <a:pt x="2014" y="1909"/>
                    <a:pt x="2017" y="1913"/>
                  </a:cubicBezTo>
                  <a:cubicBezTo>
                    <a:pt x="2030" y="1939"/>
                    <a:pt x="2036" y="1949"/>
                    <a:pt x="2039" y="1958"/>
                  </a:cubicBezTo>
                  <a:cubicBezTo>
                    <a:pt x="2048" y="1982"/>
                    <a:pt x="2048" y="1987"/>
                    <a:pt x="2045" y="1985"/>
                  </a:cubicBezTo>
                  <a:cubicBezTo>
                    <a:pt x="2031" y="1963"/>
                    <a:pt x="2024" y="1958"/>
                    <a:pt x="2019" y="1952"/>
                  </a:cubicBezTo>
                  <a:cubicBezTo>
                    <a:pt x="1966" y="1858"/>
                    <a:pt x="1972" y="1850"/>
                    <a:pt x="1964" y="1850"/>
                  </a:cubicBezTo>
                  <a:cubicBezTo>
                    <a:pt x="1953" y="1828"/>
                    <a:pt x="1951" y="1823"/>
                    <a:pt x="1948" y="1818"/>
                  </a:cubicBezTo>
                  <a:cubicBezTo>
                    <a:pt x="1895" y="1732"/>
                    <a:pt x="1891" y="1727"/>
                    <a:pt x="1888" y="1723"/>
                  </a:cubicBezTo>
                  <a:cubicBezTo>
                    <a:pt x="1919" y="1786"/>
                    <a:pt x="1923" y="1796"/>
                    <a:pt x="1930" y="1807"/>
                  </a:cubicBezTo>
                  <a:cubicBezTo>
                    <a:pt x="1947" y="1834"/>
                    <a:pt x="1951" y="1837"/>
                    <a:pt x="1950" y="1839"/>
                  </a:cubicBezTo>
                  <a:cubicBezTo>
                    <a:pt x="1975" y="1882"/>
                    <a:pt x="1974" y="1885"/>
                    <a:pt x="1977" y="1888"/>
                  </a:cubicBezTo>
                  <a:cubicBezTo>
                    <a:pt x="1992" y="1925"/>
                    <a:pt x="2004" y="1931"/>
                    <a:pt x="1999" y="1935"/>
                  </a:cubicBezTo>
                  <a:cubicBezTo>
                    <a:pt x="2013" y="1957"/>
                    <a:pt x="2017" y="1963"/>
                    <a:pt x="2017" y="1969"/>
                  </a:cubicBezTo>
                  <a:cubicBezTo>
                    <a:pt x="2004" y="1947"/>
                    <a:pt x="1994" y="1941"/>
                    <a:pt x="1991" y="1936"/>
                  </a:cubicBezTo>
                  <a:cubicBezTo>
                    <a:pt x="1972" y="1896"/>
                    <a:pt x="1966" y="1889"/>
                    <a:pt x="1964" y="1882"/>
                  </a:cubicBezTo>
                  <a:cubicBezTo>
                    <a:pt x="1925" y="1808"/>
                    <a:pt x="1925" y="1804"/>
                    <a:pt x="1915" y="1797"/>
                  </a:cubicBezTo>
                  <a:cubicBezTo>
                    <a:pt x="1867" y="1736"/>
                    <a:pt x="1869" y="1724"/>
                    <a:pt x="1860" y="1730"/>
                  </a:cubicBezTo>
                  <a:cubicBezTo>
                    <a:pt x="1899" y="1781"/>
                    <a:pt x="1901" y="1790"/>
                    <a:pt x="1916" y="1808"/>
                  </a:cubicBezTo>
                  <a:cubicBezTo>
                    <a:pt x="1941" y="1843"/>
                    <a:pt x="1937" y="1847"/>
                    <a:pt x="1943" y="1851"/>
                  </a:cubicBezTo>
                  <a:cubicBezTo>
                    <a:pt x="1973" y="1924"/>
                    <a:pt x="1975" y="1926"/>
                    <a:pt x="1978" y="1931"/>
                  </a:cubicBezTo>
                  <a:cubicBezTo>
                    <a:pt x="1970" y="1937"/>
                    <a:pt x="1972" y="1932"/>
                    <a:pt x="1965" y="1927"/>
                  </a:cubicBezTo>
                  <a:cubicBezTo>
                    <a:pt x="1952" y="1892"/>
                    <a:pt x="1945" y="1884"/>
                    <a:pt x="1941" y="1876"/>
                  </a:cubicBezTo>
                  <a:cubicBezTo>
                    <a:pt x="1925" y="1837"/>
                    <a:pt x="1914" y="1832"/>
                    <a:pt x="1916" y="1828"/>
                  </a:cubicBezTo>
                  <a:cubicBezTo>
                    <a:pt x="1875" y="1771"/>
                    <a:pt x="1871" y="1766"/>
                    <a:pt x="1867" y="1761"/>
                  </a:cubicBezTo>
                  <a:cubicBezTo>
                    <a:pt x="1850" y="1739"/>
                    <a:pt x="1837" y="1733"/>
                    <a:pt x="1834" y="1724"/>
                  </a:cubicBezTo>
                  <a:cubicBezTo>
                    <a:pt x="1831" y="1727"/>
                    <a:pt x="1840" y="1739"/>
                    <a:pt x="1859" y="1759"/>
                  </a:cubicBezTo>
                  <a:cubicBezTo>
                    <a:pt x="1929" y="1870"/>
                    <a:pt x="1932" y="1882"/>
                    <a:pt x="1940" y="1894"/>
                  </a:cubicBezTo>
                  <a:cubicBezTo>
                    <a:pt x="1955" y="1926"/>
                    <a:pt x="1962" y="1930"/>
                    <a:pt x="1956" y="1933"/>
                  </a:cubicBezTo>
                  <a:cubicBezTo>
                    <a:pt x="1948" y="1914"/>
                    <a:pt x="1940" y="1910"/>
                    <a:pt x="1939" y="1907"/>
                  </a:cubicBezTo>
                  <a:cubicBezTo>
                    <a:pt x="1901" y="1834"/>
                    <a:pt x="1882" y="1810"/>
                    <a:pt x="1865" y="1786"/>
                  </a:cubicBezTo>
                  <a:cubicBezTo>
                    <a:pt x="1823" y="1743"/>
                    <a:pt x="1820" y="1733"/>
                    <a:pt x="1816" y="1736"/>
                  </a:cubicBezTo>
                  <a:cubicBezTo>
                    <a:pt x="1800" y="1727"/>
                    <a:pt x="1800" y="1727"/>
                    <a:pt x="1808" y="1734"/>
                  </a:cubicBezTo>
                  <a:cubicBezTo>
                    <a:pt x="1845" y="1773"/>
                    <a:pt x="1851" y="1780"/>
                    <a:pt x="1857" y="1787"/>
                  </a:cubicBezTo>
                  <a:cubicBezTo>
                    <a:pt x="1914" y="1883"/>
                    <a:pt x="1922" y="1889"/>
                    <a:pt x="1921" y="1893"/>
                  </a:cubicBezTo>
                  <a:cubicBezTo>
                    <a:pt x="1911" y="1899"/>
                    <a:pt x="1910" y="1880"/>
                    <a:pt x="1897" y="1865"/>
                  </a:cubicBezTo>
                  <a:cubicBezTo>
                    <a:pt x="1850" y="1801"/>
                    <a:pt x="1840" y="1789"/>
                    <a:pt x="1832" y="1778"/>
                  </a:cubicBezTo>
                  <a:cubicBezTo>
                    <a:pt x="1783" y="1729"/>
                    <a:pt x="1776" y="1719"/>
                    <a:pt x="1768" y="1715"/>
                  </a:cubicBezTo>
                  <a:cubicBezTo>
                    <a:pt x="1752" y="1711"/>
                    <a:pt x="1762" y="1716"/>
                    <a:pt x="1772" y="1723"/>
                  </a:cubicBezTo>
                  <a:cubicBezTo>
                    <a:pt x="1813" y="1762"/>
                    <a:pt x="1814" y="1765"/>
                    <a:pt x="1814" y="1767"/>
                  </a:cubicBezTo>
                  <a:cubicBezTo>
                    <a:pt x="1834" y="1793"/>
                    <a:pt x="1840" y="1799"/>
                    <a:pt x="1844" y="1808"/>
                  </a:cubicBezTo>
                  <a:cubicBezTo>
                    <a:pt x="1893" y="1871"/>
                    <a:pt x="1889" y="1874"/>
                    <a:pt x="1893" y="1877"/>
                  </a:cubicBezTo>
                  <a:cubicBezTo>
                    <a:pt x="1882" y="1864"/>
                    <a:pt x="1878" y="1863"/>
                    <a:pt x="1874" y="1856"/>
                  </a:cubicBezTo>
                  <a:cubicBezTo>
                    <a:pt x="1833" y="1802"/>
                    <a:pt x="1826" y="1794"/>
                    <a:pt x="1819" y="1786"/>
                  </a:cubicBezTo>
                  <a:cubicBezTo>
                    <a:pt x="1773" y="1738"/>
                    <a:pt x="1769" y="1738"/>
                    <a:pt x="1765" y="1734"/>
                  </a:cubicBezTo>
                  <a:cubicBezTo>
                    <a:pt x="1760" y="1738"/>
                    <a:pt x="1770" y="1737"/>
                    <a:pt x="1766" y="1742"/>
                  </a:cubicBezTo>
                  <a:cubicBezTo>
                    <a:pt x="1803" y="1777"/>
                    <a:pt x="1807" y="1785"/>
                    <a:pt x="1813" y="1785"/>
                  </a:cubicBezTo>
                  <a:cubicBezTo>
                    <a:pt x="1829" y="1807"/>
                    <a:pt x="1825" y="1810"/>
                    <a:pt x="1831" y="1813"/>
                  </a:cubicBezTo>
                  <a:cubicBezTo>
                    <a:pt x="1813" y="1794"/>
                    <a:pt x="1808" y="1796"/>
                    <a:pt x="1805" y="1790"/>
                  </a:cubicBezTo>
                  <a:cubicBezTo>
                    <a:pt x="1754" y="1747"/>
                    <a:pt x="1750" y="1740"/>
                    <a:pt x="1745" y="1738"/>
                  </a:cubicBezTo>
                  <a:cubicBezTo>
                    <a:pt x="1769" y="1764"/>
                    <a:pt x="1779" y="1774"/>
                    <a:pt x="1790" y="1782"/>
                  </a:cubicBezTo>
                  <a:cubicBezTo>
                    <a:pt x="1832" y="1841"/>
                    <a:pt x="1845" y="1847"/>
                    <a:pt x="1842" y="1852"/>
                  </a:cubicBezTo>
                  <a:cubicBezTo>
                    <a:pt x="1793" y="1807"/>
                    <a:pt x="1776" y="1786"/>
                    <a:pt x="1752" y="1769"/>
                  </a:cubicBezTo>
                  <a:cubicBezTo>
                    <a:pt x="1766" y="1787"/>
                    <a:pt x="1777" y="1798"/>
                    <a:pt x="1788" y="1810"/>
                  </a:cubicBezTo>
                  <a:cubicBezTo>
                    <a:pt x="1812" y="1838"/>
                    <a:pt x="1805" y="1839"/>
                    <a:pt x="1803" y="1837"/>
                  </a:cubicBezTo>
                  <a:cubicBezTo>
                    <a:pt x="1781" y="1826"/>
                    <a:pt x="1776" y="1821"/>
                    <a:pt x="1770" y="1820"/>
                  </a:cubicBezTo>
                  <a:cubicBezTo>
                    <a:pt x="1726" y="1790"/>
                    <a:pt x="1728" y="1785"/>
                    <a:pt x="1721" y="1787"/>
                  </a:cubicBezTo>
                  <a:cubicBezTo>
                    <a:pt x="1746" y="1808"/>
                    <a:pt x="1748" y="1812"/>
                    <a:pt x="1751" y="1811"/>
                  </a:cubicBezTo>
                  <a:cubicBezTo>
                    <a:pt x="1774" y="1830"/>
                    <a:pt x="1769" y="1830"/>
                    <a:pt x="1768" y="1830"/>
                  </a:cubicBezTo>
                  <a:cubicBezTo>
                    <a:pt x="1762" y="1829"/>
                    <a:pt x="1758" y="1825"/>
                    <a:pt x="1757" y="1825"/>
                  </a:cubicBezTo>
                  <a:cubicBezTo>
                    <a:pt x="1733" y="1815"/>
                    <a:pt x="1722" y="1808"/>
                    <a:pt x="1711" y="1802"/>
                  </a:cubicBezTo>
                  <a:cubicBezTo>
                    <a:pt x="1668" y="1781"/>
                    <a:pt x="1665" y="1767"/>
                    <a:pt x="1662" y="1772"/>
                  </a:cubicBezTo>
                  <a:cubicBezTo>
                    <a:pt x="1716" y="1810"/>
                    <a:pt x="1719" y="1814"/>
                    <a:pt x="1721" y="1816"/>
                  </a:cubicBezTo>
                  <a:cubicBezTo>
                    <a:pt x="1754" y="1831"/>
                    <a:pt x="1760" y="1834"/>
                    <a:pt x="1766" y="1838"/>
                  </a:cubicBezTo>
                  <a:cubicBezTo>
                    <a:pt x="1741" y="1835"/>
                    <a:pt x="1730" y="1831"/>
                    <a:pt x="1719" y="1827"/>
                  </a:cubicBezTo>
                  <a:cubicBezTo>
                    <a:pt x="1667" y="1800"/>
                    <a:pt x="1664" y="1802"/>
                    <a:pt x="1662" y="1799"/>
                  </a:cubicBezTo>
                  <a:cubicBezTo>
                    <a:pt x="1679" y="1814"/>
                    <a:pt x="1683" y="1818"/>
                    <a:pt x="1687" y="1817"/>
                  </a:cubicBezTo>
                  <a:cubicBezTo>
                    <a:pt x="1763" y="1850"/>
                    <a:pt x="1779" y="1856"/>
                    <a:pt x="1795" y="1858"/>
                  </a:cubicBezTo>
                  <a:cubicBezTo>
                    <a:pt x="1811" y="1866"/>
                    <a:pt x="1816" y="1856"/>
                    <a:pt x="1820" y="1863"/>
                  </a:cubicBezTo>
                  <a:cubicBezTo>
                    <a:pt x="1850" y="1871"/>
                    <a:pt x="1857" y="1864"/>
                    <a:pt x="1862" y="1875"/>
                  </a:cubicBezTo>
                  <a:cubicBezTo>
                    <a:pt x="1842" y="1876"/>
                    <a:pt x="1840" y="1873"/>
                    <a:pt x="1838" y="1874"/>
                  </a:cubicBezTo>
                  <a:cubicBezTo>
                    <a:pt x="1781" y="1864"/>
                    <a:pt x="1772" y="1865"/>
                    <a:pt x="1764" y="1866"/>
                  </a:cubicBezTo>
                  <a:cubicBezTo>
                    <a:pt x="1697" y="1850"/>
                    <a:pt x="1680" y="1845"/>
                    <a:pt x="1664" y="1837"/>
                  </a:cubicBezTo>
                  <a:cubicBezTo>
                    <a:pt x="1641" y="1830"/>
                    <a:pt x="1651" y="1834"/>
                    <a:pt x="1660" y="1843"/>
                  </a:cubicBezTo>
                  <a:cubicBezTo>
                    <a:pt x="1703" y="1857"/>
                    <a:pt x="1709" y="1862"/>
                    <a:pt x="1715" y="1862"/>
                  </a:cubicBezTo>
                  <a:cubicBezTo>
                    <a:pt x="1776" y="1874"/>
                    <a:pt x="1779" y="1875"/>
                    <a:pt x="1782" y="1876"/>
                  </a:cubicBezTo>
                  <a:cubicBezTo>
                    <a:pt x="1814" y="1881"/>
                    <a:pt x="1817" y="1882"/>
                    <a:pt x="1820" y="1880"/>
                  </a:cubicBezTo>
                  <a:cubicBezTo>
                    <a:pt x="1859" y="1887"/>
                    <a:pt x="1867" y="1889"/>
                    <a:pt x="1874" y="1888"/>
                  </a:cubicBezTo>
                  <a:cubicBezTo>
                    <a:pt x="1891" y="1901"/>
                    <a:pt x="1888" y="1900"/>
                    <a:pt x="1886" y="1895"/>
                  </a:cubicBezTo>
                  <a:cubicBezTo>
                    <a:pt x="1852" y="1893"/>
                    <a:pt x="1845" y="1895"/>
                    <a:pt x="1840" y="1892"/>
                  </a:cubicBezTo>
                  <a:cubicBezTo>
                    <a:pt x="1795" y="1885"/>
                    <a:pt x="1789" y="1891"/>
                    <a:pt x="1783" y="1887"/>
                  </a:cubicBezTo>
                  <a:cubicBezTo>
                    <a:pt x="1718" y="1880"/>
                    <a:pt x="1711" y="1879"/>
                    <a:pt x="1705" y="1877"/>
                  </a:cubicBezTo>
                  <a:cubicBezTo>
                    <a:pt x="1657" y="1869"/>
                    <a:pt x="1650" y="1862"/>
                    <a:pt x="1644" y="1861"/>
                  </a:cubicBezTo>
                  <a:cubicBezTo>
                    <a:pt x="1600" y="1841"/>
                    <a:pt x="1597" y="1831"/>
                    <a:pt x="1593" y="1833"/>
                  </a:cubicBezTo>
                  <a:cubicBezTo>
                    <a:pt x="1597" y="1840"/>
                    <a:pt x="1599" y="1842"/>
                    <a:pt x="1602" y="1843"/>
                  </a:cubicBezTo>
                  <a:cubicBezTo>
                    <a:pt x="1641" y="1869"/>
                    <a:pt x="1637" y="1872"/>
                    <a:pt x="1643" y="1876"/>
                  </a:cubicBezTo>
                  <a:cubicBezTo>
                    <a:pt x="1683" y="1894"/>
                    <a:pt x="1693" y="1901"/>
                    <a:pt x="1703" y="1902"/>
                  </a:cubicBezTo>
                  <a:cubicBezTo>
                    <a:pt x="1750" y="1920"/>
                    <a:pt x="1751" y="1916"/>
                    <a:pt x="1753" y="1916"/>
                  </a:cubicBezTo>
                  <a:cubicBezTo>
                    <a:pt x="1774" y="1922"/>
                    <a:pt x="1784" y="1924"/>
                    <a:pt x="1794" y="1923"/>
                  </a:cubicBezTo>
                  <a:cubicBezTo>
                    <a:pt x="1830" y="1924"/>
                    <a:pt x="1835" y="1925"/>
                    <a:pt x="1840" y="1926"/>
                  </a:cubicBezTo>
                  <a:cubicBezTo>
                    <a:pt x="1877" y="1930"/>
                    <a:pt x="1883" y="1925"/>
                    <a:pt x="1888" y="1925"/>
                  </a:cubicBezTo>
                  <a:cubicBezTo>
                    <a:pt x="1940" y="1939"/>
                    <a:pt x="1943" y="1934"/>
                    <a:pt x="1946" y="1941"/>
                  </a:cubicBezTo>
                  <a:cubicBezTo>
                    <a:pt x="1906" y="1945"/>
                    <a:pt x="1904" y="1942"/>
                    <a:pt x="1901" y="1943"/>
                  </a:cubicBezTo>
                  <a:cubicBezTo>
                    <a:pt x="1865" y="1942"/>
                    <a:pt x="1860" y="1941"/>
                    <a:pt x="1855" y="1940"/>
                  </a:cubicBezTo>
                  <a:cubicBezTo>
                    <a:pt x="1837" y="1942"/>
                    <a:pt x="1834" y="1939"/>
                    <a:pt x="1832" y="1940"/>
                  </a:cubicBezTo>
                  <a:cubicBezTo>
                    <a:pt x="1785" y="1936"/>
                    <a:pt x="1774" y="1934"/>
                    <a:pt x="1764" y="1932"/>
                  </a:cubicBezTo>
                  <a:cubicBezTo>
                    <a:pt x="1714" y="1916"/>
                    <a:pt x="1708" y="1920"/>
                    <a:pt x="1704" y="1913"/>
                  </a:cubicBezTo>
                  <a:cubicBezTo>
                    <a:pt x="1661" y="1902"/>
                    <a:pt x="1658" y="1892"/>
                    <a:pt x="1654" y="1899"/>
                  </a:cubicBezTo>
                  <a:cubicBezTo>
                    <a:pt x="1721" y="1926"/>
                    <a:pt x="1728" y="1931"/>
                    <a:pt x="1735" y="1935"/>
                  </a:cubicBezTo>
                  <a:cubicBezTo>
                    <a:pt x="1769" y="1942"/>
                    <a:pt x="1772" y="1946"/>
                    <a:pt x="1776" y="1942"/>
                  </a:cubicBezTo>
                  <a:cubicBezTo>
                    <a:pt x="1811" y="1952"/>
                    <a:pt x="1815" y="1945"/>
                    <a:pt x="1819" y="1951"/>
                  </a:cubicBezTo>
                  <a:cubicBezTo>
                    <a:pt x="1842" y="1951"/>
                    <a:pt x="1846" y="1953"/>
                    <a:pt x="1850" y="1950"/>
                  </a:cubicBezTo>
                  <a:cubicBezTo>
                    <a:pt x="1909" y="1952"/>
                    <a:pt x="1915" y="1954"/>
                    <a:pt x="1922" y="1953"/>
                  </a:cubicBezTo>
                  <a:cubicBezTo>
                    <a:pt x="1939" y="1951"/>
                    <a:pt x="1941" y="1956"/>
                    <a:pt x="1944" y="1952"/>
                  </a:cubicBezTo>
                  <a:cubicBezTo>
                    <a:pt x="1969" y="1956"/>
                    <a:pt x="1972" y="1958"/>
                    <a:pt x="1976" y="1959"/>
                  </a:cubicBezTo>
                  <a:cubicBezTo>
                    <a:pt x="1965" y="1961"/>
                    <a:pt x="1960" y="1960"/>
                    <a:pt x="1954" y="1957"/>
                  </a:cubicBezTo>
                  <a:cubicBezTo>
                    <a:pt x="1914" y="1964"/>
                    <a:pt x="1909" y="1955"/>
                    <a:pt x="1903" y="1961"/>
                  </a:cubicBezTo>
                  <a:cubicBezTo>
                    <a:pt x="1880" y="1964"/>
                    <a:pt x="1875" y="1959"/>
                    <a:pt x="1869" y="1959"/>
                  </a:cubicBezTo>
                  <a:cubicBezTo>
                    <a:pt x="1815" y="1960"/>
                    <a:pt x="1813" y="1960"/>
                    <a:pt x="1810" y="1958"/>
                  </a:cubicBezTo>
                  <a:cubicBezTo>
                    <a:pt x="1782" y="1951"/>
                    <a:pt x="1779" y="1954"/>
                    <a:pt x="1777" y="1953"/>
                  </a:cubicBezTo>
                  <a:cubicBezTo>
                    <a:pt x="1748" y="1947"/>
                    <a:pt x="1746" y="1947"/>
                    <a:pt x="1743" y="1948"/>
                  </a:cubicBezTo>
                  <a:cubicBezTo>
                    <a:pt x="1712" y="1936"/>
                    <a:pt x="1706" y="1934"/>
                    <a:pt x="1701" y="1929"/>
                  </a:cubicBezTo>
                  <a:cubicBezTo>
                    <a:pt x="1717" y="1946"/>
                    <a:pt x="1727" y="1946"/>
                    <a:pt x="1737" y="1953"/>
                  </a:cubicBezTo>
                  <a:cubicBezTo>
                    <a:pt x="1812" y="1968"/>
                    <a:pt x="1818" y="1971"/>
                    <a:pt x="1823" y="1970"/>
                  </a:cubicBezTo>
                  <a:cubicBezTo>
                    <a:pt x="1845" y="1969"/>
                    <a:pt x="1847" y="1974"/>
                    <a:pt x="1850" y="1970"/>
                  </a:cubicBezTo>
                  <a:cubicBezTo>
                    <a:pt x="1872" y="1968"/>
                    <a:pt x="1875" y="1968"/>
                    <a:pt x="1877" y="1972"/>
                  </a:cubicBezTo>
                  <a:cubicBezTo>
                    <a:pt x="1901" y="1970"/>
                    <a:pt x="1907" y="1971"/>
                    <a:pt x="1913" y="1970"/>
                  </a:cubicBezTo>
                  <a:cubicBezTo>
                    <a:pt x="1996" y="1976"/>
                    <a:pt x="2007" y="1978"/>
                    <a:pt x="2019" y="1982"/>
                  </a:cubicBezTo>
                  <a:cubicBezTo>
                    <a:pt x="1956" y="1985"/>
                    <a:pt x="1952" y="1983"/>
                    <a:pt x="1948" y="1983"/>
                  </a:cubicBezTo>
                  <a:cubicBezTo>
                    <a:pt x="1865" y="1989"/>
                    <a:pt x="1861" y="1990"/>
                    <a:pt x="1858" y="1989"/>
                  </a:cubicBezTo>
                  <a:cubicBezTo>
                    <a:pt x="1842" y="1988"/>
                    <a:pt x="1838" y="1989"/>
                    <a:pt x="1835" y="1989"/>
                  </a:cubicBezTo>
                  <a:cubicBezTo>
                    <a:pt x="1791" y="1980"/>
                    <a:pt x="1783" y="1979"/>
                    <a:pt x="1775" y="1975"/>
                  </a:cubicBezTo>
                  <a:cubicBezTo>
                    <a:pt x="1733" y="1968"/>
                    <a:pt x="1738" y="1969"/>
                    <a:pt x="1743" y="1971"/>
                  </a:cubicBezTo>
                  <a:cubicBezTo>
                    <a:pt x="1801" y="1990"/>
                    <a:pt x="1807" y="1993"/>
                    <a:pt x="1813" y="1994"/>
                  </a:cubicBezTo>
                  <a:cubicBezTo>
                    <a:pt x="1848" y="2002"/>
                    <a:pt x="1853" y="1994"/>
                    <a:pt x="1857" y="1999"/>
                  </a:cubicBezTo>
                  <a:cubicBezTo>
                    <a:pt x="1893" y="1996"/>
                    <a:pt x="1901" y="1998"/>
                    <a:pt x="1910" y="1996"/>
                  </a:cubicBezTo>
                  <a:cubicBezTo>
                    <a:pt x="1965" y="1991"/>
                    <a:pt x="1969" y="1993"/>
                    <a:pt x="1974" y="1989"/>
                  </a:cubicBezTo>
                  <a:cubicBezTo>
                    <a:pt x="2013" y="1993"/>
                    <a:pt x="2016" y="1991"/>
                    <a:pt x="2020" y="1996"/>
                  </a:cubicBezTo>
                  <a:cubicBezTo>
                    <a:pt x="2003" y="2000"/>
                    <a:pt x="1999" y="1994"/>
                    <a:pt x="1995" y="1997"/>
                  </a:cubicBezTo>
                  <a:cubicBezTo>
                    <a:pt x="1946" y="1996"/>
                    <a:pt x="1936" y="2007"/>
                    <a:pt x="1928" y="2000"/>
                  </a:cubicBezTo>
                  <a:cubicBezTo>
                    <a:pt x="1842" y="2015"/>
                    <a:pt x="1833" y="2014"/>
                    <a:pt x="1825" y="2015"/>
                  </a:cubicBezTo>
                  <a:cubicBezTo>
                    <a:pt x="1794" y="2010"/>
                    <a:pt x="1786" y="2016"/>
                    <a:pt x="1779" y="2012"/>
                  </a:cubicBezTo>
                  <a:cubicBezTo>
                    <a:pt x="1727" y="2002"/>
                    <a:pt x="1720" y="1995"/>
                    <a:pt x="1712" y="1998"/>
                  </a:cubicBezTo>
                  <a:cubicBezTo>
                    <a:pt x="1766" y="2016"/>
                    <a:pt x="1769" y="2018"/>
                    <a:pt x="1772" y="2021"/>
                  </a:cubicBezTo>
                  <a:cubicBezTo>
                    <a:pt x="1866" y="2024"/>
                    <a:pt x="1878" y="2021"/>
                    <a:pt x="1890" y="2019"/>
                  </a:cubicBezTo>
                  <a:cubicBezTo>
                    <a:pt x="1932" y="2010"/>
                    <a:pt x="1937" y="2015"/>
                    <a:pt x="1943" y="2010"/>
                  </a:cubicBezTo>
                  <a:cubicBezTo>
                    <a:pt x="1974" y="2009"/>
                    <a:pt x="1986" y="2010"/>
                    <a:pt x="1999" y="2005"/>
                  </a:cubicBezTo>
                  <a:cubicBezTo>
                    <a:pt x="2065" y="2015"/>
                    <a:pt x="2062" y="2015"/>
                    <a:pt x="2059" y="2014"/>
                  </a:cubicBezTo>
                  <a:cubicBezTo>
                    <a:pt x="2033" y="2015"/>
                    <a:pt x="2030" y="2011"/>
                    <a:pt x="2026" y="2013"/>
                  </a:cubicBezTo>
                  <a:cubicBezTo>
                    <a:pt x="1966" y="2015"/>
                    <a:pt x="1964" y="2014"/>
                    <a:pt x="1961" y="2015"/>
                  </a:cubicBezTo>
                  <a:cubicBezTo>
                    <a:pt x="1902" y="2024"/>
                    <a:pt x="1881" y="2032"/>
                    <a:pt x="1861" y="2033"/>
                  </a:cubicBezTo>
                  <a:cubicBezTo>
                    <a:pt x="1842" y="2035"/>
                    <a:pt x="1837" y="2035"/>
                    <a:pt x="1831" y="2036"/>
                  </a:cubicBezTo>
                  <a:cubicBezTo>
                    <a:pt x="1814" y="2032"/>
                    <a:pt x="1811" y="2034"/>
                    <a:pt x="1809" y="2032"/>
                  </a:cubicBezTo>
                  <a:cubicBezTo>
                    <a:pt x="1760" y="2026"/>
                    <a:pt x="1750" y="2023"/>
                    <a:pt x="1740" y="2023"/>
                  </a:cubicBezTo>
                  <a:cubicBezTo>
                    <a:pt x="1786" y="2037"/>
                    <a:pt x="1792" y="2040"/>
                    <a:pt x="1799" y="2038"/>
                  </a:cubicBezTo>
                  <a:cubicBezTo>
                    <a:pt x="1827" y="2043"/>
                    <a:pt x="1835" y="2045"/>
                    <a:pt x="1843" y="2043"/>
                  </a:cubicBezTo>
                  <a:cubicBezTo>
                    <a:pt x="1876" y="2042"/>
                    <a:pt x="1885" y="2038"/>
                    <a:pt x="1893" y="2037"/>
                  </a:cubicBezTo>
                  <a:cubicBezTo>
                    <a:pt x="1933" y="2027"/>
                    <a:pt x="1936" y="2029"/>
                    <a:pt x="1940" y="2030"/>
                  </a:cubicBezTo>
                  <a:cubicBezTo>
                    <a:pt x="1985" y="2019"/>
                    <a:pt x="1987" y="2022"/>
                    <a:pt x="1990" y="2021"/>
                  </a:cubicBezTo>
                  <a:cubicBezTo>
                    <a:pt x="2030" y="2021"/>
                    <a:pt x="2034" y="2027"/>
                    <a:pt x="2039" y="2022"/>
                  </a:cubicBezTo>
                  <a:cubicBezTo>
                    <a:pt x="2066" y="2021"/>
                    <a:pt x="2068" y="2028"/>
                    <a:pt x="2072" y="2025"/>
                  </a:cubicBezTo>
                  <a:cubicBezTo>
                    <a:pt x="2080" y="2034"/>
                    <a:pt x="2073" y="2035"/>
                    <a:pt x="2065" y="2031"/>
                  </a:cubicBezTo>
                  <a:cubicBezTo>
                    <a:pt x="2026" y="2036"/>
                    <a:pt x="2022" y="2032"/>
                    <a:pt x="2019" y="2034"/>
                  </a:cubicBezTo>
                  <a:cubicBezTo>
                    <a:pt x="1978" y="2039"/>
                    <a:pt x="1973" y="2041"/>
                    <a:pt x="1969" y="2040"/>
                  </a:cubicBezTo>
                  <a:cubicBezTo>
                    <a:pt x="1930" y="2047"/>
                    <a:pt x="1920" y="2051"/>
                    <a:pt x="1911" y="2053"/>
                  </a:cubicBezTo>
                  <a:cubicBezTo>
                    <a:pt x="1865" y="2061"/>
                    <a:pt x="1863" y="2058"/>
                    <a:pt x="1861" y="2059"/>
                  </a:cubicBezTo>
                  <a:cubicBezTo>
                    <a:pt x="1819" y="2062"/>
                    <a:pt x="1815" y="2058"/>
                    <a:pt x="1810" y="2060"/>
                  </a:cubicBezTo>
                  <a:cubicBezTo>
                    <a:pt x="1790" y="2059"/>
                    <a:pt x="1785" y="2058"/>
                    <a:pt x="1781" y="2057"/>
                  </a:cubicBezTo>
                  <a:cubicBezTo>
                    <a:pt x="1776" y="2063"/>
                    <a:pt x="1780" y="2063"/>
                    <a:pt x="1785" y="2065"/>
                  </a:cubicBezTo>
                  <a:cubicBezTo>
                    <a:pt x="1807" y="2068"/>
                    <a:pt x="1810" y="2068"/>
                    <a:pt x="1812" y="2067"/>
                  </a:cubicBezTo>
                  <a:cubicBezTo>
                    <a:pt x="1856" y="2069"/>
                    <a:pt x="1858" y="2069"/>
                    <a:pt x="1860" y="2068"/>
                  </a:cubicBezTo>
                  <a:cubicBezTo>
                    <a:pt x="1886" y="2067"/>
                    <a:pt x="1888" y="2068"/>
                    <a:pt x="1890" y="2066"/>
                  </a:cubicBezTo>
                  <a:cubicBezTo>
                    <a:pt x="1917" y="2057"/>
                    <a:pt x="1921" y="2064"/>
                    <a:pt x="1926" y="2060"/>
                  </a:cubicBezTo>
                  <a:cubicBezTo>
                    <a:pt x="1980" y="2047"/>
                    <a:pt x="1989" y="2048"/>
                    <a:pt x="1999" y="2042"/>
                  </a:cubicBezTo>
                  <a:cubicBezTo>
                    <a:pt x="2018" y="2044"/>
                    <a:pt x="2020" y="2045"/>
                    <a:pt x="2023" y="2042"/>
                  </a:cubicBezTo>
                  <a:cubicBezTo>
                    <a:pt x="2061" y="2040"/>
                    <a:pt x="2065" y="2040"/>
                    <a:pt x="2069" y="2042"/>
                  </a:cubicBezTo>
                  <a:cubicBezTo>
                    <a:pt x="2089" y="2045"/>
                    <a:pt x="2092" y="2044"/>
                    <a:pt x="2090" y="2047"/>
                  </a:cubicBezTo>
                  <a:cubicBezTo>
                    <a:pt x="2039" y="2050"/>
                    <a:pt x="2025" y="2060"/>
                    <a:pt x="2012" y="2057"/>
                  </a:cubicBezTo>
                  <a:cubicBezTo>
                    <a:pt x="1987" y="2061"/>
                    <a:pt x="1980" y="2066"/>
                    <a:pt x="1973" y="2065"/>
                  </a:cubicBezTo>
                  <a:cubicBezTo>
                    <a:pt x="1926" y="2080"/>
                    <a:pt x="1920" y="2077"/>
                    <a:pt x="1914" y="2080"/>
                  </a:cubicBezTo>
                  <a:cubicBezTo>
                    <a:pt x="1848" y="2084"/>
                    <a:pt x="1842" y="2084"/>
                    <a:pt x="1836" y="2084"/>
                  </a:cubicBezTo>
                  <a:cubicBezTo>
                    <a:pt x="1809" y="2083"/>
                    <a:pt x="1802" y="2084"/>
                    <a:pt x="1796" y="2081"/>
                  </a:cubicBezTo>
                  <a:cubicBezTo>
                    <a:pt x="1781" y="2083"/>
                    <a:pt x="1784" y="2084"/>
                    <a:pt x="1786" y="2087"/>
                  </a:cubicBezTo>
                  <a:cubicBezTo>
                    <a:pt x="1816" y="2091"/>
                    <a:pt x="1822" y="2088"/>
                    <a:pt x="1828" y="2091"/>
                  </a:cubicBezTo>
                  <a:cubicBezTo>
                    <a:pt x="1850" y="2093"/>
                    <a:pt x="1855" y="2091"/>
                    <a:pt x="1860" y="2092"/>
                  </a:cubicBezTo>
                  <a:cubicBezTo>
                    <a:pt x="1880" y="2093"/>
                    <a:pt x="1882" y="2090"/>
                    <a:pt x="1885" y="2090"/>
                  </a:cubicBezTo>
                  <a:cubicBezTo>
                    <a:pt x="1905" y="2093"/>
                    <a:pt x="1908" y="2086"/>
                    <a:pt x="1911" y="2090"/>
                  </a:cubicBezTo>
                  <a:cubicBezTo>
                    <a:pt x="1936" y="2089"/>
                    <a:pt x="1929" y="2089"/>
                    <a:pt x="1925" y="2090"/>
                  </a:cubicBezTo>
                  <a:cubicBezTo>
                    <a:pt x="1905" y="2095"/>
                    <a:pt x="1902" y="2094"/>
                    <a:pt x="1900" y="2094"/>
                  </a:cubicBezTo>
                  <a:cubicBezTo>
                    <a:pt x="1830" y="2102"/>
                    <a:pt x="1814" y="2103"/>
                    <a:pt x="1798" y="2100"/>
                  </a:cubicBezTo>
                  <a:cubicBezTo>
                    <a:pt x="1757" y="2101"/>
                    <a:pt x="1753" y="2092"/>
                    <a:pt x="1748" y="2100"/>
                  </a:cubicBezTo>
                  <a:cubicBezTo>
                    <a:pt x="1799" y="2109"/>
                    <a:pt x="1804" y="2109"/>
                    <a:pt x="1810" y="2110"/>
                  </a:cubicBezTo>
                  <a:cubicBezTo>
                    <a:pt x="1851" y="2110"/>
                    <a:pt x="1853" y="2109"/>
                    <a:pt x="1856" y="2110"/>
                  </a:cubicBezTo>
                  <a:cubicBezTo>
                    <a:pt x="1890" y="2107"/>
                    <a:pt x="1892" y="2108"/>
                    <a:pt x="1895" y="2105"/>
                  </a:cubicBezTo>
                  <a:cubicBezTo>
                    <a:pt x="1913" y="2105"/>
                    <a:pt x="1916" y="2100"/>
                    <a:pt x="1918" y="2102"/>
                  </a:cubicBezTo>
                  <a:cubicBezTo>
                    <a:pt x="1977" y="2083"/>
                    <a:pt x="1987" y="2085"/>
                    <a:pt x="1999" y="2078"/>
                  </a:cubicBezTo>
                  <a:cubicBezTo>
                    <a:pt x="2053" y="2068"/>
                    <a:pt x="2058" y="2069"/>
                    <a:pt x="2064" y="2070"/>
                  </a:cubicBezTo>
                  <a:cubicBezTo>
                    <a:pt x="2099" y="2065"/>
                    <a:pt x="2102" y="2065"/>
                    <a:pt x="2104" y="2066"/>
                  </a:cubicBezTo>
                  <a:cubicBezTo>
                    <a:pt x="2123" y="2069"/>
                    <a:pt x="2131" y="2064"/>
                    <a:pt x="2127" y="2069"/>
                  </a:cubicBezTo>
                  <a:cubicBezTo>
                    <a:pt x="2075" y="2080"/>
                    <a:pt x="2071" y="2079"/>
                    <a:pt x="2067" y="2079"/>
                  </a:cubicBezTo>
                  <a:cubicBezTo>
                    <a:pt x="2020" y="2094"/>
                    <a:pt x="2011" y="2100"/>
                    <a:pt x="2002" y="2098"/>
                  </a:cubicBezTo>
                  <a:cubicBezTo>
                    <a:pt x="1963" y="2116"/>
                    <a:pt x="1959" y="2109"/>
                    <a:pt x="1954" y="2116"/>
                  </a:cubicBezTo>
                  <a:cubicBezTo>
                    <a:pt x="1851" y="2138"/>
                    <a:pt x="1844" y="2132"/>
                    <a:pt x="1836" y="2136"/>
                  </a:cubicBezTo>
                  <a:cubicBezTo>
                    <a:pt x="1826" y="2142"/>
                    <a:pt x="1836" y="2142"/>
                    <a:pt x="1846" y="2142"/>
                  </a:cubicBezTo>
                  <a:cubicBezTo>
                    <a:pt x="1867" y="2140"/>
                    <a:pt x="1872" y="2144"/>
                    <a:pt x="1877" y="2141"/>
                  </a:cubicBezTo>
                  <a:cubicBezTo>
                    <a:pt x="1913" y="2139"/>
                    <a:pt x="1919" y="2132"/>
                    <a:pt x="1924" y="2134"/>
                  </a:cubicBezTo>
                  <a:cubicBezTo>
                    <a:pt x="1959" y="2125"/>
                    <a:pt x="1964" y="2124"/>
                    <a:pt x="1970" y="2120"/>
                  </a:cubicBezTo>
                  <a:cubicBezTo>
                    <a:pt x="2007" y="2106"/>
                    <a:pt x="2013" y="2108"/>
                    <a:pt x="2020" y="2105"/>
                  </a:cubicBezTo>
                  <a:cubicBezTo>
                    <a:pt x="2040" y="2100"/>
                    <a:pt x="2044" y="2093"/>
                    <a:pt x="2047" y="2096"/>
                  </a:cubicBezTo>
                  <a:cubicBezTo>
                    <a:pt x="2086" y="2089"/>
                    <a:pt x="2094" y="2082"/>
                    <a:pt x="2100" y="2084"/>
                  </a:cubicBezTo>
                  <a:cubicBezTo>
                    <a:pt x="2135" y="2086"/>
                    <a:pt x="2139" y="2077"/>
                    <a:pt x="2142" y="2079"/>
                  </a:cubicBezTo>
                  <a:cubicBezTo>
                    <a:pt x="2159" y="2083"/>
                    <a:pt x="2154" y="2082"/>
                    <a:pt x="2150" y="2081"/>
                  </a:cubicBezTo>
                  <a:cubicBezTo>
                    <a:pt x="2117" y="2084"/>
                    <a:pt x="2111" y="2088"/>
                    <a:pt x="2106" y="2088"/>
                  </a:cubicBezTo>
                  <a:cubicBezTo>
                    <a:pt x="2041" y="2104"/>
                    <a:pt x="2035" y="2114"/>
                    <a:pt x="2030" y="2111"/>
                  </a:cubicBezTo>
                  <a:cubicBezTo>
                    <a:pt x="1993" y="2122"/>
                    <a:pt x="1991" y="2126"/>
                    <a:pt x="1991" y="2128"/>
                  </a:cubicBezTo>
                  <a:cubicBezTo>
                    <a:pt x="1972" y="2138"/>
                    <a:pt x="1964" y="2127"/>
                    <a:pt x="1967" y="2134"/>
                  </a:cubicBezTo>
                  <a:cubicBezTo>
                    <a:pt x="1927" y="2146"/>
                    <a:pt x="1921" y="2143"/>
                    <a:pt x="1915" y="2148"/>
                  </a:cubicBezTo>
                  <a:cubicBezTo>
                    <a:pt x="1877" y="2147"/>
                    <a:pt x="1871" y="2154"/>
                    <a:pt x="1865" y="2154"/>
                  </a:cubicBezTo>
                  <a:cubicBezTo>
                    <a:pt x="1843" y="2149"/>
                    <a:pt x="1837" y="2158"/>
                    <a:pt x="1831" y="2151"/>
                  </a:cubicBezTo>
                  <a:cubicBezTo>
                    <a:pt x="1792" y="2150"/>
                    <a:pt x="1787" y="2142"/>
                    <a:pt x="1781" y="2146"/>
                  </a:cubicBezTo>
                  <a:cubicBezTo>
                    <a:pt x="1821" y="2158"/>
                    <a:pt x="1829" y="2160"/>
                    <a:pt x="1837" y="2160"/>
                  </a:cubicBezTo>
                  <a:cubicBezTo>
                    <a:pt x="1845" y="2160"/>
                    <a:pt x="1845" y="2160"/>
                    <a:pt x="1845" y="2160"/>
                  </a:cubicBezTo>
                  <a:cubicBezTo>
                    <a:pt x="1917" y="2153"/>
                    <a:pt x="1922" y="2158"/>
                    <a:pt x="1927" y="2152"/>
                  </a:cubicBezTo>
                  <a:cubicBezTo>
                    <a:pt x="1990" y="2138"/>
                    <a:pt x="2001" y="2131"/>
                    <a:pt x="2012" y="2129"/>
                  </a:cubicBezTo>
                  <a:cubicBezTo>
                    <a:pt x="2062" y="2106"/>
                    <a:pt x="2075" y="2111"/>
                    <a:pt x="2090" y="2102"/>
                  </a:cubicBezTo>
                  <a:cubicBezTo>
                    <a:pt x="2139" y="2090"/>
                    <a:pt x="2145" y="2096"/>
                    <a:pt x="2152" y="2091"/>
                  </a:cubicBezTo>
                  <a:cubicBezTo>
                    <a:pt x="2188" y="2096"/>
                    <a:pt x="2192" y="2094"/>
                    <a:pt x="2195" y="2094"/>
                  </a:cubicBezTo>
                  <a:cubicBezTo>
                    <a:pt x="2212" y="2100"/>
                    <a:pt x="2215" y="2098"/>
                    <a:pt x="2213" y="2101"/>
                  </a:cubicBezTo>
                  <a:cubicBezTo>
                    <a:pt x="2155" y="2109"/>
                    <a:pt x="2152" y="2110"/>
                    <a:pt x="2148" y="2109"/>
                  </a:cubicBezTo>
                  <a:cubicBezTo>
                    <a:pt x="2095" y="2129"/>
                    <a:pt x="2087" y="2129"/>
                    <a:pt x="2080" y="2134"/>
                  </a:cubicBezTo>
                  <a:cubicBezTo>
                    <a:pt x="2050" y="2142"/>
                    <a:pt x="2042" y="2150"/>
                    <a:pt x="2034" y="2151"/>
                  </a:cubicBezTo>
                  <a:cubicBezTo>
                    <a:pt x="2014" y="2160"/>
                    <a:pt x="2014" y="2160"/>
                    <a:pt x="2013" y="2160"/>
                  </a:cubicBezTo>
                  <a:cubicBezTo>
                    <a:pt x="2054" y="2153"/>
                    <a:pt x="2064" y="2154"/>
                    <a:pt x="2074" y="2148"/>
                  </a:cubicBezTo>
                  <a:cubicBezTo>
                    <a:pt x="2154" y="2114"/>
                    <a:pt x="2159" y="2123"/>
                    <a:pt x="2165" y="2115"/>
                  </a:cubicBezTo>
                  <a:cubicBezTo>
                    <a:pt x="2190" y="2117"/>
                    <a:pt x="2187" y="2113"/>
                    <a:pt x="2183" y="2119"/>
                  </a:cubicBezTo>
                  <a:cubicBezTo>
                    <a:pt x="2157" y="2125"/>
                    <a:pt x="2154" y="2123"/>
                    <a:pt x="2150" y="2125"/>
                  </a:cubicBezTo>
                  <a:cubicBezTo>
                    <a:pt x="2102" y="2142"/>
                    <a:pt x="2098" y="2146"/>
                    <a:pt x="2094" y="2147"/>
                  </a:cubicBezTo>
                  <a:cubicBezTo>
                    <a:pt x="2087" y="2160"/>
                    <a:pt x="2087" y="2160"/>
                    <a:pt x="2087" y="2160"/>
                  </a:cubicBezTo>
                  <a:cubicBezTo>
                    <a:pt x="2130" y="2147"/>
                    <a:pt x="2134" y="2139"/>
                    <a:pt x="2138" y="2141"/>
                  </a:cubicBezTo>
                  <a:cubicBezTo>
                    <a:pt x="2207" y="2127"/>
                    <a:pt x="2211" y="2122"/>
                    <a:pt x="2215" y="2123"/>
                  </a:cubicBezTo>
                  <a:cubicBezTo>
                    <a:pt x="2265" y="2131"/>
                    <a:pt x="2255" y="2136"/>
                    <a:pt x="2245" y="2134"/>
                  </a:cubicBezTo>
                  <a:cubicBezTo>
                    <a:pt x="2202" y="2144"/>
                    <a:pt x="2188" y="2144"/>
                    <a:pt x="2175" y="2150"/>
                  </a:cubicBezTo>
                  <a:cubicBezTo>
                    <a:pt x="2182" y="2158"/>
                    <a:pt x="2190" y="2154"/>
                    <a:pt x="2198" y="2153"/>
                  </a:cubicBezTo>
                  <a:cubicBezTo>
                    <a:pt x="2242" y="2147"/>
                    <a:pt x="2254" y="2144"/>
                    <a:pt x="2266" y="2142"/>
                  </a:cubicBezTo>
                  <a:cubicBezTo>
                    <a:pt x="2296" y="2149"/>
                    <a:pt x="2289" y="2141"/>
                    <a:pt x="2281" y="2149"/>
                  </a:cubicBezTo>
                  <a:cubicBezTo>
                    <a:pt x="2215" y="2160"/>
                    <a:pt x="2215" y="2160"/>
                    <a:pt x="2215" y="2160"/>
                  </a:cubicBezTo>
                  <a:cubicBezTo>
                    <a:pt x="2261" y="2163"/>
                    <a:pt x="2266" y="2158"/>
                    <a:pt x="2270" y="2159"/>
                  </a:cubicBezTo>
                  <a:cubicBezTo>
                    <a:pt x="2286" y="2157"/>
                    <a:pt x="2288" y="2158"/>
                    <a:pt x="2290" y="2159"/>
                  </a:cubicBezTo>
                  <a:cubicBezTo>
                    <a:pt x="2306" y="2159"/>
                    <a:pt x="2301" y="2160"/>
                    <a:pt x="2296" y="2159"/>
                  </a:cubicBezTo>
                  <a:cubicBezTo>
                    <a:pt x="2375" y="2159"/>
                    <a:pt x="2374" y="2158"/>
                    <a:pt x="2372" y="2157"/>
                  </a:cubicBezTo>
                  <a:cubicBezTo>
                    <a:pt x="2357" y="2145"/>
                    <a:pt x="2353" y="2143"/>
                    <a:pt x="2349" y="2136"/>
                  </a:cubicBezTo>
                  <a:cubicBezTo>
                    <a:pt x="2334" y="2103"/>
                    <a:pt x="2327" y="2099"/>
                    <a:pt x="2325" y="2096"/>
                  </a:cubicBezTo>
                  <a:cubicBezTo>
                    <a:pt x="2312" y="2069"/>
                    <a:pt x="2309" y="2062"/>
                    <a:pt x="2306" y="2055"/>
                  </a:cubicBezTo>
                  <a:cubicBezTo>
                    <a:pt x="2290" y="2013"/>
                    <a:pt x="2286" y="2009"/>
                    <a:pt x="2286" y="2006"/>
                  </a:cubicBezTo>
                  <a:cubicBezTo>
                    <a:pt x="2276" y="1972"/>
                    <a:pt x="2269" y="1966"/>
                    <a:pt x="2269" y="1960"/>
                  </a:cubicBezTo>
                  <a:cubicBezTo>
                    <a:pt x="2205" y="1870"/>
                    <a:pt x="2206" y="1871"/>
                    <a:pt x="2207" y="1872"/>
                  </a:cubicBezTo>
                  <a:cubicBezTo>
                    <a:pt x="2252" y="1922"/>
                    <a:pt x="2262" y="1928"/>
                    <a:pt x="2273" y="1948"/>
                  </a:cubicBezTo>
                  <a:cubicBezTo>
                    <a:pt x="2301" y="2003"/>
                    <a:pt x="2306" y="2005"/>
                    <a:pt x="2308" y="2010"/>
                  </a:cubicBezTo>
                  <a:cubicBezTo>
                    <a:pt x="2314" y="2029"/>
                    <a:pt x="2321" y="2036"/>
                    <a:pt x="2322" y="2043"/>
                  </a:cubicBezTo>
                  <a:cubicBezTo>
                    <a:pt x="2355" y="2106"/>
                    <a:pt x="2363" y="2126"/>
                    <a:pt x="2374" y="2146"/>
                  </a:cubicBezTo>
                  <a:cubicBezTo>
                    <a:pt x="2399" y="2160"/>
                    <a:pt x="2399" y="2160"/>
                    <a:pt x="2399" y="2160"/>
                  </a:cubicBezTo>
                  <a:close/>
                  <a:moveTo>
                    <a:pt x="1838" y="1827"/>
                  </a:moveTo>
                  <a:cubicBezTo>
                    <a:pt x="1845" y="1821"/>
                    <a:pt x="1845" y="1838"/>
                    <a:pt x="1854" y="1842"/>
                  </a:cubicBezTo>
                  <a:cubicBezTo>
                    <a:pt x="1845" y="1846"/>
                    <a:pt x="1846" y="1833"/>
                    <a:pt x="1838" y="1827"/>
                  </a:cubicBezTo>
                  <a:close/>
                  <a:moveTo>
                    <a:pt x="1853" y="1848"/>
                  </a:moveTo>
                  <a:cubicBezTo>
                    <a:pt x="1859" y="1847"/>
                    <a:pt x="1862" y="1858"/>
                    <a:pt x="1865" y="1862"/>
                  </a:cubicBezTo>
                  <a:cubicBezTo>
                    <a:pt x="1859" y="1863"/>
                    <a:pt x="1856" y="1852"/>
                    <a:pt x="1853" y="1848"/>
                  </a:cubicBezTo>
                  <a:close/>
                  <a:moveTo>
                    <a:pt x="1645" y="1869"/>
                  </a:moveTo>
                  <a:cubicBezTo>
                    <a:pt x="1648" y="1868"/>
                    <a:pt x="1651" y="1869"/>
                    <a:pt x="1654" y="1872"/>
                  </a:cubicBezTo>
                  <a:cubicBezTo>
                    <a:pt x="1650" y="1878"/>
                    <a:pt x="1648" y="1871"/>
                    <a:pt x="1645" y="1869"/>
                  </a:cubicBezTo>
                  <a:close/>
                  <a:moveTo>
                    <a:pt x="1907" y="1920"/>
                  </a:moveTo>
                  <a:cubicBezTo>
                    <a:pt x="1903" y="1914"/>
                    <a:pt x="1899" y="1920"/>
                    <a:pt x="1895" y="1916"/>
                  </a:cubicBezTo>
                  <a:cubicBezTo>
                    <a:pt x="1841" y="1913"/>
                    <a:pt x="1839" y="1913"/>
                    <a:pt x="1836" y="1915"/>
                  </a:cubicBezTo>
                  <a:cubicBezTo>
                    <a:pt x="1810" y="1916"/>
                    <a:pt x="1803" y="1912"/>
                    <a:pt x="1795" y="1914"/>
                  </a:cubicBezTo>
                  <a:cubicBezTo>
                    <a:pt x="1766" y="1908"/>
                    <a:pt x="1762" y="1912"/>
                    <a:pt x="1758" y="1909"/>
                  </a:cubicBezTo>
                  <a:cubicBezTo>
                    <a:pt x="1719" y="1899"/>
                    <a:pt x="1715" y="1899"/>
                    <a:pt x="1711" y="1898"/>
                  </a:cubicBezTo>
                  <a:cubicBezTo>
                    <a:pt x="1659" y="1869"/>
                    <a:pt x="1662" y="1879"/>
                    <a:pt x="1666" y="1876"/>
                  </a:cubicBezTo>
                  <a:cubicBezTo>
                    <a:pt x="1713" y="1885"/>
                    <a:pt x="1732" y="1891"/>
                    <a:pt x="1751" y="1894"/>
                  </a:cubicBezTo>
                  <a:cubicBezTo>
                    <a:pt x="1785" y="1897"/>
                    <a:pt x="1790" y="1895"/>
                    <a:pt x="1794" y="1900"/>
                  </a:cubicBezTo>
                  <a:cubicBezTo>
                    <a:pt x="1828" y="1901"/>
                    <a:pt x="1832" y="1905"/>
                    <a:pt x="1837" y="1903"/>
                  </a:cubicBezTo>
                  <a:cubicBezTo>
                    <a:pt x="1870" y="1907"/>
                    <a:pt x="1875" y="1907"/>
                    <a:pt x="1880" y="1906"/>
                  </a:cubicBezTo>
                  <a:cubicBezTo>
                    <a:pt x="1899" y="1909"/>
                    <a:pt x="1903" y="1916"/>
                    <a:pt x="1908" y="1914"/>
                  </a:cubicBezTo>
                  <a:cubicBezTo>
                    <a:pt x="1916" y="1920"/>
                    <a:pt x="1912" y="1920"/>
                    <a:pt x="1907" y="1920"/>
                  </a:cubicBezTo>
                  <a:close/>
                  <a:moveTo>
                    <a:pt x="1952" y="1945"/>
                  </a:moveTo>
                  <a:cubicBezTo>
                    <a:pt x="1949" y="1940"/>
                    <a:pt x="1958" y="1939"/>
                    <a:pt x="1960" y="1944"/>
                  </a:cubicBezTo>
                  <a:cubicBezTo>
                    <a:pt x="1957" y="1945"/>
                    <a:pt x="1955" y="1943"/>
                    <a:pt x="1952" y="1945"/>
                  </a:cubicBezTo>
                  <a:close/>
                  <a:moveTo>
                    <a:pt x="2090" y="2033"/>
                  </a:moveTo>
                  <a:cubicBezTo>
                    <a:pt x="2094" y="2028"/>
                    <a:pt x="2097" y="2030"/>
                    <a:pt x="2100" y="2035"/>
                  </a:cubicBezTo>
                  <a:cubicBezTo>
                    <a:pt x="2097" y="2036"/>
                    <a:pt x="2093" y="2037"/>
                    <a:pt x="2090" y="2033"/>
                  </a:cubicBezTo>
                  <a:close/>
                  <a:moveTo>
                    <a:pt x="2417" y="2149"/>
                  </a:moveTo>
                  <a:cubicBezTo>
                    <a:pt x="2411" y="2141"/>
                    <a:pt x="2408" y="2133"/>
                    <a:pt x="2399" y="2124"/>
                  </a:cubicBezTo>
                  <a:cubicBezTo>
                    <a:pt x="2394" y="2113"/>
                    <a:pt x="2388" y="2102"/>
                    <a:pt x="2378" y="2090"/>
                  </a:cubicBezTo>
                  <a:cubicBezTo>
                    <a:pt x="2363" y="2061"/>
                    <a:pt x="2346" y="2031"/>
                    <a:pt x="2331" y="2001"/>
                  </a:cubicBezTo>
                  <a:cubicBezTo>
                    <a:pt x="2317" y="1971"/>
                    <a:pt x="2296" y="1941"/>
                    <a:pt x="2279" y="1911"/>
                  </a:cubicBezTo>
                  <a:cubicBezTo>
                    <a:pt x="2267" y="1900"/>
                    <a:pt x="2264" y="1893"/>
                    <a:pt x="2254" y="1886"/>
                  </a:cubicBezTo>
                  <a:cubicBezTo>
                    <a:pt x="2256" y="1883"/>
                    <a:pt x="2252" y="1884"/>
                    <a:pt x="2250" y="1881"/>
                  </a:cubicBezTo>
                  <a:cubicBezTo>
                    <a:pt x="2252" y="1878"/>
                    <a:pt x="2248" y="1876"/>
                    <a:pt x="2245" y="1876"/>
                  </a:cubicBezTo>
                  <a:cubicBezTo>
                    <a:pt x="2243" y="1872"/>
                    <a:pt x="2240" y="1865"/>
                    <a:pt x="2234" y="1869"/>
                  </a:cubicBezTo>
                  <a:cubicBezTo>
                    <a:pt x="2240" y="1873"/>
                    <a:pt x="2249" y="1891"/>
                    <a:pt x="2260" y="1896"/>
                  </a:cubicBezTo>
                  <a:cubicBezTo>
                    <a:pt x="2256" y="1900"/>
                    <a:pt x="2266" y="1904"/>
                    <a:pt x="2268" y="1909"/>
                  </a:cubicBezTo>
                  <a:cubicBezTo>
                    <a:pt x="2270" y="1913"/>
                    <a:pt x="2272" y="1918"/>
                    <a:pt x="2278" y="1923"/>
                  </a:cubicBezTo>
                  <a:cubicBezTo>
                    <a:pt x="2281" y="1932"/>
                    <a:pt x="2290" y="1941"/>
                    <a:pt x="2293" y="1950"/>
                  </a:cubicBezTo>
                  <a:cubicBezTo>
                    <a:pt x="2303" y="1969"/>
                    <a:pt x="2315" y="1987"/>
                    <a:pt x="2323" y="2005"/>
                  </a:cubicBezTo>
                  <a:cubicBezTo>
                    <a:pt x="2330" y="2014"/>
                    <a:pt x="2329" y="2023"/>
                    <a:pt x="2339" y="2032"/>
                  </a:cubicBezTo>
                  <a:cubicBezTo>
                    <a:pt x="2337" y="2041"/>
                    <a:pt x="2350" y="2051"/>
                    <a:pt x="2351" y="2059"/>
                  </a:cubicBezTo>
                  <a:cubicBezTo>
                    <a:pt x="2360" y="2069"/>
                    <a:pt x="2357" y="2077"/>
                    <a:pt x="2366" y="2087"/>
                  </a:cubicBezTo>
                  <a:cubicBezTo>
                    <a:pt x="2369" y="2096"/>
                    <a:pt x="2375" y="2105"/>
                    <a:pt x="2384" y="2114"/>
                  </a:cubicBezTo>
                  <a:cubicBezTo>
                    <a:pt x="2385" y="2119"/>
                    <a:pt x="2391" y="2125"/>
                    <a:pt x="2392" y="2130"/>
                  </a:cubicBezTo>
                  <a:cubicBezTo>
                    <a:pt x="2395" y="2133"/>
                    <a:pt x="2397" y="2136"/>
                    <a:pt x="2399" y="2138"/>
                  </a:cubicBezTo>
                  <a:cubicBezTo>
                    <a:pt x="2394" y="2141"/>
                    <a:pt x="2407" y="2145"/>
                    <a:pt x="2402" y="2148"/>
                  </a:cubicBezTo>
                  <a:cubicBezTo>
                    <a:pt x="2408" y="2151"/>
                    <a:pt x="2412" y="2156"/>
                    <a:pt x="2415" y="2160"/>
                  </a:cubicBezTo>
                  <a:cubicBezTo>
                    <a:pt x="2426" y="2160"/>
                    <a:pt x="2426" y="2160"/>
                    <a:pt x="2426" y="2160"/>
                  </a:cubicBezTo>
                  <a:cubicBezTo>
                    <a:pt x="2424" y="2157"/>
                    <a:pt x="2423" y="2154"/>
                    <a:pt x="2417" y="2149"/>
                  </a:cubicBezTo>
                  <a:close/>
                  <a:moveTo>
                    <a:pt x="2465" y="2104"/>
                  </a:moveTo>
                  <a:cubicBezTo>
                    <a:pt x="2451" y="2090"/>
                    <a:pt x="2446" y="2076"/>
                    <a:pt x="2434" y="2062"/>
                  </a:cubicBezTo>
                  <a:cubicBezTo>
                    <a:pt x="2436" y="2059"/>
                    <a:pt x="2432" y="2056"/>
                    <a:pt x="2430" y="2054"/>
                  </a:cubicBezTo>
                  <a:cubicBezTo>
                    <a:pt x="2431" y="2051"/>
                    <a:pt x="2431" y="2049"/>
                    <a:pt x="2429" y="2046"/>
                  </a:cubicBezTo>
                  <a:cubicBezTo>
                    <a:pt x="2418" y="2032"/>
                    <a:pt x="2414" y="2018"/>
                    <a:pt x="2404" y="2004"/>
                  </a:cubicBezTo>
                  <a:cubicBezTo>
                    <a:pt x="2409" y="2001"/>
                    <a:pt x="2396" y="1997"/>
                    <a:pt x="2401" y="1995"/>
                  </a:cubicBezTo>
                  <a:cubicBezTo>
                    <a:pt x="2400" y="1991"/>
                    <a:pt x="2391" y="1987"/>
                    <a:pt x="2394" y="1983"/>
                  </a:cubicBezTo>
                  <a:cubicBezTo>
                    <a:pt x="2387" y="1978"/>
                    <a:pt x="2388" y="1966"/>
                    <a:pt x="2379" y="1965"/>
                  </a:cubicBezTo>
                  <a:cubicBezTo>
                    <a:pt x="2380" y="1970"/>
                    <a:pt x="2383" y="1973"/>
                    <a:pt x="2390" y="1982"/>
                  </a:cubicBezTo>
                  <a:cubicBezTo>
                    <a:pt x="2391" y="1985"/>
                    <a:pt x="2386" y="1987"/>
                    <a:pt x="2392" y="1991"/>
                  </a:cubicBezTo>
                  <a:cubicBezTo>
                    <a:pt x="2393" y="1994"/>
                    <a:pt x="2394" y="1997"/>
                    <a:pt x="2398" y="2001"/>
                  </a:cubicBezTo>
                  <a:cubicBezTo>
                    <a:pt x="2397" y="2007"/>
                    <a:pt x="2405" y="2015"/>
                    <a:pt x="2404" y="2021"/>
                  </a:cubicBezTo>
                  <a:cubicBezTo>
                    <a:pt x="2410" y="2025"/>
                    <a:pt x="2406" y="2027"/>
                    <a:pt x="2410" y="2031"/>
                  </a:cubicBezTo>
                  <a:cubicBezTo>
                    <a:pt x="2411" y="2035"/>
                    <a:pt x="2415" y="2038"/>
                    <a:pt x="2414" y="2042"/>
                  </a:cubicBezTo>
                  <a:cubicBezTo>
                    <a:pt x="2419" y="2045"/>
                    <a:pt x="2415" y="2048"/>
                    <a:pt x="2419" y="2051"/>
                  </a:cubicBezTo>
                  <a:cubicBezTo>
                    <a:pt x="2417" y="2055"/>
                    <a:pt x="2426" y="2059"/>
                    <a:pt x="2423" y="2063"/>
                  </a:cubicBezTo>
                  <a:cubicBezTo>
                    <a:pt x="2436" y="2077"/>
                    <a:pt x="2436" y="2084"/>
                    <a:pt x="2450" y="2100"/>
                  </a:cubicBezTo>
                  <a:cubicBezTo>
                    <a:pt x="2458" y="2115"/>
                    <a:pt x="2467" y="2122"/>
                    <a:pt x="2475" y="2139"/>
                  </a:cubicBezTo>
                  <a:cubicBezTo>
                    <a:pt x="2483" y="2146"/>
                    <a:pt x="2487" y="2153"/>
                    <a:pt x="2492" y="2160"/>
                  </a:cubicBezTo>
                  <a:cubicBezTo>
                    <a:pt x="2505" y="2160"/>
                    <a:pt x="2505" y="2160"/>
                    <a:pt x="2505" y="2160"/>
                  </a:cubicBezTo>
                  <a:cubicBezTo>
                    <a:pt x="2497" y="2148"/>
                    <a:pt x="2487" y="2136"/>
                    <a:pt x="2476" y="2123"/>
                  </a:cubicBezTo>
                  <a:cubicBezTo>
                    <a:pt x="2472" y="2113"/>
                    <a:pt x="2469" y="2112"/>
                    <a:pt x="2465" y="2104"/>
                  </a:cubicBezTo>
                  <a:close/>
                  <a:moveTo>
                    <a:pt x="2502" y="2123"/>
                  </a:moveTo>
                  <a:cubicBezTo>
                    <a:pt x="2499" y="2119"/>
                    <a:pt x="2495" y="2114"/>
                    <a:pt x="2496" y="2109"/>
                  </a:cubicBezTo>
                  <a:cubicBezTo>
                    <a:pt x="2486" y="2106"/>
                    <a:pt x="2483" y="2091"/>
                    <a:pt x="2476" y="2083"/>
                  </a:cubicBezTo>
                  <a:cubicBezTo>
                    <a:pt x="2468" y="2080"/>
                    <a:pt x="2477" y="2070"/>
                    <a:pt x="2469" y="2072"/>
                  </a:cubicBezTo>
                  <a:cubicBezTo>
                    <a:pt x="2468" y="2067"/>
                    <a:pt x="2461" y="2062"/>
                    <a:pt x="2462" y="2057"/>
                  </a:cubicBezTo>
                  <a:cubicBezTo>
                    <a:pt x="2451" y="2047"/>
                    <a:pt x="2455" y="2038"/>
                    <a:pt x="2442" y="2028"/>
                  </a:cubicBezTo>
                  <a:cubicBezTo>
                    <a:pt x="2445" y="2023"/>
                    <a:pt x="2435" y="2018"/>
                    <a:pt x="2437" y="2013"/>
                  </a:cubicBezTo>
                  <a:cubicBezTo>
                    <a:pt x="2431" y="2007"/>
                    <a:pt x="2433" y="2002"/>
                    <a:pt x="2426" y="1996"/>
                  </a:cubicBezTo>
                  <a:cubicBezTo>
                    <a:pt x="2421" y="1985"/>
                    <a:pt x="2413" y="1974"/>
                    <a:pt x="2408" y="1963"/>
                  </a:cubicBezTo>
                  <a:cubicBezTo>
                    <a:pt x="2397" y="1949"/>
                    <a:pt x="2387" y="1934"/>
                    <a:pt x="2377" y="1920"/>
                  </a:cubicBezTo>
                  <a:cubicBezTo>
                    <a:pt x="2366" y="1914"/>
                    <a:pt x="2356" y="1898"/>
                    <a:pt x="2345" y="1887"/>
                  </a:cubicBezTo>
                  <a:cubicBezTo>
                    <a:pt x="2340" y="1882"/>
                    <a:pt x="2335" y="1882"/>
                    <a:pt x="2331" y="1874"/>
                  </a:cubicBezTo>
                  <a:cubicBezTo>
                    <a:pt x="2328" y="1871"/>
                    <a:pt x="2326" y="1869"/>
                    <a:pt x="2323" y="1866"/>
                  </a:cubicBezTo>
                  <a:cubicBezTo>
                    <a:pt x="2320" y="1870"/>
                    <a:pt x="2318" y="1858"/>
                    <a:pt x="2314" y="1865"/>
                  </a:cubicBezTo>
                  <a:cubicBezTo>
                    <a:pt x="2322" y="1870"/>
                    <a:pt x="2330" y="1882"/>
                    <a:pt x="2342" y="1890"/>
                  </a:cubicBezTo>
                  <a:cubicBezTo>
                    <a:pt x="2350" y="1903"/>
                    <a:pt x="2356" y="1909"/>
                    <a:pt x="2368" y="1920"/>
                  </a:cubicBezTo>
                  <a:cubicBezTo>
                    <a:pt x="2377" y="1936"/>
                    <a:pt x="2393" y="1953"/>
                    <a:pt x="2403" y="1970"/>
                  </a:cubicBezTo>
                  <a:cubicBezTo>
                    <a:pt x="2408" y="1979"/>
                    <a:pt x="2409" y="1987"/>
                    <a:pt x="2417" y="1996"/>
                  </a:cubicBezTo>
                  <a:cubicBezTo>
                    <a:pt x="2417" y="2004"/>
                    <a:pt x="2428" y="2013"/>
                    <a:pt x="2427" y="2021"/>
                  </a:cubicBezTo>
                  <a:cubicBezTo>
                    <a:pt x="2443" y="2039"/>
                    <a:pt x="2447" y="2055"/>
                    <a:pt x="2458" y="2073"/>
                  </a:cubicBezTo>
                  <a:cubicBezTo>
                    <a:pt x="2467" y="2083"/>
                    <a:pt x="2472" y="2093"/>
                    <a:pt x="2476" y="2103"/>
                  </a:cubicBezTo>
                  <a:cubicBezTo>
                    <a:pt x="2482" y="2104"/>
                    <a:pt x="2478" y="2105"/>
                    <a:pt x="2482" y="2110"/>
                  </a:cubicBezTo>
                  <a:cubicBezTo>
                    <a:pt x="2485" y="2114"/>
                    <a:pt x="2489" y="2117"/>
                    <a:pt x="2489" y="2121"/>
                  </a:cubicBezTo>
                  <a:cubicBezTo>
                    <a:pt x="2497" y="2124"/>
                    <a:pt x="2495" y="2133"/>
                    <a:pt x="2503" y="2141"/>
                  </a:cubicBezTo>
                  <a:cubicBezTo>
                    <a:pt x="2509" y="2149"/>
                    <a:pt x="2514" y="2154"/>
                    <a:pt x="2518" y="2160"/>
                  </a:cubicBezTo>
                  <a:cubicBezTo>
                    <a:pt x="2530" y="2160"/>
                    <a:pt x="2530" y="2160"/>
                    <a:pt x="2530" y="2160"/>
                  </a:cubicBezTo>
                  <a:cubicBezTo>
                    <a:pt x="2526" y="2154"/>
                    <a:pt x="2521" y="2148"/>
                    <a:pt x="2512" y="2138"/>
                  </a:cubicBezTo>
                  <a:cubicBezTo>
                    <a:pt x="2510" y="2133"/>
                    <a:pt x="2508" y="2129"/>
                    <a:pt x="2502" y="2123"/>
                  </a:cubicBezTo>
                  <a:close/>
                  <a:moveTo>
                    <a:pt x="2459" y="2153"/>
                  </a:moveTo>
                  <a:cubicBezTo>
                    <a:pt x="2456" y="2150"/>
                    <a:pt x="2453" y="2146"/>
                    <a:pt x="2450" y="2143"/>
                  </a:cubicBezTo>
                  <a:cubicBezTo>
                    <a:pt x="2404" y="2065"/>
                    <a:pt x="2403" y="2059"/>
                    <a:pt x="2396" y="2051"/>
                  </a:cubicBezTo>
                  <a:cubicBezTo>
                    <a:pt x="2391" y="2028"/>
                    <a:pt x="2382" y="2020"/>
                    <a:pt x="2383" y="2014"/>
                  </a:cubicBezTo>
                  <a:cubicBezTo>
                    <a:pt x="2360" y="1965"/>
                    <a:pt x="2355" y="1958"/>
                    <a:pt x="2352" y="1951"/>
                  </a:cubicBezTo>
                  <a:cubicBezTo>
                    <a:pt x="2320" y="1909"/>
                    <a:pt x="2322" y="1898"/>
                    <a:pt x="2315" y="1902"/>
                  </a:cubicBezTo>
                  <a:cubicBezTo>
                    <a:pt x="2370" y="2007"/>
                    <a:pt x="2371" y="2014"/>
                    <a:pt x="2375" y="2021"/>
                  </a:cubicBezTo>
                  <a:cubicBezTo>
                    <a:pt x="2381" y="2054"/>
                    <a:pt x="2386" y="2049"/>
                    <a:pt x="2380" y="2043"/>
                  </a:cubicBezTo>
                  <a:cubicBezTo>
                    <a:pt x="2364" y="1998"/>
                    <a:pt x="2352" y="1991"/>
                    <a:pt x="2352" y="1985"/>
                  </a:cubicBezTo>
                  <a:cubicBezTo>
                    <a:pt x="2344" y="1962"/>
                    <a:pt x="2339" y="1955"/>
                    <a:pt x="2338" y="1949"/>
                  </a:cubicBezTo>
                  <a:cubicBezTo>
                    <a:pt x="2301" y="1894"/>
                    <a:pt x="2293" y="1879"/>
                    <a:pt x="2277" y="1863"/>
                  </a:cubicBezTo>
                  <a:cubicBezTo>
                    <a:pt x="2297" y="1890"/>
                    <a:pt x="2298" y="1894"/>
                    <a:pt x="2298" y="1897"/>
                  </a:cubicBezTo>
                  <a:cubicBezTo>
                    <a:pt x="2316" y="1928"/>
                    <a:pt x="2325" y="1935"/>
                    <a:pt x="2326" y="1942"/>
                  </a:cubicBezTo>
                  <a:cubicBezTo>
                    <a:pt x="2339" y="1986"/>
                    <a:pt x="2353" y="1990"/>
                    <a:pt x="2347" y="1993"/>
                  </a:cubicBezTo>
                  <a:cubicBezTo>
                    <a:pt x="2365" y="2028"/>
                    <a:pt x="2361" y="2031"/>
                    <a:pt x="2366" y="2034"/>
                  </a:cubicBezTo>
                  <a:cubicBezTo>
                    <a:pt x="2377" y="2059"/>
                    <a:pt x="2381" y="2062"/>
                    <a:pt x="2380" y="2066"/>
                  </a:cubicBezTo>
                  <a:cubicBezTo>
                    <a:pt x="2394" y="2093"/>
                    <a:pt x="2399" y="2101"/>
                    <a:pt x="2403" y="2106"/>
                  </a:cubicBezTo>
                  <a:cubicBezTo>
                    <a:pt x="2413" y="2118"/>
                    <a:pt x="2409" y="2121"/>
                    <a:pt x="2414" y="2125"/>
                  </a:cubicBezTo>
                  <a:cubicBezTo>
                    <a:pt x="2438" y="2159"/>
                    <a:pt x="2439" y="2160"/>
                    <a:pt x="2440" y="2160"/>
                  </a:cubicBezTo>
                  <a:cubicBezTo>
                    <a:pt x="2460" y="2160"/>
                    <a:pt x="2462" y="2156"/>
                    <a:pt x="2459" y="2153"/>
                  </a:cubicBezTo>
                  <a:close/>
                  <a:moveTo>
                    <a:pt x="2392" y="2064"/>
                  </a:moveTo>
                  <a:cubicBezTo>
                    <a:pt x="2397" y="2062"/>
                    <a:pt x="2399" y="2073"/>
                    <a:pt x="2400" y="2077"/>
                  </a:cubicBezTo>
                  <a:cubicBezTo>
                    <a:pt x="2396" y="2078"/>
                    <a:pt x="2394" y="2067"/>
                    <a:pt x="2392" y="2064"/>
                  </a:cubicBezTo>
                  <a:close/>
                  <a:moveTo>
                    <a:pt x="2400" y="2083"/>
                  </a:moveTo>
                  <a:cubicBezTo>
                    <a:pt x="2404" y="2080"/>
                    <a:pt x="2407" y="2089"/>
                    <a:pt x="2407" y="2091"/>
                  </a:cubicBezTo>
                  <a:cubicBezTo>
                    <a:pt x="2403" y="2094"/>
                    <a:pt x="2400" y="2084"/>
                    <a:pt x="2400" y="2083"/>
                  </a:cubicBezTo>
                  <a:close/>
                  <a:moveTo>
                    <a:pt x="2867" y="2097"/>
                  </a:moveTo>
                  <a:cubicBezTo>
                    <a:pt x="2845" y="2071"/>
                    <a:pt x="2822" y="2045"/>
                    <a:pt x="2800" y="2020"/>
                  </a:cubicBezTo>
                  <a:cubicBezTo>
                    <a:pt x="2787" y="2012"/>
                    <a:pt x="2781" y="1993"/>
                    <a:pt x="2766" y="1994"/>
                  </a:cubicBezTo>
                  <a:cubicBezTo>
                    <a:pt x="2774" y="1997"/>
                    <a:pt x="2780" y="2010"/>
                    <a:pt x="2788" y="2013"/>
                  </a:cubicBezTo>
                  <a:cubicBezTo>
                    <a:pt x="2796" y="2027"/>
                    <a:pt x="2804" y="2030"/>
                    <a:pt x="2812" y="2044"/>
                  </a:cubicBezTo>
                  <a:cubicBezTo>
                    <a:pt x="2818" y="2047"/>
                    <a:pt x="2818" y="2053"/>
                    <a:pt x="2826" y="2060"/>
                  </a:cubicBezTo>
                  <a:cubicBezTo>
                    <a:pt x="2834" y="2069"/>
                    <a:pt x="2831" y="2068"/>
                    <a:pt x="2838" y="2076"/>
                  </a:cubicBezTo>
                  <a:cubicBezTo>
                    <a:pt x="2848" y="2083"/>
                    <a:pt x="2851" y="2096"/>
                    <a:pt x="2861" y="2103"/>
                  </a:cubicBezTo>
                  <a:cubicBezTo>
                    <a:pt x="2860" y="2107"/>
                    <a:pt x="2863" y="2112"/>
                    <a:pt x="2868" y="2117"/>
                  </a:cubicBezTo>
                  <a:cubicBezTo>
                    <a:pt x="2866" y="2122"/>
                    <a:pt x="2875" y="2128"/>
                    <a:pt x="2873" y="2133"/>
                  </a:cubicBezTo>
                  <a:cubicBezTo>
                    <a:pt x="2880" y="2142"/>
                    <a:pt x="2886" y="2151"/>
                    <a:pt x="2891" y="2160"/>
                  </a:cubicBezTo>
                  <a:cubicBezTo>
                    <a:pt x="2902" y="2160"/>
                    <a:pt x="2902" y="2160"/>
                    <a:pt x="2902" y="2160"/>
                  </a:cubicBezTo>
                  <a:cubicBezTo>
                    <a:pt x="2900" y="2157"/>
                    <a:pt x="2899" y="2155"/>
                    <a:pt x="2898" y="2151"/>
                  </a:cubicBezTo>
                  <a:cubicBezTo>
                    <a:pt x="2882" y="2133"/>
                    <a:pt x="2878" y="2115"/>
                    <a:pt x="2867" y="2097"/>
                  </a:cubicBezTo>
                  <a:close/>
                  <a:moveTo>
                    <a:pt x="2925" y="2156"/>
                  </a:moveTo>
                  <a:cubicBezTo>
                    <a:pt x="2918" y="2156"/>
                    <a:pt x="2925" y="2151"/>
                    <a:pt x="2920" y="2147"/>
                  </a:cubicBezTo>
                  <a:cubicBezTo>
                    <a:pt x="2912" y="2136"/>
                    <a:pt x="2914" y="2134"/>
                    <a:pt x="2906" y="2124"/>
                  </a:cubicBezTo>
                  <a:cubicBezTo>
                    <a:pt x="2909" y="2121"/>
                    <a:pt x="2900" y="2116"/>
                    <a:pt x="2902" y="2113"/>
                  </a:cubicBezTo>
                  <a:cubicBezTo>
                    <a:pt x="2898" y="2109"/>
                    <a:pt x="2893" y="2104"/>
                    <a:pt x="2893" y="2100"/>
                  </a:cubicBezTo>
                  <a:cubicBezTo>
                    <a:pt x="2887" y="2091"/>
                    <a:pt x="2882" y="2083"/>
                    <a:pt x="2877" y="2074"/>
                  </a:cubicBezTo>
                  <a:cubicBezTo>
                    <a:pt x="2871" y="2068"/>
                    <a:pt x="2866" y="2062"/>
                    <a:pt x="2861" y="2056"/>
                  </a:cubicBezTo>
                  <a:cubicBezTo>
                    <a:pt x="2843" y="2043"/>
                    <a:pt x="2826" y="2021"/>
                    <a:pt x="2808" y="2009"/>
                  </a:cubicBezTo>
                  <a:cubicBezTo>
                    <a:pt x="2800" y="1999"/>
                    <a:pt x="2791" y="1996"/>
                    <a:pt x="2782" y="1986"/>
                  </a:cubicBezTo>
                  <a:cubicBezTo>
                    <a:pt x="2778" y="1981"/>
                    <a:pt x="2773" y="1984"/>
                    <a:pt x="2769" y="1977"/>
                  </a:cubicBezTo>
                  <a:cubicBezTo>
                    <a:pt x="2764" y="1972"/>
                    <a:pt x="2760" y="1969"/>
                    <a:pt x="2755" y="1969"/>
                  </a:cubicBezTo>
                  <a:cubicBezTo>
                    <a:pt x="2761" y="1976"/>
                    <a:pt x="2765" y="1974"/>
                    <a:pt x="2767" y="1982"/>
                  </a:cubicBezTo>
                  <a:cubicBezTo>
                    <a:pt x="2777" y="1985"/>
                    <a:pt x="2786" y="1998"/>
                    <a:pt x="2796" y="2006"/>
                  </a:cubicBezTo>
                  <a:cubicBezTo>
                    <a:pt x="2801" y="2013"/>
                    <a:pt x="2806" y="2014"/>
                    <a:pt x="2811" y="2019"/>
                  </a:cubicBezTo>
                  <a:cubicBezTo>
                    <a:pt x="2813" y="2021"/>
                    <a:pt x="2815" y="2025"/>
                    <a:pt x="2818" y="2024"/>
                  </a:cubicBezTo>
                  <a:cubicBezTo>
                    <a:pt x="2822" y="2026"/>
                    <a:pt x="2818" y="2034"/>
                    <a:pt x="2824" y="2031"/>
                  </a:cubicBezTo>
                  <a:cubicBezTo>
                    <a:pt x="2823" y="2036"/>
                    <a:pt x="2831" y="2036"/>
                    <a:pt x="2835" y="2044"/>
                  </a:cubicBezTo>
                  <a:cubicBezTo>
                    <a:pt x="2840" y="2050"/>
                    <a:pt x="2845" y="2054"/>
                    <a:pt x="2850" y="2057"/>
                  </a:cubicBezTo>
                  <a:cubicBezTo>
                    <a:pt x="2848" y="2060"/>
                    <a:pt x="2852" y="2062"/>
                    <a:pt x="2854" y="2062"/>
                  </a:cubicBezTo>
                  <a:cubicBezTo>
                    <a:pt x="2852" y="2065"/>
                    <a:pt x="2856" y="2067"/>
                    <a:pt x="2858" y="2067"/>
                  </a:cubicBezTo>
                  <a:cubicBezTo>
                    <a:pt x="2860" y="2072"/>
                    <a:pt x="2862" y="2074"/>
                    <a:pt x="2869" y="2078"/>
                  </a:cubicBezTo>
                  <a:cubicBezTo>
                    <a:pt x="2872" y="2087"/>
                    <a:pt x="2878" y="2097"/>
                    <a:pt x="2887" y="2106"/>
                  </a:cubicBezTo>
                  <a:cubicBezTo>
                    <a:pt x="2890" y="2112"/>
                    <a:pt x="2891" y="2117"/>
                    <a:pt x="2893" y="2123"/>
                  </a:cubicBezTo>
                  <a:cubicBezTo>
                    <a:pt x="2898" y="2120"/>
                    <a:pt x="2894" y="2128"/>
                    <a:pt x="2899" y="2130"/>
                  </a:cubicBezTo>
                  <a:cubicBezTo>
                    <a:pt x="2899" y="2136"/>
                    <a:pt x="2901" y="2132"/>
                    <a:pt x="2905" y="2136"/>
                  </a:cubicBezTo>
                  <a:cubicBezTo>
                    <a:pt x="2903" y="2142"/>
                    <a:pt x="2911" y="2148"/>
                    <a:pt x="2911" y="2154"/>
                  </a:cubicBezTo>
                  <a:cubicBezTo>
                    <a:pt x="2912" y="2159"/>
                    <a:pt x="2913" y="2156"/>
                    <a:pt x="2917" y="2160"/>
                  </a:cubicBezTo>
                  <a:cubicBezTo>
                    <a:pt x="2925" y="2160"/>
                    <a:pt x="2925" y="2160"/>
                    <a:pt x="2925" y="2160"/>
                  </a:cubicBezTo>
                  <a:cubicBezTo>
                    <a:pt x="2924" y="2159"/>
                    <a:pt x="2924" y="2158"/>
                    <a:pt x="2925" y="2156"/>
                  </a:cubicBezTo>
                  <a:close/>
                  <a:moveTo>
                    <a:pt x="2984" y="2151"/>
                  </a:moveTo>
                  <a:cubicBezTo>
                    <a:pt x="2976" y="2138"/>
                    <a:pt x="2972" y="2125"/>
                    <a:pt x="2965" y="2113"/>
                  </a:cubicBezTo>
                  <a:cubicBezTo>
                    <a:pt x="2944" y="2085"/>
                    <a:pt x="2929" y="2066"/>
                    <a:pt x="2911" y="2044"/>
                  </a:cubicBezTo>
                  <a:cubicBezTo>
                    <a:pt x="2902" y="2037"/>
                    <a:pt x="2893" y="2028"/>
                    <a:pt x="2883" y="2019"/>
                  </a:cubicBezTo>
                  <a:cubicBezTo>
                    <a:pt x="2880" y="2020"/>
                    <a:pt x="2876" y="2016"/>
                    <a:pt x="2873" y="2014"/>
                  </a:cubicBezTo>
                  <a:cubicBezTo>
                    <a:pt x="2869" y="2018"/>
                    <a:pt x="2866" y="2004"/>
                    <a:pt x="2862" y="2008"/>
                  </a:cubicBezTo>
                  <a:cubicBezTo>
                    <a:pt x="2855" y="2002"/>
                    <a:pt x="2848" y="1997"/>
                    <a:pt x="2840" y="1996"/>
                  </a:cubicBezTo>
                  <a:cubicBezTo>
                    <a:pt x="2833" y="1988"/>
                    <a:pt x="2825" y="1988"/>
                    <a:pt x="2818" y="1981"/>
                  </a:cubicBezTo>
                  <a:cubicBezTo>
                    <a:pt x="2810" y="1980"/>
                    <a:pt x="2804" y="1964"/>
                    <a:pt x="2795" y="1971"/>
                  </a:cubicBezTo>
                  <a:cubicBezTo>
                    <a:pt x="2804" y="1978"/>
                    <a:pt x="2812" y="1981"/>
                    <a:pt x="2820" y="1990"/>
                  </a:cubicBezTo>
                  <a:cubicBezTo>
                    <a:pt x="2825" y="1992"/>
                    <a:pt x="2829" y="1996"/>
                    <a:pt x="2834" y="1999"/>
                  </a:cubicBezTo>
                  <a:cubicBezTo>
                    <a:pt x="2839" y="1996"/>
                    <a:pt x="2842" y="2006"/>
                    <a:pt x="2847" y="2004"/>
                  </a:cubicBezTo>
                  <a:cubicBezTo>
                    <a:pt x="2855" y="2014"/>
                    <a:pt x="2864" y="2015"/>
                    <a:pt x="2872" y="2023"/>
                  </a:cubicBezTo>
                  <a:cubicBezTo>
                    <a:pt x="2875" y="2021"/>
                    <a:pt x="2877" y="2030"/>
                    <a:pt x="2883" y="2028"/>
                  </a:cubicBezTo>
                  <a:cubicBezTo>
                    <a:pt x="2887" y="2035"/>
                    <a:pt x="2891" y="2037"/>
                    <a:pt x="2896" y="2040"/>
                  </a:cubicBezTo>
                  <a:cubicBezTo>
                    <a:pt x="2900" y="2047"/>
                    <a:pt x="2906" y="2059"/>
                    <a:pt x="2917" y="2065"/>
                  </a:cubicBezTo>
                  <a:cubicBezTo>
                    <a:pt x="2915" y="2069"/>
                    <a:pt x="2925" y="2074"/>
                    <a:pt x="2927" y="2079"/>
                  </a:cubicBezTo>
                  <a:cubicBezTo>
                    <a:pt x="2932" y="2085"/>
                    <a:pt x="2937" y="2090"/>
                    <a:pt x="2942" y="2096"/>
                  </a:cubicBezTo>
                  <a:cubicBezTo>
                    <a:pt x="2944" y="2102"/>
                    <a:pt x="2950" y="2108"/>
                    <a:pt x="2956" y="2115"/>
                  </a:cubicBezTo>
                  <a:cubicBezTo>
                    <a:pt x="2959" y="2123"/>
                    <a:pt x="2963" y="2131"/>
                    <a:pt x="2968" y="2139"/>
                  </a:cubicBezTo>
                  <a:cubicBezTo>
                    <a:pt x="2967" y="2143"/>
                    <a:pt x="2972" y="2148"/>
                    <a:pt x="2973" y="2152"/>
                  </a:cubicBezTo>
                  <a:cubicBezTo>
                    <a:pt x="2974" y="2155"/>
                    <a:pt x="2977" y="2158"/>
                    <a:pt x="2978" y="2160"/>
                  </a:cubicBezTo>
                  <a:cubicBezTo>
                    <a:pt x="2986" y="2160"/>
                    <a:pt x="2986" y="2160"/>
                    <a:pt x="2986" y="2160"/>
                  </a:cubicBezTo>
                  <a:cubicBezTo>
                    <a:pt x="2985" y="2157"/>
                    <a:pt x="2984" y="2154"/>
                    <a:pt x="2984" y="2151"/>
                  </a:cubicBezTo>
                  <a:close/>
                  <a:moveTo>
                    <a:pt x="2933" y="2112"/>
                  </a:moveTo>
                  <a:cubicBezTo>
                    <a:pt x="2912" y="2088"/>
                    <a:pt x="2896" y="2065"/>
                    <a:pt x="2870" y="2037"/>
                  </a:cubicBezTo>
                  <a:cubicBezTo>
                    <a:pt x="2851" y="2023"/>
                    <a:pt x="2833" y="2005"/>
                    <a:pt x="2814" y="1993"/>
                  </a:cubicBezTo>
                  <a:cubicBezTo>
                    <a:pt x="2810" y="1987"/>
                    <a:pt x="2805" y="1991"/>
                    <a:pt x="2801" y="1984"/>
                  </a:cubicBezTo>
                  <a:cubicBezTo>
                    <a:pt x="2795" y="1984"/>
                    <a:pt x="2791" y="1977"/>
                    <a:pt x="2786" y="1977"/>
                  </a:cubicBezTo>
                  <a:cubicBezTo>
                    <a:pt x="2784" y="1975"/>
                    <a:pt x="2782" y="1974"/>
                    <a:pt x="2780" y="1974"/>
                  </a:cubicBezTo>
                  <a:cubicBezTo>
                    <a:pt x="2777" y="1971"/>
                    <a:pt x="2775" y="1967"/>
                    <a:pt x="2772" y="1968"/>
                  </a:cubicBezTo>
                  <a:cubicBezTo>
                    <a:pt x="2770" y="1966"/>
                    <a:pt x="2768" y="1962"/>
                    <a:pt x="2765" y="1963"/>
                  </a:cubicBezTo>
                  <a:cubicBezTo>
                    <a:pt x="2763" y="1960"/>
                    <a:pt x="2759" y="1961"/>
                    <a:pt x="2760" y="1965"/>
                  </a:cubicBezTo>
                  <a:cubicBezTo>
                    <a:pt x="2764" y="1964"/>
                    <a:pt x="2768" y="1967"/>
                    <a:pt x="2772" y="1972"/>
                  </a:cubicBezTo>
                  <a:cubicBezTo>
                    <a:pt x="2777" y="1974"/>
                    <a:pt x="2781" y="1979"/>
                    <a:pt x="2785" y="1980"/>
                  </a:cubicBezTo>
                  <a:cubicBezTo>
                    <a:pt x="2794" y="1986"/>
                    <a:pt x="2802" y="1990"/>
                    <a:pt x="2810" y="1999"/>
                  </a:cubicBezTo>
                  <a:cubicBezTo>
                    <a:pt x="2818" y="2006"/>
                    <a:pt x="2830" y="2007"/>
                    <a:pt x="2832" y="2017"/>
                  </a:cubicBezTo>
                  <a:cubicBezTo>
                    <a:pt x="2837" y="2017"/>
                    <a:pt x="2841" y="2021"/>
                    <a:pt x="2846" y="2026"/>
                  </a:cubicBezTo>
                  <a:cubicBezTo>
                    <a:pt x="2850" y="2033"/>
                    <a:pt x="2855" y="2032"/>
                    <a:pt x="2859" y="2038"/>
                  </a:cubicBezTo>
                  <a:cubicBezTo>
                    <a:pt x="2869" y="2049"/>
                    <a:pt x="2879" y="2061"/>
                    <a:pt x="2889" y="2072"/>
                  </a:cubicBezTo>
                  <a:cubicBezTo>
                    <a:pt x="2894" y="2076"/>
                    <a:pt x="2891" y="2080"/>
                    <a:pt x="2897" y="2085"/>
                  </a:cubicBezTo>
                  <a:cubicBezTo>
                    <a:pt x="2902" y="2090"/>
                    <a:pt x="2907" y="2096"/>
                    <a:pt x="2912" y="2101"/>
                  </a:cubicBezTo>
                  <a:cubicBezTo>
                    <a:pt x="2920" y="2107"/>
                    <a:pt x="2918" y="2115"/>
                    <a:pt x="2925" y="2116"/>
                  </a:cubicBezTo>
                  <a:cubicBezTo>
                    <a:pt x="2928" y="2119"/>
                    <a:pt x="2926" y="2121"/>
                    <a:pt x="2929" y="2124"/>
                  </a:cubicBezTo>
                  <a:cubicBezTo>
                    <a:pt x="2931" y="2127"/>
                    <a:pt x="2935" y="2130"/>
                    <a:pt x="2933" y="2132"/>
                  </a:cubicBezTo>
                  <a:cubicBezTo>
                    <a:pt x="2937" y="2138"/>
                    <a:pt x="2948" y="2144"/>
                    <a:pt x="2943" y="2150"/>
                  </a:cubicBezTo>
                  <a:cubicBezTo>
                    <a:pt x="2948" y="2150"/>
                    <a:pt x="2947" y="2156"/>
                    <a:pt x="2951" y="2160"/>
                  </a:cubicBezTo>
                  <a:cubicBezTo>
                    <a:pt x="2962" y="2160"/>
                    <a:pt x="2962" y="2160"/>
                    <a:pt x="2962" y="2160"/>
                  </a:cubicBezTo>
                  <a:cubicBezTo>
                    <a:pt x="2961" y="2159"/>
                    <a:pt x="2960" y="2157"/>
                    <a:pt x="2959" y="2155"/>
                  </a:cubicBezTo>
                  <a:cubicBezTo>
                    <a:pt x="2954" y="2141"/>
                    <a:pt x="2941" y="2126"/>
                    <a:pt x="2933" y="2112"/>
                  </a:cubicBezTo>
                  <a:close/>
                  <a:moveTo>
                    <a:pt x="3015" y="2113"/>
                  </a:moveTo>
                  <a:cubicBezTo>
                    <a:pt x="3020" y="2110"/>
                    <a:pt x="3007" y="2106"/>
                    <a:pt x="3012" y="2103"/>
                  </a:cubicBezTo>
                  <a:cubicBezTo>
                    <a:pt x="3010" y="2100"/>
                    <a:pt x="3008" y="2097"/>
                    <a:pt x="3010" y="2094"/>
                  </a:cubicBezTo>
                  <a:cubicBezTo>
                    <a:pt x="2995" y="2074"/>
                    <a:pt x="2992" y="2063"/>
                    <a:pt x="2976" y="2045"/>
                  </a:cubicBezTo>
                  <a:cubicBezTo>
                    <a:pt x="2964" y="2035"/>
                    <a:pt x="2951" y="2024"/>
                    <a:pt x="2939" y="2017"/>
                  </a:cubicBezTo>
                  <a:cubicBezTo>
                    <a:pt x="2933" y="2010"/>
                    <a:pt x="2926" y="2010"/>
                    <a:pt x="2920" y="2001"/>
                  </a:cubicBezTo>
                  <a:cubicBezTo>
                    <a:pt x="2913" y="2001"/>
                    <a:pt x="2907" y="1991"/>
                    <a:pt x="2901" y="1992"/>
                  </a:cubicBezTo>
                  <a:cubicBezTo>
                    <a:pt x="2915" y="2006"/>
                    <a:pt x="2929" y="2015"/>
                    <a:pt x="2943" y="2025"/>
                  </a:cubicBezTo>
                  <a:cubicBezTo>
                    <a:pt x="2950" y="2033"/>
                    <a:pt x="2958" y="2039"/>
                    <a:pt x="2965" y="2043"/>
                  </a:cubicBezTo>
                  <a:cubicBezTo>
                    <a:pt x="2962" y="2047"/>
                    <a:pt x="2972" y="2052"/>
                    <a:pt x="2974" y="2056"/>
                  </a:cubicBezTo>
                  <a:cubicBezTo>
                    <a:pt x="2978" y="2061"/>
                    <a:pt x="2982" y="2066"/>
                    <a:pt x="2986" y="2071"/>
                  </a:cubicBezTo>
                  <a:cubicBezTo>
                    <a:pt x="2991" y="2078"/>
                    <a:pt x="2995" y="2092"/>
                    <a:pt x="3002" y="2095"/>
                  </a:cubicBezTo>
                  <a:cubicBezTo>
                    <a:pt x="2998" y="2100"/>
                    <a:pt x="3006" y="2107"/>
                    <a:pt x="3005" y="2112"/>
                  </a:cubicBezTo>
                  <a:cubicBezTo>
                    <a:pt x="3008" y="2118"/>
                    <a:pt x="3012" y="2124"/>
                    <a:pt x="3012" y="2130"/>
                  </a:cubicBezTo>
                  <a:cubicBezTo>
                    <a:pt x="3018" y="2140"/>
                    <a:pt x="3020" y="2150"/>
                    <a:pt x="3026" y="2160"/>
                  </a:cubicBezTo>
                  <a:cubicBezTo>
                    <a:pt x="3035" y="2160"/>
                    <a:pt x="3035" y="2160"/>
                    <a:pt x="3035" y="2160"/>
                  </a:cubicBezTo>
                  <a:cubicBezTo>
                    <a:pt x="3030" y="2151"/>
                    <a:pt x="3030" y="2142"/>
                    <a:pt x="3023" y="2132"/>
                  </a:cubicBezTo>
                  <a:cubicBezTo>
                    <a:pt x="3023" y="2126"/>
                    <a:pt x="3017" y="2119"/>
                    <a:pt x="3015" y="2113"/>
                  </a:cubicBezTo>
                  <a:close/>
                  <a:moveTo>
                    <a:pt x="3006" y="2155"/>
                  </a:moveTo>
                  <a:cubicBezTo>
                    <a:pt x="3008" y="2139"/>
                    <a:pt x="2989" y="2121"/>
                    <a:pt x="2990" y="2105"/>
                  </a:cubicBezTo>
                  <a:cubicBezTo>
                    <a:pt x="2986" y="2100"/>
                    <a:pt x="2982" y="2095"/>
                    <a:pt x="2984" y="2091"/>
                  </a:cubicBezTo>
                  <a:cubicBezTo>
                    <a:pt x="2971" y="2074"/>
                    <a:pt x="2959" y="2055"/>
                    <a:pt x="2950" y="2042"/>
                  </a:cubicBezTo>
                  <a:cubicBezTo>
                    <a:pt x="2938" y="2031"/>
                    <a:pt x="2920" y="2017"/>
                    <a:pt x="2904" y="2003"/>
                  </a:cubicBezTo>
                  <a:cubicBezTo>
                    <a:pt x="2897" y="2003"/>
                    <a:pt x="2890" y="1997"/>
                    <a:pt x="2884" y="1993"/>
                  </a:cubicBezTo>
                  <a:cubicBezTo>
                    <a:pt x="2876" y="1993"/>
                    <a:pt x="2869" y="1982"/>
                    <a:pt x="2861" y="1984"/>
                  </a:cubicBezTo>
                  <a:cubicBezTo>
                    <a:pt x="2864" y="1987"/>
                    <a:pt x="2868" y="1986"/>
                    <a:pt x="2871" y="1992"/>
                  </a:cubicBezTo>
                  <a:cubicBezTo>
                    <a:pt x="2875" y="1991"/>
                    <a:pt x="2878" y="2000"/>
                    <a:pt x="2882" y="1997"/>
                  </a:cubicBezTo>
                  <a:cubicBezTo>
                    <a:pt x="2885" y="2002"/>
                    <a:pt x="2888" y="2003"/>
                    <a:pt x="2892" y="2003"/>
                  </a:cubicBezTo>
                  <a:cubicBezTo>
                    <a:pt x="2892" y="2006"/>
                    <a:pt x="2897" y="2009"/>
                    <a:pt x="2901" y="2009"/>
                  </a:cubicBezTo>
                  <a:cubicBezTo>
                    <a:pt x="2915" y="2021"/>
                    <a:pt x="2929" y="2033"/>
                    <a:pt x="2943" y="2045"/>
                  </a:cubicBezTo>
                  <a:cubicBezTo>
                    <a:pt x="2945" y="2047"/>
                    <a:pt x="2943" y="2049"/>
                    <a:pt x="2946" y="2051"/>
                  </a:cubicBezTo>
                  <a:cubicBezTo>
                    <a:pt x="2948" y="2053"/>
                    <a:pt x="2951" y="2052"/>
                    <a:pt x="2949" y="2054"/>
                  </a:cubicBezTo>
                  <a:cubicBezTo>
                    <a:pt x="2951" y="2059"/>
                    <a:pt x="2960" y="2063"/>
                    <a:pt x="2957" y="2067"/>
                  </a:cubicBezTo>
                  <a:cubicBezTo>
                    <a:pt x="2961" y="2072"/>
                    <a:pt x="2966" y="2076"/>
                    <a:pt x="2966" y="2080"/>
                  </a:cubicBezTo>
                  <a:cubicBezTo>
                    <a:pt x="2966" y="2085"/>
                    <a:pt x="2974" y="2090"/>
                    <a:pt x="2973" y="2095"/>
                  </a:cubicBezTo>
                  <a:cubicBezTo>
                    <a:pt x="2985" y="2112"/>
                    <a:pt x="2986" y="2129"/>
                    <a:pt x="2995" y="2147"/>
                  </a:cubicBezTo>
                  <a:cubicBezTo>
                    <a:pt x="2996" y="2151"/>
                    <a:pt x="2998" y="2156"/>
                    <a:pt x="2999" y="2160"/>
                  </a:cubicBezTo>
                  <a:cubicBezTo>
                    <a:pt x="3010" y="2160"/>
                    <a:pt x="3010" y="2160"/>
                    <a:pt x="3010" y="2160"/>
                  </a:cubicBezTo>
                  <a:cubicBezTo>
                    <a:pt x="3009" y="2159"/>
                    <a:pt x="3008" y="2157"/>
                    <a:pt x="3006" y="2155"/>
                  </a:cubicBezTo>
                  <a:close/>
                  <a:moveTo>
                    <a:pt x="729" y="2129"/>
                  </a:moveTo>
                  <a:cubicBezTo>
                    <a:pt x="729" y="2126"/>
                    <a:pt x="729" y="2123"/>
                    <a:pt x="733" y="2124"/>
                  </a:cubicBezTo>
                  <a:cubicBezTo>
                    <a:pt x="753" y="2068"/>
                    <a:pt x="761" y="2070"/>
                    <a:pt x="759" y="2063"/>
                  </a:cubicBezTo>
                  <a:cubicBezTo>
                    <a:pt x="773" y="2016"/>
                    <a:pt x="777" y="2009"/>
                    <a:pt x="779" y="2000"/>
                  </a:cubicBezTo>
                  <a:cubicBezTo>
                    <a:pt x="790" y="1956"/>
                    <a:pt x="792" y="1944"/>
                    <a:pt x="793" y="1921"/>
                  </a:cubicBezTo>
                  <a:cubicBezTo>
                    <a:pt x="796" y="1847"/>
                    <a:pt x="795" y="1840"/>
                    <a:pt x="798" y="1837"/>
                  </a:cubicBezTo>
                  <a:cubicBezTo>
                    <a:pt x="793" y="1793"/>
                    <a:pt x="796" y="1792"/>
                    <a:pt x="794" y="1785"/>
                  </a:cubicBezTo>
                  <a:cubicBezTo>
                    <a:pt x="784" y="1845"/>
                    <a:pt x="785" y="1850"/>
                    <a:pt x="784" y="1854"/>
                  </a:cubicBezTo>
                  <a:cubicBezTo>
                    <a:pt x="770" y="1895"/>
                    <a:pt x="773" y="1909"/>
                    <a:pt x="766" y="1914"/>
                  </a:cubicBezTo>
                  <a:cubicBezTo>
                    <a:pt x="748" y="1953"/>
                    <a:pt x="745" y="1956"/>
                    <a:pt x="743" y="1959"/>
                  </a:cubicBezTo>
                  <a:cubicBezTo>
                    <a:pt x="726" y="1983"/>
                    <a:pt x="731" y="1992"/>
                    <a:pt x="723" y="1991"/>
                  </a:cubicBezTo>
                  <a:cubicBezTo>
                    <a:pt x="709" y="2014"/>
                    <a:pt x="707" y="2015"/>
                    <a:pt x="708" y="2019"/>
                  </a:cubicBezTo>
                  <a:cubicBezTo>
                    <a:pt x="674" y="2075"/>
                    <a:pt x="665" y="2079"/>
                    <a:pt x="665" y="2089"/>
                  </a:cubicBezTo>
                  <a:cubicBezTo>
                    <a:pt x="647" y="2122"/>
                    <a:pt x="642" y="2122"/>
                    <a:pt x="641" y="2126"/>
                  </a:cubicBezTo>
                  <a:cubicBezTo>
                    <a:pt x="625" y="2149"/>
                    <a:pt x="624" y="2156"/>
                    <a:pt x="620" y="2160"/>
                  </a:cubicBezTo>
                  <a:cubicBezTo>
                    <a:pt x="643" y="2138"/>
                    <a:pt x="647" y="2134"/>
                    <a:pt x="650" y="2130"/>
                  </a:cubicBezTo>
                  <a:cubicBezTo>
                    <a:pt x="684" y="2076"/>
                    <a:pt x="681" y="2069"/>
                    <a:pt x="685" y="2068"/>
                  </a:cubicBezTo>
                  <a:cubicBezTo>
                    <a:pt x="698" y="2051"/>
                    <a:pt x="699" y="2049"/>
                    <a:pt x="699" y="2045"/>
                  </a:cubicBezTo>
                  <a:cubicBezTo>
                    <a:pt x="720" y="2010"/>
                    <a:pt x="727" y="2010"/>
                    <a:pt x="726" y="2002"/>
                  </a:cubicBezTo>
                  <a:cubicBezTo>
                    <a:pt x="757" y="1966"/>
                    <a:pt x="748" y="1970"/>
                    <a:pt x="751" y="1974"/>
                  </a:cubicBezTo>
                  <a:cubicBezTo>
                    <a:pt x="732" y="2008"/>
                    <a:pt x="731" y="2023"/>
                    <a:pt x="724" y="2033"/>
                  </a:cubicBezTo>
                  <a:cubicBezTo>
                    <a:pt x="709" y="2059"/>
                    <a:pt x="707" y="2061"/>
                    <a:pt x="704" y="2063"/>
                  </a:cubicBezTo>
                  <a:cubicBezTo>
                    <a:pt x="677" y="2114"/>
                    <a:pt x="671" y="2113"/>
                    <a:pt x="671" y="2117"/>
                  </a:cubicBezTo>
                  <a:cubicBezTo>
                    <a:pt x="652" y="2143"/>
                    <a:pt x="652" y="2151"/>
                    <a:pt x="647" y="2154"/>
                  </a:cubicBezTo>
                  <a:cubicBezTo>
                    <a:pt x="657" y="2156"/>
                    <a:pt x="659" y="2152"/>
                    <a:pt x="662" y="2149"/>
                  </a:cubicBezTo>
                  <a:cubicBezTo>
                    <a:pt x="675" y="2126"/>
                    <a:pt x="679" y="2125"/>
                    <a:pt x="678" y="2121"/>
                  </a:cubicBezTo>
                  <a:cubicBezTo>
                    <a:pt x="714" y="2066"/>
                    <a:pt x="717" y="2065"/>
                    <a:pt x="717" y="2062"/>
                  </a:cubicBezTo>
                  <a:cubicBezTo>
                    <a:pt x="728" y="2047"/>
                    <a:pt x="726" y="2041"/>
                    <a:pt x="729" y="2041"/>
                  </a:cubicBezTo>
                  <a:cubicBezTo>
                    <a:pt x="740" y="2003"/>
                    <a:pt x="750" y="2005"/>
                    <a:pt x="748" y="1996"/>
                  </a:cubicBezTo>
                  <a:cubicBezTo>
                    <a:pt x="764" y="1960"/>
                    <a:pt x="761" y="1951"/>
                    <a:pt x="764" y="1947"/>
                  </a:cubicBezTo>
                  <a:cubicBezTo>
                    <a:pt x="796" y="1849"/>
                    <a:pt x="791" y="1858"/>
                    <a:pt x="791" y="1862"/>
                  </a:cubicBezTo>
                  <a:cubicBezTo>
                    <a:pt x="786" y="1901"/>
                    <a:pt x="782" y="1904"/>
                    <a:pt x="781" y="1908"/>
                  </a:cubicBezTo>
                  <a:cubicBezTo>
                    <a:pt x="772" y="1962"/>
                    <a:pt x="765" y="1962"/>
                    <a:pt x="766" y="1969"/>
                  </a:cubicBezTo>
                  <a:cubicBezTo>
                    <a:pt x="746" y="2037"/>
                    <a:pt x="738" y="2043"/>
                    <a:pt x="737" y="2054"/>
                  </a:cubicBezTo>
                  <a:cubicBezTo>
                    <a:pt x="716" y="2096"/>
                    <a:pt x="713" y="2097"/>
                    <a:pt x="714" y="2101"/>
                  </a:cubicBezTo>
                  <a:cubicBezTo>
                    <a:pt x="697" y="2124"/>
                    <a:pt x="696" y="2129"/>
                    <a:pt x="694" y="2133"/>
                  </a:cubicBezTo>
                  <a:cubicBezTo>
                    <a:pt x="679" y="2147"/>
                    <a:pt x="682" y="2155"/>
                    <a:pt x="678" y="2158"/>
                  </a:cubicBezTo>
                  <a:cubicBezTo>
                    <a:pt x="688" y="2156"/>
                    <a:pt x="691" y="2153"/>
                    <a:pt x="693" y="2149"/>
                  </a:cubicBezTo>
                  <a:cubicBezTo>
                    <a:pt x="704" y="2140"/>
                    <a:pt x="697" y="2130"/>
                    <a:pt x="705" y="2132"/>
                  </a:cubicBezTo>
                  <a:cubicBezTo>
                    <a:pt x="720" y="2101"/>
                    <a:pt x="726" y="2102"/>
                    <a:pt x="724" y="2096"/>
                  </a:cubicBezTo>
                  <a:cubicBezTo>
                    <a:pt x="745" y="2052"/>
                    <a:pt x="748" y="2046"/>
                    <a:pt x="753" y="2042"/>
                  </a:cubicBezTo>
                  <a:cubicBezTo>
                    <a:pt x="775" y="1963"/>
                    <a:pt x="776" y="1958"/>
                    <a:pt x="775" y="1953"/>
                  </a:cubicBezTo>
                  <a:cubicBezTo>
                    <a:pt x="783" y="1921"/>
                    <a:pt x="788" y="1921"/>
                    <a:pt x="786" y="1915"/>
                  </a:cubicBezTo>
                  <a:cubicBezTo>
                    <a:pt x="785" y="1961"/>
                    <a:pt x="781" y="1971"/>
                    <a:pt x="780" y="1983"/>
                  </a:cubicBezTo>
                  <a:cubicBezTo>
                    <a:pt x="765" y="2021"/>
                    <a:pt x="762" y="2030"/>
                    <a:pt x="760" y="2041"/>
                  </a:cubicBezTo>
                  <a:cubicBezTo>
                    <a:pt x="741" y="2077"/>
                    <a:pt x="740" y="2089"/>
                    <a:pt x="735" y="2097"/>
                  </a:cubicBezTo>
                  <a:cubicBezTo>
                    <a:pt x="715" y="2131"/>
                    <a:pt x="711" y="2140"/>
                    <a:pt x="708" y="2150"/>
                  </a:cubicBezTo>
                  <a:cubicBezTo>
                    <a:pt x="711" y="2160"/>
                    <a:pt x="711" y="2160"/>
                    <a:pt x="711" y="2160"/>
                  </a:cubicBezTo>
                  <a:cubicBezTo>
                    <a:pt x="719" y="2142"/>
                    <a:pt x="723" y="2142"/>
                    <a:pt x="723" y="2140"/>
                  </a:cubicBezTo>
                  <a:close/>
                  <a:moveTo>
                    <a:pt x="2860" y="2138"/>
                  </a:moveTo>
                  <a:cubicBezTo>
                    <a:pt x="2860" y="2132"/>
                    <a:pt x="2854" y="2135"/>
                    <a:pt x="2854" y="2128"/>
                  </a:cubicBezTo>
                  <a:cubicBezTo>
                    <a:pt x="2845" y="2120"/>
                    <a:pt x="2844" y="2111"/>
                    <a:pt x="2838" y="2103"/>
                  </a:cubicBezTo>
                  <a:cubicBezTo>
                    <a:pt x="2828" y="2094"/>
                    <a:pt x="2828" y="2087"/>
                    <a:pt x="2819" y="2078"/>
                  </a:cubicBezTo>
                  <a:cubicBezTo>
                    <a:pt x="2818" y="2076"/>
                    <a:pt x="2815" y="2074"/>
                    <a:pt x="2816" y="2072"/>
                  </a:cubicBezTo>
                  <a:cubicBezTo>
                    <a:pt x="2815" y="2070"/>
                    <a:pt x="2817" y="2067"/>
                    <a:pt x="2814" y="2069"/>
                  </a:cubicBezTo>
                  <a:cubicBezTo>
                    <a:pt x="2807" y="2064"/>
                    <a:pt x="2810" y="2060"/>
                    <a:pt x="2805" y="2056"/>
                  </a:cubicBezTo>
                  <a:cubicBezTo>
                    <a:pt x="2797" y="2047"/>
                    <a:pt x="2797" y="2043"/>
                    <a:pt x="2789" y="2038"/>
                  </a:cubicBezTo>
                  <a:cubicBezTo>
                    <a:pt x="2789" y="2034"/>
                    <a:pt x="2785" y="2032"/>
                    <a:pt x="2782" y="2029"/>
                  </a:cubicBezTo>
                  <a:cubicBezTo>
                    <a:pt x="2776" y="2021"/>
                    <a:pt x="2773" y="2015"/>
                    <a:pt x="2765" y="2010"/>
                  </a:cubicBezTo>
                  <a:cubicBezTo>
                    <a:pt x="2762" y="2005"/>
                    <a:pt x="2762" y="2001"/>
                    <a:pt x="2757" y="1997"/>
                  </a:cubicBezTo>
                  <a:cubicBezTo>
                    <a:pt x="2748" y="1991"/>
                    <a:pt x="2740" y="1981"/>
                    <a:pt x="2732" y="1972"/>
                  </a:cubicBezTo>
                  <a:cubicBezTo>
                    <a:pt x="2721" y="1964"/>
                    <a:pt x="2710" y="1952"/>
                    <a:pt x="2698" y="1946"/>
                  </a:cubicBezTo>
                  <a:cubicBezTo>
                    <a:pt x="2693" y="1941"/>
                    <a:pt x="2687" y="1939"/>
                    <a:pt x="2682" y="1935"/>
                  </a:cubicBezTo>
                  <a:cubicBezTo>
                    <a:pt x="2676" y="1928"/>
                    <a:pt x="2670" y="1924"/>
                    <a:pt x="2664" y="1924"/>
                  </a:cubicBezTo>
                  <a:cubicBezTo>
                    <a:pt x="2685" y="1942"/>
                    <a:pt x="2706" y="1958"/>
                    <a:pt x="2727" y="1976"/>
                  </a:cubicBezTo>
                  <a:cubicBezTo>
                    <a:pt x="2744" y="1996"/>
                    <a:pt x="2765" y="2017"/>
                    <a:pt x="2777" y="2037"/>
                  </a:cubicBezTo>
                  <a:cubicBezTo>
                    <a:pt x="2781" y="2041"/>
                    <a:pt x="2786" y="2048"/>
                    <a:pt x="2790" y="2048"/>
                  </a:cubicBezTo>
                  <a:cubicBezTo>
                    <a:pt x="2785" y="2052"/>
                    <a:pt x="2800" y="2057"/>
                    <a:pt x="2796" y="2061"/>
                  </a:cubicBezTo>
                  <a:cubicBezTo>
                    <a:pt x="2798" y="2065"/>
                    <a:pt x="2807" y="2070"/>
                    <a:pt x="2804" y="2074"/>
                  </a:cubicBezTo>
                  <a:cubicBezTo>
                    <a:pt x="2815" y="2086"/>
                    <a:pt x="2813" y="2088"/>
                    <a:pt x="2822" y="2098"/>
                  </a:cubicBezTo>
                  <a:cubicBezTo>
                    <a:pt x="2826" y="2107"/>
                    <a:pt x="2835" y="2116"/>
                    <a:pt x="2839" y="2124"/>
                  </a:cubicBezTo>
                  <a:cubicBezTo>
                    <a:pt x="2845" y="2129"/>
                    <a:pt x="2842" y="2133"/>
                    <a:pt x="2848" y="2137"/>
                  </a:cubicBezTo>
                  <a:cubicBezTo>
                    <a:pt x="2855" y="2142"/>
                    <a:pt x="2850" y="2147"/>
                    <a:pt x="2854" y="2152"/>
                  </a:cubicBezTo>
                  <a:cubicBezTo>
                    <a:pt x="2857" y="2155"/>
                    <a:pt x="2859" y="2157"/>
                    <a:pt x="2862" y="2160"/>
                  </a:cubicBezTo>
                  <a:cubicBezTo>
                    <a:pt x="2873" y="2160"/>
                    <a:pt x="2873" y="2160"/>
                    <a:pt x="2873" y="2160"/>
                  </a:cubicBezTo>
                  <a:cubicBezTo>
                    <a:pt x="2870" y="2157"/>
                    <a:pt x="2867" y="2153"/>
                    <a:pt x="2864" y="2149"/>
                  </a:cubicBezTo>
                  <a:cubicBezTo>
                    <a:pt x="2867" y="2146"/>
                    <a:pt x="2858" y="2142"/>
                    <a:pt x="2860" y="2138"/>
                  </a:cubicBezTo>
                  <a:close/>
                  <a:moveTo>
                    <a:pt x="796" y="1969"/>
                  </a:moveTo>
                  <a:cubicBezTo>
                    <a:pt x="799" y="1994"/>
                    <a:pt x="793" y="2012"/>
                    <a:pt x="792" y="2035"/>
                  </a:cubicBezTo>
                  <a:cubicBezTo>
                    <a:pt x="788" y="2035"/>
                    <a:pt x="791" y="2042"/>
                    <a:pt x="788" y="2043"/>
                  </a:cubicBezTo>
                  <a:cubicBezTo>
                    <a:pt x="785" y="2046"/>
                    <a:pt x="784" y="2049"/>
                    <a:pt x="785" y="2055"/>
                  </a:cubicBezTo>
                  <a:cubicBezTo>
                    <a:pt x="781" y="2055"/>
                    <a:pt x="784" y="2062"/>
                    <a:pt x="781" y="2064"/>
                  </a:cubicBezTo>
                  <a:cubicBezTo>
                    <a:pt x="778" y="2066"/>
                    <a:pt x="778" y="2071"/>
                    <a:pt x="777" y="2075"/>
                  </a:cubicBezTo>
                  <a:cubicBezTo>
                    <a:pt x="767" y="2082"/>
                    <a:pt x="766" y="2096"/>
                    <a:pt x="755" y="2103"/>
                  </a:cubicBezTo>
                  <a:cubicBezTo>
                    <a:pt x="749" y="2125"/>
                    <a:pt x="737" y="2143"/>
                    <a:pt x="726" y="2160"/>
                  </a:cubicBezTo>
                  <a:cubicBezTo>
                    <a:pt x="738" y="2160"/>
                    <a:pt x="738" y="2160"/>
                    <a:pt x="738" y="2160"/>
                  </a:cubicBezTo>
                  <a:cubicBezTo>
                    <a:pt x="740" y="2157"/>
                    <a:pt x="741" y="2154"/>
                    <a:pt x="743" y="2152"/>
                  </a:cubicBezTo>
                  <a:cubicBezTo>
                    <a:pt x="746" y="2142"/>
                    <a:pt x="753" y="2137"/>
                    <a:pt x="755" y="2127"/>
                  </a:cubicBezTo>
                  <a:cubicBezTo>
                    <a:pt x="758" y="2124"/>
                    <a:pt x="758" y="2119"/>
                    <a:pt x="761" y="2115"/>
                  </a:cubicBezTo>
                  <a:cubicBezTo>
                    <a:pt x="764" y="2112"/>
                    <a:pt x="766" y="2108"/>
                    <a:pt x="766" y="2102"/>
                  </a:cubicBezTo>
                  <a:cubicBezTo>
                    <a:pt x="773" y="2100"/>
                    <a:pt x="773" y="2092"/>
                    <a:pt x="778" y="2088"/>
                  </a:cubicBezTo>
                  <a:cubicBezTo>
                    <a:pt x="783" y="2083"/>
                    <a:pt x="783" y="2075"/>
                    <a:pt x="788" y="2070"/>
                  </a:cubicBezTo>
                  <a:cubicBezTo>
                    <a:pt x="788" y="2062"/>
                    <a:pt x="792" y="2057"/>
                    <a:pt x="793" y="2050"/>
                  </a:cubicBezTo>
                  <a:cubicBezTo>
                    <a:pt x="798" y="2045"/>
                    <a:pt x="796" y="2034"/>
                    <a:pt x="800" y="2030"/>
                  </a:cubicBezTo>
                  <a:cubicBezTo>
                    <a:pt x="801" y="2017"/>
                    <a:pt x="801" y="2004"/>
                    <a:pt x="802" y="1992"/>
                  </a:cubicBezTo>
                  <a:cubicBezTo>
                    <a:pt x="802" y="1988"/>
                    <a:pt x="802" y="1984"/>
                    <a:pt x="801" y="1979"/>
                  </a:cubicBezTo>
                  <a:cubicBezTo>
                    <a:pt x="800" y="1975"/>
                    <a:pt x="803" y="1966"/>
                    <a:pt x="796" y="1969"/>
                  </a:cubicBezTo>
                  <a:close/>
                  <a:moveTo>
                    <a:pt x="632" y="2085"/>
                  </a:moveTo>
                  <a:cubicBezTo>
                    <a:pt x="639" y="2082"/>
                    <a:pt x="641" y="2073"/>
                    <a:pt x="648" y="2069"/>
                  </a:cubicBezTo>
                  <a:cubicBezTo>
                    <a:pt x="679" y="2024"/>
                    <a:pt x="680" y="2015"/>
                    <a:pt x="688" y="2011"/>
                  </a:cubicBezTo>
                  <a:cubicBezTo>
                    <a:pt x="698" y="1995"/>
                    <a:pt x="700" y="1994"/>
                    <a:pt x="702" y="1993"/>
                  </a:cubicBezTo>
                  <a:cubicBezTo>
                    <a:pt x="709" y="1979"/>
                    <a:pt x="711" y="1976"/>
                    <a:pt x="716" y="1974"/>
                  </a:cubicBezTo>
                  <a:cubicBezTo>
                    <a:pt x="740" y="1928"/>
                    <a:pt x="740" y="1923"/>
                    <a:pt x="745" y="1922"/>
                  </a:cubicBezTo>
                  <a:cubicBezTo>
                    <a:pt x="764" y="1882"/>
                    <a:pt x="767" y="1874"/>
                    <a:pt x="769" y="1866"/>
                  </a:cubicBezTo>
                  <a:cubicBezTo>
                    <a:pt x="779" y="1830"/>
                    <a:pt x="778" y="1830"/>
                    <a:pt x="779" y="1821"/>
                  </a:cubicBezTo>
                  <a:cubicBezTo>
                    <a:pt x="780" y="1813"/>
                    <a:pt x="775" y="1822"/>
                    <a:pt x="774" y="1835"/>
                  </a:cubicBezTo>
                  <a:cubicBezTo>
                    <a:pt x="762" y="1874"/>
                    <a:pt x="757" y="1877"/>
                    <a:pt x="755" y="1882"/>
                  </a:cubicBezTo>
                  <a:cubicBezTo>
                    <a:pt x="728" y="1935"/>
                    <a:pt x="723" y="1944"/>
                    <a:pt x="716" y="1952"/>
                  </a:cubicBezTo>
                  <a:cubicBezTo>
                    <a:pt x="707" y="1972"/>
                    <a:pt x="699" y="1973"/>
                    <a:pt x="699" y="1980"/>
                  </a:cubicBezTo>
                  <a:cubicBezTo>
                    <a:pt x="656" y="2040"/>
                    <a:pt x="650" y="2048"/>
                    <a:pt x="643" y="2056"/>
                  </a:cubicBezTo>
                  <a:cubicBezTo>
                    <a:pt x="618" y="2091"/>
                    <a:pt x="620" y="2096"/>
                    <a:pt x="617" y="2097"/>
                  </a:cubicBezTo>
                  <a:cubicBezTo>
                    <a:pt x="596" y="2127"/>
                    <a:pt x="594" y="2132"/>
                    <a:pt x="592" y="2138"/>
                  </a:cubicBezTo>
                  <a:cubicBezTo>
                    <a:pt x="581" y="2154"/>
                    <a:pt x="577" y="2156"/>
                    <a:pt x="576" y="2160"/>
                  </a:cubicBezTo>
                  <a:cubicBezTo>
                    <a:pt x="593" y="2151"/>
                    <a:pt x="595" y="2149"/>
                    <a:pt x="597" y="2147"/>
                  </a:cubicBezTo>
                  <a:close/>
                  <a:moveTo>
                    <a:pt x="527" y="2119"/>
                  </a:moveTo>
                  <a:cubicBezTo>
                    <a:pt x="538" y="2111"/>
                    <a:pt x="537" y="2093"/>
                    <a:pt x="549" y="2087"/>
                  </a:cubicBezTo>
                  <a:cubicBezTo>
                    <a:pt x="562" y="2065"/>
                    <a:pt x="564" y="2058"/>
                    <a:pt x="570" y="2054"/>
                  </a:cubicBezTo>
                  <a:cubicBezTo>
                    <a:pt x="604" y="2015"/>
                    <a:pt x="605" y="2012"/>
                    <a:pt x="607" y="2008"/>
                  </a:cubicBezTo>
                  <a:cubicBezTo>
                    <a:pt x="621" y="1986"/>
                    <a:pt x="628" y="1985"/>
                    <a:pt x="629" y="1978"/>
                  </a:cubicBezTo>
                  <a:cubicBezTo>
                    <a:pt x="654" y="1948"/>
                    <a:pt x="657" y="1943"/>
                    <a:pt x="661" y="1939"/>
                  </a:cubicBezTo>
                  <a:cubicBezTo>
                    <a:pt x="683" y="1906"/>
                    <a:pt x="689" y="1903"/>
                    <a:pt x="693" y="1899"/>
                  </a:cubicBezTo>
                  <a:cubicBezTo>
                    <a:pt x="715" y="1866"/>
                    <a:pt x="713" y="1857"/>
                    <a:pt x="720" y="1856"/>
                  </a:cubicBezTo>
                  <a:cubicBezTo>
                    <a:pt x="738" y="1819"/>
                    <a:pt x="740" y="1813"/>
                    <a:pt x="743" y="1808"/>
                  </a:cubicBezTo>
                  <a:cubicBezTo>
                    <a:pt x="755" y="1770"/>
                    <a:pt x="760" y="1770"/>
                    <a:pt x="758" y="1764"/>
                  </a:cubicBezTo>
                  <a:cubicBezTo>
                    <a:pt x="748" y="1776"/>
                    <a:pt x="751" y="1782"/>
                    <a:pt x="748" y="1784"/>
                  </a:cubicBezTo>
                  <a:cubicBezTo>
                    <a:pt x="719" y="1836"/>
                    <a:pt x="716" y="1850"/>
                    <a:pt x="708" y="1859"/>
                  </a:cubicBezTo>
                  <a:cubicBezTo>
                    <a:pt x="681" y="1895"/>
                    <a:pt x="679" y="1902"/>
                    <a:pt x="676" y="1907"/>
                  </a:cubicBezTo>
                  <a:cubicBezTo>
                    <a:pt x="632" y="1957"/>
                    <a:pt x="630" y="1965"/>
                    <a:pt x="626" y="1970"/>
                  </a:cubicBezTo>
                  <a:cubicBezTo>
                    <a:pt x="604" y="1994"/>
                    <a:pt x="607" y="2001"/>
                    <a:pt x="599" y="2000"/>
                  </a:cubicBezTo>
                  <a:cubicBezTo>
                    <a:pt x="579" y="2025"/>
                    <a:pt x="577" y="2028"/>
                    <a:pt x="575" y="2030"/>
                  </a:cubicBezTo>
                  <a:cubicBezTo>
                    <a:pt x="541" y="2084"/>
                    <a:pt x="535" y="2083"/>
                    <a:pt x="536" y="2087"/>
                  </a:cubicBezTo>
                  <a:cubicBezTo>
                    <a:pt x="519" y="2123"/>
                    <a:pt x="515" y="2128"/>
                    <a:pt x="513" y="2135"/>
                  </a:cubicBezTo>
                  <a:cubicBezTo>
                    <a:pt x="505" y="2148"/>
                    <a:pt x="504" y="2152"/>
                    <a:pt x="503" y="2149"/>
                  </a:cubicBezTo>
                  <a:cubicBezTo>
                    <a:pt x="523" y="2073"/>
                    <a:pt x="531" y="2066"/>
                    <a:pt x="536" y="2057"/>
                  </a:cubicBezTo>
                  <a:cubicBezTo>
                    <a:pt x="557" y="2023"/>
                    <a:pt x="558" y="2021"/>
                    <a:pt x="559" y="2018"/>
                  </a:cubicBezTo>
                  <a:cubicBezTo>
                    <a:pt x="576" y="1990"/>
                    <a:pt x="580" y="1991"/>
                    <a:pt x="581" y="1990"/>
                  </a:cubicBezTo>
                  <a:cubicBezTo>
                    <a:pt x="594" y="1973"/>
                    <a:pt x="598" y="1963"/>
                    <a:pt x="607" y="1958"/>
                  </a:cubicBezTo>
                  <a:cubicBezTo>
                    <a:pt x="639" y="1919"/>
                    <a:pt x="644" y="1916"/>
                    <a:pt x="646" y="1911"/>
                  </a:cubicBezTo>
                  <a:cubicBezTo>
                    <a:pt x="671" y="1879"/>
                    <a:pt x="677" y="1871"/>
                    <a:pt x="684" y="1863"/>
                  </a:cubicBezTo>
                  <a:cubicBezTo>
                    <a:pt x="710" y="1821"/>
                    <a:pt x="711" y="1819"/>
                    <a:pt x="711" y="1815"/>
                  </a:cubicBezTo>
                  <a:cubicBezTo>
                    <a:pt x="721" y="1793"/>
                    <a:pt x="726" y="1787"/>
                    <a:pt x="728" y="1779"/>
                  </a:cubicBezTo>
                  <a:cubicBezTo>
                    <a:pt x="737" y="1759"/>
                    <a:pt x="740" y="1755"/>
                    <a:pt x="739" y="1748"/>
                  </a:cubicBezTo>
                  <a:cubicBezTo>
                    <a:pt x="749" y="1711"/>
                    <a:pt x="758" y="1704"/>
                    <a:pt x="751" y="1701"/>
                  </a:cubicBezTo>
                  <a:cubicBezTo>
                    <a:pt x="741" y="1737"/>
                    <a:pt x="739" y="1741"/>
                    <a:pt x="737" y="1743"/>
                  </a:cubicBezTo>
                  <a:cubicBezTo>
                    <a:pt x="723" y="1777"/>
                    <a:pt x="722" y="1781"/>
                    <a:pt x="720" y="1784"/>
                  </a:cubicBezTo>
                  <a:cubicBezTo>
                    <a:pt x="699" y="1812"/>
                    <a:pt x="704" y="1820"/>
                    <a:pt x="701" y="1822"/>
                  </a:cubicBezTo>
                  <a:cubicBezTo>
                    <a:pt x="683" y="1840"/>
                    <a:pt x="688" y="1849"/>
                    <a:pt x="681" y="1848"/>
                  </a:cubicBezTo>
                  <a:cubicBezTo>
                    <a:pt x="648" y="1893"/>
                    <a:pt x="646" y="1895"/>
                    <a:pt x="645" y="1898"/>
                  </a:cubicBezTo>
                  <a:cubicBezTo>
                    <a:pt x="620" y="1924"/>
                    <a:pt x="623" y="1930"/>
                    <a:pt x="619" y="1931"/>
                  </a:cubicBezTo>
                  <a:cubicBezTo>
                    <a:pt x="602" y="1950"/>
                    <a:pt x="597" y="1950"/>
                    <a:pt x="596" y="1954"/>
                  </a:cubicBezTo>
                  <a:cubicBezTo>
                    <a:pt x="576" y="1984"/>
                    <a:pt x="571" y="1984"/>
                    <a:pt x="568" y="1987"/>
                  </a:cubicBezTo>
                  <a:cubicBezTo>
                    <a:pt x="551" y="2020"/>
                    <a:pt x="544" y="2020"/>
                    <a:pt x="542" y="2024"/>
                  </a:cubicBezTo>
                  <a:cubicBezTo>
                    <a:pt x="532" y="2053"/>
                    <a:pt x="525" y="2052"/>
                    <a:pt x="525" y="2058"/>
                  </a:cubicBezTo>
                  <a:cubicBezTo>
                    <a:pt x="510" y="2092"/>
                    <a:pt x="506" y="2097"/>
                    <a:pt x="504" y="2103"/>
                  </a:cubicBezTo>
                  <a:cubicBezTo>
                    <a:pt x="494" y="2126"/>
                    <a:pt x="492" y="2119"/>
                    <a:pt x="495" y="2106"/>
                  </a:cubicBezTo>
                  <a:cubicBezTo>
                    <a:pt x="521" y="2035"/>
                    <a:pt x="521" y="2029"/>
                    <a:pt x="522" y="2023"/>
                  </a:cubicBezTo>
                  <a:cubicBezTo>
                    <a:pt x="542" y="1984"/>
                    <a:pt x="551" y="1988"/>
                    <a:pt x="548" y="1980"/>
                  </a:cubicBezTo>
                  <a:cubicBezTo>
                    <a:pt x="561" y="1958"/>
                    <a:pt x="565" y="1956"/>
                    <a:pt x="568" y="1954"/>
                  </a:cubicBezTo>
                  <a:cubicBezTo>
                    <a:pt x="588" y="1927"/>
                    <a:pt x="588" y="1924"/>
                    <a:pt x="590" y="1924"/>
                  </a:cubicBezTo>
                  <a:cubicBezTo>
                    <a:pt x="605" y="1911"/>
                    <a:pt x="601" y="1902"/>
                    <a:pt x="608" y="1903"/>
                  </a:cubicBezTo>
                  <a:cubicBezTo>
                    <a:pt x="626" y="1880"/>
                    <a:pt x="629" y="1872"/>
                    <a:pt x="634" y="1866"/>
                  </a:cubicBezTo>
                  <a:cubicBezTo>
                    <a:pt x="650" y="1842"/>
                    <a:pt x="654" y="1836"/>
                    <a:pt x="657" y="1830"/>
                  </a:cubicBezTo>
                  <a:cubicBezTo>
                    <a:pt x="680" y="1801"/>
                    <a:pt x="677" y="1794"/>
                    <a:pt x="681" y="1793"/>
                  </a:cubicBezTo>
                  <a:cubicBezTo>
                    <a:pt x="694" y="1771"/>
                    <a:pt x="693" y="1766"/>
                    <a:pt x="694" y="1762"/>
                  </a:cubicBezTo>
                  <a:cubicBezTo>
                    <a:pt x="707" y="1740"/>
                    <a:pt x="703" y="1731"/>
                    <a:pt x="707" y="1730"/>
                  </a:cubicBezTo>
                  <a:cubicBezTo>
                    <a:pt x="706" y="1726"/>
                    <a:pt x="697" y="1741"/>
                    <a:pt x="692" y="1760"/>
                  </a:cubicBezTo>
                  <a:cubicBezTo>
                    <a:pt x="678" y="1785"/>
                    <a:pt x="677" y="1787"/>
                    <a:pt x="676" y="1789"/>
                  </a:cubicBezTo>
                  <a:cubicBezTo>
                    <a:pt x="658" y="1813"/>
                    <a:pt x="654" y="1821"/>
                    <a:pt x="651" y="1830"/>
                  </a:cubicBezTo>
                  <a:cubicBezTo>
                    <a:pt x="598" y="1896"/>
                    <a:pt x="599" y="1902"/>
                    <a:pt x="595" y="1904"/>
                  </a:cubicBezTo>
                  <a:cubicBezTo>
                    <a:pt x="576" y="1926"/>
                    <a:pt x="576" y="1928"/>
                    <a:pt x="575" y="1930"/>
                  </a:cubicBezTo>
                  <a:cubicBezTo>
                    <a:pt x="534" y="1988"/>
                    <a:pt x="529" y="1994"/>
                    <a:pt x="525" y="2003"/>
                  </a:cubicBezTo>
                  <a:cubicBezTo>
                    <a:pt x="505" y="2043"/>
                    <a:pt x="504" y="2047"/>
                    <a:pt x="500" y="2051"/>
                  </a:cubicBezTo>
                  <a:cubicBezTo>
                    <a:pt x="491" y="2091"/>
                    <a:pt x="484" y="2096"/>
                    <a:pt x="485" y="2109"/>
                  </a:cubicBezTo>
                  <a:cubicBezTo>
                    <a:pt x="473" y="2124"/>
                    <a:pt x="472" y="2121"/>
                    <a:pt x="475" y="2120"/>
                  </a:cubicBezTo>
                  <a:cubicBezTo>
                    <a:pt x="477" y="2079"/>
                    <a:pt x="483" y="2074"/>
                    <a:pt x="484" y="2065"/>
                  </a:cubicBezTo>
                  <a:cubicBezTo>
                    <a:pt x="500" y="2022"/>
                    <a:pt x="497" y="2015"/>
                    <a:pt x="500" y="2014"/>
                  </a:cubicBezTo>
                  <a:cubicBezTo>
                    <a:pt x="524" y="1961"/>
                    <a:pt x="529" y="1957"/>
                    <a:pt x="528" y="1948"/>
                  </a:cubicBezTo>
                  <a:cubicBezTo>
                    <a:pt x="549" y="1923"/>
                    <a:pt x="542" y="1913"/>
                    <a:pt x="550" y="1916"/>
                  </a:cubicBezTo>
                  <a:cubicBezTo>
                    <a:pt x="566" y="1887"/>
                    <a:pt x="568" y="1885"/>
                    <a:pt x="569" y="1882"/>
                  </a:cubicBezTo>
                  <a:cubicBezTo>
                    <a:pt x="586" y="1853"/>
                    <a:pt x="587" y="1849"/>
                    <a:pt x="593" y="1850"/>
                  </a:cubicBezTo>
                  <a:cubicBezTo>
                    <a:pt x="633" y="1789"/>
                    <a:pt x="642" y="1779"/>
                    <a:pt x="649" y="1767"/>
                  </a:cubicBezTo>
                  <a:cubicBezTo>
                    <a:pt x="673" y="1728"/>
                    <a:pt x="682" y="1727"/>
                    <a:pt x="682" y="1719"/>
                  </a:cubicBezTo>
                  <a:cubicBezTo>
                    <a:pt x="703" y="1677"/>
                    <a:pt x="709" y="1673"/>
                    <a:pt x="709" y="1664"/>
                  </a:cubicBezTo>
                  <a:cubicBezTo>
                    <a:pt x="719" y="1643"/>
                    <a:pt x="716" y="1636"/>
                    <a:pt x="720" y="1635"/>
                  </a:cubicBezTo>
                  <a:cubicBezTo>
                    <a:pt x="713" y="1646"/>
                    <a:pt x="708" y="1649"/>
                    <a:pt x="709" y="1658"/>
                  </a:cubicBezTo>
                  <a:cubicBezTo>
                    <a:pt x="687" y="1698"/>
                    <a:pt x="683" y="1709"/>
                    <a:pt x="676" y="1717"/>
                  </a:cubicBezTo>
                  <a:cubicBezTo>
                    <a:pt x="652" y="1756"/>
                    <a:pt x="643" y="1762"/>
                    <a:pt x="638" y="1772"/>
                  </a:cubicBezTo>
                  <a:cubicBezTo>
                    <a:pt x="611" y="1808"/>
                    <a:pt x="605" y="1817"/>
                    <a:pt x="598" y="1825"/>
                  </a:cubicBezTo>
                  <a:cubicBezTo>
                    <a:pt x="570" y="1869"/>
                    <a:pt x="568" y="1871"/>
                    <a:pt x="564" y="1871"/>
                  </a:cubicBezTo>
                  <a:cubicBezTo>
                    <a:pt x="535" y="1917"/>
                    <a:pt x="533" y="1930"/>
                    <a:pt x="525" y="1937"/>
                  </a:cubicBezTo>
                  <a:cubicBezTo>
                    <a:pt x="502" y="1990"/>
                    <a:pt x="498" y="1994"/>
                    <a:pt x="494" y="1999"/>
                  </a:cubicBezTo>
                  <a:cubicBezTo>
                    <a:pt x="487" y="2028"/>
                    <a:pt x="482" y="2028"/>
                    <a:pt x="484" y="2034"/>
                  </a:cubicBezTo>
                  <a:cubicBezTo>
                    <a:pt x="469" y="2074"/>
                    <a:pt x="471" y="2083"/>
                    <a:pt x="468" y="2088"/>
                  </a:cubicBezTo>
                  <a:cubicBezTo>
                    <a:pt x="459" y="2089"/>
                    <a:pt x="460" y="2087"/>
                    <a:pt x="461" y="2086"/>
                  </a:cubicBezTo>
                  <a:cubicBezTo>
                    <a:pt x="469" y="2046"/>
                    <a:pt x="469" y="2035"/>
                    <a:pt x="470" y="2024"/>
                  </a:cubicBezTo>
                  <a:cubicBezTo>
                    <a:pt x="493" y="1973"/>
                    <a:pt x="496" y="1965"/>
                    <a:pt x="500" y="1959"/>
                  </a:cubicBezTo>
                  <a:cubicBezTo>
                    <a:pt x="538" y="1889"/>
                    <a:pt x="543" y="1883"/>
                    <a:pt x="547" y="1877"/>
                  </a:cubicBezTo>
                  <a:cubicBezTo>
                    <a:pt x="578" y="1836"/>
                    <a:pt x="584" y="1829"/>
                    <a:pt x="589" y="1821"/>
                  </a:cubicBezTo>
                  <a:cubicBezTo>
                    <a:pt x="607" y="1794"/>
                    <a:pt x="612" y="1792"/>
                    <a:pt x="615" y="1789"/>
                  </a:cubicBezTo>
                  <a:cubicBezTo>
                    <a:pt x="633" y="1760"/>
                    <a:pt x="634" y="1755"/>
                    <a:pt x="639" y="1752"/>
                  </a:cubicBezTo>
                  <a:cubicBezTo>
                    <a:pt x="679" y="1687"/>
                    <a:pt x="686" y="1688"/>
                    <a:pt x="684" y="1679"/>
                  </a:cubicBezTo>
                  <a:cubicBezTo>
                    <a:pt x="684" y="1668"/>
                    <a:pt x="684" y="1676"/>
                    <a:pt x="680" y="1680"/>
                  </a:cubicBezTo>
                  <a:cubicBezTo>
                    <a:pt x="637" y="1744"/>
                    <a:pt x="628" y="1750"/>
                    <a:pt x="624" y="1762"/>
                  </a:cubicBezTo>
                  <a:cubicBezTo>
                    <a:pt x="611" y="1778"/>
                    <a:pt x="610" y="1785"/>
                    <a:pt x="604" y="1788"/>
                  </a:cubicBezTo>
                  <a:cubicBezTo>
                    <a:pt x="583" y="1819"/>
                    <a:pt x="577" y="1821"/>
                    <a:pt x="576" y="1827"/>
                  </a:cubicBezTo>
                  <a:cubicBezTo>
                    <a:pt x="555" y="1861"/>
                    <a:pt x="545" y="1860"/>
                    <a:pt x="546" y="1868"/>
                  </a:cubicBezTo>
                  <a:cubicBezTo>
                    <a:pt x="519" y="1903"/>
                    <a:pt x="516" y="1912"/>
                    <a:pt x="508" y="1917"/>
                  </a:cubicBezTo>
                  <a:cubicBezTo>
                    <a:pt x="499" y="1947"/>
                    <a:pt x="488" y="1948"/>
                    <a:pt x="490" y="1960"/>
                  </a:cubicBezTo>
                  <a:cubicBezTo>
                    <a:pt x="476" y="1985"/>
                    <a:pt x="473" y="1985"/>
                    <a:pt x="474" y="1989"/>
                  </a:cubicBezTo>
                  <a:cubicBezTo>
                    <a:pt x="461" y="2021"/>
                    <a:pt x="461" y="2026"/>
                    <a:pt x="462" y="2031"/>
                  </a:cubicBezTo>
                  <a:cubicBezTo>
                    <a:pt x="445" y="2054"/>
                    <a:pt x="454" y="2048"/>
                    <a:pt x="450" y="2043"/>
                  </a:cubicBezTo>
                  <a:cubicBezTo>
                    <a:pt x="467" y="1957"/>
                    <a:pt x="468" y="1948"/>
                    <a:pt x="471" y="1939"/>
                  </a:cubicBezTo>
                  <a:cubicBezTo>
                    <a:pt x="485" y="1912"/>
                    <a:pt x="483" y="1904"/>
                    <a:pt x="485" y="1901"/>
                  </a:cubicBezTo>
                  <a:cubicBezTo>
                    <a:pt x="500" y="1872"/>
                    <a:pt x="501" y="1868"/>
                    <a:pt x="505" y="1865"/>
                  </a:cubicBezTo>
                  <a:cubicBezTo>
                    <a:pt x="521" y="1833"/>
                    <a:pt x="523" y="1832"/>
                    <a:pt x="524" y="1830"/>
                  </a:cubicBezTo>
                  <a:cubicBezTo>
                    <a:pt x="533" y="1814"/>
                    <a:pt x="536" y="1812"/>
                    <a:pt x="538" y="1808"/>
                  </a:cubicBezTo>
                  <a:cubicBezTo>
                    <a:pt x="569" y="1770"/>
                    <a:pt x="574" y="1764"/>
                    <a:pt x="580" y="1759"/>
                  </a:cubicBezTo>
                  <a:cubicBezTo>
                    <a:pt x="610" y="1726"/>
                    <a:pt x="622" y="1714"/>
                    <a:pt x="635" y="1702"/>
                  </a:cubicBezTo>
                  <a:cubicBezTo>
                    <a:pt x="667" y="1672"/>
                    <a:pt x="666" y="1666"/>
                    <a:pt x="672" y="1665"/>
                  </a:cubicBezTo>
                  <a:cubicBezTo>
                    <a:pt x="690" y="1640"/>
                    <a:pt x="693" y="1637"/>
                    <a:pt x="694" y="1633"/>
                  </a:cubicBezTo>
                  <a:cubicBezTo>
                    <a:pt x="695" y="1626"/>
                    <a:pt x="692" y="1630"/>
                    <a:pt x="687" y="1633"/>
                  </a:cubicBezTo>
                  <a:cubicBezTo>
                    <a:pt x="675" y="1652"/>
                    <a:pt x="672" y="1656"/>
                    <a:pt x="667" y="1659"/>
                  </a:cubicBezTo>
                  <a:cubicBezTo>
                    <a:pt x="626" y="1703"/>
                    <a:pt x="616" y="1710"/>
                    <a:pt x="608" y="1717"/>
                  </a:cubicBezTo>
                  <a:cubicBezTo>
                    <a:pt x="558" y="1774"/>
                    <a:pt x="548" y="1780"/>
                    <a:pt x="543" y="1790"/>
                  </a:cubicBezTo>
                  <a:cubicBezTo>
                    <a:pt x="527" y="1806"/>
                    <a:pt x="528" y="1814"/>
                    <a:pt x="521" y="1815"/>
                  </a:cubicBezTo>
                  <a:cubicBezTo>
                    <a:pt x="490" y="1870"/>
                    <a:pt x="490" y="1881"/>
                    <a:pt x="482" y="1886"/>
                  </a:cubicBezTo>
                  <a:cubicBezTo>
                    <a:pt x="465" y="1932"/>
                    <a:pt x="457" y="1948"/>
                    <a:pt x="453" y="1969"/>
                  </a:cubicBezTo>
                  <a:cubicBezTo>
                    <a:pt x="445" y="2003"/>
                    <a:pt x="442" y="2006"/>
                    <a:pt x="443" y="2013"/>
                  </a:cubicBezTo>
                  <a:cubicBezTo>
                    <a:pt x="442" y="1979"/>
                    <a:pt x="442" y="1977"/>
                    <a:pt x="444" y="1969"/>
                  </a:cubicBezTo>
                  <a:cubicBezTo>
                    <a:pt x="457" y="1930"/>
                    <a:pt x="460" y="1925"/>
                    <a:pt x="460" y="1918"/>
                  </a:cubicBezTo>
                  <a:cubicBezTo>
                    <a:pt x="468" y="1898"/>
                    <a:pt x="469" y="1895"/>
                    <a:pt x="472" y="1893"/>
                  </a:cubicBezTo>
                  <a:cubicBezTo>
                    <a:pt x="482" y="1864"/>
                    <a:pt x="486" y="1864"/>
                    <a:pt x="487" y="1861"/>
                  </a:cubicBezTo>
                  <a:cubicBezTo>
                    <a:pt x="513" y="1822"/>
                    <a:pt x="515" y="1819"/>
                    <a:pt x="514" y="1816"/>
                  </a:cubicBezTo>
                  <a:cubicBezTo>
                    <a:pt x="538" y="1785"/>
                    <a:pt x="543" y="1775"/>
                    <a:pt x="550" y="1765"/>
                  </a:cubicBezTo>
                  <a:cubicBezTo>
                    <a:pt x="563" y="1754"/>
                    <a:pt x="564" y="1748"/>
                    <a:pt x="569" y="1746"/>
                  </a:cubicBezTo>
                  <a:cubicBezTo>
                    <a:pt x="626" y="1679"/>
                    <a:pt x="635" y="1675"/>
                    <a:pt x="639" y="1667"/>
                  </a:cubicBezTo>
                  <a:cubicBezTo>
                    <a:pt x="652" y="1656"/>
                    <a:pt x="653" y="1650"/>
                    <a:pt x="658" y="1648"/>
                  </a:cubicBezTo>
                  <a:cubicBezTo>
                    <a:pt x="685" y="1613"/>
                    <a:pt x="690" y="1611"/>
                    <a:pt x="690" y="1605"/>
                  </a:cubicBezTo>
                  <a:cubicBezTo>
                    <a:pt x="666" y="1629"/>
                    <a:pt x="663" y="1633"/>
                    <a:pt x="661" y="1637"/>
                  </a:cubicBezTo>
                  <a:cubicBezTo>
                    <a:pt x="645" y="1655"/>
                    <a:pt x="642" y="1656"/>
                    <a:pt x="641" y="1658"/>
                  </a:cubicBezTo>
                  <a:cubicBezTo>
                    <a:pt x="623" y="1675"/>
                    <a:pt x="621" y="1677"/>
                    <a:pt x="621" y="1679"/>
                  </a:cubicBezTo>
                  <a:cubicBezTo>
                    <a:pt x="555" y="1747"/>
                    <a:pt x="542" y="1762"/>
                    <a:pt x="529" y="1778"/>
                  </a:cubicBezTo>
                  <a:cubicBezTo>
                    <a:pt x="480" y="1857"/>
                    <a:pt x="477" y="1861"/>
                    <a:pt x="474" y="1865"/>
                  </a:cubicBezTo>
                  <a:cubicBezTo>
                    <a:pt x="457" y="1892"/>
                    <a:pt x="460" y="1898"/>
                    <a:pt x="457" y="1899"/>
                  </a:cubicBezTo>
                  <a:cubicBezTo>
                    <a:pt x="448" y="1926"/>
                    <a:pt x="447" y="1932"/>
                    <a:pt x="444" y="1937"/>
                  </a:cubicBezTo>
                  <a:cubicBezTo>
                    <a:pt x="430" y="1990"/>
                    <a:pt x="434" y="2000"/>
                    <a:pt x="427" y="2001"/>
                  </a:cubicBezTo>
                  <a:cubicBezTo>
                    <a:pt x="428" y="1976"/>
                    <a:pt x="425" y="1969"/>
                    <a:pt x="429" y="1968"/>
                  </a:cubicBezTo>
                  <a:cubicBezTo>
                    <a:pt x="454" y="1873"/>
                    <a:pt x="457" y="1867"/>
                    <a:pt x="458" y="1859"/>
                  </a:cubicBezTo>
                  <a:cubicBezTo>
                    <a:pt x="503" y="1788"/>
                    <a:pt x="500" y="1781"/>
                    <a:pt x="503" y="1779"/>
                  </a:cubicBezTo>
                  <a:cubicBezTo>
                    <a:pt x="526" y="1748"/>
                    <a:pt x="531" y="1743"/>
                    <a:pt x="535" y="1738"/>
                  </a:cubicBezTo>
                  <a:cubicBezTo>
                    <a:pt x="560" y="1712"/>
                    <a:pt x="572" y="1703"/>
                    <a:pt x="580" y="1691"/>
                  </a:cubicBezTo>
                  <a:cubicBezTo>
                    <a:pt x="620" y="1659"/>
                    <a:pt x="620" y="1650"/>
                    <a:pt x="629" y="1648"/>
                  </a:cubicBezTo>
                  <a:cubicBezTo>
                    <a:pt x="643" y="1640"/>
                    <a:pt x="632" y="1634"/>
                    <a:pt x="633" y="1639"/>
                  </a:cubicBezTo>
                  <a:cubicBezTo>
                    <a:pt x="606" y="1659"/>
                    <a:pt x="608" y="1664"/>
                    <a:pt x="602" y="1663"/>
                  </a:cubicBezTo>
                  <a:cubicBezTo>
                    <a:pt x="571" y="1694"/>
                    <a:pt x="560" y="1701"/>
                    <a:pt x="553" y="1713"/>
                  </a:cubicBezTo>
                  <a:cubicBezTo>
                    <a:pt x="520" y="1748"/>
                    <a:pt x="511" y="1751"/>
                    <a:pt x="511" y="1761"/>
                  </a:cubicBezTo>
                  <a:cubicBezTo>
                    <a:pt x="490" y="1789"/>
                    <a:pt x="484" y="1795"/>
                    <a:pt x="481" y="1803"/>
                  </a:cubicBezTo>
                  <a:cubicBezTo>
                    <a:pt x="463" y="1829"/>
                    <a:pt x="463" y="1836"/>
                    <a:pt x="462" y="1841"/>
                  </a:cubicBezTo>
                  <a:cubicBezTo>
                    <a:pt x="437" y="1903"/>
                    <a:pt x="428" y="1911"/>
                    <a:pt x="428" y="1927"/>
                  </a:cubicBezTo>
                  <a:cubicBezTo>
                    <a:pt x="420" y="1948"/>
                    <a:pt x="418" y="1950"/>
                    <a:pt x="417" y="1954"/>
                  </a:cubicBezTo>
                  <a:cubicBezTo>
                    <a:pt x="420" y="1914"/>
                    <a:pt x="417" y="1907"/>
                    <a:pt x="420" y="1905"/>
                  </a:cubicBezTo>
                  <a:cubicBezTo>
                    <a:pt x="435" y="1847"/>
                    <a:pt x="437" y="1844"/>
                    <a:pt x="437" y="1841"/>
                  </a:cubicBezTo>
                  <a:cubicBezTo>
                    <a:pt x="456" y="1795"/>
                    <a:pt x="464" y="1784"/>
                    <a:pt x="470" y="1771"/>
                  </a:cubicBezTo>
                  <a:cubicBezTo>
                    <a:pt x="506" y="1721"/>
                    <a:pt x="509" y="1717"/>
                    <a:pt x="512" y="1713"/>
                  </a:cubicBezTo>
                  <a:cubicBezTo>
                    <a:pt x="521" y="1701"/>
                    <a:pt x="525" y="1702"/>
                    <a:pt x="526" y="1701"/>
                  </a:cubicBezTo>
                  <a:cubicBezTo>
                    <a:pt x="544" y="1677"/>
                    <a:pt x="559" y="1664"/>
                    <a:pt x="570" y="1648"/>
                  </a:cubicBezTo>
                  <a:cubicBezTo>
                    <a:pt x="607" y="1598"/>
                    <a:pt x="604" y="1589"/>
                    <a:pt x="610" y="1588"/>
                  </a:cubicBezTo>
                  <a:cubicBezTo>
                    <a:pt x="621" y="1556"/>
                    <a:pt x="624" y="1555"/>
                    <a:pt x="622" y="1550"/>
                  </a:cubicBezTo>
                  <a:cubicBezTo>
                    <a:pt x="610" y="1569"/>
                    <a:pt x="610" y="1577"/>
                    <a:pt x="605" y="1582"/>
                  </a:cubicBezTo>
                  <a:cubicBezTo>
                    <a:pt x="557" y="1650"/>
                    <a:pt x="554" y="1661"/>
                    <a:pt x="543" y="1665"/>
                  </a:cubicBezTo>
                  <a:cubicBezTo>
                    <a:pt x="512" y="1703"/>
                    <a:pt x="509" y="1704"/>
                    <a:pt x="509" y="1707"/>
                  </a:cubicBezTo>
                  <a:cubicBezTo>
                    <a:pt x="478" y="1744"/>
                    <a:pt x="469" y="1750"/>
                    <a:pt x="467" y="1762"/>
                  </a:cubicBezTo>
                  <a:cubicBezTo>
                    <a:pt x="443" y="1797"/>
                    <a:pt x="439" y="1807"/>
                    <a:pt x="438" y="1821"/>
                  </a:cubicBezTo>
                  <a:cubicBezTo>
                    <a:pt x="429" y="1846"/>
                    <a:pt x="423" y="1846"/>
                    <a:pt x="423" y="1851"/>
                  </a:cubicBezTo>
                  <a:cubicBezTo>
                    <a:pt x="408" y="1895"/>
                    <a:pt x="412" y="1908"/>
                    <a:pt x="405" y="1913"/>
                  </a:cubicBezTo>
                  <a:cubicBezTo>
                    <a:pt x="407" y="1876"/>
                    <a:pt x="415" y="1878"/>
                    <a:pt x="413" y="1871"/>
                  </a:cubicBezTo>
                  <a:cubicBezTo>
                    <a:pt x="418" y="1857"/>
                    <a:pt x="415" y="1850"/>
                    <a:pt x="418" y="1847"/>
                  </a:cubicBezTo>
                  <a:cubicBezTo>
                    <a:pt x="437" y="1792"/>
                    <a:pt x="440" y="1790"/>
                    <a:pt x="440" y="1788"/>
                  </a:cubicBezTo>
                  <a:cubicBezTo>
                    <a:pt x="448" y="1768"/>
                    <a:pt x="451" y="1760"/>
                    <a:pt x="455" y="1752"/>
                  </a:cubicBezTo>
                  <a:cubicBezTo>
                    <a:pt x="476" y="1717"/>
                    <a:pt x="475" y="1712"/>
                    <a:pt x="478" y="1709"/>
                  </a:cubicBezTo>
                  <a:cubicBezTo>
                    <a:pt x="495" y="1687"/>
                    <a:pt x="495" y="1681"/>
                    <a:pt x="498" y="1679"/>
                  </a:cubicBezTo>
                  <a:cubicBezTo>
                    <a:pt x="521" y="1647"/>
                    <a:pt x="524" y="1644"/>
                    <a:pt x="526" y="1640"/>
                  </a:cubicBezTo>
                  <a:cubicBezTo>
                    <a:pt x="551" y="1609"/>
                    <a:pt x="550" y="1603"/>
                    <a:pt x="554" y="1601"/>
                  </a:cubicBezTo>
                  <a:cubicBezTo>
                    <a:pt x="570" y="1563"/>
                    <a:pt x="576" y="1562"/>
                    <a:pt x="575" y="1556"/>
                  </a:cubicBezTo>
                  <a:cubicBezTo>
                    <a:pt x="581" y="1513"/>
                    <a:pt x="584" y="1508"/>
                    <a:pt x="584" y="1500"/>
                  </a:cubicBezTo>
                  <a:cubicBezTo>
                    <a:pt x="573" y="1529"/>
                    <a:pt x="577" y="1544"/>
                    <a:pt x="570" y="1550"/>
                  </a:cubicBezTo>
                  <a:cubicBezTo>
                    <a:pt x="548" y="1600"/>
                    <a:pt x="544" y="1602"/>
                    <a:pt x="541" y="1604"/>
                  </a:cubicBezTo>
                  <a:cubicBezTo>
                    <a:pt x="510" y="1653"/>
                    <a:pt x="506" y="1655"/>
                    <a:pt x="503" y="1657"/>
                  </a:cubicBezTo>
                  <a:cubicBezTo>
                    <a:pt x="481" y="1690"/>
                    <a:pt x="477" y="1696"/>
                    <a:pt x="474" y="1703"/>
                  </a:cubicBezTo>
                  <a:cubicBezTo>
                    <a:pt x="464" y="1717"/>
                    <a:pt x="463" y="1720"/>
                    <a:pt x="462" y="1717"/>
                  </a:cubicBezTo>
                  <a:cubicBezTo>
                    <a:pt x="474" y="1695"/>
                    <a:pt x="475" y="1693"/>
                    <a:pt x="475" y="1690"/>
                  </a:cubicBezTo>
                  <a:cubicBezTo>
                    <a:pt x="494" y="1659"/>
                    <a:pt x="495" y="1654"/>
                    <a:pt x="496" y="1649"/>
                  </a:cubicBezTo>
                  <a:cubicBezTo>
                    <a:pt x="525" y="1599"/>
                    <a:pt x="529" y="1590"/>
                    <a:pt x="533" y="1581"/>
                  </a:cubicBezTo>
                  <a:cubicBezTo>
                    <a:pt x="553" y="1505"/>
                    <a:pt x="553" y="1491"/>
                    <a:pt x="554" y="1479"/>
                  </a:cubicBezTo>
                  <a:cubicBezTo>
                    <a:pt x="544" y="1432"/>
                    <a:pt x="549" y="1437"/>
                    <a:pt x="547" y="1446"/>
                  </a:cubicBezTo>
                  <a:cubicBezTo>
                    <a:pt x="542" y="1527"/>
                    <a:pt x="542" y="1535"/>
                    <a:pt x="541" y="1543"/>
                  </a:cubicBezTo>
                  <a:cubicBezTo>
                    <a:pt x="526" y="1573"/>
                    <a:pt x="529" y="1580"/>
                    <a:pt x="524" y="1581"/>
                  </a:cubicBezTo>
                  <a:cubicBezTo>
                    <a:pt x="508" y="1611"/>
                    <a:pt x="503" y="1625"/>
                    <a:pt x="495" y="1636"/>
                  </a:cubicBezTo>
                  <a:cubicBezTo>
                    <a:pt x="475" y="1680"/>
                    <a:pt x="471" y="1684"/>
                    <a:pt x="466" y="1688"/>
                  </a:cubicBezTo>
                  <a:cubicBezTo>
                    <a:pt x="444" y="1731"/>
                    <a:pt x="441" y="1737"/>
                    <a:pt x="437" y="1743"/>
                  </a:cubicBezTo>
                  <a:cubicBezTo>
                    <a:pt x="416" y="1794"/>
                    <a:pt x="410" y="1794"/>
                    <a:pt x="413" y="1801"/>
                  </a:cubicBezTo>
                  <a:cubicBezTo>
                    <a:pt x="394" y="1860"/>
                    <a:pt x="396" y="1864"/>
                    <a:pt x="396" y="1868"/>
                  </a:cubicBezTo>
                  <a:cubicBezTo>
                    <a:pt x="390" y="1891"/>
                    <a:pt x="394" y="1899"/>
                    <a:pt x="389" y="1899"/>
                  </a:cubicBezTo>
                  <a:cubicBezTo>
                    <a:pt x="391" y="1841"/>
                    <a:pt x="392" y="1826"/>
                    <a:pt x="394" y="1811"/>
                  </a:cubicBezTo>
                  <a:cubicBezTo>
                    <a:pt x="401" y="1785"/>
                    <a:pt x="405" y="1780"/>
                    <a:pt x="404" y="1771"/>
                  </a:cubicBezTo>
                  <a:cubicBezTo>
                    <a:pt x="430" y="1712"/>
                    <a:pt x="435" y="1708"/>
                    <a:pt x="434" y="1699"/>
                  </a:cubicBezTo>
                  <a:cubicBezTo>
                    <a:pt x="451" y="1672"/>
                    <a:pt x="455" y="1665"/>
                    <a:pt x="457" y="1656"/>
                  </a:cubicBezTo>
                  <a:cubicBezTo>
                    <a:pt x="481" y="1622"/>
                    <a:pt x="480" y="1616"/>
                    <a:pt x="480" y="1611"/>
                  </a:cubicBezTo>
                  <a:cubicBezTo>
                    <a:pt x="505" y="1561"/>
                    <a:pt x="502" y="1553"/>
                    <a:pt x="507" y="1552"/>
                  </a:cubicBezTo>
                  <a:cubicBezTo>
                    <a:pt x="519" y="1524"/>
                    <a:pt x="515" y="1515"/>
                    <a:pt x="519" y="1514"/>
                  </a:cubicBezTo>
                  <a:cubicBezTo>
                    <a:pt x="520" y="1449"/>
                    <a:pt x="515" y="1450"/>
                    <a:pt x="517" y="1444"/>
                  </a:cubicBezTo>
                  <a:cubicBezTo>
                    <a:pt x="509" y="1516"/>
                    <a:pt x="509" y="1523"/>
                    <a:pt x="505" y="1526"/>
                  </a:cubicBezTo>
                  <a:cubicBezTo>
                    <a:pt x="494" y="1564"/>
                    <a:pt x="491" y="1568"/>
                    <a:pt x="489" y="1573"/>
                  </a:cubicBezTo>
                  <a:cubicBezTo>
                    <a:pt x="479" y="1592"/>
                    <a:pt x="483" y="1602"/>
                    <a:pt x="475" y="1602"/>
                  </a:cubicBezTo>
                  <a:cubicBezTo>
                    <a:pt x="443" y="1672"/>
                    <a:pt x="434" y="1679"/>
                    <a:pt x="431" y="1690"/>
                  </a:cubicBezTo>
                  <a:cubicBezTo>
                    <a:pt x="406" y="1738"/>
                    <a:pt x="409" y="1747"/>
                    <a:pt x="403" y="1749"/>
                  </a:cubicBezTo>
                  <a:cubicBezTo>
                    <a:pt x="434" y="1663"/>
                    <a:pt x="439" y="1660"/>
                    <a:pt x="440" y="1653"/>
                  </a:cubicBezTo>
                  <a:cubicBezTo>
                    <a:pt x="452" y="1614"/>
                    <a:pt x="459" y="1613"/>
                    <a:pt x="458" y="1606"/>
                  </a:cubicBezTo>
                  <a:cubicBezTo>
                    <a:pt x="480" y="1553"/>
                    <a:pt x="480" y="1545"/>
                    <a:pt x="482" y="1540"/>
                  </a:cubicBezTo>
                  <a:cubicBezTo>
                    <a:pt x="489" y="1465"/>
                    <a:pt x="491" y="1464"/>
                    <a:pt x="491" y="1448"/>
                  </a:cubicBezTo>
                  <a:cubicBezTo>
                    <a:pt x="487" y="1401"/>
                    <a:pt x="485" y="1390"/>
                    <a:pt x="484" y="1379"/>
                  </a:cubicBezTo>
                  <a:cubicBezTo>
                    <a:pt x="474" y="1371"/>
                    <a:pt x="480" y="1385"/>
                    <a:pt x="483" y="1403"/>
                  </a:cubicBezTo>
                  <a:cubicBezTo>
                    <a:pt x="487" y="1491"/>
                    <a:pt x="478" y="1495"/>
                    <a:pt x="482" y="1506"/>
                  </a:cubicBezTo>
                  <a:cubicBezTo>
                    <a:pt x="478" y="1531"/>
                    <a:pt x="477" y="1534"/>
                    <a:pt x="475" y="1537"/>
                  </a:cubicBezTo>
                  <a:cubicBezTo>
                    <a:pt x="459" y="1577"/>
                    <a:pt x="456" y="1591"/>
                    <a:pt x="451" y="1604"/>
                  </a:cubicBezTo>
                  <a:cubicBezTo>
                    <a:pt x="433" y="1645"/>
                    <a:pt x="431" y="1652"/>
                    <a:pt x="429" y="1658"/>
                  </a:cubicBezTo>
                  <a:cubicBezTo>
                    <a:pt x="412" y="1698"/>
                    <a:pt x="411" y="1701"/>
                    <a:pt x="408" y="1703"/>
                  </a:cubicBezTo>
                  <a:cubicBezTo>
                    <a:pt x="390" y="1762"/>
                    <a:pt x="384" y="1769"/>
                    <a:pt x="383" y="1779"/>
                  </a:cubicBezTo>
                  <a:cubicBezTo>
                    <a:pt x="369" y="1821"/>
                    <a:pt x="377" y="1833"/>
                    <a:pt x="371" y="1832"/>
                  </a:cubicBezTo>
                  <a:cubicBezTo>
                    <a:pt x="368" y="1777"/>
                    <a:pt x="371" y="1764"/>
                    <a:pt x="372" y="1749"/>
                  </a:cubicBezTo>
                  <a:cubicBezTo>
                    <a:pt x="382" y="1721"/>
                    <a:pt x="379" y="1714"/>
                    <a:pt x="383" y="1714"/>
                  </a:cubicBezTo>
                  <a:cubicBezTo>
                    <a:pt x="403" y="1659"/>
                    <a:pt x="406" y="1655"/>
                    <a:pt x="406" y="1649"/>
                  </a:cubicBezTo>
                  <a:cubicBezTo>
                    <a:pt x="424" y="1598"/>
                    <a:pt x="431" y="1597"/>
                    <a:pt x="431" y="1590"/>
                  </a:cubicBezTo>
                  <a:cubicBezTo>
                    <a:pt x="461" y="1509"/>
                    <a:pt x="462" y="1500"/>
                    <a:pt x="465" y="1494"/>
                  </a:cubicBezTo>
                  <a:cubicBezTo>
                    <a:pt x="472" y="1470"/>
                    <a:pt x="467" y="1462"/>
                    <a:pt x="472" y="1462"/>
                  </a:cubicBezTo>
                  <a:cubicBezTo>
                    <a:pt x="476" y="1437"/>
                    <a:pt x="471" y="1428"/>
                    <a:pt x="476" y="1427"/>
                  </a:cubicBezTo>
                  <a:cubicBezTo>
                    <a:pt x="473" y="1417"/>
                    <a:pt x="469" y="1447"/>
                    <a:pt x="462" y="1476"/>
                  </a:cubicBezTo>
                  <a:cubicBezTo>
                    <a:pt x="434" y="1564"/>
                    <a:pt x="433" y="1570"/>
                    <a:pt x="430" y="1573"/>
                  </a:cubicBezTo>
                  <a:cubicBezTo>
                    <a:pt x="422" y="1597"/>
                    <a:pt x="416" y="1602"/>
                    <a:pt x="415" y="1611"/>
                  </a:cubicBezTo>
                  <a:cubicBezTo>
                    <a:pt x="391" y="1664"/>
                    <a:pt x="387" y="1672"/>
                    <a:pt x="382" y="1679"/>
                  </a:cubicBezTo>
                  <a:cubicBezTo>
                    <a:pt x="367" y="1716"/>
                    <a:pt x="373" y="1726"/>
                    <a:pt x="366" y="1726"/>
                  </a:cubicBezTo>
                  <a:cubicBezTo>
                    <a:pt x="360" y="1762"/>
                    <a:pt x="364" y="1763"/>
                    <a:pt x="358" y="1766"/>
                  </a:cubicBezTo>
                  <a:cubicBezTo>
                    <a:pt x="381" y="1656"/>
                    <a:pt x="382" y="1648"/>
                    <a:pt x="386" y="1643"/>
                  </a:cubicBezTo>
                  <a:cubicBezTo>
                    <a:pt x="399" y="1610"/>
                    <a:pt x="404" y="1595"/>
                    <a:pt x="408" y="1581"/>
                  </a:cubicBezTo>
                  <a:cubicBezTo>
                    <a:pt x="436" y="1516"/>
                    <a:pt x="433" y="1505"/>
                    <a:pt x="438" y="1500"/>
                  </a:cubicBezTo>
                  <a:cubicBezTo>
                    <a:pt x="456" y="1427"/>
                    <a:pt x="459" y="1420"/>
                    <a:pt x="460" y="1411"/>
                  </a:cubicBezTo>
                  <a:cubicBezTo>
                    <a:pt x="455" y="1378"/>
                    <a:pt x="451" y="1393"/>
                    <a:pt x="453" y="1414"/>
                  </a:cubicBezTo>
                  <a:cubicBezTo>
                    <a:pt x="442" y="1477"/>
                    <a:pt x="433" y="1477"/>
                    <a:pt x="434" y="1487"/>
                  </a:cubicBezTo>
                  <a:cubicBezTo>
                    <a:pt x="416" y="1534"/>
                    <a:pt x="415" y="1548"/>
                    <a:pt x="409" y="1559"/>
                  </a:cubicBezTo>
                  <a:cubicBezTo>
                    <a:pt x="392" y="1598"/>
                    <a:pt x="391" y="1605"/>
                    <a:pt x="388" y="1610"/>
                  </a:cubicBezTo>
                  <a:cubicBezTo>
                    <a:pt x="380" y="1635"/>
                    <a:pt x="375" y="1638"/>
                    <a:pt x="376" y="1646"/>
                  </a:cubicBezTo>
                  <a:cubicBezTo>
                    <a:pt x="352" y="1701"/>
                    <a:pt x="360" y="1712"/>
                    <a:pt x="354" y="1711"/>
                  </a:cubicBezTo>
                  <a:cubicBezTo>
                    <a:pt x="350" y="1730"/>
                    <a:pt x="346" y="1726"/>
                    <a:pt x="345" y="1712"/>
                  </a:cubicBezTo>
                  <a:cubicBezTo>
                    <a:pt x="355" y="1665"/>
                    <a:pt x="358" y="1665"/>
                    <a:pt x="357" y="1661"/>
                  </a:cubicBezTo>
                  <a:cubicBezTo>
                    <a:pt x="366" y="1643"/>
                    <a:pt x="363" y="1637"/>
                    <a:pt x="366" y="1636"/>
                  </a:cubicBezTo>
                  <a:cubicBezTo>
                    <a:pt x="372" y="1617"/>
                    <a:pt x="374" y="1616"/>
                    <a:pt x="373" y="1612"/>
                  </a:cubicBezTo>
                  <a:cubicBezTo>
                    <a:pt x="395" y="1560"/>
                    <a:pt x="394" y="1553"/>
                    <a:pt x="400" y="1551"/>
                  </a:cubicBezTo>
                  <a:cubicBezTo>
                    <a:pt x="425" y="1482"/>
                    <a:pt x="427" y="1477"/>
                    <a:pt x="427" y="1470"/>
                  </a:cubicBezTo>
                  <a:cubicBezTo>
                    <a:pt x="418" y="1498"/>
                    <a:pt x="408" y="1504"/>
                    <a:pt x="408" y="1517"/>
                  </a:cubicBezTo>
                  <a:cubicBezTo>
                    <a:pt x="377" y="1581"/>
                    <a:pt x="373" y="1584"/>
                    <a:pt x="372" y="1590"/>
                  </a:cubicBezTo>
                  <a:cubicBezTo>
                    <a:pt x="363" y="1617"/>
                    <a:pt x="360" y="1628"/>
                    <a:pt x="353" y="1637"/>
                  </a:cubicBezTo>
                  <a:cubicBezTo>
                    <a:pt x="343" y="1676"/>
                    <a:pt x="340" y="1680"/>
                    <a:pt x="341" y="1688"/>
                  </a:cubicBezTo>
                  <a:cubicBezTo>
                    <a:pt x="338" y="1660"/>
                    <a:pt x="342" y="1652"/>
                    <a:pt x="340" y="1640"/>
                  </a:cubicBezTo>
                  <a:cubicBezTo>
                    <a:pt x="360" y="1597"/>
                    <a:pt x="360" y="1592"/>
                    <a:pt x="361" y="1588"/>
                  </a:cubicBezTo>
                  <a:cubicBezTo>
                    <a:pt x="367" y="1561"/>
                    <a:pt x="371" y="1559"/>
                    <a:pt x="371" y="1555"/>
                  </a:cubicBezTo>
                  <a:cubicBezTo>
                    <a:pt x="390" y="1506"/>
                    <a:pt x="387" y="1494"/>
                    <a:pt x="393" y="1490"/>
                  </a:cubicBezTo>
                  <a:cubicBezTo>
                    <a:pt x="403" y="1419"/>
                    <a:pt x="403" y="1406"/>
                    <a:pt x="402" y="1393"/>
                  </a:cubicBezTo>
                  <a:cubicBezTo>
                    <a:pt x="393" y="1354"/>
                    <a:pt x="388" y="1352"/>
                    <a:pt x="389" y="1344"/>
                  </a:cubicBezTo>
                  <a:cubicBezTo>
                    <a:pt x="382" y="1350"/>
                    <a:pt x="386" y="1352"/>
                    <a:pt x="388" y="1357"/>
                  </a:cubicBezTo>
                  <a:cubicBezTo>
                    <a:pt x="396" y="1435"/>
                    <a:pt x="396" y="1441"/>
                    <a:pt x="397" y="1446"/>
                  </a:cubicBezTo>
                  <a:cubicBezTo>
                    <a:pt x="389" y="1476"/>
                    <a:pt x="385" y="1481"/>
                    <a:pt x="384" y="1491"/>
                  </a:cubicBezTo>
                  <a:cubicBezTo>
                    <a:pt x="358" y="1561"/>
                    <a:pt x="358" y="1571"/>
                    <a:pt x="356" y="1578"/>
                  </a:cubicBezTo>
                  <a:cubicBezTo>
                    <a:pt x="341" y="1628"/>
                    <a:pt x="334" y="1627"/>
                    <a:pt x="335" y="1634"/>
                  </a:cubicBezTo>
                  <a:cubicBezTo>
                    <a:pt x="324" y="1665"/>
                    <a:pt x="328" y="1674"/>
                    <a:pt x="321" y="1674"/>
                  </a:cubicBezTo>
                  <a:cubicBezTo>
                    <a:pt x="334" y="1588"/>
                    <a:pt x="337" y="1580"/>
                    <a:pt x="340" y="1570"/>
                  </a:cubicBezTo>
                  <a:cubicBezTo>
                    <a:pt x="350" y="1541"/>
                    <a:pt x="350" y="1536"/>
                    <a:pt x="350" y="1530"/>
                  </a:cubicBezTo>
                  <a:cubicBezTo>
                    <a:pt x="360" y="1499"/>
                    <a:pt x="364" y="1497"/>
                    <a:pt x="363" y="1490"/>
                  </a:cubicBezTo>
                  <a:cubicBezTo>
                    <a:pt x="370" y="1438"/>
                    <a:pt x="375" y="1420"/>
                    <a:pt x="376" y="1397"/>
                  </a:cubicBezTo>
                  <a:cubicBezTo>
                    <a:pt x="365" y="1320"/>
                    <a:pt x="368" y="1312"/>
                    <a:pt x="363" y="1313"/>
                  </a:cubicBezTo>
                  <a:cubicBezTo>
                    <a:pt x="362" y="1332"/>
                    <a:pt x="366" y="1343"/>
                    <a:pt x="368" y="1356"/>
                  </a:cubicBezTo>
                  <a:cubicBezTo>
                    <a:pt x="367" y="1417"/>
                    <a:pt x="365" y="1421"/>
                    <a:pt x="365" y="1426"/>
                  </a:cubicBezTo>
                  <a:cubicBezTo>
                    <a:pt x="359" y="1455"/>
                    <a:pt x="363" y="1465"/>
                    <a:pt x="359" y="1466"/>
                  </a:cubicBezTo>
                  <a:cubicBezTo>
                    <a:pt x="340" y="1539"/>
                    <a:pt x="336" y="1559"/>
                    <a:pt x="329" y="1575"/>
                  </a:cubicBezTo>
                  <a:cubicBezTo>
                    <a:pt x="313" y="1626"/>
                    <a:pt x="312" y="1623"/>
                    <a:pt x="315" y="1622"/>
                  </a:cubicBezTo>
                  <a:cubicBezTo>
                    <a:pt x="321" y="1588"/>
                    <a:pt x="322" y="1576"/>
                    <a:pt x="324" y="1565"/>
                  </a:cubicBezTo>
                  <a:cubicBezTo>
                    <a:pt x="337" y="1477"/>
                    <a:pt x="342" y="1476"/>
                    <a:pt x="341" y="1469"/>
                  </a:cubicBezTo>
                  <a:cubicBezTo>
                    <a:pt x="333" y="1317"/>
                    <a:pt x="332" y="1308"/>
                    <a:pt x="330" y="1302"/>
                  </a:cubicBezTo>
                  <a:cubicBezTo>
                    <a:pt x="318" y="1275"/>
                    <a:pt x="315" y="1268"/>
                    <a:pt x="311" y="1262"/>
                  </a:cubicBezTo>
                  <a:cubicBezTo>
                    <a:pt x="305" y="1258"/>
                    <a:pt x="310" y="1270"/>
                    <a:pt x="317" y="1281"/>
                  </a:cubicBezTo>
                  <a:cubicBezTo>
                    <a:pt x="326" y="1312"/>
                    <a:pt x="326" y="1314"/>
                    <a:pt x="328" y="1315"/>
                  </a:cubicBezTo>
                  <a:cubicBezTo>
                    <a:pt x="329" y="1333"/>
                    <a:pt x="332" y="1343"/>
                    <a:pt x="333" y="1356"/>
                  </a:cubicBezTo>
                  <a:cubicBezTo>
                    <a:pt x="330" y="1464"/>
                    <a:pt x="334" y="1471"/>
                    <a:pt x="331" y="1472"/>
                  </a:cubicBezTo>
                  <a:cubicBezTo>
                    <a:pt x="326" y="1497"/>
                    <a:pt x="326" y="1501"/>
                    <a:pt x="326" y="1506"/>
                  </a:cubicBezTo>
                  <a:cubicBezTo>
                    <a:pt x="320" y="1533"/>
                    <a:pt x="322" y="1543"/>
                    <a:pt x="316" y="1548"/>
                  </a:cubicBezTo>
                  <a:cubicBezTo>
                    <a:pt x="325" y="1483"/>
                    <a:pt x="324" y="1478"/>
                    <a:pt x="326" y="1475"/>
                  </a:cubicBezTo>
                  <a:cubicBezTo>
                    <a:pt x="318" y="1352"/>
                    <a:pt x="312" y="1331"/>
                    <a:pt x="308" y="1301"/>
                  </a:cubicBezTo>
                  <a:cubicBezTo>
                    <a:pt x="295" y="1275"/>
                    <a:pt x="294" y="1264"/>
                    <a:pt x="289" y="1259"/>
                  </a:cubicBezTo>
                  <a:cubicBezTo>
                    <a:pt x="267" y="1237"/>
                    <a:pt x="279" y="1241"/>
                    <a:pt x="283" y="1255"/>
                  </a:cubicBezTo>
                  <a:cubicBezTo>
                    <a:pt x="295" y="1285"/>
                    <a:pt x="296" y="1289"/>
                    <a:pt x="298" y="1291"/>
                  </a:cubicBezTo>
                  <a:cubicBezTo>
                    <a:pt x="309" y="1335"/>
                    <a:pt x="306" y="1343"/>
                    <a:pt x="311" y="1343"/>
                  </a:cubicBezTo>
                  <a:cubicBezTo>
                    <a:pt x="317" y="1393"/>
                    <a:pt x="320" y="1396"/>
                    <a:pt x="319" y="1403"/>
                  </a:cubicBezTo>
                  <a:cubicBezTo>
                    <a:pt x="315" y="1486"/>
                    <a:pt x="316" y="1486"/>
                    <a:pt x="314" y="1491"/>
                  </a:cubicBezTo>
                  <a:cubicBezTo>
                    <a:pt x="313" y="1523"/>
                    <a:pt x="307" y="1531"/>
                    <a:pt x="307" y="1544"/>
                  </a:cubicBezTo>
                  <a:cubicBezTo>
                    <a:pt x="291" y="1555"/>
                    <a:pt x="301" y="1540"/>
                    <a:pt x="301" y="1520"/>
                  </a:cubicBezTo>
                  <a:cubicBezTo>
                    <a:pt x="300" y="1371"/>
                    <a:pt x="298" y="1365"/>
                    <a:pt x="298" y="1357"/>
                  </a:cubicBezTo>
                  <a:cubicBezTo>
                    <a:pt x="292" y="1333"/>
                    <a:pt x="291" y="1319"/>
                    <a:pt x="286" y="1307"/>
                  </a:cubicBezTo>
                  <a:cubicBezTo>
                    <a:pt x="262" y="1254"/>
                    <a:pt x="263" y="1243"/>
                    <a:pt x="258" y="1242"/>
                  </a:cubicBezTo>
                  <a:cubicBezTo>
                    <a:pt x="286" y="1321"/>
                    <a:pt x="285" y="1331"/>
                    <a:pt x="288" y="1336"/>
                  </a:cubicBezTo>
                  <a:cubicBezTo>
                    <a:pt x="293" y="1366"/>
                    <a:pt x="296" y="1381"/>
                    <a:pt x="297" y="1398"/>
                  </a:cubicBezTo>
                  <a:cubicBezTo>
                    <a:pt x="299" y="1489"/>
                    <a:pt x="294" y="1492"/>
                    <a:pt x="295" y="1499"/>
                  </a:cubicBezTo>
                  <a:cubicBezTo>
                    <a:pt x="290" y="1445"/>
                    <a:pt x="287" y="1444"/>
                    <a:pt x="287" y="1441"/>
                  </a:cubicBezTo>
                  <a:cubicBezTo>
                    <a:pt x="283" y="1415"/>
                    <a:pt x="287" y="1416"/>
                    <a:pt x="283" y="1412"/>
                  </a:cubicBezTo>
                  <a:cubicBezTo>
                    <a:pt x="269" y="1353"/>
                    <a:pt x="262" y="1342"/>
                    <a:pt x="259" y="1327"/>
                  </a:cubicBezTo>
                  <a:cubicBezTo>
                    <a:pt x="234" y="1272"/>
                    <a:pt x="238" y="1259"/>
                    <a:pt x="228" y="1261"/>
                  </a:cubicBezTo>
                  <a:cubicBezTo>
                    <a:pt x="239" y="1279"/>
                    <a:pt x="239" y="1288"/>
                    <a:pt x="244" y="1293"/>
                  </a:cubicBezTo>
                  <a:cubicBezTo>
                    <a:pt x="270" y="1419"/>
                    <a:pt x="279" y="1422"/>
                    <a:pt x="277" y="1426"/>
                  </a:cubicBezTo>
                  <a:cubicBezTo>
                    <a:pt x="278" y="1456"/>
                    <a:pt x="282" y="1465"/>
                    <a:pt x="278" y="1465"/>
                  </a:cubicBezTo>
                  <a:cubicBezTo>
                    <a:pt x="250" y="1385"/>
                    <a:pt x="252" y="1374"/>
                    <a:pt x="247" y="1371"/>
                  </a:cubicBezTo>
                  <a:cubicBezTo>
                    <a:pt x="231" y="1330"/>
                    <a:pt x="231" y="1320"/>
                    <a:pt x="224" y="1320"/>
                  </a:cubicBezTo>
                  <a:cubicBezTo>
                    <a:pt x="253" y="1397"/>
                    <a:pt x="257" y="1421"/>
                    <a:pt x="265" y="1440"/>
                  </a:cubicBezTo>
                  <a:cubicBezTo>
                    <a:pt x="281" y="1531"/>
                    <a:pt x="286" y="1534"/>
                    <a:pt x="285" y="1543"/>
                  </a:cubicBezTo>
                  <a:cubicBezTo>
                    <a:pt x="284" y="1556"/>
                    <a:pt x="280" y="1549"/>
                    <a:pt x="281" y="1537"/>
                  </a:cubicBezTo>
                  <a:cubicBezTo>
                    <a:pt x="247" y="1462"/>
                    <a:pt x="249" y="1450"/>
                    <a:pt x="244" y="1448"/>
                  </a:cubicBezTo>
                  <a:cubicBezTo>
                    <a:pt x="221" y="1375"/>
                    <a:pt x="214" y="1365"/>
                    <a:pt x="211" y="1352"/>
                  </a:cubicBezTo>
                  <a:cubicBezTo>
                    <a:pt x="195" y="1325"/>
                    <a:pt x="197" y="1318"/>
                    <a:pt x="193" y="1318"/>
                  </a:cubicBezTo>
                  <a:cubicBezTo>
                    <a:pt x="167" y="1263"/>
                    <a:pt x="166" y="1260"/>
                    <a:pt x="163" y="1259"/>
                  </a:cubicBezTo>
                  <a:cubicBezTo>
                    <a:pt x="165" y="1272"/>
                    <a:pt x="172" y="1286"/>
                    <a:pt x="179" y="1300"/>
                  </a:cubicBezTo>
                  <a:cubicBezTo>
                    <a:pt x="191" y="1329"/>
                    <a:pt x="195" y="1335"/>
                    <a:pt x="199" y="1342"/>
                  </a:cubicBezTo>
                  <a:cubicBezTo>
                    <a:pt x="226" y="1428"/>
                    <a:pt x="232" y="1438"/>
                    <a:pt x="235" y="1451"/>
                  </a:cubicBezTo>
                  <a:cubicBezTo>
                    <a:pt x="247" y="1477"/>
                    <a:pt x="248" y="1489"/>
                    <a:pt x="244" y="1487"/>
                  </a:cubicBezTo>
                  <a:cubicBezTo>
                    <a:pt x="228" y="1464"/>
                    <a:pt x="227" y="1461"/>
                    <a:pt x="227" y="1456"/>
                  </a:cubicBezTo>
                  <a:cubicBezTo>
                    <a:pt x="203" y="1423"/>
                    <a:pt x="201" y="1417"/>
                    <a:pt x="195" y="1414"/>
                  </a:cubicBezTo>
                  <a:cubicBezTo>
                    <a:pt x="155" y="1347"/>
                    <a:pt x="145" y="1324"/>
                    <a:pt x="133" y="1303"/>
                  </a:cubicBezTo>
                  <a:cubicBezTo>
                    <a:pt x="109" y="1262"/>
                    <a:pt x="115" y="1250"/>
                    <a:pt x="110" y="1252"/>
                  </a:cubicBezTo>
                  <a:cubicBezTo>
                    <a:pt x="109" y="1242"/>
                    <a:pt x="105" y="1259"/>
                    <a:pt x="113" y="1263"/>
                  </a:cubicBezTo>
                  <a:cubicBezTo>
                    <a:pt x="127" y="1300"/>
                    <a:pt x="126" y="1302"/>
                    <a:pt x="126" y="1303"/>
                  </a:cubicBezTo>
                  <a:cubicBezTo>
                    <a:pt x="141" y="1331"/>
                    <a:pt x="144" y="1335"/>
                    <a:pt x="146" y="1339"/>
                  </a:cubicBezTo>
                  <a:cubicBezTo>
                    <a:pt x="190" y="1424"/>
                    <a:pt x="196" y="1426"/>
                    <a:pt x="197" y="1434"/>
                  </a:cubicBezTo>
                  <a:cubicBezTo>
                    <a:pt x="210" y="1458"/>
                    <a:pt x="220" y="1459"/>
                    <a:pt x="214" y="1461"/>
                  </a:cubicBezTo>
                  <a:cubicBezTo>
                    <a:pt x="187" y="1433"/>
                    <a:pt x="186" y="1419"/>
                    <a:pt x="176" y="1416"/>
                  </a:cubicBezTo>
                  <a:cubicBezTo>
                    <a:pt x="141" y="1351"/>
                    <a:pt x="132" y="1347"/>
                    <a:pt x="131" y="1333"/>
                  </a:cubicBezTo>
                  <a:cubicBezTo>
                    <a:pt x="111" y="1296"/>
                    <a:pt x="107" y="1286"/>
                    <a:pt x="103" y="1276"/>
                  </a:cubicBezTo>
                  <a:cubicBezTo>
                    <a:pt x="91" y="1264"/>
                    <a:pt x="97" y="1277"/>
                    <a:pt x="102" y="1292"/>
                  </a:cubicBezTo>
                  <a:cubicBezTo>
                    <a:pt x="114" y="1318"/>
                    <a:pt x="118" y="1323"/>
                    <a:pt x="120" y="1332"/>
                  </a:cubicBezTo>
                  <a:cubicBezTo>
                    <a:pt x="155" y="1393"/>
                    <a:pt x="155" y="1404"/>
                    <a:pt x="162" y="1406"/>
                  </a:cubicBezTo>
                  <a:cubicBezTo>
                    <a:pt x="199" y="1459"/>
                    <a:pt x="201" y="1462"/>
                    <a:pt x="201" y="1466"/>
                  </a:cubicBezTo>
                  <a:cubicBezTo>
                    <a:pt x="226" y="1495"/>
                    <a:pt x="229" y="1501"/>
                    <a:pt x="233" y="1508"/>
                  </a:cubicBezTo>
                  <a:cubicBezTo>
                    <a:pt x="258" y="1549"/>
                    <a:pt x="262" y="1552"/>
                    <a:pt x="264" y="1556"/>
                  </a:cubicBezTo>
                  <a:cubicBezTo>
                    <a:pt x="275" y="1581"/>
                    <a:pt x="279" y="1585"/>
                    <a:pt x="280" y="1594"/>
                  </a:cubicBezTo>
                  <a:cubicBezTo>
                    <a:pt x="252" y="1560"/>
                    <a:pt x="253" y="1550"/>
                    <a:pt x="246" y="1548"/>
                  </a:cubicBezTo>
                  <a:cubicBezTo>
                    <a:pt x="206" y="1500"/>
                    <a:pt x="201" y="1497"/>
                    <a:pt x="199" y="1490"/>
                  </a:cubicBezTo>
                  <a:cubicBezTo>
                    <a:pt x="157" y="1432"/>
                    <a:pt x="148" y="1422"/>
                    <a:pt x="143" y="1409"/>
                  </a:cubicBezTo>
                  <a:cubicBezTo>
                    <a:pt x="131" y="1385"/>
                    <a:pt x="125" y="1383"/>
                    <a:pt x="125" y="1373"/>
                  </a:cubicBezTo>
                  <a:cubicBezTo>
                    <a:pt x="105" y="1330"/>
                    <a:pt x="100" y="1329"/>
                    <a:pt x="101" y="1320"/>
                  </a:cubicBezTo>
                  <a:cubicBezTo>
                    <a:pt x="102" y="1331"/>
                    <a:pt x="100" y="1339"/>
                    <a:pt x="103" y="1340"/>
                  </a:cubicBezTo>
                  <a:cubicBezTo>
                    <a:pt x="110" y="1364"/>
                    <a:pt x="115" y="1363"/>
                    <a:pt x="114" y="1370"/>
                  </a:cubicBezTo>
                  <a:cubicBezTo>
                    <a:pt x="137" y="1408"/>
                    <a:pt x="136" y="1419"/>
                    <a:pt x="141" y="1422"/>
                  </a:cubicBezTo>
                  <a:cubicBezTo>
                    <a:pt x="156" y="1453"/>
                    <a:pt x="166" y="1461"/>
                    <a:pt x="173" y="1473"/>
                  </a:cubicBezTo>
                  <a:cubicBezTo>
                    <a:pt x="189" y="1492"/>
                    <a:pt x="192" y="1499"/>
                    <a:pt x="195" y="1504"/>
                  </a:cubicBezTo>
                  <a:cubicBezTo>
                    <a:pt x="213" y="1516"/>
                    <a:pt x="212" y="1522"/>
                    <a:pt x="214" y="1524"/>
                  </a:cubicBezTo>
                  <a:cubicBezTo>
                    <a:pt x="255" y="1589"/>
                    <a:pt x="252" y="1574"/>
                    <a:pt x="239" y="1568"/>
                  </a:cubicBezTo>
                  <a:cubicBezTo>
                    <a:pt x="221" y="1541"/>
                    <a:pt x="214" y="1544"/>
                    <a:pt x="215" y="1537"/>
                  </a:cubicBezTo>
                  <a:cubicBezTo>
                    <a:pt x="180" y="1500"/>
                    <a:pt x="179" y="1495"/>
                    <a:pt x="175" y="1494"/>
                  </a:cubicBezTo>
                  <a:cubicBezTo>
                    <a:pt x="146" y="1459"/>
                    <a:pt x="144" y="1451"/>
                    <a:pt x="139" y="1447"/>
                  </a:cubicBezTo>
                  <a:cubicBezTo>
                    <a:pt x="94" y="1374"/>
                    <a:pt x="93" y="1370"/>
                    <a:pt x="90" y="1369"/>
                  </a:cubicBezTo>
                  <a:cubicBezTo>
                    <a:pt x="78" y="1346"/>
                    <a:pt x="78" y="1341"/>
                    <a:pt x="74" y="1340"/>
                  </a:cubicBezTo>
                  <a:cubicBezTo>
                    <a:pt x="93" y="1394"/>
                    <a:pt x="106" y="1399"/>
                    <a:pt x="108" y="1416"/>
                  </a:cubicBezTo>
                  <a:cubicBezTo>
                    <a:pt x="134" y="1452"/>
                    <a:pt x="138" y="1456"/>
                    <a:pt x="140" y="1464"/>
                  </a:cubicBezTo>
                  <a:cubicBezTo>
                    <a:pt x="169" y="1499"/>
                    <a:pt x="172" y="1505"/>
                    <a:pt x="176" y="1510"/>
                  </a:cubicBezTo>
                  <a:cubicBezTo>
                    <a:pt x="257" y="1606"/>
                    <a:pt x="266" y="1609"/>
                    <a:pt x="269" y="1619"/>
                  </a:cubicBezTo>
                  <a:cubicBezTo>
                    <a:pt x="296" y="1654"/>
                    <a:pt x="301" y="1655"/>
                    <a:pt x="300" y="1663"/>
                  </a:cubicBezTo>
                  <a:cubicBezTo>
                    <a:pt x="312" y="1683"/>
                    <a:pt x="316" y="1685"/>
                    <a:pt x="313" y="1686"/>
                  </a:cubicBezTo>
                  <a:cubicBezTo>
                    <a:pt x="294" y="1663"/>
                    <a:pt x="292" y="1654"/>
                    <a:pt x="286" y="1648"/>
                  </a:cubicBezTo>
                  <a:cubicBezTo>
                    <a:pt x="254" y="1611"/>
                    <a:pt x="253" y="1608"/>
                    <a:pt x="250" y="1605"/>
                  </a:cubicBezTo>
                  <a:cubicBezTo>
                    <a:pt x="221" y="1575"/>
                    <a:pt x="218" y="1567"/>
                    <a:pt x="210" y="1564"/>
                  </a:cubicBezTo>
                  <a:cubicBezTo>
                    <a:pt x="184" y="1536"/>
                    <a:pt x="174" y="1525"/>
                    <a:pt x="165" y="1512"/>
                  </a:cubicBezTo>
                  <a:cubicBezTo>
                    <a:pt x="129" y="1461"/>
                    <a:pt x="115" y="1454"/>
                    <a:pt x="110" y="1438"/>
                  </a:cubicBezTo>
                  <a:cubicBezTo>
                    <a:pt x="87" y="1406"/>
                    <a:pt x="88" y="1398"/>
                    <a:pt x="83" y="1398"/>
                  </a:cubicBezTo>
                  <a:cubicBezTo>
                    <a:pt x="103" y="1435"/>
                    <a:pt x="106" y="1446"/>
                    <a:pt x="113" y="1453"/>
                  </a:cubicBezTo>
                  <a:cubicBezTo>
                    <a:pt x="161" y="1516"/>
                    <a:pt x="160" y="1524"/>
                    <a:pt x="166" y="1526"/>
                  </a:cubicBezTo>
                  <a:cubicBezTo>
                    <a:pt x="208" y="1573"/>
                    <a:pt x="213" y="1575"/>
                    <a:pt x="214" y="1581"/>
                  </a:cubicBezTo>
                  <a:cubicBezTo>
                    <a:pt x="228" y="1594"/>
                    <a:pt x="228" y="1599"/>
                    <a:pt x="233" y="1600"/>
                  </a:cubicBezTo>
                  <a:cubicBezTo>
                    <a:pt x="258" y="1636"/>
                    <a:pt x="268" y="1637"/>
                    <a:pt x="271" y="1645"/>
                  </a:cubicBezTo>
                  <a:cubicBezTo>
                    <a:pt x="283" y="1662"/>
                    <a:pt x="286" y="1663"/>
                    <a:pt x="283" y="1664"/>
                  </a:cubicBezTo>
                  <a:cubicBezTo>
                    <a:pt x="266" y="1645"/>
                    <a:pt x="264" y="1642"/>
                    <a:pt x="262" y="1639"/>
                  </a:cubicBezTo>
                  <a:cubicBezTo>
                    <a:pt x="243" y="1618"/>
                    <a:pt x="229" y="1611"/>
                    <a:pt x="221" y="1596"/>
                  </a:cubicBezTo>
                  <a:cubicBezTo>
                    <a:pt x="199" y="1583"/>
                    <a:pt x="200" y="1572"/>
                    <a:pt x="191" y="1572"/>
                  </a:cubicBezTo>
                  <a:cubicBezTo>
                    <a:pt x="170" y="1549"/>
                    <a:pt x="170" y="1543"/>
                    <a:pt x="165" y="1543"/>
                  </a:cubicBezTo>
                  <a:cubicBezTo>
                    <a:pt x="111" y="1476"/>
                    <a:pt x="109" y="1469"/>
                    <a:pt x="103" y="1467"/>
                  </a:cubicBezTo>
                  <a:cubicBezTo>
                    <a:pt x="65" y="1409"/>
                    <a:pt x="64" y="1401"/>
                    <a:pt x="61" y="1395"/>
                  </a:cubicBezTo>
                  <a:cubicBezTo>
                    <a:pt x="44" y="1364"/>
                    <a:pt x="47" y="1355"/>
                    <a:pt x="43" y="1355"/>
                  </a:cubicBezTo>
                  <a:cubicBezTo>
                    <a:pt x="34" y="1346"/>
                    <a:pt x="41" y="1361"/>
                    <a:pt x="42" y="1375"/>
                  </a:cubicBezTo>
                  <a:cubicBezTo>
                    <a:pt x="70" y="1427"/>
                    <a:pt x="76" y="1441"/>
                    <a:pt x="84" y="1453"/>
                  </a:cubicBezTo>
                  <a:cubicBezTo>
                    <a:pt x="119" y="1498"/>
                    <a:pt x="126" y="1512"/>
                    <a:pt x="137" y="1521"/>
                  </a:cubicBezTo>
                  <a:cubicBezTo>
                    <a:pt x="155" y="1543"/>
                    <a:pt x="158" y="1549"/>
                    <a:pt x="164" y="1554"/>
                  </a:cubicBezTo>
                  <a:cubicBezTo>
                    <a:pt x="202" y="1593"/>
                    <a:pt x="206" y="1594"/>
                    <a:pt x="206" y="1599"/>
                  </a:cubicBezTo>
                  <a:cubicBezTo>
                    <a:pt x="242" y="1635"/>
                    <a:pt x="249" y="1638"/>
                    <a:pt x="253" y="1644"/>
                  </a:cubicBezTo>
                  <a:cubicBezTo>
                    <a:pt x="322" y="1730"/>
                    <a:pt x="324" y="1732"/>
                    <a:pt x="327" y="1733"/>
                  </a:cubicBezTo>
                  <a:cubicBezTo>
                    <a:pt x="330" y="1757"/>
                    <a:pt x="328" y="1750"/>
                    <a:pt x="324" y="1746"/>
                  </a:cubicBezTo>
                  <a:cubicBezTo>
                    <a:pt x="297" y="1716"/>
                    <a:pt x="292" y="1714"/>
                    <a:pt x="290" y="1707"/>
                  </a:cubicBezTo>
                  <a:cubicBezTo>
                    <a:pt x="252" y="1673"/>
                    <a:pt x="244" y="1674"/>
                    <a:pt x="244" y="1667"/>
                  </a:cubicBezTo>
                  <a:cubicBezTo>
                    <a:pt x="222" y="1653"/>
                    <a:pt x="223" y="1647"/>
                    <a:pt x="218" y="1649"/>
                  </a:cubicBezTo>
                  <a:cubicBezTo>
                    <a:pt x="180" y="1612"/>
                    <a:pt x="177" y="1606"/>
                    <a:pt x="172" y="1604"/>
                  </a:cubicBezTo>
                  <a:cubicBezTo>
                    <a:pt x="145" y="1572"/>
                    <a:pt x="138" y="1572"/>
                    <a:pt x="136" y="1565"/>
                  </a:cubicBezTo>
                  <a:cubicBezTo>
                    <a:pt x="94" y="1522"/>
                    <a:pt x="94" y="1514"/>
                    <a:pt x="89" y="1511"/>
                  </a:cubicBezTo>
                  <a:cubicBezTo>
                    <a:pt x="53" y="1462"/>
                    <a:pt x="51" y="1455"/>
                    <a:pt x="47" y="1451"/>
                  </a:cubicBezTo>
                  <a:cubicBezTo>
                    <a:pt x="19" y="1397"/>
                    <a:pt x="20" y="1392"/>
                    <a:pt x="17" y="1392"/>
                  </a:cubicBezTo>
                  <a:cubicBezTo>
                    <a:pt x="29" y="1432"/>
                    <a:pt x="32" y="1437"/>
                    <a:pt x="36" y="1441"/>
                  </a:cubicBezTo>
                  <a:cubicBezTo>
                    <a:pt x="55" y="1476"/>
                    <a:pt x="57" y="1482"/>
                    <a:pt x="63" y="1485"/>
                  </a:cubicBezTo>
                  <a:cubicBezTo>
                    <a:pt x="82" y="1520"/>
                    <a:pt x="91" y="1517"/>
                    <a:pt x="90" y="1527"/>
                  </a:cubicBezTo>
                  <a:cubicBezTo>
                    <a:pt x="130" y="1572"/>
                    <a:pt x="136" y="1582"/>
                    <a:pt x="144" y="1588"/>
                  </a:cubicBezTo>
                  <a:cubicBezTo>
                    <a:pt x="165" y="1605"/>
                    <a:pt x="163" y="1612"/>
                    <a:pt x="168" y="1611"/>
                  </a:cubicBezTo>
                  <a:cubicBezTo>
                    <a:pt x="192" y="1640"/>
                    <a:pt x="200" y="1639"/>
                    <a:pt x="201" y="1645"/>
                  </a:cubicBezTo>
                  <a:cubicBezTo>
                    <a:pt x="223" y="1662"/>
                    <a:pt x="231" y="1669"/>
                    <a:pt x="240" y="1676"/>
                  </a:cubicBezTo>
                  <a:cubicBezTo>
                    <a:pt x="282" y="1709"/>
                    <a:pt x="293" y="1729"/>
                    <a:pt x="308" y="1745"/>
                  </a:cubicBezTo>
                  <a:cubicBezTo>
                    <a:pt x="341" y="1789"/>
                    <a:pt x="348" y="1789"/>
                    <a:pt x="347" y="1799"/>
                  </a:cubicBezTo>
                  <a:cubicBezTo>
                    <a:pt x="249" y="1714"/>
                    <a:pt x="242" y="1702"/>
                    <a:pt x="229" y="1698"/>
                  </a:cubicBezTo>
                  <a:cubicBezTo>
                    <a:pt x="213" y="1681"/>
                    <a:pt x="209" y="1680"/>
                    <a:pt x="205" y="1680"/>
                  </a:cubicBezTo>
                  <a:cubicBezTo>
                    <a:pt x="183" y="1658"/>
                    <a:pt x="175" y="1658"/>
                    <a:pt x="175" y="1649"/>
                  </a:cubicBezTo>
                  <a:cubicBezTo>
                    <a:pt x="144" y="1629"/>
                    <a:pt x="144" y="1625"/>
                    <a:pt x="142" y="1623"/>
                  </a:cubicBezTo>
                  <a:cubicBezTo>
                    <a:pt x="119" y="1604"/>
                    <a:pt x="115" y="1600"/>
                    <a:pt x="112" y="1595"/>
                  </a:cubicBezTo>
                  <a:cubicBezTo>
                    <a:pt x="70" y="1551"/>
                    <a:pt x="64" y="1541"/>
                    <a:pt x="55" y="1533"/>
                  </a:cubicBezTo>
                  <a:cubicBezTo>
                    <a:pt x="43" y="1512"/>
                    <a:pt x="39" y="1508"/>
                    <a:pt x="36" y="1504"/>
                  </a:cubicBezTo>
                  <a:cubicBezTo>
                    <a:pt x="13" y="1470"/>
                    <a:pt x="12" y="1464"/>
                    <a:pt x="9" y="1460"/>
                  </a:cubicBezTo>
                  <a:cubicBezTo>
                    <a:pt x="0" y="1445"/>
                    <a:pt x="0" y="1449"/>
                    <a:pt x="0" y="1452"/>
                  </a:cubicBezTo>
                  <a:cubicBezTo>
                    <a:pt x="16" y="1485"/>
                    <a:pt x="21" y="1494"/>
                    <a:pt x="29" y="1500"/>
                  </a:cubicBezTo>
                  <a:cubicBezTo>
                    <a:pt x="68" y="1562"/>
                    <a:pt x="77" y="1567"/>
                    <a:pt x="80" y="1577"/>
                  </a:cubicBezTo>
                  <a:cubicBezTo>
                    <a:pt x="100" y="1594"/>
                    <a:pt x="101" y="1597"/>
                    <a:pt x="103" y="1598"/>
                  </a:cubicBezTo>
                  <a:cubicBezTo>
                    <a:pt x="135" y="1634"/>
                    <a:pt x="140" y="1632"/>
                    <a:pt x="139" y="1637"/>
                  </a:cubicBezTo>
                  <a:cubicBezTo>
                    <a:pt x="163" y="1650"/>
                    <a:pt x="163" y="1658"/>
                    <a:pt x="167" y="1661"/>
                  </a:cubicBezTo>
                  <a:cubicBezTo>
                    <a:pt x="193" y="1681"/>
                    <a:pt x="195" y="1682"/>
                    <a:pt x="197" y="1683"/>
                  </a:cubicBezTo>
                  <a:cubicBezTo>
                    <a:pt x="215" y="1700"/>
                    <a:pt x="218" y="1698"/>
                    <a:pt x="220" y="1699"/>
                  </a:cubicBezTo>
                  <a:cubicBezTo>
                    <a:pt x="230" y="1711"/>
                    <a:pt x="236" y="1712"/>
                    <a:pt x="239" y="1717"/>
                  </a:cubicBezTo>
                  <a:cubicBezTo>
                    <a:pt x="267" y="1736"/>
                    <a:pt x="274" y="1737"/>
                    <a:pt x="275" y="1743"/>
                  </a:cubicBezTo>
                  <a:cubicBezTo>
                    <a:pt x="302" y="1765"/>
                    <a:pt x="308" y="1766"/>
                    <a:pt x="310" y="1771"/>
                  </a:cubicBezTo>
                  <a:cubicBezTo>
                    <a:pt x="349" y="1821"/>
                    <a:pt x="357" y="1823"/>
                    <a:pt x="356" y="1836"/>
                  </a:cubicBezTo>
                  <a:cubicBezTo>
                    <a:pt x="331" y="1813"/>
                    <a:pt x="332" y="1805"/>
                    <a:pt x="326" y="1805"/>
                  </a:cubicBezTo>
                  <a:cubicBezTo>
                    <a:pt x="304" y="1782"/>
                    <a:pt x="298" y="1782"/>
                    <a:pt x="295" y="1779"/>
                  </a:cubicBezTo>
                  <a:cubicBezTo>
                    <a:pt x="282" y="1769"/>
                    <a:pt x="279" y="1766"/>
                    <a:pt x="277" y="1763"/>
                  </a:cubicBezTo>
                  <a:cubicBezTo>
                    <a:pt x="241" y="1743"/>
                    <a:pt x="238" y="1740"/>
                    <a:pt x="234" y="1739"/>
                  </a:cubicBezTo>
                  <a:cubicBezTo>
                    <a:pt x="227" y="1734"/>
                    <a:pt x="224" y="1735"/>
                    <a:pt x="222" y="1734"/>
                  </a:cubicBezTo>
                  <a:cubicBezTo>
                    <a:pt x="198" y="1718"/>
                    <a:pt x="195" y="1713"/>
                    <a:pt x="190" y="1714"/>
                  </a:cubicBezTo>
                  <a:cubicBezTo>
                    <a:pt x="156" y="1694"/>
                    <a:pt x="153" y="1694"/>
                    <a:pt x="154" y="1690"/>
                  </a:cubicBezTo>
                  <a:cubicBezTo>
                    <a:pt x="95" y="1661"/>
                    <a:pt x="89" y="1655"/>
                    <a:pt x="79" y="1654"/>
                  </a:cubicBezTo>
                  <a:cubicBezTo>
                    <a:pt x="34" y="1618"/>
                    <a:pt x="28" y="1612"/>
                    <a:pt x="21" y="1608"/>
                  </a:cubicBezTo>
                  <a:cubicBezTo>
                    <a:pt x="0" y="1597"/>
                    <a:pt x="0" y="1597"/>
                    <a:pt x="0" y="1597"/>
                  </a:cubicBezTo>
                  <a:cubicBezTo>
                    <a:pt x="18" y="1610"/>
                    <a:pt x="17" y="1616"/>
                    <a:pt x="22" y="1614"/>
                  </a:cubicBezTo>
                  <a:cubicBezTo>
                    <a:pt x="41" y="1634"/>
                    <a:pt x="43" y="1635"/>
                    <a:pt x="43" y="1639"/>
                  </a:cubicBezTo>
                  <a:cubicBezTo>
                    <a:pt x="69" y="1655"/>
                    <a:pt x="73" y="1658"/>
                    <a:pt x="77" y="1661"/>
                  </a:cubicBezTo>
                  <a:cubicBezTo>
                    <a:pt x="131" y="1690"/>
                    <a:pt x="139" y="1698"/>
                    <a:pt x="152" y="1699"/>
                  </a:cubicBezTo>
                  <a:cubicBezTo>
                    <a:pt x="190" y="1724"/>
                    <a:pt x="194" y="1728"/>
                    <a:pt x="200" y="1731"/>
                  </a:cubicBezTo>
                  <a:cubicBezTo>
                    <a:pt x="224" y="1743"/>
                    <a:pt x="229" y="1747"/>
                    <a:pt x="234" y="1750"/>
                  </a:cubicBezTo>
                  <a:cubicBezTo>
                    <a:pt x="259" y="1762"/>
                    <a:pt x="260" y="1770"/>
                    <a:pt x="266" y="1772"/>
                  </a:cubicBezTo>
                  <a:cubicBezTo>
                    <a:pt x="291" y="1792"/>
                    <a:pt x="302" y="1798"/>
                    <a:pt x="312" y="1804"/>
                  </a:cubicBezTo>
                  <a:cubicBezTo>
                    <a:pt x="330" y="1828"/>
                    <a:pt x="336" y="1826"/>
                    <a:pt x="338" y="1828"/>
                  </a:cubicBezTo>
                  <a:cubicBezTo>
                    <a:pt x="352" y="1850"/>
                    <a:pt x="358" y="1852"/>
                    <a:pt x="360" y="1859"/>
                  </a:cubicBezTo>
                  <a:cubicBezTo>
                    <a:pt x="343" y="1847"/>
                    <a:pt x="340" y="1848"/>
                    <a:pt x="340" y="1848"/>
                  </a:cubicBezTo>
                  <a:cubicBezTo>
                    <a:pt x="301" y="1820"/>
                    <a:pt x="296" y="1817"/>
                    <a:pt x="291" y="1812"/>
                  </a:cubicBezTo>
                  <a:cubicBezTo>
                    <a:pt x="261" y="1797"/>
                    <a:pt x="258" y="1795"/>
                    <a:pt x="255" y="1792"/>
                  </a:cubicBezTo>
                  <a:cubicBezTo>
                    <a:pt x="212" y="1770"/>
                    <a:pt x="205" y="1767"/>
                    <a:pt x="200" y="1761"/>
                  </a:cubicBezTo>
                  <a:cubicBezTo>
                    <a:pt x="134" y="1729"/>
                    <a:pt x="125" y="1733"/>
                    <a:pt x="126" y="1727"/>
                  </a:cubicBezTo>
                  <a:cubicBezTo>
                    <a:pt x="85" y="1708"/>
                    <a:pt x="80" y="1702"/>
                    <a:pt x="73" y="1698"/>
                  </a:cubicBezTo>
                  <a:cubicBezTo>
                    <a:pt x="42" y="1677"/>
                    <a:pt x="39" y="1673"/>
                    <a:pt x="34" y="1672"/>
                  </a:cubicBezTo>
                  <a:cubicBezTo>
                    <a:pt x="0" y="1645"/>
                    <a:pt x="0" y="1645"/>
                    <a:pt x="0" y="1645"/>
                  </a:cubicBezTo>
                  <a:cubicBezTo>
                    <a:pt x="11" y="1654"/>
                    <a:pt x="11" y="1662"/>
                    <a:pt x="18" y="1661"/>
                  </a:cubicBezTo>
                  <a:cubicBezTo>
                    <a:pt x="41" y="1686"/>
                    <a:pt x="48" y="1685"/>
                    <a:pt x="49" y="1691"/>
                  </a:cubicBezTo>
                  <a:cubicBezTo>
                    <a:pt x="65" y="1701"/>
                    <a:pt x="69" y="1705"/>
                    <a:pt x="72" y="1709"/>
                  </a:cubicBezTo>
                  <a:cubicBezTo>
                    <a:pt x="121" y="1739"/>
                    <a:pt x="131" y="1736"/>
                    <a:pt x="133" y="1742"/>
                  </a:cubicBezTo>
                  <a:cubicBezTo>
                    <a:pt x="161" y="1752"/>
                    <a:pt x="160" y="1758"/>
                    <a:pt x="167" y="1755"/>
                  </a:cubicBezTo>
                  <a:cubicBezTo>
                    <a:pt x="252" y="1806"/>
                    <a:pt x="263" y="1804"/>
                    <a:pt x="265" y="1814"/>
                  </a:cubicBezTo>
                  <a:cubicBezTo>
                    <a:pt x="307" y="1836"/>
                    <a:pt x="311" y="1835"/>
                    <a:pt x="313" y="1837"/>
                  </a:cubicBezTo>
                  <a:cubicBezTo>
                    <a:pt x="351" y="1865"/>
                    <a:pt x="359" y="1870"/>
                    <a:pt x="366" y="1879"/>
                  </a:cubicBezTo>
                  <a:cubicBezTo>
                    <a:pt x="354" y="1877"/>
                    <a:pt x="351" y="1874"/>
                    <a:pt x="348" y="1871"/>
                  </a:cubicBezTo>
                  <a:cubicBezTo>
                    <a:pt x="323" y="1853"/>
                    <a:pt x="319" y="1850"/>
                    <a:pt x="316" y="1847"/>
                  </a:cubicBezTo>
                  <a:cubicBezTo>
                    <a:pt x="264" y="1815"/>
                    <a:pt x="254" y="1813"/>
                    <a:pt x="249" y="1806"/>
                  </a:cubicBezTo>
                  <a:cubicBezTo>
                    <a:pt x="193" y="1785"/>
                    <a:pt x="191" y="1782"/>
                    <a:pt x="186" y="1782"/>
                  </a:cubicBezTo>
                  <a:cubicBezTo>
                    <a:pt x="162" y="1768"/>
                    <a:pt x="155" y="1771"/>
                    <a:pt x="155" y="1767"/>
                  </a:cubicBezTo>
                  <a:cubicBezTo>
                    <a:pt x="94" y="1748"/>
                    <a:pt x="90" y="1744"/>
                    <a:pt x="85" y="1741"/>
                  </a:cubicBezTo>
                  <a:cubicBezTo>
                    <a:pt x="19" y="1708"/>
                    <a:pt x="17" y="1706"/>
                    <a:pt x="13" y="1707"/>
                  </a:cubicBezTo>
                  <a:cubicBezTo>
                    <a:pt x="0" y="1704"/>
                    <a:pt x="0" y="1704"/>
                    <a:pt x="0" y="1704"/>
                  </a:cubicBezTo>
                  <a:cubicBezTo>
                    <a:pt x="20" y="1720"/>
                    <a:pt x="26" y="1717"/>
                    <a:pt x="25" y="1723"/>
                  </a:cubicBezTo>
                  <a:cubicBezTo>
                    <a:pt x="51" y="1734"/>
                    <a:pt x="56" y="1741"/>
                    <a:pt x="66" y="1742"/>
                  </a:cubicBezTo>
                  <a:cubicBezTo>
                    <a:pt x="119" y="1769"/>
                    <a:pt x="131" y="1768"/>
                    <a:pt x="138" y="1775"/>
                  </a:cubicBezTo>
                  <a:cubicBezTo>
                    <a:pt x="210" y="1795"/>
                    <a:pt x="221" y="1808"/>
                    <a:pt x="241" y="1811"/>
                  </a:cubicBezTo>
                  <a:cubicBezTo>
                    <a:pt x="271" y="1833"/>
                    <a:pt x="277" y="1831"/>
                    <a:pt x="275" y="1837"/>
                  </a:cubicBezTo>
                  <a:cubicBezTo>
                    <a:pt x="318" y="1854"/>
                    <a:pt x="315" y="1864"/>
                    <a:pt x="321" y="1864"/>
                  </a:cubicBezTo>
                  <a:cubicBezTo>
                    <a:pt x="354" y="1897"/>
                    <a:pt x="363" y="1894"/>
                    <a:pt x="363" y="1901"/>
                  </a:cubicBezTo>
                  <a:cubicBezTo>
                    <a:pt x="385" y="1922"/>
                    <a:pt x="387" y="1924"/>
                    <a:pt x="387" y="1927"/>
                  </a:cubicBezTo>
                  <a:cubicBezTo>
                    <a:pt x="376" y="1919"/>
                    <a:pt x="373" y="1920"/>
                    <a:pt x="373" y="1918"/>
                  </a:cubicBezTo>
                  <a:cubicBezTo>
                    <a:pt x="349" y="1899"/>
                    <a:pt x="336" y="1892"/>
                    <a:pt x="327" y="1881"/>
                  </a:cubicBezTo>
                  <a:cubicBezTo>
                    <a:pt x="296" y="1872"/>
                    <a:pt x="295" y="1861"/>
                    <a:pt x="284" y="1863"/>
                  </a:cubicBezTo>
                  <a:cubicBezTo>
                    <a:pt x="256" y="1850"/>
                    <a:pt x="249" y="1846"/>
                    <a:pt x="243" y="1841"/>
                  </a:cubicBezTo>
                  <a:cubicBezTo>
                    <a:pt x="183" y="1819"/>
                    <a:pt x="172" y="1810"/>
                    <a:pt x="153" y="1808"/>
                  </a:cubicBezTo>
                  <a:cubicBezTo>
                    <a:pt x="118" y="1791"/>
                    <a:pt x="112" y="1783"/>
                    <a:pt x="101" y="1781"/>
                  </a:cubicBezTo>
                  <a:cubicBezTo>
                    <a:pt x="59" y="1758"/>
                    <a:pt x="55" y="1755"/>
                    <a:pt x="49" y="1755"/>
                  </a:cubicBezTo>
                  <a:cubicBezTo>
                    <a:pt x="18" y="1735"/>
                    <a:pt x="16" y="1733"/>
                    <a:pt x="14" y="1731"/>
                  </a:cubicBezTo>
                  <a:cubicBezTo>
                    <a:pt x="1" y="1723"/>
                    <a:pt x="0" y="1723"/>
                    <a:pt x="0" y="1722"/>
                  </a:cubicBezTo>
                  <a:cubicBezTo>
                    <a:pt x="20" y="1746"/>
                    <a:pt x="39" y="1755"/>
                    <a:pt x="56" y="1767"/>
                  </a:cubicBezTo>
                  <a:cubicBezTo>
                    <a:pt x="94" y="1787"/>
                    <a:pt x="104" y="1790"/>
                    <a:pt x="113" y="1796"/>
                  </a:cubicBezTo>
                  <a:cubicBezTo>
                    <a:pt x="181" y="1829"/>
                    <a:pt x="191" y="1832"/>
                    <a:pt x="201" y="1836"/>
                  </a:cubicBezTo>
                  <a:cubicBezTo>
                    <a:pt x="242" y="1852"/>
                    <a:pt x="249" y="1859"/>
                    <a:pt x="260" y="1862"/>
                  </a:cubicBezTo>
                  <a:cubicBezTo>
                    <a:pt x="306" y="1885"/>
                    <a:pt x="310" y="1888"/>
                    <a:pt x="316" y="1889"/>
                  </a:cubicBezTo>
                  <a:cubicBezTo>
                    <a:pt x="357" y="1916"/>
                    <a:pt x="358" y="1919"/>
                    <a:pt x="360" y="1921"/>
                  </a:cubicBezTo>
                  <a:cubicBezTo>
                    <a:pt x="377" y="1940"/>
                    <a:pt x="380" y="1940"/>
                    <a:pt x="381" y="1943"/>
                  </a:cubicBezTo>
                  <a:cubicBezTo>
                    <a:pt x="372" y="1941"/>
                    <a:pt x="372" y="1936"/>
                    <a:pt x="368" y="1935"/>
                  </a:cubicBezTo>
                  <a:cubicBezTo>
                    <a:pt x="327" y="1914"/>
                    <a:pt x="329" y="1906"/>
                    <a:pt x="322" y="1908"/>
                  </a:cubicBezTo>
                  <a:cubicBezTo>
                    <a:pt x="289" y="1888"/>
                    <a:pt x="279" y="1888"/>
                    <a:pt x="274" y="1883"/>
                  </a:cubicBezTo>
                  <a:cubicBezTo>
                    <a:pt x="223" y="1860"/>
                    <a:pt x="205" y="1861"/>
                    <a:pt x="198" y="1851"/>
                  </a:cubicBezTo>
                  <a:cubicBezTo>
                    <a:pt x="141" y="1840"/>
                    <a:pt x="132" y="1832"/>
                    <a:pt x="120" y="1828"/>
                  </a:cubicBezTo>
                  <a:cubicBezTo>
                    <a:pt x="62" y="1807"/>
                    <a:pt x="59" y="1807"/>
                    <a:pt x="55" y="1807"/>
                  </a:cubicBezTo>
                  <a:cubicBezTo>
                    <a:pt x="7" y="1785"/>
                    <a:pt x="5" y="1780"/>
                    <a:pt x="0" y="1778"/>
                  </a:cubicBezTo>
                  <a:cubicBezTo>
                    <a:pt x="11" y="1790"/>
                    <a:pt x="14" y="1795"/>
                    <a:pt x="21" y="1796"/>
                  </a:cubicBezTo>
                  <a:cubicBezTo>
                    <a:pt x="69" y="1822"/>
                    <a:pt x="73" y="1822"/>
                    <a:pt x="73" y="1825"/>
                  </a:cubicBezTo>
                  <a:cubicBezTo>
                    <a:pt x="107" y="1837"/>
                    <a:pt x="117" y="1835"/>
                    <a:pt x="121" y="1841"/>
                  </a:cubicBezTo>
                  <a:cubicBezTo>
                    <a:pt x="173" y="1856"/>
                    <a:pt x="180" y="1858"/>
                    <a:pt x="185" y="1863"/>
                  </a:cubicBezTo>
                  <a:cubicBezTo>
                    <a:pt x="244" y="1877"/>
                    <a:pt x="247" y="1885"/>
                    <a:pt x="257" y="1886"/>
                  </a:cubicBezTo>
                  <a:cubicBezTo>
                    <a:pt x="328" y="1923"/>
                    <a:pt x="333" y="1922"/>
                    <a:pt x="334" y="1927"/>
                  </a:cubicBezTo>
                  <a:cubicBezTo>
                    <a:pt x="357" y="1939"/>
                    <a:pt x="358" y="1941"/>
                    <a:pt x="359" y="1943"/>
                  </a:cubicBezTo>
                  <a:cubicBezTo>
                    <a:pt x="389" y="1965"/>
                    <a:pt x="397" y="1968"/>
                    <a:pt x="399" y="1977"/>
                  </a:cubicBezTo>
                  <a:cubicBezTo>
                    <a:pt x="374" y="1960"/>
                    <a:pt x="371" y="1957"/>
                    <a:pt x="367" y="1955"/>
                  </a:cubicBezTo>
                  <a:cubicBezTo>
                    <a:pt x="354" y="1942"/>
                    <a:pt x="348" y="1943"/>
                    <a:pt x="346" y="1939"/>
                  </a:cubicBezTo>
                  <a:cubicBezTo>
                    <a:pt x="304" y="1918"/>
                    <a:pt x="302" y="1914"/>
                    <a:pt x="296" y="1914"/>
                  </a:cubicBezTo>
                  <a:cubicBezTo>
                    <a:pt x="255" y="1891"/>
                    <a:pt x="250" y="1892"/>
                    <a:pt x="246" y="1889"/>
                  </a:cubicBezTo>
                  <a:cubicBezTo>
                    <a:pt x="214" y="1878"/>
                    <a:pt x="207" y="1878"/>
                    <a:pt x="204" y="1875"/>
                  </a:cubicBezTo>
                  <a:cubicBezTo>
                    <a:pt x="145" y="1856"/>
                    <a:pt x="139" y="1862"/>
                    <a:pt x="137" y="1855"/>
                  </a:cubicBezTo>
                  <a:cubicBezTo>
                    <a:pt x="80" y="1844"/>
                    <a:pt x="74" y="1838"/>
                    <a:pt x="63" y="1837"/>
                  </a:cubicBezTo>
                  <a:cubicBezTo>
                    <a:pt x="29" y="1820"/>
                    <a:pt x="21" y="1817"/>
                    <a:pt x="14" y="1812"/>
                  </a:cubicBezTo>
                  <a:cubicBezTo>
                    <a:pt x="3" y="1812"/>
                    <a:pt x="5" y="1813"/>
                    <a:pt x="7" y="1814"/>
                  </a:cubicBezTo>
                  <a:cubicBezTo>
                    <a:pt x="48" y="1839"/>
                    <a:pt x="54" y="1842"/>
                    <a:pt x="62" y="1843"/>
                  </a:cubicBezTo>
                  <a:cubicBezTo>
                    <a:pt x="83" y="1858"/>
                    <a:pt x="95" y="1854"/>
                    <a:pt x="100" y="1858"/>
                  </a:cubicBezTo>
                  <a:cubicBezTo>
                    <a:pt x="168" y="1879"/>
                    <a:pt x="177" y="1875"/>
                    <a:pt x="180" y="1879"/>
                  </a:cubicBezTo>
                  <a:cubicBezTo>
                    <a:pt x="238" y="1897"/>
                    <a:pt x="250" y="1901"/>
                    <a:pt x="261" y="1906"/>
                  </a:cubicBezTo>
                  <a:cubicBezTo>
                    <a:pt x="333" y="1945"/>
                    <a:pt x="345" y="1948"/>
                    <a:pt x="354" y="1956"/>
                  </a:cubicBezTo>
                  <a:cubicBezTo>
                    <a:pt x="371" y="1971"/>
                    <a:pt x="377" y="1972"/>
                    <a:pt x="381" y="1976"/>
                  </a:cubicBezTo>
                  <a:cubicBezTo>
                    <a:pt x="410" y="2003"/>
                    <a:pt x="416" y="2005"/>
                    <a:pt x="421" y="2008"/>
                  </a:cubicBezTo>
                  <a:cubicBezTo>
                    <a:pt x="419" y="2023"/>
                    <a:pt x="415" y="2019"/>
                    <a:pt x="412" y="2013"/>
                  </a:cubicBezTo>
                  <a:cubicBezTo>
                    <a:pt x="396" y="2002"/>
                    <a:pt x="394" y="2001"/>
                    <a:pt x="394" y="1997"/>
                  </a:cubicBezTo>
                  <a:cubicBezTo>
                    <a:pt x="369" y="1981"/>
                    <a:pt x="367" y="1980"/>
                    <a:pt x="366" y="1977"/>
                  </a:cubicBezTo>
                  <a:cubicBezTo>
                    <a:pt x="342" y="1959"/>
                    <a:pt x="331" y="1963"/>
                    <a:pt x="330" y="1956"/>
                  </a:cubicBezTo>
                  <a:cubicBezTo>
                    <a:pt x="293" y="1936"/>
                    <a:pt x="287" y="1934"/>
                    <a:pt x="282" y="1930"/>
                  </a:cubicBezTo>
                  <a:cubicBezTo>
                    <a:pt x="221" y="1911"/>
                    <a:pt x="220" y="1904"/>
                    <a:pt x="208" y="1907"/>
                  </a:cubicBezTo>
                  <a:cubicBezTo>
                    <a:pt x="75" y="1890"/>
                    <a:pt x="83" y="1888"/>
                    <a:pt x="87" y="1890"/>
                  </a:cubicBezTo>
                  <a:cubicBezTo>
                    <a:pt x="138" y="1913"/>
                    <a:pt x="148" y="1916"/>
                    <a:pt x="157" y="1922"/>
                  </a:cubicBezTo>
                  <a:cubicBezTo>
                    <a:pt x="263" y="1960"/>
                    <a:pt x="273" y="1964"/>
                    <a:pt x="285" y="1967"/>
                  </a:cubicBezTo>
                  <a:cubicBezTo>
                    <a:pt x="325" y="1987"/>
                    <a:pt x="336" y="1992"/>
                    <a:pt x="346" y="1998"/>
                  </a:cubicBezTo>
                  <a:cubicBezTo>
                    <a:pt x="383" y="2021"/>
                    <a:pt x="386" y="2023"/>
                    <a:pt x="387" y="2026"/>
                  </a:cubicBezTo>
                  <a:cubicBezTo>
                    <a:pt x="406" y="2038"/>
                    <a:pt x="410" y="2041"/>
                    <a:pt x="415" y="2044"/>
                  </a:cubicBezTo>
                  <a:cubicBezTo>
                    <a:pt x="427" y="2059"/>
                    <a:pt x="430" y="2059"/>
                    <a:pt x="431" y="2062"/>
                  </a:cubicBezTo>
                  <a:cubicBezTo>
                    <a:pt x="435" y="2076"/>
                    <a:pt x="425" y="2066"/>
                    <a:pt x="415" y="2057"/>
                  </a:cubicBezTo>
                  <a:cubicBezTo>
                    <a:pt x="366" y="2016"/>
                    <a:pt x="358" y="2016"/>
                    <a:pt x="355" y="2011"/>
                  </a:cubicBezTo>
                  <a:cubicBezTo>
                    <a:pt x="315" y="1992"/>
                    <a:pt x="305" y="1986"/>
                    <a:pt x="292" y="1984"/>
                  </a:cubicBezTo>
                  <a:cubicBezTo>
                    <a:pt x="225" y="1957"/>
                    <a:pt x="220" y="1954"/>
                    <a:pt x="214" y="1953"/>
                  </a:cubicBezTo>
                  <a:cubicBezTo>
                    <a:pt x="186" y="1938"/>
                    <a:pt x="170" y="1937"/>
                    <a:pt x="160" y="1930"/>
                  </a:cubicBezTo>
                  <a:cubicBezTo>
                    <a:pt x="116" y="1915"/>
                    <a:pt x="111" y="1911"/>
                    <a:pt x="104" y="1910"/>
                  </a:cubicBezTo>
                  <a:cubicBezTo>
                    <a:pt x="63" y="1893"/>
                    <a:pt x="62" y="1885"/>
                    <a:pt x="54" y="1885"/>
                  </a:cubicBezTo>
                  <a:cubicBezTo>
                    <a:pt x="34" y="1870"/>
                    <a:pt x="30" y="1866"/>
                    <a:pt x="26" y="1861"/>
                  </a:cubicBezTo>
                  <a:cubicBezTo>
                    <a:pt x="0" y="1847"/>
                    <a:pt x="1" y="1847"/>
                    <a:pt x="1" y="1848"/>
                  </a:cubicBezTo>
                  <a:cubicBezTo>
                    <a:pt x="22" y="1863"/>
                    <a:pt x="21" y="1872"/>
                    <a:pt x="29" y="1872"/>
                  </a:cubicBezTo>
                  <a:cubicBezTo>
                    <a:pt x="60" y="1894"/>
                    <a:pt x="65" y="1903"/>
                    <a:pt x="75" y="1906"/>
                  </a:cubicBezTo>
                  <a:cubicBezTo>
                    <a:pt x="112" y="1923"/>
                    <a:pt x="122" y="1926"/>
                    <a:pt x="131" y="1930"/>
                  </a:cubicBezTo>
                  <a:cubicBezTo>
                    <a:pt x="168" y="1943"/>
                    <a:pt x="174" y="1948"/>
                    <a:pt x="183" y="1948"/>
                  </a:cubicBezTo>
                  <a:cubicBezTo>
                    <a:pt x="235" y="1971"/>
                    <a:pt x="241" y="1975"/>
                    <a:pt x="252" y="1974"/>
                  </a:cubicBezTo>
                  <a:cubicBezTo>
                    <a:pt x="295" y="1992"/>
                    <a:pt x="297" y="1997"/>
                    <a:pt x="304" y="1995"/>
                  </a:cubicBezTo>
                  <a:cubicBezTo>
                    <a:pt x="355" y="2024"/>
                    <a:pt x="357" y="2025"/>
                    <a:pt x="359" y="2026"/>
                  </a:cubicBezTo>
                  <a:cubicBezTo>
                    <a:pt x="381" y="2040"/>
                    <a:pt x="384" y="2043"/>
                    <a:pt x="388" y="2045"/>
                  </a:cubicBezTo>
                  <a:cubicBezTo>
                    <a:pt x="384" y="2048"/>
                    <a:pt x="369" y="2044"/>
                    <a:pt x="359" y="2034"/>
                  </a:cubicBezTo>
                  <a:cubicBezTo>
                    <a:pt x="320" y="2025"/>
                    <a:pt x="323" y="2016"/>
                    <a:pt x="317" y="2018"/>
                  </a:cubicBezTo>
                  <a:cubicBezTo>
                    <a:pt x="276" y="2006"/>
                    <a:pt x="276" y="2002"/>
                    <a:pt x="274" y="2001"/>
                  </a:cubicBezTo>
                  <a:cubicBezTo>
                    <a:pt x="241" y="1995"/>
                    <a:pt x="240" y="1992"/>
                    <a:pt x="236" y="1993"/>
                  </a:cubicBezTo>
                  <a:cubicBezTo>
                    <a:pt x="210" y="1981"/>
                    <a:pt x="201" y="1985"/>
                    <a:pt x="200" y="1978"/>
                  </a:cubicBezTo>
                  <a:cubicBezTo>
                    <a:pt x="133" y="1960"/>
                    <a:pt x="123" y="1961"/>
                    <a:pt x="118" y="1957"/>
                  </a:cubicBezTo>
                  <a:cubicBezTo>
                    <a:pt x="100" y="1945"/>
                    <a:pt x="90" y="1952"/>
                    <a:pt x="93" y="1944"/>
                  </a:cubicBezTo>
                  <a:cubicBezTo>
                    <a:pt x="49" y="1931"/>
                    <a:pt x="58" y="1932"/>
                    <a:pt x="64" y="1937"/>
                  </a:cubicBezTo>
                  <a:cubicBezTo>
                    <a:pt x="80" y="1947"/>
                    <a:pt x="81" y="1949"/>
                    <a:pt x="82" y="1951"/>
                  </a:cubicBezTo>
                  <a:cubicBezTo>
                    <a:pt x="127" y="1968"/>
                    <a:pt x="132" y="1972"/>
                    <a:pt x="139" y="1973"/>
                  </a:cubicBezTo>
                  <a:cubicBezTo>
                    <a:pt x="182" y="1987"/>
                    <a:pt x="190" y="1982"/>
                    <a:pt x="190" y="1987"/>
                  </a:cubicBezTo>
                  <a:cubicBezTo>
                    <a:pt x="248" y="2008"/>
                    <a:pt x="257" y="2006"/>
                    <a:pt x="263" y="2008"/>
                  </a:cubicBezTo>
                  <a:cubicBezTo>
                    <a:pt x="311" y="2025"/>
                    <a:pt x="318" y="2027"/>
                    <a:pt x="322" y="2033"/>
                  </a:cubicBezTo>
                  <a:cubicBezTo>
                    <a:pt x="370" y="2056"/>
                    <a:pt x="375" y="2055"/>
                    <a:pt x="378" y="2057"/>
                  </a:cubicBezTo>
                  <a:cubicBezTo>
                    <a:pt x="437" y="2104"/>
                    <a:pt x="444" y="2102"/>
                    <a:pt x="443" y="2109"/>
                  </a:cubicBezTo>
                  <a:cubicBezTo>
                    <a:pt x="462" y="2130"/>
                    <a:pt x="464" y="2132"/>
                    <a:pt x="465" y="2134"/>
                  </a:cubicBezTo>
                  <a:cubicBezTo>
                    <a:pt x="457" y="2127"/>
                    <a:pt x="451" y="2128"/>
                    <a:pt x="451" y="2122"/>
                  </a:cubicBezTo>
                  <a:cubicBezTo>
                    <a:pt x="423" y="2104"/>
                    <a:pt x="417" y="2098"/>
                    <a:pt x="411" y="2092"/>
                  </a:cubicBezTo>
                  <a:cubicBezTo>
                    <a:pt x="362" y="2061"/>
                    <a:pt x="351" y="2061"/>
                    <a:pt x="345" y="2055"/>
                  </a:cubicBezTo>
                  <a:cubicBezTo>
                    <a:pt x="286" y="2031"/>
                    <a:pt x="275" y="2027"/>
                    <a:pt x="264" y="2021"/>
                  </a:cubicBezTo>
                  <a:cubicBezTo>
                    <a:pt x="230" y="2007"/>
                    <a:pt x="228" y="2010"/>
                    <a:pt x="226" y="2007"/>
                  </a:cubicBezTo>
                  <a:cubicBezTo>
                    <a:pt x="192" y="1997"/>
                    <a:pt x="187" y="1995"/>
                    <a:pt x="181" y="1992"/>
                  </a:cubicBezTo>
                  <a:cubicBezTo>
                    <a:pt x="108" y="1970"/>
                    <a:pt x="98" y="1960"/>
                    <a:pt x="83" y="1958"/>
                  </a:cubicBezTo>
                  <a:cubicBezTo>
                    <a:pt x="25" y="1928"/>
                    <a:pt x="23" y="1926"/>
                    <a:pt x="19" y="1925"/>
                  </a:cubicBezTo>
                  <a:cubicBezTo>
                    <a:pt x="40" y="1946"/>
                    <a:pt x="48" y="1943"/>
                    <a:pt x="49" y="1949"/>
                  </a:cubicBezTo>
                  <a:cubicBezTo>
                    <a:pt x="103" y="1971"/>
                    <a:pt x="111" y="1978"/>
                    <a:pt x="122" y="1981"/>
                  </a:cubicBezTo>
                  <a:cubicBezTo>
                    <a:pt x="192" y="2004"/>
                    <a:pt x="200" y="2010"/>
                    <a:pt x="211" y="2012"/>
                  </a:cubicBezTo>
                  <a:cubicBezTo>
                    <a:pt x="263" y="2031"/>
                    <a:pt x="270" y="2031"/>
                    <a:pt x="272" y="2036"/>
                  </a:cubicBezTo>
                  <a:cubicBezTo>
                    <a:pt x="314" y="2054"/>
                    <a:pt x="326" y="2056"/>
                    <a:pt x="335" y="2062"/>
                  </a:cubicBezTo>
                  <a:cubicBezTo>
                    <a:pt x="402" y="2103"/>
                    <a:pt x="410" y="2103"/>
                    <a:pt x="413" y="2109"/>
                  </a:cubicBezTo>
                  <a:cubicBezTo>
                    <a:pt x="439" y="2128"/>
                    <a:pt x="442" y="2130"/>
                    <a:pt x="445" y="2131"/>
                  </a:cubicBezTo>
                  <a:cubicBezTo>
                    <a:pt x="473" y="2160"/>
                    <a:pt x="473" y="2160"/>
                    <a:pt x="473" y="2160"/>
                  </a:cubicBezTo>
                  <a:cubicBezTo>
                    <a:pt x="521" y="2147"/>
                    <a:pt x="516" y="2139"/>
                    <a:pt x="524" y="2139"/>
                  </a:cubicBezTo>
                  <a:close/>
                  <a:moveTo>
                    <a:pt x="452" y="1733"/>
                  </a:moveTo>
                  <a:cubicBezTo>
                    <a:pt x="454" y="1730"/>
                    <a:pt x="456" y="1727"/>
                    <a:pt x="458" y="1724"/>
                  </a:cubicBezTo>
                  <a:cubicBezTo>
                    <a:pt x="465" y="1726"/>
                    <a:pt x="453" y="1729"/>
                    <a:pt x="456" y="1735"/>
                  </a:cubicBezTo>
                  <a:cubicBezTo>
                    <a:pt x="453" y="1737"/>
                    <a:pt x="452" y="1741"/>
                    <a:pt x="450" y="1744"/>
                  </a:cubicBezTo>
                  <a:cubicBezTo>
                    <a:pt x="443" y="1741"/>
                    <a:pt x="454" y="1738"/>
                    <a:pt x="452" y="1733"/>
                  </a:cubicBezTo>
                  <a:close/>
                  <a:moveTo>
                    <a:pt x="440" y="1760"/>
                  </a:moveTo>
                  <a:cubicBezTo>
                    <a:pt x="442" y="1755"/>
                    <a:pt x="444" y="1751"/>
                    <a:pt x="446" y="1746"/>
                  </a:cubicBezTo>
                  <a:cubicBezTo>
                    <a:pt x="452" y="1748"/>
                    <a:pt x="442" y="1753"/>
                    <a:pt x="445" y="1759"/>
                  </a:cubicBezTo>
                  <a:cubicBezTo>
                    <a:pt x="441" y="1763"/>
                    <a:pt x="438" y="1767"/>
                    <a:pt x="437" y="1773"/>
                  </a:cubicBezTo>
                  <a:cubicBezTo>
                    <a:pt x="432" y="1771"/>
                    <a:pt x="438" y="1762"/>
                    <a:pt x="440" y="1760"/>
                  </a:cubicBezTo>
                  <a:close/>
                  <a:moveTo>
                    <a:pt x="424" y="1798"/>
                  </a:moveTo>
                  <a:cubicBezTo>
                    <a:pt x="427" y="1792"/>
                    <a:pt x="424" y="1802"/>
                    <a:pt x="424" y="1805"/>
                  </a:cubicBezTo>
                  <a:cubicBezTo>
                    <a:pt x="420" y="1803"/>
                    <a:pt x="423" y="1801"/>
                    <a:pt x="424" y="1798"/>
                  </a:cubicBezTo>
                  <a:close/>
                  <a:moveTo>
                    <a:pt x="399" y="1754"/>
                  </a:moveTo>
                  <a:cubicBezTo>
                    <a:pt x="404" y="1754"/>
                    <a:pt x="400" y="1761"/>
                    <a:pt x="399" y="1763"/>
                  </a:cubicBezTo>
                  <a:cubicBezTo>
                    <a:pt x="393" y="1762"/>
                    <a:pt x="401" y="1758"/>
                    <a:pt x="399" y="1754"/>
                  </a:cubicBezTo>
                  <a:close/>
                  <a:moveTo>
                    <a:pt x="390" y="1787"/>
                  </a:moveTo>
                  <a:cubicBezTo>
                    <a:pt x="394" y="1782"/>
                    <a:pt x="390" y="1791"/>
                    <a:pt x="390" y="1794"/>
                  </a:cubicBezTo>
                  <a:cubicBezTo>
                    <a:pt x="386" y="1793"/>
                    <a:pt x="390" y="1790"/>
                    <a:pt x="390" y="1787"/>
                  </a:cubicBezTo>
                  <a:close/>
                  <a:moveTo>
                    <a:pt x="217" y="1469"/>
                  </a:moveTo>
                  <a:cubicBezTo>
                    <a:pt x="217" y="1468"/>
                    <a:pt x="217" y="1467"/>
                    <a:pt x="216" y="1465"/>
                  </a:cubicBezTo>
                  <a:cubicBezTo>
                    <a:pt x="221" y="1464"/>
                    <a:pt x="221" y="1468"/>
                    <a:pt x="221" y="1471"/>
                  </a:cubicBezTo>
                  <a:cubicBezTo>
                    <a:pt x="220" y="1471"/>
                    <a:pt x="219" y="1469"/>
                    <a:pt x="217" y="1469"/>
                  </a:cubicBezTo>
                  <a:close/>
                  <a:moveTo>
                    <a:pt x="234" y="1492"/>
                  </a:moveTo>
                  <a:cubicBezTo>
                    <a:pt x="235" y="1486"/>
                    <a:pt x="239" y="1497"/>
                    <a:pt x="243" y="1496"/>
                  </a:cubicBezTo>
                  <a:cubicBezTo>
                    <a:pt x="243" y="1499"/>
                    <a:pt x="243" y="1502"/>
                    <a:pt x="245" y="1502"/>
                  </a:cubicBezTo>
                  <a:cubicBezTo>
                    <a:pt x="241" y="1509"/>
                    <a:pt x="239" y="1493"/>
                    <a:pt x="234" y="1492"/>
                  </a:cubicBezTo>
                  <a:close/>
                  <a:moveTo>
                    <a:pt x="288" y="1609"/>
                  </a:moveTo>
                  <a:cubicBezTo>
                    <a:pt x="292" y="1610"/>
                    <a:pt x="294" y="1614"/>
                    <a:pt x="295" y="1619"/>
                  </a:cubicBezTo>
                  <a:cubicBezTo>
                    <a:pt x="291" y="1618"/>
                    <a:pt x="289" y="1614"/>
                    <a:pt x="288" y="1609"/>
                  </a:cubicBezTo>
                  <a:close/>
                  <a:moveTo>
                    <a:pt x="307" y="1605"/>
                  </a:moveTo>
                  <a:cubicBezTo>
                    <a:pt x="302" y="1602"/>
                    <a:pt x="305" y="1590"/>
                    <a:pt x="301" y="1586"/>
                  </a:cubicBezTo>
                  <a:cubicBezTo>
                    <a:pt x="305" y="1588"/>
                    <a:pt x="307" y="1588"/>
                    <a:pt x="310" y="1585"/>
                  </a:cubicBezTo>
                  <a:cubicBezTo>
                    <a:pt x="308" y="1574"/>
                    <a:pt x="312" y="1569"/>
                    <a:pt x="313" y="1561"/>
                  </a:cubicBezTo>
                  <a:cubicBezTo>
                    <a:pt x="313" y="1553"/>
                    <a:pt x="319" y="1567"/>
                    <a:pt x="313" y="1565"/>
                  </a:cubicBezTo>
                  <a:cubicBezTo>
                    <a:pt x="315" y="1582"/>
                    <a:pt x="308" y="1591"/>
                    <a:pt x="307" y="1605"/>
                  </a:cubicBezTo>
                  <a:close/>
                  <a:moveTo>
                    <a:pt x="359" y="1783"/>
                  </a:moveTo>
                  <a:cubicBezTo>
                    <a:pt x="351" y="1782"/>
                    <a:pt x="356" y="1772"/>
                    <a:pt x="358" y="1768"/>
                  </a:cubicBezTo>
                  <a:cubicBezTo>
                    <a:pt x="365" y="1770"/>
                    <a:pt x="356" y="1776"/>
                    <a:pt x="359" y="1783"/>
                  </a:cubicBezTo>
                  <a:close/>
                  <a:moveTo>
                    <a:pt x="388" y="2010"/>
                  </a:moveTo>
                  <a:cubicBezTo>
                    <a:pt x="384" y="2012"/>
                    <a:pt x="382" y="2009"/>
                    <a:pt x="379" y="2009"/>
                  </a:cubicBezTo>
                  <a:cubicBezTo>
                    <a:pt x="376" y="2005"/>
                    <a:pt x="372" y="2001"/>
                    <a:pt x="368" y="1999"/>
                  </a:cubicBezTo>
                  <a:cubicBezTo>
                    <a:pt x="362" y="1998"/>
                    <a:pt x="359" y="1993"/>
                    <a:pt x="354" y="1991"/>
                  </a:cubicBezTo>
                  <a:cubicBezTo>
                    <a:pt x="350" y="1988"/>
                    <a:pt x="344" y="1987"/>
                    <a:pt x="340" y="1983"/>
                  </a:cubicBezTo>
                  <a:cubicBezTo>
                    <a:pt x="330" y="1979"/>
                    <a:pt x="323" y="1971"/>
                    <a:pt x="311" y="1970"/>
                  </a:cubicBezTo>
                  <a:cubicBezTo>
                    <a:pt x="304" y="1963"/>
                    <a:pt x="290" y="1963"/>
                    <a:pt x="284" y="1954"/>
                  </a:cubicBezTo>
                  <a:cubicBezTo>
                    <a:pt x="260" y="1951"/>
                    <a:pt x="240" y="1944"/>
                    <a:pt x="223" y="1932"/>
                  </a:cubicBezTo>
                  <a:cubicBezTo>
                    <a:pt x="211" y="1932"/>
                    <a:pt x="203" y="1927"/>
                    <a:pt x="192" y="1926"/>
                  </a:cubicBezTo>
                  <a:cubicBezTo>
                    <a:pt x="186" y="1920"/>
                    <a:pt x="173" y="1921"/>
                    <a:pt x="167" y="1915"/>
                  </a:cubicBezTo>
                  <a:cubicBezTo>
                    <a:pt x="156" y="1913"/>
                    <a:pt x="149" y="1908"/>
                    <a:pt x="138" y="1906"/>
                  </a:cubicBezTo>
                  <a:cubicBezTo>
                    <a:pt x="129" y="1903"/>
                    <a:pt x="123" y="1897"/>
                    <a:pt x="111" y="1897"/>
                  </a:cubicBezTo>
                  <a:cubicBezTo>
                    <a:pt x="119" y="1888"/>
                    <a:pt x="125" y="1901"/>
                    <a:pt x="135" y="1897"/>
                  </a:cubicBezTo>
                  <a:cubicBezTo>
                    <a:pt x="143" y="1899"/>
                    <a:pt x="151" y="1901"/>
                    <a:pt x="162" y="1900"/>
                  </a:cubicBezTo>
                  <a:cubicBezTo>
                    <a:pt x="165" y="1904"/>
                    <a:pt x="173" y="1902"/>
                    <a:pt x="177" y="1905"/>
                  </a:cubicBezTo>
                  <a:cubicBezTo>
                    <a:pt x="183" y="1906"/>
                    <a:pt x="188" y="1907"/>
                    <a:pt x="191" y="1911"/>
                  </a:cubicBezTo>
                  <a:cubicBezTo>
                    <a:pt x="203" y="1911"/>
                    <a:pt x="209" y="1918"/>
                    <a:pt x="222" y="1917"/>
                  </a:cubicBezTo>
                  <a:cubicBezTo>
                    <a:pt x="230" y="1923"/>
                    <a:pt x="243" y="1923"/>
                    <a:pt x="251" y="1928"/>
                  </a:cubicBezTo>
                  <a:cubicBezTo>
                    <a:pt x="260" y="1933"/>
                    <a:pt x="268" y="1937"/>
                    <a:pt x="278" y="1939"/>
                  </a:cubicBezTo>
                  <a:cubicBezTo>
                    <a:pt x="282" y="1943"/>
                    <a:pt x="288" y="1944"/>
                    <a:pt x="292" y="1947"/>
                  </a:cubicBezTo>
                  <a:cubicBezTo>
                    <a:pt x="294" y="1949"/>
                    <a:pt x="297" y="1949"/>
                    <a:pt x="301" y="1949"/>
                  </a:cubicBezTo>
                  <a:cubicBezTo>
                    <a:pt x="300" y="1953"/>
                    <a:pt x="303" y="1953"/>
                    <a:pt x="305" y="1953"/>
                  </a:cubicBezTo>
                  <a:cubicBezTo>
                    <a:pt x="313" y="1958"/>
                    <a:pt x="323" y="1961"/>
                    <a:pt x="328" y="1969"/>
                  </a:cubicBezTo>
                  <a:cubicBezTo>
                    <a:pt x="335" y="1968"/>
                    <a:pt x="337" y="1973"/>
                    <a:pt x="340" y="1977"/>
                  </a:cubicBezTo>
                  <a:cubicBezTo>
                    <a:pt x="344" y="1976"/>
                    <a:pt x="345" y="1979"/>
                    <a:pt x="349" y="1978"/>
                  </a:cubicBezTo>
                  <a:cubicBezTo>
                    <a:pt x="348" y="1982"/>
                    <a:pt x="351" y="1982"/>
                    <a:pt x="353" y="1982"/>
                  </a:cubicBezTo>
                  <a:cubicBezTo>
                    <a:pt x="354" y="1988"/>
                    <a:pt x="363" y="1986"/>
                    <a:pt x="365" y="1990"/>
                  </a:cubicBezTo>
                  <a:cubicBezTo>
                    <a:pt x="371" y="1991"/>
                    <a:pt x="372" y="1996"/>
                    <a:pt x="378" y="1996"/>
                  </a:cubicBezTo>
                  <a:cubicBezTo>
                    <a:pt x="382" y="2003"/>
                    <a:pt x="388" y="2008"/>
                    <a:pt x="395" y="2012"/>
                  </a:cubicBezTo>
                  <a:cubicBezTo>
                    <a:pt x="395" y="2018"/>
                    <a:pt x="388" y="2013"/>
                    <a:pt x="388" y="2010"/>
                  </a:cubicBezTo>
                  <a:close/>
                  <a:moveTo>
                    <a:pt x="596" y="2107"/>
                  </a:moveTo>
                  <a:cubicBezTo>
                    <a:pt x="598" y="2103"/>
                    <a:pt x="602" y="2098"/>
                    <a:pt x="604" y="2094"/>
                  </a:cubicBezTo>
                  <a:cubicBezTo>
                    <a:pt x="619" y="2080"/>
                    <a:pt x="618" y="2072"/>
                    <a:pt x="622" y="2068"/>
                  </a:cubicBezTo>
                  <a:cubicBezTo>
                    <a:pt x="660" y="2019"/>
                    <a:pt x="661" y="2017"/>
                    <a:pt x="662" y="2015"/>
                  </a:cubicBezTo>
                  <a:cubicBezTo>
                    <a:pt x="680" y="1994"/>
                    <a:pt x="677" y="1985"/>
                    <a:pt x="684" y="1985"/>
                  </a:cubicBezTo>
                  <a:cubicBezTo>
                    <a:pt x="699" y="1956"/>
                    <a:pt x="701" y="1954"/>
                    <a:pt x="703" y="1953"/>
                  </a:cubicBezTo>
                  <a:cubicBezTo>
                    <a:pt x="735" y="1903"/>
                    <a:pt x="744" y="1884"/>
                    <a:pt x="752" y="1865"/>
                  </a:cubicBezTo>
                  <a:cubicBezTo>
                    <a:pt x="765" y="1831"/>
                    <a:pt x="766" y="1825"/>
                    <a:pt x="768" y="1820"/>
                  </a:cubicBezTo>
                  <a:cubicBezTo>
                    <a:pt x="769" y="1817"/>
                    <a:pt x="760" y="1822"/>
                    <a:pt x="761" y="1836"/>
                  </a:cubicBezTo>
                  <a:cubicBezTo>
                    <a:pt x="728" y="1898"/>
                    <a:pt x="723" y="1908"/>
                    <a:pt x="718" y="1917"/>
                  </a:cubicBezTo>
                  <a:cubicBezTo>
                    <a:pt x="702" y="1935"/>
                    <a:pt x="702" y="1939"/>
                    <a:pt x="700" y="1940"/>
                  </a:cubicBezTo>
                  <a:cubicBezTo>
                    <a:pt x="676" y="1974"/>
                    <a:pt x="673" y="1984"/>
                    <a:pt x="667" y="1991"/>
                  </a:cubicBezTo>
                  <a:cubicBezTo>
                    <a:pt x="648" y="2019"/>
                    <a:pt x="646" y="2019"/>
                    <a:pt x="647" y="2023"/>
                  </a:cubicBezTo>
                  <a:cubicBezTo>
                    <a:pt x="633" y="2043"/>
                    <a:pt x="628" y="2045"/>
                    <a:pt x="625" y="2048"/>
                  </a:cubicBezTo>
                  <a:cubicBezTo>
                    <a:pt x="609" y="2076"/>
                    <a:pt x="604" y="2078"/>
                    <a:pt x="601" y="2081"/>
                  </a:cubicBezTo>
                  <a:cubicBezTo>
                    <a:pt x="576" y="2118"/>
                    <a:pt x="578" y="2126"/>
                    <a:pt x="571" y="2127"/>
                  </a:cubicBezTo>
                  <a:cubicBezTo>
                    <a:pt x="556" y="2155"/>
                    <a:pt x="554" y="2157"/>
                    <a:pt x="553" y="2160"/>
                  </a:cubicBezTo>
                  <a:cubicBezTo>
                    <a:pt x="565" y="2157"/>
                    <a:pt x="568" y="2155"/>
                    <a:pt x="566" y="2151"/>
                  </a:cubicBezTo>
                  <a:cubicBezTo>
                    <a:pt x="593" y="2117"/>
                    <a:pt x="590" y="2108"/>
                    <a:pt x="596" y="2107"/>
                  </a:cubicBezTo>
                  <a:close/>
                  <a:moveTo>
                    <a:pt x="556" y="2121"/>
                  </a:moveTo>
                  <a:cubicBezTo>
                    <a:pt x="555" y="2115"/>
                    <a:pt x="559" y="2113"/>
                    <a:pt x="561" y="2110"/>
                  </a:cubicBezTo>
                  <a:cubicBezTo>
                    <a:pt x="585" y="2064"/>
                    <a:pt x="590" y="2064"/>
                    <a:pt x="591" y="2060"/>
                  </a:cubicBezTo>
                  <a:cubicBezTo>
                    <a:pt x="608" y="2038"/>
                    <a:pt x="607" y="2033"/>
                    <a:pt x="610" y="2030"/>
                  </a:cubicBezTo>
                  <a:cubicBezTo>
                    <a:pt x="638" y="2004"/>
                    <a:pt x="636" y="1993"/>
                    <a:pt x="645" y="1992"/>
                  </a:cubicBezTo>
                  <a:cubicBezTo>
                    <a:pt x="664" y="1965"/>
                    <a:pt x="667" y="1963"/>
                    <a:pt x="666" y="1958"/>
                  </a:cubicBezTo>
                  <a:cubicBezTo>
                    <a:pt x="682" y="1941"/>
                    <a:pt x="684" y="1938"/>
                    <a:pt x="687" y="1937"/>
                  </a:cubicBezTo>
                  <a:cubicBezTo>
                    <a:pt x="710" y="1898"/>
                    <a:pt x="721" y="1889"/>
                    <a:pt x="726" y="1875"/>
                  </a:cubicBezTo>
                  <a:cubicBezTo>
                    <a:pt x="749" y="1838"/>
                    <a:pt x="750" y="1835"/>
                    <a:pt x="749" y="1830"/>
                  </a:cubicBezTo>
                  <a:cubicBezTo>
                    <a:pt x="766" y="1792"/>
                    <a:pt x="762" y="1780"/>
                    <a:pt x="770" y="1778"/>
                  </a:cubicBezTo>
                  <a:cubicBezTo>
                    <a:pt x="774" y="1706"/>
                    <a:pt x="781" y="1717"/>
                    <a:pt x="776" y="1719"/>
                  </a:cubicBezTo>
                  <a:cubicBezTo>
                    <a:pt x="771" y="1756"/>
                    <a:pt x="768" y="1760"/>
                    <a:pt x="767" y="1765"/>
                  </a:cubicBezTo>
                  <a:cubicBezTo>
                    <a:pt x="751" y="1811"/>
                    <a:pt x="751" y="1818"/>
                    <a:pt x="746" y="1819"/>
                  </a:cubicBezTo>
                  <a:cubicBezTo>
                    <a:pt x="726" y="1861"/>
                    <a:pt x="723" y="1864"/>
                    <a:pt x="721" y="1869"/>
                  </a:cubicBezTo>
                  <a:cubicBezTo>
                    <a:pt x="686" y="1918"/>
                    <a:pt x="687" y="1914"/>
                    <a:pt x="683" y="1918"/>
                  </a:cubicBezTo>
                  <a:cubicBezTo>
                    <a:pt x="665" y="1944"/>
                    <a:pt x="666" y="1949"/>
                    <a:pt x="661" y="1950"/>
                  </a:cubicBezTo>
                  <a:cubicBezTo>
                    <a:pt x="649" y="1969"/>
                    <a:pt x="647" y="1972"/>
                    <a:pt x="646" y="1975"/>
                  </a:cubicBezTo>
                  <a:cubicBezTo>
                    <a:pt x="622" y="2004"/>
                    <a:pt x="620" y="2011"/>
                    <a:pt x="614" y="2014"/>
                  </a:cubicBezTo>
                  <a:cubicBezTo>
                    <a:pt x="595" y="2042"/>
                    <a:pt x="587" y="2040"/>
                    <a:pt x="590" y="2047"/>
                  </a:cubicBezTo>
                  <a:cubicBezTo>
                    <a:pt x="566" y="2088"/>
                    <a:pt x="559" y="2090"/>
                    <a:pt x="556" y="2097"/>
                  </a:cubicBezTo>
                  <a:cubicBezTo>
                    <a:pt x="535" y="2141"/>
                    <a:pt x="528" y="2144"/>
                    <a:pt x="527" y="2151"/>
                  </a:cubicBezTo>
                  <a:cubicBezTo>
                    <a:pt x="533" y="2157"/>
                    <a:pt x="535" y="2153"/>
                    <a:pt x="538" y="2151"/>
                  </a:cubicBezTo>
                  <a:cubicBezTo>
                    <a:pt x="549" y="2125"/>
                    <a:pt x="552" y="2123"/>
                    <a:pt x="556" y="212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</p:sp>
      </p:grpSp>
      <p:sp>
        <p:nvSpPr>
          <p:cNvPr id="13" name="Freeform 57">
            <a:extLst>
              <a:ext uri="{FF2B5EF4-FFF2-40B4-BE49-F238E27FC236}">
                <a16:creationId xmlns:a16="http://schemas.microsoft.com/office/drawing/2014/main" id="{57AEB73D-F521-4B19-820F-12DB6BCC8406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 bwMode="auto">
          <a:xfrm>
            <a:off x="4456113" y="31750"/>
            <a:ext cx="0" cy="1588"/>
          </a:xfrm>
          <a:custGeom>
            <a:avLst/>
            <a:gdLst/>
            <a:ahLst/>
            <a:cxnLst/>
            <a:rect l="0" t="0" r="r" b="b"/>
            <a:pathLst>
              <a:path w="2" h="2">
                <a:moveTo>
                  <a:pt x="0" y="0"/>
                </a:moveTo>
                <a:lnTo>
                  <a:pt x="2" y="0"/>
                </a:lnTo>
                <a:lnTo>
                  <a:pt x="0" y="2"/>
                </a:lnTo>
                <a:lnTo>
                  <a:pt x="0" y="0"/>
                </a:lnTo>
                <a:close/>
              </a:path>
            </a:pathLst>
          </a:custGeom>
          <a:solidFill>
            <a:srgbClr val="30466D"/>
          </a:solidFill>
          <a:ln w="0">
            <a:solidFill>
              <a:srgbClr val="30466D"/>
            </a:solidFill>
            <a:prstDash val="solid"/>
            <a:round/>
            <a:headEnd/>
            <a:tailEnd/>
          </a:ln>
        </p:spPr>
      </p:sp>
      <p:grpSp>
        <p:nvGrpSpPr>
          <p:cNvPr id="15" name="Group 14">
            <a:extLst>
              <a:ext uri="{FF2B5EF4-FFF2-40B4-BE49-F238E27FC236}">
                <a16:creationId xmlns:a16="http://schemas.microsoft.com/office/drawing/2014/main" id="{173F2476-AF66-478D-98AC-4E572A85CCCE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GrpSpPr>
            <a:grpSpLocks noGrp="1" noUngrp="1" noRot="1" noChangeAspect="1" noMove="1" noResize="1"/>
          </p:cNvGrp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GrpSpPr>
        <p:grpSpPr>
          <a:xfrm>
            <a:off x="7320300" y="467784"/>
            <a:ext cx="4875213" cy="5922963"/>
            <a:chOff x="7320300" y="467784"/>
            <a:chExt cx="4875213" cy="5922963"/>
          </a:xfrm>
        </p:grpSpPr>
        <p:sp>
          <p:nvSpPr>
            <p:cNvPr id="16" name="Freeform 206">
              <a:extLst>
                <a:ext uri="{FF2B5EF4-FFF2-40B4-BE49-F238E27FC236}">
                  <a16:creationId xmlns:a16="http://schemas.microsoft.com/office/drawing/2014/main" id="{C1FF5215-F946-48D6-BA7C-5BCEBE2D1669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 bwMode="auto">
            <a:xfrm>
              <a:off x="7320300" y="467784"/>
              <a:ext cx="4875213" cy="5922963"/>
            </a:xfrm>
            <a:custGeom>
              <a:avLst/>
              <a:gdLst/>
              <a:ahLst/>
              <a:cxnLst/>
              <a:rect l="0" t="0" r="r" b="b"/>
              <a:pathLst>
                <a:path w="3071" h="3731">
                  <a:moveTo>
                    <a:pt x="199" y="0"/>
                  </a:moveTo>
                  <a:lnTo>
                    <a:pt x="3071" y="0"/>
                  </a:lnTo>
                  <a:lnTo>
                    <a:pt x="3071" y="3731"/>
                  </a:lnTo>
                  <a:lnTo>
                    <a:pt x="199" y="3731"/>
                  </a:lnTo>
                  <a:lnTo>
                    <a:pt x="164" y="3728"/>
                  </a:lnTo>
                  <a:lnTo>
                    <a:pt x="130" y="3719"/>
                  </a:lnTo>
                  <a:lnTo>
                    <a:pt x="98" y="3704"/>
                  </a:lnTo>
                  <a:lnTo>
                    <a:pt x="71" y="3683"/>
                  </a:lnTo>
                  <a:lnTo>
                    <a:pt x="46" y="3660"/>
                  </a:lnTo>
                  <a:lnTo>
                    <a:pt x="27" y="3631"/>
                  </a:lnTo>
                  <a:lnTo>
                    <a:pt x="12" y="3601"/>
                  </a:lnTo>
                  <a:lnTo>
                    <a:pt x="3" y="3567"/>
                  </a:lnTo>
                  <a:lnTo>
                    <a:pt x="0" y="3531"/>
                  </a:lnTo>
                  <a:lnTo>
                    <a:pt x="0" y="199"/>
                  </a:lnTo>
                  <a:lnTo>
                    <a:pt x="3" y="164"/>
                  </a:lnTo>
                  <a:lnTo>
                    <a:pt x="12" y="130"/>
                  </a:lnTo>
                  <a:lnTo>
                    <a:pt x="27" y="98"/>
                  </a:lnTo>
                  <a:lnTo>
                    <a:pt x="46" y="71"/>
                  </a:lnTo>
                  <a:lnTo>
                    <a:pt x="71" y="46"/>
                  </a:lnTo>
                  <a:lnTo>
                    <a:pt x="98" y="27"/>
                  </a:lnTo>
                  <a:lnTo>
                    <a:pt x="130" y="12"/>
                  </a:lnTo>
                  <a:lnTo>
                    <a:pt x="164" y="2"/>
                  </a:lnTo>
                  <a:lnTo>
                    <a:pt x="199" y="0"/>
                  </a:lnTo>
                  <a:close/>
                </a:path>
              </a:pathLst>
            </a:custGeom>
            <a:solidFill>
              <a:schemeClr val="accent1">
                <a:lumMod val="75000"/>
              </a:schemeClr>
            </a:solidFill>
            <a:ln w="0">
              <a:noFill/>
              <a:prstDash val="solid"/>
              <a:round/>
              <a:headEnd/>
              <a:tailEnd/>
            </a:ln>
          </p:spPr>
        </p:sp>
        <p:sp>
          <p:nvSpPr>
            <p:cNvPr id="17" name="Freeform 211">
              <a:extLst>
                <a:ext uri="{FF2B5EF4-FFF2-40B4-BE49-F238E27FC236}">
                  <a16:creationId xmlns:a16="http://schemas.microsoft.com/office/drawing/2014/main" id="{E9B1CB7D-F5B1-40C6-9E55-F1314B9B581A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 bwMode="auto">
            <a:xfrm>
              <a:off x="7505469" y="661988"/>
              <a:ext cx="4686300" cy="5543550"/>
            </a:xfrm>
            <a:custGeom>
              <a:avLst/>
              <a:gdLst/>
              <a:ahLst/>
              <a:cxnLst/>
              <a:rect l="0" t="0" r="r" b="b"/>
              <a:pathLst>
                <a:path w="2952" h="3492">
                  <a:moveTo>
                    <a:pt x="79" y="0"/>
                  </a:moveTo>
                  <a:lnTo>
                    <a:pt x="2952" y="0"/>
                  </a:lnTo>
                  <a:lnTo>
                    <a:pt x="2952" y="25"/>
                  </a:lnTo>
                  <a:lnTo>
                    <a:pt x="79" y="25"/>
                  </a:lnTo>
                  <a:lnTo>
                    <a:pt x="62" y="27"/>
                  </a:lnTo>
                  <a:lnTo>
                    <a:pt x="48" y="35"/>
                  </a:lnTo>
                  <a:lnTo>
                    <a:pt x="35" y="47"/>
                  </a:lnTo>
                  <a:lnTo>
                    <a:pt x="26" y="63"/>
                  </a:lnTo>
                  <a:lnTo>
                    <a:pt x="24" y="80"/>
                  </a:lnTo>
                  <a:lnTo>
                    <a:pt x="24" y="3411"/>
                  </a:lnTo>
                  <a:lnTo>
                    <a:pt x="26" y="3429"/>
                  </a:lnTo>
                  <a:lnTo>
                    <a:pt x="35" y="3444"/>
                  </a:lnTo>
                  <a:lnTo>
                    <a:pt x="48" y="3457"/>
                  </a:lnTo>
                  <a:lnTo>
                    <a:pt x="62" y="3466"/>
                  </a:lnTo>
                  <a:lnTo>
                    <a:pt x="79" y="3468"/>
                  </a:lnTo>
                  <a:lnTo>
                    <a:pt x="2951" y="3468"/>
                  </a:lnTo>
                  <a:lnTo>
                    <a:pt x="2951" y="3492"/>
                  </a:lnTo>
                  <a:lnTo>
                    <a:pt x="79" y="3492"/>
                  </a:lnTo>
                  <a:lnTo>
                    <a:pt x="59" y="3489"/>
                  </a:lnTo>
                  <a:lnTo>
                    <a:pt x="40" y="3481"/>
                  </a:lnTo>
                  <a:lnTo>
                    <a:pt x="23" y="3469"/>
                  </a:lnTo>
                  <a:lnTo>
                    <a:pt x="11" y="3452"/>
                  </a:lnTo>
                  <a:lnTo>
                    <a:pt x="3" y="3433"/>
                  </a:lnTo>
                  <a:lnTo>
                    <a:pt x="0" y="3411"/>
                  </a:lnTo>
                  <a:lnTo>
                    <a:pt x="0" y="80"/>
                  </a:lnTo>
                  <a:lnTo>
                    <a:pt x="3" y="60"/>
                  </a:lnTo>
                  <a:lnTo>
                    <a:pt x="11" y="41"/>
                  </a:lnTo>
                  <a:lnTo>
                    <a:pt x="23" y="24"/>
                  </a:lnTo>
                  <a:lnTo>
                    <a:pt x="40" y="11"/>
                  </a:lnTo>
                  <a:lnTo>
                    <a:pt x="59" y="4"/>
                  </a:lnTo>
                  <a:lnTo>
                    <a:pt x="79" y="0"/>
                  </a:lnTo>
                  <a:close/>
                </a:path>
              </a:pathLst>
            </a:custGeom>
            <a:solidFill>
              <a:schemeClr val="bg2"/>
            </a:solidFill>
            <a:ln w="0">
              <a:noFill/>
              <a:prstDash val="solid"/>
              <a:round/>
              <a:headEnd/>
              <a:tailEnd/>
            </a:ln>
          </p:spPr>
        </p:sp>
        <p:cxnSp>
          <p:nvCxnSpPr>
            <p:cNvPr id="18" name="Straight Connector 17">
              <a:extLst>
                <a:ext uri="{FF2B5EF4-FFF2-40B4-BE49-F238E27FC236}">
                  <a16:creationId xmlns:a16="http://schemas.microsoft.com/office/drawing/2014/main" id="{BA0F5362-ECD6-4C1D-9DFE-15BF7094511A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Cxn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CxnSpPr>
          <p:spPr>
            <a:xfrm>
              <a:off x="8013399" y="4629095"/>
              <a:ext cx="694944" cy="0"/>
            </a:xfrm>
            <a:prstGeom prst="line">
              <a:avLst/>
            </a:prstGeom>
            <a:ln w="38100">
              <a:solidFill>
                <a:schemeClr val="bg2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 useBgFill="1">
        <p:nvSpPr>
          <p:cNvPr id="20" name="Rectangle 19">
            <a:extLst>
              <a:ext uri="{FF2B5EF4-FFF2-40B4-BE49-F238E27FC236}">
                <a16:creationId xmlns:a16="http://schemas.microsoft.com/office/drawing/2014/main" id="{582C4845-0D78-4D23-853C-D2B548EAEE50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0" y="0"/>
            <a:ext cx="12192000" cy="6858000"/>
          </a:xfrm>
          <a:prstGeom prst="rect">
            <a:avLst/>
          </a:prstGeom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BFAB032D-4BD4-45D0-BF30-191CCB225469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4976029" y="882138"/>
            <a:ext cx="6333655" cy="5093725"/>
          </a:xfrm>
        </p:spPr>
        <p:txBody>
          <a:bodyPr vert="horz" lIns="91440" tIns="45720" rIns="91440" bIns="45720" rtlCol="0" anchor="ctr">
            <a:normAutofit/>
          </a:bodyPr>
          <a:lstStyle/>
          <a:p>
            <a:pPr algn="l"/>
            <a:r>
              <a:rPr lang="tr-TR" sz="5400" dirty="0">
                <a:solidFill>
                  <a:schemeClr val="tx2"/>
                </a:solidFill>
              </a:rPr>
              <a:t>Steps of </a:t>
            </a:r>
            <a:r>
              <a:rPr lang="en-US" sz="5400" dirty="0">
                <a:solidFill>
                  <a:schemeClr val="tx2"/>
                </a:solidFill>
              </a:rPr>
              <a:t>Validation</a:t>
            </a:r>
          </a:p>
        </p:txBody>
      </p:sp>
      <p:sp>
        <p:nvSpPr>
          <p:cNvPr id="3" name="Text Placeholder 2">
            <a:extLst>
              <a:ext uri="{FF2B5EF4-FFF2-40B4-BE49-F238E27FC236}">
                <a16:creationId xmlns:a16="http://schemas.microsoft.com/office/drawing/2014/main" id="{0C0ACA9D-883C-4F7C-9CB0-39CA68809895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xfrm>
            <a:off x="1469570" y="882138"/>
            <a:ext cx="2862991" cy="5093725"/>
          </a:xfrm>
        </p:spPr>
        <p:txBody>
          <a:bodyPr vert="horz" lIns="91440" tIns="45720" rIns="91440" bIns="45720" rtlCol="0" anchor="ctr">
            <a:normAutofit/>
          </a:bodyPr>
          <a:lstStyle/>
          <a:p>
            <a:pPr algn="r">
              <a:spcBef>
                <a:spcPts val="930"/>
              </a:spcBef>
            </a:pPr>
            <a:r>
              <a:rPr lang="en-US" sz="2400">
                <a:solidFill>
                  <a:schemeClr val="tx2"/>
                </a:solidFill>
              </a:rPr>
              <a:t>Execution of Locking &amp; Unlocking Scripts</a:t>
            </a:r>
          </a:p>
        </p:txBody>
      </p:sp>
      <p:cxnSp>
        <p:nvCxnSpPr>
          <p:cNvPr id="22" name="Straight Connector 21">
            <a:extLst>
              <a:ext uri="{FF2B5EF4-FFF2-40B4-BE49-F238E27FC236}">
                <a16:creationId xmlns:a16="http://schemas.microsoft.com/office/drawing/2014/main" id="{4E5365E6-B851-45B6-821E-CBF24C76A2F8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CxnSpPr>
            <a:cxnSpLocks noGrp="1" noRot="1" noChangeAspect="1" noMove="1" noResize="1" noEditPoints="1" noAdjustHandles="1" noChangeArrowheads="1" noChangeShapeType="1"/>
          </p:cNvCxn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CxnSpPr>
        <p:spPr>
          <a:xfrm>
            <a:off x="4654296" y="1964872"/>
            <a:ext cx="0" cy="2928257"/>
          </a:xfrm>
          <a:prstGeom prst="line">
            <a:avLst/>
          </a:prstGeom>
          <a:ln w="12700"/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3469619977"/>
      </p:ext>
    </p:extLst>
  </p:cSld>
  <p:clrMapOvr>
    <a:masterClrMapping/>
  </p:clrMapOvr>
</p:sld>
</file>

<file path=ppt/slides/slide10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Content Placeholder 3">
            <a:extLst>
              <a:ext uri="{FF2B5EF4-FFF2-40B4-BE49-F238E27FC236}">
                <a16:creationId xmlns:a16="http://schemas.microsoft.com/office/drawing/2014/main" id="{A015B1AC-9312-47DF-8BC3-8611A723EF0E}"/>
              </a:ext>
            </a:extLst>
          </p:cNvPr>
          <p:cNvPicPr>
            <a:picLocks noGrp="1" noChangeAspect="1"/>
          </p:cNvPicPr>
          <p:nvPr>
            <p:ph idx="1"/>
          </p:nvPr>
        </p:nvPicPr>
        <p:blipFill>
          <a:blip r:embed="rId2"/>
          <a:stretch>
            <a:fillRect/>
          </a:stretch>
        </p:blipFill>
        <p:spPr>
          <a:xfrm>
            <a:off x="2360710" y="144380"/>
            <a:ext cx="8167486" cy="6569243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3080812095"/>
      </p:ext>
    </p:extLst>
  </p:cSld>
  <p:clrMapOvr>
    <a:masterClrMapping/>
  </p:clrMapOvr>
</p:sld>
</file>

<file path=ppt/slides/slide10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9" name="Content Placeholder 8">
            <a:extLst>
              <a:ext uri="{FF2B5EF4-FFF2-40B4-BE49-F238E27FC236}">
                <a16:creationId xmlns:a16="http://schemas.microsoft.com/office/drawing/2014/main" id="{08B36DF3-5C81-4CEA-A5A8-8FBBD7149D4A}"/>
              </a:ext>
            </a:extLst>
          </p:cNvPr>
          <p:cNvPicPr>
            <a:picLocks noGrp="1" noChangeAspect="1"/>
          </p:cNvPicPr>
          <p:nvPr>
            <p:ph idx="1"/>
          </p:nvPr>
        </p:nvPicPr>
        <p:blipFill>
          <a:blip r:embed="rId2"/>
          <a:stretch>
            <a:fillRect/>
          </a:stretch>
        </p:blipFill>
        <p:spPr>
          <a:xfrm>
            <a:off x="2454113" y="145111"/>
            <a:ext cx="6306664" cy="3332040"/>
          </a:xfrm>
          <a:prstGeom prst="rect">
            <a:avLst/>
          </a:prstGeom>
        </p:spPr>
      </p:pic>
      <p:pic>
        <p:nvPicPr>
          <p:cNvPr id="3" name="Content Placeholder 3">
            <a:extLst>
              <a:ext uri="{FF2B5EF4-FFF2-40B4-BE49-F238E27FC236}">
                <a16:creationId xmlns:a16="http://schemas.microsoft.com/office/drawing/2014/main" id="{6DF0D412-9427-4FF3-9A00-42AFB146C638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2428355" y="3429000"/>
            <a:ext cx="6392523" cy="3314561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2773821616"/>
      </p:ext>
    </p:extLst>
  </p:cSld>
  <p:clrMapOvr>
    <a:masterClrMapping/>
  </p:clrMapOvr>
</p:sld>
</file>

<file path=ppt/slides/slide10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 useBgFill="1">
        <p:nvSpPr>
          <p:cNvPr id="28" name="Rectangle 27">
            <a:extLst>
              <a:ext uri="{FF2B5EF4-FFF2-40B4-BE49-F238E27FC236}">
                <a16:creationId xmlns:a16="http://schemas.microsoft.com/office/drawing/2014/main" id="{29F21D33-7C72-4D9D-AB31-56CD5D229EB5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0" y="0"/>
            <a:ext cx="12192000" cy="6858000"/>
          </a:xfrm>
          <a:prstGeom prst="rect">
            <a:avLst/>
          </a:prstGeom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16AA1B8C-5C3D-4225-8F3D-AE51EA9A6B49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466230" y="2274276"/>
            <a:ext cx="3229574" cy="3821723"/>
          </a:xfrm>
        </p:spPr>
        <p:txBody>
          <a:bodyPr anchor="t">
            <a:normAutofit/>
          </a:bodyPr>
          <a:lstStyle/>
          <a:p>
            <a:pPr lvl="0"/>
            <a:r>
              <a:rPr lang="tr-TR" sz="3400"/>
              <a:t>Digital Signatures</a:t>
            </a:r>
            <a:endParaRPr lang="en-US" sz="3400"/>
          </a:p>
        </p:txBody>
      </p:sp>
      <p:cxnSp>
        <p:nvCxnSpPr>
          <p:cNvPr id="30" name="Straight Connector 29">
            <a:extLst>
              <a:ext uri="{FF2B5EF4-FFF2-40B4-BE49-F238E27FC236}">
                <a16:creationId xmlns:a16="http://schemas.microsoft.com/office/drawing/2014/main" id="{82F133EB-00E6-4683-85DC-CDF965164262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CxnSpPr>
            <a:cxnSpLocks noGrp="1" noRot="1" noChangeAspect="1" noMove="1" noResize="1" noEditPoints="1" noAdjustHandles="1" noChangeArrowheads="1" noChangeShapeType="1"/>
          </p:cNvCxn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CxnSpPr>
        <p:spPr>
          <a:xfrm>
            <a:off x="8466230" y="2050626"/>
            <a:ext cx="3227832" cy="0"/>
          </a:xfrm>
          <a:prstGeom prst="line">
            <a:avLst/>
          </a:prstGeom>
          <a:ln w="38100">
            <a:solidFill>
              <a:schemeClr val="accent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aphicFrame>
        <p:nvGraphicFramePr>
          <p:cNvPr id="4" name="İçerik Yer Tutucusu 3">
            <a:extLst>
              <a:ext uri="{FF2B5EF4-FFF2-40B4-BE49-F238E27FC236}">
                <a16:creationId xmlns:a16="http://schemas.microsoft.com/office/drawing/2014/main" id="{D039EC4D-9778-45E9-916E-CF604DBDCF4E}"/>
              </a:ext>
            </a:extLst>
          </p:cNvPr>
          <p:cNvGraphicFramePr>
            <a:graphicFrameLocks noGrp="1"/>
          </p:cNvGraphicFramePr>
          <p:nvPr>
            <p:ph idx="1"/>
            <p:extLst>
              <p:ext uri="{D42A27DB-BD31-4B8C-83A1-F6EECF244321}">
                <p14:modId xmlns:p14="http://schemas.microsoft.com/office/powerpoint/2010/main" val="3672067595"/>
              </p:ext>
            </p:extLst>
          </p:nvPr>
        </p:nvGraphicFramePr>
        <p:xfrm>
          <a:off x="642938" y="642938"/>
          <a:ext cx="7188200" cy="5572125"/>
        </p:xfrm>
        <a:graphic>
          <a:graphicData uri="http://schemas.openxmlformats.org/drawingml/2006/diagram">
            <dgm:relIds xmlns:dgm="http://schemas.openxmlformats.org/drawingml/2006/diagram" xmlns:r="http://schemas.openxmlformats.org/officeDocument/2006/relationships" r:dm="rId2" r:lo="rId3" r:qs="rId4" r:cs="rId5"/>
          </a:graphicData>
        </a:graphic>
      </p:graphicFrame>
    </p:spTree>
    <p:extLst>
      <p:ext uri="{BB962C8B-B14F-4D97-AF65-F5344CB8AC3E}">
        <p14:creationId xmlns:p14="http://schemas.microsoft.com/office/powerpoint/2010/main" val="4285125490"/>
      </p:ext>
    </p:extLst>
  </p:cSld>
  <p:clrMapOvr>
    <a:masterClrMapping/>
  </p:clrMapOvr>
</p:sld>
</file>

<file path=ppt/slides/slide10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Rectangle 8">
            <a:extLst>
              <a:ext uri="{FF2B5EF4-FFF2-40B4-BE49-F238E27FC236}">
                <a16:creationId xmlns:a16="http://schemas.microsoft.com/office/drawing/2014/main" id="{8307893A-9361-4AD3-A98C-AB26519D54AD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BDF7CBD5-A3B9-4C93-ADAF-26E63429B55D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846580" y="568345"/>
            <a:ext cx="9701953" cy="1560716"/>
          </a:xfrm>
        </p:spPr>
        <p:txBody>
          <a:bodyPr>
            <a:normAutofit/>
          </a:bodyPr>
          <a:lstStyle/>
          <a:p>
            <a:r>
              <a:rPr lang="tr-TR" dirty="0"/>
              <a:t>Digital Signatures (ECDSA)</a:t>
            </a:r>
          </a:p>
        </p:txBody>
      </p:sp>
      <p:cxnSp>
        <p:nvCxnSpPr>
          <p:cNvPr id="11" name="Straight Connector 10">
            <a:extLst>
              <a:ext uri="{FF2B5EF4-FFF2-40B4-BE49-F238E27FC236}">
                <a16:creationId xmlns:a16="http://schemas.microsoft.com/office/drawing/2014/main" id="{F1534FA6-97DA-4524-BBD3-450AE51EF930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CxnSpPr>
            <a:cxnSpLocks noGrp="1" noRot="1" noChangeAspect="1" noMove="1" noResize="1" noEditPoints="1" noAdjustHandles="1" noChangeArrowheads="1" noChangeShapeType="1"/>
          </p:cNvCxn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CxnSpPr>
        <p:spPr>
          <a:xfrm>
            <a:off x="1846580" y="2176009"/>
            <a:ext cx="9701953" cy="0"/>
          </a:xfrm>
          <a:prstGeom prst="line">
            <a:avLst/>
          </a:prstGeom>
          <a:ln w="38100">
            <a:solidFill>
              <a:schemeClr val="accent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aphicFrame>
        <p:nvGraphicFramePr>
          <p:cNvPr id="4" name="İçerik Yer Tutucusu 3">
            <a:extLst>
              <a:ext uri="{FF2B5EF4-FFF2-40B4-BE49-F238E27FC236}">
                <a16:creationId xmlns:a16="http://schemas.microsoft.com/office/drawing/2014/main" id="{F0B5B51E-E990-4C1B-98F2-086CEE6B6E00}"/>
              </a:ext>
            </a:extLst>
          </p:cNvPr>
          <p:cNvGraphicFramePr>
            <a:graphicFrameLocks noGrp="1"/>
          </p:cNvGraphicFramePr>
          <p:nvPr>
            <p:ph idx="1"/>
            <p:extLst>
              <p:ext uri="{D42A27DB-BD31-4B8C-83A1-F6EECF244321}">
                <p14:modId xmlns:p14="http://schemas.microsoft.com/office/powerpoint/2010/main" val="3222845581"/>
              </p:ext>
            </p:extLst>
          </p:nvPr>
        </p:nvGraphicFramePr>
        <p:xfrm>
          <a:off x="1846580" y="2438400"/>
          <a:ext cx="9701953" cy="3651250"/>
        </p:xfrm>
        <a:graphic>
          <a:graphicData uri="http://schemas.openxmlformats.org/drawingml/2006/diagram">
            <dgm:relIds xmlns:dgm="http://schemas.openxmlformats.org/drawingml/2006/diagram" xmlns:r="http://schemas.openxmlformats.org/officeDocument/2006/relationships" r:dm="rId2" r:lo="rId3" r:qs="rId4" r:cs="rId5"/>
          </a:graphicData>
        </a:graphic>
      </p:graphicFrame>
    </p:spTree>
    <p:extLst>
      <p:ext uri="{BB962C8B-B14F-4D97-AF65-F5344CB8AC3E}">
        <p14:creationId xmlns:p14="http://schemas.microsoft.com/office/powerpoint/2010/main" val="3589832616"/>
      </p:ext>
    </p:extLst>
  </p:cSld>
  <p:clrMapOvr>
    <a:masterClrMapping/>
  </p:clrMapOvr>
</p:sld>
</file>

<file path=ppt/slides/slide10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Rectangle 8">
            <a:extLst>
              <a:ext uri="{FF2B5EF4-FFF2-40B4-BE49-F238E27FC236}">
                <a16:creationId xmlns:a16="http://schemas.microsoft.com/office/drawing/2014/main" id="{8307893A-9361-4AD3-A98C-AB26519D54AD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01897FD9-4805-4948-A722-69CC1A3D5AA1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846580" y="568345"/>
            <a:ext cx="9701953" cy="1560716"/>
          </a:xfrm>
        </p:spPr>
        <p:txBody>
          <a:bodyPr>
            <a:normAutofit/>
          </a:bodyPr>
          <a:lstStyle/>
          <a:p>
            <a:r>
              <a:rPr lang="tr-TR" dirty="0"/>
              <a:t>Digital Signature Usage</a:t>
            </a:r>
          </a:p>
        </p:txBody>
      </p:sp>
      <p:cxnSp>
        <p:nvCxnSpPr>
          <p:cNvPr id="11" name="Straight Connector 10">
            <a:extLst>
              <a:ext uri="{FF2B5EF4-FFF2-40B4-BE49-F238E27FC236}">
                <a16:creationId xmlns:a16="http://schemas.microsoft.com/office/drawing/2014/main" id="{F1534FA6-97DA-4524-BBD3-450AE51EF930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CxnSpPr>
            <a:cxnSpLocks noGrp="1" noRot="1" noChangeAspect="1" noMove="1" noResize="1" noEditPoints="1" noAdjustHandles="1" noChangeArrowheads="1" noChangeShapeType="1"/>
          </p:cNvCxn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CxnSpPr>
        <p:spPr>
          <a:xfrm>
            <a:off x="1846580" y="2176009"/>
            <a:ext cx="9701953" cy="0"/>
          </a:xfrm>
          <a:prstGeom prst="line">
            <a:avLst/>
          </a:prstGeom>
          <a:ln w="38100">
            <a:solidFill>
              <a:schemeClr val="accent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aphicFrame>
        <p:nvGraphicFramePr>
          <p:cNvPr id="4" name="İçerik Yer Tutucusu 3">
            <a:extLst>
              <a:ext uri="{FF2B5EF4-FFF2-40B4-BE49-F238E27FC236}">
                <a16:creationId xmlns:a16="http://schemas.microsoft.com/office/drawing/2014/main" id="{3A11169C-E3A1-413D-8BA2-65642E2EB4BB}"/>
              </a:ext>
            </a:extLst>
          </p:cNvPr>
          <p:cNvGraphicFramePr>
            <a:graphicFrameLocks noGrp="1"/>
          </p:cNvGraphicFramePr>
          <p:nvPr>
            <p:ph idx="1"/>
            <p:extLst>
              <p:ext uri="{D42A27DB-BD31-4B8C-83A1-F6EECF244321}">
                <p14:modId xmlns:p14="http://schemas.microsoft.com/office/powerpoint/2010/main" val="4288838520"/>
              </p:ext>
            </p:extLst>
          </p:nvPr>
        </p:nvGraphicFramePr>
        <p:xfrm>
          <a:off x="1846580" y="2438400"/>
          <a:ext cx="9701953" cy="3651250"/>
        </p:xfrm>
        <a:graphic>
          <a:graphicData uri="http://schemas.openxmlformats.org/drawingml/2006/diagram">
            <dgm:relIds xmlns:dgm="http://schemas.openxmlformats.org/drawingml/2006/diagram" xmlns:r="http://schemas.openxmlformats.org/officeDocument/2006/relationships" r:dm="rId2" r:lo="rId3" r:qs="rId4" r:cs="rId5"/>
          </a:graphicData>
        </a:graphic>
      </p:graphicFrame>
    </p:spTree>
    <p:extLst>
      <p:ext uri="{BB962C8B-B14F-4D97-AF65-F5344CB8AC3E}">
        <p14:creationId xmlns:p14="http://schemas.microsoft.com/office/powerpoint/2010/main" val="2507429651"/>
      </p:ext>
    </p:extLst>
  </p:cSld>
  <p:clrMapOvr>
    <a:masterClrMapping/>
  </p:clrMapOvr>
</p:sld>
</file>

<file path=ppt/slides/slide10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Rectangle 8">
            <a:extLst>
              <a:ext uri="{FF2B5EF4-FFF2-40B4-BE49-F238E27FC236}">
                <a16:creationId xmlns:a16="http://schemas.microsoft.com/office/drawing/2014/main" id="{8307893A-9361-4AD3-A98C-AB26519D54AD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01897FD9-4805-4948-A722-69CC1A3D5AA1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846580" y="568345"/>
            <a:ext cx="9701953" cy="1560716"/>
          </a:xfrm>
        </p:spPr>
        <p:txBody>
          <a:bodyPr>
            <a:normAutofit/>
          </a:bodyPr>
          <a:lstStyle/>
          <a:p>
            <a:r>
              <a:rPr lang="tr-TR" dirty="0"/>
              <a:t>Digital Signature Usage</a:t>
            </a:r>
          </a:p>
        </p:txBody>
      </p:sp>
      <p:cxnSp>
        <p:nvCxnSpPr>
          <p:cNvPr id="11" name="Straight Connector 10">
            <a:extLst>
              <a:ext uri="{FF2B5EF4-FFF2-40B4-BE49-F238E27FC236}">
                <a16:creationId xmlns:a16="http://schemas.microsoft.com/office/drawing/2014/main" id="{F1534FA6-97DA-4524-BBD3-450AE51EF930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CxnSpPr>
            <a:cxnSpLocks noGrp="1" noRot="1" noChangeAspect="1" noMove="1" noResize="1" noEditPoints="1" noAdjustHandles="1" noChangeArrowheads="1" noChangeShapeType="1"/>
          </p:cNvCxn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CxnSpPr>
        <p:spPr>
          <a:xfrm>
            <a:off x="1846580" y="2176009"/>
            <a:ext cx="9701953" cy="0"/>
          </a:xfrm>
          <a:prstGeom prst="line">
            <a:avLst/>
          </a:prstGeom>
          <a:ln w="38100">
            <a:solidFill>
              <a:schemeClr val="accent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aphicFrame>
        <p:nvGraphicFramePr>
          <p:cNvPr id="4" name="İçerik Yer Tutucusu 3">
            <a:extLst>
              <a:ext uri="{FF2B5EF4-FFF2-40B4-BE49-F238E27FC236}">
                <a16:creationId xmlns:a16="http://schemas.microsoft.com/office/drawing/2014/main" id="{3A11169C-E3A1-413D-8BA2-65642E2EB4BB}"/>
              </a:ext>
            </a:extLst>
          </p:cNvPr>
          <p:cNvGraphicFramePr>
            <a:graphicFrameLocks noGrp="1"/>
          </p:cNvGraphicFramePr>
          <p:nvPr>
            <p:ph idx="1"/>
            <p:extLst>
              <p:ext uri="{D42A27DB-BD31-4B8C-83A1-F6EECF244321}">
                <p14:modId xmlns:p14="http://schemas.microsoft.com/office/powerpoint/2010/main" val="512895066"/>
              </p:ext>
            </p:extLst>
          </p:nvPr>
        </p:nvGraphicFramePr>
        <p:xfrm>
          <a:off x="1846580" y="2438400"/>
          <a:ext cx="9701953" cy="3651250"/>
        </p:xfrm>
        <a:graphic>
          <a:graphicData uri="http://schemas.openxmlformats.org/drawingml/2006/diagram">
            <dgm:relIds xmlns:dgm="http://schemas.openxmlformats.org/drawingml/2006/diagram" xmlns:r="http://schemas.openxmlformats.org/officeDocument/2006/relationships" r:dm="rId2" r:lo="rId3" r:qs="rId4" r:cs="rId5"/>
          </a:graphicData>
        </a:graphic>
      </p:graphicFrame>
    </p:spTree>
    <p:extLst>
      <p:ext uri="{BB962C8B-B14F-4D97-AF65-F5344CB8AC3E}">
        <p14:creationId xmlns:p14="http://schemas.microsoft.com/office/powerpoint/2010/main" val="2947593875"/>
      </p:ext>
    </p:extLst>
  </p:cSld>
  <p:clrMapOvr>
    <a:masterClrMapping/>
  </p:clrMapOvr>
</p:sld>
</file>

<file path=ppt/slides/slide10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Rectangle 8">
            <a:extLst>
              <a:ext uri="{FF2B5EF4-FFF2-40B4-BE49-F238E27FC236}">
                <a16:creationId xmlns:a16="http://schemas.microsoft.com/office/drawing/2014/main" id="{8307893A-9361-4AD3-A98C-AB26519D54AD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79719046-6CF5-42E3-A968-A8652943B50B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846580" y="568345"/>
            <a:ext cx="9701953" cy="1560716"/>
          </a:xfrm>
        </p:spPr>
        <p:txBody>
          <a:bodyPr>
            <a:normAutofit/>
          </a:bodyPr>
          <a:lstStyle/>
          <a:p>
            <a:r>
              <a:rPr lang="tr-TR" dirty="0"/>
              <a:t>How Digital Signatures Work</a:t>
            </a:r>
          </a:p>
        </p:txBody>
      </p:sp>
      <p:cxnSp>
        <p:nvCxnSpPr>
          <p:cNvPr id="11" name="Straight Connector 10">
            <a:extLst>
              <a:ext uri="{FF2B5EF4-FFF2-40B4-BE49-F238E27FC236}">
                <a16:creationId xmlns:a16="http://schemas.microsoft.com/office/drawing/2014/main" id="{F1534FA6-97DA-4524-BBD3-450AE51EF930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CxnSpPr>
            <a:cxnSpLocks noGrp="1" noRot="1" noChangeAspect="1" noMove="1" noResize="1" noEditPoints="1" noAdjustHandles="1" noChangeArrowheads="1" noChangeShapeType="1"/>
          </p:cNvCxn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CxnSpPr>
        <p:spPr>
          <a:xfrm>
            <a:off x="1846580" y="2176009"/>
            <a:ext cx="9701953" cy="0"/>
          </a:xfrm>
          <a:prstGeom prst="line">
            <a:avLst/>
          </a:prstGeom>
          <a:ln w="38100">
            <a:solidFill>
              <a:schemeClr val="accent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aphicFrame>
        <p:nvGraphicFramePr>
          <p:cNvPr id="4" name="İçerik Yer Tutucusu 3">
            <a:extLst>
              <a:ext uri="{FF2B5EF4-FFF2-40B4-BE49-F238E27FC236}">
                <a16:creationId xmlns:a16="http://schemas.microsoft.com/office/drawing/2014/main" id="{E622A73C-C9AD-498A-8982-8EFD5B12E1B3}"/>
              </a:ext>
            </a:extLst>
          </p:cNvPr>
          <p:cNvGraphicFramePr>
            <a:graphicFrameLocks noGrp="1"/>
          </p:cNvGraphicFramePr>
          <p:nvPr>
            <p:ph idx="1"/>
            <p:extLst>
              <p:ext uri="{D42A27DB-BD31-4B8C-83A1-F6EECF244321}">
                <p14:modId xmlns:p14="http://schemas.microsoft.com/office/powerpoint/2010/main" val="3846229317"/>
              </p:ext>
            </p:extLst>
          </p:nvPr>
        </p:nvGraphicFramePr>
        <p:xfrm>
          <a:off x="1846580" y="2438400"/>
          <a:ext cx="9701953" cy="3651250"/>
        </p:xfrm>
        <a:graphic>
          <a:graphicData uri="http://schemas.openxmlformats.org/drawingml/2006/diagram">
            <dgm:relIds xmlns:dgm="http://schemas.openxmlformats.org/drawingml/2006/diagram" xmlns:r="http://schemas.openxmlformats.org/officeDocument/2006/relationships" r:dm="rId2" r:lo="rId3" r:qs="rId4" r:cs="rId5"/>
          </a:graphicData>
        </a:graphic>
      </p:graphicFrame>
    </p:spTree>
    <p:extLst>
      <p:ext uri="{BB962C8B-B14F-4D97-AF65-F5344CB8AC3E}">
        <p14:creationId xmlns:p14="http://schemas.microsoft.com/office/powerpoint/2010/main" val="2901549743"/>
      </p:ext>
    </p:extLst>
  </p:cSld>
  <p:clrMapOvr>
    <a:masterClrMapping/>
  </p:clrMapOvr>
</p:sld>
</file>

<file path=ppt/slides/slide11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Rectangle 8">
            <a:extLst>
              <a:ext uri="{FF2B5EF4-FFF2-40B4-BE49-F238E27FC236}">
                <a16:creationId xmlns:a16="http://schemas.microsoft.com/office/drawing/2014/main" id="{8307893A-9361-4AD3-A98C-AB26519D54AD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79719046-6CF5-42E3-A968-A8652943B50B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846580" y="568345"/>
            <a:ext cx="9701953" cy="1560716"/>
          </a:xfrm>
        </p:spPr>
        <p:txBody>
          <a:bodyPr>
            <a:normAutofit/>
          </a:bodyPr>
          <a:lstStyle/>
          <a:p>
            <a:r>
              <a:rPr lang="tr-TR" dirty="0"/>
              <a:t>How Digital Signatures Work</a:t>
            </a:r>
          </a:p>
        </p:txBody>
      </p:sp>
      <p:cxnSp>
        <p:nvCxnSpPr>
          <p:cNvPr id="11" name="Straight Connector 10">
            <a:extLst>
              <a:ext uri="{FF2B5EF4-FFF2-40B4-BE49-F238E27FC236}">
                <a16:creationId xmlns:a16="http://schemas.microsoft.com/office/drawing/2014/main" id="{F1534FA6-97DA-4524-BBD3-450AE51EF930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CxnSpPr>
            <a:cxnSpLocks noGrp="1" noRot="1" noChangeAspect="1" noMove="1" noResize="1" noEditPoints="1" noAdjustHandles="1" noChangeArrowheads="1" noChangeShapeType="1"/>
          </p:cNvCxn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CxnSpPr>
        <p:spPr>
          <a:xfrm>
            <a:off x="1846580" y="2176009"/>
            <a:ext cx="9701953" cy="0"/>
          </a:xfrm>
          <a:prstGeom prst="line">
            <a:avLst/>
          </a:prstGeom>
          <a:ln w="38100">
            <a:solidFill>
              <a:schemeClr val="accent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aphicFrame>
        <p:nvGraphicFramePr>
          <p:cNvPr id="4" name="İçerik Yer Tutucusu 3">
            <a:extLst>
              <a:ext uri="{FF2B5EF4-FFF2-40B4-BE49-F238E27FC236}">
                <a16:creationId xmlns:a16="http://schemas.microsoft.com/office/drawing/2014/main" id="{E622A73C-C9AD-498A-8982-8EFD5B12E1B3}"/>
              </a:ext>
            </a:extLst>
          </p:cNvPr>
          <p:cNvGraphicFramePr>
            <a:graphicFrameLocks noGrp="1"/>
          </p:cNvGraphicFramePr>
          <p:nvPr>
            <p:ph idx="1"/>
            <p:extLst>
              <p:ext uri="{D42A27DB-BD31-4B8C-83A1-F6EECF244321}">
                <p14:modId xmlns:p14="http://schemas.microsoft.com/office/powerpoint/2010/main" val="253499880"/>
              </p:ext>
            </p:extLst>
          </p:nvPr>
        </p:nvGraphicFramePr>
        <p:xfrm>
          <a:off x="1846580" y="2438400"/>
          <a:ext cx="9701953" cy="3651250"/>
        </p:xfrm>
        <a:graphic>
          <a:graphicData uri="http://schemas.openxmlformats.org/drawingml/2006/diagram">
            <dgm:relIds xmlns:dgm="http://schemas.openxmlformats.org/drawingml/2006/diagram" xmlns:r="http://schemas.openxmlformats.org/officeDocument/2006/relationships" r:dm="rId2" r:lo="rId3" r:qs="rId4" r:cs="rId5"/>
          </a:graphicData>
        </a:graphic>
      </p:graphicFrame>
    </p:spTree>
    <p:extLst>
      <p:ext uri="{BB962C8B-B14F-4D97-AF65-F5344CB8AC3E}">
        <p14:creationId xmlns:p14="http://schemas.microsoft.com/office/powerpoint/2010/main" val="3548837966"/>
      </p:ext>
    </p:extLst>
  </p:cSld>
  <p:clrMapOvr>
    <a:masterClrMapping/>
  </p:clrMapOvr>
</p:sld>
</file>

<file path=ppt/slides/slide11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Rectangle 8">
            <a:extLst>
              <a:ext uri="{FF2B5EF4-FFF2-40B4-BE49-F238E27FC236}">
                <a16:creationId xmlns:a16="http://schemas.microsoft.com/office/drawing/2014/main" id="{8307893A-9361-4AD3-A98C-AB26519D54AD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79719046-6CF5-42E3-A968-A8652943B50B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846580" y="568345"/>
            <a:ext cx="9701953" cy="1560716"/>
          </a:xfrm>
        </p:spPr>
        <p:txBody>
          <a:bodyPr>
            <a:normAutofit/>
          </a:bodyPr>
          <a:lstStyle/>
          <a:p>
            <a:r>
              <a:rPr lang="tr-TR" dirty="0"/>
              <a:t>How Digital Signatures Work</a:t>
            </a:r>
          </a:p>
        </p:txBody>
      </p:sp>
      <p:cxnSp>
        <p:nvCxnSpPr>
          <p:cNvPr id="11" name="Straight Connector 10">
            <a:extLst>
              <a:ext uri="{FF2B5EF4-FFF2-40B4-BE49-F238E27FC236}">
                <a16:creationId xmlns:a16="http://schemas.microsoft.com/office/drawing/2014/main" id="{F1534FA6-97DA-4524-BBD3-450AE51EF930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CxnSpPr>
            <a:cxnSpLocks noGrp="1" noRot="1" noChangeAspect="1" noMove="1" noResize="1" noEditPoints="1" noAdjustHandles="1" noChangeArrowheads="1" noChangeShapeType="1"/>
          </p:cNvCxn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CxnSpPr>
        <p:spPr>
          <a:xfrm>
            <a:off x="1846580" y="2176009"/>
            <a:ext cx="9701953" cy="0"/>
          </a:xfrm>
          <a:prstGeom prst="line">
            <a:avLst/>
          </a:prstGeom>
          <a:ln w="38100">
            <a:solidFill>
              <a:schemeClr val="accent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aphicFrame>
        <p:nvGraphicFramePr>
          <p:cNvPr id="4" name="İçerik Yer Tutucusu 3">
            <a:extLst>
              <a:ext uri="{FF2B5EF4-FFF2-40B4-BE49-F238E27FC236}">
                <a16:creationId xmlns:a16="http://schemas.microsoft.com/office/drawing/2014/main" id="{E622A73C-C9AD-498A-8982-8EFD5B12E1B3}"/>
              </a:ext>
            </a:extLst>
          </p:cNvPr>
          <p:cNvGraphicFramePr>
            <a:graphicFrameLocks noGrp="1"/>
          </p:cNvGraphicFramePr>
          <p:nvPr>
            <p:ph idx="1"/>
            <p:extLst>
              <p:ext uri="{D42A27DB-BD31-4B8C-83A1-F6EECF244321}">
                <p14:modId xmlns:p14="http://schemas.microsoft.com/office/powerpoint/2010/main" val="3886579876"/>
              </p:ext>
            </p:extLst>
          </p:nvPr>
        </p:nvGraphicFramePr>
        <p:xfrm>
          <a:off x="1846580" y="2438400"/>
          <a:ext cx="9701953" cy="3651250"/>
        </p:xfrm>
        <a:graphic>
          <a:graphicData uri="http://schemas.openxmlformats.org/drawingml/2006/diagram">
            <dgm:relIds xmlns:dgm="http://schemas.openxmlformats.org/drawingml/2006/diagram" xmlns:r="http://schemas.openxmlformats.org/officeDocument/2006/relationships" r:dm="rId2" r:lo="rId3" r:qs="rId4" r:cs="rId5"/>
          </a:graphicData>
        </a:graphic>
      </p:graphicFrame>
    </p:spTree>
    <p:extLst>
      <p:ext uri="{BB962C8B-B14F-4D97-AF65-F5344CB8AC3E}">
        <p14:creationId xmlns:p14="http://schemas.microsoft.com/office/powerpoint/2010/main" val="138798617"/>
      </p:ext>
    </p:extLst>
  </p:cSld>
  <p:clrMapOvr>
    <a:masterClrMapping/>
  </p:clrMapOvr>
</p:sld>
</file>

<file path=ppt/slides/slide11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Rectangle 8">
            <a:extLst>
              <a:ext uri="{FF2B5EF4-FFF2-40B4-BE49-F238E27FC236}">
                <a16:creationId xmlns:a16="http://schemas.microsoft.com/office/drawing/2014/main" id="{8307893A-9361-4AD3-A98C-AB26519D54AD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E829696A-8F36-4960-9192-25396B024995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846580" y="568345"/>
            <a:ext cx="9701953" cy="1560716"/>
          </a:xfrm>
        </p:spPr>
        <p:txBody>
          <a:bodyPr>
            <a:normAutofit/>
          </a:bodyPr>
          <a:lstStyle/>
          <a:p>
            <a:r>
              <a:rPr lang="tr-TR" dirty="0"/>
              <a:t>Creating a Digital Signature</a:t>
            </a:r>
          </a:p>
        </p:txBody>
      </p:sp>
      <p:cxnSp>
        <p:nvCxnSpPr>
          <p:cNvPr id="11" name="Straight Connector 10">
            <a:extLst>
              <a:ext uri="{FF2B5EF4-FFF2-40B4-BE49-F238E27FC236}">
                <a16:creationId xmlns:a16="http://schemas.microsoft.com/office/drawing/2014/main" id="{F1534FA6-97DA-4524-BBD3-450AE51EF930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CxnSpPr>
            <a:cxnSpLocks noGrp="1" noRot="1" noChangeAspect="1" noMove="1" noResize="1" noEditPoints="1" noAdjustHandles="1" noChangeArrowheads="1" noChangeShapeType="1"/>
          </p:cNvCxn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CxnSpPr>
        <p:spPr>
          <a:xfrm>
            <a:off x="1846580" y="2176009"/>
            <a:ext cx="9701953" cy="0"/>
          </a:xfrm>
          <a:prstGeom prst="line">
            <a:avLst/>
          </a:prstGeom>
          <a:ln w="38100">
            <a:solidFill>
              <a:schemeClr val="accent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aphicFrame>
        <p:nvGraphicFramePr>
          <p:cNvPr id="4" name="İçerik Yer Tutucusu 3">
            <a:extLst>
              <a:ext uri="{FF2B5EF4-FFF2-40B4-BE49-F238E27FC236}">
                <a16:creationId xmlns:a16="http://schemas.microsoft.com/office/drawing/2014/main" id="{B1907E2A-C87E-4EA8-8A14-EFFF365B1994}"/>
              </a:ext>
            </a:extLst>
          </p:cNvPr>
          <p:cNvGraphicFramePr>
            <a:graphicFrameLocks noGrp="1"/>
          </p:cNvGraphicFramePr>
          <p:nvPr>
            <p:ph idx="1"/>
            <p:extLst>
              <p:ext uri="{D42A27DB-BD31-4B8C-83A1-F6EECF244321}">
                <p14:modId xmlns:p14="http://schemas.microsoft.com/office/powerpoint/2010/main" val="1587554919"/>
              </p:ext>
            </p:extLst>
          </p:nvPr>
        </p:nvGraphicFramePr>
        <p:xfrm>
          <a:off x="625642" y="2438400"/>
          <a:ext cx="10922891" cy="3946358"/>
        </p:xfrm>
        <a:graphic>
          <a:graphicData uri="http://schemas.openxmlformats.org/drawingml/2006/diagram">
            <dgm:relIds xmlns:dgm="http://schemas.openxmlformats.org/drawingml/2006/diagram" xmlns:r="http://schemas.openxmlformats.org/officeDocument/2006/relationships" r:dm="rId2" r:lo="rId3" r:qs="rId4" r:cs="rId5"/>
          </a:graphicData>
        </a:graphic>
      </p:graphicFrame>
    </p:spTree>
    <p:extLst>
      <p:ext uri="{BB962C8B-B14F-4D97-AF65-F5344CB8AC3E}">
        <p14:creationId xmlns:p14="http://schemas.microsoft.com/office/powerpoint/2010/main" val="1291583146"/>
      </p:ext>
    </p:extLst>
  </p:cSld>
  <p:clrMapOvr>
    <a:masterClrMapping/>
  </p:clrMapOvr>
</p:sld>
</file>

<file path=ppt/slides/slide11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Rectangle 8">
            <a:extLst>
              <a:ext uri="{FF2B5EF4-FFF2-40B4-BE49-F238E27FC236}">
                <a16:creationId xmlns:a16="http://schemas.microsoft.com/office/drawing/2014/main" id="{8307893A-9361-4AD3-A98C-AB26519D54AD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51D01C80-9164-49D4-B12B-39BC71AEFD8F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846580" y="568345"/>
            <a:ext cx="9701953" cy="1560716"/>
          </a:xfrm>
        </p:spPr>
        <p:txBody>
          <a:bodyPr>
            <a:normAutofit/>
          </a:bodyPr>
          <a:lstStyle/>
          <a:p>
            <a:r>
              <a:rPr lang="tr-TR" dirty="0"/>
              <a:t>Serialization of Signatures (DER)</a:t>
            </a:r>
          </a:p>
        </p:txBody>
      </p:sp>
      <p:cxnSp>
        <p:nvCxnSpPr>
          <p:cNvPr id="11" name="Straight Connector 10">
            <a:extLst>
              <a:ext uri="{FF2B5EF4-FFF2-40B4-BE49-F238E27FC236}">
                <a16:creationId xmlns:a16="http://schemas.microsoft.com/office/drawing/2014/main" id="{F1534FA6-97DA-4524-BBD3-450AE51EF930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CxnSpPr>
            <a:cxnSpLocks noGrp="1" noRot="1" noChangeAspect="1" noMove="1" noResize="1" noEditPoints="1" noAdjustHandles="1" noChangeArrowheads="1" noChangeShapeType="1"/>
          </p:cNvCxn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CxnSpPr>
        <p:spPr>
          <a:xfrm>
            <a:off x="1846580" y="2176009"/>
            <a:ext cx="9701953" cy="0"/>
          </a:xfrm>
          <a:prstGeom prst="line">
            <a:avLst/>
          </a:prstGeom>
          <a:ln w="38100">
            <a:solidFill>
              <a:schemeClr val="accent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aphicFrame>
        <p:nvGraphicFramePr>
          <p:cNvPr id="4" name="İçerik Yer Tutucusu 3">
            <a:extLst>
              <a:ext uri="{FF2B5EF4-FFF2-40B4-BE49-F238E27FC236}">
                <a16:creationId xmlns:a16="http://schemas.microsoft.com/office/drawing/2014/main" id="{C0933C40-EAEA-4F85-8F3B-E39FD59AD037}"/>
              </a:ext>
            </a:extLst>
          </p:cNvPr>
          <p:cNvGraphicFramePr>
            <a:graphicFrameLocks noGrp="1"/>
          </p:cNvGraphicFramePr>
          <p:nvPr>
            <p:ph idx="1"/>
            <p:extLst>
              <p:ext uri="{D42A27DB-BD31-4B8C-83A1-F6EECF244321}">
                <p14:modId xmlns:p14="http://schemas.microsoft.com/office/powerpoint/2010/main" val="288185385"/>
              </p:ext>
            </p:extLst>
          </p:nvPr>
        </p:nvGraphicFramePr>
        <p:xfrm>
          <a:off x="1846580" y="2438400"/>
          <a:ext cx="9701953" cy="3651250"/>
        </p:xfrm>
        <a:graphic>
          <a:graphicData uri="http://schemas.openxmlformats.org/drawingml/2006/diagram">
            <dgm:relIds xmlns:dgm="http://schemas.openxmlformats.org/drawingml/2006/diagram" xmlns:r="http://schemas.openxmlformats.org/officeDocument/2006/relationships" r:dm="rId2" r:lo="rId3" r:qs="rId4" r:cs="rId5"/>
          </a:graphicData>
        </a:graphic>
      </p:graphicFrame>
    </p:spTree>
    <p:extLst>
      <p:ext uri="{BB962C8B-B14F-4D97-AF65-F5344CB8AC3E}">
        <p14:creationId xmlns:p14="http://schemas.microsoft.com/office/powerpoint/2010/main" val="2402228401"/>
      </p:ext>
    </p:extLst>
  </p:cSld>
  <p:clrMapOvr>
    <a:masterClrMapping/>
  </p:clrMapOvr>
</p:sld>
</file>

<file path=ppt/slides/slide11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Rectangle 8">
            <a:extLst>
              <a:ext uri="{FF2B5EF4-FFF2-40B4-BE49-F238E27FC236}">
                <a16:creationId xmlns:a16="http://schemas.microsoft.com/office/drawing/2014/main" id="{8307893A-9361-4AD3-A98C-AB26519D54AD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51D01C80-9164-49D4-B12B-39BC71AEFD8F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846580" y="568345"/>
            <a:ext cx="9701953" cy="1560716"/>
          </a:xfrm>
        </p:spPr>
        <p:txBody>
          <a:bodyPr>
            <a:normAutofit/>
          </a:bodyPr>
          <a:lstStyle/>
          <a:p>
            <a:pPr lvl="0"/>
            <a:r>
              <a:rPr lang="tr-TR" dirty="0"/>
              <a:t>Alice’s case</a:t>
            </a:r>
            <a:endParaRPr lang="en-US" dirty="0"/>
          </a:p>
        </p:txBody>
      </p:sp>
      <p:cxnSp>
        <p:nvCxnSpPr>
          <p:cNvPr id="11" name="Straight Connector 10">
            <a:extLst>
              <a:ext uri="{FF2B5EF4-FFF2-40B4-BE49-F238E27FC236}">
                <a16:creationId xmlns:a16="http://schemas.microsoft.com/office/drawing/2014/main" id="{F1534FA6-97DA-4524-BBD3-450AE51EF930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CxnSpPr>
            <a:cxnSpLocks noGrp="1" noRot="1" noChangeAspect="1" noMove="1" noResize="1" noEditPoints="1" noAdjustHandles="1" noChangeArrowheads="1" noChangeShapeType="1"/>
          </p:cNvCxn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CxnSpPr>
        <p:spPr>
          <a:xfrm>
            <a:off x="1846580" y="2176009"/>
            <a:ext cx="9701953" cy="0"/>
          </a:xfrm>
          <a:prstGeom prst="line">
            <a:avLst/>
          </a:prstGeom>
          <a:ln w="38100">
            <a:solidFill>
              <a:schemeClr val="accent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aphicFrame>
        <p:nvGraphicFramePr>
          <p:cNvPr id="4" name="İçerik Yer Tutucusu 3">
            <a:extLst>
              <a:ext uri="{FF2B5EF4-FFF2-40B4-BE49-F238E27FC236}">
                <a16:creationId xmlns:a16="http://schemas.microsoft.com/office/drawing/2014/main" id="{C0933C40-EAEA-4F85-8F3B-E39FD59AD037}"/>
              </a:ext>
            </a:extLst>
          </p:cNvPr>
          <p:cNvGraphicFramePr>
            <a:graphicFrameLocks noGrp="1"/>
          </p:cNvGraphicFramePr>
          <p:nvPr>
            <p:ph idx="1"/>
            <p:extLst>
              <p:ext uri="{D42A27DB-BD31-4B8C-83A1-F6EECF244321}">
                <p14:modId xmlns:p14="http://schemas.microsoft.com/office/powerpoint/2010/main" val="200158838"/>
              </p:ext>
            </p:extLst>
          </p:nvPr>
        </p:nvGraphicFramePr>
        <p:xfrm>
          <a:off x="1058779" y="2358188"/>
          <a:ext cx="10650175" cy="3737811"/>
        </p:xfrm>
        <a:graphic>
          <a:graphicData uri="http://schemas.openxmlformats.org/drawingml/2006/diagram">
            <dgm:relIds xmlns:dgm="http://schemas.openxmlformats.org/drawingml/2006/diagram" xmlns:r="http://schemas.openxmlformats.org/officeDocument/2006/relationships" r:dm="rId2" r:lo="rId3" r:qs="rId4" r:cs="rId5"/>
          </a:graphicData>
        </a:graphic>
      </p:graphicFrame>
    </p:spTree>
    <p:extLst>
      <p:ext uri="{BB962C8B-B14F-4D97-AF65-F5344CB8AC3E}">
        <p14:creationId xmlns:p14="http://schemas.microsoft.com/office/powerpoint/2010/main" val="3488644332"/>
      </p:ext>
    </p:extLst>
  </p:cSld>
  <p:clrMapOvr>
    <a:masterClrMapping/>
  </p:clrMapOvr>
</p:sld>
</file>

<file path=ppt/slides/slide11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Rectangle 8">
            <a:extLst>
              <a:ext uri="{FF2B5EF4-FFF2-40B4-BE49-F238E27FC236}">
                <a16:creationId xmlns:a16="http://schemas.microsoft.com/office/drawing/2014/main" id="{0BA2247A-E9F8-4143-ADCA-0F842A18E2E5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chemeClr val="bg1">
              <a:alpha val="7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51D01C80-9164-49D4-B12B-39BC71AEFD8F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846580" y="568345"/>
            <a:ext cx="9701953" cy="1560716"/>
          </a:xfrm>
        </p:spPr>
        <p:txBody>
          <a:bodyPr>
            <a:normAutofit/>
          </a:bodyPr>
          <a:lstStyle/>
          <a:p>
            <a:r>
              <a:rPr lang="tr-TR" dirty="0"/>
              <a:t>Serialization of Signatures (DER)</a:t>
            </a:r>
          </a:p>
        </p:txBody>
      </p:sp>
      <p:cxnSp>
        <p:nvCxnSpPr>
          <p:cNvPr id="11" name="Straight Connector 10">
            <a:extLst>
              <a:ext uri="{FF2B5EF4-FFF2-40B4-BE49-F238E27FC236}">
                <a16:creationId xmlns:a16="http://schemas.microsoft.com/office/drawing/2014/main" id="{D6AAB1FD-37D2-44D2-9E77-C42AA85E7829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CxnSpPr>
            <a:cxnSpLocks noGrp="1" noRot="1" noChangeAspect="1" noMove="1" noResize="1" noEditPoints="1" noAdjustHandles="1" noChangeArrowheads="1" noChangeShapeType="1"/>
          </p:cNvCxn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CxnSpPr>
        <p:spPr>
          <a:xfrm>
            <a:off x="1846580" y="2176009"/>
            <a:ext cx="9701953" cy="0"/>
          </a:xfrm>
          <a:prstGeom prst="line">
            <a:avLst/>
          </a:prstGeom>
          <a:ln w="38100">
            <a:solidFill>
              <a:schemeClr val="accent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aphicFrame>
        <p:nvGraphicFramePr>
          <p:cNvPr id="4" name="İçerik Yer Tutucusu 3">
            <a:extLst>
              <a:ext uri="{FF2B5EF4-FFF2-40B4-BE49-F238E27FC236}">
                <a16:creationId xmlns:a16="http://schemas.microsoft.com/office/drawing/2014/main" id="{E6A8533B-C6F1-4503-A3EB-0A18E3E41549}"/>
              </a:ext>
            </a:extLst>
          </p:cNvPr>
          <p:cNvGraphicFramePr>
            <a:graphicFrameLocks noGrp="1"/>
          </p:cNvGraphicFramePr>
          <p:nvPr>
            <p:ph idx="1"/>
            <p:extLst>
              <p:ext uri="{D42A27DB-BD31-4B8C-83A1-F6EECF244321}">
                <p14:modId xmlns:p14="http://schemas.microsoft.com/office/powerpoint/2010/main" val="4023077028"/>
              </p:ext>
            </p:extLst>
          </p:nvPr>
        </p:nvGraphicFramePr>
        <p:xfrm>
          <a:off x="1846580" y="2438400"/>
          <a:ext cx="9701953" cy="3651250"/>
        </p:xfrm>
        <a:graphic>
          <a:graphicData uri="http://schemas.openxmlformats.org/drawingml/2006/diagram">
            <dgm:relIds xmlns:dgm="http://schemas.openxmlformats.org/drawingml/2006/diagram" xmlns:r="http://schemas.openxmlformats.org/officeDocument/2006/relationships" r:dm="rId2" r:lo="rId3" r:qs="rId4" r:cs="rId5"/>
          </a:graphicData>
        </a:graphic>
      </p:graphicFrame>
    </p:spTree>
    <p:extLst>
      <p:ext uri="{BB962C8B-B14F-4D97-AF65-F5344CB8AC3E}">
        <p14:creationId xmlns:p14="http://schemas.microsoft.com/office/powerpoint/2010/main" val="699485496"/>
      </p:ext>
    </p:extLst>
  </p:cSld>
  <p:clrMapOvr>
    <a:masterClrMapping/>
  </p:clrMapOvr>
</p:sld>
</file>

<file path=ppt/slides/slide11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728E8BF0-4774-4A3F-AE39-07294926C41A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2933702" y="336886"/>
            <a:ext cx="8770571" cy="955223"/>
          </a:xfrm>
        </p:spPr>
        <p:txBody>
          <a:bodyPr>
            <a:normAutofit/>
          </a:bodyPr>
          <a:lstStyle/>
          <a:p>
            <a:r>
              <a:rPr lang="tr-TR" dirty="0"/>
              <a:t>The Serialization Format</a:t>
            </a:r>
          </a:p>
        </p:txBody>
      </p:sp>
      <p:graphicFrame>
        <p:nvGraphicFramePr>
          <p:cNvPr id="5" name="İçerik Yer Tutucusu 4">
            <a:extLst>
              <a:ext uri="{FF2B5EF4-FFF2-40B4-BE49-F238E27FC236}">
                <a16:creationId xmlns:a16="http://schemas.microsoft.com/office/drawing/2014/main" id="{D15540D7-2A28-4F7C-A856-94E08D2A5656}"/>
              </a:ext>
            </a:extLst>
          </p:cNvPr>
          <p:cNvGraphicFramePr>
            <a:graphicFrameLocks noGrp="1"/>
          </p:cNvGraphicFramePr>
          <p:nvPr>
            <p:ph idx="1"/>
            <p:extLst>
              <p:ext uri="{D42A27DB-BD31-4B8C-83A1-F6EECF244321}">
                <p14:modId xmlns:p14="http://schemas.microsoft.com/office/powerpoint/2010/main" val="3907995891"/>
              </p:ext>
            </p:extLst>
          </p:nvPr>
        </p:nvGraphicFramePr>
        <p:xfrm>
          <a:off x="2342149" y="2374232"/>
          <a:ext cx="9169619" cy="4276712"/>
        </p:xfrm>
        <a:graphic>
          <a:graphicData uri="http://schemas.openxmlformats.org/drawingml/2006/diagram">
            <dgm:relIds xmlns:dgm="http://schemas.openxmlformats.org/drawingml/2006/diagram" xmlns:r="http://schemas.openxmlformats.org/officeDocument/2006/relationships" r:dm="rId2" r:lo="rId3" r:qs="rId4" r:cs="rId5"/>
          </a:graphicData>
        </a:graphic>
      </p:graphicFrame>
      <p:sp>
        <p:nvSpPr>
          <p:cNvPr id="4" name="Rectangle 3">
            <a:extLst>
              <a:ext uri="{FF2B5EF4-FFF2-40B4-BE49-F238E27FC236}">
                <a16:creationId xmlns:a16="http://schemas.microsoft.com/office/drawing/2014/main" id="{5BBF5D0A-6A6C-4063-BC2A-6244300043E6}"/>
              </a:ext>
            </a:extLst>
          </p:cNvPr>
          <p:cNvSpPr/>
          <p:nvPr/>
        </p:nvSpPr>
        <p:spPr>
          <a:xfrm>
            <a:off x="2261936" y="1381669"/>
            <a:ext cx="8632208" cy="646331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r>
              <a:rPr lang="tr-TR" b="1" dirty="0">
                <a:highlight>
                  <a:srgbClr val="FFFF00"/>
                </a:highlight>
                <a:latin typeface="UbuntuMono-Regular"/>
              </a:rPr>
              <a:t>30</a:t>
            </a:r>
            <a:r>
              <a:rPr lang="tr-TR" dirty="0">
                <a:highlight>
                  <a:srgbClr val="C0C0C0"/>
                </a:highlight>
                <a:latin typeface="UbuntuMono-Regular"/>
              </a:rPr>
              <a:t>45</a:t>
            </a:r>
            <a:r>
              <a:rPr lang="tr-TR" b="1" dirty="0">
                <a:highlight>
                  <a:srgbClr val="0000FF"/>
                </a:highlight>
                <a:latin typeface="UbuntuMono-Regular"/>
              </a:rPr>
              <a:t>02</a:t>
            </a:r>
            <a:r>
              <a:rPr lang="tr-TR" dirty="0">
                <a:highlight>
                  <a:srgbClr val="00FFFF"/>
                </a:highlight>
                <a:latin typeface="UbuntuMono-Regular"/>
              </a:rPr>
              <a:t>21</a:t>
            </a:r>
            <a:r>
              <a:rPr lang="tr-TR" b="1" dirty="0">
                <a:highlight>
                  <a:srgbClr val="808080"/>
                </a:highlight>
                <a:latin typeface="UbuntuMono-Regular"/>
              </a:rPr>
              <a:t>00884d142d86652a3f47ba4746ec719bbfbd040a570b1deccbb6498c75c4ae24cb</a:t>
            </a:r>
            <a:r>
              <a:rPr lang="tr-TR" dirty="0">
                <a:highlight>
                  <a:srgbClr val="0000FF"/>
                </a:highlight>
                <a:latin typeface="UbuntuMono-Regular"/>
              </a:rPr>
              <a:t>02</a:t>
            </a:r>
            <a:r>
              <a:rPr lang="tr-TR" b="1" dirty="0">
                <a:highlight>
                  <a:srgbClr val="00FFFF"/>
                </a:highlight>
                <a:latin typeface="UbuntuMono-Regular"/>
              </a:rPr>
              <a:t>20</a:t>
            </a:r>
            <a:r>
              <a:rPr lang="tr-TR" dirty="0">
                <a:highlight>
                  <a:srgbClr val="808080"/>
                </a:highlight>
                <a:latin typeface="UbuntuMono-Regular"/>
              </a:rPr>
              <a:t>4b9f039ff08df09cbe9f6addac960298cad530a863ea8f53982c09db8f6e3813</a:t>
            </a:r>
            <a:r>
              <a:rPr lang="tr-TR" dirty="0">
                <a:highlight>
                  <a:srgbClr val="800080"/>
                </a:highlight>
                <a:latin typeface="UbuntuMono-Regular"/>
              </a:rPr>
              <a:t>01</a:t>
            </a:r>
            <a:endParaRPr lang="tr-TR" dirty="0">
              <a:highlight>
                <a:srgbClr val="800080"/>
              </a:highlight>
            </a:endParaRPr>
          </a:p>
        </p:txBody>
      </p:sp>
    </p:spTree>
    <p:extLst>
      <p:ext uri="{BB962C8B-B14F-4D97-AF65-F5344CB8AC3E}">
        <p14:creationId xmlns:p14="http://schemas.microsoft.com/office/powerpoint/2010/main" val="2455416702"/>
      </p:ext>
    </p:extLst>
  </p:cSld>
  <p:clrMapOvr>
    <a:masterClrMapping/>
  </p:clrMapOvr>
</p:sld>
</file>

<file path=ppt/slides/slide11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" name="Rectangle 8">
            <a:extLst>
              <a:ext uri="{FF2B5EF4-FFF2-40B4-BE49-F238E27FC236}">
                <a16:creationId xmlns:a16="http://schemas.microsoft.com/office/drawing/2014/main" id="{8307893A-9361-4AD3-A98C-AB26519D54AD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A508BEDD-514C-4FB1-A1E4-768BA61B132F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846580" y="568345"/>
            <a:ext cx="9701953" cy="1560716"/>
          </a:xfrm>
        </p:spPr>
        <p:txBody>
          <a:bodyPr>
            <a:normAutofit/>
          </a:bodyPr>
          <a:lstStyle/>
          <a:p>
            <a:r>
              <a:rPr lang="tr-TR" dirty="0"/>
              <a:t>Verifying the Signature</a:t>
            </a:r>
          </a:p>
        </p:txBody>
      </p:sp>
      <p:cxnSp>
        <p:nvCxnSpPr>
          <p:cNvPr id="14" name="Straight Connector 10">
            <a:extLst>
              <a:ext uri="{FF2B5EF4-FFF2-40B4-BE49-F238E27FC236}">
                <a16:creationId xmlns:a16="http://schemas.microsoft.com/office/drawing/2014/main" id="{F1534FA6-97DA-4524-BBD3-450AE51EF930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CxnSpPr>
            <a:cxnSpLocks noGrp="1" noRot="1" noChangeAspect="1" noMove="1" noResize="1" noEditPoints="1" noAdjustHandles="1" noChangeArrowheads="1" noChangeShapeType="1"/>
          </p:cNvCxn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CxnSpPr>
        <p:spPr>
          <a:xfrm>
            <a:off x="1846580" y="2176009"/>
            <a:ext cx="9701953" cy="0"/>
          </a:xfrm>
          <a:prstGeom prst="line">
            <a:avLst/>
          </a:prstGeom>
          <a:ln w="38100">
            <a:solidFill>
              <a:schemeClr val="accent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aphicFrame>
        <p:nvGraphicFramePr>
          <p:cNvPr id="4" name="İçerik Yer Tutucusu 3">
            <a:extLst>
              <a:ext uri="{FF2B5EF4-FFF2-40B4-BE49-F238E27FC236}">
                <a16:creationId xmlns:a16="http://schemas.microsoft.com/office/drawing/2014/main" id="{C990F212-E0DF-4F46-B9DB-C773F85CF73A}"/>
              </a:ext>
            </a:extLst>
          </p:cNvPr>
          <p:cNvGraphicFramePr>
            <a:graphicFrameLocks noGrp="1"/>
          </p:cNvGraphicFramePr>
          <p:nvPr>
            <p:ph idx="1"/>
            <p:extLst>
              <p:ext uri="{D42A27DB-BD31-4B8C-83A1-F6EECF244321}">
                <p14:modId xmlns:p14="http://schemas.microsoft.com/office/powerpoint/2010/main" val="3110574218"/>
              </p:ext>
            </p:extLst>
          </p:nvPr>
        </p:nvGraphicFramePr>
        <p:xfrm>
          <a:off x="1846580" y="2438400"/>
          <a:ext cx="9701953" cy="3651250"/>
        </p:xfrm>
        <a:graphic>
          <a:graphicData uri="http://schemas.openxmlformats.org/drawingml/2006/diagram">
            <dgm:relIds xmlns:dgm="http://schemas.openxmlformats.org/drawingml/2006/diagram" xmlns:r="http://schemas.openxmlformats.org/officeDocument/2006/relationships" r:dm="rId2" r:lo="rId3" r:qs="rId4" r:cs="rId5"/>
          </a:graphicData>
        </a:graphic>
      </p:graphicFrame>
    </p:spTree>
    <p:extLst>
      <p:ext uri="{BB962C8B-B14F-4D97-AF65-F5344CB8AC3E}">
        <p14:creationId xmlns:p14="http://schemas.microsoft.com/office/powerpoint/2010/main" val="3948732543"/>
      </p:ext>
    </p:extLst>
  </p:cSld>
  <p:clrMapOvr>
    <a:masterClrMapping/>
  </p:clrMapOvr>
</p:sld>
</file>

<file path=ppt/slides/slide11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" name="Rectangle 8">
            <a:extLst>
              <a:ext uri="{FF2B5EF4-FFF2-40B4-BE49-F238E27FC236}">
                <a16:creationId xmlns:a16="http://schemas.microsoft.com/office/drawing/2014/main" id="{8307893A-9361-4AD3-A98C-AB26519D54AD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A508BEDD-514C-4FB1-A1E4-768BA61B132F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846580" y="568345"/>
            <a:ext cx="9701953" cy="1560716"/>
          </a:xfrm>
        </p:spPr>
        <p:txBody>
          <a:bodyPr>
            <a:normAutofit/>
          </a:bodyPr>
          <a:lstStyle/>
          <a:p>
            <a:r>
              <a:rPr lang="tr-TR" dirty="0"/>
              <a:t>Verifying the Signature</a:t>
            </a:r>
          </a:p>
        </p:txBody>
      </p:sp>
      <p:cxnSp>
        <p:nvCxnSpPr>
          <p:cNvPr id="14" name="Straight Connector 10">
            <a:extLst>
              <a:ext uri="{FF2B5EF4-FFF2-40B4-BE49-F238E27FC236}">
                <a16:creationId xmlns:a16="http://schemas.microsoft.com/office/drawing/2014/main" id="{F1534FA6-97DA-4524-BBD3-450AE51EF930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CxnSpPr>
            <a:cxnSpLocks noGrp="1" noRot="1" noChangeAspect="1" noMove="1" noResize="1" noEditPoints="1" noAdjustHandles="1" noChangeArrowheads="1" noChangeShapeType="1"/>
          </p:cNvCxn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CxnSpPr>
        <p:spPr>
          <a:xfrm>
            <a:off x="1846580" y="2176009"/>
            <a:ext cx="9701953" cy="0"/>
          </a:xfrm>
          <a:prstGeom prst="line">
            <a:avLst/>
          </a:prstGeom>
          <a:ln w="38100">
            <a:solidFill>
              <a:schemeClr val="accent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aphicFrame>
        <p:nvGraphicFramePr>
          <p:cNvPr id="4" name="İçerik Yer Tutucusu 3">
            <a:extLst>
              <a:ext uri="{FF2B5EF4-FFF2-40B4-BE49-F238E27FC236}">
                <a16:creationId xmlns:a16="http://schemas.microsoft.com/office/drawing/2014/main" id="{C990F212-E0DF-4F46-B9DB-C773F85CF73A}"/>
              </a:ext>
            </a:extLst>
          </p:cNvPr>
          <p:cNvGraphicFramePr>
            <a:graphicFrameLocks noGrp="1"/>
          </p:cNvGraphicFramePr>
          <p:nvPr>
            <p:ph idx="1"/>
            <p:extLst>
              <p:ext uri="{D42A27DB-BD31-4B8C-83A1-F6EECF244321}">
                <p14:modId xmlns:p14="http://schemas.microsoft.com/office/powerpoint/2010/main" val="2843132482"/>
              </p:ext>
            </p:extLst>
          </p:nvPr>
        </p:nvGraphicFramePr>
        <p:xfrm>
          <a:off x="1846580" y="2438400"/>
          <a:ext cx="9701953" cy="3651250"/>
        </p:xfrm>
        <a:graphic>
          <a:graphicData uri="http://schemas.openxmlformats.org/drawingml/2006/diagram">
            <dgm:relIds xmlns:dgm="http://schemas.openxmlformats.org/drawingml/2006/diagram" xmlns:r="http://schemas.openxmlformats.org/officeDocument/2006/relationships" r:dm="rId2" r:lo="rId3" r:qs="rId4" r:cs="rId5"/>
          </a:graphicData>
        </a:graphic>
      </p:graphicFrame>
    </p:spTree>
    <p:extLst>
      <p:ext uri="{BB962C8B-B14F-4D97-AF65-F5344CB8AC3E}">
        <p14:creationId xmlns:p14="http://schemas.microsoft.com/office/powerpoint/2010/main" val="1460680448"/>
      </p:ext>
    </p:extLst>
  </p:cSld>
  <p:clrMapOvr>
    <a:masterClrMapping/>
  </p:clrMapOvr>
</p:sld>
</file>

<file path=ppt/slides/slide11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Rectangle 8">
            <a:extLst>
              <a:ext uri="{FF2B5EF4-FFF2-40B4-BE49-F238E27FC236}">
                <a16:creationId xmlns:a16="http://schemas.microsoft.com/office/drawing/2014/main" id="{8307893A-9361-4AD3-A98C-AB26519D54AD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A508BEDD-514C-4FB1-A1E4-768BA61B132F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846580" y="568345"/>
            <a:ext cx="9701953" cy="1560716"/>
          </a:xfrm>
        </p:spPr>
        <p:txBody>
          <a:bodyPr>
            <a:normAutofit/>
          </a:bodyPr>
          <a:lstStyle/>
          <a:p>
            <a:r>
              <a:rPr lang="tr-TR" dirty="0"/>
              <a:t>Verifying the Signature</a:t>
            </a:r>
          </a:p>
        </p:txBody>
      </p:sp>
      <p:cxnSp>
        <p:nvCxnSpPr>
          <p:cNvPr id="11" name="Straight Connector 10">
            <a:extLst>
              <a:ext uri="{FF2B5EF4-FFF2-40B4-BE49-F238E27FC236}">
                <a16:creationId xmlns:a16="http://schemas.microsoft.com/office/drawing/2014/main" id="{F1534FA6-97DA-4524-BBD3-450AE51EF930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CxnSpPr>
            <a:cxnSpLocks noGrp="1" noRot="1" noChangeAspect="1" noMove="1" noResize="1" noEditPoints="1" noAdjustHandles="1" noChangeArrowheads="1" noChangeShapeType="1"/>
          </p:cNvCxn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CxnSpPr>
        <p:spPr>
          <a:xfrm>
            <a:off x="1846580" y="2176009"/>
            <a:ext cx="9701953" cy="0"/>
          </a:xfrm>
          <a:prstGeom prst="line">
            <a:avLst/>
          </a:prstGeom>
          <a:ln w="38100">
            <a:solidFill>
              <a:schemeClr val="accent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aphicFrame>
        <p:nvGraphicFramePr>
          <p:cNvPr id="4" name="İçerik Yer Tutucusu 3">
            <a:extLst>
              <a:ext uri="{FF2B5EF4-FFF2-40B4-BE49-F238E27FC236}">
                <a16:creationId xmlns:a16="http://schemas.microsoft.com/office/drawing/2014/main" id="{302E5B7A-1AEA-456B-B96F-158869560BC1}"/>
              </a:ext>
            </a:extLst>
          </p:cNvPr>
          <p:cNvGraphicFramePr>
            <a:graphicFrameLocks noGrp="1"/>
          </p:cNvGraphicFramePr>
          <p:nvPr>
            <p:ph idx="1"/>
            <p:extLst>
              <p:ext uri="{D42A27DB-BD31-4B8C-83A1-F6EECF244321}">
                <p14:modId xmlns:p14="http://schemas.microsoft.com/office/powerpoint/2010/main" val="2877757190"/>
              </p:ext>
            </p:extLst>
          </p:nvPr>
        </p:nvGraphicFramePr>
        <p:xfrm>
          <a:off x="1846580" y="2438400"/>
          <a:ext cx="9701953" cy="3651250"/>
        </p:xfrm>
        <a:graphic>
          <a:graphicData uri="http://schemas.openxmlformats.org/drawingml/2006/diagram">
            <dgm:relIds xmlns:dgm="http://schemas.openxmlformats.org/drawingml/2006/diagram" xmlns:r="http://schemas.openxmlformats.org/officeDocument/2006/relationships" r:dm="rId2" r:lo="rId3" r:qs="rId4" r:cs="rId5"/>
          </a:graphicData>
        </a:graphic>
      </p:graphicFrame>
    </p:spTree>
    <p:extLst>
      <p:ext uri="{BB962C8B-B14F-4D97-AF65-F5344CB8AC3E}">
        <p14:creationId xmlns:p14="http://schemas.microsoft.com/office/powerpoint/2010/main" val="1994234300"/>
      </p:ext>
    </p:extLst>
  </p:cSld>
  <p:clrMapOvr>
    <a:masterClrMapping/>
  </p:clrMapOvr>
</p:sld>
</file>

<file path=ppt/slides/slide12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2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9" name="Rectangle 7">
            <a:extLst>
              <a:ext uri="{FF2B5EF4-FFF2-40B4-BE49-F238E27FC236}">
                <a16:creationId xmlns:a16="http://schemas.microsoft.com/office/drawing/2014/main" id="{E3DB6FEF-2505-46DD-98AA-E6F0013EDD4F}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chemeClr val="accent1">
              <a:lumMod val="60000"/>
              <a:lumOff val="4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>
              <a:defRPr/>
            </a:pPr>
            <a:endParaRPr lang="en-US">
              <a:solidFill>
                <a:prstClr val="white"/>
              </a:solidFill>
              <a:latin typeface="Calibri" panose="020F0502020204030204"/>
            </a:endParaRPr>
          </a:p>
        </p:txBody>
      </p:sp>
      <p:sp>
        <p:nvSpPr>
          <p:cNvPr id="20" name="Freeform 5">
            <a:extLst>
              <a:ext uri="{FF2B5EF4-FFF2-40B4-BE49-F238E27FC236}">
                <a16:creationId xmlns:a16="http://schemas.microsoft.com/office/drawing/2014/main" id="{8A450A7B-228C-4101-8701-8725F6D48B3D}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 bwMode="auto">
          <a:xfrm>
            <a:off x="8124" y="3175"/>
            <a:ext cx="12145034" cy="6862763"/>
          </a:xfrm>
          <a:custGeom>
            <a:avLst/>
            <a:gdLst/>
            <a:ahLst/>
            <a:cxnLst/>
            <a:rect l="0" t="0" r="r" b="b"/>
            <a:pathLst>
              <a:path w="3840" h="2160">
                <a:moveTo>
                  <a:pt x="3150" y="26"/>
                </a:moveTo>
                <a:cubicBezTo>
                  <a:pt x="3150" y="29"/>
                  <a:pt x="3149" y="31"/>
                  <a:pt x="3148" y="33"/>
                </a:cubicBezTo>
                <a:cubicBezTo>
                  <a:pt x="3130" y="54"/>
                  <a:pt x="3133" y="63"/>
                  <a:pt x="3126" y="63"/>
                </a:cubicBezTo>
                <a:cubicBezTo>
                  <a:pt x="3111" y="92"/>
                  <a:pt x="3109" y="94"/>
                  <a:pt x="3107" y="95"/>
                </a:cubicBezTo>
                <a:cubicBezTo>
                  <a:pt x="3075" y="145"/>
                  <a:pt x="3066" y="164"/>
                  <a:pt x="3058" y="184"/>
                </a:cubicBezTo>
                <a:cubicBezTo>
                  <a:pt x="3045" y="217"/>
                  <a:pt x="3044" y="224"/>
                  <a:pt x="3042" y="229"/>
                </a:cubicBezTo>
                <a:cubicBezTo>
                  <a:pt x="3041" y="231"/>
                  <a:pt x="3050" y="226"/>
                  <a:pt x="3049" y="213"/>
                </a:cubicBezTo>
                <a:cubicBezTo>
                  <a:pt x="3082" y="150"/>
                  <a:pt x="3087" y="141"/>
                  <a:pt x="3092" y="131"/>
                </a:cubicBezTo>
                <a:cubicBezTo>
                  <a:pt x="3108" y="113"/>
                  <a:pt x="3108" y="109"/>
                  <a:pt x="3110" y="108"/>
                </a:cubicBezTo>
                <a:cubicBezTo>
                  <a:pt x="3133" y="75"/>
                  <a:pt x="3137" y="65"/>
                  <a:pt x="3143" y="57"/>
                </a:cubicBezTo>
                <a:cubicBezTo>
                  <a:pt x="3162" y="30"/>
                  <a:pt x="3164" y="29"/>
                  <a:pt x="3163" y="26"/>
                </a:cubicBezTo>
                <a:cubicBezTo>
                  <a:pt x="3177" y="5"/>
                  <a:pt x="3181" y="3"/>
                  <a:pt x="3185" y="0"/>
                </a:cubicBezTo>
                <a:cubicBezTo>
                  <a:pt x="3164" y="11"/>
                  <a:pt x="3161" y="22"/>
                  <a:pt x="3150" y="26"/>
                </a:cubicBezTo>
                <a:close/>
                <a:moveTo>
                  <a:pt x="3022" y="73"/>
                </a:moveTo>
                <a:cubicBezTo>
                  <a:pt x="3020" y="92"/>
                  <a:pt x="3018" y="104"/>
                  <a:pt x="3017" y="128"/>
                </a:cubicBezTo>
                <a:cubicBezTo>
                  <a:pt x="3014" y="201"/>
                  <a:pt x="3015" y="208"/>
                  <a:pt x="3012" y="211"/>
                </a:cubicBezTo>
                <a:cubicBezTo>
                  <a:pt x="3017" y="255"/>
                  <a:pt x="3014" y="257"/>
                  <a:pt x="3016" y="263"/>
                </a:cubicBezTo>
                <a:cubicBezTo>
                  <a:pt x="3026" y="204"/>
                  <a:pt x="3025" y="199"/>
                  <a:pt x="3026" y="195"/>
                </a:cubicBezTo>
                <a:cubicBezTo>
                  <a:pt x="3040" y="153"/>
                  <a:pt x="3037" y="139"/>
                  <a:pt x="3044" y="134"/>
                </a:cubicBezTo>
                <a:cubicBezTo>
                  <a:pt x="3062" y="96"/>
                  <a:pt x="3065" y="93"/>
                  <a:pt x="3067" y="89"/>
                </a:cubicBezTo>
                <a:cubicBezTo>
                  <a:pt x="3083" y="65"/>
                  <a:pt x="3079" y="56"/>
                  <a:pt x="3086" y="57"/>
                </a:cubicBezTo>
                <a:cubicBezTo>
                  <a:pt x="3101" y="34"/>
                  <a:pt x="3103" y="33"/>
                  <a:pt x="3102" y="30"/>
                </a:cubicBezTo>
                <a:cubicBezTo>
                  <a:pt x="3111" y="0"/>
                  <a:pt x="3111" y="0"/>
                  <a:pt x="3111" y="0"/>
                </a:cubicBezTo>
                <a:cubicBezTo>
                  <a:pt x="3095" y="21"/>
                  <a:pt x="3096" y="29"/>
                  <a:pt x="3089" y="31"/>
                </a:cubicBezTo>
                <a:cubicBezTo>
                  <a:pt x="3073" y="69"/>
                  <a:pt x="3062" y="72"/>
                  <a:pt x="3060" y="83"/>
                </a:cubicBezTo>
                <a:cubicBezTo>
                  <a:pt x="3064" y="58"/>
                  <a:pt x="3069" y="55"/>
                  <a:pt x="3068" y="47"/>
                </a:cubicBezTo>
                <a:cubicBezTo>
                  <a:pt x="3085" y="0"/>
                  <a:pt x="3085" y="0"/>
                  <a:pt x="3085" y="0"/>
                </a:cubicBezTo>
                <a:cubicBezTo>
                  <a:pt x="3079" y="13"/>
                  <a:pt x="3075" y="16"/>
                  <a:pt x="3075" y="23"/>
                </a:cubicBezTo>
                <a:cubicBezTo>
                  <a:pt x="3058" y="55"/>
                  <a:pt x="3058" y="62"/>
                  <a:pt x="3057" y="68"/>
                </a:cubicBezTo>
                <a:cubicBezTo>
                  <a:pt x="3042" y="112"/>
                  <a:pt x="3040" y="124"/>
                  <a:pt x="3035" y="133"/>
                </a:cubicBezTo>
                <a:cubicBezTo>
                  <a:pt x="3018" y="179"/>
                  <a:pt x="3022" y="177"/>
                  <a:pt x="3020" y="169"/>
                </a:cubicBezTo>
                <a:cubicBezTo>
                  <a:pt x="3028" y="127"/>
                  <a:pt x="3035" y="121"/>
                  <a:pt x="3035" y="109"/>
                </a:cubicBezTo>
                <a:cubicBezTo>
                  <a:pt x="3047" y="70"/>
                  <a:pt x="3049" y="60"/>
                  <a:pt x="3053" y="51"/>
                </a:cubicBezTo>
                <a:cubicBezTo>
                  <a:pt x="3062" y="0"/>
                  <a:pt x="3062" y="0"/>
                  <a:pt x="3062" y="0"/>
                </a:cubicBezTo>
                <a:cubicBezTo>
                  <a:pt x="3048" y="47"/>
                  <a:pt x="3041" y="63"/>
                  <a:pt x="3038" y="82"/>
                </a:cubicBezTo>
                <a:cubicBezTo>
                  <a:pt x="3027" y="111"/>
                  <a:pt x="3030" y="119"/>
                  <a:pt x="3025" y="120"/>
                </a:cubicBezTo>
                <a:cubicBezTo>
                  <a:pt x="3021" y="108"/>
                  <a:pt x="3025" y="106"/>
                  <a:pt x="3024" y="99"/>
                </a:cubicBezTo>
                <a:cubicBezTo>
                  <a:pt x="3037" y="45"/>
                  <a:pt x="3042" y="43"/>
                  <a:pt x="3041" y="36"/>
                </a:cubicBezTo>
                <a:cubicBezTo>
                  <a:pt x="3045" y="0"/>
                  <a:pt x="3045" y="0"/>
                  <a:pt x="3045" y="0"/>
                </a:cubicBezTo>
                <a:cubicBezTo>
                  <a:pt x="3030" y="52"/>
                  <a:pt x="3028" y="56"/>
                  <a:pt x="3028" y="61"/>
                </a:cubicBezTo>
                <a:close/>
                <a:moveTo>
                  <a:pt x="3116" y="46"/>
                </a:moveTo>
                <a:cubicBezTo>
                  <a:pt x="3116" y="49"/>
                  <a:pt x="3113" y="49"/>
                  <a:pt x="3112" y="51"/>
                </a:cubicBezTo>
                <a:cubicBezTo>
                  <a:pt x="3103" y="60"/>
                  <a:pt x="3105" y="64"/>
                  <a:pt x="3102" y="65"/>
                </a:cubicBezTo>
                <a:cubicBezTo>
                  <a:pt x="3077" y="100"/>
                  <a:pt x="3078" y="112"/>
                  <a:pt x="3069" y="115"/>
                </a:cubicBezTo>
                <a:cubicBezTo>
                  <a:pt x="3059" y="148"/>
                  <a:pt x="3051" y="151"/>
                  <a:pt x="3050" y="160"/>
                </a:cubicBezTo>
                <a:cubicBezTo>
                  <a:pt x="3033" y="198"/>
                  <a:pt x="3037" y="206"/>
                  <a:pt x="3031" y="207"/>
                </a:cubicBezTo>
                <a:cubicBezTo>
                  <a:pt x="3028" y="240"/>
                  <a:pt x="3021" y="246"/>
                  <a:pt x="3028" y="247"/>
                </a:cubicBezTo>
                <a:cubicBezTo>
                  <a:pt x="3044" y="193"/>
                  <a:pt x="3046" y="187"/>
                  <a:pt x="3047" y="180"/>
                </a:cubicBezTo>
                <a:cubicBezTo>
                  <a:pt x="3066" y="142"/>
                  <a:pt x="3070" y="131"/>
                  <a:pt x="3078" y="123"/>
                </a:cubicBezTo>
                <a:cubicBezTo>
                  <a:pt x="3099" y="87"/>
                  <a:pt x="3100" y="84"/>
                  <a:pt x="3101" y="82"/>
                </a:cubicBezTo>
                <a:cubicBezTo>
                  <a:pt x="3138" y="36"/>
                  <a:pt x="3139" y="23"/>
                  <a:pt x="3149" y="18"/>
                </a:cubicBezTo>
                <a:cubicBezTo>
                  <a:pt x="3145" y="6"/>
                  <a:pt x="3139" y="11"/>
                  <a:pt x="3136" y="19"/>
                </a:cubicBezTo>
                <a:close/>
                <a:moveTo>
                  <a:pt x="3177" y="40"/>
                </a:moveTo>
                <a:cubicBezTo>
                  <a:pt x="3172" y="44"/>
                  <a:pt x="3174" y="55"/>
                  <a:pt x="3165" y="56"/>
                </a:cubicBezTo>
                <a:cubicBezTo>
                  <a:pt x="3146" y="83"/>
                  <a:pt x="3143" y="85"/>
                  <a:pt x="3143" y="90"/>
                </a:cubicBezTo>
                <a:cubicBezTo>
                  <a:pt x="3128" y="108"/>
                  <a:pt x="3126" y="110"/>
                  <a:pt x="3123" y="111"/>
                </a:cubicBezTo>
                <a:cubicBezTo>
                  <a:pt x="3100" y="150"/>
                  <a:pt x="3089" y="160"/>
                  <a:pt x="3084" y="173"/>
                </a:cubicBezTo>
                <a:cubicBezTo>
                  <a:pt x="3061" y="210"/>
                  <a:pt x="3060" y="214"/>
                  <a:pt x="3061" y="218"/>
                </a:cubicBezTo>
                <a:cubicBezTo>
                  <a:pt x="3044" y="256"/>
                  <a:pt x="3048" y="268"/>
                  <a:pt x="3040" y="270"/>
                </a:cubicBezTo>
                <a:cubicBezTo>
                  <a:pt x="3036" y="343"/>
                  <a:pt x="3029" y="331"/>
                  <a:pt x="3034" y="330"/>
                </a:cubicBezTo>
                <a:cubicBezTo>
                  <a:pt x="3039" y="292"/>
                  <a:pt x="3042" y="288"/>
                  <a:pt x="3043" y="283"/>
                </a:cubicBezTo>
                <a:cubicBezTo>
                  <a:pt x="3059" y="238"/>
                  <a:pt x="3058" y="231"/>
                  <a:pt x="3064" y="229"/>
                </a:cubicBezTo>
                <a:cubicBezTo>
                  <a:pt x="3084" y="187"/>
                  <a:pt x="3087" y="184"/>
                  <a:pt x="3089" y="179"/>
                </a:cubicBezTo>
                <a:cubicBezTo>
                  <a:pt x="3124" y="131"/>
                  <a:pt x="3123" y="135"/>
                  <a:pt x="3127" y="131"/>
                </a:cubicBezTo>
                <a:cubicBezTo>
                  <a:pt x="3145" y="105"/>
                  <a:pt x="3144" y="100"/>
                  <a:pt x="3148" y="99"/>
                </a:cubicBezTo>
                <a:cubicBezTo>
                  <a:pt x="3161" y="79"/>
                  <a:pt x="3163" y="77"/>
                  <a:pt x="3164" y="74"/>
                </a:cubicBezTo>
                <a:cubicBezTo>
                  <a:pt x="3188" y="45"/>
                  <a:pt x="3190" y="38"/>
                  <a:pt x="3196" y="34"/>
                </a:cubicBezTo>
                <a:cubicBezTo>
                  <a:pt x="3215" y="7"/>
                  <a:pt x="3223" y="9"/>
                  <a:pt x="3220" y="2"/>
                </a:cubicBezTo>
                <a:cubicBezTo>
                  <a:pt x="3209" y="3"/>
                  <a:pt x="3209" y="7"/>
                  <a:pt x="3205" y="7"/>
                </a:cubicBezTo>
                <a:cubicBezTo>
                  <a:pt x="3184" y="32"/>
                  <a:pt x="3182" y="37"/>
                  <a:pt x="3177" y="40"/>
                </a:cubicBezTo>
                <a:close/>
                <a:moveTo>
                  <a:pt x="3014" y="80"/>
                </a:moveTo>
                <a:cubicBezTo>
                  <a:pt x="3011" y="54"/>
                  <a:pt x="3017" y="36"/>
                  <a:pt x="3018" y="14"/>
                </a:cubicBezTo>
                <a:cubicBezTo>
                  <a:pt x="3022" y="13"/>
                  <a:pt x="3019" y="6"/>
                  <a:pt x="3022" y="5"/>
                </a:cubicBezTo>
                <a:cubicBezTo>
                  <a:pt x="3023" y="4"/>
                  <a:pt x="3024" y="2"/>
                  <a:pt x="3025" y="0"/>
                </a:cubicBezTo>
                <a:cubicBezTo>
                  <a:pt x="3015" y="0"/>
                  <a:pt x="3015" y="0"/>
                  <a:pt x="3015" y="0"/>
                </a:cubicBezTo>
                <a:cubicBezTo>
                  <a:pt x="3012" y="6"/>
                  <a:pt x="3014" y="15"/>
                  <a:pt x="3009" y="19"/>
                </a:cubicBezTo>
                <a:cubicBezTo>
                  <a:pt x="3009" y="31"/>
                  <a:pt x="3009" y="44"/>
                  <a:pt x="3008" y="56"/>
                </a:cubicBezTo>
                <a:cubicBezTo>
                  <a:pt x="3008" y="60"/>
                  <a:pt x="3008" y="65"/>
                  <a:pt x="3009" y="69"/>
                </a:cubicBezTo>
                <a:cubicBezTo>
                  <a:pt x="3010" y="73"/>
                  <a:pt x="3007" y="82"/>
                  <a:pt x="3014" y="80"/>
                </a:cubicBezTo>
                <a:close/>
                <a:moveTo>
                  <a:pt x="2154" y="176"/>
                </a:moveTo>
                <a:cubicBezTo>
                  <a:pt x="2152" y="182"/>
                  <a:pt x="2146" y="191"/>
                  <a:pt x="2153" y="194"/>
                </a:cubicBezTo>
                <a:cubicBezTo>
                  <a:pt x="2159" y="188"/>
                  <a:pt x="2164" y="180"/>
                  <a:pt x="2169" y="171"/>
                </a:cubicBezTo>
                <a:cubicBezTo>
                  <a:pt x="2175" y="150"/>
                  <a:pt x="2180" y="133"/>
                  <a:pt x="2186" y="119"/>
                </a:cubicBezTo>
                <a:cubicBezTo>
                  <a:pt x="2187" y="111"/>
                  <a:pt x="2188" y="103"/>
                  <a:pt x="2192" y="94"/>
                </a:cubicBezTo>
                <a:cubicBezTo>
                  <a:pt x="2190" y="89"/>
                  <a:pt x="2193" y="91"/>
                  <a:pt x="2194" y="85"/>
                </a:cubicBezTo>
                <a:cubicBezTo>
                  <a:pt x="2196" y="81"/>
                  <a:pt x="2197" y="76"/>
                  <a:pt x="2199" y="71"/>
                </a:cubicBezTo>
                <a:cubicBezTo>
                  <a:pt x="2200" y="47"/>
                  <a:pt x="2202" y="27"/>
                  <a:pt x="2205" y="0"/>
                </a:cubicBezTo>
                <a:cubicBezTo>
                  <a:pt x="2197" y="0"/>
                  <a:pt x="2197" y="0"/>
                  <a:pt x="2197" y="0"/>
                </a:cubicBezTo>
                <a:cubicBezTo>
                  <a:pt x="2196" y="4"/>
                  <a:pt x="2196" y="9"/>
                  <a:pt x="2195" y="13"/>
                </a:cubicBezTo>
                <a:cubicBezTo>
                  <a:pt x="2197" y="21"/>
                  <a:pt x="2191" y="35"/>
                  <a:pt x="2194" y="40"/>
                </a:cubicBezTo>
                <a:cubicBezTo>
                  <a:pt x="2195" y="41"/>
                  <a:pt x="2191" y="42"/>
                  <a:pt x="2191" y="41"/>
                </a:cubicBezTo>
                <a:cubicBezTo>
                  <a:pt x="2191" y="46"/>
                  <a:pt x="2192" y="50"/>
                  <a:pt x="2192" y="55"/>
                </a:cubicBezTo>
                <a:cubicBezTo>
                  <a:pt x="2192" y="55"/>
                  <a:pt x="2189" y="55"/>
                  <a:pt x="2189" y="57"/>
                </a:cubicBezTo>
                <a:cubicBezTo>
                  <a:pt x="2189" y="57"/>
                  <a:pt x="2191" y="58"/>
                  <a:pt x="2191" y="59"/>
                </a:cubicBezTo>
                <a:cubicBezTo>
                  <a:pt x="2191" y="62"/>
                  <a:pt x="2192" y="64"/>
                  <a:pt x="2190" y="68"/>
                </a:cubicBezTo>
                <a:cubicBezTo>
                  <a:pt x="2187" y="76"/>
                  <a:pt x="2186" y="89"/>
                  <a:pt x="2181" y="93"/>
                </a:cubicBezTo>
                <a:cubicBezTo>
                  <a:pt x="2185" y="94"/>
                  <a:pt x="2179" y="102"/>
                  <a:pt x="2179" y="106"/>
                </a:cubicBezTo>
                <a:cubicBezTo>
                  <a:pt x="2181" y="109"/>
                  <a:pt x="2179" y="114"/>
                  <a:pt x="2177" y="119"/>
                </a:cubicBezTo>
                <a:cubicBezTo>
                  <a:pt x="2171" y="131"/>
                  <a:pt x="2167" y="145"/>
                  <a:pt x="2163" y="160"/>
                </a:cubicBezTo>
                <a:cubicBezTo>
                  <a:pt x="2162" y="164"/>
                  <a:pt x="2159" y="164"/>
                  <a:pt x="2158" y="168"/>
                </a:cubicBezTo>
                <a:cubicBezTo>
                  <a:pt x="2157" y="171"/>
                  <a:pt x="2157" y="176"/>
                  <a:pt x="2154" y="176"/>
                </a:cubicBezTo>
                <a:close/>
                <a:moveTo>
                  <a:pt x="2311" y="845"/>
                </a:moveTo>
                <a:cubicBezTo>
                  <a:pt x="2314" y="849"/>
                  <a:pt x="2316" y="854"/>
                  <a:pt x="2323" y="858"/>
                </a:cubicBezTo>
                <a:cubicBezTo>
                  <a:pt x="2344" y="898"/>
                  <a:pt x="2346" y="909"/>
                  <a:pt x="2357" y="917"/>
                </a:cubicBezTo>
                <a:cubicBezTo>
                  <a:pt x="2373" y="962"/>
                  <a:pt x="2374" y="968"/>
                  <a:pt x="2379" y="974"/>
                </a:cubicBezTo>
                <a:cubicBezTo>
                  <a:pt x="2402" y="1039"/>
                  <a:pt x="2405" y="1045"/>
                  <a:pt x="2406" y="1052"/>
                </a:cubicBezTo>
                <a:cubicBezTo>
                  <a:pt x="2428" y="1117"/>
                  <a:pt x="2430" y="1124"/>
                  <a:pt x="2429" y="1131"/>
                </a:cubicBezTo>
                <a:cubicBezTo>
                  <a:pt x="2441" y="1178"/>
                  <a:pt x="2454" y="1182"/>
                  <a:pt x="2448" y="1190"/>
                </a:cubicBezTo>
                <a:cubicBezTo>
                  <a:pt x="2462" y="1236"/>
                  <a:pt x="2466" y="1242"/>
                  <a:pt x="2469" y="1249"/>
                </a:cubicBezTo>
                <a:cubicBezTo>
                  <a:pt x="2482" y="1291"/>
                  <a:pt x="2482" y="1294"/>
                  <a:pt x="2486" y="1297"/>
                </a:cubicBezTo>
                <a:cubicBezTo>
                  <a:pt x="2499" y="1333"/>
                  <a:pt x="2498" y="1340"/>
                  <a:pt x="2504" y="1345"/>
                </a:cubicBezTo>
                <a:cubicBezTo>
                  <a:pt x="2523" y="1391"/>
                  <a:pt x="2526" y="1397"/>
                  <a:pt x="2531" y="1403"/>
                </a:cubicBezTo>
                <a:cubicBezTo>
                  <a:pt x="2541" y="1435"/>
                  <a:pt x="2545" y="1437"/>
                  <a:pt x="2548" y="1440"/>
                </a:cubicBezTo>
                <a:cubicBezTo>
                  <a:pt x="2563" y="1473"/>
                  <a:pt x="2567" y="1475"/>
                  <a:pt x="2567" y="1479"/>
                </a:cubicBezTo>
                <a:cubicBezTo>
                  <a:pt x="2616" y="1536"/>
                  <a:pt x="2619" y="1537"/>
                  <a:pt x="2623" y="1537"/>
                </a:cubicBezTo>
                <a:cubicBezTo>
                  <a:pt x="2627" y="1538"/>
                  <a:pt x="2626" y="1536"/>
                  <a:pt x="2624" y="1535"/>
                </a:cubicBezTo>
                <a:cubicBezTo>
                  <a:pt x="2576" y="1476"/>
                  <a:pt x="2567" y="1471"/>
                  <a:pt x="2569" y="1465"/>
                </a:cubicBezTo>
                <a:cubicBezTo>
                  <a:pt x="2557" y="1435"/>
                  <a:pt x="2550" y="1434"/>
                  <a:pt x="2552" y="1430"/>
                </a:cubicBezTo>
                <a:cubicBezTo>
                  <a:pt x="2534" y="1388"/>
                  <a:pt x="2528" y="1383"/>
                  <a:pt x="2527" y="1377"/>
                </a:cubicBezTo>
                <a:cubicBezTo>
                  <a:pt x="2513" y="1348"/>
                  <a:pt x="2509" y="1345"/>
                  <a:pt x="2506" y="1342"/>
                </a:cubicBezTo>
                <a:cubicBezTo>
                  <a:pt x="2504" y="1319"/>
                  <a:pt x="2497" y="1314"/>
                  <a:pt x="2498" y="1307"/>
                </a:cubicBezTo>
                <a:cubicBezTo>
                  <a:pt x="2481" y="1279"/>
                  <a:pt x="2493" y="1274"/>
                  <a:pt x="2484" y="1272"/>
                </a:cubicBezTo>
                <a:cubicBezTo>
                  <a:pt x="2476" y="1250"/>
                  <a:pt x="2478" y="1244"/>
                  <a:pt x="2473" y="1238"/>
                </a:cubicBezTo>
                <a:cubicBezTo>
                  <a:pt x="2460" y="1192"/>
                  <a:pt x="2460" y="1189"/>
                  <a:pt x="2458" y="1186"/>
                </a:cubicBezTo>
                <a:cubicBezTo>
                  <a:pt x="2450" y="1144"/>
                  <a:pt x="2438" y="1140"/>
                  <a:pt x="2441" y="1133"/>
                </a:cubicBezTo>
                <a:cubicBezTo>
                  <a:pt x="2428" y="1087"/>
                  <a:pt x="2424" y="1075"/>
                  <a:pt x="2416" y="1064"/>
                </a:cubicBezTo>
                <a:cubicBezTo>
                  <a:pt x="2410" y="1041"/>
                  <a:pt x="2411" y="1035"/>
                  <a:pt x="2407" y="1030"/>
                </a:cubicBezTo>
                <a:cubicBezTo>
                  <a:pt x="2387" y="974"/>
                  <a:pt x="2384" y="968"/>
                  <a:pt x="2380" y="962"/>
                </a:cubicBezTo>
                <a:cubicBezTo>
                  <a:pt x="2366" y="915"/>
                  <a:pt x="2355" y="909"/>
                  <a:pt x="2357" y="902"/>
                </a:cubicBezTo>
                <a:cubicBezTo>
                  <a:pt x="2339" y="870"/>
                  <a:pt x="2335" y="867"/>
                  <a:pt x="2335" y="864"/>
                </a:cubicBezTo>
                <a:cubicBezTo>
                  <a:pt x="2329" y="853"/>
                  <a:pt x="2327" y="850"/>
                  <a:pt x="2322" y="847"/>
                </a:cubicBezTo>
                <a:close/>
                <a:moveTo>
                  <a:pt x="2226" y="830"/>
                </a:moveTo>
                <a:cubicBezTo>
                  <a:pt x="2225" y="835"/>
                  <a:pt x="2237" y="841"/>
                  <a:pt x="2240" y="840"/>
                </a:cubicBezTo>
                <a:cubicBezTo>
                  <a:pt x="2280" y="885"/>
                  <a:pt x="2282" y="892"/>
                  <a:pt x="2288" y="898"/>
                </a:cubicBezTo>
                <a:cubicBezTo>
                  <a:pt x="2309" y="930"/>
                  <a:pt x="2309" y="932"/>
                  <a:pt x="2309" y="933"/>
                </a:cubicBezTo>
                <a:cubicBezTo>
                  <a:pt x="2324" y="964"/>
                  <a:pt x="2328" y="967"/>
                  <a:pt x="2329" y="970"/>
                </a:cubicBezTo>
                <a:cubicBezTo>
                  <a:pt x="2351" y="1008"/>
                  <a:pt x="2350" y="1015"/>
                  <a:pt x="2355" y="1021"/>
                </a:cubicBezTo>
                <a:cubicBezTo>
                  <a:pt x="2373" y="1067"/>
                  <a:pt x="2375" y="1070"/>
                  <a:pt x="2375" y="1074"/>
                </a:cubicBezTo>
                <a:cubicBezTo>
                  <a:pt x="2397" y="1132"/>
                  <a:pt x="2396" y="1135"/>
                  <a:pt x="2401" y="1138"/>
                </a:cubicBezTo>
                <a:cubicBezTo>
                  <a:pt x="2407" y="1163"/>
                  <a:pt x="2406" y="1167"/>
                  <a:pt x="2414" y="1170"/>
                </a:cubicBezTo>
                <a:cubicBezTo>
                  <a:pt x="2421" y="1203"/>
                  <a:pt x="2425" y="1211"/>
                  <a:pt x="2422" y="1220"/>
                </a:cubicBezTo>
                <a:cubicBezTo>
                  <a:pt x="2443" y="1271"/>
                  <a:pt x="2443" y="1273"/>
                  <a:pt x="2443" y="1276"/>
                </a:cubicBezTo>
                <a:cubicBezTo>
                  <a:pt x="2453" y="1306"/>
                  <a:pt x="2452" y="1312"/>
                  <a:pt x="2457" y="1317"/>
                </a:cubicBezTo>
                <a:cubicBezTo>
                  <a:pt x="2463" y="1344"/>
                  <a:pt x="2471" y="1346"/>
                  <a:pt x="2470" y="1349"/>
                </a:cubicBezTo>
                <a:cubicBezTo>
                  <a:pt x="2487" y="1386"/>
                  <a:pt x="2484" y="1392"/>
                  <a:pt x="2494" y="1396"/>
                </a:cubicBezTo>
                <a:cubicBezTo>
                  <a:pt x="2510" y="1433"/>
                  <a:pt x="2518" y="1438"/>
                  <a:pt x="2517" y="1443"/>
                </a:cubicBezTo>
                <a:cubicBezTo>
                  <a:pt x="2533" y="1461"/>
                  <a:pt x="2535" y="1463"/>
                  <a:pt x="2536" y="1466"/>
                </a:cubicBezTo>
                <a:cubicBezTo>
                  <a:pt x="2554" y="1485"/>
                  <a:pt x="2560" y="1493"/>
                  <a:pt x="2563" y="1489"/>
                </a:cubicBezTo>
                <a:cubicBezTo>
                  <a:pt x="2530" y="1445"/>
                  <a:pt x="2522" y="1441"/>
                  <a:pt x="2522" y="1436"/>
                </a:cubicBezTo>
                <a:cubicBezTo>
                  <a:pt x="2466" y="1320"/>
                  <a:pt x="2462" y="1316"/>
                  <a:pt x="2464" y="1311"/>
                </a:cubicBezTo>
                <a:cubicBezTo>
                  <a:pt x="2445" y="1263"/>
                  <a:pt x="2447" y="1258"/>
                  <a:pt x="2442" y="1254"/>
                </a:cubicBezTo>
                <a:cubicBezTo>
                  <a:pt x="2435" y="1229"/>
                  <a:pt x="2435" y="1227"/>
                  <a:pt x="2435" y="1224"/>
                </a:cubicBezTo>
                <a:cubicBezTo>
                  <a:pt x="2407" y="1143"/>
                  <a:pt x="2407" y="1133"/>
                  <a:pt x="2403" y="1124"/>
                </a:cubicBezTo>
                <a:cubicBezTo>
                  <a:pt x="2396" y="1104"/>
                  <a:pt x="2396" y="1099"/>
                  <a:pt x="2394" y="1094"/>
                </a:cubicBezTo>
                <a:cubicBezTo>
                  <a:pt x="2379" y="1056"/>
                  <a:pt x="2379" y="1054"/>
                  <a:pt x="2377" y="1052"/>
                </a:cubicBezTo>
                <a:cubicBezTo>
                  <a:pt x="2362" y="1018"/>
                  <a:pt x="2360" y="1013"/>
                  <a:pt x="2359" y="1008"/>
                </a:cubicBezTo>
                <a:cubicBezTo>
                  <a:pt x="2322" y="939"/>
                  <a:pt x="2316" y="929"/>
                  <a:pt x="2311" y="919"/>
                </a:cubicBezTo>
                <a:cubicBezTo>
                  <a:pt x="2268" y="860"/>
                  <a:pt x="2269" y="857"/>
                  <a:pt x="2267" y="855"/>
                </a:cubicBezTo>
                <a:cubicBezTo>
                  <a:pt x="2242" y="833"/>
                  <a:pt x="2236" y="829"/>
                  <a:pt x="2230" y="825"/>
                </a:cubicBezTo>
                <a:cubicBezTo>
                  <a:pt x="2215" y="829"/>
                  <a:pt x="2217" y="829"/>
                  <a:pt x="2219" y="829"/>
                </a:cubicBezTo>
                <a:close/>
                <a:moveTo>
                  <a:pt x="3510" y="16"/>
                </a:moveTo>
                <a:cubicBezTo>
                  <a:pt x="3524" y="18"/>
                  <a:pt x="3535" y="22"/>
                  <a:pt x="3546" y="27"/>
                </a:cubicBezTo>
                <a:cubicBezTo>
                  <a:pt x="3580" y="42"/>
                  <a:pt x="3582" y="38"/>
                  <a:pt x="3584" y="42"/>
                </a:cubicBezTo>
                <a:cubicBezTo>
                  <a:pt x="3618" y="52"/>
                  <a:pt x="3623" y="54"/>
                  <a:pt x="3628" y="56"/>
                </a:cubicBezTo>
                <a:cubicBezTo>
                  <a:pt x="3702" y="78"/>
                  <a:pt x="3712" y="88"/>
                  <a:pt x="3727" y="91"/>
                </a:cubicBezTo>
                <a:cubicBezTo>
                  <a:pt x="3785" y="120"/>
                  <a:pt x="3787" y="122"/>
                  <a:pt x="3791" y="123"/>
                </a:cubicBezTo>
                <a:cubicBezTo>
                  <a:pt x="3770" y="103"/>
                  <a:pt x="3762" y="105"/>
                  <a:pt x="3760" y="99"/>
                </a:cubicBezTo>
                <a:cubicBezTo>
                  <a:pt x="3707" y="77"/>
                  <a:pt x="3699" y="70"/>
                  <a:pt x="3688" y="67"/>
                </a:cubicBezTo>
                <a:cubicBezTo>
                  <a:pt x="3618" y="44"/>
                  <a:pt x="3610" y="38"/>
                  <a:pt x="3599" y="36"/>
                </a:cubicBezTo>
                <a:cubicBezTo>
                  <a:pt x="3547" y="17"/>
                  <a:pt x="3540" y="18"/>
                  <a:pt x="3538" y="12"/>
                </a:cubicBezTo>
                <a:cubicBezTo>
                  <a:pt x="3504" y="1"/>
                  <a:pt x="3503" y="1"/>
                  <a:pt x="3503" y="0"/>
                </a:cubicBezTo>
                <a:cubicBezTo>
                  <a:pt x="3495" y="8"/>
                  <a:pt x="3505" y="9"/>
                  <a:pt x="3510" y="16"/>
                </a:cubicBezTo>
                <a:close/>
                <a:moveTo>
                  <a:pt x="3427" y="20"/>
                </a:moveTo>
                <a:cubicBezTo>
                  <a:pt x="3431" y="23"/>
                  <a:pt x="3439" y="22"/>
                  <a:pt x="3441" y="28"/>
                </a:cubicBezTo>
                <a:cubicBezTo>
                  <a:pt x="3472" y="49"/>
                  <a:pt x="3482" y="47"/>
                  <a:pt x="3484" y="53"/>
                </a:cubicBezTo>
                <a:cubicBezTo>
                  <a:pt x="3561" y="81"/>
                  <a:pt x="3567" y="88"/>
                  <a:pt x="3580" y="88"/>
                </a:cubicBezTo>
                <a:cubicBezTo>
                  <a:pt x="3610" y="99"/>
                  <a:pt x="3608" y="105"/>
                  <a:pt x="3614" y="103"/>
                </a:cubicBezTo>
                <a:cubicBezTo>
                  <a:pt x="3673" y="129"/>
                  <a:pt x="3682" y="128"/>
                  <a:pt x="3686" y="133"/>
                </a:cubicBezTo>
                <a:cubicBezTo>
                  <a:pt x="3728" y="150"/>
                  <a:pt x="3736" y="150"/>
                  <a:pt x="3738" y="156"/>
                </a:cubicBezTo>
                <a:cubicBezTo>
                  <a:pt x="3766" y="171"/>
                  <a:pt x="3768" y="173"/>
                  <a:pt x="3770" y="175"/>
                </a:cubicBezTo>
                <a:cubicBezTo>
                  <a:pt x="3815" y="218"/>
                  <a:pt x="3820" y="221"/>
                  <a:pt x="3824" y="226"/>
                </a:cubicBezTo>
                <a:cubicBezTo>
                  <a:pt x="3840" y="232"/>
                  <a:pt x="3826" y="226"/>
                  <a:pt x="3823" y="217"/>
                </a:cubicBezTo>
                <a:cubicBezTo>
                  <a:pt x="3809" y="197"/>
                  <a:pt x="3803" y="200"/>
                  <a:pt x="3804" y="195"/>
                </a:cubicBezTo>
                <a:cubicBezTo>
                  <a:pt x="3780" y="170"/>
                  <a:pt x="3772" y="173"/>
                  <a:pt x="3772" y="166"/>
                </a:cubicBezTo>
                <a:cubicBezTo>
                  <a:pt x="3732" y="139"/>
                  <a:pt x="3725" y="141"/>
                  <a:pt x="3724" y="135"/>
                </a:cubicBezTo>
                <a:cubicBezTo>
                  <a:pt x="3672" y="119"/>
                  <a:pt x="3670" y="114"/>
                  <a:pt x="3665" y="113"/>
                </a:cubicBezTo>
                <a:cubicBezTo>
                  <a:pt x="3622" y="94"/>
                  <a:pt x="3612" y="93"/>
                  <a:pt x="3607" y="88"/>
                </a:cubicBezTo>
                <a:cubicBezTo>
                  <a:pt x="3553" y="69"/>
                  <a:pt x="3545" y="69"/>
                  <a:pt x="3539" y="65"/>
                </a:cubicBezTo>
                <a:cubicBezTo>
                  <a:pt x="3500" y="46"/>
                  <a:pt x="3489" y="45"/>
                  <a:pt x="3481" y="40"/>
                </a:cubicBezTo>
                <a:cubicBezTo>
                  <a:pt x="3448" y="23"/>
                  <a:pt x="3449" y="17"/>
                  <a:pt x="3444" y="19"/>
                </a:cubicBezTo>
                <a:cubicBezTo>
                  <a:pt x="3422" y="2"/>
                  <a:pt x="3421" y="1"/>
                  <a:pt x="3421" y="0"/>
                </a:cubicBezTo>
                <a:close/>
                <a:moveTo>
                  <a:pt x="2120" y="152"/>
                </a:moveTo>
                <a:cubicBezTo>
                  <a:pt x="2122" y="149"/>
                  <a:pt x="2127" y="152"/>
                  <a:pt x="2126" y="145"/>
                </a:cubicBezTo>
                <a:cubicBezTo>
                  <a:pt x="2128" y="141"/>
                  <a:pt x="2129" y="136"/>
                  <a:pt x="2130" y="132"/>
                </a:cubicBezTo>
                <a:cubicBezTo>
                  <a:pt x="2133" y="135"/>
                  <a:pt x="2137" y="123"/>
                  <a:pt x="2133" y="124"/>
                </a:cubicBezTo>
                <a:cubicBezTo>
                  <a:pt x="2133" y="119"/>
                  <a:pt x="2138" y="121"/>
                  <a:pt x="2138" y="114"/>
                </a:cubicBezTo>
                <a:cubicBezTo>
                  <a:pt x="2137" y="106"/>
                  <a:pt x="2141" y="96"/>
                  <a:pt x="2144" y="86"/>
                </a:cubicBezTo>
                <a:cubicBezTo>
                  <a:pt x="2144" y="69"/>
                  <a:pt x="2149" y="48"/>
                  <a:pt x="2154" y="28"/>
                </a:cubicBezTo>
                <a:cubicBezTo>
                  <a:pt x="2152" y="20"/>
                  <a:pt x="2156" y="9"/>
                  <a:pt x="2156" y="0"/>
                </a:cubicBezTo>
                <a:cubicBezTo>
                  <a:pt x="2146" y="0"/>
                  <a:pt x="2146" y="0"/>
                  <a:pt x="2146" y="0"/>
                </a:cubicBezTo>
                <a:cubicBezTo>
                  <a:pt x="2146" y="12"/>
                  <a:pt x="2145" y="24"/>
                  <a:pt x="2146" y="35"/>
                </a:cubicBezTo>
                <a:cubicBezTo>
                  <a:pt x="2140" y="38"/>
                  <a:pt x="2145" y="45"/>
                  <a:pt x="2140" y="53"/>
                </a:cubicBezTo>
                <a:cubicBezTo>
                  <a:pt x="2143" y="59"/>
                  <a:pt x="2137" y="69"/>
                  <a:pt x="2135" y="77"/>
                </a:cubicBezTo>
                <a:cubicBezTo>
                  <a:pt x="2143" y="79"/>
                  <a:pt x="2129" y="83"/>
                  <a:pt x="2136" y="84"/>
                </a:cubicBezTo>
                <a:cubicBezTo>
                  <a:pt x="2134" y="88"/>
                  <a:pt x="2133" y="92"/>
                  <a:pt x="2132" y="96"/>
                </a:cubicBezTo>
                <a:cubicBezTo>
                  <a:pt x="2127" y="106"/>
                  <a:pt x="2131" y="111"/>
                  <a:pt x="2127" y="120"/>
                </a:cubicBezTo>
                <a:cubicBezTo>
                  <a:pt x="2126" y="127"/>
                  <a:pt x="2123" y="131"/>
                  <a:pt x="2120" y="136"/>
                </a:cubicBezTo>
                <a:cubicBezTo>
                  <a:pt x="2119" y="142"/>
                  <a:pt x="2114" y="150"/>
                  <a:pt x="2120" y="152"/>
                </a:cubicBezTo>
                <a:close/>
                <a:moveTo>
                  <a:pt x="3473" y="21"/>
                </a:moveTo>
                <a:cubicBezTo>
                  <a:pt x="3474" y="26"/>
                  <a:pt x="3481" y="23"/>
                  <a:pt x="3482" y="27"/>
                </a:cubicBezTo>
                <a:cubicBezTo>
                  <a:pt x="3525" y="42"/>
                  <a:pt x="3529" y="41"/>
                  <a:pt x="3529" y="43"/>
                </a:cubicBezTo>
                <a:cubicBezTo>
                  <a:pt x="3556" y="50"/>
                  <a:pt x="3560" y="53"/>
                  <a:pt x="3565" y="54"/>
                </a:cubicBezTo>
                <a:cubicBezTo>
                  <a:pt x="3587" y="59"/>
                  <a:pt x="3590" y="63"/>
                  <a:pt x="3596" y="63"/>
                </a:cubicBezTo>
                <a:cubicBezTo>
                  <a:pt x="3658" y="81"/>
                  <a:pt x="3665" y="83"/>
                  <a:pt x="3672" y="84"/>
                </a:cubicBezTo>
                <a:cubicBezTo>
                  <a:pt x="3705" y="94"/>
                  <a:pt x="3704" y="100"/>
                  <a:pt x="3710" y="98"/>
                </a:cubicBezTo>
                <a:cubicBezTo>
                  <a:pt x="3741" y="113"/>
                  <a:pt x="3750" y="122"/>
                  <a:pt x="3762" y="128"/>
                </a:cubicBezTo>
                <a:cubicBezTo>
                  <a:pt x="3734" y="106"/>
                  <a:pt x="3735" y="102"/>
                  <a:pt x="3732" y="101"/>
                </a:cubicBezTo>
                <a:cubicBezTo>
                  <a:pt x="3703" y="87"/>
                  <a:pt x="3695" y="86"/>
                  <a:pt x="3691" y="80"/>
                </a:cubicBezTo>
                <a:cubicBezTo>
                  <a:pt x="3643" y="67"/>
                  <a:pt x="3634" y="68"/>
                  <a:pt x="3631" y="63"/>
                </a:cubicBezTo>
                <a:cubicBezTo>
                  <a:pt x="3595" y="53"/>
                  <a:pt x="3580" y="51"/>
                  <a:pt x="3566" y="45"/>
                </a:cubicBezTo>
                <a:cubicBezTo>
                  <a:pt x="3521" y="29"/>
                  <a:pt x="3512" y="29"/>
                  <a:pt x="3506" y="25"/>
                </a:cubicBezTo>
                <a:cubicBezTo>
                  <a:pt x="3450" y="1"/>
                  <a:pt x="3450" y="1"/>
                  <a:pt x="3449" y="0"/>
                </a:cubicBezTo>
                <a:cubicBezTo>
                  <a:pt x="3460" y="14"/>
                  <a:pt x="3465" y="20"/>
                  <a:pt x="3473" y="21"/>
                </a:cubicBezTo>
                <a:close/>
                <a:moveTo>
                  <a:pt x="3620" y="24"/>
                </a:moveTo>
                <a:cubicBezTo>
                  <a:pt x="3631" y="33"/>
                  <a:pt x="3648" y="37"/>
                  <a:pt x="3660" y="45"/>
                </a:cubicBezTo>
                <a:cubicBezTo>
                  <a:pt x="3693" y="63"/>
                  <a:pt x="3695" y="64"/>
                  <a:pt x="3697" y="64"/>
                </a:cubicBezTo>
                <a:cubicBezTo>
                  <a:pt x="3679" y="44"/>
                  <a:pt x="3672" y="47"/>
                  <a:pt x="3673" y="40"/>
                </a:cubicBezTo>
                <a:cubicBezTo>
                  <a:pt x="3676" y="28"/>
                  <a:pt x="3672" y="29"/>
                  <a:pt x="3670" y="27"/>
                </a:cubicBezTo>
                <a:cubicBezTo>
                  <a:pt x="3650" y="7"/>
                  <a:pt x="3647" y="4"/>
                  <a:pt x="3644" y="0"/>
                </a:cubicBezTo>
                <a:cubicBezTo>
                  <a:pt x="3635" y="4"/>
                  <a:pt x="3633" y="2"/>
                  <a:pt x="3633" y="1"/>
                </a:cubicBezTo>
                <a:cubicBezTo>
                  <a:pt x="3612" y="3"/>
                  <a:pt x="3615" y="4"/>
                  <a:pt x="3618" y="7"/>
                </a:cubicBezTo>
                <a:cubicBezTo>
                  <a:pt x="3628" y="5"/>
                  <a:pt x="3633" y="12"/>
                  <a:pt x="3636" y="12"/>
                </a:cubicBezTo>
                <a:cubicBezTo>
                  <a:pt x="3662" y="38"/>
                  <a:pt x="3670" y="35"/>
                  <a:pt x="3669" y="42"/>
                </a:cubicBezTo>
                <a:cubicBezTo>
                  <a:pt x="3626" y="22"/>
                  <a:pt x="3626" y="19"/>
                  <a:pt x="3622" y="19"/>
                </a:cubicBezTo>
                <a:cubicBezTo>
                  <a:pt x="3555" y="0"/>
                  <a:pt x="3555" y="0"/>
                  <a:pt x="3555" y="0"/>
                </a:cubicBezTo>
                <a:close/>
                <a:moveTo>
                  <a:pt x="3212" y="33"/>
                </a:moveTo>
                <a:cubicBezTo>
                  <a:pt x="3206" y="33"/>
                  <a:pt x="3205" y="37"/>
                  <a:pt x="3203" y="40"/>
                </a:cubicBezTo>
                <a:cubicBezTo>
                  <a:pt x="3189" y="62"/>
                  <a:pt x="3182" y="63"/>
                  <a:pt x="3181" y="70"/>
                </a:cubicBezTo>
                <a:cubicBezTo>
                  <a:pt x="3156" y="101"/>
                  <a:pt x="3153" y="105"/>
                  <a:pt x="3149" y="110"/>
                </a:cubicBezTo>
                <a:cubicBezTo>
                  <a:pt x="3127" y="142"/>
                  <a:pt x="3121" y="145"/>
                  <a:pt x="3117" y="149"/>
                </a:cubicBezTo>
                <a:cubicBezTo>
                  <a:pt x="3095" y="182"/>
                  <a:pt x="3097" y="191"/>
                  <a:pt x="3089" y="192"/>
                </a:cubicBezTo>
                <a:cubicBezTo>
                  <a:pt x="3072" y="230"/>
                  <a:pt x="3070" y="235"/>
                  <a:pt x="3067" y="240"/>
                </a:cubicBezTo>
                <a:cubicBezTo>
                  <a:pt x="3055" y="279"/>
                  <a:pt x="3050" y="279"/>
                  <a:pt x="3052" y="285"/>
                </a:cubicBezTo>
                <a:cubicBezTo>
                  <a:pt x="3062" y="273"/>
                  <a:pt x="3059" y="266"/>
                  <a:pt x="3062" y="264"/>
                </a:cubicBezTo>
                <a:cubicBezTo>
                  <a:pt x="3091" y="212"/>
                  <a:pt x="3094" y="199"/>
                  <a:pt x="3102" y="189"/>
                </a:cubicBezTo>
                <a:cubicBezTo>
                  <a:pt x="3129" y="153"/>
                  <a:pt x="3131" y="147"/>
                  <a:pt x="3134" y="141"/>
                </a:cubicBezTo>
                <a:cubicBezTo>
                  <a:pt x="3178" y="91"/>
                  <a:pt x="3180" y="84"/>
                  <a:pt x="3184" y="79"/>
                </a:cubicBezTo>
                <a:cubicBezTo>
                  <a:pt x="3206" y="54"/>
                  <a:pt x="3203" y="47"/>
                  <a:pt x="3210" y="48"/>
                </a:cubicBezTo>
                <a:cubicBezTo>
                  <a:pt x="3230" y="23"/>
                  <a:pt x="3232" y="21"/>
                  <a:pt x="3235" y="18"/>
                </a:cubicBezTo>
                <a:cubicBezTo>
                  <a:pt x="3236" y="0"/>
                  <a:pt x="3236" y="0"/>
                  <a:pt x="3236" y="0"/>
                </a:cubicBezTo>
                <a:close/>
                <a:moveTo>
                  <a:pt x="3233" y="56"/>
                </a:moveTo>
                <a:cubicBezTo>
                  <a:pt x="3233" y="58"/>
                  <a:pt x="3230" y="57"/>
                  <a:pt x="3229" y="58"/>
                </a:cubicBezTo>
                <a:cubicBezTo>
                  <a:pt x="3216" y="75"/>
                  <a:pt x="3212" y="85"/>
                  <a:pt x="3202" y="90"/>
                </a:cubicBezTo>
                <a:cubicBezTo>
                  <a:pt x="3171" y="129"/>
                  <a:pt x="3166" y="132"/>
                  <a:pt x="3164" y="137"/>
                </a:cubicBezTo>
                <a:cubicBezTo>
                  <a:pt x="3139" y="170"/>
                  <a:pt x="3133" y="178"/>
                  <a:pt x="3126" y="185"/>
                </a:cubicBezTo>
                <a:cubicBezTo>
                  <a:pt x="3100" y="228"/>
                  <a:pt x="3098" y="230"/>
                  <a:pt x="3099" y="233"/>
                </a:cubicBezTo>
                <a:cubicBezTo>
                  <a:pt x="3089" y="255"/>
                  <a:pt x="3084" y="261"/>
                  <a:pt x="3082" y="269"/>
                </a:cubicBezTo>
                <a:cubicBezTo>
                  <a:pt x="3073" y="289"/>
                  <a:pt x="3070" y="294"/>
                  <a:pt x="3071" y="301"/>
                </a:cubicBezTo>
                <a:cubicBezTo>
                  <a:pt x="3061" y="337"/>
                  <a:pt x="3052" y="344"/>
                  <a:pt x="3059" y="348"/>
                </a:cubicBezTo>
                <a:cubicBezTo>
                  <a:pt x="3069" y="311"/>
                  <a:pt x="3071" y="307"/>
                  <a:pt x="3073" y="305"/>
                </a:cubicBezTo>
                <a:cubicBezTo>
                  <a:pt x="3087" y="271"/>
                  <a:pt x="3088" y="268"/>
                  <a:pt x="3090" y="264"/>
                </a:cubicBezTo>
                <a:cubicBezTo>
                  <a:pt x="3111" y="237"/>
                  <a:pt x="3106" y="228"/>
                  <a:pt x="3109" y="226"/>
                </a:cubicBezTo>
                <a:cubicBezTo>
                  <a:pt x="3127" y="208"/>
                  <a:pt x="3122" y="199"/>
                  <a:pt x="3129" y="201"/>
                </a:cubicBezTo>
                <a:cubicBezTo>
                  <a:pt x="3162" y="155"/>
                  <a:pt x="3164" y="153"/>
                  <a:pt x="3165" y="150"/>
                </a:cubicBezTo>
                <a:cubicBezTo>
                  <a:pt x="3190" y="125"/>
                  <a:pt x="3187" y="118"/>
                  <a:pt x="3191" y="117"/>
                </a:cubicBezTo>
                <a:cubicBezTo>
                  <a:pt x="3208" y="99"/>
                  <a:pt x="3213" y="99"/>
                  <a:pt x="3214" y="94"/>
                </a:cubicBezTo>
                <a:cubicBezTo>
                  <a:pt x="3234" y="64"/>
                  <a:pt x="3239" y="64"/>
                  <a:pt x="3242" y="61"/>
                </a:cubicBezTo>
                <a:cubicBezTo>
                  <a:pt x="3259" y="28"/>
                  <a:pt x="3265" y="28"/>
                  <a:pt x="3268" y="25"/>
                </a:cubicBezTo>
                <a:cubicBezTo>
                  <a:pt x="3279" y="1"/>
                  <a:pt x="3279" y="1"/>
                  <a:pt x="3279" y="0"/>
                </a:cubicBezTo>
                <a:cubicBezTo>
                  <a:pt x="3256" y="19"/>
                  <a:pt x="3257" y="22"/>
                  <a:pt x="3257" y="25"/>
                </a:cubicBezTo>
                <a:cubicBezTo>
                  <a:pt x="3238" y="46"/>
                  <a:pt x="3237" y="52"/>
                  <a:pt x="3233" y="56"/>
                </a:cubicBezTo>
                <a:close/>
                <a:moveTo>
                  <a:pt x="3266" y="58"/>
                </a:moveTo>
                <a:cubicBezTo>
                  <a:pt x="3268" y="64"/>
                  <a:pt x="3258" y="61"/>
                  <a:pt x="3262" y="69"/>
                </a:cubicBezTo>
                <a:cubicBezTo>
                  <a:pt x="3249" y="91"/>
                  <a:pt x="3245" y="92"/>
                  <a:pt x="3242" y="94"/>
                </a:cubicBezTo>
                <a:cubicBezTo>
                  <a:pt x="3222" y="121"/>
                  <a:pt x="3222" y="124"/>
                  <a:pt x="3220" y="124"/>
                </a:cubicBezTo>
                <a:cubicBezTo>
                  <a:pt x="3204" y="138"/>
                  <a:pt x="3209" y="147"/>
                  <a:pt x="3202" y="145"/>
                </a:cubicBezTo>
                <a:cubicBezTo>
                  <a:pt x="3184" y="168"/>
                  <a:pt x="3181" y="176"/>
                  <a:pt x="3176" y="182"/>
                </a:cubicBezTo>
                <a:cubicBezTo>
                  <a:pt x="3160" y="206"/>
                  <a:pt x="3156" y="212"/>
                  <a:pt x="3152" y="219"/>
                </a:cubicBezTo>
                <a:cubicBezTo>
                  <a:pt x="3130" y="247"/>
                  <a:pt x="3133" y="254"/>
                  <a:pt x="3129" y="255"/>
                </a:cubicBezTo>
                <a:cubicBezTo>
                  <a:pt x="3116" y="278"/>
                  <a:pt x="3117" y="283"/>
                  <a:pt x="3116" y="287"/>
                </a:cubicBezTo>
                <a:cubicBezTo>
                  <a:pt x="3103" y="309"/>
                  <a:pt x="3107" y="317"/>
                  <a:pt x="3103" y="318"/>
                </a:cubicBezTo>
                <a:cubicBezTo>
                  <a:pt x="3104" y="323"/>
                  <a:pt x="3113" y="307"/>
                  <a:pt x="3118" y="289"/>
                </a:cubicBezTo>
                <a:cubicBezTo>
                  <a:pt x="3132" y="263"/>
                  <a:pt x="3133" y="261"/>
                  <a:pt x="3133" y="259"/>
                </a:cubicBezTo>
                <a:cubicBezTo>
                  <a:pt x="3152" y="235"/>
                  <a:pt x="3156" y="227"/>
                  <a:pt x="3159" y="218"/>
                </a:cubicBezTo>
                <a:cubicBezTo>
                  <a:pt x="3212" y="152"/>
                  <a:pt x="3211" y="146"/>
                  <a:pt x="3215" y="144"/>
                </a:cubicBezTo>
                <a:cubicBezTo>
                  <a:pt x="3233" y="123"/>
                  <a:pt x="3234" y="121"/>
                  <a:pt x="3235" y="119"/>
                </a:cubicBezTo>
                <a:cubicBezTo>
                  <a:pt x="3276" y="61"/>
                  <a:pt x="3281" y="54"/>
                  <a:pt x="3285" y="45"/>
                </a:cubicBezTo>
                <a:cubicBezTo>
                  <a:pt x="3304" y="7"/>
                  <a:pt x="3306" y="3"/>
                  <a:pt x="3307" y="0"/>
                </a:cubicBezTo>
                <a:cubicBezTo>
                  <a:pt x="3289" y="13"/>
                  <a:pt x="3289" y="20"/>
                  <a:pt x="3288" y="25"/>
                </a:cubicBezTo>
                <a:close/>
                <a:moveTo>
                  <a:pt x="3328" y="44"/>
                </a:moveTo>
                <a:cubicBezTo>
                  <a:pt x="3331" y="57"/>
                  <a:pt x="3320" y="58"/>
                  <a:pt x="3321" y="69"/>
                </a:cubicBezTo>
                <a:cubicBezTo>
                  <a:pt x="3291" y="125"/>
                  <a:pt x="3285" y="140"/>
                  <a:pt x="3274" y="151"/>
                </a:cubicBezTo>
                <a:cubicBezTo>
                  <a:pt x="3246" y="195"/>
                  <a:pt x="3240" y="199"/>
                  <a:pt x="3239" y="206"/>
                </a:cubicBezTo>
                <a:cubicBezTo>
                  <a:pt x="3207" y="239"/>
                  <a:pt x="3211" y="249"/>
                  <a:pt x="3203" y="248"/>
                </a:cubicBezTo>
                <a:cubicBezTo>
                  <a:pt x="3187" y="277"/>
                  <a:pt x="3183" y="280"/>
                  <a:pt x="3181" y="284"/>
                </a:cubicBezTo>
                <a:cubicBezTo>
                  <a:pt x="3135" y="346"/>
                  <a:pt x="3135" y="352"/>
                  <a:pt x="3131" y="356"/>
                </a:cubicBezTo>
                <a:cubicBezTo>
                  <a:pt x="3116" y="393"/>
                  <a:pt x="3117" y="386"/>
                  <a:pt x="3120" y="383"/>
                </a:cubicBezTo>
                <a:cubicBezTo>
                  <a:pt x="3155" y="333"/>
                  <a:pt x="3159" y="323"/>
                  <a:pt x="3168" y="316"/>
                </a:cubicBezTo>
                <a:cubicBezTo>
                  <a:pt x="3194" y="280"/>
                  <a:pt x="3194" y="276"/>
                  <a:pt x="3196" y="275"/>
                </a:cubicBezTo>
                <a:cubicBezTo>
                  <a:pt x="3222" y="247"/>
                  <a:pt x="3220" y="237"/>
                  <a:pt x="3226" y="235"/>
                </a:cubicBezTo>
                <a:cubicBezTo>
                  <a:pt x="3249" y="205"/>
                  <a:pt x="3250" y="199"/>
                  <a:pt x="3256" y="196"/>
                </a:cubicBezTo>
                <a:cubicBezTo>
                  <a:pt x="3279" y="168"/>
                  <a:pt x="3281" y="159"/>
                  <a:pt x="3286" y="152"/>
                </a:cubicBezTo>
                <a:cubicBezTo>
                  <a:pt x="3303" y="114"/>
                  <a:pt x="3312" y="117"/>
                  <a:pt x="3311" y="111"/>
                </a:cubicBezTo>
                <a:cubicBezTo>
                  <a:pt x="3332" y="68"/>
                  <a:pt x="3332" y="66"/>
                  <a:pt x="3332" y="64"/>
                </a:cubicBezTo>
                <a:cubicBezTo>
                  <a:pt x="3341" y="43"/>
                  <a:pt x="3345" y="38"/>
                  <a:pt x="3347" y="30"/>
                </a:cubicBezTo>
                <a:cubicBezTo>
                  <a:pt x="3353" y="4"/>
                  <a:pt x="3354" y="3"/>
                  <a:pt x="3355" y="0"/>
                </a:cubicBezTo>
                <a:cubicBezTo>
                  <a:pt x="3335" y="30"/>
                  <a:pt x="3335" y="40"/>
                  <a:pt x="3328" y="44"/>
                </a:cubicBezTo>
                <a:close/>
                <a:moveTo>
                  <a:pt x="3306" y="46"/>
                </a:moveTo>
                <a:cubicBezTo>
                  <a:pt x="3299" y="56"/>
                  <a:pt x="3294" y="69"/>
                  <a:pt x="3289" y="82"/>
                </a:cubicBezTo>
                <a:cubicBezTo>
                  <a:pt x="3270" y="121"/>
                  <a:pt x="3264" y="120"/>
                  <a:pt x="3266" y="125"/>
                </a:cubicBezTo>
                <a:cubicBezTo>
                  <a:pt x="3247" y="151"/>
                  <a:pt x="3249" y="157"/>
                  <a:pt x="3247" y="159"/>
                </a:cubicBezTo>
                <a:cubicBezTo>
                  <a:pt x="3229" y="187"/>
                  <a:pt x="3227" y="190"/>
                  <a:pt x="3223" y="190"/>
                </a:cubicBezTo>
                <a:cubicBezTo>
                  <a:pt x="3198" y="226"/>
                  <a:pt x="3193" y="239"/>
                  <a:pt x="3183" y="247"/>
                </a:cubicBezTo>
                <a:cubicBezTo>
                  <a:pt x="3145" y="300"/>
                  <a:pt x="3145" y="309"/>
                  <a:pt x="3137" y="311"/>
                </a:cubicBezTo>
                <a:cubicBezTo>
                  <a:pt x="3114" y="353"/>
                  <a:pt x="3112" y="359"/>
                  <a:pt x="3108" y="364"/>
                </a:cubicBezTo>
                <a:cubicBezTo>
                  <a:pt x="3095" y="396"/>
                  <a:pt x="3095" y="401"/>
                  <a:pt x="3093" y="404"/>
                </a:cubicBezTo>
                <a:cubicBezTo>
                  <a:pt x="3091" y="418"/>
                  <a:pt x="3095" y="414"/>
                  <a:pt x="3096" y="408"/>
                </a:cubicBezTo>
                <a:cubicBezTo>
                  <a:pt x="3109" y="368"/>
                  <a:pt x="3117" y="366"/>
                  <a:pt x="3116" y="359"/>
                </a:cubicBezTo>
                <a:cubicBezTo>
                  <a:pt x="3148" y="313"/>
                  <a:pt x="3149" y="307"/>
                  <a:pt x="3154" y="304"/>
                </a:cubicBezTo>
                <a:cubicBezTo>
                  <a:pt x="3186" y="258"/>
                  <a:pt x="3191" y="256"/>
                  <a:pt x="3192" y="249"/>
                </a:cubicBezTo>
                <a:cubicBezTo>
                  <a:pt x="3234" y="190"/>
                  <a:pt x="3236" y="186"/>
                  <a:pt x="3239" y="182"/>
                </a:cubicBezTo>
                <a:cubicBezTo>
                  <a:pt x="3255" y="158"/>
                  <a:pt x="3264" y="150"/>
                  <a:pt x="3267" y="138"/>
                </a:cubicBezTo>
                <a:cubicBezTo>
                  <a:pt x="3306" y="78"/>
                  <a:pt x="3301" y="66"/>
                  <a:pt x="3308" y="66"/>
                </a:cubicBezTo>
                <a:cubicBezTo>
                  <a:pt x="3324" y="32"/>
                  <a:pt x="3322" y="26"/>
                  <a:pt x="3325" y="25"/>
                </a:cubicBezTo>
                <a:cubicBezTo>
                  <a:pt x="3322" y="0"/>
                  <a:pt x="3322" y="0"/>
                  <a:pt x="3322" y="0"/>
                </a:cubicBezTo>
                <a:cubicBezTo>
                  <a:pt x="3310" y="26"/>
                  <a:pt x="3313" y="33"/>
                  <a:pt x="3310" y="35"/>
                </a:cubicBezTo>
                <a:close/>
                <a:moveTo>
                  <a:pt x="1833" y="144"/>
                </a:moveTo>
                <a:cubicBezTo>
                  <a:pt x="1834" y="148"/>
                  <a:pt x="1831" y="154"/>
                  <a:pt x="1834" y="158"/>
                </a:cubicBezTo>
                <a:cubicBezTo>
                  <a:pt x="1833" y="176"/>
                  <a:pt x="1836" y="192"/>
                  <a:pt x="1833" y="212"/>
                </a:cubicBezTo>
                <a:cubicBezTo>
                  <a:pt x="1835" y="220"/>
                  <a:pt x="1835" y="229"/>
                  <a:pt x="1835" y="238"/>
                </a:cubicBezTo>
                <a:cubicBezTo>
                  <a:pt x="1833" y="244"/>
                  <a:pt x="1838" y="245"/>
                  <a:pt x="1835" y="251"/>
                </a:cubicBezTo>
                <a:cubicBezTo>
                  <a:pt x="1841" y="253"/>
                  <a:pt x="1829" y="264"/>
                  <a:pt x="1838" y="264"/>
                </a:cubicBezTo>
                <a:cubicBezTo>
                  <a:pt x="1842" y="241"/>
                  <a:pt x="1841" y="220"/>
                  <a:pt x="1839" y="200"/>
                </a:cubicBezTo>
                <a:cubicBezTo>
                  <a:pt x="1843" y="193"/>
                  <a:pt x="1838" y="190"/>
                  <a:pt x="1842" y="183"/>
                </a:cubicBezTo>
                <a:cubicBezTo>
                  <a:pt x="1838" y="180"/>
                  <a:pt x="1844" y="172"/>
                  <a:pt x="1840" y="168"/>
                </a:cubicBezTo>
                <a:cubicBezTo>
                  <a:pt x="1842" y="156"/>
                  <a:pt x="1839" y="146"/>
                  <a:pt x="1841" y="135"/>
                </a:cubicBezTo>
                <a:cubicBezTo>
                  <a:pt x="1838" y="133"/>
                  <a:pt x="1840" y="132"/>
                  <a:pt x="1842" y="130"/>
                </a:cubicBezTo>
                <a:cubicBezTo>
                  <a:pt x="1842" y="128"/>
                  <a:pt x="1841" y="125"/>
                  <a:pt x="1839" y="123"/>
                </a:cubicBezTo>
                <a:cubicBezTo>
                  <a:pt x="1838" y="118"/>
                  <a:pt x="1843" y="111"/>
                  <a:pt x="1840" y="107"/>
                </a:cubicBezTo>
                <a:cubicBezTo>
                  <a:pt x="1841" y="96"/>
                  <a:pt x="1841" y="85"/>
                  <a:pt x="1840" y="75"/>
                </a:cubicBezTo>
                <a:cubicBezTo>
                  <a:pt x="1842" y="53"/>
                  <a:pt x="1847" y="28"/>
                  <a:pt x="1852" y="4"/>
                </a:cubicBezTo>
                <a:cubicBezTo>
                  <a:pt x="1853" y="3"/>
                  <a:pt x="1853" y="2"/>
                  <a:pt x="1853" y="0"/>
                </a:cubicBezTo>
                <a:cubicBezTo>
                  <a:pt x="1845" y="0"/>
                  <a:pt x="1845" y="0"/>
                  <a:pt x="1845" y="0"/>
                </a:cubicBezTo>
                <a:cubicBezTo>
                  <a:pt x="1842" y="19"/>
                  <a:pt x="1837" y="36"/>
                  <a:pt x="1834" y="51"/>
                </a:cubicBezTo>
                <a:cubicBezTo>
                  <a:pt x="1833" y="68"/>
                  <a:pt x="1832" y="87"/>
                  <a:pt x="1831" y="105"/>
                </a:cubicBezTo>
                <a:cubicBezTo>
                  <a:pt x="1833" y="113"/>
                  <a:pt x="1831" y="122"/>
                  <a:pt x="1833" y="130"/>
                </a:cubicBezTo>
                <a:cubicBezTo>
                  <a:pt x="1832" y="135"/>
                  <a:pt x="1833" y="139"/>
                  <a:pt x="1833" y="144"/>
                </a:cubicBezTo>
                <a:close/>
                <a:moveTo>
                  <a:pt x="0" y="2063"/>
                </a:moveTo>
                <a:cubicBezTo>
                  <a:pt x="0" y="2074"/>
                  <a:pt x="0" y="2074"/>
                  <a:pt x="0" y="2074"/>
                </a:cubicBezTo>
                <a:cubicBezTo>
                  <a:pt x="3" y="2076"/>
                  <a:pt x="5" y="2078"/>
                  <a:pt x="8" y="2080"/>
                </a:cubicBezTo>
                <a:cubicBezTo>
                  <a:pt x="33" y="2102"/>
                  <a:pt x="57" y="2123"/>
                  <a:pt x="79" y="2145"/>
                </a:cubicBezTo>
                <a:cubicBezTo>
                  <a:pt x="83" y="2150"/>
                  <a:pt x="87" y="2155"/>
                  <a:pt x="91" y="2160"/>
                </a:cubicBezTo>
                <a:cubicBezTo>
                  <a:pt x="99" y="2160"/>
                  <a:pt x="99" y="2160"/>
                  <a:pt x="99" y="2160"/>
                </a:cubicBezTo>
                <a:cubicBezTo>
                  <a:pt x="91" y="2149"/>
                  <a:pt x="84" y="2139"/>
                  <a:pt x="73" y="2128"/>
                </a:cubicBezTo>
                <a:cubicBezTo>
                  <a:pt x="49" y="2106"/>
                  <a:pt x="25" y="2082"/>
                  <a:pt x="0" y="2063"/>
                </a:cubicBezTo>
                <a:close/>
                <a:moveTo>
                  <a:pt x="3426" y="101"/>
                </a:moveTo>
                <a:cubicBezTo>
                  <a:pt x="3427" y="105"/>
                  <a:pt x="3433" y="102"/>
                  <a:pt x="3433" y="107"/>
                </a:cubicBezTo>
                <a:cubicBezTo>
                  <a:pt x="3466" y="129"/>
                  <a:pt x="3473" y="131"/>
                  <a:pt x="3477" y="137"/>
                </a:cubicBezTo>
                <a:cubicBezTo>
                  <a:pt x="3507" y="145"/>
                  <a:pt x="3507" y="155"/>
                  <a:pt x="3517" y="154"/>
                </a:cubicBezTo>
                <a:cubicBezTo>
                  <a:pt x="3564" y="174"/>
                  <a:pt x="3568" y="181"/>
                  <a:pt x="3578" y="180"/>
                </a:cubicBezTo>
                <a:cubicBezTo>
                  <a:pt x="3640" y="204"/>
                  <a:pt x="3649" y="204"/>
                  <a:pt x="3652" y="210"/>
                </a:cubicBezTo>
                <a:cubicBezTo>
                  <a:pt x="3735" y="234"/>
                  <a:pt x="3740" y="237"/>
                  <a:pt x="3746" y="238"/>
                </a:cubicBezTo>
                <a:cubicBezTo>
                  <a:pt x="3773" y="254"/>
                  <a:pt x="3787" y="255"/>
                  <a:pt x="3796" y="263"/>
                </a:cubicBezTo>
                <a:cubicBezTo>
                  <a:pt x="3834" y="280"/>
                  <a:pt x="3836" y="285"/>
                  <a:pt x="3840" y="287"/>
                </a:cubicBezTo>
                <a:cubicBezTo>
                  <a:pt x="3828" y="268"/>
                  <a:pt x="3815" y="266"/>
                  <a:pt x="3807" y="258"/>
                </a:cubicBezTo>
                <a:cubicBezTo>
                  <a:pt x="3762" y="240"/>
                  <a:pt x="3755" y="231"/>
                  <a:pt x="3741" y="230"/>
                </a:cubicBezTo>
                <a:cubicBezTo>
                  <a:pt x="3722" y="217"/>
                  <a:pt x="3714" y="217"/>
                  <a:pt x="3708" y="217"/>
                </a:cubicBezTo>
                <a:cubicBezTo>
                  <a:pt x="3661" y="197"/>
                  <a:pt x="3650" y="199"/>
                  <a:pt x="3645" y="195"/>
                </a:cubicBezTo>
                <a:cubicBezTo>
                  <a:pt x="3599" y="178"/>
                  <a:pt x="3586" y="177"/>
                  <a:pt x="3580" y="169"/>
                </a:cubicBezTo>
                <a:cubicBezTo>
                  <a:pt x="3514" y="144"/>
                  <a:pt x="3501" y="134"/>
                  <a:pt x="3483" y="130"/>
                </a:cubicBezTo>
                <a:cubicBezTo>
                  <a:pt x="3463" y="111"/>
                  <a:pt x="3458" y="112"/>
                  <a:pt x="3455" y="110"/>
                </a:cubicBezTo>
                <a:cubicBezTo>
                  <a:pt x="3436" y="101"/>
                  <a:pt x="3434" y="92"/>
                  <a:pt x="3425" y="90"/>
                </a:cubicBezTo>
                <a:cubicBezTo>
                  <a:pt x="3423" y="83"/>
                  <a:pt x="3430" y="83"/>
                  <a:pt x="3432" y="87"/>
                </a:cubicBezTo>
                <a:cubicBezTo>
                  <a:pt x="3449" y="100"/>
                  <a:pt x="3451" y="102"/>
                  <a:pt x="3455" y="101"/>
                </a:cubicBezTo>
                <a:cubicBezTo>
                  <a:pt x="3485" y="120"/>
                  <a:pt x="3492" y="126"/>
                  <a:pt x="3502" y="128"/>
                </a:cubicBezTo>
                <a:cubicBezTo>
                  <a:pt x="3535" y="145"/>
                  <a:pt x="3541" y="152"/>
                  <a:pt x="3552" y="153"/>
                </a:cubicBezTo>
                <a:cubicBezTo>
                  <a:pt x="3582" y="166"/>
                  <a:pt x="3589" y="165"/>
                  <a:pt x="3591" y="170"/>
                </a:cubicBezTo>
                <a:cubicBezTo>
                  <a:pt x="3647" y="181"/>
                  <a:pt x="3653" y="188"/>
                  <a:pt x="3664" y="189"/>
                </a:cubicBezTo>
                <a:cubicBezTo>
                  <a:pt x="3699" y="198"/>
                  <a:pt x="3710" y="200"/>
                  <a:pt x="3720" y="203"/>
                </a:cubicBezTo>
                <a:cubicBezTo>
                  <a:pt x="3763" y="221"/>
                  <a:pt x="3768" y="222"/>
                  <a:pt x="3774" y="223"/>
                </a:cubicBezTo>
                <a:cubicBezTo>
                  <a:pt x="3810" y="245"/>
                  <a:pt x="3813" y="246"/>
                  <a:pt x="3814" y="246"/>
                </a:cubicBezTo>
                <a:cubicBezTo>
                  <a:pt x="3799" y="228"/>
                  <a:pt x="3790" y="229"/>
                  <a:pt x="3787" y="222"/>
                </a:cubicBezTo>
                <a:cubicBezTo>
                  <a:pt x="3747" y="202"/>
                  <a:pt x="3743" y="201"/>
                  <a:pt x="3739" y="201"/>
                </a:cubicBezTo>
                <a:cubicBezTo>
                  <a:pt x="3695" y="187"/>
                  <a:pt x="3682" y="182"/>
                  <a:pt x="3664" y="183"/>
                </a:cubicBezTo>
                <a:cubicBezTo>
                  <a:pt x="3625" y="169"/>
                  <a:pt x="3620" y="165"/>
                  <a:pt x="3617" y="168"/>
                </a:cubicBezTo>
                <a:cubicBezTo>
                  <a:pt x="3539" y="138"/>
                  <a:pt x="3528" y="132"/>
                  <a:pt x="3518" y="127"/>
                </a:cubicBezTo>
                <a:cubicBezTo>
                  <a:pt x="3453" y="92"/>
                  <a:pt x="3452" y="89"/>
                  <a:pt x="3449" y="88"/>
                </a:cubicBezTo>
                <a:cubicBezTo>
                  <a:pt x="3426" y="67"/>
                  <a:pt x="3420" y="64"/>
                  <a:pt x="3415" y="62"/>
                </a:cubicBezTo>
                <a:cubicBezTo>
                  <a:pt x="3388" y="37"/>
                  <a:pt x="3389" y="32"/>
                  <a:pt x="3386" y="32"/>
                </a:cubicBezTo>
                <a:cubicBezTo>
                  <a:pt x="3402" y="34"/>
                  <a:pt x="3402" y="38"/>
                  <a:pt x="3404" y="39"/>
                </a:cubicBezTo>
                <a:cubicBezTo>
                  <a:pt x="3422" y="49"/>
                  <a:pt x="3421" y="55"/>
                  <a:pt x="3425" y="55"/>
                </a:cubicBezTo>
                <a:cubicBezTo>
                  <a:pt x="3447" y="71"/>
                  <a:pt x="3451" y="71"/>
                  <a:pt x="3451" y="75"/>
                </a:cubicBezTo>
                <a:cubicBezTo>
                  <a:pt x="3487" y="93"/>
                  <a:pt x="3490" y="98"/>
                  <a:pt x="3496" y="100"/>
                </a:cubicBezTo>
                <a:cubicBezTo>
                  <a:pt x="3542" y="119"/>
                  <a:pt x="3548" y="130"/>
                  <a:pt x="3564" y="131"/>
                </a:cubicBezTo>
                <a:cubicBezTo>
                  <a:pt x="3608" y="148"/>
                  <a:pt x="3621" y="146"/>
                  <a:pt x="3626" y="152"/>
                </a:cubicBezTo>
                <a:cubicBezTo>
                  <a:pt x="3717" y="160"/>
                  <a:pt x="3716" y="154"/>
                  <a:pt x="3710" y="155"/>
                </a:cubicBezTo>
                <a:cubicBezTo>
                  <a:pt x="3630" y="121"/>
                  <a:pt x="3616" y="106"/>
                  <a:pt x="3588" y="107"/>
                </a:cubicBezTo>
                <a:cubicBezTo>
                  <a:pt x="3522" y="77"/>
                  <a:pt x="3514" y="79"/>
                  <a:pt x="3512" y="73"/>
                </a:cubicBezTo>
                <a:cubicBezTo>
                  <a:pt x="3454" y="45"/>
                  <a:pt x="3444" y="40"/>
                  <a:pt x="3437" y="32"/>
                </a:cubicBezTo>
                <a:cubicBezTo>
                  <a:pt x="3419" y="23"/>
                  <a:pt x="3415" y="23"/>
                  <a:pt x="3416" y="19"/>
                </a:cubicBezTo>
                <a:cubicBezTo>
                  <a:pt x="3395" y="3"/>
                  <a:pt x="3393" y="2"/>
                  <a:pt x="3392" y="0"/>
                </a:cubicBezTo>
                <a:cubicBezTo>
                  <a:pt x="3358" y="12"/>
                  <a:pt x="3359" y="22"/>
                  <a:pt x="3360" y="31"/>
                </a:cubicBezTo>
                <a:cubicBezTo>
                  <a:pt x="3336" y="112"/>
                  <a:pt x="3336" y="117"/>
                  <a:pt x="3336" y="123"/>
                </a:cubicBezTo>
                <a:cubicBezTo>
                  <a:pt x="3321" y="150"/>
                  <a:pt x="3320" y="156"/>
                  <a:pt x="3317" y="159"/>
                </a:cubicBezTo>
                <a:cubicBezTo>
                  <a:pt x="3304" y="194"/>
                  <a:pt x="3296" y="199"/>
                  <a:pt x="3294" y="209"/>
                </a:cubicBezTo>
                <a:cubicBezTo>
                  <a:pt x="3283" y="219"/>
                  <a:pt x="3283" y="221"/>
                  <a:pt x="3282" y="223"/>
                </a:cubicBezTo>
                <a:cubicBezTo>
                  <a:pt x="3266" y="241"/>
                  <a:pt x="3269" y="250"/>
                  <a:pt x="3262" y="250"/>
                </a:cubicBezTo>
                <a:cubicBezTo>
                  <a:pt x="3229" y="295"/>
                  <a:pt x="3223" y="295"/>
                  <a:pt x="3221" y="299"/>
                </a:cubicBezTo>
                <a:cubicBezTo>
                  <a:pt x="3170" y="353"/>
                  <a:pt x="3162" y="358"/>
                  <a:pt x="3156" y="365"/>
                </a:cubicBezTo>
                <a:cubicBezTo>
                  <a:pt x="3137" y="388"/>
                  <a:pt x="3134" y="391"/>
                  <a:pt x="3132" y="395"/>
                </a:cubicBezTo>
                <a:cubicBezTo>
                  <a:pt x="3114" y="416"/>
                  <a:pt x="3113" y="418"/>
                  <a:pt x="3112" y="420"/>
                </a:cubicBezTo>
                <a:cubicBezTo>
                  <a:pt x="3122" y="411"/>
                  <a:pt x="3125" y="411"/>
                  <a:pt x="3126" y="408"/>
                </a:cubicBezTo>
                <a:cubicBezTo>
                  <a:pt x="3143" y="383"/>
                  <a:pt x="3152" y="383"/>
                  <a:pt x="3153" y="376"/>
                </a:cubicBezTo>
                <a:cubicBezTo>
                  <a:pt x="3211" y="324"/>
                  <a:pt x="3215" y="314"/>
                  <a:pt x="3224" y="308"/>
                </a:cubicBezTo>
                <a:cubicBezTo>
                  <a:pt x="3267" y="256"/>
                  <a:pt x="3271" y="256"/>
                  <a:pt x="3273" y="254"/>
                </a:cubicBezTo>
                <a:cubicBezTo>
                  <a:pt x="3290" y="222"/>
                  <a:pt x="3298" y="217"/>
                  <a:pt x="3300" y="208"/>
                </a:cubicBezTo>
                <a:cubicBezTo>
                  <a:pt x="3327" y="156"/>
                  <a:pt x="3333" y="155"/>
                  <a:pt x="3333" y="149"/>
                </a:cubicBezTo>
                <a:cubicBezTo>
                  <a:pt x="3360" y="77"/>
                  <a:pt x="3358" y="69"/>
                  <a:pt x="3360" y="66"/>
                </a:cubicBezTo>
                <a:cubicBezTo>
                  <a:pt x="3370" y="31"/>
                  <a:pt x="3365" y="21"/>
                  <a:pt x="3372" y="22"/>
                </a:cubicBezTo>
                <a:cubicBezTo>
                  <a:pt x="3365" y="85"/>
                  <a:pt x="3358" y="92"/>
                  <a:pt x="3362" y="97"/>
                </a:cubicBezTo>
                <a:cubicBezTo>
                  <a:pt x="3350" y="134"/>
                  <a:pt x="3348" y="136"/>
                  <a:pt x="3346" y="137"/>
                </a:cubicBezTo>
                <a:cubicBezTo>
                  <a:pt x="3335" y="157"/>
                  <a:pt x="3338" y="164"/>
                  <a:pt x="3334" y="164"/>
                </a:cubicBezTo>
                <a:cubicBezTo>
                  <a:pt x="3322" y="190"/>
                  <a:pt x="3320" y="192"/>
                  <a:pt x="3317" y="194"/>
                </a:cubicBezTo>
                <a:cubicBezTo>
                  <a:pt x="3288" y="230"/>
                  <a:pt x="3295" y="240"/>
                  <a:pt x="3289" y="240"/>
                </a:cubicBezTo>
                <a:cubicBezTo>
                  <a:pt x="3257" y="283"/>
                  <a:pt x="3258" y="287"/>
                  <a:pt x="3256" y="288"/>
                </a:cubicBezTo>
                <a:cubicBezTo>
                  <a:pt x="3239" y="311"/>
                  <a:pt x="3231" y="316"/>
                  <a:pt x="3225" y="323"/>
                </a:cubicBezTo>
                <a:cubicBezTo>
                  <a:pt x="3168" y="381"/>
                  <a:pt x="3169" y="385"/>
                  <a:pt x="3166" y="386"/>
                </a:cubicBezTo>
                <a:cubicBezTo>
                  <a:pt x="3148" y="408"/>
                  <a:pt x="3140" y="413"/>
                  <a:pt x="3136" y="421"/>
                </a:cubicBezTo>
                <a:cubicBezTo>
                  <a:pt x="3127" y="443"/>
                  <a:pt x="3128" y="438"/>
                  <a:pt x="3130" y="434"/>
                </a:cubicBezTo>
                <a:cubicBezTo>
                  <a:pt x="3153" y="408"/>
                  <a:pt x="3156" y="404"/>
                  <a:pt x="3159" y="400"/>
                </a:cubicBezTo>
                <a:cubicBezTo>
                  <a:pt x="3173" y="387"/>
                  <a:pt x="3177" y="383"/>
                  <a:pt x="3179" y="378"/>
                </a:cubicBezTo>
                <a:cubicBezTo>
                  <a:pt x="3197" y="369"/>
                  <a:pt x="3196" y="361"/>
                  <a:pt x="3202" y="359"/>
                </a:cubicBezTo>
                <a:cubicBezTo>
                  <a:pt x="3289" y="252"/>
                  <a:pt x="3303" y="239"/>
                  <a:pt x="3312" y="220"/>
                </a:cubicBezTo>
                <a:cubicBezTo>
                  <a:pt x="3339" y="180"/>
                  <a:pt x="3340" y="174"/>
                  <a:pt x="3344" y="170"/>
                </a:cubicBezTo>
                <a:cubicBezTo>
                  <a:pt x="3352" y="146"/>
                  <a:pt x="3355" y="145"/>
                  <a:pt x="3355" y="141"/>
                </a:cubicBezTo>
                <a:cubicBezTo>
                  <a:pt x="3368" y="101"/>
                  <a:pt x="3374" y="93"/>
                  <a:pt x="3374" y="81"/>
                </a:cubicBezTo>
                <a:cubicBezTo>
                  <a:pt x="3386" y="52"/>
                  <a:pt x="3387" y="59"/>
                  <a:pt x="3391" y="64"/>
                </a:cubicBezTo>
                <a:cubicBezTo>
                  <a:pt x="3383" y="109"/>
                  <a:pt x="3368" y="123"/>
                  <a:pt x="3368" y="151"/>
                </a:cubicBezTo>
                <a:cubicBezTo>
                  <a:pt x="3344" y="200"/>
                  <a:pt x="3339" y="213"/>
                  <a:pt x="3332" y="226"/>
                </a:cubicBezTo>
                <a:cubicBezTo>
                  <a:pt x="3301" y="269"/>
                  <a:pt x="3302" y="274"/>
                  <a:pt x="3301" y="278"/>
                </a:cubicBezTo>
                <a:cubicBezTo>
                  <a:pt x="3272" y="313"/>
                  <a:pt x="3268" y="314"/>
                  <a:pt x="3269" y="320"/>
                </a:cubicBezTo>
                <a:cubicBezTo>
                  <a:pt x="3225" y="362"/>
                  <a:pt x="3218" y="366"/>
                  <a:pt x="3213" y="372"/>
                </a:cubicBezTo>
                <a:cubicBezTo>
                  <a:pt x="3179" y="404"/>
                  <a:pt x="3178" y="407"/>
                  <a:pt x="3172" y="407"/>
                </a:cubicBezTo>
                <a:cubicBezTo>
                  <a:pt x="3180" y="408"/>
                  <a:pt x="3182" y="406"/>
                  <a:pt x="3185" y="404"/>
                </a:cubicBezTo>
                <a:cubicBezTo>
                  <a:pt x="3205" y="378"/>
                  <a:pt x="3215" y="382"/>
                  <a:pt x="3214" y="376"/>
                </a:cubicBezTo>
                <a:cubicBezTo>
                  <a:pt x="3265" y="334"/>
                  <a:pt x="3267" y="327"/>
                  <a:pt x="3271" y="322"/>
                </a:cubicBezTo>
                <a:cubicBezTo>
                  <a:pt x="3306" y="287"/>
                  <a:pt x="3304" y="280"/>
                  <a:pt x="3307" y="278"/>
                </a:cubicBezTo>
                <a:cubicBezTo>
                  <a:pt x="3333" y="243"/>
                  <a:pt x="3332" y="237"/>
                  <a:pt x="3337" y="236"/>
                </a:cubicBezTo>
                <a:cubicBezTo>
                  <a:pt x="3353" y="204"/>
                  <a:pt x="3355" y="198"/>
                  <a:pt x="3358" y="193"/>
                </a:cubicBezTo>
                <a:cubicBezTo>
                  <a:pt x="3386" y="121"/>
                  <a:pt x="3383" y="114"/>
                  <a:pt x="3385" y="113"/>
                </a:cubicBezTo>
                <a:cubicBezTo>
                  <a:pt x="3391" y="93"/>
                  <a:pt x="3387" y="87"/>
                  <a:pt x="3395" y="88"/>
                </a:cubicBezTo>
                <a:cubicBezTo>
                  <a:pt x="3390" y="147"/>
                  <a:pt x="3384" y="146"/>
                  <a:pt x="3386" y="152"/>
                </a:cubicBezTo>
                <a:cubicBezTo>
                  <a:pt x="3369" y="209"/>
                  <a:pt x="3374" y="218"/>
                  <a:pt x="3367" y="217"/>
                </a:cubicBezTo>
                <a:cubicBezTo>
                  <a:pt x="3331" y="288"/>
                  <a:pt x="3323" y="301"/>
                  <a:pt x="3317" y="314"/>
                </a:cubicBezTo>
                <a:cubicBezTo>
                  <a:pt x="3296" y="336"/>
                  <a:pt x="3293" y="336"/>
                  <a:pt x="3294" y="340"/>
                </a:cubicBezTo>
                <a:cubicBezTo>
                  <a:pt x="3283" y="348"/>
                  <a:pt x="3285" y="351"/>
                  <a:pt x="3284" y="351"/>
                </a:cubicBezTo>
                <a:cubicBezTo>
                  <a:pt x="3230" y="404"/>
                  <a:pt x="3232" y="418"/>
                  <a:pt x="3221" y="421"/>
                </a:cubicBezTo>
                <a:cubicBezTo>
                  <a:pt x="3201" y="467"/>
                  <a:pt x="3193" y="468"/>
                  <a:pt x="3195" y="476"/>
                </a:cubicBezTo>
                <a:cubicBezTo>
                  <a:pt x="3185" y="499"/>
                  <a:pt x="3182" y="502"/>
                  <a:pt x="3186" y="503"/>
                </a:cubicBezTo>
                <a:cubicBezTo>
                  <a:pt x="3209" y="452"/>
                  <a:pt x="3220" y="442"/>
                  <a:pt x="3224" y="428"/>
                </a:cubicBezTo>
                <a:cubicBezTo>
                  <a:pt x="3273" y="375"/>
                  <a:pt x="3279" y="367"/>
                  <a:pt x="3287" y="360"/>
                </a:cubicBezTo>
                <a:cubicBezTo>
                  <a:pt x="3305" y="342"/>
                  <a:pt x="3305" y="338"/>
                  <a:pt x="3307" y="337"/>
                </a:cubicBezTo>
                <a:cubicBezTo>
                  <a:pt x="3348" y="283"/>
                  <a:pt x="3350" y="279"/>
                  <a:pt x="3351" y="272"/>
                </a:cubicBezTo>
                <a:cubicBezTo>
                  <a:pt x="3379" y="229"/>
                  <a:pt x="3374" y="220"/>
                  <a:pt x="3378" y="218"/>
                </a:cubicBezTo>
                <a:cubicBezTo>
                  <a:pt x="3386" y="191"/>
                  <a:pt x="3387" y="187"/>
                  <a:pt x="3390" y="184"/>
                </a:cubicBezTo>
                <a:cubicBezTo>
                  <a:pt x="3406" y="145"/>
                  <a:pt x="3399" y="145"/>
                  <a:pt x="3404" y="153"/>
                </a:cubicBezTo>
                <a:cubicBezTo>
                  <a:pt x="3399" y="178"/>
                  <a:pt x="3398" y="180"/>
                  <a:pt x="3397" y="182"/>
                </a:cubicBezTo>
                <a:cubicBezTo>
                  <a:pt x="3387" y="219"/>
                  <a:pt x="3380" y="234"/>
                  <a:pt x="3376" y="251"/>
                </a:cubicBezTo>
                <a:cubicBezTo>
                  <a:pt x="3369" y="261"/>
                  <a:pt x="3370" y="263"/>
                  <a:pt x="3370" y="264"/>
                </a:cubicBezTo>
                <a:cubicBezTo>
                  <a:pt x="3349" y="302"/>
                  <a:pt x="3350" y="312"/>
                  <a:pt x="3343" y="317"/>
                </a:cubicBezTo>
                <a:cubicBezTo>
                  <a:pt x="3329" y="342"/>
                  <a:pt x="3327" y="345"/>
                  <a:pt x="3326" y="348"/>
                </a:cubicBezTo>
                <a:cubicBezTo>
                  <a:pt x="3309" y="373"/>
                  <a:pt x="3306" y="375"/>
                  <a:pt x="3306" y="380"/>
                </a:cubicBezTo>
                <a:cubicBezTo>
                  <a:pt x="3279" y="409"/>
                  <a:pt x="3279" y="415"/>
                  <a:pt x="3276" y="418"/>
                </a:cubicBezTo>
                <a:cubicBezTo>
                  <a:pt x="3256" y="453"/>
                  <a:pt x="3249" y="452"/>
                  <a:pt x="3250" y="459"/>
                </a:cubicBezTo>
                <a:cubicBezTo>
                  <a:pt x="3231" y="494"/>
                  <a:pt x="3234" y="503"/>
                  <a:pt x="3229" y="504"/>
                </a:cubicBezTo>
                <a:cubicBezTo>
                  <a:pt x="3228" y="556"/>
                  <a:pt x="3220" y="565"/>
                  <a:pt x="3229" y="567"/>
                </a:cubicBezTo>
                <a:cubicBezTo>
                  <a:pt x="3242" y="488"/>
                  <a:pt x="3247" y="481"/>
                  <a:pt x="3249" y="470"/>
                </a:cubicBezTo>
                <a:cubicBezTo>
                  <a:pt x="3269" y="440"/>
                  <a:pt x="3269" y="435"/>
                  <a:pt x="3275" y="435"/>
                </a:cubicBezTo>
                <a:cubicBezTo>
                  <a:pt x="3307" y="387"/>
                  <a:pt x="3311" y="385"/>
                  <a:pt x="3313" y="382"/>
                </a:cubicBezTo>
                <a:cubicBezTo>
                  <a:pt x="3339" y="343"/>
                  <a:pt x="3340" y="339"/>
                  <a:pt x="3342" y="336"/>
                </a:cubicBezTo>
                <a:cubicBezTo>
                  <a:pt x="3348" y="337"/>
                  <a:pt x="3342" y="339"/>
                  <a:pt x="3343" y="345"/>
                </a:cubicBezTo>
                <a:cubicBezTo>
                  <a:pt x="3330" y="361"/>
                  <a:pt x="3328" y="366"/>
                  <a:pt x="3327" y="372"/>
                </a:cubicBezTo>
                <a:cubicBezTo>
                  <a:pt x="3310" y="403"/>
                  <a:pt x="3307" y="407"/>
                  <a:pt x="3306" y="413"/>
                </a:cubicBezTo>
                <a:cubicBezTo>
                  <a:pt x="3272" y="477"/>
                  <a:pt x="3268" y="487"/>
                  <a:pt x="3266" y="499"/>
                </a:cubicBezTo>
                <a:cubicBezTo>
                  <a:pt x="3257" y="584"/>
                  <a:pt x="3258" y="602"/>
                  <a:pt x="3259" y="613"/>
                </a:cubicBezTo>
                <a:cubicBezTo>
                  <a:pt x="3262" y="591"/>
                  <a:pt x="3261" y="580"/>
                  <a:pt x="3260" y="569"/>
                </a:cubicBezTo>
                <a:cubicBezTo>
                  <a:pt x="3274" y="501"/>
                  <a:pt x="3273" y="491"/>
                  <a:pt x="3276" y="485"/>
                </a:cubicBezTo>
                <a:cubicBezTo>
                  <a:pt x="3286" y="463"/>
                  <a:pt x="3287" y="460"/>
                  <a:pt x="3290" y="458"/>
                </a:cubicBezTo>
                <a:cubicBezTo>
                  <a:pt x="3317" y="406"/>
                  <a:pt x="3319" y="398"/>
                  <a:pt x="3324" y="394"/>
                </a:cubicBezTo>
                <a:cubicBezTo>
                  <a:pt x="3347" y="355"/>
                  <a:pt x="3347" y="346"/>
                  <a:pt x="3354" y="342"/>
                </a:cubicBezTo>
                <a:cubicBezTo>
                  <a:pt x="3379" y="293"/>
                  <a:pt x="3383" y="279"/>
                  <a:pt x="3390" y="267"/>
                </a:cubicBezTo>
                <a:cubicBezTo>
                  <a:pt x="3402" y="242"/>
                  <a:pt x="3400" y="232"/>
                  <a:pt x="3407" y="229"/>
                </a:cubicBezTo>
                <a:cubicBezTo>
                  <a:pt x="3419" y="181"/>
                  <a:pt x="3415" y="173"/>
                  <a:pt x="3416" y="169"/>
                </a:cubicBezTo>
                <a:cubicBezTo>
                  <a:pt x="3428" y="157"/>
                  <a:pt x="3419" y="164"/>
                  <a:pt x="3420" y="174"/>
                </a:cubicBezTo>
                <a:cubicBezTo>
                  <a:pt x="3412" y="238"/>
                  <a:pt x="3415" y="245"/>
                  <a:pt x="3412" y="246"/>
                </a:cubicBezTo>
                <a:cubicBezTo>
                  <a:pt x="3399" y="288"/>
                  <a:pt x="3396" y="301"/>
                  <a:pt x="3388" y="311"/>
                </a:cubicBezTo>
                <a:cubicBezTo>
                  <a:pt x="3370" y="349"/>
                  <a:pt x="3371" y="354"/>
                  <a:pt x="3370" y="358"/>
                </a:cubicBezTo>
                <a:cubicBezTo>
                  <a:pt x="3348" y="399"/>
                  <a:pt x="3344" y="406"/>
                  <a:pt x="3341" y="415"/>
                </a:cubicBezTo>
                <a:cubicBezTo>
                  <a:pt x="3323" y="443"/>
                  <a:pt x="3322" y="453"/>
                  <a:pt x="3318" y="460"/>
                </a:cubicBezTo>
                <a:cubicBezTo>
                  <a:pt x="3302" y="501"/>
                  <a:pt x="3300" y="505"/>
                  <a:pt x="3300" y="510"/>
                </a:cubicBezTo>
                <a:cubicBezTo>
                  <a:pt x="3292" y="547"/>
                  <a:pt x="3289" y="556"/>
                  <a:pt x="3288" y="567"/>
                </a:cubicBezTo>
                <a:cubicBezTo>
                  <a:pt x="3294" y="608"/>
                  <a:pt x="3292" y="615"/>
                  <a:pt x="3298" y="613"/>
                </a:cubicBezTo>
                <a:cubicBezTo>
                  <a:pt x="3303" y="514"/>
                  <a:pt x="3308" y="512"/>
                  <a:pt x="3308" y="505"/>
                </a:cubicBezTo>
                <a:cubicBezTo>
                  <a:pt x="3321" y="471"/>
                  <a:pt x="3323" y="471"/>
                  <a:pt x="3323" y="467"/>
                </a:cubicBezTo>
                <a:cubicBezTo>
                  <a:pt x="3336" y="433"/>
                  <a:pt x="3345" y="427"/>
                  <a:pt x="3348" y="415"/>
                </a:cubicBezTo>
                <a:cubicBezTo>
                  <a:pt x="3384" y="349"/>
                  <a:pt x="3387" y="338"/>
                  <a:pt x="3392" y="329"/>
                </a:cubicBezTo>
                <a:cubicBezTo>
                  <a:pt x="3401" y="322"/>
                  <a:pt x="3392" y="343"/>
                  <a:pt x="3383" y="364"/>
                </a:cubicBezTo>
                <a:cubicBezTo>
                  <a:pt x="3368" y="400"/>
                  <a:pt x="3367" y="406"/>
                  <a:pt x="3365" y="411"/>
                </a:cubicBezTo>
                <a:cubicBezTo>
                  <a:pt x="3348" y="447"/>
                  <a:pt x="3349" y="456"/>
                  <a:pt x="3344" y="459"/>
                </a:cubicBezTo>
                <a:cubicBezTo>
                  <a:pt x="3328" y="515"/>
                  <a:pt x="3325" y="520"/>
                  <a:pt x="3325" y="528"/>
                </a:cubicBezTo>
                <a:cubicBezTo>
                  <a:pt x="3318" y="606"/>
                  <a:pt x="3323" y="617"/>
                  <a:pt x="3318" y="620"/>
                </a:cubicBezTo>
                <a:cubicBezTo>
                  <a:pt x="3332" y="669"/>
                  <a:pt x="3325" y="683"/>
                  <a:pt x="3332" y="682"/>
                </a:cubicBezTo>
                <a:cubicBezTo>
                  <a:pt x="3326" y="633"/>
                  <a:pt x="3325" y="621"/>
                  <a:pt x="3324" y="609"/>
                </a:cubicBezTo>
                <a:cubicBezTo>
                  <a:pt x="3333" y="543"/>
                  <a:pt x="3329" y="535"/>
                  <a:pt x="3330" y="532"/>
                </a:cubicBezTo>
                <a:cubicBezTo>
                  <a:pt x="3338" y="510"/>
                  <a:pt x="3335" y="503"/>
                  <a:pt x="3339" y="503"/>
                </a:cubicBezTo>
                <a:cubicBezTo>
                  <a:pt x="3360" y="438"/>
                  <a:pt x="3365" y="434"/>
                  <a:pt x="3366" y="427"/>
                </a:cubicBezTo>
                <a:cubicBezTo>
                  <a:pt x="3388" y="388"/>
                  <a:pt x="3385" y="376"/>
                  <a:pt x="3391" y="372"/>
                </a:cubicBezTo>
                <a:cubicBezTo>
                  <a:pt x="3405" y="344"/>
                  <a:pt x="3402" y="337"/>
                  <a:pt x="3406" y="336"/>
                </a:cubicBezTo>
                <a:cubicBezTo>
                  <a:pt x="3431" y="261"/>
                  <a:pt x="3430" y="249"/>
                  <a:pt x="3436" y="242"/>
                </a:cubicBezTo>
                <a:cubicBezTo>
                  <a:pt x="3440" y="222"/>
                  <a:pt x="3448" y="227"/>
                  <a:pt x="3442" y="233"/>
                </a:cubicBezTo>
                <a:cubicBezTo>
                  <a:pt x="3435" y="304"/>
                  <a:pt x="3435" y="312"/>
                  <a:pt x="3433" y="317"/>
                </a:cubicBezTo>
                <a:cubicBezTo>
                  <a:pt x="3426" y="349"/>
                  <a:pt x="3415" y="355"/>
                  <a:pt x="3417" y="373"/>
                </a:cubicBezTo>
                <a:cubicBezTo>
                  <a:pt x="3398" y="409"/>
                  <a:pt x="3395" y="419"/>
                  <a:pt x="3390" y="429"/>
                </a:cubicBezTo>
                <a:cubicBezTo>
                  <a:pt x="3374" y="468"/>
                  <a:pt x="3369" y="477"/>
                  <a:pt x="3364" y="486"/>
                </a:cubicBezTo>
                <a:cubicBezTo>
                  <a:pt x="3350" y="555"/>
                  <a:pt x="3342" y="561"/>
                  <a:pt x="3343" y="564"/>
                </a:cubicBezTo>
                <a:cubicBezTo>
                  <a:pt x="3337" y="589"/>
                  <a:pt x="3341" y="597"/>
                  <a:pt x="3336" y="597"/>
                </a:cubicBezTo>
                <a:cubicBezTo>
                  <a:pt x="3336" y="631"/>
                  <a:pt x="3331" y="635"/>
                  <a:pt x="3333" y="645"/>
                </a:cubicBezTo>
                <a:cubicBezTo>
                  <a:pt x="3351" y="557"/>
                  <a:pt x="3354" y="542"/>
                  <a:pt x="3360" y="530"/>
                </a:cubicBezTo>
                <a:cubicBezTo>
                  <a:pt x="3380" y="472"/>
                  <a:pt x="3380" y="468"/>
                  <a:pt x="3384" y="469"/>
                </a:cubicBezTo>
                <a:cubicBezTo>
                  <a:pt x="3401" y="432"/>
                  <a:pt x="3401" y="421"/>
                  <a:pt x="3407" y="415"/>
                </a:cubicBezTo>
                <a:cubicBezTo>
                  <a:pt x="3429" y="360"/>
                  <a:pt x="3431" y="352"/>
                  <a:pt x="3435" y="345"/>
                </a:cubicBezTo>
                <a:cubicBezTo>
                  <a:pt x="3442" y="313"/>
                  <a:pt x="3444" y="307"/>
                  <a:pt x="3447" y="301"/>
                </a:cubicBezTo>
                <a:cubicBezTo>
                  <a:pt x="3455" y="291"/>
                  <a:pt x="3449" y="295"/>
                  <a:pt x="3453" y="298"/>
                </a:cubicBezTo>
                <a:cubicBezTo>
                  <a:pt x="3425" y="410"/>
                  <a:pt x="3420" y="410"/>
                  <a:pt x="3422" y="416"/>
                </a:cubicBezTo>
                <a:cubicBezTo>
                  <a:pt x="3393" y="478"/>
                  <a:pt x="3393" y="496"/>
                  <a:pt x="3385" y="506"/>
                </a:cubicBezTo>
                <a:cubicBezTo>
                  <a:pt x="3370" y="564"/>
                  <a:pt x="3362" y="575"/>
                  <a:pt x="3360" y="591"/>
                </a:cubicBezTo>
                <a:cubicBezTo>
                  <a:pt x="3351" y="652"/>
                  <a:pt x="3352" y="666"/>
                  <a:pt x="3353" y="681"/>
                </a:cubicBezTo>
                <a:cubicBezTo>
                  <a:pt x="3358" y="622"/>
                  <a:pt x="3364" y="612"/>
                  <a:pt x="3363" y="597"/>
                </a:cubicBezTo>
                <a:cubicBezTo>
                  <a:pt x="3380" y="557"/>
                  <a:pt x="3378" y="549"/>
                  <a:pt x="3383" y="546"/>
                </a:cubicBezTo>
                <a:cubicBezTo>
                  <a:pt x="3402" y="483"/>
                  <a:pt x="3407" y="480"/>
                  <a:pt x="3406" y="472"/>
                </a:cubicBezTo>
                <a:cubicBezTo>
                  <a:pt x="3425" y="437"/>
                  <a:pt x="3422" y="430"/>
                  <a:pt x="3425" y="429"/>
                </a:cubicBezTo>
                <a:cubicBezTo>
                  <a:pt x="3438" y="397"/>
                  <a:pt x="3437" y="388"/>
                  <a:pt x="3442" y="384"/>
                </a:cubicBezTo>
                <a:cubicBezTo>
                  <a:pt x="3455" y="332"/>
                  <a:pt x="3460" y="332"/>
                  <a:pt x="3457" y="326"/>
                </a:cubicBezTo>
                <a:cubicBezTo>
                  <a:pt x="3463" y="349"/>
                  <a:pt x="3458" y="358"/>
                  <a:pt x="3458" y="372"/>
                </a:cubicBezTo>
                <a:cubicBezTo>
                  <a:pt x="3450" y="388"/>
                  <a:pt x="3451" y="393"/>
                  <a:pt x="3451" y="396"/>
                </a:cubicBezTo>
                <a:cubicBezTo>
                  <a:pt x="3444" y="416"/>
                  <a:pt x="3442" y="417"/>
                  <a:pt x="3442" y="421"/>
                </a:cubicBezTo>
                <a:cubicBezTo>
                  <a:pt x="3431" y="446"/>
                  <a:pt x="3430" y="460"/>
                  <a:pt x="3424" y="468"/>
                </a:cubicBezTo>
                <a:cubicBezTo>
                  <a:pt x="3407" y="509"/>
                  <a:pt x="3401" y="518"/>
                  <a:pt x="3397" y="529"/>
                </a:cubicBezTo>
                <a:cubicBezTo>
                  <a:pt x="3383" y="583"/>
                  <a:pt x="3376" y="592"/>
                  <a:pt x="3382" y="596"/>
                </a:cubicBezTo>
                <a:cubicBezTo>
                  <a:pt x="3409" y="524"/>
                  <a:pt x="3412" y="513"/>
                  <a:pt x="3417" y="504"/>
                </a:cubicBezTo>
                <a:cubicBezTo>
                  <a:pt x="3441" y="458"/>
                  <a:pt x="3440" y="453"/>
                  <a:pt x="3440" y="450"/>
                </a:cubicBezTo>
                <a:cubicBezTo>
                  <a:pt x="3457" y="405"/>
                  <a:pt x="3457" y="398"/>
                  <a:pt x="3462" y="396"/>
                </a:cubicBezTo>
                <a:cubicBezTo>
                  <a:pt x="3472" y="356"/>
                  <a:pt x="3467" y="344"/>
                  <a:pt x="3476" y="344"/>
                </a:cubicBezTo>
                <a:cubicBezTo>
                  <a:pt x="3464" y="412"/>
                  <a:pt x="3465" y="422"/>
                  <a:pt x="3460" y="426"/>
                </a:cubicBezTo>
                <a:cubicBezTo>
                  <a:pt x="3449" y="464"/>
                  <a:pt x="3445" y="466"/>
                  <a:pt x="3446" y="471"/>
                </a:cubicBezTo>
                <a:cubicBezTo>
                  <a:pt x="3438" y="502"/>
                  <a:pt x="3433" y="506"/>
                  <a:pt x="3433" y="516"/>
                </a:cubicBezTo>
                <a:cubicBezTo>
                  <a:pt x="3417" y="568"/>
                  <a:pt x="3415" y="576"/>
                  <a:pt x="3410" y="581"/>
                </a:cubicBezTo>
                <a:cubicBezTo>
                  <a:pt x="3410" y="660"/>
                  <a:pt x="3412" y="665"/>
                  <a:pt x="3412" y="672"/>
                </a:cubicBezTo>
                <a:cubicBezTo>
                  <a:pt x="3426" y="706"/>
                  <a:pt x="3422" y="719"/>
                  <a:pt x="3430" y="717"/>
                </a:cubicBezTo>
                <a:cubicBezTo>
                  <a:pt x="3420" y="681"/>
                  <a:pt x="3418" y="669"/>
                  <a:pt x="3415" y="659"/>
                </a:cubicBezTo>
                <a:cubicBezTo>
                  <a:pt x="3417" y="602"/>
                  <a:pt x="3414" y="595"/>
                  <a:pt x="3417" y="593"/>
                </a:cubicBezTo>
                <a:cubicBezTo>
                  <a:pt x="3434" y="546"/>
                  <a:pt x="3431" y="525"/>
                  <a:pt x="3442" y="515"/>
                </a:cubicBezTo>
                <a:cubicBezTo>
                  <a:pt x="3458" y="465"/>
                  <a:pt x="3460" y="456"/>
                  <a:pt x="3461" y="448"/>
                </a:cubicBezTo>
                <a:cubicBezTo>
                  <a:pt x="3477" y="411"/>
                  <a:pt x="3477" y="404"/>
                  <a:pt x="3480" y="401"/>
                </a:cubicBezTo>
                <a:cubicBezTo>
                  <a:pt x="3493" y="395"/>
                  <a:pt x="3485" y="406"/>
                  <a:pt x="3486" y="425"/>
                </a:cubicBezTo>
                <a:cubicBezTo>
                  <a:pt x="3466" y="480"/>
                  <a:pt x="3469" y="488"/>
                  <a:pt x="3464" y="490"/>
                </a:cubicBezTo>
                <a:cubicBezTo>
                  <a:pt x="3457" y="522"/>
                  <a:pt x="3453" y="524"/>
                  <a:pt x="3454" y="532"/>
                </a:cubicBezTo>
                <a:cubicBezTo>
                  <a:pt x="3444" y="561"/>
                  <a:pt x="3446" y="568"/>
                  <a:pt x="3444" y="572"/>
                </a:cubicBezTo>
                <a:cubicBezTo>
                  <a:pt x="3437" y="682"/>
                  <a:pt x="3434" y="691"/>
                  <a:pt x="3439" y="719"/>
                </a:cubicBezTo>
                <a:cubicBezTo>
                  <a:pt x="3448" y="743"/>
                  <a:pt x="3450" y="749"/>
                  <a:pt x="3457" y="750"/>
                </a:cubicBezTo>
                <a:cubicBezTo>
                  <a:pt x="3444" y="682"/>
                  <a:pt x="3442" y="668"/>
                  <a:pt x="3441" y="655"/>
                </a:cubicBezTo>
                <a:cubicBezTo>
                  <a:pt x="3449" y="616"/>
                  <a:pt x="3442" y="615"/>
                  <a:pt x="3447" y="611"/>
                </a:cubicBezTo>
                <a:cubicBezTo>
                  <a:pt x="3451" y="571"/>
                  <a:pt x="3456" y="564"/>
                  <a:pt x="3456" y="554"/>
                </a:cubicBezTo>
                <a:cubicBezTo>
                  <a:pt x="3482" y="464"/>
                  <a:pt x="3487" y="456"/>
                  <a:pt x="3488" y="446"/>
                </a:cubicBezTo>
                <a:cubicBezTo>
                  <a:pt x="3494" y="430"/>
                  <a:pt x="3499" y="432"/>
                  <a:pt x="3495" y="433"/>
                </a:cubicBezTo>
                <a:cubicBezTo>
                  <a:pt x="3483" y="507"/>
                  <a:pt x="3473" y="525"/>
                  <a:pt x="3476" y="554"/>
                </a:cubicBezTo>
                <a:cubicBezTo>
                  <a:pt x="3469" y="597"/>
                  <a:pt x="3466" y="612"/>
                  <a:pt x="3465" y="629"/>
                </a:cubicBezTo>
                <a:cubicBezTo>
                  <a:pt x="3479" y="752"/>
                  <a:pt x="3485" y="750"/>
                  <a:pt x="3485" y="755"/>
                </a:cubicBezTo>
                <a:cubicBezTo>
                  <a:pt x="3499" y="791"/>
                  <a:pt x="3500" y="794"/>
                  <a:pt x="3503" y="795"/>
                </a:cubicBezTo>
                <a:cubicBezTo>
                  <a:pt x="3492" y="758"/>
                  <a:pt x="3488" y="746"/>
                  <a:pt x="3484" y="744"/>
                </a:cubicBezTo>
                <a:cubicBezTo>
                  <a:pt x="3481" y="733"/>
                  <a:pt x="3481" y="729"/>
                  <a:pt x="3481" y="729"/>
                </a:cubicBezTo>
                <a:cubicBezTo>
                  <a:pt x="3475" y="679"/>
                  <a:pt x="3475" y="662"/>
                  <a:pt x="3473" y="646"/>
                </a:cubicBezTo>
                <a:cubicBezTo>
                  <a:pt x="3481" y="573"/>
                  <a:pt x="3482" y="570"/>
                  <a:pt x="3481" y="565"/>
                </a:cubicBezTo>
                <a:cubicBezTo>
                  <a:pt x="3488" y="543"/>
                  <a:pt x="3484" y="535"/>
                  <a:pt x="3485" y="532"/>
                </a:cubicBezTo>
                <a:cubicBezTo>
                  <a:pt x="3494" y="519"/>
                  <a:pt x="3487" y="532"/>
                  <a:pt x="3488" y="551"/>
                </a:cubicBezTo>
                <a:cubicBezTo>
                  <a:pt x="3483" y="582"/>
                  <a:pt x="3481" y="591"/>
                  <a:pt x="3481" y="600"/>
                </a:cubicBezTo>
                <a:cubicBezTo>
                  <a:pt x="3506" y="747"/>
                  <a:pt x="3504" y="754"/>
                  <a:pt x="3507" y="755"/>
                </a:cubicBezTo>
                <a:cubicBezTo>
                  <a:pt x="3522" y="799"/>
                  <a:pt x="3528" y="803"/>
                  <a:pt x="3531" y="811"/>
                </a:cubicBezTo>
                <a:cubicBezTo>
                  <a:pt x="3524" y="788"/>
                  <a:pt x="3521" y="783"/>
                  <a:pt x="3520" y="776"/>
                </a:cubicBezTo>
                <a:cubicBezTo>
                  <a:pt x="3511" y="743"/>
                  <a:pt x="3507" y="733"/>
                  <a:pt x="3503" y="723"/>
                </a:cubicBezTo>
                <a:cubicBezTo>
                  <a:pt x="3500" y="696"/>
                  <a:pt x="3497" y="689"/>
                  <a:pt x="3495" y="682"/>
                </a:cubicBezTo>
                <a:cubicBezTo>
                  <a:pt x="3491" y="631"/>
                  <a:pt x="3491" y="616"/>
                  <a:pt x="3490" y="599"/>
                </a:cubicBezTo>
                <a:cubicBezTo>
                  <a:pt x="3495" y="554"/>
                  <a:pt x="3495" y="550"/>
                  <a:pt x="3497" y="548"/>
                </a:cubicBezTo>
                <a:cubicBezTo>
                  <a:pt x="3502" y="498"/>
                  <a:pt x="3505" y="494"/>
                  <a:pt x="3506" y="489"/>
                </a:cubicBezTo>
                <a:cubicBezTo>
                  <a:pt x="3506" y="547"/>
                  <a:pt x="3503" y="566"/>
                  <a:pt x="3502" y="585"/>
                </a:cubicBezTo>
                <a:cubicBezTo>
                  <a:pt x="3515" y="692"/>
                  <a:pt x="3511" y="695"/>
                  <a:pt x="3512" y="698"/>
                </a:cubicBezTo>
                <a:cubicBezTo>
                  <a:pt x="3528" y="752"/>
                  <a:pt x="3532" y="765"/>
                  <a:pt x="3537" y="775"/>
                </a:cubicBezTo>
                <a:cubicBezTo>
                  <a:pt x="3550" y="790"/>
                  <a:pt x="3543" y="782"/>
                  <a:pt x="3539" y="771"/>
                </a:cubicBezTo>
                <a:cubicBezTo>
                  <a:pt x="3522" y="708"/>
                  <a:pt x="3521" y="704"/>
                  <a:pt x="3519" y="702"/>
                </a:cubicBezTo>
                <a:cubicBezTo>
                  <a:pt x="3511" y="634"/>
                  <a:pt x="3511" y="615"/>
                  <a:pt x="3509" y="600"/>
                </a:cubicBezTo>
                <a:cubicBezTo>
                  <a:pt x="3520" y="547"/>
                  <a:pt x="3511" y="533"/>
                  <a:pt x="3520" y="534"/>
                </a:cubicBezTo>
                <a:cubicBezTo>
                  <a:pt x="3524" y="611"/>
                  <a:pt x="3521" y="619"/>
                  <a:pt x="3526" y="619"/>
                </a:cubicBezTo>
                <a:cubicBezTo>
                  <a:pt x="3528" y="645"/>
                  <a:pt x="3532" y="649"/>
                  <a:pt x="3531" y="660"/>
                </a:cubicBezTo>
                <a:cubicBezTo>
                  <a:pt x="3556" y="737"/>
                  <a:pt x="3561" y="744"/>
                  <a:pt x="3562" y="760"/>
                </a:cubicBezTo>
                <a:cubicBezTo>
                  <a:pt x="3585" y="787"/>
                  <a:pt x="3582" y="784"/>
                  <a:pt x="3579" y="783"/>
                </a:cubicBezTo>
                <a:cubicBezTo>
                  <a:pt x="3560" y="729"/>
                  <a:pt x="3552" y="701"/>
                  <a:pt x="3543" y="672"/>
                </a:cubicBezTo>
                <a:cubicBezTo>
                  <a:pt x="3532" y="618"/>
                  <a:pt x="3532" y="614"/>
                  <a:pt x="3532" y="609"/>
                </a:cubicBezTo>
                <a:cubicBezTo>
                  <a:pt x="3535" y="597"/>
                  <a:pt x="3540" y="609"/>
                  <a:pt x="3544" y="622"/>
                </a:cubicBezTo>
                <a:cubicBezTo>
                  <a:pt x="3564" y="685"/>
                  <a:pt x="3567" y="689"/>
                  <a:pt x="3569" y="696"/>
                </a:cubicBezTo>
                <a:cubicBezTo>
                  <a:pt x="3585" y="716"/>
                  <a:pt x="3578" y="710"/>
                  <a:pt x="3575" y="700"/>
                </a:cubicBezTo>
                <a:cubicBezTo>
                  <a:pt x="3544" y="591"/>
                  <a:pt x="3539" y="578"/>
                  <a:pt x="3533" y="566"/>
                </a:cubicBezTo>
                <a:cubicBezTo>
                  <a:pt x="3524" y="501"/>
                  <a:pt x="3524" y="496"/>
                  <a:pt x="3524" y="492"/>
                </a:cubicBezTo>
                <a:cubicBezTo>
                  <a:pt x="3538" y="519"/>
                  <a:pt x="3540" y="534"/>
                  <a:pt x="3545" y="545"/>
                </a:cubicBezTo>
                <a:cubicBezTo>
                  <a:pt x="3565" y="611"/>
                  <a:pt x="3571" y="614"/>
                  <a:pt x="3572" y="622"/>
                </a:cubicBezTo>
                <a:cubicBezTo>
                  <a:pt x="3605" y="698"/>
                  <a:pt x="3603" y="709"/>
                  <a:pt x="3609" y="711"/>
                </a:cubicBezTo>
                <a:cubicBezTo>
                  <a:pt x="3621" y="744"/>
                  <a:pt x="3629" y="753"/>
                  <a:pt x="3632" y="766"/>
                </a:cubicBezTo>
                <a:cubicBezTo>
                  <a:pt x="3648" y="791"/>
                  <a:pt x="3648" y="793"/>
                  <a:pt x="3650" y="793"/>
                </a:cubicBezTo>
                <a:cubicBezTo>
                  <a:pt x="3633" y="742"/>
                  <a:pt x="3627" y="742"/>
                  <a:pt x="3626" y="738"/>
                </a:cubicBezTo>
                <a:cubicBezTo>
                  <a:pt x="3609" y="692"/>
                  <a:pt x="3602" y="684"/>
                  <a:pt x="3600" y="670"/>
                </a:cubicBezTo>
                <a:cubicBezTo>
                  <a:pt x="3573" y="591"/>
                  <a:pt x="3570" y="586"/>
                  <a:pt x="3569" y="578"/>
                </a:cubicBezTo>
                <a:cubicBezTo>
                  <a:pt x="3567" y="568"/>
                  <a:pt x="3571" y="572"/>
                  <a:pt x="3573" y="578"/>
                </a:cubicBezTo>
                <a:cubicBezTo>
                  <a:pt x="3589" y="595"/>
                  <a:pt x="3591" y="601"/>
                  <a:pt x="3593" y="607"/>
                </a:cubicBezTo>
                <a:cubicBezTo>
                  <a:pt x="3615" y="642"/>
                  <a:pt x="3619" y="647"/>
                  <a:pt x="3622" y="651"/>
                </a:cubicBezTo>
                <a:cubicBezTo>
                  <a:pt x="3682" y="757"/>
                  <a:pt x="3686" y="769"/>
                  <a:pt x="3692" y="779"/>
                </a:cubicBezTo>
                <a:cubicBezTo>
                  <a:pt x="3700" y="801"/>
                  <a:pt x="3701" y="805"/>
                  <a:pt x="3701" y="809"/>
                </a:cubicBezTo>
                <a:cubicBezTo>
                  <a:pt x="3698" y="773"/>
                  <a:pt x="3692" y="767"/>
                  <a:pt x="3689" y="758"/>
                </a:cubicBezTo>
                <a:cubicBezTo>
                  <a:pt x="3682" y="741"/>
                  <a:pt x="3677" y="738"/>
                  <a:pt x="3678" y="732"/>
                </a:cubicBezTo>
                <a:cubicBezTo>
                  <a:pt x="3657" y="683"/>
                  <a:pt x="3641" y="668"/>
                  <a:pt x="3631" y="646"/>
                </a:cubicBezTo>
                <a:cubicBezTo>
                  <a:pt x="3609" y="610"/>
                  <a:pt x="3605" y="606"/>
                  <a:pt x="3603" y="600"/>
                </a:cubicBezTo>
                <a:cubicBezTo>
                  <a:pt x="3602" y="588"/>
                  <a:pt x="3604" y="593"/>
                  <a:pt x="3605" y="598"/>
                </a:cubicBezTo>
                <a:cubicBezTo>
                  <a:pt x="3636" y="646"/>
                  <a:pt x="3645" y="650"/>
                  <a:pt x="3649" y="660"/>
                </a:cubicBezTo>
                <a:cubicBezTo>
                  <a:pt x="3683" y="718"/>
                  <a:pt x="3683" y="724"/>
                  <a:pt x="3687" y="727"/>
                </a:cubicBezTo>
                <a:cubicBezTo>
                  <a:pt x="3711" y="775"/>
                  <a:pt x="3709" y="785"/>
                  <a:pt x="3715" y="787"/>
                </a:cubicBezTo>
                <a:cubicBezTo>
                  <a:pt x="3704" y="756"/>
                  <a:pt x="3706" y="749"/>
                  <a:pt x="3703" y="748"/>
                </a:cubicBezTo>
                <a:cubicBezTo>
                  <a:pt x="3683" y="705"/>
                  <a:pt x="3676" y="692"/>
                  <a:pt x="3670" y="678"/>
                </a:cubicBezTo>
                <a:cubicBezTo>
                  <a:pt x="3642" y="629"/>
                  <a:pt x="3632" y="620"/>
                  <a:pt x="3626" y="607"/>
                </a:cubicBezTo>
                <a:cubicBezTo>
                  <a:pt x="3605" y="580"/>
                  <a:pt x="3601" y="579"/>
                  <a:pt x="3601" y="574"/>
                </a:cubicBezTo>
                <a:cubicBezTo>
                  <a:pt x="3573" y="536"/>
                  <a:pt x="3569" y="530"/>
                  <a:pt x="3565" y="524"/>
                </a:cubicBezTo>
                <a:cubicBezTo>
                  <a:pt x="3546" y="487"/>
                  <a:pt x="3541" y="488"/>
                  <a:pt x="3543" y="482"/>
                </a:cubicBezTo>
                <a:cubicBezTo>
                  <a:pt x="3536" y="457"/>
                  <a:pt x="3537" y="465"/>
                  <a:pt x="3542" y="469"/>
                </a:cubicBezTo>
                <a:cubicBezTo>
                  <a:pt x="3566" y="506"/>
                  <a:pt x="3571" y="510"/>
                  <a:pt x="3575" y="514"/>
                </a:cubicBezTo>
                <a:cubicBezTo>
                  <a:pt x="3616" y="563"/>
                  <a:pt x="3621" y="567"/>
                  <a:pt x="3623" y="575"/>
                </a:cubicBezTo>
                <a:cubicBezTo>
                  <a:pt x="3671" y="639"/>
                  <a:pt x="3669" y="646"/>
                  <a:pt x="3672" y="648"/>
                </a:cubicBezTo>
                <a:cubicBezTo>
                  <a:pt x="3691" y="678"/>
                  <a:pt x="3690" y="689"/>
                  <a:pt x="3695" y="692"/>
                </a:cubicBezTo>
                <a:cubicBezTo>
                  <a:pt x="3712" y="731"/>
                  <a:pt x="3709" y="741"/>
                  <a:pt x="3716" y="741"/>
                </a:cubicBezTo>
                <a:cubicBezTo>
                  <a:pt x="3708" y="703"/>
                  <a:pt x="3703" y="704"/>
                  <a:pt x="3704" y="698"/>
                </a:cubicBezTo>
                <a:cubicBezTo>
                  <a:pt x="3691" y="675"/>
                  <a:pt x="3692" y="664"/>
                  <a:pt x="3686" y="662"/>
                </a:cubicBezTo>
                <a:cubicBezTo>
                  <a:pt x="3670" y="620"/>
                  <a:pt x="3664" y="622"/>
                  <a:pt x="3664" y="618"/>
                </a:cubicBezTo>
                <a:cubicBezTo>
                  <a:pt x="3633" y="576"/>
                  <a:pt x="3635" y="569"/>
                  <a:pt x="3632" y="567"/>
                </a:cubicBezTo>
                <a:cubicBezTo>
                  <a:pt x="3612" y="544"/>
                  <a:pt x="3609" y="542"/>
                  <a:pt x="3608" y="538"/>
                </a:cubicBezTo>
                <a:cubicBezTo>
                  <a:pt x="3595" y="520"/>
                  <a:pt x="3590" y="520"/>
                  <a:pt x="3589" y="516"/>
                </a:cubicBezTo>
                <a:cubicBezTo>
                  <a:pt x="3575" y="485"/>
                  <a:pt x="3576" y="492"/>
                  <a:pt x="3583" y="494"/>
                </a:cubicBezTo>
                <a:cubicBezTo>
                  <a:pt x="3605" y="518"/>
                  <a:pt x="3612" y="530"/>
                  <a:pt x="3621" y="540"/>
                </a:cubicBezTo>
                <a:cubicBezTo>
                  <a:pt x="3637" y="562"/>
                  <a:pt x="3646" y="562"/>
                  <a:pt x="3647" y="571"/>
                </a:cubicBezTo>
                <a:cubicBezTo>
                  <a:pt x="3679" y="613"/>
                  <a:pt x="3687" y="624"/>
                  <a:pt x="3693" y="637"/>
                </a:cubicBezTo>
                <a:cubicBezTo>
                  <a:pt x="3722" y="683"/>
                  <a:pt x="3722" y="688"/>
                  <a:pt x="3725" y="690"/>
                </a:cubicBezTo>
                <a:cubicBezTo>
                  <a:pt x="3736" y="699"/>
                  <a:pt x="3730" y="697"/>
                  <a:pt x="3730" y="687"/>
                </a:cubicBezTo>
                <a:cubicBezTo>
                  <a:pt x="3696" y="629"/>
                  <a:pt x="3695" y="622"/>
                  <a:pt x="3690" y="618"/>
                </a:cubicBezTo>
                <a:cubicBezTo>
                  <a:pt x="3664" y="581"/>
                  <a:pt x="3661" y="574"/>
                  <a:pt x="3658" y="568"/>
                </a:cubicBezTo>
                <a:cubicBezTo>
                  <a:pt x="3624" y="530"/>
                  <a:pt x="3617" y="519"/>
                  <a:pt x="3608" y="510"/>
                </a:cubicBezTo>
                <a:cubicBezTo>
                  <a:pt x="3534" y="424"/>
                  <a:pt x="3528" y="418"/>
                  <a:pt x="3524" y="409"/>
                </a:cubicBezTo>
                <a:cubicBezTo>
                  <a:pt x="3505" y="384"/>
                  <a:pt x="3506" y="376"/>
                  <a:pt x="3500" y="376"/>
                </a:cubicBezTo>
                <a:cubicBezTo>
                  <a:pt x="3502" y="363"/>
                  <a:pt x="3500" y="371"/>
                  <a:pt x="3504" y="371"/>
                </a:cubicBezTo>
                <a:cubicBezTo>
                  <a:pt x="3530" y="404"/>
                  <a:pt x="3532" y="412"/>
                  <a:pt x="3538" y="417"/>
                </a:cubicBezTo>
                <a:cubicBezTo>
                  <a:pt x="3562" y="446"/>
                  <a:pt x="3566" y="447"/>
                  <a:pt x="3567" y="452"/>
                </a:cubicBezTo>
                <a:cubicBezTo>
                  <a:pt x="3602" y="487"/>
                  <a:pt x="3602" y="492"/>
                  <a:pt x="3607" y="493"/>
                </a:cubicBezTo>
                <a:cubicBezTo>
                  <a:pt x="3650" y="542"/>
                  <a:pt x="3656" y="546"/>
                  <a:pt x="3659" y="555"/>
                </a:cubicBezTo>
                <a:cubicBezTo>
                  <a:pt x="3706" y="616"/>
                  <a:pt x="3708" y="625"/>
                  <a:pt x="3715" y="629"/>
                </a:cubicBezTo>
                <a:cubicBezTo>
                  <a:pt x="3727" y="644"/>
                  <a:pt x="3724" y="639"/>
                  <a:pt x="3720" y="638"/>
                </a:cubicBezTo>
                <a:cubicBezTo>
                  <a:pt x="3689" y="575"/>
                  <a:pt x="3675" y="561"/>
                  <a:pt x="3663" y="546"/>
                </a:cubicBezTo>
                <a:cubicBezTo>
                  <a:pt x="3641" y="512"/>
                  <a:pt x="3631" y="508"/>
                  <a:pt x="3625" y="500"/>
                </a:cubicBezTo>
                <a:cubicBezTo>
                  <a:pt x="3592" y="468"/>
                  <a:pt x="3591" y="465"/>
                  <a:pt x="3591" y="461"/>
                </a:cubicBezTo>
                <a:cubicBezTo>
                  <a:pt x="3577" y="443"/>
                  <a:pt x="3570" y="445"/>
                  <a:pt x="3570" y="438"/>
                </a:cubicBezTo>
                <a:cubicBezTo>
                  <a:pt x="3535" y="402"/>
                  <a:pt x="3533" y="398"/>
                  <a:pt x="3532" y="393"/>
                </a:cubicBezTo>
                <a:cubicBezTo>
                  <a:pt x="3530" y="387"/>
                  <a:pt x="3532" y="390"/>
                  <a:pt x="3534" y="393"/>
                </a:cubicBezTo>
                <a:cubicBezTo>
                  <a:pt x="3549" y="412"/>
                  <a:pt x="3552" y="411"/>
                  <a:pt x="3553" y="413"/>
                </a:cubicBezTo>
                <a:cubicBezTo>
                  <a:pt x="3592" y="453"/>
                  <a:pt x="3594" y="455"/>
                  <a:pt x="3596" y="458"/>
                </a:cubicBezTo>
                <a:cubicBezTo>
                  <a:pt x="3621" y="483"/>
                  <a:pt x="3627" y="485"/>
                  <a:pt x="3631" y="491"/>
                </a:cubicBezTo>
                <a:cubicBezTo>
                  <a:pt x="3653" y="516"/>
                  <a:pt x="3661" y="526"/>
                  <a:pt x="3669" y="536"/>
                </a:cubicBezTo>
                <a:cubicBezTo>
                  <a:pt x="3710" y="588"/>
                  <a:pt x="3713" y="595"/>
                  <a:pt x="3719" y="598"/>
                </a:cubicBezTo>
                <a:cubicBezTo>
                  <a:pt x="3754" y="657"/>
                  <a:pt x="3756" y="665"/>
                  <a:pt x="3759" y="672"/>
                </a:cubicBezTo>
                <a:cubicBezTo>
                  <a:pt x="3769" y="696"/>
                  <a:pt x="3765" y="705"/>
                  <a:pt x="3770" y="704"/>
                </a:cubicBezTo>
                <a:cubicBezTo>
                  <a:pt x="3763" y="670"/>
                  <a:pt x="3763" y="659"/>
                  <a:pt x="3758" y="655"/>
                </a:cubicBezTo>
                <a:cubicBezTo>
                  <a:pt x="3722" y="590"/>
                  <a:pt x="3717" y="586"/>
                  <a:pt x="3713" y="579"/>
                </a:cubicBezTo>
                <a:cubicBezTo>
                  <a:pt x="3668" y="527"/>
                  <a:pt x="3671" y="520"/>
                  <a:pt x="3668" y="519"/>
                </a:cubicBezTo>
                <a:cubicBezTo>
                  <a:pt x="3638" y="483"/>
                  <a:pt x="3626" y="475"/>
                  <a:pt x="3618" y="463"/>
                </a:cubicBezTo>
                <a:cubicBezTo>
                  <a:pt x="3597" y="446"/>
                  <a:pt x="3593" y="439"/>
                  <a:pt x="3587" y="435"/>
                </a:cubicBezTo>
                <a:cubicBezTo>
                  <a:pt x="3544" y="388"/>
                  <a:pt x="3531" y="373"/>
                  <a:pt x="3516" y="359"/>
                </a:cubicBezTo>
                <a:cubicBezTo>
                  <a:pt x="3482" y="312"/>
                  <a:pt x="3483" y="307"/>
                  <a:pt x="3480" y="307"/>
                </a:cubicBezTo>
                <a:cubicBezTo>
                  <a:pt x="3491" y="306"/>
                  <a:pt x="3495" y="310"/>
                  <a:pt x="3498" y="315"/>
                </a:cubicBezTo>
                <a:cubicBezTo>
                  <a:pt x="3528" y="347"/>
                  <a:pt x="3536" y="354"/>
                  <a:pt x="3543" y="362"/>
                </a:cubicBezTo>
                <a:cubicBezTo>
                  <a:pt x="3574" y="381"/>
                  <a:pt x="3571" y="392"/>
                  <a:pt x="3580" y="390"/>
                </a:cubicBezTo>
                <a:cubicBezTo>
                  <a:pt x="3598" y="407"/>
                  <a:pt x="3606" y="414"/>
                  <a:pt x="3615" y="420"/>
                </a:cubicBezTo>
                <a:cubicBezTo>
                  <a:pt x="3642" y="449"/>
                  <a:pt x="3647" y="454"/>
                  <a:pt x="3650" y="457"/>
                </a:cubicBezTo>
                <a:cubicBezTo>
                  <a:pt x="3680" y="486"/>
                  <a:pt x="3682" y="493"/>
                  <a:pt x="3686" y="498"/>
                </a:cubicBezTo>
                <a:cubicBezTo>
                  <a:pt x="3724" y="544"/>
                  <a:pt x="3729" y="547"/>
                  <a:pt x="3731" y="554"/>
                </a:cubicBezTo>
                <a:cubicBezTo>
                  <a:pt x="3765" y="605"/>
                  <a:pt x="3771" y="607"/>
                  <a:pt x="3773" y="614"/>
                </a:cubicBezTo>
                <a:cubicBezTo>
                  <a:pt x="3793" y="649"/>
                  <a:pt x="3792" y="642"/>
                  <a:pt x="3790" y="637"/>
                </a:cubicBezTo>
                <a:cubicBezTo>
                  <a:pt x="3772" y="601"/>
                  <a:pt x="3770" y="595"/>
                  <a:pt x="3765" y="593"/>
                </a:cubicBezTo>
                <a:cubicBezTo>
                  <a:pt x="3747" y="556"/>
                  <a:pt x="3740" y="557"/>
                  <a:pt x="3740" y="549"/>
                </a:cubicBezTo>
                <a:cubicBezTo>
                  <a:pt x="3716" y="518"/>
                  <a:pt x="3713" y="513"/>
                  <a:pt x="3708" y="510"/>
                </a:cubicBezTo>
                <a:cubicBezTo>
                  <a:pt x="3663" y="455"/>
                  <a:pt x="3658" y="453"/>
                  <a:pt x="3656" y="448"/>
                </a:cubicBezTo>
                <a:cubicBezTo>
                  <a:pt x="3639" y="433"/>
                  <a:pt x="3635" y="430"/>
                  <a:pt x="3631" y="428"/>
                </a:cubicBezTo>
                <a:cubicBezTo>
                  <a:pt x="3606" y="403"/>
                  <a:pt x="3605" y="400"/>
                  <a:pt x="3602" y="399"/>
                </a:cubicBezTo>
                <a:cubicBezTo>
                  <a:pt x="3568" y="367"/>
                  <a:pt x="3560" y="369"/>
                  <a:pt x="3558" y="363"/>
                </a:cubicBezTo>
                <a:cubicBezTo>
                  <a:pt x="3494" y="295"/>
                  <a:pt x="3486" y="288"/>
                  <a:pt x="3480" y="279"/>
                </a:cubicBezTo>
                <a:cubicBezTo>
                  <a:pt x="3472" y="259"/>
                  <a:pt x="3480" y="269"/>
                  <a:pt x="3487" y="280"/>
                </a:cubicBezTo>
                <a:cubicBezTo>
                  <a:pt x="3581" y="355"/>
                  <a:pt x="3584" y="357"/>
                  <a:pt x="3588" y="356"/>
                </a:cubicBezTo>
                <a:cubicBezTo>
                  <a:pt x="3607" y="371"/>
                  <a:pt x="3608" y="375"/>
                  <a:pt x="3614" y="374"/>
                </a:cubicBezTo>
                <a:cubicBezTo>
                  <a:pt x="3644" y="397"/>
                  <a:pt x="3643" y="407"/>
                  <a:pt x="3651" y="406"/>
                </a:cubicBezTo>
                <a:cubicBezTo>
                  <a:pt x="3671" y="425"/>
                  <a:pt x="3673" y="426"/>
                  <a:pt x="3674" y="429"/>
                </a:cubicBezTo>
                <a:cubicBezTo>
                  <a:pt x="3702" y="457"/>
                  <a:pt x="3707" y="461"/>
                  <a:pt x="3710" y="466"/>
                </a:cubicBezTo>
                <a:cubicBezTo>
                  <a:pt x="3755" y="519"/>
                  <a:pt x="3757" y="520"/>
                  <a:pt x="3760" y="521"/>
                </a:cubicBezTo>
                <a:cubicBezTo>
                  <a:pt x="3775" y="552"/>
                  <a:pt x="3783" y="552"/>
                  <a:pt x="3784" y="559"/>
                </a:cubicBezTo>
                <a:cubicBezTo>
                  <a:pt x="3802" y="592"/>
                  <a:pt x="3803" y="594"/>
                  <a:pt x="3806" y="594"/>
                </a:cubicBezTo>
                <a:cubicBezTo>
                  <a:pt x="3803" y="583"/>
                  <a:pt x="3803" y="576"/>
                  <a:pt x="3798" y="573"/>
                </a:cubicBezTo>
                <a:cubicBezTo>
                  <a:pt x="3759" y="513"/>
                  <a:pt x="3754" y="504"/>
                  <a:pt x="3747" y="496"/>
                </a:cubicBezTo>
                <a:cubicBezTo>
                  <a:pt x="3718" y="457"/>
                  <a:pt x="3712" y="459"/>
                  <a:pt x="3713" y="455"/>
                </a:cubicBezTo>
                <a:cubicBezTo>
                  <a:pt x="3682" y="427"/>
                  <a:pt x="3680" y="421"/>
                  <a:pt x="3676" y="418"/>
                </a:cubicBezTo>
                <a:cubicBezTo>
                  <a:pt x="3660" y="405"/>
                  <a:pt x="3655" y="404"/>
                  <a:pt x="3655" y="397"/>
                </a:cubicBezTo>
                <a:cubicBezTo>
                  <a:pt x="3624" y="378"/>
                  <a:pt x="3624" y="370"/>
                  <a:pt x="3618" y="369"/>
                </a:cubicBezTo>
                <a:cubicBezTo>
                  <a:pt x="3604" y="356"/>
                  <a:pt x="3600" y="353"/>
                  <a:pt x="3595" y="351"/>
                </a:cubicBezTo>
                <a:cubicBezTo>
                  <a:pt x="3588" y="343"/>
                  <a:pt x="3585" y="343"/>
                  <a:pt x="3583" y="341"/>
                </a:cubicBezTo>
                <a:cubicBezTo>
                  <a:pt x="3552" y="324"/>
                  <a:pt x="3552" y="316"/>
                  <a:pt x="3546" y="315"/>
                </a:cubicBezTo>
                <a:cubicBezTo>
                  <a:pt x="3518" y="293"/>
                  <a:pt x="3513" y="292"/>
                  <a:pt x="3511" y="287"/>
                </a:cubicBezTo>
                <a:cubicBezTo>
                  <a:pt x="3473" y="249"/>
                  <a:pt x="3471" y="239"/>
                  <a:pt x="3464" y="236"/>
                </a:cubicBezTo>
                <a:cubicBezTo>
                  <a:pt x="3464" y="229"/>
                  <a:pt x="3471" y="229"/>
                  <a:pt x="3475" y="233"/>
                </a:cubicBezTo>
                <a:cubicBezTo>
                  <a:pt x="3498" y="257"/>
                  <a:pt x="3501" y="260"/>
                  <a:pt x="3505" y="262"/>
                </a:cubicBezTo>
                <a:cubicBezTo>
                  <a:pt x="3519" y="277"/>
                  <a:pt x="3523" y="275"/>
                  <a:pt x="3524" y="278"/>
                </a:cubicBezTo>
                <a:cubicBezTo>
                  <a:pt x="3556" y="301"/>
                  <a:pt x="3562" y="300"/>
                  <a:pt x="3565" y="303"/>
                </a:cubicBezTo>
                <a:cubicBezTo>
                  <a:pt x="3580" y="312"/>
                  <a:pt x="3580" y="313"/>
                  <a:pt x="3581" y="313"/>
                </a:cubicBezTo>
                <a:cubicBezTo>
                  <a:pt x="3601" y="325"/>
                  <a:pt x="3604" y="326"/>
                  <a:pt x="3608" y="329"/>
                </a:cubicBezTo>
                <a:cubicBezTo>
                  <a:pt x="3643" y="351"/>
                  <a:pt x="3649" y="350"/>
                  <a:pt x="3652" y="354"/>
                </a:cubicBezTo>
                <a:cubicBezTo>
                  <a:pt x="3678" y="367"/>
                  <a:pt x="3693" y="375"/>
                  <a:pt x="3708" y="383"/>
                </a:cubicBezTo>
                <a:cubicBezTo>
                  <a:pt x="3760" y="411"/>
                  <a:pt x="3762" y="421"/>
                  <a:pt x="3770" y="424"/>
                </a:cubicBezTo>
                <a:cubicBezTo>
                  <a:pt x="3809" y="461"/>
                  <a:pt x="3812" y="463"/>
                  <a:pt x="3815" y="467"/>
                </a:cubicBezTo>
                <a:cubicBezTo>
                  <a:pt x="3834" y="487"/>
                  <a:pt x="3838" y="487"/>
                  <a:pt x="3840" y="490"/>
                </a:cubicBezTo>
                <a:cubicBezTo>
                  <a:pt x="3834" y="475"/>
                  <a:pt x="3825" y="469"/>
                  <a:pt x="3819" y="460"/>
                </a:cubicBezTo>
                <a:cubicBezTo>
                  <a:pt x="3792" y="438"/>
                  <a:pt x="3793" y="432"/>
                  <a:pt x="3788" y="434"/>
                </a:cubicBezTo>
                <a:cubicBezTo>
                  <a:pt x="3769" y="415"/>
                  <a:pt x="3767" y="413"/>
                  <a:pt x="3767" y="409"/>
                </a:cubicBezTo>
                <a:cubicBezTo>
                  <a:pt x="3741" y="393"/>
                  <a:pt x="3737" y="390"/>
                  <a:pt x="3733" y="388"/>
                </a:cubicBezTo>
                <a:cubicBezTo>
                  <a:pt x="3678" y="358"/>
                  <a:pt x="3671" y="350"/>
                  <a:pt x="3658" y="349"/>
                </a:cubicBezTo>
                <a:cubicBezTo>
                  <a:pt x="3620" y="324"/>
                  <a:pt x="3616" y="320"/>
                  <a:pt x="3610" y="318"/>
                </a:cubicBezTo>
                <a:cubicBezTo>
                  <a:pt x="3586" y="305"/>
                  <a:pt x="3581" y="301"/>
                  <a:pt x="3576" y="298"/>
                </a:cubicBezTo>
                <a:cubicBezTo>
                  <a:pt x="3551" y="286"/>
                  <a:pt x="3550" y="278"/>
                  <a:pt x="3543" y="276"/>
                </a:cubicBezTo>
                <a:cubicBezTo>
                  <a:pt x="3518" y="256"/>
                  <a:pt x="3508" y="251"/>
                  <a:pt x="3497" y="245"/>
                </a:cubicBezTo>
                <a:cubicBezTo>
                  <a:pt x="3480" y="220"/>
                  <a:pt x="3474" y="222"/>
                  <a:pt x="3472" y="220"/>
                </a:cubicBezTo>
                <a:cubicBezTo>
                  <a:pt x="3458" y="198"/>
                  <a:pt x="3452" y="196"/>
                  <a:pt x="3450" y="189"/>
                </a:cubicBezTo>
                <a:cubicBezTo>
                  <a:pt x="3467" y="202"/>
                  <a:pt x="3470" y="200"/>
                  <a:pt x="3470" y="201"/>
                </a:cubicBezTo>
                <a:cubicBezTo>
                  <a:pt x="3508" y="228"/>
                  <a:pt x="3514" y="232"/>
                  <a:pt x="3519" y="237"/>
                </a:cubicBezTo>
                <a:cubicBezTo>
                  <a:pt x="3549" y="252"/>
                  <a:pt x="3552" y="253"/>
                  <a:pt x="3555" y="256"/>
                </a:cubicBezTo>
                <a:cubicBezTo>
                  <a:pt x="3598" y="278"/>
                  <a:pt x="3605" y="282"/>
                  <a:pt x="3610" y="287"/>
                </a:cubicBezTo>
                <a:cubicBezTo>
                  <a:pt x="3676" y="320"/>
                  <a:pt x="3685" y="315"/>
                  <a:pt x="3684" y="321"/>
                </a:cubicBezTo>
                <a:cubicBezTo>
                  <a:pt x="3725" y="340"/>
                  <a:pt x="3730" y="346"/>
                  <a:pt x="3737" y="350"/>
                </a:cubicBezTo>
                <a:cubicBezTo>
                  <a:pt x="3768" y="372"/>
                  <a:pt x="3771" y="375"/>
                  <a:pt x="3776" y="376"/>
                </a:cubicBezTo>
                <a:cubicBezTo>
                  <a:pt x="3822" y="416"/>
                  <a:pt x="3821" y="423"/>
                  <a:pt x="3825" y="425"/>
                </a:cubicBezTo>
                <a:cubicBezTo>
                  <a:pt x="3836" y="427"/>
                  <a:pt x="3826" y="425"/>
                  <a:pt x="3824" y="414"/>
                </a:cubicBezTo>
                <a:cubicBezTo>
                  <a:pt x="3808" y="399"/>
                  <a:pt x="3802" y="401"/>
                  <a:pt x="3803" y="396"/>
                </a:cubicBezTo>
                <a:cubicBezTo>
                  <a:pt x="3777" y="374"/>
                  <a:pt x="3776" y="369"/>
                  <a:pt x="3771" y="367"/>
                </a:cubicBezTo>
                <a:cubicBezTo>
                  <a:pt x="3753" y="354"/>
                  <a:pt x="3751" y="352"/>
                  <a:pt x="3750" y="349"/>
                </a:cubicBezTo>
                <a:cubicBezTo>
                  <a:pt x="3700" y="322"/>
                  <a:pt x="3698" y="317"/>
                  <a:pt x="3690" y="316"/>
                </a:cubicBezTo>
                <a:cubicBezTo>
                  <a:pt x="3657" y="299"/>
                  <a:pt x="3656" y="297"/>
                  <a:pt x="3652" y="297"/>
                </a:cubicBezTo>
                <a:cubicBezTo>
                  <a:pt x="3597" y="265"/>
                  <a:pt x="3579" y="257"/>
                  <a:pt x="3561" y="251"/>
                </a:cubicBezTo>
                <a:cubicBezTo>
                  <a:pt x="3513" y="220"/>
                  <a:pt x="3507" y="220"/>
                  <a:pt x="3504" y="216"/>
                </a:cubicBezTo>
                <a:cubicBezTo>
                  <a:pt x="3485" y="199"/>
                  <a:pt x="3474" y="197"/>
                  <a:pt x="3469" y="188"/>
                </a:cubicBezTo>
                <a:cubicBezTo>
                  <a:pt x="3442" y="157"/>
                  <a:pt x="3447" y="163"/>
                  <a:pt x="3453" y="169"/>
                </a:cubicBezTo>
                <a:cubicBezTo>
                  <a:pt x="3478" y="187"/>
                  <a:pt x="3481" y="189"/>
                  <a:pt x="3483" y="193"/>
                </a:cubicBezTo>
                <a:cubicBezTo>
                  <a:pt x="3525" y="218"/>
                  <a:pt x="3531" y="224"/>
                  <a:pt x="3538" y="229"/>
                </a:cubicBezTo>
                <a:cubicBezTo>
                  <a:pt x="3595" y="256"/>
                  <a:pt x="3603" y="260"/>
                  <a:pt x="3610" y="265"/>
                </a:cubicBezTo>
                <a:cubicBezTo>
                  <a:pt x="3642" y="275"/>
                  <a:pt x="3644" y="276"/>
                  <a:pt x="3646" y="278"/>
                </a:cubicBezTo>
                <a:cubicBezTo>
                  <a:pt x="3697" y="296"/>
                  <a:pt x="3705" y="296"/>
                  <a:pt x="3709" y="300"/>
                </a:cubicBezTo>
                <a:cubicBezTo>
                  <a:pt x="3768" y="328"/>
                  <a:pt x="3781" y="331"/>
                  <a:pt x="3788" y="340"/>
                </a:cubicBezTo>
                <a:cubicBezTo>
                  <a:pt x="3806" y="351"/>
                  <a:pt x="3808" y="353"/>
                  <a:pt x="3811" y="354"/>
                </a:cubicBezTo>
                <a:cubicBezTo>
                  <a:pt x="3833" y="374"/>
                  <a:pt x="3837" y="374"/>
                  <a:pt x="3840" y="376"/>
                </a:cubicBezTo>
                <a:cubicBezTo>
                  <a:pt x="3829" y="365"/>
                  <a:pt x="3828" y="354"/>
                  <a:pt x="3818" y="353"/>
                </a:cubicBezTo>
                <a:cubicBezTo>
                  <a:pt x="3790" y="329"/>
                  <a:pt x="3784" y="331"/>
                  <a:pt x="3785" y="325"/>
                </a:cubicBezTo>
                <a:cubicBezTo>
                  <a:pt x="3759" y="314"/>
                  <a:pt x="3754" y="308"/>
                  <a:pt x="3744" y="306"/>
                </a:cubicBezTo>
                <a:cubicBezTo>
                  <a:pt x="3691" y="279"/>
                  <a:pt x="3678" y="280"/>
                  <a:pt x="3672" y="274"/>
                </a:cubicBezTo>
                <a:cubicBezTo>
                  <a:pt x="3600" y="254"/>
                  <a:pt x="3589" y="241"/>
                  <a:pt x="3569" y="237"/>
                </a:cubicBezTo>
                <a:cubicBezTo>
                  <a:pt x="3539" y="215"/>
                  <a:pt x="3533" y="217"/>
                  <a:pt x="3534" y="211"/>
                </a:cubicBezTo>
                <a:cubicBezTo>
                  <a:pt x="3492" y="194"/>
                  <a:pt x="3495" y="184"/>
                  <a:pt x="3489" y="184"/>
                </a:cubicBezTo>
                <a:cubicBezTo>
                  <a:pt x="3456" y="152"/>
                  <a:pt x="3447" y="155"/>
                  <a:pt x="3447" y="148"/>
                </a:cubicBezTo>
                <a:cubicBezTo>
                  <a:pt x="3425" y="126"/>
                  <a:pt x="3423" y="125"/>
                  <a:pt x="3423" y="121"/>
                </a:cubicBezTo>
                <a:cubicBezTo>
                  <a:pt x="3434" y="129"/>
                  <a:pt x="3437" y="129"/>
                  <a:pt x="3437" y="131"/>
                </a:cubicBezTo>
                <a:cubicBezTo>
                  <a:pt x="3461" y="150"/>
                  <a:pt x="3474" y="156"/>
                  <a:pt x="3483" y="167"/>
                </a:cubicBezTo>
                <a:cubicBezTo>
                  <a:pt x="3514" y="176"/>
                  <a:pt x="3515" y="187"/>
                  <a:pt x="3526" y="186"/>
                </a:cubicBezTo>
                <a:cubicBezTo>
                  <a:pt x="3554" y="198"/>
                  <a:pt x="3561" y="202"/>
                  <a:pt x="3567" y="207"/>
                </a:cubicBezTo>
                <a:cubicBezTo>
                  <a:pt x="3627" y="229"/>
                  <a:pt x="3638" y="238"/>
                  <a:pt x="3657" y="240"/>
                </a:cubicBezTo>
                <a:cubicBezTo>
                  <a:pt x="3691" y="257"/>
                  <a:pt x="3698" y="265"/>
                  <a:pt x="3709" y="267"/>
                </a:cubicBezTo>
                <a:cubicBezTo>
                  <a:pt x="3751" y="290"/>
                  <a:pt x="3755" y="293"/>
                  <a:pt x="3761" y="294"/>
                </a:cubicBezTo>
                <a:cubicBezTo>
                  <a:pt x="3792" y="313"/>
                  <a:pt x="3794" y="315"/>
                  <a:pt x="3795" y="318"/>
                </a:cubicBezTo>
                <a:cubicBezTo>
                  <a:pt x="3817" y="331"/>
                  <a:pt x="3824" y="336"/>
                  <a:pt x="3830" y="344"/>
                </a:cubicBezTo>
                <a:cubicBezTo>
                  <a:pt x="3837" y="339"/>
                  <a:pt x="3833" y="338"/>
                  <a:pt x="3829" y="335"/>
                </a:cubicBezTo>
                <a:cubicBezTo>
                  <a:pt x="3748" y="279"/>
                  <a:pt x="3746" y="274"/>
                  <a:pt x="3738" y="276"/>
                </a:cubicBezTo>
                <a:cubicBezTo>
                  <a:pt x="3689" y="246"/>
                  <a:pt x="3677" y="244"/>
                  <a:pt x="3670" y="237"/>
                </a:cubicBezTo>
                <a:cubicBezTo>
                  <a:pt x="3605" y="209"/>
                  <a:pt x="3600" y="207"/>
                  <a:pt x="3593" y="207"/>
                </a:cubicBezTo>
                <a:cubicBezTo>
                  <a:pt x="3541" y="181"/>
                  <a:pt x="3531" y="177"/>
                  <a:pt x="3521" y="173"/>
                </a:cubicBezTo>
                <a:cubicBezTo>
                  <a:pt x="3487" y="152"/>
                  <a:pt x="3476" y="148"/>
                  <a:pt x="3468" y="142"/>
                </a:cubicBezTo>
                <a:cubicBezTo>
                  <a:pt x="3450" y="123"/>
                  <a:pt x="3447" y="124"/>
                  <a:pt x="3445" y="122"/>
                </a:cubicBezTo>
                <a:cubicBezTo>
                  <a:pt x="3426" y="105"/>
                  <a:pt x="3423" y="102"/>
                  <a:pt x="3426" y="101"/>
                </a:cubicBezTo>
                <a:close/>
                <a:moveTo>
                  <a:pt x="3422" y="38"/>
                </a:moveTo>
                <a:cubicBezTo>
                  <a:pt x="3426" y="37"/>
                  <a:pt x="3428" y="39"/>
                  <a:pt x="3431" y="39"/>
                </a:cubicBezTo>
                <a:cubicBezTo>
                  <a:pt x="3434" y="44"/>
                  <a:pt x="3437" y="47"/>
                  <a:pt x="3442" y="50"/>
                </a:cubicBezTo>
                <a:cubicBezTo>
                  <a:pt x="3448" y="51"/>
                  <a:pt x="3451" y="55"/>
                  <a:pt x="3456" y="57"/>
                </a:cubicBezTo>
                <a:cubicBezTo>
                  <a:pt x="3460" y="61"/>
                  <a:pt x="3466" y="61"/>
                  <a:pt x="3470" y="65"/>
                </a:cubicBezTo>
                <a:cubicBezTo>
                  <a:pt x="3480" y="69"/>
                  <a:pt x="3486" y="77"/>
                  <a:pt x="3499" y="78"/>
                </a:cubicBezTo>
                <a:cubicBezTo>
                  <a:pt x="3506" y="86"/>
                  <a:pt x="3520" y="86"/>
                  <a:pt x="3526" y="94"/>
                </a:cubicBezTo>
                <a:cubicBezTo>
                  <a:pt x="3550" y="97"/>
                  <a:pt x="3570" y="105"/>
                  <a:pt x="3587" y="116"/>
                </a:cubicBezTo>
                <a:cubicBezTo>
                  <a:pt x="3599" y="116"/>
                  <a:pt x="3607" y="121"/>
                  <a:pt x="3618" y="122"/>
                </a:cubicBezTo>
                <a:cubicBezTo>
                  <a:pt x="3624" y="128"/>
                  <a:pt x="3636" y="128"/>
                  <a:pt x="3643" y="134"/>
                </a:cubicBezTo>
                <a:cubicBezTo>
                  <a:pt x="3653" y="135"/>
                  <a:pt x="3661" y="141"/>
                  <a:pt x="3672" y="143"/>
                </a:cubicBezTo>
                <a:cubicBezTo>
                  <a:pt x="3681" y="145"/>
                  <a:pt x="3687" y="152"/>
                  <a:pt x="3699" y="152"/>
                </a:cubicBezTo>
                <a:cubicBezTo>
                  <a:pt x="3691" y="160"/>
                  <a:pt x="3685" y="147"/>
                  <a:pt x="3674" y="151"/>
                </a:cubicBezTo>
                <a:cubicBezTo>
                  <a:pt x="3667" y="149"/>
                  <a:pt x="3659" y="148"/>
                  <a:pt x="3648" y="149"/>
                </a:cubicBezTo>
                <a:cubicBezTo>
                  <a:pt x="3645" y="145"/>
                  <a:pt x="3637" y="146"/>
                  <a:pt x="3632" y="143"/>
                </a:cubicBezTo>
                <a:cubicBezTo>
                  <a:pt x="3627" y="143"/>
                  <a:pt x="3622" y="141"/>
                  <a:pt x="3619" y="138"/>
                </a:cubicBezTo>
                <a:cubicBezTo>
                  <a:pt x="3607" y="137"/>
                  <a:pt x="3600" y="131"/>
                  <a:pt x="3588" y="131"/>
                </a:cubicBezTo>
                <a:cubicBezTo>
                  <a:pt x="3580" y="125"/>
                  <a:pt x="3567" y="125"/>
                  <a:pt x="3559" y="120"/>
                </a:cubicBezTo>
                <a:cubicBezTo>
                  <a:pt x="3550" y="116"/>
                  <a:pt x="3542" y="111"/>
                  <a:pt x="3532" y="109"/>
                </a:cubicBezTo>
                <a:cubicBezTo>
                  <a:pt x="3528" y="105"/>
                  <a:pt x="3522" y="104"/>
                  <a:pt x="3518" y="101"/>
                </a:cubicBezTo>
                <a:cubicBezTo>
                  <a:pt x="3516" y="100"/>
                  <a:pt x="3513" y="99"/>
                  <a:pt x="3509" y="100"/>
                </a:cubicBezTo>
                <a:cubicBezTo>
                  <a:pt x="3510" y="96"/>
                  <a:pt x="3507" y="96"/>
                  <a:pt x="3504" y="95"/>
                </a:cubicBezTo>
                <a:cubicBezTo>
                  <a:pt x="3497" y="90"/>
                  <a:pt x="3487" y="87"/>
                  <a:pt x="3481" y="80"/>
                </a:cubicBezTo>
                <a:cubicBezTo>
                  <a:pt x="3475" y="80"/>
                  <a:pt x="3473" y="75"/>
                  <a:pt x="3470" y="72"/>
                </a:cubicBezTo>
                <a:cubicBezTo>
                  <a:pt x="3466" y="72"/>
                  <a:pt x="3465" y="69"/>
                  <a:pt x="3461" y="70"/>
                </a:cubicBezTo>
                <a:cubicBezTo>
                  <a:pt x="3462" y="66"/>
                  <a:pt x="3459" y="66"/>
                  <a:pt x="3456" y="66"/>
                </a:cubicBezTo>
                <a:cubicBezTo>
                  <a:pt x="3455" y="60"/>
                  <a:pt x="3447" y="63"/>
                  <a:pt x="3445" y="58"/>
                </a:cubicBezTo>
                <a:cubicBezTo>
                  <a:pt x="3439" y="58"/>
                  <a:pt x="3438" y="52"/>
                  <a:pt x="3431" y="53"/>
                </a:cubicBezTo>
                <a:cubicBezTo>
                  <a:pt x="3428" y="45"/>
                  <a:pt x="3422" y="40"/>
                  <a:pt x="3415" y="36"/>
                </a:cubicBezTo>
                <a:cubicBezTo>
                  <a:pt x="3415" y="31"/>
                  <a:pt x="3422" y="35"/>
                  <a:pt x="3422" y="38"/>
                </a:cubicBezTo>
                <a:close/>
                <a:moveTo>
                  <a:pt x="3358" y="316"/>
                </a:moveTo>
                <a:cubicBezTo>
                  <a:pt x="3355" y="318"/>
                  <a:pt x="3354" y="322"/>
                  <a:pt x="3352" y="325"/>
                </a:cubicBezTo>
                <a:cubicBezTo>
                  <a:pt x="3345" y="322"/>
                  <a:pt x="3356" y="319"/>
                  <a:pt x="3354" y="314"/>
                </a:cubicBezTo>
                <a:cubicBezTo>
                  <a:pt x="3356" y="311"/>
                  <a:pt x="3358" y="308"/>
                  <a:pt x="3360" y="305"/>
                </a:cubicBezTo>
                <a:cubicBezTo>
                  <a:pt x="3367" y="307"/>
                  <a:pt x="3355" y="310"/>
                  <a:pt x="3358" y="316"/>
                </a:cubicBezTo>
                <a:close/>
                <a:moveTo>
                  <a:pt x="3369" y="289"/>
                </a:moveTo>
                <a:cubicBezTo>
                  <a:pt x="3368" y="293"/>
                  <a:pt x="3366" y="297"/>
                  <a:pt x="3364" y="302"/>
                </a:cubicBezTo>
                <a:cubicBezTo>
                  <a:pt x="3358" y="300"/>
                  <a:pt x="3368" y="295"/>
                  <a:pt x="3365" y="289"/>
                </a:cubicBezTo>
                <a:cubicBezTo>
                  <a:pt x="3369" y="286"/>
                  <a:pt x="3372" y="281"/>
                  <a:pt x="3373" y="275"/>
                </a:cubicBezTo>
                <a:cubicBezTo>
                  <a:pt x="3378" y="277"/>
                  <a:pt x="3371" y="286"/>
                  <a:pt x="3369" y="289"/>
                </a:cubicBezTo>
                <a:close/>
                <a:moveTo>
                  <a:pt x="3386" y="250"/>
                </a:moveTo>
                <a:cubicBezTo>
                  <a:pt x="3383" y="256"/>
                  <a:pt x="3386" y="247"/>
                  <a:pt x="3386" y="244"/>
                </a:cubicBezTo>
                <a:cubicBezTo>
                  <a:pt x="3390" y="245"/>
                  <a:pt x="3387" y="248"/>
                  <a:pt x="3386" y="250"/>
                </a:cubicBezTo>
                <a:close/>
                <a:moveTo>
                  <a:pt x="3411" y="294"/>
                </a:moveTo>
                <a:cubicBezTo>
                  <a:pt x="3406" y="294"/>
                  <a:pt x="3410" y="287"/>
                  <a:pt x="3411" y="286"/>
                </a:cubicBezTo>
                <a:cubicBezTo>
                  <a:pt x="3417" y="287"/>
                  <a:pt x="3409" y="290"/>
                  <a:pt x="3411" y="294"/>
                </a:cubicBezTo>
                <a:close/>
                <a:moveTo>
                  <a:pt x="3420" y="261"/>
                </a:moveTo>
                <a:cubicBezTo>
                  <a:pt x="3416" y="267"/>
                  <a:pt x="3419" y="257"/>
                  <a:pt x="3419" y="254"/>
                </a:cubicBezTo>
                <a:cubicBezTo>
                  <a:pt x="3423" y="256"/>
                  <a:pt x="3420" y="258"/>
                  <a:pt x="3420" y="261"/>
                </a:cubicBezTo>
                <a:close/>
                <a:moveTo>
                  <a:pt x="3593" y="579"/>
                </a:moveTo>
                <a:cubicBezTo>
                  <a:pt x="3593" y="580"/>
                  <a:pt x="3593" y="582"/>
                  <a:pt x="3593" y="583"/>
                </a:cubicBezTo>
                <a:cubicBezTo>
                  <a:pt x="3589" y="585"/>
                  <a:pt x="3589" y="580"/>
                  <a:pt x="3589" y="577"/>
                </a:cubicBezTo>
                <a:cubicBezTo>
                  <a:pt x="3590" y="577"/>
                  <a:pt x="3591" y="579"/>
                  <a:pt x="3593" y="579"/>
                </a:cubicBezTo>
                <a:close/>
                <a:moveTo>
                  <a:pt x="3576" y="556"/>
                </a:moveTo>
                <a:cubicBezTo>
                  <a:pt x="3575" y="562"/>
                  <a:pt x="3571" y="551"/>
                  <a:pt x="3567" y="552"/>
                </a:cubicBezTo>
                <a:cubicBezTo>
                  <a:pt x="3567" y="549"/>
                  <a:pt x="3567" y="546"/>
                  <a:pt x="3565" y="546"/>
                </a:cubicBezTo>
                <a:cubicBezTo>
                  <a:pt x="3569" y="539"/>
                  <a:pt x="3571" y="556"/>
                  <a:pt x="3576" y="556"/>
                </a:cubicBezTo>
                <a:close/>
                <a:moveTo>
                  <a:pt x="3522" y="440"/>
                </a:moveTo>
                <a:cubicBezTo>
                  <a:pt x="3518" y="438"/>
                  <a:pt x="3516" y="434"/>
                  <a:pt x="3515" y="429"/>
                </a:cubicBezTo>
                <a:cubicBezTo>
                  <a:pt x="3519" y="430"/>
                  <a:pt x="3521" y="435"/>
                  <a:pt x="3522" y="440"/>
                </a:cubicBezTo>
                <a:close/>
                <a:moveTo>
                  <a:pt x="3503" y="443"/>
                </a:moveTo>
                <a:cubicBezTo>
                  <a:pt x="3507" y="446"/>
                  <a:pt x="3504" y="458"/>
                  <a:pt x="3508" y="462"/>
                </a:cubicBezTo>
                <a:cubicBezTo>
                  <a:pt x="3505" y="460"/>
                  <a:pt x="3503" y="460"/>
                  <a:pt x="3500" y="463"/>
                </a:cubicBezTo>
                <a:cubicBezTo>
                  <a:pt x="3502" y="474"/>
                  <a:pt x="3498" y="479"/>
                  <a:pt x="3497" y="487"/>
                </a:cubicBezTo>
                <a:cubicBezTo>
                  <a:pt x="3497" y="495"/>
                  <a:pt x="3491" y="481"/>
                  <a:pt x="3497" y="483"/>
                </a:cubicBezTo>
                <a:cubicBezTo>
                  <a:pt x="3495" y="466"/>
                  <a:pt x="3502" y="458"/>
                  <a:pt x="3503" y="443"/>
                </a:cubicBezTo>
                <a:close/>
                <a:moveTo>
                  <a:pt x="3451" y="265"/>
                </a:moveTo>
                <a:cubicBezTo>
                  <a:pt x="3459" y="267"/>
                  <a:pt x="3454" y="277"/>
                  <a:pt x="3452" y="281"/>
                </a:cubicBezTo>
                <a:cubicBezTo>
                  <a:pt x="3445" y="278"/>
                  <a:pt x="3454" y="272"/>
                  <a:pt x="3451" y="265"/>
                </a:cubicBezTo>
                <a:close/>
                <a:moveTo>
                  <a:pt x="57" y="2139"/>
                </a:moveTo>
                <a:cubicBezTo>
                  <a:pt x="52" y="2141"/>
                  <a:pt x="48" y="2128"/>
                  <a:pt x="43" y="2130"/>
                </a:cubicBezTo>
                <a:cubicBezTo>
                  <a:pt x="38" y="2120"/>
                  <a:pt x="28" y="2117"/>
                  <a:pt x="18" y="2109"/>
                </a:cubicBezTo>
                <a:cubicBezTo>
                  <a:pt x="12" y="2104"/>
                  <a:pt x="6" y="2099"/>
                  <a:pt x="0" y="2093"/>
                </a:cubicBezTo>
                <a:cubicBezTo>
                  <a:pt x="0" y="2105"/>
                  <a:pt x="0" y="2105"/>
                  <a:pt x="0" y="2105"/>
                </a:cubicBezTo>
                <a:cubicBezTo>
                  <a:pt x="5" y="2108"/>
                  <a:pt x="10" y="2111"/>
                  <a:pt x="15" y="2115"/>
                </a:cubicBezTo>
                <a:cubicBezTo>
                  <a:pt x="29" y="2128"/>
                  <a:pt x="43" y="2139"/>
                  <a:pt x="58" y="2150"/>
                </a:cubicBezTo>
                <a:cubicBezTo>
                  <a:pt x="60" y="2153"/>
                  <a:pt x="64" y="2157"/>
                  <a:pt x="67" y="2160"/>
                </a:cubicBezTo>
                <a:cubicBezTo>
                  <a:pt x="74" y="2160"/>
                  <a:pt x="74" y="2160"/>
                  <a:pt x="74" y="2160"/>
                </a:cubicBezTo>
                <a:cubicBezTo>
                  <a:pt x="72" y="2157"/>
                  <a:pt x="69" y="2154"/>
                  <a:pt x="67" y="2150"/>
                </a:cubicBezTo>
                <a:cubicBezTo>
                  <a:pt x="61" y="2143"/>
                  <a:pt x="59" y="2146"/>
                  <a:pt x="57" y="2139"/>
                </a:cubicBezTo>
                <a:close/>
                <a:moveTo>
                  <a:pt x="0" y="2131"/>
                </a:moveTo>
                <a:cubicBezTo>
                  <a:pt x="0" y="2152"/>
                  <a:pt x="0" y="2152"/>
                  <a:pt x="0" y="2152"/>
                </a:cubicBezTo>
                <a:cubicBezTo>
                  <a:pt x="2" y="2155"/>
                  <a:pt x="4" y="2158"/>
                  <a:pt x="6" y="2160"/>
                </a:cubicBezTo>
                <a:cubicBezTo>
                  <a:pt x="18" y="2160"/>
                  <a:pt x="18" y="2160"/>
                  <a:pt x="18" y="2160"/>
                </a:cubicBezTo>
                <a:cubicBezTo>
                  <a:pt x="15" y="2155"/>
                  <a:pt x="11" y="2149"/>
                  <a:pt x="5" y="2144"/>
                </a:cubicBezTo>
                <a:cubicBezTo>
                  <a:pt x="4" y="2139"/>
                  <a:pt x="2" y="2135"/>
                  <a:pt x="0" y="2131"/>
                </a:cubicBezTo>
                <a:close/>
                <a:moveTo>
                  <a:pt x="1714" y="33"/>
                </a:moveTo>
                <a:cubicBezTo>
                  <a:pt x="1718" y="31"/>
                  <a:pt x="1719" y="23"/>
                  <a:pt x="1721" y="17"/>
                </a:cubicBezTo>
                <a:cubicBezTo>
                  <a:pt x="1726" y="16"/>
                  <a:pt x="1724" y="2"/>
                  <a:pt x="1730" y="2"/>
                </a:cubicBezTo>
                <a:cubicBezTo>
                  <a:pt x="1730" y="1"/>
                  <a:pt x="1730" y="1"/>
                  <a:pt x="1730" y="0"/>
                </a:cubicBezTo>
                <a:cubicBezTo>
                  <a:pt x="1723" y="0"/>
                  <a:pt x="1723" y="0"/>
                  <a:pt x="1723" y="0"/>
                </a:cubicBezTo>
                <a:cubicBezTo>
                  <a:pt x="1720" y="5"/>
                  <a:pt x="1718" y="9"/>
                  <a:pt x="1715" y="13"/>
                </a:cubicBezTo>
                <a:cubicBezTo>
                  <a:pt x="1710" y="27"/>
                  <a:pt x="1705" y="42"/>
                  <a:pt x="1699" y="54"/>
                </a:cubicBezTo>
                <a:cubicBezTo>
                  <a:pt x="1702" y="61"/>
                  <a:pt x="1694" y="63"/>
                  <a:pt x="1693" y="72"/>
                </a:cubicBezTo>
                <a:cubicBezTo>
                  <a:pt x="1691" y="82"/>
                  <a:pt x="1692" y="83"/>
                  <a:pt x="1687" y="91"/>
                </a:cubicBezTo>
                <a:cubicBezTo>
                  <a:pt x="1685" y="88"/>
                  <a:pt x="1688" y="82"/>
                  <a:pt x="1687" y="77"/>
                </a:cubicBezTo>
                <a:cubicBezTo>
                  <a:pt x="1688" y="73"/>
                  <a:pt x="1690" y="68"/>
                  <a:pt x="1691" y="63"/>
                </a:cubicBezTo>
                <a:cubicBezTo>
                  <a:pt x="1692" y="53"/>
                  <a:pt x="1693" y="52"/>
                  <a:pt x="1696" y="39"/>
                </a:cubicBezTo>
                <a:cubicBezTo>
                  <a:pt x="1699" y="24"/>
                  <a:pt x="1705" y="13"/>
                  <a:pt x="1710" y="0"/>
                </a:cubicBezTo>
                <a:cubicBezTo>
                  <a:pt x="1703" y="0"/>
                  <a:pt x="1703" y="0"/>
                  <a:pt x="1703" y="0"/>
                </a:cubicBezTo>
                <a:cubicBezTo>
                  <a:pt x="1695" y="24"/>
                  <a:pt x="1693" y="32"/>
                  <a:pt x="1684" y="65"/>
                </a:cubicBezTo>
                <a:cubicBezTo>
                  <a:pt x="1684" y="77"/>
                  <a:pt x="1684" y="89"/>
                  <a:pt x="1679" y="103"/>
                </a:cubicBezTo>
                <a:cubicBezTo>
                  <a:pt x="1682" y="103"/>
                  <a:pt x="1685" y="103"/>
                  <a:pt x="1682" y="101"/>
                </a:cubicBezTo>
                <a:cubicBezTo>
                  <a:pt x="1684" y="98"/>
                  <a:pt x="1686" y="102"/>
                  <a:pt x="1686" y="104"/>
                </a:cubicBezTo>
                <a:cubicBezTo>
                  <a:pt x="1686" y="109"/>
                  <a:pt x="1678" y="118"/>
                  <a:pt x="1686" y="118"/>
                </a:cubicBezTo>
                <a:cubicBezTo>
                  <a:pt x="1691" y="95"/>
                  <a:pt x="1698" y="83"/>
                  <a:pt x="1700" y="65"/>
                </a:cubicBezTo>
                <a:cubicBezTo>
                  <a:pt x="1705" y="57"/>
                  <a:pt x="1709" y="44"/>
                  <a:pt x="1714" y="33"/>
                </a:cubicBezTo>
                <a:close/>
                <a:moveTo>
                  <a:pt x="3158" y="1807"/>
                </a:moveTo>
                <a:cubicBezTo>
                  <a:pt x="3155" y="1805"/>
                  <a:pt x="3153" y="1805"/>
                  <a:pt x="3151" y="1805"/>
                </a:cubicBezTo>
                <a:cubicBezTo>
                  <a:pt x="3135" y="1790"/>
                  <a:pt x="3132" y="1787"/>
                  <a:pt x="3131" y="1789"/>
                </a:cubicBezTo>
                <a:cubicBezTo>
                  <a:pt x="3095" y="1762"/>
                  <a:pt x="3093" y="1759"/>
                  <a:pt x="3083" y="1754"/>
                </a:cubicBezTo>
                <a:cubicBezTo>
                  <a:pt x="3060" y="1715"/>
                  <a:pt x="3059" y="1709"/>
                  <a:pt x="3057" y="1703"/>
                </a:cubicBezTo>
                <a:cubicBezTo>
                  <a:pt x="3049" y="1705"/>
                  <a:pt x="3054" y="1709"/>
                  <a:pt x="3051" y="1715"/>
                </a:cubicBezTo>
                <a:cubicBezTo>
                  <a:pt x="3069" y="1745"/>
                  <a:pt x="3066" y="1750"/>
                  <a:pt x="3073" y="1753"/>
                </a:cubicBezTo>
                <a:cubicBezTo>
                  <a:pt x="3064" y="1757"/>
                  <a:pt x="3058" y="1755"/>
                  <a:pt x="3052" y="1750"/>
                </a:cubicBezTo>
                <a:cubicBezTo>
                  <a:pt x="3027" y="1719"/>
                  <a:pt x="3031" y="1715"/>
                  <a:pt x="3024" y="1713"/>
                </a:cubicBezTo>
                <a:cubicBezTo>
                  <a:pt x="3006" y="1687"/>
                  <a:pt x="3005" y="1680"/>
                  <a:pt x="2998" y="1674"/>
                </a:cubicBezTo>
                <a:cubicBezTo>
                  <a:pt x="2974" y="1614"/>
                  <a:pt x="2974" y="1605"/>
                  <a:pt x="2968" y="1597"/>
                </a:cubicBezTo>
                <a:cubicBezTo>
                  <a:pt x="2960" y="1561"/>
                  <a:pt x="2955" y="1552"/>
                  <a:pt x="2954" y="1543"/>
                </a:cubicBezTo>
                <a:cubicBezTo>
                  <a:pt x="2942" y="1487"/>
                  <a:pt x="2938" y="1485"/>
                  <a:pt x="2939" y="1483"/>
                </a:cubicBezTo>
                <a:cubicBezTo>
                  <a:pt x="2932" y="1458"/>
                  <a:pt x="2930" y="1454"/>
                  <a:pt x="2926" y="1451"/>
                </a:cubicBezTo>
                <a:cubicBezTo>
                  <a:pt x="2918" y="1423"/>
                  <a:pt x="2918" y="1412"/>
                  <a:pt x="2913" y="1416"/>
                </a:cubicBezTo>
                <a:cubicBezTo>
                  <a:pt x="2922" y="1441"/>
                  <a:pt x="2923" y="1444"/>
                  <a:pt x="2924" y="1447"/>
                </a:cubicBezTo>
                <a:cubicBezTo>
                  <a:pt x="2933" y="1489"/>
                  <a:pt x="2937" y="1499"/>
                  <a:pt x="2939" y="1510"/>
                </a:cubicBezTo>
                <a:cubicBezTo>
                  <a:pt x="2947" y="1546"/>
                  <a:pt x="2946" y="1552"/>
                  <a:pt x="2950" y="1556"/>
                </a:cubicBezTo>
                <a:cubicBezTo>
                  <a:pt x="2955" y="1583"/>
                  <a:pt x="2959" y="1585"/>
                  <a:pt x="2955" y="1588"/>
                </a:cubicBezTo>
                <a:cubicBezTo>
                  <a:pt x="2965" y="1615"/>
                  <a:pt x="2972" y="1624"/>
                  <a:pt x="2974" y="1635"/>
                </a:cubicBezTo>
                <a:cubicBezTo>
                  <a:pt x="3005" y="1703"/>
                  <a:pt x="3014" y="1707"/>
                  <a:pt x="3013" y="1713"/>
                </a:cubicBezTo>
                <a:cubicBezTo>
                  <a:pt x="3012" y="1729"/>
                  <a:pt x="3007" y="1712"/>
                  <a:pt x="2996" y="1704"/>
                </a:cubicBezTo>
                <a:cubicBezTo>
                  <a:pt x="2983" y="1672"/>
                  <a:pt x="2975" y="1670"/>
                  <a:pt x="2977" y="1666"/>
                </a:cubicBezTo>
                <a:cubicBezTo>
                  <a:pt x="2961" y="1640"/>
                  <a:pt x="2961" y="1632"/>
                  <a:pt x="2956" y="1626"/>
                </a:cubicBezTo>
                <a:cubicBezTo>
                  <a:pt x="2948" y="1598"/>
                  <a:pt x="2946" y="1591"/>
                  <a:pt x="2945" y="1584"/>
                </a:cubicBezTo>
                <a:cubicBezTo>
                  <a:pt x="2934" y="1529"/>
                  <a:pt x="2935" y="1525"/>
                  <a:pt x="2934" y="1522"/>
                </a:cubicBezTo>
                <a:cubicBezTo>
                  <a:pt x="2931" y="1493"/>
                  <a:pt x="2927" y="1487"/>
                  <a:pt x="2928" y="1479"/>
                </a:cubicBezTo>
                <a:cubicBezTo>
                  <a:pt x="2906" y="1410"/>
                  <a:pt x="2905" y="1403"/>
                  <a:pt x="2902" y="1396"/>
                </a:cubicBezTo>
                <a:cubicBezTo>
                  <a:pt x="2891" y="1385"/>
                  <a:pt x="2900" y="1391"/>
                  <a:pt x="2900" y="1400"/>
                </a:cubicBezTo>
                <a:cubicBezTo>
                  <a:pt x="2911" y="1442"/>
                  <a:pt x="2915" y="1445"/>
                  <a:pt x="2913" y="1450"/>
                </a:cubicBezTo>
                <a:cubicBezTo>
                  <a:pt x="2922" y="1477"/>
                  <a:pt x="2920" y="1480"/>
                  <a:pt x="2921" y="1482"/>
                </a:cubicBezTo>
                <a:cubicBezTo>
                  <a:pt x="2923" y="1506"/>
                  <a:pt x="2930" y="1509"/>
                  <a:pt x="2926" y="1514"/>
                </a:cubicBezTo>
                <a:cubicBezTo>
                  <a:pt x="2937" y="1582"/>
                  <a:pt x="2936" y="1585"/>
                  <a:pt x="2938" y="1587"/>
                </a:cubicBezTo>
                <a:cubicBezTo>
                  <a:pt x="2946" y="1620"/>
                  <a:pt x="2947" y="1623"/>
                  <a:pt x="2947" y="1628"/>
                </a:cubicBezTo>
                <a:cubicBezTo>
                  <a:pt x="2952" y="1638"/>
                  <a:pt x="2959" y="1643"/>
                  <a:pt x="2958" y="1648"/>
                </a:cubicBezTo>
                <a:cubicBezTo>
                  <a:pt x="2970" y="1669"/>
                  <a:pt x="2970" y="1675"/>
                  <a:pt x="2975" y="1680"/>
                </a:cubicBezTo>
                <a:cubicBezTo>
                  <a:pt x="2985" y="1703"/>
                  <a:pt x="2991" y="1708"/>
                  <a:pt x="2992" y="1715"/>
                </a:cubicBezTo>
                <a:cubicBezTo>
                  <a:pt x="2960" y="1672"/>
                  <a:pt x="2952" y="1665"/>
                  <a:pt x="2949" y="1657"/>
                </a:cubicBezTo>
                <a:cubicBezTo>
                  <a:pt x="2930" y="1604"/>
                  <a:pt x="2923" y="1599"/>
                  <a:pt x="2923" y="1593"/>
                </a:cubicBezTo>
                <a:cubicBezTo>
                  <a:pt x="2916" y="1554"/>
                  <a:pt x="2909" y="1552"/>
                  <a:pt x="2911" y="1548"/>
                </a:cubicBezTo>
                <a:cubicBezTo>
                  <a:pt x="2903" y="1513"/>
                  <a:pt x="2903" y="1506"/>
                  <a:pt x="2901" y="1500"/>
                </a:cubicBezTo>
                <a:cubicBezTo>
                  <a:pt x="2897" y="1475"/>
                  <a:pt x="2894" y="1469"/>
                  <a:pt x="2895" y="1462"/>
                </a:cubicBezTo>
                <a:cubicBezTo>
                  <a:pt x="2886" y="1404"/>
                  <a:pt x="2880" y="1402"/>
                  <a:pt x="2879" y="1399"/>
                </a:cubicBezTo>
                <a:cubicBezTo>
                  <a:pt x="2849" y="1306"/>
                  <a:pt x="2845" y="1298"/>
                  <a:pt x="2848" y="1289"/>
                </a:cubicBezTo>
                <a:cubicBezTo>
                  <a:pt x="2840" y="1270"/>
                  <a:pt x="2841" y="1277"/>
                  <a:pt x="2844" y="1284"/>
                </a:cubicBezTo>
                <a:cubicBezTo>
                  <a:pt x="2845" y="1328"/>
                  <a:pt x="2844" y="1332"/>
                  <a:pt x="2849" y="1334"/>
                </a:cubicBezTo>
                <a:cubicBezTo>
                  <a:pt x="2853" y="1401"/>
                  <a:pt x="2850" y="1416"/>
                  <a:pt x="2854" y="1429"/>
                </a:cubicBezTo>
                <a:cubicBezTo>
                  <a:pt x="2854" y="1447"/>
                  <a:pt x="2859" y="1448"/>
                  <a:pt x="2855" y="1451"/>
                </a:cubicBezTo>
                <a:cubicBezTo>
                  <a:pt x="2860" y="1486"/>
                  <a:pt x="2863" y="1500"/>
                  <a:pt x="2863" y="1514"/>
                </a:cubicBezTo>
                <a:cubicBezTo>
                  <a:pt x="2878" y="1567"/>
                  <a:pt x="2875" y="1571"/>
                  <a:pt x="2878" y="1574"/>
                </a:cubicBezTo>
                <a:cubicBezTo>
                  <a:pt x="2882" y="1588"/>
                  <a:pt x="2881" y="1592"/>
                  <a:pt x="2886" y="1594"/>
                </a:cubicBezTo>
                <a:cubicBezTo>
                  <a:pt x="2895" y="1630"/>
                  <a:pt x="2905" y="1631"/>
                  <a:pt x="2897" y="1633"/>
                </a:cubicBezTo>
                <a:cubicBezTo>
                  <a:pt x="2887" y="1603"/>
                  <a:pt x="2880" y="1602"/>
                  <a:pt x="2877" y="1599"/>
                </a:cubicBezTo>
                <a:cubicBezTo>
                  <a:pt x="2871" y="1576"/>
                  <a:pt x="2870" y="1573"/>
                  <a:pt x="2870" y="1571"/>
                </a:cubicBezTo>
                <a:cubicBezTo>
                  <a:pt x="2856" y="1524"/>
                  <a:pt x="2855" y="1519"/>
                  <a:pt x="2855" y="1514"/>
                </a:cubicBezTo>
                <a:cubicBezTo>
                  <a:pt x="2847" y="1481"/>
                  <a:pt x="2848" y="1476"/>
                  <a:pt x="2844" y="1472"/>
                </a:cubicBezTo>
                <a:cubicBezTo>
                  <a:pt x="2834" y="1424"/>
                  <a:pt x="2823" y="1421"/>
                  <a:pt x="2829" y="1415"/>
                </a:cubicBezTo>
                <a:cubicBezTo>
                  <a:pt x="2807" y="1354"/>
                  <a:pt x="2797" y="1336"/>
                  <a:pt x="2792" y="1317"/>
                </a:cubicBezTo>
                <a:cubicBezTo>
                  <a:pt x="2772" y="1287"/>
                  <a:pt x="2779" y="1281"/>
                  <a:pt x="2772" y="1278"/>
                </a:cubicBezTo>
                <a:cubicBezTo>
                  <a:pt x="2760" y="1259"/>
                  <a:pt x="2763" y="1254"/>
                  <a:pt x="2758" y="1250"/>
                </a:cubicBezTo>
                <a:cubicBezTo>
                  <a:pt x="2739" y="1219"/>
                  <a:pt x="2740" y="1214"/>
                  <a:pt x="2733" y="1210"/>
                </a:cubicBezTo>
                <a:cubicBezTo>
                  <a:pt x="2704" y="1176"/>
                  <a:pt x="2698" y="1167"/>
                  <a:pt x="2691" y="1158"/>
                </a:cubicBezTo>
                <a:cubicBezTo>
                  <a:pt x="2677" y="1152"/>
                  <a:pt x="2667" y="1150"/>
                  <a:pt x="2672" y="1156"/>
                </a:cubicBezTo>
                <a:cubicBezTo>
                  <a:pt x="2687" y="1171"/>
                  <a:pt x="2696" y="1174"/>
                  <a:pt x="2701" y="1178"/>
                </a:cubicBezTo>
                <a:cubicBezTo>
                  <a:pt x="2719" y="1217"/>
                  <a:pt x="2727" y="1221"/>
                  <a:pt x="2727" y="1227"/>
                </a:cubicBezTo>
                <a:cubicBezTo>
                  <a:pt x="2742" y="1266"/>
                  <a:pt x="2752" y="1271"/>
                  <a:pt x="2751" y="1277"/>
                </a:cubicBezTo>
                <a:cubicBezTo>
                  <a:pt x="2767" y="1314"/>
                  <a:pt x="2767" y="1317"/>
                  <a:pt x="2771" y="1319"/>
                </a:cubicBezTo>
                <a:cubicBezTo>
                  <a:pt x="2780" y="1351"/>
                  <a:pt x="2787" y="1356"/>
                  <a:pt x="2786" y="1363"/>
                </a:cubicBezTo>
                <a:cubicBezTo>
                  <a:pt x="2796" y="1382"/>
                  <a:pt x="2794" y="1385"/>
                  <a:pt x="2795" y="1388"/>
                </a:cubicBezTo>
                <a:cubicBezTo>
                  <a:pt x="2803" y="1417"/>
                  <a:pt x="2805" y="1420"/>
                  <a:pt x="2809" y="1423"/>
                </a:cubicBezTo>
                <a:cubicBezTo>
                  <a:pt x="2813" y="1444"/>
                  <a:pt x="2814" y="1447"/>
                  <a:pt x="2811" y="1450"/>
                </a:cubicBezTo>
                <a:cubicBezTo>
                  <a:pt x="2825" y="1491"/>
                  <a:pt x="2828" y="1493"/>
                  <a:pt x="2828" y="1496"/>
                </a:cubicBezTo>
                <a:cubicBezTo>
                  <a:pt x="2835" y="1522"/>
                  <a:pt x="2836" y="1525"/>
                  <a:pt x="2839" y="1527"/>
                </a:cubicBezTo>
                <a:cubicBezTo>
                  <a:pt x="2851" y="1580"/>
                  <a:pt x="2853" y="1585"/>
                  <a:pt x="2858" y="1589"/>
                </a:cubicBezTo>
                <a:cubicBezTo>
                  <a:pt x="2886" y="1644"/>
                  <a:pt x="2890" y="1655"/>
                  <a:pt x="2897" y="1665"/>
                </a:cubicBezTo>
                <a:cubicBezTo>
                  <a:pt x="2908" y="1689"/>
                  <a:pt x="2910" y="1697"/>
                  <a:pt x="2906" y="1694"/>
                </a:cubicBezTo>
                <a:cubicBezTo>
                  <a:pt x="2862" y="1637"/>
                  <a:pt x="2851" y="1606"/>
                  <a:pt x="2832" y="1577"/>
                </a:cubicBezTo>
                <a:cubicBezTo>
                  <a:pt x="2811" y="1528"/>
                  <a:pt x="2810" y="1524"/>
                  <a:pt x="2809" y="1520"/>
                </a:cubicBezTo>
                <a:cubicBezTo>
                  <a:pt x="2791" y="1470"/>
                  <a:pt x="2788" y="1454"/>
                  <a:pt x="2785" y="1438"/>
                </a:cubicBezTo>
                <a:cubicBezTo>
                  <a:pt x="2763" y="1361"/>
                  <a:pt x="2758" y="1353"/>
                  <a:pt x="2755" y="1345"/>
                </a:cubicBezTo>
                <a:cubicBezTo>
                  <a:pt x="2747" y="1318"/>
                  <a:pt x="2739" y="1315"/>
                  <a:pt x="2742" y="1310"/>
                </a:cubicBezTo>
                <a:cubicBezTo>
                  <a:pt x="2741" y="1318"/>
                  <a:pt x="2741" y="1322"/>
                  <a:pt x="2742" y="1326"/>
                </a:cubicBezTo>
                <a:cubicBezTo>
                  <a:pt x="2761" y="1380"/>
                  <a:pt x="2766" y="1383"/>
                  <a:pt x="2764" y="1388"/>
                </a:cubicBezTo>
                <a:cubicBezTo>
                  <a:pt x="2781" y="1433"/>
                  <a:pt x="2773" y="1439"/>
                  <a:pt x="2780" y="1443"/>
                </a:cubicBezTo>
                <a:cubicBezTo>
                  <a:pt x="2790" y="1491"/>
                  <a:pt x="2792" y="1496"/>
                  <a:pt x="2793" y="1501"/>
                </a:cubicBezTo>
                <a:cubicBezTo>
                  <a:pt x="2787" y="1502"/>
                  <a:pt x="2789" y="1498"/>
                  <a:pt x="2789" y="1496"/>
                </a:cubicBezTo>
                <a:cubicBezTo>
                  <a:pt x="2774" y="1451"/>
                  <a:pt x="2763" y="1443"/>
                  <a:pt x="2765" y="1433"/>
                </a:cubicBezTo>
                <a:cubicBezTo>
                  <a:pt x="2755" y="1409"/>
                  <a:pt x="2757" y="1406"/>
                  <a:pt x="2756" y="1403"/>
                </a:cubicBezTo>
                <a:cubicBezTo>
                  <a:pt x="2750" y="1380"/>
                  <a:pt x="2748" y="1378"/>
                  <a:pt x="2749" y="1375"/>
                </a:cubicBezTo>
                <a:cubicBezTo>
                  <a:pt x="2738" y="1336"/>
                  <a:pt x="2739" y="1326"/>
                  <a:pt x="2732" y="1317"/>
                </a:cubicBezTo>
                <a:cubicBezTo>
                  <a:pt x="2728" y="1292"/>
                  <a:pt x="2727" y="1288"/>
                  <a:pt x="2730" y="1289"/>
                </a:cubicBezTo>
                <a:cubicBezTo>
                  <a:pt x="2732" y="1282"/>
                  <a:pt x="2729" y="1282"/>
                  <a:pt x="2727" y="1282"/>
                </a:cubicBezTo>
                <a:cubicBezTo>
                  <a:pt x="2709" y="1224"/>
                  <a:pt x="2705" y="1217"/>
                  <a:pt x="2701" y="1210"/>
                </a:cubicBezTo>
                <a:cubicBezTo>
                  <a:pt x="2696" y="1199"/>
                  <a:pt x="2693" y="1203"/>
                  <a:pt x="2696" y="1206"/>
                </a:cubicBezTo>
                <a:cubicBezTo>
                  <a:pt x="2702" y="1235"/>
                  <a:pt x="2712" y="1241"/>
                  <a:pt x="2709" y="1249"/>
                </a:cubicBezTo>
                <a:cubicBezTo>
                  <a:pt x="2725" y="1297"/>
                  <a:pt x="2724" y="1301"/>
                  <a:pt x="2725" y="1304"/>
                </a:cubicBezTo>
                <a:cubicBezTo>
                  <a:pt x="2726" y="1320"/>
                  <a:pt x="2730" y="1323"/>
                  <a:pt x="2728" y="1327"/>
                </a:cubicBezTo>
                <a:cubicBezTo>
                  <a:pt x="2735" y="1366"/>
                  <a:pt x="2739" y="1368"/>
                  <a:pt x="2740" y="1372"/>
                </a:cubicBezTo>
                <a:cubicBezTo>
                  <a:pt x="2745" y="1391"/>
                  <a:pt x="2748" y="1399"/>
                  <a:pt x="2746" y="1407"/>
                </a:cubicBezTo>
                <a:cubicBezTo>
                  <a:pt x="2757" y="1429"/>
                  <a:pt x="2755" y="1432"/>
                  <a:pt x="2756" y="1435"/>
                </a:cubicBezTo>
                <a:cubicBezTo>
                  <a:pt x="2761" y="1455"/>
                  <a:pt x="2766" y="1459"/>
                  <a:pt x="2762" y="1465"/>
                </a:cubicBezTo>
                <a:cubicBezTo>
                  <a:pt x="2789" y="1521"/>
                  <a:pt x="2792" y="1525"/>
                  <a:pt x="2789" y="1530"/>
                </a:cubicBezTo>
                <a:cubicBezTo>
                  <a:pt x="2809" y="1580"/>
                  <a:pt x="2816" y="1588"/>
                  <a:pt x="2818" y="1597"/>
                </a:cubicBezTo>
                <a:cubicBezTo>
                  <a:pt x="2846" y="1638"/>
                  <a:pt x="2843" y="1644"/>
                  <a:pt x="2851" y="1647"/>
                </a:cubicBezTo>
                <a:cubicBezTo>
                  <a:pt x="2857" y="1651"/>
                  <a:pt x="2858" y="1648"/>
                  <a:pt x="2855" y="1645"/>
                </a:cubicBezTo>
                <a:cubicBezTo>
                  <a:pt x="2847" y="1622"/>
                  <a:pt x="2838" y="1620"/>
                  <a:pt x="2840" y="1616"/>
                </a:cubicBezTo>
                <a:cubicBezTo>
                  <a:pt x="2807" y="1551"/>
                  <a:pt x="2804" y="1544"/>
                  <a:pt x="2803" y="1537"/>
                </a:cubicBezTo>
                <a:cubicBezTo>
                  <a:pt x="2799" y="1521"/>
                  <a:pt x="2796" y="1518"/>
                  <a:pt x="2800" y="1519"/>
                </a:cubicBezTo>
                <a:cubicBezTo>
                  <a:pt x="2808" y="1542"/>
                  <a:pt x="2809" y="1548"/>
                  <a:pt x="2813" y="1554"/>
                </a:cubicBezTo>
                <a:cubicBezTo>
                  <a:pt x="2824" y="1583"/>
                  <a:pt x="2831" y="1585"/>
                  <a:pt x="2829" y="1588"/>
                </a:cubicBezTo>
                <a:cubicBezTo>
                  <a:pt x="2842" y="1611"/>
                  <a:pt x="2844" y="1617"/>
                  <a:pt x="2849" y="1622"/>
                </a:cubicBezTo>
                <a:cubicBezTo>
                  <a:pt x="2854" y="1643"/>
                  <a:pt x="2867" y="1644"/>
                  <a:pt x="2863" y="1648"/>
                </a:cubicBezTo>
                <a:cubicBezTo>
                  <a:pt x="2874" y="1665"/>
                  <a:pt x="2880" y="1668"/>
                  <a:pt x="2881" y="1672"/>
                </a:cubicBezTo>
                <a:cubicBezTo>
                  <a:pt x="2867" y="1679"/>
                  <a:pt x="2862" y="1674"/>
                  <a:pt x="2858" y="1675"/>
                </a:cubicBezTo>
                <a:cubicBezTo>
                  <a:pt x="2840" y="1657"/>
                  <a:pt x="2839" y="1651"/>
                  <a:pt x="2833" y="1646"/>
                </a:cubicBezTo>
                <a:cubicBezTo>
                  <a:pt x="2813" y="1626"/>
                  <a:pt x="2811" y="1624"/>
                  <a:pt x="2808" y="1621"/>
                </a:cubicBezTo>
                <a:cubicBezTo>
                  <a:pt x="2784" y="1586"/>
                  <a:pt x="2782" y="1584"/>
                  <a:pt x="2782" y="1581"/>
                </a:cubicBezTo>
                <a:cubicBezTo>
                  <a:pt x="2753" y="1534"/>
                  <a:pt x="2757" y="1527"/>
                  <a:pt x="2750" y="1522"/>
                </a:cubicBezTo>
                <a:cubicBezTo>
                  <a:pt x="2742" y="1503"/>
                  <a:pt x="2741" y="1500"/>
                  <a:pt x="2740" y="1498"/>
                </a:cubicBezTo>
                <a:cubicBezTo>
                  <a:pt x="2735" y="1477"/>
                  <a:pt x="2729" y="1475"/>
                  <a:pt x="2729" y="1472"/>
                </a:cubicBezTo>
                <a:cubicBezTo>
                  <a:pt x="2717" y="1432"/>
                  <a:pt x="2715" y="1427"/>
                  <a:pt x="2713" y="1422"/>
                </a:cubicBezTo>
                <a:cubicBezTo>
                  <a:pt x="2707" y="1382"/>
                  <a:pt x="2701" y="1380"/>
                  <a:pt x="2700" y="1377"/>
                </a:cubicBezTo>
                <a:cubicBezTo>
                  <a:pt x="2694" y="1327"/>
                  <a:pt x="2686" y="1323"/>
                  <a:pt x="2688" y="1316"/>
                </a:cubicBezTo>
                <a:cubicBezTo>
                  <a:pt x="2675" y="1280"/>
                  <a:pt x="2685" y="1274"/>
                  <a:pt x="2678" y="1273"/>
                </a:cubicBezTo>
                <a:cubicBezTo>
                  <a:pt x="2664" y="1216"/>
                  <a:pt x="2663" y="1205"/>
                  <a:pt x="2657" y="1194"/>
                </a:cubicBezTo>
                <a:cubicBezTo>
                  <a:pt x="2642" y="1140"/>
                  <a:pt x="2641" y="1137"/>
                  <a:pt x="2642" y="1134"/>
                </a:cubicBezTo>
                <a:cubicBezTo>
                  <a:pt x="2635" y="1113"/>
                  <a:pt x="2634" y="1110"/>
                  <a:pt x="2634" y="1107"/>
                </a:cubicBezTo>
                <a:cubicBezTo>
                  <a:pt x="2615" y="1061"/>
                  <a:pt x="2615" y="1053"/>
                  <a:pt x="2612" y="1045"/>
                </a:cubicBezTo>
                <a:cubicBezTo>
                  <a:pt x="2569" y="975"/>
                  <a:pt x="2573" y="967"/>
                  <a:pt x="2565" y="962"/>
                </a:cubicBezTo>
                <a:cubicBezTo>
                  <a:pt x="2564" y="964"/>
                  <a:pt x="2567" y="984"/>
                  <a:pt x="2581" y="1001"/>
                </a:cubicBezTo>
                <a:cubicBezTo>
                  <a:pt x="2593" y="1031"/>
                  <a:pt x="2587" y="1036"/>
                  <a:pt x="2590" y="1039"/>
                </a:cubicBezTo>
                <a:cubicBezTo>
                  <a:pt x="2593" y="1066"/>
                  <a:pt x="2592" y="1072"/>
                  <a:pt x="2598" y="1078"/>
                </a:cubicBezTo>
                <a:cubicBezTo>
                  <a:pt x="2600" y="1131"/>
                  <a:pt x="2604" y="1143"/>
                  <a:pt x="2603" y="1157"/>
                </a:cubicBezTo>
                <a:cubicBezTo>
                  <a:pt x="2611" y="1222"/>
                  <a:pt x="2612" y="1229"/>
                  <a:pt x="2611" y="1236"/>
                </a:cubicBezTo>
                <a:cubicBezTo>
                  <a:pt x="2616" y="1268"/>
                  <a:pt x="2615" y="1272"/>
                  <a:pt x="2616" y="1276"/>
                </a:cubicBezTo>
                <a:cubicBezTo>
                  <a:pt x="2627" y="1307"/>
                  <a:pt x="2618" y="1313"/>
                  <a:pt x="2624" y="1315"/>
                </a:cubicBezTo>
                <a:cubicBezTo>
                  <a:pt x="2624" y="1341"/>
                  <a:pt x="2628" y="1347"/>
                  <a:pt x="2630" y="1353"/>
                </a:cubicBezTo>
                <a:cubicBezTo>
                  <a:pt x="2640" y="1406"/>
                  <a:pt x="2644" y="1418"/>
                  <a:pt x="2648" y="1431"/>
                </a:cubicBezTo>
                <a:cubicBezTo>
                  <a:pt x="2672" y="1494"/>
                  <a:pt x="2679" y="1519"/>
                  <a:pt x="2697" y="1542"/>
                </a:cubicBezTo>
                <a:cubicBezTo>
                  <a:pt x="2719" y="1582"/>
                  <a:pt x="2726" y="1584"/>
                  <a:pt x="2725" y="1587"/>
                </a:cubicBezTo>
                <a:cubicBezTo>
                  <a:pt x="2737" y="1611"/>
                  <a:pt x="2733" y="1608"/>
                  <a:pt x="2729" y="1605"/>
                </a:cubicBezTo>
                <a:cubicBezTo>
                  <a:pt x="2723" y="1602"/>
                  <a:pt x="2721" y="1601"/>
                  <a:pt x="2719" y="1601"/>
                </a:cubicBezTo>
                <a:cubicBezTo>
                  <a:pt x="2684" y="1558"/>
                  <a:pt x="2688" y="1550"/>
                  <a:pt x="2678" y="1545"/>
                </a:cubicBezTo>
                <a:cubicBezTo>
                  <a:pt x="2663" y="1519"/>
                  <a:pt x="2656" y="1513"/>
                  <a:pt x="2657" y="1505"/>
                </a:cubicBezTo>
                <a:cubicBezTo>
                  <a:pt x="2638" y="1461"/>
                  <a:pt x="2631" y="1459"/>
                  <a:pt x="2633" y="1455"/>
                </a:cubicBezTo>
                <a:cubicBezTo>
                  <a:pt x="2618" y="1407"/>
                  <a:pt x="2611" y="1398"/>
                  <a:pt x="2615" y="1388"/>
                </a:cubicBezTo>
                <a:cubicBezTo>
                  <a:pt x="2603" y="1339"/>
                  <a:pt x="2605" y="1334"/>
                  <a:pt x="2601" y="1329"/>
                </a:cubicBezTo>
                <a:cubicBezTo>
                  <a:pt x="2603" y="1313"/>
                  <a:pt x="2596" y="1309"/>
                  <a:pt x="2601" y="1302"/>
                </a:cubicBezTo>
                <a:cubicBezTo>
                  <a:pt x="2595" y="1232"/>
                  <a:pt x="2596" y="1221"/>
                  <a:pt x="2593" y="1211"/>
                </a:cubicBezTo>
                <a:cubicBezTo>
                  <a:pt x="2593" y="1171"/>
                  <a:pt x="2592" y="1168"/>
                  <a:pt x="2592" y="1166"/>
                </a:cubicBezTo>
                <a:cubicBezTo>
                  <a:pt x="2585" y="1131"/>
                  <a:pt x="2588" y="1110"/>
                  <a:pt x="2585" y="1090"/>
                </a:cubicBezTo>
                <a:cubicBezTo>
                  <a:pt x="2577" y="1051"/>
                  <a:pt x="2577" y="1041"/>
                  <a:pt x="2571" y="1032"/>
                </a:cubicBezTo>
                <a:cubicBezTo>
                  <a:pt x="2548" y="965"/>
                  <a:pt x="2541" y="957"/>
                  <a:pt x="2540" y="948"/>
                </a:cubicBezTo>
                <a:cubicBezTo>
                  <a:pt x="2522" y="912"/>
                  <a:pt x="2517" y="903"/>
                  <a:pt x="2511" y="894"/>
                </a:cubicBezTo>
                <a:cubicBezTo>
                  <a:pt x="2495" y="873"/>
                  <a:pt x="2491" y="870"/>
                  <a:pt x="2489" y="872"/>
                </a:cubicBezTo>
                <a:cubicBezTo>
                  <a:pt x="2516" y="912"/>
                  <a:pt x="2519" y="916"/>
                  <a:pt x="2519" y="921"/>
                </a:cubicBezTo>
                <a:cubicBezTo>
                  <a:pt x="2535" y="961"/>
                  <a:pt x="2536" y="963"/>
                  <a:pt x="2537" y="964"/>
                </a:cubicBezTo>
                <a:cubicBezTo>
                  <a:pt x="2545" y="985"/>
                  <a:pt x="2546" y="987"/>
                  <a:pt x="2547" y="989"/>
                </a:cubicBezTo>
                <a:cubicBezTo>
                  <a:pt x="2553" y="1015"/>
                  <a:pt x="2554" y="1019"/>
                  <a:pt x="2556" y="1024"/>
                </a:cubicBezTo>
                <a:cubicBezTo>
                  <a:pt x="2563" y="1103"/>
                  <a:pt x="2562" y="1107"/>
                  <a:pt x="2564" y="1110"/>
                </a:cubicBezTo>
                <a:cubicBezTo>
                  <a:pt x="2564" y="1125"/>
                  <a:pt x="2564" y="1132"/>
                  <a:pt x="2566" y="1138"/>
                </a:cubicBezTo>
                <a:cubicBezTo>
                  <a:pt x="2561" y="1174"/>
                  <a:pt x="2570" y="1176"/>
                  <a:pt x="2567" y="1180"/>
                </a:cubicBezTo>
                <a:cubicBezTo>
                  <a:pt x="2571" y="1227"/>
                  <a:pt x="2573" y="1230"/>
                  <a:pt x="2570" y="1235"/>
                </a:cubicBezTo>
                <a:cubicBezTo>
                  <a:pt x="2573" y="1249"/>
                  <a:pt x="2574" y="1253"/>
                  <a:pt x="2573" y="1258"/>
                </a:cubicBezTo>
                <a:cubicBezTo>
                  <a:pt x="2576" y="1305"/>
                  <a:pt x="2575" y="1313"/>
                  <a:pt x="2575" y="1322"/>
                </a:cubicBezTo>
                <a:cubicBezTo>
                  <a:pt x="2578" y="1352"/>
                  <a:pt x="2579" y="1356"/>
                  <a:pt x="2584" y="1359"/>
                </a:cubicBezTo>
                <a:cubicBezTo>
                  <a:pt x="2589" y="1406"/>
                  <a:pt x="2594" y="1414"/>
                  <a:pt x="2593" y="1423"/>
                </a:cubicBezTo>
                <a:cubicBezTo>
                  <a:pt x="2604" y="1454"/>
                  <a:pt x="2606" y="1459"/>
                  <a:pt x="2608" y="1465"/>
                </a:cubicBezTo>
                <a:cubicBezTo>
                  <a:pt x="2608" y="1472"/>
                  <a:pt x="2606" y="1464"/>
                  <a:pt x="2600" y="1457"/>
                </a:cubicBezTo>
                <a:cubicBezTo>
                  <a:pt x="2589" y="1423"/>
                  <a:pt x="2580" y="1416"/>
                  <a:pt x="2578" y="1408"/>
                </a:cubicBezTo>
                <a:cubicBezTo>
                  <a:pt x="2568" y="1371"/>
                  <a:pt x="2571" y="1367"/>
                  <a:pt x="2570" y="1364"/>
                </a:cubicBezTo>
                <a:cubicBezTo>
                  <a:pt x="2564" y="1333"/>
                  <a:pt x="2563" y="1329"/>
                  <a:pt x="2562" y="1324"/>
                </a:cubicBezTo>
                <a:cubicBezTo>
                  <a:pt x="2557" y="1275"/>
                  <a:pt x="2551" y="1267"/>
                  <a:pt x="2555" y="1257"/>
                </a:cubicBezTo>
                <a:cubicBezTo>
                  <a:pt x="2545" y="1222"/>
                  <a:pt x="2544" y="1213"/>
                  <a:pt x="2543" y="1204"/>
                </a:cubicBezTo>
                <a:cubicBezTo>
                  <a:pt x="2538" y="1174"/>
                  <a:pt x="2541" y="1168"/>
                  <a:pt x="2538" y="1164"/>
                </a:cubicBezTo>
                <a:cubicBezTo>
                  <a:pt x="2538" y="1118"/>
                  <a:pt x="2536" y="1114"/>
                  <a:pt x="2535" y="1110"/>
                </a:cubicBezTo>
                <a:cubicBezTo>
                  <a:pt x="2523" y="1023"/>
                  <a:pt x="2516" y="1004"/>
                  <a:pt x="2513" y="985"/>
                </a:cubicBezTo>
                <a:cubicBezTo>
                  <a:pt x="2497" y="937"/>
                  <a:pt x="2492" y="933"/>
                  <a:pt x="2491" y="928"/>
                </a:cubicBezTo>
                <a:cubicBezTo>
                  <a:pt x="2456" y="864"/>
                  <a:pt x="2445" y="856"/>
                  <a:pt x="2440" y="847"/>
                </a:cubicBezTo>
                <a:cubicBezTo>
                  <a:pt x="2423" y="825"/>
                  <a:pt x="2418" y="822"/>
                  <a:pt x="2416" y="824"/>
                </a:cubicBezTo>
                <a:cubicBezTo>
                  <a:pt x="2466" y="889"/>
                  <a:pt x="2465" y="895"/>
                  <a:pt x="2471" y="899"/>
                </a:cubicBezTo>
                <a:cubicBezTo>
                  <a:pt x="2480" y="926"/>
                  <a:pt x="2487" y="927"/>
                  <a:pt x="2484" y="931"/>
                </a:cubicBezTo>
                <a:cubicBezTo>
                  <a:pt x="2502" y="971"/>
                  <a:pt x="2500" y="978"/>
                  <a:pt x="2504" y="984"/>
                </a:cubicBezTo>
                <a:cubicBezTo>
                  <a:pt x="2519" y="1035"/>
                  <a:pt x="2519" y="1048"/>
                  <a:pt x="2521" y="1061"/>
                </a:cubicBezTo>
                <a:cubicBezTo>
                  <a:pt x="2523" y="1094"/>
                  <a:pt x="2525" y="1097"/>
                  <a:pt x="2525" y="1101"/>
                </a:cubicBezTo>
                <a:cubicBezTo>
                  <a:pt x="2530" y="1187"/>
                  <a:pt x="2534" y="1193"/>
                  <a:pt x="2533" y="1200"/>
                </a:cubicBezTo>
                <a:cubicBezTo>
                  <a:pt x="2541" y="1242"/>
                  <a:pt x="2547" y="1244"/>
                  <a:pt x="2542" y="1248"/>
                </a:cubicBezTo>
                <a:cubicBezTo>
                  <a:pt x="2540" y="1238"/>
                  <a:pt x="2532" y="1221"/>
                  <a:pt x="2533" y="1203"/>
                </a:cubicBezTo>
                <a:cubicBezTo>
                  <a:pt x="2506" y="1094"/>
                  <a:pt x="2505" y="1090"/>
                  <a:pt x="2507" y="1085"/>
                </a:cubicBezTo>
                <a:cubicBezTo>
                  <a:pt x="2491" y="1037"/>
                  <a:pt x="2485" y="1030"/>
                  <a:pt x="2484" y="1021"/>
                </a:cubicBezTo>
                <a:cubicBezTo>
                  <a:pt x="2470" y="978"/>
                  <a:pt x="2464" y="974"/>
                  <a:pt x="2463" y="970"/>
                </a:cubicBezTo>
                <a:cubicBezTo>
                  <a:pt x="2425" y="913"/>
                  <a:pt x="2420" y="905"/>
                  <a:pt x="2415" y="896"/>
                </a:cubicBezTo>
                <a:cubicBezTo>
                  <a:pt x="2347" y="844"/>
                  <a:pt x="2367" y="846"/>
                  <a:pt x="2364" y="851"/>
                </a:cubicBezTo>
                <a:cubicBezTo>
                  <a:pt x="2398" y="881"/>
                  <a:pt x="2395" y="885"/>
                  <a:pt x="2401" y="887"/>
                </a:cubicBezTo>
                <a:cubicBezTo>
                  <a:pt x="2420" y="914"/>
                  <a:pt x="2421" y="917"/>
                  <a:pt x="2423" y="920"/>
                </a:cubicBezTo>
                <a:cubicBezTo>
                  <a:pt x="2470" y="1009"/>
                  <a:pt x="2477" y="1021"/>
                  <a:pt x="2479" y="1033"/>
                </a:cubicBezTo>
                <a:cubicBezTo>
                  <a:pt x="2487" y="1057"/>
                  <a:pt x="2492" y="1063"/>
                  <a:pt x="2491" y="1070"/>
                </a:cubicBezTo>
                <a:cubicBezTo>
                  <a:pt x="2500" y="1118"/>
                  <a:pt x="2507" y="1120"/>
                  <a:pt x="2505" y="1124"/>
                </a:cubicBezTo>
                <a:cubicBezTo>
                  <a:pt x="2516" y="1167"/>
                  <a:pt x="2521" y="1173"/>
                  <a:pt x="2519" y="1180"/>
                </a:cubicBezTo>
                <a:cubicBezTo>
                  <a:pt x="2529" y="1223"/>
                  <a:pt x="2528" y="1227"/>
                  <a:pt x="2528" y="1231"/>
                </a:cubicBezTo>
                <a:cubicBezTo>
                  <a:pt x="2535" y="1259"/>
                  <a:pt x="2536" y="1263"/>
                  <a:pt x="2535" y="1267"/>
                </a:cubicBezTo>
                <a:cubicBezTo>
                  <a:pt x="2543" y="1307"/>
                  <a:pt x="2545" y="1311"/>
                  <a:pt x="2545" y="1315"/>
                </a:cubicBezTo>
                <a:cubicBezTo>
                  <a:pt x="2549" y="1346"/>
                  <a:pt x="2551" y="1354"/>
                  <a:pt x="2556" y="1362"/>
                </a:cubicBezTo>
                <a:cubicBezTo>
                  <a:pt x="2566" y="1400"/>
                  <a:pt x="2567" y="1402"/>
                  <a:pt x="2567" y="1403"/>
                </a:cubicBezTo>
                <a:cubicBezTo>
                  <a:pt x="2547" y="1372"/>
                  <a:pt x="2545" y="1368"/>
                  <a:pt x="2541" y="1365"/>
                </a:cubicBezTo>
                <a:cubicBezTo>
                  <a:pt x="2530" y="1327"/>
                  <a:pt x="2528" y="1322"/>
                  <a:pt x="2528" y="1317"/>
                </a:cubicBezTo>
                <a:cubicBezTo>
                  <a:pt x="2519" y="1281"/>
                  <a:pt x="2515" y="1276"/>
                  <a:pt x="2514" y="1271"/>
                </a:cubicBezTo>
                <a:cubicBezTo>
                  <a:pt x="2501" y="1222"/>
                  <a:pt x="2501" y="1220"/>
                  <a:pt x="2503" y="1217"/>
                </a:cubicBezTo>
                <a:cubicBezTo>
                  <a:pt x="2493" y="1184"/>
                  <a:pt x="2494" y="1173"/>
                  <a:pt x="2489" y="1163"/>
                </a:cubicBezTo>
                <a:cubicBezTo>
                  <a:pt x="2478" y="1123"/>
                  <a:pt x="2479" y="1120"/>
                  <a:pt x="2477" y="1118"/>
                </a:cubicBezTo>
                <a:cubicBezTo>
                  <a:pt x="2465" y="1061"/>
                  <a:pt x="2464" y="1050"/>
                  <a:pt x="2458" y="1040"/>
                </a:cubicBezTo>
                <a:cubicBezTo>
                  <a:pt x="2438" y="969"/>
                  <a:pt x="2428" y="961"/>
                  <a:pt x="2429" y="950"/>
                </a:cubicBezTo>
                <a:cubicBezTo>
                  <a:pt x="2404" y="901"/>
                  <a:pt x="2405" y="895"/>
                  <a:pt x="2398" y="890"/>
                </a:cubicBezTo>
                <a:cubicBezTo>
                  <a:pt x="2373" y="865"/>
                  <a:pt x="2373" y="859"/>
                  <a:pt x="2370" y="861"/>
                </a:cubicBezTo>
                <a:cubicBezTo>
                  <a:pt x="2414" y="928"/>
                  <a:pt x="2413" y="940"/>
                  <a:pt x="2421" y="950"/>
                </a:cubicBezTo>
                <a:cubicBezTo>
                  <a:pt x="2424" y="979"/>
                  <a:pt x="2436" y="980"/>
                  <a:pt x="2433" y="984"/>
                </a:cubicBezTo>
                <a:cubicBezTo>
                  <a:pt x="2445" y="1019"/>
                  <a:pt x="2445" y="1021"/>
                  <a:pt x="2449" y="1023"/>
                </a:cubicBezTo>
                <a:cubicBezTo>
                  <a:pt x="2456" y="1056"/>
                  <a:pt x="2458" y="1061"/>
                  <a:pt x="2459" y="1067"/>
                </a:cubicBezTo>
                <a:cubicBezTo>
                  <a:pt x="2468" y="1089"/>
                  <a:pt x="2462" y="1096"/>
                  <a:pt x="2467" y="1101"/>
                </a:cubicBezTo>
                <a:cubicBezTo>
                  <a:pt x="2478" y="1155"/>
                  <a:pt x="2481" y="1157"/>
                  <a:pt x="2481" y="1160"/>
                </a:cubicBezTo>
                <a:cubicBezTo>
                  <a:pt x="2486" y="1197"/>
                  <a:pt x="2492" y="1207"/>
                  <a:pt x="2494" y="1218"/>
                </a:cubicBezTo>
                <a:cubicBezTo>
                  <a:pt x="2496" y="1246"/>
                  <a:pt x="2503" y="1248"/>
                  <a:pt x="2501" y="1252"/>
                </a:cubicBezTo>
                <a:cubicBezTo>
                  <a:pt x="2511" y="1278"/>
                  <a:pt x="2507" y="1282"/>
                  <a:pt x="2510" y="1284"/>
                </a:cubicBezTo>
                <a:cubicBezTo>
                  <a:pt x="2521" y="1328"/>
                  <a:pt x="2527" y="1339"/>
                  <a:pt x="2530" y="1350"/>
                </a:cubicBezTo>
                <a:cubicBezTo>
                  <a:pt x="2536" y="1372"/>
                  <a:pt x="2540" y="1377"/>
                  <a:pt x="2540" y="1382"/>
                </a:cubicBezTo>
                <a:cubicBezTo>
                  <a:pt x="2558" y="1416"/>
                  <a:pt x="2567" y="1421"/>
                  <a:pt x="2564" y="1428"/>
                </a:cubicBezTo>
                <a:cubicBezTo>
                  <a:pt x="2586" y="1475"/>
                  <a:pt x="2600" y="1476"/>
                  <a:pt x="2595" y="1480"/>
                </a:cubicBezTo>
                <a:cubicBezTo>
                  <a:pt x="2603" y="1500"/>
                  <a:pt x="2610" y="1502"/>
                  <a:pt x="2610" y="1505"/>
                </a:cubicBezTo>
                <a:cubicBezTo>
                  <a:pt x="2629" y="1535"/>
                  <a:pt x="2628" y="1540"/>
                  <a:pt x="2635" y="1543"/>
                </a:cubicBezTo>
                <a:cubicBezTo>
                  <a:pt x="2632" y="1550"/>
                  <a:pt x="2641" y="1552"/>
                  <a:pt x="2639" y="1556"/>
                </a:cubicBezTo>
                <a:cubicBezTo>
                  <a:pt x="2553" y="1493"/>
                  <a:pt x="2545" y="1489"/>
                  <a:pt x="2546" y="1483"/>
                </a:cubicBezTo>
                <a:cubicBezTo>
                  <a:pt x="2498" y="1431"/>
                  <a:pt x="2494" y="1426"/>
                  <a:pt x="2491" y="1420"/>
                </a:cubicBezTo>
                <a:cubicBezTo>
                  <a:pt x="2460" y="1376"/>
                  <a:pt x="2458" y="1364"/>
                  <a:pt x="2452" y="1353"/>
                </a:cubicBezTo>
                <a:cubicBezTo>
                  <a:pt x="2433" y="1313"/>
                  <a:pt x="2438" y="1305"/>
                  <a:pt x="2429" y="1301"/>
                </a:cubicBezTo>
                <a:cubicBezTo>
                  <a:pt x="2410" y="1264"/>
                  <a:pt x="2414" y="1260"/>
                  <a:pt x="2414" y="1257"/>
                </a:cubicBezTo>
                <a:cubicBezTo>
                  <a:pt x="2405" y="1236"/>
                  <a:pt x="2404" y="1233"/>
                  <a:pt x="2402" y="1231"/>
                </a:cubicBezTo>
                <a:cubicBezTo>
                  <a:pt x="2389" y="1192"/>
                  <a:pt x="2377" y="1192"/>
                  <a:pt x="2384" y="1187"/>
                </a:cubicBezTo>
                <a:cubicBezTo>
                  <a:pt x="2354" y="1133"/>
                  <a:pt x="2351" y="1121"/>
                  <a:pt x="2343" y="1110"/>
                </a:cubicBezTo>
                <a:cubicBezTo>
                  <a:pt x="2320" y="1065"/>
                  <a:pt x="2318" y="1062"/>
                  <a:pt x="2314" y="1060"/>
                </a:cubicBezTo>
                <a:cubicBezTo>
                  <a:pt x="2282" y="1003"/>
                  <a:pt x="2272" y="999"/>
                  <a:pt x="2273" y="992"/>
                </a:cubicBezTo>
                <a:cubicBezTo>
                  <a:pt x="2249" y="966"/>
                  <a:pt x="2245" y="954"/>
                  <a:pt x="2228" y="945"/>
                </a:cubicBezTo>
                <a:cubicBezTo>
                  <a:pt x="2207" y="915"/>
                  <a:pt x="2197" y="908"/>
                  <a:pt x="2190" y="901"/>
                </a:cubicBezTo>
                <a:cubicBezTo>
                  <a:pt x="2128" y="855"/>
                  <a:pt x="2122" y="846"/>
                  <a:pt x="2119" y="853"/>
                </a:cubicBezTo>
                <a:cubicBezTo>
                  <a:pt x="2131" y="868"/>
                  <a:pt x="2135" y="869"/>
                  <a:pt x="2138" y="869"/>
                </a:cubicBezTo>
                <a:cubicBezTo>
                  <a:pt x="2175" y="901"/>
                  <a:pt x="2188" y="909"/>
                  <a:pt x="2196" y="918"/>
                </a:cubicBezTo>
                <a:cubicBezTo>
                  <a:pt x="2232" y="953"/>
                  <a:pt x="2235" y="963"/>
                  <a:pt x="2245" y="971"/>
                </a:cubicBezTo>
                <a:cubicBezTo>
                  <a:pt x="2282" y="1016"/>
                  <a:pt x="2282" y="1022"/>
                  <a:pt x="2287" y="1026"/>
                </a:cubicBezTo>
                <a:cubicBezTo>
                  <a:pt x="2295" y="1045"/>
                  <a:pt x="2301" y="1049"/>
                  <a:pt x="2302" y="1054"/>
                </a:cubicBezTo>
                <a:cubicBezTo>
                  <a:pt x="2320" y="1087"/>
                  <a:pt x="2327" y="1091"/>
                  <a:pt x="2327" y="1096"/>
                </a:cubicBezTo>
                <a:cubicBezTo>
                  <a:pt x="2346" y="1129"/>
                  <a:pt x="2346" y="1134"/>
                  <a:pt x="2351" y="1139"/>
                </a:cubicBezTo>
                <a:cubicBezTo>
                  <a:pt x="2361" y="1163"/>
                  <a:pt x="2363" y="1166"/>
                  <a:pt x="2368" y="1168"/>
                </a:cubicBezTo>
                <a:cubicBezTo>
                  <a:pt x="2377" y="1209"/>
                  <a:pt x="2389" y="1211"/>
                  <a:pt x="2385" y="1217"/>
                </a:cubicBezTo>
                <a:cubicBezTo>
                  <a:pt x="2399" y="1258"/>
                  <a:pt x="2404" y="1262"/>
                  <a:pt x="2408" y="1266"/>
                </a:cubicBezTo>
                <a:cubicBezTo>
                  <a:pt x="2419" y="1293"/>
                  <a:pt x="2415" y="1298"/>
                  <a:pt x="2421" y="1301"/>
                </a:cubicBezTo>
                <a:cubicBezTo>
                  <a:pt x="2438" y="1342"/>
                  <a:pt x="2443" y="1346"/>
                  <a:pt x="2443" y="1350"/>
                </a:cubicBezTo>
                <a:cubicBezTo>
                  <a:pt x="2439" y="1341"/>
                  <a:pt x="2422" y="1324"/>
                  <a:pt x="2416" y="1305"/>
                </a:cubicBezTo>
                <a:cubicBezTo>
                  <a:pt x="2393" y="1273"/>
                  <a:pt x="2396" y="1267"/>
                  <a:pt x="2391" y="1263"/>
                </a:cubicBezTo>
                <a:cubicBezTo>
                  <a:pt x="2377" y="1239"/>
                  <a:pt x="2377" y="1237"/>
                  <a:pt x="2373" y="1235"/>
                </a:cubicBezTo>
                <a:cubicBezTo>
                  <a:pt x="2347" y="1182"/>
                  <a:pt x="2340" y="1173"/>
                  <a:pt x="2337" y="1164"/>
                </a:cubicBezTo>
                <a:cubicBezTo>
                  <a:pt x="2315" y="1131"/>
                  <a:pt x="2310" y="1126"/>
                  <a:pt x="2311" y="1120"/>
                </a:cubicBezTo>
                <a:cubicBezTo>
                  <a:pt x="2293" y="1094"/>
                  <a:pt x="2286" y="1084"/>
                  <a:pt x="2279" y="1073"/>
                </a:cubicBezTo>
                <a:cubicBezTo>
                  <a:pt x="2235" y="1000"/>
                  <a:pt x="2221" y="991"/>
                  <a:pt x="2215" y="980"/>
                </a:cubicBezTo>
                <a:cubicBezTo>
                  <a:pt x="2173" y="942"/>
                  <a:pt x="2176" y="938"/>
                  <a:pt x="2172" y="936"/>
                </a:cubicBezTo>
                <a:cubicBezTo>
                  <a:pt x="2117" y="899"/>
                  <a:pt x="2124" y="901"/>
                  <a:pt x="2127" y="904"/>
                </a:cubicBezTo>
                <a:cubicBezTo>
                  <a:pt x="2164" y="935"/>
                  <a:pt x="2173" y="946"/>
                  <a:pt x="2184" y="957"/>
                </a:cubicBezTo>
                <a:cubicBezTo>
                  <a:pt x="2206" y="984"/>
                  <a:pt x="2215" y="985"/>
                  <a:pt x="2212" y="989"/>
                </a:cubicBezTo>
                <a:cubicBezTo>
                  <a:pt x="2239" y="1031"/>
                  <a:pt x="2242" y="1033"/>
                  <a:pt x="2245" y="1034"/>
                </a:cubicBezTo>
                <a:cubicBezTo>
                  <a:pt x="2277" y="1078"/>
                  <a:pt x="2278" y="1086"/>
                  <a:pt x="2284" y="1094"/>
                </a:cubicBezTo>
                <a:cubicBezTo>
                  <a:pt x="2318" y="1152"/>
                  <a:pt x="2325" y="1160"/>
                  <a:pt x="2328" y="1168"/>
                </a:cubicBezTo>
                <a:cubicBezTo>
                  <a:pt x="2348" y="1210"/>
                  <a:pt x="2359" y="1213"/>
                  <a:pt x="2356" y="1218"/>
                </a:cubicBezTo>
                <a:cubicBezTo>
                  <a:pt x="2389" y="1274"/>
                  <a:pt x="2392" y="1282"/>
                  <a:pt x="2397" y="1290"/>
                </a:cubicBezTo>
                <a:cubicBezTo>
                  <a:pt x="2426" y="1344"/>
                  <a:pt x="2425" y="1350"/>
                  <a:pt x="2431" y="1349"/>
                </a:cubicBezTo>
                <a:cubicBezTo>
                  <a:pt x="2442" y="1375"/>
                  <a:pt x="2449" y="1379"/>
                  <a:pt x="2450" y="1383"/>
                </a:cubicBezTo>
                <a:cubicBezTo>
                  <a:pt x="2459" y="1401"/>
                  <a:pt x="2449" y="1394"/>
                  <a:pt x="2448" y="1390"/>
                </a:cubicBezTo>
                <a:cubicBezTo>
                  <a:pt x="2435" y="1366"/>
                  <a:pt x="2428" y="1370"/>
                  <a:pt x="2426" y="1364"/>
                </a:cubicBezTo>
                <a:cubicBezTo>
                  <a:pt x="2402" y="1323"/>
                  <a:pt x="2393" y="1316"/>
                  <a:pt x="2393" y="1308"/>
                </a:cubicBezTo>
                <a:cubicBezTo>
                  <a:pt x="2365" y="1270"/>
                  <a:pt x="2358" y="1255"/>
                  <a:pt x="2349" y="1240"/>
                </a:cubicBezTo>
                <a:cubicBezTo>
                  <a:pt x="2330" y="1210"/>
                  <a:pt x="2321" y="1202"/>
                  <a:pt x="2319" y="1194"/>
                </a:cubicBezTo>
                <a:cubicBezTo>
                  <a:pt x="2298" y="1164"/>
                  <a:pt x="2300" y="1156"/>
                  <a:pt x="2291" y="1149"/>
                </a:cubicBezTo>
                <a:cubicBezTo>
                  <a:pt x="2275" y="1118"/>
                  <a:pt x="2269" y="1111"/>
                  <a:pt x="2265" y="1103"/>
                </a:cubicBezTo>
                <a:cubicBezTo>
                  <a:pt x="2231" y="1042"/>
                  <a:pt x="2222" y="1040"/>
                  <a:pt x="2223" y="1035"/>
                </a:cubicBezTo>
                <a:cubicBezTo>
                  <a:pt x="2208" y="1017"/>
                  <a:pt x="2212" y="1014"/>
                  <a:pt x="2207" y="1012"/>
                </a:cubicBezTo>
                <a:cubicBezTo>
                  <a:pt x="2177" y="975"/>
                  <a:pt x="2180" y="972"/>
                  <a:pt x="2175" y="970"/>
                </a:cubicBezTo>
                <a:cubicBezTo>
                  <a:pt x="2160" y="950"/>
                  <a:pt x="2156" y="947"/>
                  <a:pt x="2156" y="944"/>
                </a:cubicBezTo>
                <a:cubicBezTo>
                  <a:pt x="2135" y="924"/>
                  <a:pt x="2131" y="922"/>
                  <a:pt x="2127" y="919"/>
                </a:cubicBezTo>
                <a:cubicBezTo>
                  <a:pt x="2066" y="879"/>
                  <a:pt x="2060" y="875"/>
                  <a:pt x="2053" y="870"/>
                </a:cubicBezTo>
                <a:cubicBezTo>
                  <a:pt x="2041" y="864"/>
                  <a:pt x="2045" y="872"/>
                  <a:pt x="2049" y="872"/>
                </a:cubicBezTo>
                <a:cubicBezTo>
                  <a:pt x="2083" y="887"/>
                  <a:pt x="2082" y="901"/>
                  <a:pt x="2086" y="895"/>
                </a:cubicBezTo>
                <a:cubicBezTo>
                  <a:pt x="2136" y="937"/>
                  <a:pt x="2158" y="956"/>
                  <a:pt x="2170" y="977"/>
                </a:cubicBezTo>
                <a:cubicBezTo>
                  <a:pt x="2201" y="1019"/>
                  <a:pt x="2207" y="1030"/>
                  <a:pt x="2215" y="1040"/>
                </a:cubicBezTo>
                <a:cubicBezTo>
                  <a:pt x="2242" y="1090"/>
                  <a:pt x="2250" y="1091"/>
                  <a:pt x="2249" y="1095"/>
                </a:cubicBezTo>
                <a:cubicBezTo>
                  <a:pt x="2279" y="1146"/>
                  <a:pt x="2287" y="1157"/>
                  <a:pt x="2295" y="1167"/>
                </a:cubicBezTo>
                <a:cubicBezTo>
                  <a:pt x="2319" y="1209"/>
                  <a:pt x="2324" y="1220"/>
                  <a:pt x="2334" y="1230"/>
                </a:cubicBezTo>
                <a:cubicBezTo>
                  <a:pt x="2378" y="1305"/>
                  <a:pt x="2386" y="1315"/>
                  <a:pt x="2391" y="1326"/>
                </a:cubicBezTo>
                <a:cubicBezTo>
                  <a:pt x="2425" y="1379"/>
                  <a:pt x="2446" y="1399"/>
                  <a:pt x="2462" y="1420"/>
                </a:cubicBezTo>
                <a:cubicBezTo>
                  <a:pt x="2493" y="1454"/>
                  <a:pt x="2509" y="1456"/>
                  <a:pt x="2502" y="1462"/>
                </a:cubicBezTo>
                <a:cubicBezTo>
                  <a:pt x="2420" y="1396"/>
                  <a:pt x="2419" y="1392"/>
                  <a:pt x="2415" y="1388"/>
                </a:cubicBezTo>
                <a:cubicBezTo>
                  <a:pt x="2373" y="1338"/>
                  <a:pt x="2363" y="1331"/>
                  <a:pt x="2362" y="1322"/>
                </a:cubicBezTo>
                <a:cubicBezTo>
                  <a:pt x="2329" y="1277"/>
                  <a:pt x="2324" y="1268"/>
                  <a:pt x="2317" y="1260"/>
                </a:cubicBezTo>
                <a:cubicBezTo>
                  <a:pt x="2273" y="1202"/>
                  <a:pt x="2274" y="1192"/>
                  <a:pt x="2265" y="1184"/>
                </a:cubicBezTo>
                <a:cubicBezTo>
                  <a:pt x="2231" y="1128"/>
                  <a:pt x="2228" y="1124"/>
                  <a:pt x="2224" y="1120"/>
                </a:cubicBezTo>
                <a:cubicBezTo>
                  <a:pt x="2206" y="1089"/>
                  <a:pt x="2206" y="1085"/>
                  <a:pt x="2201" y="1081"/>
                </a:cubicBezTo>
                <a:cubicBezTo>
                  <a:pt x="2145" y="996"/>
                  <a:pt x="2139" y="988"/>
                  <a:pt x="2132" y="980"/>
                </a:cubicBezTo>
                <a:cubicBezTo>
                  <a:pt x="2095" y="938"/>
                  <a:pt x="2082" y="921"/>
                  <a:pt x="2063" y="906"/>
                </a:cubicBezTo>
                <a:cubicBezTo>
                  <a:pt x="1958" y="846"/>
                  <a:pt x="1958" y="850"/>
                  <a:pt x="1960" y="848"/>
                </a:cubicBezTo>
                <a:cubicBezTo>
                  <a:pt x="1964" y="857"/>
                  <a:pt x="1973" y="868"/>
                  <a:pt x="1990" y="875"/>
                </a:cubicBezTo>
                <a:cubicBezTo>
                  <a:pt x="2029" y="915"/>
                  <a:pt x="2043" y="917"/>
                  <a:pt x="2042" y="922"/>
                </a:cubicBezTo>
                <a:cubicBezTo>
                  <a:pt x="2071" y="951"/>
                  <a:pt x="2074" y="955"/>
                  <a:pt x="2077" y="959"/>
                </a:cubicBezTo>
                <a:cubicBezTo>
                  <a:pt x="2113" y="1006"/>
                  <a:pt x="2117" y="1015"/>
                  <a:pt x="2123" y="1024"/>
                </a:cubicBezTo>
                <a:cubicBezTo>
                  <a:pt x="2145" y="1069"/>
                  <a:pt x="2158" y="1071"/>
                  <a:pt x="2153" y="1078"/>
                </a:cubicBezTo>
                <a:cubicBezTo>
                  <a:pt x="2060" y="980"/>
                  <a:pt x="2026" y="953"/>
                  <a:pt x="2003" y="933"/>
                </a:cubicBezTo>
                <a:cubicBezTo>
                  <a:pt x="1997" y="934"/>
                  <a:pt x="2030" y="962"/>
                  <a:pt x="2059" y="987"/>
                </a:cubicBezTo>
                <a:cubicBezTo>
                  <a:pt x="2135" y="1070"/>
                  <a:pt x="2141" y="1071"/>
                  <a:pt x="2140" y="1074"/>
                </a:cubicBezTo>
                <a:cubicBezTo>
                  <a:pt x="2158" y="1100"/>
                  <a:pt x="2165" y="1104"/>
                  <a:pt x="2166" y="1110"/>
                </a:cubicBezTo>
                <a:cubicBezTo>
                  <a:pt x="2185" y="1150"/>
                  <a:pt x="2199" y="1154"/>
                  <a:pt x="2198" y="1160"/>
                </a:cubicBezTo>
                <a:cubicBezTo>
                  <a:pt x="2229" y="1202"/>
                  <a:pt x="2233" y="1214"/>
                  <a:pt x="2241" y="1225"/>
                </a:cubicBezTo>
                <a:cubicBezTo>
                  <a:pt x="2280" y="1279"/>
                  <a:pt x="2285" y="1284"/>
                  <a:pt x="2287" y="1290"/>
                </a:cubicBezTo>
                <a:cubicBezTo>
                  <a:pt x="2310" y="1315"/>
                  <a:pt x="2308" y="1324"/>
                  <a:pt x="2312" y="1320"/>
                </a:cubicBezTo>
                <a:cubicBezTo>
                  <a:pt x="2334" y="1347"/>
                  <a:pt x="2343" y="1348"/>
                  <a:pt x="2340" y="1352"/>
                </a:cubicBezTo>
                <a:cubicBezTo>
                  <a:pt x="2304" y="1320"/>
                  <a:pt x="2297" y="1317"/>
                  <a:pt x="2298" y="1313"/>
                </a:cubicBezTo>
                <a:cubicBezTo>
                  <a:pt x="2267" y="1279"/>
                  <a:pt x="2258" y="1276"/>
                  <a:pt x="2259" y="1272"/>
                </a:cubicBezTo>
                <a:cubicBezTo>
                  <a:pt x="2207" y="1202"/>
                  <a:pt x="2201" y="1196"/>
                  <a:pt x="2194" y="1189"/>
                </a:cubicBezTo>
                <a:cubicBezTo>
                  <a:pt x="2163" y="1144"/>
                  <a:pt x="2160" y="1140"/>
                  <a:pt x="2155" y="1137"/>
                </a:cubicBezTo>
                <a:cubicBezTo>
                  <a:pt x="2105" y="1071"/>
                  <a:pt x="2089" y="1058"/>
                  <a:pt x="2076" y="1045"/>
                </a:cubicBezTo>
                <a:cubicBezTo>
                  <a:pt x="1943" y="937"/>
                  <a:pt x="1938" y="939"/>
                  <a:pt x="1930" y="932"/>
                </a:cubicBezTo>
                <a:cubicBezTo>
                  <a:pt x="1910" y="924"/>
                  <a:pt x="1912" y="926"/>
                  <a:pt x="1917" y="929"/>
                </a:cubicBezTo>
                <a:cubicBezTo>
                  <a:pt x="1950" y="953"/>
                  <a:pt x="1966" y="960"/>
                  <a:pt x="1975" y="967"/>
                </a:cubicBezTo>
                <a:cubicBezTo>
                  <a:pt x="2003" y="992"/>
                  <a:pt x="2017" y="997"/>
                  <a:pt x="2022" y="1007"/>
                </a:cubicBezTo>
                <a:cubicBezTo>
                  <a:pt x="2034" y="1020"/>
                  <a:pt x="2049" y="1023"/>
                  <a:pt x="2047" y="1028"/>
                </a:cubicBezTo>
                <a:cubicBezTo>
                  <a:pt x="2123" y="1110"/>
                  <a:pt x="2134" y="1117"/>
                  <a:pt x="2136" y="1127"/>
                </a:cubicBezTo>
                <a:cubicBezTo>
                  <a:pt x="2105" y="1093"/>
                  <a:pt x="2090" y="1093"/>
                  <a:pt x="2094" y="1088"/>
                </a:cubicBezTo>
                <a:cubicBezTo>
                  <a:pt x="1994" y="1026"/>
                  <a:pt x="1979" y="1015"/>
                  <a:pt x="1964" y="1007"/>
                </a:cubicBezTo>
                <a:cubicBezTo>
                  <a:pt x="1884" y="981"/>
                  <a:pt x="1880" y="980"/>
                  <a:pt x="1875" y="979"/>
                </a:cubicBezTo>
                <a:cubicBezTo>
                  <a:pt x="1802" y="959"/>
                  <a:pt x="1794" y="957"/>
                  <a:pt x="1785" y="954"/>
                </a:cubicBezTo>
                <a:cubicBezTo>
                  <a:pt x="1780" y="960"/>
                  <a:pt x="1800" y="964"/>
                  <a:pt x="1820" y="969"/>
                </a:cubicBezTo>
                <a:cubicBezTo>
                  <a:pt x="1861" y="984"/>
                  <a:pt x="1871" y="985"/>
                  <a:pt x="1882" y="989"/>
                </a:cubicBezTo>
                <a:cubicBezTo>
                  <a:pt x="1898" y="991"/>
                  <a:pt x="1904" y="998"/>
                  <a:pt x="1909" y="996"/>
                </a:cubicBezTo>
                <a:cubicBezTo>
                  <a:pt x="2016" y="1047"/>
                  <a:pt x="2029" y="1056"/>
                  <a:pt x="2042" y="1064"/>
                </a:cubicBezTo>
                <a:cubicBezTo>
                  <a:pt x="2139" y="1152"/>
                  <a:pt x="2153" y="1157"/>
                  <a:pt x="2152" y="1166"/>
                </a:cubicBezTo>
                <a:cubicBezTo>
                  <a:pt x="2037" y="1063"/>
                  <a:pt x="2028" y="1057"/>
                  <a:pt x="2019" y="1051"/>
                </a:cubicBezTo>
                <a:cubicBezTo>
                  <a:pt x="1918" y="1008"/>
                  <a:pt x="1913" y="1000"/>
                  <a:pt x="1910" y="1002"/>
                </a:cubicBezTo>
                <a:cubicBezTo>
                  <a:pt x="1880" y="995"/>
                  <a:pt x="1876" y="992"/>
                  <a:pt x="1872" y="993"/>
                </a:cubicBezTo>
                <a:cubicBezTo>
                  <a:pt x="1988" y="1044"/>
                  <a:pt x="1992" y="1046"/>
                  <a:pt x="2005" y="1053"/>
                </a:cubicBezTo>
                <a:cubicBezTo>
                  <a:pt x="2110" y="1134"/>
                  <a:pt x="2114" y="1139"/>
                  <a:pt x="2122" y="1144"/>
                </a:cubicBezTo>
                <a:cubicBezTo>
                  <a:pt x="2182" y="1205"/>
                  <a:pt x="2180" y="1210"/>
                  <a:pt x="2186" y="1213"/>
                </a:cubicBezTo>
                <a:cubicBezTo>
                  <a:pt x="2204" y="1238"/>
                  <a:pt x="2216" y="1240"/>
                  <a:pt x="2212" y="1245"/>
                </a:cubicBezTo>
                <a:cubicBezTo>
                  <a:pt x="2180" y="1218"/>
                  <a:pt x="2174" y="1210"/>
                  <a:pt x="2167" y="1202"/>
                </a:cubicBezTo>
                <a:cubicBezTo>
                  <a:pt x="2144" y="1177"/>
                  <a:pt x="2130" y="1177"/>
                  <a:pt x="2134" y="1173"/>
                </a:cubicBezTo>
                <a:cubicBezTo>
                  <a:pt x="2017" y="1102"/>
                  <a:pt x="2002" y="1093"/>
                  <a:pt x="1988" y="1086"/>
                </a:cubicBezTo>
                <a:cubicBezTo>
                  <a:pt x="1953" y="1072"/>
                  <a:pt x="1948" y="1063"/>
                  <a:pt x="1945" y="1071"/>
                </a:cubicBezTo>
                <a:cubicBezTo>
                  <a:pt x="2015" y="1108"/>
                  <a:pt x="2016" y="1110"/>
                  <a:pt x="2017" y="1108"/>
                </a:cubicBezTo>
                <a:cubicBezTo>
                  <a:pt x="2048" y="1127"/>
                  <a:pt x="2059" y="1131"/>
                  <a:pt x="2070" y="1140"/>
                </a:cubicBezTo>
                <a:cubicBezTo>
                  <a:pt x="2124" y="1179"/>
                  <a:pt x="2128" y="1181"/>
                  <a:pt x="2126" y="1185"/>
                </a:cubicBezTo>
                <a:cubicBezTo>
                  <a:pt x="1894" y="1067"/>
                  <a:pt x="1862" y="1046"/>
                  <a:pt x="1831" y="1031"/>
                </a:cubicBezTo>
                <a:cubicBezTo>
                  <a:pt x="1819" y="1028"/>
                  <a:pt x="1825" y="1032"/>
                  <a:pt x="1830" y="1036"/>
                </a:cubicBezTo>
                <a:cubicBezTo>
                  <a:pt x="1878" y="1062"/>
                  <a:pt x="1891" y="1074"/>
                  <a:pt x="1911" y="1079"/>
                </a:cubicBezTo>
                <a:cubicBezTo>
                  <a:pt x="2085" y="1172"/>
                  <a:pt x="2097" y="1179"/>
                  <a:pt x="2108" y="1184"/>
                </a:cubicBezTo>
                <a:cubicBezTo>
                  <a:pt x="2173" y="1234"/>
                  <a:pt x="2187" y="1235"/>
                  <a:pt x="2182" y="1239"/>
                </a:cubicBezTo>
                <a:cubicBezTo>
                  <a:pt x="2062" y="1185"/>
                  <a:pt x="2032" y="1171"/>
                  <a:pt x="2001" y="1152"/>
                </a:cubicBezTo>
                <a:cubicBezTo>
                  <a:pt x="1899" y="1094"/>
                  <a:pt x="1870" y="1065"/>
                  <a:pt x="1827" y="1044"/>
                </a:cubicBezTo>
                <a:cubicBezTo>
                  <a:pt x="1802" y="1021"/>
                  <a:pt x="1793" y="1020"/>
                  <a:pt x="1796" y="1016"/>
                </a:cubicBezTo>
                <a:cubicBezTo>
                  <a:pt x="1765" y="983"/>
                  <a:pt x="1759" y="982"/>
                  <a:pt x="1760" y="979"/>
                </a:cubicBezTo>
                <a:cubicBezTo>
                  <a:pt x="1750" y="965"/>
                  <a:pt x="1742" y="962"/>
                  <a:pt x="1742" y="964"/>
                </a:cubicBezTo>
                <a:cubicBezTo>
                  <a:pt x="1859" y="1073"/>
                  <a:pt x="1897" y="1098"/>
                  <a:pt x="1927" y="1122"/>
                </a:cubicBezTo>
                <a:cubicBezTo>
                  <a:pt x="1984" y="1157"/>
                  <a:pt x="1995" y="1155"/>
                  <a:pt x="1997" y="1163"/>
                </a:cubicBezTo>
                <a:cubicBezTo>
                  <a:pt x="2066" y="1192"/>
                  <a:pt x="2073" y="1204"/>
                  <a:pt x="2077" y="1200"/>
                </a:cubicBezTo>
                <a:cubicBezTo>
                  <a:pt x="1999" y="1181"/>
                  <a:pt x="1975" y="1172"/>
                  <a:pt x="1952" y="1164"/>
                </a:cubicBezTo>
                <a:cubicBezTo>
                  <a:pt x="1812" y="1102"/>
                  <a:pt x="1800" y="1107"/>
                  <a:pt x="1802" y="1101"/>
                </a:cubicBezTo>
                <a:cubicBezTo>
                  <a:pt x="1863" y="1135"/>
                  <a:pt x="1871" y="1147"/>
                  <a:pt x="1875" y="1145"/>
                </a:cubicBezTo>
                <a:cubicBezTo>
                  <a:pt x="1932" y="1163"/>
                  <a:pt x="1935" y="1166"/>
                  <a:pt x="1938" y="1168"/>
                </a:cubicBezTo>
                <a:cubicBezTo>
                  <a:pt x="1958" y="1170"/>
                  <a:pt x="1962" y="1178"/>
                  <a:pt x="1966" y="1178"/>
                </a:cubicBezTo>
                <a:cubicBezTo>
                  <a:pt x="1988" y="1181"/>
                  <a:pt x="1995" y="1191"/>
                  <a:pt x="2001" y="1189"/>
                </a:cubicBezTo>
                <a:cubicBezTo>
                  <a:pt x="2074" y="1212"/>
                  <a:pt x="2078" y="1217"/>
                  <a:pt x="2080" y="1215"/>
                </a:cubicBezTo>
                <a:cubicBezTo>
                  <a:pt x="2117" y="1228"/>
                  <a:pt x="2124" y="1232"/>
                  <a:pt x="2137" y="1235"/>
                </a:cubicBezTo>
                <a:cubicBezTo>
                  <a:pt x="2234" y="1279"/>
                  <a:pt x="2245" y="1287"/>
                  <a:pt x="2243" y="1292"/>
                </a:cubicBezTo>
                <a:cubicBezTo>
                  <a:pt x="2131" y="1245"/>
                  <a:pt x="2120" y="1242"/>
                  <a:pt x="2108" y="1239"/>
                </a:cubicBezTo>
                <a:cubicBezTo>
                  <a:pt x="2028" y="1217"/>
                  <a:pt x="2017" y="1216"/>
                  <a:pt x="2005" y="1213"/>
                </a:cubicBezTo>
                <a:cubicBezTo>
                  <a:pt x="1958" y="1197"/>
                  <a:pt x="1947" y="1195"/>
                  <a:pt x="1935" y="1192"/>
                </a:cubicBezTo>
                <a:cubicBezTo>
                  <a:pt x="1799" y="1116"/>
                  <a:pt x="1795" y="1118"/>
                  <a:pt x="1793" y="1116"/>
                </a:cubicBezTo>
                <a:cubicBezTo>
                  <a:pt x="1777" y="1110"/>
                  <a:pt x="1780" y="1101"/>
                  <a:pt x="1777" y="1100"/>
                </a:cubicBezTo>
                <a:cubicBezTo>
                  <a:pt x="1768" y="1091"/>
                  <a:pt x="1766" y="1092"/>
                  <a:pt x="1768" y="1094"/>
                </a:cubicBezTo>
                <a:cubicBezTo>
                  <a:pt x="1775" y="1110"/>
                  <a:pt x="1784" y="1111"/>
                  <a:pt x="1786" y="1114"/>
                </a:cubicBezTo>
                <a:cubicBezTo>
                  <a:pt x="1836" y="1150"/>
                  <a:pt x="1847" y="1161"/>
                  <a:pt x="1855" y="1163"/>
                </a:cubicBezTo>
                <a:cubicBezTo>
                  <a:pt x="1888" y="1188"/>
                  <a:pt x="1893" y="1191"/>
                  <a:pt x="1895" y="1189"/>
                </a:cubicBezTo>
                <a:cubicBezTo>
                  <a:pt x="1958" y="1223"/>
                  <a:pt x="1978" y="1230"/>
                  <a:pt x="2003" y="1240"/>
                </a:cubicBezTo>
                <a:cubicBezTo>
                  <a:pt x="2041" y="1245"/>
                  <a:pt x="2048" y="1253"/>
                  <a:pt x="2053" y="1252"/>
                </a:cubicBezTo>
                <a:cubicBezTo>
                  <a:pt x="2147" y="1279"/>
                  <a:pt x="2157" y="1282"/>
                  <a:pt x="2166" y="1286"/>
                </a:cubicBezTo>
                <a:cubicBezTo>
                  <a:pt x="2217" y="1301"/>
                  <a:pt x="2237" y="1308"/>
                  <a:pt x="2257" y="1315"/>
                </a:cubicBezTo>
                <a:cubicBezTo>
                  <a:pt x="2324" y="1358"/>
                  <a:pt x="2331" y="1352"/>
                  <a:pt x="2328" y="1357"/>
                </a:cubicBezTo>
                <a:cubicBezTo>
                  <a:pt x="2331" y="1361"/>
                  <a:pt x="2323" y="1361"/>
                  <a:pt x="2312" y="1354"/>
                </a:cubicBezTo>
                <a:cubicBezTo>
                  <a:pt x="2262" y="1327"/>
                  <a:pt x="2258" y="1327"/>
                  <a:pt x="2253" y="1325"/>
                </a:cubicBezTo>
                <a:cubicBezTo>
                  <a:pt x="2222" y="1313"/>
                  <a:pt x="2216" y="1307"/>
                  <a:pt x="2212" y="1308"/>
                </a:cubicBezTo>
                <a:cubicBezTo>
                  <a:pt x="2192" y="1303"/>
                  <a:pt x="2187" y="1302"/>
                  <a:pt x="2182" y="1302"/>
                </a:cubicBezTo>
                <a:cubicBezTo>
                  <a:pt x="2120" y="1285"/>
                  <a:pt x="2116" y="1290"/>
                  <a:pt x="2111" y="1286"/>
                </a:cubicBezTo>
                <a:cubicBezTo>
                  <a:pt x="2062" y="1273"/>
                  <a:pt x="2058" y="1275"/>
                  <a:pt x="2054" y="1274"/>
                </a:cubicBezTo>
                <a:cubicBezTo>
                  <a:pt x="2005" y="1263"/>
                  <a:pt x="2001" y="1263"/>
                  <a:pt x="1996" y="1262"/>
                </a:cubicBezTo>
                <a:cubicBezTo>
                  <a:pt x="1943" y="1252"/>
                  <a:pt x="1934" y="1249"/>
                  <a:pt x="1924" y="1245"/>
                </a:cubicBezTo>
                <a:cubicBezTo>
                  <a:pt x="1874" y="1231"/>
                  <a:pt x="1855" y="1225"/>
                  <a:pt x="1835" y="1217"/>
                </a:cubicBezTo>
                <a:cubicBezTo>
                  <a:pt x="1789" y="1181"/>
                  <a:pt x="1784" y="1176"/>
                  <a:pt x="1780" y="1181"/>
                </a:cubicBezTo>
                <a:cubicBezTo>
                  <a:pt x="1792" y="1194"/>
                  <a:pt x="1801" y="1197"/>
                  <a:pt x="1800" y="1202"/>
                </a:cubicBezTo>
                <a:cubicBezTo>
                  <a:pt x="1724" y="1168"/>
                  <a:pt x="1766" y="1186"/>
                  <a:pt x="1797" y="1207"/>
                </a:cubicBezTo>
                <a:cubicBezTo>
                  <a:pt x="1849" y="1237"/>
                  <a:pt x="1860" y="1244"/>
                  <a:pt x="1870" y="1251"/>
                </a:cubicBezTo>
                <a:cubicBezTo>
                  <a:pt x="2017" y="1319"/>
                  <a:pt x="2027" y="1321"/>
                  <a:pt x="2038" y="1326"/>
                </a:cubicBezTo>
                <a:cubicBezTo>
                  <a:pt x="2062" y="1334"/>
                  <a:pt x="2064" y="1329"/>
                  <a:pt x="2067" y="1332"/>
                </a:cubicBezTo>
                <a:cubicBezTo>
                  <a:pt x="2101" y="1345"/>
                  <a:pt x="2109" y="1344"/>
                  <a:pt x="2117" y="1348"/>
                </a:cubicBezTo>
                <a:cubicBezTo>
                  <a:pt x="2179" y="1365"/>
                  <a:pt x="2190" y="1363"/>
                  <a:pt x="2202" y="1370"/>
                </a:cubicBezTo>
                <a:cubicBezTo>
                  <a:pt x="2239" y="1378"/>
                  <a:pt x="2242" y="1381"/>
                  <a:pt x="2243" y="1379"/>
                </a:cubicBezTo>
                <a:cubicBezTo>
                  <a:pt x="2271" y="1395"/>
                  <a:pt x="2279" y="1390"/>
                  <a:pt x="2289" y="1396"/>
                </a:cubicBezTo>
                <a:cubicBezTo>
                  <a:pt x="2335" y="1407"/>
                  <a:pt x="2342" y="1415"/>
                  <a:pt x="2346" y="1413"/>
                </a:cubicBezTo>
                <a:cubicBezTo>
                  <a:pt x="2436" y="1455"/>
                  <a:pt x="2440" y="1458"/>
                  <a:pt x="2445" y="1461"/>
                </a:cubicBezTo>
                <a:cubicBezTo>
                  <a:pt x="2441" y="1460"/>
                  <a:pt x="2440" y="1470"/>
                  <a:pt x="2435" y="1465"/>
                </a:cubicBezTo>
                <a:cubicBezTo>
                  <a:pt x="2403" y="1446"/>
                  <a:pt x="2399" y="1444"/>
                  <a:pt x="2396" y="1441"/>
                </a:cubicBezTo>
                <a:cubicBezTo>
                  <a:pt x="2345" y="1421"/>
                  <a:pt x="2342" y="1417"/>
                  <a:pt x="2339" y="1419"/>
                </a:cubicBezTo>
                <a:cubicBezTo>
                  <a:pt x="2288" y="1400"/>
                  <a:pt x="2278" y="1399"/>
                  <a:pt x="2267" y="1395"/>
                </a:cubicBezTo>
                <a:cubicBezTo>
                  <a:pt x="2242" y="1393"/>
                  <a:pt x="2238" y="1387"/>
                  <a:pt x="2236" y="1390"/>
                </a:cubicBezTo>
                <a:cubicBezTo>
                  <a:pt x="2185" y="1383"/>
                  <a:pt x="2180" y="1381"/>
                  <a:pt x="2174" y="1380"/>
                </a:cubicBezTo>
                <a:cubicBezTo>
                  <a:pt x="2108" y="1367"/>
                  <a:pt x="2100" y="1369"/>
                  <a:pt x="2091" y="1364"/>
                </a:cubicBezTo>
                <a:cubicBezTo>
                  <a:pt x="2030" y="1352"/>
                  <a:pt x="2020" y="1345"/>
                  <a:pt x="2012" y="1348"/>
                </a:cubicBezTo>
                <a:cubicBezTo>
                  <a:pt x="1921" y="1321"/>
                  <a:pt x="1904" y="1314"/>
                  <a:pt x="1888" y="1310"/>
                </a:cubicBezTo>
                <a:cubicBezTo>
                  <a:pt x="1846" y="1294"/>
                  <a:pt x="1847" y="1280"/>
                  <a:pt x="1844" y="1286"/>
                </a:cubicBezTo>
                <a:cubicBezTo>
                  <a:pt x="1805" y="1264"/>
                  <a:pt x="1802" y="1260"/>
                  <a:pt x="1799" y="1256"/>
                </a:cubicBezTo>
                <a:cubicBezTo>
                  <a:pt x="1792" y="1262"/>
                  <a:pt x="1796" y="1264"/>
                  <a:pt x="1799" y="1267"/>
                </a:cubicBezTo>
                <a:cubicBezTo>
                  <a:pt x="1822" y="1281"/>
                  <a:pt x="1831" y="1288"/>
                  <a:pt x="1839" y="1293"/>
                </a:cubicBezTo>
                <a:cubicBezTo>
                  <a:pt x="1935" y="1335"/>
                  <a:pt x="1945" y="1339"/>
                  <a:pt x="1956" y="1342"/>
                </a:cubicBezTo>
                <a:cubicBezTo>
                  <a:pt x="1993" y="1352"/>
                  <a:pt x="1997" y="1353"/>
                  <a:pt x="2002" y="1352"/>
                </a:cubicBezTo>
                <a:cubicBezTo>
                  <a:pt x="2082" y="1371"/>
                  <a:pt x="2083" y="1372"/>
                  <a:pt x="2085" y="1373"/>
                </a:cubicBezTo>
                <a:cubicBezTo>
                  <a:pt x="2115" y="1375"/>
                  <a:pt x="2118" y="1381"/>
                  <a:pt x="2120" y="1378"/>
                </a:cubicBezTo>
                <a:cubicBezTo>
                  <a:pt x="2155" y="1386"/>
                  <a:pt x="2165" y="1383"/>
                  <a:pt x="2176" y="1389"/>
                </a:cubicBezTo>
                <a:cubicBezTo>
                  <a:pt x="2196" y="1393"/>
                  <a:pt x="2201" y="1391"/>
                  <a:pt x="2207" y="1394"/>
                </a:cubicBezTo>
                <a:cubicBezTo>
                  <a:pt x="2226" y="1393"/>
                  <a:pt x="2232" y="1397"/>
                  <a:pt x="2237" y="1396"/>
                </a:cubicBezTo>
                <a:cubicBezTo>
                  <a:pt x="2289" y="1410"/>
                  <a:pt x="2294" y="1408"/>
                  <a:pt x="2300" y="1412"/>
                </a:cubicBezTo>
                <a:cubicBezTo>
                  <a:pt x="2403" y="1451"/>
                  <a:pt x="2407" y="1454"/>
                  <a:pt x="2411" y="1457"/>
                </a:cubicBezTo>
                <a:cubicBezTo>
                  <a:pt x="2382" y="1460"/>
                  <a:pt x="2378" y="1455"/>
                  <a:pt x="2375" y="1456"/>
                </a:cubicBezTo>
                <a:cubicBezTo>
                  <a:pt x="2349" y="1454"/>
                  <a:pt x="2346" y="1457"/>
                  <a:pt x="2342" y="1455"/>
                </a:cubicBezTo>
                <a:cubicBezTo>
                  <a:pt x="2278" y="1447"/>
                  <a:pt x="2273" y="1444"/>
                  <a:pt x="2267" y="1445"/>
                </a:cubicBezTo>
                <a:cubicBezTo>
                  <a:pt x="2223" y="1440"/>
                  <a:pt x="2219" y="1437"/>
                  <a:pt x="2215" y="1433"/>
                </a:cubicBezTo>
                <a:cubicBezTo>
                  <a:pt x="2193" y="1431"/>
                  <a:pt x="2191" y="1434"/>
                  <a:pt x="2188" y="1434"/>
                </a:cubicBezTo>
                <a:cubicBezTo>
                  <a:pt x="2155" y="1427"/>
                  <a:pt x="2148" y="1421"/>
                  <a:pt x="2143" y="1423"/>
                </a:cubicBezTo>
                <a:cubicBezTo>
                  <a:pt x="2090" y="1417"/>
                  <a:pt x="2083" y="1408"/>
                  <a:pt x="2079" y="1413"/>
                </a:cubicBezTo>
                <a:cubicBezTo>
                  <a:pt x="1999" y="1398"/>
                  <a:pt x="1989" y="1393"/>
                  <a:pt x="1980" y="1392"/>
                </a:cubicBezTo>
                <a:cubicBezTo>
                  <a:pt x="1957" y="1385"/>
                  <a:pt x="1954" y="1382"/>
                  <a:pt x="1952" y="1384"/>
                </a:cubicBezTo>
                <a:cubicBezTo>
                  <a:pt x="1867" y="1355"/>
                  <a:pt x="1868" y="1352"/>
                  <a:pt x="1868" y="1352"/>
                </a:cubicBezTo>
                <a:cubicBezTo>
                  <a:pt x="1854" y="1345"/>
                  <a:pt x="1853" y="1346"/>
                  <a:pt x="1851" y="1346"/>
                </a:cubicBezTo>
                <a:cubicBezTo>
                  <a:pt x="1819" y="1330"/>
                  <a:pt x="1814" y="1322"/>
                  <a:pt x="1810" y="1321"/>
                </a:cubicBezTo>
                <a:cubicBezTo>
                  <a:pt x="1759" y="1288"/>
                  <a:pt x="1760" y="1285"/>
                  <a:pt x="1757" y="1283"/>
                </a:cubicBezTo>
                <a:cubicBezTo>
                  <a:pt x="1737" y="1278"/>
                  <a:pt x="1744" y="1285"/>
                  <a:pt x="1751" y="1292"/>
                </a:cubicBezTo>
                <a:cubicBezTo>
                  <a:pt x="1824" y="1336"/>
                  <a:pt x="1820" y="1339"/>
                  <a:pt x="1825" y="1342"/>
                </a:cubicBezTo>
                <a:cubicBezTo>
                  <a:pt x="1914" y="1376"/>
                  <a:pt x="1921" y="1385"/>
                  <a:pt x="1926" y="1383"/>
                </a:cubicBezTo>
                <a:cubicBezTo>
                  <a:pt x="1966" y="1396"/>
                  <a:pt x="1970" y="1399"/>
                  <a:pt x="1972" y="1397"/>
                </a:cubicBezTo>
                <a:cubicBezTo>
                  <a:pt x="2078" y="1420"/>
                  <a:pt x="2102" y="1426"/>
                  <a:pt x="2125" y="1426"/>
                </a:cubicBezTo>
                <a:cubicBezTo>
                  <a:pt x="2205" y="1443"/>
                  <a:pt x="2211" y="1443"/>
                  <a:pt x="2217" y="1442"/>
                </a:cubicBezTo>
                <a:cubicBezTo>
                  <a:pt x="2256" y="1449"/>
                  <a:pt x="2259" y="1450"/>
                  <a:pt x="2263" y="1452"/>
                </a:cubicBezTo>
                <a:cubicBezTo>
                  <a:pt x="2241" y="1449"/>
                  <a:pt x="2235" y="1450"/>
                  <a:pt x="2228" y="1453"/>
                </a:cubicBezTo>
                <a:cubicBezTo>
                  <a:pt x="2161" y="1450"/>
                  <a:pt x="2138" y="1452"/>
                  <a:pt x="2115" y="1453"/>
                </a:cubicBezTo>
                <a:cubicBezTo>
                  <a:pt x="2033" y="1453"/>
                  <a:pt x="2030" y="1453"/>
                  <a:pt x="2027" y="1452"/>
                </a:cubicBezTo>
                <a:cubicBezTo>
                  <a:pt x="1998" y="1450"/>
                  <a:pt x="1996" y="1456"/>
                  <a:pt x="1992" y="1450"/>
                </a:cubicBezTo>
                <a:cubicBezTo>
                  <a:pt x="1962" y="1449"/>
                  <a:pt x="1960" y="1455"/>
                  <a:pt x="1955" y="1449"/>
                </a:cubicBezTo>
                <a:cubicBezTo>
                  <a:pt x="1918" y="1451"/>
                  <a:pt x="1915" y="1451"/>
                  <a:pt x="1912" y="1452"/>
                </a:cubicBezTo>
                <a:cubicBezTo>
                  <a:pt x="1934" y="1456"/>
                  <a:pt x="1942" y="1456"/>
                  <a:pt x="1951" y="1457"/>
                </a:cubicBezTo>
                <a:cubicBezTo>
                  <a:pt x="1993" y="1458"/>
                  <a:pt x="1997" y="1456"/>
                  <a:pt x="2001" y="1459"/>
                </a:cubicBezTo>
                <a:cubicBezTo>
                  <a:pt x="2056" y="1461"/>
                  <a:pt x="2060" y="1459"/>
                  <a:pt x="2065" y="1462"/>
                </a:cubicBezTo>
                <a:cubicBezTo>
                  <a:pt x="2095" y="1465"/>
                  <a:pt x="2098" y="1457"/>
                  <a:pt x="2104" y="1462"/>
                </a:cubicBezTo>
                <a:cubicBezTo>
                  <a:pt x="2171" y="1462"/>
                  <a:pt x="2187" y="1459"/>
                  <a:pt x="2205" y="1461"/>
                </a:cubicBezTo>
                <a:cubicBezTo>
                  <a:pt x="2239" y="1464"/>
                  <a:pt x="2246" y="1458"/>
                  <a:pt x="2255" y="1463"/>
                </a:cubicBezTo>
                <a:cubicBezTo>
                  <a:pt x="2379" y="1467"/>
                  <a:pt x="2385" y="1469"/>
                  <a:pt x="2390" y="1469"/>
                </a:cubicBezTo>
                <a:cubicBezTo>
                  <a:pt x="2447" y="1477"/>
                  <a:pt x="2453" y="1485"/>
                  <a:pt x="2456" y="1481"/>
                </a:cubicBezTo>
                <a:cubicBezTo>
                  <a:pt x="2471" y="1483"/>
                  <a:pt x="2476" y="1485"/>
                  <a:pt x="2480" y="1484"/>
                </a:cubicBezTo>
                <a:cubicBezTo>
                  <a:pt x="2496" y="1492"/>
                  <a:pt x="2489" y="1491"/>
                  <a:pt x="2481" y="1490"/>
                </a:cubicBezTo>
                <a:cubicBezTo>
                  <a:pt x="2459" y="1486"/>
                  <a:pt x="2459" y="1488"/>
                  <a:pt x="2457" y="1487"/>
                </a:cubicBezTo>
                <a:cubicBezTo>
                  <a:pt x="2436" y="1484"/>
                  <a:pt x="2430" y="1485"/>
                  <a:pt x="2423" y="1483"/>
                </a:cubicBezTo>
                <a:cubicBezTo>
                  <a:pt x="2367" y="1482"/>
                  <a:pt x="2348" y="1479"/>
                  <a:pt x="2330" y="1481"/>
                </a:cubicBezTo>
                <a:cubicBezTo>
                  <a:pt x="2283" y="1485"/>
                  <a:pt x="2277" y="1479"/>
                  <a:pt x="2273" y="1480"/>
                </a:cubicBezTo>
                <a:cubicBezTo>
                  <a:pt x="2200" y="1484"/>
                  <a:pt x="2196" y="1487"/>
                  <a:pt x="2191" y="1488"/>
                </a:cubicBezTo>
                <a:cubicBezTo>
                  <a:pt x="2155" y="1488"/>
                  <a:pt x="2153" y="1490"/>
                  <a:pt x="2150" y="1487"/>
                </a:cubicBezTo>
                <a:cubicBezTo>
                  <a:pt x="2117" y="1486"/>
                  <a:pt x="2113" y="1490"/>
                  <a:pt x="2108" y="1488"/>
                </a:cubicBezTo>
                <a:cubicBezTo>
                  <a:pt x="2069" y="1483"/>
                  <a:pt x="2060" y="1487"/>
                  <a:pt x="2050" y="1484"/>
                </a:cubicBezTo>
                <a:cubicBezTo>
                  <a:pt x="1988" y="1472"/>
                  <a:pt x="1985" y="1477"/>
                  <a:pt x="1979" y="1473"/>
                </a:cubicBezTo>
                <a:cubicBezTo>
                  <a:pt x="1945" y="1469"/>
                  <a:pt x="1938" y="1456"/>
                  <a:pt x="1935" y="1464"/>
                </a:cubicBezTo>
                <a:cubicBezTo>
                  <a:pt x="2001" y="1482"/>
                  <a:pt x="2009" y="1487"/>
                  <a:pt x="2015" y="1486"/>
                </a:cubicBezTo>
                <a:cubicBezTo>
                  <a:pt x="2080" y="1493"/>
                  <a:pt x="2086" y="1494"/>
                  <a:pt x="2094" y="1497"/>
                </a:cubicBezTo>
                <a:cubicBezTo>
                  <a:pt x="2167" y="1495"/>
                  <a:pt x="2186" y="1498"/>
                  <a:pt x="2203" y="1494"/>
                </a:cubicBezTo>
                <a:cubicBezTo>
                  <a:pt x="2239" y="1495"/>
                  <a:pt x="2241" y="1492"/>
                  <a:pt x="2244" y="1492"/>
                </a:cubicBezTo>
                <a:cubicBezTo>
                  <a:pt x="2289" y="1487"/>
                  <a:pt x="2294" y="1490"/>
                  <a:pt x="2298" y="1489"/>
                </a:cubicBezTo>
                <a:cubicBezTo>
                  <a:pt x="2349" y="1491"/>
                  <a:pt x="2358" y="1488"/>
                  <a:pt x="2368" y="1491"/>
                </a:cubicBezTo>
                <a:cubicBezTo>
                  <a:pt x="2408" y="1491"/>
                  <a:pt x="2409" y="1489"/>
                  <a:pt x="2412" y="1491"/>
                </a:cubicBezTo>
                <a:cubicBezTo>
                  <a:pt x="2452" y="1494"/>
                  <a:pt x="2456" y="1493"/>
                  <a:pt x="2462" y="1498"/>
                </a:cubicBezTo>
                <a:cubicBezTo>
                  <a:pt x="2494" y="1499"/>
                  <a:pt x="2499" y="1504"/>
                  <a:pt x="2504" y="1503"/>
                </a:cubicBezTo>
                <a:cubicBezTo>
                  <a:pt x="2539" y="1513"/>
                  <a:pt x="2541" y="1511"/>
                  <a:pt x="2544" y="1514"/>
                </a:cubicBezTo>
                <a:cubicBezTo>
                  <a:pt x="2540" y="1522"/>
                  <a:pt x="2534" y="1517"/>
                  <a:pt x="2528" y="1514"/>
                </a:cubicBezTo>
                <a:cubicBezTo>
                  <a:pt x="2499" y="1515"/>
                  <a:pt x="2495" y="1516"/>
                  <a:pt x="2491" y="1515"/>
                </a:cubicBezTo>
                <a:cubicBezTo>
                  <a:pt x="2470" y="1517"/>
                  <a:pt x="2461" y="1511"/>
                  <a:pt x="2453" y="1516"/>
                </a:cubicBezTo>
                <a:cubicBezTo>
                  <a:pt x="2361" y="1511"/>
                  <a:pt x="2358" y="1522"/>
                  <a:pt x="2352" y="1514"/>
                </a:cubicBezTo>
                <a:cubicBezTo>
                  <a:pt x="2303" y="1521"/>
                  <a:pt x="2299" y="1520"/>
                  <a:pt x="2295" y="1521"/>
                </a:cubicBezTo>
                <a:cubicBezTo>
                  <a:pt x="2268" y="1522"/>
                  <a:pt x="2265" y="1529"/>
                  <a:pt x="2260" y="1526"/>
                </a:cubicBezTo>
                <a:cubicBezTo>
                  <a:pt x="2207" y="1533"/>
                  <a:pt x="2198" y="1529"/>
                  <a:pt x="2191" y="1533"/>
                </a:cubicBezTo>
                <a:cubicBezTo>
                  <a:pt x="2159" y="1533"/>
                  <a:pt x="2151" y="1531"/>
                  <a:pt x="2144" y="1533"/>
                </a:cubicBezTo>
                <a:cubicBezTo>
                  <a:pt x="2122" y="1534"/>
                  <a:pt x="2121" y="1537"/>
                  <a:pt x="2124" y="1535"/>
                </a:cubicBezTo>
                <a:cubicBezTo>
                  <a:pt x="2146" y="1533"/>
                  <a:pt x="2152" y="1539"/>
                  <a:pt x="2156" y="1538"/>
                </a:cubicBezTo>
                <a:cubicBezTo>
                  <a:pt x="2199" y="1537"/>
                  <a:pt x="2208" y="1537"/>
                  <a:pt x="2217" y="1537"/>
                </a:cubicBezTo>
                <a:cubicBezTo>
                  <a:pt x="2258" y="1531"/>
                  <a:pt x="2264" y="1537"/>
                  <a:pt x="2268" y="1534"/>
                </a:cubicBezTo>
                <a:cubicBezTo>
                  <a:pt x="2296" y="1526"/>
                  <a:pt x="2301" y="1531"/>
                  <a:pt x="2304" y="1527"/>
                </a:cubicBezTo>
                <a:cubicBezTo>
                  <a:pt x="2335" y="1525"/>
                  <a:pt x="2338" y="1528"/>
                  <a:pt x="2341" y="1528"/>
                </a:cubicBezTo>
                <a:cubicBezTo>
                  <a:pt x="2369" y="1527"/>
                  <a:pt x="2374" y="1522"/>
                  <a:pt x="2379" y="1525"/>
                </a:cubicBezTo>
                <a:cubicBezTo>
                  <a:pt x="2415" y="1519"/>
                  <a:pt x="2422" y="1529"/>
                  <a:pt x="2426" y="1521"/>
                </a:cubicBezTo>
                <a:cubicBezTo>
                  <a:pt x="2479" y="1523"/>
                  <a:pt x="2484" y="1524"/>
                  <a:pt x="2489" y="1524"/>
                </a:cubicBezTo>
                <a:cubicBezTo>
                  <a:pt x="2510" y="1525"/>
                  <a:pt x="2516" y="1524"/>
                  <a:pt x="2521" y="1524"/>
                </a:cubicBezTo>
                <a:cubicBezTo>
                  <a:pt x="2547" y="1526"/>
                  <a:pt x="2559" y="1534"/>
                  <a:pt x="2570" y="1533"/>
                </a:cubicBezTo>
                <a:cubicBezTo>
                  <a:pt x="2608" y="1551"/>
                  <a:pt x="2617" y="1556"/>
                  <a:pt x="2627" y="1558"/>
                </a:cubicBezTo>
                <a:cubicBezTo>
                  <a:pt x="2654" y="1575"/>
                  <a:pt x="2658" y="1582"/>
                  <a:pt x="2661" y="1578"/>
                </a:cubicBezTo>
                <a:cubicBezTo>
                  <a:pt x="2679" y="1592"/>
                  <a:pt x="2668" y="1591"/>
                  <a:pt x="2658" y="1587"/>
                </a:cubicBezTo>
                <a:cubicBezTo>
                  <a:pt x="2602" y="1571"/>
                  <a:pt x="2598" y="1576"/>
                  <a:pt x="2592" y="1572"/>
                </a:cubicBezTo>
                <a:cubicBezTo>
                  <a:pt x="2493" y="1566"/>
                  <a:pt x="2486" y="1559"/>
                  <a:pt x="2482" y="1564"/>
                </a:cubicBezTo>
                <a:cubicBezTo>
                  <a:pt x="2454" y="1559"/>
                  <a:pt x="2452" y="1559"/>
                  <a:pt x="2450" y="1561"/>
                </a:cubicBezTo>
                <a:cubicBezTo>
                  <a:pt x="2407" y="1554"/>
                  <a:pt x="2405" y="1561"/>
                  <a:pt x="2401" y="1560"/>
                </a:cubicBezTo>
                <a:cubicBezTo>
                  <a:pt x="2363" y="1561"/>
                  <a:pt x="2358" y="1554"/>
                  <a:pt x="2355" y="1558"/>
                </a:cubicBezTo>
                <a:cubicBezTo>
                  <a:pt x="2328" y="1563"/>
                  <a:pt x="2323" y="1555"/>
                  <a:pt x="2321" y="1561"/>
                </a:cubicBezTo>
                <a:cubicBezTo>
                  <a:pt x="2293" y="1560"/>
                  <a:pt x="2290" y="1562"/>
                  <a:pt x="2286" y="1562"/>
                </a:cubicBezTo>
                <a:cubicBezTo>
                  <a:pt x="2243" y="1564"/>
                  <a:pt x="2236" y="1566"/>
                  <a:pt x="2229" y="1566"/>
                </a:cubicBezTo>
                <a:cubicBezTo>
                  <a:pt x="2173" y="1564"/>
                  <a:pt x="2167" y="1569"/>
                  <a:pt x="2158" y="1566"/>
                </a:cubicBezTo>
                <a:cubicBezTo>
                  <a:pt x="2121" y="1565"/>
                  <a:pt x="2118" y="1572"/>
                  <a:pt x="2113" y="1567"/>
                </a:cubicBezTo>
                <a:cubicBezTo>
                  <a:pt x="2076" y="1567"/>
                  <a:pt x="2075" y="1564"/>
                  <a:pt x="2074" y="1562"/>
                </a:cubicBezTo>
                <a:cubicBezTo>
                  <a:pt x="2035" y="1553"/>
                  <a:pt x="2033" y="1551"/>
                  <a:pt x="2031" y="1549"/>
                </a:cubicBezTo>
                <a:cubicBezTo>
                  <a:pt x="2019" y="1549"/>
                  <a:pt x="2032" y="1553"/>
                  <a:pt x="2045" y="1559"/>
                </a:cubicBezTo>
                <a:cubicBezTo>
                  <a:pt x="2068" y="1563"/>
                  <a:pt x="2066" y="1572"/>
                  <a:pt x="2070" y="1568"/>
                </a:cubicBezTo>
                <a:cubicBezTo>
                  <a:pt x="2092" y="1572"/>
                  <a:pt x="2098" y="1570"/>
                  <a:pt x="2102" y="1576"/>
                </a:cubicBezTo>
                <a:cubicBezTo>
                  <a:pt x="2162" y="1582"/>
                  <a:pt x="2171" y="1587"/>
                  <a:pt x="2179" y="1585"/>
                </a:cubicBezTo>
                <a:cubicBezTo>
                  <a:pt x="2207" y="1588"/>
                  <a:pt x="2208" y="1584"/>
                  <a:pt x="2211" y="1585"/>
                </a:cubicBezTo>
                <a:cubicBezTo>
                  <a:pt x="2233" y="1583"/>
                  <a:pt x="2239" y="1590"/>
                  <a:pt x="2242" y="1585"/>
                </a:cubicBezTo>
                <a:cubicBezTo>
                  <a:pt x="2263" y="1586"/>
                  <a:pt x="2272" y="1586"/>
                  <a:pt x="2280" y="1587"/>
                </a:cubicBezTo>
                <a:cubicBezTo>
                  <a:pt x="2313" y="1585"/>
                  <a:pt x="2323" y="1589"/>
                  <a:pt x="2331" y="1589"/>
                </a:cubicBezTo>
                <a:cubicBezTo>
                  <a:pt x="2365" y="1592"/>
                  <a:pt x="2367" y="1591"/>
                  <a:pt x="2369" y="1591"/>
                </a:cubicBezTo>
                <a:cubicBezTo>
                  <a:pt x="2399" y="1594"/>
                  <a:pt x="2405" y="1600"/>
                  <a:pt x="2408" y="1596"/>
                </a:cubicBezTo>
                <a:cubicBezTo>
                  <a:pt x="2442" y="1597"/>
                  <a:pt x="2451" y="1602"/>
                  <a:pt x="2459" y="1598"/>
                </a:cubicBezTo>
                <a:cubicBezTo>
                  <a:pt x="2471" y="1601"/>
                  <a:pt x="2473" y="1601"/>
                  <a:pt x="2475" y="1601"/>
                </a:cubicBezTo>
                <a:cubicBezTo>
                  <a:pt x="2445" y="1606"/>
                  <a:pt x="2443" y="1607"/>
                  <a:pt x="2439" y="1604"/>
                </a:cubicBezTo>
                <a:cubicBezTo>
                  <a:pt x="2395" y="1607"/>
                  <a:pt x="2374" y="1608"/>
                  <a:pt x="2352" y="1609"/>
                </a:cubicBezTo>
                <a:cubicBezTo>
                  <a:pt x="2254" y="1621"/>
                  <a:pt x="2247" y="1616"/>
                  <a:pt x="2243" y="1620"/>
                </a:cubicBezTo>
                <a:cubicBezTo>
                  <a:pt x="2203" y="1616"/>
                  <a:pt x="2183" y="1620"/>
                  <a:pt x="2161" y="1620"/>
                </a:cubicBezTo>
                <a:cubicBezTo>
                  <a:pt x="2112" y="1621"/>
                  <a:pt x="2109" y="1622"/>
                  <a:pt x="2107" y="1623"/>
                </a:cubicBezTo>
                <a:cubicBezTo>
                  <a:pt x="2030" y="1621"/>
                  <a:pt x="2026" y="1616"/>
                  <a:pt x="2024" y="1618"/>
                </a:cubicBezTo>
                <a:cubicBezTo>
                  <a:pt x="1994" y="1611"/>
                  <a:pt x="1990" y="1617"/>
                  <a:pt x="1983" y="1612"/>
                </a:cubicBezTo>
                <a:cubicBezTo>
                  <a:pt x="1985" y="1614"/>
                  <a:pt x="1988" y="1619"/>
                  <a:pt x="1991" y="1617"/>
                </a:cubicBezTo>
                <a:cubicBezTo>
                  <a:pt x="2042" y="1624"/>
                  <a:pt x="2053" y="1625"/>
                  <a:pt x="2063" y="1626"/>
                </a:cubicBezTo>
                <a:cubicBezTo>
                  <a:pt x="2134" y="1631"/>
                  <a:pt x="2138" y="1625"/>
                  <a:pt x="2144" y="1627"/>
                </a:cubicBezTo>
                <a:cubicBezTo>
                  <a:pt x="2193" y="1623"/>
                  <a:pt x="2196" y="1627"/>
                  <a:pt x="2199" y="1627"/>
                </a:cubicBezTo>
                <a:cubicBezTo>
                  <a:pt x="2212" y="1625"/>
                  <a:pt x="2218" y="1627"/>
                  <a:pt x="2223" y="1625"/>
                </a:cubicBezTo>
                <a:cubicBezTo>
                  <a:pt x="2307" y="1624"/>
                  <a:pt x="2311" y="1617"/>
                  <a:pt x="2317" y="1622"/>
                </a:cubicBezTo>
                <a:cubicBezTo>
                  <a:pt x="2338" y="1618"/>
                  <a:pt x="2344" y="1620"/>
                  <a:pt x="2349" y="1617"/>
                </a:cubicBezTo>
                <a:cubicBezTo>
                  <a:pt x="2418" y="1614"/>
                  <a:pt x="2424" y="1617"/>
                  <a:pt x="2428" y="1612"/>
                </a:cubicBezTo>
                <a:cubicBezTo>
                  <a:pt x="2486" y="1613"/>
                  <a:pt x="2495" y="1611"/>
                  <a:pt x="2504" y="1613"/>
                </a:cubicBezTo>
                <a:cubicBezTo>
                  <a:pt x="2538" y="1616"/>
                  <a:pt x="2544" y="1614"/>
                  <a:pt x="2551" y="1618"/>
                </a:cubicBezTo>
                <a:cubicBezTo>
                  <a:pt x="2576" y="1617"/>
                  <a:pt x="2582" y="1619"/>
                  <a:pt x="2589" y="1619"/>
                </a:cubicBezTo>
                <a:cubicBezTo>
                  <a:pt x="2605" y="1620"/>
                  <a:pt x="2607" y="1617"/>
                  <a:pt x="2606" y="1621"/>
                </a:cubicBezTo>
                <a:cubicBezTo>
                  <a:pt x="2570" y="1626"/>
                  <a:pt x="2567" y="1624"/>
                  <a:pt x="2565" y="1624"/>
                </a:cubicBezTo>
                <a:cubicBezTo>
                  <a:pt x="2544" y="1626"/>
                  <a:pt x="2543" y="1633"/>
                  <a:pt x="2539" y="1631"/>
                </a:cubicBezTo>
                <a:cubicBezTo>
                  <a:pt x="2525" y="1626"/>
                  <a:pt x="2522" y="1626"/>
                  <a:pt x="2519" y="1625"/>
                </a:cubicBezTo>
                <a:cubicBezTo>
                  <a:pt x="2488" y="1626"/>
                  <a:pt x="2486" y="1632"/>
                  <a:pt x="2482" y="1630"/>
                </a:cubicBezTo>
                <a:cubicBezTo>
                  <a:pt x="2437" y="1636"/>
                  <a:pt x="2418" y="1631"/>
                  <a:pt x="2401" y="1638"/>
                </a:cubicBezTo>
                <a:cubicBezTo>
                  <a:pt x="2369" y="1638"/>
                  <a:pt x="2365" y="1641"/>
                  <a:pt x="2360" y="1640"/>
                </a:cubicBezTo>
                <a:cubicBezTo>
                  <a:pt x="2288" y="1646"/>
                  <a:pt x="2283" y="1643"/>
                  <a:pt x="2279" y="1644"/>
                </a:cubicBezTo>
                <a:cubicBezTo>
                  <a:pt x="2247" y="1646"/>
                  <a:pt x="2241" y="1643"/>
                  <a:pt x="2237" y="1644"/>
                </a:cubicBezTo>
                <a:cubicBezTo>
                  <a:pt x="2191" y="1641"/>
                  <a:pt x="2187" y="1648"/>
                  <a:pt x="2181" y="1641"/>
                </a:cubicBezTo>
                <a:cubicBezTo>
                  <a:pt x="2122" y="1643"/>
                  <a:pt x="2117" y="1637"/>
                  <a:pt x="2113" y="1638"/>
                </a:cubicBezTo>
                <a:cubicBezTo>
                  <a:pt x="2065" y="1636"/>
                  <a:pt x="2061" y="1637"/>
                  <a:pt x="2056" y="1637"/>
                </a:cubicBezTo>
                <a:cubicBezTo>
                  <a:pt x="2022" y="1634"/>
                  <a:pt x="2017" y="1630"/>
                  <a:pt x="2012" y="1631"/>
                </a:cubicBezTo>
                <a:cubicBezTo>
                  <a:pt x="2047" y="1640"/>
                  <a:pt x="2052" y="1641"/>
                  <a:pt x="2057" y="1640"/>
                </a:cubicBezTo>
                <a:cubicBezTo>
                  <a:pt x="2091" y="1647"/>
                  <a:pt x="2095" y="1643"/>
                  <a:pt x="2100" y="1645"/>
                </a:cubicBezTo>
                <a:cubicBezTo>
                  <a:pt x="2132" y="1645"/>
                  <a:pt x="2135" y="1647"/>
                  <a:pt x="2137" y="1649"/>
                </a:cubicBezTo>
                <a:cubicBezTo>
                  <a:pt x="2164" y="1651"/>
                  <a:pt x="2167" y="1648"/>
                  <a:pt x="2170" y="1650"/>
                </a:cubicBezTo>
                <a:cubicBezTo>
                  <a:pt x="2195" y="1655"/>
                  <a:pt x="2198" y="1646"/>
                  <a:pt x="2204" y="1651"/>
                </a:cubicBezTo>
                <a:cubicBezTo>
                  <a:pt x="2257" y="1652"/>
                  <a:pt x="2266" y="1651"/>
                  <a:pt x="2276" y="1652"/>
                </a:cubicBezTo>
                <a:cubicBezTo>
                  <a:pt x="2344" y="1649"/>
                  <a:pt x="2354" y="1649"/>
                  <a:pt x="2363" y="1647"/>
                </a:cubicBezTo>
                <a:cubicBezTo>
                  <a:pt x="2397" y="1650"/>
                  <a:pt x="2400" y="1643"/>
                  <a:pt x="2405" y="1644"/>
                </a:cubicBezTo>
                <a:cubicBezTo>
                  <a:pt x="2459" y="1643"/>
                  <a:pt x="2467" y="1634"/>
                  <a:pt x="2478" y="1640"/>
                </a:cubicBezTo>
                <a:cubicBezTo>
                  <a:pt x="2425" y="1649"/>
                  <a:pt x="2417" y="1651"/>
                  <a:pt x="2410" y="1652"/>
                </a:cubicBezTo>
                <a:cubicBezTo>
                  <a:pt x="2383" y="1656"/>
                  <a:pt x="2381" y="1661"/>
                  <a:pt x="2376" y="1659"/>
                </a:cubicBezTo>
                <a:cubicBezTo>
                  <a:pt x="2349" y="1660"/>
                  <a:pt x="2346" y="1666"/>
                  <a:pt x="2341" y="1661"/>
                </a:cubicBezTo>
                <a:cubicBezTo>
                  <a:pt x="2303" y="1667"/>
                  <a:pt x="2299" y="1668"/>
                  <a:pt x="2295" y="1667"/>
                </a:cubicBezTo>
                <a:cubicBezTo>
                  <a:pt x="2267" y="1667"/>
                  <a:pt x="2260" y="1667"/>
                  <a:pt x="2253" y="1668"/>
                </a:cubicBezTo>
                <a:cubicBezTo>
                  <a:pt x="2216" y="1663"/>
                  <a:pt x="2215" y="1672"/>
                  <a:pt x="2210" y="1669"/>
                </a:cubicBezTo>
                <a:cubicBezTo>
                  <a:pt x="2143" y="1667"/>
                  <a:pt x="2139" y="1664"/>
                  <a:pt x="2136" y="1669"/>
                </a:cubicBezTo>
                <a:cubicBezTo>
                  <a:pt x="2175" y="1676"/>
                  <a:pt x="2181" y="1672"/>
                  <a:pt x="2188" y="1675"/>
                </a:cubicBezTo>
                <a:cubicBezTo>
                  <a:pt x="2221" y="1675"/>
                  <a:pt x="2222" y="1675"/>
                  <a:pt x="2223" y="1672"/>
                </a:cubicBezTo>
                <a:cubicBezTo>
                  <a:pt x="2253" y="1672"/>
                  <a:pt x="2257" y="1673"/>
                  <a:pt x="2260" y="1676"/>
                </a:cubicBezTo>
                <a:cubicBezTo>
                  <a:pt x="2296" y="1677"/>
                  <a:pt x="2293" y="1681"/>
                  <a:pt x="2300" y="1684"/>
                </a:cubicBezTo>
                <a:cubicBezTo>
                  <a:pt x="2357" y="1678"/>
                  <a:pt x="2366" y="1682"/>
                  <a:pt x="2374" y="1678"/>
                </a:cubicBezTo>
                <a:cubicBezTo>
                  <a:pt x="2435" y="1674"/>
                  <a:pt x="2440" y="1673"/>
                  <a:pt x="2445" y="1673"/>
                </a:cubicBezTo>
                <a:cubicBezTo>
                  <a:pt x="2465" y="1667"/>
                  <a:pt x="2471" y="1669"/>
                  <a:pt x="2476" y="1667"/>
                </a:cubicBezTo>
                <a:cubicBezTo>
                  <a:pt x="2508" y="1661"/>
                  <a:pt x="2512" y="1666"/>
                  <a:pt x="2514" y="1664"/>
                </a:cubicBezTo>
                <a:cubicBezTo>
                  <a:pt x="2547" y="1662"/>
                  <a:pt x="2554" y="1661"/>
                  <a:pt x="2560" y="1658"/>
                </a:cubicBezTo>
                <a:cubicBezTo>
                  <a:pt x="2620" y="1652"/>
                  <a:pt x="2623" y="1651"/>
                  <a:pt x="2626" y="1650"/>
                </a:cubicBezTo>
                <a:cubicBezTo>
                  <a:pt x="2662" y="1652"/>
                  <a:pt x="2669" y="1652"/>
                  <a:pt x="2675" y="1651"/>
                </a:cubicBezTo>
                <a:cubicBezTo>
                  <a:pt x="2724" y="1652"/>
                  <a:pt x="2732" y="1655"/>
                  <a:pt x="2739" y="1654"/>
                </a:cubicBezTo>
                <a:cubicBezTo>
                  <a:pt x="2796" y="1661"/>
                  <a:pt x="2800" y="1664"/>
                  <a:pt x="2803" y="1663"/>
                </a:cubicBezTo>
                <a:cubicBezTo>
                  <a:pt x="2817" y="1678"/>
                  <a:pt x="2813" y="1673"/>
                  <a:pt x="2811" y="1675"/>
                </a:cubicBezTo>
                <a:cubicBezTo>
                  <a:pt x="2770" y="1672"/>
                  <a:pt x="2758" y="1673"/>
                  <a:pt x="2745" y="1671"/>
                </a:cubicBezTo>
                <a:cubicBezTo>
                  <a:pt x="2650" y="1676"/>
                  <a:pt x="2646" y="1683"/>
                  <a:pt x="2638" y="1679"/>
                </a:cubicBezTo>
                <a:cubicBezTo>
                  <a:pt x="2619" y="1686"/>
                  <a:pt x="2615" y="1682"/>
                  <a:pt x="2613" y="1685"/>
                </a:cubicBezTo>
                <a:cubicBezTo>
                  <a:pt x="2593" y="1688"/>
                  <a:pt x="2590" y="1688"/>
                  <a:pt x="2587" y="1689"/>
                </a:cubicBezTo>
                <a:cubicBezTo>
                  <a:pt x="2558" y="1695"/>
                  <a:pt x="2555" y="1695"/>
                  <a:pt x="2552" y="1697"/>
                </a:cubicBezTo>
                <a:cubicBezTo>
                  <a:pt x="2509" y="1701"/>
                  <a:pt x="2506" y="1705"/>
                  <a:pt x="2501" y="1700"/>
                </a:cubicBezTo>
                <a:cubicBezTo>
                  <a:pt x="2459" y="1707"/>
                  <a:pt x="2451" y="1707"/>
                  <a:pt x="2443" y="1708"/>
                </a:cubicBezTo>
                <a:cubicBezTo>
                  <a:pt x="2414" y="1713"/>
                  <a:pt x="2406" y="1710"/>
                  <a:pt x="2398" y="1713"/>
                </a:cubicBezTo>
                <a:cubicBezTo>
                  <a:pt x="2321" y="1710"/>
                  <a:pt x="2314" y="1713"/>
                  <a:pt x="2305" y="1711"/>
                </a:cubicBezTo>
                <a:cubicBezTo>
                  <a:pt x="2241" y="1703"/>
                  <a:pt x="2226" y="1705"/>
                  <a:pt x="2210" y="1700"/>
                </a:cubicBezTo>
                <a:cubicBezTo>
                  <a:pt x="2178" y="1697"/>
                  <a:pt x="2168" y="1688"/>
                  <a:pt x="2161" y="1691"/>
                </a:cubicBezTo>
                <a:cubicBezTo>
                  <a:pt x="2204" y="1705"/>
                  <a:pt x="2210" y="1706"/>
                  <a:pt x="2216" y="1707"/>
                </a:cubicBezTo>
                <a:cubicBezTo>
                  <a:pt x="2314" y="1720"/>
                  <a:pt x="2320" y="1719"/>
                  <a:pt x="2326" y="1719"/>
                </a:cubicBezTo>
                <a:cubicBezTo>
                  <a:pt x="2366" y="1716"/>
                  <a:pt x="2374" y="1724"/>
                  <a:pt x="2380" y="1721"/>
                </a:cubicBezTo>
                <a:cubicBezTo>
                  <a:pt x="2490" y="1712"/>
                  <a:pt x="2502" y="1711"/>
                  <a:pt x="2514" y="1711"/>
                </a:cubicBezTo>
                <a:cubicBezTo>
                  <a:pt x="2560" y="1701"/>
                  <a:pt x="2570" y="1701"/>
                  <a:pt x="2580" y="1700"/>
                </a:cubicBezTo>
                <a:cubicBezTo>
                  <a:pt x="2624" y="1689"/>
                  <a:pt x="2627" y="1689"/>
                  <a:pt x="2630" y="1691"/>
                </a:cubicBezTo>
                <a:cubicBezTo>
                  <a:pt x="2674" y="1686"/>
                  <a:pt x="2680" y="1685"/>
                  <a:pt x="2687" y="1685"/>
                </a:cubicBezTo>
                <a:cubicBezTo>
                  <a:pt x="2721" y="1678"/>
                  <a:pt x="2725" y="1684"/>
                  <a:pt x="2728" y="1681"/>
                </a:cubicBezTo>
                <a:cubicBezTo>
                  <a:pt x="2748" y="1684"/>
                  <a:pt x="2750" y="1680"/>
                  <a:pt x="2752" y="1681"/>
                </a:cubicBezTo>
                <a:cubicBezTo>
                  <a:pt x="2779" y="1689"/>
                  <a:pt x="2773" y="1678"/>
                  <a:pt x="2772" y="1686"/>
                </a:cubicBezTo>
                <a:cubicBezTo>
                  <a:pt x="2733" y="1690"/>
                  <a:pt x="2731" y="1691"/>
                  <a:pt x="2729" y="1692"/>
                </a:cubicBezTo>
                <a:cubicBezTo>
                  <a:pt x="2699" y="1696"/>
                  <a:pt x="2691" y="1701"/>
                  <a:pt x="2682" y="1703"/>
                </a:cubicBezTo>
                <a:cubicBezTo>
                  <a:pt x="2646" y="1707"/>
                  <a:pt x="2638" y="1713"/>
                  <a:pt x="2630" y="1715"/>
                </a:cubicBezTo>
                <a:cubicBezTo>
                  <a:pt x="2586" y="1730"/>
                  <a:pt x="2581" y="1731"/>
                  <a:pt x="2577" y="1732"/>
                </a:cubicBezTo>
                <a:cubicBezTo>
                  <a:pt x="2534" y="1747"/>
                  <a:pt x="2530" y="1748"/>
                  <a:pt x="2525" y="1750"/>
                </a:cubicBezTo>
                <a:cubicBezTo>
                  <a:pt x="2489" y="1754"/>
                  <a:pt x="2482" y="1764"/>
                  <a:pt x="2472" y="1759"/>
                </a:cubicBezTo>
                <a:cubicBezTo>
                  <a:pt x="2413" y="1764"/>
                  <a:pt x="2409" y="1766"/>
                  <a:pt x="2404" y="1766"/>
                </a:cubicBezTo>
                <a:cubicBezTo>
                  <a:pt x="2352" y="1766"/>
                  <a:pt x="2342" y="1760"/>
                  <a:pt x="2333" y="1763"/>
                </a:cubicBezTo>
                <a:cubicBezTo>
                  <a:pt x="2404" y="1770"/>
                  <a:pt x="2412" y="1772"/>
                  <a:pt x="2419" y="1771"/>
                </a:cubicBezTo>
                <a:cubicBezTo>
                  <a:pt x="2475" y="1765"/>
                  <a:pt x="2491" y="1769"/>
                  <a:pt x="2504" y="1762"/>
                </a:cubicBezTo>
                <a:cubicBezTo>
                  <a:pt x="2567" y="1744"/>
                  <a:pt x="2571" y="1747"/>
                  <a:pt x="2574" y="1740"/>
                </a:cubicBezTo>
                <a:cubicBezTo>
                  <a:pt x="2596" y="1732"/>
                  <a:pt x="2601" y="1738"/>
                  <a:pt x="2603" y="1731"/>
                </a:cubicBezTo>
                <a:cubicBezTo>
                  <a:pt x="2653" y="1722"/>
                  <a:pt x="2659" y="1714"/>
                  <a:pt x="2666" y="1712"/>
                </a:cubicBezTo>
                <a:cubicBezTo>
                  <a:pt x="2710" y="1703"/>
                  <a:pt x="2727" y="1700"/>
                  <a:pt x="2744" y="1697"/>
                </a:cubicBezTo>
                <a:cubicBezTo>
                  <a:pt x="2780" y="1698"/>
                  <a:pt x="2788" y="1692"/>
                  <a:pt x="2797" y="1695"/>
                </a:cubicBezTo>
                <a:cubicBezTo>
                  <a:pt x="2832" y="1693"/>
                  <a:pt x="2841" y="1692"/>
                  <a:pt x="2851" y="1697"/>
                </a:cubicBezTo>
                <a:cubicBezTo>
                  <a:pt x="2883" y="1700"/>
                  <a:pt x="2887" y="1701"/>
                  <a:pt x="2892" y="1703"/>
                </a:cubicBezTo>
                <a:cubicBezTo>
                  <a:pt x="2862" y="1708"/>
                  <a:pt x="2854" y="1704"/>
                  <a:pt x="2847" y="1707"/>
                </a:cubicBezTo>
                <a:cubicBezTo>
                  <a:pt x="2795" y="1706"/>
                  <a:pt x="2789" y="1714"/>
                  <a:pt x="2780" y="1710"/>
                </a:cubicBezTo>
                <a:cubicBezTo>
                  <a:pt x="2763" y="1715"/>
                  <a:pt x="2760" y="1712"/>
                  <a:pt x="2759" y="1714"/>
                </a:cubicBezTo>
                <a:cubicBezTo>
                  <a:pt x="2721" y="1718"/>
                  <a:pt x="2707" y="1724"/>
                  <a:pt x="2692" y="1724"/>
                </a:cubicBezTo>
                <a:cubicBezTo>
                  <a:pt x="2667" y="1732"/>
                  <a:pt x="2663" y="1731"/>
                  <a:pt x="2661" y="1735"/>
                </a:cubicBezTo>
                <a:cubicBezTo>
                  <a:pt x="2626" y="1745"/>
                  <a:pt x="2625" y="1745"/>
                  <a:pt x="2624" y="1748"/>
                </a:cubicBezTo>
                <a:cubicBezTo>
                  <a:pt x="2592" y="1757"/>
                  <a:pt x="2578" y="1764"/>
                  <a:pt x="2563" y="1768"/>
                </a:cubicBezTo>
                <a:cubicBezTo>
                  <a:pt x="2535" y="1773"/>
                  <a:pt x="2528" y="1777"/>
                  <a:pt x="2520" y="1781"/>
                </a:cubicBezTo>
                <a:cubicBezTo>
                  <a:pt x="2487" y="1781"/>
                  <a:pt x="2479" y="1784"/>
                  <a:pt x="2471" y="1785"/>
                </a:cubicBezTo>
                <a:cubicBezTo>
                  <a:pt x="2370" y="1780"/>
                  <a:pt x="2359" y="1771"/>
                  <a:pt x="2349" y="1774"/>
                </a:cubicBezTo>
                <a:cubicBezTo>
                  <a:pt x="2390" y="1781"/>
                  <a:pt x="2394" y="1787"/>
                  <a:pt x="2397" y="1785"/>
                </a:cubicBezTo>
                <a:cubicBezTo>
                  <a:pt x="2438" y="1786"/>
                  <a:pt x="2451" y="1790"/>
                  <a:pt x="2462" y="1789"/>
                </a:cubicBezTo>
                <a:cubicBezTo>
                  <a:pt x="2521" y="1786"/>
                  <a:pt x="2524" y="1785"/>
                  <a:pt x="2528" y="1786"/>
                </a:cubicBezTo>
                <a:cubicBezTo>
                  <a:pt x="2579" y="1770"/>
                  <a:pt x="2588" y="1769"/>
                  <a:pt x="2592" y="1768"/>
                </a:cubicBezTo>
                <a:cubicBezTo>
                  <a:pt x="2650" y="1747"/>
                  <a:pt x="2654" y="1746"/>
                  <a:pt x="2657" y="1746"/>
                </a:cubicBezTo>
                <a:cubicBezTo>
                  <a:pt x="2687" y="1734"/>
                  <a:pt x="2690" y="1734"/>
                  <a:pt x="2694" y="1737"/>
                </a:cubicBezTo>
                <a:cubicBezTo>
                  <a:pt x="2724" y="1724"/>
                  <a:pt x="2729" y="1728"/>
                  <a:pt x="2731" y="1727"/>
                </a:cubicBezTo>
                <a:cubicBezTo>
                  <a:pt x="2767" y="1722"/>
                  <a:pt x="2772" y="1720"/>
                  <a:pt x="2779" y="1723"/>
                </a:cubicBezTo>
                <a:cubicBezTo>
                  <a:pt x="2794" y="1720"/>
                  <a:pt x="2797" y="1718"/>
                  <a:pt x="2796" y="1721"/>
                </a:cubicBezTo>
                <a:cubicBezTo>
                  <a:pt x="2776" y="1728"/>
                  <a:pt x="2771" y="1730"/>
                  <a:pt x="2765" y="1732"/>
                </a:cubicBezTo>
                <a:cubicBezTo>
                  <a:pt x="2712" y="1755"/>
                  <a:pt x="2708" y="1762"/>
                  <a:pt x="2702" y="1760"/>
                </a:cubicBezTo>
                <a:cubicBezTo>
                  <a:pt x="2646" y="1781"/>
                  <a:pt x="2641" y="1788"/>
                  <a:pt x="2635" y="1789"/>
                </a:cubicBezTo>
                <a:cubicBezTo>
                  <a:pt x="2575" y="1810"/>
                  <a:pt x="2566" y="1802"/>
                  <a:pt x="2560" y="1807"/>
                </a:cubicBezTo>
                <a:cubicBezTo>
                  <a:pt x="2499" y="1820"/>
                  <a:pt x="2504" y="1816"/>
                  <a:pt x="2511" y="1819"/>
                </a:cubicBezTo>
                <a:cubicBezTo>
                  <a:pt x="2569" y="1813"/>
                  <a:pt x="2574" y="1809"/>
                  <a:pt x="2580" y="1813"/>
                </a:cubicBezTo>
                <a:cubicBezTo>
                  <a:pt x="2618" y="1802"/>
                  <a:pt x="2621" y="1802"/>
                  <a:pt x="2624" y="1803"/>
                </a:cubicBezTo>
                <a:cubicBezTo>
                  <a:pt x="2645" y="1797"/>
                  <a:pt x="2648" y="1796"/>
                  <a:pt x="2651" y="1794"/>
                </a:cubicBezTo>
                <a:cubicBezTo>
                  <a:pt x="2689" y="1774"/>
                  <a:pt x="2696" y="1779"/>
                  <a:pt x="2701" y="1773"/>
                </a:cubicBezTo>
                <a:cubicBezTo>
                  <a:pt x="2741" y="1756"/>
                  <a:pt x="2745" y="1746"/>
                  <a:pt x="2751" y="1749"/>
                </a:cubicBezTo>
                <a:cubicBezTo>
                  <a:pt x="2789" y="1733"/>
                  <a:pt x="2792" y="1733"/>
                  <a:pt x="2795" y="1730"/>
                </a:cubicBezTo>
                <a:cubicBezTo>
                  <a:pt x="2788" y="1740"/>
                  <a:pt x="2783" y="1735"/>
                  <a:pt x="2780" y="1741"/>
                </a:cubicBezTo>
                <a:cubicBezTo>
                  <a:pt x="2731" y="1774"/>
                  <a:pt x="2723" y="1772"/>
                  <a:pt x="2717" y="1781"/>
                </a:cubicBezTo>
                <a:cubicBezTo>
                  <a:pt x="2647" y="1806"/>
                  <a:pt x="2644" y="1811"/>
                  <a:pt x="2640" y="1810"/>
                </a:cubicBezTo>
                <a:cubicBezTo>
                  <a:pt x="2650" y="1810"/>
                  <a:pt x="2656" y="1813"/>
                  <a:pt x="2661" y="1809"/>
                </a:cubicBezTo>
                <a:cubicBezTo>
                  <a:pt x="2708" y="1802"/>
                  <a:pt x="2718" y="1795"/>
                  <a:pt x="2730" y="1797"/>
                </a:cubicBezTo>
                <a:cubicBezTo>
                  <a:pt x="2808" y="1776"/>
                  <a:pt x="2811" y="1768"/>
                  <a:pt x="2815" y="1767"/>
                </a:cubicBezTo>
                <a:cubicBezTo>
                  <a:pt x="2831" y="1757"/>
                  <a:pt x="2836" y="1762"/>
                  <a:pt x="2840" y="1758"/>
                </a:cubicBezTo>
                <a:cubicBezTo>
                  <a:pt x="2870" y="1752"/>
                  <a:pt x="2873" y="1743"/>
                  <a:pt x="2878" y="1747"/>
                </a:cubicBezTo>
                <a:cubicBezTo>
                  <a:pt x="2933" y="1737"/>
                  <a:pt x="2936" y="1737"/>
                  <a:pt x="2940" y="1738"/>
                </a:cubicBezTo>
                <a:cubicBezTo>
                  <a:pt x="2979" y="1744"/>
                  <a:pt x="2985" y="1741"/>
                  <a:pt x="2993" y="1744"/>
                </a:cubicBezTo>
                <a:cubicBezTo>
                  <a:pt x="3006" y="1750"/>
                  <a:pt x="3002" y="1756"/>
                  <a:pt x="2996" y="1751"/>
                </a:cubicBezTo>
                <a:cubicBezTo>
                  <a:pt x="2968" y="1752"/>
                  <a:pt x="2964" y="1751"/>
                  <a:pt x="2961" y="1749"/>
                </a:cubicBezTo>
                <a:cubicBezTo>
                  <a:pt x="2898" y="1754"/>
                  <a:pt x="2888" y="1762"/>
                  <a:pt x="2876" y="1758"/>
                </a:cubicBezTo>
                <a:cubicBezTo>
                  <a:pt x="2827" y="1782"/>
                  <a:pt x="2820" y="1785"/>
                  <a:pt x="2813" y="1787"/>
                </a:cubicBezTo>
                <a:cubicBezTo>
                  <a:pt x="2798" y="1797"/>
                  <a:pt x="2801" y="1795"/>
                  <a:pt x="2805" y="1795"/>
                </a:cubicBezTo>
                <a:cubicBezTo>
                  <a:pt x="2842" y="1780"/>
                  <a:pt x="2850" y="1784"/>
                  <a:pt x="2856" y="1776"/>
                </a:cubicBezTo>
                <a:cubicBezTo>
                  <a:pt x="2907" y="1764"/>
                  <a:pt x="2915" y="1765"/>
                  <a:pt x="2922" y="1760"/>
                </a:cubicBezTo>
                <a:cubicBezTo>
                  <a:pt x="2969" y="1757"/>
                  <a:pt x="2974" y="1763"/>
                  <a:pt x="2977" y="1760"/>
                </a:cubicBezTo>
                <a:cubicBezTo>
                  <a:pt x="3025" y="1770"/>
                  <a:pt x="3035" y="1767"/>
                  <a:pt x="3047" y="1773"/>
                </a:cubicBezTo>
                <a:cubicBezTo>
                  <a:pt x="3015" y="1779"/>
                  <a:pt x="3010" y="1773"/>
                  <a:pt x="3005" y="1776"/>
                </a:cubicBezTo>
                <a:cubicBezTo>
                  <a:pt x="3006" y="1780"/>
                  <a:pt x="3009" y="1784"/>
                  <a:pt x="3012" y="1786"/>
                </a:cubicBezTo>
                <a:cubicBezTo>
                  <a:pt x="2990" y="1813"/>
                  <a:pt x="2982" y="1817"/>
                  <a:pt x="2975" y="1826"/>
                </a:cubicBezTo>
                <a:cubicBezTo>
                  <a:pt x="3010" y="1818"/>
                  <a:pt x="3011" y="1815"/>
                  <a:pt x="3013" y="1816"/>
                </a:cubicBezTo>
                <a:cubicBezTo>
                  <a:pt x="3037" y="1804"/>
                  <a:pt x="3040" y="1802"/>
                  <a:pt x="3044" y="1802"/>
                </a:cubicBezTo>
                <a:cubicBezTo>
                  <a:pt x="3141" y="1829"/>
                  <a:pt x="3145" y="1819"/>
                  <a:pt x="3151" y="1821"/>
                </a:cubicBezTo>
                <a:close/>
                <a:moveTo>
                  <a:pt x="2862" y="1579"/>
                </a:moveTo>
                <a:cubicBezTo>
                  <a:pt x="2853" y="1564"/>
                  <a:pt x="2854" y="1547"/>
                  <a:pt x="2846" y="1531"/>
                </a:cubicBezTo>
                <a:cubicBezTo>
                  <a:pt x="2843" y="1511"/>
                  <a:pt x="2840" y="1510"/>
                  <a:pt x="2841" y="1507"/>
                </a:cubicBezTo>
                <a:cubicBezTo>
                  <a:pt x="2815" y="1429"/>
                  <a:pt x="2813" y="1421"/>
                  <a:pt x="2813" y="1412"/>
                </a:cubicBezTo>
                <a:cubicBezTo>
                  <a:pt x="2793" y="1358"/>
                  <a:pt x="2786" y="1351"/>
                  <a:pt x="2786" y="1342"/>
                </a:cubicBezTo>
                <a:cubicBezTo>
                  <a:pt x="2769" y="1304"/>
                  <a:pt x="2769" y="1300"/>
                  <a:pt x="2764" y="1296"/>
                </a:cubicBezTo>
                <a:cubicBezTo>
                  <a:pt x="2737" y="1243"/>
                  <a:pt x="2739" y="1234"/>
                  <a:pt x="2732" y="1227"/>
                </a:cubicBezTo>
                <a:cubicBezTo>
                  <a:pt x="2719" y="1202"/>
                  <a:pt x="2722" y="1202"/>
                  <a:pt x="2724" y="1204"/>
                </a:cubicBezTo>
                <a:cubicBezTo>
                  <a:pt x="2736" y="1222"/>
                  <a:pt x="2739" y="1227"/>
                  <a:pt x="2741" y="1233"/>
                </a:cubicBezTo>
                <a:cubicBezTo>
                  <a:pt x="2767" y="1280"/>
                  <a:pt x="2769" y="1283"/>
                  <a:pt x="2769" y="1286"/>
                </a:cubicBezTo>
                <a:cubicBezTo>
                  <a:pt x="2790" y="1326"/>
                  <a:pt x="2788" y="1332"/>
                  <a:pt x="2795" y="1337"/>
                </a:cubicBezTo>
                <a:cubicBezTo>
                  <a:pt x="2816" y="1408"/>
                  <a:pt x="2821" y="1417"/>
                  <a:pt x="2821" y="1428"/>
                </a:cubicBezTo>
                <a:cubicBezTo>
                  <a:pt x="2828" y="1445"/>
                  <a:pt x="2827" y="1448"/>
                  <a:pt x="2827" y="1450"/>
                </a:cubicBezTo>
                <a:cubicBezTo>
                  <a:pt x="2840" y="1494"/>
                  <a:pt x="2842" y="1499"/>
                  <a:pt x="2844" y="1504"/>
                </a:cubicBezTo>
                <a:cubicBezTo>
                  <a:pt x="2856" y="1554"/>
                  <a:pt x="2859" y="1558"/>
                  <a:pt x="2859" y="1564"/>
                </a:cubicBezTo>
                <a:close/>
                <a:moveTo>
                  <a:pt x="2583" y="1443"/>
                </a:moveTo>
                <a:cubicBezTo>
                  <a:pt x="2577" y="1441"/>
                  <a:pt x="2582" y="1437"/>
                  <a:pt x="2578" y="1434"/>
                </a:cubicBezTo>
                <a:cubicBezTo>
                  <a:pt x="2574" y="1428"/>
                  <a:pt x="2573" y="1422"/>
                  <a:pt x="2570" y="1416"/>
                </a:cubicBezTo>
                <a:cubicBezTo>
                  <a:pt x="2572" y="1413"/>
                  <a:pt x="2573" y="1418"/>
                  <a:pt x="2572" y="1420"/>
                </a:cubicBezTo>
                <a:cubicBezTo>
                  <a:pt x="2582" y="1429"/>
                  <a:pt x="2582" y="1440"/>
                  <a:pt x="2589" y="1449"/>
                </a:cubicBezTo>
                <a:cubicBezTo>
                  <a:pt x="2586" y="1453"/>
                  <a:pt x="2583" y="1445"/>
                  <a:pt x="2583" y="1443"/>
                </a:cubicBezTo>
                <a:close/>
                <a:moveTo>
                  <a:pt x="2161" y="1164"/>
                </a:moveTo>
                <a:cubicBezTo>
                  <a:pt x="2159" y="1156"/>
                  <a:pt x="2149" y="1149"/>
                  <a:pt x="2145" y="1141"/>
                </a:cubicBezTo>
                <a:cubicBezTo>
                  <a:pt x="2150" y="1136"/>
                  <a:pt x="2148" y="1145"/>
                  <a:pt x="2152" y="1146"/>
                </a:cubicBezTo>
                <a:cubicBezTo>
                  <a:pt x="2153" y="1148"/>
                  <a:pt x="2156" y="1151"/>
                  <a:pt x="2160" y="1153"/>
                </a:cubicBezTo>
                <a:cubicBezTo>
                  <a:pt x="2160" y="1160"/>
                  <a:pt x="2166" y="1166"/>
                  <a:pt x="2172" y="1172"/>
                </a:cubicBezTo>
                <a:cubicBezTo>
                  <a:pt x="2166" y="1176"/>
                  <a:pt x="2167" y="1165"/>
                  <a:pt x="2161" y="1164"/>
                </a:cubicBezTo>
                <a:close/>
                <a:moveTo>
                  <a:pt x="2176" y="1185"/>
                </a:moveTo>
                <a:cubicBezTo>
                  <a:pt x="2179" y="1177"/>
                  <a:pt x="2182" y="1189"/>
                  <a:pt x="2185" y="1191"/>
                </a:cubicBezTo>
                <a:cubicBezTo>
                  <a:pt x="2180" y="1195"/>
                  <a:pt x="2182" y="1185"/>
                  <a:pt x="2176" y="1185"/>
                </a:cubicBezTo>
                <a:close/>
                <a:moveTo>
                  <a:pt x="2197" y="1209"/>
                </a:moveTo>
                <a:cubicBezTo>
                  <a:pt x="2194" y="1203"/>
                  <a:pt x="2200" y="1211"/>
                  <a:pt x="2202" y="1213"/>
                </a:cubicBezTo>
                <a:cubicBezTo>
                  <a:pt x="2199" y="1215"/>
                  <a:pt x="2199" y="1211"/>
                  <a:pt x="2197" y="1209"/>
                </a:cubicBezTo>
                <a:close/>
                <a:moveTo>
                  <a:pt x="2096" y="1210"/>
                </a:moveTo>
                <a:cubicBezTo>
                  <a:pt x="2094" y="1207"/>
                  <a:pt x="2099" y="1209"/>
                  <a:pt x="2101" y="1211"/>
                </a:cubicBezTo>
                <a:cubicBezTo>
                  <a:pt x="2103" y="1214"/>
                  <a:pt x="2099" y="1212"/>
                  <a:pt x="2096" y="1210"/>
                </a:cubicBezTo>
                <a:close/>
                <a:moveTo>
                  <a:pt x="2214" y="1294"/>
                </a:moveTo>
                <a:cubicBezTo>
                  <a:pt x="2209" y="1289"/>
                  <a:pt x="2207" y="1293"/>
                  <a:pt x="2203" y="1289"/>
                </a:cubicBezTo>
                <a:cubicBezTo>
                  <a:pt x="2145" y="1278"/>
                  <a:pt x="2137" y="1269"/>
                  <a:pt x="2130" y="1270"/>
                </a:cubicBezTo>
                <a:cubicBezTo>
                  <a:pt x="2065" y="1252"/>
                  <a:pt x="2059" y="1244"/>
                  <a:pt x="2056" y="1247"/>
                </a:cubicBezTo>
                <a:cubicBezTo>
                  <a:pt x="2032" y="1238"/>
                  <a:pt x="2030" y="1242"/>
                  <a:pt x="2026" y="1237"/>
                </a:cubicBezTo>
                <a:cubicBezTo>
                  <a:pt x="1992" y="1231"/>
                  <a:pt x="1987" y="1224"/>
                  <a:pt x="1985" y="1228"/>
                </a:cubicBezTo>
                <a:cubicBezTo>
                  <a:pt x="1894" y="1185"/>
                  <a:pt x="1889" y="1182"/>
                  <a:pt x="1884" y="1179"/>
                </a:cubicBezTo>
                <a:cubicBezTo>
                  <a:pt x="1936" y="1199"/>
                  <a:pt x="1940" y="1202"/>
                  <a:pt x="1943" y="1200"/>
                </a:cubicBezTo>
                <a:cubicBezTo>
                  <a:pt x="1968" y="1208"/>
                  <a:pt x="1973" y="1214"/>
                  <a:pt x="1975" y="1211"/>
                </a:cubicBezTo>
                <a:cubicBezTo>
                  <a:pt x="2048" y="1233"/>
                  <a:pt x="2055" y="1236"/>
                  <a:pt x="2062" y="1235"/>
                </a:cubicBezTo>
                <a:cubicBezTo>
                  <a:pt x="2108" y="1244"/>
                  <a:pt x="2114" y="1253"/>
                  <a:pt x="2117" y="1250"/>
                </a:cubicBezTo>
                <a:cubicBezTo>
                  <a:pt x="2143" y="1262"/>
                  <a:pt x="2145" y="1257"/>
                  <a:pt x="2149" y="1261"/>
                </a:cubicBezTo>
                <a:cubicBezTo>
                  <a:pt x="2224" y="1291"/>
                  <a:pt x="2230" y="1292"/>
                  <a:pt x="2235" y="1297"/>
                </a:cubicBezTo>
                <a:close/>
                <a:moveTo>
                  <a:pt x="2235" y="1269"/>
                </a:moveTo>
                <a:cubicBezTo>
                  <a:pt x="2230" y="1265"/>
                  <a:pt x="2223" y="1262"/>
                  <a:pt x="2222" y="1257"/>
                </a:cubicBezTo>
                <a:cubicBezTo>
                  <a:pt x="2227" y="1254"/>
                  <a:pt x="2226" y="1264"/>
                  <a:pt x="2233" y="1265"/>
                </a:cubicBezTo>
                <a:cubicBezTo>
                  <a:pt x="2236" y="1266"/>
                  <a:pt x="2235" y="1268"/>
                  <a:pt x="2237" y="1270"/>
                </a:cubicBezTo>
                <a:cubicBezTo>
                  <a:pt x="2240" y="1272"/>
                  <a:pt x="2242" y="1273"/>
                  <a:pt x="2244" y="1275"/>
                </a:cubicBezTo>
                <a:cubicBezTo>
                  <a:pt x="2250" y="1281"/>
                  <a:pt x="2232" y="1272"/>
                  <a:pt x="2235" y="1269"/>
                </a:cubicBezTo>
                <a:close/>
                <a:moveTo>
                  <a:pt x="2448" y="1429"/>
                </a:moveTo>
                <a:cubicBezTo>
                  <a:pt x="2451" y="1431"/>
                  <a:pt x="2453" y="1432"/>
                  <a:pt x="2456" y="1434"/>
                </a:cubicBezTo>
                <a:cubicBezTo>
                  <a:pt x="2458" y="1437"/>
                  <a:pt x="2454" y="1436"/>
                  <a:pt x="2453" y="1434"/>
                </a:cubicBezTo>
                <a:cubicBezTo>
                  <a:pt x="2450" y="1433"/>
                  <a:pt x="2448" y="1431"/>
                  <a:pt x="2445" y="1430"/>
                </a:cubicBezTo>
                <a:cubicBezTo>
                  <a:pt x="2443" y="1427"/>
                  <a:pt x="2446" y="1428"/>
                  <a:pt x="2448" y="1429"/>
                </a:cubicBezTo>
                <a:close/>
                <a:moveTo>
                  <a:pt x="2359" y="1335"/>
                </a:moveTo>
                <a:cubicBezTo>
                  <a:pt x="2355" y="1338"/>
                  <a:pt x="2355" y="1333"/>
                  <a:pt x="2353" y="1332"/>
                </a:cubicBezTo>
                <a:cubicBezTo>
                  <a:pt x="2351" y="1325"/>
                  <a:pt x="2356" y="1333"/>
                  <a:pt x="2359" y="1335"/>
                </a:cubicBezTo>
                <a:close/>
                <a:moveTo>
                  <a:pt x="2273" y="1239"/>
                </a:moveTo>
                <a:cubicBezTo>
                  <a:pt x="2265" y="1229"/>
                  <a:pt x="2258" y="1219"/>
                  <a:pt x="2252" y="1209"/>
                </a:cubicBezTo>
                <a:cubicBezTo>
                  <a:pt x="2209" y="1141"/>
                  <a:pt x="2202" y="1137"/>
                  <a:pt x="2201" y="1131"/>
                </a:cubicBezTo>
                <a:cubicBezTo>
                  <a:pt x="2182" y="1105"/>
                  <a:pt x="2183" y="1103"/>
                  <a:pt x="2180" y="1101"/>
                </a:cubicBezTo>
                <a:cubicBezTo>
                  <a:pt x="2155" y="1064"/>
                  <a:pt x="2155" y="1058"/>
                  <a:pt x="2148" y="1054"/>
                </a:cubicBezTo>
                <a:cubicBezTo>
                  <a:pt x="2108" y="987"/>
                  <a:pt x="2105" y="982"/>
                  <a:pt x="2100" y="977"/>
                </a:cubicBezTo>
                <a:cubicBezTo>
                  <a:pt x="2088" y="959"/>
                  <a:pt x="2079" y="954"/>
                  <a:pt x="2077" y="948"/>
                </a:cubicBezTo>
                <a:cubicBezTo>
                  <a:pt x="2024" y="896"/>
                  <a:pt x="2010" y="887"/>
                  <a:pt x="2001" y="877"/>
                </a:cubicBezTo>
                <a:cubicBezTo>
                  <a:pt x="1972" y="854"/>
                  <a:pt x="1977" y="859"/>
                  <a:pt x="1982" y="859"/>
                </a:cubicBezTo>
                <a:cubicBezTo>
                  <a:pt x="2035" y="890"/>
                  <a:pt x="2044" y="903"/>
                  <a:pt x="2063" y="913"/>
                </a:cubicBezTo>
                <a:cubicBezTo>
                  <a:pt x="2104" y="956"/>
                  <a:pt x="2107" y="960"/>
                  <a:pt x="2108" y="964"/>
                </a:cubicBezTo>
                <a:cubicBezTo>
                  <a:pt x="2144" y="1006"/>
                  <a:pt x="2147" y="1010"/>
                  <a:pt x="2148" y="1014"/>
                </a:cubicBezTo>
                <a:cubicBezTo>
                  <a:pt x="2196" y="1085"/>
                  <a:pt x="2195" y="1090"/>
                  <a:pt x="2200" y="1094"/>
                </a:cubicBezTo>
                <a:cubicBezTo>
                  <a:pt x="2235" y="1150"/>
                  <a:pt x="2235" y="1155"/>
                  <a:pt x="2240" y="1159"/>
                </a:cubicBezTo>
                <a:cubicBezTo>
                  <a:pt x="2266" y="1203"/>
                  <a:pt x="2273" y="1206"/>
                  <a:pt x="2274" y="1211"/>
                </a:cubicBezTo>
                <a:cubicBezTo>
                  <a:pt x="2296" y="1240"/>
                  <a:pt x="2302" y="1258"/>
                  <a:pt x="2318" y="1274"/>
                </a:cubicBezTo>
                <a:cubicBezTo>
                  <a:pt x="2328" y="1293"/>
                  <a:pt x="2330" y="1297"/>
                  <a:pt x="2334" y="1301"/>
                </a:cubicBezTo>
                <a:cubicBezTo>
                  <a:pt x="2328" y="1309"/>
                  <a:pt x="2328" y="1303"/>
                  <a:pt x="2320" y="1299"/>
                </a:cubicBezTo>
                <a:cubicBezTo>
                  <a:pt x="2303" y="1273"/>
                  <a:pt x="2296" y="1272"/>
                  <a:pt x="2298" y="1269"/>
                </a:cubicBezTo>
                <a:cubicBezTo>
                  <a:pt x="2277" y="1244"/>
                  <a:pt x="2272" y="1242"/>
                  <a:pt x="2273" y="1239"/>
                </a:cubicBezTo>
                <a:close/>
                <a:moveTo>
                  <a:pt x="2317" y="1315"/>
                </a:moveTo>
                <a:cubicBezTo>
                  <a:pt x="2316" y="1310"/>
                  <a:pt x="2308" y="1306"/>
                  <a:pt x="2306" y="1300"/>
                </a:cubicBezTo>
                <a:cubicBezTo>
                  <a:pt x="2304" y="1295"/>
                  <a:pt x="2300" y="1291"/>
                  <a:pt x="2297" y="1286"/>
                </a:cubicBezTo>
                <a:cubicBezTo>
                  <a:pt x="2289" y="1277"/>
                  <a:pt x="2282" y="1267"/>
                  <a:pt x="2274" y="1258"/>
                </a:cubicBezTo>
                <a:cubicBezTo>
                  <a:pt x="2277" y="1256"/>
                  <a:pt x="2276" y="1260"/>
                  <a:pt x="2279" y="1262"/>
                </a:cubicBezTo>
                <a:cubicBezTo>
                  <a:pt x="2282" y="1263"/>
                  <a:pt x="2284" y="1265"/>
                  <a:pt x="2287" y="1266"/>
                </a:cubicBezTo>
                <a:cubicBezTo>
                  <a:pt x="2287" y="1272"/>
                  <a:pt x="2292" y="1277"/>
                  <a:pt x="2298" y="1282"/>
                </a:cubicBezTo>
                <a:cubicBezTo>
                  <a:pt x="2299" y="1287"/>
                  <a:pt x="2306" y="1291"/>
                  <a:pt x="2308" y="1297"/>
                </a:cubicBezTo>
                <a:cubicBezTo>
                  <a:pt x="2320" y="1305"/>
                  <a:pt x="2321" y="1316"/>
                  <a:pt x="2335" y="1324"/>
                </a:cubicBezTo>
                <a:cubicBezTo>
                  <a:pt x="2329" y="1330"/>
                  <a:pt x="2326" y="1318"/>
                  <a:pt x="2317" y="1315"/>
                </a:cubicBezTo>
                <a:close/>
                <a:moveTo>
                  <a:pt x="2334" y="1329"/>
                </a:moveTo>
                <a:cubicBezTo>
                  <a:pt x="2335" y="1328"/>
                  <a:pt x="2337" y="1329"/>
                  <a:pt x="2339" y="1330"/>
                </a:cubicBezTo>
                <a:cubicBezTo>
                  <a:pt x="2353" y="1342"/>
                  <a:pt x="2363" y="1355"/>
                  <a:pt x="2382" y="1367"/>
                </a:cubicBezTo>
                <a:cubicBezTo>
                  <a:pt x="2388" y="1372"/>
                  <a:pt x="2390" y="1378"/>
                  <a:pt x="2398" y="1382"/>
                </a:cubicBezTo>
                <a:cubicBezTo>
                  <a:pt x="2404" y="1383"/>
                  <a:pt x="2397" y="1394"/>
                  <a:pt x="2404" y="1389"/>
                </a:cubicBezTo>
                <a:cubicBezTo>
                  <a:pt x="2405" y="1393"/>
                  <a:pt x="2410" y="1395"/>
                  <a:pt x="2411" y="1399"/>
                </a:cubicBezTo>
                <a:cubicBezTo>
                  <a:pt x="2413" y="1402"/>
                  <a:pt x="2423" y="1404"/>
                  <a:pt x="2420" y="1408"/>
                </a:cubicBezTo>
                <a:cubicBezTo>
                  <a:pt x="2423" y="1410"/>
                  <a:pt x="2431" y="1412"/>
                  <a:pt x="2425" y="1416"/>
                </a:cubicBezTo>
                <a:cubicBezTo>
                  <a:pt x="2424" y="1411"/>
                  <a:pt x="2420" y="1415"/>
                  <a:pt x="2414" y="1409"/>
                </a:cubicBezTo>
                <a:cubicBezTo>
                  <a:pt x="2408" y="1407"/>
                  <a:pt x="2411" y="1402"/>
                  <a:pt x="2405" y="1400"/>
                </a:cubicBezTo>
                <a:cubicBezTo>
                  <a:pt x="2398" y="1396"/>
                  <a:pt x="2391" y="1391"/>
                  <a:pt x="2385" y="1387"/>
                </a:cubicBezTo>
                <a:cubicBezTo>
                  <a:pt x="2366" y="1368"/>
                  <a:pt x="2351" y="1348"/>
                  <a:pt x="2334" y="1329"/>
                </a:cubicBezTo>
                <a:close/>
                <a:moveTo>
                  <a:pt x="2489" y="1477"/>
                </a:moveTo>
                <a:cubicBezTo>
                  <a:pt x="2484" y="1476"/>
                  <a:pt x="2475" y="1475"/>
                  <a:pt x="2474" y="1469"/>
                </a:cubicBezTo>
                <a:cubicBezTo>
                  <a:pt x="2394" y="1424"/>
                  <a:pt x="2383" y="1424"/>
                  <a:pt x="2370" y="1413"/>
                </a:cubicBezTo>
                <a:cubicBezTo>
                  <a:pt x="2334" y="1402"/>
                  <a:pt x="2329" y="1399"/>
                  <a:pt x="2324" y="1399"/>
                </a:cubicBezTo>
                <a:cubicBezTo>
                  <a:pt x="2273" y="1380"/>
                  <a:pt x="2269" y="1381"/>
                  <a:pt x="2264" y="1379"/>
                </a:cubicBezTo>
                <a:cubicBezTo>
                  <a:pt x="2221" y="1363"/>
                  <a:pt x="2217" y="1365"/>
                  <a:pt x="2215" y="1363"/>
                </a:cubicBezTo>
                <a:cubicBezTo>
                  <a:pt x="2193" y="1359"/>
                  <a:pt x="2189" y="1356"/>
                  <a:pt x="2186" y="1354"/>
                </a:cubicBezTo>
                <a:cubicBezTo>
                  <a:pt x="2160" y="1349"/>
                  <a:pt x="2155" y="1345"/>
                  <a:pt x="2150" y="1346"/>
                </a:cubicBezTo>
                <a:cubicBezTo>
                  <a:pt x="2069" y="1323"/>
                  <a:pt x="2059" y="1322"/>
                  <a:pt x="2049" y="1320"/>
                </a:cubicBezTo>
                <a:cubicBezTo>
                  <a:pt x="2000" y="1301"/>
                  <a:pt x="1995" y="1302"/>
                  <a:pt x="1990" y="1299"/>
                </a:cubicBezTo>
                <a:cubicBezTo>
                  <a:pt x="1896" y="1255"/>
                  <a:pt x="1890" y="1251"/>
                  <a:pt x="1885" y="1248"/>
                </a:cubicBezTo>
                <a:cubicBezTo>
                  <a:pt x="1873" y="1238"/>
                  <a:pt x="1875" y="1238"/>
                  <a:pt x="1877" y="1240"/>
                </a:cubicBezTo>
                <a:cubicBezTo>
                  <a:pt x="1922" y="1254"/>
                  <a:pt x="1926" y="1252"/>
                  <a:pt x="1931" y="1258"/>
                </a:cubicBezTo>
                <a:cubicBezTo>
                  <a:pt x="1967" y="1262"/>
                  <a:pt x="1971" y="1268"/>
                  <a:pt x="1973" y="1265"/>
                </a:cubicBezTo>
                <a:cubicBezTo>
                  <a:pt x="2029" y="1276"/>
                  <a:pt x="2037" y="1284"/>
                  <a:pt x="2042" y="1279"/>
                </a:cubicBezTo>
                <a:cubicBezTo>
                  <a:pt x="2089" y="1292"/>
                  <a:pt x="2094" y="1289"/>
                  <a:pt x="2100" y="1294"/>
                </a:cubicBezTo>
                <a:cubicBezTo>
                  <a:pt x="2177" y="1307"/>
                  <a:pt x="2183" y="1311"/>
                  <a:pt x="2187" y="1310"/>
                </a:cubicBezTo>
                <a:cubicBezTo>
                  <a:pt x="2256" y="1336"/>
                  <a:pt x="2257" y="1330"/>
                  <a:pt x="2258" y="1337"/>
                </a:cubicBezTo>
                <a:cubicBezTo>
                  <a:pt x="2304" y="1360"/>
                  <a:pt x="2324" y="1367"/>
                  <a:pt x="2345" y="1379"/>
                </a:cubicBezTo>
                <a:cubicBezTo>
                  <a:pt x="2411" y="1419"/>
                  <a:pt x="2413" y="1422"/>
                  <a:pt x="2414" y="1425"/>
                </a:cubicBezTo>
                <a:cubicBezTo>
                  <a:pt x="2449" y="1443"/>
                  <a:pt x="2462" y="1451"/>
                  <a:pt x="2475" y="1460"/>
                </a:cubicBezTo>
                <a:close/>
                <a:moveTo>
                  <a:pt x="2508" y="1489"/>
                </a:moveTo>
                <a:cubicBezTo>
                  <a:pt x="2505" y="1480"/>
                  <a:pt x="2519" y="1488"/>
                  <a:pt x="2524" y="1492"/>
                </a:cubicBezTo>
                <a:cubicBezTo>
                  <a:pt x="2519" y="1495"/>
                  <a:pt x="2512" y="1487"/>
                  <a:pt x="2508" y="1489"/>
                </a:cubicBezTo>
                <a:close/>
                <a:moveTo>
                  <a:pt x="2534" y="1501"/>
                </a:moveTo>
                <a:cubicBezTo>
                  <a:pt x="2531" y="1500"/>
                  <a:pt x="2529" y="1498"/>
                  <a:pt x="2526" y="1497"/>
                </a:cubicBezTo>
                <a:cubicBezTo>
                  <a:pt x="2524" y="1494"/>
                  <a:pt x="2527" y="1495"/>
                  <a:pt x="2529" y="1496"/>
                </a:cubicBezTo>
                <a:cubicBezTo>
                  <a:pt x="2532" y="1498"/>
                  <a:pt x="2534" y="1499"/>
                  <a:pt x="2537" y="1501"/>
                </a:cubicBezTo>
                <a:cubicBezTo>
                  <a:pt x="2539" y="1504"/>
                  <a:pt x="2535" y="1503"/>
                  <a:pt x="2534" y="1501"/>
                </a:cubicBezTo>
                <a:close/>
                <a:moveTo>
                  <a:pt x="2300" y="1676"/>
                </a:moveTo>
                <a:cubicBezTo>
                  <a:pt x="2304" y="1674"/>
                  <a:pt x="2308" y="1671"/>
                  <a:pt x="2314" y="1675"/>
                </a:cubicBezTo>
                <a:cubicBezTo>
                  <a:pt x="2309" y="1676"/>
                  <a:pt x="2305" y="1679"/>
                  <a:pt x="2300" y="1676"/>
                </a:cubicBezTo>
                <a:close/>
                <a:moveTo>
                  <a:pt x="2329" y="1675"/>
                </a:moveTo>
                <a:cubicBezTo>
                  <a:pt x="2326" y="1677"/>
                  <a:pt x="2321" y="1673"/>
                  <a:pt x="2317" y="1677"/>
                </a:cubicBezTo>
                <a:cubicBezTo>
                  <a:pt x="2313" y="1672"/>
                  <a:pt x="2324" y="1676"/>
                  <a:pt x="2326" y="1672"/>
                </a:cubicBezTo>
                <a:cubicBezTo>
                  <a:pt x="2330" y="1673"/>
                  <a:pt x="2334" y="1672"/>
                  <a:pt x="2338" y="1670"/>
                </a:cubicBezTo>
                <a:cubicBezTo>
                  <a:pt x="2342" y="1675"/>
                  <a:pt x="2332" y="1675"/>
                  <a:pt x="2329" y="1675"/>
                </a:cubicBezTo>
                <a:close/>
                <a:moveTo>
                  <a:pt x="2742" y="1593"/>
                </a:moveTo>
                <a:cubicBezTo>
                  <a:pt x="2729" y="1584"/>
                  <a:pt x="2729" y="1573"/>
                  <a:pt x="2717" y="1564"/>
                </a:cubicBezTo>
                <a:cubicBezTo>
                  <a:pt x="2704" y="1537"/>
                  <a:pt x="2702" y="1535"/>
                  <a:pt x="2699" y="1533"/>
                </a:cubicBezTo>
                <a:cubicBezTo>
                  <a:pt x="2684" y="1506"/>
                  <a:pt x="2685" y="1504"/>
                  <a:pt x="2683" y="1501"/>
                </a:cubicBezTo>
                <a:cubicBezTo>
                  <a:pt x="2650" y="1418"/>
                  <a:pt x="2654" y="1414"/>
                  <a:pt x="2651" y="1412"/>
                </a:cubicBezTo>
                <a:cubicBezTo>
                  <a:pt x="2638" y="1362"/>
                  <a:pt x="2638" y="1351"/>
                  <a:pt x="2636" y="1339"/>
                </a:cubicBezTo>
                <a:cubicBezTo>
                  <a:pt x="2625" y="1301"/>
                  <a:pt x="2630" y="1294"/>
                  <a:pt x="2625" y="1290"/>
                </a:cubicBezTo>
                <a:cubicBezTo>
                  <a:pt x="2622" y="1250"/>
                  <a:pt x="2621" y="1245"/>
                  <a:pt x="2621" y="1240"/>
                </a:cubicBezTo>
                <a:cubicBezTo>
                  <a:pt x="2612" y="1150"/>
                  <a:pt x="2607" y="1129"/>
                  <a:pt x="2608" y="1106"/>
                </a:cubicBezTo>
                <a:cubicBezTo>
                  <a:pt x="2616" y="1110"/>
                  <a:pt x="2612" y="1115"/>
                  <a:pt x="2616" y="1119"/>
                </a:cubicBezTo>
                <a:cubicBezTo>
                  <a:pt x="2620" y="1134"/>
                  <a:pt x="2621" y="1138"/>
                  <a:pt x="2620" y="1143"/>
                </a:cubicBezTo>
                <a:cubicBezTo>
                  <a:pt x="2635" y="1209"/>
                  <a:pt x="2637" y="1213"/>
                  <a:pt x="2636" y="1218"/>
                </a:cubicBezTo>
                <a:cubicBezTo>
                  <a:pt x="2642" y="1252"/>
                  <a:pt x="2643" y="1257"/>
                  <a:pt x="2643" y="1263"/>
                </a:cubicBezTo>
                <a:cubicBezTo>
                  <a:pt x="2658" y="1309"/>
                  <a:pt x="2657" y="1314"/>
                  <a:pt x="2657" y="1319"/>
                </a:cubicBezTo>
                <a:cubicBezTo>
                  <a:pt x="2668" y="1364"/>
                  <a:pt x="2668" y="1366"/>
                  <a:pt x="2666" y="1370"/>
                </a:cubicBezTo>
                <a:cubicBezTo>
                  <a:pt x="2671" y="1392"/>
                  <a:pt x="2676" y="1393"/>
                  <a:pt x="2676" y="1394"/>
                </a:cubicBezTo>
                <a:cubicBezTo>
                  <a:pt x="2681" y="1409"/>
                  <a:pt x="2673" y="1415"/>
                  <a:pt x="2680" y="1419"/>
                </a:cubicBezTo>
                <a:cubicBezTo>
                  <a:pt x="2689" y="1457"/>
                  <a:pt x="2692" y="1466"/>
                  <a:pt x="2698" y="1475"/>
                </a:cubicBezTo>
                <a:cubicBezTo>
                  <a:pt x="2724" y="1549"/>
                  <a:pt x="2735" y="1567"/>
                  <a:pt x="2748" y="1584"/>
                </a:cubicBezTo>
                <a:cubicBezTo>
                  <a:pt x="2774" y="1618"/>
                  <a:pt x="2781" y="1626"/>
                  <a:pt x="2788" y="1634"/>
                </a:cubicBezTo>
                <a:cubicBezTo>
                  <a:pt x="2756" y="1619"/>
                  <a:pt x="2754" y="1614"/>
                  <a:pt x="2750" y="1609"/>
                </a:cubicBezTo>
                <a:close/>
                <a:moveTo>
                  <a:pt x="2716" y="1610"/>
                </a:moveTo>
                <a:cubicBezTo>
                  <a:pt x="2718" y="1613"/>
                  <a:pt x="2713" y="1611"/>
                  <a:pt x="2711" y="1609"/>
                </a:cubicBezTo>
                <a:cubicBezTo>
                  <a:pt x="2708" y="1605"/>
                  <a:pt x="2713" y="1608"/>
                  <a:pt x="2716" y="1610"/>
                </a:cubicBezTo>
                <a:close/>
                <a:moveTo>
                  <a:pt x="2687" y="1582"/>
                </a:moveTo>
                <a:cubicBezTo>
                  <a:pt x="2683" y="1586"/>
                  <a:pt x="2677" y="1577"/>
                  <a:pt x="2673" y="1576"/>
                </a:cubicBezTo>
                <a:cubicBezTo>
                  <a:pt x="2647" y="1538"/>
                  <a:pt x="2652" y="1531"/>
                  <a:pt x="2645" y="1526"/>
                </a:cubicBezTo>
                <a:cubicBezTo>
                  <a:pt x="2627" y="1486"/>
                  <a:pt x="2621" y="1477"/>
                  <a:pt x="2619" y="1467"/>
                </a:cubicBezTo>
                <a:cubicBezTo>
                  <a:pt x="2594" y="1380"/>
                  <a:pt x="2592" y="1371"/>
                  <a:pt x="2592" y="1362"/>
                </a:cubicBezTo>
                <a:cubicBezTo>
                  <a:pt x="2580" y="1281"/>
                  <a:pt x="2583" y="1276"/>
                  <a:pt x="2582" y="1272"/>
                </a:cubicBezTo>
                <a:cubicBezTo>
                  <a:pt x="2585" y="1242"/>
                  <a:pt x="2578" y="1239"/>
                  <a:pt x="2581" y="1234"/>
                </a:cubicBezTo>
                <a:cubicBezTo>
                  <a:pt x="2578" y="1214"/>
                  <a:pt x="2576" y="1213"/>
                  <a:pt x="2575" y="1212"/>
                </a:cubicBezTo>
                <a:cubicBezTo>
                  <a:pt x="2574" y="1144"/>
                  <a:pt x="2577" y="1139"/>
                  <a:pt x="2572" y="1137"/>
                </a:cubicBezTo>
                <a:cubicBezTo>
                  <a:pt x="2574" y="1098"/>
                  <a:pt x="2569" y="1092"/>
                  <a:pt x="2573" y="1085"/>
                </a:cubicBezTo>
                <a:cubicBezTo>
                  <a:pt x="2570" y="1056"/>
                  <a:pt x="2569" y="1050"/>
                  <a:pt x="2566" y="1044"/>
                </a:cubicBezTo>
                <a:cubicBezTo>
                  <a:pt x="2572" y="1064"/>
                  <a:pt x="2576" y="1069"/>
                  <a:pt x="2574" y="1075"/>
                </a:cubicBezTo>
                <a:cubicBezTo>
                  <a:pt x="2582" y="1149"/>
                  <a:pt x="2583" y="1152"/>
                  <a:pt x="2584" y="1155"/>
                </a:cubicBezTo>
                <a:cubicBezTo>
                  <a:pt x="2588" y="1193"/>
                  <a:pt x="2583" y="1206"/>
                  <a:pt x="2587" y="1217"/>
                </a:cubicBezTo>
                <a:cubicBezTo>
                  <a:pt x="2589" y="1273"/>
                  <a:pt x="2591" y="1275"/>
                  <a:pt x="2592" y="1276"/>
                </a:cubicBezTo>
                <a:cubicBezTo>
                  <a:pt x="2589" y="1301"/>
                  <a:pt x="2594" y="1311"/>
                  <a:pt x="2592" y="1323"/>
                </a:cubicBezTo>
                <a:cubicBezTo>
                  <a:pt x="2594" y="1347"/>
                  <a:pt x="2599" y="1352"/>
                  <a:pt x="2598" y="1358"/>
                </a:cubicBezTo>
                <a:cubicBezTo>
                  <a:pt x="2604" y="1388"/>
                  <a:pt x="2602" y="1391"/>
                  <a:pt x="2606" y="1393"/>
                </a:cubicBezTo>
                <a:cubicBezTo>
                  <a:pt x="2611" y="1423"/>
                  <a:pt x="2611" y="1425"/>
                  <a:pt x="2615" y="1427"/>
                </a:cubicBezTo>
                <a:cubicBezTo>
                  <a:pt x="2628" y="1467"/>
                  <a:pt x="2631" y="1472"/>
                  <a:pt x="2633" y="1478"/>
                </a:cubicBezTo>
                <a:cubicBezTo>
                  <a:pt x="2651" y="1517"/>
                  <a:pt x="2656" y="1521"/>
                  <a:pt x="2658" y="1527"/>
                </a:cubicBezTo>
                <a:cubicBezTo>
                  <a:pt x="2697" y="1593"/>
                  <a:pt x="2691" y="1584"/>
                  <a:pt x="2687" y="1582"/>
                </a:cubicBezTo>
                <a:close/>
                <a:moveTo>
                  <a:pt x="2144" y="1575"/>
                </a:moveTo>
                <a:cubicBezTo>
                  <a:pt x="2148" y="1570"/>
                  <a:pt x="2154" y="1577"/>
                  <a:pt x="2158" y="1574"/>
                </a:cubicBezTo>
                <a:cubicBezTo>
                  <a:pt x="2160" y="1578"/>
                  <a:pt x="2149" y="1578"/>
                  <a:pt x="2144" y="1575"/>
                </a:cubicBezTo>
                <a:close/>
                <a:moveTo>
                  <a:pt x="2526" y="1607"/>
                </a:moveTo>
                <a:cubicBezTo>
                  <a:pt x="2524" y="1607"/>
                  <a:pt x="2522" y="1607"/>
                  <a:pt x="2520" y="1605"/>
                </a:cubicBezTo>
                <a:cubicBezTo>
                  <a:pt x="2516" y="1609"/>
                  <a:pt x="2511" y="1603"/>
                  <a:pt x="2508" y="1607"/>
                </a:cubicBezTo>
                <a:cubicBezTo>
                  <a:pt x="2499" y="1605"/>
                  <a:pt x="2490" y="1605"/>
                  <a:pt x="2482" y="1606"/>
                </a:cubicBezTo>
                <a:cubicBezTo>
                  <a:pt x="2480" y="1603"/>
                  <a:pt x="2484" y="1601"/>
                  <a:pt x="2486" y="1604"/>
                </a:cubicBezTo>
                <a:cubicBezTo>
                  <a:pt x="2489" y="1602"/>
                  <a:pt x="2492" y="1603"/>
                  <a:pt x="2494" y="1601"/>
                </a:cubicBezTo>
                <a:cubicBezTo>
                  <a:pt x="2507" y="1605"/>
                  <a:pt x="2518" y="1601"/>
                  <a:pt x="2531" y="1604"/>
                </a:cubicBezTo>
                <a:cubicBezTo>
                  <a:pt x="2533" y="1608"/>
                  <a:pt x="2528" y="1604"/>
                  <a:pt x="2526" y="1607"/>
                </a:cubicBezTo>
                <a:close/>
                <a:moveTo>
                  <a:pt x="2567" y="1613"/>
                </a:moveTo>
                <a:cubicBezTo>
                  <a:pt x="2559" y="1606"/>
                  <a:pt x="2555" y="1614"/>
                  <a:pt x="2547" y="1607"/>
                </a:cubicBezTo>
                <a:cubicBezTo>
                  <a:pt x="2553" y="1605"/>
                  <a:pt x="2561" y="1610"/>
                  <a:pt x="2568" y="1608"/>
                </a:cubicBezTo>
                <a:cubicBezTo>
                  <a:pt x="2574" y="1610"/>
                  <a:pt x="2580" y="1607"/>
                  <a:pt x="2587" y="1610"/>
                </a:cubicBezTo>
                <a:cubicBezTo>
                  <a:pt x="2581" y="1615"/>
                  <a:pt x="2573" y="1607"/>
                  <a:pt x="2567" y="1613"/>
                </a:cubicBezTo>
                <a:close/>
                <a:moveTo>
                  <a:pt x="2540" y="1598"/>
                </a:moveTo>
                <a:cubicBezTo>
                  <a:pt x="2525" y="1593"/>
                  <a:pt x="2512" y="1597"/>
                  <a:pt x="2497" y="1592"/>
                </a:cubicBezTo>
                <a:cubicBezTo>
                  <a:pt x="2450" y="1595"/>
                  <a:pt x="2441" y="1586"/>
                  <a:pt x="2435" y="1590"/>
                </a:cubicBezTo>
                <a:cubicBezTo>
                  <a:pt x="2387" y="1588"/>
                  <a:pt x="2379" y="1582"/>
                  <a:pt x="2372" y="1583"/>
                </a:cubicBezTo>
                <a:cubicBezTo>
                  <a:pt x="2312" y="1577"/>
                  <a:pt x="2305" y="1580"/>
                  <a:pt x="2296" y="1579"/>
                </a:cubicBezTo>
                <a:cubicBezTo>
                  <a:pt x="2241" y="1575"/>
                  <a:pt x="2238" y="1581"/>
                  <a:pt x="2233" y="1579"/>
                </a:cubicBezTo>
                <a:cubicBezTo>
                  <a:pt x="2204" y="1581"/>
                  <a:pt x="2199" y="1578"/>
                  <a:pt x="2196" y="1580"/>
                </a:cubicBezTo>
                <a:cubicBezTo>
                  <a:pt x="2167" y="1578"/>
                  <a:pt x="2165" y="1578"/>
                  <a:pt x="2162" y="1576"/>
                </a:cubicBezTo>
                <a:cubicBezTo>
                  <a:pt x="2207" y="1569"/>
                  <a:pt x="2214" y="1577"/>
                  <a:pt x="2219" y="1572"/>
                </a:cubicBezTo>
                <a:cubicBezTo>
                  <a:pt x="2278" y="1569"/>
                  <a:pt x="2290" y="1571"/>
                  <a:pt x="2300" y="1569"/>
                </a:cubicBezTo>
                <a:cubicBezTo>
                  <a:pt x="2323" y="1569"/>
                  <a:pt x="2329" y="1569"/>
                  <a:pt x="2335" y="1568"/>
                </a:cubicBezTo>
                <a:cubicBezTo>
                  <a:pt x="2440" y="1571"/>
                  <a:pt x="2444" y="1568"/>
                  <a:pt x="2449" y="1566"/>
                </a:cubicBezTo>
                <a:cubicBezTo>
                  <a:pt x="2502" y="1575"/>
                  <a:pt x="2506" y="1569"/>
                  <a:pt x="2512" y="1573"/>
                </a:cubicBezTo>
                <a:cubicBezTo>
                  <a:pt x="2567" y="1582"/>
                  <a:pt x="2574" y="1579"/>
                  <a:pt x="2583" y="1581"/>
                </a:cubicBezTo>
                <a:cubicBezTo>
                  <a:pt x="2641" y="1590"/>
                  <a:pt x="2646" y="1593"/>
                  <a:pt x="2652" y="1596"/>
                </a:cubicBezTo>
                <a:cubicBezTo>
                  <a:pt x="2707" y="1622"/>
                  <a:pt x="2702" y="1616"/>
                  <a:pt x="2699" y="1619"/>
                </a:cubicBezTo>
                <a:cubicBezTo>
                  <a:pt x="2672" y="1612"/>
                  <a:pt x="2669" y="1612"/>
                  <a:pt x="2666" y="1613"/>
                </a:cubicBezTo>
                <a:cubicBezTo>
                  <a:pt x="2637" y="1606"/>
                  <a:pt x="2631" y="1611"/>
                  <a:pt x="2624" y="1606"/>
                </a:cubicBezTo>
                <a:close/>
                <a:moveTo>
                  <a:pt x="2597" y="1611"/>
                </a:moveTo>
                <a:cubicBezTo>
                  <a:pt x="2606" y="1607"/>
                  <a:pt x="2618" y="1619"/>
                  <a:pt x="2627" y="1613"/>
                </a:cubicBezTo>
                <a:cubicBezTo>
                  <a:pt x="2633" y="1619"/>
                  <a:pt x="2636" y="1614"/>
                  <a:pt x="2642" y="1618"/>
                </a:cubicBezTo>
                <a:cubicBezTo>
                  <a:pt x="2633" y="1621"/>
                  <a:pt x="2623" y="1619"/>
                  <a:pt x="2614" y="1621"/>
                </a:cubicBezTo>
                <a:cubicBezTo>
                  <a:pt x="2608" y="1613"/>
                  <a:pt x="2605" y="1615"/>
                  <a:pt x="2597" y="1611"/>
                </a:cubicBezTo>
                <a:close/>
                <a:moveTo>
                  <a:pt x="2763" y="1649"/>
                </a:moveTo>
                <a:cubicBezTo>
                  <a:pt x="2754" y="1649"/>
                  <a:pt x="2745" y="1646"/>
                  <a:pt x="2735" y="1643"/>
                </a:cubicBezTo>
                <a:cubicBezTo>
                  <a:pt x="2676" y="1644"/>
                  <a:pt x="2666" y="1642"/>
                  <a:pt x="2656" y="1643"/>
                </a:cubicBezTo>
                <a:cubicBezTo>
                  <a:pt x="2619" y="1644"/>
                  <a:pt x="2610" y="1645"/>
                  <a:pt x="2601" y="1648"/>
                </a:cubicBezTo>
                <a:cubicBezTo>
                  <a:pt x="2566" y="1648"/>
                  <a:pt x="2563" y="1648"/>
                  <a:pt x="2560" y="1650"/>
                </a:cubicBezTo>
                <a:cubicBezTo>
                  <a:pt x="2515" y="1653"/>
                  <a:pt x="2510" y="1656"/>
                  <a:pt x="2503" y="1654"/>
                </a:cubicBezTo>
                <a:cubicBezTo>
                  <a:pt x="2451" y="1659"/>
                  <a:pt x="2440" y="1669"/>
                  <a:pt x="2426" y="1663"/>
                </a:cubicBezTo>
                <a:cubicBezTo>
                  <a:pt x="2376" y="1673"/>
                  <a:pt x="2369" y="1667"/>
                  <a:pt x="2365" y="1672"/>
                </a:cubicBezTo>
                <a:cubicBezTo>
                  <a:pt x="2379" y="1668"/>
                  <a:pt x="2384" y="1667"/>
                  <a:pt x="2389" y="1664"/>
                </a:cubicBezTo>
                <a:cubicBezTo>
                  <a:pt x="2438" y="1657"/>
                  <a:pt x="2443" y="1656"/>
                  <a:pt x="2448" y="1654"/>
                </a:cubicBezTo>
                <a:cubicBezTo>
                  <a:pt x="2508" y="1641"/>
                  <a:pt x="2511" y="1645"/>
                  <a:pt x="2512" y="1644"/>
                </a:cubicBezTo>
                <a:cubicBezTo>
                  <a:pt x="2542" y="1641"/>
                  <a:pt x="2546" y="1637"/>
                  <a:pt x="2551" y="1636"/>
                </a:cubicBezTo>
                <a:cubicBezTo>
                  <a:pt x="2604" y="1630"/>
                  <a:pt x="2614" y="1631"/>
                  <a:pt x="2623" y="1627"/>
                </a:cubicBezTo>
                <a:cubicBezTo>
                  <a:pt x="2687" y="1626"/>
                  <a:pt x="2697" y="1629"/>
                  <a:pt x="2705" y="1626"/>
                </a:cubicBezTo>
                <a:cubicBezTo>
                  <a:pt x="2750" y="1637"/>
                  <a:pt x="2753" y="1632"/>
                  <a:pt x="2757" y="1637"/>
                </a:cubicBezTo>
                <a:cubicBezTo>
                  <a:pt x="2783" y="1654"/>
                  <a:pt x="2773" y="1651"/>
                  <a:pt x="2763" y="1649"/>
                </a:cubicBezTo>
                <a:close/>
                <a:moveTo>
                  <a:pt x="2805" y="1637"/>
                </a:moveTo>
                <a:cubicBezTo>
                  <a:pt x="2800" y="1634"/>
                  <a:pt x="2797" y="1631"/>
                  <a:pt x="2796" y="1626"/>
                </a:cubicBezTo>
                <a:cubicBezTo>
                  <a:pt x="2758" y="1589"/>
                  <a:pt x="2761" y="1584"/>
                  <a:pt x="2756" y="1581"/>
                </a:cubicBezTo>
                <a:cubicBezTo>
                  <a:pt x="2746" y="1568"/>
                  <a:pt x="2747" y="1564"/>
                  <a:pt x="2740" y="1561"/>
                </a:cubicBezTo>
                <a:cubicBezTo>
                  <a:pt x="2730" y="1535"/>
                  <a:pt x="2730" y="1532"/>
                  <a:pt x="2727" y="1530"/>
                </a:cubicBezTo>
                <a:cubicBezTo>
                  <a:pt x="2718" y="1506"/>
                  <a:pt x="2718" y="1503"/>
                  <a:pt x="2714" y="1501"/>
                </a:cubicBezTo>
                <a:cubicBezTo>
                  <a:pt x="2687" y="1421"/>
                  <a:pt x="2685" y="1400"/>
                  <a:pt x="2677" y="1380"/>
                </a:cubicBezTo>
                <a:cubicBezTo>
                  <a:pt x="2674" y="1353"/>
                  <a:pt x="2671" y="1351"/>
                  <a:pt x="2673" y="1348"/>
                </a:cubicBezTo>
                <a:cubicBezTo>
                  <a:pt x="2646" y="1236"/>
                  <a:pt x="2645" y="1214"/>
                  <a:pt x="2642" y="1194"/>
                </a:cubicBezTo>
                <a:cubicBezTo>
                  <a:pt x="2628" y="1129"/>
                  <a:pt x="2621" y="1127"/>
                  <a:pt x="2623" y="1123"/>
                </a:cubicBezTo>
                <a:cubicBezTo>
                  <a:pt x="2620" y="1109"/>
                  <a:pt x="2614" y="1106"/>
                  <a:pt x="2617" y="1101"/>
                </a:cubicBezTo>
                <a:cubicBezTo>
                  <a:pt x="2600" y="1060"/>
                  <a:pt x="2601" y="1047"/>
                  <a:pt x="2596" y="1035"/>
                </a:cubicBezTo>
                <a:cubicBezTo>
                  <a:pt x="2606" y="1050"/>
                  <a:pt x="2612" y="1052"/>
                  <a:pt x="2608" y="1056"/>
                </a:cubicBezTo>
                <a:cubicBezTo>
                  <a:pt x="2633" y="1119"/>
                  <a:pt x="2633" y="1126"/>
                  <a:pt x="2632" y="1133"/>
                </a:cubicBezTo>
                <a:cubicBezTo>
                  <a:pt x="2642" y="1158"/>
                  <a:pt x="2644" y="1164"/>
                  <a:pt x="2643" y="1171"/>
                </a:cubicBezTo>
                <a:cubicBezTo>
                  <a:pt x="2653" y="1196"/>
                  <a:pt x="2654" y="1203"/>
                  <a:pt x="2657" y="1209"/>
                </a:cubicBezTo>
                <a:cubicBezTo>
                  <a:pt x="2667" y="1272"/>
                  <a:pt x="2677" y="1274"/>
                  <a:pt x="2671" y="1279"/>
                </a:cubicBezTo>
                <a:cubicBezTo>
                  <a:pt x="2685" y="1333"/>
                  <a:pt x="2681" y="1340"/>
                  <a:pt x="2688" y="1345"/>
                </a:cubicBezTo>
                <a:cubicBezTo>
                  <a:pt x="2693" y="1378"/>
                  <a:pt x="2694" y="1381"/>
                  <a:pt x="2696" y="1384"/>
                </a:cubicBezTo>
                <a:cubicBezTo>
                  <a:pt x="2700" y="1418"/>
                  <a:pt x="2706" y="1420"/>
                  <a:pt x="2703" y="1423"/>
                </a:cubicBezTo>
                <a:cubicBezTo>
                  <a:pt x="2722" y="1475"/>
                  <a:pt x="2722" y="1478"/>
                  <a:pt x="2723" y="1481"/>
                </a:cubicBezTo>
                <a:cubicBezTo>
                  <a:pt x="2751" y="1548"/>
                  <a:pt x="2760" y="1560"/>
                  <a:pt x="2766" y="1573"/>
                </a:cubicBezTo>
                <a:cubicBezTo>
                  <a:pt x="2784" y="1604"/>
                  <a:pt x="2791" y="1605"/>
                  <a:pt x="2789" y="1609"/>
                </a:cubicBezTo>
                <a:close/>
                <a:moveTo>
                  <a:pt x="2817" y="1654"/>
                </a:moveTo>
                <a:cubicBezTo>
                  <a:pt x="2819" y="1652"/>
                  <a:pt x="2819" y="1650"/>
                  <a:pt x="2818" y="1649"/>
                </a:cubicBezTo>
                <a:cubicBezTo>
                  <a:pt x="2824" y="1647"/>
                  <a:pt x="2833" y="1657"/>
                  <a:pt x="2836" y="1661"/>
                </a:cubicBezTo>
                <a:cubicBezTo>
                  <a:pt x="2827" y="1663"/>
                  <a:pt x="2826" y="1655"/>
                  <a:pt x="2817" y="1654"/>
                </a:cubicBezTo>
                <a:close/>
                <a:moveTo>
                  <a:pt x="2828" y="1677"/>
                </a:moveTo>
                <a:cubicBezTo>
                  <a:pt x="2829" y="1675"/>
                  <a:pt x="2831" y="1673"/>
                  <a:pt x="2832" y="1671"/>
                </a:cubicBezTo>
                <a:cubicBezTo>
                  <a:pt x="2835" y="1671"/>
                  <a:pt x="2840" y="1673"/>
                  <a:pt x="2844" y="1677"/>
                </a:cubicBezTo>
                <a:cubicBezTo>
                  <a:pt x="2839" y="1679"/>
                  <a:pt x="2834" y="1679"/>
                  <a:pt x="2828" y="1677"/>
                </a:cubicBezTo>
                <a:close/>
                <a:moveTo>
                  <a:pt x="2900" y="1640"/>
                </a:moveTo>
                <a:cubicBezTo>
                  <a:pt x="2895" y="1633"/>
                  <a:pt x="2905" y="1639"/>
                  <a:pt x="2904" y="1641"/>
                </a:cubicBezTo>
                <a:cubicBezTo>
                  <a:pt x="2904" y="1642"/>
                  <a:pt x="2900" y="1641"/>
                  <a:pt x="2900" y="1640"/>
                </a:cubicBezTo>
                <a:close/>
                <a:moveTo>
                  <a:pt x="2864" y="1737"/>
                </a:moveTo>
                <a:cubicBezTo>
                  <a:pt x="2860" y="1739"/>
                  <a:pt x="2856" y="1743"/>
                  <a:pt x="2851" y="1741"/>
                </a:cubicBezTo>
                <a:cubicBezTo>
                  <a:pt x="2847" y="1745"/>
                  <a:pt x="2843" y="1748"/>
                  <a:pt x="2837" y="1746"/>
                </a:cubicBezTo>
                <a:cubicBezTo>
                  <a:pt x="2834" y="1753"/>
                  <a:pt x="2829" y="1752"/>
                  <a:pt x="2825" y="1753"/>
                </a:cubicBezTo>
                <a:cubicBezTo>
                  <a:pt x="2822" y="1759"/>
                  <a:pt x="2817" y="1754"/>
                  <a:pt x="2813" y="1758"/>
                </a:cubicBezTo>
                <a:cubicBezTo>
                  <a:pt x="2811" y="1757"/>
                  <a:pt x="2810" y="1760"/>
                  <a:pt x="2809" y="1761"/>
                </a:cubicBezTo>
                <a:cubicBezTo>
                  <a:pt x="2807" y="1762"/>
                  <a:pt x="2807" y="1761"/>
                  <a:pt x="2806" y="1761"/>
                </a:cubicBezTo>
                <a:cubicBezTo>
                  <a:pt x="2804" y="1762"/>
                  <a:pt x="2799" y="1763"/>
                  <a:pt x="2797" y="1766"/>
                </a:cubicBezTo>
                <a:cubicBezTo>
                  <a:pt x="2796" y="1768"/>
                  <a:pt x="2791" y="1771"/>
                  <a:pt x="2787" y="1770"/>
                </a:cubicBezTo>
                <a:cubicBezTo>
                  <a:pt x="2779" y="1776"/>
                  <a:pt x="2771" y="1778"/>
                  <a:pt x="2762" y="1779"/>
                </a:cubicBezTo>
                <a:cubicBezTo>
                  <a:pt x="2761" y="1784"/>
                  <a:pt x="2757" y="1780"/>
                  <a:pt x="2755" y="1782"/>
                </a:cubicBezTo>
                <a:cubicBezTo>
                  <a:pt x="2753" y="1784"/>
                  <a:pt x="2751" y="1785"/>
                  <a:pt x="2749" y="1784"/>
                </a:cubicBezTo>
                <a:cubicBezTo>
                  <a:pt x="2745" y="1785"/>
                  <a:pt x="2741" y="1789"/>
                  <a:pt x="2736" y="1788"/>
                </a:cubicBezTo>
                <a:cubicBezTo>
                  <a:pt x="2732" y="1791"/>
                  <a:pt x="2726" y="1789"/>
                  <a:pt x="2722" y="1792"/>
                </a:cubicBezTo>
                <a:cubicBezTo>
                  <a:pt x="2720" y="1791"/>
                  <a:pt x="2719" y="1795"/>
                  <a:pt x="2716" y="1793"/>
                </a:cubicBezTo>
                <a:cubicBezTo>
                  <a:pt x="2714" y="1793"/>
                  <a:pt x="2712" y="1793"/>
                  <a:pt x="2710" y="1795"/>
                </a:cubicBezTo>
                <a:cubicBezTo>
                  <a:pt x="2707" y="1789"/>
                  <a:pt x="2717" y="1789"/>
                  <a:pt x="2720" y="1788"/>
                </a:cubicBezTo>
                <a:cubicBezTo>
                  <a:pt x="2724" y="1786"/>
                  <a:pt x="2726" y="1778"/>
                  <a:pt x="2732" y="1783"/>
                </a:cubicBezTo>
                <a:cubicBezTo>
                  <a:pt x="2734" y="1775"/>
                  <a:pt x="2739" y="1776"/>
                  <a:pt x="2742" y="1774"/>
                </a:cubicBezTo>
                <a:cubicBezTo>
                  <a:pt x="2745" y="1768"/>
                  <a:pt x="2750" y="1771"/>
                  <a:pt x="2753" y="1766"/>
                </a:cubicBezTo>
                <a:cubicBezTo>
                  <a:pt x="2762" y="1766"/>
                  <a:pt x="2768" y="1758"/>
                  <a:pt x="2776" y="1755"/>
                </a:cubicBezTo>
                <a:cubicBezTo>
                  <a:pt x="2783" y="1749"/>
                  <a:pt x="2792" y="1749"/>
                  <a:pt x="2799" y="1741"/>
                </a:cubicBezTo>
                <a:cubicBezTo>
                  <a:pt x="2810" y="1740"/>
                  <a:pt x="2821" y="1735"/>
                  <a:pt x="2831" y="1731"/>
                </a:cubicBezTo>
                <a:cubicBezTo>
                  <a:pt x="2836" y="1732"/>
                  <a:pt x="2840" y="1731"/>
                  <a:pt x="2843" y="1729"/>
                </a:cubicBezTo>
                <a:cubicBezTo>
                  <a:pt x="2849" y="1735"/>
                  <a:pt x="2851" y="1724"/>
                  <a:pt x="2856" y="1729"/>
                </a:cubicBezTo>
                <a:cubicBezTo>
                  <a:pt x="2864" y="1725"/>
                  <a:pt x="2872" y="1724"/>
                  <a:pt x="2880" y="1721"/>
                </a:cubicBezTo>
                <a:cubicBezTo>
                  <a:pt x="2893" y="1726"/>
                  <a:pt x="2905" y="1722"/>
                  <a:pt x="2918" y="1726"/>
                </a:cubicBezTo>
                <a:cubicBezTo>
                  <a:pt x="2900" y="1729"/>
                  <a:pt x="2882" y="1734"/>
                  <a:pt x="2864" y="1737"/>
                </a:cubicBezTo>
                <a:close/>
                <a:moveTo>
                  <a:pt x="2915" y="1687"/>
                </a:moveTo>
                <a:cubicBezTo>
                  <a:pt x="2914" y="1684"/>
                  <a:pt x="2912" y="1681"/>
                  <a:pt x="2912" y="1677"/>
                </a:cubicBezTo>
                <a:cubicBezTo>
                  <a:pt x="2906" y="1672"/>
                  <a:pt x="2907" y="1664"/>
                  <a:pt x="2900" y="1659"/>
                </a:cubicBezTo>
                <a:cubicBezTo>
                  <a:pt x="2904" y="1655"/>
                  <a:pt x="2909" y="1664"/>
                  <a:pt x="2908" y="1667"/>
                </a:cubicBezTo>
                <a:cubicBezTo>
                  <a:pt x="2913" y="1670"/>
                  <a:pt x="2912" y="1673"/>
                  <a:pt x="2915" y="1677"/>
                </a:cubicBezTo>
                <a:cubicBezTo>
                  <a:pt x="2917" y="1678"/>
                  <a:pt x="2915" y="1681"/>
                  <a:pt x="2916" y="1683"/>
                </a:cubicBezTo>
                <a:cubicBezTo>
                  <a:pt x="2916" y="1684"/>
                  <a:pt x="2919" y="1684"/>
                  <a:pt x="2920" y="1685"/>
                </a:cubicBezTo>
                <a:cubicBezTo>
                  <a:pt x="2920" y="1685"/>
                  <a:pt x="2918" y="1686"/>
                  <a:pt x="2918" y="1687"/>
                </a:cubicBezTo>
                <a:cubicBezTo>
                  <a:pt x="2920" y="1690"/>
                  <a:pt x="2927" y="1693"/>
                  <a:pt x="2922" y="1697"/>
                </a:cubicBezTo>
                <a:cubicBezTo>
                  <a:pt x="2915" y="1695"/>
                  <a:pt x="2918" y="1691"/>
                  <a:pt x="2915" y="1687"/>
                </a:cubicBezTo>
                <a:close/>
                <a:moveTo>
                  <a:pt x="2921" y="1726"/>
                </a:moveTo>
                <a:cubicBezTo>
                  <a:pt x="2924" y="1725"/>
                  <a:pt x="2927" y="1725"/>
                  <a:pt x="2929" y="1726"/>
                </a:cubicBezTo>
                <a:cubicBezTo>
                  <a:pt x="2933" y="1729"/>
                  <a:pt x="2924" y="1727"/>
                  <a:pt x="2921" y="1726"/>
                </a:cubicBezTo>
                <a:close/>
                <a:moveTo>
                  <a:pt x="2925" y="1704"/>
                </a:moveTo>
                <a:cubicBezTo>
                  <a:pt x="2926" y="1701"/>
                  <a:pt x="2929" y="1702"/>
                  <a:pt x="2931" y="1703"/>
                </a:cubicBezTo>
                <a:cubicBezTo>
                  <a:pt x="2930" y="1704"/>
                  <a:pt x="2931" y="1705"/>
                  <a:pt x="2932" y="1706"/>
                </a:cubicBezTo>
                <a:cubicBezTo>
                  <a:pt x="2930" y="1708"/>
                  <a:pt x="2927" y="1706"/>
                  <a:pt x="2925" y="1704"/>
                </a:cubicBezTo>
                <a:close/>
                <a:moveTo>
                  <a:pt x="2954" y="1716"/>
                </a:moveTo>
                <a:cubicBezTo>
                  <a:pt x="2953" y="1717"/>
                  <a:pt x="2950" y="1716"/>
                  <a:pt x="2949" y="1715"/>
                </a:cubicBezTo>
                <a:cubicBezTo>
                  <a:pt x="2945" y="1708"/>
                  <a:pt x="2955" y="1714"/>
                  <a:pt x="2954" y="1716"/>
                </a:cubicBezTo>
                <a:close/>
                <a:moveTo>
                  <a:pt x="2973" y="1726"/>
                </a:moveTo>
                <a:cubicBezTo>
                  <a:pt x="2968" y="1724"/>
                  <a:pt x="2972" y="1720"/>
                  <a:pt x="2969" y="1718"/>
                </a:cubicBezTo>
                <a:cubicBezTo>
                  <a:pt x="2938" y="1683"/>
                  <a:pt x="2930" y="1679"/>
                  <a:pt x="2927" y="1674"/>
                </a:cubicBezTo>
                <a:cubicBezTo>
                  <a:pt x="2915" y="1643"/>
                  <a:pt x="2912" y="1636"/>
                  <a:pt x="2907" y="1629"/>
                </a:cubicBezTo>
                <a:cubicBezTo>
                  <a:pt x="2892" y="1579"/>
                  <a:pt x="2886" y="1575"/>
                  <a:pt x="2887" y="1569"/>
                </a:cubicBezTo>
                <a:cubicBezTo>
                  <a:pt x="2883" y="1542"/>
                  <a:pt x="2877" y="1540"/>
                  <a:pt x="2879" y="1538"/>
                </a:cubicBezTo>
                <a:cubicBezTo>
                  <a:pt x="2871" y="1501"/>
                  <a:pt x="2870" y="1496"/>
                  <a:pt x="2868" y="1491"/>
                </a:cubicBezTo>
                <a:cubicBezTo>
                  <a:pt x="2853" y="1392"/>
                  <a:pt x="2859" y="1387"/>
                  <a:pt x="2855" y="1385"/>
                </a:cubicBezTo>
                <a:cubicBezTo>
                  <a:pt x="2851" y="1351"/>
                  <a:pt x="2854" y="1340"/>
                  <a:pt x="2850" y="1330"/>
                </a:cubicBezTo>
                <a:cubicBezTo>
                  <a:pt x="2857" y="1350"/>
                  <a:pt x="2862" y="1353"/>
                  <a:pt x="2863" y="1357"/>
                </a:cubicBezTo>
                <a:cubicBezTo>
                  <a:pt x="2872" y="1389"/>
                  <a:pt x="2874" y="1392"/>
                  <a:pt x="2874" y="1395"/>
                </a:cubicBezTo>
                <a:cubicBezTo>
                  <a:pt x="2880" y="1418"/>
                  <a:pt x="2877" y="1423"/>
                  <a:pt x="2880" y="1426"/>
                </a:cubicBezTo>
                <a:cubicBezTo>
                  <a:pt x="2883" y="1449"/>
                  <a:pt x="2885" y="1452"/>
                  <a:pt x="2886" y="1456"/>
                </a:cubicBezTo>
                <a:cubicBezTo>
                  <a:pt x="2887" y="1491"/>
                  <a:pt x="2897" y="1495"/>
                  <a:pt x="2892" y="1502"/>
                </a:cubicBezTo>
                <a:cubicBezTo>
                  <a:pt x="2901" y="1537"/>
                  <a:pt x="2901" y="1540"/>
                  <a:pt x="2899" y="1543"/>
                </a:cubicBezTo>
                <a:cubicBezTo>
                  <a:pt x="2907" y="1572"/>
                  <a:pt x="2913" y="1576"/>
                  <a:pt x="2910" y="1582"/>
                </a:cubicBezTo>
                <a:cubicBezTo>
                  <a:pt x="2913" y="1604"/>
                  <a:pt x="2924" y="1607"/>
                  <a:pt x="2918" y="1613"/>
                </a:cubicBezTo>
                <a:cubicBezTo>
                  <a:pt x="2937" y="1642"/>
                  <a:pt x="2934" y="1651"/>
                  <a:pt x="2941" y="1657"/>
                </a:cubicBezTo>
                <a:cubicBezTo>
                  <a:pt x="2993" y="1738"/>
                  <a:pt x="2982" y="1726"/>
                  <a:pt x="2973" y="1726"/>
                </a:cubicBezTo>
                <a:close/>
                <a:moveTo>
                  <a:pt x="3024" y="1736"/>
                </a:moveTo>
                <a:cubicBezTo>
                  <a:pt x="3029" y="1728"/>
                  <a:pt x="3032" y="1742"/>
                  <a:pt x="3035" y="1744"/>
                </a:cubicBezTo>
                <a:cubicBezTo>
                  <a:pt x="3030" y="1747"/>
                  <a:pt x="3028" y="1738"/>
                  <a:pt x="3024" y="1736"/>
                </a:cubicBezTo>
                <a:close/>
                <a:moveTo>
                  <a:pt x="3115" y="1805"/>
                </a:moveTo>
                <a:cubicBezTo>
                  <a:pt x="3110" y="1802"/>
                  <a:pt x="3105" y="1802"/>
                  <a:pt x="3100" y="1803"/>
                </a:cubicBezTo>
                <a:cubicBezTo>
                  <a:pt x="3096" y="1798"/>
                  <a:pt x="3093" y="1800"/>
                  <a:pt x="3088" y="1797"/>
                </a:cubicBezTo>
                <a:cubicBezTo>
                  <a:pt x="3084" y="1796"/>
                  <a:pt x="3080" y="1793"/>
                  <a:pt x="3077" y="1795"/>
                </a:cubicBezTo>
                <a:cubicBezTo>
                  <a:pt x="3074" y="1791"/>
                  <a:pt x="3079" y="1792"/>
                  <a:pt x="3080" y="1790"/>
                </a:cubicBezTo>
                <a:cubicBezTo>
                  <a:pt x="3084" y="1789"/>
                  <a:pt x="3088" y="1790"/>
                  <a:pt x="3091" y="1789"/>
                </a:cubicBezTo>
                <a:cubicBezTo>
                  <a:pt x="3096" y="1792"/>
                  <a:pt x="3101" y="1795"/>
                  <a:pt x="3106" y="1799"/>
                </a:cubicBezTo>
                <a:cubicBezTo>
                  <a:pt x="3108" y="1801"/>
                  <a:pt x="3110" y="1799"/>
                  <a:pt x="3113" y="1800"/>
                </a:cubicBezTo>
                <a:cubicBezTo>
                  <a:pt x="3114" y="1802"/>
                  <a:pt x="3116" y="1803"/>
                  <a:pt x="3118" y="1804"/>
                </a:cubicBezTo>
                <a:cubicBezTo>
                  <a:pt x="3120" y="1805"/>
                  <a:pt x="3122" y="1806"/>
                  <a:pt x="3123" y="1808"/>
                </a:cubicBezTo>
                <a:cubicBezTo>
                  <a:pt x="3121" y="1810"/>
                  <a:pt x="3118" y="1806"/>
                  <a:pt x="3115" y="1805"/>
                </a:cubicBezTo>
                <a:close/>
                <a:moveTo>
                  <a:pt x="1680" y="9"/>
                </a:moveTo>
                <a:cubicBezTo>
                  <a:pt x="1681" y="6"/>
                  <a:pt x="1682" y="3"/>
                  <a:pt x="1683" y="0"/>
                </a:cubicBezTo>
                <a:cubicBezTo>
                  <a:pt x="1678" y="0"/>
                  <a:pt x="1678" y="0"/>
                  <a:pt x="1678" y="0"/>
                </a:cubicBezTo>
                <a:cubicBezTo>
                  <a:pt x="1678" y="2"/>
                  <a:pt x="1677" y="4"/>
                  <a:pt x="1676" y="6"/>
                </a:cubicBezTo>
                <a:cubicBezTo>
                  <a:pt x="1676" y="9"/>
                  <a:pt x="1678" y="11"/>
                  <a:pt x="1676" y="15"/>
                </a:cubicBezTo>
                <a:cubicBezTo>
                  <a:pt x="1672" y="19"/>
                  <a:pt x="1676" y="26"/>
                  <a:pt x="1679" y="20"/>
                </a:cubicBezTo>
                <a:cubicBezTo>
                  <a:pt x="1674" y="19"/>
                  <a:pt x="1680" y="13"/>
                  <a:pt x="1680" y="9"/>
                </a:cubicBezTo>
                <a:close/>
                <a:moveTo>
                  <a:pt x="974" y="1507"/>
                </a:moveTo>
                <a:cubicBezTo>
                  <a:pt x="972" y="1503"/>
                  <a:pt x="969" y="1505"/>
                  <a:pt x="966" y="1504"/>
                </a:cubicBezTo>
                <a:cubicBezTo>
                  <a:pt x="931" y="1480"/>
                  <a:pt x="929" y="1480"/>
                  <a:pt x="927" y="1479"/>
                </a:cubicBezTo>
                <a:cubicBezTo>
                  <a:pt x="911" y="1456"/>
                  <a:pt x="903" y="1450"/>
                  <a:pt x="900" y="1449"/>
                </a:cubicBezTo>
                <a:cubicBezTo>
                  <a:pt x="891" y="1420"/>
                  <a:pt x="892" y="1413"/>
                  <a:pt x="887" y="1405"/>
                </a:cubicBezTo>
                <a:cubicBezTo>
                  <a:pt x="899" y="1346"/>
                  <a:pt x="894" y="1342"/>
                  <a:pt x="900" y="1340"/>
                </a:cubicBezTo>
                <a:cubicBezTo>
                  <a:pt x="889" y="1354"/>
                  <a:pt x="882" y="1359"/>
                  <a:pt x="883" y="1365"/>
                </a:cubicBezTo>
                <a:cubicBezTo>
                  <a:pt x="879" y="1379"/>
                  <a:pt x="873" y="1375"/>
                  <a:pt x="876" y="1373"/>
                </a:cubicBezTo>
                <a:cubicBezTo>
                  <a:pt x="867" y="1315"/>
                  <a:pt x="864" y="1303"/>
                  <a:pt x="861" y="1290"/>
                </a:cubicBezTo>
                <a:cubicBezTo>
                  <a:pt x="844" y="1227"/>
                  <a:pt x="849" y="1225"/>
                  <a:pt x="845" y="1221"/>
                </a:cubicBezTo>
                <a:cubicBezTo>
                  <a:pt x="820" y="1167"/>
                  <a:pt x="816" y="1162"/>
                  <a:pt x="812" y="1156"/>
                </a:cubicBezTo>
                <a:cubicBezTo>
                  <a:pt x="782" y="1111"/>
                  <a:pt x="775" y="1106"/>
                  <a:pt x="777" y="1103"/>
                </a:cubicBezTo>
                <a:cubicBezTo>
                  <a:pt x="763" y="1061"/>
                  <a:pt x="767" y="1054"/>
                  <a:pt x="760" y="1046"/>
                </a:cubicBezTo>
                <a:cubicBezTo>
                  <a:pt x="758" y="1037"/>
                  <a:pt x="754" y="1047"/>
                  <a:pt x="761" y="1059"/>
                </a:cubicBezTo>
                <a:cubicBezTo>
                  <a:pt x="759" y="1081"/>
                  <a:pt x="757" y="1079"/>
                  <a:pt x="755" y="1076"/>
                </a:cubicBezTo>
                <a:cubicBezTo>
                  <a:pt x="746" y="1052"/>
                  <a:pt x="751" y="1050"/>
                  <a:pt x="749" y="1046"/>
                </a:cubicBezTo>
                <a:cubicBezTo>
                  <a:pt x="743" y="1005"/>
                  <a:pt x="744" y="997"/>
                  <a:pt x="744" y="990"/>
                </a:cubicBezTo>
                <a:cubicBezTo>
                  <a:pt x="720" y="917"/>
                  <a:pt x="722" y="913"/>
                  <a:pt x="719" y="909"/>
                </a:cubicBezTo>
                <a:cubicBezTo>
                  <a:pt x="724" y="939"/>
                  <a:pt x="724" y="944"/>
                  <a:pt x="729" y="950"/>
                </a:cubicBezTo>
                <a:cubicBezTo>
                  <a:pt x="742" y="1033"/>
                  <a:pt x="743" y="1042"/>
                  <a:pt x="742" y="1051"/>
                </a:cubicBezTo>
                <a:cubicBezTo>
                  <a:pt x="748" y="1098"/>
                  <a:pt x="747" y="1116"/>
                  <a:pt x="751" y="1135"/>
                </a:cubicBezTo>
                <a:cubicBezTo>
                  <a:pt x="760" y="1183"/>
                  <a:pt x="759" y="1188"/>
                  <a:pt x="763" y="1193"/>
                </a:cubicBezTo>
                <a:cubicBezTo>
                  <a:pt x="774" y="1226"/>
                  <a:pt x="771" y="1231"/>
                  <a:pt x="772" y="1236"/>
                </a:cubicBezTo>
                <a:cubicBezTo>
                  <a:pt x="781" y="1282"/>
                  <a:pt x="794" y="1289"/>
                  <a:pt x="786" y="1293"/>
                </a:cubicBezTo>
                <a:cubicBezTo>
                  <a:pt x="799" y="1326"/>
                  <a:pt x="799" y="1331"/>
                  <a:pt x="801" y="1336"/>
                </a:cubicBezTo>
                <a:cubicBezTo>
                  <a:pt x="825" y="1401"/>
                  <a:pt x="829" y="1406"/>
                  <a:pt x="830" y="1411"/>
                </a:cubicBezTo>
                <a:cubicBezTo>
                  <a:pt x="830" y="1413"/>
                  <a:pt x="823" y="1404"/>
                  <a:pt x="816" y="1394"/>
                </a:cubicBezTo>
                <a:cubicBezTo>
                  <a:pt x="781" y="1320"/>
                  <a:pt x="783" y="1315"/>
                  <a:pt x="776" y="1308"/>
                </a:cubicBezTo>
                <a:cubicBezTo>
                  <a:pt x="769" y="1284"/>
                  <a:pt x="767" y="1277"/>
                  <a:pt x="765" y="1270"/>
                </a:cubicBezTo>
                <a:cubicBezTo>
                  <a:pt x="743" y="1187"/>
                  <a:pt x="741" y="1180"/>
                  <a:pt x="742" y="1174"/>
                </a:cubicBezTo>
                <a:cubicBezTo>
                  <a:pt x="735" y="1142"/>
                  <a:pt x="733" y="1130"/>
                  <a:pt x="734" y="1118"/>
                </a:cubicBezTo>
                <a:cubicBezTo>
                  <a:pt x="731" y="1086"/>
                  <a:pt x="725" y="1082"/>
                  <a:pt x="728" y="1080"/>
                </a:cubicBezTo>
                <a:cubicBezTo>
                  <a:pt x="722" y="1018"/>
                  <a:pt x="715" y="1010"/>
                  <a:pt x="717" y="1004"/>
                </a:cubicBezTo>
                <a:cubicBezTo>
                  <a:pt x="713" y="1033"/>
                  <a:pt x="724" y="1038"/>
                  <a:pt x="716" y="1040"/>
                </a:cubicBezTo>
                <a:cubicBezTo>
                  <a:pt x="717" y="1070"/>
                  <a:pt x="724" y="1074"/>
                  <a:pt x="721" y="1077"/>
                </a:cubicBezTo>
                <a:cubicBezTo>
                  <a:pt x="722" y="1126"/>
                  <a:pt x="728" y="1130"/>
                  <a:pt x="725" y="1132"/>
                </a:cubicBezTo>
                <a:cubicBezTo>
                  <a:pt x="721" y="1146"/>
                  <a:pt x="726" y="1142"/>
                  <a:pt x="720" y="1136"/>
                </a:cubicBezTo>
                <a:cubicBezTo>
                  <a:pt x="713" y="1098"/>
                  <a:pt x="714" y="1093"/>
                  <a:pt x="712" y="1088"/>
                </a:cubicBezTo>
                <a:cubicBezTo>
                  <a:pt x="704" y="1052"/>
                  <a:pt x="713" y="1048"/>
                  <a:pt x="706" y="1042"/>
                </a:cubicBezTo>
                <a:cubicBezTo>
                  <a:pt x="704" y="1006"/>
                  <a:pt x="702" y="1001"/>
                  <a:pt x="703" y="996"/>
                </a:cubicBezTo>
                <a:cubicBezTo>
                  <a:pt x="697" y="954"/>
                  <a:pt x="698" y="944"/>
                  <a:pt x="696" y="934"/>
                </a:cubicBezTo>
                <a:cubicBezTo>
                  <a:pt x="689" y="896"/>
                  <a:pt x="689" y="891"/>
                  <a:pt x="689" y="885"/>
                </a:cubicBezTo>
                <a:cubicBezTo>
                  <a:pt x="677" y="832"/>
                  <a:pt x="675" y="827"/>
                  <a:pt x="676" y="822"/>
                </a:cubicBezTo>
                <a:cubicBezTo>
                  <a:pt x="670" y="849"/>
                  <a:pt x="681" y="857"/>
                  <a:pt x="677" y="862"/>
                </a:cubicBezTo>
                <a:cubicBezTo>
                  <a:pt x="682" y="891"/>
                  <a:pt x="679" y="902"/>
                  <a:pt x="682" y="914"/>
                </a:cubicBezTo>
                <a:cubicBezTo>
                  <a:pt x="675" y="936"/>
                  <a:pt x="679" y="939"/>
                  <a:pt x="675" y="941"/>
                </a:cubicBezTo>
                <a:cubicBezTo>
                  <a:pt x="676" y="951"/>
                  <a:pt x="674" y="953"/>
                  <a:pt x="677" y="955"/>
                </a:cubicBezTo>
                <a:cubicBezTo>
                  <a:pt x="671" y="1001"/>
                  <a:pt x="666" y="1006"/>
                  <a:pt x="669" y="1012"/>
                </a:cubicBezTo>
                <a:cubicBezTo>
                  <a:pt x="670" y="1042"/>
                  <a:pt x="665" y="1044"/>
                  <a:pt x="671" y="1048"/>
                </a:cubicBezTo>
                <a:cubicBezTo>
                  <a:pt x="675" y="1091"/>
                  <a:pt x="668" y="1096"/>
                  <a:pt x="672" y="1103"/>
                </a:cubicBezTo>
                <a:cubicBezTo>
                  <a:pt x="675" y="1163"/>
                  <a:pt x="676" y="1169"/>
                  <a:pt x="676" y="1176"/>
                </a:cubicBezTo>
                <a:cubicBezTo>
                  <a:pt x="682" y="1236"/>
                  <a:pt x="694" y="1244"/>
                  <a:pt x="688" y="1250"/>
                </a:cubicBezTo>
                <a:cubicBezTo>
                  <a:pt x="698" y="1281"/>
                  <a:pt x="699" y="1284"/>
                  <a:pt x="696" y="1287"/>
                </a:cubicBezTo>
                <a:cubicBezTo>
                  <a:pt x="690" y="1298"/>
                  <a:pt x="692" y="1293"/>
                  <a:pt x="688" y="1287"/>
                </a:cubicBezTo>
                <a:cubicBezTo>
                  <a:pt x="672" y="1252"/>
                  <a:pt x="668" y="1243"/>
                  <a:pt x="666" y="1233"/>
                </a:cubicBezTo>
                <a:cubicBezTo>
                  <a:pt x="651" y="1146"/>
                  <a:pt x="645" y="1138"/>
                  <a:pt x="646" y="1130"/>
                </a:cubicBezTo>
                <a:cubicBezTo>
                  <a:pt x="640" y="1069"/>
                  <a:pt x="643" y="1054"/>
                  <a:pt x="643" y="1039"/>
                </a:cubicBezTo>
                <a:cubicBezTo>
                  <a:pt x="647" y="987"/>
                  <a:pt x="648" y="980"/>
                  <a:pt x="646" y="972"/>
                </a:cubicBezTo>
                <a:cubicBezTo>
                  <a:pt x="652" y="935"/>
                  <a:pt x="651" y="931"/>
                  <a:pt x="652" y="928"/>
                </a:cubicBezTo>
                <a:cubicBezTo>
                  <a:pt x="656" y="852"/>
                  <a:pt x="648" y="843"/>
                  <a:pt x="653" y="836"/>
                </a:cubicBezTo>
                <a:cubicBezTo>
                  <a:pt x="643" y="816"/>
                  <a:pt x="650" y="822"/>
                  <a:pt x="647" y="827"/>
                </a:cubicBezTo>
                <a:cubicBezTo>
                  <a:pt x="644" y="882"/>
                  <a:pt x="649" y="888"/>
                  <a:pt x="645" y="892"/>
                </a:cubicBezTo>
                <a:cubicBezTo>
                  <a:pt x="642" y="928"/>
                  <a:pt x="644" y="934"/>
                  <a:pt x="641" y="938"/>
                </a:cubicBezTo>
                <a:cubicBezTo>
                  <a:pt x="641" y="965"/>
                  <a:pt x="638" y="967"/>
                  <a:pt x="639" y="969"/>
                </a:cubicBezTo>
                <a:cubicBezTo>
                  <a:pt x="633" y="1038"/>
                  <a:pt x="633" y="1043"/>
                  <a:pt x="633" y="1048"/>
                </a:cubicBezTo>
                <a:cubicBezTo>
                  <a:pt x="633" y="1085"/>
                  <a:pt x="635" y="1090"/>
                  <a:pt x="635" y="1095"/>
                </a:cubicBezTo>
                <a:cubicBezTo>
                  <a:pt x="642" y="1123"/>
                  <a:pt x="631" y="1124"/>
                  <a:pt x="637" y="1128"/>
                </a:cubicBezTo>
                <a:cubicBezTo>
                  <a:pt x="638" y="1156"/>
                  <a:pt x="642" y="1169"/>
                  <a:pt x="642" y="1181"/>
                </a:cubicBezTo>
                <a:cubicBezTo>
                  <a:pt x="652" y="1203"/>
                  <a:pt x="648" y="1205"/>
                  <a:pt x="651" y="1209"/>
                </a:cubicBezTo>
                <a:cubicBezTo>
                  <a:pt x="670" y="1264"/>
                  <a:pt x="669" y="1270"/>
                  <a:pt x="673" y="1277"/>
                </a:cubicBezTo>
                <a:cubicBezTo>
                  <a:pt x="675" y="1288"/>
                  <a:pt x="670" y="1291"/>
                  <a:pt x="665" y="1285"/>
                </a:cubicBezTo>
                <a:cubicBezTo>
                  <a:pt x="650" y="1251"/>
                  <a:pt x="642" y="1245"/>
                  <a:pt x="645" y="1241"/>
                </a:cubicBezTo>
                <a:cubicBezTo>
                  <a:pt x="624" y="1186"/>
                  <a:pt x="627" y="1177"/>
                  <a:pt x="624" y="1167"/>
                </a:cubicBezTo>
                <a:cubicBezTo>
                  <a:pt x="617" y="1119"/>
                  <a:pt x="620" y="1115"/>
                  <a:pt x="615" y="1109"/>
                </a:cubicBezTo>
                <a:cubicBezTo>
                  <a:pt x="612" y="1061"/>
                  <a:pt x="616" y="1043"/>
                  <a:pt x="609" y="1022"/>
                </a:cubicBezTo>
                <a:cubicBezTo>
                  <a:pt x="623" y="949"/>
                  <a:pt x="617" y="941"/>
                  <a:pt x="624" y="934"/>
                </a:cubicBezTo>
                <a:cubicBezTo>
                  <a:pt x="640" y="866"/>
                  <a:pt x="634" y="861"/>
                  <a:pt x="637" y="858"/>
                </a:cubicBezTo>
                <a:cubicBezTo>
                  <a:pt x="635" y="834"/>
                  <a:pt x="646" y="833"/>
                  <a:pt x="640" y="829"/>
                </a:cubicBezTo>
                <a:cubicBezTo>
                  <a:pt x="642" y="801"/>
                  <a:pt x="647" y="799"/>
                  <a:pt x="643" y="795"/>
                </a:cubicBezTo>
                <a:cubicBezTo>
                  <a:pt x="643" y="761"/>
                  <a:pt x="645" y="757"/>
                  <a:pt x="645" y="753"/>
                </a:cubicBezTo>
                <a:cubicBezTo>
                  <a:pt x="634" y="744"/>
                  <a:pt x="632" y="755"/>
                  <a:pt x="638" y="766"/>
                </a:cubicBezTo>
                <a:cubicBezTo>
                  <a:pt x="632" y="820"/>
                  <a:pt x="632" y="834"/>
                  <a:pt x="632" y="848"/>
                </a:cubicBezTo>
                <a:cubicBezTo>
                  <a:pt x="621" y="875"/>
                  <a:pt x="625" y="883"/>
                  <a:pt x="619" y="889"/>
                </a:cubicBezTo>
                <a:cubicBezTo>
                  <a:pt x="609" y="963"/>
                  <a:pt x="606" y="993"/>
                  <a:pt x="601" y="1022"/>
                </a:cubicBezTo>
                <a:cubicBezTo>
                  <a:pt x="607" y="1061"/>
                  <a:pt x="599" y="1069"/>
                  <a:pt x="604" y="1079"/>
                </a:cubicBezTo>
                <a:cubicBezTo>
                  <a:pt x="607" y="1103"/>
                  <a:pt x="605" y="1105"/>
                  <a:pt x="606" y="1108"/>
                </a:cubicBezTo>
                <a:cubicBezTo>
                  <a:pt x="615" y="1176"/>
                  <a:pt x="616" y="1186"/>
                  <a:pt x="621" y="1196"/>
                </a:cubicBezTo>
                <a:cubicBezTo>
                  <a:pt x="630" y="1230"/>
                  <a:pt x="630" y="1235"/>
                  <a:pt x="634" y="1240"/>
                </a:cubicBezTo>
                <a:cubicBezTo>
                  <a:pt x="624" y="1245"/>
                  <a:pt x="627" y="1241"/>
                  <a:pt x="623" y="1237"/>
                </a:cubicBezTo>
                <a:cubicBezTo>
                  <a:pt x="611" y="1184"/>
                  <a:pt x="605" y="1176"/>
                  <a:pt x="607" y="1169"/>
                </a:cubicBezTo>
                <a:cubicBezTo>
                  <a:pt x="596" y="1116"/>
                  <a:pt x="594" y="1108"/>
                  <a:pt x="593" y="1101"/>
                </a:cubicBezTo>
                <a:cubicBezTo>
                  <a:pt x="593" y="1067"/>
                  <a:pt x="588" y="1054"/>
                  <a:pt x="589" y="1042"/>
                </a:cubicBezTo>
                <a:cubicBezTo>
                  <a:pt x="591" y="964"/>
                  <a:pt x="591" y="961"/>
                  <a:pt x="590" y="958"/>
                </a:cubicBezTo>
                <a:cubicBezTo>
                  <a:pt x="590" y="927"/>
                  <a:pt x="596" y="925"/>
                  <a:pt x="593" y="921"/>
                </a:cubicBezTo>
                <a:cubicBezTo>
                  <a:pt x="605" y="892"/>
                  <a:pt x="595" y="887"/>
                  <a:pt x="603" y="885"/>
                </a:cubicBezTo>
                <a:cubicBezTo>
                  <a:pt x="602" y="863"/>
                  <a:pt x="614" y="862"/>
                  <a:pt x="607" y="858"/>
                </a:cubicBezTo>
                <a:cubicBezTo>
                  <a:pt x="613" y="834"/>
                  <a:pt x="614" y="828"/>
                  <a:pt x="616" y="822"/>
                </a:cubicBezTo>
                <a:cubicBezTo>
                  <a:pt x="615" y="800"/>
                  <a:pt x="620" y="797"/>
                  <a:pt x="618" y="794"/>
                </a:cubicBezTo>
                <a:cubicBezTo>
                  <a:pt x="608" y="817"/>
                  <a:pt x="609" y="822"/>
                  <a:pt x="609" y="827"/>
                </a:cubicBezTo>
                <a:cubicBezTo>
                  <a:pt x="597" y="876"/>
                  <a:pt x="594" y="885"/>
                  <a:pt x="590" y="894"/>
                </a:cubicBezTo>
                <a:cubicBezTo>
                  <a:pt x="584" y="957"/>
                  <a:pt x="578" y="965"/>
                  <a:pt x="581" y="975"/>
                </a:cubicBezTo>
                <a:cubicBezTo>
                  <a:pt x="579" y="1012"/>
                  <a:pt x="580" y="1021"/>
                  <a:pt x="580" y="1030"/>
                </a:cubicBezTo>
                <a:cubicBezTo>
                  <a:pt x="582" y="1091"/>
                  <a:pt x="586" y="1096"/>
                  <a:pt x="585" y="1101"/>
                </a:cubicBezTo>
                <a:cubicBezTo>
                  <a:pt x="600" y="1177"/>
                  <a:pt x="598" y="1181"/>
                  <a:pt x="604" y="1187"/>
                </a:cubicBezTo>
                <a:cubicBezTo>
                  <a:pt x="606" y="1230"/>
                  <a:pt x="603" y="1224"/>
                  <a:pt x="600" y="1219"/>
                </a:cubicBezTo>
                <a:cubicBezTo>
                  <a:pt x="585" y="1180"/>
                  <a:pt x="590" y="1172"/>
                  <a:pt x="586" y="1170"/>
                </a:cubicBezTo>
                <a:cubicBezTo>
                  <a:pt x="581" y="1151"/>
                  <a:pt x="584" y="1149"/>
                  <a:pt x="579" y="1145"/>
                </a:cubicBezTo>
                <a:cubicBezTo>
                  <a:pt x="573" y="1114"/>
                  <a:pt x="573" y="1112"/>
                  <a:pt x="573" y="1110"/>
                </a:cubicBezTo>
                <a:cubicBezTo>
                  <a:pt x="566" y="1082"/>
                  <a:pt x="569" y="1078"/>
                  <a:pt x="568" y="1073"/>
                </a:cubicBezTo>
                <a:cubicBezTo>
                  <a:pt x="566" y="1036"/>
                  <a:pt x="563" y="1033"/>
                  <a:pt x="567" y="1031"/>
                </a:cubicBezTo>
                <a:cubicBezTo>
                  <a:pt x="569" y="979"/>
                  <a:pt x="563" y="969"/>
                  <a:pt x="565" y="960"/>
                </a:cubicBezTo>
                <a:cubicBezTo>
                  <a:pt x="568" y="930"/>
                  <a:pt x="564" y="927"/>
                  <a:pt x="566" y="924"/>
                </a:cubicBezTo>
                <a:cubicBezTo>
                  <a:pt x="574" y="895"/>
                  <a:pt x="569" y="889"/>
                  <a:pt x="573" y="885"/>
                </a:cubicBezTo>
                <a:cubicBezTo>
                  <a:pt x="579" y="847"/>
                  <a:pt x="578" y="841"/>
                  <a:pt x="578" y="836"/>
                </a:cubicBezTo>
                <a:cubicBezTo>
                  <a:pt x="583" y="808"/>
                  <a:pt x="590" y="806"/>
                  <a:pt x="590" y="803"/>
                </a:cubicBezTo>
                <a:cubicBezTo>
                  <a:pt x="597" y="749"/>
                  <a:pt x="598" y="743"/>
                  <a:pt x="599" y="738"/>
                </a:cubicBezTo>
                <a:cubicBezTo>
                  <a:pt x="600" y="694"/>
                  <a:pt x="601" y="691"/>
                  <a:pt x="601" y="688"/>
                </a:cubicBezTo>
                <a:cubicBezTo>
                  <a:pt x="594" y="675"/>
                  <a:pt x="596" y="680"/>
                  <a:pt x="600" y="686"/>
                </a:cubicBezTo>
                <a:cubicBezTo>
                  <a:pt x="595" y="733"/>
                  <a:pt x="590" y="739"/>
                  <a:pt x="592" y="746"/>
                </a:cubicBezTo>
                <a:cubicBezTo>
                  <a:pt x="570" y="852"/>
                  <a:pt x="563" y="853"/>
                  <a:pt x="567" y="857"/>
                </a:cubicBezTo>
                <a:cubicBezTo>
                  <a:pt x="563" y="882"/>
                  <a:pt x="561" y="885"/>
                  <a:pt x="563" y="889"/>
                </a:cubicBezTo>
                <a:cubicBezTo>
                  <a:pt x="558" y="915"/>
                  <a:pt x="558" y="918"/>
                  <a:pt x="558" y="920"/>
                </a:cubicBezTo>
                <a:cubicBezTo>
                  <a:pt x="554" y="958"/>
                  <a:pt x="558" y="966"/>
                  <a:pt x="555" y="972"/>
                </a:cubicBezTo>
                <a:cubicBezTo>
                  <a:pt x="558" y="1019"/>
                  <a:pt x="555" y="1023"/>
                  <a:pt x="557" y="1027"/>
                </a:cubicBezTo>
                <a:cubicBezTo>
                  <a:pt x="558" y="1059"/>
                  <a:pt x="561" y="1064"/>
                  <a:pt x="556" y="1068"/>
                </a:cubicBezTo>
                <a:cubicBezTo>
                  <a:pt x="562" y="1093"/>
                  <a:pt x="560" y="1096"/>
                  <a:pt x="563" y="1100"/>
                </a:cubicBezTo>
                <a:cubicBezTo>
                  <a:pt x="564" y="1121"/>
                  <a:pt x="568" y="1131"/>
                  <a:pt x="571" y="1141"/>
                </a:cubicBezTo>
                <a:cubicBezTo>
                  <a:pt x="580" y="1181"/>
                  <a:pt x="584" y="1184"/>
                  <a:pt x="582" y="1186"/>
                </a:cubicBezTo>
                <a:cubicBezTo>
                  <a:pt x="564" y="1172"/>
                  <a:pt x="561" y="1161"/>
                  <a:pt x="558" y="1150"/>
                </a:cubicBezTo>
                <a:cubicBezTo>
                  <a:pt x="546" y="1104"/>
                  <a:pt x="550" y="1101"/>
                  <a:pt x="545" y="1097"/>
                </a:cubicBezTo>
                <a:cubicBezTo>
                  <a:pt x="543" y="1058"/>
                  <a:pt x="539" y="1047"/>
                  <a:pt x="540" y="1037"/>
                </a:cubicBezTo>
                <a:cubicBezTo>
                  <a:pt x="536" y="987"/>
                  <a:pt x="533" y="982"/>
                  <a:pt x="534" y="977"/>
                </a:cubicBezTo>
                <a:cubicBezTo>
                  <a:pt x="533" y="942"/>
                  <a:pt x="535" y="938"/>
                  <a:pt x="535" y="933"/>
                </a:cubicBezTo>
                <a:cubicBezTo>
                  <a:pt x="540" y="908"/>
                  <a:pt x="534" y="897"/>
                  <a:pt x="541" y="889"/>
                </a:cubicBezTo>
                <a:cubicBezTo>
                  <a:pt x="544" y="865"/>
                  <a:pt x="544" y="862"/>
                  <a:pt x="547" y="860"/>
                </a:cubicBezTo>
                <a:cubicBezTo>
                  <a:pt x="546" y="829"/>
                  <a:pt x="552" y="826"/>
                  <a:pt x="552" y="822"/>
                </a:cubicBezTo>
                <a:cubicBezTo>
                  <a:pt x="565" y="779"/>
                  <a:pt x="565" y="775"/>
                  <a:pt x="567" y="771"/>
                </a:cubicBezTo>
                <a:cubicBezTo>
                  <a:pt x="575" y="741"/>
                  <a:pt x="570" y="736"/>
                  <a:pt x="577" y="732"/>
                </a:cubicBezTo>
                <a:cubicBezTo>
                  <a:pt x="577" y="702"/>
                  <a:pt x="583" y="698"/>
                  <a:pt x="578" y="693"/>
                </a:cubicBezTo>
                <a:cubicBezTo>
                  <a:pt x="583" y="675"/>
                  <a:pt x="583" y="671"/>
                  <a:pt x="583" y="666"/>
                </a:cubicBezTo>
                <a:cubicBezTo>
                  <a:pt x="575" y="703"/>
                  <a:pt x="574" y="710"/>
                  <a:pt x="571" y="717"/>
                </a:cubicBezTo>
                <a:cubicBezTo>
                  <a:pt x="570" y="735"/>
                  <a:pt x="567" y="736"/>
                  <a:pt x="568" y="739"/>
                </a:cubicBezTo>
                <a:cubicBezTo>
                  <a:pt x="561" y="763"/>
                  <a:pt x="562" y="767"/>
                  <a:pt x="561" y="770"/>
                </a:cubicBezTo>
                <a:cubicBezTo>
                  <a:pt x="549" y="802"/>
                  <a:pt x="549" y="804"/>
                  <a:pt x="549" y="806"/>
                </a:cubicBezTo>
                <a:cubicBezTo>
                  <a:pt x="540" y="840"/>
                  <a:pt x="537" y="858"/>
                  <a:pt x="532" y="876"/>
                </a:cubicBezTo>
                <a:cubicBezTo>
                  <a:pt x="524" y="936"/>
                  <a:pt x="527" y="941"/>
                  <a:pt x="525" y="946"/>
                </a:cubicBezTo>
                <a:cubicBezTo>
                  <a:pt x="526" y="979"/>
                  <a:pt x="524" y="983"/>
                  <a:pt x="526" y="988"/>
                </a:cubicBezTo>
                <a:cubicBezTo>
                  <a:pt x="528" y="1026"/>
                  <a:pt x="534" y="1036"/>
                  <a:pt x="529" y="1045"/>
                </a:cubicBezTo>
                <a:cubicBezTo>
                  <a:pt x="544" y="1143"/>
                  <a:pt x="552" y="1151"/>
                  <a:pt x="548" y="1157"/>
                </a:cubicBezTo>
                <a:cubicBezTo>
                  <a:pt x="539" y="1126"/>
                  <a:pt x="532" y="1132"/>
                  <a:pt x="527" y="1121"/>
                </a:cubicBezTo>
                <a:cubicBezTo>
                  <a:pt x="526" y="1098"/>
                  <a:pt x="526" y="1092"/>
                  <a:pt x="524" y="1086"/>
                </a:cubicBezTo>
                <a:cubicBezTo>
                  <a:pt x="522" y="1028"/>
                  <a:pt x="517" y="1022"/>
                  <a:pt x="520" y="1017"/>
                </a:cubicBezTo>
                <a:cubicBezTo>
                  <a:pt x="518" y="993"/>
                  <a:pt x="516" y="987"/>
                  <a:pt x="519" y="982"/>
                </a:cubicBezTo>
                <a:cubicBezTo>
                  <a:pt x="517" y="890"/>
                  <a:pt x="517" y="878"/>
                  <a:pt x="522" y="865"/>
                </a:cubicBezTo>
                <a:cubicBezTo>
                  <a:pt x="524" y="834"/>
                  <a:pt x="523" y="830"/>
                  <a:pt x="523" y="826"/>
                </a:cubicBezTo>
                <a:cubicBezTo>
                  <a:pt x="528" y="766"/>
                  <a:pt x="535" y="764"/>
                  <a:pt x="533" y="761"/>
                </a:cubicBezTo>
                <a:cubicBezTo>
                  <a:pt x="541" y="726"/>
                  <a:pt x="537" y="718"/>
                  <a:pt x="541" y="712"/>
                </a:cubicBezTo>
                <a:cubicBezTo>
                  <a:pt x="551" y="692"/>
                  <a:pt x="546" y="688"/>
                  <a:pt x="549" y="685"/>
                </a:cubicBezTo>
                <a:cubicBezTo>
                  <a:pt x="542" y="713"/>
                  <a:pt x="530" y="716"/>
                  <a:pt x="535" y="722"/>
                </a:cubicBezTo>
                <a:cubicBezTo>
                  <a:pt x="526" y="743"/>
                  <a:pt x="531" y="749"/>
                  <a:pt x="525" y="753"/>
                </a:cubicBezTo>
                <a:cubicBezTo>
                  <a:pt x="518" y="809"/>
                  <a:pt x="514" y="815"/>
                  <a:pt x="518" y="822"/>
                </a:cubicBezTo>
                <a:cubicBezTo>
                  <a:pt x="513" y="854"/>
                  <a:pt x="513" y="856"/>
                  <a:pt x="510" y="857"/>
                </a:cubicBezTo>
                <a:cubicBezTo>
                  <a:pt x="508" y="870"/>
                  <a:pt x="511" y="872"/>
                  <a:pt x="509" y="874"/>
                </a:cubicBezTo>
                <a:cubicBezTo>
                  <a:pt x="509" y="898"/>
                  <a:pt x="507" y="901"/>
                  <a:pt x="507" y="905"/>
                </a:cubicBezTo>
                <a:cubicBezTo>
                  <a:pt x="503" y="954"/>
                  <a:pt x="508" y="962"/>
                  <a:pt x="504" y="969"/>
                </a:cubicBezTo>
                <a:cubicBezTo>
                  <a:pt x="508" y="1018"/>
                  <a:pt x="511" y="1031"/>
                  <a:pt x="509" y="1043"/>
                </a:cubicBezTo>
                <a:cubicBezTo>
                  <a:pt x="511" y="1074"/>
                  <a:pt x="512" y="1078"/>
                  <a:pt x="515" y="1081"/>
                </a:cubicBezTo>
                <a:cubicBezTo>
                  <a:pt x="518" y="1112"/>
                  <a:pt x="517" y="1113"/>
                  <a:pt x="517" y="1115"/>
                </a:cubicBezTo>
                <a:cubicBezTo>
                  <a:pt x="503" y="1090"/>
                  <a:pt x="497" y="1080"/>
                  <a:pt x="501" y="1073"/>
                </a:cubicBezTo>
                <a:cubicBezTo>
                  <a:pt x="492" y="1033"/>
                  <a:pt x="486" y="1028"/>
                  <a:pt x="490" y="1024"/>
                </a:cubicBezTo>
                <a:cubicBezTo>
                  <a:pt x="487" y="996"/>
                  <a:pt x="483" y="991"/>
                  <a:pt x="485" y="987"/>
                </a:cubicBezTo>
                <a:cubicBezTo>
                  <a:pt x="484" y="972"/>
                  <a:pt x="482" y="969"/>
                  <a:pt x="484" y="967"/>
                </a:cubicBezTo>
                <a:cubicBezTo>
                  <a:pt x="483" y="926"/>
                  <a:pt x="486" y="914"/>
                  <a:pt x="486" y="901"/>
                </a:cubicBezTo>
                <a:cubicBezTo>
                  <a:pt x="486" y="872"/>
                  <a:pt x="486" y="869"/>
                  <a:pt x="487" y="866"/>
                </a:cubicBezTo>
                <a:cubicBezTo>
                  <a:pt x="491" y="841"/>
                  <a:pt x="492" y="835"/>
                  <a:pt x="496" y="830"/>
                </a:cubicBezTo>
                <a:cubicBezTo>
                  <a:pt x="497" y="808"/>
                  <a:pt x="497" y="805"/>
                  <a:pt x="498" y="802"/>
                </a:cubicBezTo>
                <a:cubicBezTo>
                  <a:pt x="501" y="781"/>
                  <a:pt x="502" y="777"/>
                  <a:pt x="502" y="774"/>
                </a:cubicBezTo>
                <a:cubicBezTo>
                  <a:pt x="509" y="743"/>
                  <a:pt x="503" y="739"/>
                  <a:pt x="507" y="736"/>
                </a:cubicBezTo>
                <a:cubicBezTo>
                  <a:pt x="513" y="714"/>
                  <a:pt x="508" y="710"/>
                  <a:pt x="514" y="708"/>
                </a:cubicBezTo>
                <a:cubicBezTo>
                  <a:pt x="516" y="672"/>
                  <a:pt x="518" y="666"/>
                  <a:pt x="514" y="659"/>
                </a:cubicBezTo>
                <a:cubicBezTo>
                  <a:pt x="522" y="620"/>
                  <a:pt x="511" y="615"/>
                  <a:pt x="515" y="613"/>
                </a:cubicBezTo>
                <a:cubicBezTo>
                  <a:pt x="513" y="576"/>
                  <a:pt x="517" y="570"/>
                  <a:pt x="514" y="562"/>
                </a:cubicBezTo>
                <a:cubicBezTo>
                  <a:pt x="512" y="540"/>
                  <a:pt x="511" y="537"/>
                  <a:pt x="513" y="534"/>
                </a:cubicBezTo>
                <a:cubicBezTo>
                  <a:pt x="508" y="542"/>
                  <a:pt x="509" y="547"/>
                  <a:pt x="510" y="552"/>
                </a:cubicBezTo>
                <a:cubicBezTo>
                  <a:pt x="511" y="613"/>
                  <a:pt x="510" y="618"/>
                  <a:pt x="509" y="622"/>
                </a:cubicBezTo>
                <a:cubicBezTo>
                  <a:pt x="509" y="654"/>
                  <a:pt x="508" y="658"/>
                  <a:pt x="509" y="663"/>
                </a:cubicBezTo>
                <a:cubicBezTo>
                  <a:pt x="499" y="722"/>
                  <a:pt x="502" y="727"/>
                  <a:pt x="499" y="732"/>
                </a:cubicBezTo>
                <a:cubicBezTo>
                  <a:pt x="490" y="794"/>
                  <a:pt x="488" y="801"/>
                  <a:pt x="486" y="808"/>
                </a:cubicBezTo>
                <a:cubicBezTo>
                  <a:pt x="484" y="836"/>
                  <a:pt x="481" y="842"/>
                  <a:pt x="480" y="849"/>
                </a:cubicBezTo>
                <a:cubicBezTo>
                  <a:pt x="477" y="885"/>
                  <a:pt x="474" y="888"/>
                  <a:pt x="476" y="892"/>
                </a:cubicBezTo>
                <a:cubicBezTo>
                  <a:pt x="475" y="941"/>
                  <a:pt x="477" y="949"/>
                  <a:pt x="474" y="956"/>
                </a:cubicBezTo>
                <a:cubicBezTo>
                  <a:pt x="478" y="1007"/>
                  <a:pt x="478" y="1015"/>
                  <a:pt x="481" y="1023"/>
                </a:cubicBezTo>
                <a:cubicBezTo>
                  <a:pt x="485" y="1060"/>
                  <a:pt x="486" y="1063"/>
                  <a:pt x="489" y="1068"/>
                </a:cubicBezTo>
                <a:cubicBezTo>
                  <a:pt x="477" y="1065"/>
                  <a:pt x="473" y="1058"/>
                  <a:pt x="472" y="1051"/>
                </a:cubicBezTo>
                <a:cubicBezTo>
                  <a:pt x="469" y="1021"/>
                  <a:pt x="469" y="1014"/>
                  <a:pt x="467" y="1006"/>
                </a:cubicBezTo>
                <a:cubicBezTo>
                  <a:pt x="464" y="956"/>
                  <a:pt x="462" y="949"/>
                  <a:pt x="460" y="941"/>
                </a:cubicBezTo>
                <a:cubicBezTo>
                  <a:pt x="460" y="879"/>
                  <a:pt x="462" y="877"/>
                  <a:pt x="461" y="874"/>
                </a:cubicBezTo>
                <a:cubicBezTo>
                  <a:pt x="468" y="826"/>
                  <a:pt x="463" y="820"/>
                  <a:pt x="467" y="815"/>
                </a:cubicBezTo>
                <a:cubicBezTo>
                  <a:pt x="474" y="789"/>
                  <a:pt x="470" y="786"/>
                  <a:pt x="474" y="784"/>
                </a:cubicBezTo>
                <a:cubicBezTo>
                  <a:pt x="479" y="746"/>
                  <a:pt x="482" y="724"/>
                  <a:pt x="486" y="703"/>
                </a:cubicBezTo>
                <a:cubicBezTo>
                  <a:pt x="490" y="666"/>
                  <a:pt x="494" y="661"/>
                  <a:pt x="493" y="656"/>
                </a:cubicBezTo>
                <a:cubicBezTo>
                  <a:pt x="494" y="600"/>
                  <a:pt x="491" y="594"/>
                  <a:pt x="490" y="588"/>
                </a:cubicBezTo>
                <a:cubicBezTo>
                  <a:pt x="482" y="572"/>
                  <a:pt x="482" y="575"/>
                  <a:pt x="485" y="578"/>
                </a:cubicBezTo>
                <a:cubicBezTo>
                  <a:pt x="489" y="615"/>
                  <a:pt x="484" y="625"/>
                  <a:pt x="488" y="638"/>
                </a:cubicBezTo>
                <a:cubicBezTo>
                  <a:pt x="482" y="691"/>
                  <a:pt x="474" y="695"/>
                  <a:pt x="477" y="701"/>
                </a:cubicBezTo>
                <a:cubicBezTo>
                  <a:pt x="478" y="728"/>
                  <a:pt x="467" y="729"/>
                  <a:pt x="473" y="734"/>
                </a:cubicBezTo>
                <a:cubicBezTo>
                  <a:pt x="466" y="787"/>
                  <a:pt x="456" y="807"/>
                  <a:pt x="456" y="829"/>
                </a:cubicBezTo>
                <a:cubicBezTo>
                  <a:pt x="452" y="864"/>
                  <a:pt x="453" y="867"/>
                  <a:pt x="452" y="869"/>
                </a:cubicBezTo>
                <a:cubicBezTo>
                  <a:pt x="452" y="898"/>
                  <a:pt x="451" y="901"/>
                  <a:pt x="450" y="903"/>
                </a:cubicBezTo>
                <a:cubicBezTo>
                  <a:pt x="454" y="926"/>
                  <a:pt x="448" y="928"/>
                  <a:pt x="454" y="932"/>
                </a:cubicBezTo>
                <a:cubicBezTo>
                  <a:pt x="453" y="980"/>
                  <a:pt x="457" y="993"/>
                  <a:pt x="458" y="1005"/>
                </a:cubicBezTo>
                <a:cubicBezTo>
                  <a:pt x="460" y="1036"/>
                  <a:pt x="452" y="1028"/>
                  <a:pt x="453" y="1021"/>
                </a:cubicBezTo>
                <a:cubicBezTo>
                  <a:pt x="440" y="968"/>
                  <a:pt x="437" y="966"/>
                  <a:pt x="439" y="964"/>
                </a:cubicBezTo>
                <a:cubicBezTo>
                  <a:pt x="438" y="947"/>
                  <a:pt x="437" y="944"/>
                  <a:pt x="437" y="942"/>
                </a:cubicBezTo>
                <a:cubicBezTo>
                  <a:pt x="434" y="894"/>
                  <a:pt x="436" y="890"/>
                  <a:pt x="437" y="885"/>
                </a:cubicBezTo>
                <a:cubicBezTo>
                  <a:pt x="442" y="839"/>
                  <a:pt x="439" y="834"/>
                  <a:pt x="440" y="830"/>
                </a:cubicBezTo>
                <a:cubicBezTo>
                  <a:pt x="450" y="793"/>
                  <a:pt x="446" y="783"/>
                  <a:pt x="451" y="774"/>
                </a:cubicBezTo>
                <a:cubicBezTo>
                  <a:pt x="454" y="744"/>
                  <a:pt x="457" y="742"/>
                  <a:pt x="457" y="740"/>
                </a:cubicBezTo>
                <a:cubicBezTo>
                  <a:pt x="463" y="717"/>
                  <a:pt x="463" y="715"/>
                  <a:pt x="464" y="713"/>
                </a:cubicBezTo>
                <a:cubicBezTo>
                  <a:pt x="468" y="697"/>
                  <a:pt x="463" y="694"/>
                  <a:pt x="468" y="692"/>
                </a:cubicBezTo>
                <a:cubicBezTo>
                  <a:pt x="474" y="647"/>
                  <a:pt x="473" y="645"/>
                  <a:pt x="473" y="643"/>
                </a:cubicBezTo>
                <a:cubicBezTo>
                  <a:pt x="475" y="617"/>
                  <a:pt x="478" y="612"/>
                  <a:pt x="474" y="607"/>
                </a:cubicBezTo>
                <a:cubicBezTo>
                  <a:pt x="467" y="544"/>
                  <a:pt x="471" y="539"/>
                  <a:pt x="465" y="538"/>
                </a:cubicBezTo>
                <a:cubicBezTo>
                  <a:pt x="461" y="511"/>
                  <a:pt x="460" y="507"/>
                  <a:pt x="462" y="503"/>
                </a:cubicBezTo>
                <a:cubicBezTo>
                  <a:pt x="457" y="538"/>
                  <a:pt x="470" y="546"/>
                  <a:pt x="465" y="552"/>
                </a:cubicBezTo>
                <a:cubicBezTo>
                  <a:pt x="470" y="582"/>
                  <a:pt x="469" y="588"/>
                  <a:pt x="468" y="595"/>
                </a:cubicBezTo>
                <a:cubicBezTo>
                  <a:pt x="465" y="622"/>
                  <a:pt x="467" y="628"/>
                  <a:pt x="467" y="634"/>
                </a:cubicBezTo>
                <a:cubicBezTo>
                  <a:pt x="460" y="664"/>
                  <a:pt x="461" y="676"/>
                  <a:pt x="459" y="687"/>
                </a:cubicBezTo>
                <a:cubicBezTo>
                  <a:pt x="444" y="731"/>
                  <a:pt x="452" y="736"/>
                  <a:pt x="447" y="739"/>
                </a:cubicBezTo>
                <a:cubicBezTo>
                  <a:pt x="444" y="764"/>
                  <a:pt x="442" y="767"/>
                  <a:pt x="441" y="770"/>
                </a:cubicBezTo>
                <a:cubicBezTo>
                  <a:pt x="433" y="806"/>
                  <a:pt x="437" y="810"/>
                  <a:pt x="433" y="813"/>
                </a:cubicBezTo>
                <a:cubicBezTo>
                  <a:pt x="430" y="841"/>
                  <a:pt x="429" y="849"/>
                  <a:pt x="426" y="855"/>
                </a:cubicBezTo>
                <a:cubicBezTo>
                  <a:pt x="427" y="895"/>
                  <a:pt x="426" y="897"/>
                  <a:pt x="425" y="899"/>
                </a:cubicBezTo>
                <a:cubicBezTo>
                  <a:pt x="422" y="888"/>
                  <a:pt x="419" y="883"/>
                  <a:pt x="419" y="879"/>
                </a:cubicBezTo>
                <a:cubicBezTo>
                  <a:pt x="422" y="840"/>
                  <a:pt x="418" y="835"/>
                  <a:pt x="419" y="831"/>
                </a:cubicBezTo>
                <a:cubicBezTo>
                  <a:pt x="420" y="773"/>
                  <a:pt x="425" y="741"/>
                  <a:pt x="432" y="709"/>
                </a:cubicBezTo>
                <a:cubicBezTo>
                  <a:pt x="433" y="669"/>
                  <a:pt x="436" y="665"/>
                  <a:pt x="432" y="661"/>
                </a:cubicBezTo>
                <a:cubicBezTo>
                  <a:pt x="438" y="624"/>
                  <a:pt x="435" y="620"/>
                  <a:pt x="438" y="617"/>
                </a:cubicBezTo>
                <a:cubicBezTo>
                  <a:pt x="438" y="601"/>
                  <a:pt x="437" y="597"/>
                  <a:pt x="437" y="593"/>
                </a:cubicBezTo>
                <a:cubicBezTo>
                  <a:pt x="433" y="602"/>
                  <a:pt x="434" y="608"/>
                  <a:pt x="433" y="613"/>
                </a:cubicBezTo>
                <a:cubicBezTo>
                  <a:pt x="423" y="677"/>
                  <a:pt x="424" y="683"/>
                  <a:pt x="425" y="688"/>
                </a:cubicBezTo>
                <a:cubicBezTo>
                  <a:pt x="418" y="711"/>
                  <a:pt x="423" y="715"/>
                  <a:pt x="418" y="717"/>
                </a:cubicBezTo>
                <a:cubicBezTo>
                  <a:pt x="411" y="765"/>
                  <a:pt x="414" y="768"/>
                  <a:pt x="414" y="771"/>
                </a:cubicBezTo>
                <a:cubicBezTo>
                  <a:pt x="415" y="805"/>
                  <a:pt x="408" y="814"/>
                  <a:pt x="413" y="825"/>
                </a:cubicBezTo>
                <a:cubicBezTo>
                  <a:pt x="409" y="843"/>
                  <a:pt x="411" y="847"/>
                  <a:pt x="408" y="852"/>
                </a:cubicBezTo>
                <a:cubicBezTo>
                  <a:pt x="413" y="907"/>
                  <a:pt x="416" y="911"/>
                  <a:pt x="415" y="915"/>
                </a:cubicBezTo>
                <a:cubicBezTo>
                  <a:pt x="424" y="956"/>
                  <a:pt x="423" y="963"/>
                  <a:pt x="426" y="971"/>
                </a:cubicBezTo>
                <a:cubicBezTo>
                  <a:pt x="422" y="973"/>
                  <a:pt x="413" y="966"/>
                  <a:pt x="416" y="962"/>
                </a:cubicBezTo>
                <a:cubicBezTo>
                  <a:pt x="398" y="901"/>
                  <a:pt x="390" y="896"/>
                  <a:pt x="397" y="893"/>
                </a:cubicBezTo>
                <a:cubicBezTo>
                  <a:pt x="393" y="859"/>
                  <a:pt x="388" y="854"/>
                  <a:pt x="387" y="849"/>
                </a:cubicBezTo>
                <a:cubicBezTo>
                  <a:pt x="388" y="825"/>
                  <a:pt x="387" y="822"/>
                  <a:pt x="387" y="819"/>
                </a:cubicBezTo>
                <a:cubicBezTo>
                  <a:pt x="387" y="781"/>
                  <a:pt x="387" y="778"/>
                  <a:pt x="385" y="775"/>
                </a:cubicBezTo>
                <a:cubicBezTo>
                  <a:pt x="385" y="740"/>
                  <a:pt x="388" y="735"/>
                  <a:pt x="388" y="730"/>
                </a:cubicBezTo>
                <a:cubicBezTo>
                  <a:pt x="396" y="683"/>
                  <a:pt x="389" y="676"/>
                  <a:pt x="394" y="672"/>
                </a:cubicBezTo>
                <a:cubicBezTo>
                  <a:pt x="397" y="622"/>
                  <a:pt x="400" y="617"/>
                  <a:pt x="397" y="611"/>
                </a:cubicBezTo>
                <a:cubicBezTo>
                  <a:pt x="404" y="586"/>
                  <a:pt x="406" y="584"/>
                  <a:pt x="405" y="581"/>
                </a:cubicBezTo>
                <a:cubicBezTo>
                  <a:pt x="415" y="540"/>
                  <a:pt x="413" y="537"/>
                  <a:pt x="414" y="535"/>
                </a:cubicBezTo>
                <a:cubicBezTo>
                  <a:pt x="414" y="477"/>
                  <a:pt x="420" y="468"/>
                  <a:pt x="416" y="458"/>
                </a:cubicBezTo>
                <a:cubicBezTo>
                  <a:pt x="412" y="435"/>
                  <a:pt x="414" y="431"/>
                  <a:pt x="411" y="432"/>
                </a:cubicBezTo>
                <a:cubicBezTo>
                  <a:pt x="412" y="490"/>
                  <a:pt x="409" y="495"/>
                  <a:pt x="411" y="500"/>
                </a:cubicBezTo>
                <a:cubicBezTo>
                  <a:pt x="408" y="524"/>
                  <a:pt x="408" y="526"/>
                  <a:pt x="408" y="529"/>
                </a:cubicBezTo>
                <a:cubicBezTo>
                  <a:pt x="405" y="563"/>
                  <a:pt x="397" y="567"/>
                  <a:pt x="402" y="573"/>
                </a:cubicBezTo>
                <a:cubicBezTo>
                  <a:pt x="394" y="607"/>
                  <a:pt x="390" y="612"/>
                  <a:pt x="391" y="618"/>
                </a:cubicBezTo>
                <a:cubicBezTo>
                  <a:pt x="389" y="640"/>
                  <a:pt x="389" y="643"/>
                  <a:pt x="389" y="646"/>
                </a:cubicBezTo>
                <a:cubicBezTo>
                  <a:pt x="386" y="667"/>
                  <a:pt x="380" y="670"/>
                  <a:pt x="385" y="673"/>
                </a:cubicBezTo>
                <a:cubicBezTo>
                  <a:pt x="376" y="720"/>
                  <a:pt x="380" y="734"/>
                  <a:pt x="377" y="746"/>
                </a:cubicBezTo>
                <a:cubicBezTo>
                  <a:pt x="382" y="786"/>
                  <a:pt x="376" y="788"/>
                  <a:pt x="378" y="791"/>
                </a:cubicBezTo>
                <a:cubicBezTo>
                  <a:pt x="372" y="812"/>
                  <a:pt x="384" y="817"/>
                  <a:pt x="379" y="819"/>
                </a:cubicBezTo>
                <a:cubicBezTo>
                  <a:pt x="384" y="878"/>
                  <a:pt x="385" y="881"/>
                  <a:pt x="382" y="884"/>
                </a:cubicBezTo>
                <a:cubicBezTo>
                  <a:pt x="375" y="870"/>
                  <a:pt x="378" y="866"/>
                  <a:pt x="377" y="861"/>
                </a:cubicBezTo>
                <a:cubicBezTo>
                  <a:pt x="373" y="822"/>
                  <a:pt x="370" y="812"/>
                  <a:pt x="373" y="803"/>
                </a:cubicBezTo>
                <a:cubicBezTo>
                  <a:pt x="369" y="752"/>
                  <a:pt x="366" y="739"/>
                  <a:pt x="370" y="727"/>
                </a:cubicBezTo>
                <a:cubicBezTo>
                  <a:pt x="374" y="678"/>
                  <a:pt x="368" y="674"/>
                  <a:pt x="373" y="671"/>
                </a:cubicBezTo>
                <a:cubicBezTo>
                  <a:pt x="375" y="650"/>
                  <a:pt x="376" y="644"/>
                  <a:pt x="375" y="637"/>
                </a:cubicBezTo>
                <a:cubicBezTo>
                  <a:pt x="385" y="618"/>
                  <a:pt x="376" y="613"/>
                  <a:pt x="383" y="611"/>
                </a:cubicBezTo>
                <a:cubicBezTo>
                  <a:pt x="392" y="583"/>
                  <a:pt x="382" y="577"/>
                  <a:pt x="389" y="574"/>
                </a:cubicBezTo>
                <a:cubicBezTo>
                  <a:pt x="394" y="539"/>
                  <a:pt x="393" y="537"/>
                  <a:pt x="394" y="536"/>
                </a:cubicBezTo>
                <a:cubicBezTo>
                  <a:pt x="399" y="513"/>
                  <a:pt x="397" y="506"/>
                  <a:pt x="397" y="499"/>
                </a:cubicBezTo>
                <a:cubicBezTo>
                  <a:pt x="395" y="482"/>
                  <a:pt x="393" y="485"/>
                  <a:pt x="394" y="487"/>
                </a:cubicBezTo>
                <a:cubicBezTo>
                  <a:pt x="386" y="537"/>
                  <a:pt x="387" y="542"/>
                  <a:pt x="386" y="547"/>
                </a:cubicBezTo>
                <a:cubicBezTo>
                  <a:pt x="384" y="570"/>
                  <a:pt x="381" y="575"/>
                  <a:pt x="380" y="580"/>
                </a:cubicBezTo>
                <a:cubicBezTo>
                  <a:pt x="374" y="608"/>
                  <a:pt x="372" y="618"/>
                  <a:pt x="369" y="629"/>
                </a:cubicBezTo>
                <a:cubicBezTo>
                  <a:pt x="362" y="701"/>
                  <a:pt x="362" y="711"/>
                  <a:pt x="360" y="721"/>
                </a:cubicBezTo>
                <a:cubicBezTo>
                  <a:pt x="357" y="790"/>
                  <a:pt x="360" y="800"/>
                  <a:pt x="362" y="810"/>
                </a:cubicBezTo>
                <a:cubicBezTo>
                  <a:pt x="364" y="835"/>
                  <a:pt x="365" y="838"/>
                  <a:pt x="365" y="840"/>
                </a:cubicBezTo>
                <a:cubicBezTo>
                  <a:pt x="372" y="877"/>
                  <a:pt x="366" y="881"/>
                  <a:pt x="371" y="887"/>
                </a:cubicBezTo>
                <a:cubicBezTo>
                  <a:pt x="360" y="876"/>
                  <a:pt x="349" y="866"/>
                  <a:pt x="352" y="857"/>
                </a:cubicBezTo>
                <a:cubicBezTo>
                  <a:pt x="349" y="832"/>
                  <a:pt x="341" y="829"/>
                  <a:pt x="344" y="823"/>
                </a:cubicBezTo>
                <a:cubicBezTo>
                  <a:pt x="342" y="804"/>
                  <a:pt x="343" y="799"/>
                  <a:pt x="340" y="794"/>
                </a:cubicBezTo>
                <a:cubicBezTo>
                  <a:pt x="344" y="767"/>
                  <a:pt x="335" y="758"/>
                  <a:pt x="342" y="752"/>
                </a:cubicBezTo>
                <a:cubicBezTo>
                  <a:pt x="344" y="689"/>
                  <a:pt x="344" y="687"/>
                  <a:pt x="342" y="685"/>
                </a:cubicBezTo>
                <a:cubicBezTo>
                  <a:pt x="346" y="665"/>
                  <a:pt x="346" y="662"/>
                  <a:pt x="348" y="659"/>
                </a:cubicBezTo>
                <a:cubicBezTo>
                  <a:pt x="351" y="634"/>
                  <a:pt x="353" y="631"/>
                  <a:pt x="358" y="628"/>
                </a:cubicBezTo>
                <a:cubicBezTo>
                  <a:pt x="364" y="573"/>
                  <a:pt x="367" y="568"/>
                  <a:pt x="364" y="562"/>
                </a:cubicBezTo>
                <a:cubicBezTo>
                  <a:pt x="375" y="527"/>
                  <a:pt x="370" y="521"/>
                  <a:pt x="375" y="517"/>
                </a:cubicBezTo>
                <a:cubicBezTo>
                  <a:pt x="381" y="476"/>
                  <a:pt x="381" y="466"/>
                  <a:pt x="382" y="456"/>
                </a:cubicBezTo>
                <a:cubicBezTo>
                  <a:pt x="383" y="391"/>
                  <a:pt x="380" y="388"/>
                  <a:pt x="380" y="385"/>
                </a:cubicBezTo>
                <a:cubicBezTo>
                  <a:pt x="380" y="365"/>
                  <a:pt x="378" y="363"/>
                  <a:pt x="375" y="362"/>
                </a:cubicBezTo>
                <a:cubicBezTo>
                  <a:pt x="377" y="320"/>
                  <a:pt x="375" y="314"/>
                  <a:pt x="376" y="308"/>
                </a:cubicBezTo>
                <a:cubicBezTo>
                  <a:pt x="366" y="262"/>
                  <a:pt x="371" y="257"/>
                  <a:pt x="364" y="249"/>
                </a:cubicBezTo>
                <a:cubicBezTo>
                  <a:pt x="357" y="219"/>
                  <a:pt x="350" y="209"/>
                  <a:pt x="348" y="212"/>
                </a:cubicBezTo>
                <a:cubicBezTo>
                  <a:pt x="361" y="263"/>
                  <a:pt x="365" y="271"/>
                  <a:pt x="365" y="278"/>
                </a:cubicBezTo>
                <a:cubicBezTo>
                  <a:pt x="373" y="347"/>
                  <a:pt x="367" y="353"/>
                  <a:pt x="370" y="360"/>
                </a:cubicBezTo>
                <a:cubicBezTo>
                  <a:pt x="368" y="383"/>
                  <a:pt x="362" y="385"/>
                  <a:pt x="367" y="389"/>
                </a:cubicBezTo>
                <a:cubicBezTo>
                  <a:pt x="359" y="426"/>
                  <a:pt x="354" y="432"/>
                  <a:pt x="354" y="438"/>
                </a:cubicBezTo>
                <a:cubicBezTo>
                  <a:pt x="346" y="471"/>
                  <a:pt x="341" y="484"/>
                  <a:pt x="339" y="497"/>
                </a:cubicBezTo>
                <a:cubicBezTo>
                  <a:pt x="329" y="543"/>
                  <a:pt x="322" y="548"/>
                  <a:pt x="325" y="556"/>
                </a:cubicBezTo>
                <a:cubicBezTo>
                  <a:pt x="320" y="592"/>
                  <a:pt x="315" y="606"/>
                  <a:pt x="315" y="621"/>
                </a:cubicBezTo>
                <a:cubicBezTo>
                  <a:pt x="312" y="648"/>
                  <a:pt x="309" y="651"/>
                  <a:pt x="313" y="655"/>
                </a:cubicBezTo>
                <a:cubicBezTo>
                  <a:pt x="309" y="675"/>
                  <a:pt x="311" y="683"/>
                  <a:pt x="309" y="690"/>
                </a:cubicBezTo>
                <a:cubicBezTo>
                  <a:pt x="304" y="717"/>
                  <a:pt x="313" y="722"/>
                  <a:pt x="306" y="724"/>
                </a:cubicBezTo>
                <a:cubicBezTo>
                  <a:pt x="307" y="752"/>
                  <a:pt x="314" y="757"/>
                  <a:pt x="308" y="761"/>
                </a:cubicBezTo>
                <a:cubicBezTo>
                  <a:pt x="301" y="681"/>
                  <a:pt x="302" y="674"/>
                  <a:pt x="300" y="667"/>
                </a:cubicBezTo>
                <a:cubicBezTo>
                  <a:pt x="303" y="622"/>
                  <a:pt x="302" y="618"/>
                  <a:pt x="306" y="615"/>
                </a:cubicBezTo>
                <a:cubicBezTo>
                  <a:pt x="315" y="560"/>
                  <a:pt x="315" y="557"/>
                  <a:pt x="316" y="554"/>
                </a:cubicBezTo>
                <a:cubicBezTo>
                  <a:pt x="318" y="529"/>
                  <a:pt x="325" y="526"/>
                  <a:pt x="320" y="522"/>
                </a:cubicBezTo>
                <a:cubicBezTo>
                  <a:pt x="330" y="478"/>
                  <a:pt x="331" y="475"/>
                  <a:pt x="333" y="472"/>
                </a:cubicBezTo>
                <a:cubicBezTo>
                  <a:pt x="334" y="447"/>
                  <a:pt x="338" y="444"/>
                  <a:pt x="339" y="441"/>
                </a:cubicBezTo>
                <a:cubicBezTo>
                  <a:pt x="341" y="417"/>
                  <a:pt x="344" y="414"/>
                  <a:pt x="342" y="410"/>
                </a:cubicBezTo>
                <a:cubicBezTo>
                  <a:pt x="343" y="371"/>
                  <a:pt x="341" y="364"/>
                  <a:pt x="344" y="357"/>
                </a:cubicBezTo>
                <a:cubicBezTo>
                  <a:pt x="331" y="289"/>
                  <a:pt x="326" y="279"/>
                  <a:pt x="324" y="269"/>
                </a:cubicBezTo>
                <a:cubicBezTo>
                  <a:pt x="317" y="254"/>
                  <a:pt x="314" y="265"/>
                  <a:pt x="322" y="277"/>
                </a:cubicBezTo>
                <a:cubicBezTo>
                  <a:pt x="324" y="297"/>
                  <a:pt x="329" y="300"/>
                  <a:pt x="327" y="303"/>
                </a:cubicBezTo>
                <a:cubicBezTo>
                  <a:pt x="335" y="347"/>
                  <a:pt x="336" y="355"/>
                  <a:pt x="335" y="363"/>
                </a:cubicBezTo>
                <a:cubicBezTo>
                  <a:pt x="329" y="420"/>
                  <a:pt x="334" y="428"/>
                  <a:pt x="330" y="434"/>
                </a:cubicBezTo>
                <a:cubicBezTo>
                  <a:pt x="324" y="463"/>
                  <a:pt x="322" y="470"/>
                  <a:pt x="322" y="477"/>
                </a:cubicBezTo>
                <a:cubicBezTo>
                  <a:pt x="311" y="526"/>
                  <a:pt x="312" y="534"/>
                  <a:pt x="309" y="540"/>
                </a:cubicBezTo>
                <a:cubicBezTo>
                  <a:pt x="295" y="624"/>
                  <a:pt x="294" y="627"/>
                  <a:pt x="292" y="630"/>
                </a:cubicBezTo>
                <a:cubicBezTo>
                  <a:pt x="291" y="652"/>
                  <a:pt x="292" y="656"/>
                  <a:pt x="292" y="659"/>
                </a:cubicBezTo>
                <a:cubicBezTo>
                  <a:pt x="292" y="705"/>
                  <a:pt x="293" y="711"/>
                  <a:pt x="293" y="717"/>
                </a:cubicBezTo>
                <a:cubicBezTo>
                  <a:pt x="293" y="733"/>
                  <a:pt x="294" y="736"/>
                  <a:pt x="292" y="734"/>
                </a:cubicBezTo>
                <a:cubicBezTo>
                  <a:pt x="289" y="694"/>
                  <a:pt x="277" y="695"/>
                  <a:pt x="284" y="689"/>
                </a:cubicBezTo>
                <a:cubicBezTo>
                  <a:pt x="283" y="634"/>
                  <a:pt x="284" y="631"/>
                  <a:pt x="283" y="628"/>
                </a:cubicBezTo>
                <a:cubicBezTo>
                  <a:pt x="285" y="596"/>
                  <a:pt x="290" y="592"/>
                  <a:pt x="288" y="587"/>
                </a:cubicBezTo>
                <a:cubicBezTo>
                  <a:pt x="296" y="555"/>
                  <a:pt x="294" y="550"/>
                  <a:pt x="297" y="546"/>
                </a:cubicBezTo>
                <a:cubicBezTo>
                  <a:pt x="302" y="524"/>
                  <a:pt x="300" y="521"/>
                  <a:pt x="301" y="519"/>
                </a:cubicBezTo>
                <a:cubicBezTo>
                  <a:pt x="305" y="475"/>
                  <a:pt x="304" y="473"/>
                  <a:pt x="308" y="471"/>
                </a:cubicBezTo>
                <a:cubicBezTo>
                  <a:pt x="306" y="439"/>
                  <a:pt x="313" y="430"/>
                  <a:pt x="309" y="420"/>
                </a:cubicBezTo>
                <a:cubicBezTo>
                  <a:pt x="312" y="383"/>
                  <a:pt x="309" y="373"/>
                  <a:pt x="312" y="364"/>
                </a:cubicBezTo>
                <a:cubicBezTo>
                  <a:pt x="304" y="330"/>
                  <a:pt x="309" y="326"/>
                  <a:pt x="305" y="321"/>
                </a:cubicBezTo>
                <a:cubicBezTo>
                  <a:pt x="294" y="266"/>
                  <a:pt x="291" y="256"/>
                  <a:pt x="286" y="246"/>
                </a:cubicBezTo>
                <a:cubicBezTo>
                  <a:pt x="272" y="214"/>
                  <a:pt x="274" y="209"/>
                  <a:pt x="270" y="204"/>
                </a:cubicBezTo>
                <a:cubicBezTo>
                  <a:pt x="263" y="201"/>
                  <a:pt x="269" y="213"/>
                  <a:pt x="274" y="225"/>
                </a:cubicBezTo>
                <a:cubicBezTo>
                  <a:pt x="284" y="267"/>
                  <a:pt x="290" y="274"/>
                  <a:pt x="291" y="279"/>
                </a:cubicBezTo>
                <a:cubicBezTo>
                  <a:pt x="298" y="309"/>
                  <a:pt x="296" y="320"/>
                  <a:pt x="303" y="333"/>
                </a:cubicBezTo>
                <a:cubicBezTo>
                  <a:pt x="301" y="383"/>
                  <a:pt x="302" y="396"/>
                  <a:pt x="301" y="409"/>
                </a:cubicBezTo>
                <a:cubicBezTo>
                  <a:pt x="298" y="441"/>
                  <a:pt x="299" y="444"/>
                  <a:pt x="299" y="448"/>
                </a:cubicBezTo>
                <a:cubicBezTo>
                  <a:pt x="292" y="469"/>
                  <a:pt x="302" y="474"/>
                  <a:pt x="295" y="475"/>
                </a:cubicBezTo>
                <a:cubicBezTo>
                  <a:pt x="282" y="575"/>
                  <a:pt x="277" y="588"/>
                  <a:pt x="277" y="601"/>
                </a:cubicBezTo>
                <a:cubicBezTo>
                  <a:pt x="270" y="621"/>
                  <a:pt x="277" y="626"/>
                  <a:pt x="272" y="628"/>
                </a:cubicBezTo>
                <a:cubicBezTo>
                  <a:pt x="265" y="615"/>
                  <a:pt x="270" y="596"/>
                  <a:pt x="270" y="576"/>
                </a:cubicBezTo>
                <a:cubicBezTo>
                  <a:pt x="279" y="502"/>
                  <a:pt x="277" y="498"/>
                  <a:pt x="277" y="496"/>
                </a:cubicBezTo>
                <a:cubicBezTo>
                  <a:pt x="279" y="469"/>
                  <a:pt x="282" y="464"/>
                  <a:pt x="280" y="459"/>
                </a:cubicBezTo>
                <a:cubicBezTo>
                  <a:pt x="285" y="425"/>
                  <a:pt x="282" y="419"/>
                  <a:pt x="283" y="414"/>
                </a:cubicBezTo>
                <a:cubicBezTo>
                  <a:pt x="284" y="394"/>
                  <a:pt x="281" y="389"/>
                  <a:pt x="283" y="384"/>
                </a:cubicBezTo>
                <a:cubicBezTo>
                  <a:pt x="276" y="328"/>
                  <a:pt x="271" y="317"/>
                  <a:pt x="271" y="307"/>
                </a:cubicBezTo>
                <a:cubicBezTo>
                  <a:pt x="257" y="256"/>
                  <a:pt x="255" y="250"/>
                  <a:pt x="254" y="245"/>
                </a:cubicBezTo>
                <a:cubicBezTo>
                  <a:pt x="220" y="175"/>
                  <a:pt x="210" y="168"/>
                  <a:pt x="208" y="162"/>
                </a:cubicBezTo>
                <a:cubicBezTo>
                  <a:pt x="233" y="223"/>
                  <a:pt x="239" y="222"/>
                  <a:pt x="237" y="225"/>
                </a:cubicBezTo>
                <a:cubicBezTo>
                  <a:pt x="254" y="264"/>
                  <a:pt x="253" y="276"/>
                  <a:pt x="260" y="288"/>
                </a:cubicBezTo>
                <a:cubicBezTo>
                  <a:pt x="264" y="326"/>
                  <a:pt x="267" y="331"/>
                  <a:pt x="267" y="335"/>
                </a:cubicBezTo>
                <a:cubicBezTo>
                  <a:pt x="272" y="407"/>
                  <a:pt x="275" y="411"/>
                  <a:pt x="272" y="414"/>
                </a:cubicBezTo>
                <a:cubicBezTo>
                  <a:pt x="276" y="454"/>
                  <a:pt x="267" y="456"/>
                  <a:pt x="271" y="460"/>
                </a:cubicBezTo>
                <a:cubicBezTo>
                  <a:pt x="270" y="503"/>
                  <a:pt x="264" y="509"/>
                  <a:pt x="266" y="517"/>
                </a:cubicBezTo>
                <a:cubicBezTo>
                  <a:pt x="257" y="543"/>
                  <a:pt x="265" y="548"/>
                  <a:pt x="260" y="551"/>
                </a:cubicBezTo>
                <a:cubicBezTo>
                  <a:pt x="259" y="593"/>
                  <a:pt x="259" y="601"/>
                  <a:pt x="258" y="608"/>
                </a:cubicBezTo>
                <a:cubicBezTo>
                  <a:pt x="259" y="636"/>
                  <a:pt x="262" y="640"/>
                  <a:pt x="259" y="643"/>
                </a:cubicBezTo>
                <a:cubicBezTo>
                  <a:pt x="249" y="634"/>
                  <a:pt x="251" y="618"/>
                  <a:pt x="247" y="600"/>
                </a:cubicBezTo>
                <a:cubicBezTo>
                  <a:pt x="240" y="541"/>
                  <a:pt x="241" y="533"/>
                  <a:pt x="241" y="524"/>
                </a:cubicBezTo>
                <a:cubicBezTo>
                  <a:pt x="248" y="492"/>
                  <a:pt x="240" y="482"/>
                  <a:pt x="246" y="475"/>
                </a:cubicBezTo>
                <a:cubicBezTo>
                  <a:pt x="244" y="453"/>
                  <a:pt x="250" y="452"/>
                  <a:pt x="246" y="448"/>
                </a:cubicBezTo>
                <a:cubicBezTo>
                  <a:pt x="247" y="407"/>
                  <a:pt x="254" y="404"/>
                  <a:pt x="251" y="399"/>
                </a:cubicBezTo>
                <a:cubicBezTo>
                  <a:pt x="254" y="383"/>
                  <a:pt x="250" y="378"/>
                  <a:pt x="252" y="374"/>
                </a:cubicBezTo>
                <a:cubicBezTo>
                  <a:pt x="251" y="314"/>
                  <a:pt x="248" y="306"/>
                  <a:pt x="251" y="298"/>
                </a:cubicBezTo>
                <a:cubicBezTo>
                  <a:pt x="240" y="257"/>
                  <a:pt x="233" y="260"/>
                  <a:pt x="238" y="264"/>
                </a:cubicBezTo>
                <a:cubicBezTo>
                  <a:pt x="247" y="313"/>
                  <a:pt x="244" y="319"/>
                  <a:pt x="248" y="327"/>
                </a:cubicBezTo>
                <a:cubicBezTo>
                  <a:pt x="248" y="356"/>
                  <a:pt x="242" y="359"/>
                  <a:pt x="245" y="364"/>
                </a:cubicBezTo>
                <a:cubicBezTo>
                  <a:pt x="241" y="405"/>
                  <a:pt x="239" y="409"/>
                  <a:pt x="242" y="414"/>
                </a:cubicBezTo>
                <a:cubicBezTo>
                  <a:pt x="239" y="435"/>
                  <a:pt x="240" y="438"/>
                  <a:pt x="240" y="440"/>
                </a:cubicBezTo>
                <a:cubicBezTo>
                  <a:pt x="236" y="486"/>
                  <a:pt x="234" y="494"/>
                  <a:pt x="234" y="503"/>
                </a:cubicBezTo>
                <a:cubicBezTo>
                  <a:pt x="231" y="524"/>
                  <a:pt x="232" y="526"/>
                  <a:pt x="231" y="529"/>
                </a:cubicBezTo>
                <a:cubicBezTo>
                  <a:pt x="230" y="471"/>
                  <a:pt x="222" y="464"/>
                  <a:pt x="227" y="459"/>
                </a:cubicBezTo>
                <a:cubicBezTo>
                  <a:pt x="228" y="431"/>
                  <a:pt x="222" y="427"/>
                  <a:pt x="226" y="425"/>
                </a:cubicBezTo>
                <a:cubicBezTo>
                  <a:pt x="227" y="372"/>
                  <a:pt x="228" y="367"/>
                  <a:pt x="225" y="362"/>
                </a:cubicBezTo>
                <a:cubicBezTo>
                  <a:pt x="226" y="313"/>
                  <a:pt x="223" y="308"/>
                  <a:pt x="225" y="303"/>
                </a:cubicBezTo>
                <a:cubicBezTo>
                  <a:pt x="215" y="226"/>
                  <a:pt x="202" y="221"/>
                  <a:pt x="208" y="219"/>
                </a:cubicBezTo>
                <a:cubicBezTo>
                  <a:pt x="202" y="192"/>
                  <a:pt x="193" y="187"/>
                  <a:pt x="197" y="184"/>
                </a:cubicBezTo>
                <a:cubicBezTo>
                  <a:pt x="159" y="111"/>
                  <a:pt x="161" y="108"/>
                  <a:pt x="158" y="104"/>
                </a:cubicBezTo>
                <a:cubicBezTo>
                  <a:pt x="162" y="120"/>
                  <a:pt x="165" y="126"/>
                  <a:pt x="165" y="132"/>
                </a:cubicBezTo>
                <a:cubicBezTo>
                  <a:pt x="195" y="203"/>
                  <a:pt x="200" y="209"/>
                  <a:pt x="199" y="214"/>
                </a:cubicBezTo>
                <a:cubicBezTo>
                  <a:pt x="212" y="270"/>
                  <a:pt x="215" y="275"/>
                  <a:pt x="215" y="281"/>
                </a:cubicBezTo>
                <a:cubicBezTo>
                  <a:pt x="212" y="317"/>
                  <a:pt x="220" y="324"/>
                  <a:pt x="217" y="330"/>
                </a:cubicBezTo>
                <a:cubicBezTo>
                  <a:pt x="219" y="372"/>
                  <a:pt x="217" y="383"/>
                  <a:pt x="215" y="393"/>
                </a:cubicBezTo>
                <a:cubicBezTo>
                  <a:pt x="221" y="422"/>
                  <a:pt x="210" y="424"/>
                  <a:pt x="216" y="429"/>
                </a:cubicBezTo>
                <a:cubicBezTo>
                  <a:pt x="216" y="474"/>
                  <a:pt x="220" y="483"/>
                  <a:pt x="217" y="491"/>
                </a:cubicBezTo>
                <a:cubicBezTo>
                  <a:pt x="226" y="548"/>
                  <a:pt x="218" y="555"/>
                  <a:pt x="224" y="564"/>
                </a:cubicBezTo>
                <a:cubicBezTo>
                  <a:pt x="214" y="556"/>
                  <a:pt x="221" y="553"/>
                  <a:pt x="218" y="549"/>
                </a:cubicBezTo>
                <a:cubicBezTo>
                  <a:pt x="213" y="498"/>
                  <a:pt x="206" y="488"/>
                  <a:pt x="209" y="480"/>
                </a:cubicBezTo>
                <a:cubicBezTo>
                  <a:pt x="200" y="416"/>
                  <a:pt x="200" y="407"/>
                  <a:pt x="200" y="399"/>
                </a:cubicBezTo>
                <a:cubicBezTo>
                  <a:pt x="200" y="341"/>
                  <a:pt x="197" y="337"/>
                  <a:pt x="198" y="333"/>
                </a:cubicBezTo>
                <a:cubicBezTo>
                  <a:pt x="199" y="312"/>
                  <a:pt x="203" y="310"/>
                  <a:pt x="198" y="306"/>
                </a:cubicBezTo>
                <a:cubicBezTo>
                  <a:pt x="198" y="275"/>
                  <a:pt x="194" y="269"/>
                  <a:pt x="195" y="265"/>
                </a:cubicBezTo>
                <a:cubicBezTo>
                  <a:pt x="175" y="191"/>
                  <a:pt x="172" y="186"/>
                  <a:pt x="170" y="181"/>
                </a:cubicBezTo>
                <a:cubicBezTo>
                  <a:pt x="122" y="111"/>
                  <a:pt x="132" y="117"/>
                  <a:pt x="134" y="122"/>
                </a:cubicBezTo>
                <a:cubicBezTo>
                  <a:pt x="153" y="151"/>
                  <a:pt x="153" y="155"/>
                  <a:pt x="155" y="160"/>
                </a:cubicBezTo>
                <a:cubicBezTo>
                  <a:pt x="182" y="243"/>
                  <a:pt x="187" y="248"/>
                  <a:pt x="187" y="252"/>
                </a:cubicBezTo>
                <a:cubicBezTo>
                  <a:pt x="190" y="282"/>
                  <a:pt x="193" y="287"/>
                  <a:pt x="190" y="291"/>
                </a:cubicBezTo>
                <a:cubicBezTo>
                  <a:pt x="194" y="347"/>
                  <a:pt x="192" y="351"/>
                  <a:pt x="190" y="355"/>
                </a:cubicBezTo>
                <a:cubicBezTo>
                  <a:pt x="191" y="394"/>
                  <a:pt x="194" y="397"/>
                  <a:pt x="192" y="399"/>
                </a:cubicBezTo>
                <a:cubicBezTo>
                  <a:pt x="193" y="428"/>
                  <a:pt x="194" y="436"/>
                  <a:pt x="195" y="445"/>
                </a:cubicBezTo>
                <a:cubicBezTo>
                  <a:pt x="197" y="504"/>
                  <a:pt x="204" y="514"/>
                  <a:pt x="202" y="522"/>
                </a:cubicBezTo>
                <a:cubicBezTo>
                  <a:pt x="195" y="496"/>
                  <a:pt x="192" y="492"/>
                  <a:pt x="191" y="488"/>
                </a:cubicBezTo>
                <a:cubicBezTo>
                  <a:pt x="182" y="442"/>
                  <a:pt x="186" y="437"/>
                  <a:pt x="185" y="430"/>
                </a:cubicBezTo>
                <a:cubicBezTo>
                  <a:pt x="186" y="370"/>
                  <a:pt x="181" y="363"/>
                  <a:pt x="183" y="357"/>
                </a:cubicBezTo>
                <a:cubicBezTo>
                  <a:pt x="182" y="325"/>
                  <a:pt x="175" y="321"/>
                  <a:pt x="177" y="318"/>
                </a:cubicBezTo>
                <a:cubicBezTo>
                  <a:pt x="173" y="294"/>
                  <a:pt x="175" y="288"/>
                  <a:pt x="172" y="281"/>
                </a:cubicBezTo>
                <a:cubicBezTo>
                  <a:pt x="170" y="250"/>
                  <a:pt x="163" y="245"/>
                  <a:pt x="166" y="243"/>
                </a:cubicBezTo>
                <a:cubicBezTo>
                  <a:pt x="117" y="146"/>
                  <a:pt x="115" y="136"/>
                  <a:pt x="110" y="138"/>
                </a:cubicBezTo>
                <a:cubicBezTo>
                  <a:pt x="158" y="251"/>
                  <a:pt x="166" y="268"/>
                  <a:pt x="163" y="283"/>
                </a:cubicBezTo>
                <a:cubicBezTo>
                  <a:pt x="170" y="315"/>
                  <a:pt x="167" y="323"/>
                  <a:pt x="173" y="332"/>
                </a:cubicBezTo>
                <a:cubicBezTo>
                  <a:pt x="172" y="391"/>
                  <a:pt x="174" y="397"/>
                  <a:pt x="174" y="404"/>
                </a:cubicBezTo>
                <a:cubicBezTo>
                  <a:pt x="174" y="419"/>
                  <a:pt x="175" y="423"/>
                  <a:pt x="172" y="421"/>
                </a:cubicBezTo>
                <a:cubicBezTo>
                  <a:pt x="157" y="335"/>
                  <a:pt x="157" y="325"/>
                  <a:pt x="156" y="322"/>
                </a:cubicBezTo>
                <a:cubicBezTo>
                  <a:pt x="154" y="304"/>
                  <a:pt x="152" y="301"/>
                  <a:pt x="152" y="298"/>
                </a:cubicBezTo>
                <a:cubicBezTo>
                  <a:pt x="121" y="215"/>
                  <a:pt x="124" y="220"/>
                  <a:pt x="126" y="224"/>
                </a:cubicBezTo>
                <a:cubicBezTo>
                  <a:pt x="142" y="278"/>
                  <a:pt x="141" y="294"/>
                  <a:pt x="149" y="312"/>
                </a:cubicBezTo>
                <a:cubicBezTo>
                  <a:pt x="152" y="360"/>
                  <a:pt x="149" y="372"/>
                  <a:pt x="155" y="385"/>
                </a:cubicBezTo>
                <a:cubicBezTo>
                  <a:pt x="164" y="425"/>
                  <a:pt x="163" y="427"/>
                  <a:pt x="166" y="430"/>
                </a:cubicBezTo>
                <a:cubicBezTo>
                  <a:pt x="166" y="449"/>
                  <a:pt x="160" y="441"/>
                  <a:pt x="155" y="433"/>
                </a:cubicBezTo>
                <a:cubicBezTo>
                  <a:pt x="52" y="216"/>
                  <a:pt x="51" y="203"/>
                  <a:pt x="42" y="189"/>
                </a:cubicBezTo>
                <a:cubicBezTo>
                  <a:pt x="33" y="158"/>
                  <a:pt x="33" y="148"/>
                  <a:pt x="29" y="151"/>
                </a:cubicBezTo>
                <a:cubicBezTo>
                  <a:pt x="101" y="327"/>
                  <a:pt x="104" y="346"/>
                  <a:pt x="123" y="370"/>
                </a:cubicBezTo>
                <a:cubicBezTo>
                  <a:pt x="135" y="395"/>
                  <a:pt x="130" y="397"/>
                  <a:pt x="134" y="400"/>
                </a:cubicBezTo>
                <a:cubicBezTo>
                  <a:pt x="148" y="437"/>
                  <a:pt x="157" y="443"/>
                  <a:pt x="154" y="447"/>
                </a:cubicBezTo>
                <a:cubicBezTo>
                  <a:pt x="151" y="451"/>
                  <a:pt x="156" y="444"/>
                  <a:pt x="151" y="447"/>
                </a:cubicBezTo>
                <a:cubicBezTo>
                  <a:pt x="132" y="420"/>
                  <a:pt x="125" y="405"/>
                  <a:pt x="116" y="394"/>
                </a:cubicBezTo>
                <a:cubicBezTo>
                  <a:pt x="47" y="271"/>
                  <a:pt x="45" y="264"/>
                  <a:pt x="39" y="256"/>
                </a:cubicBezTo>
                <a:cubicBezTo>
                  <a:pt x="23" y="217"/>
                  <a:pt x="19" y="203"/>
                  <a:pt x="8" y="187"/>
                </a:cubicBezTo>
                <a:cubicBezTo>
                  <a:pt x="0" y="172"/>
                  <a:pt x="0" y="172"/>
                  <a:pt x="0" y="172"/>
                </a:cubicBezTo>
                <a:cubicBezTo>
                  <a:pt x="13" y="212"/>
                  <a:pt x="18" y="217"/>
                  <a:pt x="17" y="221"/>
                </a:cubicBezTo>
                <a:cubicBezTo>
                  <a:pt x="38" y="262"/>
                  <a:pt x="42" y="277"/>
                  <a:pt x="49" y="292"/>
                </a:cubicBezTo>
                <a:cubicBezTo>
                  <a:pt x="88" y="361"/>
                  <a:pt x="84" y="375"/>
                  <a:pt x="89" y="371"/>
                </a:cubicBezTo>
                <a:cubicBezTo>
                  <a:pt x="157" y="471"/>
                  <a:pt x="164" y="481"/>
                  <a:pt x="172" y="491"/>
                </a:cubicBezTo>
                <a:cubicBezTo>
                  <a:pt x="187" y="517"/>
                  <a:pt x="186" y="518"/>
                  <a:pt x="186" y="518"/>
                </a:cubicBezTo>
                <a:cubicBezTo>
                  <a:pt x="198" y="535"/>
                  <a:pt x="201" y="544"/>
                  <a:pt x="199" y="552"/>
                </a:cubicBezTo>
                <a:cubicBezTo>
                  <a:pt x="156" y="486"/>
                  <a:pt x="141" y="472"/>
                  <a:pt x="130" y="459"/>
                </a:cubicBezTo>
                <a:cubicBezTo>
                  <a:pt x="110" y="430"/>
                  <a:pt x="107" y="427"/>
                  <a:pt x="105" y="423"/>
                </a:cubicBezTo>
                <a:cubicBezTo>
                  <a:pt x="50" y="348"/>
                  <a:pt x="55" y="346"/>
                  <a:pt x="50" y="342"/>
                </a:cubicBezTo>
                <a:cubicBezTo>
                  <a:pt x="3" y="267"/>
                  <a:pt x="5" y="258"/>
                  <a:pt x="0" y="254"/>
                </a:cubicBezTo>
                <a:cubicBezTo>
                  <a:pt x="11" y="297"/>
                  <a:pt x="19" y="301"/>
                  <a:pt x="20" y="304"/>
                </a:cubicBezTo>
                <a:cubicBezTo>
                  <a:pt x="37" y="330"/>
                  <a:pt x="35" y="333"/>
                  <a:pt x="38" y="337"/>
                </a:cubicBezTo>
                <a:cubicBezTo>
                  <a:pt x="94" y="423"/>
                  <a:pt x="98" y="426"/>
                  <a:pt x="101" y="429"/>
                </a:cubicBezTo>
                <a:cubicBezTo>
                  <a:pt x="129" y="469"/>
                  <a:pt x="132" y="472"/>
                  <a:pt x="134" y="475"/>
                </a:cubicBezTo>
                <a:cubicBezTo>
                  <a:pt x="155" y="502"/>
                  <a:pt x="157" y="504"/>
                  <a:pt x="159" y="507"/>
                </a:cubicBezTo>
                <a:cubicBezTo>
                  <a:pt x="167" y="526"/>
                  <a:pt x="176" y="523"/>
                  <a:pt x="172" y="528"/>
                </a:cubicBezTo>
                <a:cubicBezTo>
                  <a:pt x="127" y="476"/>
                  <a:pt x="107" y="458"/>
                  <a:pt x="85" y="432"/>
                </a:cubicBezTo>
                <a:cubicBezTo>
                  <a:pt x="42" y="373"/>
                  <a:pt x="30" y="364"/>
                  <a:pt x="27" y="355"/>
                </a:cubicBezTo>
                <a:cubicBezTo>
                  <a:pt x="0" y="328"/>
                  <a:pt x="0" y="328"/>
                  <a:pt x="0" y="328"/>
                </a:cubicBezTo>
                <a:cubicBezTo>
                  <a:pt x="26" y="363"/>
                  <a:pt x="25" y="368"/>
                  <a:pt x="32" y="373"/>
                </a:cubicBezTo>
                <a:cubicBezTo>
                  <a:pt x="69" y="424"/>
                  <a:pt x="79" y="434"/>
                  <a:pt x="89" y="450"/>
                </a:cubicBezTo>
                <a:cubicBezTo>
                  <a:pt x="187" y="565"/>
                  <a:pt x="194" y="574"/>
                  <a:pt x="200" y="583"/>
                </a:cubicBezTo>
                <a:cubicBezTo>
                  <a:pt x="195" y="580"/>
                  <a:pt x="178" y="573"/>
                  <a:pt x="164" y="552"/>
                </a:cubicBezTo>
                <a:cubicBezTo>
                  <a:pt x="130" y="519"/>
                  <a:pt x="122" y="508"/>
                  <a:pt x="114" y="500"/>
                </a:cubicBezTo>
                <a:cubicBezTo>
                  <a:pt x="18" y="376"/>
                  <a:pt x="19" y="374"/>
                  <a:pt x="16" y="374"/>
                </a:cubicBezTo>
                <a:cubicBezTo>
                  <a:pt x="7" y="360"/>
                  <a:pt x="5" y="354"/>
                  <a:pt x="0" y="347"/>
                </a:cubicBezTo>
                <a:cubicBezTo>
                  <a:pt x="0" y="358"/>
                  <a:pt x="0" y="358"/>
                  <a:pt x="0" y="359"/>
                </a:cubicBezTo>
                <a:cubicBezTo>
                  <a:pt x="16" y="378"/>
                  <a:pt x="13" y="388"/>
                  <a:pt x="20" y="387"/>
                </a:cubicBezTo>
                <a:cubicBezTo>
                  <a:pt x="147" y="544"/>
                  <a:pt x="149" y="552"/>
                  <a:pt x="153" y="555"/>
                </a:cubicBezTo>
                <a:cubicBezTo>
                  <a:pt x="205" y="609"/>
                  <a:pt x="209" y="614"/>
                  <a:pt x="213" y="620"/>
                </a:cubicBezTo>
                <a:cubicBezTo>
                  <a:pt x="248" y="673"/>
                  <a:pt x="250" y="678"/>
                  <a:pt x="249" y="682"/>
                </a:cubicBezTo>
                <a:cubicBezTo>
                  <a:pt x="215" y="648"/>
                  <a:pt x="211" y="642"/>
                  <a:pt x="207" y="642"/>
                </a:cubicBezTo>
                <a:cubicBezTo>
                  <a:pt x="173" y="607"/>
                  <a:pt x="159" y="599"/>
                  <a:pt x="145" y="585"/>
                </a:cubicBezTo>
                <a:cubicBezTo>
                  <a:pt x="89" y="539"/>
                  <a:pt x="87" y="528"/>
                  <a:pt x="82" y="530"/>
                </a:cubicBezTo>
                <a:cubicBezTo>
                  <a:pt x="10" y="445"/>
                  <a:pt x="5" y="438"/>
                  <a:pt x="0" y="430"/>
                </a:cubicBezTo>
                <a:cubicBezTo>
                  <a:pt x="7" y="448"/>
                  <a:pt x="10" y="450"/>
                  <a:pt x="12" y="455"/>
                </a:cubicBezTo>
                <a:cubicBezTo>
                  <a:pt x="63" y="516"/>
                  <a:pt x="68" y="529"/>
                  <a:pt x="76" y="532"/>
                </a:cubicBezTo>
                <a:cubicBezTo>
                  <a:pt x="109" y="563"/>
                  <a:pt x="112" y="569"/>
                  <a:pt x="116" y="574"/>
                </a:cubicBezTo>
                <a:cubicBezTo>
                  <a:pt x="151" y="606"/>
                  <a:pt x="166" y="613"/>
                  <a:pt x="180" y="630"/>
                </a:cubicBezTo>
                <a:cubicBezTo>
                  <a:pt x="239" y="683"/>
                  <a:pt x="241" y="686"/>
                  <a:pt x="243" y="689"/>
                </a:cubicBezTo>
                <a:cubicBezTo>
                  <a:pt x="155" y="616"/>
                  <a:pt x="134" y="603"/>
                  <a:pt x="114" y="586"/>
                </a:cubicBezTo>
                <a:cubicBezTo>
                  <a:pt x="37" y="519"/>
                  <a:pt x="35" y="503"/>
                  <a:pt x="30" y="506"/>
                </a:cubicBezTo>
                <a:cubicBezTo>
                  <a:pt x="76" y="567"/>
                  <a:pt x="91" y="576"/>
                  <a:pt x="105" y="592"/>
                </a:cubicBezTo>
                <a:cubicBezTo>
                  <a:pt x="129" y="611"/>
                  <a:pt x="137" y="616"/>
                  <a:pt x="145" y="622"/>
                </a:cubicBezTo>
                <a:cubicBezTo>
                  <a:pt x="163" y="636"/>
                  <a:pt x="167" y="641"/>
                  <a:pt x="165" y="643"/>
                </a:cubicBezTo>
                <a:cubicBezTo>
                  <a:pt x="119" y="612"/>
                  <a:pt x="116" y="612"/>
                  <a:pt x="114" y="612"/>
                </a:cubicBezTo>
                <a:cubicBezTo>
                  <a:pt x="88" y="593"/>
                  <a:pt x="82" y="591"/>
                  <a:pt x="77" y="587"/>
                </a:cubicBezTo>
                <a:cubicBezTo>
                  <a:pt x="13" y="544"/>
                  <a:pt x="7" y="538"/>
                  <a:pt x="0" y="533"/>
                </a:cubicBezTo>
                <a:cubicBezTo>
                  <a:pt x="17" y="555"/>
                  <a:pt x="24" y="560"/>
                  <a:pt x="31" y="567"/>
                </a:cubicBezTo>
                <a:cubicBezTo>
                  <a:pt x="78" y="600"/>
                  <a:pt x="82" y="597"/>
                  <a:pt x="86" y="603"/>
                </a:cubicBezTo>
                <a:cubicBezTo>
                  <a:pt x="126" y="627"/>
                  <a:pt x="133" y="631"/>
                  <a:pt x="141" y="636"/>
                </a:cubicBezTo>
                <a:cubicBezTo>
                  <a:pt x="168" y="656"/>
                  <a:pt x="171" y="658"/>
                  <a:pt x="173" y="658"/>
                </a:cubicBezTo>
                <a:cubicBezTo>
                  <a:pt x="213" y="686"/>
                  <a:pt x="215" y="691"/>
                  <a:pt x="217" y="694"/>
                </a:cubicBezTo>
                <a:cubicBezTo>
                  <a:pt x="241" y="718"/>
                  <a:pt x="246" y="717"/>
                  <a:pt x="251" y="723"/>
                </a:cubicBezTo>
                <a:cubicBezTo>
                  <a:pt x="272" y="754"/>
                  <a:pt x="281" y="753"/>
                  <a:pt x="277" y="759"/>
                </a:cubicBezTo>
                <a:cubicBezTo>
                  <a:pt x="250" y="738"/>
                  <a:pt x="248" y="731"/>
                  <a:pt x="245" y="733"/>
                </a:cubicBezTo>
                <a:cubicBezTo>
                  <a:pt x="215" y="709"/>
                  <a:pt x="205" y="703"/>
                  <a:pt x="195" y="696"/>
                </a:cubicBezTo>
                <a:cubicBezTo>
                  <a:pt x="156" y="670"/>
                  <a:pt x="145" y="670"/>
                  <a:pt x="135" y="661"/>
                </a:cubicBezTo>
                <a:cubicBezTo>
                  <a:pt x="98" y="642"/>
                  <a:pt x="87" y="639"/>
                  <a:pt x="78" y="630"/>
                </a:cubicBezTo>
                <a:cubicBezTo>
                  <a:pt x="44" y="608"/>
                  <a:pt x="39" y="604"/>
                  <a:pt x="35" y="599"/>
                </a:cubicBezTo>
                <a:cubicBezTo>
                  <a:pt x="64" y="632"/>
                  <a:pt x="77" y="634"/>
                  <a:pt x="88" y="647"/>
                </a:cubicBezTo>
                <a:cubicBezTo>
                  <a:pt x="113" y="663"/>
                  <a:pt x="120" y="661"/>
                  <a:pt x="126" y="668"/>
                </a:cubicBezTo>
                <a:cubicBezTo>
                  <a:pt x="179" y="700"/>
                  <a:pt x="192" y="704"/>
                  <a:pt x="205" y="714"/>
                </a:cubicBezTo>
                <a:cubicBezTo>
                  <a:pt x="252" y="749"/>
                  <a:pt x="256" y="748"/>
                  <a:pt x="259" y="752"/>
                </a:cubicBezTo>
                <a:cubicBezTo>
                  <a:pt x="309" y="812"/>
                  <a:pt x="313" y="815"/>
                  <a:pt x="311" y="817"/>
                </a:cubicBezTo>
                <a:cubicBezTo>
                  <a:pt x="287" y="793"/>
                  <a:pt x="281" y="789"/>
                  <a:pt x="275" y="782"/>
                </a:cubicBezTo>
                <a:cubicBezTo>
                  <a:pt x="238" y="756"/>
                  <a:pt x="233" y="745"/>
                  <a:pt x="226" y="744"/>
                </a:cubicBezTo>
                <a:cubicBezTo>
                  <a:pt x="179" y="713"/>
                  <a:pt x="167" y="709"/>
                  <a:pt x="155" y="701"/>
                </a:cubicBezTo>
                <a:cubicBezTo>
                  <a:pt x="130" y="689"/>
                  <a:pt x="124" y="688"/>
                  <a:pt x="118" y="682"/>
                </a:cubicBezTo>
                <a:cubicBezTo>
                  <a:pt x="87" y="673"/>
                  <a:pt x="85" y="666"/>
                  <a:pt x="81" y="668"/>
                </a:cubicBezTo>
                <a:cubicBezTo>
                  <a:pt x="6" y="628"/>
                  <a:pt x="4" y="626"/>
                  <a:pt x="0" y="626"/>
                </a:cubicBezTo>
                <a:cubicBezTo>
                  <a:pt x="2" y="634"/>
                  <a:pt x="4" y="634"/>
                  <a:pt x="5" y="633"/>
                </a:cubicBezTo>
                <a:cubicBezTo>
                  <a:pt x="34" y="652"/>
                  <a:pt x="37" y="657"/>
                  <a:pt x="41" y="656"/>
                </a:cubicBezTo>
                <a:cubicBezTo>
                  <a:pt x="82" y="671"/>
                  <a:pt x="86" y="684"/>
                  <a:pt x="93" y="681"/>
                </a:cubicBezTo>
                <a:cubicBezTo>
                  <a:pt x="148" y="714"/>
                  <a:pt x="153" y="704"/>
                  <a:pt x="155" y="711"/>
                </a:cubicBezTo>
                <a:cubicBezTo>
                  <a:pt x="188" y="727"/>
                  <a:pt x="193" y="733"/>
                  <a:pt x="199" y="736"/>
                </a:cubicBezTo>
                <a:cubicBezTo>
                  <a:pt x="227" y="758"/>
                  <a:pt x="231" y="754"/>
                  <a:pt x="233" y="760"/>
                </a:cubicBezTo>
                <a:cubicBezTo>
                  <a:pt x="290" y="813"/>
                  <a:pt x="296" y="820"/>
                  <a:pt x="302" y="824"/>
                </a:cubicBezTo>
                <a:cubicBezTo>
                  <a:pt x="314" y="839"/>
                  <a:pt x="311" y="840"/>
                  <a:pt x="308" y="836"/>
                </a:cubicBezTo>
                <a:cubicBezTo>
                  <a:pt x="294" y="829"/>
                  <a:pt x="288" y="817"/>
                  <a:pt x="281" y="817"/>
                </a:cubicBezTo>
                <a:cubicBezTo>
                  <a:pt x="229" y="777"/>
                  <a:pt x="227" y="773"/>
                  <a:pt x="223" y="773"/>
                </a:cubicBezTo>
                <a:cubicBezTo>
                  <a:pt x="175" y="741"/>
                  <a:pt x="167" y="743"/>
                  <a:pt x="160" y="734"/>
                </a:cubicBezTo>
                <a:cubicBezTo>
                  <a:pt x="133" y="722"/>
                  <a:pt x="125" y="722"/>
                  <a:pt x="118" y="716"/>
                </a:cubicBezTo>
                <a:cubicBezTo>
                  <a:pt x="83" y="708"/>
                  <a:pt x="81" y="695"/>
                  <a:pt x="75" y="701"/>
                </a:cubicBezTo>
                <a:cubicBezTo>
                  <a:pt x="102" y="718"/>
                  <a:pt x="105" y="719"/>
                  <a:pt x="108" y="721"/>
                </a:cubicBezTo>
                <a:cubicBezTo>
                  <a:pt x="162" y="747"/>
                  <a:pt x="164" y="749"/>
                  <a:pt x="168" y="748"/>
                </a:cubicBezTo>
                <a:cubicBezTo>
                  <a:pt x="198" y="770"/>
                  <a:pt x="205" y="770"/>
                  <a:pt x="210" y="774"/>
                </a:cubicBezTo>
                <a:cubicBezTo>
                  <a:pt x="297" y="836"/>
                  <a:pt x="302" y="842"/>
                  <a:pt x="307" y="846"/>
                </a:cubicBezTo>
                <a:cubicBezTo>
                  <a:pt x="324" y="865"/>
                  <a:pt x="312" y="860"/>
                  <a:pt x="303" y="847"/>
                </a:cubicBezTo>
                <a:cubicBezTo>
                  <a:pt x="244" y="813"/>
                  <a:pt x="238" y="807"/>
                  <a:pt x="232" y="801"/>
                </a:cubicBezTo>
                <a:cubicBezTo>
                  <a:pt x="172" y="765"/>
                  <a:pt x="165" y="768"/>
                  <a:pt x="159" y="759"/>
                </a:cubicBezTo>
                <a:cubicBezTo>
                  <a:pt x="124" y="742"/>
                  <a:pt x="119" y="747"/>
                  <a:pt x="115" y="742"/>
                </a:cubicBezTo>
                <a:cubicBezTo>
                  <a:pt x="80" y="724"/>
                  <a:pt x="77" y="723"/>
                  <a:pt x="75" y="720"/>
                </a:cubicBezTo>
                <a:cubicBezTo>
                  <a:pt x="43" y="707"/>
                  <a:pt x="39" y="696"/>
                  <a:pt x="34" y="699"/>
                </a:cubicBezTo>
                <a:cubicBezTo>
                  <a:pt x="17" y="698"/>
                  <a:pt x="31" y="699"/>
                  <a:pt x="42" y="711"/>
                </a:cubicBezTo>
                <a:cubicBezTo>
                  <a:pt x="73" y="726"/>
                  <a:pt x="76" y="731"/>
                  <a:pt x="80" y="730"/>
                </a:cubicBezTo>
                <a:cubicBezTo>
                  <a:pt x="143" y="758"/>
                  <a:pt x="148" y="769"/>
                  <a:pt x="155" y="768"/>
                </a:cubicBezTo>
                <a:cubicBezTo>
                  <a:pt x="195" y="790"/>
                  <a:pt x="198" y="792"/>
                  <a:pt x="201" y="791"/>
                </a:cubicBezTo>
                <a:cubicBezTo>
                  <a:pt x="241" y="822"/>
                  <a:pt x="254" y="823"/>
                  <a:pt x="266" y="833"/>
                </a:cubicBezTo>
                <a:cubicBezTo>
                  <a:pt x="321" y="881"/>
                  <a:pt x="327" y="880"/>
                  <a:pt x="332" y="885"/>
                </a:cubicBezTo>
                <a:cubicBezTo>
                  <a:pt x="358" y="919"/>
                  <a:pt x="348" y="917"/>
                  <a:pt x="340" y="904"/>
                </a:cubicBezTo>
                <a:cubicBezTo>
                  <a:pt x="310" y="881"/>
                  <a:pt x="307" y="882"/>
                  <a:pt x="305" y="877"/>
                </a:cubicBezTo>
                <a:cubicBezTo>
                  <a:pt x="278" y="859"/>
                  <a:pt x="271" y="855"/>
                  <a:pt x="263" y="852"/>
                </a:cubicBezTo>
                <a:cubicBezTo>
                  <a:pt x="217" y="825"/>
                  <a:pt x="212" y="819"/>
                  <a:pt x="208" y="816"/>
                </a:cubicBezTo>
                <a:cubicBezTo>
                  <a:pt x="170" y="802"/>
                  <a:pt x="169" y="799"/>
                  <a:pt x="167" y="799"/>
                </a:cubicBezTo>
                <a:cubicBezTo>
                  <a:pt x="126" y="782"/>
                  <a:pt x="119" y="775"/>
                  <a:pt x="110" y="776"/>
                </a:cubicBezTo>
                <a:cubicBezTo>
                  <a:pt x="70" y="760"/>
                  <a:pt x="67" y="754"/>
                  <a:pt x="62" y="754"/>
                </a:cubicBezTo>
                <a:cubicBezTo>
                  <a:pt x="18" y="739"/>
                  <a:pt x="25" y="738"/>
                  <a:pt x="31" y="744"/>
                </a:cubicBezTo>
                <a:cubicBezTo>
                  <a:pt x="75" y="767"/>
                  <a:pt x="81" y="772"/>
                  <a:pt x="88" y="772"/>
                </a:cubicBezTo>
                <a:cubicBezTo>
                  <a:pt x="132" y="793"/>
                  <a:pt x="139" y="794"/>
                  <a:pt x="145" y="799"/>
                </a:cubicBezTo>
                <a:cubicBezTo>
                  <a:pt x="158" y="805"/>
                  <a:pt x="163" y="802"/>
                  <a:pt x="166" y="806"/>
                </a:cubicBezTo>
                <a:cubicBezTo>
                  <a:pt x="217" y="829"/>
                  <a:pt x="228" y="842"/>
                  <a:pt x="241" y="848"/>
                </a:cubicBezTo>
                <a:cubicBezTo>
                  <a:pt x="293" y="879"/>
                  <a:pt x="304" y="894"/>
                  <a:pt x="317" y="898"/>
                </a:cubicBezTo>
                <a:cubicBezTo>
                  <a:pt x="372" y="946"/>
                  <a:pt x="386" y="963"/>
                  <a:pt x="400" y="976"/>
                </a:cubicBezTo>
                <a:cubicBezTo>
                  <a:pt x="392" y="979"/>
                  <a:pt x="371" y="960"/>
                  <a:pt x="349" y="943"/>
                </a:cubicBezTo>
                <a:cubicBezTo>
                  <a:pt x="329" y="924"/>
                  <a:pt x="322" y="926"/>
                  <a:pt x="317" y="917"/>
                </a:cubicBezTo>
                <a:cubicBezTo>
                  <a:pt x="278" y="892"/>
                  <a:pt x="274" y="883"/>
                  <a:pt x="269" y="882"/>
                </a:cubicBezTo>
                <a:cubicBezTo>
                  <a:pt x="213" y="844"/>
                  <a:pt x="206" y="850"/>
                  <a:pt x="202" y="841"/>
                </a:cubicBezTo>
                <a:cubicBezTo>
                  <a:pt x="179" y="829"/>
                  <a:pt x="173" y="827"/>
                  <a:pt x="167" y="823"/>
                </a:cubicBezTo>
                <a:cubicBezTo>
                  <a:pt x="145" y="809"/>
                  <a:pt x="140" y="807"/>
                  <a:pt x="135" y="803"/>
                </a:cubicBezTo>
                <a:cubicBezTo>
                  <a:pt x="94" y="787"/>
                  <a:pt x="88" y="786"/>
                  <a:pt x="82" y="782"/>
                </a:cubicBezTo>
                <a:cubicBezTo>
                  <a:pt x="18" y="768"/>
                  <a:pt x="25" y="763"/>
                  <a:pt x="31" y="770"/>
                </a:cubicBezTo>
                <a:cubicBezTo>
                  <a:pt x="72" y="789"/>
                  <a:pt x="76" y="784"/>
                  <a:pt x="78" y="788"/>
                </a:cubicBezTo>
                <a:cubicBezTo>
                  <a:pt x="101" y="793"/>
                  <a:pt x="103" y="801"/>
                  <a:pt x="107" y="799"/>
                </a:cubicBezTo>
                <a:cubicBezTo>
                  <a:pt x="130" y="808"/>
                  <a:pt x="135" y="815"/>
                  <a:pt x="142" y="817"/>
                </a:cubicBezTo>
                <a:cubicBezTo>
                  <a:pt x="170" y="836"/>
                  <a:pt x="179" y="838"/>
                  <a:pt x="187" y="844"/>
                </a:cubicBezTo>
                <a:cubicBezTo>
                  <a:pt x="233" y="870"/>
                  <a:pt x="251" y="880"/>
                  <a:pt x="268" y="893"/>
                </a:cubicBezTo>
                <a:cubicBezTo>
                  <a:pt x="303" y="920"/>
                  <a:pt x="313" y="923"/>
                  <a:pt x="321" y="933"/>
                </a:cubicBezTo>
                <a:cubicBezTo>
                  <a:pt x="355" y="961"/>
                  <a:pt x="358" y="960"/>
                  <a:pt x="359" y="965"/>
                </a:cubicBezTo>
                <a:cubicBezTo>
                  <a:pt x="330" y="953"/>
                  <a:pt x="328" y="946"/>
                  <a:pt x="325" y="946"/>
                </a:cubicBezTo>
                <a:cubicBezTo>
                  <a:pt x="294" y="928"/>
                  <a:pt x="291" y="926"/>
                  <a:pt x="288" y="928"/>
                </a:cubicBezTo>
                <a:cubicBezTo>
                  <a:pt x="253" y="905"/>
                  <a:pt x="246" y="907"/>
                  <a:pt x="240" y="902"/>
                </a:cubicBezTo>
                <a:cubicBezTo>
                  <a:pt x="196" y="874"/>
                  <a:pt x="189" y="878"/>
                  <a:pt x="183" y="871"/>
                </a:cubicBezTo>
                <a:cubicBezTo>
                  <a:pt x="151" y="863"/>
                  <a:pt x="149" y="853"/>
                  <a:pt x="145" y="855"/>
                </a:cubicBezTo>
                <a:cubicBezTo>
                  <a:pt x="101" y="836"/>
                  <a:pt x="95" y="830"/>
                  <a:pt x="89" y="825"/>
                </a:cubicBezTo>
                <a:cubicBezTo>
                  <a:pt x="75" y="820"/>
                  <a:pt x="78" y="824"/>
                  <a:pt x="81" y="829"/>
                </a:cubicBezTo>
                <a:cubicBezTo>
                  <a:pt x="125" y="851"/>
                  <a:pt x="134" y="857"/>
                  <a:pt x="143" y="859"/>
                </a:cubicBezTo>
                <a:cubicBezTo>
                  <a:pt x="177" y="878"/>
                  <a:pt x="186" y="880"/>
                  <a:pt x="195" y="884"/>
                </a:cubicBezTo>
                <a:cubicBezTo>
                  <a:pt x="207" y="892"/>
                  <a:pt x="211" y="897"/>
                  <a:pt x="218" y="897"/>
                </a:cubicBezTo>
                <a:cubicBezTo>
                  <a:pt x="249" y="916"/>
                  <a:pt x="257" y="920"/>
                  <a:pt x="265" y="922"/>
                </a:cubicBezTo>
                <a:cubicBezTo>
                  <a:pt x="296" y="944"/>
                  <a:pt x="307" y="946"/>
                  <a:pt x="317" y="954"/>
                </a:cubicBezTo>
                <a:cubicBezTo>
                  <a:pt x="372" y="983"/>
                  <a:pt x="377" y="991"/>
                  <a:pt x="383" y="991"/>
                </a:cubicBezTo>
                <a:cubicBezTo>
                  <a:pt x="407" y="1010"/>
                  <a:pt x="410" y="1011"/>
                  <a:pt x="412" y="1013"/>
                </a:cubicBezTo>
                <a:cubicBezTo>
                  <a:pt x="429" y="1029"/>
                  <a:pt x="432" y="1032"/>
                  <a:pt x="434" y="1035"/>
                </a:cubicBezTo>
                <a:cubicBezTo>
                  <a:pt x="391" y="1012"/>
                  <a:pt x="379" y="1003"/>
                  <a:pt x="366" y="1000"/>
                </a:cubicBezTo>
                <a:cubicBezTo>
                  <a:pt x="282" y="959"/>
                  <a:pt x="273" y="956"/>
                  <a:pt x="265" y="952"/>
                </a:cubicBezTo>
                <a:cubicBezTo>
                  <a:pt x="208" y="925"/>
                  <a:pt x="204" y="923"/>
                  <a:pt x="199" y="924"/>
                </a:cubicBezTo>
                <a:cubicBezTo>
                  <a:pt x="168" y="902"/>
                  <a:pt x="164" y="897"/>
                  <a:pt x="160" y="895"/>
                </a:cubicBezTo>
                <a:cubicBezTo>
                  <a:pt x="119" y="863"/>
                  <a:pt x="114" y="861"/>
                  <a:pt x="110" y="856"/>
                </a:cubicBezTo>
                <a:cubicBezTo>
                  <a:pt x="97" y="853"/>
                  <a:pt x="111" y="861"/>
                  <a:pt x="124" y="875"/>
                </a:cubicBezTo>
                <a:cubicBezTo>
                  <a:pt x="187" y="933"/>
                  <a:pt x="199" y="943"/>
                  <a:pt x="211" y="952"/>
                </a:cubicBezTo>
                <a:cubicBezTo>
                  <a:pt x="237" y="972"/>
                  <a:pt x="244" y="976"/>
                  <a:pt x="251" y="978"/>
                </a:cubicBezTo>
                <a:cubicBezTo>
                  <a:pt x="355" y="1037"/>
                  <a:pt x="362" y="1036"/>
                  <a:pt x="369" y="1041"/>
                </a:cubicBezTo>
                <a:cubicBezTo>
                  <a:pt x="396" y="1053"/>
                  <a:pt x="402" y="1057"/>
                  <a:pt x="410" y="1057"/>
                </a:cubicBezTo>
                <a:cubicBezTo>
                  <a:pt x="443" y="1078"/>
                  <a:pt x="446" y="1080"/>
                  <a:pt x="450" y="1080"/>
                </a:cubicBezTo>
                <a:cubicBezTo>
                  <a:pt x="498" y="1117"/>
                  <a:pt x="507" y="1122"/>
                  <a:pt x="503" y="1125"/>
                </a:cubicBezTo>
                <a:cubicBezTo>
                  <a:pt x="426" y="1084"/>
                  <a:pt x="415" y="1078"/>
                  <a:pt x="403" y="1075"/>
                </a:cubicBezTo>
                <a:cubicBezTo>
                  <a:pt x="382" y="1065"/>
                  <a:pt x="376" y="1061"/>
                  <a:pt x="370" y="1062"/>
                </a:cubicBezTo>
                <a:cubicBezTo>
                  <a:pt x="331" y="1045"/>
                  <a:pt x="325" y="1046"/>
                  <a:pt x="320" y="1041"/>
                </a:cubicBezTo>
                <a:cubicBezTo>
                  <a:pt x="300" y="1035"/>
                  <a:pt x="297" y="1034"/>
                  <a:pt x="295" y="1035"/>
                </a:cubicBezTo>
                <a:cubicBezTo>
                  <a:pt x="257" y="1018"/>
                  <a:pt x="244" y="1017"/>
                  <a:pt x="232" y="1015"/>
                </a:cubicBezTo>
                <a:cubicBezTo>
                  <a:pt x="276" y="1032"/>
                  <a:pt x="287" y="1038"/>
                  <a:pt x="298" y="1040"/>
                </a:cubicBezTo>
                <a:cubicBezTo>
                  <a:pt x="343" y="1060"/>
                  <a:pt x="355" y="1062"/>
                  <a:pt x="366" y="1067"/>
                </a:cubicBezTo>
                <a:cubicBezTo>
                  <a:pt x="421" y="1094"/>
                  <a:pt x="428" y="1089"/>
                  <a:pt x="433" y="1097"/>
                </a:cubicBezTo>
                <a:cubicBezTo>
                  <a:pt x="477" y="1120"/>
                  <a:pt x="488" y="1124"/>
                  <a:pt x="499" y="1130"/>
                </a:cubicBezTo>
                <a:cubicBezTo>
                  <a:pt x="530" y="1153"/>
                  <a:pt x="538" y="1158"/>
                  <a:pt x="534" y="1161"/>
                </a:cubicBezTo>
                <a:cubicBezTo>
                  <a:pt x="497" y="1142"/>
                  <a:pt x="495" y="1135"/>
                  <a:pt x="492" y="1135"/>
                </a:cubicBezTo>
                <a:cubicBezTo>
                  <a:pt x="453" y="1119"/>
                  <a:pt x="442" y="1110"/>
                  <a:pt x="430" y="1105"/>
                </a:cubicBezTo>
                <a:cubicBezTo>
                  <a:pt x="399" y="1091"/>
                  <a:pt x="395" y="1089"/>
                  <a:pt x="392" y="1089"/>
                </a:cubicBezTo>
                <a:cubicBezTo>
                  <a:pt x="366" y="1080"/>
                  <a:pt x="361" y="1073"/>
                  <a:pt x="354" y="1073"/>
                </a:cubicBezTo>
                <a:cubicBezTo>
                  <a:pt x="272" y="1038"/>
                  <a:pt x="264" y="1045"/>
                  <a:pt x="258" y="1037"/>
                </a:cubicBezTo>
                <a:cubicBezTo>
                  <a:pt x="228" y="1020"/>
                  <a:pt x="224" y="1018"/>
                  <a:pt x="221" y="1018"/>
                </a:cubicBezTo>
                <a:cubicBezTo>
                  <a:pt x="190" y="1001"/>
                  <a:pt x="188" y="991"/>
                  <a:pt x="184" y="993"/>
                </a:cubicBezTo>
                <a:cubicBezTo>
                  <a:pt x="154" y="965"/>
                  <a:pt x="150" y="962"/>
                  <a:pt x="146" y="962"/>
                </a:cubicBezTo>
                <a:cubicBezTo>
                  <a:pt x="188" y="1003"/>
                  <a:pt x="191" y="1002"/>
                  <a:pt x="193" y="1006"/>
                </a:cubicBezTo>
                <a:cubicBezTo>
                  <a:pt x="231" y="1027"/>
                  <a:pt x="233" y="1033"/>
                  <a:pt x="236" y="1031"/>
                </a:cubicBezTo>
                <a:cubicBezTo>
                  <a:pt x="256" y="1046"/>
                  <a:pt x="258" y="1053"/>
                  <a:pt x="261" y="1051"/>
                </a:cubicBezTo>
                <a:cubicBezTo>
                  <a:pt x="284" y="1067"/>
                  <a:pt x="286" y="1072"/>
                  <a:pt x="288" y="1075"/>
                </a:cubicBezTo>
                <a:cubicBezTo>
                  <a:pt x="317" y="1095"/>
                  <a:pt x="323" y="1099"/>
                  <a:pt x="330" y="1104"/>
                </a:cubicBezTo>
                <a:cubicBezTo>
                  <a:pt x="350" y="1113"/>
                  <a:pt x="352" y="1114"/>
                  <a:pt x="355" y="1115"/>
                </a:cubicBezTo>
                <a:cubicBezTo>
                  <a:pt x="387" y="1132"/>
                  <a:pt x="392" y="1132"/>
                  <a:pt x="396" y="1137"/>
                </a:cubicBezTo>
                <a:cubicBezTo>
                  <a:pt x="442" y="1160"/>
                  <a:pt x="445" y="1159"/>
                  <a:pt x="447" y="1162"/>
                </a:cubicBezTo>
                <a:cubicBezTo>
                  <a:pt x="495" y="1178"/>
                  <a:pt x="504" y="1188"/>
                  <a:pt x="514" y="1189"/>
                </a:cubicBezTo>
                <a:cubicBezTo>
                  <a:pt x="545" y="1207"/>
                  <a:pt x="548" y="1205"/>
                  <a:pt x="550" y="1206"/>
                </a:cubicBezTo>
                <a:cubicBezTo>
                  <a:pt x="576" y="1222"/>
                  <a:pt x="581" y="1223"/>
                  <a:pt x="586" y="1229"/>
                </a:cubicBezTo>
                <a:cubicBezTo>
                  <a:pt x="606" y="1238"/>
                  <a:pt x="610" y="1248"/>
                  <a:pt x="615" y="1248"/>
                </a:cubicBezTo>
                <a:cubicBezTo>
                  <a:pt x="617" y="1257"/>
                  <a:pt x="606" y="1255"/>
                  <a:pt x="597" y="1245"/>
                </a:cubicBezTo>
                <a:cubicBezTo>
                  <a:pt x="545" y="1221"/>
                  <a:pt x="540" y="1217"/>
                  <a:pt x="534" y="1218"/>
                </a:cubicBezTo>
                <a:cubicBezTo>
                  <a:pt x="485" y="1200"/>
                  <a:pt x="482" y="1196"/>
                  <a:pt x="479" y="1193"/>
                </a:cubicBezTo>
                <a:cubicBezTo>
                  <a:pt x="454" y="1186"/>
                  <a:pt x="450" y="1184"/>
                  <a:pt x="446" y="1184"/>
                </a:cubicBezTo>
                <a:cubicBezTo>
                  <a:pt x="389" y="1155"/>
                  <a:pt x="374" y="1155"/>
                  <a:pt x="361" y="1140"/>
                </a:cubicBezTo>
                <a:cubicBezTo>
                  <a:pt x="332" y="1126"/>
                  <a:pt x="326" y="1117"/>
                  <a:pt x="318" y="1117"/>
                </a:cubicBezTo>
                <a:cubicBezTo>
                  <a:pt x="296" y="1099"/>
                  <a:pt x="291" y="1096"/>
                  <a:pt x="284" y="1096"/>
                </a:cubicBezTo>
                <a:cubicBezTo>
                  <a:pt x="297" y="1108"/>
                  <a:pt x="302" y="1107"/>
                  <a:pt x="305" y="1110"/>
                </a:cubicBezTo>
                <a:cubicBezTo>
                  <a:pt x="326" y="1125"/>
                  <a:pt x="329" y="1128"/>
                  <a:pt x="333" y="1134"/>
                </a:cubicBezTo>
                <a:cubicBezTo>
                  <a:pt x="387" y="1166"/>
                  <a:pt x="394" y="1176"/>
                  <a:pt x="401" y="1181"/>
                </a:cubicBezTo>
                <a:cubicBezTo>
                  <a:pt x="430" y="1196"/>
                  <a:pt x="433" y="1199"/>
                  <a:pt x="437" y="1204"/>
                </a:cubicBezTo>
                <a:cubicBezTo>
                  <a:pt x="480" y="1225"/>
                  <a:pt x="488" y="1230"/>
                  <a:pt x="496" y="1231"/>
                </a:cubicBezTo>
                <a:cubicBezTo>
                  <a:pt x="512" y="1244"/>
                  <a:pt x="515" y="1239"/>
                  <a:pt x="516" y="1244"/>
                </a:cubicBezTo>
                <a:cubicBezTo>
                  <a:pt x="550" y="1257"/>
                  <a:pt x="553" y="1259"/>
                  <a:pt x="557" y="1260"/>
                </a:cubicBezTo>
                <a:cubicBezTo>
                  <a:pt x="595" y="1278"/>
                  <a:pt x="602" y="1276"/>
                  <a:pt x="608" y="1283"/>
                </a:cubicBezTo>
                <a:cubicBezTo>
                  <a:pt x="633" y="1289"/>
                  <a:pt x="638" y="1292"/>
                  <a:pt x="642" y="1290"/>
                </a:cubicBezTo>
                <a:cubicBezTo>
                  <a:pt x="671" y="1306"/>
                  <a:pt x="673" y="1306"/>
                  <a:pt x="672" y="1309"/>
                </a:cubicBezTo>
                <a:cubicBezTo>
                  <a:pt x="688" y="1331"/>
                  <a:pt x="675" y="1322"/>
                  <a:pt x="660" y="1323"/>
                </a:cubicBezTo>
                <a:cubicBezTo>
                  <a:pt x="632" y="1317"/>
                  <a:pt x="625" y="1308"/>
                  <a:pt x="617" y="1311"/>
                </a:cubicBezTo>
                <a:cubicBezTo>
                  <a:pt x="588" y="1307"/>
                  <a:pt x="582" y="1296"/>
                  <a:pt x="574" y="1299"/>
                </a:cubicBezTo>
                <a:cubicBezTo>
                  <a:pt x="545" y="1291"/>
                  <a:pt x="539" y="1284"/>
                  <a:pt x="531" y="1284"/>
                </a:cubicBezTo>
                <a:cubicBezTo>
                  <a:pt x="518" y="1276"/>
                  <a:pt x="514" y="1277"/>
                  <a:pt x="511" y="1275"/>
                </a:cubicBezTo>
                <a:cubicBezTo>
                  <a:pt x="466" y="1250"/>
                  <a:pt x="462" y="1253"/>
                  <a:pt x="459" y="1247"/>
                </a:cubicBezTo>
                <a:cubicBezTo>
                  <a:pt x="425" y="1226"/>
                  <a:pt x="420" y="1229"/>
                  <a:pt x="418" y="1223"/>
                </a:cubicBezTo>
                <a:cubicBezTo>
                  <a:pt x="384" y="1200"/>
                  <a:pt x="381" y="1195"/>
                  <a:pt x="377" y="1196"/>
                </a:cubicBezTo>
                <a:cubicBezTo>
                  <a:pt x="435" y="1244"/>
                  <a:pt x="446" y="1249"/>
                  <a:pt x="456" y="1258"/>
                </a:cubicBezTo>
                <a:cubicBezTo>
                  <a:pt x="492" y="1278"/>
                  <a:pt x="498" y="1276"/>
                  <a:pt x="504" y="1280"/>
                </a:cubicBezTo>
                <a:cubicBezTo>
                  <a:pt x="525" y="1289"/>
                  <a:pt x="530" y="1291"/>
                  <a:pt x="536" y="1294"/>
                </a:cubicBezTo>
                <a:cubicBezTo>
                  <a:pt x="557" y="1301"/>
                  <a:pt x="562" y="1305"/>
                  <a:pt x="568" y="1306"/>
                </a:cubicBezTo>
                <a:cubicBezTo>
                  <a:pt x="590" y="1309"/>
                  <a:pt x="595" y="1319"/>
                  <a:pt x="601" y="1315"/>
                </a:cubicBezTo>
                <a:cubicBezTo>
                  <a:pt x="677" y="1338"/>
                  <a:pt x="682" y="1337"/>
                  <a:pt x="686" y="1337"/>
                </a:cubicBezTo>
                <a:cubicBezTo>
                  <a:pt x="717" y="1352"/>
                  <a:pt x="722" y="1353"/>
                  <a:pt x="726" y="1359"/>
                </a:cubicBezTo>
                <a:cubicBezTo>
                  <a:pt x="698" y="1354"/>
                  <a:pt x="691" y="1350"/>
                  <a:pt x="684" y="1349"/>
                </a:cubicBezTo>
                <a:cubicBezTo>
                  <a:pt x="670" y="1348"/>
                  <a:pt x="667" y="1343"/>
                  <a:pt x="663" y="1345"/>
                </a:cubicBezTo>
                <a:cubicBezTo>
                  <a:pt x="627" y="1341"/>
                  <a:pt x="624" y="1336"/>
                  <a:pt x="620" y="1338"/>
                </a:cubicBezTo>
                <a:cubicBezTo>
                  <a:pt x="560" y="1320"/>
                  <a:pt x="556" y="1320"/>
                  <a:pt x="553" y="1319"/>
                </a:cubicBezTo>
                <a:cubicBezTo>
                  <a:pt x="518" y="1303"/>
                  <a:pt x="512" y="1300"/>
                  <a:pt x="505" y="1300"/>
                </a:cubicBezTo>
                <a:cubicBezTo>
                  <a:pt x="488" y="1293"/>
                  <a:pt x="487" y="1289"/>
                  <a:pt x="485" y="1290"/>
                </a:cubicBezTo>
                <a:cubicBezTo>
                  <a:pt x="521" y="1315"/>
                  <a:pt x="524" y="1319"/>
                  <a:pt x="528" y="1318"/>
                </a:cubicBezTo>
                <a:cubicBezTo>
                  <a:pt x="566" y="1335"/>
                  <a:pt x="569" y="1341"/>
                  <a:pt x="572" y="1346"/>
                </a:cubicBezTo>
                <a:cubicBezTo>
                  <a:pt x="604" y="1356"/>
                  <a:pt x="608" y="1362"/>
                  <a:pt x="611" y="1366"/>
                </a:cubicBezTo>
                <a:cubicBezTo>
                  <a:pt x="652" y="1386"/>
                  <a:pt x="660" y="1398"/>
                  <a:pt x="669" y="1400"/>
                </a:cubicBezTo>
                <a:cubicBezTo>
                  <a:pt x="717" y="1420"/>
                  <a:pt x="721" y="1423"/>
                  <a:pt x="726" y="1423"/>
                </a:cubicBezTo>
                <a:cubicBezTo>
                  <a:pt x="789" y="1445"/>
                  <a:pt x="794" y="1444"/>
                  <a:pt x="799" y="1446"/>
                </a:cubicBezTo>
                <a:cubicBezTo>
                  <a:pt x="834" y="1455"/>
                  <a:pt x="839" y="1460"/>
                  <a:pt x="844" y="1460"/>
                </a:cubicBezTo>
                <a:cubicBezTo>
                  <a:pt x="868" y="1469"/>
                  <a:pt x="872" y="1468"/>
                  <a:pt x="870" y="1471"/>
                </a:cubicBezTo>
                <a:cubicBezTo>
                  <a:pt x="799" y="1494"/>
                  <a:pt x="796" y="1495"/>
                  <a:pt x="792" y="1497"/>
                </a:cubicBezTo>
                <a:cubicBezTo>
                  <a:pt x="807" y="1500"/>
                  <a:pt x="814" y="1498"/>
                  <a:pt x="821" y="1492"/>
                </a:cubicBezTo>
                <a:cubicBezTo>
                  <a:pt x="853" y="1487"/>
                  <a:pt x="846" y="1492"/>
                  <a:pt x="840" y="1492"/>
                </a:cubicBezTo>
                <a:cubicBezTo>
                  <a:pt x="845" y="1498"/>
                  <a:pt x="850" y="1500"/>
                  <a:pt x="857" y="1494"/>
                </a:cubicBezTo>
                <a:cubicBezTo>
                  <a:pt x="896" y="1495"/>
                  <a:pt x="902" y="1495"/>
                  <a:pt x="906" y="1499"/>
                </a:cubicBezTo>
                <a:cubicBezTo>
                  <a:pt x="937" y="1499"/>
                  <a:pt x="939" y="1509"/>
                  <a:pt x="944" y="1507"/>
                </a:cubicBezTo>
                <a:cubicBezTo>
                  <a:pt x="979" y="1513"/>
                  <a:pt x="980" y="1525"/>
                  <a:pt x="984" y="1518"/>
                </a:cubicBezTo>
                <a:close/>
                <a:moveTo>
                  <a:pt x="194" y="560"/>
                </a:moveTo>
                <a:cubicBezTo>
                  <a:pt x="193" y="556"/>
                  <a:pt x="197" y="560"/>
                  <a:pt x="199" y="563"/>
                </a:cubicBezTo>
                <a:cubicBezTo>
                  <a:pt x="200" y="567"/>
                  <a:pt x="196" y="563"/>
                  <a:pt x="194" y="560"/>
                </a:cubicBezTo>
                <a:close/>
                <a:moveTo>
                  <a:pt x="272" y="655"/>
                </a:moveTo>
                <a:cubicBezTo>
                  <a:pt x="271" y="660"/>
                  <a:pt x="274" y="665"/>
                  <a:pt x="273" y="670"/>
                </a:cubicBezTo>
                <a:cubicBezTo>
                  <a:pt x="266" y="671"/>
                  <a:pt x="272" y="661"/>
                  <a:pt x="269" y="657"/>
                </a:cubicBezTo>
                <a:cubicBezTo>
                  <a:pt x="270" y="652"/>
                  <a:pt x="269" y="647"/>
                  <a:pt x="268" y="641"/>
                </a:cubicBezTo>
                <a:cubicBezTo>
                  <a:pt x="275" y="641"/>
                  <a:pt x="269" y="651"/>
                  <a:pt x="272" y="655"/>
                </a:cubicBezTo>
                <a:close/>
                <a:moveTo>
                  <a:pt x="268" y="727"/>
                </a:moveTo>
                <a:cubicBezTo>
                  <a:pt x="276" y="724"/>
                  <a:pt x="273" y="733"/>
                  <a:pt x="279" y="738"/>
                </a:cubicBezTo>
                <a:cubicBezTo>
                  <a:pt x="274" y="741"/>
                  <a:pt x="272" y="730"/>
                  <a:pt x="268" y="727"/>
                </a:cubicBezTo>
                <a:close/>
                <a:moveTo>
                  <a:pt x="290" y="751"/>
                </a:moveTo>
                <a:cubicBezTo>
                  <a:pt x="298" y="753"/>
                  <a:pt x="300" y="766"/>
                  <a:pt x="303" y="772"/>
                </a:cubicBezTo>
                <a:cubicBezTo>
                  <a:pt x="296" y="771"/>
                  <a:pt x="298" y="758"/>
                  <a:pt x="290" y="751"/>
                </a:cubicBezTo>
                <a:close/>
                <a:moveTo>
                  <a:pt x="308" y="784"/>
                </a:moveTo>
                <a:cubicBezTo>
                  <a:pt x="319" y="781"/>
                  <a:pt x="311" y="795"/>
                  <a:pt x="318" y="801"/>
                </a:cubicBezTo>
                <a:cubicBezTo>
                  <a:pt x="308" y="801"/>
                  <a:pt x="317" y="790"/>
                  <a:pt x="308" y="784"/>
                </a:cubicBezTo>
                <a:close/>
                <a:moveTo>
                  <a:pt x="335" y="731"/>
                </a:moveTo>
                <a:cubicBezTo>
                  <a:pt x="331" y="739"/>
                  <a:pt x="333" y="748"/>
                  <a:pt x="329" y="756"/>
                </a:cubicBezTo>
                <a:cubicBezTo>
                  <a:pt x="331" y="839"/>
                  <a:pt x="330" y="829"/>
                  <a:pt x="331" y="827"/>
                </a:cubicBezTo>
                <a:cubicBezTo>
                  <a:pt x="322" y="788"/>
                  <a:pt x="320" y="778"/>
                  <a:pt x="322" y="769"/>
                </a:cubicBezTo>
                <a:cubicBezTo>
                  <a:pt x="318" y="724"/>
                  <a:pt x="317" y="720"/>
                  <a:pt x="317" y="717"/>
                </a:cubicBezTo>
                <a:cubicBezTo>
                  <a:pt x="318" y="666"/>
                  <a:pt x="315" y="662"/>
                  <a:pt x="318" y="659"/>
                </a:cubicBezTo>
                <a:cubicBezTo>
                  <a:pt x="321" y="617"/>
                  <a:pt x="325" y="610"/>
                  <a:pt x="326" y="603"/>
                </a:cubicBezTo>
                <a:cubicBezTo>
                  <a:pt x="329" y="554"/>
                  <a:pt x="337" y="551"/>
                  <a:pt x="334" y="546"/>
                </a:cubicBezTo>
                <a:cubicBezTo>
                  <a:pt x="340" y="528"/>
                  <a:pt x="337" y="525"/>
                  <a:pt x="340" y="524"/>
                </a:cubicBezTo>
                <a:cubicBezTo>
                  <a:pt x="358" y="455"/>
                  <a:pt x="361" y="441"/>
                  <a:pt x="367" y="427"/>
                </a:cubicBezTo>
                <a:cubicBezTo>
                  <a:pt x="372" y="400"/>
                  <a:pt x="369" y="396"/>
                  <a:pt x="372" y="393"/>
                </a:cubicBezTo>
                <a:cubicBezTo>
                  <a:pt x="373" y="371"/>
                  <a:pt x="375" y="370"/>
                  <a:pt x="377" y="374"/>
                </a:cubicBezTo>
                <a:cubicBezTo>
                  <a:pt x="377" y="403"/>
                  <a:pt x="376" y="410"/>
                  <a:pt x="376" y="417"/>
                </a:cubicBezTo>
                <a:cubicBezTo>
                  <a:pt x="376" y="432"/>
                  <a:pt x="379" y="436"/>
                  <a:pt x="376" y="439"/>
                </a:cubicBezTo>
                <a:cubicBezTo>
                  <a:pt x="374" y="475"/>
                  <a:pt x="370" y="478"/>
                  <a:pt x="372" y="482"/>
                </a:cubicBezTo>
                <a:cubicBezTo>
                  <a:pt x="363" y="531"/>
                  <a:pt x="358" y="537"/>
                  <a:pt x="363" y="545"/>
                </a:cubicBezTo>
                <a:cubicBezTo>
                  <a:pt x="349" y="586"/>
                  <a:pt x="354" y="590"/>
                  <a:pt x="351" y="593"/>
                </a:cubicBezTo>
                <a:cubicBezTo>
                  <a:pt x="346" y="626"/>
                  <a:pt x="344" y="633"/>
                  <a:pt x="342" y="640"/>
                </a:cubicBezTo>
                <a:cubicBezTo>
                  <a:pt x="338" y="668"/>
                  <a:pt x="336" y="675"/>
                  <a:pt x="335" y="682"/>
                </a:cubicBezTo>
                <a:close/>
                <a:moveTo>
                  <a:pt x="377" y="918"/>
                </a:moveTo>
                <a:cubicBezTo>
                  <a:pt x="384" y="917"/>
                  <a:pt x="377" y="927"/>
                  <a:pt x="384" y="931"/>
                </a:cubicBezTo>
                <a:cubicBezTo>
                  <a:pt x="377" y="932"/>
                  <a:pt x="376" y="921"/>
                  <a:pt x="377" y="918"/>
                </a:cubicBezTo>
                <a:close/>
                <a:moveTo>
                  <a:pt x="383" y="897"/>
                </a:moveTo>
                <a:cubicBezTo>
                  <a:pt x="382" y="892"/>
                  <a:pt x="387" y="897"/>
                  <a:pt x="385" y="899"/>
                </a:cubicBezTo>
                <a:cubicBezTo>
                  <a:pt x="387" y="902"/>
                  <a:pt x="385" y="904"/>
                  <a:pt x="388" y="907"/>
                </a:cubicBezTo>
                <a:cubicBezTo>
                  <a:pt x="387" y="914"/>
                  <a:pt x="383" y="899"/>
                  <a:pt x="383" y="897"/>
                </a:cubicBezTo>
                <a:close/>
                <a:moveTo>
                  <a:pt x="454" y="1071"/>
                </a:moveTo>
                <a:cubicBezTo>
                  <a:pt x="452" y="1070"/>
                  <a:pt x="449" y="1072"/>
                  <a:pt x="447" y="1068"/>
                </a:cubicBezTo>
                <a:cubicBezTo>
                  <a:pt x="405" y="1048"/>
                  <a:pt x="400" y="1045"/>
                  <a:pt x="395" y="1044"/>
                </a:cubicBezTo>
                <a:cubicBezTo>
                  <a:pt x="344" y="1022"/>
                  <a:pt x="338" y="1021"/>
                  <a:pt x="333" y="1018"/>
                </a:cubicBezTo>
                <a:cubicBezTo>
                  <a:pt x="314" y="1012"/>
                  <a:pt x="310" y="1001"/>
                  <a:pt x="304" y="1004"/>
                </a:cubicBezTo>
                <a:cubicBezTo>
                  <a:pt x="227" y="958"/>
                  <a:pt x="222" y="952"/>
                  <a:pt x="217" y="949"/>
                </a:cubicBezTo>
                <a:cubicBezTo>
                  <a:pt x="187" y="918"/>
                  <a:pt x="197" y="935"/>
                  <a:pt x="210" y="935"/>
                </a:cubicBezTo>
                <a:cubicBezTo>
                  <a:pt x="249" y="953"/>
                  <a:pt x="254" y="958"/>
                  <a:pt x="260" y="960"/>
                </a:cubicBezTo>
                <a:cubicBezTo>
                  <a:pt x="301" y="977"/>
                  <a:pt x="306" y="982"/>
                  <a:pt x="311" y="983"/>
                </a:cubicBezTo>
                <a:cubicBezTo>
                  <a:pt x="357" y="1005"/>
                  <a:pt x="360" y="1006"/>
                  <a:pt x="363" y="1007"/>
                </a:cubicBezTo>
                <a:cubicBezTo>
                  <a:pt x="404" y="1025"/>
                  <a:pt x="402" y="1033"/>
                  <a:pt x="409" y="1031"/>
                </a:cubicBezTo>
                <a:cubicBezTo>
                  <a:pt x="437" y="1049"/>
                  <a:pt x="439" y="1056"/>
                  <a:pt x="441" y="1053"/>
                </a:cubicBezTo>
                <a:cubicBezTo>
                  <a:pt x="464" y="1081"/>
                  <a:pt x="459" y="1076"/>
                  <a:pt x="454" y="1071"/>
                </a:cubicBezTo>
                <a:close/>
                <a:moveTo>
                  <a:pt x="268" y="1051"/>
                </a:moveTo>
                <a:cubicBezTo>
                  <a:pt x="271" y="1051"/>
                  <a:pt x="273" y="1052"/>
                  <a:pt x="276" y="1054"/>
                </a:cubicBezTo>
                <a:cubicBezTo>
                  <a:pt x="278" y="1059"/>
                  <a:pt x="270" y="1054"/>
                  <a:pt x="268" y="1051"/>
                </a:cubicBezTo>
                <a:close/>
                <a:moveTo>
                  <a:pt x="580" y="1214"/>
                </a:moveTo>
                <a:cubicBezTo>
                  <a:pt x="573" y="1211"/>
                  <a:pt x="567" y="1205"/>
                  <a:pt x="560" y="1205"/>
                </a:cubicBezTo>
                <a:cubicBezTo>
                  <a:pt x="529" y="1186"/>
                  <a:pt x="526" y="1184"/>
                  <a:pt x="522" y="1186"/>
                </a:cubicBezTo>
                <a:cubicBezTo>
                  <a:pt x="481" y="1169"/>
                  <a:pt x="479" y="1162"/>
                  <a:pt x="475" y="1164"/>
                </a:cubicBezTo>
                <a:cubicBezTo>
                  <a:pt x="441" y="1147"/>
                  <a:pt x="434" y="1148"/>
                  <a:pt x="428" y="1143"/>
                </a:cubicBezTo>
                <a:cubicBezTo>
                  <a:pt x="404" y="1135"/>
                  <a:pt x="402" y="1125"/>
                  <a:pt x="398" y="1127"/>
                </a:cubicBezTo>
                <a:cubicBezTo>
                  <a:pt x="345" y="1102"/>
                  <a:pt x="339" y="1102"/>
                  <a:pt x="333" y="1096"/>
                </a:cubicBezTo>
                <a:cubicBezTo>
                  <a:pt x="282" y="1057"/>
                  <a:pt x="286" y="1056"/>
                  <a:pt x="289" y="1061"/>
                </a:cubicBezTo>
                <a:cubicBezTo>
                  <a:pt x="303" y="1065"/>
                  <a:pt x="306" y="1064"/>
                  <a:pt x="309" y="1067"/>
                </a:cubicBezTo>
                <a:cubicBezTo>
                  <a:pt x="329" y="1073"/>
                  <a:pt x="332" y="1077"/>
                  <a:pt x="336" y="1075"/>
                </a:cubicBezTo>
                <a:cubicBezTo>
                  <a:pt x="382" y="1096"/>
                  <a:pt x="389" y="1094"/>
                  <a:pt x="395" y="1100"/>
                </a:cubicBezTo>
                <a:cubicBezTo>
                  <a:pt x="420" y="1110"/>
                  <a:pt x="426" y="1117"/>
                  <a:pt x="433" y="1116"/>
                </a:cubicBezTo>
                <a:cubicBezTo>
                  <a:pt x="475" y="1138"/>
                  <a:pt x="479" y="1137"/>
                  <a:pt x="482" y="1140"/>
                </a:cubicBezTo>
                <a:cubicBezTo>
                  <a:pt x="503" y="1150"/>
                  <a:pt x="505" y="1157"/>
                  <a:pt x="509" y="1155"/>
                </a:cubicBezTo>
                <a:cubicBezTo>
                  <a:pt x="552" y="1189"/>
                  <a:pt x="558" y="1193"/>
                  <a:pt x="565" y="1196"/>
                </a:cubicBezTo>
                <a:close/>
                <a:moveTo>
                  <a:pt x="617" y="1274"/>
                </a:moveTo>
                <a:cubicBezTo>
                  <a:pt x="613" y="1273"/>
                  <a:pt x="608" y="1272"/>
                  <a:pt x="604" y="1270"/>
                </a:cubicBezTo>
                <a:cubicBezTo>
                  <a:pt x="596" y="1264"/>
                  <a:pt x="587" y="1264"/>
                  <a:pt x="579" y="1258"/>
                </a:cubicBezTo>
                <a:cubicBezTo>
                  <a:pt x="575" y="1258"/>
                  <a:pt x="570" y="1256"/>
                  <a:pt x="566" y="1254"/>
                </a:cubicBezTo>
                <a:cubicBezTo>
                  <a:pt x="562" y="1252"/>
                  <a:pt x="558" y="1249"/>
                  <a:pt x="554" y="1249"/>
                </a:cubicBezTo>
                <a:cubicBezTo>
                  <a:pt x="546" y="1247"/>
                  <a:pt x="537" y="1243"/>
                  <a:pt x="529" y="1240"/>
                </a:cubicBezTo>
                <a:cubicBezTo>
                  <a:pt x="513" y="1231"/>
                  <a:pt x="495" y="1229"/>
                  <a:pt x="480" y="1216"/>
                </a:cubicBezTo>
                <a:cubicBezTo>
                  <a:pt x="475" y="1215"/>
                  <a:pt x="471" y="1216"/>
                  <a:pt x="467" y="1209"/>
                </a:cubicBezTo>
                <a:cubicBezTo>
                  <a:pt x="462" y="1214"/>
                  <a:pt x="460" y="1202"/>
                  <a:pt x="455" y="1204"/>
                </a:cubicBezTo>
                <a:cubicBezTo>
                  <a:pt x="447" y="1200"/>
                  <a:pt x="439" y="1194"/>
                  <a:pt x="431" y="1192"/>
                </a:cubicBezTo>
                <a:cubicBezTo>
                  <a:pt x="427" y="1188"/>
                  <a:pt x="424" y="1185"/>
                  <a:pt x="420" y="1184"/>
                </a:cubicBezTo>
                <a:cubicBezTo>
                  <a:pt x="419" y="1181"/>
                  <a:pt x="421" y="1183"/>
                  <a:pt x="423" y="1182"/>
                </a:cubicBezTo>
                <a:cubicBezTo>
                  <a:pt x="425" y="1182"/>
                  <a:pt x="427" y="1183"/>
                  <a:pt x="429" y="1186"/>
                </a:cubicBezTo>
                <a:cubicBezTo>
                  <a:pt x="434" y="1181"/>
                  <a:pt x="436" y="1194"/>
                  <a:pt x="441" y="1188"/>
                </a:cubicBezTo>
                <a:cubicBezTo>
                  <a:pt x="447" y="1196"/>
                  <a:pt x="456" y="1192"/>
                  <a:pt x="462" y="1199"/>
                </a:cubicBezTo>
                <a:cubicBezTo>
                  <a:pt x="464" y="1201"/>
                  <a:pt x="467" y="1198"/>
                  <a:pt x="468" y="1200"/>
                </a:cubicBezTo>
                <a:cubicBezTo>
                  <a:pt x="470" y="1204"/>
                  <a:pt x="472" y="1203"/>
                  <a:pt x="475" y="1201"/>
                </a:cubicBezTo>
                <a:cubicBezTo>
                  <a:pt x="477" y="1208"/>
                  <a:pt x="482" y="1201"/>
                  <a:pt x="484" y="1208"/>
                </a:cubicBezTo>
                <a:cubicBezTo>
                  <a:pt x="492" y="1207"/>
                  <a:pt x="499" y="1213"/>
                  <a:pt x="506" y="1216"/>
                </a:cubicBezTo>
                <a:cubicBezTo>
                  <a:pt x="515" y="1216"/>
                  <a:pt x="522" y="1222"/>
                  <a:pt x="530" y="1226"/>
                </a:cubicBezTo>
                <a:cubicBezTo>
                  <a:pt x="538" y="1225"/>
                  <a:pt x="545" y="1230"/>
                  <a:pt x="552" y="1235"/>
                </a:cubicBezTo>
                <a:cubicBezTo>
                  <a:pt x="556" y="1235"/>
                  <a:pt x="559" y="1239"/>
                  <a:pt x="563" y="1240"/>
                </a:cubicBezTo>
                <a:cubicBezTo>
                  <a:pt x="567" y="1242"/>
                  <a:pt x="571" y="1239"/>
                  <a:pt x="573" y="1246"/>
                </a:cubicBezTo>
                <a:cubicBezTo>
                  <a:pt x="581" y="1247"/>
                  <a:pt x="588" y="1254"/>
                  <a:pt x="595" y="1254"/>
                </a:cubicBezTo>
                <a:cubicBezTo>
                  <a:pt x="597" y="1256"/>
                  <a:pt x="598" y="1258"/>
                  <a:pt x="599" y="1260"/>
                </a:cubicBezTo>
                <a:cubicBezTo>
                  <a:pt x="604" y="1262"/>
                  <a:pt x="609" y="1265"/>
                  <a:pt x="614" y="1265"/>
                </a:cubicBezTo>
                <a:cubicBezTo>
                  <a:pt x="618" y="1269"/>
                  <a:pt x="623" y="1274"/>
                  <a:pt x="628" y="1274"/>
                </a:cubicBezTo>
                <a:cubicBezTo>
                  <a:pt x="629" y="1283"/>
                  <a:pt x="620" y="1272"/>
                  <a:pt x="617" y="1274"/>
                </a:cubicBezTo>
                <a:close/>
                <a:moveTo>
                  <a:pt x="805" y="1319"/>
                </a:moveTo>
                <a:cubicBezTo>
                  <a:pt x="807" y="1316"/>
                  <a:pt x="803" y="1312"/>
                  <a:pt x="802" y="1308"/>
                </a:cubicBezTo>
                <a:cubicBezTo>
                  <a:pt x="798" y="1300"/>
                  <a:pt x="801" y="1294"/>
                  <a:pt x="795" y="1286"/>
                </a:cubicBezTo>
                <a:cubicBezTo>
                  <a:pt x="796" y="1283"/>
                  <a:pt x="793" y="1279"/>
                  <a:pt x="792" y="1275"/>
                </a:cubicBezTo>
                <a:cubicBezTo>
                  <a:pt x="792" y="1271"/>
                  <a:pt x="789" y="1267"/>
                  <a:pt x="789" y="1263"/>
                </a:cubicBezTo>
                <a:cubicBezTo>
                  <a:pt x="784" y="1259"/>
                  <a:pt x="792" y="1257"/>
                  <a:pt x="786" y="1252"/>
                </a:cubicBezTo>
                <a:cubicBezTo>
                  <a:pt x="788" y="1249"/>
                  <a:pt x="782" y="1245"/>
                  <a:pt x="785" y="1242"/>
                </a:cubicBezTo>
                <a:cubicBezTo>
                  <a:pt x="779" y="1240"/>
                  <a:pt x="788" y="1232"/>
                  <a:pt x="782" y="1234"/>
                </a:cubicBezTo>
                <a:cubicBezTo>
                  <a:pt x="780" y="1230"/>
                  <a:pt x="785" y="1227"/>
                  <a:pt x="779" y="1223"/>
                </a:cubicBezTo>
                <a:cubicBezTo>
                  <a:pt x="777" y="1216"/>
                  <a:pt x="771" y="1208"/>
                  <a:pt x="775" y="1202"/>
                </a:cubicBezTo>
                <a:cubicBezTo>
                  <a:pt x="766" y="1186"/>
                  <a:pt x="772" y="1173"/>
                  <a:pt x="762" y="1157"/>
                </a:cubicBezTo>
                <a:cubicBezTo>
                  <a:pt x="762" y="1151"/>
                  <a:pt x="764" y="1145"/>
                  <a:pt x="759" y="1138"/>
                </a:cubicBezTo>
                <a:cubicBezTo>
                  <a:pt x="763" y="1133"/>
                  <a:pt x="757" y="1126"/>
                  <a:pt x="757" y="1120"/>
                </a:cubicBezTo>
                <a:cubicBezTo>
                  <a:pt x="762" y="1115"/>
                  <a:pt x="752" y="1107"/>
                  <a:pt x="757" y="1102"/>
                </a:cubicBezTo>
                <a:cubicBezTo>
                  <a:pt x="753" y="1095"/>
                  <a:pt x="756" y="1090"/>
                  <a:pt x="752" y="1084"/>
                </a:cubicBezTo>
                <a:cubicBezTo>
                  <a:pt x="757" y="1082"/>
                  <a:pt x="759" y="1092"/>
                  <a:pt x="763" y="1095"/>
                </a:cubicBezTo>
                <a:cubicBezTo>
                  <a:pt x="764" y="1101"/>
                  <a:pt x="771" y="1108"/>
                  <a:pt x="771" y="1113"/>
                </a:cubicBezTo>
                <a:cubicBezTo>
                  <a:pt x="774" y="1123"/>
                  <a:pt x="774" y="1132"/>
                  <a:pt x="777" y="1141"/>
                </a:cubicBezTo>
                <a:cubicBezTo>
                  <a:pt x="776" y="1145"/>
                  <a:pt x="777" y="1150"/>
                  <a:pt x="779" y="1155"/>
                </a:cubicBezTo>
                <a:cubicBezTo>
                  <a:pt x="776" y="1159"/>
                  <a:pt x="783" y="1164"/>
                  <a:pt x="780" y="1168"/>
                </a:cubicBezTo>
                <a:cubicBezTo>
                  <a:pt x="783" y="1178"/>
                  <a:pt x="783" y="1186"/>
                  <a:pt x="787" y="1196"/>
                </a:cubicBezTo>
                <a:cubicBezTo>
                  <a:pt x="784" y="1199"/>
                  <a:pt x="791" y="1205"/>
                  <a:pt x="788" y="1208"/>
                </a:cubicBezTo>
                <a:cubicBezTo>
                  <a:pt x="790" y="1213"/>
                  <a:pt x="790" y="1217"/>
                  <a:pt x="795" y="1222"/>
                </a:cubicBezTo>
                <a:cubicBezTo>
                  <a:pt x="789" y="1226"/>
                  <a:pt x="793" y="1231"/>
                  <a:pt x="797" y="1237"/>
                </a:cubicBezTo>
                <a:cubicBezTo>
                  <a:pt x="791" y="1240"/>
                  <a:pt x="797" y="1245"/>
                  <a:pt x="798" y="1249"/>
                </a:cubicBezTo>
                <a:cubicBezTo>
                  <a:pt x="792" y="1257"/>
                  <a:pt x="805" y="1267"/>
                  <a:pt x="800" y="1275"/>
                </a:cubicBezTo>
                <a:cubicBezTo>
                  <a:pt x="807" y="1281"/>
                  <a:pt x="801" y="1284"/>
                  <a:pt x="805" y="1290"/>
                </a:cubicBezTo>
                <a:cubicBezTo>
                  <a:pt x="807" y="1294"/>
                  <a:pt x="806" y="1298"/>
                  <a:pt x="806" y="1302"/>
                </a:cubicBezTo>
                <a:cubicBezTo>
                  <a:pt x="808" y="1311"/>
                  <a:pt x="809" y="1319"/>
                  <a:pt x="811" y="1328"/>
                </a:cubicBezTo>
                <a:cubicBezTo>
                  <a:pt x="805" y="1330"/>
                  <a:pt x="808" y="1322"/>
                  <a:pt x="805" y="1319"/>
                </a:cubicBezTo>
                <a:close/>
                <a:moveTo>
                  <a:pt x="825" y="1377"/>
                </a:moveTo>
                <a:cubicBezTo>
                  <a:pt x="822" y="1373"/>
                  <a:pt x="823" y="1369"/>
                  <a:pt x="818" y="1364"/>
                </a:cubicBezTo>
                <a:cubicBezTo>
                  <a:pt x="822" y="1360"/>
                  <a:pt x="813" y="1353"/>
                  <a:pt x="816" y="1349"/>
                </a:cubicBezTo>
                <a:cubicBezTo>
                  <a:pt x="810" y="1344"/>
                  <a:pt x="813" y="1340"/>
                  <a:pt x="808" y="1335"/>
                </a:cubicBezTo>
                <a:cubicBezTo>
                  <a:pt x="816" y="1330"/>
                  <a:pt x="814" y="1343"/>
                  <a:pt x="816" y="1346"/>
                </a:cubicBezTo>
                <a:cubicBezTo>
                  <a:pt x="821" y="1352"/>
                  <a:pt x="818" y="1356"/>
                  <a:pt x="824" y="1362"/>
                </a:cubicBezTo>
                <a:cubicBezTo>
                  <a:pt x="821" y="1369"/>
                  <a:pt x="831" y="1379"/>
                  <a:pt x="832" y="1388"/>
                </a:cubicBezTo>
                <a:cubicBezTo>
                  <a:pt x="826" y="1390"/>
                  <a:pt x="828" y="1380"/>
                  <a:pt x="825" y="1377"/>
                </a:cubicBezTo>
                <a:close/>
                <a:moveTo>
                  <a:pt x="750" y="1257"/>
                </a:moveTo>
                <a:cubicBezTo>
                  <a:pt x="752" y="1260"/>
                  <a:pt x="755" y="1264"/>
                  <a:pt x="757" y="1267"/>
                </a:cubicBezTo>
                <a:cubicBezTo>
                  <a:pt x="754" y="1272"/>
                  <a:pt x="762" y="1279"/>
                  <a:pt x="761" y="1284"/>
                </a:cubicBezTo>
                <a:cubicBezTo>
                  <a:pt x="759" y="1289"/>
                  <a:pt x="763" y="1294"/>
                  <a:pt x="764" y="1300"/>
                </a:cubicBezTo>
                <a:cubicBezTo>
                  <a:pt x="765" y="1305"/>
                  <a:pt x="771" y="1311"/>
                  <a:pt x="771" y="1317"/>
                </a:cubicBezTo>
                <a:cubicBezTo>
                  <a:pt x="774" y="1320"/>
                  <a:pt x="773" y="1322"/>
                  <a:pt x="774" y="1325"/>
                </a:cubicBezTo>
                <a:cubicBezTo>
                  <a:pt x="776" y="1327"/>
                  <a:pt x="778" y="1330"/>
                  <a:pt x="776" y="1332"/>
                </a:cubicBezTo>
                <a:cubicBezTo>
                  <a:pt x="783" y="1341"/>
                  <a:pt x="783" y="1356"/>
                  <a:pt x="792" y="1361"/>
                </a:cubicBezTo>
                <a:cubicBezTo>
                  <a:pt x="790" y="1363"/>
                  <a:pt x="793" y="1366"/>
                  <a:pt x="795" y="1369"/>
                </a:cubicBezTo>
                <a:cubicBezTo>
                  <a:pt x="797" y="1372"/>
                  <a:pt x="795" y="1374"/>
                  <a:pt x="798" y="1377"/>
                </a:cubicBezTo>
                <a:cubicBezTo>
                  <a:pt x="798" y="1382"/>
                  <a:pt x="807" y="1388"/>
                  <a:pt x="801" y="1392"/>
                </a:cubicBezTo>
                <a:cubicBezTo>
                  <a:pt x="779" y="1365"/>
                  <a:pt x="778" y="1342"/>
                  <a:pt x="763" y="1317"/>
                </a:cubicBezTo>
                <a:cubicBezTo>
                  <a:pt x="764" y="1312"/>
                  <a:pt x="764" y="1307"/>
                  <a:pt x="760" y="1301"/>
                </a:cubicBezTo>
                <a:cubicBezTo>
                  <a:pt x="762" y="1296"/>
                  <a:pt x="756" y="1291"/>
                  <a:pt x="757" y="1286"/>
                </a:cubicBezTo>
                <a:cubicBezTo>
                  <a:pt x="757" y="1281"/>
                  <a:pt x="754" y="1276"/>
                  <a:pt x="752" y="1271"/>
                </a:cubicBezTo>
                <a:cubicBezTo>
                  <a:pt x="754" y="1267"/>
                  <a:pt x="749" y="1261"/>
                  <a:pt x="750" y="1257"/>
                </a:cubicBezTo>
                <a:cubicBezTo>
                  <a:pt x="743" y="1251"/>
                  <a:pt x="755" y="1253"/>
                  <a:pt x="750" y="1257"/>
                </a:cubicBezTo>
                <a:close/>
                <a:moveTo>
                  <a:pt x="732" y="1176"/>
                </a:moveTo>
                <a:cubicBezTo>
                  <a:pt x="734" y="1178"/>
                  <a:pt x="734" y="1179"/>
                  <a:pt x="733" y="1180"/>
                </a:cubicBezTo>
                <a:cubicBezTo>
                  <a:pt x="737" y="1184"/>
                  <a:pt x="732" y="1187"/>
                  <a:pt x="737" y="1191"/>
                </a:cubicBezTo>
                <a:cubicBezTo>
                  <a:pt x="733" y="1195"/>
                  <a:pt x="740" y="1200"/>
                  <a:pt x="737" y="1205"/>
                </a:cubicBezTo>
                <a:cubicBezTo>
                  <a:pt x="734" y="1200"/>
                  <a:pt x="733" y="1196"/>
                  <a:pt x="736" y="1192"/>
                </a:cubicBezTo>
                <a:cubicBezTo>
                  <a:pt x="731" y="1185"/>
                  <a:pt x="731" y="1179"/>
                  <a:pt x="730" y="1172"/>
                </a:cubicBezTo>
                <a:cubicBezTo>
                  <a:pt x="733" y="1171"/>
                  <a:pt x="730" y="1174"/>
                  <a:pt x="732" y="1176"/>
                </a:cubicBezTo>
                <a:close/>
                <a:moveTo>
                  <a:pt x="727" y="1158"/>
                </a:moveTo>
                <a:cubicBezTo>
                  <a:pt x="726" y="1149"/>
                  <a:pt x="735" y="1168"/>
                  <a:pt x="728" y="1162"/>
                </a:cubicBezTo>
                <a:cubicBezTo>
                  <a:pt x="725" y="1160"/>
                  <a:pt x="728" y="1159"/>
                  <a:pt x="727" y="1158"/>
                </a:cubicBezTo>
                <a:close/>
                <a:moveTo>
                  <a:pt x="687" y="988"/>
                </a:moveTo>
                <a:cubicBezTo>
                  <a:pt x="686" y="980"/>
                  <a:pt x="691" y="972"/>
                  <a:pt x="688" y="963"/>
                </a:cubicBezTo>
                <a:cubicBezTo>
                  <a:pt x="690" y="939"/>
                  <a:pt x="692" y="942"/>
                  <a:pt x="690" y="943"/>
                </a:cubicBezTo>
                <a:cubicBezTo>
                  <a:pt x="691" y="958"/>
                  <a:pt x="690" y="959"/>
                  <a:pt x="692" y="961"/>
                </a:cubicBezTo>
                <a:cubicBezTo>
                  <a:pt x="692" y="977"/>
                  <a:pt x="693" y="981"/>
                  <a:pt x="692" y="985"/>
                </a:cubicBezTo>
                <a:cubicBezTo>
                  <a:pt x="698" y="1018"/>
                  <a:pt x="694" y="1026"/>
                  <a:pt x="698" y="1034"/>
                </a:cubicBezTo>
                <a:cubicBezTo>
                  <a:pt x="707" y="1091"/>
                  <a:pt x="704" y="1098"/>
                  <a:pt x="708" y="1107"/>
                </a:cubicBezTo>
                <a:cubicBezTo>
                  <a:pt x="711" y="1139"/>
                  <a:pt x="716" y="1148"/>
                  <a:pt x="715" y="1156"/>
                </a:cubicBezTo>
                <a:cubicBezTo>
                  <a:pt x="725" y="1197"/>
                  <a:pt x="729" y="1214"/>
                  <a:pt x="734" y="1231"/>
                </a:cubicBezTo>
                <a:cubicBezTo>
                  <a:pt x="749" y="1288"/>
                  <a:pt x="747" y="1296"/>
                  <a:pt x="752" y="1306"/>
                </a:cubicBezTo>
                <a:cubicBezTo>
                  <a:pt x="764" y="1347"/>
                  <a:pt x="773" y="1364"/>
                  <a:pt x="782" y="1381"/>
                </a:cubicBezTo>
                <a:cubicBezTo>
                  <a:pt x="746" y="1345"/>
                  <a:pt x="746" y="1340"/>
                  <a:pt x="740" y="1333"/>
                </a:cubicBezTo>
                <a:cubicBezTo>
                  <a:pt x="729" y="1298"/>
                  <a:pt x="730" y="1290"/>
                  <a:pt x="721" y="1280"/>
                </a:cubicBezTo>
                <a:cubicBezTo>
                  <a:pt x="713" y="1238"/>
                  <a:pt x="715" y="1234"/>
                  <a:pt x="712" y="1230"/>
                </a:cubicBezTo>
                <a:cubicBezTo>
                  <a:pt x="706" y="1195"/>
                  <a:pt x="704" y="1194"/>
                  <a:pt x="704" y="1193"/>
                </a:cubicBezTo>
                <a:cubicBezTo>
                  <a:pt x="701" y="1173"/>
                  <a:pt x="699" y="1164"/>
                  <a:pt x="699" y="1156"/>
                </a:cubicBezTo>
                <a:cubicBezTo>
                  <a:pt x="691" y="1100"/>
                  <a:pt x="690" y="1092"/>
                  <a:pt x="691" y="1084"/>
                </a:cubicBezTo>
                <a:close/>
                <a:moveTo>
                  <a:pt x="736" y="1347"/>
                </a:moveTo>
                <a:cubicBezTo>
                  <a:pt x="730" y="1348"/>
                  <a:pt x="730" y="1337"/>
                  <a:pt x="727" y="1334"/>
                </a:cubicBezTo>
                <a:cubicBezTo>
                  <a:pt x="734" y="1333"/>
                  <a:pt x="734" y="1344"/>
                  <a:pt x="736" y="1347"/>
                </a:cubicBezTo>
                <a:close/>
                <a:moveTo>
                  <a:pt x="678" y="1070"/>
                </a:moveTo>
                <a:cubicBezTo>
                  <a:pt x="684" y="1068"/>
                  <a:pt x="678" y="1073"/>
                  <a:pt x="680" y="1076"/>
                </a:cubicBezTo>
                <a:cubicBezTo>
                  <a:pt x="684" y="1082"/>
                  <a:pt x="675" y="1078"/>
                  <a:pt x="678" y="1070"/>
                </a:cubicBezTo>
                <a:close/>
                <a:moveTo>
                  <a:pt x="716" y="1310"/>
                </a:moveTo>
                <a:cubicBezTo>
                  <a:pt x="716" y="1305"/>
                  <a:pt x="710" y="1299"/>
                  <a:pt x="709" y="1294"/>
                </a:cubicBezTo>
                <a:cubicBezTo>
                  <a:pt x="710" y="1289"/>
                  <a:pt x="705" y="1283"/>
                  <a:pt x="706" y="1278"/>
                </a:cubicBezTo>
                <a:cubicBezTo>
                  <a:pt x="703" y="1275"/>
                  <a:pt x="704" y="1272"/>
                  <a:pt x="705" y="1270"/>
                </a:cubicBezTo>
                <a:cubicBezTo>
                  <a:pt x="702" y="1269"/>
                  <a:pt x="703" y="1267"/>
                  <a:pt x="702" y="1264"/>
                </a:cubicBezTo>
                <a:cubicBezTo>
                  <a:pt x="697" y="1253"/>
                  <a:pt x="697" y="1242"/>
                  <a:pt x="693" y="1230"/>
                </a:cubicBezTo>
                <a:cubicBezTo>
                  <a:pt x="694" y="1225"/>
                  <a:pt x="691" y="1219"/>
                  <a:pt x="693" y="1214"/>
                </a:cubicBezTo>
                <a:cubicBezTo>
                  <a:pt x="689" y="1208"/>
                  <a:pt x="692" y="1204"/>
                  <a:pt x="692" y="1199"/>
                </a:cubicBezTo>
                <a:cubicBezTo>
                  <a:pt x="686" y="1180"/>
                  <a:pt x="684" y="1162"/>
                  <a:pt x="683" y="1144"/>
                </a:cubicBezTo>
                <a:cubicBezTo>
                  <a:pt x="684" y="1135"/>
                  <a:pt x="679" y="1126"/>
                  <a:pt x="682" y="1117"/>
                </a:cubicBezTo>
                <a:cubicBezTo>
                  <a:pt x="676" y="1107"/>
                  <a:pt x="683" y="1100"/>
                  <a:pt x="679" y="1090"/>
                </a:cubicBezTo>
                <a:cubicBezTo>
                  <a:pt x="684" y="1088"/>
                  <a:pt x="681" y="1096"/>
                  <a:pt x="682" y="1099"/>
                </a:cubicBezTo>
                <a:cubicBezTo>
                  <a:pt x="682" y="1102"/>
                  <a:pt x="683" y="1106"/>
                  <a:pt x="682" y="1109"/>
                </a:cubicBezTo>
                <a:cubicBezTo>
                  <a:pt x="684" y="1117"/>
                  <a:pt x="686" y="1124"/>
                  <a:pt x="683" y="1130"/>
                </a:cubicBezTo>
                <a:cubicBezTo>
                  <a:pt x="686" y="1138"/>
                  <a:pt x="688" y="1145"/>
                  <a:pt x="689" y="1153"/>
                </a:cubicBezTo>
                <a:cubicBezTo>
                  <a:pt x="687" y="1156"/>
                  <a:pt x="691" y="1160"/>
                  <a:pt x="692" y="1164"/>
                </a:cubicBezTo>
                <a:cubicBezTo>
                  <a:pt x="687" y="1167"/>
                  <a:pt x="693" y="1171"/>
                  <a:pt x="690" y="1173"/>
                </a:cubicBezTo>
                <a:cubicBezTo>
                  <a:pt x="694" y="1180"/>
                  <a:pt x="697" y="1187"/>
                  <a:pt x="696" y="1193"/>
                </a:cubicBezTo>
                <a:cubicBezTo>
                  <a:pt x="697" y="1196"/>
                  <a:pt x="697" y="1199"/>
                  <a:pt x="698" y="1203"/>
                </a:cubicBezTo>
                <a:cubicBezTo>
                  <a:pt x="696" y="1206"/>
                  <a:pt x="702" y="1210"/>
                  <a:pt x="699" y="1212"/>
                </a:cubicBezTo>
                <a:cubicBezTo>
                  <a:pt x="702" y="1225"/>
                  <a:pt x="703" y="1237"/>
                  <a:pt x="707" y="1250"/>
                </a:cubicBezTo>
                <a:cubicBezTo>
                  <a:pt x="708" y="1274"/>
                  <a:pt x="726" y="1302"/>
                  <a:pt x="727" y="1326"/>
                </a:cubicBezTo>
                <a:cubicBezTo>
                  <a:pt x="721" y="1327"/>
                  <a:pt x="718" y="1315"/>
                  <a:pt x="716" y="1310"/>
                </a:cubicBezTo>
                <a:close/>
                <a:moveTo>
                  <a:pt x="591" y="1343"/>
                </a:moveTo>
                <a:cubicBezTo>
                  <a:pt x="583" y="1344"/>
                  <a:pt x="576" y="1334"/>
                  <a:pt x="568" y="1336"/>
                </a:cubicBezTo>
                <a:cubicBezTo>
                  <a:pt x="565" y="1330"/>
                  <a:pt x="572" y="1336"/>
                  <a:pt x="574" y="1334"/>
                </a:cubicBezTo>
                <a:cubicBezTo>
                  <a:pt x="577" y="1336"/>
                  <a:pt x="579" y="1334"/>
                  <a:pt x="582" y="1336"/>
                </a:cubicBezTo>
                <a:cubicBezTo>
                  <a:pt x="587" y="1339"/>
                  <a:pt x="593" y="1337"/>
                  <a:pt x="598" y="1344"/>
                </a:cubicBezTo>
                <a:cubicBezTo>
                  <a:pt x="607" y="1344"/>
                  <a:pt x="617" y="1346"/>
                  <a:pt x="627" y="1347"/>
                </a:cubicBezTo>
                <a:cubicBezTo>
                  <a:pt x="632" y="1349"/>
                  <a:pt x="637" y="1350"/>
                  <a:pt x="642" y="1350"/>
                </a:cubicBezTo>
                <a:cubicBezTo>
                  <a:pt x="646" y="1353"/>
                  <a:pt x="651" y="1353"/>
                  <a:pt x="655" y="1354"/>
                </a:cubicBezTo>
                <a:cubicBezTo>
                  <a:pt x="661" y="1352"/>
                  <a:pt x="665" y="1356"/>
                  <a:pt x="671" y="1356"/>
                </a:cubicBezTo>
                <a:cubicBezTo>
                  <a:pt x="675" y="1357"/>
                  <a:pt x="680" y="1358"/>
                  <a:pt x="684" y="1360"/>
                </a:cubicBezTo>
                <a:cubicBezTo>
                  <a:pt x="693" y="1361"/>
                  <a:pt x="702" y="1366"/>
                  <a:pt x="711" y="1364"/>
                </a:cubicBezTo>
                <a:cubicBezTo>
                  <a:pt x="722" y="1373"/>
                  <a:pt x="735" y="1372"/>
                  <a:pt x="746" y="1380"/>
                </a:cubicBezTo>
                <a:cubicBezTo>
                  <a:pt x="750" y="1379"/>
                  <a:pt x="753" y="1379"/>
                  <a:pt x="755" y="1381"/>
                </a:cubicBezTo>
                <a:cubicBezTo>
                  <a:pt x="757" y="1389"/>
                  <a:pt x="762" y="1379"/>
                  <a:pt x="764" y="1386"/>
                </a:cubicBezTo>
                <a:cubicBezTo>
                  <a:pt x="770" y="1383"/>
                  <a:pt x="774" y="1394"/>
                  <a:pt x="781" y="1390"/>
                </a:cubicBezTo>
                <a:cubicBezTo>
                  <a:pt x="782" y="1393"/>
                  <a:pt x="784" y="1395"/>
                  <a:pt x="786" y="1394"/>
                </a:cubicBezTo>
                <a:cubicBezTo>
                  <a:pt x="786" y="1397"/>
                  <a:pt x="786" y="1399"/>
                  <a:pt x="789" y="1398"/>
                </a:cubicBezTo>
                <a:cubicBezTo>
                  <a:pt x="792" y="1398"/>
                  <a:pt x="795" y="1403"/>
                  <a:pt x="798" y="1407"/>
                </a:cubicBezTo>
                <a:cubicBezTo>
                  <a:pt x="791" y="1410"/>
                  <a:pt x="786" y="1403"/>
                  <a:pt x="780" y="1404"/>
                </a:cubicBezTo>
                <a:cubicBezTo>
                  <a:pt x="774" y="1399"/>
                  <a:pt x="768" y="1401"/>
                  <a:pt x="763" y="1395"/>
                </a:cubicBezTo>
                <a:cubicBezTo>
                  <a:pt x="758" y="1394"/>
                  <a:pt x="753" y="1395"/>
                  <a:pt x="749" y="1391"/>
                </a:cubicBezTo>
                <a:cubicBezTo>
                  <a:pt x="745" y="1391"/>
                  <a:pt x="741" y="1390"/>
                  <a:pt x="737" y="1389"/>
                </a:cubicBezTo>
                <a:cubicBezTo>
                  <a:pt x="729" y="1388"/>
                  <a:pt x="721" y="1384"/>
                  <a:pt x="713" y="1382"/>
                </a:cubicBezTo>
                <a:cubicBezTo>
                  <a:pt x="705" y="1380"/>
                  <a:pt x="696" y="1378"/>
                  <a:pt x="688" y="1376"/>
                </a:cubicBezTo>
                <a:cubicBezTo>
                  <a:pt x="679" y="1375"/>
                  <a:pt x="671" y="1373"/>
                  <a:pt x="664" y="1369"/>
                </a:cubicBezTo>
                <a:cubicBezTo>
                  <a:pt x="661" y="1368"/>
                  <a:pt x="658" y="1370"/>
                  <a:pt x="656" y="1366"/>
                </a:cubicBezTo>
                <a:cubicBezTo>
                  <a:pt x="654" y="1367"/>
                  <a:pt x="653" y="1364"/>
                  <a:pt x="650" y="1365"/>
                </a:cubicBezTo>
                <a:cubicBezTo>
                  <a:pt x="647" y="1361"/>
                  <a:pt x="642" y="1366"/>
                  <a:pt x="639" y="1360"/>
                </a:cubicBezTo>
                <a:cubicBezTo>
                  <a:pt x="630" y="1360"/>
                  <a:pt x="623" y="1356"/>
                  <a:pt x="615" y="1353"/>
                </a:cubicBezTo>
                <a:cubicBezTo>
                  <a:pt x="607" y="1348"/>
                  <a:pt x="599" y="1348"/>
                  <a:pt x="591" y="1343"/>
                </a:cubicBezTo>
                <a:close/>
                <a:moveTo>
                  <a:pt x="862" y="1455"/>
                </a:moveTo>
                <a:cubicBezTo>
                  <a:pt x="859" y="1456"/>
                  <a:pt x="857" y="1456"/>
                  <a:pt x="854" y="1453"/>
                </a:cubicBezTo>
                <a:cubicBezTo>
                  <a:pt x="849" y="1453"/>
                  <a:pt x="844" y="1449"/>
                  <a:pt x="838" y="1448"/>
                </a:cubicBezTo>
                <a:cubicBezTo>
                  <a:pt x="828" y="1443"/>
                  <a:pt x="817" y="1443"/>
                  <a:pt x="807" y="1438"/>
                </a:cubicBezTo>
                <a:cubicBezTo>
                  <a:pt x="796" y="1436"/>
                  <a:pt x="786" y="1431"/>
                  <a:pt x="775" y="1431"/>
                </a:cubicBezTo>
                <a:cubicBezTo>
                  <a:pt x="771" y="1424"/>
                  <a:pt x="764" y="1431"/>
                  <a:pt x="759" y="1424"/>
                </a:cubicBezTo>
                <a:cubicBezTo>
                  <a:pt x="754" y="1427"/>
                  <a:pt x="750" y="1419"/>
                  <a:pt x="744" y="1422"/>
                </a:cubicBezTo>
                <a:cubicBezTo>
                  <a:pt x="734" y="1413"/>
                  <a:pt x="722" y="1416"/>
                  <a:pt x="712" y="1410"/>
                </a:cubicBezTo>
                <a:cubicBezTo>
                  <a:pt x="707" y="1405"/>
                  <a:pt x="700" y="1410"/>
                  <a:pt x="696" y="1402"/>
                </a:cubicBezTo>
                <a:cubicBezTo>
                  <a:pt x="690" y="1403"/>
                  <a:pt x="685" y="1401"/>
                  <a:pt x="681" y="1397"/>
                </a:cubicBezTo>
                <a:cubicBezTo>
                  <a:pt x="670" y="1394"/>
                  <a:pt x="660" y="1389"/>
                  <a:pt x="650" y="1384"/>
                </a:cubicBezTo>
                <a:cubicBezTo>
                  <a:pt x="646" y="1377"/>
                  <a:pt x="639" y="1382"/>
                  <a:pt x="635" y="1374"/>
                </a:cubicBezTo>
                <a:cubicBezTo>
                  <a:pt x="629" y="1374"/>
                  <a:pt x="625" y="1367"/>
                  <a:pt x="620" y="1368"/>
                </a:cubicBezTo>
                <a:cubicBezTo>
                  <a:pt x="619" y="1366"/>
                  <a:pt x="618" y="1364"/>
                  <a:pt x="616" y="1363"/>
                </a:cubicBezTo>
                <a:cubicBezTo>
                  <a:pt x="626" y="1363"/>
                  <a:pt x="635" y="1369"/>
                  <a:pt x="644" y="1372"/>
                </a:cubicBezTo>
                <a:cubicBezTo>
                  <a:pt x="654" y="1376"/>
                  <a:pt x="663" y="1379"/>
                  <a:pt x="673" y="1381"/>
                </a:cubicBezTo>
                <a:cubicBezTo>
                  <a:pt x="677" y="1385"/>
                  <a:pt x="682" y="1385"/>
                  <a:pt x="687" y="1387"/>
                </a:cubicBezTo>
                <a:cubicBezTo>
                  <a:pt x="690" y="1386"/>
                  <a:pt x="693" y="1387"/>
                  <a:pt x="695" y="1390"/>
                </a:cubicBezTo>
                <a:cubicBezTo>
                  <a:pt x="697" y="1387"/>
                  <a:pt x="699" y="1389"/>
                  <a:pt x="701" y="1391"/>
                </a:cubicBezTo>
                <a:cubicBezTo>
                  <a:pt x="706" y="1386"/>
                  <a:pt x="709" y="1395"/>
                  <a:pt x="715" y="1392"/>
                </a:cubicBezTo>
                <a:cubicBezTo>
                  <a:pt x="716" y="1396"/>
                  <a:pt x="720" y="1392"/>
                  <a:pt x="722" y="1394"/>
                </a:cubicBezTo>
                <a:cubicBezTo>
                  <a:pt x="724" y="1395"/>
                  <a:pt x="726" y="1396"/>
                  <a:pt x="728" y="1398"/>
                </a:cubicBezTo>
                <a:cubicBezTo>
                  <a:pt x="733" y="1400"/>
                  <a:pt x="738" y="1398"/>
                  <a:pt x="743" y="1401"/>
                </a:cubicBezTo>
                <a:cubicBezTo>
                  <a:pt x="748" y="1400"/>
                  <a:pt x="751" y="1407"/>
                  <a:pt x="757" y="1402"/>
                </a:cubicBezTo>
                <a:cubicBezTo>
                  <a:pt x="766" y="1410"/>
                  <a:pt x="776" y="1411"/>
                  <a:pt x="786" y="1416"/>
                </a:cubicBezTo>
                <a:cubicBezTo>
                  <a:pt x="796" y="1416"/>
                  <a:pt x="804" y="1425"/>
                  <a:pt x="814" y="1425"/>
                </a:cubicBezTo>
                <a:cubicBezTo>
                  <a:pt x="822" y="1434"/>
                  <a:pt x="833" y="1431"/>
                  <a:pt x="841" y="1438"/>
                </a:cubicBezTo>
                <a:cubicBezTo>
                  <a:pt x="850" y="1444"/>
                  <a:pt x="859" y="1451"/>
                  <a:pt x="868" y="1453"/>
                </a:cubicBezTo>
                <a:cubicBezTo>
                  <a:pt x="871" y="1458"/>
                  <a:pt x="863" y="1458"/>
                  <a:pt x="862" y="1455"/>
                </a:cubicBezTo>
                <a:close/>
                <a:moveTo>
                  <a:pt x="840" y="1425"/>
                </a:moveTo>
                <a:cubicBezTo>
                  <a:pt x="842" y="1424"/>
                  <a:pt x="844" y="1423"/>
                  <a:pt x="846" y="1421"/>
                </a:cubicBezTo>
                <a:cubicBezTo>
                  <a:pt x="847" y="1424"/>
                  <a:pt x="849" y="1426"/>
                  <a:pt x="851" y="1428"/>
                </a:cubicBezTo>
                <a:cubicBezTo>
                  <a:pt x="846" y="1432"/>
                  <a:pt x="843" y="1428"/>
                  <a:pt x="840" y="1425"/>
                </a:cubicBezTo>
                <a:close/>
                <a:moveTo>
                  <a:pt x="860" y="1430"/>
                </a:moveTo>
                <a:cubicBezTo>
                  <a:pt x="863" y="1427"/>
                  <a:pt x="855" y="1422"/>
                  <a:pt x="857" y="1419"/>
                </a:cubicBezTo>
                <a:cubicBezTo>
                  <a:pt x="837" y="1377"/>
                  <a:pt x="840" y="1373"/>
                  <a:pt x="834" y="1368"/>
                </a:cubicBezTo>
                <a:cubicBezTo>
                  <a:pt x="825" y="1337"/>
                  <a:pt x="822" y="1332"/>
                  <a:pt x="822" y="1328"/>
                </a:cubicBezTo>
                <a:cubicBezTo>
                  <a:pt x="816" y="1281"/>
                  <a:pt x="809" y="1272"/>
                  <a:pt x="808" y="1263"/>
                </a:cubicBezTo>
                <a:cubicBezTo>
                  <a:pt x="805" y="1231"/>
                  <a:pt x="802" y="1222"/>
                  <a:pt x="799" y="1214"/>
                </a:cubicBezTo>
                <a:cubicBezTo>
                  <a:pt x="788" y="1155"/>
                  <a:pt x="788" y="1147"/>
                  <a:pt x="784" y="1139"/>
                </a:cubicBezTo>
                <a:cubicBezTo>
                  <a:pt x="801" y="1169"/>
                  <a:pt x="802" y="1172"/>
                  <a:pt x="804" y="1175"/>
                </a:cubicBezTo>
                <a:cubicBezTo>
                  <a:pt x="817" y="1231"/>
                  <a:pt x="820" y="1237"/>
                  <a:pt x="819" y="1242"/>
                </a:cubicBezTo>
                <a:cubicBezTo>
                  <a:pt x="835" y="1298"/>
                  <a:pt x="831" y="1303"/>
                  <a:pt x="835" y="1309"/>
                </a:cubicBezTo>
                <a:cubicBezTo>
                  <a:pt x="846" y="1364"/>
                  <a:pt x="845" y="1369"/>
                  <a:pt x="847" y="1375"/>
                </a:cubicBezTo>
                <a:cubicBezTo>
                  <a:pt x="855" y="1404"/>
                  <a:pt x="856" y="1406"/>
                  <a:pt x="859" y="1409"/>
                </a:cubicBezTo>
                <a:close/>
                <a:moveTo>
                  <a:pt x="866" y="1401"/>
                </a:moveTo>
                <a:cubicBezTo>
                  <a:pt x="866" y="1396"/>
                  <a:pt x="864" y="1391"/>
                  <a:pt x="863" y="1385"/>
                </a:cubicBezTo>
                <a:cubicBezTo>
                  <a:pt x="855" y="1379"/>
                  <a:pt x="863" y="1375"/>
                  <a:pt x="856" y="1368"/>
                </a:cubicBezTo>
                <a:cubicBezTo>
                  <a:pt x="856" y="1363"/>
                  <a:pt x="852" y="1357"/>
                  <a:pt x="856" y="1353"/>
                </a:cubicBezTo>
                <a:cubicBezTo>
                  <a:pt x="852" y="1352"/>
                  <a:pt x="853" y="1350"/>
                  <a:pt x="852" y="1347"/>
                </a:cubicBezTo>
                <a:cubicBezTo>
                  <a:pt x="854" y="1345"/>
                  <a:pt x="848" y="1345"/>
                  <a:pt x="851" y="1343"/>
                </a:cubicBezTo>
                <a:cubicBezTo>
                  <a:pt x="850" y="1337"/>
                  <a:pt x="848" y="1332"/>
                  <a:pt x="848" y="1326"/>
                </a:cubicBezTo>
                <a:cubicBezTo>
                  <a:pt x="845" y="1321"/>
                  <a:pt x="846" y="1316"/>
                  <a:pt x="844" y="1310"/>
                </a:cubicBezTo>
                <a:cubicBezTo>
                  <a:pt x="841" y="1304"/>
                  <a:pt x="846" y="1300"/>
                  <a:pt x="840" y="1294"/>
                </a:cubicBezTo>
                <a:cubicBezTo>
                  <a:pt x="845" y="1289"/>
                  <a:pt x="838" y="1283"/>
                  <a:pt x="837" y="1278"/>
                </a:cubicBezTo>
                <a:cubicBezTo>
                  <a:pt x="837" y="1272"/>
                  <a:pt x="834" y="1267"/>
                  <a:pt x="833" y="1261"/>
                </a:cubicBezTo>
                <a:cubicBezTo>
                  <a:pt x="833" y="1251"/>
                  <a:pt x="827" y="1240"/>
                  <a:pt x="829" y="1230"/>
                </a:cubicBezTo>
                <a:cubicBezTo>
                  <a:pt x="823" y="1208"/>
                  <a:pt x="819" y="1186"/>
                  <a:pt x="806" y="1163"/>
                </a:cubicBezTo>
                <a:cubicBezTo>
                  <a:pt x="810" y="1161"/>
                  <a:pt x="812" y="1170"/>
                  <a:pt x="815" y="1172"/>
                </a:cubicBezTo>
                <a:cubicBezTo>
                  <a:pt x="819" y="1171"/>
                  <a:pt x="816" y="1174"/>
                  <a:pt x="818" y="1176"/>
                </a:cubicBezTo>
                <a:cubicBezTo>
                  <a:pt x="819" y="1178"/>
                  <a:pt x="821" y="1180"/>
                  <a:pt x="822" y="1181"/>
                </a:cubicBezTo>
                <a:cubicBezTo>
                  <a:pt x="823" y="1187"/>
                  <a:pt x="828" y="1193"/>
                  <a:pt x="828" y="1198"/>
                </a:cubicBezTo>
                <a:cubicBezTo>
                  <a:pt x="828" y="1203"/>
                  <a:pt x="835" y="1209"/>
                  <a:pt x="834" y="1213"/>
                </a:cubicBezTo>
                <a:cubicBezTo>
                  <a:pt x="837" y="1218"/>
                  <a:pt x="836" y="1223"/>
                  <a:pt x="839" y="1228"/>
                </a:cubicBezTo>
                <a:cubicBezTo>
                  <a:pt x="846" y="1234"/>
                  <a:pt x="837" y="1237"/>
                  <a:pt x="844" y="1243"/>
                </a:cubicBezTo>
                <a:cubicBezTo>
                  <a:pt x="842" y="1245"/>
                  <a:pt x="847" y="1249"/>
                  <a:pt x="845" y="1251"/>
                </a:cubicBezTo>
                <a:cubicBezTo>
                  <a:pt x="845" y="1253"/>
                  <a:pt x="845" y="1255"/>
                  <a:pt x="847" y="1257"/>
                </a:cubicBezTo>
                <a:cubicBezTo>
                  <a:pt x="845" y="1262"/>
                  <a:pt x="849" y="1267"/>
                  <a:pt x="849" y="1272"/>
                </a:cubicBezTo>
                <a:cubicBezTo>
                  <a:pt x="851" y="1282"/>
                  <a:pt x="851" y="1291"/>
                  <a:pt x="856" y="1301"/>
                </a:cubicBezTo>
                <a:cubicBezTo>
                  <a:pt x="855" y="1321"/>
                  <a:pt x="863" y="1343"/>
                  <a:pt x="860" y="1363"/>
                </a:cubicBezTo>
                <a:cubicBezTo>
                  <a:pt x="865" y="1372"/>
                  <a:pt x="865" y="1380"/>
                  <a:pt x="868" y="1389"/>
                </a:cubicBezTo>
                <a:cubicBezTo>
                  <a:pt x="870" y="1398"/>
                  <a:pt x="875" y="1407"/>
                  <a:pt x="873" y="1415"/>
                </a:cubicBezTo>
                <a:cubicBezTo>
                  <a:pt x="867" y="1416"/>
                  <a:pt x="868" y="1405"/>
                  <a:pt x="866" y="1401"/>
                </a:cubicBezTo>
                <a:close/>
                <a:moveTo>
                  <a:pt x="872" y="1421"/>
                </a:moveTo>
                <a:cubicBezTo>
                  <a:pt x="878" y="1421"/>
                  <a:pt x="879" y="1433"/>
                  <a:pt x="881" y="1437"/>
                </a:cubicBezTo>
                <a:cubicBezTo>
                  <a:pt x="873" y="1437"/>
                  <a:pt x="876" y="1426"/>
                  <a:pt x="872" y="1421"/>
                </a:cubicBezTo>
                <a:close/>
                <a:moveTo>
                  <a:pt x="0" y="157"/>
                </a:moveTo>
                <a:cubicBezTo>
                  <a:pt x="0" y="158"/>
                  <a:pt x="0" y="158"/>
                  <a:pt x="0" y="158"/>
                </a:cubicBezTo>
                <a:cubicBezTo>
                  <a:pt x="0" y="158"/>
                  <a:pt x="1" y="157"/>
                  <a:pt x="1" y="157"/>
                </a:cubicBezTo>
                <a:cubicBezTo>
                  <a:pt x="1" y="157"/>
                  <a:pt x="0" y="157"/>
                  <a:pt x="0" y="157"/>
                </a:cubicBezTo>
                <a:close/>
                <a:moveTo>
                  <a:pt x="1990" y="177"/>
                </a:moveTo>
                <a:cubicBezTo>
                  <a:pt x="1986" y="177"/>
                  <a:pt x="1989" y="180"/>
                  <a:pt x="1988" y="183"/>
                </a:cubicBezTo>
                <a:cubicBezTo>
                  <a:pt x="1987" y="200"/>
                  <a:pt x="1977" y="199"/>
                  <a:pt x="1977" y="203"/>
                </a:cubicBezTo>
                <a:cubicBezTo>
                  <a:pt x="1972" y="214"/>
                  <a:pt x="1973" y="215"/>
                  <a:pt x="1974" y="213"/>
                </a:cubicBezTo>
                <a:cubicBezTo>
                  <a:pt x="1987" y="201"/>
                  <a:pt x="1986" y="193"/>
                  <a:pt x="1988" y="190"/>
                </a:cubicBezTo>
                <a:cubicBezTo>
                  <a:pt x="2008" y="131"/>
                  <a:pt x="2015" y="118"/>
                  <a:pt x="2014" y="109"/>
                </a:cubicBezTo>
                <a:cubicBezTo>
                  <a:pt x="2029" y="70"/>
                  <a:pt x="2030" y="64"/>
                  <a:pt x="2028" y="63"/>
                </a:cubicBezTo>
                <a:cubicBezTo>
                  <a:pt x="2038" y="12"/>
                  <a:pt x="2039" y="6"/>
                  <a:pt x="2040" y="0"/>
                </a:cubicBezTo>
                <a:cubicBezTo>
                  <a:pt x="2031" y="29"/>
                  <a:pt x="2029" y="44"/>
                  <a:pt x="2027" y="60"/>
                </a:cubicBezTo>
                <a:cubicBezTo>
                  <a:pt x="2025" y="57"/>
                  <a:pt x="2024" y="42"/>
                  <a:pt x="2025" y="26"/>
                </a:cubicBezTo>
                <a:cubicBezTo>
                  <a:pt x="2026" y="2"/>
                  <a:pt x="2026" y="1"/>
                  <a:pt x="2026" y="0"/>
                </a:cubicBezTo>
                <a:cubicBezTo>
                  <a:pt x="2013" y="63"/>
                  <a:pt x="2011" y="101"/>
                  <a:pt x="2002" y="142"/>
                </a:cubicBezTo>
                <a:close/>
                <a:moveTo>
                  <a:pt x="1971" y="192"/>
                </a:moveTo>
                <a:cubicBezTo>
                  <a:pt x="1982" y="160"/>
                  <a:pt x="1984" y="143"/>
                  <a:pt x="1990" y="113"/>
                </a:cubicBezTo>
                <a:cubicBezTo>
                  <a:pt x="1986" y="110"/>
                  <a:pt x="1995" y="99"/>
                  <a:pt x="1991" y="95"/>
                </a:cubicBezTo>
                <a:cubicBezTo>
                  <a:pt x="1992" y="88"/>
                  <a:pt x="1993" y="81"/>
                  <a:pt x="1992" y="75"/>
                </a:cubicBezTo>
                <a:cubicBezTo>
                  <a:pt x="1995" y="62"/>
                  <a:pt x="1995" y="49"/>
                  <a:pt x="1995" y="37"/>
                </a:cubicBezTo>
                <a:cubicBezTo>
                  <a:pt x="1992" y="36"/>
                  <a:pt x="1994" y="32"/>
                  <a:pt x="1995" y="28"/>
                </a:cubicBezTo>
                <a:cubicBezTo>
                  <a:pt x="1995" y="25"/>
                  <a:pt x="1993" y="23"/>
                  <a:pt x="1996" y="19"/>
                </a:cubicBezTo>
                <a:cubicBezTo>
                  <a:pt x="1993" y="18"/>
                  <a:pt x="1995" y="14"/>
                  <a:pt x="1996" y="10"/>
                </a:cubicBezTo>
                <a:cubicBezTo>
                  <a:pt x="1992" y="9"/>
                  <a:pt x="1996" y="4"/>
                  <a:pt x="1997" y="0"/>
                </a:cubicBezTo>
                <a:cubicBezTo>
                  <a:pt x="1988" y="0"/>
                  <a:pt x="1988" y="0"/>
                  <a:pt x="1988" y="0"/>
                </a:cubicBezTo>
                <a:cubicBezTo>
                  <a:pt x="1987" y="6"/>
                  <a:pt x="1987" y="11"/>
                  <a:pt x="1987" y="17"/>
                </a:cubicBezTo>
                <a:cubicBezTo>
                  <a:pt x="1989" y="40"/>
                  <a:pt x="1987" y="66"/>
                  <a:pt x="1985" y="91"/>
                </a:cubicBezTo>
                <a:cubicBezTo>
                  <a:pt x="1985" y="113"/>
                  <a:pt x="1977" y="140"/>
                  <a:pt x="1977" y="166"/>
                </a:cubicBezTo>
                <a:cubicBezTo>
                  <a:pt x="1969" y="169"/>
                  <a:pt x="1977" y="178"/>
                  <a:pt x="1971" y="178"/>
                </a:cubicBezTo>
                <a:cubicBezTo>
                  <a:pt x="1975" y="184"/>
                  <a:pt x="1964" y="188"/>
                  <a:pt x="1971" y="192"/>
                </a:cubicBezTo>
                <a:close/>
                <a:moveTo>
                  <a:pt x="1900" y="50"/>
                </a:moveTo>
                <a:cubicBezTo>
                  <a:pt x="1902" y="34"/>
                  <a:pt x="1906" y="17"/>
                  <a:pt x="1908" y="0"/>
                </a:cubicBezTo>
                <a:cubicBezTo>
                  <a:pt x="1903" y="0"/>
                  <a:pt x="1903" y="0"/>
                  <a:pt x="1903" y="0"/>
                </a:cubicBezTo>
                <a:cubicBezTo>
                  <a:pt x="1902" y="2"/>
                  <a:pt x="1902" y="4"/>
                  <a:pt x="1902" y="5"/>
                </a:cubicBezTo>
                <a:cubicBezTo>
                  <a:pt x="1900" y="13"/>
                  <a:pt x="1899" y="20"/>
                  <a:pt x="1900" y="27"/>
                </a:cubicBezTo>
                <a:cubicBezTo>
                  <a:pt x="1900" y="31"/>
                  <a:pt x="1894" y="37"/>
                  <a:pt x="1899" y="38"/>
                </a:cubicBezTo>
                <a:cubicBezTo>
                  <a:pt x="1899" y="42"/>
                  <a:pt x="1892" y="50"/>
                  <a:pt x="1900" y="50"/>
                </a:cubicBezTo>
                <a:close/>
                <a:moveTo>
                  <a:pt x="1772" y="0"/>
                </a:moveTo>
                <a:cubicBezTo>
                  <a:pt x="1766" y="0"/>
                  <a:pt x="1766" y="0"/>
                  <a:pt x="1766" y="0"/>
                </a:cubicBezTo>
                <a:cubicBezTo>
                  <a:pt x="1761" y="13"/>
                  <a:pt x="1756" y="25"/>
                  <a:pt x="1752" y="35"/>
                </a:cubicBezTo>
                <a:cubicBezTo>
                  <a:pt x="1750" y="40"/>
                  <a:pt x="1748" y="48"/>
                  <a:pt x="1746" y="54"/>
                </a:cubicBezTo>
                <a:cubicBezTo>
                  <a:pt x="1744" y="62"/>
                  <a:pt x="1740" y="68"/>
                  <a:pt x="1743" y="74"/>
                </a:cubicBezTo>
                <a:cubicBezTo>
                  <a:pt x="1751" y="51"/>
                  <a:pt x="1761" y="26"/>
                  <a:pt x="1772" y="0"/>
                </a:cubicBezTo>
                <a:close/>
                <a:moveTo>
                  <a:pt x="2038" y="266"/>
                </a:moveTo>
                <a:cubicBezTo>
                  <a:pt x="2058" y="233"/>
                  <a:pt x="2063" y="188"/>
                  <a:pt x="2074" y="152"/>
                </a:cubicBezTo>
                <a:cubicBezTo>
                  <a:pt x="2076" y="145"/>
                  <a:pt x="2072" y="141"/>
                  <a:pt x="2075" y="134"/>
                </a:cubicBezTo>
                <a:cubicBezTo>
                  <a:pt x="2079" y="120"/>
                  <a:pt x="2079" y="118"/>
                  <a:pt x="2084" y="105"/>
                </a:cubicBezTo>
                <a:cubicBezTo>
                  <a:pt x="2087" y="93"/>
                  <a:pt x="2091" y="81"/>
                  <a:pt x="2094" y="69"/>
                </a:cubicBezTo>
                <a:cubicBezTo>
                  <a:pt x="2098" y="46"/>
                  <a:pt x="2102" y="24"/>
                  <a:pt x="2107" y="0"/>
                </a:cubicBezTo>
                <a:cubicBezTo>
                  <a:pt x="2098" y="0"/>
                  <a:pt x="2098" y="0"/>
                  <a:pt x="2098" y="0"/>
                </a:cubicBezTo>
                <a:cubicBezTo>
                  <a:pt x="2096" y="14"/>
                  <a:pt x="2093" y="27"/>
                  <a:pt x="2092" y="39"/>
                </a:cubicBezTo>
                <a:cubicBezTo>
                  <a:pt x="2091" y="44"/>
                  <a:pt x="2089" y="50"/>
                  <a:pt x="2087" y="56"/>
                </a:cubicBezTo>
                <a:cubicBezTo>
                  <a:pt x="2085" y="62"/>
                  <a:pt x="2082" y="67"/>
                  <a:pt x="2085" y="71"/>
                </a:cubicBezTo>
                <a:cubicBezTo>
                  <a:pt x="2084" y="75"/>
                  <a:pt x="2082" y="75"/>
                  <a:pt x="2082" y="72"/>
                </a:cubicBezTo>
                <a:cubicBezTo>
                  <a:pt x="2081" y="70"/>
                  <a:pt x="2081" y="68"/>
                  <a:pt x="2082" y="66"/>
                </a:cubicBezTo>
                <a:cubicBezTo>
                  <a:pt x="2081" y="61"/>
                  <a:pt x="2084" y="55"/>
                  <a:pt x="2081" y="52"/>
                </a:cubicBezTo>
                <a:cubicBezTo>
                  <a:pt x="2085" y="41"/>
                  <a:pt x="2079" y="34"/>
                  <a:pt x="2083" y="23"/>
                </a:cubicBezTo>
                <a:cubicBezTo>
                  <a:pt x="2083" y="18"/>
                  <a:pt x="2079" y="16"/>
                  <a:pt x="2083" y="9"/>
                </a:cubicBezTo>
                <a:cubicBezTo>
                  <a:pt x="2081" y="7"/>
                  <a:pt x="2081" y="4"/>
                  <a:pt x="2081" y="0"/>
                </a:cubicBezTo>
                <a:cubicBezTo>
                  <a:pt x="2074" y="0"/>
                  <a:pt x="2074" y="0"/>
                  <a:pt x="2074" y="0"/>
                </a:cubicBezTo>
                <a:cubicBezTo>
                  <a:pt x="2074" y="7"/>
                  <a:pt x="2074" y="13"/>
                  <a:pt x="2073" y="20"/>
                </a:cubicBezTo>
                <a:cubicBezTo>
                  <a:pt x="2077" y="23"/>
                  <a:pt x="2070" y="32"/>
                  <a:pt x="2075" y="34"/>
                </a:cubicBezTo>
                <a:cubicBezTo>
                  <a:pt x="2073" y="40"/>
                  <a:pt x="2073" y="46"/>
                  <a:pt x="2075" y="50"/>
                </a:cubicBezTo>
                <a:cubicBezTo>
                  <a:pt x="2074" y="71"/>
                  <a:pt x="2074" y="91"/>
                  <a:pt x="2072" y="113"/>
                </a:cubicBezTo>
                <a:cubicBezTo>
                  <a:pt x="2068" y="119"/>
                  <a:pt x="2065" y="134"/>
                  <a:pt x="2058" y="145"/>
                </a:cubicBezTo>
                <a:cubicBezTo>
                  <a:pt x="2057" y="151"/>
                  <a:pt x="2055" y="156"/>
                  <a:pt x="2053" y="162"/>
                </a:cubicBezTo>
                <a:cubicBezTo>
                  <a:pt x="2052" y="167"/>
                  <a:pt x="2048" y="174"/>
                  <a:pt x="2054" y="175"/>
                </a:cubicBezTo>
                <a:cubicBezTo>
                  <a:pt x="2055" y="173"/>
                  <a:pt x="2057" y="173"/>
                  <a:pt x="2058" y="170"/>
                </a:cubicBezTo>
                <a:cubicBezTo>
                  <a:pt x="2058" y="166"/>
                  <a:pt x="2062" y="165"/>
                  <a:pt x="2059" y="164"/>
                </a:cubicBezTo>
                <a:cubicBezTo>
                  <a:pt x="2063" y="161"/>
                  <a:pt x="2063" y="151"/>
                  <a:pt x="2068" y="150"/>
                </a:cubicBezTo>
                <a:cubicBezTo>
                  <a:pt x="2058" y="193"/>
                  <a:pt x="2055" y="210"/>
                  <a:pt x="2042" y="252"/>
                </a:cubicBezTo>
                <a:cubicBezTo>
                  <a:pt x="2041" y="255"/>
                  <a:pt x="2033" y="262"/>
                  <a:pt x="2038" y="266"/>
                </a:cubicBezTo>
                <a:close/>
                <a:moveTo>
                  <a:pt x="1895" y="189"/>
                </a:moveTo>
                <a:cubicBezTo>
                  <a:pt x="1897" y="183"/>
                  <a:pt x="1898" y="177"/>
                  <a:pt x="1900" y="171"/>
                </a:cubicBezTo>
                <a:cubicBezTo>
                  <a:pt x="1902" y="165"/>
                  <a:pt x="1905" y="159"/>
                  <a:pt x="1903" y="155"/>
                </a:cubicBezTo>
                <a:cubicBezTo>
                  <a:pt x="1908" y="155"/>
                  <a:pt x="1907" y="144"/>
                  <a:pt x="1910" y="139"/>
                </a:cubicBezTo>
                <a:cubicBezTo>
                  <a:pt x="1911" y="117"/>
                  <a:pt x="1919" y="102"/>
                  <a:pt x="1918" y="80"/>
                </a:cubicBezTo>
                <a:cubicBezTo>
                  <a:pt x="1925" y="53"/>
                  <a:pt x="1931" y="26"/>
                  <a:pt x="1935" y="0"/>
                </a:cubicBezTo>
                <a:cubicBezTo>
                  <a:pt x="1927" y="0"/>
                  <a:pt x="1927" y="0"/>
                  <a:pt x="1927" y="0"/>
                </a:cubicBezTo>
                <a:cubicBezTo>
                  <a:pt x="1924" y="22"/>
                  <a:pt x="1917" y="43"/>
                  <a:pt x="1916" y="66"/>
                </a:cubicBezTo>
                <a:cubicBezTo>
                  <a:pt x="1911" y="100"/>
                  <a:pt x="1901" y="137"/>
                  <a:pt x="1896" y="171"/>
                </a:cubicBezTo>
                <a:cubicBezTo>
                  <a:pt x="1890" y="184"/>
                  <a:pt x="1893" y="192"/>
                  <a:pt x="1885" y="198"/>
                </a:cubicBezTo>
                <a:cubicBezTo>
                  <a:pt x="1892" y="201"/>
                  <a:pt x="1893" y="196"/>
                  <a:pt x="1895" y="189"/>
                </a:cubicBezTo>
                <a:close/>
                <a:moveTo>
                  <a:pt x="1767" y="129"/>
                </a:moveTo>
                <a:cubicBezTo>
                  <a:pt x="1770" y="127"/>
                  <a:pt x="1772" y="124"/>
                  <a:pt x="1772" y="119"/>
                </a:cubicBezTo>
                <a:cubicBezTo>
                  <a:pt x="1772" y="117"/>
                  <a:pt x="1771" y="107"/>
                  <a:pt x="1776" y="108"/>
                </a:cubicBezTo>
                <a:cubicBezTo>
                  <a:pt x="1778" y="97"/>
                  <a:pt x="1778" y="98"/>
                  <a:pt x="1780" y="87"/>
                </a:cubicBezTo>
                <a:cubicBezTo>
                  <a:pt x="1787" y="80"/>
                  <a:pt x="1788" y="63"/>
                  <a:pt x="1792" y="52"/>
                </a:cubicBezTo>
                <a:cubicBezTo>
                  <a:pt x="1797" y="50"/>
                  <a:pt x="1795" y="46"/>
                  <a:pt x="1795" y="42"/>
                </a:cubicBezTo>
                <a:cubicBezTo>
                  <a:pt x="1801" y="41"/>
                  <a:pt x="1800" y="29"/>
                  <a:pt x="1803" y="23"/>
                </a:cubicBezTo>
                <a:cubicBezTo>
                  <a:pt x="1807" y="19"/>
                  <a:pt x="1808" y="9"/>
                  <a:pt x="1813" y="0"/>
                </a:cubicBezTo>
                <a:cubicBezTo>
                  <a:pt x="1807" y="0"/>
                  <a:pt x="1807" y="0"/>
                  <a:pt x="1807" y="0"/>
                </a:cubicBezTo>
                <a:cubicBezTo>
                  <a:pt x="1802" y="14"/>
                  <a:pt x="1797" y="27"/>
                  <a:pt x="1791" y="40"/>
                </a:cubicBezTo>
                <a:cubicBezTo>
                  <a:pt x="1787" y="56"/>
                  <a:pt x="1782" y="71"/>
                  <a:pt x="1778" y="86"/>
                </a:cubicBezTo>
                <a:cubicBezTo>
                  <a:pt x="1773" y="92"/>
                  <a:pt x="1776" y="96"/>
                  <a:pt x="1772" y="105"/>
                </a:cubicBezTo>
                <a:cubicBezTo>
                  <a:pt x="1771" y="109"/>
                  <a:pt x="1770" y="113"/>
                  <a:pt x="1768" y="118"/>
                </a:cubicBezTo>
                <a:cubicBezTo>
                  <a:pt x="1769" y="121"/>
                  <a:pt x="1763" y="128"/>
                  <a:pt x="1767" y="129"/>
                </a:cubicBezTo>
                <a:close/>
                <a:moveTo>
                  <a:pt x="1848" y="80"/>
                </a:moveTo>
                <a:cubicBezTo>
                  <a:pt x="1847" y="84"/>
                  <a:pt x="1845" y="88"/>
                  <a:pt x="1844" y="92"/>
                </a:cubicBezTo>
                <a:cubicBezTo>
                  <a:pt x="1848" y="94"/>
                  <a:pt x="1842" y="102"/>
                  <a:pt x="1845" y="104"/>
                </a:cubicBezTo>
                <a:cubicBezTo>
                  <a:pt x="1847" y="108"/>
                  <a:pt x="1844" y="114"/>
                  <a:pt x="1843" y="119"/>
                </a:cubicBezTo>
                <a:cubicBezTo>
                  <a:pt x="1845" y="122"/>
                  <a:pt x="1846" y="126"/>
                  <a:pt x="1844" y="131"/>
                </a:cubicBezTo>
                <a:cubicBezTo>
                  <a:pt x="1846" y="134"/>
                  <a:pt x="1845" y="140"/>
                  <a:pt x="1847" y="143"/>
                </a:cubicBezTo>
                <a:cubicBezTo>
                  <a:pt x="1851" y="119"/>
                  <a:pt x="1849" y="97"/>
                  <a:pt x="1852" y="72"/>
                </a:cubicBezTo>
                <a:cubicBezTo>
                  <a:pt x="1854" y="60"/>
                  <a:pt x="1855" y="47"/>
                  <a:pt x="1857" y="35"/>
                </a:cubicBezTo>
                <a:cubicBezTo>
                  <a:pt x="1862" y="18"/>
                  <a:pt x="1862" y="14"/>
                  <a:pt x="1865" y="0"/>
                </a:cubicBezTo>
                <a:cubicBezTo>
                  <a:pt x="1858" y="0"/>
                  <a:pt x="1858" y="0"/>
                  <a:pt x="1858" y="0"/>
                </a:cubicBezTo>
                <a:cubicBezTo>
                  <a:pt x="1853" y="28"/>
                  <a:pt x="1846" y="56"/>
                  <a:pt x="1848" y="80"/>
                </a:cubicBezTo>
                <a:close/>
                <a:moveTo>
                  <a:pt x="1862" y="259"/>
                </a:moveTo>
                <a:cubicBezTo>
                  <a:pt x="1858" y="265"/>
                  <a:pt x="1862" y="266"/>
                  <a:pt x="1858" y="267"/>
                </a:cubicBezTo>
                <a:cubicBezTo>
                  <a:pt x="1856" y="268"/>
                  <a:pt x="1856" y="277"/>
                  <a:pt x="1857" y="276"/>
                </a:cubicBezTo>
                <a:cubicBezTo>
                  <a:pt x="1867" y="260"/>
                  <a:pt x="1877" y="244"/>
                  <a:pt x="1888" y="228"/>
                </a:cubicBezTo>
                <a:cubicBezTo>
                  <a:pt x="1900" y="211"/>
                  <a:pt x="1905" y="198"/>
                  <a:pt x="1914" y="177"/>
                </a:cubicBezTo>
                <a:cubicBezTo>
                  <a:pt x="1927" y="132"/>
                  <a:pt x="1941" y="88"/>
                  <a:pt x="1954" y="52"/>
                </a:cubicBezTo>
                <a:cubicBezTo>
                  <a:pt x="1954" y="42"/>
                  <a:pt x="1959" y="30"/>
                  <a:pt x="1959" y="20"/>
                </a:cubicBezTo>
                <a:cubicBezTo>
                  <a:pt x="1962" y="9"/>
                  <a:pt x="1964" y="8"/>
                  <a:pt x="1965" y="0"/>
                </a:cubicBezTo>
                <a:cubicBezTo>
                  <a:pt x="1957" y="0"/>
                  <a:pt x="1957" y="0"/>
                  <a:pt x="1957" y="0"/>
                </a:cubicBezTo>
                <a:cubicBezTo>
                  <a:pt x="1955" y="6"/>
                  <a:pt x="1953" y="13"/>
                  <a:pt x="1952" y="20"/>
                </a:cubicBezTo>
                <a:cubicBezTo>
                  <a:pt x="1952" y="30"/>
                  <a:pt x="1948" y="34"/>
                  <a:pt x="1948" y="42"/>
                </a:cubicBezTo>
                <a:cubicBezTo>
                  <a:pt x="1936" y="87"/>
                  <a:pt x="1917" y="124"/>
                  <a:pt x="1909" y="171"/>
                </a:cubicBezTo>
                <a:cubicBezTo>
                  <a:pt x="1904" y="174"/>
                  <a:pt x="1904" y="184"/>
                  <a:pt x="1901" y="191"/>
                </a:cubicBezTo>
                <a:cubicBezTo>
                  <a:pt x="1900" y="195"/>
                  <a:pt x="1897" y="195"/>
                  <a:pt x="1896" y="199"/>
                </a:cubicBezTo>
                <a:cubicBezTo>
                  <a:pt x="1894" y="202"/>
                  <a:pt x="1896" y="211"/>
                  <a:pt x="1891" y="209"/>
                </a:cubicBezTo>
                <a:cubicBezTo>
                  <a:pt x="1890" y="218"/>
                  <a:pt x="1886" y="223"/>
                  <a:pt x="1881" y="226"/>
                </a:cubicBezTo>
                <a:cubicBezTo>
                  <a:pt x="1880" y="236"/>
                  <a:pt x="1874" y="238"/>
                  <a:pt x="1872" y="249"/>
                </a:cubicBezTo>
                <a:cubicBezTo>
                  <a:pt x="1869" y="248"/>
                  <a:pt x="1870" y="254"/>
                  <a:pt x="1866" y="254"/>
                </a:cubicBezTo>
                <a:cubicBezTo>
                  <a:pt x="1861" y="255"/>
                  <a:pt x="1868" y="260"/>
                  <a:pt x="1862" y="259"/>
                </a:cubicBezTo>
                <a:close/>
              </a:path>
            </a:pathLst>
          </a:custGeom>
          <a:solidFill>
            <a:schemeClr val="accent1">
              <a:lumMod val="40000"/>
              <a:lumOff val="60000"/>
            </a:schemeClr>
          </a:solidFill>
          <a:ln>
            <a:noFill/>
          </a:ln>
        </p:spPr>
      </p:sp>
      <p:sp>
        <p:nvSpPr>
          <p:cNvPr id="21" name="Freeform 9">
            <a:extLst>
              <a:ext uri="{FF2B5EF4-FFF2-40B4-BE49-F238E27FC236}">
                <a16:creationId xmlns:a16="http://schemas.microsoft.com/office/drawing/2014/main" id="{7A601649-7DA5-4AA2-8711-0963D83A11C6}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 bwMode="auto">
          <a:xfrm>
            <a:off x="8124" y="3175"/>
            <a:ext cx="12145034" cy="6862763"/>
          </a:xfrm>
          <a:custGeom>
            <a:avLst/>
            <a:gdLst/>
            <a:ahLst/>
            <a:cxnLst/>
            <a:rect l="0" t="0" r="r" b="b"/>
            <a:pathLst>
              <a:path w="3840" h="2160">
                <a:moveTo>
                  <a:pt x="31" y="1111"/>
                </a:moveTo>
                <a:cubicBezTo>
                  <a:pt x="45" y="1096"/>
                  <a:pt x="58" y="1080"/>
                  <a:pt x="69" y="1061"/>
                </a:cubicBezTo>
                <a:cubicBezTo>
                  <a:pt x="72" y="1054"/>
                  <a:pt x="75" y="1047"/>
                  <a:pt x="78" y="1040"/>
                </a:cubicBezTo>
                <a:cubicBezTo>
                  <a:pt x="69" y="1034"/>
                  <a:pt x="72" y="1054"/>
                  <a:pt x="66" y="1052"/>
                </a:cubicBezTo>
                <a:cubicBezTo>
                  <a:pt x="66" y="1060"/>
                  <a:pt x="61" y="1061"/>
                  <a:pt x="58" y="1070"/>
                </a:cubicBezTo>
                <a:cubicBezTo>
                  <a:pt x="53" y="1075"/>
                  <a:pt x="48" y="1080"/>
                  <a:pt x="44" y="1086"/>
                </a:cubicBezTo>
                <a:cubicBezTo>
                  <a:pt x="43" y="1091"/>
                  <a:pt x="39" y="1088"/>
                  <a:pt x="38" y="1095"/>
                </a:cubicBezTo>
                <a:cubicBezTo>
                  <a:pt x="33" y="1091"/>
                  <a:pt x="35" y="1105"/>
                  <a:pt x="31" y="1101"/>
                </a:cubicBezTo>
                <a:cubicBezTo>
                  <a:pt x="26" y="1106"/>
                  <a:pt x="21" y="1111"/>
                  <a:pt x="17" y="1117"/>
                </a:cubicBezTo>
                <a:cubicBezTo>
                  <a:pt x="15" y="1119"/>
                  <a:pt x="12" y="1120"/>
                  <a:pt x="9" y="1123"/>
                </a:cubicBezTo>
                <a:cubicBezTo>
                  <a:pt x="6" y="1123"/>
                  <a:pt x="6" y="1131"/>
                  <a:pt x="2" y="1129"/>
                </a:cubicBezTo>
                <a:cubicBezTo>
                  <a:pt x="1" y="1130"/>
                  <a:pt x="1" y="1131"/>
                  <a:pt x="0" y="1131"/>
                </a:cubicBezTo>
                <a:cubicBezTo>
                  <a:pt x="0" y="1141"/>
                  <a:pt x="0" y="1141"/>
                  <a:pt x="0" y="1141"/>
                </a:cubicBezTo>
                <a:cubicBezTo>
                  <a:pt x="4" y="1138"/>
                  <a:pt x="7" y="1136"/>
                  <a:pt x="10" y="1133"/>
                </a:cubicBezTo>
                <a:cubicBezTo>
                  <a:pt x="17" y="1124"/>
                  <a:pt x="24" y="1117"/>
                  <a:pt x="31" y="1111"/>
                </a:cubicBezTo>
                <a:close/>
                <a:moveTo>
                  <a:pt x="15" y="1054"/>
                </a:moveTo>
                <a:cubicBezTo>
                  <a:pt x="19" y="1046"/>
                  <a:pt x="26" y="1046"/>
                  <a:pt x="31" y="1040"/>
                </a:cubicBezTo>
                <a:cubicBezTo>
                  <a:pt x="35" y="1041"/>
                  <a:pt x="36" y="1033"/>
                  <a:pt x="40" y="1034"/>
                </a:cubicBezTo>
                <a:cubicBezTo>
                  <a:pt x="43" y="1031"/>
                  <a:pt x="45" y="1026"/>
                  <a:pt x="48" y="1026"/>
                </a:cubicBezTo>
                <a:cubicBezTo>
                  <a:pt x="49" y="1024"/>
                  <a:pt x="51" y="1024"/>
                  <a:pt x="53" y="1025"/>
                </a:cubicBezTo>
                <a:cubicBezTo>
                  <a:pt x="54" y="1023"/>
                  <a:pt x="52" y="1021"/>
                  <a:pt x="54" y="1018"/>
                </a:cubicBezTo>
                <a:cubicBezTo>
                  <a:pt x="57" y="1018"/>
                  <a:pt x="60" y="1015"/>
                  <a:pt x="62" y="1010"/>
                </a:cubicBezTo>
                <a:cubicBezTo>
                  <a:pt x="68" y="1004"/>
                  <a:pt x="72" y="998"/>
                  <a:pt x="73" y="989"/>
                </a:cubicBezTo>
                <a:cubicBezTo>
                  <a:pt x="67" y="986"/>
                  <a:pt x="65" y="992"/>
                  <a:pt x="62" y="998"/>
                </a:cubicBezTo>
                <a:cubicBezTo>
                  <a:pt x="58" y="1003"/>
                  <a:pt x="54" y="1005"/>
                  <a:pt x="51" y="1013"/>
                </a:cubicBezTo>
                <a:cubicBezTo>
                  <a:pt x="46" y="1012"/>
                  <a:pt x="43" y="1019"/>
                  <a:pt x="38" y="1021"/>
                </a:cubicBezTo>
                <a:cubicBezTo>
                  <a:pt x="36" y="1031"/>
                  <a:pt x="28" y="1027"/>
                  <a:pt x="25" y="1035"/>
                </a:cubicBezTo>
                <a:cubicBezTo>
                  <a:pt x="17" y="1041"/>
                  <a:pt x="7" y="1044"/>
                  <a:pt x="0" y="1056"/>
                </a:cubicBezTo>
                <a:cubicBezTo>
                  <a:pt x="0" y="1064"/>
                  <a:pt x="0" y="1064"/>
                  <a:pt x="0" y="1064"/>
                </a:cubicBezTo>
                <a:cubicBezTo>
                  <a:pt x="5" y="1062"/>
                  <a:pt x="8" y="1054"/>
                  <a:pt x="15" y="1054"/>
                </a:cubicBezTo>
                <a:close/>
                <a:moveTo>
                  <a:pt x="21" y="1107"/>
                </a:moveTo>
                <a:cubicBezTo>
                  <a:pt x="25" y="1101"/>
                  <a:pt x="31" y="1100"/>
                  <a:pt x="34" y="1093"/>
                </a:cubicBezTo>
                <a:cubicBezTo>
                  <a:pt x="39" y="1092"/>
                  <a:pt x="40" y="1081"/>
                  <a:pt x="46" y="1082"/>
                </a:cubicBezTo>
                <a:cubicBezTo>
                  <a:pt x="48" y="1073"/>
                  <a:pt x="54" y="1072"/>
                  <a:pt x="58" y="1065"/>
                </a:cubicBezTo>
                <a:cubicBezTo>
                  <a:pt x="54" y="1063"/>
                  <a:pt x="60" y="1062"/>
                  <a:pt x="57" y="1060"/>
                </a:cubicBezTo>
                <a:cubicBezTo>
                  <a:pt x="57" y="1056"/>
                  <a:pt x="66" y="1056"/>
                  <a:pt x="61" y="1052"/>
                </a:cubicBezTo>
                <a:cubicBezTo>
                  <a:pt x="44" y="1073"/>
                  <a:pt x="28" y="1095"/>
                  <a:pt x="7" y="1105"/>
                </a:cubicBezTo>
                <a:cubicBezTo>
                  <a:pt x="5" y="1108"/>
                  <a:pt x="3" y="1110"/>
                  <a:pt x="0" y="1112"/>
                </a:cubicBezTo>
                <a:cubicBezTo>
                  <a:pt x="0" y="1121"/>
                  <a:pt x="0" y="1121"/>
                  <a:pt x="0" y="1121"/>
                </a:cubicBezTo>
                <a:cubicBezTo>
                  <a:pt x="3" y="1119"/>
                  <a:pt x="5" y="1117"/>
                  <a:pt x="8" y="1115"/>
                </a:cubicBezTo>
                <a:cubicBezTo>
                  <a:pt x="13" y="1114"/>
                  <a:pt x="15" y="1106"/>
                  <a:pt x="21" y="1107"/>
                </a:cubicBezTo>
                <a:close/>
                <a:moveTo>
                  <a:pt x="37" y="962"/>
                </a:moveTo>
                <a:cubicBezTo>
                  <a:pt x="39" y="959"/>
                  <a:pt x="42" y="960"/>
                  <a:pt x="44" y="958"/>
                </a:cubicBezTo>
                <a:cubicBezTo>
                  <a:pt x="46" y="955"/>
                  <a:pt x="46" y="950"/>
                  <a:pt x="49" y="950"/>
                </a:cubicBezTo>
                <a:cubicBezTo>
                  <a:pt x="55" y="942"/>
                  <a:pt x="52" y="942"/>
                  <a:pt x="58" y="935"/>
                </a:cubicBezTo>
                <a:cubicBezTo>
                  <a:pt x="61" y="928"/>
                  <a:pt x="64" y="922"/>
                  <a:pt x="67" y="915"/>
                </a:cubicBezTo>
                <a:cubicBezTo>
                  <a:pt x="72" y="913"/>
                  <a:pt x="72" y="903"/>
                  <a:pt x="66" y="900"/>
                </a:cubicBezTo>
                <a:cubicBezTo>
                  <a:pt x="64" y="900"/>
                  <a:pt x="63" y="899"/>
                  <a:pt x="62" y="899"/>
                </a:cubicBezTo>
                <a:cubicBezTo>
                  <a:pt x="60" y="902"/>
                  <a:pt x="61" y="904"/>
                  <a:pt x="61" y="906"/>
                </a:cubicBezTo>
                <a:cubicBezTo>
                  <a:pt x="54" y="905"/>
                  <a:pt x="62" y="911"/>
                  <a:pt x="61" y="913"/>
                </a:cubicBezTo>
                <a:cubicBezTo>
                  <a:pt x="56" y="913"/>
                  <a:pt x="53" y="926"/>
                  <a:pt x="54" y="929"/>
                </a:cubicBezTo>
                <a:cubicBezTo>
                  <a:pt x="46" y="930"/>
                  <a:pt x="45" y="945"/>
                  <a:pt x="38" y="948"/>
                </a:cubicBezTo>
                <a:cubicBezTo>
                  <a:pt x="34" y="957"/>
                  <a:pt x="27" y="962"/>
                  <a:pt x="22" y="970"/>
                </a:cubicBezTo>
                <a:cubicBezTo>
                  <a:pt x="17" y="976"/>
                  <a:pt x="11" y="979"/>
                  <a:pt x="6" y="986"/>
                </a:cubicBezTo>
                <a:cubicBezTo>
                  <a:pt x="4" y="987"/>
                  <a:pt x="2" y="989"/>
                  <a:pt x="0" y="991"/>
                </a:cubicBezTo>
                <a:cubicBezTo>
                  <a:pt x="0" y="1003"/>
                  <a:pt x="0" y="1003"/>
                  <a:pt x="0" y="1003"/>
                </a:cubicBezTo>
                <a:cubicBezTo>
                  <a:pt x="5" y="998"/>
                  <a:pt x="9" y="994"/>
                  <a:pt x="14" y="990"/>
                </a:cubicBezTo>
                <a:cubicBezTo>
                  <a:pt x="22" y="982"/>
                  <a:pt x="30" y="972"/>
                  <a:pt x="37" y="962"/>
                </a:cubicBezTo>
                <a:close/>
                <a:moveTo>
                  <a:pt x="126" y="0"/>
                </a:moveTo>
                <a:cubicBezTo>
                  <a:pt x="129" y="4"/>
                  <a:pt x="131" y="8"/>
                  <a:pt x="137" y="8"/>
                </a:cubicBezTo>
                <a:cubicBezTo>
                  <a:pt x="137" y="5"/>
                  <a:pt x="136" y="3"/>
                  <a:pt x="135" y="0"/>
                </a:cubicBezTo>
                <a:lnTo>
                  <a:pt x="126" y="0"/>
                </a:lnTo>
                <a:close/>
                <a:moveTo>
                  <a:pt x="23" y="823"/>
                </a:moveTo>
                <a:cubicBezTo>
                  <a:pt x="18" y="820"/>
                  <a:pt x="26" y="813"/>
                  <a:pt x="18" y="812"/>
                </a:cubicBezTo>
                <a:cubicBezTo>
                  <a:pt x="15" y="810"/>
                  <a:pt x="15" y="817"/>
                  <a:pt x="11" y="816"/>
                </a:cubicBezTo>
                <a:cubicBezTo>
                  <a:pt x="9" y="820"/>
                  <a:pt x="9" y="824"/>
                  <a:pt x="9" y="827"/>
                </a:cubicBezTo>
                <a:cubicBezTo>
                  <a:pt x="6" y="826"/>
                  <a:pt x="6" y="831"/>
                  <a:pt x="7" y="833"/>
                </a:cubicBezTo>
                <a:cubicBezTo>
                  <a:pt x="1" y="831"/>
                  <a:pt x="8" y="838"/>
                  <a:pt x="3" y="841"/>
                </a:cubicBezTo>
                <a:cubicBezTo>
                  <a:pt x="2" y="843"/>
                  <a:pt x="1" y="844"/>
                  <a:pt x="0" y="846"/>
                </a:cubicBezTo>
                <a:cubicBezTo>
                  <a:pt x="0" y="863"/>
                  <a:pt x="0" y="863"/>
                  <a:pt x="0" y="863"/>
                </a:cubicBezTo>
                <a:cubicBezTo>
                  <a:pt x="6" y="853"/>
                  <a:pt x="11" y="843"/>
                  <a:pt x="18" y="835"/>
                </a:cubicBezTo>
                <a:cubicBezTo>
                  <a:pt x="13" y="831"/>
                  <a:pt x="22" y="827"/>
                  <a:pt x="23" y="823"/>
                </a:cubicBezTo>
                <a:close/>
                <a:moveTo>
                  <a:pt x="78" y="1128"/>
                </a:moveTo>
                <a:cubicBezTo>
                  <a:pt x="67" y="1132"/>
                  <a:pt x="63" y="1150"/>
                  <a:pt x="51" y="1152"/>
                </a:cubicBezTo>
                <a:cubicBezTo>
                  <a:pt x="48" y="1159"/>
                  <a:pt x="42" y="1159"/>
                  <a:pt x="39" y="1166"/>
                </a:cubicBezTo>
                <a:cubicBezTo>
                  <a:pt x="34" y="1169"/>
                  <a:pt x="29" y="1171"/>
                  <a:pt x="25" y="1177"/>
                </a:cubicBezTo>
                <a:cubicBezTo>
                  <a:pt x="23" y="1180"/>
                  <a:pt x="19" y="1176"/>
                  <a:pt x="18" y="1181"/>
                </a:cubicBezTo>
                <a:cubicBezTo>
                  <a:pt x="14" y="1180"/>
                  <a:pt x="14" y="1187"/>
                  <a:pt x="9" y="1184"/>
                </a:cubicBezTo>
                <a:cubicBezTo>
                  <a:pt x="7" y="1189"/>
                  <a:pt x="3" y="1189"/>
                  <a:pt x="0" y="1192"/>
                </a:cubicBezTo>
                <a:cubicBezTo>
                  <a:pt x="0" y="1200"/>
                  <a:pt x="0" y="1200"/>
                  <a:pt x="0" y="1200"/>
                </a:cubicBezTo>
                <a:cubicBezTo>
                  <a:pt x="0" y="1200"/>
                  <a:pt x="0" y="1200"/>
                  <a:pt x="1" y="1200"/>
                </a:cubicBezTo>
                <a:cubicBezTo>
                  <a:pt x="6" y="1199"/>
                  <a:pt x="9" y="1193"/>
                  <a:pt x="14" y="1191"/>
                </a:cubicBezTo>
                <a:cubicBezTo>
                  <a:pt x="22" y="1186"/>
                  <a:pt x="30" y="1180"/>
                  <a:pt x="38" y="1173"/>
                </a:cubicBezTo>
                <a:cubicBezTo>
                  <a:pt x="46" y="1165"/>
                  <a:pt x="56" y="1161"/>
                  <a:pt x="62" y="1150"/>
                </a:cubicBezTo>
                <a:cubicBezTo>
                  <a:pt x="70" y="1145"/>
                  <a:pt x="76" y="1133"/>
                  <a:pt x="84" y="1126"/>
                </a:cubicBezTo>
                <a:cubicBezTo>
                  <a:pt x="87" y="1119"/>
                  <a:pt x="93" y="1121"/>
                  <a:pt x="95" y="1112"/>
                </a:cubicBezTo>
                <a:cubicBezTo>
                  <a:pt x="98" y="1113"/>
                  <a:pt x="99" y="1108"/>
                  <a:pt x="100" y="1104"/>
                </a:cubicBezTo>
                <a:cubicBezTo>
                  <a:pt x="103" y="1106"/>
                  <a:pt x="105" y="1100"/>
                  <a:pt x="103" y="1098"/>
                </a:cubicBezTo>
                <a:cubicBezTo>
                  <a:pt x="95" y="1109"/>
                  <a:pt x="86" y="1118"/>
                  <a:pt x="78" y="1128"/>
                </a:cubicBezTo>
                <a:close/>
                <a:moveTo>
                  <a:pt x="8" y="1255"/>
                </a:moveTo>
                <a:cubicBezTo>
                  <a:pt x="5" y="1257"/>
                  <a:pt x="3" y="1259"/>
                  <a:pt x="0" y="1261"/>
                </a:cubicBezTo>
                <a:cubicBezTo>
                  <a:pt x="0" y="1267"/>
                  <a:pt x="0" y="1267"/>
                  <a:pt x="0" y="1267"/>
                </a:cubicBezTo>
                <a:cubicBezTo>
                  <a:pt x="1" y="1267"/>
                  <a:pt x="3" y="1266"/>
                  <a:pt x="4" y="1265"/>
                </a:cubicBezTo>
                <a:cubicBezTo>
                  <a:pt x="4" y="1261"/>
                  <a:pt x="13" y="1259"/>
                  <a:pt x="8" y="1255"/>
                </a:cubicBezTo>
                <a:close/>
                <a:moveTo>
                  <a:pt x="48" y="1199"/>
                </a:moveTo>
                <a:cubicBezTo>
                  <a:pt x="45" y="1203"/>
                  <a:pt x="42" y="1207"/>
                  <a:pt x="37" y="1208"/>
                </a:cubicBezTo>
                <a:cubicBezTo>
                  <a:pt x="34" y="1213"/>
                  <a:pt x="31" y="1216"/>
                  <a:pt x="26" y="1218"/>
                </a:cubicBezTo>
                <a:cubicBezTo>
                  <a:pt x="20" y="1225"/>
                  <a:pt x="12" y="1230"/>
                  <a:pt x="5" y="1235"/>
                </a:cubicBezTo>
                <a:cubicBezTo>
                  <a:pt x="3" y="1234"/>
                  <a:pt x="1" y="1235"/>
                  <a:pt x="0" y="1236"/>
                </a:cubicBezTo>
                <a:cubicBezTo>
                  <a:pt x="0" y="1245"/>
                  <a:pt x="0" y="1245"/>
                  <a:pt x="0" y="1245"/>
                </a:cubicBezTo>
                <a:cubicBezTo>
                  <a:pt x="1" y="1244"/>
                  <a:pt x="2" y="1244"/>
                  <a:pt x="3" y="1243"/>
                </a:cubicBezTo>
                <a:cubicBezTo>
                  <a:pt x="7" y="1240"/>
                  <a:pt x="10" y="1236"/>
                  <a:pt x="15" y="1234"/>
                </a:cubicBezTo>
                <a:cubicBezTo>
                  <a:pt x="19" y="1232"/>
                  <a:pt x="23" y="1227"/>
                  <a:pt x="28" y="1225"/>
                </a:cubicBezTo>
                <a:cubicBezTo>
                  <a:pt x="36" y="1219"/>
                  <a:pt x="44" y="1212"/>
                  <a:pt x="51" y="1204"/>
                </a:cubicBezTo>
                <a:cubicBezTo>
                  <a:pt x="53" y="1198"/>
                  <a:pt x="59" y="1200"/>
                  <a:pt x="61" y="1192"/>
                </a:cubicBezTo>
                <a:cubicBezTo>
                  <a:pt x="64" y="1193"/>
                  <a:pt x="64" y="1187"/>
                  <a:pt x="67" y="1188"/>
                </a:cubicBezTo>
                <a:cubicBezTo>
                  <a:pt x="68" y="1184"/>
                  <a:pt x="71" y="1181"/>
                  <a:pt x="69" y="1179"/>
                </a:cubicBezTo>
                <a:cubicBezTo>
                  <a:pt x="62" y="1186"/>
                  <a:pt x="56" y="1194"/>
                  <a:pt x="48" y="1199"/>
                </a:cubicBezTo>
                <a:close/>
                <a:moveTo>
                  <a:pt x="920" y="10"/>
                </a:moveTo>
                <a:cubicBezTo>
                  <a:pt x="925" y="12"/>
                  <a:pt x="931" y="14"/>
                  <a:pt x="935" y="17"/>
                </a:cubicBezTo>
                <a:cubicBezTo>
                  <a:pt x="954" y="28"/>
                  <a:pt x="960" y="29"/>
                  <a:pt x="963" y="33"/>
                </a:cubicBezTo>
                <a:cubicBezTo>
                  <a:pt x="1027" y="64"/>
                  <a:pt x="1029" y="69"/>
                  <a:pt x="1034" y="71"/>
                </a:cubicBezTo>
                <a:cubicBezTo>
                  <a:pt x="1068" y="87"/>
                  <a:pt x="1071" y="88"/>
                  <a:pt x="1073" y="90"/>
                </a:cubicBezTo>
                <a:cubicBezTo>
                  <a:pt x="1128" y="114"/>
                  <a:pt x="1137" y="122"/>
                  <a:pt x="1151" y="124"/>
                </a:cubicBezTo>
                <a:cubicBezTo>
                  <a:pt x="1235" y="156"/>
                  <a:pt x="1245" y="163"/>
                  <a:pt x="1261" y="164"/>
                </a:cubicBezTo>
                <a:cubicBezTo>
                  <a:pt x="1288" y="169"/>
                  <a:pt x="1293" y="172"/>
                  <a:pt x="1303" y="171"/>
                </a:cubicBezTo>
                <a:cubicBezTo>
                  <a:pt x="1331" y="172"/>
                  <a:pt x="1327" y="172"/>
                  <a:pt x="1322" y="171"/>
                </a:cubicBezTo>
                <a:cubicBezTo>
                  <a:pt x="1251" y="157"/>
                  <a:pt x="1246" y="152"/>
                  <a:pt x="1238" y="152"/>
                </a:cubicBezTo>
                <a:cubicBezTo>
                  <a:pt x="1203" y="142"/>
                  <a:pt x="1194" y="133"/>
                  <a:pt x="1177" y="131"/>
                </a:cubicBezTo>
                <a:cubicBezTo>
                  <a:pt x="1162" y="122"/>
                  <a:pt x="1157" y="121"/>
                  <a:pt x="1153" y="118"/>
                </a:cubicBezTo>
                <a:cubicBezTo>
                  <a:pt x="1092" y="91"/>
                  <a:pt x="1083" y="87"/>
                  <a:pt x="1076" y="81"/>
                </a:cubicBezTo>
                <a:cubicBezTo>
                  <a:pt x="1016" y="51"/>
                  <a:pt x="1006" y="48"/>
                  <a:pt x="998" y="44"/>
                </a:cubicBezTo>
                <a:cubicBezTo>
                  <a:pt x="966" y="24"/>
                  <a:pt x="957" y="21"/>
                  <a:pt x="951" y="15"/>
                </a:cubicBezTo>
                <a:cubicBezTo>
                  <a:pt x="901" y="0"/>
                  <a:pt x="901" y="0"/>
                  <a:pt x="901" y="0"/>
                </a:cubicBezTo>
                <a:close/>
                <a:moveTo>
                  <a:pt x="1096" y="23"/>
                </a:moveTo>
                <a:cubicBezTo>
                  <a:pt x="1108" y="25"/>
                  <a:pt x="1112" y="33"/>
                  <a:pt x="1125" y="34"/>
                </a:cubicBezTo>
                <a:cubicBezTo>
                  <a:pt x="1154" y="53"/>
                  <a:pt x="1163" y="51"/>
                  <a:pt x="1163" y="57"/>
                </a:cubicBezTo>
                <a:cubicBezTo>
                  <a:pt x="1224" y="83"/>
                  <a:pt x="1241" y="93"/>
                  <a:pt x="1261" y="100"/>
                </a:cubicBezTo>
                <a:cubicBezTo>
                  <a:pt x="1309" y="119"/>
                  <a:pt x="1319" y="116"/>
                  <a:pt x="1321" y="121"/>
                </a:cubicBezTo>
                <a:cubicBezTo>
                  <a:pt x="1483" y="135"/>
                  <a:pt x="1494" y="132"/>
                  <a:pt x="1508" y="132"/>
                </a:cubicBezTo>
                <a:cubicBezTo>
                  <a:pt x="1513" y="124"/>
                  <a:pt x="1524" y="129"/>
                  <a:pt x="1522" y="121"/>
                </a:cubicBezTo>
                <a:cubicBezTo>
                  <a:pt x="1429" y="114"/>
                  <a:pt x="1421" y="115"/>
                  <a:pt x="1415" y="115"/>
                </a:cubicBezTo>
                <a:cubicBezTo>
                  <a:pt x="1377" y="104"/>
                  <a:pt x="1367" y="106"/>
                  <a:pt x="1365" y="100"/>
                </a:cubicBezTo>
                <a:cubicBezTo>
                  <a:pt x="1321" y="90"/>
                  <a:pt x="1313" y="84"/>
                  <a:pt x="1302" y="82"/>
                </a:cubicBezTo>
                <a:cubicBezTo>
                  <a:pt x="1242" y="52"/>
                  <a:pt x="1240" y="47"/>
                  <a:pt x="1233" y="47"/>
                </a:cubicBezTo>
                <a:cubicBezTo>
                  <a:pt x="1284" y="57"/>
                  <a:pt x="1302" y="60"/>
                  <a:pt x="1318" y="64"/>
                </a:cubicBezTo>
                <a:cubicBezTo>
                  <a:pt x="1452" y="80"/>
                  <a:pt x="1459" y="83"/>
                  <a:pt x="1464" y="79"/>
                </a:cubicBezTo>
                <a:cubicBezTo>
                  <a:pt x="1275" y="49"/>
                  <a:pt x="1260" y="41"/>
                  <a:pt x="1240" y="39"/>
                </a:cubicBezTo>
                <a:cubicBezTo>
                  <a:pt x="1219" y="31"/>
                  <a:pt x="1217" y="26"/>
                  <a:pt x="1208" y="27"/>
                </a:cubicBezTo>
                <a:cubicBezTo>
                  <a:pt x="1171" y="4"/>
                  <a:pt x="1160" y="6"/>
                  <a:pt x="1156" y="2"/>
                </a:cubicBezTo>
                <a:cubicBezTo>
                  <a:pt x="1119" y="4"/>
                  <a:pt x="1126" y="9"/>
                  <a:pt x="1136" y="10"/>
                </a:cubicBezTo>
                <a:cubicBezTo>
                  <a:pt x="1169" y="30"/>
                  <a:pt x="1176" y="28"/>
                  <a:pt x="1177" y="31"/>
                </a:cubicBezTo>
                <a:cubicBezTo>
                  <a:pt x="1206" y="45"/>
                  <a:pt x="1215" y="46"/>
                  <a:pt x="1220" y="49"/>
                </a:cubicBezTo>
                <a:cubicBezTo>
                  <a:pt x="1280" y="78"/>
                  <a:pt x="1290" y="84"/>
                  <a:pt x="1302" y="88"/>
                </a:cubicBezTo>
                <a:cubicBezTo>
                  <a:pt x="1327" y="100"/>
                  <a:pt x="1331" y="99"/>
                  <a:pt x="1335" y="100"/>
                </a:cubicBezTo>
                <a:cubicBezTo>
                  <a:pt x="1385" y="116"/>
                  <a:pt x="1401" y="116"/>
                  <a:pt x="1413" y="121"/>
                </a:cubicBezTo>
                <a:cubicBezTo>
                  <a:pt x="1486" y="126"/>
                  <a:pt x="1486" y="125"/>
                  <a:pt x="1495" y="127"/>
                </a:cubicBezTo>
                <a:cubicBezTo>
                  <a:pt x="1458" y="133"/>
                  <a:pt x="1456" y="132"/>
                  <a:pt x="1443" y="133"/>
                </a:cubicBezTo>
                <a:cubicBezTo>
                  <a:pt x="1346" y="119"/>
                  <a:pt x="1337" y="119"/>
                  <a:pt x="1334" y="115"/>
                </a:cubicBezTo>
                <a:cubicBezTo>
                  <a:pt x="1283" y="98"/>
                  <a:pt x="1273" y="101"/>
                  <a:pt x="1274" y="94"/>
                </a:cubicBezTo>
                <a:cubicBezTo>
                  <a:pt x="1197" y="60"/>
                  <a:pt x="1189" y="61"/>
                  <a:pt x="1185" y="57"/>
                </a:cubicBezTo>
                <a:cubicBezTo>
                  <a:pt x="1136" y="33"/>
                  <a:pt x="1127" y="28"/>
                  <a:pt x="1118" y="23"/>
                </a:cubicBezTo>
                <a:cubicBezTo>
                  <a:pt x="1081" y="8"/>
                  <a:pt x="1076" y="3"/>
                  <a:pt x="1068" y="0"/>
                </a:cubicBezTo>
                <a:cubicBezTo>
                  <a:pt x="1077" y="14"/>
                  <a:pt x="1089" y="16"/>
                  <a:pt x="1096" y="23"/>
                </a:cubicBezTo>
                <a:close/>
                <a:moveTo>
                  <a:pt x="979" y="13"/>
                </a:moveTo>
                <a:cubicBezTo>
                  <a:pt x="986" y="13"/>
                  <a:pt x="987" y="17"/>
                  <a:pt x="992" y="18"/>
                </a:cubicBezTo>
                <a:cubicBezTo>
                  <a:pt x="1035" y="35"/>
                  <a:pt x="1037" y="39"/>
                  <a:pt x="1039" y="43"/>
                </a:cubicBezTo>
                <a:cubicBezTo>
                  <a:pt x="1082" y="59"/>
                  <a:pt x="1083" y="64"/>
                  <a:pt x="1089" y="64"/>
                </a:cubicBezTo>
                <a:cubicBezTo>
                  <a:pt x="1163" y="104"/>
                  <a:pt x="1170" y="102"/>
                  <a:pt x="1173" y="105"/>
                </a:cubicBezTo>
                <a:cubicBezTo>
                  <a:pt x="1200" y="116"/>
                  <a:pt x="1202" y="117"/>
                  <a:pt x="1203" y="119"/>
                </a:cubicBezTo>
                <a:cubicBezTo>
                  <a:pt x="1236" y="133"/>
                  <a:pt x="1244" y="134"/>
                  <a:pt x="1249" y="139"/>
                </a:cubicBezTo>
                <a:cubicBezTo>
                  <a:pt x="1273" y="146"/>
                  <a:pt x="1277" y="147"/>
                  <a:pt x="1279" y="149"/>
                </a:cubicBezTo>
                <a:cubicBezTo>
                  <a:pt x="1302" y="160"/>
                  <a:pt x="1315" y="152"/>
                  <a:pt x="1314" y="158"/>
                </a:cubicBezTo>
                <a:cubicBezTo>
                  <a:pt x="1355" y="161"/>
                  <a:pt x="1375" y="162"/>
                  <a:pt x="1394" y="162"/>
                </a:cubicBezTo>
                <a:cubicBezTo>
                  <a:pt x="1429" y="161"/>
                  <a:pt x="1435" y="155"/>
                  <a:pt x="1429" y="154"/>
                </a:cubicBezTo>
                <a:cubicBezTo>
                  <a:pt x="1393" y="155"/>
                  <a:pt x="1392" y="157"/>
                  <a:pt x="1381" y="155"/>
                </a:cubicBezTo>
                <a:cubicBezTo>
                  <a:pt x="1358" y="157"/>
                  <a:pt x="1347" y="153"/>
                  <a:pt x="1338" y="154"/>
                </a:cubicBezTo>
                <a:cubicBezTo>
                  <a:pt x="1234" y="126"/>
                  <a:pt x="1232" y="119"/>
                  <a:pt x="1223" y="119"/>
                </a:cubicBezTo>
                <a:cubicBezTo>
                  <a:pt x="1147" y="88"/>
                  <a:pt x="1147" y="80"/>
                  <a:pt x="1139" y="80"/>
                </a:cubicBezTo>
                <a:cubicBezTo>
                  <a:pt x="1111" y="65"/>
                  <a:pt x="1099" y="60"/>
                  <a:pt x="1087" y="55"/>
                </a:cubicBezTo>
                <a:cubicBezTo>
                  <a:pt x="1033" y="27"/>
                  <a:pt x="1028" y="24"/>
                  <a:pt x="1022" y="21"/>
                </a:cubicBezTo>
                <a:cubicBezTo>
                  <a:pt x="956" y="0"/>
                  <a:pt x="956" y="0"/>
                  <a:pt x="956" y="0"/>
                </a:cubicBezTo>
                <a:close/>
                <a:moveTo>
                  <a:pt x="1304" y="25"/>
                </a:moveTo>
                <a:cubicBezTo>
                  <a:pt x="1335" y="32"/>
                  <a:pt x="1379" y="35"/>
                  <a:pt x="1419" y="41"/>
                </a:cubicBezTo>
                <a:cubicBezTo>
                  <a:pt x="1435" y="41"/>
                  <a:pt x="1451" y="41"/>
                  <a:pt x="1467" y="42"/>
                </a:cubicBezTo>
                <a:cubicBezTo>
                  <a:pt x="1473" y="45"/>
                  <a:pt x="1476" y="40"/>
                  <a:pt x="1486" y="42"/>
                </a:cubicBezTo>
                <a:cubicBezTo>
                  <a:pt x="1491" y="42"/>
                  <a:pt x="1495" y="42"/>
                  <a:pt x="1499" y="42"/>
                </a:cubicBezTo>
                <a:cubicBezTo>
                  <a:pt x="1503" y="41"/>
                  <a:pt x="1511" y="45"/>
                  <a:pt x="1510" y="40"/>
                </a:cubicBezTo>
                <a:cubicBezTo>
                  <a:pt x="1508" y="38"/>
                  <a:pt x="1505" y="37"/>
                  <a:pt x="1500" y="38"/>
                </a:cubicBezTo>
                <a:cubicBezTo>
                  <a:pt x="1498" y="39"/>
                  <a:pt x="1489" y="43"/>
                  <a:pt x="1489" y="38"/>
                </a:cubicBezTo>
                <a:cubicBezTo>
                  <a:pt x="1477" y="38"/>
                  <a:pt x="1478" y="38"/>
                  <a:pt x="1467" y="39"/>
                </a:cubicBezTo>
                <a:cubicBezTo>
                  <a:pt x="1458" y="35"/>
                  <a:pt x="1442" y="38"/>
                  <a:pt x="1430" y="36"/>
                </a:cubicBezTo>
                <a:cubicBezTo>
                  <a:pt x="1426" y="33"/>
                  <a:pt x="1423" y="35"/>
                  <a:pt x="1419" y="36"/>
                </a:cubicBezTo>
                <a:cubicBezTo>
                  <a:pt x="1417" y="31"/>
                  <a:pt x="1405" y="35"/>
                  <a:pt x="1399" y="34"/>
                </a:cubicBezTo>
                <a:cubicBezTo>
                  <a:pt x="1393" y="30"/>
                  <a:pt x="1379" y="33"/>
                  <a:pt x="1369" y="29"/>
                </a:cubicBezTo>
                <a:cubicBezTo>
                  <a:pt x="1366" y="28"/>
                  <a:pt x="1363" y="28"/>
                  <a:pt x="1360" y="28"/>
                </a:cubicBezTo>
                <a:cubicBezTo>
                  <a:pt x="1356" y="29"/>
                  <a:pt x="1355" y="25"/>
                  <a:pt x="1354" y="28"/>
                </a:cubicBezTo>
                <a:cubicBezTo>
                  <a:pt x="1352" y="23"/>
                  <a:pt x="1338" y="29"/>
                  <a:pt x="1336" y="23"/>
                </a:cubicBezTo>
                <a:cubicBezTo>
                  <a:pt x="1311" y="21"/>
                  <a:pt x="1288" y="17"/>
                  <a:pt x="1269" y="9"/>
                </a:cubicBezTo>
                <a:cubicBezTo>
                  <a:pt x="1257" y="8"/>
                  <a:pt x="1250" y="4"/>
                  <a:pt x="1241" y="0"/>
                </a:cubicBezTo>
                <a:cubicBezTo>
                  <a:pt x="1214" y="0"/>
                  <a:pt x="1214" y="0"/>
                  <a:pt x="1214" y="0"/>
                </a:cubicBezTo>
                <a:cubicBezTo>
                  <a:pt x="1225" y="4"/>
                  <a:pt x="1237" y="7"/>
                  <a:pt x="1249" y="11"/>
                </a:cubicBezTo>
                <a:cubicBezTo>
                  <a:pt x="1265" y="18"/>
                  <a:pt x="1285" y="21"/>
                  <a:pt x="1304" y="25"/>
                </a:cubicBezTo>
                <a:close/>
                <a:moveTo>
                  <a:pt x="883" y="9"/>
                </a:moveTo>
                <a:cubicBezTo>
                  <a:pt x="887" y="14"/>
                  <a:pt x="895" y="14"/>
                  <a:pt x="898" y="20"/>
                </a:cubicBezTo>
                <a:cubicBezTo>
                  <a:pt x="913" y="36"/>
                  <a:pt x="920" y="33"/>
                  <a:pt x="922" y="36"/>
                </a:cubicBezTo>
                <a:cubicBezTo>
                  <a:pt x="951" y="55"/>
                  <a:pt x="953" y="62"/>
                  <a:pt x="960" y="63"/>
                </a:cubicBezTo>
                <a:cubicBezTo>
                  <a:pt x="985" y="82"/>
                  <a:pt x="997" y="88"/>
                  <a:pt x="1008" y="95"/>
                </a:cubicBezTo>
                <a:cubicBezTo>
                  <a:pt x="1077" y="135"/>
                  <a:pt x="1084" y="133"/>
                  <a:pt x="1085" y="136"/>
                </a:cubicBezTo>
                <a:cubicBezTo>
                  <a:pt x="1124" y="154"/>
                  <a:pt x="1130" y="165"/>
                  <a:pt x="1148" y="165"/>
                </a:cubicBezTo>
                <a:cubicBezTo>
                  <a:pt x="1177" y="180"/>
                  <a:pt x="1184" y="177"/>
                  <a:pt x="1185" y="182"/>
                </a:cubicBezTo>
                <a:cubicBezTo>
                  <a:pt x="1245" y="198"/>
                  <a:pt x="1249" y="200"/>
                  <a:pt x="1254" y="200"/>
                </a:cubicBezTo>
                <a:cubicBezTo>
                  <a:pt x="1350" y="212"/>
                  <a:pt x="1357" y="219"/>
                  <a:pt x="1360" y="218"/>
                </a:cubicBezTo>
                <a:cubicBezTo>
                  <a:pt x="1358" y="204"/>
                  <a:pt x="1355" y="205"/>
                  <a:pt x="1352" y="207"/>
                </a:cubicBezTo>
                <a:cubicBezTo>
                  <a:pt x="1328" y="204"/>
                  <a:pt x="1321" y="204"/>
                  <a:pt x="1306" y="204"/>
                </a:cubicBezTo>
                <a:cubicBezTo>
                  <a:pt x="1249" y="187"/>
                  <a:pt x="1239" y="190"/>
                  <a:pt x="1237" y="185"/>
                </a:cubicBezTo>
                <a:cubicBezTo>
                  <a:pt x="1165" y="161"/>
                  <a:pt x="1154" y="164"/>
                  <a:pt x="1152" y="159"/>
                </a:cubicBezTo>
                <a:cubicBezTo>
                  <a:pt x="1126" y="149"/>
                  <a:pt x="1124" y="147"/>
                  <a:pt x="1120" y="147"/>
                </a:cubicBezTo>
                <a:cubicBezTo>
                  <a:pt x="1087" y="129"/>
                  <a:pt x="1085" y="124"/>
                  <a:pt x="1077" y="125"/>
                </a:cubicBezTo>
                <a:cubicBezTo>
                  <a:pt x="1047" y="103"/>
                  <a:pt x="1040" y="103"/>
                  <a:pt x="1036" y="100"/>
                </a:cubicBezTo>
                <a:cubicBezTo>
                  <a:pt x="1008" y="81"/>
                  <a:pt x="1003" y="82"/>
                  <a:pt x="999" y="81"/>
                </a:cubicBezTo>
                <a:cubicBezTo>
                  <a:pt x="968" y="59"/>
                  <a:pt x="965" y="56"/>
                  <a:pt x="961" y="54"/>
                </a:cubicBezTo>
                <a:cubicBezTo>
                  <a:pt x="925" y="28"/>
                  <a:pt x="920" y="26"/>
                  <a:pt x="915" y="25"/>
                </a:cubicBezTo>
                <a:cubicBezTo>
                  <a:pt x="893" y="5"/>
                  <a:pt x="887" y="4"/>
                  <a:pt x="885" y="1"/>
                </a:cubicBezTo>
                <a:cubicBezTo>
                  <a:pt x="872" y="5"/>
                  <a:pt x="878" y="6"/>
                  <a:pt x="883" y="9"/>
                </a:cubicBezTo>
                <a:close/>
                <a:moveTo>
                  <a:pt x="1280" y="0"/>
                </a:moveTo>
                <a:cubicBezTo>
                  <a:pt x="1280" y="0"/>
                  <a:pt x="1280" y="0"/>
                  <a:pt x="1280" y="0"/>
                </a:cubicBezTo>
                <a:cubicBezTo>
                  <a:pt x="1280" y="0"/>
                  <a:pt x="1280" y="0"/>
                  <a:pt x="1280" y="0"/>
                </a:cubicBezTo>
                <a:cubicBezTo>
                  <a:pt x="1280" y="0"/>
                  <a:pt x="1280" y="0"/>
                  <a:pt x="1280" y="0"/>
                </a:cubicBezTo>
                <a:close/>
                <a:moveTo>
                  <a:pt x="833" y="8"/>
                </a:moveTo>
                <a:cubicBezTo>
                  <a:pt x="837" y="12"/>
                  <a:pt x="843" y="13"/>
                  <a:pt x="846" y="17"/>
                </a:cubicBezTo>
                <a:cubicBezTo>
                  <a:pt x="882" y="51"/>
                  <a:pt x="891" y="50"/>
                  <a:pt x="893" y="55"/>
                </a:cubicBezTo>
                <a:cubicBezTo>
                  <a:pt x="911" y="66"/>
                  <a:pt x="911" y="74"/>
                  <a:pt x="916" y="75"/>
                </a:cubicBezTo>
                <a:cubicBezTo>
                  <a:pt x="986" y="136"/>
                  <a:pt x="988" y="138"/>
                  <a:pt x="991" y="138"/>
                </a:cubicBezTo>
                <a:cubicBezTo>
                  <a:pt x="1014" y="162"/>
                  <a:pt x="1027" y="164"/>
                  <a:pt x="1032" y="172"/>
                </a:cubicBezTo>
                <a:cubicBezTo>
                  <a:pt x="1049" y="184"/>
                  <a:pt x="1054" y="186"/>
                  <a:pt x="1056" y="192"/>
                </a:cubicBezTo>
                <a:cubicBezTo>
                  <a:pt x="1096" y="211"/>
                  <a:pt x="1102" y="220"/>
                  <a:pt x="1114" y="224"/>
                </a:cubicBezTo>
                <a:cubicBezTo>
                  <a:pt x="1182" y="262"/>
                  <a:pt x="1192" y="266"/>
                  <a:pt x="1202" y="271"/>
                </a:cubicBezTo>
                <a:cubicBezTo>
                  <a:pt x="1247" y="288"/>
                  <a:pt x="1251" y="287"/>
                  <a:pt x="1252" y="290"/>
                </a:cubicBezTo>
                <a:cubicBezTo>
                  <a:pt x="1295" y="297"/>
                  <a:pt x="1305" y="294"/>
                  <a:pt x="1304" y="287"/>
                </a:cubicBezTo>
                <a:cubicBezTo>
                  <a:pt x="1296" y="277"/>
                  <a:pt x="1294" y="287"/>
                  <a:pt x="1291" y="286"/>
                </a:cubicBezTo>
                <a:cubicBezTo>
                  <a:pt x="1240" y="278"/>
                  <a:pt x="1233" y="274"/>
                  <a:pt x="1224" y="272"/>
                </a:cubicBezTo>
                <a:cubicBezTo>
                  <a:pt x="1177" y="250"/>
                  <a:pt x="1172" y="250"/>
                  <a:pt x="1170" y="247"/>
                </a:cubicBezTo>
                <a:cubicBezTo>
                  <a:pt x="1150" y="240"/>
                  <a:pt x="1150" y="230"/>
                  <a:pt x="1138" y="231"/>
                </a:cubicBezTo>
                <a:cubicBezTo>
                  <a:pt x="1116" y="211"/>
                  <a:pt x="1101" y="214"/>
                  <a:pt x="1099" y="206"/>
                </a:cubicBezTo>
                <a:cubicBezTo>
                  <a:pt x="1054" y="177"/>
                  <a:pt x="1048" y="173"/>
                  <a:pt x="1043" y="168"/>
                </a:cubicBezTo>
                <a:cubicBezTo>
                  <a:pt x="1011" y="146"/>
                  <a:pt x="999" y="136"/>
                  <a:pt x="987" y="127"/>
                </a:cubicBezTo>
                <a:cubicBezTo>
                  <a:pt x="971" y="108"/>
                  <a:pt x="966" y="108"/>
                  <a:pt x="962" y="107"/>
                </a:cubicBezTo>
                <a:cubicBezTo>
                  <a:pt x="940" y="87"/>
                  <a:pt x="938" y="84"/>
                  <a:pt x="934" y="82"/>
                </a:cubicBezTo>
                <a:cubicBezTo>
                  <a:pt x="885" y="38"/>
                  <a:pt x="878" y="37"/>
                  <a:pt x="876" y="31"/>
                </a:cubicBezTo>
                <a:cubicBezTo>
                  <a:pt x="860" y="15"/>
                  <a:pt x="853" y="14"/>
                  <a:pt x="850" y="8"/>
                </a:cubicBezTo>
                <a:cubicBezTo>
                  <a:pt x="828" y="2"/>
                  <a:pt x="832" y="4"/>
                  <a:pt x="833" y="8"/>
                </a:cubicBezTo>
                <a:close/>
                <a:moveTo>
                  <a:pt x="750" y="19"/>
                </a:moveTo>
                <a:cubicBezTo>
                  <a:pt x="756" y="21"/>
                  <a:pt x="760" y="24"/>
                  <a:pt x="763" y="28"/>
                </a:cubicBezTo>
                <a:cubicBezTo>
                  <a:pt x="795" y="48"/>
                  <a:pt x="793" y="58"/>
                  <a:pt x="801" y="58"/>
                </a:cubicBezTo>
                <a:cubicBezTo>
                  <a:pt x="830" y="88"/>
                  <a:pt x="839" y="94"/>
                  <a:pt x="846" y="102"/>
                </a:cubicBezTo>
                <a:cubicBezTo>
                  <a:pt x="861" y="116"/>
                  <a:pt x="865" y="120"/>
                  <a:pt x="867" y="124"/>
                </a:cubicBezTo>
                <a:cubicBezTo>
                  <a:pt x="917" y="168"/>
                  <a:pt x="917" y="172"/>
                  <a:pt x="919" y="174"/>
                </a:cubicBezTo>
                <a:cubicBezTo>
                  <a:pt x="944" y="198"/>
                  <a:pt x="950" y="207"/>
                  <a:pt x="957" y="214"/>
                </a:cubicBezTo>
                <a:cubicBezTo>
                  <a:pt x="1014" y="262"/>
                  <a:pt x="1021" y="270"/>
                  <a:pt x="1032" y="274"/>
                </a:cubicBezTo>
                <a:cubicBezTo>
                  <a:pt x="1086" y="317"/>
                  <a:pt x="1095" y="316"/>
                  <a:pt x="1096" y="321"/>
                </a:cubicBezTo>
                <a:cubicBezTo>
                  <a:pt x="1138" y="334"/>
                  <a:pt x="1141" y="339"/>
                  <a:pt x="1148" y="340"/>
                </a:cubicBezTo>
                <a:cubicBezTo>
                  <a:pt x="1136" y="331"/>
                  <a:pt x="1110" y="323"/>
                  <a:pt x="1092" y="308"/>
                </a:cubicBezTo>
                <a:cubicBezTo>
                  <a:pt x="1045" y="279"/>
                  <a:pt x="1047" y="273"/>
                  <a:pt x="1041" y="274"/>
                </a:cubicBezTo>
                <a:cubicBezTo>
                  <a:pt x="1014" y="255"/>
                  <a:pt x="1012" y="250"/>
                  <a:pt x="1006" y="247"/>
                </a:cubicBezTo>
                <a:cubicBezTo>
                  <a:pt x="990" y="232"/>
                  <a:pt x="985" y="227"/>
                  <a:pt x="981" y="223"/>
                </a:cubicBezTo>
                <a:cubicBezTo>
                  <a:pt x="959" y="204"/>
                  <a:pt x="956" y="201"/>
                  <a:pt x="955" y="198"/>
                </a:cubicBezTo>
                <a:cubicBezTo>
                  <a:pt x="920" y="167"/>
                  <a:pt x="916" y="155"/>
                  <a:pt x="904" y="151"/>
                </a:cubicBezTo>
                <a:cubicBezTo>
                  <a:pt x="889" y="134"/>
                  <a:pt x="887" y="129"/>
                  <a:pt x="880" y="127"/>
                </a:cubicBezTo>
                <a:cubicBezTo>
                  <a:pt x="843" y="89"/>
                  <a:pt x="841" y="87"/>
                  <a:pt x="840" y="85"/>
                </a:cubicBezTo>
                <a:cubicBezTo>
                  <a:pt x="818" y="66"/>
                  <a:pt x="818" y="62"/>
                  <a:pt x="817" y="60"/>
                </a:cubicBezTo>
                <a:cubicBezTo>
                  <a:pt x="790" y="41"/>
                  <a:pt x="790" y="33"/>
                  <a:pt x="782" y="33"/>
                </a:cubicBezTo>
                <a:cubicBezTo>
                  <a:pt x="747" y="6"/>
                  <a:pt x="748" y="2"/>
                  <a:pt x="746" y="0"/>
                </a:cubicBezTo>
                <a:cubicBezTo>
                  <a:pt x="739" y="12"/>
                  <a:pt x="750" y="11"/>
                  <a:pt x="750" y="19"/>
                </a:cubicBezTo>
                <a:close/>
                <a:moveTo>
                  <a:pt x="709" y="12"/>
                </a:moveTo>
                <a:cubicBezTo>
                  <a:pt x="713" y="13"/>
                  <a:pt x="713" y="18"/>
                  <a:pt x="715" y="21"/>
                </a:cubicBezTo>
                <a:cubicBezTo>
                  <a:pt x="737" y="43"/>
                  <a:pt x="740" y="46"/>
                  <a:pt x="743" y="50"/>
                </a:cubicBezTo>
                <a:cubicBezTo>
                  <a:pt x="773" y="89"/>
                  <a:pt x="783" y="92"/>
                  <a:pt x="785" y="103"/>
                </a:cubicBezTo>
                <a:cubicBezTo>
                  <a:pt x="812" y="126"/>
                  <a:pt x="818" y="134"/>
                  <a:pt x="823" y="141"/>
                </a:cubicBezTo>
                <a:cubicBezTo>
                  <a:pt x="844" y="164"/>
                  <a:pt x="844" y="170"/>
                  <a:pt x="849" y="172"/>
                </a:cubicBezTo>
                <a:cubicBezTo>
                  <a:pt x="873" y="211"/>
                  <a:pt x="877" y="213"/>
                  <a:pt x="881" y="216"/>
                </a:cubicBezTo>
                <a:cubicBezTo>
                  <a:pt x="937" y="283"/>
                  <a:pt x="953" y="295"/>
                  <a:pt x="966" y="310"/>
                </a:cubicBezTo>
                <a:cubicBezTo>
                  <a:pt x="1005" y="341"/>
                  <a:pt x="1012" y="342"/>
                  <a:pt x="1015" y="346"/>
                </a:cubicBezTo>
                <a:cubicBezTo>
                  <a:pt x="1079" y="381"/>
                  <a:pt x="1093" y="382"/>
                  <a:pt x="1102" y="387"/>
                </a:cubicBezTo>
                <a:cubicBezTo>
                  <a:pt x="1128" y="397"/>
                  <a:pt x="1134" y="397"/>
                  <a:pt x="1134" y="394"/>
                </a:cubicBezTo>
                <a:cubicBezTo>
                  <a:pt x="1057" y="366"/>
                  <a:pt x="1055" y="360"/>
                  <a:pt x="1048" y="360"/>
                </a:cubicBezTo>
                <a:cubicBezTo>
                  <a:pt x="1026" y="342"/>
                  <a:pt x="1019" y="344"/>
                  <a:pt x="1020" y="339"/>
                </a:cubicBezTo>
                <a:cubicBezTo>
                  <a:pt x="983" y="316"/>
                  <a:pt x="981" y="309"/>
                  <a:pt x="975" y="306"/>
                </a:cubicBezTo>
                <a:cubicBezTo>
                  <a:pt x="934" y="271"/>
                  <a:pt x="928" y="260"/>
                  <a:pt x="919" y="250"/>
                </a:cubicBezTo>
                <a:cubicBezTo>
                  <a:pt x="900" y="223"/>
                  <a:pt x="896" y="222"/>
                  <a:pt x="894" y="219"/>
                </a:cubicBezTo>
                <a:cubicBezTo>
                  <a:pt x="844" y="149"/>
                  <a:pt x="837" y="146"/>
                  <a:pt x="834" y="139"/>
                </a:cubicBezTo>
                <a:cubicBezTo>
                  <a:pt x="805" y="108"/>
                  <a:pt x="799" y="109"/>
                  <a:pt x="800" y="103"/>
                </a:cubicBezTo>
                <a:cubicBezTo>
                  <a:pt x="808" y="110"/>
                  <a:pt x="824" y="120"/>
                  <a:pt x="832" y="137"/>
                </a:cubicBezTo>
                <a:cubicBezTo>
                  <a:pt x="914" y="214"/>
                  <a:pt x="916" y="217"/>
                  <a:pt x="918" y="221"/>
                </a:cubicBezTo>
                <a:cubicBezTo>
                  <a:pt x="957" y="254"/>
                  <a:pt x="966" y="257"/>
                  <a:pt x="971" y="264"/>
                </a:cubicBezTo>
                <a:cubicBezTo>
                  <a:pt x="1006" y="292"/>
                  <a:pt x="1013" y="292"/>
                  <a:pt x="1016" y="296"/>
                </a:cubicBezTo>
                <a:cubicBezTo>
                  <a:pt x="1079" y="324"/>
                  <a:pt x="1087" y="328"/>
                  <a:pt x="1096" y="332"/>
                </a:cubicBezTo>
                <a:cubicBezTo>
                  <a:pt x="1182" y="339"/>
                  <a:pt x="1164" y="349"/>
                  <a:pt x="1164" y="342"/>
                </a:cubicBezTo>
                <a:cubicBezTo>
                  <a:pt x="1119" y="336"/>
                  <a:pt x="1120" y="331"/>
                  <a:pt x="1114" y="333"/>
                </a:cubicBezTo>
                <a:cubicBezTo>
                  <a:pt x="1082" y="320"/>
                  <a:pt x="1080" y="318"/>
                  <a:pt x="1077" y="317"/>
                </a:cubicBezTo>
                <a:cubicBezTo>
                  <a:pt x="989" y="266"/>
                  <a:pt x="977" y="261"/>
                  <a:pt x="969" y="251"/>
                </a:cubicBezTo>
                <a:cubicBezTo>
                  <a:pt x="950" y="235"/>
                  <a:pt x="942" y="233"/>
                  <a:pt x="939" y="226"/>
                </a:cubicBezTo>
                <a:cubicBezTo>
                  <a:pt x="906" y="190"/>
                  <a:pt x="899" y="192"/>
                  <a:pt x="899" y="188"/>
                </a:cubicBezTo>
                <a:cubicBezTo>
                  <a:pt x="866" y="157"/>
                  <a:pt x="859" y="155"/>
                  <a:pt x="856" y="148"/>
                </a:cubicBezTo>
                <a:cubicBezTo>
                  <a:pt x="825" y="117"/>
                  <a:pt x="824" y="114"/>
                  <a:pt x="822" y="110"/>
                </a:cubicBezTo>
                <a:cubicBezTo>
                  <a:pt x="801" y="90"/>
                  <a:pt x="798" y="87"/>
                  <a:pt x="796" y="84"/>
                </a:cubicBezTo>
                <a:cubicBezTo>
                  <a:pt x="768" y="53"/>
                  <a:pt x="765" y="51"/>
                  <a:pt x="762" y="48"/>
                </a:cubicBezTo>
                <a:cubicBezTo>
                  <a:pt x="742" y="24"/>
                  <a:pt x="737" y="18"/>
                  <a:pt x="728" y="15"/>
                </a:cubicBezTo>
                <a:cubicBezTo>
                  <a:pt x="704" y="1"/>
                  <a:pt x="705" y="2"/>
                  <a:pt x="707" y="3"/>
                </a:cubicBezTo>
                <a:close/>
                <a:moveTo>
                  <a:pt x="781" y="5"/>
                </a:moveTo>
                <a:cubicBezTo>
                  <a:pt x="780" y="9"/>
                  <a:pt x="783" y="9"/>
                  <a:pt x="785" y="11"/>
                </a:cubicBezTo>
                <a:cubicBezTo>
                  <a:pt x="813" y="32"/>
                  <a:pt x="815" y="38"/>
                  <a:pt x="821" y="41"/>
                </a:cubicBezTo>
                <a:cubicBezTo>
                  <a:pt x="837" y="55"/>
                  <a:pt x="839" y="56"/>
                  <a:pt x="843" y="56"/>
                </a:cubicBezTo>
                <a:cubicBezTo>
                  <a:pt x="873" y="83"/>
                  <a:pt x="883" y="90"/>
                  <a:pt x="892" y="99"/>
                </a:cubicBezTo>
                <a:cubicBezTo>
                  <a:pt x="909" y="114"/>
                  <a:pt x="916" y="117"/>
                  <a:pt x="918" y="123"/>
                </a:cubicBezTo>
                <a:cubicBezTo>
                  <a:pt x="952" y="150"/>
                  <a:pt x="958" y="152"/>
                  <a:pt x="960" y="157"/>
                </a:cubicBezTo>
                <a:cubicBezTo>
                  <a:pt x="1007" y="194"/>
                  <a:pt x="1009" y="196"/>
                  <a:pt x="1010" y="199"/>
                </a:cubicBezTo>
                <a:cubicBezTo>
                  <a:pt x="1034" y="220"/>
                  <a:pt x="1042" y="221"/>
                  <a:pt x="1044" y="226"/>
                </a:cubicBezTo>
                <a:cubicBezTo>
                  <a:pt x="1095" y="265"/>
                  <a:pt x="1104" y="266"/>
                  <a:pt x="1108" y="271"/>
                </a:cubicBezTo>
                <a:cubicBezTo>
                  <a:pt x="1152" y="297"/>
                  <a:pt x="1154" y="304"/>
                  <a:pt x="1162" y="305"/>
                </a:cubicBezTo>
                <a:cubicBezTo>
                  <a:pt x="1183" y="317"/>
                  <a:pt x="1184" y="319"/>
                  <a:pt x="1184" y="321"/>
                </a:cubicBezTo>
                <a:cubicBezTo>
                  <a:pt x="1209" y="327"/>
                  <a:pt x="1216" y="329"/>
                  <a:pt x="1225" y="326"/>
                </a:cubicBezTo>
                <a:cubicBezTo>
                  <a:pt x="1193" y="309"/>
                  <a:pt x="1186" y="309"/>
                  <a:pt x="1182" y="306"/>
                </a:cubicBezTo>
                <a:cubicBezTo>
                  <a:pt x="1131" y="277"/>
                  <a:pt x="1126" y="272"/>
                  <a:pt x="1119" y="270"/>
                </a:cubicBezTo>
                <a:cubicBezTo>
                  <a:pt x="1082" y="240"/>
                  <a:pt x="1074" y="237"/>
                  <a:pt x="1068" y="233"/>
                </a:cubicBezTo>
                <a:cubicBezTo>
                  <a:pt x="1015" y="191"/>
                  <a:pt x="1009" y="187"/>
                  <a:pt x="1004" y="182"/>
                </a:cubicBezTo>
                <a:cubicBezTo>
                  <a:pt x="952" y="138"/>
                  <a:pt x="945" y="135"/>
                  <a:pt x="941" y="128"/>
                </a:cubicBezTo>
                <a:cubicBezTo>
                  <a:pt x="904" y="100"/>
                  <a:pt x="901" y="93"/>
                  <a:pt x="894" y="90"/>
                </a:cubicBezTo>
                <a:cubicBezTo>
                  <a:pt x="858" y="58"/>
                  <a:pt x="853" y="54"/>
                  <a:pt x="847" y="50"/>
                </a:cubicBezTo>
                <a:cubicBezTo>
                  <a:pt x="822" y="26"/>
                  <a:pt x="817" y="26"/>
                  <a:pt x="813" y="25"/>
                </a:cubicBezTo>
                <a:cubicBezTo>
                  <a:pt x="781" y="0"/>
                  <a:pt x="781" y="0"/>
                  <a:pt x="781" y="0"/>
                </a:cubicBezTo>
                <a:close/>
                <a:moveTo>
                  <a:pt x="429" y="17"/>
                </a:moveTo>
                <a:cubicBezTo>
                  <a:pt x="434" y="17"/>
                  <a:pt x="433" y="24"/>
                  <a:pt x="440" y="23"/>
                </a:cubicBezTo>
                <a:cubicBezTo>
                  <a:pt x="504" y="85"/>
                  <a:pt x="517" y="96"/>
                  <a:pt x="530" y="106"/>
                </a:cubicBezTo>
                <a:cubicBezTo>
                  <a:pt x="570" y="139"/>
                  <a:pt x="576" y="139"/>
                  <a:pt x="579" y="142"/>
                </a:cubicBezTo>
                <a:cubicBezTo>
                  <a:pt x="604" y="156"/>
                  <a:pt x="606" y="167"/>
                  <a:pt x="609" y="160"/>
                </a:cubicBezTo>
                <a:cubicBezTo>
                  <a:pt x="583" y="140"/>
                  <a:pt x="574" y="135"/>
                  <a:pt x="569" y="129"/>
                </a:cubicBezTo>
                <a:cubicBezTo>
                  <a:pt x="531" y="105"/>
                  <a:pt x="533" y="96"/>
                  <a:pt x="526" y="97"/>
                </a:cubicBezTo>
                <a:cubicBezTo>
                  <a:pt x="493" y="61"/>
                  <a:pt x="489" y="59"/>
                  <a:pt x="487" y="53"/>
                </a:cubicBezTo>
                <a:cubicBezTo>
                  <a:pt x="450" y="20"/>
                  <a:pt x="443" y="19"/>
                  <a:pt x="442" y="13"/>
                </a:cubicBezTo>
                <a:cubicBezTo>
                  <a:pt x="463" y="26"/>
                  <a:pt x="465" y="28"/>
                  <a:pt x="466" y="31"/>
                </a:cubicBezTo>
                <a:cubicBezTo>
                  <a:pt x="519" y="68"/>
                  <a:pt x="521" y="73"/>
                  <a:pt x="526" y="76"/>
                </a:cubicBezTo>
                <a:cubicBezTo>
                  <a:pt x="542" y="88"/>
                  <a:pt x="542" y="94"/>
                  <a:pt x="547" y="96"/>
                </a:cubicBezTo>
                <a:cubicBezTo>
                  <a:pt x="565" y="108"/>
                  <a:pt x="564" y="115"/>
                  <a:pt x="571" y="116"/>
                </a:cubicBezTo>
                <a:cubicBezTo>
                  <a:pt x="606" y="152"/>
                  <a:pt x="609" y="155"/>
                  <a:pt x="614" y="158"/>
                </a:cubicBezTo>
                <a:cubicBezTo>
                  <a:pt x="619" y="167"/>
                  <a:pt x="612" y="162"/>
                  <a:pt x="611" y="167"/>
                </a:cubicBezTo>
                <a:cubicBezTo>
                  <a:pt x="629" y="174"/>
                  <a:pt x="629" y="177"/>
                  <a:pt x="633" y="176"/>
                </a:cubicBezTo>
                <a:cubicBezTo>
                  <a:pt x="695" y="224"/>
                  <a:pt x="698" y="233"/>
                  <a:pt x="708" y="234"/>
                </a:cubicBezTo>
                <a:cubicBezTo>
                  <a:pt x="693" y="216"/>
                  <a:pt x="685" y="219"/>
                  <a:pt x="684" y="214"/>
                </a:cubicBezTo>
                <a:cubicBezTo>
                  <a:pt x="649" y="191"/>
                  <a:pt x="648" y="181"/>
                  <a:pt x="639" y="178"/>
                </a:cubicBezTo>
                <a:cubicBezTo>
                  <a:pt x="616" y="151"/>
                  <a:pt x="612" y="152"/>
                  <a:pt x="612" y="149"/>
                </a:cubicBezTo>
                <a:cubicBezTo>
                  <a:pt x="596" y="135"/>
                  <a:pt x="596" y="129"/>
                  <a:pt x="593" y="127"/>
                </a:cubicBezTo>
                <a:cubicBezTo>
                  <a:pt x="564" y="105"/>
                  <a:pt x="565" y="101"/>
                  <a:pt x="563" y="100"/>
                </a:cubicBezTo>
                <a:cubicBezTo>
                  <a:pt x="537" y="78"/>
                  <a:pt x="536" y="72"/>
                  <a:pt x="531" y="71"/>
                </a:cubicBezTo>
                <a:cubicBezTo>
                  <a:pt x="517" y="59"/>
                  <a:pt x="516" y="57"/>
                  <a:pt x="516" y="53"/>
                </a:cubicBezTo>
                <a:cubicBezTo>
                  <a:pt x="486" y="37"/>
                  <a:pt x="484" y="26"/>
                  <a:pt x="473" y="24"/>
                </a:cubicBezTo>
                <a:cubicBezTo>
                  <a:pt x="427" y="0"/>
                  <a:pt x="427" y="0"/>
                  <a:pt x="427" y="0"/>
                </a:cubicBezTo>
                <a:cubicBezTo>
                  <a:pt x="438" y="11"/>
                  <a:pt x="441" y="12"/>
                  <a:pt x="438" y="13"/>
                </a:cubicBezTo>
                <a:cubicBezTo>
                  <a:pt x="423" y="1"/>
                  <a:pt x="422" y="1"/>
                  <a:pt x="422" y="0"/>
                </a:cubicBezTo>
                <a:cubicBezTo>
                  <a:pt x="424" y="10"/>
                  <a:pt x="427" y="13"/>
                  <a:pt x="429" y="17"/>
                </a:cubicBezTo>
                <a:close/>
                <a:moveTo>
                  <a:pt x="385" y="151"/>
                </a:moveTo>
                <a:cubicBezTo>
                  <a:pt x="384" y="148"/>
                  <a:pt x="382" y="146"/>
                  <a:pt x="378" y="146"/>
                </a:cubicBezTo>
                <a:cubicBezTo>
                  <a:pt x="359" y="123"/>
                  <a:pt x="353" y="121"/>
                  <a:pt x="349" y="117"/>
                </a:cubicBezTo>
                <a:cubicBezTo>
                  <a:pt x="312" y="78"/>
                  <a:pt x="306" y="76"/>
                  <a:pt x="304" y="71"/>
                </a:cubicBezTo>
                <a:cubicBezTo>
                  <a:pt x="278" y="47"/>
                  <a:pt x="276" y="45"/>
                  <a:pt x="276" y="42"/>
                </a:cubicBezTo>
                <a:cubicBezTo>
                  <a:pt x="256" y="35"/>
                  <a:pt x="262" y="26"/>
                  <a:pt x="255" y="28"/>
                </a:cubicBezTo>
                <a:cubicBezTo>
                  <a:pt x="207" y="0"/>
                  <a:pt x="207" y="0"/>
                  <a:pt x="207" y="0"/>
                </a:cubicBezTo>
                <a:cubicBezTo>
                  <a:pt x="240" y="25"/>
                  <a:pt x="245" y="33"/>
                  <a:pt x="254" y="37"/>
                </a:cubicBezTo>
                <a:cubicBezTo>
                  <a:pt x="280" y="63"/>
                  <a:pt x="289" y="68"/>
                  <a:pt x="295" y="75"/>
                </a:cubicBezTo>
                <a:cubicBezTo>
                  <a:pt x="336" y="116"/>
                  <a:pt x="339" y="115"/>
                  <a:pt x="340" y="117"/>
                </a:cubicBezTo>
                <a:cubicBezTo>
                  <a:pt x="359" y="135"/>
                  <a:pt x="363" y="137"/>
                  <a:pt x="368" y="137"/>
                </a:cubicBezTo>
                <a:cubicBezTo>
                  <a:pt x="389" y="157"/>
                  <a:pt x="395" y="166"/>
                  <a:pt x="398" y="160"/>
                </a:cubicBezTo>
                <a:close/>
                <a:moveTo>
                  <a:pt x="1507" y="2099"/>
                </a:moveTo>
                <a:cubicBezTo>
                  <a:pt x="1503" y="2109"/>
                  <a:pt x="1496" y="2117"/>
                  <a:pt x="1494" y="2129"/>
                </a:cubicBezTo>
                <a:cubicBezTo>
                  <a:pt x="1487" y="2132"/>
                  <a:pt x="1486" y="2141"/>
                  <a:pt x="1481" y="2145"/>
                </a:cubicBezTo>
                <a:cubicBezTo>
                  <a:pt x="1478" y="2151"/>
                  <a:pt x="1471" y="2153"/>
                  <a:pt x="1468" y="2160"/>
                </a:cubicBezTo>
                <a:cubicBezTo>
                  <a:pt x="1468" y="2160"/>
                  <a:pt x="1467" y="2160"/>
                  <a:pt x="1467" y="2160"/>
                </a:cubicBezTo>
                <a:cubicBezTo>
                  <a:pt x="1479" y="2160"/>
                  <a:pt x="1479" y="2160"/>
                  <a:pt x="1479" y="2160"/>
                </a:cubicBezTo>
                <a:cubicBezTo>
                  <a:pt x="1481" y="2159"/>
                  <a:pt x="1482" y="2158"/>
                  <a:pt x="1481" y="2155"/>
                </a:cubicBezTo>
                <a:cubicBezTo>
                  <a:pt x="1488" y="2155"/>
                  <a:pt x="1487" y="2146"/>
                  <a:pt x="1494" y="2145"/>
                </a:cubicBezTo>
                <a:cubicBezTo>
                  <a:pt x="1495" y="2139"/>
                  <a:pt x="1496" y="2135"/>
                  <a:pt x="1501" y="2134"/>
                </a:cubicBezTo>
                <a:cubicBezTo>
                  <a:pt x="1501" y="2128"/>
                  <a:pt x="1505" y="2126"/>
                  <a:pt x="1507" y="2123"/>
                </a:cubicBezTo>
                <a:cubicBezTo>
                  <a:pt x="1505" y="2116"/>
                  <a:pt x="1511" y="2116"/>
                  <a:pt x="1509" y="2110"/>
                </a:cubicBezTo>
                <a:cubicBezTo>
                  <a:pt x="1512" y="2107"/>
                  <a:pt x="1513" y="2099"/>
                  <a:pt x="1507" y="2099"/>
                </a:cubicBezTo>
                <a:close/>
                <a:moveTo>
                  <a:pt x="1509" y="2042"/>
                </a:moveTo>
                <a:cubicBezTo>
                  <a:pt x="1498" y="2041"/>
                  <a:pt x="1501" y="2053"/>
                  <a:pt x="1494" y="2055"/>
                </a:cubicBezTo>
                <a:cubicBezTo>
                  <a:pt x="1489" y="2060"/>
                  <a:pt x="1487" y="2067"/>
                  <a:pt x="1481" y="2070"/>
                </a:cubicBezTo>
                <a:cubicBezTo>
                  <a:pt x="1478" y="2077"/>
                  <a:pt x="1471" y="2079"/>
                  <a:pt x="1468" y="2086"/>
                </a:cubicBezTo>
                <a:cubicBezTo>
                  <a:pt x="1463" y="2091"/>
                  <a:pt x="1460" y="2098"/>
                  <a:pt x="1453" y="2101"/>
                </a:cubicBezTo>
                <a:cubicBezTo>
                  <a:pt x="1435" y="2123"/>
                  <a:pt x="1408" y="2135"/>
                  <a:pt x="1389" y="2155"/>
                </a:cubicBezTo>
                <a:cubicBezTo>
                  <a:pt x="1389" y="2159"/>
                  <a:pt x="1384" y="2158"/>
                  <a:pt x="1383" y="2160"/>
                </a:cubicBezTo>
                <a:cubicBezTo>
                  <a:pt x="1396" y="2160"/>
                  <a:pt x="1396" y="2160"/>
                  <a:pt x="1396" y="2160"/>
                </a:cubicBezTo>
                <a:cubicBezTo>
                  <a:pt x="1400" y="2158"/>
                  <a:pt x="1402" y="2154"/>
                  <a:pt x="1405" y="2151"/>
                </a:cubicBezTo>
                <a:cubicBezTo>
                  <a:pt x="1409" y="2147"/>
                  <a:pt x="1415" y="2146"/>
                  <a:pt x="1418" y="2140"/>
                </a:cubicBezTo>
                <a:cubicBezTo>
                  <a:pt x="1420" y="2139"/>
                  <a:pt x="1423" y="2138"/>
                  <a:pt x="1424" y="2136"/>
                </a:cubicBezTo>
                <a:cubicBezTo>
                  <a:pt x="1425" y="2132"/>
                  <a:pt x="1432" y="2134"/>
                  <a:pt x="1433" y="2131"/>
                </a:cubicBezTo>
                <a:cubicBezTo>
                  <a:pt x="1440" y="2124"/>
                  <a:pt x="1449" y="2117"/>
                  <a:pt x="1457" y="2110"/>
                </a:cubicBezTo>
                <a:cubicBezTo>
                  <a:pt x="1459" y="2104"/>
                  <a:pt x="1466" y="2102"/>
                  <a:pt x="1468" y="2097"/>
                </a:cubicBezTo>
                <a:cubicBezTo>
                  <a:pt x="1471" y="2091"/>
                  <a:pt x="1475" y="2087"/>
                  <a:pt x="1479" y="2083"/>
                </a:cubicBezTo>
                <a:cubicBezTo>
                  <a:pt x="1485" y="2075"/>
                  <a:pt x="1493" y="2067"/>
                  <a:pt x="1498" y="2057"/>
                </a:cubicBezTo>
                <a:cubicBezTo>
                  <a:pt x="1501" y="2056"/>
                  <a:pt x="1503" y="2055"/>
                  <a:pt x="1503" y="2051"/>
                </a:cubicBezTo>
                <a:cubicBezTo>
                  <a:pt x="1505" y="2049"/>
                  <a:pt x="1507" y="2046"/>
                  <a:pt x="1509" y="2044"/>
                </a:cubicBezTo>
                <a:cubicBezTo>
                  <a:pt x="1513" y="2044"/>
                  <a:pt x="1510" y="2038"/>
                  <a:pt x="1514" y="2038"/>
                </a:cubicBezTo>
                <a:cubicBezTo>
                  <a:pt x="1512" y="2032"/>
                  <a:pt x="1518" y="2033"/>
                  <a:pt x="1518" y="2029"/>
                </a:cubicBezTo>
                <a:cubicBezTo>
                  <a:pt x="1511" y="2029"/>
                  <a:pt x="1510" y="2035"/>
                  <a:pt x="1509" y="2042"/>
                </a:cubicBezTo>
                <a:close/>
                <a:moveTo>
                  <a:pt x="1392" y="2125"/>
                </a:moveTo>
                <a:cubicBezTo>
                  <a:pt x="1392" y="2119"/>
                  <a:pt x="1401" y="2121"/>
                  <a:pt x="1402" y="2116"/>
                </a:cubicBezTo>
                <a:cubicBezTo>
                  <a:pt x="1434" y="2086"/>
                  <a:pt x="1442" y="2088"/>
                  <a:pt x="1444" y="2083"/>
                </a:cubicBezTo>
                <a:cubicBezTo>
                  <a:pt x="1462" y="2059"/>
                  <a:pt x="1469" y="2060"/>
                  <a:pt x="1470" y="2055"/>
                </a:cubicBezTo>
                <a:cubicBezTo>
                  <a:pt x="1490" y="2036"/>
                  <a:pt x="1492" y="2034"/>
                  <a:pt x="1494" y="2033"/>
                </a:cubicBezTo>
                <a:cubicBezTo>
                  <a:pt x="1512" y="2017"/>
                  <a:pt x="1514" y="2004"/>
                  <a:pt x="1509" y="2003"/>
                </a:cubicBezTo>
                <a:cubicBezTo>
                  <a:pt x="1466" y="2054"/>
                  <a:pt x="1462" y="2055"/>
                  <a:pt x="1461" y="2059"/>
                </a:cubicBezTo>
                <a:cubicBezTo>
                  <a:pt x="1449" y="2068"/>
                  <a:pt x="1446" y="2069"/>
                  <a:pt x="1446" y="2075"/>
                </a:cubicBezTo>
                <a:cubicBezTo>
                  <a:pt x="1423" y="2087"/>
                  <a:pt x="1422" y="2091"/>
                  <a:pt x="1420" y="2094"/>
                </a:cubicBezTo>
                <a:cubicBezTo>
                  <a:pt x="1397" y="2111"/>
                  <a:pt x="1395" y="2113"/>
                  <a:pt x="1394" y="2114"/>
                </a:cubicBezTo>
                <a:cubicBezTo>
                  <a:pt x="1343" y="2159"/>
                  <a:pt x="1342" y="2159"/>
                  <a:pt x="1341" y="2160"/>
                </a:cubicBezTo>
                <a:cubicBezTo>
                  <a:pt x="1360" y="2155"/>
                  <a:pt x="1362" y="2153"/>
                  <a:pt x="1365" y="2153"/>
                </a:cubicBezTo>
                <a:cubicBezTo>
                  <a:pt x="1382" y="2127"/>
                  <a:pt x="1389" y="2128"/>
                  <a:pt x="1392" y="2125"/>
                </a:cubicBezTo>
                <a:close/>
                <a:moveTo>
                  <a:pt x="1461" y="2131"/>
                </a:moveTo>
                <a:cubicBezTo>
                  <a:pt x="1458" y="2140"/>
                  <a:pt x="1448" y="2143"/>
                  <a:pt x="1446" y="2153"/>
                </a:cubicBezTo>
                <a:cubicBezTo>
                  <a:pt x="1441" y="2153"/>
                  <a:pt x="1438" y="2157"/>
                  <a:pt x="1436" y="2160"/>
                </a:cubicBezTo>
                <a:cubicBezTo>
                  <a:pt x="1445" y="2160"/>
                  <a:pt x="1445" y="2160"/>
                  <a:pt x="1445" y="2160"/>
                </a:cubicBezTo>
                <a:cubicBezTo>
                  <a:pt x="1446" y="2158"/>
                  <a:pt x="1448" y="2156"/>
                  <a:pt x="1450" y="2155"/>
                </a:cubicBezTo>
                <a:cubicBezTo>
                  <a:pt x="1453" y="2153"/>
                  <a:pt x="1451" y="2147"/>
                  <a:pt x="1457" y="2149"/>
                </a:cubicBezTo>
                <a:cubicBezTo>
                  <a:pt x="1455" y="2143"/>
                  <a:pt x="1461" y="2144"/>
                  <a:pt x="1461" y="2140"/>
                </a:cubicBezTo>
                <a:cubicBezTo>
                  <a:pt x="1462" y="2139"/>
                  <a:pt x="1467" y="2132"/>
                  <a:pt x="1461" y="2131"/>
                </a:cubicBezTo>
                <a:close/>
                <a:moveTo>
                  <a:pt x="1527" y="1857"/>
                </a:moveTo>
                <a:cubicBezTo>
                  <a:pt x="1525" y="1861"/>
                  <a:pt x="1521" y="1863"/>
                  <a:pt x="1522" y="1870"/>
                </a:cubicBezTo>
                <a:cubicBezTo>
                  <a:pt x="1494" y="1913"/>
                  <a:pt x="1484" y="1917"/>
                  <a:pt x="1481" y="1927"/>
                </a:cubicBezTo>
                <a:cubicBezTo>
                  <a:pt x="1462" y="1952"/>
                  <a:pt x="1458" y="1955"/>
                  <a:pt x="1457" y="1959"/>
                </a:cubicBezTo>
                <a:cubicBezTo>
                  <a:pt x="1426" y="2000"/>
                  <a:pt x="1415" y="2003"/>
                  <a:pt x="1411" y="2012"/>
                </a:cubicBezTo>
                <a:cubicBezTo>
                  <a:pt x="1383" y="2042"/>
                  <a:pt x="1371" y="2050"/>
                  <a:pt x="1363" y="2062"/>
                </a:cubicBezTo>
                <a:cubicBezTo>
                  <a:pt x="1339" y="2088"/>
                  <a:pt x="1333" y="2088"/>
                  <a:pt x="1330" y="2090"/>
                </a:cubicBezTo>
                <a:cubicBezTo>
                  <a:pt x="1301" y="2125"/>
                  <a:pt x="1296" y="2125"/>
                  <a:pt x="1296" y="2129"/>
                </a:cubicBezTo>
                <a:cubicBezTo>
                  <a:pt x="1275" y="2157"/>
                  <a:pt x="1274" y="2159"/>
                  <a:pt x="1273" y="2160"/>
                </a:cubicBezTo>
                <a:cubicBezTo>
                  <a:pt x="1296" y="2148"/>
                  <a:pt x="1296" y="2140"/>
                  <a:pt x="1302" y="2138"/>
                </a:cubicBezTo>
                <a:cubicBezTo>
                  <a:pt x="1317" y="2122"/>
                  <a:pt x="1315" y="2116"/>
                  <a:pt x="1320" y="2116"/>
                </a:cubicBezTo>
                <a:cubicBezTo>
                  <a:pt x="1339" y="2093"/>
                  <a:pt x="1344" y="2092"/>
                  <a:pt x="1346" y="2090"/>
                </a:cubicBezTo>
                <a:cubicBezTo>
                  <a:pt x="1359" y="2073"/>
                  <a:pt x="1366" y="2075"/>
                  <a:pt x="1365" y="2070"/>
                </a:cubicBezTo>
                <a:cubicBezTo>
                  <a:pt x="1383" y="2053"/>
                  <a:pt x="1385" y="2045"/>
                  <a:pt x="1392" y="2042"/>
                </a:cubicBezTo>
                <a:cubicBezTo>
                  <a:pt x="1407" y="2027"/>
                  <a:pt x="1409" y="2025"/>
                  <a:pt x="1411" y="2022"/>
                </a:cubicBezTo>
                <a:cubicBezTo>
                  <a:pt x="1429" y="2007"/>
                  <a:pt x="1427" y="2001"/>
                  <a:pt x="1433" y="2003"/>
                </a:cubicBezTo>
                <a:cubicBezTo>
                  <a:pt x="1463" y="1970"/>
                  <a:pt x="1461" y="1959"/>
                  <a:pt x="1468" y="1957"/>
                </a:cubicBezTo>
                <a:cubicBezTo>
                  <a:pt x="1484" y="1929"/>
                  <a:pt x="1489" y="1929"/>
                  <a:pt x="1487" y="1922"/>
                </a:cubicBezTo>
                <a:cubicBezTo>
                  <a:pt x="1509" y="1885"/>
                  <a:pt x="1518" y="1890"/>
                  <a:pt x="1516" y="1883"/>
                </a:cubicBezTo>
                <a:cubicBezTo>
                  <a:pt x="1524" y="1862"/>
                  <a:pt x="1533" y="1859"/>
                  <a:pt x="1527" y="1857"/>
                </a:cubicBezTo>
                <a:close/>
                <a:moveTo>
                  <a:pt x="1352" y="2127"/>
                </a:moveTo>
                <a:cubicBezTo>
                  <a:pt x="1354" y="2125"/>
                  <a:pt x="1357" y="2123"/>
                  <a:pt x="1359" y="2121"/>
                </a:cubicBezTo>
                <a:cubicBezTo>
                  <a:pt x="1395" y="2078"/>
                  <a:pt x="1399" y="2074"/>
                  <a:pt x="1405" y="2070"/>
                </a:cubicBezTo>
                <a:cubicBezTo>
                  <a:pt x="1423" y="2052"/>
                  <a:pt x="1427" y="2047"/>
                  <a:pt x="1431" y="2042"/>
                </a:cubicBezTo>
                <a:cubicBezTo>
                  <a:pt x="1457" y="2023"/>
                  <a:pt x="1460" y="2021"/>
                  <a:pt x="1459" y="2016"/>
                </a:cubicBezTo>
                <a:cubicBezTo>
                  <a:pt x="1462" y="2009"/>
                  <a:pt x="1456" y="2017"/>
                  <a:pt x="1446" y="2022"/>
                </a:cubicBezTo>
                <a:cubicBezTo>
                  <a:pt x="1424" y="2038"/>
                  <a:pt x="1427" y="2045"/>
                  <a:pt x="1422" y="2044"/>
                </a:cubicBezTo>
                <a:cubicBezTo>
                  <a:pt x="1392" y="2075"/>
                  <a:pt x="1382" y="2080"/>
                  <a:pt x="1374" y="2088"/>
                </a:cubicBezTo>
                <a:cubicBezTo>
                  <a:pt x="1345" y="2122"/>
                  <a:pt x="1343" y="2124"/>
                  <a:pt x="1341" y="2127"/>
                </a:cubicBezTo>
                <a:cubicBezTo>
                  <a:pt x="1332" y="2135"/>
                  <a:pt x="1333" y="2138"/>
                  <a:pt x="1330" y="2138"/>
                </a:cubicBezTo>
                <a:cubicBezTo>
                  <a:pt x="1315" y="2150"/>
                  <a:pt x="1317" y="2157"/>
                  <a:pt x="1313" y="2158"/>
                </a:cubicBezTo>
                <a:cubicBezTo>
                  <a:pt x="1328" y="2154"/>
                  <a:pt x="1334" y="2147"/>
                  <a:pt x="1341" y="2142"/>
                </a:cubicBezTo>
                <a:close/>
                <a:moveTo>
                  <a:pt x="1579" y="1510"/>
                </a:moveTo>
                <a:cubicBezTo>
                  <a:pt x="1576" y="1516"/>
                  <a:pt x="1577" y="1527"/>
                  <a:pt x="1572" y="1532"/>
                </a:cubicBezTo>
                <a:cubicBezTo>
                  <a:pt x="1553" y="1580"/>
                  <a:pt x="1549" y="1586"/>
                  <a:pt x="1546" y="1593"/>
                </a:cubicBezTo>
                <a:cubicBezTo>
                  <a:pt x="1508" y="1646"/>
                  <a:pt x="1502" y="1650"/>
                  <a:pt x="1501" y="1652"/>
                </a:cubicBezTo>
                <a:cubicBezTo>
                  <a:pt x="1485" y="1663"/>
                  <a:pt x="1489" y="1672"/>
                  <a:pt x="1483" y="1671"/>
                </a:cubicBezTo>
                <a:cubicBezTo>
                  <a:pt x="1448" y="1697"/>
                  <a:pt x="1450" y="1704"/>
                  <a:pt x="1446" y="1704"/>
                </a:cubicBezTo>
                <a:cubicBezTo>
                  <a:pt x="1400" y="1740"/>
                  <a:pt x="1393" y="1742"/>
                  <a:pt x="1392" y="1750"/>
                </a:cubicBezTo>
                <a:cubicBezTo>
                  <a:pt x="1354" y="1774"/>
                  <a:pt x="1358" y="1783"/>
                  <a:pt x="1352" y="1783"/>
                </a:cubicBezTo>
                <a:cubicBezTo>
                  <a:pt x="1309" y="1823"/>
                  <a:pt x="1313" y="1832"/>
                  <a:pt x="1306" y="1831"/>
                </a:cubicBezTo>
                <a:cubicBezTo>
                  <a:pt x="1291" y="1850"/>
                  <a:pt x="1288" y="1851"/>
                  <a:pt x="1289" y="1855"/>
                </a:cubicBezTo>
                <a:cubicBezTo>
                  <a:pt x="1269" y="1881"/>
                  <a:pt x="1265" y="1882"/>
                  <a:pt x="1263" y="1885"/>
                </a:cubicBezTo>
                <a:cubicBezTo>
                  <a:pt x="1247" y="1908"/>
                  <a:pt x="1244" y="1910"/>
                  <a:pt x="1241" y="1913"/>
                </a:cubicBezTo>
                <a:cubicBezTo>
                  <a:pt x="1232" y="1921"/>
                  <a:pt x="1240" y="1911"/>
                  <a:pt x="1245" y="1900"/>
                </a:cubicBezTo>
                <a:cubicBezTo>
                  <a:pt x="1283" y="1849"/>
                  <a:pt x="1286" y="1842"/>
                  <a:pt x="1289" y="1835"/>
                </a:cubicBezTo>
                <a:cubicBezTo>
                  <a:pt x="1309" y="1806"/>
                  <a:pt x="1318" y="1810"/>
                  <a:pt x="1317" y="1804"/>
                </a:cubicBezTo>
                <a:cubicBezTo>
                  <a:pt x="1359" y="1769"/>
                  <a:pt x="1359" y="1764"/>
                  <a:pt x="1363" y="1763"/>
                </a:cubicBezTo>
                <a:cubicBezTo>
                  <a:pt x="1384" y="1744"/>
                  <a:pt x="1387" y="1737"/>
                  <a:pt x="1392" y="1732"/>
                </a:cubicBezTo>
                <a:cubicBezTo>
                  <a:pt x="1416" y="1708"/>
                  <a:pt x="1420" y="1707"/>
                  <a:pt x="1422" y="1704"/>
                </a:cubicBezTo>
                <a:cubicBezTo>
                  <a:pt x="1441" y="1688"/>
                  <a:pt x="1443" y="1686"/>
                  <a:pt x="1444" y="1682"/>
                </a:cubicBezTo>
                <a:cubicBezTo>
                  <a:pt x="1465" y="1668"/>
                  <a:pt x="1461" y="1659"/>
                  <a:pt x="1468" y="1660"/>
                </a:cubicBezTo>
                <a:cubicBezTo>
                  <a:pt x="1491" y="1612"/>
                  <a:pt x="1503" y="1610"/>
                  <a:pt x="1503" y="1597"/>
                </a:cubicBezTo>
                <a:cubicBezTo>
                  <a:pt x="1527" y="1537"/>
                  <a:pt x="1531" y="1534"/>
                  <a:pt x="1531" y="1527"/>
                </a:cubicBezTo>
                <a:cubicBezTo>
                  <a:pt x="1517" y="1548"/>
                  <a:pt x="1518" y="1552"/>
                  <a:pt x="1518" y="1556"/>
                </a:cubicBezTo>
                <a:cubicBezTo>
                  <a:pt x="1510" y="1576"/>
                  <a:pt x="1505" y="1576"/>
                  <a:pt x="1507" y="1582"/>
                </a:cubicBezTo>
                <a:cubicBezTo>
                  <a:pt x="1476" y="1632"/>
                  <a:pt x="1471" y="1639"/>
                  <a:pt x="1468" y="1647"/>
                </a:cubicBezTo>
                <a:cubicBezTo>
                  <a:pt x="1436" y="1686"/>
                  <a:pt x="1427" y="1682"/>
                  <a:pt x="1429" y="1689"/>
                </a:cubicBezTo>
                <a:cubicBezTo>
                  <a:pt x="1397" y="1713"/>
                  <a:pt x="1396" y="1723"/>
                  <a:pt x="1387" y="1724"/>
                </a:cubicBezTo>
                <a:cubicBezTo>
                  <a:pt x="1347" y="1765"/>
                  <a:pt x="1336" y="1774"/>
                  <a:pt x="1324" y="1783"/>
                </a:cubicBezTo>
                <a:cubicBezTo>
                  <a:pt x="1294" y="1825"/>
                  <a:pt x="1284" y="1819"/>
                  <a:pt x="1287" y="1826"/>
                </a:cubicBezTo>
                <a:cubicBezTo>
                  <a:pt x="1269" y="1846"/>
                  <a:pt x="1267" y="1852"/>
                  <a:pt x="1263" y="1857"/>
                </a:cubicBezTo>
                <a:cubicBezTo>
                  <a:pt x="1241" y="1894"/>
                  <a:pt x="1235" y="1892"/>
                  <a:pt x="1237" y="1898"/>
                </a:cubicBezTo>
                <a:cubicBezTo>
                  <a:pt x="1230" y="1892"/>
                  <a:pt x="1235" y="1886"/>
                  <a:pt x="1239" y="1879"/>
                </a:cubicBezTo>
                <a:cubicBezTo>
                  <a:pt x="1256" y="1846"/>
                  <a:pt x="1268" y="1835"/>
                  <a:pt x="1274" y="1820"/>
                </a:cubicBezTo>
                <a:cubicBezTo>
                  <a:pt x="1287" y="1807"/>
                  <a:pt x="1290" y="1804"/>
                  <a:pt x="1293" y="1800"/>
                </a:cubicBezTo>
                <a:cubicBezTo>
                  <a:pt x="1318" y="1779"/>
                  <a:pt x="1319" y="1773"/>
                  <a:pt x="1324" y="1772"/>
                </a:cubicBezTo>
                <a:cubicBezTo>
                  <a:pt x="1347" y="1749"/>
                  <a:pt x="1349" y="1744"/>
                  <a:pt x="1354" y="1743"/>
                </a:cubicBezTo>
                <a:cubicBezTo>
                  <a:pt x="1365" y="1728"/>
                  <a:pt x="1371" y="1728"/>
                  <a:pt x="1372" y="1722"/>
                </a:cubicBezTo>
                <a:cubicBezTo>
                  <a:pt x="1395" y="1693"/>
                  <a:pt x="1399" y="1693"/>
                  <a:pt x="1400" y="1691"/>
                </a:cubicBezTo>
                <a:cubicBezTo>
                  <a:pt x="1433" y="1656"/>
                  <a:pt x="1430" y="1647"/>
                  <a:pt x="1437" y="1647"/>
                </a:cubicBezTo>
                <a:cubicBezTo>
                  <a:pt x="1461" y="1606"/>
                  <a:pt x="1467" y="1605"/>
                  <a:pt x="1468" y="1599"/>
                </a:cubicBezTo>
                <a:cubicBezTo>
                  <a:pt x="1488" y="1573"/>
                  <a:pt x="1484" y="1562"/>
                  <a:pt x="1490" y="1560"/>
                </a:cubicBezTo>
                <a:cubicBezTo>
                  <a:pt x="1512" y="1498"/>
                  <a:pt x="1513" y="1492"/>
                  <a:pt x="1514" y="1486"/>
                </a:cubicBezTo>
                <a:cubicBezTo>
                  <a:pt x="1523" y="1457"/>
                  <a:pt x="1522" y="1452"/>
                  <a:pt x="1522" y="1449"/>
                </a:cubicBezTo>
                <a:cubicBezTo>
                  <a:pt x="1510" y="1484"/>
                  <a:pt x="1507" y="1489"/>
                  <a:pt x="1507" y="1497"/>
                </a:cubicBezTo>
                <a:cubicBezTo>
                  <a:pt x="1490" y="1532"/>
                  <a:pt x="1493" y="1538"/>
                  <a:pt x="1490" y="1538"/>
                </a:cubicBezTo>
                <a:cubicBezTo>
                  <a:pt x="1467" y="1585"/>
                  <a:pt x="1465" y="1592"/>
                  <a:pt x="1461" y="1597"/>
                </a:cubicBezTo>
                <a:cubicBezTo>
                  <a:pt x="1423" y="1648"/>
                  <a:pt x="1419" y="1653"/>
                  <a:pt x="1416" y="1658"/>
                </a:cubicBezTo>
                <a:cubicBezTo>
                  <a:pt x="1397" y="1673"/>
                  <a:pt x="1404" y="1684"/>
                  <a:pt x="1396" y="1680"/>
                </a:cubicBezTo>
                <a:cubicBezTo>
                  <a:pt x="1383" y="1699"/>
                  <a:pt x="1379" y="1700"/>
                  <a:pt x="1376" y="1702"/>
                </a:cubicBezTo>
                <a:cubicBezTo>
                  <a:pt x="1295" y="1789"/>
                  <a:pt x="1288" y="1786"/>
                  <a:pt x="1289" y="1791"/>
                </a:cubicBezTo>
                <a:cubicBezTo>
                  <a:pt x="1276" y="1807"/>
                  <a:pt x="1274" y="1807"/>
                  <a:pt x="1274" y="1809"/>
                </a:cubicBezTo>
                <a:cubicBezTo>
                  <a:pt x="1315" y="1744"/>
                  <a:pt x="1330" y="1731"/>
                  <a:pt x="1341" y="1715"/>
                </a:cubicBezTo>
                <a:cubicBezTo>
                  <a:pt x="1359" y="1699"/>
                  <a:pt x="1361" y="1697"/>
                  <a:pt x="1361" y="1693"/>
                </a:cubicBezTo>
                <a:cubicBezTo>
                  <a:pt x="1387" y="1671"/>
                  <a:pt x="1383" y="1661"/>
                  <a:pt x="1392" y="1663"/>
                </a:cubicBezTo>
                <a:cubicBezTo>
                  <a:pt x="1413" y="1636"/>
                  <a:pt x="1410" y="1630"/>
                  <a:pt x="1413" y="1630"/>
                </a:cubicBezTo>
                <a:cubicBezTo>
                  <a:pt x="1427" y="1606"/>
                  <a:pt x="1434" y="1606"/>
                  <a:pt x="1433" y="1597"/>
                </a:cubicBezTo>
                <a:cubicBezTo>
                  <a:pt x="1464" y="1531"/>
                  <a:pt x="1472" y="1526"/>
                  <a:pt x="1472" y="1512"/>
                </a:cubicBezTo>
                <a:cubicBezTo>
                  <a:pt x="1485" y="1469"/>
                  <a:pt x="1487" y="1458"/>
                  <a:pt x="1490" y="1447"/>
                </a:cubicBezTo>
                <a:cubicBezTo>
                  <a:pt x="1496" y="1386"/>
                  <a:pt x="1498" y="1372"/>
                  <a:pt x="1494" y="1371"/>
                </a:cubicBezTo>
                <a:cubicBezTo>
                  <a:pt x="1481" y="1459"/>
                  <a:pt x="1480" y="1462"/>
                  <a:pt x="1479" y="1464"/>
                </a:cubicBezTo>
                <a:cubicBezTo>
                  <a:pt x="1458" y="1526"/>
                  <a:pt x="1455" y="1533"/>
                  <a:pt x="1453" y="1541"/>
                </a:cubicBezTo>
                <a:cubicBezTo>
                  <a:pt x="1435" y="1576"/>
                  <a:pt x="1428" y="1591"/>
                  <a:pt x="1420" y="1604"/>
                </a:cubicBezTo>
                <a:cubicBezTo>
                  <a:pt x="1397" y="1633"/>
                  <a:pt x="1397" y="1638"/>
                  <a:pt x="1394" y="1641"/>
                </a:cubicBezTo>
                <a:cubicBezTo>
                  <a:pt x="1371" y="1672"/>
                  <a:pt x="1364" y="1671"/>
                  <a:pt x="1365" y="1678"/>
                </a:cubicBezTo>
                <a:cubicBezTo>
                  <a:pt x="1330" y="1711"/>
                  <a:pt x="1331" y="1717"/>
                  <a:pt x="1326" y="1717"/>
                </a:cubicBezTo>
                <a:cubicBezTo>
                  <a:pt x="1310" y="1739"/>
                  <a:pt x="1306" y="1742"/>
                  <a:pt x="1304" y="1746"/>
                </a:cubicBezTo>
                <a:cubicBezTo>
                  <a:pt x="1274" y="1783"/>
                  <a:pt x="1272" y="1787"/>
                  <a:pt x="1269" y="1789"/>
                </a:cubicBezTo>
                <a:cubicBezTo>
                  <a:pt x="1256" y="1812"/>
                  <a:pt x="1254" y="1812"/>
                  <a:pt x="1254" y="1815"/>
                </a:cubicBezTo>
                <a:cubicBezTo>
                  <a:pt x="1275" y="1759"/>
                  <a:pt x="1280" y="1753"/>
                  <a:pt x="1282" y="1743"/>
                </a:cubicBezTo>
                <a:cubicBezTo>
                  <a:pt x="1316" y="1701"/>
                  <a:pt x="1316" y="1695"/>
                  <a:pt x="1320" y="1693"/>
                </a:cubicBezTo>
                <a:cubicBezTo>
                  <a:pt x="1345" y="1660"/>
                  <a:pt x="1348" y="1658"/>
                  <a:pt x="1350" y="1654"/>
                </a:cubicBezTo>
                <a:cubicBezTo>
                  <a:pt x="1368" y="1640"/>
                  <a:pt x="1369" y="1630"/>
                  <a:pt x="1376" y="1626"/>
                </a:cubicBezTo>
                <a:cubicBezTo>
                  <a:pt x="1392" y="1603"/>
                  <a:pt x="1395" y="1604"/>
                  <a:pt x="1396" y="1602"/>
                </a:cubicBezTo>
                <a:cubicBezTo>
                  <a:pt x="1412" y="1579"/>
                  <a:pt x="1417" y="1571"/>
                  <a:pt x="1422" y="1565"/>
                </a:cubicBezTo>
                <a:cubicBezTo>
                  <a:pt x="1456" y="1505"/>
                  <a:pt x="1465" y="1490"/>
                  <a:pt x="1470" y="1471"/>
                </a:cubicBezTo>
                <a:cubicBezTo>
                  <a:pt x="1457" y="1496"/>
                  <a:pt x="1452" y="1500"/>
                  <a:pt x="1450" y="1508"/>
                </a:cubicBezTo>
                <a:cubicBezTo>
                  <a:pt x="1424" y="1544"/>
                  <a:pt x="1425" y="1550"/>
                  <a:pt x="1422" y="1554"/>
                </a:cubicBezTo>
                <a:cubicBezTo>
                  <a:pt x="1402" y="1574"/>
                  <a:pt x="1402" y="1580"/>
                  <a:pt x="1398" y="1582"/>
                </a:cubicBezTo>
                <a:cubicBezTo>
                  <a:pt x="1368" y="1611"/>
                  <a:pt x="1371" y="1621"/>
                  <a:pt x="1365" y="1621"/>
                </a:cubicBezTo>
                <a:cubicBezTo>
                  <a:pt x="1354" y="1633"/>
                  <a:pt x="1354" y="1639"/>
                  <a:pt x="1350" y="1641"/>
                </a:cubicBezTo>
                <a:cubicBezTo>
                  <a:pt x="1312" y="1680"/>
                  <a:pt x="1314" y="1689"/>
                  <a:pt x="1309" y="1689"/>
                </a:cubicBezTo>
                <a:cubicBezTo>
                  <a:pt x="1303" y="1687"/>
                  <a:pt x="1312" y="1679"/>
                  <a:pt x="1317" y="1669"/>
                </a:cubicBezTo>
                <a:cubicBezTo>
                  <a:pt x="1338" y="1634"/>
                  <a:pt x="1343" y="1631"/>
                  <a:pt x="1346" y="1626"/>
                </a:cubicBezTo>
                <a:cubicBezTo>
                  <a:pt x="1362" y="1602"/>
                  <a:pt x="1370" y="1594"/>
                  <a:pt x="1374" y="1582"/>
                </a:cubicBezTo>
                <a:cubicBezTo>
                  <a:pt x="1400" y="1555"/>
                  <a:pt x="1402" y="1543"/>
                  <a:pt x="1411" y="1538"/>
                </a:cubicBezTo>
                <a:cubicBezTo>
                  <a:pt x="1430" y="1502"/>
                  <a:pt x="1436" y="1494"/>
                  <a:pt x="1442" y="1486"/>
                </a:cubicBezTo>
                <a:cubicBezTo>
                  <a:pt x="1463" y="1430"/>
                  <a:pt x="1462" y="1425"/>
                  <a:pt x="1466" y="1423"/>
                </a:cubicBezTo>
                <a:cubicBezTo>
                  <a:pt x="1476" y="1383"/>
                  <a:pt x="1478" y="1365"/>
                  <a:pt x="1481" y="1349"/>
                </a:cubicBezTo>
                <a:cubicBezTo>
                  <a:pt x="1488" y="1306"/>
                  <a:pt x="1492" y="1305"/>
                  <a:pt x="1485" y="1303"/>
                </a:cubicBezTo>
                <a:cubicBezTo>
                  <a:pt x="1480" y="1348"/>
                  <a:pt x="1473" y="1361"/>
                  <a:pt x="1472" y="1373"/>
                </a:cubicBezTo>
                <a:cubicBezTo>
                  <a:pt x="1455" y="1430"/>
                  <a:pt x="1453" y="1436"/>
                  <a:pt x="1453" y="1442"/>
                </a:cubicBezTo>
                <a:cubicBezTo>
                  <a:pt x="1426" y="1491"/>
                  <a:pt x="1427" y="1499"/>
                  <a:pt x="1422" y="1501"/>
                </a:cubicBezTo>
                <a:cubicBezTo>
                  <a:pt x="1403" y="1536"/>
                  <a:pt x="1397" y="1537"/>
                  <a:pt x="1396" y="1543"/>
                </a:cubicBezTo>
                <a:cubicBezTo>
                  <a:pt x="1363" y="1583"/>
                  <a:pt x="1363" y="1588"/>
                  <a:pt x="1359" y="1589"/>
                </a:cubicBezTo>
                <a:cubicBezTo>
                  <a:pt x="1340" y="1611"/>
                  <a:pt x="1343" y="1619"/>
                  <a:pt x="1337" y="1619"/>
                </a:cubicBezTo>
                <a:cubicBezTo>
                  <a:pt x="1308" y="1668"/>
                  <a:pt x="1302" y="1674"/>
                  <a:pt x="1298" y="1680"/>
                </a:cubicBezTo>
                <a:cubicBezTo>
                  <a:pt x="1268" y="1729"/>
                  <a:pt x="1267" y="1740"/>
                  <a:pt x="1261" y="1746"/>
                </a:cubicBezTo>
                <a:cubicBezTo>
                  <a:pt x="1277" y="1701"/>
                  <a:pt x="1282" y="1699"/>
                  <a:pt x="1285" y="1695"/>
                </a:cubicBezTo>
                <a:cubicBezTo>
                  <a:pt x="1316" y="1640"/>
                  <a:pt x="1317" y="1629"/>
                  <a:pt x="1324" y="1623"/>
                </a:cubicBezTo>
                <a:cubicBezTo>
                  <a:pt x="1354" y="1567"/>
                  <a:pt x="1362" y="1563"/>
                  <a:pt x="1365" y="1554"/>
                </a:cubicBezTo>
                <a:cubicBezTo>
                  <a:pt x="1392" y="1519"/>
                  <a:pt x="1393" y="1513"/>
                  <a:pt x="1396" y="1510"/>
                </a:cubicBezTo>
                <a:cubicBezTo>
                  <a:pt x="1407" y="1498"/>
                  <a:pt x="1409" y="1493"/>
                  <a:pt x="1411" y="1488"/>
                </a:cubicBezTo>
                <a:cubicBezTo>
                  <a:pt x="1431" y="1446"/>
                  <a:pt x="1440" y="1431"/>
                  <a:pt x="1444" y="1410"/>
                </a:cubicBezTo>
                <a:cubicBezTo>
                  <a:pt x="1455" y="1371"/>
                  <a:pt x="1457" y="1361"/>
                  <a:pt x="1459" y="1351"/>
                </a:cubicBezTo>
                <a:cubicBezTo>
                  <a:pt x="1456" y="1316"/>
                  <a:pt x="1460" y="1326"/>
                  <a:pt x="1455" y="1327"/>
                </a:cubicBezTo>
                <a:cubicBezTo>
                  <a:pt x="1450" y="1376"/>
                  <a:pt x="1442" y="1392"/>
                  <a:pt x="1439" y="1412"/>
                </a:cubicBezTo>
                <a:cubicBezTo>
                  <a:pt x="1419" y="1450"/>
                  <a:pt x="1422" y="1459"/>
                  <a:pt x="1418" y="1460"/>
                </a:cubicBezTo>
                <a:cubicBezTo>
                  <a:pt x="1403" y="1493"/>
                  <a:pt x="1394" y="1496"/>
                  <a:pt x="1392" y="1506"/>
                </a:cubicBezTo>
                <a:cubicBezTo>
                  <a:pt x="1367" y="1540"/>
                  <a:pt x="1364" y="1542"/>
                  <a:pt x="1361" y="1545"/>
                </a:cubicBezTo>
                <a:cubicBezTo>
                  <a:pt x="1341" y="1571"/>
                  <a:pt x="1342" y="1575"/>
                  <a:pt x="1339" y="1575"/>
                </a:cubicBezTo>
                <a:cubicBezTo>
                  <a:pt x="1315" y="1617"/>
                  <a:pt x="1314" y="1628"/>
                  <a:pt x="1306" y="1632"/>
                </a:cubicBezTo>
                <a:cubicBezTo>
                  <a:pt x="1281" y="1673"/>
                  <a:pt x="1283" y="1669"/>
                  <a:pt x="1285" y="1665"/>
                </a:cubicBezTo>
                <a:cubicBezTo>
                  <a:pt x="1293" y="1637"/>
                  <a:pt x="1298" y="1629"/>
                  <a:pt x="1298" y="1621"/>
                </a:cubicBezTo>
                <a:cubicBezTo>
                  <a:pt x="1327" y="1583"/>
                  <a:pt x="1332" y="1570"/>
                  <a:pt x="1341" y="1562"/>
                </a:cubicBezTo>
                <a:cubicBezTo>
                  <a:pt x="1362" y="1525"/>
                  <a:pt x="1368" y="1521"/>
                  <a:pt x="1370" y="1514"/>
                </a:cubicBezTo>
                <a:cubicBezTo>
                  <a:pt x="1382" y="1497"/>
                  <a:pt x="1380" y="1491"/>
                  <a:pt x="1383" y="1490"/>
                </a:cubicBezTo>
                <a:cubicBezTo>
                  <a:pt x="1400" y="1460"/>
                  <a:pt x="1402" y="1453"/>
                  <a:pt x="1405" y="1447"/>
                </a:cubicBezTo>
                <a:cubicBezTo>
                  <a:pt x="1421" y="1403"/>
                  <a:pt x="1428" y="1375"/>
                  <a:pt x="1431" y="1344"/>
                </a:cubicBezTo>
                <a:cubicBezTo>
                  <a:pt x="1424" y="1331"/>
                  <a:pt x="1428" y="1347"/>
                  <a:pt x="1422" y="1364"/>
                </a:cubicBezTo>
                <a:cubicBezTo>
                  <a:pt x="1389" y="1467"/>
                  <a:pt x="1384" y="1467"/>
                  <a:pt x="1383" y="1471"/>
                </a:cubicBezTo>
                <a:cubicBezTo>
                  <a:pt x="1360" y="1505"/>
                  <a:pt x="1363" y="1514"/>
                  <a:pt x="1357" y="1514"/>
                </a:cubicBezTo>
                <a:cubicBezTo>
                  <a:pt x="1325" y="1568"/>
                  <a:pt x="1323" y="1570"/>
                  <a:pt x="1322" y="1573"/>
                </a:cubicBezTo>
                <a:cubicBezTo>
                  <a:pt x="1318" y="1562"/>
                  <a:pt x="1327" y="1553"/>
                  <a:pt x="1330" y="1538"/>
                </a:cubicBezTo>
                <a:cubicBezTo>
                  <a:pt x="1360" y="1485"/>
                  <a:pt x="1360" y="1483"/>
                  <a:pt x="1361" y="1480"/>
                </a:cubicBezTo>
                <a:cubicBezTo>
                  <a:pt x="1374" y="1460"/>
                  <a:pt x="1374" y="1453"/>
                  <a:pt x="1378" y="1447"/>
                </a:cubicBezTo>
                <a:cubicBezTo>
                  <a:pt x="1390" y="1394"/>
                  <a:pt x="1388" y="1398"/>
                  <a:pt x="1387" y="1403"/>
                </a:cubicBezTo>
                <a:cubicBezTo>
                  <a:pt x="1351" y="1475"/>
                  <a:pt x="1354" y="1486"/>
                  <a:pt x="1348" y="1488"/>
                </a:cubicBezTo>
                <a:cubicBezTo>
                  <a:pt x="1316" y="1541"/>
                  <a:pt x="1317" y="1550"/>
                  <a:pt x="1313" y="1554"/>
                </a:cubicBezTo>
                <a:cubicBezTo>
                  <a:pt x="1303" y="1582"/>
                  <a:pt x="1298" y="1589"/>
                  <a:pt x="1302" y="1589"/>
                </a:cubicBezTo>
                <a:cubicBezTo>
                  <a:pt x="1311" y="1542"/>
                  <a:pt x="1309" y="1486"/>
                  <a:pt x="1322" y="1445"/>
                </a:cubicBezTo>
                <a:cubicBezTo>
                  <a:pt x="1347" y="1309"/>
                  <a:pt x="1348" y="1301"/>
                  <a:pt x="1350" y="1294"/>
                </a:cubicBezTo>
                <a:cubicBezTo>
                  <a:pt x="1342" y="1297"/>
                  <a:pt x="1337" y="1326"/>
                  <a:pt x="1328" y="1353"/>
                </a:cubicBezTo>
                <a:cubicBezTo>
                  <a:pt x="1301" y="1512"/>
                  <a:pt x="1302" y="1520"/>
                  <a:pt x="1300" y="1525"/>
                </a:cubicBezTo>
                <a:cubicBezTo>
                  <a:pt x="1294" y="1548"/>
                  <a:pt x="1295" y="1546"/>
                  <a:pt x="1293" y="1554"/>
                </a:cubicBezTo>
                <a:cubicBezTo>
                  <a:pt x="1283" y="1594"/>
                  <a:pt x="1287" y="1604"/>
                  <a:pt x="1282" y="1606"/>
                </a:cubicBezTo>
                <a:cubicBezTo>
                  <a:pt x="1281" y="1580"/>
                  <a:pt x="1286" y="1581"/>
                  <a:pt x="1285" y="1575"/>
                </a:cubicBezTo>
                <a:cubicBezTo>
                  <a:pt x="1283" y="1509"/>
                  <a:pt x="1285" y="1500"/>
                  <a:pt x="1282" y="1488"/>
                </a:cubicBezTo>
                <a:cubicBezTo>
                  <a:pt x="1307" y="1366"/>
                  <a:pt x="1303" y="1357"/>
                  <a:pt x="1304" y="1353"/>
                </a:cubicBezTo>
                <a:cubicBezTo>
                  <a:pt x="1322" y="1288"/>
                  <a:pt x="1323" y="1280"/>
                  <a:pt x="1324" y="1272"/>
                </a:cubicBezTo>
                <a:cubicBezTo>
                  <a:pt x="1320" y="1266"/>
                  <a:pt x="1318" y="1285"/>
                  <a:pt x="1311" y="1299"/>
                </a:cubicBezTo>
                <a:cubicBezTo>
                  <a:pt x="1303" y="1329"/>
                  <a:pt x="1307" y="1338"/>
                  <a:pt x="1302" y="1338"/>
                </a:cubicBezTo>
                <a:cubicBezTo>
                  <a:pt x="1288" y="1420"/>
                  <a:pt x="1282" y="1435"/>
                  <a:pt x="1278" y="1451"/>
                </a:cubicBezTo>
                <a:cubicBezTo>
                  <a:pt x="1274" y="1519"/>
                  <a:pt x="1277" y="1544"/>
                  <a:pt x="1276" y="1586"/>
                </a:cubicBezTo>
                <a:cubicBezTo>
                  <a:pt x="1275" y="1640"/>
                  <a:pt x="1270" y="1639"/>
                  <a:pt x="1272" y="1645"/>
                </a:cubicBezTo>
                <a:cubicBezTo>
                  <a:pt x="1269" y="1666"/>
                  <a:pt x="1272" y="1667"/>
                  <a:pt x="1272" y="1667"/>
                </a:cubicBezTo>
                <a:cubicBezTo>
                  <a:pt x="1263" y="1686"/>
                  <a:pt x="1260" y="1671"/>
                  <a:pt x="1261" y="1654"/>
                </a:cubicBezTo>
                <a:cubicBezTo>
                  <a:pt x="1259" y="1577"/>
                  <a:pt x="1257" y="1567"/>
                  <a:pt x="1261" y="1562"/>
                </a:cubicBezTo>
                <a:cubicBezTo>
                  <a:pt x="1258" y="1525"/>
                  <a:pt x="1261" y="1505"/>
                  <a:pt x="1256" y="1493"/>
                </a:cubicBezTo>
                <a:cubicBezTo>
                  <a:pt x="1259" y="1422"/>
                  <a:pt x="1264" y="1408"/>
                  <a:pt x="1263" y="1388"/>
                </a:cubicBezTo>
                <a:cubicBezTo>
                  <a:pt x="1266" y="1353"/>
                  <a:pt x="1260" y="1365"/>
                  <a:pt x="1261" y="1384"/>
                </a:cubicBezTo>
                <a:cubicBezTo>
                  <a:pt x="1254" y="1407"/>
                  <a:pt x="1258" y="1415"/>
                  <a:pt x="1256" y="1418"/>
                </a:cubicBezTo>
                <a:cubicBezTo>
                  <a:pt x="1251" y="1496"/>
                  <a:pt x="1249" y="1512"/>
                  <a:pt x="1250" y="1530"/>
                </a:cubicBezTo>
                <a:cubicBezTo>
                  <a:pt x="1249" y="1585"/>
                  <a:pt x="1251" y="1587"/>
                  <a:pt x="1252" y="1589"/>
                </a:cubicBezTo>
                <a:cubicBezTo>
                  <a:pt x="1252" y="1622"/>
                  <a:pt x="1256" y="1623"/>
                  <a:pt x="1254" y="1630"/>
                </a:cubicBezTo>
                <a:cubicBezTo>
                  <a:pt x="1254" y="1651"/>
                  <a:pt x="1255" y="1655"/>
                  <a:pt x="1252" y="1656"/>
                </a:cubicBezTo>
                <a:cubicBezTo>
                  <a:pt x="1249" y="1641"/>
                  <a:pt x="1246" y="1637"/>
                  <a:pt x="1245" y="1630"/>
                </a:cubicBezTo>
                <a:cubicBezTo>
                  <a:pt x="1238" y="1483"/>
                  <a:pt x="1233" y="1484"/>
                  <a:pt x="1235" y="1477"/>
                </a:cubicBezTo>
                <a:cubicBezTo>
                  <a:pt x="1237" y="1385"/>
                  <a:pt x="1236" y="1379"/>
                  <a:pt x="1237" y="1362"/>
                </a:cubicBezTo>
                <a:cubicBezTo>
                  <a:pt x="1241" y="1335"/>
                  <a:pt x="1237" y="1341"/>
                  <a:pt x="1235" y="1349"/>
                </a:cubicBezTo>
                <a:cubicBezTo>
                  <a:pt x="1228" y="1434"/>
                  <a:pt x="1228" y="1434"/>
                  <a:pt x="1228" y="1434"/>
                </a:cubicBezTo>
                <a:cubicBezTo>
                  <a:pt x="1229" y="1493"/>
                  <a:pt x="1228" y="1494"/>
                  <a:pt x="1230" y="1506"/>
                </a:cubicBezTo>
                <a:cubicBezTo>
                  <a:pt x="1241" y="1659"/>
                  <a:pt x="1243" y="1673"/>
                  <a:pt x="1243" y="1693"/>
                </a:cubicBezTo>
                <a:cubicBezTo>
                  <a:pt x="1244" y="1744"/>
                  <a:pt x="1248" y="1748"/>
                  <a:pt x="1241" y="1750"/>
                </a:cubicBezTo>
                <a:cubicBezTo>
                  <a:pt x="1230" y="1656"/>
                  <a:pt x="1225" y="1654"/>
                  <a:pt x="1226" y="1645"/>
                </a:cubicBezTo>
                <a:cubicBezTo>
                  <a:pt x="1215" y="1495"/>
                  <a:pt x="1215" y="1476"/>
                  <a:pt x="1215" y="1460"/>
                </a:cubicBezTo>
                <a:cubicBezTo>
                  <a:pt x="1217" y="1441"/>
                  <a:pt x="1215" y="1440"/>
                  <a:pt x="1215" y="1440"/>
                </a:cubicBezTo>
                <a:cubicBezTo>
                  <a:pt x="1217" y="1406"/>
                  <a:pt x="1212" y="1407"/>
                  <a:pt x="1213" y="1414"/>
                </a:cubicBezTo>
                <a:cubicBezTo>
                  <a:pt x="1212" y="1453"/>
                  <a:pt x="1204" y="1459"/>
                  <a:pt x="1211" y="1462"/>
                </a:cubicBezTo>
                <a:cubicBezTo>
                  <a:pt x="1223" y="1664"/>
                  <a:pt x="1219" y="1671"/>
                  <a:pt x="1221" y="1676"/>
                </a:cubicBezTo>
                <a:cubicBezTo>
                  <a:pt x="1232" y="1763"/>
                  <a:pt x="1232" y="1763"/>
                  <a:pt x="1232" y="1763"/>
                </a:cubicBezTo>
                <a:cubicBezTo>
                  <a:pt x="1230" y="1827"/>
                  <a:pt x="1229" y="1832"/>
                  <a:pt x="1226" y="1835"/>
                </a:cubicBezTo>
                <a:cubicBezTo>
                  <a:pt x="1217" y="1788"/>
                  <a:pt x="1219" y="1780"/>
                  <a:pt x="1215" y="1778"/>
                </a:cubicBezTo>
                <a:cubicBezTo>
                  <a:pt x="1208" y="1730"/>
                  <a:pt x="1200" y="1715"/>
                  <a:pt x="1197" y="1695"/>
                </a:cubicBezTo>
                <a:cubicBezTo>
                  <a:pt x="1179" y="1625"/>
                  <a:pt x="1183" y="1616"/>
                  <a:pt x="1178" y="1615"/>
                </a:cubicBezTo>
                <a:cubicBezTo>
                  <a:pt x="1169" y="1471"/>
                  <a:pt x="1169" y="1471"/>
                  <a:pt x="1169" y="1471"/>
                </a:cubicBezTo>
                <a:cubicBezTo>
                  <a:pt x="1168" y="1443"/>
                  <a:pt x="1165" y="1446"/>
                  <a:pt x="1165" y="1451"/>
                </a:cubicBezTo>
                <a:cubicBezTo>
                  <a:pt x="1164" y="1504"/>
                  <a:pt x="1165" y="1507"/>
                  <a:pt x="1165" y="1512"/>
                </a:cubicBezTo>
                <a:cubicBezTo>
                  <a:pt x="1171" y="1591"/>
                  <a:pt x="1168" y="1605"/>
                  <a:pt x="1171" y="1613"/>
                </a:cubicBezTo>
                <a:cubicBezTo>
                  <a:pt x="1181" y="1657"/>
                  <a:pt x="1180" y="1663"/>
                  <a:pt x="1180" y="1669"/>
                </a:cubicBezTo>
                <a:cubicBezTo>
                  <a:pt x="1190" y="1716"/>
                  <a:pt x="1198" y="1731"/>
                  <a:pt x="1200" y="1752"/>
                </a:cubicBezTo>
                <a:cubicBezTo>
                  <a:pt x="1217" y="1837"/>
                  <a:pt x="1217" y="1837"/>
                  <a:pt x="1217" y="1837"/>
                </a:cubicBezTo>
                <a:cubicBezTo>
                  <a:pt x="1188" y="1727"/>
                  <a:pt x="1178" y="1704"/>
                  <a:pt x="1171" y="1678"/>
                </a:cubicBezTo>
                <a:cubicBezTo>
                  <a:pt x="1148" y="1580"/>
                  <a:pt x="1156" y="1565"/>
                  <a:pt x="1150" y="1565"/>
                </a:cubicBezTo>
                <a:cubicBezTo>
                  <a:pt x="1152" y="1641"/>
                  <a:pt x="1159" y="1657"/>
                  <a:pt x="1160" y="1678"/>
                </a:cubicBezTo>
                <a:cubicBezTo>
                  <a:pt x="1169" y="1708"/>
                  <a:pt x="1173" y="1716"/>
                  <a:pt x="1176" y="1726"/>
                </a:cubicBezTo>
                <a:cubicBezTo>
                  <a:pt x="1183" y="1748"/>
                  <a:pt x="1183" y="1754"/>
                  <a:pt x="1180" y="1754"/>
                </a:cubicBezTo>
                <a:cubicBezTo>
                  <a:pt x="1161" y="1703"/>
                  <a:pt x="1159" y="1701"/>
                  <a:pt x="1156" y="1700"/>
                </a:cubicBezTo>
                <a:cubicBezTo>
                  <a:pt x="1146" y="1669"/>
                  <a:pt x="1143" y="1664"/>
                  <a:pt x="1141" y="1658"/>
                </a:cubicBezTo>
                <a:cubicBezTo>
                  <a:pt x="1113" y="1583"/>
                  <a:pt x="1111" y="1573"/>
                  <a:pt x="1108" y="1562"/>
                </a:cubicBezTo>
                <a:cubicBezTo>
                  <a:pt x="1100" y="1553"/>
                  <a:pt x="1105" y="1570"/>
                  <a:pt x="1108" y="1589"/>
                </a:cubicBezTo>
                <a:cubicBezTo>
                  <a:pt x="1127" y="1648"/>
                  <a:pt x="1131" y="1655"/>
                  <a:pt x="1134" y="1663"/>
                </a:cubicBezTo>
                <a:cubicBezTo>
                  <a:pt x="1149" y="1694"/>
                  <a:pt x="1149" y="1704"/>
                  <a:pt x="1154" y="1711"/>
                </a:cubicBezTo>
                <a:cubicBezTo>
                  <a:pt x="1172" y="1752"/>
                  <a:pt x="1171" y="1761"/>
                  <a:pt x="1176" y="1763"/>
                </a:cubicBezTo>
                <a:cubicBezTo>
                  <a:pt x="1183" y="1795"/>
                  <a:pt x="1188" y="1805"/>
                  <a:pt x="1191" y="1817"/>
                </a:cubicBezTo>
                <a:cubicBezTo>
                  <a:pt x="1200" y="1838"/>
                  <a:pt x="1197" y="1849"/>
                  <a:pt x="1202" y="1852"/>
                </a:cubicBezTo>
                <a:cubicBezTo>
                  <a:pt x="1205" y="1895"/>
                  <a:pt x="1209" y="1903"/>
                  <a:pt x="1204" y="1903"/>
                </a:cubicBezTo>
                <a:cubicBezTo>
                  <a:pt x="1200" y="1891"/>
                  <a:pt x="1196" y="1889"/>
                  <a:pt x="1197" y="1881"/>
                </a:cubicBezTo>
                <a:cubicBezTo>
                  <a:pt x="1190" y="1859"/>
                  <a:pt x="1188" y="1854"/>
                  <a:pt x="1187" y="1848"/>
                </a:cubicBezTo>
                <a:cubicBezTo>
                  <a:pt x="1163" y="1796"/>
                  <a:pt x="1164" y="1787"/>
                  <a:pt x="1158" y="1785"/>
                </a:cubicBezTo>
                <a:cubicBezTo>
                  <a:pt x="1131" y="1733"/>
                  <a:pt x="1135" y="1732"/>
                  <a:pt x="1130" y="1726"/>
                </a:cubicBezTo>
                <a:cubicBezTo>
                  <a:pt x="1106" y="1674"/>
                  <a:pt x="1105" y="1667"/>
                  <a:pt x="1104" y="1660"/>
                </a:cubicBezTo>
                <a:cubicBezTo>
                  <a:pt x="1092" y="1645"/>
                  <a:pt x="1099" y="1656"/>
                  <a:pt x="1102" y="1671"/>
                </a:cubicBezTo>
                <a:cubicBezTo>
                  <a:pt x="1122" y="1723"/>
                  <a:pt x="1122" y="1728"/>
                  <a:pt x="1126" y="1730"/>
                </a:cubicBezTo>
                <a:cubicBezTo>
                  <a:pt x="1148" y="1779"/>
                  <a:pt x="1152" y="1785"/>
                  <a:pt x="1154" y="1793"/>
                </a:cubicBezTo>
                <a:cubicBezTo>
                  <a:pt x="1188" y="1879"/>
                  <a:pt x="1186" y="1886"/>
                  <a:pt x="1189" y="1887"/>
                </a:cubicBezTo>
                <a:cubicBezTo>
                  <a:pt x="1200" y="1972"/>
                  <a:pt x="1200" y="1972"/>
                  <a:pt x="1200" y="1972"/>
                </a:cubicBezTo>
                <a:cubicBezTo>
                  <a:pt x="1197" y="1978"/>
                  <a:pt x="1194" y="1969"/>
                  <a:pt x="1191" y="1959"/>
                </a:cubicBezTo>
                <a:cubicBezTo>
                  <a:pt x="1179" y="1903"/>
                  <a:pt x="1182" y="1899"/>
                  <a:pt x="1180" y="1892"/>
                </a:cubicBezTo>
                <a:cubicBezTo>
                  <a:pt x="1163" y="1845"/>
                  <a:pt x="1160" y="1839"/>
                  <a:pt x="1156" y="1833"/>
                </a:cubicBezTo>
                <a:cubicBezTo>
                  <a:pt x="1131" y="1785"/>
                  <a:pt x="1130" y="1781"/>
                  <a:pt x="1128" y="1778"/>
                </a:cubicBezTo>
                <a:cubicBezTo>
                  <a:pt x="1111" y="1736"/>
                  <a:pt x="1101" y="1742"/>
                  <a:pt x="1104" y="1735"/>
                </a:cubicBezTo>
                <a:cubicBezTo>
                  <a:pt x="1071" y="1679"/>
                  <a:pt x="1067" y="1666"/>
                  <a:pt x="1060" y="1654"/>
                </a:cubicBezTo>
                <a:cubicBezTo>
                  <a:pt x="1049" y="1627"/>
                  <a:pt x="1050" y="1617"/>
                  <a:pt x="1043" y="1615"/>
                </a:cubicBezTo>
                <a:cubicBezTo>
                  <a:pt x="1056" y="1663"/>
                  <a:pt x="1061" y="1667"/>
                  <a:pt x="1062" y="1674"/>
                </a:cubicBezTo>
                <a:cubicBezTo>
                  <a:pt x="1073" y="1700"/>
                  <a:pt x="1076" y="1705"/>
                  <a:pt x="1080" y="1711"/>
                </a:cubicBezTo>
                <a:cubicBezTo>
                  <a:pt x="1100" y="1752"/>
                  <a:pt x="1107" y="1755"/>
                  <a:pt x="1108" y="1763"/>
                </a:cubicBezTo>
                <a:cubicBezTo>
                  <a:pt x="1132" y="1809"/>
                  <a:pt x="1138" y="1807"/>
                  <a:pt x="1136" y="1813"/>
                </a:cubicBezTo>
                <a:cubicBezTo>
                  <a:pt x="1156" y="1857"/>
                  <a:pt x="1160" y="1861"/>
                  <a:pt x="1160" y="1870"/>
                </a:cubicBezTo>
                <a:cubicBezTo>
                  <a:pt x="1171" y="1894"/>
                  <a:pt x="1171" y="1904"/>
                  <a:pt x="1176" y="1909"/>
                </a:cubicBezTo>
                <a:cubicBezTo>
                  <a:pt x="1188" y="1985"/>
                  <a:pt x="1184" y="1994"/>
                  <a:pt x="1189" y="1994"/>
                </a:cubicBezTo>
                <a:cubicBezTo>
                  <a:pt x="1181" y="1994"/>
                  <a:pt x="1184" y="1992"/>
                  <a:pt x="1184" y="1992"/>
                </a:cubicBezTo>
                <a:cubicBezTo>
                  <a:pt x="1171" y="1946"/>
                  <a:pt x="1164" y="1932"/>
                  <a:pt x="1163" y="1913"/>
                </a:cubicBezTo>
                <a:cubicBezTo>
                  <a:pt x="1151" y="1884"/>
                  <a:pt x="1143" y="1881"/>
                  <a:pt x="1143" y="1870"/>
                </a:cubicBezTo>
                <a:cubicBezTo>
                  <a:pt x="1120" y="1824"/>
                  <a:pt x="1119" y="1821"/>
                  <a:pt x="1119" y="1815"/>
                </a:cubicBezTo>
                <a:cubicBezTo>
                  <a:pt x="1093" y="1783"/>
                  <a:pt x="1091" y="1775"/>
                  <a:pt x="1086" y="1770"/>
                </a:cubicBezTo>
                <a:cubicBezTo>
                  <a:pt x="1073" y="1758"/>
                  <a:pt x="1078" y="1761"/>
                  <a:pt x="1080" y="1767"/>
                </a:cubicBezTo>
                <a:cubicBezTo>
                  <a:pt x="1094" y="1796"/>
                  <a:pt x="1105" y="1803"/>
                  <a:pt x="1108" y="1817"/>
                </a:cubicBezTo>
                <a:cubicBezTo>
                  <a:pt x="1124" y="1843"/>
                  <a:pt x="1121" y="1850"/>
                  <a:pt x="1126" y="1850"/>
                </a:cubicBezTo>
                <a:cubicBezTo>
                  <a:pt x="1151" y="1911"/>
                  <a:pt x="1161" y="1936"/>
                  <a:pt x="1165" y="1966"/>
                </a:cubicBezTo>
                <a:cubicBezTo>
                  <a:pt x="1177" y="2011"/>
                  <a:pt x="1185" y="2016"/>
                  <a:pt x="1180" y="2022"/>
                </a:cubicBezTo>
                <a:cubicBezTo>
                  <a:pt x="1165" y="1991"/>
                  <a:pt x="1163" y="1975"/>
                  <a:pt x="1158" y="1961"/>
                </a:cubicBezTo>
                <a:cubicBezTo>
                  <a:pt x="1134" y="1913"/>
                  <a:pt x="1135" y="1894"/>
                  <a:pt x="1126" y="1885"/>
                </a:cubicBezTo>
                <a:cubicBezTo>
                  <a:pt x="1101" y="1842"/>
                  <a:pt x="1098" y="1834"/>
                  <a:pt x="1095" y="1826"/>
                </a:cubicBezTo>
                <a:cubicBezTo>
                  <a:pt x="1079" y="1795"/>
                  <a:pt x="1071" y="1790"/>
                  <a:pt x="1069" y="1778"/>
                </a:cubicBezTo>
                <a:cubicBezTo>
                  <a:pt x="1059" y="1761"/>
                  <a:pt x="1059" y="1754"/>
                  <a:pt x="1054" y="1752"/>
                </a:cubicBezTo>
                <a:cubicBezTo>
                  <a:pt x="1039" y="1719"/>
                  <a:pt x="1039" y="1712"/>
                  <a:pt x="1034" y="1711"/>
                </a:cubicBezTo>
                <a:cubicBezTo>
                  <a:pt x="1046" y="1743"/>
                  <a:pt x="1046" y="1752"/>
                  <a:pt x="1051" y="1756"/>
                </a:cubicBezTo>
                <a:cubicBezTo>
                  <a:pt x="1065" y="1790"/>
                  <a:pt x="1073" y="1801"/>
                  <a:pt x="1078" y="1815"/>
                </a:cubicBezTo>
                <a:cubicBezTo>
                  <a:pt x="1100" y="1859"/>
                  <a:pt x="1108" y="1861"/>
                  <a:pt x="1108" y="1870"/>
                </a:cubicBezTo>
                <a:cubicBezTo>
                  <a:pt x="1125" y="1900"/>
                  <a:pt x="1124" y="1905"/>
                  <a:pt x="1128" y="1907"/>
                </a:cubicBezTo>
                <a:cubicBezTo>
                  <a:pt x="1156" y="1984"/>
                  <a:pt x="1160" y="1999"/>
                  <a:pt x="1167" y="2012"/>
                </a:cubicBezTo>
                <a:cubicBezTo>
                  <a:pt x="1177" y="2063"/>
                  <a:pt x="1183" y="2072"/>
                  <a:pt x="1184" y="2086"/>
                </a:cubicBezTo>
                <a:cubicBezTo>
                  <a:pt x="1167" y="2065"/>
                  <a:pt x="1168" y="2057"/>
                  <a:pt x="1165" y="2053"/>
                </a:cubicBezTo>
                <a:cubicBezTo>
                  <a:pt x="1156" y="2026"/>
                  <a:pt x="1153" y="2023"/>
                  <a:pt x="1156" y="2022"/>
                </a:cubicBezTo>
                <a:cubicBezTo>
                  <a:pt x="1136" y="1970"/>
                  <a:pt x="1130" y="1962"/>
                  <a:pt x="1128" y="1950"/>
                </a:cubicBezTo>
                <a:cubicBezTo>
                  <a:pt x="1109" y="1914"/>
                  <a:pt x="1105" y="1907"/>
                  <a:pt x="1102" y="1898"/>
                </a:cubicBezTo>
                <a:cubicBezTo>
                  <a:pt x="1087" y="1883"/>
                  <a:pt x="1089" y="1877"/>
                  <a:pt x="1086" y="1876"/>
                </a:cubicBezTo>
                <a:cubicBezTo>
                  <a:pt x="1054" y="1823"/>
                  <a:pt x="1051" y="1814"/>
                  <a:pt x="1045" y="1809"/>
                </a:cubicBezTo>
                <a:cubicBezTo>
                  <a:pt x="1027" y="1777"/>
                  <a:pt x="1023" y="1769"/>
                  <a:pt x="1019" y="1761"/>
                </a:cubicBezTo>
                <a:cubicBezTo>
                  <a:pt x="1015" y="1765"/>
                  <a:pt x="1017" y="1772"/>
                  <a:pt x="1021" y="1778"/>
                </a:cubicBezTo>
                <a:cubicBezTo>
                  <a:pt x="1046" y="1821"/>
                  <a:pt x="1048" y="1829"/>
                  <a:pt x="1054" y="1833"/>
                </a:cubicBezTo>
                <a:cubicBezTo>
                  <a:pt x="1076" y="1869"/>
                  <a:pt x="1074" y="1873"/>
                  <a:pt x="1075" y="1874"/>
                </a:cubicBezTo>
                <a:cubicBezTo>
                  <a:pt x="1088" y="1895"/>
                  <a:pt x="1093" y="1899"/>
                  <a:pt x="1095" y="1907"/>
                </a:cubicBezTo>
                <a:cubicBezTo>
                  <a:pt x="1125" y="1974"/>
                  <a:pt x="1129" y="1979"/>
                  <a:pt x="1132" y="1985"/>
                </a:cubicBezTo>
                <a:cubicBezTo>
                  <a:pt x="1155" y="2062"/>
                  <a:pt x="1160" y="2069"/>
                  <a:pt x="1163" y="2077"/>
                </a:cubicBezTo>
                <a:cubicBezTo>
                  <a:pt x="1199" y="2160"/>
                  <a:pt x="1199" y="2160"/>
                  <a:pt x="1199" y="2160"/>
                </a:cubicBezTo>
                <a:cubicBezTo>
                  <a:pt x="1207" y="2118"/>
                  <a:pt x="1213" y="2112"/>
                  <a:pt x="1215" y="2101"/>
                </a:cubicBezTo>
                <a:cubicBezTo>
                  <a:pt x="1231" y="2073"/>
                  <a:pt x="1235" y="2071"/>
                  <a:pt x="1235" y="2064"/>
                </a:cubicBezTo>
                <a:cubicBezTo>
                  <a:pt x="1253" y="2040"/>
                  <a:pt x="1251" y="2034"/>
                  <a:pt x="1256" y="2036"/>
                </a:cubicBezTo>
                <a:cubicBezTo>
                  <a:pt x="1278" y="2002"/>
                  <a:pt x="1278" y="1999"/>
                  <a:pt x="1278" y="1996"/>
                </a:cubicBezTo>
                <a:cubicBezTo>
                  <a:pt x="1296" y="1974"/>
                  <a:pt x="1297" y="1970"/>
                  <a:pt x="1302" y="1968"/>
                </a:cubicBezTo>
                <a:cubicBezTo>
                  <a:pt x="1332" y="1928"/>
                  <a:pt x="1337" y="1926"/>
                  <a:pt x="1337" y="1920"/>
                </a:cubicBezTo>
                <a:cubicBezTo>
                  <a:pt x="1372" y="1885"/>
                  <a:pt x="1376" y="1881"/>
                  <a:pt x="1378" y="1876"/>
                </a:cubicBezTo>
                <a:cubicBezTo>
                  <a:pt x="1404" y="1854"/>
                  <a:pt x="1402" y="1849"/>
                  <a:pt x="1407" y="1850"/>
                </a:cubicBezTo>
                <a:cubicBezTo>
                  <a:pt x="1438" y="1821"/>
                  <a:pt x="1440" y="1819"/>
                  <a:pt x="1439" y="1815"/>
                </a:cubicBezTo>
                <a:cubicBezTo>
                  <a:pt x="1465" y="1793"/>
                  <a:pt x="1467" y="1780"/>
                  <a:pt x="1479" y="1776"/>
                </a:cubicBezTo>
                <a:cubicBezTo>
                  <a:pt x="1501" y="1736"/>
                  <a:pt x="1500" y="1733"/>
                  <a:pt x="1503" y="1732"/>
                </a:cubicBezTo>
                <a:cubicBezTo>
                  <a:pt x="1484" y="1757"/>
                  <a:pt x="1476" y="1761"/>
                  <a:pt x="1474" y="1772"/>
                </a:cubicBezTo>
                <a:cubicBezTo>
                  <a:pt x="1452" y="1794"/>
                  <a:pt x="1452" y="1796"/>
                  <a:pt x="1448" y="1796"/>
                </a:cubicBezTo>
                <a:cubicBezTo>
                  <a:pt x="1431" y="1818"/>
                  <a:pt x="1426" y="1820"/>
                  <a:pt x="1422" y="1822"/>
                </a:cubicBezTo>
                <a:cubicBezTo>
                  <a:pt x="1399" y="1848"/>
                  <a:pt x="1393" y="1849"/>
                  <a:pt x="1389" y="1852"/>
                </a:cubicBezTo>
                <a:cubicBezTo>
                  <a:pt x="1370" y="1874"/>
                  <a:pt x="1368" y="1876"/>
                  <a:pt x="1365" y="1879"/>
                </a:cubicBezTo>
                <a:cubicBezTo>
                  <a:pt x="1352" y="1896"/>
                  <a:pt x="1346" y="1894"/>
                  <a:pt x="1348" y="1900"/>
                </a:cubicBezTo>
                <a:cubicBezTo>
                  <a:pt x="1328" y="1926"/>
                  <a:pt x="1317" y="1924"/>
                  <a:pt x="1317" y="1933"/>
                </a:cubicBezTo>
                <a:cubicBezTo>
                  <a:pt x="1282" y="1982"/>
                  <a:pt x="1277" y="1986"/>
                  <a:pt x="1272" y="1990"/>
                </a:cubicBezTo>
                <a:cubicBezTo>
                  <a:pt x="1260" y="2009"/>
                  <a:pt x="1259" y="2012"/>
                  <a:pt x="1259" y="2016"/>
                </a:cubicBezTo>
                <a:cubicBezTo>
                  <a:pt x="1227" y="2056"/>
                  <a:pt x="1228" y="2066"/>
                  <a:pt x="1221" y="2068"/>
                </a:cubicBezTo>
                <a:cubicBezTo>
                  <a:pt x="1213" y="2075"/>
                  <a:pt x="1217" y="2073"/>
                  <a:pt x="1219" y="2068"/>
                </a:cubicBezTo>
                <a:cubicBezTo>
                  <a:pt x="1238" y="2041"/>
                  <a:pt x="1236" y="2032"/>
                  <a:pt x="1239" y="2027"/>
                </a:cubicBezTo>
                <a:cubicBezTo>
                  <a:pt x="1264" y="1978"/>
                  <a:pt x="1273" y="1978"/>
                  <a:pt x="1274" y="1970"/>
                </a:cubicBezTo>
                <a:cubicBezTo>
                  <a:pt x="1319" y="1906"/>
                  <a:pt x="1329" y="1912"/>
                  <a:pt x="1326" y="1905"/>
                </a:cubicBezTo>
                <a:cubicBezTo>
                  <a:pt x="1347" y="1891"/>
                  <a:pt x="1335" y="1884"/>
                  <a:pt x="1341" y="1885"/>
                </a:cubicBezTo>
                <a:cubicBezTo>
                  <a:pt x="1371" y="1867"/>
                  <a:pt x="1360" y="1858"/>
                  <a:pt x="1365" y="1859"/>
                </a:cubicBezTo>
                <a:cubicBezTo>
                  <a:pt x="1388" y="1843"/>
                  <a:pt x="1391" y="1840"/>
                  <a:pt x="1392" y="1835"/>
                </a:cubicBezTo>
                <a:cubicBezTo>
                  <a:pt x="1413" y="1810"/>
                  <a:pt x="1424" y="1812"/>
                  <a:pt x="1424" y="1802"/>
                </a:cubicBezTo>
                <a:cubicBezTo>
                  <a:pt x="1434" y="1791"/>
                  <a:pt x="1439" y="1791"/>
                  <a:pt x="1439" y="1787"/>
                </a:cubicBezTo>
                <a:cubicBezTo>
                  <a:pt x="1465" y="1752"/>
                  <a:pt x="1463" y="1753"/>
                  <a:pt x="1461" y="1754"/>
                </a:cubicBezTo>
                <a:cubicBezTo>
                  <a:pt x="1440" y="1779"/>
                  <a:pt x="1432" y="1785"/>
                  <a:pt x="1429" y="1796"/>
                </a:cubicBezTo>
                <a:cubicBezTo>
                  <a:pt x="1407" y="1811"/>
                  <a:pt x="1408" y="1817"/>
                  <a:pt x="1402" y="1815"/>
                </a:cubicBezTo>
                <a:cubicBezTo>
                  <a:pt x="1380" y="1832"/>
                  <a:pt x="1382" y="1838"/>
                  <a:pt x="1378" y="1839"/>
                </a:cubicBezTo>
                <a:cubicBezTo>
                  <a:pt x="1326" y="1895"/>
                  <a:pt x="1317" y="1899"/>
                  <a:pt x="1313" y="1909"/>
                </a:cubicBezTo>
                <a:cubicBezTo>
                  <a:pt x="1270" y="1963"/>
                  <a:pt x="1262" y="1968"/>
                  <a:pt x="1259" y="1979"/>
                </a:cubicBezTo>
                <a:cubicBezTo>
                  <a:pt x="1234" y="2019"/>
                  <a:pt x="1235" y="2023"/>
                  <a:pt x="1230" y="2022"/>
                </a:cubicBezTo>
                <a:cubicBezTo>
                  <a:pt x="1217" y="2047"/>
                  <a:pt x="1216" y="2054"/>
                  <a:pt x="1213" y="2057"/>
                </a:cubicBezTo>
                <a:cubicBezTo>
                  <a:pt x="1203" y="2078"/>
                  <a:pt x="1196" y="2069"/>
                  <a:pt x="1195" y="2062"/>
                </a:cubicBezTo>
                <a:cubicBezTo>
                  <a:pt x="1212" y="2023"/>
                  <a:pt x="1212" y="2017"/>
                  <a:pt x="1217" y="2016"/>
                </a:cubicBezTo>
                <a:cubicBezTo>
                  <a:pt x="1225" y="1996"/>
                  <a:pt x="1229" y="1996"/>
                  <a:pt x="1230" y="1994"/>
                </a:cubicBezTo>
                <a:cubicBezTo>
                  <a:pt x="1246" y="1972"/>
                  <a:pt x="1245" y="1966"/>
                  <a:pt x="1248" y="1964"/>
                </a:cubicBezTo>
                <a:cubicBezTo>
                  <a:pt x="1289" y="1906"/>
                  <a:pt x="1295" y="1902"/>
                  <a:pt x="1298" y="1896"/>
                </a:cubicBezTo>
                <a:cubicBezTo>
                  <a:pt x="1307" y="1885"/>
                  <a:pt x="1311" y="1884"/>
                  <a:pt x="1313" y="1881"/>
                </a:cubicBezTo>
                <a:cubicBezTo>
                  <a:pt x="1330" y="1864"/>
                  <a:pt x="1332" y="1861"/>
                  <a:pt x="1337" y="1861"/>
                </a:cubicBezTo>
                <a:cubicBezTo>
                  <a:pt x="1366" y="1832"/>
                  <a:pt x="1372" y="1824"/>
                  <a:pt x="1381" y="1817"/>
                </a:cubicBezTo>
                <a:cubicBezTo>
                  <a:pt x="1402" y="1788"/>
                  <a:pt x="1410" y="1789"/>
                  <a:pt x="1411" y="1783"/>
                </a:cubicBezTo>
                <a:cubicBezTo>
                  <a:pt x="1435" y="1755"/>
                  <a:pt x="1442" y="1756"/>
                  <a:pt x="1444" y="1750"/>
                </a:cubicBezTo>
                <a:cubicBezTo>
                  <a:pt x="1487" y="1692"/>
                  <a:pt x="1498" y="1687"/>
                  <a:pt x="1501" y="1676"/>
                </a:cubicBezTo>
                <a:cubicBezTo>
                  <a:pt x="1513" y="1663"/>
                  <a:pt x="1510" y="1657"/>
                  <a:pt x="1514" y="1656"/>
                </a:cubicBezTo>
                <a:cubicBezTo>
                  <a:pt x="1531" y="1632"/>
                  <a:pt x="1531" y="1623"/>
                  <a:pt x="1535" y="1619"/>
                </a:cubicBezTo>
                <a:cubicBezTo>
                  <a:pt x="1560" y="1583"/>
                  <a:pt x="1561" y="1575"/>
                  <a:pt x="1564" y="1569"/>
                </a:cubicBezTo>
                <a:cubicBezTo>
                  <a:pt x="1579" y="1527"/>
                  <a:pt x="1580" y="1524"/>
                  <a:pt x="1579" y="1519"/>
                </a:cubicBezTo>
                <a:close/>
                <a:moveTo>
                  <a:pt x="1256" y="1826"/>
                </a:moveTo>
                <a:cubicBezTo>
                  <a:pt x="1260" y="1823"/>
                  <a:pt x="1263" y="1818"/>
                  <a:pt x="1265" y="1813"/>
                </a:cubicBezTo>
                <a:cubicBezTo>
                  <a:pt x="1271" y="1817"/>
                  <a:pt x="1260" y="1821"/>
                  <a:pt x="1261" y="1826"/>
                </a:cubicBezTo>
                <a:cubicBezTo>
                  <a:pt x="1257" y="1829"/>
                  <a:pt x="1256" y="1836"/>
                  <a:pt x="1252" y="1839"/>
                </a:cubicBezTo>
                <a:cubicBezTo>
                  <a:pt x="1246" y="1836"/>
                  <a:pt x="1257" y="1831"/>
                  <a:pt x="1256" y="1826"/>
                </a:cubicBezTo>
                <a:close/>
                <a:moveTo>
                  <a:pt x="1252" y="1704"/>
                </a:moveTo>
                <a:cubicBezTo>
                  <a:pt x="1254" y="1700"/>
                  <a:pt x="1254" y="1705"/>
                  <a:pt x="1254" y="1708"/>
                </a:cubicBezTo>
                <a:cubicBezTo>
                  <a:pt x="1252" y="1712"/>
                  <a:pt x="1252" y="1707"/>
                  <a:pt x="1252" y="1704"/>
                </a:cubicBezTo>
                <a:close/>
                <a:moveTo>
                  <a:pt x="1211" y="2088"/>
                </a:moveTo>
                <a:cubicBezTo>
                  <a:pt x="1212" y="2084"/>
                  <a:pt x="1214" y="2090"/>
                  <a:pt x="1211" y="2090"/>
                </a:cubicBezTo>
                <a:cubicBezTo>
                  <a:pt x="1211" y="2094"/>
                  <a:pt x="1208" y="2095"/>
                  <a:pt x="1208" y="2099"/>
                </a:cubicBezTo>
                <a:cubicBezTo>
                  <a:pt x="1203" y="2104"/>
                  <a:pt x="1209" y="2089"/>
                  <a:pt x="1211" y="2088"/>
                </a:cubicBezTo>
                <a:close/>
                <a:moveTo>
                  <a:pt x="1191" y="2116"/>
                </a:moveTo>
                <a:cubicBezTo>
                  <a:pt x="1185" y="2113"/>
                  <a:pt x="1191" y="2103"/>
                  <a:pt x="1193" y="2101"/>
                </a:cubicBezTo>
                <a:cubicBezTo>
                  <a:pt x="1199" y="2105"/>
                  <a:pt x="1188" y="2109"/>
                  <a:pt x="1191" y="2116"/>
                </a:cubicBezTo>
                <a:close/>
                <a:moveTo>
                  <a:pt x="1219" y="1916"/>
                </a:moveTo>
                <a:cubicBezTo>
                  <a:pt x="1225" y="1921"/>
                  <a:pt x="1218" y="1933"/>
                  <a:pt x="1217" y="1940"/>
                </a:cubicBezTo>
                <a:cubicBezTo>
                  <a:pt x="1212" y="1935"/>
                  <a:pt x="1222" y="1926"/>
                  <a:pt x="1219" y="1916"/>
                </a:cubicBezTo>
                <a:close/>
                <a:moveTo>
                  <a:pt x="1215" y="1883"/>
                </a:moveTo>
                <a:cubicBezTo>
                  <a:pt x="1223" y="1885"/>
                  <a:pt x="1215" y="1890"/>
                  <a:pt x="1217" y="1898"/>
                </a:cubicBezTo>
                <a:cubicBezTo>
                  <a:pt x="1212" y="1897"/>
                  <a:pt x="1216" y="1887"/>
                  <a:pt x="1215" y="1883"/>
                </a:cubicBezTo>
                <a:close/>
                <a:moveTo>
                  <a:pt x="1215" y="1953"/>
                </a:moveTo>
                <a:cubicBezTo>
                  <a:pt x="1225" y="1956"/>
                  <a:pt x="1210" y="1963"/>
                  <a:pt x="1213" y="1972"/>
                </a:cubicBezTo>
                <a:cubicBezTo>
                  <a:pt x="1205" y="1966"/>
                  <a:pt x="1218" y="1962"/>
                  <a:pt x="1215" y="1953"/>
                </a:cubicBezTo>
                <a:close/>
                <a:moveTo>
                  <a:pt x="1503" y="1667"/>
                </a:moveTo>
                <a:cubicBezTo>
                  <a:pt x="1497" y="1666"/>
                  <a:pt x="1501" y="1675"/>
                  <a:pt x="1496" y="1676"/>
                </a:cubicBezTo>
                <a:cubicBezTo>
                  <a:pt x="1479" y="1700"/>
                  <a:pt x="1478" y="1701"/>
                  <a:pt x="1477" y="1702"/>
                </a:cubicBezTo>
                <a:cubicBezTo>
                  <a:pt x="1453" y="1729"/>
                  <a:pt x="1455" y="1737"/>
                  <a:pt x="1448" y="1735"/>
                </a:cubicBezTo>
                <a:cubicBezTo>
                  <a:pt x="1421" y="1763"/>
                  <a:pt x="1414" y="1767"/>
                  <a:pt x="1411" y="1774"/>
                </a:cubicBezTo>
                <a:cubicBezTo>
                  <a:pt x="1382" y="1802"/>
                  <a:pt x="1374" y="1808"/>
                  <a:pt x="1370" y="1817"/>
                </a:cubicBezTo>
                <a:cubicBezTo>
                  <a:pt x="1349" y="1831"/>
                  <a:pt x="1347" y="1837"/>
                  <a:pt x="1344" y="1841"/>
                </a:cubicBezTo>
                <a:cubicBezTo>
                  <a:pt x="1317" y="1866"/>
                  <a:pt x="1313" y="1866"/>
                  <a:pt x="1311" y="1870"/>
                </a:cubicBezTo>
                <a:cubicBezTo>
                  <a:pt x="1280" y="1911"/>
                  <a:pt x="1267" y="1911"/>
                  <a:pt x="1267" y="1924"/>
                </a:cubicBezTo>
                <a:cubicBezTo>
                  <a:pt x="1224" y="1976"/>
                  <a:pt x="1220" y="1998"/>
                  <a:pt x="1206" y="2012"/>
                </a:cubicBezTo>
                <a:cubicBezTo>
                  <a:pt x="1215" y="1984"/>
                  <a:pt x="1215" y="1976"/>
                  <a:pt x="1221" y="1974"/>
                </a:cubicBezTo>
                <a:cubicBezTo>
                  <a:pt x="1251" y="1919"/>
                  <a:pt x="1250" y="1913"/>
                  <a:pt x="1254" y="1911"/>
                </a:cubicBezTo>
                <a:cubicBezTo>
                  <a:pt x="1282" y="1880"/>
                  <a:pt x="1282" y="1869"/>
                  <a:pt x="1289" y="1865"/>
                </a:cubicBezTo>
                <a:cubicBezTo>
                  <a:pt x="1309" y="1844"/>
                  <a:pt x="1311" y="1835"/>
                  <a:pt x="1320" y="1833"/>
                </a:cubicBezTo>
                <a:cubicBezTo>
                  <a:pt x="1356" y="1793"/>
                  <a:pt x="1359" y="1786"/>
                  <a:pt x="1365" y="1783"/>
                </a:cubicBezTo>
                <a:cubicBezTo>
                  <a:pt x="1384" y="1765"/>
                  <a:pt x="1385" y="1763"/>
                  <a:pt x="1387" y="1763"/>
                </a:cubicBezTo>
                <a:cubicBezTo>
                  <a:pt x="1411" y="1742"/>
                  <a:pt x="1423" y="1733"/>
                  <a:pt x="1435" y="1724"/>
                </a:cubicBezTo>
                <a:cubicBezTo>
                  <a:pt x="1481" y="1684"/>
                  <a:pt x="1482" y="1680"/>
                  <a:pt x="1485" y="1678"/>
                </a:cubicBezTo>
                <a:cubicBezTo>
                  <a:pt x="1501" y="1660"/>
                  <a:pt x="1504" y="1659"/>
                  <a:pt x="1505" y="1656"/>
                </a:cubicBezTo>
                <a:close/>
                <a:moveTo>
                  <a:pt x="3827" y="1689"/>
                </a:moveTo>
                <a:cubicBezTo>
                  <a:pt x="3822" y="1681"/>
                  <a:pt x="3815" y="1679"/>
                  <a:pt x="3810" y="1674"/>
                </a:cubicBezTo>
                <a:cubicBezTo>
                  <a:pt x="3786" y="1654"/>
                  <a:pt x="3779" y="1651"/>
                  <a:pt x="3773" y="1648"/>
                </a:cubicBezTo>
                <a:cubicBezTo>
                  <a:pt x="3732" y="1620"/>
                  <a:pt x="3724" y="1621"/>
                  <a:pt x="3718" y="1614"/>
                </a:cubicBezTo>
                <a:cubicBezTo>
                  <a:pt x="3671" y="1584"/>
                  <a:pt x="3666" y="1588"/>
                  <a:pt x="3664" y="1582"/>
                </a:cubicBezTo>
                <a:cubicBezTo>
                  <a:pt x="3623" y="1550"/>
                  <a:pt x="3616" y="1549"/>
                  <a:pt x="3611" y="1541"/>
                </a:cubicBezTo>
                <a:cubicBezTo>
                  <a:pt x="3587" y="1524"/>
                  <a:pt x="3582" y="1515"/>
                  <a:pt x="3576" y="1512"/>
                </a:cubicBezTo>
                <a:cubicBezTo>
                  <a:pt x="3523" y="1447"/>
                  <a:pt x="3522" y="1437"/>
                  <a:pt x="3517" y="1439"/>
                </a:cubicBezTo>
                <a:cubicBezTo>
                  <a:pt x="3524" y="1435"/>
                  <a:pt x="3522" y="1438"/>
                  <a:pt x="3523" y="1439"/>
                </a:cubicBezTo>
                <a:cubicBezTo>
                  <a:pt x="3560" y="1475"/>
                  <a:pt x="3574" y="1484"/>
                  <a:pt x="3586" y="1501"/>
                </a:cubicBezTo>
                <a:cubicBezTo>
                  <a:pt x="3613" y="1523"/>
                  <a:pt x="3622" y="1521"/>
                  <a:pt x="3628" y="1532"/>
                </a:cubicBezTo>
                <a:cubicBezTo>
                  <a:pt x="3674" y="1562"/>
                  <a:pt x="3677" y="1565"/>
                  <a:pt x="3680" y="1570"/>
                </a:cubicBezTo>
                <a:cubicBezTo>
                  <a:pt x="3722" y="1587"/>
                  <a:pt x="3728" y="1593"/>
                  <a:pt x="3735" y="1596"/>
                </a:cubicBezTo>
                <a:cubicBezTo>
                  <a:pt x="3754" y="1599"/>
                  <a:pt x="3748" y="1599"/>
                  <a:pt x="3743" y="1594"/>
                </a:cubicBezTo>
                <a:cubicBezTo>
                  <a:pt x="3713" y="1575"/>
                  <a:pt x="3700" y="1574"/>
                  <a:pt x="3689" y="1562"/>
                </a:cubicBezTo>
                <a:cubicBezTo>
                  <a:pt x="3660" y="1547"/>
                  <a:pt x="3659" y="1539"/>
                  <a:pt x="3655" y="1541"/>
                </a:cubicBezTo>
                <a:cubicBezTo>
                  <a:pt x="3598" y="1497"/>
                  <a:pt x="3575" y="1479"/>
                  <a:pt x="3555" y="1453"/>
                </a:cubicBezTo>
                <a:cubicBezTo>
                  <a:pt x="3519" y="1416"/>
                  <a:pt x="3508" y="1416"/>
                  <a:pt x="3510" y="1407"/>
                </a:cubicBezTo>
                <a:cubicBezTo>
                  <a:pt x="3541" y="1429"/>
                  <a:pt x="3552" y="1443"/>
                  <a:pt x="3564" y="1453"/>
                </a:cubicBezTo>
                <a:cubicBezTo>
                  <a:pt x="3613" y="1486"/>
                  <a:pt x="3622" y="1505"/>
                  <a:pt x="3636" y="1508"/>
                </a:cubicBezTo>
                <a:cubicBezTo>
                  <a:pt x="3682" y="1535"/>
                  <a:pt x="3689" y="1542"/>
                  <a:pt x="3697" y="1547"/>
                </a:cubicBezTo>
                <a:cubicBezTo>
                  <a:pt x="3728" y="1568"/>
                  <a:pt x="3739" y="1569"/>
                  <a:pt x="3747" y="1578"/>
                </a:cubicBezTo>
                <a:cubicBezTo>
                  <a:pt x="3766" y="1589"/>
                  <a:pt x="3770" y="1596"/>
                  <a:pt x="3776" y="1595"/>
                </a:cubicBezTo>
                <a:cubicBezTo>
                  <a:pt x="3808" y="1618"/>
                  <a:pt x="3811" y="1625"/>
                  <a:pt x="3817" y="1623"/>
                </a:cubicBezTo>
                <a:cubicBezTo>
                  <a:pt x="3788" y="1599"/>
                  <a:pt x="3783" y="1590"/>
                  <a:pt x="3775" y="1589"/>
                </a:cubicBezTo>
                <a:cubicBezTo>
                  <a:pt x="3744" y="1565"/>
                  <a:pt x="3731" y="1560"/>
                  <a:pt x="3719" y="1548"/>
                </a:cubicBezTo>
                <a:cubicBezTo>
                  <a:pt x="3674" y="1518"/>
                  <a:pt x="3666" y="1521"/>
                  <a:pt x="3661" y="1513"/>
                </a:cubicBezTo>
                <a:cubicBezTo>
                  <a:pt x="3629" y="1493"/>
                  <a:pt x="3626" y="1488"/>
                  <a:pt x="3622" y="1488"/>
                </a:cubicBezTo>
                <a:cubicBezTo>
                  <a:pt x="3554" y="1431"/>
                  <a:pt x="3542" y="1419"/>
                  <a:pt x="3528" y="1411"/>
                </a:cubicBezTo>
                <a:cubicBezTo>
                  <a:pt x="3491" y="1368"/>
                  <a:pt x="3481" y="1362"/>
                  <a:pt x="3472" y="1350"/>
                </a:cubicBezTo>
                <a:cubicBezTo>
                  <a:pt x="3499" y="1360"/>
                  <a:pt x="3503" y="1368"/>
                  <a:pt x="3508" y="1370"/>
                </a:cubicBezTo>
                <a:cubicBezTo>
                  <a:pt x="3531" y="1391"/>
                  <a:pt x="3535" y="1392"/>
                  <a:pt x="3533" y="1395"/>
                </a:cubicBezTo>
                <a:cubicBezTo>
                  <a:pt x="3580" y="1434"/>
                  <a:pt x="3590" y="1438"/>
                  <a:pt x="3599" y="1447"/>
                </a:cubicBezTo>
                <a:cubicBezTo>
                  <a:pt x="3636" y="1472"/>
                  <a:pt x="3644" y="1476"/>
                  <a:pt x="3652" y="1483"/>
                </a:cubicBezTo>
                <a:cubicBezTo>
                  <a:pt x="3673" y="1489"/>
                  <a:pt x="3674" y="1496"/>
                  <a:pt x="3678" y="1495"/>
                </a:cubicBezTo>
                <a:cubicBezTo>
                  <a:pt x="3737" y="1528"/>
                  <a:pt x="3745" y="1534"/>
                  <a:pt x="3753" y="1536"/>
                </a:cubicBezTo>
                <a:cubicBezTo>
                  <a:pt x="3787" y="1557"/>
                  <a:pt x="3796" y="1562"/>
                  <a:pt x="3804" y="1568"/>
                </a:cubicBezTo>
                <a:cubicBezTo>
                  <a:pt x="3805" y="1561"/>
                  <a:pt x="3799" y="1556"/>
                  <a:pt x="3793" y="1552"/>
                </a:cubicBezTo>
                <a:cubicBezTo>
                  <a:pt x="3745" y="1525"/>
                  <a:pt x="3740" y="1519"/>
                  <a:pt x="3732" y="1518"/>
                </a:cubicBezTo>
                <a:cubicBezTo>
                  <a:pt x="3691" y="1496"/>
                  <a:pt x="3691" y="1492"/>
                  <a:pt x="3689" y="1491"/>
                </a:cubicBezTo>
                <a:cubicBezTo>
                  <a:pt x="3666" y="1478"/>
                  <a:pt x="3659" y="1477"/>
                  <a:pt x="3653" y="1471"/>
                </a:cubicBezTo>
                <a:cubicBezTo>
                  <a:pt x="3589" y="1424"/>
                  <a:pt x="3582" y="1422"/>
                  <a:pt x="3576" y="1417"/>
                </a:cubicBezTo>
                <a:cubicBezTo>
                  <a:pt x="3512" y="1356"/>
                  <a:pt x="3504" y="1353"/>
                  <a:pt x="3497" y="1347"/>
                </a:cubicBezTo>
                <a:cubicBezTo>
                  <a:pt x="3434" y="1269"/>
                  <a:pt x="3431" y="1265"/>
                  <a:pt x="3432" y="1261"/>
                </a:cubicBezTo>
                <a:cubicBezTo>
                  <a:pt x="3490" y="1320"/>
                  <a:pt x="3493" y="1321"/>
                  <a:pt x="3496" y="1320"/>
                </a:cubicBezTo>
                <a:cubicBezTo>
                  <a:pt x="3526" y="1349"/>
                  <a:pt x="3531" y="1358"/>
                  <a:pt x="3536" y="1362"/>
                </a:cubicBezTo>
                <a:cubicBezTo>
                  <a:pt x="3574" y="1397"/>
                  <a:pt x="3581" y="1398"/>
                  <a:pt x="3586" y="1405"/>
                </a:cubicBezTo>
                <a:cubicBezTo>
                  <a:pt x="3640" y="1440"/>
                  <a:pt x="3643" y="1443"/>
                  <a:pt x="3645" y="1448"/>
                </a:cubicBezTo>
                <a:cubicBezTo>
                  <a:pt x="3673" y="1473"/>
                  <a:pt x="3678" y="1469"/>
                  <a:pt x="3681" y="1471"/>
                </a:cubicBezTo>
                <a:cubicBezTo>
                  <a:pt x="3713" y="1487"/>
                  <a:pt x="3716" y="1501"/>
                  <a:pt x="3724" y="1499"/>
                </a:cubicBezTo>
                <a:cubicBezTo>
                  <a:pt x="3772" y="1524"/>
                  <a:pt x="3783" y="1533"/>
                  <a:pt x="3796" y="1534"/>
                </a:cubicBezTo>
                <a:cubicBezTo>
                  <a:pt x="3807" y="1534"/>
                  <a:pt x="3800" y="1533"/>
                  <a:pt x="3794" y="1527"/>
                </a:cubicBezTo>
                <a:cubicBezTo>
                  <a:pt x="3760" y="1515"/>
                  <a:pt x="3759" y="1505"/>
                  <a:pt x="3754" y="1509"/>
                </a:cubicBezTo>
                <a:cubicBezTo>
                  <a:pt x="3728" y="1498"/>
                  <a:pt x="3734" y="1492"/>
                  <a:pt x="3729" y="1493"/>
                </a:cubicBezTo>
                <a:cubicBezTo>
                  <a:pt x="3697" y="1467"/>
                  <a:pt x="3690" y="1476"/>
                  <a:pt x="3689" y="1467"/>
                </a:cubicBezTo>
                <a:cubicBezTo>
                  <a:pt x="3648" y="1438"/>
                  <a:pt x="3643" y="1437"/>
                  <a:pt x="3640" y="1429"/>
                </a:cubicBezTo>
                <a:cubicBezTo>
                  <a:pt x="3565" y="1379"/>
                  <a:pt x="3562" y="1371"/>
                  <a:pt x="3557" y="1370"/>
                </a:cubicBezTo>
                <a:cubicBezTo>
                  <a:pt x="3508" y="1322"/>
                  <a:pt x="3500" y="1312"/>
                  <a:pt x="3492" y="1303"/>
                </a:cubicBezTo>
                <a:cubicBezTo>
                  <a:pt x="3476" y="1289"/>
                  <a:pt x="3465" y="1285"/>
                  <a:pt x="3469" y="1278"/>
                </a:cubicBezTo>
                <a:cubicBezTo>
                  <a:pt x="3519" y="1313"/>
                  <a:pt x="3521" y="1321"/>
                  <a:pt x="3525" y="1319"/>
                </a:cubicBezTo>
                <a:cubicBezTo>
                  <a:pt x="3556" y="1344"/>
                  <a:pt x="3559" y="1347"/>
                  <a:pt x="3563" y="1347"/>
                </a:cubicBezTo>
                <a:cubicBezTo>
                  <a:pt x="3609" y="1374"/>
                  <a:pt x="3615" y="1384"/>
                  <a:pt x="3623" y="1384"/>
                </a:cubicBezTo>
                <a:cubicBezTo>
                  <a:pt x="3668" y="1413"/>
                  <a:pt x="3673" y="1420"/>
                  <a:pt x="3680" y="1422"/>
                </a:cubicBezTo>
                <a:cubicBezTo>
                  <a:pt x="3706" y="1438"/>
                  <a:pt x="3712" y="1443"/>
                  <a:pt x="3720" y="1444"/>
                </a:cubicBezTo>
                <a:cubicBezTo>
                  <a:pt x="3762" y="1470"/>
                  <a:pt x="3764" y="1478"/>
                  <a:pt x="3768" y="1476"/>
                </a:cubicBezTo>
                <a:cubicBezTo>
                  <a:pt x="3762" y="1471"/>
                  <a:pt x="3759" y="1466"/>
                  <a:pt x="3757" y="1461"/>
                </a:cubicBezTo>
                <a:cubicBezTo>
                  <a:pt x="3697" y="1429"/>
                  <a:pt x="3695" y="1419"/>
                  <a:pt x="3689" y="1420"/>
                </a:cubicBezTo>
                <a:cubicBezTo>
                  <a:pt x="3648" y="1395"/>
                  <a:pt x="3648" y="1394"/>
                  <a:pt x="3647" y="1392"/>
                </a:cubicBezTo>
                <a:cubicBezTo>
                  <a:pt x="3623" y="1371"/>
                  <a:pt x="3617" y="1377"/>
                  <a:pt x="3614" y="1370"/>
                </a:cubicBezTo>
                <a:cubicBezTo>
                  <a:pt x="3570" y="1344"/>
                  <a:pt x="3576" y="1338"/>
                  <a:pt x="3568" y="1342"/>
                </a:cubicBezTo>
                <a:cubicBezTo>
                  <a:pt x="3511" y="1303"/>
                  <a:pt x="3501" y="1291"/>
                  <a:pt x="3490" y="1285"/>
                </a:cubicBezTo>
                <a:cubicBezTo>
                  <a:pt x="3458" y="1254"/>
                  <a:pt x="3448" y="1254"/>
                  <a:pt x="3445" y="1245"/>
                </a:cubicBezTo>
                <a:cubicBezTo>
                  <a:pt x="3425" y="1230"/>
                  <a:pt x="3423" y="1227"/>
                  <a:pt x="3420" y="1226"/>
                </a:cubicBezTo>
                <a:cubicBezTo>
                  <a:pt x="3406" y="1202"/>
                  <a:pt x="3396" y="1204"/>
                  <a:pt x="3402" y="1199"/>
                </a:cubicBezTo>
                <a:cubicBezTo>
                  <a:pt x="3488" y="1263"/>
                  <a:pt x="3502" y="1269"/>
                  <a:pt x="3515" y="1276"/>
                </a:cubicBezTo>
                <a:cubicBezTo>
                  <a:pt x="3590" y="1319"/>
                  <a:pt x="3598" y="1326"/>
                  <a:pt x="3608" y="1330"/>
                </a:cubicBezTo>
                <a:cubicBezTo>
                  <a:pt x="3652" y="1363"/>
                  <a:pt x="3658" y="1360"/>
                  <a:pt x="3662" y="1367"/>
                </a:cubicBezTo>
                <a:cubicBezTo>
                  <a:pt x="3696" y="1396"/>
                  <a:pt x="3705" y="1402"/>
                  <a:pt x="3712" y="1412"/>
                </a:cubicBezTo>
                <a:cubicBezTo>
                  <a:pt x="3742" y="1439"/>
                  <a:pt x="3745" y="1445"/>
                  <a:pt x="3750" y="1448"/>
                </a:cubicBezTo>
                <a:cubicBezTo>
                  <a:pt x="3710" y="1400"/>
                  <a:pt x="3696" y="1387"/>
                  <a:pt x="3682" y="1372"/>
                </a:cubicBezTo>
                <a:cubicBezTo>
                  <a:pt x="3635" y="1319"/>
                  <a:pt x="3632" y="1314"/>
                  <a:pt x="3628" y="1313"/>
                </a:cubicBezTo>
                <a:cubicBezTo>
                  <a:pt x="3572" y="1267"/>
                  <a:pt x="3545" y="1249"/>
                  <a:pt x="3518" y="1230"/>
                </a:cubicBezTo>
                <a:cubicBezTo>
                  <a:pt x="3473" y="1209"/>
                  <a:pt x="3472" y="1198"/>
                  <a:pt x="3467" y="1203"/>
                </a:cubicBezTo>
                <a:cubicBezTo>
                  <a:pt x="3428" y="1181"/>
                  <a:pt x="3422" y="1174"/>
                  <a:pt x="3414" y="1173"/>
                </a:cubicBezTo>
                <a:cubicBezTo>
                  <a:pt x="3381" y="1146"/>
                  <a:pt x="3367" y="1135"/>
                  <a:pt x="3354" y="1125"/>
                </a:cubicBezTo>
                <a:cubicBezTo>
                  <a:pt x="3351" y="1113"/>
                  <a:pt x="3364" y="1118"/>
                  <a:pt x="3374" y="1127"/>
                </a:cubicBezTo>
                <a:cubicBezTo>
                  <a:pt x="3446" y="1170"/>
                  <a:pt x="3448" y="1171"/>
                  <a:pt x="3451" y="1170"/>
                </a:cubicBezTo>
                <a:cubicBezTo>
                  <a:pt x="3483" y="1191"/>
                  <a:pt x="3489" y="1192"/>
                  <a:pt x="3495" y="1195"/>
                </a:cubicBezTo>
                <a:cubicBezTo>
                  <a:pt x="3535" y="1210"/>
                  <a:pt x="3536" y="1218"/>
                  <a:pt x="3540" y="1215"/>
                </a:cubicBezTo>
                <a:cubicBezTo>
                  <a:pt x="3559" y="1230"/>
                  <a:pt x="3565" y="1220"/>
                  <a:pt x="3566" y="1228"/>
                </a:cubicBezTo>
                <a:cubicBezTo>
                  <a:pt x="3619" y="1240"/>
                  <a:pt x="3611" y="1246"/>
                  <a:pt x="3606" y="1241"/>
                </a:cubicBezTo>
                <a:cubicBezTo>
                  <a:pt x="3548" y="1214"/>
                  <a:pt x="3543" y="1208"/>
                  <a:pt x="3536" y="1209"/>
                </a:cubicBezTo>
                <a:cubicBezTo>
                  <a:pt x="3471" y="1175"/>
                  <a:pt x="3461" y="1165"/>
                  <a:pt x="3449" y="1161"/>
                </a:cubicBezTo>
                <a:cubicBezTo>
                  <a:pt x="3408" y="1139"/>
                  <a:pt x="3402" y="1137"/>
                  <a:pt x="3398" y="1130"/>
                </a:cubicBezTo>
                <a:cubicBezTo>
                  <a:pt x="3340" y="1089"/>
                  <a:pt x="3334" y="1084"/>
                  <a:pt x="3327" y="1077"/>
                </a:cubicBezTo>
                <a:cubicBezTo>
                  <a:pt x="3317" y="1064"/>
                  <a:pt x="3323" y="1067"/>
                  <a:pt x="3328" y="1074"/>
                </a:cubicBezTo>
                <a:cubicBezTo>
                  <a:pt x="3358" y="1090"/>
                  <a:pt x="3360" y="1098"/>
                  <a:pt x="3363" y="1098"/>
                </a:cubicBezTo>
                <a:cubicBezTo>
                  <a:pt x="3425" y="1134"/>
                  <a:pt x="3432" y="1139"/>
                  <a:pt x="3438" y="1142"/>
                </a:cubicBezTo>
                <a:cubicBezTo>
                  <a:pt x="3460" y="1158"/>
                  <a:pt x="3463" y="1159"/>
                  <a:pt x="3468" y="1156"/>
                </a:cubicBezTo>
                <a:cubicBezTo>
                  <a:pt x="3511" y="1180"/>
                  <a:pt x="3525" y="1185"/>
                  <a:pt x="3538" y="1192"/>
                </a:cubicBezTo>
                <a:cubicBezTo>
                  <a:pt x="3604" y="1225"/>
                  <a:pt x="3609" y="1234"/>
                  <a:pt x="3616" y="1235"/>
                </a:cubicBezTo>
                <a:cubicBezTo>
                  <a:pt x="3641" y="1254"/>
                  <a:pt x="3647" y="1261"/>
                  <a:pt x="3653" y="1266"/>
                </a:cubicBezTo>
                <a:cubicBezTo>
                  <a:pt x="3677" y="1288"/>
                  <a:pt x="3684" y="1291"/>
                  <a:pt x="3690" y="1296"/>
                </a:cubicBezTo>
                <a:cubicBezTo>
                  <a:pt x="3703" y="1302"/>
                  <a:pt x="3693" y="1298"/>
                  <a:pt x="3684" y="1286"/>
                </a:cubicBezTo>
                <a:cubicBezTo>
                  <a:pt x="3660" y="1267"/>
                  <a:pt x="3659" y="1260"/>
                  <a:pt x="3656" y="1261"/>
                </a:cubicBezTo>
                <a:cubicBezTo>
                  <a:pt x="3619" y="1228"/>
                  <a:pt x="3616" y="1229"/>
                  <a:pt x="3614" y="1225"/>
                </a:cubicBezTo>
                <a:cubicBezTo>
                  <a:pt x="3594" y="1204"/>
                  <a:pt x="3591" y="1205"/>
                  <a:pt x="3589" y="1201"/>
                </a:cubicBezTo>
                <a:cubicBezTo>
                  <a:pt x="3566" y="1181"/>
                  <a:pt x="3564" y="1176"/>
                  <a:pt x="3562" y="1173"/>
                </a:cubicBezTo>
                <a:cubicBezTo>
                  <a:pt x="3525" y="1143"/>
                  <a:pt x="3523" y="1142"/>
                  <a:pt x="3522" y="1141"/>
                </a:cubicBezTo>
                <a:cubicBezTo>
                  <a:pt x="3496" y="1126"/>
                  <a:pt x="3491" y="1125"/>
                  <a:pt x="3488" y="1120"/>
                </a:cubicBezTo>
                <a:cubicBezTo>
                  <a:pt x="3448" y="1095"/>
                  <a:pt x="3439" y="1087"/>
                  <a:pt x="3428" y="1082"/>
                </a:cubicBezTo>
                <a:cubicBezTo>
                  <a:pt x="3403" y="1070"/>
                  <a:pt x="3402" y="1063"/>
                  <a:pt x="3399" y="1064"/>
                </a:cubicBezTo>
                <a:cubicBezTo>
                  <a:pt x="3332" y="1024"/>
                  <a:pt x="3325" y="1028"/>
                  <a:pt x="3322" y="1020"/>
                </a:cubicBezTo>
                <a:cubicBezTo>
                  <a:pt x="3297" y="1005"/>
                  <a:pt x="3295" y="1003"/>
                  <a:pt x="3292" y="1002"/>
                </a:cubicBezTo>
                <a:cubicBezTo>
                  <a:pt x="3260" y="981"/>
                  <a:pt x="3258" y="977"/>
                  <a:pt x="3255" y="976"/>
                </a:cubicBezTo>
                <a:cubicBezTo>
                  <a:pt x="3231" y="953"/>
                  <a:pt x="3229" y="949"/>
                  <a:pt x="3227" y="946"/>
                </a:cubicBezTo>
                <a:cubicBezTo>
                  <a:pt x="3264" y="965"/>
                  <a:pt x="3274" y="976"/>
                  <a:pt x="3286" y="981"/>
                </a:cubicBezTo>
                <a:cubicBezTo>
                  <a:pt x="3328" y="1007"/>
                  <a:pt x="3340" y="1010"/>
                  <a:pt x="3351" y="1014"/>
                </a:cubicBezTo>
                <a:cubicBezTo>
                  <a:pt x="3379" y="1029"/>
                  <a:pt x="3382" y="1034"/>
                  <a:pt x="3385" y="1036"/>
                </a:cubicBezTo>
                <a:cubicBezTo>
                  <a:pt x="3416" y="1052"/>
                  <a:pt x="3425" y="1050"/>
                  <a:pt x="3431" y="1059"/>
                </a:cubicBezTo>
                <a:cubicBezTo>
                  <a:pt x="3502" y="1097"/>
                  <a:pt x="3503" y="1108"/>
                  <a:pt x="3507" y="1106"/>
                </a:cubicBezTo>
                <a:cubicBezTo>
                  <a:pt x="3543" y="1136"/>
                  <a:pt x="3545" y="1138"/>
                  <a:pt x="3548" y="1140"/>
                </a:cubicBezTo>
                <a:cubicBezTo>
                  <a:pt x="3574" y="1156"/>
                  <a:pt x="3573" y="1153"/>
                  <a:pt x="3571" y="1154"/>
                </a:cubicBezTo>
                <a:cubicBezTo>
                  <a:pt x="3558" y="1134"/>
                  <a:pt x="3548" y="1133"/>
                  <a:pt x="3546" y="1130"/>
                </a:cubicBezTo>
                <a:cubicBezTo>
                  <a:pt x="3518" y="1109"/>
                  <a:pt x="3511" y="1099"/>
                  <a:pt x="3503" y="1094"/>
                </a:cubicBezTo>
                <a:cubicBezTo>
                  <a:pt x="3453" y="1053"/>
                  <a:pt x="3451" y="1043"/>
                  <a:pt x="3445" y="1045"/>
                </a:cubicBezTo>
                <a:cubicBezTo>
                  <a:pt x="3417" y="1024"/>
                  <a:pt x="3413" y="1021"/>
                  <a:pt x="3410" y="1016"/>
                </a:cubicBezTo>
                <a:cubicBezTo>
                  <a:pt x="3358" y="980"/>
                  <a:pt x="3354" y="981"/>
                  <a:pt x="3351" y="976"/>
                </a:cubicBezTo>
                <a:cubicBezTo>
                  <a:pt x="3337" y="968"/>
                  <a:pt x="3333" y="968"/>
                  <a:pt x="3329" y="967"/>
                </a:cubicBezTo>
                <a:cubicBezTo>
                  <a:pt x="3294" y="946"/>
                  <a:pt x="3290" y="949"/>
                  <a:pt x="3288" y="941"/>
                </a:cubicBezTo>
                <a:cubicBezTo>
                  <a:pt x="3241" y="919"/>
                  <a:pt x="3237" y="920"/>
                  <a:pt x="3234" y="915"/>
                </a:cubicBezTo>
                <a:cubicBezTo>
                  <a:pt x="3205" y="900"/>
                  <a:pt x="3200" y="898"/>
                  <a:pt x="3195" y="899"/>
                </a:cubicBezTo>
                <a:cubicBezTo>
                  <a:pt x="3175" y="884"/>
                  <a:pt x="3172" y="884"/>
                  <a:pt x="3170" y="883"/>
                </a:cubicBezTo>
                <a:cubicBezTo>
                  <a:pt x="3195" y="875"/>
                  <a:pt x="3199" y="875"/>
                  <a:pt x="3203" y="875"/>
                </a:cubicBezTo>
                <a:cubicBezTo>
                  <a:pt x="3240" y="895"/>
                  <a:pt x="3246" y="887"/>
                  <a:pt x="3249" y="893"/>
                </a:cubicBezTo>
                <a:cubicBezTo>
                  <a:pt x="3288" y="904"/>
                  <a:pt x="3290" y="912"/>
                  <a:pt x="3294" y="910"/>
                </a:cubicBezTo>
                <a:cubicBezTo>
                  <a:pt x="3330" y="928"/>
                  <a:pt x="3331" y="930"/>
                  <a:pt x="3333" y="929"/>
                </a:cubicBezTo>
                <a:cubicBezTo>
                  <a:pt x="3357" y="941"/>
                  <a:pt x="3364" y="949"/>
                  <a:pt x="3372" y="951"/>
                </a:cubicBezTo>
                <a:cubicBezTo>
                  <a:pt x="3408" y="970"/>
                  <a:pt x="3410" y="979"/>
                  <a:pt x="3414" y="981"/>
                </a:cubicBezTo>
                <a:cubicBezTo>
                  <a:pt x="3449" y="1003"/>
                  <a:pt x="3451" y="1013"/>
                  <a:pt x="3456" y="1012"/>
                </a:cubicBezTo>
                <a:cubicBezTo>
                  <a:pt x="3489" y="1044"/>
                  <a:pt x="3492" y="1048"/>
                  <a:pt x="3497" y="1049"/>
                </a:cubicBezTo>
                <a:cubicBezTo>
                  <a:pt x="3401" y="963"/>
                  <a:pt x="3396" y="957"/>
                  <a:pt x="3390" y="954"/>
                </a:cubicBezTo>
                <a:cubicBezTo>
                  <a:pt x="3354" y="936"/>
                  <a:pt x="3353" y="929"/>
                  <a:pt x="3350" y="930"/>
                </a:cubicBezTo>
                <a:cubicBezTo>
                  <a:pt x="3324" y="912"/>
                  <a:pt x="3322" y="914"/>
                  <a:pt x="3321" y="914"/>
                </a:cubicBezTo>
                <a:cubicBezTo>
                  <a:pt x="3289" y="894"/>
                  <a:pt x="3285" y="896"/>
                  <a:pt x="3283" y="895"/>
                </a:cubicBezTo>
                <a:cubicBezTo>
                  <a:pt x="3251" y="882"/>
                  <a:pt x="3244" y="883"/>
                  <a:pt x="3238" y="879"/>
                </a:cubicBezTo>
                <a:cubicBezTo>
                  <a:pt x="3163" y="843"/>
                  <a:pt x="3156" y="848"/>
                  <a:pt x="3152" y="844"/>
                </a:cubicBezTo>
                <a:cubicBezTo>
                  <a:pt x="3129" y="824"/>
                  <a:pt x="3133" y="823"/>
                  <a:pt x="3136" y="829"/>
                </a:cubicBezTo>
                <a:cubicBezTo>
                  <a:pt x="3171" y="839"/>
                  <a:pt x="3173" y="840"/>
                  <a:pt x="3174" y="842"/>
                </a:cubicBezTo>
                <a:cubicBezTo>
                  <a:pt x="3201" y="845"/>
                  <a:pt x="3208" y="851"/>
                  <a:pt x="3217" y="851"/>
                </a:cubicBezTo>
                <a:cubicBezTo>
                  <a:pt x="3244" y="863"/>
                  <a:pt x="3252" y="861"/>
                  <a:pt x="3258" y="865"/>
                </a:cubicBezTo>
                <a:cubicBezTo>
                  <a:pt x="3312" y="888"/>
                  <a:pt x="3315" y="890"/>
                  <a:pt x="3319" y="891"/>
                </a:cubicBezTo>
                <a:cubicBezTo>
                  <a:pt x="3360" y="920"/>
                  <a:pt x="3365" y="916"/>
                  <a:pt x="3368" y="920"/>
                </a:cubicBezTo>
                <a:cubicBezTo>
                  <a:pt x="3374" y="912"/>
                  <a:pt x="3365" y="914"/>
                  <a:pt x="3358" y="907"/>
                </a:cubicBezTo>
                <a:cubicBezTo>
                  <a:pt x="3329" y="880"/>
                  <a:pt x="3319" y="883"/>
                  <a:pt x="3314" y="872"/>
                </a:cubicBezTo>
                <a:cubicBezTo>
                  <a:pt x="3285" y="856"/>
                  <a:pt x="3281" y="852"/>
                  <a:pt x="3276" y="850"/>
                </a:cubicBezTo>
                <a:cubicBezTo>
                  <a:pt x="3245" y="827"/>
                  <a:pt x="3239" y="825"/>
                  <a:pt x="3235" y="816"/>
                </a:cubicBezTo>
                <a:cubicBezTo>
                  <a:pt x="3182" y="776"/>
                  <a:pt x="3171" y="775"/>
                  <a:pt x="3161" y="768"/>
                </a:cubicBezTo>
                <a:cubicBezTo>
                  <a:pt x="3121" y="750"/>
                  <a:pt x="3110" y="747"/>
                  <a:pt x="3101" y="739"/>
                </a:cubicBezTo>
                <a:cubicBezTo>
                  <a:pt x="3052" y="714"/>
                  <a:pt x="3044" y="719"/>
                  <a:pt x="3040" y="714"/>
                </a:cubicBezTo>
                <a:cubicBezTo>
                  <a:pt x="3003" y="699"/>
                  <a:pt x="2998" y="697"/>
                  <a:pt x="2993" y="694"/>
                </a:cubicBezTo>
                <a:cubicBezTo>
                  <a:pt x="3002" y="688"/>
                  <a:pt x="3024" y="683"/>
                  <a:pt x="3048" y="671"/>
                </a:cubicBezTo>
                <a:cubicBezTo>
                  <a:pt x="3075" y="669"/>
                  <a:pt x="3083" y="661"/>
                  <a:pt x="3080" y="655"/>
                </a:cubicBezTo>
                <a:cubicBezTo>
                  <a:pt x="3030" y="667"/>
                  <a:pt x="3022" y="671"/>
                  <a:pt x="3014" y="674"/>
                </a:cubicBezTo>
                <a:cubicBezTo>
                  <a:pt x="3024" y="659"/>
                  <a:pt x="3033" y="668"/>
                  <a:pt x="3036" y="659"/>
                </a:cubicBezTo>
                <a:cubicBezTo>
                  <a:pt x="2993" y="660"/>
                  <a:pt x="2986" y="663"/>
                  <a:pt x="2980" y="666"/>
                </a:cubicBezTo>
                <a:cubicBezTo>
                  <a:pt x="2939" y="653"/>
                  <a:pt x="2932" y="657"/>
                  <a:pt x="2928" y="652"/>
                </a:cubicBezTo>
                <a:cubicBezTo>
                  <a:pt x="2898" y="634"/>
                  <a:pt x="2890" y="634"/>
                  <a:pt x="2883" y="626"/>
                </a:cubicBezTo>
                <a:cubicBezTo>
                  <a:pt x="2861" y="631"/>
                  <a:pt x="2869" y="634"/>
                  <a:pt x="2873" y="637"/>
                </a:cubicBezTo>
                <a:cubicBezTo>
                  <a:pt x="2898" y="653"/>
                  <a:pt x="2909" y="660"/>
                  <a:pt x="2918" y="668"/>
                </a:cubicBezTo>
                <a:cubicBezTo>
                  <a:pt x="2928" y="687"/>
                  <a:pt x="2934" y="689"/>
                  <a:pt x="2939" y="695"/>
                </a:cubicBezTo>
                <a:cubicBezTo>
                  <a:pt x="2944" y="721"/>
                  <a:pt x="2952" y="728"/>
                  <a:pt x="2948" y="731"/>
                </a:cubicBezTo>
                <a:cubicBezTo>
                  <a:pt x="2950" y="798"/>
                  <a:pt x="2944" y="807"/>
                  <a:pt x="2940" y="817"/>
                </a:cubicBezTo>
                <a:cubicBezTo>
                  <a:pt x="2938" y="837"/>
                  <a:pt x="2940" y="824"/>
                  <a:pt x="2950" y="820"/>
                </a:cubicBezTo>
                <a:cubicBezTo>
                  <a:pt x="2961" y="789"/>
                  <a:pt x="2962" y="779"/>
                  <a:pt x="2965" y="784"/>
                </a:cubicBezTo>
                <a:cubicBezTo>
                  <a:pt x="2967" y="814"/>
                  <a:pt x="2969" y="828"/>
                  <a:pt x="2968" y="842"/>
                </a:cubicBezTo>
                <a:cubicBezTo>
                  <a:pt x="2974" y="934"/>
                  <a:pt x="2982" y="943"/>
                  <a:pt x="2978" y="949"/>
                </a:cubicBezTo>
                <a:cubicBezTo>
                  <a:pt x="2990" y="987"/>
                  <a:pt x="2993" y="1001"/>
                  <a:pt x="2999" y="1016"/>
                </a:cubicBezTo>
                <a:cubicBezTo>
                  <a:pt x="3032" y="1065"/>
                  <a:pt x="3034" y="1074"/>
                  <a:pt x="3041" y="1085"/>
                </a:cubicBezTo>
                <a:cubicBezTo>
                  <a:pt x="3045" y="1117"/>
                  <a:pt x="3048" y="1125"/>
                  <a:pt x="3047" y="1133"/>
                </a:cubicBezTo>
                <a:cubicBezTo>
                  <a:pt x="3052" y="1173"/>
                  <a:pt x="3059" y="1185"/>
                  <a:pt x="3062" y="1183"/>
                </a:cubicBezTo>
                <a:cubicBezTo>
                  <a:pt x="3055" y="1114"/>
                  <a:pt x="3058" y="1119"/>
                  <a:pt x="3061" y="1120"/>
                </a:cubicBezTo>
                <a:cubicBezTo>
                  <a:pt x="3064" y="1132"/>
                  <a:pt x="3070" y="1142"/>
                  <a:pt x="3064" y="1148"/>
                </a:cubicBezTo>
                <a:cubicBezTo>
                  <a:pt x="3067" y="1182"/>
                  <a:pt x="3066" y="1190"/>
                  <a:pt x="3065" y="1197"/>
                </a:cubicBezTo>
                <a:cubicBezTo>
                  <a:pt x="3076" y="1282"/>
                  <a:pt x="3077" y="1290"/>
                  <a:pt x="3079" y="1299"/>
                </a:cubicBezTo>
                <a:cubicBezTo>
                  <a:pt x="3087" y="1310"/>
                  <a:pt x="3085" y="1298"/>
                  <a:pt x="3082" y="1286"/>
                </a:cubicBezTo>
                <a:cubicBezTo>
                  <a:pt x="3078" y="1227"/>
                  <a:pt x="3069" y="1205"/>
                  <a:pt x="3075" y="1186"/>
                </a:cubicBezTo>
                <a:cubicBezTo>
                  <a:pt x="3073" y="1135"/>
                  <a:pt x="3072" y="1130"/>
                  <a:pt x="3076" y="1125"/>
                </a:cubicBezTo>
                <a:cubicBezTo>
                  <a:pt x="3075" y="1028"/>
                  <a:pt x="3067" y="1020"/>
                  <a:pt x="3071" y="1016"/>
                </a:cubicBezTo>
                <a:cubicBezTo>
                  <a:pt x="3067" y="980"/>
                  <a:pt x="3066" y="975"/>
                  <a:pt x="3063" y="969"/>
                </a:cubicBezTo>
                <a:cubicBezTo>
                  <a:pt x="3057" y="926"/>
                  <a:pt x="3056" y="916"/>
                  <a:pt x="3054" y="905"/>
                </a:cubicBezTo>
                <a:cubicBezTo>
                  <a:pt x="3049" y="868"/>
                  <a:pt x="3041" y="861"/>
                  <a:pt x="3046" y="858"/>
                </a:cubicBezTo>
                <a:cubicBezTo>
                  <a:pt x="3031" y="797"/>
                  <a:pt x="3030" y="786"/>
                  <a:pt x="3022" y="773"/>
                </a:cubicBezTo>
                <a:cubicBezTo>
                  <a:pt x="3014" y="747"/>
                  <a:pt x="3011" y="747"/>
                  <a:pt x="3016" y="744"/>
                </a:cubicBezTo>
                <a:cubicBezTo>
                  <a:pt x="3050" y="839"/>
                  <a:pt x="3059" y="847"/>
                  <a:pt x="3056" y="852"/>
                </a:cubicBezTo>
                <a:cubicBezTo>
                  <a:pt x="3070" y="887"/>
                  <a:pt x="3065" y="889"/>
                  <a:pt x="3069" y="894"/>
                </a:cubicBezTo>
                <a:cubicBezTo>
                  <a:pt x="3084" y="974"/>
                  <a:pt x="3084" y="987"/>
                  <a:pt x="3087" y="1001"/>
                </a:cubicBezTo>
                <a:cubicBezTo>
                  <a:pt x="3086" y="1036"/>
                  <a:pt x="3093" y="1041"/>
                  <a:pt x="3089" y="1044"/>
                </a:cubicBezTo>
                <a:cubicBezTo>
                  <a:pt x="3093" y="1109"/>
                  <a:pt x="3094" y="1113"/>
                  <a:pt x="3092" y="1116"/>
                </a:cubicBezTo>
                <a:cubicBezTo>
                  <a:pt x="3094" y="1174"/>
                  <a:pt x="3095" y="1181"/>
                  <a:pt x="3095" y="1188"/>
                </a:cubicBezTo>
                <a:cubicBezTo>
                  <a:pt x="3102" y="1188"/>
                  <a:pt x="3095" y="1183"/>
                  <a:pt x="3099" y="1180"/>
                </a:cubicBezTo>
                <a:cubicBezTo>
                  <a:pt x="3098" y="1147"/>
                  <a:pt x="3098" y="1144"/>
                  <a:pt x="3101" y="1141"/>
                </a:cubicBezTo>
                <a:cubicBezTo>
                  <a:pt x="3103" y="1088"/>
                  <a:pt x="3096" y="1082"/>
                  <a:pt x="3099" y="1079"/>
                </a:cubicBezTo>
                <a:cubicBezTo>
                  <a:pt x="3102" y="1056"/>
                  <a:pt x="3097" y="1051"/>
                  <a:pt x="3103" y="1049"/>
                </a:cubicBezTo>
                <a:cubicBezTo>
                  <a:pt x="3108" y="1090"/>
                  <a:pt x="3111" y="1096"/>
                  <a:pt x="3108" y="1101"/>
                </a:cubicBezTo>
                <a:cubicBezTo>
                  <a:pt x="3109" y="1140"/>
                  <a:pt x="3116" y="1148"/>
                  <a:pt x="3110" y="1152"/>
                </a:cubicBezTo>
                <a:cubicBezTo>
                  <a:pt x="3112" y="1193"/>
                  <a:pt x="3113" y="1198"/>
                  <a:pt x="3112" y="1203"/>
                </a:cubicBezTo>
                <a:cubicBezTo>
                  <a:pt x="3115" y="1245"/>
                  <a:pt x="3109" y="1249"/>
                  <a:pt x="3112" y="1255"/>
                </a:cubicBezTo>
                <a:cubicBezTo>
                  <a:pt x="3109" y="1311"/>
                  <a:pt x="3117" y="1319"/>
                  <a:pt x="3115" y="1324"/>
                </a:cubicBezTo>
                <a:cubicBezTo>
                  <a:pt x="3117" y="1370"/>
                  <a:pt x="3120" y="1383"/>
                  <a:pt x="3117" y="1394"/>
                </a:cubicBezTo>
                <a:cubicBezTo>
                  <a:pt x="3127" y="1414"/>
                  <a:pt x="3128" y="1401"/>
                  <a:pt x="3121" y="1387"/>
                </a:cubicBezTo>
                <a:cubicBezTo>
                  <a:pt x="3122" y="1355"/>
                  <a:pt x="3121" y="1352"/>
                  <a:pt x="3124" y="1349"/>
                </a:cubicBezTo>
                <a:cubicBezTo>
                  <a:pt x="3129" y="1294"/>
                  <a:pt x="3130" y="1292"/>
                  <a:pt x="3132" y="1290"/>
                </a:cubicBezTo>
                <a:cubicBezTo>
                  <a:pt x="3132" y="1271"/>
                  <a:pt x="3133" y="1275"/>
                  <a:pt x="3136" y="1274"/>
                </a:cubicBezTo>
                <a:cubicBezTo>
                  <a:pt x="3145" y="1244"/>
                  <a:pt x="3144" y="1234"/>
                  <a:pt x="3149" y="1226"/>
                </a:cubicBezTo>
                <a:cubicBezTo>
                  <a:pt x="3150" y="1183"/>
                  <a:pt x="3156" y="1181"/>
                  <a:pt x="3152" y="1178"/>
                </a:cubicBezTo>
                <a:cubicBezTo>
                  <a:pt x="3155" y="1141"/>
                  <a:pt x="3153" y="1134"/>
                  <a:pt x="3157" y="1128"/>
                </a:cubicBezTo>
                <a:cubicBezTo>
                  <a:pt x="3158" y="1062"/>
                  <a:pt x="3159" y="1055"/>
                  <a:pt x="3157" y="1049"/>
                </a:cubicBezTo>
                <a:cubicBezTo>
                  <a:pt x="3160" y="982"/>
                  <a:pt x="3153" y="974"/>
                  <a:pt x="3155" y="968"/>
                </a:cubicBezTo>
                <a:cubicBezTo>
                  <a:pt x="3145" y="922"/>
                  <a:pt x="3151" y="920"/>
                  <a:pt x="3150" y="916"/>
                </a:cubicBezTo>
                <a:cubicBezTo>
                  <a:pt x="3147" y="883"/>
                  <a:pt x="3153" y="880"/>
                  <a:pt x="3156" y="888"/>
                </a:cubicBezTo>
                <a:cubicBezTo>
                  <a:pt x="3165" y="928"/>
                  <a:pt x="3166" y="926"/>
                  <a:pt x="3169" y="935"/>
                </a:cubicBezTo>
                <a:cubicBezTo>
                  <a:pt x="3187" y="1039"/>
                  <a:pt x="3186" y="1046"/>
                  <a:pt x="3189" y="1055"/>
                </a:cubicBezTo>
                <a:cubicBezTo>
                  <a:pt x="3185" y="1114"/>
                  <a:pt x="3188" y="1123"/>
                  <a:pt x="3185" y="1131"/>
                </a:cubicBezTo>
                <a:cubicBezTo>
                  <a:pt x="3179" y="1213"/>
                  <a:pt x="3173" y="1220"/>
                  <a:pt x="3176" y="1229"/>
                </a:cubicBezTo>
                <a:cubicBezTo>
                  <a:pt x="3163" y="1280"/>
                  <a:pt x="3160" y="1284"/>
                  <a:pt x="3163" y="1289"/>
                </a:cubicBezTo>
                <a:cubicBezTo>
                  <a:pt x="3153" y="1341"/>
                  <a:pt x="3148" y="1356"/>
                  <a:pt x="3149" y="1373"/>
                </a:cubicBezTo>
                <a:cubicBezTo>
                  <a:pt x="3151" y="1417"/>
                  <a:pt x="3144" y="1420"/>
                  <a:pt x="3149" y="1425"/>
                </a:cubicBezTo>
                <a:cubicBezTo>
                  <a:pt x="3155" y="1378"/>
                  <a:pt x="3156" y="1367"/>
                  <a:pt x="3154" y="1354"/>
                </a:cubicBezTo>
                <a:cubicBezTo>
                  <a:pt x="3165" y="1316"/>
                  <a:pt x="3166" y="1311"/>
                  <a:pt x="3167" y="1305"/>
                </a:cubicBezTo>
                <a:cubicBezTo>
                  <a:pt x="3176" y="1270"/>
                  <a:pt x="3175" y="1267"/>
                  <a:pt x="3177" y="1264"/>
                </a:cubicBezTo>
                <a:cubicBezTo>
                  <a:pt x="3187" y="1210"/>
                  <a:pt x="3189" y="1199"/>
                  <a:pt x="3191" y="1188"/>
                </a:cubicBezTo>
                <a:cubicBezTo>
                  <a:pt x="3195" y="1149"/>
                  <a:pt x="3193" y="1142"/>
                  <a:pt x="3194" y="1137"/>
                </a:cubicBezTo>
                <a:cubicBezTo>
                  <a:pt x="3196" y="1100"/>
                  <a:pt x="3196" y="1097"/>
                  <a:pt x="3197" y="1094"/>
                </a:cubicBezTo>
                <a:cubicBezTo>
                  <a:pt x="3195" y="1071"/>
                  <a:pt x="3197" y="1069"/>
                  <a:pt x="3195" y="1066"/>
                </a:cubicBezTo>
                <a:cubicBezTo>
                  <a:pt x="3196" y="1014"/>
                  <a:pt x="3190" y="1009"/>
                  <a:pt x="3193" y="1006"/>
                </a:cubicBezTo>
                <a:cubicBezTo>
                  <a:pt x="3187" y="970"/>
                  <a:pt x="3186" y="957"/>
                  <a:pt x="3181" y="942"/>
                </a:cubicBezTo>
                <a:cubicBezTo>
                  <a:pt x="3172" y="905"/>
                  <a:pt x="3165" y="899"/>
                  <a:pt x="3169" y="897"/>
                </a:cubicBezTo>
                <a:cubicBezTo>
                  <a:pt x="3193" y="936"/>
                  <a:pt x="3197" y="938"/>
                  <a:pt x="3200" y="945"/>
                </a:cubicBezTo>
                <a:cubicBezTo>
                  <a:pt x="3205" y="988"/>
                  <a:pt x="3213" y="1001"/>
                  <a:pt x="3210" y="1011"/>
                </a:cubicBezTo>
                <a:cubicBezTo>
                  <a:pt x="3216" y="1080"/>
                  <a:pt x="3212" y="1084"/>
                  <a:pt x="3217" y="1091"/>
                </a:cubicBezTo>
                <a:cubicBezTo>
                  <a:pt x="3214" y="1126"/>
                  <a:pt x="3219" y="1133"/>
                  <a:pt x="3217" y="1138"/>
                </a:cubicBezTo>
                <a:cubicBezTo>
                  <a:pt x="3206" y="1258"/>
                  <a:pt x="3194" y="1263"/>
                  <a:pt x="3198" y="1272"/>
                </a:cubicBezTo>
                <a:cubicBezTo>
                  <a:pt x="3179" y="1351"/>
                  <a:pt x="3173" y="1358"/>
                  <a:pt x="3172" y="1366"/>
                </a:cubicBezTo>
                <a:cubicBezTo>
                  <a:pt x="3163" y="1392"/>
                  <a:pt x="3160" y="1394"/>
                  <a:pt x="3160" y="1397"/>
                </a:cubicBezTo>
                <a:cubicBezTo>
                  <a:pt x="3154" y="1428"/>
                  <a:pt x="3159" y="1432"/>
                  <a:pt x="3153" y="1434"/>
                </a:cubicBezTo>
                <a:cubicBezTo>
                  <a:pt x="3150" y="1467"/>
                  <a:pt x="3150" y="1472"/>
                  <a:pt x="3147" y="1475"/>
                </a:cubicBezTo>
                <a:cubicBezTo>
                  <a:pt x="3151" y="1507"/>
                  <a:pt x="3154" y="1515"/>
                  <a:pt x="3160" y="1512"/>
                </a:cubicBezTo>
                <a:cubicBezTo>
                  <a:pt x="3159" y="1447"/>
                  <a:pt x="3165" y="1441"/>
                  <a:pt x="3164" y="1433"/>
                </a:cubicBezTo>
                <a:cubicBezTo>
                  <a:pt x="3173" y="1372"/>
                  <a:pt x="3184" y="1371"/>
                  <a:pt x="3180" y="1366"/>
                </a:cubicBezTo>
                <a:cubicBezTo>
                  <a:pt x="3201" y="1314"/>
                  <a:pt x="3194" y="1304"/>
                  <a:pt x="3201" y="1297"/>
                </a:cubicBezTo>
                <a:cubicBezTo>
                  <a:pt x="3225" y="1182"/>
                  <a:pt x="3222" y="1176"/>
                  <a:pt x="3225" y="1171"/>
                </a:cubicBezTo>
                <a:cubicBezTo>
                  <a:pt x="3228" y="1123"/>
                  <a:pt x="3230" y="1121"/>
                  <a:pt x="3227" y="1118"/>
                </a:cubicBezTo>
                <a:cubicBezTo>
                  <a:pt x="3225" y="1065"/>
                  <a:pt x="3224" y="1055"/>
                  <a:pt x="3223" y="1044"/>
                </a:cubicBezTo>
                <a:cubicBezTo>
                  <a:pt x="3215" y="989"/>
                  <a:pt x="3220" y="986"/>
                  <a:pt x="3216" y="979"/>
                </a:cubicBezTo>
                <a:cubicBezTo>
                  <a:pt x="3216" y="948"/>
                  <a:pt x="3217" y="958"/>
                  <a:pt x="3221" y="955"/>
                </a:cubicBezTo>
                <a:cubicBezTo>
                  <a:pt x="3228" y="1001"/>
                  <a:pt x="3229" y="1009"/>
                  <a:pt x="3230" y="1018"/>
                </a:cubicBezTo>
                <a:cubicBezTo>
                  <a:pt x="3236" y="1076"/>
                  <a:pt x="3243" y="1086"/>
                  <a:pt x="3241" y="1094"/>
                </a:cubicBezTo>
                <a:cubicBezTo>
                  <a:pt x="3239" y="1134"/>
                  <a:pt x="3241" y="1139"/>
                  <a:pt x="3245" y="1144"/>
                </a:cubicBezTo>
                <a:cubicBezTo>
                  <a:pt x="3236" y="1237"/>
                  <a:pt x="3231" y="1250"/>
                  <a:pt x="3231" y="1264"/>
                </a:cubicBezTo>
                <a:cubicBezTo>
                  <a:pt x="3225" y="1290"/>
                  <a:pt x="3224" y="1296"/>
                  <a:pt x="3220" y="1302"/>
                </a:cubicBezTo>
                <a:cubicBezTo>
                  <a:pt x="3214" y="1328"/>
                  <a:pt x="3216" y="1336"/>
                  <a:pt x="3213" y="1342"/>
                </a:cubicBezTo>
                <a:cubicBezTo>
                  <a:pt x="3207" y="1365"/>
                  <a:pt x="3199" y="1366"/>
                  <a:pt x="3202" y="1370"/>
                </a:cubicBezTo>
                <a:cubicBezTo>
                  <a:pt x="3194" y="1393"/>
                  <a:pt x="3193" y="1396"/>
                  <a:pt x="3191" y="1399"/>
                </a:cubicBezTo>
                <a:cubicBezTo>
                  <a:pt x="3182" y="1431"/>
                  <a:pt x="3186" y="1436"/>
                  <a:pt x="3180" y="1438"/>
                </a:cubicBezTo>
                <a:cubicBezTo>
                  <a:pt x="3184" y="1446"/>
                  <a:pt x="3192" y="1438"/>
                  <a:pt x="3188" y="1427"/>
                </a:cubicBezTo>
                <a:cubicBezTo>
                  <a:pt x="3201" y="1389"/>
                  <a:pt x="3204" y="1380"/>
                  <a:pt x="3210" y="1371"/>
                </a:cubicBezTo>
                <a:cubicBezTo>
                  <a:pt x="3234" y="1306"/>
                  <a:pt x="3232" y="1295"/>
                  <a:pt x="3235" y="1286"/>
                </a:cubicBezTo>
                <a:cubicBezTo>
                  <a:pt x="3246" y="1236"/>
                  <a:pt x="3245" y="1231"/>
                  <a:pt x="3245" y="1226"/>
                </a:cubicBezTo>
                <a:cubicBezTo>
                  <a:pt x="3252" y="1156"/>
                  <a:pt x="3254" y="1146"/>
                  <a:pt x="3251" y="1135"/>
                </a:cubicBezTo>
                <a:cubicBezTo>
                  <a:pt x="3253" y="1084"/>
                  <a:pt x="3246" y="1062"/>
                  <a:pt x="3243" y="1041"/>
                </a:cubicBezTo>
                <a:cubicBezTo>
                  <a:pt x="3240" y="998"/>
                  <a:pt x="3234" y="986"/>
                  <a:pt x="3236" y="976"/>
                </a:cubicBezTo>
                <a:cubicBezTo>
                  <a:pt x="3253" y="1016"/>
                  <a:pt x="3250" y="1025"/>
                  <a:pt x="3251" y="1036"/>
                </a:cubicBezTo>
                <a:cubicBezTo>
                  <a:pt x="3259" y="1058"/>
                  <a:pt x="3260" y="1059"/>
                  <a:pt x="3260" y="1061"/>
                </a:cubicBezTo>
                <a:cubicBezTo>
                  <a:pt x="3265" y="1094"/>
                  <a:pt x="3262" y="1098"/>
                  <a:pt x="3263" y="1103"/>
                </a:cubicBezTo>
                <a:cubicBezTo>
                  <a:pt x="3267" y="1125"/>
                  <a:pt x="3264" y="1130"/>
                  <a:pt x="3264" y="1135"/>
                </a:cubicBezTo>
                <a:cubicBezTo>
                  <a:pt x="3265" y="1184"/>
                  <a:pt x="3263" y="1186"/>
                  <a:pt x="3262" y="1188"/>
                </a:cubicBezTo>
                <a:cubicBezTo>
                  <a:pt x="3264" y="1224"/>
                  <a:pt x="3258" y="1233"/>
                  <a:pt x="3261" y="1244"/>
                </a:cubicBezTo>
                <a:cubicBezTo>
                  <a:pt x="3258" y="1295"/>
                  <a:pt x="3252" y="1299"/>
                  <a:pt x="3248" y="1303"/>
                </a:cubicBezTo>
                <a:cubicBezTo>
                  <a:pt x="3248" y="1327"/>
                  <a:pt x="3244" y="1332"/>
                  <a:pt x="3247" y="1339"/>
                </a:cubicBezTo>
                <a:cubicBezTo>
                  <a:pt x="3235" y="1378"/>
                  <a:pt x="3233" y="1384"/>
                  <a:pt x="3235" y="1390"/>
                </a:cubicBezTo>
                <a:cubicBezTo>
                  <a:pt x="3220" y="1427"/>
                  <a:pt x="3219" y="1429"/>
                  <a:pt x="3218" y="1432"/>
                </a:cubicBezTo>
                <a:cubicBezTo>
                  <a:pt x="3202" y="1481"/>
                  <a:pt x="3197" y="1486"/>
                  <a:pt x="3198" y="1493"/>
                </a:cubicBezTo>
                <a:cubicBezTo>
                  <a:pt x="3188" y="1549"/>
                  <a:pt x="3188" y="1552"/>
                  <a:pt x="3190" y="1555"/>
                </a:cubicBezTo>
                <a:cubicBezTo>
                  <a:pt x="3191" y="1578"/>
                  <a:pt x="3185" y="1580"/>
                  <a:pt x="3187" y="1584"/>
                </a:cubicBezTo>
                <a:cubicBezTo>
                  <a:pt x="3198" y="1539"/>
                  <a:pt x="3196" y="1531"/>
                  <a:pt x="3200" y="1525"/>
                </a:cubicBezTo>
                <a:cubicBezTo>
                  <a:pt x="3215" y="1451"/>
                  <a:pt x="3233" y="1424"/>
                  <a:pt x="3240" y="1395"/>
                </a:cubicBezTo>
                <a:cubicBezTo>
                  <a:pt x="3242" y="1369"/>
                  <a:pt x="3253" y="1367"/>
                  <a:pt x="3249" y="1362"/>
                </a:cubicBezTo>
                <a:cubicBezTo>
                  <a:pt x="3258" y="1328"/>
                  <a:pt x="3257" y="1326"/>
                  <a:pt x="3258" y="1325"/>
                </a:cubicBezTo>
                <a:cubicBezTo>
                  <a:pt x="3263" y="1299"/>
                  <a:pt x="3264" y="1292"/>
                  <a:pt x="3265" y="1285"/>
                </a:cubicBezTo>
                <a:cubicBezTo>
                  <a:pt x="3273" y="1232"/>
                  <a:pt x="3267" y="1222"/>
                  <a:pt x="3275" y="1216"/>
                </a:cubicBezTo>
                <a:cubicBezTo>
                  <a:pt x="3273" y="1181"/>
                  <a:pt x="3272" y="1177"/>
                  <a:pt x="3275" y="1173"/>
                </a:cubicBezTo>
                <a:cubicBezTo>
                  <a:pt x="3271" y="1142"/>
                  <a:pt x="3276" y="1139"/>
                  <a:pt x="3275" y="1135"/>
                </a:cubicBezTo>
                <a:cubicBezTo>
                  <a:pt x="3275" y="1115"/>
                  <a:pt x="3277" y="1113"/>
                  <a:pt x="3275" y="1110"/>
                </a:cubicBezTo>
                <a:cubicBezTo>
                  <a:pt x="3266" y="1042"/>
                  <a:pt x="3265" y="1039"/>
                  <a:pt x="3265" y="1036"/>
                </a:cubicBezTo>
                <a:cubicBezTo>
                  <a:pt x="3265" y="1022"/>
                  <a:pt x="3274" y="1018"/>
                  <a:pt x="3279" y="1031"/>
                </a:cubicBezTo>
                <a:cubicBezTo>
                  <a:pt x="3283" y="1112"/>
                  <a:pt x="3292" y="1110"/>
                  <a:pt x="3289" y="1116"/>
                </a:cubicBezTo>
                <a:cubicBezTo>
                  <a:pt x="3295" y="1149"/>
                  <a:pt x="3288" y="1153"/>
                  <a:pt x="3292" y="1160"/>
                </a:cubicBezTo>
                <a:cubicBezTo>
                  <a:pt x="3290" y="1231"/>
                  <a:pt x="3294" y="1237"/>
                  <a:pt x="3293" y="1242"/>
                </a:cubicBezTo>
                <a:cubicBezTo>
                  <a:pt x="3292" y="1281"/>
                  <a:pt x="3291" y="1286"/>
                  <a:pt x="3288" y="1291"/>
                </a:cubicBezTo>
                <a:cubicBezTo>
                  <a:pt x="3287" y="1318"/>
                  <a:pt x="3281" y="1319"/>
                  <a:pt x="3284" y="1323"/>
                </a:cubicBezTo>
                <a:cubicBezTo>
                  <a:pt x="3273" y="1372"/>
                  <a:pt x="3269" y="1374"/>
                  <a:pt x="3268" y="1376"/>
                </a:cubicBezTo>
                <a:cubicBezTo>
                  <a:pt x="3258" y="1401"/>
                  <a:pt x="3267" y="1409"/>
                  <a:pt x="3258" y="1412"/>
                </a:cubicBezTo>
                <a:cubicBezTo>
                  <a:pt x="3246" y="1448"/>
                  <a:pt x="3240" y="1456"/>
                  <a:pt x="3240" y="1466"/>
                </a:cubicBezTo>
                <a:cubicBezTo>
                  <a:pt x="3232" y="1498"/>
                  <a:pt x="3226" y="1501"/>
                  <a:pt x="3224" y="1505"/>
                </a:cubicBezTo>
                <a:cubicBezTo>
                  <a:pt x="3214" y="1537"/>
                  <a:pt x="3214" y="1542"/>
                  <a:pt x="3213" y="1547"/>
                </a:cubicBezTo>
                <a:cubicBezTo>
                  <a:pt x="3210" y="1570"/>
                  <a:pt x="3207" y="1572"/>
                  <a:pt x="3207" y="1575"/>
                </a:cubicBezTo>
                <a:cubicBezTo>
                  <a:pt x="3206" y="1587"/>
                  <a:pt x="3213" y="1574"/>
                  <a:pt x="3217" y="1559"/>
                </a:cubicBezTo>
                <a:cubicBezTo>
                  <a:pt x="3226" y="1523"/>
                  <a:pt x="3228" y="1522"/>
                  <a:pt x="3227" y="1520"/>
                </a:cubicBezTo>
                <a:cubicBezTo>
                  <a:pt x="3236" y="1499"/>
                  <a:pt x="3235" y="1495"/>
                  <a:pt x="3238" y="1492"/>
                </a:cubicBezTo>
                <a:cubicBezTo>
                  <a:pt x="3249" y="1462"/>
                  <a:pt x="3251" y="1454"/>
                  <a:pt x="3254" y="1447"/>
                </a:cubicBezTo>
                <a:cubicBezTo>
                  <a:pt x="3266" y="1434"/>
                  <a:pt x="3259" y="1428"/>
                  <a:pt x="3267" y="1426"/>
                </a:cubicBezTo>
                <a:cubicBezTo>
                  <a:pt x="3291" y="1328"/>
                  <a:pt x="3293" y="1319"/>
                  <a:pt x="3295" y="1309"/>
                </a:cubicBezTo>
                <a:cubicBezTo>
                  <a:pt x="3295" y="1272"/>
                  <a:pt x="3304" y="1270"/>
                  <a:pt x="3299" y="1263"/>
                </a:cubicBezTo>
                <a:cubicBezTo>
                  <a:pt x="3300" y="1227"/>
                  <a:pt x="3303" y="1222"/>
                  <a:pt x="3300" y="1216"/>
                </a:cubicBezTo>
                <a:cubicBezTo>
                  <a:pt x="3306" y="1096"/>
                  <a:pt x="3289" y="1092"/>
                  <a:pt x="3296" y="1084"/>
                </a:cubicBezTo>
                <a:cubicBezTo>
                  <a:pt x="3307" y="1085"/>
                  <a:pt x="3304" y="1080"/>
                  <a:pt x="3302" y="1086"/>
                </a:cubicBezTo>
                <a:cubicBezTo>
                  <a:pt x="3316" y="1116"/>
                  <a:pt x="3310" y="1118"/>
                  <a:pt x="3315" y="1123"/>
                </a:cubicBezTo>
                <a:cubicBezTo>
                  <a:pt x="3320" y="1188"/>
                  <a:pt x="3309" y="1192"/>
                  <a:pt x="3315" y="1199"/>
                </a:cubicBezTo>
                <a:cubicBezTo>
                  <a:pt x="3308" y="1229"/>
                  <a:pt x="3313" y="1234"/>
                  <a:pt x="3311" y="1237"/>
                </a:cubicBezTo>
                <a:cubicBezTo>
                  <a:pt x="3302" y="1311"/>
                  <a:pt x="3307" y="1327"/>
                  <a:pt x="3302" y="1340"/>
                </a:cubicBezTo>
                <a:cubicBezTo>
                  <a:pt x="3290" y="1405"/>
                  <a:pt x="3289" y="1408"/>
                  <a:pt x="3288" y="1411"/>
                </a:cubicBezTo>
                <a:cubicBezTo>
                  <a:pt x="3277" y="1471"/>
                  <a:pt x="3275" y="1477"/>
                  <a:pt x="3272" y="1483"/>
                </a:cubicBezTo>
                <a:cubicBezTo>
                  <a:pt x="3265" y="1511"/>
                  <a:pt x="3263" y="1517"/>
                  <a:pt x="3263" y="1524"/>
                </a:cubicBezTo>
                <a:cubicBezTo>
                  <a:pt x="3248" y="1557"/>
                  <a:pt x="3247" y="1560"/>
                  <a:pt x="3250" y="1564"/>
                </a:cubicBezTo>
                <a:cubicBezTo>
                  <a:pt x="3251" y="1572"/>
                  <a:pt x="3252" y="1561"/>
                  <a:pt x="3259" y="1551"/>
                </a:cubicBezTo>
                <a:cubicBezTo>
                  <a:pt x="3271" y="1525"/>
                  <a:pt x="3265" y="1520"/>
                  <a:pt x="3270" y="1518"/>
                </a:cubicBezTo>
                <a:cubicBezTo>
                  <a:pt x="3282" y="1472"/>
                  <a:pt x="3288" y="1462"/>
                  <a:pt x="3291" y="1450"/>
                </a:cubicBezTo>
                <a:cubicBezTo>
                  <a:pt x="3301" y="1403"/>
                  <a:pt x="3302" y="1399"/>
                  <a:pt x="3301" y="1396"/>
                </a:cubicBezTo>
                <a:cubicBezTo>
                  <a:pt x="3305" y="1383"/>
                  <a:pt x="3304" y="1381"/>
                  <a:pt x="3306" y="1379"/>
                </a:cubicBezTo>
                <a:cubicBezTo>
                  <a:pt x="3314" y="1359"/>
                  <a:pt x="3308" y="1354"/>
                  <a:pt x="3311" y="1352"/>
                </a:cubicBezTo>
                <a:cubicBezTo>
                  <a:pt x="3312" y="1308"/>
                  <a:pt x="3320" y="1302"/>
                  <a:pt x="3317" y="1294"/>
                </a:cubicBezTo>
                <a:cubicBezTo>
                  <a:pt x="3325" y="1246"/>
                  <a:pt x="3318" y="1237"/>
                  <a:pt x="3322" y="1231"/>
                </a:cubicBezTo>
                <a:cubicBezTo>
                  <a:pt x="3327" y="1166"/>
                  <a:pt x="3326" y="1162"/>
                  <a:pt x="3324" y="1158"/>
                </a:cubicBezTo>
                <a:cubicBezTo>
                  <a:pt x="3326" y="1124"/>
                  <a:pt x="3320" y="1119"/>
                  <a:pt x="3325" y="1117"/>
                </a:cubicBezTo>
                <a:cubicBezTo>
                  <a:pt x="3331" y="1117"/>
                  <a:pt x="3335" y="1124"/>
                  <a:pt x="3339" y="1131"/>
                </a:cubicBezTo>
                <a:cubicBezTo>
                  <a:pt x="3344" y="1190"/>
                  <a:pt x="3346" y="1195"/>
                  <a:pt x="3344" y="1199"/>
                </a:cubicBezTo>
                <a:cubicBezTo>
                  <a:pt x="3344" y="1229"/>
                  <a:pt x="3347" y="1235"/>
                  <a:pt x="3346" y="1239"/>
                </a:cubicBezTo>
                <a:cubicBezTo>
                  <a:pt x="3345" y="1262"/>
                  <a:pt x="3347" y="1265"/>
                  <a:pt x="3348" y="1268"/>
                </a:cubicBezTo>
                <a:cubicBezTo>
                  <a:pt x="3344" y="1292"/>
                  <a:pt x="3342" y="1299"/>
                  <a:pt x="3340" y="1305"/>
                </a:cubicBezTo>
                <a:cubicBezTo>
                  <a:pt x="3337" y="1369"/>
                  <a:pt x="3330" y="1371"/>
                  <a:pt x="3330" y="1374"/>
                </a:cubicBezTo>
                <a:cubicBezTo>
                  <a:pt x="3325" y="1397"/>
                  <a:pt x="3324" y="1400"/>
                  <a:pt x="3325" y="1404"/>
                </a:cubicBezTo>
                <a:cubicBezTo>
                  <a:pt x="3316" y="1437"/>
                  <a:pt x="3315" y="1438"/>
                  <a:pt x="3314" y="1443"/>
                </a:cubicBezTo>
                <a:cubicBezTo>
                  <a:pt x="3305" y="1465"/>
                  <a:pt x="3312" y="1470"/>
                  <a:pt x="3306" y="1472"/>
                </a:cubicBezTo>
                <a:cubicBezTo>
                  <a:pt x="3300" y="1507"/>
                  <a:pt x="3299" y="1510"/>
                  <a:pt x="3297" y="1513"/>
                </a:cubicBezTo>
                <a:cubicBezTo>
                  <a:pt x="3293" y="1537"/>
                  <a:pt x="3285" y="1538"/>
                  <a:pt x="3290" y="1544"/>
                </a:cubicBezTo>
                <a:cubicBezTo>
                  <a:pt x="3287" y="1572"/>
                  <a:pt x="3276" y="1576"/>
                  <a:pt x="3281" y="1585"/>
                </a:cubicBezTo>
                <a:cubicBezTo>
                  <a:pt x="3277" y="1633"/>
                  <a:pt x="3271" y="1638"/>
                  <a:pt x="3275" y="1646"/>
                </a:cubicBezTo>
                <a:cubicBezTo>
                  <a:pt x="3268" y="1674"/>
                  <a:pt x="3272" y="1682"/>
                  <a:pt x="3268" y="1688"/>
                </a:cubicBezTo>
                <a:cubicBezTo>
                  <a:pt x="3263" y="1723"/>
                  <a:pt x="3269" y="1728"/>
                  <a:pt x="3266" y="1730"/>
                </a:cubicBezTo>
                <a:cubicBezTo>
                  <a:pt x="3271" y="1746"/>
                  <a:pt x="3274" y="1743"/>
                  <a:pt x="3269" y="1737"/>
                </a:cubicBezTo>
                <a:cubicBezTo>
                  <a:pt x="3272" y="1680"/>
                  <a:pt x="3280" y="1672"/>
                  <a:pt x="3278" y="1661"/>
                </a:cubicBezTo>
                <a:cubicBezTo>
                  <a:pt x="3282" y="1626"/>
                  <a:pt x="3284" y="1622"/>
                  <a:pt x="3283" y="1617"/>
                </a:cubicBezTo>
                <a:cubicBezTo>
                  <a:pt x="3289" y="1561"/>
                  <a:pt x="3298" y="1553"/>
                  <a:pt x="3298" y="1543"/>
                </a:cubicBezTo>
                <a:cubicBezTo>
                  <a:pt x="3308" y="1499"/>
                  <a:pt x="3315" y="1485"/>
                  <a:pt x="3316" y="1469"/>
                </a:cubicBezTo>
                <a:cubicBezTo>
                  <a:pt x="3325" y="1431"/>
                  <a:pt x="3330" y="1428"/>
                  <a:pt x="3331" y="1425"/>
                </a:cubicBezTo>
                <a:cubicBezTo>
                  <a:pt x="3340" y="1376"/>
                  <a:pt x="3345" y="1373"/>
                  <a:pt x="3343" y="1369"/>
                </a:cubicBezTo>
                <a:cubicBezTo>
                  <a:pt x="3349" y="1326"/>
                  <a:pt x="3347" y="1318"/>
                  <a:pt x="3352" y="1312"/>
                </a:cubicBezTo>
                <a:cubicBezTo>
                  <a:pt x="3355" y="1256"/>
                  <a:pt x="3358" y="1249"/>
                  <a:pt x="3354" y="1240"/>
                </a:cubicBezTo>
                <a:cubicBezTo>
                  <a:pt x="3356" y="1187"/>
                  <a:pt x="3353" y="1182"/>
                  <a:pt x="3352" y="1178"/>
                </a:cubicBezTo>
                <a:cubicBezTo>
                  <a:pt x="3350" y="1152"/>
                  <a:pt x="3358" y="1157"/>
                  <a:pt x="3365" y="1163"/>
                </a:cubicBezTo>
                <a:cubicBezTo>
                  <a:pt x="3365" y="1201"/>
                  <a:pt x="3368" y="1206"/>
                  <a:pt x="3367" y="1210"/>
                </a:cubicBezTo>
                <a:cubicBezTo>
                  <a:pt x="3365" y="1266"/>
                  <a:pt x="3369" y="1274"/>
                  <a:pt x="3367" y="1281"/>
                </a:cubicBezTo>
                <a:cubicBezTo>
                  <a:pt x="3359" y="1358"/>
                  <a:pt x="3362" y="1365"/>
                  <a:pt x="3360" y="1370"/>
                </a:cubicBezTo>
                <a:cubicBezTo>
                  <a:pt x="3357" y="1401"/>
                  <a:pt x="3353" y="1413"/>
                  <a:pt x="3354" y="1426"/>
                </a:cubicBezTo>
                <a:cubicBezTo>
                  <a:pt x="3342" y="1462"/>
                  <a:pt x="3341" y="1465"/>
                  <a:pt x="3339" y="1467"/>
                </a:cubicBezTo>
                <a:cubicBezTo>
                  <a:pt x="3337" y="1487"/>
                  <a:pt x="3329" y="1488"/>
                  <a:pt x="3332" y="1493"/>
                </a:cubicBezTo>
                <a:cubicBezTo>
                  <a:pt x="3311" y="1584"/>
                  <a:pt x="3307" y="1589"/>
                  <a:pt x="3306" y="1595"/>
                </a:cubicBezTo>
                <a:cubicBezTo>
                  <a:pt x="3297" y="1642"/>
                  <a:pt x="3295" y="1653"/>
                  <a:pt x="3297" y="1666"/>
                </a:cubicBezTo>
                <a:cubicBezTo>
                  <a:pt x="3296" y="1697"/>
                  <a:pt x="3297" y="1701"/>
                  <a:pt x="3300" y="1705"/>
                </a:cubicBezTo>
                <a:cubicBezTo>
                  <a:pt x="3307" y="1683"/>
                  <a:pt x="3299" y="1675"/>
                  <a:pt x="3305" y="1670"/>
                </a:cubicBezTo>
                <a:cubicBezTo>
                  <a:pt x="3314" y="1592"/>
                  <a:pt x="3317" y="1587"/>
                  <a:pt x="3320" y="1582"/>
                </a:cubicBezTo>
                <a:cubicBezTo>
                  <a:pt x="3327" y="1544"/>
                  <a:pt x="3331" y="1542"/>
                  <a:pt x="3331" y="1540"/>
                </a:cubicBezTo>
                <a:cubicBezTo>
                  <a:pt x="3333" y="1506"/>
                  <a:pt x="3344" y="1502"/>
                  <a:pt x="3342" y="1496"/>
                </a:cubicBezTo>
                <a:cubicBezTo>
                  <a:pt x="3368" y="1406"/>
                  <a:pt x="3367" y="1399"/>
                  <a:pt x="3368" y="1393"/>
                </a:cubicBezTo>
                <a:cubicBezTo>
                  <a:pt x="3372" y="1369"/>
                  <a:pt x="3370" y="1362"/>
                  <a:pt x="3374" y="1357"/>
                </a:cubicBezTo>
                <a:cubicBezTo>
                  <a:pt x="3370" y="1333"/>
                  <a:pt x="3376" y="1331"/>
                  <a:pt x="3374" y="1327"/>
                </a:cubicBezTo>
                <a:cubicBezTo>
                  <a:pt x="3375" y="1290"/>
                  <a:pt x="3379" y="1285"/>
                  <a:pt x="3375" y="1277"/>
                </a:cubicBezTo>
                <a:cubicBezTo>
                  <a:pt x="3380" y="1210"/>
                  <a:pt x="3373" y="1201"/>
                  <a:pt x="3378" y="1196"/>
                </a:cubicBezTo>
                <a:cubicBezTo>
                  <a:pt x="3387" y="1254"/>
                  <a:pt x="3398" y="1267"/>
                  <a:pt x="3391" y="1276"/>
                </a:cubicBezTo>
                <a:cubicBezTo>
                  <a:pt x="3393" y="1294"/>
                  <a:pt x="3394" y="1297"/>
                  <a:pt x="3390" y="1298"/>
                </a:cubicBezTo>
                <a:cubicBezTo>
                  <a:pt x="3386" y="1342"/>
                  <a:pt x="3393" y="1349"/>
                  <a:pt x="3389" y="1354"/>
                </a:cubicBezTo>
                <a:cubicBezTo>
                  <a:pt x="3387" y="1405"/>
                  <a:pt x="3377" y="1408"/>
                  <a:pt x="3380" y="1414"/>
                </a:cubicBezTo>
                <a:cubicBezTo>
                  <a:pt x="3373" y="1448"/>
                  <a:pt x="3368" y="1452"/>
                  <a:pt x="3369" y="1458"/>
                </a:cubicBezTo>
                <a:cubicBezTo>
                  <a:pt x="3348" y="1506"/>
                  <a:pt x="3357" y="1514"/>
                  <a:pt x="3351" y="1517"/>
                </a:cubicBezTo>
                <a:cubicBezTo>
                  <a:pt x="3346" y="1537"/>
                  <a:pt x="3342" y="1541"/>
                  <a:pt x="3344" y="1546"/>
                </a:cubicBezTo>
                <a:cubicBezTo>
                  <a:pt x="3339" y="1563"/>
                  <a:pt x="3338" y="1565"/>
                  <a:pt x="3336" y="1567"/>
                </a:cubicBezTo>
                <a:cubicBezTo>
                  <a:pt x="3327" y="1612"/>
                  <a:pt x="3322" y="1615"/>
                  <a:pt x="3323" y="1621"/>
                </a:cubicBezTo>
                <a:cubicBezTo>
                  <a:pt x="3319" y="1641"/>
                  <a:pt x="3315" y="1645"/>
                  <a:pt x="3319" y="1651"/>
                </a:cubicBezTo>
                <a:cubicBezTo>
                  <a:pt x="3313" y="1707"/>
                  <a:pt x="3315" y="1719"/>
                  <a:pt x="3311" y="1729"/>
                </a:cubicBezTo>
                <a:cubicBezTo>
                  <a:pt x="3316" y="1758"/>
                  <a:pt x="3318" y="1763"/>
                  <a:pt x="3316" y="1767"/>
                </a:cubicBezTo>
                <a:cubicBezTo>
                  <a:pt x="3321" y="1777"/>
                  <a:pt x="3325" y="1764"/>
                  <a:pt x="3316" y="1748"/>
                </a:cubicBezTo>
                <a:cubicBezTo>
                  <a:pt x="3319" y="1710"/>
                  <a:pt x="3319" y="1706"/>
                  <a:pt x="3320" y="1702"/>
                </a:cubicBezTo>
                <a:cubicBezTo>
                  <a:pt x="3317" y="1662"/>
                  <a:pt x="3326" y="1661"/>
                  <a:pt x="3321" y="1655"/>
                </a:cubicBezTo>
                <a:cubicBezTo>
                  <a:pt x="3331" y="1625"/>
                  <a:pt x="3332" y="1621"/>
                  <a:pt x="3333" y="1618"/>
                </a:cubicBezTo>
                <a:cubicBezTo>
                  <a:pt x="3354" y="1553"/>
                  <a:pt x="3353" y="1545"/>
                  <a:pt x="3355" y="1537"/>
                </a:cubicBezTo>
                <a:cubicBezTo>
                  <a:pt x="3359" y="1510"/>
                  <a:pt x="3369" y="1509"/>
                  <a:pt x="3366" y="1504"/>
                </a:cubicBezTo>
                <a:cubicBezTo>
                  <a:pt x="3373" y="1465"/>
                  <a:pt x="3384" y="1464"/>
                  <a:pt x="3378" y="1458"/>
                </a:cubicBezTo>
                <a:cubicBezTo>
                  <a:pt x="3390" y="1433"/>
                  <a:pt x="3381" y="1427"/>
                  <a:pt x="3389" y="1425"/>
                </a:cubicBezTo>
                <a:cubicBezTo>
                  <a:pt x="3399" y="1371"/>
                  <a:pt x="3400" y="1367"/>
                  <a:pt x="3399" y="1362"/>
                </a:cubicBezTo>
                <a:cubicBezTo>
                  <a:pt x="3402" y="1354"/>
                  <a:pt x="3405" y="1359"/>
                  <a:pt x="3406" y="1363"/>
                </a:cubicBezTo>
                <a:cubicBezTo>
                  <a:pt x="3407" y="1409"/>
                  <a:pt x="3398" y="1411"/>
                  <a:pt x="3403" y="1417"/>
                </a:cubicBezTo>
                <a:cubicBezTo>
                  <a:pt x="3397" y="1447"/>
                  <a:pt x="3396" y="1452"/>
                  <a:pt x="3396" y="1456"/>
                </a:cubicBezTo>
                <a:cubicBezTo>
                  <a:pt x="3371" y="1591"/>
                  <a:pt x="3367" y="1595"/>
                  <a:pt x="3366" y="1599"/>
                </a:cubicBezTo>
                <a:cubicBezTo>
                  <a:pt x="3363" y="1632"/>
                  <a:pt x="3356" y="1639"/>
                  <a:pt x="3361" y="1649"/>
                </a:cubicBezTo>
                <a:cubicBezTo>
                  <a:pt x="3355" y="1669"/>
                  <a:pt x="3358" y="1672"/>
                  <a:pt x="3356" y="1673"/>
                </a:cubicBezTo>
                <a:cubicBezTo>
                  <a:pt x="3352" y="1690"/>
                  <a:pt x="3360" y="1687"/>
                  <a:pt x="3361" y="1682"/>
                </a:cubicBezTo>
                <a:cubicBezTo>
                  <a:pt x="3372" y="1622"/>
                  <a:pt x="3371" y="1610"/>
                  <a:pt x="3374" y="1600"/>
                </a:cubicBezTo>
                <a:cubicBezTo>
                  <a:pt x="3382" y="1565"/>
                  <a:pt x="3383" y="1563"/>
                  <a:pt x="3385" y="1561"/>
                </a:cubicBezTo>
                <a:cubicBezTo>
                  <a:pt x="3392" y="1525"/>
                  <a:pt x="3396" y="1515"/>
                  <a:pt x="3399" y="1504"/>
                </a:cubicBezTo>
                <a:cubicBezTo>
                  <a:pt x="3409" y="1484"/>
                  <a:pt x="3400" y="1475"/>
                  <a:pt x="3404" y="1471"/>
                </a:cubicBezTo>
                <a:cubicBezTo>
                  <a:pt x="3407" y="1422"/>
                  <a:pt x="3415" y="1422"/>
                  <a:pt x="3417" y="1422"/>
                </a:cubicBezTo>
                <a:cubicBezTo>
                  <a:pt x="3414" y="1376"/>
                  <a:pt x="3413" y="1364"/>
                  <a:pt x="3416" y="1352"/>
                </a:cubicBezTo>
                <a:cubicBezTo>
                  <a:pt x="3415" y="1319"/>
                  <a:pt x="3409" y="1310"/>
                  <a:pt x="3412" y="1302"/>
                </a:cubicBezTo>
                <a:cubicBezTo>
                  <a:pt x="3410" y="1257"/>
                  <a:pt x="3415" y="1264"/>
                  <a:pt x="3415" y="1270"/>
                </a:cubicBezTo>
                <a:cubicBezTo>
                  <a:pt x="3433" y="1332"/>
                  <a:pt x="3430" y="1341"/>
                  <a:pt x="3435" y="1352"/>
                </a:cubicBezTo>
                <a:cubicBezTo>
                  <a:pt x="3435" y="1387"/>
                  <a:pt x="3432" y="1391"/>
                  <a:pt x="3436" y="1398"/>
                </a:cubicBezTo>
                <a:cubicBezTo>
                  <a:pt x="3432" y="1431"/>
                  <a:pt x="3436" y="1435"/>
                  <a:pt x="3431" y="1436"/>
                </a:cubicBezTo>
                <a:cubicBezTo>
                  <a:pt x="3428" y="1480"/>
                  <a:pt x="3430" y="1482"/>
                  <a:pt x="3432" y="1485"/>
                </a:cubicBezTo>
                <a:cubicBezTo>
                  <a:pt x="3427" y="1515"/>
                  <a:pt x="3428" y="1521"/>
                  <a:pt x="3424" y="1525"/>
                </a:cubicBezTo>
                <a:cubicBezTo>
                  <a:pt x="3417" y="1579"/>
                  <a:pt x="3414" y="1583"/>
                  <a:pt x="3417" y="1589"/>
                </a:cubicBezTo>
                <a:cubicBezTo>
                  <a:pt x="3403" y="1642"/>
                  <a:pt x="3402" y="1647"/>
                  <a:pt x="3402" y="1653"/>
                </a:cubicBezTo>
                <a:cubicBezTo>
                  <a:pt x="3390" y="1687"/>
                  <a:pt x="3394" y="1691"/>
                  <a:pt x="3389" y="1693"/>
                </a:cubicBezTo>
                <a:cubicBezTo>
                  <a:pt x="3375" y="1737"/>
                  <a:pt x="3375" y="1740"/>
                  <a:pt x="3377" y="1743"/>
                </a:cubicBezTo>
                <a:cubicBezTo>
                  <a:pt x="3364" y="1778"/>
                  <a:pt x="3370" y="1792"/>
                  <a:pt x="3361" y="1802"/>
                </a:cubicBezTo>
                <a:cubicBezTo>
                  <a:pt x="3361" y="1851"/>
                  <a:pt x="3364" y="1854"/>
                  <a:pt x="3362" y="1856"/>
                </a:cubicBezTo>
                <a:cubicBezTo>
                  <a:pt x="3366" y="1823"/>
                  <a:pt x="3372" y="1815"/>
                  <a:pt x="3367" y="1803"/>
                </a:cubicBezTo>
                <a:cubicBezTo>
                  <a:pt x="3376" y="1771"/>
                  <a:pt x="3375" y="1768"/>
                  <a:pt x="3379" y="1767"/>
                </a:cubicBezTo>
                <a:cubicBezTo>
                  <a:pt x="3383" y="1736"/>
                  <a:pt x="3387" y="1732"/>
                  <a:pt x="3390" y="1728"/>
                </a:cubicBezTo>
                <a:cubicBezTo>
                  <a:pt x="3397" y="1691"/>
                  <a:pt x="3403" y="1687"/>
                  <a:pt x="3404" y="1681"/>
                </a:cubicBezTo>
                <a:cubicBezTo>
                  <a:pt x="3411" y="1650"/>
                  <a:pt x="3412" y="1647"/>
                  <a:pt x="3413" y="1644"/>
                </a:cubicBezTo>
                <a:cubicBezTo>
                  <a:pt x="3415" y="1620"/>
                  <a:pt x="3422" y="1618"/>
                  <a:pt x="3417" y="1614"/>
                </a:cubicBezTo>
                <a:cubicBezTo>
                  <a:pt x="3423" y="1579"/>
                  <a:pt x="3434" y="1575"/>
                  <a:pt x="3429" y="1566"/>
                </a:cubicBezTo>
                <a:cubicBezTo>
                  <a:pt x="3436" y="1500"/>
                  <a:pt x="3438" y="1494"/>
                  <a:pt x="3441" y="1488"/>
                </a:cubicBezTo>
                <a:cubicBezTo>
                  <a:pt x="3442" y="1464"/>
                  <a:pt x="3441" y="1460"/>
                  <a:pt x="3440" y="1456"/>
                </a:cubicBezTo>
                <a:cubicBezTo>
                  <a:pt x="3448" y="1401"/>
                  <a:pt x="3441" y="1392"/>
                  <a:pt x="3446" y="1387"/>
                </a:cubicBezTo>
                <a:cubicBezTo>
                  <a:pt x="3451" y="1376"/>
                  <a:pt x="3448" y="1380"/>
                  <a:pt x="3448" y="1385"/>
                </a:cubicBezTo>
                <a:cubicBezTo>
                  <a:pt x="3445" y="1422"/>
                  <a:pt x="3452" y="1429"/>
                  <a:pt x="3452" y="1435"/>
                </a:cubicBezTo>
                <a:cubicBezTo>
                  <a:pt x="3455" y="1495"/>
                  <a:pt x="3447" y="1500"/>
                  <a:pt x="3450" y="1508"/>
                </a:cubicBezTo>
                <a:cubicBezTo>
                  <a:pt x="3441" y="1592"/>
                  <a:pt x="3429" y="1592"/>
                  <a:pt x="3436" y="1598"/>
                </a:cubicBezTo>
                <a:cubicBezTo>
                  <a:pt x="3423" y="1621"/>
                  <a:pt x="3439" y="1621"/>
                  <a:pt x="3432" y="1624"/>
                </a:cubicBezTo>
                <a:cubicBezTo>
                  <a:pt x="3413" y="1657"/>
                  <a:pt x="3429" y="1660"/>
                  <a:pt x="3423" y="1662"/>
                </a:cubicBezTo>
                <a:cubicBezTo>
                  <a:pt x="3410" y="1689"/>
                  <a:pt x="3409" y="1694"/>
                  <a:pt x="3412" y="1699"/>
                </a:cubicBezTo>
                <a:cubicBezTo>
                  <a:pt x="3404" y="1734"/>
                  <a:pt x="3393" y="1739"/>
                  <a:pt x="3398" y="1748"/>
                </a:cubicBezTo>
                <a:cubicBezTo>
                  <a:pt x="3395" y="1763"/>
                  <a:pt x="3390" y="1766"/>
                  <a:pt x="3392" y="1770"/>
                </a:cubicBezTo>
                <a:cubicBezTo>
                  <a:pt x="3387" y="1817"/>
                  <a:pt x="3388" y="1815"/>
                  <a:pt x="3389" y="1813"/>
                </a:cubicBezTo>
                <a:cubicBezTo>
                  <a:pt x="3396" y="1778"/>
                  <a:pt x="3400" y="1768"/>
                  <a:pt x="3398" y="1756"/>
                </a:cubicBezTo>
                <a:cubicBezTo>
                  <a:pt x="3410" y="1730"/>
                  <a:pt x="3405" y="1725"/>
                  <a:pt x="3412" y="1723"/>
                </a:cubicBezTo>
                <a:cubicBezTo>
                  <a:pt x="3424" y="1695"/>
                  <a:pt x="3419" y="1691"/>
                  <a:pt x="3422" y="1688"/>
                </a:cubicBezTo>
                <a:cubicBezTo>
                  <a:pt x="3441" y="1607"/>
                  <a:pt x="3447" y="1598"/>
                  <a:pt x="3446" y="1586"/>
                </a:cubicBezTo>
                <a:cubicBezTo>
                  <a:pt x="3457" y="1512"/>
                  <a:pt x="3462" y="1503"/>
                  <a:pt x="3460" y="1491"/>
                </a:cubicBezTo>
                <a:cubicBezTo>
                  <a:pt x="3461" y="1440"/>
                  <a:pt x="3458" y="1436"/>
                  <a:pt x="3463" y="1435"/>
                </a:cubicBezTo>
                <a:cubicBezTo>
                  <a:pt x="3462" y="1404"/>
                  <a:pt x="3459" y="1398"/>
                  <a:pt x="3460" y="1392"/>
                </a:cubicBezTo>
                <a:cubicBezTo>
                  <a:pt x="3458" y="1367"/>
                  <a:pt x="3470" y="1372"/>
                  <a:pt x="3475" y="1379"/>
                </a:cubicBezTo>
                <a:cubicBezTo>
                  <a:pt x="3480" y="1425"/>
                  <a:pt x="3483" y="1430"/>
                  <a:pt x="3479" y="1434"/>
                </a:cubicBezTo>
                <a:cubicBezTo>
                  <a:pt x="3482" y="1457"/>
                  <a:pt x="3478" y="1458"/>
                  <a:pt x="3478" y="1461"/>
                </a:cubicBezTo>
                <a:cubicBezTo>
                  <a:pt x="3476" y="1491"/>
                  <a:pt x="3479" y="1496"/>
                  <a:pt x="3478" y="1500"/>
                </a:cubicBezTo>
                <a:cubicBezTo>
                  <a:pt x="3470" y="1576"/>
                  <a:pt x="3467" y="1583"/>
                  <a:pt x="3467" y="1591"/>
                </a:cubicBezTo>
                <a:cubicBezTo>
                  <a:pt x="3464" y="1606"/>
                  <a:pt x="3461" y="1609"/>
                  <a:pt x="3461" y="1613"/>
                </a:cubicBezTo>
                <a:cubicBezTo>
                  <a:pt x="3454" y="1638"/>
                  <a:pt x="3454" y="1642"/>
                  <a:pt x="3449" y="1645"/>
                </a:cubicBezTo>
                <a:cubicBezTo>
                  <a:pt x="3438" y="1688"/>
                  <a:pt x="3436" y="1699"/>
                  <a:pt x="3431" y="1710"/>
                </a:cubicBezTo>
                <a:cubicBezTo>
                  <a:pt x="3427" y="1749"/>
                  <a:pt x="3419" y="1753"/>
                  <a:pt x="3421" y="1759"/>
                </a:cubicBezTo>
                <a:cubicBezTo>
                  <a:pt x="3414" y="1798"/>
                  <a:pt x="3406" y="1801"/>
                  <a:pt x="3408" y="1808"/>
                </a:cubicBezTo>
                <a:cubicBezTo>
                  <a:pt x="3398" y="1886"/>
                  <a:pt x="3391" y="1896"/>
                  <a:pt x="3394" y="1908"/>
                </a:cubicBezTo>
                <a:cubicBezTo>
                  <a:pt x="3390" y="1927"/>
                  <a:pt x="3395" y="1932"/>
                  <a:pt x="3393" y="1934"/>
                </a:cubicBezTo>
                <a:cubicBezTo>
                  <a:pt x="3390" y="1966"/>
                  <a:pt x="3394" y="1974"/>
                  <a:pt x="3392" y="1981"/>
                </a:cubicBezTo>
                <a:cubicBezTo>
                  <a:pt x="3388" y="2028"/>
                  <a:pt x="3392" y="2036"/>
                  <a:pt x="3392" y="2043"/>
                </a:cubicBezTo>
                <a:cubicBezTo>
                  <a:pt x="3401" y="2091"/>
                  <a:pt x="3402" y="2095"/>
                  <a:pt x="3405" y="2099"/>
                </a:cubicBezTo>
                <a:cubicBezTo>
                  <a:pt x="3401" y="2074"/>
                  <a:pt x="3404" y="2067"/>
                  <a:pt x="3397" y="2057"/>
                </a:cubicBezTo>
                <a:cubicBezTo>
                  <a:pt x="3400" y="1997"/>
                  <a:pt x="3395" y="1981"/>
                  <a:pt x="3401" y="1967"/>
                </a:cubicBezTo>
                <a:cubicBezTo>
                  <a:pt x="3408" y="1929"/>
                  <a:pt x="3404" y="1925"/>
                  <a:pt x="3409" y="1924"/>
                </a:cubicBezTo>
                <a:cubicBezTo>
                  <a:pt x="3415" y="1896"/>
                  <a:pt x="3417" y="1889"/>
                  <a:pt x="3421" y="1882"/>
                </a:cubicBezTo>
                <a:cubicBezTo>
                  <a:pt x="3432" y="1848"/>
                  <a:pt x="3435" y="1845"/>
                  <a:pt x="3435" y="1841"/>
                </a:cubicBezTo>
                <a:cubicBezTo>
                  <a:pt x="3464" y="1774"/>
                  <a:pt x="3463" y="1766"/>
                  <a:pt x="3468" y="1760"/>
                </a:cubicBezTo>
                <a:cubicBezTo>
                  <a:pt x="3481" y="1724"/>
                  <a:pt x="3478" y="1719"/>
                  <a:pt x="3482" y="1716"/>
                </a:cubicBezTo>
                <a:cubicBezTo>
                  <a:pt x="3494" y="1652"/>
                  <a:pt x="3496" y="1648"/>
                  <a:pt x="3495" y="1643"/>
                </a:cubicBezTo>
                <a:cubicBezTo>
                  <a:pt x="3500" y="1623"/>
                  <a:pt x="3502" y="1622"/>
                  <a:pt x="3500" y="1619"/>
                </a:cubicBezTo>
                <a:cubicBezTo>
                  <a:pt x="3506" y="1577"/>
                  <a:pt x="3508" y="1573"/>
                  <a:pt x="3506" y="1568"/>
                </a:cubicBezTo>
                <a:cubicBezTo>
                  <a:pt x="3512" y="1540"/>
                  <a:pt x="3511" y="1535"/>
                  <a:pt x="3513" y="1532"/>
                </a:cubicBezTo>
                <a:cubicBezTo>
                  <a:pt x="3515" y="1572"/>
                  <a:pt x="3510" y="1584"/>
                  <a:pt x="3515" y="1599"/>
                </a:cubicBezTo>
                <a:cubicBezTo>
                  <a:pt x="3504" y="1650"/>
                  <a:pt x="3506" y="1658"/>
                  <a:pt x="3504" y="1665"/>
                </a:cubicBezTo>
                <a:cubicBezTo>
                  <a:pt x="3496" y="1703"/>
                  <a:pt x="3488" y="1716"/>
                  <a:pt x="3485" y="1731"/>
                </a:cubicBezTo>
                <a:cubicBezTo>
                  <a:pt x="3479" y="1756"/>
                  <a:pt x="3474" y="1759"/>
                  <a:pt x="3476" y="1763"/>
                </a:cubicBezTo>
                <a:cubicBezTo>
                  <a:pt x="3463" y="1803"/>
                  <a:pt x="3464" y="1811"/>
                  <a:pt x="3457" y="1818"/>
                </a:cubicBezTo>
                <a:cubicBezTo>
                  <a:pt x="3452" y="1843"/>
                  <a:pt x="3449" y="1846"/>
                  <a:pt x="3449" y="1850"/>
                </a:cubicBezTo>
                <a:cubicBezTo>
                  <a:pt x="3437" y="1873"/>
                  <a:pt x="3443" y="1879"/>
                  <a:pt x="3440" y="1882"/>
                </a:cubicBezTo>
                <a:cubicBezTo>
                  <a:pt x="3435" y="1913"/>
                  <a:pt x="3436" y="1921"/>
                  <a:pt x="3433" y="1927"/>
                </a:cubicBezTo>
                <a:cubicBezTo>
                  <a:pt x="3431" y="1993"/>
                  <a:pt x="3438" y="2005"/>
                  <a:pt x="3437" y="2015"/>
                </a:cubicBezTo>
                <a:cubicBezTo>
                  <a:pt x="3445" y="2068"/>
                  <a:pt x="3449" y="2081"/>
                  <a:pt x="3454" y="2079"/>
                </a:cubicBezTo>
                <a:cubicBezTo>
                  <a:pt x="3446" y="2029"/>
                  <a:pt x="3445" y="2025"/>
                  <a:pt x="3442" y="2020"/>
                </a:cubicBezTo>
                <a:cubicBezTo>
                  <a:pt x="3442" y="1992"/>
                  <a:pt x="3443" y="1983"/>
                  <a:pt x="3440" y="1973"/>
                </a:cubicBezTo>
                <a:cubicBezTo>
                  <a:pt x="3445" y="1909"/>
                  <a:pt x="3446" y="1899"/>
                  <a:pt x="3445" y="1891"/>
                </a:cubicBezTo>
                <a:cubicBezTo>
                  <a:pt x="3461" y="1854"/>
                  <a:pt x="3460" y="1850"/>
                  <a:pt x="3460" y="1846"/>
                </a:cubicBezTo>
                <a:cubicBezTo>
                  <a:pt x="3475" y="1793"/>
                  <a:pt x="3479" y="1786"/>
                  <a:pt x="3482" y="1779"/>
                </a:cubicBezTo>
                <a:cubicBezTo>
                  <a:pt x="3507" y="1698"/>
                  <a:pt x="3509" y="1684"/>
                  <a:pt x="3513" y="1671"/>
                </a:cubicBezTo>
                <a:cubicBezTo>
                  <a:pt x="3520" y="1649"/>
                  <a:pt x="3514" y="1643"/>
                  <a:pt x="3518" y="1641"/>
                </a:cubicBezTo>
                <a:cubicBezTo>
                  <a:pt x="3521" y="1601"/>
                  <a:pt x="3525" y="1595"/>
                  <a:pt x="3522" y="1586"/>
                </a:cubicBezTo>
                <a:cubicBezTo>
                  <a:pt x="3525" y="1554"/>
                  <a:pt x="3525" y="1552"/>
                  <a:pt x="3523" y="1550"/>
                </a:cubicBezTo>
                <a:cubicBezTo>
                  <a:pt x="3531" y="1579"/>
                  <a:pt x="3531" y="1583"/>
                  <a:pt x="3531" y="1587"/>
                </a:cubicBezTo>
                <a:cubicBezTo>
                  <a:pt x="3529" y="1651"/>
                  <a:pt x="3527" y="1653"/>
                  <a:pt x="3529" y="1656"/>
                </a:cubicBezTo>
                <a:cubicBezTo>
                  <a:pt x="3522" y="1684"/>
                  <a:pt x="3521" y="1689"/>
                  <a:pt x="3521" y="1694"/>
                </a:cubicBezTo>
                <a:cubicBezTo>
                  <a:pt x="3516" y="1729"/>
                  <a:pt x="3504" y="1731"/>
                  <a:pt x="3507" y="1737"/>
                </a:cubicBezTo>
                <a:cubicBezTo>
                  <a:pt x="3498" y="1768"/>
                  <a:pt x="3498" y="1771"/>
                  <a:pt x="3498" y="1773"/>
                </a:cubicBezTo>
                <a:cubicBezTo>
                  <a:pt x="3485" y="1804"/>
                  <a:pt x="3490" y="1816"/>
                  <a:pt x="3483" y="1825"/>
                </a:cubicBezTo>
                <a:cubicBezTo>
                  <a:pt x="3480" y="1845"/>
                  <a:pt x="3479" y="1850"/>
                  <a:pt x="3479" y="1855"/>
                </a:cubicBezTo>
                <a:cubicBezTo>
                  <a:pt x="3475" y="1908"/>
                  <a:pt x="3465" y="1910"/>
                  <a:pt x="3470" y="1917"/>
                </a:cubicBezTo>
                <a:cubicBezTo>
                  <a:pt x="3465" y="1968"/>
                  <a:pt x="3468" y="1974"/>
                  <a:pt x="3464" y="1978"/>
                </a:cubicBezTo>
                <a:cubicBezTo>
                  <a:pt x="3472" y="2023"/>
                  <a:pt x="3468" y="2033"/>
                  <a:pt x="3472" y="2044"/>
                </a:cubicBezTo>
                <a:cubicBezTo>
                  <a:pt x="3481" y="2100"/>
                  <a:pt x="3492" y="2101"/>
                  <a:pt x="3486" y="2107"/>
                </a:cubicBezTo>
                <a:cubicBezTo>
                  <a:pt x="3498" y="2137"/>
                  <a:pt x="3500" y="2142"/>
                  <a:pt x="3503" y="2141"/>
                </a:cubicBezTo>
                <a:cubicBezTo>
                  <a:pt x="3487" y="2075"/>
                  <a:pt x="3484" y="2068"/>
                  <a:pt x="3482" y="2061"/>
                </a:cubicBezTo>
                <a:cubicBezTo>
                  <a:pt x="3474" y="2027"/>
                  <a:pt x="3481" y="2026"/>
                  <a:pt x="3478" y="2022"/>
                </a:cubicBezTo>
                <a:cubicBezTo>
                  <a:pt x="3476" y="1955"/>
                  <a:pt x="3478" y="1948"/>
                  <a:pt x="3476" y="1941"/>
                </a:cubicBezTo>
                <a:cubicBezTo>
                  <a:pt x="3484" y="1875"/>
                  <a:pt x="3485" y="1872"/>
                  <a:pt x="3487" y="1869"/>
                </a:cubicBezTo>
                <a:cubicBezTo>
                  <a:pt x="3489" y="1844"/>
                  <a:pt x="3495" y="1842"/>
                  <a:pt x="3490" y="1837"/>
                </a:cubicBezTo>
                <a:cubicBezTo>
                  <a:pt x="3500" y="1788"/>
                  <a:pt x="3510" y="1762"/>
                  <a:pt x="3520" y="1735"/>
                </a:cubicBezTo>
                <a:cubicBezTo>
                  <a:pt x="3536" y="1682"/>
                  <a:pt x="3530" y="1677"/>
                  <a:pt x="3535" y="1675"/>
                </a:cubicBezTo>
                <a:cubicBezTo>
                  <a:pt x="3539" y="1659"/>
                  <a:pt x="3538" y="1655"/>
                  <a:pt x="3541" y="1658"/>
                </a:cubicBezTo>
                <a:cubicBezTo>
                  <a:pt x="3517" y="1789"/>
                  <a:pt x="3524" y="1796"/>
                  <a:pt x="3518" y="1799"/>
                </a:cubicBezTo>
                <a:cubicBezTo>
                  <a:pt x="3515" y="1821"/>
                  <a:pt x="3511" y="1825"/>
                  <a:pt x="3515" y="1831"/>
                </a:cubicBezTo>
                <a:cubicBezTo>
                  <a:pt x="3509" y="1869"/>
                  <a:pt x="3503" y="1873"/>
                  <a:pt x="3507" y="1880"/>
                </a:cubicBezTo>
                <a:cubicBezTo>
                  <a:pt x="3503" y="1908"/>
                  <a:pt x="3500" y="1910"/>
                  <a:pt x="3501" y="1913"/>
                </a:cubicBezTo>
                <a:cubicBezTo>
                  <a:pt x="3498" y="1956"/>
                  <a:pt x="3499" y="1968"/>
                  <a:pt x="3500" y="1979"/>
                </a:cubicBezTo>
                <a:cubicBezTo>
                  <a:pt x="3506" y="2052"/>
                  <a:pt x="3514" y="2059"/>
                  <a:pt x="3510" y="2063"/>
                </a:cubicBezTo>
                <a:cubicBezTo>
                  <a:pt x="3538" y="2132"/>
                  <a:pt x="3538" y="2143"/>
                  <a:pt x="3548" y="2157"/>
                </a:cubicBezTo>
                <a:cubicBezTo>
                  <a:pt x="3547" y="2144"/>
                  <a:pt x="3540" y="2128"/>
                  <a:pt x="3532" y="2111"/>
                </a:cubicBezTo>
                <a:cubicBezTo>
                  <a:pt x="3530" y="2090"/>
                  <a:pt x="3523" y="2082"/>
                  <a:pt x="3523" y="2076"/>
                </a:cubicBezTo>
                <a:cubicBezTo>
                  <a:pt x="3515" y="2007"/>
                  <a:pt x="3512" y="2002"/>
                  <a:pt x="3511" y="1998"/>
                </a:cubicBezTo>
                <a:cubicBezTo>
                  <a:pt x="3511" y="1925"/>
                  <a:pt x="3511" y="1917"/>
                  <a:pt x="3513" y="1909"/>
                </a:cubicBezTo>
                <a:cubicBezTo>
                  <a:pt x="3519" y="1876"/>
                  <a:pt x="3513" y="1866"/>
                  <a:pt x="3519" y="1859"/>
                </a:cubicBezTo>
                <a:cubicBezTo>
                  <a:pt x="3526" y="1827"/>
                  <a:pt x="3521" y="1817"/>
                  <a:pt x="3527" y="1811"/>
                </a:cubicBezTo>
                <a:cubicBezTo>
                  <a:pt x="3533" y="1769"/>
                  <a:pt x="3540" y="1767"/>
                  <a:pt x="3537" y="1761"/>
                </a:cubicBezTo>
                <a:cubicBezTo>
                  <a:pt x="3544" y="1729"/>
                  <a:pt x="3544" y="1721"/>
                  <a:pt x="3545" y="1713"/>
                </a:cubicBezTo>
                <a:cubicBezTo>
                  <a:pt x="3553" y="1672"/>
                  <a:pt x="3550" y="1667"/>
                  <a:pt x="3552" y="1662"/>
                </a:cubicBezTo>
                <a:cubicBezTo>
                  <a:pt x="3554" y="1642"/>
                  <a:pt x="3553" y="1638"/>
                  <a:pt x="3556" y="1641"/>
                </a:cubicBezTo>
                <a:cubicBezTo>
                  <a:pt x="3564" y="1736"/>
                  <a:pt x="3565" y="1745"/>
                  <a:pt x="3563" y="1754"/>
                </a:cubicBezTo>
                <a:cubicBezTo>
                  <a:pt x="3558" y="1799"/>
                  <a:pt x="3551" y="1802"/>
                  <a:pt x="3556" y="1808"/>
                </a:cubicBezTo>
                <a:cubicBezTo>
                  <a:pt x="3546" y="1849"/>
                  <a:pt x="3547" y="1852"/>
                  <a:pt x="3547" y="1854"/>
                </a:cubicBezTo>
                <a:cubicBezTo>
                  <a:pt x="3542" y="1894"/>
                  <a:pt x="3541" y="1898"/>
                  <a:pt x="3536" y="1902"/>
                </a:cubicBezTo>
                <a:cubicBezTo>
                  <a:pt x="3535" y="1925"/>
                  <a:pt x="3535" y="1927"/>
                  <a:pt x="3535" y="1929"/>
                </a:cubicBezTo>
                <a:cubicBezTo>
                  <a:pt x="3525" y="1979"/>
                  <a:pt x="3527" y="1989"/>
                  <a:pt x="3525" y="1998"/>
                </a:cubicBezTo>
                <a:cubicBezTo>
                  <a:pt x="3539" y="2083"/>
                  <a:pt x="3540" y="2080"/>
                  <a:pt x="3537" y="2076"/>
                </a:cubicBezTo>
                <a:cubicBezTo>
                  <a:pt x="3532" y="2032"/>
                  <a:pt x="3531" y="2024"/>
                  <a:pt x="3533" y="2018"/>
                </a:cubicBezTo>
                <a:cubicBezTo>
                  <a:pt x="3537" y="1977"/>
                  <a:pt x="3538" y="1973"/>
                  <a:pt x="3538" y="1968"/>
                </a:cubicBezTo>
                <a:cubicBezTo>
                  <a:pt x="3543" y="1933"/>
                  <a:pt x="3545" y="1924"/>
                  <a:pt x="3546" y="1915"/>
                </a:cubicBezTo>
                <a:cubicBezTo>
                  <a:pt x="3550" y="1884"/>
                  <a:pt x="3554" y="1883"/>
                  <a:pt x="3553" y="1880"/>
                </a:cubicBezTo>
                <a:cubicBezTo>
                  <a:pt x="3559" y="1851"/>
                  <a:pt x="3560" y="1841"/>
                  <a:pt x="3561" y="1832"/>
                </a:cubicBezTo>
                <a:cubicBezTo>
                  <a:pt x="3568" y="1790"/>
                  <a:pt x="3567" y="1787"/>
                  <a:pt x="3571" y="1786"/>
                </a:cubicBezTo>
                <a:cubicBezTo>
                  <a:pt x="3572" y="1822"/>
                  <a:pt x="3568" y="1827"/>
                  <a:pt x="3571" y="1835"/>
                </a:cubicBezTo>
                <a:cubicBezTo>
                  <a:pt x="3568" y="1875"/>
                  <a:pt x="3568" y="1878"/>
                  <a:pt x="3567" y="1881"/>
                </a:cubicBezTo>
                <a:cubicBezTo>
                  <a:pt x="3563" y="1933"/>
                  <a:pt x="3559" y="1938"/>
                  <a:pt x="3562" y="1944"/>
                </a:cubicBezTo>
                <a:cubicBezTo>
                  <a:pt x="3557" y="1996"/>
                  <a:pt x="3552" y="2000"/>
                  <a:pt x="3554" y="2006"/>
                </a:cubicBezTo>
                <a:cubicBezTo>
                  <a:pt x="3559" y="2073"/>
                  <a:pt x="3554" y="2087"/>
                  <a:pt x="3562" y="2105"/>
                </a:cubicBezTo>
                <a:cubicBezTo>
                  <a:pt x="3569" y="2134"/>
                  <a:pt x="3564" y="2137"/>
                  <a:pt x="3569" y="2142"/>
                </a:cubicBezTo>
                <a:cubicBezTo>
                  <a:pt x="3579" y="2160"/>
                  <a:pt x="3579" y="2160"/>
                  <a:pt x="3579" y="2160"/>
                </a:cubicBezTo>
                <a:cubicBezTo>
                  <a:pt x="3570" y="2116"/>
                  <a:pt x="3569" y="2110"/>
                  <a:pt x="3566" y="2103"/>
                </a:cubicBezTo>
                <a:cubicBezTo>
                  <a:pt x="3565" y="2043"/>
                  <a:pt x="3560" y="2036"/>
                  <a:pt x="3563" y="2031"/>
                </a:cubicBezTo>
                <a:cubicBezTo>
                  <a:pt x="3562" y="1988"/>
                  <a:pt x="3567" y="1984"/>
                  <a:pt x="3565" y="1977"/>
                </a:cubicBezTo>
                <a:cubicBezTo>
                  <a:pt x="3575" y="1922"/>
                  <a:pt x="3572" y="1917"/>
                  <a:pt x="3576" y="1914"/>
                </a:cubicBezTo>
                <a:cubicBezTo>
                  <a:pt x="3581" y="1883"/>
                  <a:pt x="3574" y="1877"/>
                  <a:pt x="3580" y="1874"/>
                </a:cubicBezTo>
                <a:cubicBezTo>
                  <a:pt x="3581" y="1811"/>
                  <a:pt x="3583" y="1803"/>
                  <a:pt x="3584" y="1795"/>
                </a:cubicBezTo>
                <a:cubicBezTo>
                  <a:pt x="3586" y="1732"/>
                  <a:pt x="3581" y="1721"/>
                  <a:pt x="3583" y="1713"/>
                </a:cubicBezTo>
                <a:cubicBezTo>
                  <a:pt x="3592" y="1764"/>
                  <a:pt x="3588" y="1768"/>
                  <a:pt x="3588" y="1773"/>
                </a:cubicBezTo>
                <a:cubicBezTo>
                  <a:pt x="3588" y="1842"/>
                  <a:pt x="3593" y="1853"/>
                  <a:pt x="3590" y="1862"/>
                </a:cubicBezTo>
                <a:cubicBezTo>
                  <a:pt x="3591" y="1932"/>
                  <a:pt x="3586" y="1940"/>
                  <a:pt x="3588" y="1951"/>
                </a:cubicBezTo>
                <a:cubicBezTo>
                  <a:pt x="3582" y="1998"/>
                  <a:pt x="3584" y="2004"/>
                  <a:pt x="3583" y="2008"/>
                </a:cubicBezTo>
                <a:cubicBezTo>
                  <a:pt x="3579" y="2026"/>
                  <a:pt x="3580" y="2032"/>
                  <a:pt x="3580" y="2037"/>
                </a:cubicBezTo>
                <a:cubicBezTo>
                  <a:pt x="3584" y="2088"/>
                  <a:pt x="3584" y="2107"/>
                  <a:pt x="3592" y="2129"/>
                </a:cubicBezTo>
                <a:cubicBezTo>
                  <a:pt x="3605" y="2160"/>
                  <a:pt x="3605" y="2160"/>
                  <a:pt x="3605" y="2160"/>
                </a:cubicBezTo>
                <a:cubicBezTo>
                  <a:pt x="3593" y="2092"/>
                  <a:pt x="3588" y="2086"/>
                  <a:pt x="3589" y="2081"/>
                </a:cubicBezTo>
                <a:cubicBezTo>
                  <a:pt x="3589" y="2049"/>
                  <a:pt x="3586" y="2043"/>
                  <a:pt x="3590" y="2040"/>
                </a:cubicBezTo>
                <a:cubicBezTo>
                  <a:pt x="3592" y="1978"/>
                  <a:pt x="3594" y="1974"/>
                  <a:pt x="3597" y="1970"/>
                </a:cubicBezTo>
                <a:cubicBezTo>
                  <a:pt x="3600" y="1927"/>
                  <a:pt x="3597" y="1924"/>
                  <a:pt x="3599" y="1922"/>
                </a:cubicBezTo>
                <a:cubicBezTo>
                  <a:pt x="3602" y="1891"/>
                  <a:pt x="3601" y="1882"/>
                  <a:pt x="3601" y="1872"/>
                </a:cubicBezTo>
                <a:cubicBezTo>
                  <a:pt x="3605" y="1808"/>
                  <a:pt x="3598" y="1796"/>
                  <a:pt x="3601" y="1787"/>
                </a:cubicBezTo>
                <a:cubicBezTo>
                  <a:pt x="3606" y="1817"/>
                  <a:pt x="3609" y="1821"/>
                  <a:pt x="3610" y="1826"/>
                </a:cubicBezTo>
                <a:cubicBezTo>
                  <a:pt x="3615" y="1876"/>
                  <a:pt x="3610" y="1882"/>
                  <a:pt x="3610" y="1889"/>
                </a:cubicBezTo>
                <a:cubicBezTo>
                  <a:pt x="3603" y="1955"/>
                  <a:pt x="3607" y="1963"/>
                  <a:pt x="3604" y="1969"/>
                </a:cubicBezTo>
                <a:cubicBezTo>
                  <a:pt x="3602" y="2003"/>
                  <a:pt x="3609" y="2008"/>
                  <a:pt x="3606" y="2011"/>
                </a:cubicBezTo>
                <a:cubicBezTo>
                  <a:pt x="3608" y="2038"/>
                  <a:pt x="3605" y="2044"/>
                  <a:pt x="3608" y="2052"/>
                </a:cubicBezTo>
                <a:cubicBezTo>
                  <a:pt x="3607" y="2086"/>
                  <a:pt x="3614" y="2092"/>
                  <a:pt x="3610" y="2094"/>
                </a:cubicBezTo>
                <a:cubicBezTo>
                  <a:pt x="3629" y="2141"/>
                  <a:pt x="3624" y="2122"/>
                  <a:pt x="3621" y="2104"/>
                </a:cubicBezTo>
                <a:cubicBezTo>
                  <a:pt x="3617" y="2034"/>
                  <a:pt x="3614" y="2029"/>
                  <a:pt x="3617" y="2025"/>
                </a:cubicBezTo>
                <a:cubicBezTo>
                  <a:pt x="3613" y="1967"/>
                  <a:pt x="3616" y="1954"/>
                  <a:pt x="3617" y="1940"/>
                </a:cubicBezTo>
                <a:cubicBezTo>
                  <a:pt x="3620" y="1907"/>
                  <a:pt x="3620" y="1906"/>
                  <a:pt x="3619" y="1903"/>
                </a:cubicBezTo>
                <a:cubicBezTo>
                  <a:pt x="3625" y="1960"/>
                  <a:pt x="3635" y="1977"/>
                  <a:pt x="3626" y="1989"/>
                </a:cubicBezTo>
                <a:cubicBezTo>
                  <a:pt x="3632" y="2019"/>
                  <a:pt x="3629" y="2022"/>
                  <a:pt x="3629" y="2023"/>
                </a:cubicBezTo>
                <a:cubicBezTo>
                  <a:pt x="3639" y="2083"/>
                  <a:pt x="3643" y="2106"/>
                  <a:pt x="3650" y="2131"/>
                </a:cubicBezTo>
                <a:cubicBezTo>
                  <a:pt x="3646" y="2095"/>
                  <a:pt x="3648" y="2087"/>
                  <a:pt x="3644" y="2077"/>
                </a:cubicBezTo>
                <a:cubicBezTo>
                  <a:pt x="3642" y="1997"/>
                  <a:pt x="3638" y="1989"/>
                  <a:pt x="3642" y="1983"/>
                </a:cubicBezTo>
                <a:cubicBezTo>
                  <a:pt x="3636" y="1915"/>
                  <a:pt x="3635" y="1908"/>
                  <a:pt x="3633" y="1900"/>
                </a:cubicBezTo>
                <a:cubicBezTo>
                  <a:pt x="3632" y="1877"/>
                  <a:pt x="3626" y="1869"/>
                  <a:pt x="3628" y="1862"/>
                </a:cubicBezTo>
                <a:cubicBezTo>
                  <a:pt x="3704" y="2064"/>
                  <a:pt x="3715" y="2091"/>
                  <a:pt x="3723" y="2120"/>
                </a:cubicBezTo>
                <a:cubicBezTo>
                  <a:pt x="3738" y="2147"/>
                  <a:pt x="3735" y="2134"/>
                  <a:pt x="3732" y="2120"/>
                </a:cubicBezTo>
                <a:cubicBezTo>
                  <a:pt x="3671" y="1955"/>
                  <a:pt x="3666" y="1948"/>
                  <a:pt x="3665" y="1942"/>
                </a:cubicBezTo>
                <a:cubicBezTo>
                  <a:pt x="3658" y="1918"/>
                  <a:pt x="3659" y="1920"/>
                  <a:pt x="3656" y="1912"/>
                </a:cubicBezTo>
                <a:cubicBezTo>
                  <a:pt x="3644" y="1868"/>
                  <a:pt x="3634" y="1861"/>
                  <a:pt x="3638" y="1856"/>
                </a:cubicBezTo>
                <a:cubicBezTo>
                  <a:pt x="3654" y="1880"/>
                  <a:pt x="3649" y="1882"/>
                  <a:pt x="3653" y="1886"/>
                </a:cubicBezTo>
                <a:cubicBezTo>
                  <a:pt x="3690" y="1949"/>
                  <a:pt x="3693" y="1958"/>
                  <a:pt x="3702" y="1968"/>
                </a:cubicBezTo>
                <a:cubicBezTo>
                  <a:pt x="3745" y="2097"/>
                  <a:pt x="3753" y="2103"/>
                  <a:pt x="3754" y="2107"/>
                </a:cubicBezTo>
                <a:cubicBezTo>
                  <a:pt x="3776" y="2160"/>
                  <a:pt x="3776" y="2160"/>
                  <a:pt x="3776" y="2160"/>
                </a:cubicBezTo>
                <a:cubicBezTo>
                  <a:pt x="3769" y="2130"/>
                  <a:pt x="3760" y="2123"/>
                  <a:pt x="3765" y="2121"/>
                </a:cubicBezTo>
                <a:cubicBezTo>
                  <a:pt x="3734" y="2035"/>
                  <a:pt x="3731" y="2018"/>
                  <a:pt x="3726" y="2000"/>
                </a:cubicBezTo>
                <a:cubicBezTo>
                  <a:pt x="3693" y="1934"/>
                  <a:pt x="3677" y="1912"/>
                  <a:pt x="3655" y="1871"/>
                </a:cubicBezTo>
                <a:cubicBezTo>
                  <a:pt x="3628" y="1820"/>
                  <a:pt x="3632" y="1818"/>
                  <a:pt x="3627" y="1813"/>
                </a:cubicBezTo>
                <a:cubicBezTo>
                  <a:pt x="3618" y="1792"/>
                  <a:pt x="3615" y="1792"/>
                  <a:pt x="3616" y="1793"/>
                </a:cubicBezTo>
                <a:cubicBezTo>
                  <a:pt x="3614" y="1770"/>
                  <a:pt x="3625" y="1783"/>
                  <a:pt x="3633" y="1799"/>
                </a:cubicBezTo>
                <a:cubicBezTo>
                  <a:pt x="3676" y="1871"/>
                  <a:pt x="3684" y="1880"/>
                  <a:pt x="3682" y="1886"/>
                </a:cubicBezTo>
                <a:cubicBezTo>
                  <a:pt x="3706" y="1920"/>
                  <a:pt x="3713" y="1940"/>
                  <a:pt x="3724" y="1950"/>
                </a:cubicBezTo>
                <a:cubicBezTo>
                  <a:pt x="3760" y="2018"/>
                  <a:pt x="3762" y="2034"/>
                  <a:pt x="3775" y="2052"/>
                </a:cubicBezTo>
                <a:cubicBezTo>
                  <a:pt x="3791" y="2087"/>
                  <a:pt x="3790" y="2072"/>
                  <a:pt x="3779" y="2055"/>
                </a:cubicBezTo>
                <a:cubicBezTo>
                  <a:pt x="3773" y="2029"/>
                  <a:pt x="3765" y="2023"/>
                  <a:pt x="3764" y="2020"/>
                </a:cubicBezTo>
                <a:cubicBezTo>
                  <a:pt x="3727" y="1943"/>
                  <a:pt x="3720" y="1927"/>
                  <a:pt x="3710" y="1911"/>
                </a:cubicBezTo>
                <a:cubicBezTo>
                  <a:pt x="3681" y="1859"/>
                  <a:pt x="3679" y="1858"/>
                  <a:pt x="3677" y="1856"/>
                </a:cubicBezTo>
                <a:cubicBezTo>
                  <a:pt x="3659" y="1825"/>
                  <a:pt x="3654" y="1826"/>
                  <a:pt x="3652" y="1818"/>
                </a:cubicBezTo>
                <a:cubicBezTo>
                  <a:pt x="3641" y="1799"/>
                  <a:pt x="3638" y="1795"/>
                  <a:pt x="3640" y="1793"/>
                </a:cubicBezTo>
                <a:cubicBezTo>
                  <a:pt x="3651" y="1805"/>
                  <a:pt x="3656" y="1807"/>
                  <a:pt x="3660" y="1814"/>
                </a:cubicBezTo>
                <a:cubicBezTo>
                  <a:pt x="3747" y="1948"/>
                  <a:pt x="3751" y="1945"/>
                  <a:pt x="3753" y="1952"/>
                </a:cubicBezTo>
                <a:cubicBezTo>
                  <a:pt x="3801" y="2041"/>
                  <a:pt x="3805" y="2046"/>
                  <a:pt x="3813" y="2063"/>
                </a:cubicBezTo>
                <a:cubicBezTo>
                  <a:pt x="3824" y="2090"/>
                  <a:pt x="3825" y="2083"/>
                  <a:pt x="3823" y="2074"/>
                </a:cubicBezTo>
                <a:cubicBezTo>
                  <a:pt x="3793" y="2008"/>
                  <a:pt x="3788" y="1999"/>
                  <a:pt x="3783" y="1990"/>
                </a:cubicBezTo>
                <a:cubicBezTo>
                  <a:pt x="3750" y="1934"/>
                  <a:pt x="3750" y="1933"/>
                  <a:pt x="3742" y="1923"/>
                </a:cubicBezTo>
                <a:cubicBezTo>
                  <a:pt x="3649" y="1784"/>
                  <a:pt x="3640" y="1771"/>
                  <a:pt x="3628" y="1753"/>
                </a:cubicBezTo>
                <a:cubicBezTo>
                  <a:pt x="3600" y="1705"/>
                  <a:pt x="3594" y="1703"/>
                  <a:pt x="3600" y="1698"/>
                </a:cubicBezTo>
                <a:cubicBezTo>
                  <a:pt x="3661" y="1781"/>
                  <a:pt x="3667" y="1780"/>
                  <a:pt x="3671" y="1789"/>
                </a:cubicBezTo>
                <a:cubicBezTo>
                  <a:pt x="3762" y="1925"/>
                  <a:pt x="3772" y="1943"/>
                  <a:pt x="3781" y="1958"/>
                </a:cubicBezTo>
                <a:cubicBezTo>
                  <a:pt x="3789" y="1977"/>
                  <a:pt x="3792" y="1977"/>
                  <a:pt x="3792" y="1977"/>
                </a:cubicBezTo>
                <a:cubicBezTo>
                  <a:pt x="3808" y="2010"/>
                  <a:pt x="3813" y="2006"/>
                  <a:pt x="3808" y="2000"/>
                </a:cubicBezTo>
                <a:cubicBezTo>
                  <a:pt x="3787" y="1964"/>
                  <a:pt x="3792" y="1953"/>
                  <a:pt x="3784" y="1954"/>
                </a:cubicBezTo>
                <a:cubicBezTo>
                  <a:pt x="3664" y="1770"/>
                  <a:pt x="3663" y="1761"/>
                  <a:pt x="3658" y="1758"/>
                </a:cubicBezTo>
                <a:cubicBezTo>
                  <a:pt x="3608" y="1693"/>
                  <a:pt x="3604" y="1687"/>
                  <a:pt x="3601" y="1681"/>
                </a:cubicBezTo>
                <a:cubicBezTo>
                  <a:pt x="3568" y="1619"/>
                  <a:pt x="3567" y="1614"/>
                  <a:pt x="3568" y="1609"/>
                </a:cubicBezTo>
                <a:cubicBezTo>
                  <a:pt x="3602" y="1650"/>
                  <a:pt x="3605" y="1657"/>
                  <a:pt x="3609" y="1657"/>
                </a:cubicBezTo>
                <a:cubicBezTo>
                  <a:pt x="3642" y="1699"/>
                  <a:pt x="3657" y="1709"/>
                  <a:pt x="3670" y="1726"/>
                </a:cubicBezTo>
                <a:cubicBezTo>
                  <a:pt x="3726" y="1782"/>
                  <a:pt x="3727" y="1793"/>
                  <a:pt x="3732" y="1792"/>
                </a:cubicBezTo>
                <a:cubicBezTo>
                  <a:pt x="3804" y="1897"/>
                  <a:pt x="3811" y="1910"/>
                  <a:pt x="3818" y="1923"/>
                </a:cubicBezTo>
                <a:cubicBezTo>
                  <a:pt x="3834" y="1949"/>
                  <a:pt x="3835" y="1944"/>
                  <a:pt x="3833" y="1939"/>
                </a:cubicBezTo>
                <a:cubicBezTo>
                  <a:pt x="3805" y="1889"/>
                  <a:pt x="3802" y="1887"/>
                  <a:pt x="3800" y="1881"/>
                </a:cubicBezTo>
                <a:cubicBezTo>
                  <a:pt x="3752" y="1810"/>
                  <a:pt x="3747" y="1795"/>
                  <a:pt x="3740" y="1790"/>
                </a:cubicBezTo>
                <a:cubicBezTo>
                  <a:pt x="3707" y="1754"/>
                  <a:pt x="3704" y="1747"/>
                  <a:pt x="3701" y="1741"/>
                </a:cubicBezTo>
                <a:cubicBezTo>
                  <a:pt x="3666" y="1702"/>
                  <a:pt x="3650" y="1693"/>
                  <a:pt x="3638" y="1674"/>
                </a:cubicBezTo>
                <a:cubicBezTo>
                  <a:pt x="3579" y="1610"/>
                  <a:pt x="3577" y="1606"/>
                  <a:pt x="3575" y="1603"/>
                </a:cubicBezTo>
                <a:cubicBezTo>
                  <a:pt x="3662" y="1692"/>
                  <a:pt x="3684" y="1707"/>
                  <a:pt x="3705" y="1728"/>
                </a:cubicBezTo>
                <a:cubicBezTo>
                  <a:pt x="3780" y="1809"/>
                  <a:pt x="3780" y="1827"/>
                  <a:pt x="3786" y="1824"/>
                </a:cubicBezTo>
                <a:cubicBezTo>
                  <a:pt x="3743" y="1752"/>
                  <a:pt x="3728" y="1741"/>
                  <a:pt x="3715" y="1723"/>
                </a:cubicBezTo>
                <a:cubicBezTo>
                  <a:pt x="3691" y="1699"/>
                  <a:pt x="3682" y="1693"/>
                  <a:pt x="3674" y="1685"/>
                </a:cubicBezTo>
                <a:cubicBezTo>
                  <a:pt x="3656" y="1669"/>
                  <a:pt x="3653" y="1663"/>
                  <a:pt x="3655" y="1661"/>
                </a:cubicBezTo>
                <a:cubicBezTo>
                  <a:pt x="3701" y="1699"/>
                  <a:pt x="3704" y="1700"/>
                  <a:pt x="3707" y="1700"/>
                </a:cubicBezTo>
                <a:cubicBezTo>
                  <a:pt x="3733" y="1723"/>
                  <a:pt x="3739" y="1726"/>
                  <a:pt x="3744" y="1730"/>
                </a:cubicBezTo>
                <a:cubicBezTo>
                  <a:pt x="3810" y="1787"/>
                  <a:pt x="3819" y="1795"/>
                  <a:pt x="3827" y="1803"/>
                </a:cubicBezTo>
                <a:cubicBezTo>
                  <a:pt x="3840" y="1813"/>
                  <a:pt x="3840" y="1813"/>
                  <a:pt x="3840" y="1813"/>
                </a:cubicBezTo>
                <a:cubicBezTo>
                  <a:pt x="3784" y="1755"/>
                  <a:pt x="3778" y="1742"/>
                  <a:pt x="3769" y="1741"/>
                </a:cubicBezTo>
                <a:cubicBezTo>
                  <a:pt x="3733" y="1710"/>
                  <a:pt x="3728" y="1711"/>
                  <a:pt x="3725" y="1703"/>
                </a:cubicBezTo>
                <a:cubicBezTo>
                  <a:pt x="3677" y="1667"/>
                  <a:pt x="3672" y="1665"/>
                  <a:pt x="3670" y="1658"/>
                </a:cubicBezTo>
                <a:cubicBezTo>
                  <a:pt x="3644" y="1644"/>
                  <a:pt x="3643" y="1636"/>
                  <a:pt x="3639" y="1637"/>
                </a:cubicBezTo>
                <a:cubicBezTo>
                  <a:pt x="3601" y="1601"/>
                  <a:pt x="3599" y="1596"/>
                  <a:pt x="3597" y="1593"/>
                </a:cubicBezTo>
                <a:cubicBezTo>
                  <a:pt x="3566" y="1555"/>
                  <a:pt x="3560" y="1554"/>
                  <a:pt x="3556" y="1545"/>
                </a:cubicBezTo>
                <a:cubicBezTo>
                  <a:pt x="3552" y="1522"/>
                  <a:pt x="3553" y="1536"/>
                  <a:pt x="3559" y="1536"/>
                </a:cubicBezTo>
                <a:cubicBezTo>
                  <a:pt x="3580" y="1559"/>
                  <a:pt x="3583" y="1558"/>
                  <a:pt x="3585" y="1562"/>
                </a:cubicBezTo>
                <a:cubicBezTo>
                  <a:pt x="3634" y="1600"/>
                  <a:pt x="3637" y="1610"/>
                  <a:pt x="3644" y="1607"/>
                </a:cubicBezTo>
                <a:cubicBezTo>
                  <a:pt x="3695" y="1644"/>
                  <a:pt x="3699" y="1652"/>
                  <a:pt x="3705" y="1652"/>
                </a:cubicBezTo>
                <a:cubicBezTo>
                  <a:pt x="3754" y="1683"/>
                  <a:pt x="3757" y="1694"/>
                  <a:pt x="3762" y="1695"/>
                </a:cubicBezTo>
                <a:cubicBezTo>
                  <a:pt x="3798" y="1722"/>
                  <a:pt x="3801" y="1735"/>
                  <a:pt x="3808" y="1732"/>
                </a:cubicBezTo>
                <a:cubicBezTo>
                  <a:pt x="3735" y="1667"/>
                  <a:pt x="3734" y="1659"/>
                  <a:pt x="3730" y="1662"/>
                </a:cubicBezTo>
                <a:cubicBezTo>
                  <a:pt x="3691" y="1638"/>
                  <a:pt x="3686" y="1628"/>
                  <a:pt x="3679" y="1626"/>
                </a:cubicBezTo>
                <a:cubicBezTo>
                  <a:pt x="3606" y="1569"/>
                  <a:pt x="3593" y="1561"/>
                  <a:pt x="3584" y="1546"/>
                </a:cubicBezTo>
                <a:cubicBezTo>
                  <a:pt x="3554" y="1514"/>
                  <a:pt x="3542" y="1501"/>
                  <a:pt x="3531" y="1486"/>
                </a:cubicBezTo>
                <a:cubicBezTo>
                  <a:pt x="3515" y="1452"/>
                  <a:pt x="3508" y="1447"/>
                  <a:pt x="3512" y="1445"/>
                </a:cubicBezTo>
                <a:cubicBezTo>
                  <a:pt x="3556" y="1505"/>
                  <a:pt x="3567" y="1513"/>
                  <a:pt x="3566" y="1520"/>
                </a:cubicBezTo>
                <a:cubicBezTo>
                  <a:pt x="3605" y="1552"/>
                  <a:pt x="3611" y="1553"/>
                  <a:pt x="3616" y="1560"/>
                </a:cubicBezTo>
                <a:cubicBezTo>
                  <a:pt x="3676" y="1598"/>
                  <a:pt x="3677" y="1606"/>
                  <a:pt x="3681" y="1605"/>
                </a:cubicBezTo>
                <a:cubicBezTo>
                  <a:pt x="3717" y="1624"/>
                  <a:pt x="3722" y="1631"/>
                  <a:pt x="3729" y="1632"/>
                </a:cubicBezTo>
                <a:cubicBezTo>
                  <a:pt x="3761" y="1652"/>
                  <a:pt x="3773" y="1659"/>
                  <a:pt x="3786" y="1665"/>
                </a:cubicBezTo>
                <a:cubicBezTo>
                  <a:pt x="3834" y="1700"/>
                  <a:pt x="3837" y="1704"/>
                  <a:pt x="3840" y="1705"/>
                </a:cubicBezTo>
                <a:close/>
                <a:moveTo>
                  <a:pt x="3587" y="1208"/>
                </a:moveTo>
                <a:cubicBezTo>
                  <a:pt x="3585" y="1207"/>
                  <a:pt x="3582" y="1206"/>
                  <a:pt x="3580" y="1204"/>
                </a:cubicBezTo>
                <a:cubicBezTo>
                  <a:pt x="3578" y="1198"/>
                  <a:pt x="3586" y="1205"/>
                  <a:pt x="3587" y="1208"/>
                </a:cubicBezTo>
                <a:close/>
                <a:moveTo>
                  <a:pt x="3234" y="928"/>
                </a:moveTo>
                <a:cubicBezTo>
                  <a:pt x="3238" y="930"/>
                  <a:pt x="3243" y="932"/>
                  <a:pt x="3248" y="934"/>
                </a:cubicBezTo>
                <a:cubicBezTo>
                  <a:pt x="3256" y="941"/>
                  <a:pt x="3265" y="942"/>
                  <a:pt x="3273" y="950"/>
                </a:cubicBezTo>
                <a:cubicBezTo>
                  <a:pt x="3278" y="950"/>
                  <a:pt x="3283" y="953"/>
                  <a:pt x="3287" y="955"/>
                </a:cubicBezTo>
                <a:cubicBezTo>
                  <a:pt x="3291" y="957"/>
                  <a:pt x="3295" y="962"/>
                  <a:pt x="3299" y="962"/>
                </a:cubicBezTo>
                <a:cubicBezTo>
                  <a:pt x="3308" y="965"/>
                  <a:pt x="3317" y="970"/>
                  <a:pt x="3326" y="974"/>
                </a:cubicBezTo>
                <a:cubicBezTo>
                  <a:pt x="3342" y="986"/>
                  <a:pt x="3361" y="990"/>
                  <a:pt x="3376" y="1006"/>
                </a:cubicBezTo>
                <a:cubicBezTo>
                  <a:pt x="3381" y="1008"/>
                  <a:pt x="3386" y="1007"/>
                  <a:pt x="3389" y="1014"/>
                </a:cubicBezTo>
                <a:cubicBezTo>
                  <a:pt x="3395" y="1010"/>
                  <a:pt x="3396" y="1023"/>
                  <a:pt x="3402" y="1021"/>
                </a:cubicBezTo>
                <a:cubicBezTo>
                  <a:pt x="3410" y="1027"/>
                  <a:pt x="3418" y="1034"/>
                  <a:pt x="3427" y="1037"/>
                </a:cubicBezTo>
                <a:cubicBezTo>
                  <a:pt x="3430" y="1042"/>
                  <a:pt x="3434" y="1046"/>
                  <a:pt x="3438" y="1047"/>
                </a:cubicBezTo>
                <a:cubicBezTo>
                  <a:pt x="3439" y="1050"/>
                  <a:pt x="3436" y="1048"/>
                  <a:pt x="3434" y="1049"/>
                </a:cubicBezTo>
                <a:cubicBezTo>
                  <a:pt x="3432" y="1048"/>
                  <a:pt x="3430" y="1047"/>
                  <a:pt x="3428" y="1044"/>
                </a:cubicBezTo>
                <a:cubicBezTo>
                  <a:pt x="3422" y="1049"/>
                  <a:pt x="3422" y="1034"/>
                  <a:pt x="3415" y="1041"/>
                </a:cubicBezTo>
                <a:cubicBezTo>
                  <a:pt x="3409" y="1031"/>
                  <a:pt x="3400" y="1034"/>
                  <a:pt x="3393" y="1026"/>
                </a:cubicBezTo>
                <a:cubicBezTo>
                  <a:pt x="3392" y="1024"/>
                  <a:pt x="3388" y="1027"/>
                  <a:pt x="3387" y="1024"/>
                </a:cubicBezTo>
                <a:cubicBezTo>
                  <a:pt x="3386" y="1020"/>
                  <a:pt x="3383" y="1021"/>
                  <a:pt x="3380" y="1022"/>
                </a:cubicBezTo>
                <a:cubicBezTo>
                  <a:pt x="3378" y="1015"/>
                  <a:pt x="3372" y="1022"/>
                  <a:pt x="3370" y="1014"/>
                </a:cubicBezTo>
                <a:cubicBezTo>
                  <a:pt x="3362" y="1014"/>
                  <a:pt x="3355" y="1007"/>
                  <a:pt x="3347" y="1003"/>
                </a:cubicBezTo>
                <a:cubicBezTo>
                  <a:pt x="3338" y="1002"/>
                  <a:pt x="3331" y="995"/>
                  <a:pt x="3323" y="989"/>
                </a:cubicBezTo>
                <a:cubicBezTo>
                  <a:pt x="3315" y="989"/>
                  <a:pt x="3307" y="983"/>
                  <a:pt x="3300" y="978"/>
                </a:cubicBezTo>
                <a:cubicBezTo>
                  <a:pt x="3296" y="977"/>
                  <a:pt x="3293" y="972"/>
                  <a:pt x="3288" y="971"/>
                </a:cubicBezTo>
                <a:cubicBezTo>
                  <a:pt x="3285" y="968"/>
                  <a:pt x="3280" y="971"/>
                  <a:pt x="3278" y="963"/>
                </a:cubicBezTo>
                <a:cubicBezTo>
                  <a:pt x="3270" y="961"/>
                  <a:pt x="3264" y="953"/>
                  <a:pt x="3255" y="952"/>
                </a:cubicBezTo>
                <a:cubicBezTo>
                  <a:pt x="3254" y="950"/>
                  <a:pt x="3253" y="948"/>
                  <a:pt x="3252" y="946"/>
                </a:cubicBezTo>
                <a:cubicBezTo>
                  <a:pt x="3247" y="942"/>
                  <a:pt x="3242" y="939"/>
                  <a:pt x="3236" y="938"/>
                </a:cubicBezTo>
                <a:cubicBezTo>
                  <a:pt x="3232" y="933"/>
                  <a:pt x="3228" y="927"/>
                  <a:pt x="3222" y="927"/>
                </a:cubicBezTo>
                <a:cubicBezTo>
                  <a:pt x="3222" y="917"/>
                  <a:pt x="3230" y="930"/>
                  <a:pt x="3234" y="928"/>
                </a:cubicBezTo>
                <a:close/>
                <a:moveTo>
                  <a:pt x="3269" y="856"/>
                </a:moveTo>
                <a:cubicBezTo>
                  <a:pt x="3278" y="856"/>
                  <a:pt x="3285" y="867"/>
                  <a:pt x="3294" y="867"/>
                </a:cubicBezTo>
                <a:cubicBezTo>
                  <a:pt x="3296" y="873"/>
                  <a:pt x="3289" y="865"/>
                  <a:pt x="3287" y="868"/>
                </a:cubicBezTo>
                <a:cubicBezTo>
                  <a:pt x="3284" y="866"/>
                  <a:pt x="3281" y="867"/>
                  <a:pt x="3279" y="864"/>
                </a:cubicBezTo>
                <a:cubicBezTo>
                  <a:pt x="3274" y="860"/>
                  <a:pt x="3267" y="862"/>
                  <a:pt x="3263" y="855"/>
                </a:cubicBezTo>
                <a:cubicBezTo>
                  <a:pt x="3252" y="853"/>
                  <a:pt x="3242" y="851"/>
                  <a:pt x="3231" y="848"/>
                </a:cubicBezTo>
                <a:cubicBezTo>
                  <a:pt x="3226" y="845"/>
                  <a:pt x="3221" y="843"/>
                  <a:pt x="3215" y="843"/>
                </a:cubicBezTo>
                <a:cubicBezTo>
                  <a:pt x="3211" y="839"/>
                  <a:pt x="3206" y="839"/>
                  <a:pt x="3201" y="838"/>
                </a:cubicBezTo>
                <a:cubicBezTo>
                  <a:pt x="3195" y="839"/>
                  <a:pt x="3190" y="834"/>
                  <a:pt x="3185" y="833"/>
                </a:cubicBezTo>
                <a:cubicBezTo>
                  <a:pt x="3180" y="832"/>
                  <a:pt x="3175" y="831"/>
                  <a:pt x="3171" y="828"/>
                </a:cubicBezTo>
                <a:cubicBezTo>
                  <a:pt x="3161" y="826"/>
                  <a:pt x="3152" y="820"/>
                  <a:pt x="3142" y="820"/>
                </a:cubicBezTo>
                <a:cubicBezTo>
                  <a:pt x="3130" y="810"/>
                  <a:pt x="3117" y="809"/>
                  <a:pt x="3105" y="799"/>
                </a:cubicBezTo>
                <a:cubicBezTo>
                  <a:pt x="3102" y="800"/>
                  <a:pt x="3098" y="799"/>
                  <a:pt x="3096" y="797"/>
                </a:cubicBezTo>
                <a:cubicBezTo>
                  <a:pt x="3094" y="789"/>
                  <a:pt x="3088" y="799"/>
                  <a:pt x="3087" y="791"/>
                </a:cubicBezTo>
                <a:cubicBezTo>
                  <a:pt x="3080" y="793"/>
                  <a:pt x="3077" y="781"/>
                  <a:pt x="3069" y="784"/>
                </a:cubicBezTo>
                <a:cubicBezTo>
                  <a:pt x="3068" y="781"/>
                  <a:pt x="3066" y="778"/>
                  <a:pt x="3064" y="779"/>
                </a:cubicBezTo>
                <a:cubicBezTo>
                  <a:pt x="3064" y="777"/>
                  <a:pt x="3064" y="774"/>
                  <a:pt x="3061" y="775"/>
                </a:cubicBezTo>
                <a:cubicBezTo>
                  <a:pt x="3058" y="774"/>
                  <a:pt x="3055" y="769"/>
                  <a:pt x="3052" y="764"/>
                </a:cubicBezTo>
                <a:cubicBezTo>
                  <a:pt x="3060" y="762"/>
                  <a:pt x="3065" y="770"/>
                  <a:pt x="3072" y="769"/>
                </a:cubicBezTo>
                <a:cubicBezTo>
                  <a:pt x="3077" y="776"/>
                  <a:pt x="3084" y="774"/>
                  <a:pt x="3089" y="781"/>
                </a:cubicBezTo>
                <a:cubicBezTo>
                  <a:pt x="3094" y="782"/>
                  <a:pt x="3100" y="782"/>
                  <a:pt x="3104" y="787"/>
                </a:cubicBezTo>
                <a:cubicBezTo>
                  <a:pt x="3108" y="787"/>
                  <a:pt x="3112" y="789"/>
                  <a:pt x="3117" y="790"/>
                </a:cubicBezTo>
                <a:cubicBezTo>
                  <a:pt x="3125" y="792"/>
                  <a:pt x="3133" y="798"/>
                  <a:pt x="3142" y="801"/>
                </a:cubicBezTo>
                <a:cubicBezTo>
                  <a:pt x="3151" y="803"/>
                  <a:pt x="3160" y="806"/>
                  <a:pt x="3169" y="810"/>
                </a:cubicBezTo>
                <a:cubicBezTo>
                  <a:pt x="3177" y="812"/>
                  <a:pt x="3186" y="815"/>
                  <a:pt x="3194" y="820"/>
                </a:cubicBezTo>
                <a:cubicBezTo>
                  <a:pt x="3196" y="821"/>
                  <a:pt x="3200" y="820"/>
                  <a:pt x="3201" y="824"/>
                </a:cubicBezTo>
                <a:cubicBezTo>
                  <a:pt x="3204" y="823"/>
                  <a:pt x="3205" y="827"/>
                  <a:pt x="3208" y="826"/>
                </a:cubicBezTo>
                <a:cubicBezTo>
                  <a:pt x="3211" y="830"/>
                  <a:pt x="3217" y="825"/>
                  <a:pt x="3220" y="832"/>
                </a:cubicBezTo>
                <a:cubicBezTo>
                  <a:pt x="3229" y="834"/>
                  <a:pt x="3237" y="839"/>
                  <a:pt x="3245" y="843"/>
                </a:cubicBezTo>
                <a:cubicBezTo>
                  <a:pt x="3253" y="849"/>
                  <a:pt x="3262" y="849"/>
                  <a:pt x="3269" y="856"/>
                </a:cubicBezTo>
                <a:close/>
                <a:moveTo>
                  <a:pt x="3121" y="851"/>
                </a:moveTo>
                <a:cubicBezTo>
                  <a:pt x="3114" y="851"/>
                  <a:pt x="3115" y="840"/>
                  <a:pt x="3113" y="836"/>
                </a:cubicBezTo>
                <a:cubicBezTo>
                  <a:pt x="3120" y="836"/>
                  <a:pt x="3119" y="847"/>
                  <a:pt x="3121" y="851"/>
                </a:cubicBezTo>
                <a:close/>
                <a:moveTo>
                  <a:pt x="2966" y="723"/>
                </a:moveTo>
                <a:cubicBezTo>
                  <a:pt x="2974" y="724"/>
                  <a:pt x="2969" y="736"/>
                  <a:pt x="2973" y="741"/>
                </a:cubicBezTo>
                <a:cubicBezTo>
                  <a:pt x="2967" y="741"/>
                  <a:pt x="2968" y="728"/>
                  <a:pt x="2966" y="723"/>
                </a:cubicBezTo>
                <a:close/>
                <a:moveTo>
                  <a:pt x="3008" y="1016"/>
                </a:moveTo>
                <a:cubicBezTo>
                  <a:pt x="3004" y="1017"/>
                  <a:pt x="3007" y="1015"/>
                  <a:pt x="3006" y="1012"/>
                </a:cubicBezTo>
                <a:cubicBezTo>
                  <a:pt x="3004" y="1010"/>
                  <a:pt x="3003" y="1008"/>
                  <a:pt x="3002" y="1006"/>
                </a:cubicBezTo>
                <a:cubicBezTo>
                  <a:pt x="3001" y="1000"/>
                  <a:pt x="2996" y="993"/>
                  <a:pt x="2997" y="987"/>
                </a:cubicBezTo>
                <a:cubicBezTo>
                  <a:pt x="2997" y="982"/>
                  <a:pt x="2990" y="975"/>
                  <a:pt x="2993" y="971"/>
                </a:cubicBezTo>
                <a:cubicBezTo>
                  <a:pt x="2990" y="965"/>
                  <a:pt x="2991" y="960"/>
                  <a:pt x="2988" y="954"/>
                </a:cubicBezTo>
                <a:cubicBezTo>
                  <a:pt x="2982" y="947"/>
                  <a:pt x="2991" y="944"/>
                  <a:pt x="2984" y="937"/>
                </a:cubicBezTo>
                <a:cubicBezTo>
                  <a:pt x="2987" y="935"/>
                  <a:pt x="2982" y="930"/>
                  <a:pt x="2985" y="928"/>
                </a:cubicBezTo>
                <a:cubicBezTo>
                  <a:pt x="2985" y="926"/>
                  <a:pt x="2985" y="924"/>
                  <a:pt x="2983" y="921"/>
                </a:cubicBezTo>
                <a:cubicBezTo>
                  <a:pt x="2985" y="916"/>
                  <a:pt x="2981" y="910"/>
                  <a:pt x="2983" y="905"/>
                </a:cubicBezTo>
                <a:cubicBezTo>
                  <a:pt x="2981" y="894"/>
                  <a:pt x="2982" y="884"/>
                  <a:pt x="2978" y="872"/>
                </a:cubicBezTo>
                <a:cubicBezTo>
                  <a:pt x="2981" y="851"/>
                  <a:pt x="2975" y="827"/>
                  <a:pt x="2980" y="805"/>
                </a:cubicBezTo>
                <a:cubicBezTo>
                  <a:pt x="2976" y="795"/>
                  <a:pt x="2977" y="786"/>
                  <a:pt x="2974" y="776"/>
                </a:cubicBezTo>
                <a:cubicBezTo>
                  <a:pt x="2973" y="766"/>
                  <a:pt x="2969" y="756"/>
                  <a:pt x="2972" y="747"/>
                </a:cubicBezTo>
                <a:cubicBezTo>
                  <a:pt x="2979" y="747"/>
                  <a:pt x="2976" y="759"/>
                  <a:pt x="2978" y="763"/>
                </a:cubicBezTo>
                <a:cubicBezTo>
                  <a:pt x="2977" y="769"/>
                  <a:pt x="2980" y="775"/>
                  <a:pt x="2980" y="781"/>
                </a:cubicBezTo>
                <a:cubicBezTo>
                  <a:pt x="2988" y="789"/>
                  <a:pt x="2979" y="792"/>
                  <a:pt x="2985" y="800"/>
                </a:cubicBezTo>
                <a:cubicBezTo>
                  <a:pt x="2984" y="805"/>
                  <a:pt x="2988" y="812"/>
                  <a:pt x="2984" y="817"/>
                </a:cubicBezTo>
                <a:cubicBezTo>
                  <a:pt x="2988" y="818"/>
                  <a:pt x="2987" y="820"/>
                  <a:pt x="2988" y="823"/>
                </a:cubicBezTo>
                <a:cubicBezTo>
                  <a:pt x="2985" y="826"/>
                  <a:pt x="2991" y="826"/>
                  <a:pt x="2988" y="828"/>
                </a:cubicBezTo>
                <a:cubicBezTo>
                  <a:pt x="2988" y="834"/>
                  <a:pt x="2990" y="841"/>
                  <a:pt x="2990" y="846"/>
                </a:cubicBezTo>
                <a:cubicBezTo>
                  <a:pt x="2992" y="853"/>
                  <a:pt x="2990" y="858"/>
                  <a:pt x="2992" y="864"/>
                </a:cubicBezTo>
                <a:cubicBezTo>
                  <a:pt x="2994" y="871"/>
                  <a:pt x="2988" y="875"/>
                  <a:pt x="2994" y="882"/>
                </a:cubicBezTo>
                <a:cubicBezTo>
                  <a:pt x="2989" y="887"/>
                  <a:pt x="2996" y="894"/>
                  <a:pt x="2996" y="900"/>
                </a:cubicBezTo>
                <a:cubicBezTo>
                  <a:pt x="2996" y="906"/>
                  <a:pt x="2998" y="912"/>
                  <a:pt x="2998" y="918"/>
                </a:cubicBezTo>
                <a:cubicBezTo>
                  <a:pt x="2997" y="930"/>
                  <a:pt x="3002" y="942"/>
                  <a:pt x="2999" y="953"/>
                </a:cubicBezTo>
                <a:cubicBezTo>
                  <a:pt x="3003" y="978"/>
                  <a:pt x="3006" y="1001"/>
                  <a:pt x="3017" y="1028"/>
                </a:cubicBezTo>
                <a:cubicBezTo>
                  <a:pt x="3012" y="1030"/>
                  <a:pt x="3011" y="1019"/>
                  <a:pt x="3008" y="1016"/>
                </a:cubicBezTo>
                <a:close/>
                <a:moveTo>
                  <a:pt x="3027" y="1036"/>
                </a:moveTo>
                <a:cubicBezTo>
                  <a:pt x="3032" y="1033"/>
                  <a:pt x="3024" y="1028"/>
                  <a:pt x="3023" y="1024"/>
                </a:cubicBezTo>
                <a:cubicBezTo>
                  <a:pt x="3013" y="970"/>
                  <a:pt x="3013" y="964"/>
                  <a:pt x="3010" y="958"/>
                </a:cubicBezTo>
                <a:cubicBezTo>
                  <a:pt x="3009" y="898"/>
                  <a:pt x="3001" y="890"/>
                  <a:pt x="3007" y="886"/>
                </a:cubicBezTo>
                <a:cubicBezTo>
                  <a:pt x="2992" y="822"/>
                  <a:pt x="3003" y="819"/>
                  <a:pt x="2998" y="812"/>
                </a:cubicBezTo>
                <a:cubicBezTo>
                  <a:pt x="2992" y="771"/>
                  <a:pt x="2986" y="766"/>
                  <a:pt x="2990" y="764"/>
                </a:cubicBezTo>
                <a:cubicBezTo>
                  <a:pt x="2983" y="719"/>
                  <a:pt x="2985" y="730"/>
                  <a:pt x="2988" y="733"/>
                </a:cubicBezTo>
                <a:cubicBezTo>
                  <a:pt x="3000" y="776"/>
                  <a:pt x="3004" y="782"/>
                  <a:pt x="3003" y="787"/>
                </a:cubicBezTo>
                <a:cubicBezTo>
                  <a:pt x="3014" y="823"/>
                  <a:pt x="3013" y="827"/>
                  <a:pt x="3018" y="833"/>
                </a:cubicBezTo>
                <a:cubicBezTo>
                  <a:pt x="3023" y="872"/>
                  <a:pt x="3015" y="879"/>
                  <a:pt x="3023" y="890"/>
                </a:cubicBezTo>
                <a:cubicBezTo>
                  <a:pt x="3027" y="937"/>
                  <a:pt x="3022" y="940"/>
                  <a:pt x="3027" y="945"/>
                </a:cubicBezTo>
                <a:cubicBezTo>
                  <a:pt x="3036" y="1011"/>
                  <a:pt x="3031" y="1019"/>
                  <a:pt x="3037" y="1030"/>
                </a:cubicBezTo>
                <a:close/>
                <a:moveTo>
                  <a:pt x="2998" y="735"/>
                </a:moveTo>
                <a:cubicBezTo>
                  <a:pt x="3003" y="732"/>
                  <a:pt x="3005" y="737"/>
                  <a:pt x="3008" y="740"/>
                </a:cubicBezTo>
                <a:cubicBezTo>
                  <a:pt x="3006" y="741"/>
                  <a:pt x="3004" y="742"/>
                  <a:pt x="3002" y="744"/>
                </a:cubicBezTo>
                <a:cubicBezTo>
                  <a:pt x="3001" y="741"/>
                  <a:pt x="2999" y="738"/>
                  <a:pt x="2998" y="735"/>
                </a:cubicBezTo>
                <a:close/>
                <a:moveTo>
                  <a:pt x="3035" y="859"/>
                </a:moveTo>
                <a:cubicBezTo>
                  <a:pt x="3033" y="862"/>
                  <a:pt x="3036" y="867"/>
                  <a:pt x="3037" y="871"/>
                </a:cubicBezTo>
                <a:cubicBezTo>
                  <a:pt x="3040" y="880"/>
                  <a:pt x="3037" y="886"/>
                  <a:pt x="3043" y="895"/>
                </a:cubicBezTo>
                <a:cubicBezTo>
                  <a:pt x="3041" y="899"/>
                  <a:pt x="3043" y="904"/>
                  <a:pt x="3044" y="908"/>
                </a:cubicBezTo>
                <a:cubicBezTo>
                  <a:pt x="3044" y="912"/>
                  <a:pt x="3047" y="917"/>
                  <a:pt x="3046" y="921"/>
                </a:cubicBezTo>
                <a:cubicBezTo>
                  <a:pt x="3051" y="926"/>
                  <a:pt x="3043" y="928"/>
                  <a:pt x="3048" y="933"/>
                </a:cubicBezTo>
                <a:cubicBezTo>
                  <a:pt x="3046" y="936"/>
                  <a:pt x="3052" y="942"/>
                  <a:pt x="3049" y="944"/>
                </a:cubicBezTo>
                <a:cubicBezTo>
                  <a:pt x="3054" y="948"/>
                  <a:pt x="3044" y="955"/>
                  <a:pt x="3051" y="953"/>
                </a:cubicBezTo>
                <a:cubicBezTo>
                  <a:pt x="3053" y="958"/>
                  <a:pt x="3047" y="961"/>
                  <a:pt x="3053" y="966"/>
                </a:cubicBezTo>
                <a:cubicBezTo>
                  <a:pt x="3054" y="974"/>
                  <a:pt x="3060" y="983"/>
                  <a:pt x="3055" y="989"/>
                </a:cubicBezTo>
                <a:cubicBezTo>
                  <a:pt x="3063" y="1007"/>
                  <a:pt x="3055" y="1021"/>
                  <a:pt x="3064" y="1039"/>
                </a:cubicBezTo>
                <a:cubicBezTo>
                  <a:pt x="3064" y="1046"/>
                  <a:pt x="3060" y="1052"/>
                  <a:pt x="3066" y="1060"/>
                </a:cubicBezTo>
                <a:cubicBezTo>
                  <a:pt x="3061" y="1065"/>
                  <a:pt x="3066" y="1073"/>
                  <a:pt x="3066" y="1079"/>
                </a:cubicBezTo>
                <a:cubicBezTo>
                  <a:pt x="3059" y="1084"/>
                  <a:pt x="3069" y="1094"/>
                  <a:pt x="3064" y="1100"/>
                </a:cubicBezTo>
                <a:cubicBezTo>
                  <a:pt x="3067" y="1107"/>
                  <a:pt x="3063" y="1112"/>
                  <a:pt x="3067" y="1120"/>
                </a:cubicBezTo>
                <a:cubicBezTo>
                  <a:pt x="3062" y="1121"/>
                  <a:pt x="3060" y="1110"/>
                  <a:pt x="3056" y="1106"/>
                </a:cubicBezTo>
                <a:cubicBezTo>
                  <a:pt x="3056" y="1100"/>
                  <a:pt x="3049" y="1092"/>
                  <a:pt x="3050" y="1085"/>
                </a:cubicBezTo>
                <a:cubicBezTo>
                  <a:pt x="3047" y="1075"/>
                  <a:pt x="3049" y="1065"/>
                  <a:pt x="3046" y="1055"/>
                </a:cubicBezTo>
                <a:cubicBezTo>
                  <a:pt x="3048" y="1050"/>
                  <a:pt x="3047" y="1045"/>
                  <a:pt x="3045" y="1039"/>
                </a:cubicBezTo>
                <a:cubicBezTo>
                  <a:pt x="3050" y="1035"/>
                  <a:pt x="3042" y="1029"/>
                  <a:pt x="3046" y="1025"/>
                </a:cubicBezTo>
                <a:cubicBezTo>
                  <a:pt x="3043" y="1014"/>
                  <a:pt x="3045" y="1005"/>
                  <a:pt x="3042" y="994"/>
                </a:cubicBezTo>
                <a:cubicBezTo>
                  <a:pt x="3045" y="991"/>
                  <a:pt x="3038" y="984"/>
                  <a:pt x="3042" y="981"/>
                </a:cubicBezTo>
                <a:cubicBezTo>
                  <a:pt x="3040" y="975"/>
                  <a:pt x="3041" y="971"/>
                  <a:pt x="3036" y="965"/>
                </a:cubicBezTo>
                <a:cubicBezTo>
                  <a:pt x="3042" y="961"/>
                  <a:pt x="3038" y="955"/>
                  <a:pt x="3035" y="949"/>
                </a:cubicBezTo>
                <a:cubicBezTo>
                  <a:pt x="3042" y="946"/>
                  <a:pt x="3035" y="940"/>
                  <a:pt x="3035" y="935"/>
                </a:cubicBezTo>
                <a:cubicBezTo>
                  <a:pt x="3042" y="928"/>
                  <a:pt x="3030" y="915"/>
                  <a:pt x="3036" y="908"/>
                </a:cubicBezTo>
                <a:cubicBezTo>
                  <a:pt x="3029" y="900"/>
                  <a:pt x="3036" y="897"/>
                  <a:pt x="3032" y="891"/>
                </a:cubicBezTo>
                <a:cubicBezTo>
                  <a:pt x="3031" y="886"/>
                  <a:pt x="3032" y="882"/>
                  <a:pt x="3032" y="877"/>
                </a:cubicBezTo>
                <a:cubicBezTo>
                  <a:pt x="3031" y="867"/>
                  <a:pt x="3031" y="858"/>
                  <a:pt x="3029" y="848"/>
                </a:cubicBezTo>
                <a:cubicBezTo>
                  <a:pt x="3036" y="847"/>
                  <a:pt x="3032" y="856"/>
                  <a:pt x="3035" y="859"/>
                </a:cubicBezTo>
                <a:close/>
                <a:moveTo>
                  <a:pt x="3020" y="794"/>
                </a:moveTo>
                <a:cubicBezTo>
                  <a:pt x="3022" y="799"/>
                  <a:pt x="3021" y="803"/>
                  <a:pt x="3026" y="809"/>
                </a:cubicBezTo>
                <a:cubicBezTo>
                  <a:pt x="3021" y="813"/>
                  <a:pt x="3030" y="821"/>
                  <a:pt x="3027" y="825"/>
                </a:cubicBezTo>
                <a:cubicBezTo>
                  <a:pt x="3033" y="831"/>
                  <a:pt x="3028" y="835"/>
                  <a:pt x="3033" y="841"/>
                </a:cubicBezTo>
                <a:cubicBezTo>
                  <a:pt x="3025" y="846"/>
                  <a:pt x="3028" y="832"/>
                  <a:pt x="3026" y="828"/>
                </a:cubicBezTo>
                <a:cubicBezTo>
                  <a:pt x="3022" y="822"/>
                  <a:pt x="3025" y="818"/>
                  <a:pt x="3019" y="811"/>
                </a:cubicBezTo>
                <a:cubicBezTo>
                  <a:pt x="3023" y="803"/>
                  <a:pt x="3013" y="791"/>
                  <a:pt x="3013" y="781"/>
                </a:cubicBezTo>
                <a:cubicBezTo>
                  <a:pt x="3020" y="780"/>
                  <a:pt x="3017" y="790"/>
                  <a:pt x="3020" y="794"/>
                </a:cubicBezTo>
                <a:close/>
                <a:moveTo>
                  <a:pt x="3009" y="726"/>
                </a:moveTo>
                <a:cubicBezTo>
                  <a:pt x="3000" y="718"/>
                  <a:pt x="2991" y="710"/>
                  <a:pt x="2981" y="706"/>
                </a:cubicBezTo>
                <a:cubicBezTo>
                  <a:pt x="2978" y="701"/>
                  <a:pt x="2988" y="702"/>
                  <a:pt x="2988" y="705"/>
                </a:cubicBezTo>
                <a:cubicBezTo>
                  <a:pt x="2991" y="704"/>
                  <a:pt x="2994" y="705"/>
                  <a:pt x="2996" y="709"/>
                </a:cubicBezTo>
                <a:cubicBezTo>
                  <a:pt x="3002" y="709"/>
                  <a:pt x="3008" y="713"/>
                  <a:pt x="3013" y="715"/>
                </a:cubicBezTo>
                <a:cubicBezTo>
                  <a:pt x="3024" y="722"/>
                  <a:pt x="3036" y="723"/>
                  <a:pt x="3046" y="729"/>
                </a:cubicBezTo>
                <a:cubicBezTo>
                  <a:pt x="3057" y="733"/>
                  <a:pt x="3068" y="740"/>
                  <a:pt x="3080" y="740"/>
                </a:cubicBezTo>
                <a:cubicBezTo>
                  <a:pt x="3084" y="749"/>
                  <a:pt x="3092" y="742"/>
                  <a:pt x="3096" y="750"/>
                </a:cubicBezTo>
                <a:cubicBezTo>
                  <a:pt x="3103" y="748"/>
                  <a:pt x="3106" y="756"/>
                  <a:pt x="3112" y="754"/>
                </a:cubicBezTo>
                <a:cubicBezTo>
                  <a:pt x="3122" y="765"/>
                  <a:pt x="3136" y="763"/>
                  <a:pt x="3146" y="771"/>
                </a:cubicBezTo>
                <a:cubicBezTo>
                  <a:pt x="3151" y="776"/>
                  <a:pt x="3159" y="772"/>
                  <a:pt x="3163" y="780"/>
                </a:cubicBezTo>
                <a:cubicBezTo>
                  <a:pt x="3168" y="781"/>
                  <a:pt x="3174" y="783"/>
                  <a:pt x="3178" y="788"/>
                </a:cubicBezTo>
                <a:cubicBezTo>
                  <a:pt x="3189" y="792"/>
                  <a:pt x="3199" y="799"/>
                  <a:pt x="3210" y="805"/>
                </a:cubicBezTo>
                <a:cubicBezTo>
                  <a:pt x="3214" y="814"/>
                  <a:pt x="3222" y="809"/>
                  <a:pt x="3225" y="818"/>
                </a:cubicBezTo>
                <a:cubicBezTo>
                  <a:pt x="3231" y="818"/>
                  <a:pt x="3235" y="826"/>
                  <a:pt x="3241" y="826"/>
                </a:cubicBezTo>
                <a:cubicBezTo>
                  <a:pt x="3242" y="828"/>
                  <a:pt x="3243" y="830"/>
                  <a:pt x="3244" y="832"/>
                </a:cubicBezTo>
                <a:cubicBezTo>
                  <a:pt x="3234" y="831"/>
                  <a:pt x="3225" y="823"/>
                  <a:pt x="3215" y="819"/>
                </a:cubicBezTo>
                <a:cubicBezTo>
                  <a:pt x="3205" y="814"/>
                  <a:pt x="3195" y="810"/>
                  <a:pt x="3185" y="806"/>
                </a:cubicBezTo>
                <a:cubicBezTo>
                  <a:pt x="3181" y="801"/>
                  <a:pt x="3175" y="801"/>
                  <a:pt x="3170" y="798"/>
                </a:cubicBezTo>
                <a:cubicBezTo>
                  <a:pt x="3167" y="799"/>
                  <a:pt x="3164" y="798"/>
                  <a:pt x="3162" y="794"/>
                </a:cubicBezTo>
                <a:cubicBezTo>
                  <a:pt x="3159" y="797"/>
                  <a:pt x="3158" y="795"/>
                  <a:pt x="3156" y="792"/>
                </a:cubicBezTo>
                <a:cubicBezTo>
                  <a:pt x="3150" y="797"/>
                  <a:pt x="3147" y="787"/>
                  <a:pt x="3141" y="790"/>
                </a:cubicBezTo>
                <a:cubicBezTo>
                  <a:pt x="3139" y="785"/>
                  <a:pt x="3135" y="789"/>
                  <a:pt x="3133" y="786"/>
                </a:cubicBezTo>
                <a:cubicBezTo>
                  <a:pt x="3131" y="785"/>
                  <a:pt x="3129" y="784"/>
                  <a:pt x="3128" y="781"/>
                </a:cubicBezTo>
                <a:cubicBezTo>
                  <a:pt x="3122" y="779"/>
                  <a:pt x="3116" y="781"/>
                  <a:pt x="3112" y="777"/>
                </a:cubicBezTo>
                <a:cubicBezTo>
                  <a:pt x="3106" y="777"/>
                  <a:pt x="3103" y="770"/>
                  <a:pt x="3097" y="774"/>
                </a:cubicBezTo>
                <a:cubicBezTo>
                  <a:pt x="3088" y="764"/>
                  <a:pt x="3077" y="763"/>
                  <a:pt x="3067" y="756"/>
                </a:cubicBezTo>
                <a:cubicBezTo>
                  <a:pt x="3056" y="755"/>
                  <a:pt x="3048" y="745"/>
                  <a:pt x="3037" y="743"/>
                </a:cubicBezTo>
                <a:cubicBezTo>
                  <a:pt x="3029" y="733"/>
                  <a:pt x="3018" y="734"/>
                  <a:pt x="3009" y="726"/>
                </a:cubicBezTo>
                <a:close/>
                <a:moveTo>
                  <a:pt x="3088" y="932"/>
                </a:moveTo>
                <a:cubicBezTo>
                  <a:pt x="3086" y="928"/>
                  <a:pt x="3084" y="924"/>
                  <a:pt x="3081" y="920"/>
                </a:cubicBezTo>
                <a:cubicBezTo>
                  <a:pt x="3085" y="915"/>
                  <a:pt x="3078" y="907"/>
                  <a:pt x="3079" y="902"/>
                </a:cubicBezTo>
                <a:cubicBezTo>
                  <a:pt x="3082" y="897"/>
                  <a:pt x="3078" y="890"/>
                  <a:pt x="3077" y="884"/>
                </a:cubicBezTo>
                <a:cubicBezTo>
                  <a:pt x="3077" y="878"/>
                  <a:pt x="3071" y="871"/>
                  <a:pt x="3072" y="865"/>
                </a:cubicBezTo>
                <a:cubicBezTo>
                  <a:pt x="3068" y="861"/>
                  <a:pt x="3070" y="859"/>
                  <a:pt x="3069" y="856"/>
                </a:cubicBezTo>
                <a:cubicBezTo>
                  <a:pt x="3067" y="853"/>
                  <a:pt x="3065" y="850"/>
                  <a:pt x="3068" y="848"/>
                </a:cubicBezTo>
                <a:cubicBezTo>
                  <a:pt x="3062" y="838"/>
                  <a:pt x="3063" y="821"/>
                  <a:pt x="3054" y="815"/>
                </a:cubicBezTo>
                <a:cubicBezTo>
                  <a:pt x="3057" y="813"/>
                  <a:pt x="3053" y="809"/>
                  <a:pt x="3051" y="806"/>
                </a:cubicBezTo>
                <a:cubicBezTo>
                  <a:pt x="3049" y="802"/>
                  <a:pt x="3051" y="800"/>
                  <a:pt x="3049" y="796"/>
                </a:cubicBezTo>
                <a:cubicBezTo>
                  <a:pt x="3050" y="791"/>
                  <a:pt x="3041" y="784"/>
                  <a:pt x="3048" y="780"/>
                </a:cubicBezTo>
                <a:cubicBezTo>
                  <a:pt x="3068" y="811"/>
                  <a:pt x="3067" y="836"/>
                  <a:pt x="3080" y="866"/>
                </a:cubicBezTo>
                <a:cubicBezTo>
                  <a:pt x="3079" y="871"/>
                  <a:pt x="3078" y="877"/>
                  <a:pt x="3082" y="884"/>
                </a:cubicBezTo>
                <a:cubicBezTo>
                  <a:pt x="3080" y="888"/>
                  <a:pt x="3085" y="895"/>
                  <a:pt x="3083" y="900"/>
                </a:cubicBezTo>
                <a:cubicBezTo>
                  <a:pt x="3083" y="905"/>
                  <a:pt x="3086" y="911"/>
                  <a:pt x="3087" y="916"/>
                </a:cubicBezTo>
                <a:cubicBezTo>
                  <a:pt x="3085" y="921"/>
                  <a:pt x="3090" y="927"/>
                  <a:pt x="3088" y="932"/>
                </a:cubicBezTo>
                <a:cubicBezTo>
                  <a:pt x="3095" y="940"/>
                  <a:pt x="3082" y="936"/>
                  <a:pt x="3088" y="932"/>
                </a:cubicBezTo>
                <a:close/>
                <a:moveTo>
                  <a:pt x="3098" y="1017"/>
                </a:moveTo>
                <a:cubicBezTo>
                  <a:pt x="3095" y="1012"/>
                  <a:pt x="3099" y="1010"/>
                  <a:pt x="3094" y="1005"/>
                </a:cubicBezTo>
                <a:cubicBezTo>
                  <a:pt x="3100" y="1001"/>
                  <a:pt x="3093" y="994"/>
                  <a:pt x="3097" y="990"/>
                </a:cubicBezTo>
                <a:cubicBezTo>
                  <a:pt x="3099" y="995"/>
                  <a:pt x="3100" y="1000"/>
                  <a:pt x="3097" y="1004"/>
                </a:cubicBezTo>
                <a:cubicBezTo>
                  <a:pt x="3101" y="1012"/>
                  <a:pt x="3100" y="1019"/>
                  <a:pt x="3101" y="1026"/>
                </a:cubicBezTo>
                <a:cubicBezTo>
                  <a:pt x="3097" y="1027"/>
                  <a:pt x="3100" y="1024"/>
                  <a:pt x="3099" y="1022"/>
                </a:cubicBezTo>
                <a:cubicBezTo>
                  <a:pt x="3097" y="1020"/>
                  <a:pt x="3097" y="1018"/>
                  <a:pt x="3098" y="1017"/>
                </a:cubicBezTo>
                <a:close/>
                <a:moveTo>
                  <a:pt x="3102" y="1037"/>
                </a:moveTo>
                <a:cubicBezTo>
                  <a:pt x="3104" y="1040"/>
                  <a:pt x="3102" y="1040"/>
                  <a:pt x="3102" y="1042"/>
                </a:cubicBezTo>
                <a:cubicBezTo>
                  <a:pt x="3103" y="1051"/>
                  <a:pt x="3095" y="1030"/>
                  <a:pt x="3102" y="1037"/>
                </a:cubicBezTo>
                <a:close/>
                <a:moveTo>
                  <a:pt x="3133" y="1125"/>
                </a:moveTo>
                <a:cubicBezTo>
                  <a:pt x="3136" y="1144"/>
                  <a:pt x="3134" y="1162"/>
                  <a:pt x="3134" y="1180"/>
                </a:cubicBezTo>
                <a:cubicBezTo>
                  <a:pt x="3121" y="1261"/>
                  <a:pt x="3124" y="1266"/>
                  <a:pt x="3120" y="1270"/>
                </a:cubicBezTo>
                <a:cubicBezTo>
                  <a:pt x="3117" y="1275"/>
                  <a:pt x="3119" y="1274"/>
                  <a:pt x="3118" y="1271"/>
                </a:cubicBezTo>
                <a:cubicBezTo>
                  <a:pt x="3121" y="1257"/>
                  <a:pt x="3119" y="1254"/>
                  <a:pt x="3118" y="1252"/>
                </a:cubicBezTo>
                <a:cubicBezTo>
                  <a:pt x="3118" y="1228"/>
                  <a:pt x="3121" y="1224"/>
                  <a:pt x="3121" y="1220"/>
                </a:cubicBezTo>
                <a:cubicBezTo>
                  <a:pt x="3122" y="1171"/>
                  <a:pt x="3120" y="1162"/>
                  <a:pt x="3122" y="1154"/>
                </a:cubicBezTo>
                <a:cubicBezTo>
                  <a:pt x="3120" y="1095"/>
                  <a:pt x="3117" y="1089"/>
                  <a:pt x="3118" y="1085"/>
                </a:cubicBezTo>
                <a:cubicBezTo>
                  <a:pt x="3110" y="1040"/>
                  <a:pt x="3113" y="1036"/>
                  <a:pt x="3112" y="1031"/>
                </a:cubicBezTo>
                <a:cubicBezTo>
                  <a:pt x="3101" y="953"/>
                  <a:pt x="3102" y="945"/>
                  <a:pt x="3098" y="935"/>
                </a:cubicBezTo>
                <a:cubicBezTo>
                  <a:pt x="3089" y="874"/>
                  <a:pt x="3092" y="870"/>
                  <a:pt x="3088" y="864"/>
                </a:cubicBezTo>
                <a:cubicBezTo>
                  <a:pt x="3074" y="793"/>
                  <a:pt x="3077" y="807"/>
                  <a:pt x="3084" y="806"/>
                </a:cubicBezTo>
                <a:cubicBezTo>
                  <a:pt x="3106" y="855"/>
                  <a:pt x="3107" y="860"/>
                  <a:pt x="3110" y="865"/>
                </a:cubicBezTo>
                <a:cubicBezTo>
                  <a:pt x="3119" y="919"/>
                  <a:pt x="3123" y="929"/>
                  <a:pt x="3125" y="939"/>
                </a:cubicBezTo>
                <a:cubicBezTo>
                  <a:pt x="3124" y="973"/>
                  <a:pt x="3130" y="984"/>
                  <a:pt x="3128" y="992"/>
                </a:cubicBezTo>
                <a:cubicBezTo>
                  <a:pt x="3131" y="1008"/>
                  <a:pt x="3129" y="1011"/>
                  <a:pt x="3129" y="1013"/>
                </a:cubicBezTo>
                <a:cubicBezTo>
                  <a:pt x="3134" y="1056"/>
                  <a:pt x="3135" y="1065"/>
                  <a:pt x="3133" y="1073"/>
                </a:cubicBezTo>
                <a:close/>
                <a:moveTo>
                  <a:pt x="3146" y="1143"/>
                </a:moveTo>
                <a:cubicBezTo>
                  <a:pt x="3139" y="1144"/>
                  <a:pt x="3146" y="1139"/>
                  <a:pt x="3144" y="1135"/>
                </a:cubicBezTo>
                <a:cubicBezTo>
                  <a:pt x="3141" y="1129"/>
                  <a:pt x="3149" y="1134"/>
                  <a:pt x="3146" y="1143"/>
                </a:cubicBezTo>
                <a:close/>
                <a:moveTo>
                  <a:pt x="3147" y="967"/>
                </a:moveTo>
                <a:cubicBezTo>
                  <a:pt x="3145" y="973"/>
                  <a:pt x="3147" y="979"/>
                  <a:pt x="3145" y="984"/>
                </a:cubicBezTo>
                <a:cubicBezTo>
                  <a:pt x="3149" y="991"/>
                  <a:pt x="3145" y="996"/>
                  <a:pt x="3144" y="1001"/>
                </a:cubicBezTo>
                <a:cubicBezTo>
                  <a:pt x="3149" y="1023"/>
                  <a:pt x="3149" y="1042"/>
                  <a:pt x="3149" y="1062"/>
                </a:cubicBezTo>
                <a:cubicBezTo>
                  <a:pt x="3146" y="1071"/>
                  <a:pt x="3150" y="1082"/>
                  <a:pt x="3146" y="1091"/>
                </a:cubicBezTo>
                <a:cubicBezTo>
                  <a:pt x="3152" y="1102"/>
                  <a:pt x="3144" y="1110"/>
                  <a:pt x="3147" y="1120"/>
                </a:cubicBezTo>
                <a:cubicBezTo>
                  <a:pt x="3141" y="1123"/>
                  <a:pt x="3146" y="1114"/>
                  <a:pt x="3144" y="1111"/>
                </a:cubicBezTo>
                <a:cubicBezTo>
                  <a:pt x="3144" y="1107"/>
                  <a:pt x="3144" y="1103"/>
                  <a:pt x="3145" y="1099"/>
                </a:cubicBezTo>
                <a:cubicBezTo>
                  <a:pt x="3144" y="1091"/>
                  <a:pt x="3143" y="1084"/>
                  <a:pt x="3146" y="1077"/>
                </a:cubicBezTo>
                <a:cubicBezTo>
                  <a:pt x="3144" y="1068"/>
                  <a:pt x="3143" y="1060"/>
                  <a:pt x="3143" y="1051"/>
                </a:cubicBezTo>
                <a:cubicBezTo>
                  <a:pt x="3145" y="1048"/>
                  <a:pt x="3142" y="1043"/>
                  <a:pt x="3141" y="1039"/>
                </a:cubicBezTo>
                <a:cubicBezTo>
                  <a:pt x="3146" y="1037"/>
                  <a:pt x="3140" y="1032"/>
                  <a:pt x="3144" y="1029"/>
                </a:cubicBezTo>
                <a:cubicBezTo>
                  <a:pt x="3140" y="1021"/>
                  <a:pt x="3138" y="1014"/>
                  <a:pt x="3139" y="1007"/>
                </a:cubicBezTo>
                <a:cubicBezTo>
                  <a:pt x="3139" y="1003"/>
                  <a:pt x="3139" y="1000"/>
                  <a:pt x="3139" y="996"/>
                </a:cubicBezTo>
                <a:cubicBezTo>
                  <a:pt x="3141" y="994"/>
                  <a:pt x="3134" y="988"/>
                  <a:pt x="3138" y="986"/>
                </a:cubicBezTo>
                <a:cubicBezTo>
                  <a:pt x="3136" y="972"/>
                  <a:pt x="3137" y="959"/>
                  <a:pt x="3134" y="945"/>
                </a:cubicBezTo>
                <a:cubicBezTo>
                  <a:pt x="3135" y="918"/>
                  <a:pt x="3119" y="886"/>
                  <a:pt x="3120" y="859"/>
                </a:cubicBezTo>
                <a:cubicBezTo>
                  <a:pt x="3127" y="860"/>
                  <a:pt x="3129" y="873"/>
                  <a:pt x="3131" y="878"/>
                </a:cubicBezTo>
                <a:cubicBezTo>
                  <a:pt x="3130" y="883"/>
                  <a:pt x="3136" y="891"/>
                  <a:pt x="3136" y="897"/>
                </a:cubicBezTo>
                <a:cubicBezTo>
                  <a:pt x="3134" y="902"/>
                  <a:pt x="3140" y="909"/>
                  <a:pt x="3138" y="915"/>
                </a:cubicBezTo>
                <a:cubicBezTo>
                  <a:pt x="3140" y="918"/>
                  <a:pt x="3140" y="921"/>
                  <a:pt x="3138" y="923"/>
                </a:cubicBezTo>
                <a:cubicBezTo>
                  <a:pt x="3142" y="924"/>
                  <a:pt x="3140" y="926"/>
                  <a:pt x="3141" y="929"/>
                </a:cubicBezTo>
                <a:cubicBezTo>
                  <a:pt x="3145" y="943"/>
                  <a:pt x="3143" y="954"/>
                  <a:pt x="3147" y="967"/>
                </a:cubicBezTo>
                <a:close/>
                <a:moveTo>
                  <a:pt x="3300" y="1035"/>
                </a:moveTo>
                <a:cubicBezTo>
                  <a:pt x="3295" y="1028"/>
                  <a:pt x="3289" y="1022"/>
                  <a:pt x="3282" y="1018"/>
                </a:cubicBezTo>
                <a:cubicBezTo>
                  <a:pt x="3274" y="1001"/>
                  <a:pt x="3280" y="1009"/>
                  <a:pt x="3288" y="1009"/>
                </a:cubicBezTo>
                <a:cubicBezTo>
                  <a:pt x="3320" y="1033"/>
                  <a:pt x="3323" y="1035"/>
                  <a:pt x="3327" y="1034"/>
                </a:cubicBezTo>
                <a:cubicBezTo>
                  <a:pt x="3370" y="1056"/>
                  <a:pt x="3372" y="1065"/>
                  <a:pt x="3376" y="1063"/>
                </a:cubicBezTo>
                <a:cubicBezTo>
                  <a:pt x="3411" y="1085"/>
                  <a:pt x="3419" y="1084"/>
                  <a:pt x="3425" y="1090"/>
                </a:cubicBezTo>
                <a:cubicBezTo>
                  <a:pt x="3450" y="1102"/>
                  <a:pt x="3451" y="1113"/>
                  <a:pt x="3455" y="1111"/>
                </a:cubicBezTo>
                <a:cubicBezTo>
                  <a:pt x="3509" y="1144"/>
                  <a:pt x="3517" y="1145"/>
                  <a:pt x="3523" y="1152"/>
                </a:cubicBezTo>
                <a:cubicBezTo>
                  <a:pt x="3573" y="1200"/>
                  <a:pt x="3569" y="1200"/>
                  <a:pt x="3566" y="1195"/>
                </a:cubicBezTo>
                <a:cubicBezTo>
                  <a:pt x="3552" y="1189"/>
                  <a:pt x="3548" y="1189"/>
                  <a:pt x="3545" y="1185"/>
                </a:cubicBezTo>
                <a:cubicBezTo>
                  <a:pt x="3524" y="1178"/>
                  <a:pt x="3521" y="1172"/>
                  <a:pt x="3516" y="1174"/>
                </a:cubicBezTo>
                <a:cubicBezTo>
                  <a:pt x="3469" y="1147"/>
                  <a:pt x="3462" y="1147"/>
                  <a:pt x="3456" y="1140"/>
                </a:cubicBezTo>
                <a:cubicBezTo>
                  <a:pt x="3430" y="1127"/>
                  <a:pt x="3424" y="1119"/>
                  <a:pt x="3417" y="1119"/>
                </a:cubicBezTo>
                <a:cubicBezTo>
                  <a:pt x="3373" y="1091"/>
                  <a:pt x="3369" y="1091"/>
                  <a:pt x="3366" y="1088"/>
                </a:cubicBezTo>
                <a:cubicBezTo>
                  <a:pt x="3343" y="1075"/>
                  <a:pt x="3342" y="1066"/>
                  <a:pt x="3338" y="1068"/>
                </a:cubicBezTo>
                <a:close/>
                <a:moveTo>
                  <a:pt x="3392" y="1172"/>
                </a:moveTo>
                <a:cubicBezTo>
                  <a:pt x="3385" y="1167"/>
                  <a:pt x="3378" y="1163"/>
                  <a:pt x="3372" y="1156"/>
                </a:cubicBezTo>
                <a:cubicBezTo>
                  <a:pt x="3399" y="1168"/>
                  <a:pt x="3400" y="1175"/>
                  <a:pt x="3404" y="1173"/>
                </a:cubicBezTo>
                <a:cubicBezTo>
                  <a:pt x="3454" y="1209"/>
                  <a:pt x="3460" y="1205"/>
                  <a:pt x="3464" y="1212"/>
                </a:cubicBezTo>
                <a:cubicBezTo>
                  <a:pt x="3514" y="1237"/>
                  <a:pt x="3515" y="1240"/>
                  <a:pt x="3516" y="1240"/>
                </a:cubicBezTo>
                <a:cubicBezTo>
                  <a:pt x="3547" y="1261"/>
                  <a:pt x="3553" y="1261"/>
                  <a:pt x="3558" y="1266"/>
                </a:cubicBezTo>
                <a:cubicBezTo>
                  <a:pt x="3637" y="1326"/>
                  <a:pt x="3641" y="1334"/>
                  <a:pt x="3647" y="1335"/>
                </a:cubicBezTo>
                <a:cubicBezTo>
                  <a:pt x="3634" y="1330"/>
                  <a:pt x="3626" y="1332"/>
                  <a:pt x="3621" y="1328"/>
                </a:cubicBezTo>
                <a:cubicBezTo>
                  <a:pt x="3579" y="1307"/>
                  <a:pt x="3575" y="1297"/>
                  <a:pt x="3568" y="1298"/>
                </a:cubicBezTo>
                <a:cubicBezTo>
                  <a:pt x="3521" y="1272"/>
                  <a:pt x="3509" y="1264"/>
                  <a:pt x="3498" y="1256"/>
                </a:cubicBezTo>
                <a:cubicBezTo>
                  <a:pt x="3474" y="1243"/>
                  <a:pt x="3469" y="1237"/>
                  <a:pt x="3463" y="1235"/>
                </a:cubicBezTo>
                <a:cubicBezTo>
                  <a:pt x="3427" y="1207"/>
                  <a:pt x="3421" y="1204"/>
                  <a:pt x="3416" y="1199"/>
                </a:cubicBezTo>
                <a:cubicBezTo>
                  <a:pt x="3398" y="1177"/>
                  <a:pt x="3390" y="1177"/>
                  <a:pt x="3392" y="1172"/>
                </a:cubicBezTo>
                <a:close/>
                <a:moveTo>
                  <a:pt x="3445" y="1360"/>
                </a:moveTo>
                <a:cubicBezTo>
                  <a:pt x="3442" y="1357"/>
                  <a:pt x="3445" y="1354"/>
                  <a:pt x="3442" y="1351"/>
                </a:cubicBezTo>
                <a:cubicBezTo>
                  <a:pt x="3444" y="1343"/>
                  <a:pt x="3447" y="1359"/>
                  <a:pt x="3446" y="1362"/>
                </a:cubicBezTo>
                <a:cubicBezTo>
                  <a:pt x="3447" y="1367"/>
                  <a:pt x="3442" y="1362"/>
                  <a:pt x="3445" y="1360"/>
                </a:cubicBezTo>
                <a:close/>
                <a:moveTo>
                  <a:pt x="3455" y="1340"/>
                </a:moveTo>
                <a:cubicBezTo>
                  <a:pt x="3447" y="1340"/>
                  <a:pt x="3456" y="1330"/>
                  <a:pt x="3449" y="1325"/>
                </a:cubicBezTo>
                <a:cubicBezTo>
                  <a:pt x="3457" y="1325"/>
                  <a:pt x="3457" y="1337"/>
                  <a:pt x="3455" y="1340"/>
                </a:cubicBezTo>
                <a:close/>
                <a:moveTo>
                  <a:pt x="3500" y="1553"/>
                </a:moveTo>
                <a:cubicBezTo>
                  <a:pt x="3499" y="1556"/>
                  <a:pt x="3499" y="1560"/>
                  <a:pt x="3499" y="1564"/>
                </a:cubicBezTo>
                <a:cubicBezTo>
                  <a:pt x="3491" y="1619"/>
                  <a:pt x="3494" y="1624"/>
                  <a:pt x="3490" y="1627"/>
                </a:cubicBezTo>
                <a:cubicBezTo>
                  <a:pt x="3483" y="1671"/>
                  <a:pt x="3478" y="1679"/>
                  <a:pt x="3476" y="1687"/>
                </a:cubicBezTo>
                <a:cubicBezTo>
                  <a:pt x="3467" y="1740"/>
                  <a:pt x="3458" y="1742"/>
                  <a:pt x="3461" y="1747"/>
                </a:cubicBezTo>
                <a:cubicBezTo>
                  <a:pt x="3453" y="1766"/>
                  <a:pt x="3455" y="1770"/>
                  <a:pt x="3453" y="1771"/>
                </a:cubicBezTo>
                <a:cubicBezTo>
                  <a:pt x="3426" y="1843"/>
                  <a:pt x="3420" y="1858"/>
                  <a:pt x="3413" y="1873"/>
                </a:cubicBezTo>
                <a:cubicBezTo>
                  <a:pt x="3404" y="1901"/>
                  <a:pt x="3407" y="1906"/>
                  <a:pt x="3403" y="1909"/>
                </a:cubicBezTo>
                <a:cubicBezTo>
                  <a:pt x="3400" y="1933"/>
                  <a:pt x="3398" y="1933"/>
                  <a:pt x="3396" y="1929"/>
                </a:cubicBezTo>
                <a:cubicBezTo>
                  <a:pt x="3399" y="1898"/>
                  <a:pt x="3401" y="1890"/>
                  <a:pt x="3402" y="1882"/>
                </a:cubicBezTo>
                <a:cubicBezTo>
                  <a:pt x="3404" y="1867"/>
                  <a:pt x="3401" y="1862"/>
                  <a:pt x="3404" y="1859"/>
                </a:cubicBezTo>
                <a:cubicBezTo>
                  <a:pt x="3410" y="1820"/>
                  <a:pt x="3415" y="1817"/>
                  <a:pt x="3414" y="1813"/>
                </a:cubicBezTo>
                <a:cubicBezTo>
                  <a:pt x="3428" y="1760"/>
                  <a:pt x="3435" y="1755"/>
                  <a:pt x="3430" y="1746"/>
                </a:cubicBezTo>
                <a:cubicBezTo>
                  <a:pt x="3449" y="1702"/>
                  <a:pt x="3445" y="1698"/>
                  <a:pt x="3447" y="1695"/>
                </a:cubicBezTo>
                <a:cubicBezTo>
                  <a:pt x="3457" y="1660"/>
                  <a:pt x="3460" y="1653"/>
                  <a:pt x="3463" y="1645"/>
                </a:cubicBezTo>
                <a:cubicBezTo>
                  <a:pt x="3471" y="1615"/>
                  <a:pt x="3473" y="1607"/>
                  <a:pt x="3475" y="1600"/>
                </a:cubicBezTo>
                <a:cubicBezTo>
                  <a:pt x="3486" y="1539"/>
                  <a:pt x="3485" y="1529"/>
                  <a:pt x="3490" y="1520"/>
                </a:cubicBezTo>
                <a:cubicBezTo>
                  <a:pt x="3496" y="1430"/>
                  <a:pt x="3496" y="1441"/>
                  <a:pt x="3495" y="1443"/>
                </a:cubicBezTo>
                <a:cubicBezTo>
                  <a:pt x="3501" y="1487"/>
                  <a:pt x="3502" y="1497"/>
                  <a:pt x="3499" y="1507"/>
                </a:cubicBezTo>
                <a:close/>
                <a:moveTo>
                  <a:pt x="3614" y="1747"/>
                </a:moveTo>
                <a:cubicBezTo>
                  <a:pt x="3615" y="1752"/>
                  <a:pt x="3611" y="1747"/>
                  <a:pt x="3610" y="1744"/>
                </a:cubicBezTo>
                <a:cubicBezTo>
                  <a:pt x="3609" y="1740"/>
                  <a:pt x="3613" y="1744"/>
                  <a:pt x="3614" y="1747"/>
                </a:cubicBezTo>
                <a:close/>
                <a:moveTo>
                  <a:pt x="3553" y="1558"/>
                </a:moveTo>
                <a:cubicBezTo>
                  <a:pt x="3543" y="1561"/>
                  <a:pt x="3548" y="1551"/>
                  <a:pt x="3542" y="1545"/>
                </a:cubicBezTo>
                <a:cubicBezTo>
                  <a:pt x="3547" y="1543"/>
                  <a:pt x="3549" y="1555"/>
                  <a:pt x="3553" y="1558"/>
                </a:cubicBezTo>
                <a:close/>
                <a:moveTo>
                  <a:pt x="3540" y="1637"/>
                </a:moveTo>
                <a:cubicBezTo>
                  <a:pt x="3542" y="1631"/>
                  <a:pt x="3540" y="1625"/>
                  <a:pt x="3541" y="1619"/>
                </a:cubicBezTo>
                <a:cubicBezTo>
                  <a:pt x="3549" y="1619"/>
                  <a:pt x="3541" y="1630"/>
                  <a:pt x="3544" y="1634"/>
                </a:cubicBezTo>
                <a:cubicBezTo>
                  <a:pt x="3542" y="1640"/>
                  <a:pt x="3542" y="1645"/>
                  <a:pt x="3543" y="1651"/>
                </a:cubicBezTo>
                <a:cubicBezTo>
                  <a:pt x="3535" y="1651"/>
                  <a:pt x="3543" y="1641"/>
                  <a:pt x="3540" y="1637"/>
                </a:cubicBezTo>
                <a:close/>
                <a:moveTo>
                  <a:pt x="3531" y="1530"/>
                </a:moveTo>
                <a:cubicBezTo>
                  <a:pt x="3523" y="1527"/>
                  <a:pt x="3522" y="1512"/>
                  <a:pt x="3520" y="1506"/>
                </a:cubicBezTo>
                <a:cubicBezTo>
                  <a:pt x="3527" y="1508"/>
                  <a:pt x="3523" y="1522"/>
                  <a:pt x="3531" y="1530"/>
                </a:cubicBezTo>
                <a:close/>
                <a:moveTo>
                  <a:pt x="3515" y="1492"/>
                </a:moveTo>
                <a:cubicBezTo>
                  <a:pt x="3503" y="1494"/>
                  <a:pt x="3514" y="1480"/>
                  <a:pt x="3506" y="1473"/>
                </a:cubicBezTo>
                <a:cubicBezTo>
                  <a:pt x="3517" y="1475"/>
                  <a:pt x="3507" y="1485"/>
                  <a:pt x="3515" y="1492"/>
                </a:cubicBezTo>
                <a:close/>
                <a:moveTo>
                  <a:pt x="3814" y="0"/>
                </a:moveTo>
                <a:cubicBezTo>
                  <a:pt x="3805" y="0"/>
                  <a:pt x="3805" y="0"/>
                  <a:pt x="3805" y="0"/>
                </a:cubicBezTo>
                <a:cubicBezTo>
                  <a:pt x="3810" y="6"/>
                  <a:pt x="3814" y="12"/>
                  <a:pt x="3821" y="18"/>
                </a:cubicBezTo>
                <a:cubicBezTo>
                  <a:pt x="3827" y="24"/>
                  <a:pt x="3834" y="30"/>
                  <a:pt x="3840" y="36"/>
                </a:cubicBezTo>
                <a:cubicBezTo>
                  <a:pt x="3840" y="26"/>
                  <a:pt x="3840" y="26"/>
                  <a:pt x="3840" y="26"/>
                </a:cubicBezTo>
                <a:cubicBezTo>
                  <a:pt x="3831" y="18"/>
                  <a:pt x="3823" y="9"/>
                  <a:pt x="3814" y="1"/>
                </a:cubicBezTo>
                <a:cubicBezTo>
                  <a:pt x="3814" y="1"/>
                  <a:pt x="3814" y="1"/>
                  <a:pt x="3814" y="0"/>
                </a:cubicBezTo>
                <a:close/>
                <a:moveTo>
                  <a:pt x="3831" y="0"/>
                </a:moveTo>
                <a:cubicBezTo>
                  <a:pt x="3834" y="2"/>
                  <a:pt x="3835" y="3"/>
                  <a:pt x="3837" y="7"/>
                </a:cubicBezTo>
                <a:cubicBezTo>
                  <a:pt x="3838" y="7"/>
                  <a:pt x="3839" y="7"/>
                  <a:pt x="3840" y="8"/>
                </a:cubicBezTo>
                <a:cubicBezTo>
                  <a:pt x="3840" y="0"/>
                  <a:pt x="3840" y="0"/>
                  <a:pt x="3840" y="0"/>
                </a:cubicBezTo>
                <a:lnTo>
                  <a:pt x="3831" y="0"/>
                </a:lnTo>
                <a:close/>
                <a:moveTo>
                  <a:pt x="740" y="250"/>
                </a:moveTo>
                <a:cubicBezTo>
                  <a:pt x="740" y="254"/>
                  <a:pt x="736" y="252"/>
                  <a:pt x="734" y="250"/>
                </a:cubicBezTo>
                <a:cubicBezTo>
                  <a:pt x="700" y="243"/>
                  <a:pt x="693" y="242"/>
                  <a:pt x="688" y="238"/>
                </a:cubicBezTo>
                <a:cubicBezTo>
                  <a:pt x="649" y="218"/>
                  <a:pt x="646" y="213"/>
                  <a:pt x="639" y="211"/>
                </a:cubicBezTo>
                <a:cubicBezTo>
                  <a:pt x="605" y="186"/>
                  <a:pt x="597" y="185"/>
                  <a:pt x="594" y="179"/>
                </a:cubicBezTo>
                <a:cubicBezTo>
                  <a:pt x="566" y="166"/>
                  <a:pt x="569" y="159"/>
                  <a:pt x="564" y="159"/>
                </a:cubicBezTo>
                <a:cubicBezTo>
                  <a:pt x="529" y="136"/>
                  <a:pt x="526" y="135"/>
                  <a:pt x="525" y="132"/>
                </a:cubicBezTo>
                <a:cubicBezTo>
                  <a:pt x="512" y="117"/>
                  <a:pt x="505" y="119"/>
                  <a:pt x="506" y="114"/>
                </a:cubicBezTo>
                <a:cubicBezTo>
                  <a:pt x="484" y="93"/>
                  <a:pt x="478" y="94"/>
                  <a:pt x="478" y="90"/>
                </a:cubicBezTo>
                <a:cubicBezTo>
                  <a:pt x="454" y="72"/>
                  <a:pt x="447" y="64"/>
                  <a:pt x="437" y="58"/>
                </a:cubicBezTo>
                <a:cubicBezTo>
                  <a:pt x="424" y="42"/>
                  <a:pt x="416" y="42"/>
                  <a:pt x="414" y="36"/>
                </a:cubicBezTo>
                <a:cubicBezTo>
                  <a:pt x="402" y="18"/>
                  <a:pt x="391" y="21"/>
                  <a:pt x="390" y="14"/>
                </a:cubicBezTo>
                <a:cubicBezTo>
                  <a:pt x="372" y="9"/>
                  <a:pt x="380" y="20"/>
                  <a:pt x="392" y="27"/>
                </a:cubicBezTo>
                <a:cubicBezTo>
                  <a:pt x="405" y="43"/>
                  <a:pt x="409" y="42"/>
                  <a:pt x="409" y="45"/>
                </a:cubicBezTo>
                <a:cubicBezTo>
                  <a:pt x="474" y="97"/>
                  <a:pt x="479" y="102"/>
                  <a:pt x="484" y="109"/>
                </a:cubicBezTo>
                <a:cubicBezTo>
                  <a:pt x="530" y="145"/>
                  <a:pt x="540" y="147"/>
                  <a:pt x="544" y="154"/>
                </a:cubicBezTo>
                <a:cubicBezTo>
                  <a:pt x="580" y="177"/>
                  <a:pt x="581" y="181"/>
                  <a:pt x="587" y="182"/>
                </a:cubicBezTo>
                <a:cubicBezTo>
                  <a:pt x="639" y="211"/>
                  <a:pt x="642" y="220"/>
                  <a:pt x="652" y="222"/>
                </a:cubicBezTo>
                <a:cubicBezTo>
                  <a:pt x="676" y="237"/>
                  <a:pt x="673" y="238"/>
                  <a:pt x="671" y="238"/>
                </a:cubicBezTo>
                <a:cubicBezTo>
                  <a:pt x="651" y="229"/>
                  <a:pt x="645" y="226"/>
                  <a:pt x="641" y="222"/>
                </a:cubicBezTo>
                <a:cubicBezTo>
                  <a:pt x="594" y="197"/>
                  <a:pt x="590" y="195"/>
                  <a:pt x="589" y="192"/>
                </a:cubicBezTo>
                <a:cubicBezTo>
                  <a:pt x="550" y="170"/>
                  <a:pt x="548" y="164"/>
                  <a:pt x="539" y="163"/>
                </a:cubicBezTo>
                <a:cubicBezTo>
                  <a:pt x="484" y="114"/>
                  <a:pt x="474" y="110"/>
                  <a:pt x="469" y="100"/>
                </a:cubicBezTo>
                <a:cubicBezTo>
                  <a:pt x="454" y="90"/>
                  <a:pt x="453" y="87"/>
                  <a:pt x="452" y="85"/>
                </a:cubicBezTo>
                <a:cubicBezTo>
                  <a:pt x="417" y="55"/>
                  <a:pt x="413" y="52"/>
                  <a:pt x="409" y="49"/>
                </a:cubicBezTo>
                <a:cubicBezTo>
                  <a:pt x="372" y="13"/>
                  <a:pt x="367" y="11"/>
                  <a:pt x="364" y="7"/>
                </a:cubicBezTo>
                <a:cubicBezTo>
                  <a:pt x="344" y="1"/>
                  <a:pt x="344" y="1"/>
                  <a:pt x="345" y="2"/>
                </a:cubicBezTo>
                <a:cubicBezTo>
                  <a:pt x="378" y="27"/>
                  <a:pt x="378" y="34"/>
                  <a:pt x="383" y="35"/>
                </a:cubicBezTo>
                <a:cubicBezTo>
                  <a:pt x="407" y="60"/>
                  <a:pt x="411" y="64"/>
                  <a:pt x="415" y="67"/>
                </a:cubicBezTo>
                <a:cubicBezTo>
                  <a:pt x="446" y="91"/>
                  <a:pt x="451" y="100"/>
                  <a:pt x="460" y="105"/>
                </a:cubicBezTo>
                <a:cubicBezTo>
                  <a:pt x="490" y="130"/>
                  <a:pt x="498" y="136"/>
                  <a:pt x="505" y="143"/>
                </a:cubicBezTo>
                <a:cubicBezTo>
                  <a:pt x="570" y="188"/>
                  <a:pt x="575" y="191"/>
                  <a:pt x="578" y="194"/>
                </a:cubicBezTo>
                <a:cubicBezTo>
                  <a:pt x="601" y="206"/>
                  <a:pt x="601" y="209"/>
                  <a:pt x="604" y="210"/>
                </a:cubicBezTo>
                <a:cubicBezTo>
                  <a:pt x="635" y="227"/>
                  <a:pt x="639" y="230"/>
                  <a:pt x="645" y="231"/>
                </a:cubicBezTo>
                <a:cubicBezTo>
                  <a:pt x="681" y="244"/>
                  <a:pt x="685" y="247"/>
                  <a:pt x="690" y="249"/>
                </a:cubicBezTo>
                <a:cubicBezTo>
                  <a:pt x="728" y="254"/>
                  <a:pt x="731" y="254"/>
                  <a:pt x="734" y="255"/>
                </a:cubicBezTo>
                <a:close/>
                <a:moveTo>
                  <a:pt x="989" y="371"/>
                </a:moveTo>
                <a:cubicBezTo>
                  <a:pt x="998" y="376"/>
                  <a:pt x="1006" y="381"/>
                  <a:pt x="1017" y="385"/>
                </a:cubicBezTo>
                <a:cubicBezTo>
                  <a:pt x="1041" y="394"/>
                  <a:pt x="1046" y="395"/>
                  <a:pt x="1047" y="392"/>
                </a:cubicBezTo>
                <a:cubicBezTo>
                  <a:pt x="1003" y="373"/>
                  <a:pt x="998" y="371"/>
                  <a:pt x="995" y="367"/>
                </a:cubicBezTo>
                <a:cubicBezTo>
                  <a:pt x="960" y="342"/>
                  <a:pt x="958" y="341"/>
                  <a:pt x="956" y="340"/>
                </a:cubicBezTo>
                <a:cubicBezTo>
                  <a:pt x="939" y="327"/>
                  <a:pt x="937" y="326"/>
                  <a:pt x="935" y="324"/>
                </a:cubicBezTo>
                <a:cubicBezTo>
                  <a:pt x="917" y="306"/>
                  <a:pt x="913" y="302"/>
                  <a:pt x="909" y="300"/>
                </a:cubicBezTo>
                <a:cubicBezTo>
                  <a:pt x="861" y="237"/>
                  <a:pt x="859" y="233"/>
                  <a:pt x="856" y="231"/>
                </a:cubicBezTo>
                <a:cubicBezTo>
                  <a:pt x="848" y="219"/>
                  <a:pt x="845" y="213"/>
                  <a:pt x="839" y="209"/>
                </a:cubicBezTo>
                <a:cubicBezTo>
                  <a:pt x="825" y="175"/>
                  <a:pt x="815" y="179"/>
                  <a:pt x="816" y="173"/>
                </a:cubicBezTo>
                <a:cubicBezTo>
                  <a:pt x="788" y="136"/>
                  <a:pt x="784" y="135"/>
                  <a:pt x="784" y="129"/>
                </a:cubicBezTo>
                <a:cubicBezTo>
                  <a:pt x="774" y="119"/>
                  <a:pt x="771" y="116"/>
                  <a:pt x="770" y="111"/>
                </a:cubicBezTo>
                <a:cubicBezTo>
                  <a:pt x="742" y="73"/>
                  <a:pt x="738" y="66"/>
                  <a:pt x="734" y="58"/>
                </a:cubicBezTo>
                <a:cubicBezTo>
                  <a:pt x="714" y="35"/>
                  <a:pt x="711" y="32"/>
                  <a:pt x="706" y="31"/>
                </a:cubicBezTo>
                <a:cubicBezTo>
                  <a:pt x="680" y="2"/>
                  <a:pt x="679" y="1"/>
                  <a:pt x="679" y="0"/>
                </a:cubicBezTo>
                <a:cubicBezTo>
                  <a:pt x="686" y="20"/>
                  <a:pt x="692" y="26"/>
                  <a:pt x="697" y="33"/>
                </a:cubicBezTo>
                <a:cubicBezTo>
                  <a:pt x="751" y="95"/>
                  <a:pt x="751" y="101"/>
                  <a:pt x="754" y="104"/>
                </a:cubicBezTo>
                <a:cubicBezTo>
                  <a:pt x="768" y="131"/>
                  <a:pt x="775" y="130"/>
                  <a:pt x="776" y="135"/>
                </a:cubicBezTo>
                <a:cubicBezTo>
                  <a:pt x="788" y="151"/>
                  <a:pt x="791" y="151"/>
                  <a:pt x="793" y="151"/>
                </a:cubicBezTo>
                <a:cubicBezTo>
                  <a:pt x="829" y="208"/>
                  <a:pt x="829" y="214"/>
                  <a:pt x="835" y="213"/>
                </a:cubicBezTo>
                <a:cubicBezTo>
                  <a:pt x="854" y="247"/>
                  <a:pt x="861" y="249"/>
                  <a:pt x="862" y="257"/>
                </a:cubicBezTo>
                <a:cubicBezTo>
                  <a:pt x="880" y="280"/>
                  <a:pt x="884" y="285"/>
                  <a:pt x="890" y="288"/>
                </a:cubicBezTo>
                <a:cubicBezTo>
                  <a:pt x="874" y="275"/>
                  <a:pt x="868" y="272"/>
                  <a:pt x="867" y="266"/>
                </a:cubicBezTo>
                <a:cubicBezTo>
                  <a:pt x="820" y="208"/>
                  <a:pt x="817" y="207"/>
                  <a:pt x="816" y="204"/>
                </a:cubicBezTo>
                <a:cubicBezTo>
                  <a:pt x="792" y="174"/>
                  <a:pt x="789" y="161"/>
                  <a:pt x="780" y="153"/>
                </a:cubicBezTo>
                <a:cubicBezTo>
                  <a:pt x="748" y="107"/>
                  <a:pt x="745" y="107"/>
                  <a:pt x="744" y="106"/>
                </a:cubicBezTo>
                <a:cubicBezTo>
                  <a:pt x="733" y="84"/>
                  <a:pt x="723" y="78"/>
                  <a:pt x="718" y="67"/>
                </a:cubicBezTo>
                <a:cubicBezTo>
                  <a:pt x="703" y="47"/>
                  <a:pt x="697" y="46"/>
                  <a:pt x="695" y="40"/>
                </a:cubicBezTo>
                <a:cubicBezTo>
                  <a:pt x="673" y="18"/>
                  <a:pt x="673" y="15"/>
                  <a:pt x="669" y="15"/>
                </a:cubicBezTo>
                <a:cubicBezTo>
                  <a:pt x="644" y="0"/>
                  <a:pt x="644" y="0"/>
                  <a:pt x="644" y="0"/>
                </a:cubicBezTo>
                <a:cubicBezTo>
                  <a:pt x="675" y="28"/>
                  <a:pt x="679" y="37"/>
                  <a:pt x="686" y="44"/>
                </a:cubicBezTo>
                <a:cubicBezTo>
                  <a:pt x="707" y="69"/>
                  <a:pt x="710" y="70"/>
                  <a:pt x="707" y="71"/>
                </a:cubicBezTo>
                <a:cubicBezTo>
                  <a:pt x="730" y="96"/>
                  <a:pt x="734" y="106"/>
                  <a:pt x="741" y="113"/>
                </a:cubicBezTo>
                <a:cubicBezTo>
                  <a:pt x="782" y="170"/>
                  <a:pt x="787" y="179"/>
                  <a:pt x="794" y="186"/>
                </a:cubicBezTo>
                <a:cubicBezTo>
                  <a:pt x="806" y="199"/>
                  <a:pt x="804" y="205"/>
                  <a:pt x="807" y="206"/>
                </a:cubicBezTo>
                <a:cubicBezTo>
                  <a:pt x="854" y="262"/>
                  <a:pt x="852" y="269"/>
                  <a:pt x="860" y="268"/>
                </a:cubicBezTo>
                <a:cubicBezTo>
                  <a:pt x="896" y="311"/>
                  <a:pt x="905" y="316"/>
                  <a:pt x="913" y="322"/>
                </a:cubicBezTo>
                <a:cubicBezTo>
                  <a:pt x="967" y="358"/>
                  <a:pt x="972" y="359"/>
                  <a:pt x="976" y="362"/>
                </a:cubicBezTo>
                <a:close/>
                <a:moveTo>
                  <a:pt x="1027" y="2129"/>
                </a:moveTo>
                <a:cubicBezTo>
                  <a:pt x="1022" y="2125"/>
                  <a:pt x="1022" y="2116"/>
                  <a:pt x="1017" y="2112"/>
                </a:cubicBezTo>
                <a:cubicBezTo>
                  <a:pt x="1016" y="2108"/>
                  <a:pt x="1019" y="2101"/>
                  <a:pt x="1012" y="2103"/>
                </a:cubicBezTo>
                <a:cubicBezTo>
                  <a:pt x="1012" y="2098"/>
                  <a:pt x="1011" y="2094"/>
                  <a:pt x="1008" y="2092"/>
                </a:cubicBezTo>
                <a:cubicBezTo>
                  <a:pt x="1006" y="2085"/>
                  <a:pt x="1004" y="2077"/>
                  <a:pt x="1001" y="2070"/>
                </a:cubicBezTo>
                <a:cubicBezTo>
                  <a:pt x="997" y="2070"/>
                  <a:pt x="1000" y="2063"/>
                  <a:pt x="997" y="2062"/>
                </a:cubicBezTo>
                <a:cubicBezTo>
                  <a:pt x="993" y="2060"/>
                  <a:pt x="997" y="2051"/>
                  <a:pt x="993" y="2051"/>
                </a:cubicBezTo>
                <a:cubicBezTo>
                  <a:pt x="993" y="2041"/>
                  <a:pt x="988" y="2036"/>
                  <a:pt x="986" y="2029"/>
                </a:cubicBezTo>
                <a:cubicBezTo>
                  <a:pt x="988" y="2022"/>
                  <a:pt x="982" y="2023"/>
                  <a:pt x="984" y="2016"/>
                </a:cubicBezTo>
                <a:cubicBezTo>
                  <a:pt x="984" y="2010"/>
                  <a:pt x="983" y="2005"/>
                  <a:pt x="979" y="2003"/>
                </a:cubicBezTo>
                <a:cubicBezTo>
                  <a:pt x="978" y="2019"/>
                  <a:pt x="984" y="2027"/>
                  <a:pt x="986" y="2040"/>
                </a:cubicBezTo>
                <a:cubicBezTo>
                  <a:pt x="987" y="2046"/>
                  <a:pt x="989" y="2051"/>
                  <a:pt x="990" y="2057"/>
                </a:cubicBezTo>
                <a:cubicBezTo>
                  <a:pt x="990" y="2061"/>
                  <a:pt x="993" y="2062"/>
                  <a:pt x="993" y="2066"/>
                </a:cubicBezTo>
                <a:cubicBezTo>
                  <a:pt x="996" y="2066"/>
                  <a:pt x="994" y="2072"/>
                  <a:pt x="997" y="2073"/>
                </a:cubicBezTo>
                <a:cubicBezTo>
                  <a:pt x="998" y="2086"/>
                  <a:pt x="1006" y="2093"/>
                  <a:pt x="1008" y="2105"/>
                </a:cubicBezTo>
                <a:cubicBezTo>
                  <a:pt x="1011" y="2105"/>
                  <a:pt x="1009" y="2111"/>
                  <a:pt x="1012" y="2112"/>
                </a:cubicBezTo>
                <a:cubicBezTo>
                  <a:pt x="1012" y="2116"/>
                  <a:pt x="1015" y="2117"/>
                  <a:pt x="1014" y="2121"/>
                </a:cubicBezTo>
                <a:cubicBezTo>
                  <a:pt x="1016" y="2125"/>
                  <a:pt x="1020" y="2133"/>
                  <a:pt x="1017" y="2136"/>
                </a:cubicBezTo>
                <a:cubicBezTo>
                  <a:pt x="1020" y="2136"/>
                  <a:pt x="1018" y="2142"/>
                  <a:pt x="1021" y="2142"/>
                </a:cubicBezTo>
                <a:cubicBezTo>
                  <a:pt x="1020" y="2146"/>
                  <a:pt x="1023" y="2147"/>
                  <a:pt x="1023" y="2151"/>
                </a:cubicBezTo>
                <a:cubicBezTo>
                  <a:pt x="1023" y="2155"/>
                  <a:pt x="1024" y="2158"/>
                  <a:pt x="1025" y="2160"/>
                </a:cubicBezTo>
                <a:cubicBezTo>
                  <a:pt x="1032" y="2160"/>
                  <a:pt x="1032" y="2160"/>
                  <a:pt x="1032" y="2160"/>
                </a:cubicBezTo>
                <a:cubicBezTo>
                  <a:pt x="1032" y="2159"/>
                  <a:pt x="1032" y="2159"/>
                  <a:pt x="1032" y="2158"/>
                </a:cubicBezTo>
                <a:cubicBezTo>
                  <a:pt x="1033" y="2158"/>
                  <a:pt x="1035" y="2159"/>
                  <a:pt x="1036" y="2160"/>
                </a:cubicBezTo>
                <a:cubicBezTo>
                  <a:pt x="1045" y="2160"/>
                  <a:pt x="1045" y="2160"/>
                  <a:pt x="1045" y="2160"/>
                </a:cubicBezTo>
                <a:cubicBezTo>
                  <a:pt x="1043" y="2156"/>
                  <a:pt x="1040" y="2152"/>
                  <a:pt x="1036" y="2149"/>
                </a:cubicBezTo>
                <a:cubicBezTo>
                  <a:pt x="1037" y="2138"/>
                  <a:pt x="1027" y="2139"/>
                  <a:pt x="1027" y="2129"/>
                </a:cubicBezTo>
                <a:close/>
                <a:moveTo>
                  <a:pt x="1027" y="2147"/>
                </a:moveTo>
                <a:cubicBezTo>
                  <a:pt x="1029" y="2148"/>
                  <a:pt x="1031" y="2151"/>
                  <a:pt x="1032" y="2153"/>
                </a:cubicBezTo>
                <a:cubicBezTo>
                  <a:pt x="1031" y="2159"/>
                  <a:pt x="1027" y="2150"/>
                  <a:pt x="1027" y="2147"/>
                </a:cubicBezTo>
                <a:close/>
                <a:moveTo>
                  <a:pt x="887" y="319"/>
                </a:moveTo>
                <a:cubicBezTo>
                  <a:pt x="888" y="314"/>
                  <a:pt x="881" y="316"/>
                  <a:pt x="881" y="312"/>
                </a:cubicBezTo>
                <a:cubicBezTo>
                  <a:pt x="860" y="299"/>
                  <a:pt x="864" y="290"/>
                  <a:pt x="857" y="292"/>
                </a:cubicBezTo>
                <a:cubicBezTo>
                  <a:pt x="829" y="256"/>
                  <a:pt x="827" y="249"/>
                  <a:pt x="821" y="246"/>
                </a:cubicBezTo>
                <a:cubicBezTo>
                  <a:pt x="769" y="177"/>
                  <a:pt x="766" y="171"/>
                  <a:pt x="762" y="166"/>
                </a:cubicBezTo>
                <a:cubicBezTo>
                  <a:pt x="731" y="135"/>
                  <a:pt x="734" y="128"/>
                  <a:pt x="730" y="128"/>
                </a:cubicBezTo>
                <a:cubicBezTo>
                  <a:pt x="708" y="102"/>
                  <a:pt x="706" y="100"/>
                  <a:pt x="704" y="97"/>
                </a:cubicBezTo>
                <a:cubicBezTo>
                  <a:pt x="687" y="81"/>
                  <a:pt x="689" y="75"/>
                  <a:pt x="683" y="77"/>
                </a:cubicBezTo>
                <a:cubicBezTo>
                  <a:pt x="649" y="44"/>
                  <a:pt x="648" y="36"/>
                  <a:pt x="643" y="32"/>
                </a:cubicBezTo>
                <a:cubicBezTo>
                  <a:pt x="595" y="0"/>
                  <a:pt x="595" y="0"/>
                  <a:pt x="595" y="0"/>
                </a:cubicBezTo>
                <a:cubicBezTo>
                  <a:pt x="618" y="17"/>
                  <a:pt x="617" y="23"/>
                  <a:pt x="621" y="23"/>
                </a:cubicBezTo>
                <a:cubicBezTo>
                  <a:pt x="659" y="58"/>
                  <a:pt x="665" y="68"/>
                  <a:pt x="672" y="77"/>
                </a:cubicBezTo>
                <a:cubicBezTo>
                  <a:pt x="702" y="103"/>
                  <a:pt x="701" y="111"/>
                  <a:pt x="708" y="112"/>
                </a:cubicBezTo>
                <a:cubicBezTo>
                  <a:pt x="732" y="144"/>
                  <a:pt x="736" y="147"/>
                  <a:pt x="738" y="152"/>
                </a:cubicBezTo>
                <a:cubicBezTo>
                  <a:pt x="794" y="223"/>
                  <a:pt x="810" y="239"/>
                  <a:pt x="821" y="259"/>
                </a:cubicBezTo>
                <a:cubicBezTo>
                  <a:pt x="812" y="259"/>
                  <a:pt x="813" y="253"/>
                  <a:pt x="808" y="252"/>
                </a:cubicBezTo>
                <a:cubicBezTo>
                  <a:pt x="796" y="241"/>
                  <a:pt x="793" y="238"/>
                  <a:pt x="791" y="234"/>
                </a:cubicBezTo>
                <a:cubicBezTo>
                  <a:pt x="743" y="186"/>
                  <a:pt x="739" y="183"/>
                  <a:pt x="738" y="178"/>
                </a:cubicBezTo>
                <a:cubicBezTo>
                  <a:pt x="714" y="153"/>
                  <a:pt x="710" y="150"/>
                  <a:pt x="708" y="145"/>
                </a:cubicBezTo>
                <a:cubicBezTo>
                  <a:pt x="670" y="114"/>
                  <a:pt x="668" y="109"/>
                  <a:pt x="665" y="105"/>
                </a:cubicBezTo>
                <a:cubicBezTo>
                  <a:pt x="633" y="73"/>
                  <a:pt x="631" y="71"/>
                  <a:pt x="631" y="67"/>
                </a:cubicBezTo>
                <a:cubicBezTo>
                  <a:pt x="615" y="51"/>
                  <a:pt x="610" y="52"/>
                  <a:pt x="610" y="51"/>
                </a:cubicBezTo>
                <a:cubicBezTo>
                  <a:pt x="597" y="42"/>
                  <a:pt x="601" y="32"/>
                  <a:pt x="592" y="33"/>
                </a:cubicBezTo>
                <a:cubicBezTo>
                  <a:pt x="567" y="8"/>
                  <a:pt x="562" y="4"/>
                  <a:pt x="557" y="0"/>
                </a:cubicBezTo>
                <a:cubicBezTo>
                  <a:pt x="552" y="10"/>
                  <a:pt x="563" y="13"/>
                  <a:pt x="569" y="22"/>
                </a:cubicBezTo>
                <a:cubicBezTo>
                  <a:pt x="629" y="79"/>
                  <a:pt x="629" y="83"/>
                  <a:pt x="633" y="82"/>
                </a:cubicBezTo>
                <a:cubicBezTo>
                  <a:pt x="676" y="124"/>
                  <a:pt x="689" y="140"/>
                  <a:pt x="705" y="154"/>
                </a:cubicBezTo>
                <a:cubicBezTo>
                  <a:pt x="778" y="231"/>
                  <a:pt x="785" y="238"/>
                  <a:pt x="793" y="245"/>
                </a:cubicBezTo>
                <a:cubicBezTo>
                  <a:pt x="808" y="256"/>
                  <a:pt x="807" y="260"/>
                  <a:pt x="808" y="261"/>
                </a:cubicBezTo>
                <a:cubicBezTo>
                  <a:pt x="834" y="279"/>
                  <a:pt x="840" y="280"/>
                  <a:pt x="844" y="283"/>
                </a:cubicBezTo>
                <a:cubicBezTo>
                  <a:pt x="859" y="314"/>
                  <a:pt x="859" y="308"/>
                  <a:pt x="855" y="307"/>
                </a:cubicBezTo>
                <a:cubicBezTo>
                  <a:pt x="822" y="280"/>
                  <a:pt x="808" y="275"/>
                  <a:pt x="801" y="263"/>
                </a:cubicBezTo>
                <a:cubicBezTo>
                  <a:pt x="778" y="238"/>
                  <a:pt x="768" y="243"/>
                  <a:pt x="771" y="236"/>
                </a:cubicBezTo>
                <a:cubicBezTo>
                  <a:pt x="741" y="218"/>
                  <a:pt x="746" y="208"/>
                  <a:pt x="739" y="211"/>
                </a:cubicBezTo>
                <a:cubicBezTo>
                  <a:pt x="700" y="175"/>
                  <a:pt x="692" y="164"/>
                  <a:pt x="681" y="155"/>
                </a:cubicBezTo>
                <a:cubicBezTo>
                  <a:pt x="658" y="131"/>
                  <a:pt x="649" y="121"/>
                  <a:pt x="641" y="111"/>
                </a:cubicBezTo>
                <a:cubicBezTo>
                  <a:pt x="610" y="82"/>
                  <a:pt x="609" y="78"/>
                  <a:pt x="605" y="77"/>
                </a:cubicBezTo>
                <a:cubicBezTo>
                  <a:pt x="581" y="54"/>
                  <a:pt x="580" y="50"/>
                  <a:pt x="575" y="50"/>
                </a:cubicBezTo>
                <a:cubicBezTo>
                  <a:pt x="534" y="16"/>
                  <a:pt x="534" y="11"/>
                  <a:pt x="530" y="10"/>
                </a:cubicBezTo>
                <a:cubicBezTo>
                  <a:pt x="503" y="0"/>
                  <a:pt x="503" y="0"/>
                  <a:pt x="503" y="0"/>
                </a:cubicBezTo>
                <a:cubicBezTo>
                  <a:pt x="515" y="14"/>
                  <a:pt x="521" y="12"/>
                  <a:pt x="523" y="14"/>
                </a:cubicBezTo>
                <a:cubicBezTo>
                  <a:pt x="555" y="41"/>
                  <a:pt x="559" y="45"/>
                  <a:pt x="564" y="48"/>
                </a:cubicBezTo>
                <a:cubicBezTo>
                  <a:pt x="590" y="78"/>
                  <a:pt x="596" y="77"/>
                  <a:pt x="598" y="79"/>
                </a:cubicBezTo>
                <a:cubicBezTo>
                  <a:pt x="631" y="118"/>
                  <a:pt x="640" y="117"/>
                  <a:pt x="641" y="124"/>
                </a:cubicBezTo>
                <a:cubicBezTo>
                  <a:pt x="671" y="148"/>
                  <a:pt x="666" y="158"/>
                  <a:pt x="673" y="155"/>
                </a:cubicBezTo>
                <a:cubicBezTo>
                  <a:pt x="715" y="195"/>
                  <a:pt x="722" y="205"/>
                  <a:pt x="733" y="211"/>
                </a:cubicBezTo>
                <a:cubicBezTo>
                  <a:pt x="774" y="248"/>
                  <a:pt x="776" y="250"/>
                  <a:pt x="777" y="253"/>
                </a:cubicBezTo>
                <a:cubicBezTo>
                  <a:pt x="795" y="267"/>
                  <a:pt x="797" y="269"/>
                  <a:pt x="799" y="271"/>
                </a:cubicBezTo>
                <a:cubicBezTo>
                  <a:pt x="840" y="300"/>
                  <a:pt x="844" y="307"/>
                  <a:pt x="850" y="312"/>
                </a:cubicBezTo>
                <a:cubicBezTo>
                  <a:pt x="924" y="348"/>
                  <a:pt x="925" y="357"/>
                  <a:pt x="934" y="357"/>
                </a:cubicBezTo>
                <a:cubicBezTo>
                  <a:pt x="934" y="355"/>
                  <a:pt x="921" y="340"/>
                  <a:pt x="900" y="332"/>
                </a:cubicBezTo>
                <a:close/>
                <a:moveTo>
                  <a:pt x="417" y="167"/>
                </a:moveTo>
                <a:cubicBezTo>
                  <a:pt x="412" y="160"/>
                  <a:pt x="403" y="156"/>
                  <a:pt x="398" y="149"/>
                </a:cubicBezTo>
                <a:cubicBezTo>
                  <a:pt x="374" y="130"/>
                  <a:pt x="375" y="123"/>
                  <a:pt x="368" y="124"/>
                </a:cubicBezTo>
                <a:cubicBezTo>
                  <a:pt x="353" y="108"/>
                  <a:pt x="352" y="106"/>
                  <a:pt x="351" y="104"/>
                </a:cubicBezTo>
                <a:cubicBezTo>
                  <a:pt x="329" y="83"/>
                  <a:pt x="329" y="77"/>
                  <a:pt x="326" y="73"/>
                </a:cubicBezTo>
                <a:cubicBezTo>
                  <a:pt x="286" y="24"/>
                  <a:pt x="279" y="26"/>
                  <a:pt x="279" y="22"/>
                </a:cubicBezTo>
                <a:cubicBezTo>
                  <a:pt x="240" y="0"/>
                  <a:pt x="240" y="0"/>
                  <a:pt x="240" y="0"/>
                </a:cubicBezTo>
                <a:cubicBezTo>
                  <a:pt x="256" y="19"/>
                  <a:pt x="265" y="15"/>
                  <a:pt x="263" y="22"/>
                </a:cubicBezTo>
                <a:cubicBezTo>
                  <a:pt x="312" y="70"/>
                  <a:pt x="314" y="72"/>
                  <a:pt x="317" y="73"/>
                </a:cubicBezTo>
                <a:cubicBezTo>
                  <a:pt x="335" y="90"/>
                  <a:pt x="331" y="99"/>
                  <a:pt x="338" y="98"/>
                </a:cubicBezTo>
                <a:cubicBezTo>
                  <a:pt x="376" y="141"/>
                  <a:pt x="389" y="148"/>
                  <a:pt x="400" y="158"/>
                </a:cubicBezTo>
                <a:cubicBezTo>
                  <a:pt x="428" y="181"/>
                  <a:pt x="429" y="185"/>
                  <a:pt x="434" y="185"/>
                </a:cubicBezTo>
                <a:close/>
                <a:moveTo>
                  <a:pt x="527" y="235"/>
                </a:moveTo>
                <a:cubicBezTo>
                  <a:pt x="526" y="226"/>
                  <a:pt x="513" y="224"/>
                  <a:pt x="519" y="215"/>
                </a:cubicBezTo>
                <a:cubicBezTo>
                  <a:pt x="496" y="189"/>
                  <a:pt x="492" y="188"/>
                  <a:pt x="491" y="184"/>
                </a:cubicBezTo>
                <a:cubicBezTo>
                  <a:pt x="440" y="113"/>
                  <a:pt x="434" y="113"/>
                  <a:pt x="434" y="108"/>
                </a:cubicBezTo>
                <a:cubicBezTo>
                  <a:pt x="423" y="99"/>
                  <a:pt x="423" y="94"/>
                  <a:pt x="421" y="91"/>
                </a:cubicBezTo>
                <a:cubicBezTo>
                  <a:pt x="377" y="41"/>
                  <a:pt x="367" y="32"/>
                  <a:pt x="357" y="22"/>
                </a:cubicBezTo>
                <a:cubicBezTo>
                  <a:pt x="342" y="7"/>
                  <a:pt x="340" y="6"/>
                  <a:pt x="338" y="6"/>
                </a:cubicBezTo>
                <a:cubicBezTo>
                  <a:pt x="319" y="0"/>
                  <a:pt x="319" y="0"/>
                  <a:pt x="319" y="0"/>
                </a:cubicBezTo>
                <a:cubicBezTo>
                  <a:pt x="343" y="19"/>
                  <a:pt x="344" y="25"/>
                  <a:pt x="348" y="28"/>
                </a:cubicBezTo>
                <a:cubicBezTo>
                  <a:pt x="367" y="41"/>
                  <a:pt x="366" y="48"/>
                  <a:pt x="374" y="48"/>
                </a:cubicBezTo>
                <a:cubicBezTo>
                  <a:pt x="399" y="84"/>
                  <a:pt x="410" y="89"/>
                  <a:pt x="414" y="99"/>
                </a:cubicBezTo>
                <a:cubicBezTo>
                  <a:pt x="464" y="158"/>
                  <a:pt x="467" y="158"/>
                  <a:pt x="468" y="161"/>
                </a:cubicBezTo>
                <a:cubicBezTo>
                  <a:pt x="497" y="204"/>
                  <a:pt x="491" y="197"/>
                  <a:pt x="489" y="197"/>
                </a:cubicBezTo>
                <a:cubicBezTo>
                  <a:pt x="469" y="181"/>
                  <a:pt x="467" y="179"/>
                  <a:pt x="465" y="177"/>
                </a:cubicBezTo>
                <a:cubicBezTo>
                  <a:pt x="441" y="152"/>
                  <a:pt x="434" y="155"/>
                  <a:pt x="435" y="150"/>
                </a:cubicBezTo>
                <a:cubicBezTo>
                  <a:pt x="421" y="129"/>
                  <a:pt x="412" y="132"/>
                  <a:pt x="414" y="125"/>
                </a:cubicBezTo>
                <a:cubicBezTo>
                  <a:pt x="401" y="106"/>
                  <a:pt x="395" y="108"/>
                  <a:pt x="395" y="103"/>
                </a:cubicBezTo>
                <a:cubicBezTo>
                  <a:pt x="363" y="74"/>
                  <a:pt x="362" y="68"/>
                  <a:pt x="356" y="65"/>
                </a:cubicBezTo>
                <a:cubicBezTo>
                  <a:pt x="338" y="45"/>
                  <a:pt x="336" y="44"/>
                  <a:pt x="335" y="41"/>
                </a:cubicBezTo>
                <a:cubicBezTo>
                  <a:pt x="308" y="17"/>
                  <a:pt x="306" y="15"/>
                  <a:pt x="303" y="14"/>
                </a:cubicBezTo>
                <a:cubicBezTo>
                  <a:pt x="275" y="0"/>
                  <a:pt x="275" y="0"/>
                  <a:pt x="275" y="0"/>
                </a:cubicBezTo>
                <a:cubicBezTo>
                  <a:pt x="299" y="19"/>
                  <a:pt x="304" y="24"/>
                  <a:pt x="307" y="29"/>
                </a:cubicBezTo>
                <a:cubicBezTo>
                  <a:pt x="332" y="48"/>
                  <a:pt x="330" y="56"/>
                  <a:pt x="337" y="54"/>
                </a:cubicBezTo>
                <a:cubicBezTo>
                  <a:pt x="368" y="81"/>
                  <a:pt x="367" y="87"/>
                  <a:pt x="369" y="90"/>
                </a:cubicBezTo>
                <a:cubicBezTo>
                  <a:pt x="398" y="119"/>
                  <a:pt x="406" y="128"/>
                  <a:pt x="413" y="138"/>
                </a:cubicBezTo>
                <a:cubicBezTo>
                  <a:pt x="435" y="161"/>
                  <a:pt x="441" y="161"/>
                  <a:pt x="441" y="165"/>
                </a:cubicBezTo>
                <a:cubicBezTo>
                  <a:pt x="525" y="234"/>
                  <a:pt x="526" y="240"/>
                  <a:pt x="529" y="243"/>
                </a:cubicBezTo>
                <a:close/>
                <a:moveTo>
                  <a:pt x="1152" y="2099"/>
                </a:moveTo>
                <a:cubicBezTo>
                  <a:pt x="1150" y="2096"/>
                  <a:pt x="1154" y="2087"/>
                  <a:pt x="1150" y="2088"/>
                </a:cubicBezTo>
                <a:cubicBezTo>
                  <a:pt x="1138" y="2039"/>
                  <a:pt x="1133" y="2035"/>
                  <a:pt x="1134" y="2025"/>
                </a:cubicBezTo>
                <a:cubicBezTo>
                  <a:pt x="1111" y="1981"/>
                  <a:pt x="1109" y="1965"/>
                  <a:pt x="1102" y="1955"/>
                </a:cubicBezTo>
                <a:cubicBezTo>
                  <a:pt x="1091" y="1924"/>
                  <a:pt x="1085" y="1926"/>
                  <a:pt x="1086" y="1920"/>
                </a:cubicBezTo>
                <a:cubicBezTo>
                  <a:pt x="1073" y="1890"/>
                  <a:pt x="1072" y="1887"/>
                  <a:pt x="1069" y="1885"/>
                </a:cubicBezTo>
                <a:cubicBezTo>
                  <a:pt x="1052" y="1843"/>
                  <a:pt x="1043" y="1843"/>
                  <a:pt x="1043" y="1835"/>
                </a:cubicBezTo>
                <a:cubicBezTo>
                  <a:pt x="1003" y="1780"/>
                  <a:pt x="996" y="1770"/>
                  <a:pt x="988" y="1761"/>
                </a:cubicBezTo>
                <a:cubicBezTo>
                  <a:pt x="1012" y="1803"/>
                  <a:pt x="1016" y="1808"/>
                  <a:pt x="1021" y="1813"/>
                </a:cubicBezTo>
                <a:cubicBezTo>
                  <a:pt x="1030" y="1837"/>
                  <a:pt x="1036" y="1835"/>
                  <a:pt x="1036" y="1839"/>
                </a:cubicBezTo>
                <a:cubicBezTo>
                  <a:pt x="1046" y="1859"/>
                  <a:pt x="1050" y="1860"/>
                  <a:pt x="1049" y="1865"/>
                </a:cubicBezTo>
                <a:cubicBezTo>
                  <a:pt x="1067" y="1896"/>
                  <a:pt x="1069" y="1900"/>
                  <a:pt x="1071" y="1903"/>
                </a:cubicBezTo>
                <a:cubicBezTo>
                  <a:pt x="1092" y="1948"/>
                  <a:pt x="1092" y="1955"/>
                  <a:pt x="1095" y="1959"/>
                </a:cubicBezTo>
                <a:cubicBezTo>
                  <a:pt x="1123" y="2041"/>
                  <a:pt x="1129" y="2042"/>
                  <a:pt x="1130" y="2049"/>
                </a:cubicBezTo>
                <a:cubicBezTo>
                  <a:pt x="1150" y="2114"/>
                  <a:pt x="1150" y="2117"/>
                  <a:pt x="1150" y="2121"/>
                </a:cubicBezTo>
                <a:cubicBezTo>
                  <a:pt x="1151" y="2128"/>
                  <a:pt x="1142" y="2118"/>
                  <a:pt x="1139" y="2103"/>
                </a:cubicBezTo>
                <a:cubicBezTo>
                  <a:pt x="1126" y="2078"/>
                  <a:pt x="1123" y="2071"/>
                  <a:pt x="1119" y="2066"/>
                </a:cubicBezTo>
                <a:cubicBezTo>
                  <a:pt x="1108" y="2039"/>
                  <a:pt x="1106" y="2032"/>
                  <a:pt x="1099" y="2029"/>
                </a:cubicBezTo>
                <a:cubicBezTo>
                  <a:pt x="1078" y="1982"/>
                  <a:pt x="1076" y="1975"/>
                  <a:pt x="1071" y="1970"/>
                </a:cubicBezTo>
                <a:cubicBezTo>
                  <a:pt x="1048" y="1932"/>
                  <a:pt x="1047" y="1928"/>
                  <a:pt x="1047" y="1924"/>
                </a:cubicBezTo>
                <a:cubicBezTo>
                  <a:pt x="1030" y="1888"/>
                  <a:pt x="1021" y="1887"/>
                  <a:pt x="1021" y="1879"/>
                </a:cubicBezTo>
                <a:cubicBezTo>
                  <a:pt x="1008" y="1846"/>
                  <a:pt x="1000" y="1840"/>
                  <a:pt x="999" y="1846"/>
                </a:cubicBezTo>
                <a:cubicBezTo>
                  <a:pt x="1015" y="1873"/>
                  <a:pt x="1017" y="1885"/>
                  <a:pt x="1023" y="1892"/>
                </a:cubicBezTo>
                <a:cubicBezTo>
                  <a:pt x="1045" y="1935"/>
                  <a:pt x="1047" y="1939"/>
                  <a:pt x="1049" y="1944"/>
                </a:cubicBezTo>
                <a:cubicBezTo>
                  <a:pt x="1065" y="1974"/>
                  <a:pt x="1066" y="1974"/>
                  <a:pt x="1067" y="1974"/>
                </a:cubicBezTo>
                <a:cubicBezTo>
                  <a:pt x="1082" y="2010"/>
                  <a:pt x="1086" y="2011"/>
                  <a:pt x="1086" y="2018"/>
                </a:cubicBezTo>
                <a:cubicBezTo>
                  <a:pt x="1103" y="2056"/>
                  <a:pt x="1107" y="2058"/>
                  <a:pt x="1110" y="2062"/>
                </a:cubicBezTo>
                <a:cubicBezTo>
                  <a:pt x="1141" y="2137"/>
                  <a:pt x="1147" y="2139"/>
                  <a:pt x="1147" y="2147"/>
                </a:cubicBezTo>
                <a:cubicBezTo>
                  <a:pt x="1165" y="2142"/>
                  <a:pt x="1161" y="2123"/>
                  <a:pt x="1156" y="2105"/>
                </a:cubicBezTo>
                <a:close/>
                <a:moveTo>
                  <a:pt x="1282" y="2121"/>
                </a:moveTo>
                <a:cubicBezTo>
                  <a:pt x="1283" y="2117"/>
                  <a:pt x="1286" y="2117"/>
                  <a:pt x="1287" y="2114"/>
                </a:cubicBezTo>
                <a:cubicBezTo>
                  <a:pt x="1321" y="2080"/>
                  <a:pt x="1320" y="2072"/>
                  <a:pt x="1326" y="2070"/>
                </a:cubicBezTo>
                <a:cubicBezTo>
                  <a:pt x="1347" y="2053"/>
                  <a:pt x="1345" y="2047"/>
                  <a:pt x="1350" y="2049"/>
                </a:cubicBezTo>
                <a:cubicBezTo>
                  <a:pt x="1377" y="2021"/>
                  <a:pt x="1391" y="2005"/>
                  <a:pt x="1407" y="1990"/>
                </a:cubicBezTo>
                <a:cubicBezTo>
                  <a:pt x="1432" y="1962"/>
                  <a:pt x="1438" y="1960"/>
                  <a:pt x="1439" y="1955"/>
                </a:cubicBezTo>
                <a:cubicBezTo>
                  <a:pt x="1473" y="1911"/>
                  <a:pt x="1474" y="1904"/>
                  <a:pt x="1477" y="1898"/>
                </a:cubicBezTo>
                <a:cubicBezTo>
                  <a:pt x="1479" y="1880"/>
                  <a:pt x="1478" y="1883"/>
                  <a:pt x="1479" y="1887"/>
                </a:cubicBezTo>
                <a:cubicBezTo>
                  <a:pt x="1460" y="1920"/>
                  <a:pt x="1450" y="1925"/>
                  <a:pt x="1446" y="1937"/>
                </a:cubicBezTo>
                <a:cubicBezTo>
                  <a:pt x="1410" y="1977"/>
                  <a:pt x="1401" y="1976"/>
                  <a:pt x="1400" y="1983"/>
                </a:cubicBezTo>
                <a:cubicBezTo>
                  <a:pt x="1385" y="2005"/>
                  <a:pt x="1376" y="2000"/>
                  <a:pt x="1378" y="2007"/>
                </a:cubicBezTo>
                <a:cubicBezTo>
                  <a:pt x="1342" y="2047"/>
                  <a:pt x="1322" y="2057"/>
                  <a:pt x="1309" y="2075"/>
                </a:cubicBezTo>
                <a:cubicBezTo>
                  <a:pt x="1286" y="2101"/>
                  <a:pt x="1285" y="2104"/>
                  <a:pt x="1282" y="2105"/>
                </a:cubicBezTo>
                <a:cubicBezTo>
                  <a:pt x="1265" y="2129"/>
                  <a:pt x="1263" y="2131"/>
                  <a:pt x="1261" y="2131"/>
                </a:cubicBezTo>
                <a:cubicBezTo>
                  <a:pt x="1251" y="2152"/>
                  <a:pt x="1245" y="2151"/>
                  <a:pt x="1248" y="2158"/>
                </a:cubicBezTo>
                <a:cubicBezTo>
                  <a:pt x="1262" y="2152"/>
                  <a:pt x="1267" y="2142"/>
                  <a:pt x="1272" y="2131"/>
                </a:cubicBezTo>
                <a:close/>
                <a:moveTo>
                  <a:pt x="1252" y="2121"/>
                </a:moveTo>
                <a:cubicBezTo>
                  <a:pt x="1253" y="2116"/>
                  <a:pt x="1258" y="2113"/>
                  <a:pt x="1261" y="2110"/>
                </a:cubicBezTo>
                <a:cubicBezTo>
                  <a:pt x="1292" y="2075"/>
                  <a:pt x="1292" y="2069"/>
                  <a:pt x="1296" y="2066"/>
                </a:cubicBezTo>
                <a:cubicBezTo>
                  <a:pt x="1325" y="2042"/>
                  <a:pt x="1328" y="2032"/>
                  <a:pt x="1337" y="2027"/>
                </a:cubicBezTo>
                <a:cubicBezTo>
                  <a:pt x="1357" y="2004"/>
                  <a:pt x="1360" y="2005"/>
                  <a:pt x="1361" y="2003"/>
                </a:cubicBezTo>
                <a:cubicBezTo>
                  <a:pt x="1379" y="1988"/>
                  <a:pt x="1381" y="1987"/>
                  <a:pt x="1383" y="1985"/>
                </a:cubicBezTo>
                <a:cubicBezTo>
                  <a:pt x="1395" y="1974"/>
                  <a:pt x="1393" y="1969"/>
                  <a:pt x="1398" y="1970"/>
                </a:cubicBezTo>
                <a:cubicBezTo>
                  <a:pt x="1429" y="1937"/>
                  <a:pt x="1430" y="1935"/>
                  <a:pt x="1431" y="1933"/>
                </a:cubicBezTo>
                <a:cubicBezTo>
                  <a:pt x="1448" y="1913"/>
                  <a:pt x="1452" y="1911"/>
                  <a:pt x="1453" y="1905"/>
                </a:cubicBezTo>
                <a:cubicBezTo>
                  <a:pt x="1484" y="1849"/>
                  <a:pt x="1489" y="1848"/>
                  <a:pt x="1485" y="1844"/>
                </a:cubicBezTo>
                <a:cubicBezTo>
                  <a:pt x="1498" y="1819"/>
                  <a:pt x="1499" y="1815"/>
                  <a:pt x="1503" y="1813"/>
                </a:cubicBezTo>
                <a:cubicBezTo>
                  <a:pt x="1479" y="1838"/>
                  <a:pt x="1484" y="1853"/>
                  <a:pt x="1477" y="1855"/>
                </a:cubicBezTo>
                <a:cubicBezTo>
                  <a:pt x="1464" y="1882"/>
                  <a:pt x="1459" y="1886"/>
                  <a:pt x="1455" y="1892"/>
                </a:cubicBezTo>
                <a:cubicBezTo>
                  <a:pt x="1437" y="1912"/>
                  <a:pt x="1434" y="1918"/>
                  <a:pt x="1431" y="1922"/>
                </a:cubicBezTo>
                <a:cubicBezTo>
                  <a:pt x="1408" y="1942"/>
                  <a:pt x="1402" y="1953"/>
                  <a:pt x="1394" y="1961"/>
                </a:cubicBezTo>
                <a:cubicBezTo>
                  <a:pt x="1356" y="1988"/>
                  <a:pt x="1360" y="1997"/>
                  <a:pt x="1354" y="1996"/>
                </a:cubicBezTo>
                <a:cubicBezTo>
                  <a:pt x="1337" y="2014"/>
                  <a:pt x="1333" y="2016"/>
                  <a:pt x="1330" y="2018"/>
                </a:cubicBezTo>
                <a:cubicBezTo>
                  <a:pt x="1304" y="2043"/>
                  <a:pt x="1304" y="2048"/>
                  <a:pt x="1300" y="2049"/>
                </a:cubicBezTo>
                <a:cubicBezTo>
                  <a:pt x="1281" y="2070"/>
                  <a:pt x="1275" y="2075"/>
                  <a:pt x="1269" y="2079"/>
                </a:cubicBezTo>
                <a:cubicBezTo>
                  <a:pt x="1247" y="2112"/>
                  <a:pt x="1245" y="2113"/>
                  <a:pt x="1243" y="2114"/>
                </a:cubicBezTo>
                <a:cubicBezTo>
                  <a:pt x="1247" y="2103"/>
                  <a:pt x="1247" y="2098"/>
                  <a:pt x="1250" y="2094"/>
                </a:cubicBezTo>
                <a:cubicBezTo>
                  <a:pt x="1275" y="2064"/>
                  <a:pt x="1275" y="2058"/>
                  <a:pt x="1278" y="2055"/>
                </a:cubicBezTo>
                <a:cubicBezTo>
                  <a:pt x="1312" y="2008"/>
                  <a:pt x="1335" y="1985"/>
                  <a:pt x="1359" y="1964"/>
                </a:cubicBezTo>
                <a:cubicBezTo>
                  <a:pt x="1384" y="1931"/>
                  <a:pt x="1387" y="1930"/>
                  <a:pt x="1387" y="1924"/>
                </a:cubicBezTo>
                <a:cubicBezTo>
                  <a:pt x="1413" y="1898"/>
                  <a:pt x="1413" y="1892"/>
                  <a:pt x="1418" y="1892"/>
                </a:cubicBezTo>
                <a:cubicBezTo>
                  <a:pt x="1427" y="1879"/>
                  <a:pt x="1429" y="1875"/>
                  <a:pt x="1431" y="1872"/>
                </a:cubicBezTo>
                <a:cubicBezTo>
                  <a:pt x="1422" y="1877"/>
                  <a:pt x="1419" y="1882"/>
                  <a:pt x="1416" y="1885"/>
                </a:cubicBezTo>
                <a:cubicBezTo>
                  <a:pt x="1370" y="1932"/>
                  <a:pt x="1368" y="1937"/>
                  <a:pt x="1365" y="1942"/>
                </a:cubicBezTo>
                <a:cubicBezTo>
                  <a:pt x="1347" y="1957"/>
                  <a:pt x="1348" y="1963"/>
                  <a:pt x="1344" y="1961"/>
                </a:cubicBezTo>
                <a:cubicBezTo>
                  <a:pt x="1310" y="1997"/>
                  <a:pt x="1311" y="2001"/>
                  <a:pt x="1309" y="2003"/>
                </a:cubicBezTo>
                <a:cubicBezTo>
                  <a:pt x="1290" y="2031"/>
                  <a:pt x="1278" y="2034"/>
                  <a:pt x="1276" y="2046"/>
                </a:cubicBezTo>
                <a:cubicBezTo>
                  <a:pt x="1263" y="2059"/>
                  <a:pt x="1262" y="2063"/>
                  <a:pt x="1256" y="2066"/>
                </a:cubicBezTo>
                <a:cubicBezTo>
                  <a:pt x="1229" y="2114"/>
                  <a:pt x="1229" y="2119"/>
                  <a:pt x="1226" y="2121"/>
                </a:cubicBezTo>
                <a:cubicBezTo>
                  <a:pt x="1210" y="2155"/>
                  <a:pt x="1209" y="2158"/>
                  <a:pt x="1208" y="2160"/>
                </a:cubicBezTo>
                <a:cubicBezTo>
                  <a:pt x="1234" y="2148"/>
                  <a:pt x="1239" y="2141"/>
                  <a:pt x="1243" y="2131"/>
                </a:cubicBezTo>
                <a:close/>
                <a:moveTo>
                  <a:pt x="1095" y="2090"/>
                </a:moveTo>
                <a:cubicBezTo>
                  <a:pt x="1092" y="2080"/>
                  <a:pt x="1087" y="2072"/>
                  <a:pt x="1082" y="2064"/>
                </a:cubicBezTo>
                <a:cubicBezTo>
                  <a:pt x="1051" y="2009"/>
                  <a:pt x="1049" y="2005"/>
                  <a:pt x="1045" y="2003"/>
                </a:cubicBezTo>
                <a:cubicBezTo>
                  <a:pt x="1032" y="1967"/>
                  <a:pt x="1032" y="1961"/>
                  <a:pt x="1030" y="1957"/>
                </a:cubicBezTo>
                <a:cubicBezTo>
                  <a:pt x="1015" y="1906"/>
                  <a:pt x="1012" y="1903"/>
                  <a:pt x="1012" y="1896"/>
                </a:cubicBezTo>
                <a:cubicBezTo>
                  <a:pt x="1003" y="1886"/>
                  <a:pt x="1010" y="1901"/>
                  <a:pt x="1012" y="1920"/>
                </a:cubicBezTo>
                <a:cubicBezTo>
                  <a:pt x="1029" y="2003"/>
                  <a:pt x="1034" y="2018"/>
                  <a:pt x="1038" y="2033"/>
                </a:cubicBezTo>
                <a:cubicBezTo>
                  <a:pt x="1048" y="2064"/>
                  <a:pt x="1051" y="2072"/>
                  <a:pt x="1056" y="2077"/>
                </a:cubicBezTo>
                <a:cubicBezTo>
                  <a:pt x="1101" y="2160"/>
                  <a:pt x="1101" y="2160"/>
                  <a:pt x="1101" y="2160"/>
                </a:cubicBezTo>
                <a:cubicBezTo>
                  <a:pt x="1097" y="2151"/>
                  <a:pt x="1093" y="2150"/>
                  <a:pt x="1093" y="2142"/>
                </a:cubicBezTo>
                <a:cubicBezTo>
                  <a:pt x="1069" y="2093"/>
                  <a:pt x="1058" y="2074"/>
                  <a:pt x="1051" y="2051"/>
                </a:cubicBezTo>
                <a:cubicBezTo>
                  <a:pt x="1037" y="2005"/>
                  <a:pt x="1030" y="1997"/>
                  <a:pt x="1030" y="1983"/>
                </a:cubicBezTo>
                <a:cubicBezTo>
                  <a:pt x="1058" y="2041"/>
                  <a:pt x="1062" y="2045"/>
                  <a:pt x="1064" y="2051"/>
                </a:cubicBezTo>
                <a:cubicBezTo>
                  <a:pt x="1085" y="2092"/>
                  <a:pt x="1091" y="2094"/>
                  <a:pt x="1093" y="2101"/>
                </a:cubicBezTo>
                <a:cubicBezTo>
                  <a:pt x="1127" y="2147"/>
                  <a:pt x="1120" y="2159"/>
                  <a:pt x="1126" y="2158"/>
                </a:cubicBezTo>
                <a:cubicBezTo>
                  <a:pt x="1131" y="2147"/>
                  <a:pt x="1123" y="2137"/>
                  <a:pt x="1117" y="2125"/>
                </a:cubicBezTo>
                <a:close/>
                <a:moveTo>
                  <a:pt x="1062" y="2155"/>
                </a:moveTo>
                <a:cubicBezTo>
                  <a:pt x="1062" y="2152"/>
                  <a:pt x="1061" y="2150"/>
                  <a:pt x="1058" y="2149"/>
                </a:cubicBezTo>
                <a:cubicBezTo>
                  <a:pt x="1061" y="2142"/>
                  <a:pt x="1051" y="2147"/>
                  <a:pt x="1054" y="2140"/>
                </a:cubicBezTo>
                <a:cubicBezTo>
                  <a:pt x="1048" y="2137"/>
                  <a:pt x="1047" y="2129"/>
                  <a:pt x="1040" y="2127"/>
                </a:cubicBezTo>
                <a:cubicBezTo>
                  <a:pt x="1037" y="2113"/>
                  <a:pt x="1027" y="2105"/>
                  <a:pt x="1019" y="2097"/>
                </a:cubicBezTo>
                <a:cubicBezTo>
                  <a:pt x="1017" y="2106"/>
                  <a:pt x="1026" y="2106"/>
                  <a:pt x="1027" y="2112"/>
                </a:cubicBezTo>
                <a:cubicBezTo>
                  <a:pt x="1028" y="2119"/>
                  <a:pt x="1036" y="2120"/>
                  <a:pt x="1036" y="2127"/>
                </a:cubicBezTo>
                <a:cubicBezTo>
                  <a:pt x="1045" y="2135"/>
                  <a:pt x="1050" y="2146"/>
                  <a:pt x="1058" y="2155"/>
                </a:cubicBezTo>
                <a:cubicBezTo>
                  <a:pt x="1059" y="2157"/>
                  <a:pt x="1060" y="2159"/>
                  <a:pt x="1061" y="2160"/>
                </a:cubicBezTo>
                <a:cubicBezTo>
                  <a:pt x="1067" y="2160"/>
                  <a:pt x="1067" y="2160"/>
                  <a:pt x="1067" y="2160"/>
                </a:cubicBezTo>
                <a:cubicBezTo>
                  <a:pt x="1066" y="2158"/>
                  <a:pt x="1066" y="2155"/>
                  <a:pt x="1062" y="2155"/>
                </a:cubicBezTo>
                <a:close/>
              </a:path>
            </a:pathLst>
          </a:custGeom>
          <a:solidFill>
            <a:schemeClr val="accent1">
              <a:lumMod val="40000"/>
              <a:lumOff val="60000"/>
            </a:schemeClr>
          </a:solidFill>
          <a:ln>
            <a:noFill/>
          </a:ln>
        </p:spPr>
      </p:sp>
      <p:sp>
        <p:nvSpPr>
          <p:cNvPr id="22" name="Freeform 13">
            <a:extLst>
              <a:ext uri="{FF2B5EF4-FFF2-40B4-BE49-F238E27FC236}">
                <a16:creationId xmlns:a16="http://schemas.microsoft.com/office/drawing/2014/main" id="{4BF06320-21C2-4178-97BE-A72378A8A20E}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 bwMode="auto">
          <a:xfrm>
            <a:off x="1798" y="0"/>
            <a:ext cx="12151360" cy="6875463"/>
          </a:xfrm>
          <a:custGeom>
            <a:avLst/>
            <a:gdLst/>
            <a:ahLst/>
            <a:cxnLst/>
            <a:rect l="0" t="0" r="r" b="b"/>
            <a:pathLst>
              <a:path w="3840" h="2163">
                <a:moveTo>
                  <a:pt x="3809" y="960"/>
                </a:moveTo>
                <a:cubicBezTo>
                  <a:pt x="3796" y="975"/>
                  <a:pt x="3783" y="990"/>
                  <a:pt x="3772" y="1010"/>
                </a:cubicBezTo>
                <a:cubicBezTo>
                  <a:pt x="3769" y="1017"/>
                  <a:pt x="3766" y="1024"/>
                  <a:pt x="3763" y="1030"/>
                </a:cubicBezTo>
                <a:cubicBezTo>
                  <a:pt x="3771" y="1037"/>
                  <a:pt x="3769" y="1017"/>
                  <a:pt x="3775" y="1019"/>
                </a:cubicBezTo>
                <a:cubicBezTo>
                  <a:pt x="3774" y="1010"/>
                  <a:pt x="3779" y="1009"/>
                  <a:pt x="3783" y="1001"/>
                </a:cubicBezTo>
                <a:cubicBezTo>
                  <a:pt x="3787" y="996"/>
                  <a:pt x="3792" y="991"/>
                  <a:pt x="3796" y="985"/>
                </a:cubicBezTo>
                <a:cubicBezTo>
                  <a:pt x="3798" y="980"/>
                  <a:pt x="3802" y="982"/>
                  <a:pt x="3803" y="976"/>
                </a:cubicBezTo>
                <a:cubicBezTo>
                  <a:pt x="3807" y="980"/>
                  <a:pt x="3805" y="966"/>
                  <a:pt x="3810" y="970"/>
                </a:cubicBezTo>
                <a:cubicBezTo>
                  <a:pt x="3815" y="965"/>
                  <a:pt x="3819" y="960"/>
                  <a:pt x="3824" y="954"/>
                </a:cubicBezTo>
                <a:cubicBezTo>
                  <a:pt x="3826" y="952"/>
                  <a:pt x="3829" y="950"/>
                  <a:pt x="3831" y="948"/>
                </a:cubicBezTo>
                <a:cubicBezTo>
                  <a:pt x="3834" y="948"/>
                  <a:pt x="3835" y="940"/>
                  <a:pt x="3838" y="942"/>
                </a:cubicBezTo>
                <a:cubicBezTo>
                  <a:pt x="3839" y="941"/>
                  <a:pt x="3840" y="940"/>
                  <a:pt x="3840" y="940"/>
                </a:cubicBezTo>
                <a:cubicBezTo>
                  <a:pt x="3840" y="930"/>
                  <a:pt x="3840" y="930"/>
                  <a:pt x="3840" y="930"/>
                </a:cubicBezTo>
                <a:cubicBezTo>
                  <a:pt x="3837" y="933"/>
                  <a:pt x="3833" y="935"/>
                  <a:pt x="3830" y="938"/>
                </a:cubicBezTo>
                <a:cubicBezTo>
                  <a:pt x="3824" y="947"/>
                  <a:pt x="3817" y="953"/>
                  <a:pt x="3809" y="960"/>
                </a:cubicBezTo>
                <a:close/>
                <a:moveTo>
                  <a:pt x="3827" y="880"/>
                </a:moveTo>
                <a:cubicBezTo>
                  <a:pt x="3818" y="885"/>
                  <a:pt x="3810" y="891"/>
                  <a:pt x="3802" y="898"/>
                </a:cubicBezTo>
                <a:cubicBezTo>
                  <a:pt x="3795" y="906"/>
                  <a:pt x="3785" y="910"/>
                  <a:pt x="3779" y="921"/>
                </a:cubicBezTo>
                <a:cubicBezTo>
                  <a:pt x="3770" y="926"/>
                  <a:pt x="3764" y="938"/>
                  <a:pt x="3757" y="945"/>
                </a:cubicBezTo>
                <a:cubicBezTo>
                  <a:pt x="3754" y="951"/>
                  <a:pt x="3748" y="950"/>
                  <a:pt x="3746" y="959"/>
                </a:cubicBezTo>
                <a:cubicBezTo>
                  <a:pt x="3743" y="958"/>
                  <a:pt x="3742" y="963"/>
                  <a:pt x="3740" y="966"/>
                </a:cubicBezTo>
                <a:cubicBezTo>
                  <a:pt x="3738" y="965"/>
                  <a:pt x="3735" y="971"/>
                  <a:pt x="3738" y="972"/>
                </a:cubicBezTo>
                <a:cubicBezTo>
                  <a:pt x="3746" y="962"/>
                  <a:pt x="3754" y="953"/>
                  <a:pt x="3762" y="942"/>
                </a:cubicBezTo>
                <a:cubicBezTo>
                  <a:pt x="3773" y="939"/>
                  <a:pt x="3778" y="921"/>
                  <a:pt x="3789" y="918"/>
                </a:cubicBezTo>
                <a:cubicBezTo>
                  <a:pt x="3792" y="911"/>
                  <a:pt x="3799" y="912"/>
                  <a:pt x="3802" y="905"/>
                </a:cubicBezTo>
                <a:cubicBezTo>
                  <a:pt x="3807" y="902"/>
                  <a:pt x="3812" y="899"/>
                  <a:pt x="3816" y="894"/>
                </a:cubicBezTo>
                <a:cubicBezTo>
                  <a:pt x="3817" y="891"/>
                  <a:pt x="3822" y="895"/>
                  <a:pt x="3822" y="890"/>
                </a:cubicBezTo>
                <a:cubicBezTo>
                  <a:pt x="3826" y="891"/>
                  <a:pt x="3827" y="884"/>
                  <a:pt x="3831" y="886"/>
                </a:cubicBezTo>
                <a:cubicBezTo>
                  <a:pt x="3833" y="882"/>
                  <a:pt x="3837" y="881"/>
                  <a:pt x="3840" y="879"/>
                </a:cubicBezTo>
                <a:cubicBezTo>
                  <a:pt x="3840" y="871"/>
                  <a:pt x="3840" y="871"/>
                  <a:pt x="3840" y="871"/>
                </a:cubicBezTo>
                <a:cubicBezTo>
                  <a:pt x="3840" y="871"/>
                  <a:pt x="3840" y="871"/>
                  <a:pt x="3840" y="871"/>
                </a:cubicBezTo>
                <a:cubicBezTo>
                  <a:pt x="3835" y="872"/>
                  <a:pt x="3831" y="878"/>
                  <a:pt x="3827" y="880"/>
                </a:cubicBezTo>
                <a:close/>
                <a:moveTo>
                  <a:pt x="3837" y="806"/>
                </a:moveTo>
                <a:cubicBezTo>
                  <a:pt x="3836" y="810"/>
                  <a:pt x="3827" y="812"/>
                  <a:pt x="3832" y="816"/>
                </a:cubicBezTo>
                <a:cubicBezTo>
                  <a:pt x="3835" y="814"/>
                  <a:pt x="3837" y="812"/>
                  <a:pt x="3840" y="810"/>
                </a:cubicBezTo>
                <a:cubicBezTo>
                  <a:pt x="3840" y="804"/>
                  <a:pt x="3840" y="804"/>
                  <a:pt x="3840" y="804"/>
                </a:cubicBezTo>
                <a:cubicBezTo>
                  <a:pt x="3839" y="804"/>
                  <a:pt x="3838" y="805"/>
                  <a:pt x="3837" y="806"/>
                </a:cubicBezTo>
                <a:close/>
                <a:moveTo>
                  <a:pt x="2318" y="205"/>
                </a:moveTo>
                <a:cubicBezTo>
                  <a:pt x="2319" y="200"/>
                  <a:pt x="2323" y="198"/>
                  <a:pt x="2322" y="192"/>
                </a:cubicBezTo>
                <a:cubicBezTo>
                  <a:pt x="2351" y="148"/>
                  <a:pt x="2361" y="145"/>
                  <a:pt x="2364" y="135"/>
                </a:cubicBezTo>
                <a:cubicBezTo>
                  <a:pt x="2383" y="109"/>
                  <a:pt x="2387" y="107"/>
                  <a:pt x="2388" y="102"/>
                </a:cubicBezTo>
                <a:cubicBezTo>
                  <a:pt x="2419" y="61"/>
                  <a:pt x="2429" y="59"/>
                  <a:pt x="2434" y="50"/>
                </a:cubicBezTo>
                <a:cubicBezTo>
                  <a:pt x="2462" y="20"/>
                  <a:pt x="2474" y="12"/>
                  <a:pt x="2481" y="0"/>
                </a:cubicBezTo>
                <a:cubicBezTo>
                  <a:pt x="2462" y="9"/>
                  <a:pt x="2460" y="16"/>
                  <a:pt x="2453" y="19"/>
                </a:cubicBezTo>
                <a:cubicBezTo>
                  <a:pt x="2438" y="35"/>
                  <a:pt x="2436" y="37"/>
                  <a:pt x="2434" y="39"/>
                </a:cubicBezTo>
                <a:cubicBezTo>
                  <a:pt x="2416" y="54"/>
                  <a:pt x="2418" y="60"/>
                  <a:pt x="2412" y="59"/>
                </a:cubicBezTo>
                <a:cubicBezTo>
                  <a:pt x="2382" y="92"/>
                  <a:pt x="2384" y="103"/>
                  <a:pt x="2377" y="104"/>
                </a:cubicBezTo>
                <a:cubicBezTo>
                  <a:pt x="2361" y="133"/>
                  <a:pt x="2355" y="132"/>
                  <a:pt x="2357" y="139"/>
                </a:cubicBezTo>
                <a:cubicBezTo>
                  <a:pt x="2336" y="177"/>
                  <a:pt x="2326" y="171"/>
                  <a:pt x="2329" y="179"/>
                </a:cubicBezTo>
                <a:cubicBezTo>
                  <a:pt x="2321" y="199"/>
                  <a:pt x="2312" y="203"/>
                  <a:pt x="2318" y="205"/>
                </a:cubicBezTo>
                <a:close/>
                <a:moveTo>
                  <a:pt x="3826" y="837"/>
                </a:moveTo>
                <a:cubicBezTo>
                  <a:pt x="3821" y="839"/>
                  <a:pt x="3818" y="844"/>
                  <a:pt x="3813" y="845"/>
                </a:cubicBezTo>
                <a:cubicBezTo>
                  <a:pt x="3805" y="852"/>
                  <a:pt x="3797" y="858"/>
                  <a:pt x="3790" y="867"/>
                </a:cubicBezTo>
                <a:cubicBezTo>
                  <a:pt x="3787" y="873"/>
                  <a:pt x="3782" y="871"/>
                  <a:pt x="3780" y="879"/>
                </a:cubicBezTo>
                <a:cubicBezTo>
                  <a:pt x="3776" y="877"/>
                  <a:pt x="3776" y="884"/>
                  <a:pt x="3773" y="883"/>
                </a:cubicBezTo>
                <a:cubicBezTo>
                  <a:pt x="3772" y="886"/>
                  <a:pt x="3769" y="890"/>
                  <a:pt x="3772" y="892"/>
                </a:cubicBezTo>
                <a:cubicBezTo>
                  <a:pt x="3778" y="885"/>
                  <a:pt x="3784" y="877"/>
                  <a:pt x="3792" y="872"/>
                </a:cubicBezTo>
                <a:cubicBezTo>
                  <a:pt x="3795" y="867"/>
                  <a:pt x="3799" y="864"/>
                  <a:pt x="3803" y="863"/>
                </a:cubicBezTo>
                <a:cubicBezTo>
                  <a:pt x="3806" y="858"/>
                  <a:pt x="3810" y="855"/>
                  <a:pt x="3814" y="853"/>
                </a:cubicBezTo>
                <a:cubicBezTo>
                  <a:pt x="3821" y="846"/>
                  <a:pt x="3828" y="841"/>
                  <a:pt x="3836" y="836"/>
                </a:cubicBezTo>
                <a:cubicBezTo>
                  <a:pt x="3837" y="837"/>
                  <a:pt x="3839" y="836"/>
                  <a:pt x="3840" y="835"/>
                </a:cubicBezTo>
                <a:cubicBezTo>
                  <a:pt x="3840" y="826"/>
                  <a:pt x="3840" y="826"/>
                  <a:pt x="3840" y="826"/>
                </a:cubicBezTo>
                <a:cubicBezTo>
                  <a:pt x="3839" y="827"/>
                  <a:pt x="3838" y="827"/>
                  <a:pt x="3837" y="827"/>
                </a:cubicBezTo>
                <a:cubicBezTo>
                  <a:pt x="3834" y="831"/>
                  <a:pt x="3830" y="835"/>
                  <a:pt x="3826" y="837"/>
                </a:cubicBezTo>
                <a:close/>
                <a:moveTo>
                  <a:pt x="3819" y="964"/>
                </a:moveTo>
                <a:cubicBezTo>
                  <a:pt x="3816" y="970"/>
                  <a:pt x="3810" y="971"/>
                  <a:pt x="3807" y="978"/>
                </a:cubicBezTo>
                <a:cubicBezTo>
                  <a:pt x="3801" y="978"/>
                  <a:pt x="3800" y="989"/>
                  <a:pt x="3795" y="989"/>
                </a:cubicBezTo>
                <a:cubicBezTo>
                  <a:pt x="3792" y="998"/>
                  <a:pt x="3786" y="999"/>
                  <a:pt x="3783" y="1006"/>
                </a:cubicBezTo>
                <a:cubicBezTo>
                  <a:pt x="3787" y="1008"/>
                  <a:pt x="3780" y="1008"/>
                  <a:pt x="3783" y="1011"/>
                </a:cubicBezTo>
                <a:cubicBezTo>
                  <a:pt x="3784" y="1015"/>
                  <a:pt x="3774" y="1015"/>
                  <a:pt x="3780" y="1019"/>
                </a:cubicBezTo>
                <a:cubicBezTo>
                  <a:pt x="3796" y="998"/>
                  <a:pt x="3813" y="976"/>
                  <a:pt x="3833" y="965"/>
                </a:cubicBezTo>
                <a:cubicBezTo>
                  <a:pt x="3835" y="963"/>
                  <a:pt x="3838" y="961"/>
                  <a:pt x="3840" y="959"/>
                </a:cubicBezTo>
                <a:cubicBezTo>
                  <a:pt x="3840" y="950"/>
                  <a:pt x="3840" y="950"/>
                  <a:pt x="3840" y="950"/>
                </a:cubicBezTo>
                <a:cubicBezTo>
                  <a:pt x="3837" y="952"/>
                  <a:pt x="3835" y="954"/>
                  <a:pt x="3833" y="956"/>
                </a:cubicBezTo>
                <a:cubicBezTo>
                  <a:pt x="3827" y="957"/>
                  <a:pt x="3825" y="965"/>
                  <a:pt x="3819" y="964"/>
                </a:cubicBezTo>
                <a:close/>
                <a:moveTo>
                  <a:pt x="3803" y="1109"/>
                </a:moveTo>
                <a:cubicBezTo>
                  <a:pt x="3801" y="1112"/>
                  <a:pt x="3798" y="1111"/>
                  <a:pt x="3797" y="1113"/>
                </a:cubicBezTo>
                <a:cubicBezTo>
                  <a:pt x="3795" y="1116"/>
                  <a:pt x="3794" y="1121"/>
                  <a:pt x="3791" y="1120"/>
                </a:cubicBezTo>
                <a:cubicBezTo>
                  <a:pt x="3786" y="1128"/>
                  <a:pt x="3788" y="1129"/>
                  <a:pt x="3782" y="1136"/>
                </a:cubicBezTo>
                <a:cubicBezTo>
                  <a:pt x="3780" y="1142"/>
                  <a:pt x="3777" y="1149"/>
                  <a:pt x="3774" y="1156"/>
                </a:cubicBezTo>
                <a:cubicBezTo>
                  <a:pt x="3769" y="1158"/>
                  <a:pt x="3768" y="1168"/>
                  <a:pt x="3775" y="1170"/>
                </a:cubicBezTo>
                <a:cubicBezTo>
                  <a:pt x="3776" y="1171"/>
                  <a:pt x="3778" y="1171"/>
                  <a:pt x="3779" y="1172"/>
                </a:cubicBezTo>
                <a:cubicBezTo>
                  <a:pt x="3780" y="1169"/>
                  <a:pt x="3780" y="1167"/>
                  <a:pt x="3779" y="1165"/>
                </a:cubicBezTo>
                <a:cubicBezTo>
                  <a:pt x="3787" y="1166"/>
                  <a:pt x="3779" y="1160"/>
                  <a:pt x="3780" y="1158"/>
                </a:cubicBezTo>
                <a:cubicBezTo>
                  <a:pt x="3785" y="1158"/>
                  <a:pt x="3788" y="1145"/>
                  <a:pt x="3787" y="1142"/>
                </a:cubicBezTo>
                <a:cubicBezTo>
                  <a:pt x="3794" y="1141"/>
                  <a:pt x="3796" y="1126"/>
                  <a:pt x="3802" y="1123"/>
                </a:cubicBezTo>
                <a:cubicBezTo>
                  <a:pt x="3807" y="1114"/>
                  <a:pt x="3813" y="1109"/>
                  <a:pt x="3818" y="1101"/>
                </a:cubicBezTo>
                <a:cubicBezTo>
                  <a:pt x="3823" y="1095"/>
                  <a:pt x="3830" y="1091"/>
                  <a:pt x="3835" y="1084"/>
                </a:cubicBezTo>
                <a:cubicBezTo>
                  <a:pt x="3837" y="1084"/>
                  <a:pt x="3838" y="1082"/>
                  <a:pt x="3840" y="1081"/>
                </a:cubicBezTo>
                <a:cubicBezTo>
                  <a:pt x="3840" y="1069"/>
                  <a:pt x="3840" y="1069"/>
                  <a:pt x="3840" y="1069"/>
                </a:cubicBezTo>
                <a:cubicBezTo>
                  <a:pt x="3836" y="1073"/>
                  <a:pt x="3831" y="1077"/>
                  <a:pt x="3827" y="1081"/>
                </a:cubicBezTo>
                <a:cubicBezTo>
                  <a:pt x="3818" y="1089"/>
                  <a:pt x="3811" y="1099"/>
                  <a:pt x="3803" y="1109"/>
                </a:cubicBezTo>
                <a:close/>
                <a:moveTo>
                  <a:pt x="3818" y="1248"/>
                </a:moveTo>
                <a:cubicBezTo>
                  <a:pt x="3822" y="1250"/>
                  <a:pt x="3815" y="1258"/>
                  <a:pt x="3822" y="1259"/>
                </a:cubicBezTo>
                <a:cubicBezTo>
                  <a:pt x="3826" y="1261"/>
                  <a:pt x="3826" y="1254"/>
                  <a:pt x="3829" y="1255"/>
                </a:cubicBezTo>
                <a:cubicBezTo>
                  <a:pt x="3832" y="1250"/>
                  <a:pt x="3832" y="1247"/>
                  <a:pt x="3831" y="1244"/>
                </a:cubicBezTo>
                <a:cubicBezTo>
                  <a:pt x="3835" y="1245"/>
                  <a:pt x="3835" y="1240"/>
                  <a:pt x="3834" y="1238"/>
                </a:cubicBezTo>
                <a:cubicBezTo>
                  <a:pt x="3839" y="1240"/>
                  <a:pt x="3833" y="1233"/>
                  <a:pt x="3837" y="1230"/>
                </a:cubicBezTo>
                <a:cubicBezTo>
                  <a:pt x="3838" y="1228"/>
                  <a:pt x="3839" y="1227"/>
                  <a:pt x="3840" y="1226"/>
                </a:cubicBezTo>
                <a:cubicBezTo>
                  <a:pt x="3840" y="1209"/>
                  <a:pt x="3840" y="1209"/>
                  <a:pt x="3840" y="1209"/>
                </a:cubicBezTo>
                <a:cubicBezTo>
                  <a:pt x="3835" y="1219"/>
                  <a:pt x="3829" y="1228"/>
                  <a:pt x="3823" y="1236"/>
                </a:cubicBezTo>
                <a:cubicBezTo>
                  <a:pt x="3828" y="1240"/>
                  <a:pt x="3819" y="1244"/>
                  <a:pt x="3818" y="1248"/>
                </a:cubicBezTo>
                <a:close/>
                <a:moveTo>
                  <a:pt x="3121" y="2109"/>
                </a:moveTo>
                <a:cubicBezTo>
                  <a:pt x="3119" y="2105"/>
                  <a:pt x="3124" y="2102"/>
                  <a:pt x="3118" y="2098"/>
                </a:cubicBezTo>
                <a:cubicBezTo>
                  <a:pt x="3121" y="2094"/>
                  <a:pt x="3113" y="2089"/>
                  <a:pt x="3115" y="2086"/>
                </a:cubicBezTo>
                <a:cubicBezTo>
                  <a:pt x="3114" y="2077"/>
                  <a:pt x="3111" y="2069"/>
                  <a:pt x="3108" y="2060"/>
                </a:cubicBezTo>
                <a:cubicBezTo>
                  <a:pt x="3108" y="2056"/>
                  <a:pt x="3105" y="2053"/>
                  <a:pt x="3104" y="2049"/>
                </a:cubicBezTo>
                <a:cubicBezTo>
                  <a:pt x="3103" y="2048"/>
                  <a:pt x="3105" y="2045"/>
                  <a:pt x="3104" y="2043"/>
                </a:cubicBezTo>
                <a:cubicBezTo>
                  <a:pt x="3103" y="2041"/>
                  <a:pt x="3099" y="2039"/>
                  <a:pt x="3102" y="2037"/>
                </a:cubicBezTo>
                <a:cubicBezTo>
                  <a:pt x="3096" y="2032"/>
                  <a:pt x="3099" y="2028"/>
                  <a:pt x="3093" y="2024"/>
                </a:cubicBezTo>
                <a:cubicBezTo>
                  <a:pt x="3095" y="2020"/>
                  <a:pt x="3092" y="2014"/>
                  <a:pt x="3087" y="2017"/>
                </a:cubicBezTo>
                <a:cubicBezTo>
                  <a:pt x="3092" y="2025"/>
                  <a:pt x="3088" y="2032"/>
                  <a:pt x="3095" y="2039"/>
                </a:cubicBezTo>
                <a:cubicBezTo>
                  <a:pt x="3093" y="2041"/>
                  <a:pt x="3096" y="2042"/>
                  <a:pt x="3096" y="2044"/>
                </a:cubicBezTo>
                <a:cubicBezTo>
                  <a:pt x="3097" y="2045"/>
                  <a:pt x="3096" y="2049"/>
                  <a:pt x="3096" y="2050"/>
                </a:cubicBezTo>
                <a:cubicBezTo>
                  <a:pt x="3096" y="2051"/>
                  <a:pt x="3098" y="2052"/>
                  <a:pt x="3099" y="2054"/>
                </a:cubicBezTo>
                <a:cubicBezTo>
                  <a:pt x="3101" y="2058"/>
                  <a:pt x="3097" y="2059"/>
                  <a:pt x="3101" y="2063"/>
                </a:cubicBezTo>
                <a:cubicBezTo>
                  <a:pt x="3106" y="2071"/>
                  <a:pt x="3101" y="2078"/>
                  <a:pt x="3107" y="2087"/>
                </a:cubicBezTo>
                <a:cubicBezTo>
                  <a:pt x="3108" y="2094"/>
                  <a:pt x="3109" y="2102"/>
                  <a:pt x="3114" y="2110"/>
                </a:cubicBezTo>
                <a:cubicBezTo>
                  <a:pt x="3112" y="2117"/>
                  <a:pt x="3115" y="2125"/>
                  <a:pt x="3115" y="2132"/>
                </a:cubicBezTo>
                <a:cubicBezTo>
                  <a:pt x="3119" y="2136"/>
                  <a:pt x="3117" y="2139"/>
                  <a:pt x="3119" y="2143"/>
                </a:cubicBezTo>
                <a:cubicBezTo>
                  <a:pt x="3118" y="2145"/>
                  <a:pt x="3120" y="2147"/>
                  <a:pt x="3122" y="2149"/>
                </a:cubicBezTo>
                <a:cubicBezTo>
                  <a:pt x="3124" y="2152"/>
                  <a:pt x="3120" y="2153"/>
                  <a:pt x="3121" y="2155"/>
                </a:cubicBezTo>
                <a:cubicBezTo>
                  <a:pt x="3122" y="2157"/>
                  <a:pt x="3123" y="2159"/>
                  <a:pt x="3123" y="2160"/>
                </a:cubicBezTo>
                <a:cubicBezTo>
                  <a:pt x="3132" y="2160"/>
                  <a:pt x="3132" y="2160"/>
                  <a:pt x="3132" y="2160"/>
                </a:cubicBezTo>
                <a:cubicBezTo>
                  <a:pt x="3132" y="2160"/>
                  <a:pt x="3132" y="2159"/>
                  <a:pt x="3132" y="2158"/>
                </a:cubicBezTo>
                <a:cubicBezTo>
                  <a:pt x="3129" y="2142"/>
                  <a:pt x="3124" y="2125"/>
                  <a:pt x="3121" y="2109"/>
                </a:cubicBezTo>
                <a:close/>
                <a:moveTo>
                  <a:pt x="3826" y="1017"/>
                </a:moveTo>
                <a:cubicBezTo>
                  <a:pt x="3822" y="1025"/>
                  <a:pt x="3814" y="1024"/>
                  <a:pt x="3810" y="1031"/>
                </a:cubicBezTo>
                <a:cubicBezTo>
                  <a:pt x="3806" y="1030"/>
                  <a:pt x="3805" y="1038"/>
                  <a:pt x="3801" y="1037"/>
                </a:cubicBezTo>
                <a:cubicBezTo>
                  <a:pt x="3798" y="1040"/>
                  <a:pt x="3796" y="1045"/>
                  <a:pt x="3792" y="1045"/>
                </a:cubicBezTo>
                <a:cubicBezTo>
                  <a:pt x="3791" y="1047"/>
                  <a:pt x="3790" y="1047"/>
                  <a:pt x="3787" y="1045"/>
                </a:cubicBezTo>
                <a:cubicBezTo>
                  <a:pt x="3786" y="1048"/>
                  <a:pt x="3789" y="1049"/>
                  <a:pt x="3787" y="1052"/>
                </a:cubicBezTo>
                <a:cubicBezTo>
                  <a:pt x="3783" y="1053"/>
                  <a:pt x="3780" y="1056"/>
                  <a:pt x="3779" y="1061"/>
                </a:cubicBezTo>
                <a:cubicBezTo>
                  <a:pt x="3772" y="1066"/>
                  <a:pt x="3768" y="1072"/>
                  <a:pt x="3767" y="1082"/>
                </a:cubicBezTo>
                <a:cubicBezTo>
                  <a:pt x="3773" y="1085"/>
                  <a:pt x="3776" y="1078"/>
                  <a:pt x="3778" y="1072"/>
                </a:cubicBezTo>
                <a:cubicBezTo>
                  <a:pt x="3782" y="1068"/>
                  <a:pt x="3787" y="1066"/>
                  <a:pt x="3789" y="1058"/>
                </a:cubicBezTo>
                <a:cubicBezTo>
                  <a:pt x="3795" y="1059"/>
                  <a:pt x="3798" y="1052"/>
                  <a:pt x="3802" y="1049"/>
                </a:cubicBezTo>
                <a:cubicBezTo>
                  <a:pt x="3805" y="1040"/>
                  <a:pt x="3812" y="1044"/>
                  <a:pt x="3815" y="1036"/>
                </a:cubicBezTo>
                <a:cubicBezTo>
                  <a:pt x="3824" y="1030"/>
                  <a:pt x="3833" y="1026"/>
                  <a:pt x="3840" y="1015"/>
                </a:cubicBezTo>
                <a:cubicBezTo>
                  <a:pt x="3840" y="1007"/>
                  <a:pt x="3840" y="1007"/>
                  <a:pt x="3840" y="1007"/>
                </a:cubicBezTo>
                <a:cubicBezTo>
                  <a:pt x="3835" y="1010"/>
                  <a:pt x="3832" y="1017"/>
                  <a:pt x="3826" y="1017"/>
                </a:cubicBezTo>
                <a:close/>
                <a:moveTo>
                  <a:pt x="450" y="2148"/>
                </a:moveTo>
                <a:cubicBezTo>
                  <a:pt x="443" y="2147"/>
                  <a:pt x="440" y="2141"/>
                  <a:pt x="432" y="2141"/>
                </a:cubicBezTo>
                <a:cubicBezTo>
                  <a:pt x="398" y="2115"/>
                  <a:pt x="391" y="2113"/>
                  <a:pt x="386" y="2109"/>
                </a:cubicBezTo>
                <a:cubicBezTo>
                  <a:pt x="312" y="2071"/>
                  <a:pt x="301" y="2066"/>
                  <a:pt x="298" y="2063"/>
                </a:cubicBezTo>
                <a:cubicBezTo>
                  <a:pt x="286" y="2058"/>
                  <a:pt x="284" y="2061"/>
                  <a:pt x="285" y="2061"/>
                </a:cubicBezTo>
                <a:cubicBezTo>
                  <a:pt x="253" y="2044"/>
                  <a:pt x="241" y="2046"/>
                  <a:pt x="235" y="2041"/>
                </a:cubicBezTo>
                <a:cubicBezTo>
                  <a:pt x="141" y="2001"/>
                  <a:pt x="136" y="1995"/>
                  <a:pt x="127" y="1994"/>
                </a:cubicBezTo>
                <a:cubicBezTo>
                  <a:pt x="113" y="1982"/>
                  <a:pt x="110" y="1982"/>
                  <a:pt x="111" y="1986"/>
                </a:cubicBezTo>
                <a:cubicBezTo>
                  <a:pt x="141" y="2010"/>
                  <a:pt x="141" y="2016"/>
                  <a:pt x="144" y="2019"/>
                </a:cubicBezTo>
                <a:cubicBezTo>
                  <a:pt x="143" y="2021"/>
                  <a:pt x="142" y="2027"/>
                  <a:pt x="147" y="2025"/>
                </a:cubicBezTo>
                <a:cubicBezTo>
                  <a:pt x="177" y="2058"/>
                  <a:pt x="180" y="2066"/>
                  <a:pt x="187" y="2070"/>
                </a:cubicBezTo>
                <a:cubicBezTo>
                  <a:pt x="244" y="2123"/>
                  <a:pt x="247" y="2132"/>
                  <a:pt x="253" y="2138"/>
                </a:cubicBezTo>
                <a:cubicBezTo>
                  <a:pt x="283" y="2160"/>
                  <a:pt x="283" y="2160"/>
                  <a:pt x="283" y="2160"/>
                </a:cubicBezTo>
                <a:cubicBezTo>
                  <a:pt x="254" y="2126"/>
                  <a:pt x="250" y="2124"/>
                  <a:pt x="247" y="2121"/>
                </a:cubicBezTo>
                <a:cubicBezTo>
                  <a:pt x="268" y="2130"/>
                  <a:pt x="274" y="2132"/>
                  <a:pt x="279" y="2136"/>
                </a:cubicBezTo>
                <a:cubicBezTo>
                  <a:pt x="313" y="2158"/>
                  <a:pt x="315" y="2159"/>
                  <a:pt x="318" y="2160"/>
                </a:cubicBezTo>
                <a:cubicBezTo>
                  <a:pt x="329" y="2157"/>
                  <a:pt x="326" y="2149"/>
                  <a:pt x="315" y="2149"/>
                </a:cubicBezTo>
                <a:cubicBezTo>
                  <a:pt x="288" y="2131"/>
                  <a:pt x="286" y="2130"/>
                  <a:pt x="285" y="2127"/>
                </a:cubicBezTo>
                <a:cubicBezTo>
                  <a:pt x="259" y="2117"/>
                  <a:pt x="260" y="2107"/>
                  <a:pt x="251" y="2110"/>
                </a:cubicBezTo>
                <a:cubicBezTo>
                  <a:pt x="223" y="2093"/>
                  <a:pt x="222" y="2087"/>
                  <a:pt x="216" y="2086"/>
                </a:cubicBezTo>
                <a:cubicBezTo>
                  <a:pt x="193" y="2069"/>
                  <a:pt x="184" y="2057"/>
                  <a:pt x="174" y="2047"/>
                </a:cubicBezTo>
                <a:cubicBezTo>
                  <a:pt x="206" y="2062"/>
                  <a:pt x="209" y="2064"/>
                  <a:pt x="211" y="2069"/>
                </a:cubicBezTo>
                <a:cubicBezTo>
                  <a:pt x="250" y="2097"/>
                  <a:pt x="255" y="2097"/>
                  <a:pt x="259" y="2100"/>
                </a:cubicBezTo>
                <a:cubicBezTo>
                  <a:pt x="299" y="2125"/>
                  <a:pt x="305" y="2125"/>
                  <a:pt x="309" y="2127"/>
                </a:cubicBezTo>
                <a:cubicBezTo>
                  <a:pt x="332" y="2140"/>
                  <a:pt x="331" y="2143"/>
                  <a:pt x="334" y="2143"/>
                </a:cubicBezTo>
                <a:cubicBezTo>
                  <a:pt x="363" y="2158"/>
                  <a:pt x="366" y="2159"/>
                  <a:pt x="369" y="2160"/>
                </a:cubicBezTo>
                <a:cubicBezTo>
                  <a:pt x="382" y="2154"/>
                  <a:pt x="375" y="2154"/>
                  <a:pt x="372" y="2149"/>
                </a:cubicBezTo>
                <a:cubicBezTo>
                  <a:pt x="323" y="2123"/>
                  <a:pt x="317" y="2125"/>
                  <a:pt x="313" y="2121"/>
                </a:cubicBezTo>
                <a:cubicBezTo>
                  <a:pt x="300" y="2113"/>
                  <a:pt x="295" y="2114"/>
                  <a:pt x="295" y="2111"/>
                </a:cubicBezTo>
                <a:cubicBezTo>
                  <a:pt x="234" y="2076"/>
                  <a:pt x="233" y="2074"/>
                  <a:pt x="231" y="2074"/>
                </a:cubicBezTo>
                <a:cubicBezTo>
                  <a:pt x="259" y="2083"/>
                  <a:pt x="261" y="2087"/>
                  <a:pt x="265" y="2089"/>
                </a:cubicBezTo>
                <a:cubicBezTo>
                  <a:pt x="310" y="2106"/>
                  <a:pt x="319" y="2108"/>
                  <a:pt x="325" y="2113"/>
                </a:cubicBezTo>
                <a:cubicBezTo>
                  <a:pt x="367" y="2126"/>
                  <a:pt x="366" y="2132"/>
                  <a:pt x="370" y="2132"/>
                </a:cubicBezTo>
                <a:cubicBezTo>
                  <a:pt x="395" y="2147"/>
                  <a:pt x="398" y="2148"/>
                  <a:pt x="400" y="2149"/>
                </a:cubicBezTo>
                <a:cubicBezTo>
                  <a:pt x="412" y="2155"/>
                  <a:pt x="413" y="2157"/>
                  <a:pt x="414" y="2157"/>
                </a:cubicBezTo>
                <a:cubicBezTo>
                  <a:pt x="439" y="2160"/>
                  <a:pt x="439" y="2160"/>
                  <a:pt x="439" y="2160"/>
                </a:cubicBezTo>
                <a:cubicBezTo>
                  <a:pt x="427" y="2149"/>
                  <a:pt x="421" y="2151"/>
                  <a:pt x="418" y="2148"/>
                </a:cubicBezTo>
                <a:cubicBezTo>
                  <a:pt x="389" y="2135"/>
                  <a:pt x="387" y="2131"/>
                  <a:pt x="383" y="2129"/>
                </a:cubicBezTo>
                <a:cubicBezTo>
                  <a:pt x="334" y="2106"/>
                  <a:pt x="329" y="2103"/>
                  <a:pt x="322" y="2100"/>
                </a:cubicBezTo>
                <a:cubicBezTo>
                  <a:pt x="300" y="2091"/>
                  <a:pt x="295" y="2088"/>
                  <a:pt x="289" y="2087"/>
                </a:cubicBezTo>
                <a:cubicBezTo>
                  <a:pt x="263" y="2072"/>
                  <a:pt x="256" y="2075"/>
                  <a:pt x="255" y="2072"/>
                </a:cubicBezTo>
                <a:cubicBezTo>
                  <a:pt x="202" y="2047"/>
                  <a:pt x="196" y="2045"/>
                  <a:pt x="191" y="2042"/>
                </a:cubicBezTo>
                <a:cubicBezTo>
                  <a:pt x="182" y="2043"/>
                  <a:pt x="176" y="2036"/>
                  <a:pt x="174" y="2036"/>
                </a:cubicBezTo>
                <a:cubicBezTo>
                  <a:pt x="148" y="2010"/>
                  <a:pt x="140" y="2013"/>
                  <a:pt x="141" y="2006"/>
                </a:cubicBezTo>
                <a:cubicBezTo>
                  <a:pt x="184" y="2026"/>
                  <a:pt x="184" y="2030"/>
                  <a:pt x="188" y="2029"/>
                </a:cubicBezTo>
                <a:cubicBezTo>
                  <a:pt x="278" y="2065"/>
                  <a:pt x="282" y="2074"/>
                  <a:pt x="296" y="2072"/>
                </a:cubicBezTo>
                <a:cubicBezTo>
                  <a:pt x="324" y="2086"/>
                  <a:pt x="331" y="2089"/>
                  <a:pt x="337" y="2093"/>
                </a:cubicBezTo>
                <a:cubicBezTo>
                  <a:pt x="364" y="2108"/>
                  <a:pt x="372" y="2110"/>
                  <a:pt x="376" y="2116"/>
                </a:cubicBezTo>
                <a:cubicBezTo>
                  <a:pt x="390" y="2124"/>
                  <a:pt x="394" y="2125"/>
                  <a:pt x="396" y="2128"/>
                </a:cubicBezTo>
                <a:cubicBezTo>
                  <a:pt x="426" y="2151"/>
                  <a:pt x="435" y="2147"/>
                  <a:pt x="433" y="2154"/>
                </a:cubicBezTo>
                <a:cubicBezTo>
                  <a:pt x="456" y="2157"/>
                  <a:pt x="452" y="2154"/>
                  <a:pt x="450" y="2148"/>
                </a:cubicBezTo>
                <a:close/>
                <a:moveTo>
                  <a:pt x="2266" y="551"/>
                </a:moveTo>
                <a:cubicBezTo>
                  <a:pt x="2269" y="545"/>
                  <a:pt x="2268" y="535"/>
                  <a:pt x="2272" y="530"/>
                </a:cubicBezTo>
                <a:cubicBezTo>
                  <a:pt x="2292" y="481"/>
                  <a:pt x="2296" y="476"/>
                  <a:pt x="2298" y="469"/>
                </a:cubicBezTo>
                <a:cubicBezTo>
                  <a:pt x="2337" y="415"/>
                  <a:pt x="2342" y="412"/>
                  <a:pt x="2344" y="410"/>
                </a:cubicBezTo>
                <a:cubicBezTo>
                  <a:pt x="2360" y="398"/>
                  <a:pt x="2356" y="389"/>
                  <a:pt x="2362" y="390"/>
                </a:cubicBezTo>
                <a:cubicBezTo>
                  <a:pt x="2397" y="365"/>
                  <a:pt x="2395" y="358"/>
                  <a:pt x="2399" y="357"/>
                </a:cubicBezTo>
                <a:cubicBezTo>
                  <a:pt x="2444" y="321"/>
                  <a:pt x="2452" y="319"/>
                  <a:pt x="2453" y="312"/>
                </a:cubicBezTo>
                <a:cubicBezTo>
                  <a:pt x="2491" y="287"/>
                  <a:pt x="2487" y="278"/>
                  <a:pt x="2493" y="279"/>
                </a:cubicBezTo>
                <a:cubicBezTo>
                  <a:pt x="2535" y="238"/>
                  <a:pt x="2531" y="229"/>
                  <a:pt x="2538" y="231"/>
                </a:cubicBezTo>
                <a:cubicBezTo>
                  <a:pt x="2554" y="211"/>
                  <a:pt x="2557" y="211"/>
                  <a:pt x="2556" y="207"/>
                </a:cubicBezTo>
                <a:cubicBezTo>
                  <a:pt x="2576" y="181"/>
                  <a:pt x="2580" y="179"/>
                  <a:pt x="2582" y="176"/>
                </a:cubicBezTo>
                <a:cubicBezTo>
                  <a:pt x="2597" y="153"/>
                  <a:pt x="2601" y="151"/>
                  <a:pt x="2604" y="148"/>
                </a:cubicBezTo>
                <a:cubicBezTo>
                  <a:pt x="2613" y="141"/>
                  <a:pt x="2605" y="150"/>
                  <a:pt x="2599" y="161"/>
                </a:cubicBezTo>
                <a:cubicBezTo>
                  <a:pt x="2562" y="212"/>
                  <a:pt x="2559" y="220"/>
                  <a:pt x="2556" y="226"/>
                </a:cubicBezTo>
                <a:cubicBezTo>
                  <a:pt x="2536" y="255"/>
                  <a:pt x="2527" y="251"/>
                  <a:pt x="2527" y="257"/>
                </a:cubicBezTo>
                <a:cubicBezTo>
                  <a:pt x="2486" y="293"/>
                  <a:pt x="2486" y="298"/>
                  <a:pt x="2482" y="298"/>
                </a:cubicBezTo>
                <a:cubicBezTo>
                  <a:pt x="2460" y="317"/>
                  <a:pt x="2458" y="324"/>
                  <a:pt x="2453" y="329"/>
                </a:cubicBezTo>
                <a:cubicBezTo>
                  <a:pt x="2429" y="353"/>
                  <a:pt x="2425" y="354"/>
                  <a:pt x="2423" y="357"/>
                </a:cubicBezTo>
                <a:cubicBezTo>
                  <a:pt x="2404" y="374"/>
                  <a:pt x="2402" y="376"/>
                  <a:pt x="2401" y="379"/>
                </a:cubicBezTo>
                <a:cubicBezTo>
                  <a:pt x="2380" y="394"/>
                  <a:pt x="2384" y="403"/>
                  <a:pt x="2377" y="401"/>
                </a:cubicBezTo>
                <a:cubicBezTo>
                  <a:pt x="2353" y="449"/>
                  <a:pt x="2342" y="451"/>
                  <a:pt x="2342" y="464"/>
                </a:cubicBezTo>
                <a:cubicBezTo>
                  <a:pt x="2318" y="525"/>
                  <a:pt x="2314" y="528"/>
                  <a:pt x="2314" y="534"/>
                </a:cubicBezTo>
                <a:cubicBezTo>
                  <a:pt x="2328" y="514"/>
                  <a:pt x="2327" y="509"/>
                  <a:pt x="2327" y="506"/>
                </a:cubicBezTo>
                <a:cubicBezTo>
                  <a:pt x="2335" y="485"/>
                  <a:pt x="2339" y="486"/>
                  <a:pt x="2338" y="479"/>
                </a:cubicBezTo>
                <a:cubicBezTo>
                  <a:pt x="2369" y="429"/>
                  <a:pt x="2374" y="423"/>
                  <a:pt x="2377" y="414"/>
                </a:cubicBezTo>
                <a:cubicBezTo>
                  <a:pt x="2409" y="376"/>
                  <a:pt x="2418" y="380"/>
                  <a:pt x="2416" y="373"/>
                </a:cubicBezTo>
                <a:cubicBezTo>
                  <a:pt x="2448" y="348"/>
                  <a:pt x="2448" y="339"/>
                  <a:pt x="2458" y="338"/>
                </a:cubicBezTo>
                <a:cubicBezTo>
                  <a:pt x="2497" y="296"/>
                  <a:pt x="2509" y="287"/>
                  <a:pt x="2521" y="279"/>
                </a:cubicBezTo>
                <a:cubicBezTo>
                  <a:pt x="2551" y="237"/>
                  <a:pt x="2561" y="242"/>
                  <a:pt x="2558" y="235"/>
                </a:cubicBezTo>
                <a:cubicBezTo>
                  <a:pt x="2575" y="216"/>
                  <a:pt x="2578" y="210"/>
                  <a:pt x="2582" y="205"/>
                </a:cubicBezTo>
                <a:cubicBezTo>
                  <a:pt x="2604" y="168"/>
                  <a:pt x="2610" y="169"/>
                  <a:pt x="2608" y="163"/>
                </a:cubicBezTo>
                <a:cubicBezTo>
                  <a:pt x="2614" y="170"/>
                  <a:pt x="2610" y="176"/>
                  <a:pt x="2606" y="183"/>
                </a:cubicBezTo>
                <a:cubicBezTo>
                  <a:pt x="2589" y="216"/>
                  <a:pt x="2577" y="226"/>
                  <a:pt x="2571" y="242"/>
                </a:cubicBezTo>
                <a:cubicBezTo>
                  <a:pt x="2558" y="254"/>
                  <a:pt x="2554" y="258"/>
                  <a:pt x="2551" y="261"/>
                </a:cubicBezTo>
                <a:cubicBezTo>
                  <a:pt x="2527" y="282"/>
                  <a:pt x="2526" y="288"/>
                  <a:pt x="2521" y="290"/>
                </a:cubicBezTo>
                <a:cubicBezTo>
                  <a:pt x="2498" y="313"/>
                  <a:pt x="2496" y="317"/>
                  <a:pt x="2490" y="318"/>
                </a:cubicBezTo>
                <a:cubicBezTo>
                  <a:pt x="2480" y="334"/>
                  <a:pt x="2473" y="334"/>
                  <a:pt x="2473" y="340"/>
                </a:cubicBezTo>
                <a:cubicBezTo>
                  <a:pt x="2450" y="368"/>
                  <a:pt x="2446" y="368"/>
                  <a:pt x="2445" y="370"/>
                </a:cubicBezTo>
                <a:cubicBezTo>
                  <a:pt x="2412" y="406"/>
                  <a:pt x="2415" y="415"/>
                  <a:pt x="2407" y="414"/>
                </a:cubicBezTo>
                <a:cubicBezTo>
                  <a:pt x="2383" y="455"/>
                  <a:pt x="2378" y="456"/>
                  <a:pt x="2377" y="462"/>
                </a:cubicBezTo>
                <a:cubicBezTo>
                  <a:pt x="2357" y="489"/>
                  <a:pt x="2361" y="500"/>
                  <a:pt x="2355" y="501"/>
                </a:cubicBezTo>
                <a:cubicBezTo>
                  <a:pt x="2332" y="563"/>
                  <a:pt x="2332" y="570"/>
                  <a:pt x="2331" y="575"/>
                </a:cubicBezTo>
                <a:cubicBezTo>
                  <a:pt x="2321" y="604"/>
                  <a:pt x="2323" y="609"/>
                  <a:pt x="2322" y="612"/>
                </a:cubicBezTo>
                <a:cubicBezTo>
                  <a:pt x="2334" y="577"/>
                  <a:pt x="2338" y="572"/>
                  <a:pt x="2338" y="564"/>
                </a:cubicBezTo>
                <a:cubicBezTo>
                  <a:pt x="2354" y="530"/>
                  <a:pt x="2352" y="524"/>
                  <a:pt x="2355" y="523"/>
                </a:cubicBezTo>
                <a:cubicBezTo>
                  <a:pt x="2378" y="476"/>
                  <a:pt x="2380" y="470"/>
                  <a:pt x="2383" y="464"/>
                </a:cubicBezTo>
                <a:cubicBezTo>
                  <a:pt x="2422" y="413"/>
                  <a:pt x="2426" y="409"/>
                  <a:pt x="2429" y="403"/>
                </a:cubicBezTo>
                <a:cubicBezTo>
                  <a:pt x="2448" y="389"/>
                  <a:pt x="2441" y="378"/>
                  <a:pt x="2449" y="381"/>
                </a:cubicBezTo>
                <a:cubicBezTo>
                  <a:pt x="2462" y="363"/>
                  <a:pt x="2465" y="361"/>
                  <a:pt x="2469" y="359"/>
                </a:cubicBezTo>
                <a:cubicBezTo>
                  <a:pt x="2549" y="273"/>
                  <a:pt x="2556" y="275"/>
                  <a:pt x="2556" y="270"/>
                </a:cubicBezTo>
                <a:cubicBezTo>
                  <a:pt x="2569" y="255"/>
                  <a:pt x="2571" y="254"/>
                  <a:pt x="2571" y="253"/>
                </a:cubicBezTo>
                <a:cubicBezTo>
                  <a:pt x="2530" y="317"/>
                  <a:pt x="2515" y="330"/>
                  <a:pt x="2503" y="346"/>
                </a:cubicBezTo>
                <a:cubicBezTo>
                  <a:pt x="2485" y="363"/>
                  <a:pt x="2484" y="364"/>
                  <a:pt x="2484" y="368"/>
                </a:cubicBezTo>
                <a:cubicBezTo>
                  <a:pt x="2458" y="390"/>
                  <a:pt x="2461" y="400"/>
                  <a:pt x="2453" y="399"/>
                </a:cubicBezTo>
                <a:cubicBezTo>
                  <a:pt x="2432" y="425"/>
                  <a:pt x="2435" y="431"/>
                  <a:pt x="2431" y="431"/>
                </a:cubicBezTo>
                <a:cubicBezTo>
                  <a:pt x="2417" y="455"/>
                  <a:pt x="2411" y="456"/>
                  <a:pt x="2412" y="464"/>
                </a:cubicBezTo>
                <a:cubicBezTo>
                  <a:pt x="2381" y="530"/>
                  <a:pt x="2373" y="536"/>
                  <a:pt x="2373" y="549"/>
                </a:cubicBezTo>
                <a:cubicBezTo>
                  <a:pt x="2360" y="592"/>
                  <a:pt x="2358" y="604"/>
                  <a:pt x="2355" y="615"/>
                </a:cubicBezTo>
                <a:cubicBezTo>
                  <a:pt x="2348" y="676"/>
                  <a:pt x="2346" y="689"/>
                  <a:pt x="2351" y="691"/>
                </a:cubicBezTo>
                <a:cubicBezTo>
                  <a:pt x="2364" y="602"/>
                  <a:pt x="2364" y="599"/>
                  <a:pt x="2366" y="597"/>
                </a:cubicBezTo>
                <a:cubicBezTo>
                  <a:pt x="2387" y="536"/>
                  <a:pt x="2389" y="528"/>
                  <a:pt x="2392" y="521"/>
                </a:cubicBezTo>
                <a:cubicBezTo>
                  <a:pt x="2410" y="485"/>
                  <a:pt x="2417" y="471"/>
                  <a:pt x="2425" y="458"/>
                </a:cubicBezTo>
                <a:cubicBezTo>
                  <a:pt x="2448" y="429"/>
                  <a:pt x="2448" y="423"/>
                  <a:pt x="2451" y="421"/>
                </a:cubicBezTo>
                <a:cubicBezTo>
                  <a:pt x="2474" y="389"/>
                  <a:pt x="2480" y="390"/>
                  <a:pt x="2479" y="383"/>
                </a:cubicBezTo>
                <a:cubicBezTo>
                  <a:pt x="2514" y="350"/>
                  <a:pt x="2514" y="345"/>
                  <a:pt x="2519" y="344"/>
                </a:cubicBezTo>
                <a:cubicBezTo>
                  <a:pt x="2535" y="322"/>
                  <a:pt x="2539" y="320"/>
                  <a:pt x="2540" y="316"/>
                </a:cubicBezTo>
                <a:cubicBezTo>
                  <a:pt x="2571" y="278"/>
                  <a:pt x="2572" y="274"/>
                  <a:pt x="2575" y="272"/>
                </a:cubicBezTo>
                <a:cubicBezTo>
                  <a:pt x="2589" y="250"/>
                  <a:pt x="2591" y="250"/>
                  <a:pt x="2591" y="246"/>
                </a:cubicBezTo>
                <a:cubicBezTo>
                  <a:pt x="2570" y="303"/>
                  <a:pt x="2565" y="309"/>
                  <a:pt x="2562" y="318"/>
                </a:cubicBezTo>
                <a:cubicBezTo>
                  <a:pt x="2529" y="360"/>
                  <a:pt x="2529" y="366"/>
                  <a:pt x="2525" y="368"/>
                </a:cubicBezTo>
                <a:cubicBezTo>
                  <a:pt x="2500" y="401"/>
                  <a:pt x="2497" y="404"/>
                  <a:pt x="2495" y="407"/>
                </a:cubicBezTo>
                <a:cubicBezTo>
                  <a:pt x="2477" y="421"/>
                  <a:pt x="2475" y="431"/>
                  <a:pt x="2469" y="436"/>
                </a:cubicBezTo>
                <a:cubicBezTo>
                  <a:pt x="2453" y="458"/>
                  <a:pt x="2449" y="457"/>
                  <a:pt x="2449" y="460"/>
                </a:cubicBezTo>
                <a:cubicBezTo>
                  <a:pt x="2433" y="483"/>
                  <a:pt x="2428" y="490"/>
                  <a:pt x="2423" y="497"/>
                </a:cubicBezTo>
                <a:cubicBezTo>
                  <a:pt x="2389" y="557"/>
                  <a:pt x="2380" y="572"/>
                  <a:pt x="2375" y="591"/>
                </a:cubicBezTo>
                <a:cubicBezTo>
                  <a:pt x="2388" y="566"/>
                  <a:pt x="2393" y="561"/>
                  <a:pt x="2394" y="554"/>
                </a:cubicBezTo>
                <a:cubicBezTo>
                  <a:pt x="2421" y="517"/>
                  <a:pt x="2420" y="511"/>
                  <a:pt x="2423" y="508"/>
                </a:cubicBezTo>
                <a:cubicBezTo>
                  <a:pt x="2443" y="487"/>
                  <a:pt x="2443" y="481"/>
                  <a:pt x="2447" y="479"/>
                </a:cubicBezTo>
                <a:cubicBezTo>
                  <a:pt x="2477" y="451"/>
                  <a:pt x="2473" y="441"/>
                  <a:pt x="2479" y="440"/>
                </a:cubicBezTo>
                <a:cubicBezTo>
                  <a:pt x="2491" y="429"/>
                  <a:pt x="2491" y="423"/>
                  <a:pt x="2495" y="421"/>
                </a:cubicBezTo>
                <a:cubicBezTo>
                  <a:pt x="2533" y="381"/>
                  <a:pt x="2531" y="373"/>
                  <a:pt x="2536" y="373"/>
                </a:cubicBezTo>
                <a:cubicBezTo>
                  <a:pt x="2542" y="375"/>
                  <a:pt x="2533" y="382"/>
                  <a:pt x="2527" y="392"/>
                </a:cubicBezTo>
                <a:cubicBezTo>
                  <a:pt x="2507" y="428"/>
                  <a:pt x="2501" y="430"/>
                  <a:pt x="2499" y="436"/>
                </a:cubicBezTo>
                <a:cubicBezTo>
                  <a:pt x="2483" y="460"/>
                  <a:pt x="2475" y="467"/>
                  <a:pt x="2471" y="479"/>
                </a:cubicBezTo>
                <a:cubicBezTo>
                  <a:pt x="2444" y="506"/>
                  <a:pt x="2443" y="518"/>
                  <a:pt x="2434" y="523"/>
                </a:cubicBezTo>
                <a:cubicBezTo>
                  <a:pt x="2415" y="560"/>
                  <a:pt x="2409" y="568"/>
                  <a:pt x="2403" y="575"/>
                </a:cubicBezTo>
                <a:cubicBezTo>
                  <a:pt x="2382" y="632"/>
                  <a:pt x="2382" y="637"/>
                  <a:pt x="2379" y="639"/>
                </a:cubicBezTo>
                <a:cubicBezTo>
                  <a:pt x="2369" y="679"/>
                  <a:pt x="2367" y="696"/>
                  <a:pt x="2364" y="713"/>
                </a:cubicBezTo>
                <a:cubicBezTo>
                  <a:pt x="2357" y="755"/>
                  <a:pt x="2353" y="757"/>
                  <a:pt x="2359" y="758"/>
                </a:cubicBezTo>
                <a:cubicBezTo>
                  <a:pt x="2365" y="714"/>
                  <a:pt x="2371" y="701"/>
                  <a:pt x="2373" y="689"/>
                </a:cubicBezTo>
                <a:cubicBezTo>
                  <a:pt x="2390" y="631"/>
                  <a:pt x="2392" y="626"/>
                  <a:pt x="2392" y="619"/>
                </a:cubicBezTo>
                <a:cubicBezTo>
                  <a:pt x="2419" y="571"/>
                  <a:pt x="2418" y="562"/>
                  <a:pt x="2423" y="560"/>
                </a:cubicBezTo>
                <a:cubicBezTo>
                  <a:pt x="2441" y="526"/>
                  <a:pt x="2448" y="525"/>
                  <a:pt x="2449" y="519"/>
                </a:cubicBezTo>
                <a:cubicBezTo>
                  <a:pt x="2482" y="479"/>
                  <a:pt x="2481" y="473"/>
                  <a:pt x="2486" y="473"/>
                </a:cubicBezTo>
                <a:cubicBezTo>
                  <a:pt x="2505" y="451"/>
                  <a:pt x="2502" y="443"/>
                  <a:pt x="2508" y="442"/>
                </a:cubicBezTo>
                <a:cubicBezTo>
                  <a:pt x="2537" y="393"/>
                  <a:pt x="2543" y="388"/>
                  <a:pt x="2547" y="381"/>
                </a:cubicBezTo>
                <a:cubicBezTo>
                  <a:pt x="2577" y="332"/>
                  <a:pt x="2578" y="321"/>
                  <a:pt x="2584" y="316"/>
                </a:cubicBezTo>
                <a:cubicBezTo>
                  <a:pt x="2567" y="360"/>
                  <a:pt x="2563" y="362"/>
                  <a:pt x="2560" y="366"/>
                </a:cubicBezTo>
                <a:cubicBezTo>
                  <a:pt x="2529" y="421"/>
                  <a:pt x="2528" y="432"/>
                  <a:pt x="2521" y="438"/>
                </a:cubicBezTo>
                <a:cubicBezTo>
                  <a:pt x="2490" y="494"/>
                  <a:pt x="2482" y="498"/>
                  <a:pt x="2479" y="508"/>
                </a:cubicBezTo>
                <a:cubicBezTo>
                  <a:pt x="2453" y="542"/>
                  <a:pt x="2452" y="548"/>
                  <a:pt x="2449" y="551"/>
                </a:cubicBezTo>
                <a:cubicBezTo>
                  <a:pt x="2437" y="564"/>
                  <a:pt x="2436" y="569"/>
                  <a:pt x="2434" y="573"/>
                </a:cubicBezTo>
                <a:cubicBezTo>
                  <a:pt x="2414" y="615"/>
                  <a:pt x="2404" y="630"/>
                  <a:pt x="2401" y="652"/>
                </a:cubicBezTo>
                <a:cubicBezTo>
                  <a:pt x="2390" y="690"/>
                  <a:pt x="2387" y="700"/>
                  <a:pt x="2386" y="711"/>
                </a:cubicBezTo>
                <a:cubicBezTo>
                  <a:pt x="2389" y="745"/>
                  <a:pt x="2385" y="735"/>
                  <a:pt x="2390" y="734"/>
                </a:cubicBezTo>
                <a:cubicBezTo>
                  <a:pt x="2395" y="685"/>
                  <a:pt x="2402" y="670"/>
                  <a:pt x="2405" y="649"/>
                </a:cubicBezTo>
                <a:cubicBezTo>
                  <a:pt x="2426" y="612"/>
                  <a:pt x="2423" y="603"/>
                  <a:pt x="2427" y="602"/>
                </a:cubicBezTo>
                <a:cubicBezTo>
                  <a:pt x="2441" y="569"/>
                  <a:pt x="2451" y="566"/>
                  <a:pt x="2453" y="556"/>
                </a:cubicBezTo>
                <a:cubicBezTo>
                  <a:pt x="2477" y="522"/>
                  <a:pt x="2481" y="520"/>
                  <a:pt x="2484" y="516"/>
                </a:cubicBezTo>
                <a:cubicBezTo>
                  <a:pt x="2504" y="490"/>
                  <a:pt x="2503" y="486"/>
                  <a:pt x="2506" y="486"/>
                </a:cubicBezTo>
                <a:cubicBezTo>
                  <a:pt x="2530" y="444"/>
                  <a:pt x="2531" y="434"/>
                  <a:pt x="2538" y="429"/>
                </a:cubicBezTo>
                <a:cubicBezTo>
                  <a:pt x="2564" y="389"/>
                  <a:pt x="2562" y="392"/>
                  <a:pt x="2560" y="397"/>
                </a:cubicBezTo>
                <a:cubicBezTo>
                  <a:pt x="2551" y="425"/>
                  <a:pt x="2547" y="432"/>
                  <a:pt x="2547" y="440"/>
                </a:cubicBezTo>
                <a:cubicBezTo>
                  <a:pt x="2518" y="479"/>
                  <a:pt x="2513" y="491"/>
                  <a:pt x="2503" y="499"/>
                </a:cubicBezTo>
                <a:cubicBezTo>
                  <a:pt x="2482" y="537"/>
                  <a:pt x="2477" y="540"/>
                  <a:pt x="2475" y="547"/>
                </a:cubicBezTo>
                <a:cubicBezTo>
                  <a:pt x="2463" y="564"/>
                  <a:pt x="2465" y="570"/>
                  <a:pt x="2462" y="571"/>
                </a:cubicBezTo>
                <a:cubicBezTo>
                  <a:pt x="2445" y="602"/>
                  <a:pt x="2443" y="608"/>
                  <a:pt x="2440" y="615"/>
                </a:cubicBezTo>
                <a:cubicBezTo>
                  <a:pt x="2423" y="658"/>
                  <a:pt x="2417" y="686"/>
                  <a:pt x="2414" y="717"/>
                </a:cubicBezTo>
                <a:cubicBezTo>
                  <a:pt x="2421" y="730"/>
                  <a:pt x="2417" y="715"/>
                  <a:pt x="2423" y="697"/>
                </a:cubicBezTo>
                <a:cubicBezTo>
                  <a:pt x="2456" y="595"/>
                  <a:pt x="2461" y="595"/>
                  <a:pt x="2462" y="591"/>
                </a:cubicBezTo>
                <a:cubicBezTo>
                  <a:pt x="2484" y="556"/>
                  <a:pt x="2482" y="547"/>
                  <a:pt x="2488" y="547"/>
                </a:cubicBezTo>
                <a:cubicBezTo>
                  <a:pt x="2520" y="494"/>
                  <a:pt x="2522" y="491"/>
                  <a:pt x="2523" y="488"/>
                </a:cubicBezTo>
                <a:cubicBezTo>
                  <a:pt x="2527" y="499"/>
                  <a:pt x="2518" y="509"/>
                  <a:pt x="2514" y="523"/>
                </a:cubicBezTo>
                <a:cubicBezTo>
                  <a:pt x="2485" y="577"/>
                  <a:pt x="2485" y="579"/>
                  <a:pt x="2484" y="582"/>
                </a:cubicBezTo>
                <a:cubicBezTo>
                  <a:pt x="2471" y="601"/>
                  <a:pt x="2471" y="608"/>
                  <a:pt x="2466" y="615"/>
                </a:cubicBezTo>
                <a:cubicBezTo>
                  <a:pt x="2455" y="667"/>
                  <a:pt x="2457" y="663"/>
                  <a:pt x="2458" y="658"/>
                </a:cubicBezTo>
                <a:cubicBezTo>
                  <a:pt x="2494" y="586"/>
                  <a:pt x="2491" y="575"/>
                  <a:pt x="2497" y="573"/>
                </a:cubicBezTo>
                <a:cubicBezTo>
                  <a:pt x="2528" y="520"/>
                  <a:pt x="2527" y="511"/>
                  <a:pt x="2532" y="508"/>
                </a:cubicBezTo>
                <a:cubicBezTo>
                  <a:pt x="2542" y="479"/>
                  <a:pt x="2547" y="472"/>
                  <a:pt x="2543" y="473"/>
                </a:cubicBezTo>
                <a:cubicBezTo>
                  <a:pt x="2533" y="519"/>
                  <a:pt x="2535" y="575"/>
                  <a:pt x="2523" y="617"/>
                </a:cubicBezTo>
                <a:cubicBezTo>
                  <a:pt x="2498" y="753"/>
                  <a:pt x="2496" y="760"/>
                  <a:pt x="2495" y="767"/>
                </a:cubicBezTo>
                <a:cubicBezTo>
                  <a:pt x="2503" y="765"/>
                  <a:pt x="2508" y="735"/>
                  <a:pt x="2516" y="708"/>
                </a:cubicBezTo>
                <a:cubicBezTo>
                  <a:pt x="2543" y="549"/>
                  <a:pt x="2543" y="541"/>
                  <a:pt x="2545" y="536"/>
                </a:cubicBezTo>
                <a:cubicBezTo>
                  <a:pt x="2550" y="513"/>
                  <a:pt x="2550" y="516"/>
                  <a:pt x="2551" y="508"/>
                </a:cubicBezTo>
                <a:cubicBezTo>
                  <a:pt x="2561" y="468"/>
                  <a:pt x="2557" y="457"/>
                  <a:pt x="2562" y="455"/>
                </a:cubicBezTo>
                <a:cubicBezTo>
                  <a:pt x="2564" y="481"/>
                  <a:pt x="2559" y="481"/>
                  <a:pt x="2560" y="486"/>
                </a:cubicBezTo>
                <a:cubicBezTo>
                  <a:pt x="2561" y="552"/>
                  <a:pt x="2560" y="561"/>
                  <a:pt x="2562" y="573"/>
                </a:cubicBezTo>
                <a:cubicBezTo>
                  <a:pt x="2538" y="696"/>
                  <a:pt x="2542" y="705"/>
                  <a:pt x="2540" y="708"/>
                </a:cubicBezTo>
                <a:cubicBezTo>
                  <a:pt x="2522" y="773"/>
                  <a:pt x="2522" y="782"/>
                  <a:pt x="2521" y="789"/>
                </a:cubicBezTo>
                <a:cubicBezTo>
                  <a:pt x="2525" y="796"/>
                  <a:pt x="2527" y="777"/>
                  <a:pt x="2534" y="763"/>
                </a:cubicBezTo>
                <a:cubicBezTo>
                  <a:pt x="2542" y="733"/>
                  <a:pt x="2538" y="724"/>
                  <a:pt x="2543" y="724"/>
                </a:cubicBezTo>
                <a:cubicBezTo>
                  <a:pt x="2557" y="641"/>
                  <a:pt x="2562" y="626"/>
                  <a:pt x="2567" y="610"/>
                </a:cubicBezTo>
                <a:cubicBezTo>
                  <a:pt x="2571" y="542"/>
                  <a:pt x="2568" y="518"/>
                  <a:pt x="2569" y="475"/>
                </a:cubicBezTo>
                <a:cubicBezTo>
                  <a:pt x="2570" y="422"/>
                  <a:pt x="2575" y="422"/>
                  <a:pt x="2573" y="416"/>
                </a:cubicBezTo>
                <a:cubicBezTo>
                  <a:pt x="2576" y="395"/>
                  <a:pt x="2573" y="394"/>
                  <a:pt x="2573" y="394"/>
                </a:cubicBezTo>
                <a:cubicBezTo>
                  <a:pt x="2582" y="376"/>
                  <a:pt x="2585" y="391"/>
                  <a:pt x="2584" y="407"/>
                </a:cubicBezTo>
                <a:cubicBezTo>
                  <a:pt x="2586" y="485"/>
                  <a:pt x="2588" y="495"/>
                  <a:pt x="2584" y="499"/>
                </a:cubicBezTo>
                <a:cubicBezTo>
                  <a:pt x="2587" y="537"/>
                  <a:pt x="2584" y="556"/>
                  <a:pt x="2588" y="569"/>
                </a:cubicBezTo>
                <a:cubicBezTo>
                  <a:pt x="2586" y="639"/>
                  <a:pt x="2581" y="653"/>
                  <a:pt x="2582" y="673"/>
                </a:cubicBezTo>
                <a:cubicBezTo>
                  <a:pt x="2579" y="709"/>
                  <a:pt x="2585" y="697"/>
                  <a:pt x="2584" y="678"/>
                </a:cubicBezTo>
                <a:cubicBezTo>
                  <a:pt x="2591" y="654"/>
                  <a:pt x="2587" y="646"/>
                  <a:pt x="2588" y="643"/>
                </a:cubicBezTo>
                <a:cubicBezTo>
                  <a:pt x="2594" y="565"/>
                  <a:pt x="2596" y="549"/>
                  <a:pt x="2595" y="532"/>
                </a:cubicBezTo>
                <a:cubicBezTo>
                  <a:pt x="2595" y="477"/>
                  <a:pt x="2594" y="475"/>
                  <a:pt x="2593" y="473"/>
                </a:cubicBezTo>
                <a:cubicBezTo>
                  <a:pt x="2593" y="439"/>
                  <a:pt x="2589" y="438"/>
                  <a:pt x="2591" y="431"/>
                </a:cubicBezTo>
                <a:cubicBezTo>
                  <a:pt x="2591" y="411"/>
                  <a:pt x="2590" y="406"/>
                  <a:pt x="2593" y="405"/>
                </a:cubicBezTo>
                <a:cubicBezTo>
                  <a:pt x="2596" y="421"/>
                  <a:pt x="2599" y="424"/>
                  <a:pt x="2599" y="431"/>
                </a:cubicBezTo>
                <a:cubicBezTo>
                  <a:pt x="2607" y="578"/>
                  <a:pt x="2612" y="578"/>
                  <a:pt x="2610" y="584"/>
                </a:cubicBezTo>
                <a:cubicBezTo>
                  <a:pt x="2608" y="676"/>
                  <a:pt x="2609" y="683"/>
                  <a:pt x="2608" y="700"/>
                </a:cubicBezTo>
                <a:cubicBezTo>
                  <a:pt x="2604" y="727"/>
                  <a:pt x="2608" y="721"/>
                  <a:pt x="2610" y="713"/>
                </a:cubicBezTo>
                <a:cubicBezTo>
                  <a:pt x="2617" y="628"/>
                  <a:pt x="2617" y="628"/>
                  <a:pt x="2617" y="628"/>
                </a:cubicBezTo>
                <a:cubicBezTo>
                  <a:pt x="2616" y="568"/>
                  <a:pt x="2617" y="567"/>
                  <a:pt x="2615" y="556"/>
                </a:cubicBezTo>
                <a:cubicBezTo>
                  <a:pt x="2604" y="402"/>
                  <a:pt x="2602" y="388"/>
                  <a:pt x="2602" y="368"/>
                </a:cubicBezTo>
                <a:cubicBezTo>
                  <a:pt x="2601" y="317"/>
                  <a:pt x="2597" y="313"/>
                  <a:pt x="2604" y="312"/>
                </a:cubicBezTo>
                <a:cubicBezTo>
                  <a:pt x="2615" y="406"/>
                  <a:pt x="2620" y="408"/>
                  <a:pt x="2619" y="416"/>
                </a:cubicBezTo>
                <a:cubicBezTo>
                  <a:pt x="2630" y="567"/>
                  <a:pt x="2630" y="585"/>
                  <a:pt x="2630" y="602"/>
                </a:cubicBezTo>
                <a:cubicBezTo>
                  <a:pt x="2627" y="621"/>
                  <a:pt x="2630" y="621"/>
                  <a:pt x="2630" y="621"/>
                </a:cubicBezTo>
                <a:cubicBezTo>
                  <a:pt x="2628" y="655"/>
                  <a:pt x="2633" y="654"/>
                  <a:pt x="2632" y="647"/>
                </a:cubicBezTo>
                <a:cubicBezTo>
                  <a:pt x="2632" y="609"/>
                  <a:pt x="2641" y="603"/>
                  <a:pt x="2634" y="599"/>
                </a:cubicBezTo>
                <a:cubicBezTo>
                  <a:pt x="2622" y="398"/>
                  <a:pt x="2625" y="390"/>
                  <a:pt x="2623" y="386"/>
                </a:cubicBezTo>
                <a:cubicBezTo>
                  <a:pt x="2612" y="298"/>
                  <a:pt x="2612" y="298"/>
                  <a:pt x="2612" y="298"/>
                </a:cubicBezTo>
                <a:cubicBezTo>
                  <a:pt x="2615" y="234"/>
                  <a:pt x="2616" y="229"/>
                  <a:pt x="2619" y="226"/>
                </a:cubicBezTo>
                <a:cubicBezTo>
                  <a:pt x="2627" y="274"/>
                  <a:pt x="2626" y="281"/>
                  <a:pt x="2630" y="283"/>
                </a:cubicBezTo>
                <a:cubicBezTo>
                  <a:pt x="2637" y="331"/>
                  <a:pt x="2644" y="346"/>
                  <a:pt x="2647" y="366"/>
                </a:cubicBezTo>
                <a:cubicBezTo>
                  <a:pt x="2666" y="436"/>
                  <a:pt x="2662" y="446"/>
                  <a:pt x="2667" y="447"/>
                </a:cubicBezTo>
                <a:cubicBezTo>
                  <a:pt x="2676" y="591"/>
                  <a:pt x="2676" y="591"/>
                  <a:pt x="2676" y="591"/>
                </a:cubicBezTo>
                <a:cubicBezTo>
                  <a:pt x="2677" y="618"/>
                  <a:pt x="2679" y="615"/>
                  <a:pt x="2680" y="610"/>
                </a:cubicBezTo>
                <a:cubicBezTo>
                  <a:pt x="2680" y="558"/>
                  <a:pt x="2679" y="554"/>
                  <a:pt x="2680" y="549"/>
                </a:cubicBezTo>
                <a:cubicBezTo>
                  <a:pt x="2674" y="470"/>
                  <a:pt x="2677" y="456"/>
                  <a:pt x="2673" y="449"/>
                </a:cubicBezTo>
                <a:cubicBezTo>
                  <a:pt x="2664" y="405"/>
                  <a:pt x="2665" y="398"/>
                  <a:pt x="2665" y="392"/>
                </a:cubicBezTo>
                <a:cubicBezTo>
                  <a:pt x="2654" y="345"/>
                  <a:pt x="2647" y="330"/>
                  <a:pt x="2645" y="309"/>
                </a:cubicBezTo>
                <a:cubicBezTo>
                  <a:pt x="2628" y="224"/>
                  <a:pt x="2628" y="224"/>
                  <a:pt x="2628" y="224"/>
                </a:cubicBezTo>
                <a:cubicBezTo>
                  <a:pt x="2657" y="335"/>
                  <a:pt x="2667" y="357"/>
                  <a:pt x="2673" y="383"/>
                </a:cubicBezTo>
                <a:cubicBezTo>
                  <a:pt x="2697" y="482"/>
                  <a:pt x="2689" y="497"/>
                  <a:pt x="2695" y="497"/>
                </a:cubicBezTo>
                <a:cubicBezTo>
                  <a:pt x="2693" y="420"/>
                  <a:pt x="2686" y="404"/>
                  <a:pt x="2684" y="383"/>
                </a:cubicBezTo>
                <a:cubicBezTo>
                  <a:pt x="2676" y="354"/>
                  <a:pt x="2672" y="345"/>
                  <a:pt x="2669" y="335"/>
                </a:cubicBezTo>
                <a:cubicBezTo>
                  <a:pt x="2662" y="314"/>
                  <a:pt x="2662" y="308"/>
                  <a:pt x="2665" y="307"/>
                </a:cubicBezTo>
                <a:cubicBezTo>
                  <a:pt x="2684" y="359"/>
                  <a:pt x="2686" y="361"/>
                  <a:pt x="2689" y="362"/>
                </a:cubicBezTo>
                <a:cubicBezTo>
                  <a:pt x="2699" y="392"/>
                  <a:pt x="2702" y="397"/>
                  <a:pt x="2704" y="403"/>
                </a:cubicBezTo>
                <a:cubicBezTo>
                  <a:pt x="2731" y="478"/>
                  <a:pt x="2734" y="489"/>
                  <a:pt x="2737" y="499"/>
                </a:cubicBezTo>
                <a:cubicBezTo>
                  <a:pt x="2745" y="509"/>
                  <a:pt x="2740" y="492"/>
                  <a:pt x="2737" y="473"/>
                </a:cubicBezTo>
                <a:cubicBezTo>
                  <a:pt x="2718" y="414"/>
                  <a:pt x="2713" y="407"/>
                  <a:pt x="2711" y="399"/>
                </a:cubicBezTo>
                <a:cubicBezTo>
                  <a:pt x="2696" y="368"/>
                  <a:pt x="2695" y="357"/>
                  <a:pt x="2691" y="351"/>
                </a:cubicBezTo>
                <a:cubicBezTo>
                  <a:pt x="2673" y="309"/>
                  <a:pt x="2674" y="301"/>
                  <a:pt x="2669" y="298"/>
                </a:cubicBezTo>
                <a:cubicBezTo>
                  <a:pt x="2662" y="267"/>
                  <a:pt x="2657" y="256"/>
                  <a:pt x="2654" y="244"/>
                </a:cubicBezTo>
                <a:cubicBezTo>
                  <a:pt x="2645" y="223"/>
                  <a:pt x="2648" y="212"/>
                  <a:pt x="2643" y="209"/>
                </a:cubicBezTo>
                <a:cubicBezTo>
                  <a:pt x="2640" y="167"/>
                  <a:pt x="2636" y="159"/>
                  <a:pt x="2641" y="159"/>
                </a:cubicBezTo>
                <a:cubicBezTo>
                  <a:pt x="2645" y="170"/>
                  <a:pt x="2649" y="172"/>
                  <a:pt x="2647" y="181"/>
                </a:cubicBezTo>
                <a:cubicBezTo>
                  <a:pt x="2655" y="202"/>
                  <a:pt x="2657" y="207"/>
                  <a:pt x="2658" y="213"/>
                </a:cubicBezTo>
                <a:cubicBezTo>
                  <a:pt x="2682" y="266"/>
                  <a:pt x="2681" y="275"/>
                  <a:pt x="2687" y="277"/>
                </a:cubicBezTo>
                <a:cubicBezTo>
                  <a:pt x="2714" y="328"/>
                  <a:pt x="2710" y="330"/>
                  <a:pt x="2715" y="335"/>
                </a:cubicBezTo>
                <a:cubicBezTo>
                  <a:pt x="2739" y="387"/>
                  <a:pt x="2739" y="394"/>
                  <a:pt x="2741" y="401"/>
                </a:cubicBezTo>
                <a:cubicBezTo>
                  <a:pt x="2753" y="416"/>
                  <a:pt x="2746" y="406"/>
                  <a:pt x="2743" y="390"/>
                </a:cubicBezTo>
                <a:cubicBezTo>
                  <a:pt x="2722" y="338"/>
                  <a:pt x="2722" y="333"/>
                  <a:pt x="2719" y="331"/>
                </a:cubicBezTo>
                <a:cubicBezTo>
                  <a:pt x="2696" y="283"/>
                  <a:pt x="2692" y="277"/>
                  <a:pt x="2691" y="268"/>
                </a:cubicBezTo>
                <a:cubicBezTo>
                  <a:pt x="2656" y="183"/>
                  <a:pt x="2659" y="175"/>
                  <a:pt x="2656" y="174"/>
                </a:cubicBezTo>
                <a:cubicBezTo>
                  <a:pt x="2645" y="89"/>
                  <a:pt x="2645" y="89"/>
                  <a:pt x="2645" y="89"/>
                </a:cubicBezTo>
                <a:cubicBezTo>
                  <a:pt x="2648" y="83"/>
                  <a:pt x="2651" y="92"/>
                  <a:pt x="2654" y="102"/>
                </a:cubicBezTo>
                <a:cubicBezTo>
                  <a:pt x="2666" y="159"/>
                  <a:pt x="2662" y="163"/>
                  <a:pt x="2665" y="170"/>
                </a:cubicBezTo>
                <a:cubicBezTo>
                  <a:pt x="2682" y="216"/>
                  <a:pt x="2685" y="223"/>
                  <a:pt x="2689" y="229"/>
                </a:cubicBezTo>
                <a:cubicBezTo>
                  <a:pt x="2713" y="277"/>
                  <a:pt x="2715" y="280"/>
                  <a:pt x="2717" y="283"/>
                </a:cubicBezTo>
                <a:cubicBezTo>
                  <a:pt x="2734" y="325"/>
                  <a:pt x="2744" y="320"/>
                  <a:pt x="2741" y="327"/>
                </a:cubicBezTo>
                <a:cubicBezTo>
                  <a:pt x="2773" y="382"/>
                  <a:pt x="2778" y="396"/>
                  <a:pt x="2785" y="407"/>
                </a:cubicBezTo>
                <a:cubicBezTo>
                  <a:pt x="2796" y="434"/>
                  <a:pt x="2795" y="444"/>
                  <a:pt x="2802" y="447"/>
                </a:cubicBezTo>
                <a:cubicBezTo>
                  <a:pt x="2789" y="399"/>
                  <a:pt x="2784" y="395"/>
                  <a:pt x="2782" y="388"/>
                </a:cubicBezTo>
                <a:cubicBezTo>
                  <a:pt x="2772" y="361"/>
                  <a:pt x="2768" y="356"/>
                  <a:pt x="2765" y="351"/>
                </a:cubicBezTo>
                <a:cubicBezTo>
                  <a:pt x="2745" y="309"/>
                  <a:pt x="2738" y="307"/>
                  <a:pt x="2737" y="298"/>
                </a:cubicBezTo>
                <a:cubicBezTo>
                  <a:pt x="2713" y="253"/>
                  <a:pt x="2707" y="254"/>
                  <a:pt x="2708" y="248"/>
                </a:cubicBezTo>
                <a:cubicBezTo>
                  <a:pt x="2689" y="204"/>
                  <a:pt x="2684" y="200"/>
                  <a:pt x="2684" y="192"/>
                </a:cubicBezTo>
                <a:cubicBezTo>
                  <a:pt x="2673" y="167"/>
                  <a:pt x="2673" y="158"/>
                  <a:pt x="2669" y="152"/>
                </a:cubicBezTo>
                <a:cubicBezTo>
                  <a:pt x="2657" y="77"/>
                  <a:pt x="2661" y="68"/>
                  <a:pt x="2656" y="67"/>
                </a:cubicBezTo>
                <a:cubicBezTo>
                  <a:pt x="2664" y="67"/>
                  <a:pt x="2660" y="69"/>
                  <a:pt x="2660" y="70"/>
                </a:cubicBezTo>
                <a:cubicBezTo>
                  <a:pt x="2674" y="116"/>
                  <a:pt x="2681" y="129"/>
                  <a:pt x="2682" y="148"/>
                </a:cubicBezTo>
                <a:cubicBezTo>
                  <a:pt x="2694" y="178"/>
                  <a:pt x="2702" y="181"/>
                  <a:pt x="2702" y="192"/>
                </a:cubicBezTo>
                <a:cubicBezTo>
                  <a:pt x="2725" y="237"/>
                  <a:pt x="2726" y="241"/>
                  <a:pt x="2726" y="246"/>
                </a:cubicBezTo>
                <a:cubicBezTo>
                  <a:pt x="2752" y="278"/>
                  <a:pt x="2754" y="286"/>
                  <a:pt x="2759" y="292"/>
                </a:cubicBezTo>
                <a:cubicBezTo>
                  <a:pt x="2772" y="303"/>
                  <a:pt x="2767" y="300"/>
                  <a:pt x="2765" y="294"/>
                </a:cubicBezTo>
                <a:cubicBezTo>
                  <a:pt x="2750" y="265"/>
                  <a:pt x="2740" y="258"/>
                  <a:pt x="2737" y="244"/>
                </a:cubicBezTo>
                <a:cubicBezTo>
                  <a:pt x="2721" y="219"/>
                  <a:pt x="2723" y="212"/>
                  <a:pt x="2719" y="211"/>
                </a:cubicBezTo>
                <a:cubicBezTo>
                  <a:pt x="2694" y="150"/>
                  <a:pt x="2684" y="126"/>
                  <a:pt x="2680" y="96"/>
                </a:cubicBezTo>
                <a:cubicBezTo>
                  <a:pt x="2668" y="50"/>
                  <a:pt x="2659" y="45"/>
                  <a:pt x="2665" y="39"/>
                </a:cubicBezTo>
                <a:cubicBezTo>
                  <a:pt x="2680" y="70"/>
                  <a:pt x="2682" y="86"/>
                  <a:pt x="2687" y="100"/>
                </a:cubicBezTo>
                <a:cubicBezTo>
                  <a:pt x="2711" y="149"/>
                  <a:pt x="2710" y="168"/>
                  <a:pt x="2719" y="176"/>
                </a:cubicBezTo>
                <a:cubicBezTo>
                  <a:pt x="2744" y="219"/>
                  <a:pt x="2747" y="228"/>
                  <a:pt x="2750" y="235"/>
                </a:cubicBezTo>
                <a:cubicBezTo>
                  <a:pt x="2765" y="266"/>
                  <a:pt x="2774" y="272"/>
                  <a:pt x="2776" y="283"/>
                </a:cubicBezTo>
                <a:cubicBezTo>
                  <a:pt x="2786" y="300"/>
                  <a:pt x="2786" y="308"/>
                  <a:pt x="2791" y="309"/>
                </a:cubicBezTo>
                <a:cubicBezTo>
                  <a:pt x="2806" y="343"/>
                  <a:pt x="2806" y="350"/>
                  <a:pt x="2811" y="351"/>
                </a:cubicBezTo>
                <a:cubicBezTo>
                  <a:pt x="2799" y="318"/>
                  <a:pt x="2799" y="309"/>
                  <a:pt x="2793" y="305"/>
                </a:cubicBezTo>
                <a:cubicBezTo>
                  <a:pt x="2780" y="271"/>
                  <a:pt x="2771" y="261"/>
                  <a:pt x="2767" y="246"/>
                </a:cubicBezTo>
                <a:cubicBezTo>
                  <a:pt x="2745" y="202"/>
                  <a:pt x="2737" y="201"/>
                  <a:pt x="2737" y="192"/>
                </a:cubicBezTo>
                <a:cubicBezTo>
                  <a:pt x="2720" y="162"/>
                  <a:pt x="2720" y="156"/>
                  <a:pt x="2717" y="155"/>
                </a:cubicBezTo>
                <a:cubicBezTo>
                  <a:pt x="2689" y="78"/>
                  <a:pt x="2685" y="62"/>
                  <a:pt x="2678" y="50"/>
                </a:cubicBezTo>
                <a:cubicBezTo>
                  <a:pt x="2669" y="8"/>
                  <a:pt x="2668" y="4"/>
                  <a:pt x="2667" y="0"/>
                </a:cubicBezTo>
                <a:cubicBezTo>
                  <a:pt x="2643" y="26"/>
                  <a:pt x="2634" y="31"/>
                  <a:pt x="2636" y="37"/>
                </a:cubicBezTo>
                <a:cubicBezTo>
                  <a:pt x="2621" y="57"/>
                  <a:pt x="2620" y="59"/>
                  <a:pt x="2619" y="61"/>
                </a:cubicBezTo>
                <a:cubicBezTo>
                  <a:pt x="2604" y="81"/>
                  <a:pt x="2606" y="87"/>
                  <a:pt x="2604" y="89"/>
                </a:cubicBezTo>
                <a:cubicBezTo>
                  <a:pt x="2577" y="128"/>
                  <a:pt x="2568" y="139"/>
                  <a:pt x="2560" y="150"/>
                </a:cubicBezTo>
                <a:cubicBezTo>
                  <a:pt x="2542" y="170"/>
                  <a:pt x="2540" y="170"/>
                  <a:pt x="2540" y="174"/>
                </a:cubicBezTo>
                <a:cubicBezTo>
                  <a:pt x="2521" y="188"/>
                  <a:pt x="2523" y="196"/>
                  <a:pt x="2516" y="194"/>
                </a:cubicBezTo>
                <a:cubicBezTo>
                  <a:pt x="2500" y="217"/>
                  <a:pt x="2490" y="217"/>
                  <a:pt x="2488" y="224"/>
                </a:cubicBezTo>
                <a:cubicBezTo>
                  <a:pt x="2447" y="256"/>
                  <a:pt x="2450" y="266"/>
                  <a:pt x="2442" y="266"/>
                </a:cubicBezTo>
                <a:cubicBezTo>
                  <a:pt x="2420" y="294"/>
                  <a:pt x="2413" y="295"/>
                  <a:pt x="2410" y="298"/>
                </a:cubicBezTo>
                <a:cubicBezTo>
                  <a:pt x="2372" y="341"/>
                  <a:pt x="2367" y="350"/>
                  <a:pt x="2359" y="357"/>
                </a:cubicBezTo>
                <a:cubicBezTo>
                  <a:pt x="2337" y="393"/>
                  <a:pt x="2335" y="395"/>
                  <a:pt x="2336" y="399"/>
                </a:cubicBezTo>
                <a:cubicBezTo>
                  <a:pt x="2321" y="412"/>
                  <a:pt x="2325" y="424"/>
                  <a:pt x="2320" y="427"/>
                </a:cubicBezTo>
                <a:cubicBezTo>
                  <a:pt x="2297" y="465"/>
                  <a:pt x="2291" y="468"/>
                  <a:pt x="2290" y="475"/>
                </a:cubicBezTo>
                <a:cubicBezTo>
                  <a:pt x="2269" y="516"/>
                  <a:pt x="2269" y="524"/>
                  <a:pt x="2268" y="532"/>
                </a:cubicBezTo>
                <a:close/>
                <a:moveTo>
                  <a:pt x="2588" y="235"/>
                </a:moveTo>
                <a:cubicBezTo>
                  <a:pt x="2585" y="239"/>
                  <a:pt x="2582" y="243"/>
                  <a:pt x="2580" y="248"/>
                </a:cubicBezTo>
                <a:cubicBezTo>
                  <a:pt x="2574" y="245"/>
                  <a:pt x="2584" y="240"/>
                  <a:pt x="2584" y="235"/>
                </a:cubicBezTo>
                <a:cubicBezTo>
                  <a:pt x="2588" y="232"/>
                  <a:pt x="2589" y="226"/>
                  <a:pt x="2593" y="222"/>
                </a:cubicBezTo>
                <a:cubicBezTo>
                  <a:pt x="2599" y="226"/>
                  <a:pt x="2588" y="230"/>
                  <a:pt x="2588" y="235"/>
                </a:cubicBezTo>
                <a:close/>
                <a:moveTo>
                  <a:pt x="2593" y="357"/>
                </a:moveTo>
                <a:cubicBezTo>
                  <a:pt x="2591" y="361"/>
                  <a:pt x="2590" y="356"/>
                  <a:pt x="2591" y="353"/>
                </a:cubicBezTo>
                <a:cubicBezTo>
                  <a:pt x="2592" y="349"/>
                  <a:pt x="2593" y="354"/>
                  <a:pt x="2593" y="357"/>
                </a:cubicBezTo>
                <a:close/>
                <a:moveTo>
                  <a:pt x="2626" y="146"/>
                </a:moveTo>
                <a:cubicBezTo>
                  <a:pt x="2620" y="140"/>
                  <a:pt x="2626" y="128"/>
                  <a:pt x="2628" y="122"/>
                </a:cubicBezTo>
                <a:cubicBezTo>
                  <a:pt x="2633" y="127"/>
                  <a:pt x="2623" y="136"/>
                  <a:pt x="2626" y="146"/>
                </a:cubicBezTo>
                <a:close/>
                <a:moveTo>
                  <a:pt x="2630" y="179"/>
                </a:moveTo>
                <a:cubicBezTo>
                  <a:pt x="2621" y="176"/>
                  <a:pt x="2630" y="171"/>
                  <a:pt x="2628" y="163"/>
                </a:cubicBezTo>
                <a:cubicBezTo>
                  <a:pt x="2633" y="164"/>
                  <a:pt x="2629" y="174"/>
                  <a:pt x="2630" y="179"/>
                </a:cubicBezTo>
                <a:close/>
                <a:moveTo>
                  <a:pt x="2630" y="109"/>
                </a:moveTo>
                <a:cubicBezTo>
                  <a:pt x="2620" y="105"/>
                  <a:pt x="2634" y="99"/>
                  <a:pt x="2632" y="89"/>
                </a:cubicBezTo>
                <a:cubicBezTo>
                  <a:pt x="2640" y="96"/>
                  <a:pt x="2627" y="99"/>
                  <a:pt x="2630" y="109"/>
                </a:cubicBezTo>
                <a:close/>
                <a:moveTo>
                  <a:pt x="2342" y="394"/>
                </a:moveTo>
                <a:cubicBezTo>
                  <a:pt x="2348" y="395"/>
                  <a:pt x="2344" y="386"/>
                  <a:pt x="2349" y="386"/>
                </a:cubicBezTo>
                <a:cubicBezTo>
                  <a:pt x="2366" y="361"/>
                  <a:pt x="2367" y="360"/>
                  <a:pt x="2368" y="359"/>
                </a:cubicBezTo>
                <a:cubicBezTo>
                  <a:pt x="2392" y="332"/>
                  <a:pt x="2390" y="325"/>
                  <a:pt x="2397" y="327"/>
                </a:cubicBezTo>
                <a:cubicBezTo>
                  <a:pt x="2424" y="298"/>
                  <a:pt x="2431" y="295"/>
                  <a:pt x="2434" y="288"/>
                </a:cubicBezTo>
                <a:cubicBezTo>
                  <a:pt x="2463" y="259"/>
                  <a:pt x="2471" y="253"/>
                  <a:pt x="2475" y="244"/>
                </a:cubicBezTo>
                <a:cubicBezTo>
                  <a:pt x="2495" y="230"/>
                  <a:pt x="2497" y="224"/>
                  <a:pt x="2501" y="220"/>
                </a:cubicBezTo>
                <a:cubicBezTo>
                  <a:pt x="2528" y="196"/>
                  <a:pt x="2532" y="195"/>
                  <a:pt x="2534" y="192"/>
                </a:cubicBezTo>
                <a:cubicBezTo>
                  <a:pt x="2564" y="150"/>
                  <a:pt x="2578" y="151"/>
                  <a:pt x="2578" y="137"/>
                </a:cubicBezTo>
                <a:cubicBezTo>
                  <a:pt x="2621" y="86"/>
                  <a:pt x="2625" y="63"/>
                  <a:pt x="2639" y="50"/>
                </a:cubicBezTo>
                <a:cubicBezTo>
                  <a:pt x="2629" y="77"/>
                  <a:pt x="2629" y="85"/>
                  <a:pt x="2623" y="87"/>
                </a:cubicBezTo>
                <a:cubicBezTo>
                  <a:pt x="2594" y="142"/>
                  <a:pt x="2594" y="148"/>
                  <a:pt x="2591" y="150"/>
                </a:cubicBezTo>
                <a:cubicBezTo>
                  <a:pt x="2563" y="181"/>
                  <a:pt x="2563" y="192"/>
                  <a:pt x="2556" y="196"/>
                </a:cubicBezTo>
                <a:cubicBezTo>
                  <a:pt x="2535" y="217"/>
                  <a:pt x="2534" y="226"/>
                  <a:pt x="2525" y="229"/>
                </a:cubicBezTo>
                <a:cubicBezTo>
                  <a:pt x="2489" y="268"/>
                  <a:pt x="2486" y="275"/>
                  <a:pt x="2479" y="279"/>
                </a:cubicBezTo>
                <a:cubicBezTo>
                  <a:pt x="2461" y="296"/>
                  <a:pt x="2460" y="298"/>
                  <a:pt x="2458" y="298"/>
                </a:cubicBezTo>
                <a:cubicBezTo>
                  <a:pt x="2433" y="319"/>
                  <a:pt x="2422" y="329"/>
                  <a:pt x="2410" y="338"/>
                </a:cubicBezTo>
                <a:cubicBezTo>
                  <a:pt x="2364" y="378"/>
                  <a:pt x="2362" y="381"/>
                  <a:pt x="2359" y="383"/>
                </a:cubicBezTo>
                <a:cubicBezTo>
                  <a:pt x="2343" y="402"/>
                  <a:pt x="2340" y="402"/>
                  <a:pt x="2340" y="405"/>
                </a:cubicBezTo>
                <a:close/>
                <a:moveTo>
                  <a:pt x="2551" y="26"/>
                </a:moveTo>
                <a:cubicBezTo>
                  <a:pt x="2533" y="53"/>
                  <a:pt x="2510" y="76"/>
                  <a:pt x="2486" y="98"/>
                </a:cubicBezTo>
                <a:cubicBezTo>
                  <a:pt x="2461" y="130"/>
                  <a:pt x="2457" y="132"/>
                  <a:pt x="2458" y="137"/>
                </a:cubicBezTo>
                <a:cubicBezTo>
                  <a:pt x="2431" y="164"/>
                  <a:pt x="2432" y="169"/>
                  <a:pt x="2427" y="170"/>
                </a:cubicBezTo>
                <a:cubicBezTo>
                  <a:pt x="2418" y="183"/>
                  <a:pt x="2416" y="187"/>
                  <a:pt x="2414" y="189"/>
                </a:cubicBezTo>
                <a:cubicBezTo>
                  <a:pt x="2423" y="184"/>
                  <a:pt x="2425" y="180"/>
                  <a:pt x="2429" y="176"/>
                </a:cubicBezTo>
                <a:cubicBezTo>
                  <a:pt x="2474" y="129"/>
                  <a:pt x="2477" y="124"/>
                  <a:pt x="2479" y="120"/>
                </a:cubicBezTo>
                <a:cubicBezTo>
                  <a:pt x="2498" y="104"/>
                  <a:pt x="2496" y="99"/>
                  <a:pt x="2501" y="100"/>
                </a:cubicBezTo>
                <a:cubicBezTo>
                  <a:pt x="2535" y="65"/>
                  <a:pt x="2534" y="60"/>
                  <a:pt x="2536" y="59"/>
                </a:cubicBezTo>
                <a:cubicBezTo>
                  <a:pt x="2555" y="30"/>
                  <a:pt x="2566" y="27"/>
                  <a:pt x="2569" y="15"/>
                </a:cubicBezTo>
                <a:cubicBezTo>
                  <a:pt x="2583" y="5"/>
                  <a:pt x="2583" y="3"/>
                  <a:pt x="2583" y="0"/>
                </a:cubicBezTo>
                <a:cubicBezTo>
                  <a:pt x="2563" y="8"/>
                  <a:pt x="2563" y="14"/>
                  <a:pt x="2560" y="17"/>
                </a:cubicBezTo>
                <a:close/>
                <a:moveTo>
                  <a:pt x="2711" y="37"/>
                </a:moveTo>
                <a:cubicBezTo>
                  <a:pt x="2717" y="39"/>
                  <a:pt x="2715" y="48"/>
                  <a:pt x="2719" y="52"/>
                </a:cubicBezTo>
                <a:cubicBezTo>
                  <a:pt x="2743" y="115"/>
                  <a:pt x="2751" y="115"/>
                  <a:pt x="2750" y="124"/>
                </a:cubicBezTo>
                <a:cubicBezTo>
                  <a:pt x="2761" y="147"/>
                  <a:pt x="2765" y="152"/>
                  <a:pt x="2767" y="159"/>
                </a:cubicBezTo>
                <a:cubicBezTo>
                  <a:pt x="2777" y="183"/>
                  <a:pt x="2781" y="188"/>
                  <a:pt x="2782" y="194"/>
                </a:cubicBezTo>
                <a:cubicBezTo>
                  <a:pt x="2806" y="231"/>
                  <a:pt x="2811" y="235"/>
                  <a:pt x="2813" y="242"/>
                </a:cubicBezTo>
                <a:cubicBezTo>
                  <a:pt x="2858" y="290"/>
                  <a:pt x="2848" y="290"/>
                  <a:pt x="2848" y="281"/>
                </a:cubicBezTo>
                <a:cubicBezTo>
                  <a:pt x="2826" y="242"/>
                  <a:pt x="2820" y="244"/>
                  <a:pt x="2820" y="240"/>
                </a:cubicBezTo>
                <a:cubicBezTo>
                  <a:pt x="2804" y="222"/>
                  <a:pt x="2807" y="214"/>
                  <a:pt x="2802" y="213"/>
                </a:cubicBezTo>
                <a:cubicBezTo>
                  <a:pt x="2789" y="193"/>
                  <a:pt x="2789" y="184"/>
                  <a:pt x="2785" y="179"/>
                </a:cubicBezTo>
                <a:cubicBezTo>
                  <a:pt x="2773" y="147"/>
                  <a:pt x="2767" y="140"/>
                  <a:pt x="2763" y="131"/>
                </a:cubicBezTo>
                <a:cubicBezTo>
                  <a:pt x="2742" y="83"/>
                  <a:pt x="2732" y="64"/>
                  <a:pt x="2726" y="43"/>
                </a:cubicBezTo>
                <a:cubicBezTo>
                  <a:pt x="2714" y="8"/>
                  <a:pt x="2713" y="4"/>
                  <a:pt x="2712" y="0"/>
                </a:cubicBezTo>
                <a:cubicBezTo>
                  <a:pt x="2707" y="23"/>
                  <a:pt x="2712" y="27"/>
                  <a:pt x="2711" y="37"/>
                </a:cubicBezTo>
                <a:close/>
                <a:moveTo>
                  <a:pt x="1591" y="997"/>
                </a:moveTo>
                <a:cubicBezTo>
                  <a:pt x="1591" y="991"/>
                  <a:pt x="1595" y="988"/>
                  <a:pt x="1595" y="981"/>
                </a:cubicBezTo>
                <a:cubicBezTo>
                  <a:pt x="1610" y="933"/>
                  <a:pt x="1607" y="925"/>
                  <a:pt x="1613" y="923"/>
                </a:cubicBezTo>
                <a:cubicBezTo>
                  <a:pt x="1626" y="868"/>
                  <a:pt x="1627" y="859"/>
                  <a:pt x="1631" y="853"/>
                </a:cubicBezTo>
                <a:cubicBezTo>
                  <a:pt x="1644" y="801"/>
                  <a:pt x="1644" y="793"/>
                  <a:pt x="1648" y="788"/>
                </a:cubicBezTo>
                <a:cubicBezTo>
                  <a:pt x="1660" y="736"/>
                  <a:pt x="1667" y="729"/>
                  <a:pt x="1669" y="720"/>
                </a:cubicBezTo>
                <a:cubicBezTo>
                  <a:pt x="1682" y="706"/>
                  <a:pt x="1681" y="700"/>
                  <a:pt x="1683" y="695"/>
                </a:cubicBezTo>
                <a:cubicBezTo>
                  <a:pt x="1695" y="675"/>
                  <a:pt x="1697" y="672"/>
                  <a:pt x="1699" y="674"/>
                </a:cubicBezTo>
                <a:cubicBezTo>
                  <a:pt x="1672" y="737"/>
                  <a:pt x="1676" y="744"/>
                  <a:pt x="1672" y="746"/>
                </a:cubicBezTo>
                <a:cubicBezTo>
                  <a:pt x="1661" y="790"/>
                  <a:pt x="1663" y="793"/>
                  <a:pt x="1661" y="794"/>
                </a:cubicBezTo>
                <a:cubicBezTo>
                  <a:pt x="1657" y="822"/>
                  <a:pt x="1655" y="826"/>
                  <a:pt x="1654" y="831"/>
                </a:cubicBezTo>
                <a:cubicBezTo>
                  <a:pt x="1651" y="853"/>
                  <a:pt x="1648" y="857"/>
                  <a:pt x="1649" y="863"/>
                </a:cubicBezTo>
                <a:cubicBezTo>
                  <a:pt x="1637" y="927"/>
                  <a:pt x="1636" y="933"/>
                  <a:pt x="1636" y="941"/>
                </a:cubicBezTo>
                <a:cubicBezTo>
                  <a:pt x="1629" y="975"/>
                  <a:pt x="1623" y="975"/>
                  <a:pt x="1625" y="980"/>
                </a:cubicBezTo>
                <a:cubicBezTo>
                  <a:pt x="1614" y="1012"/>
                  <a:pt x="1607" y="1023"/>
                  <a:pt x="1602" y="1035"/>
                </a:cubicBezTo>
                <a:cubicBezTo>
                  <a:pt x="1621" y="1005"/>
                  <a:pt x="1625" y="1005"/>
                  <a:pt x="1625" y="1002"/>
                </a:cubicBezTo>
                <a:cubicBezTo>
                  <a:pt x="1636" y="972"/>
                  <a:pt x="1636" y="964"/>
                  <a:pt x="1642" y="960"/>
                </a:cubicBezTo>
                <a:cubicBezTo>
                  <a:pt x="1649" y="910"/>
                  <a:pt x="1647" y="901"/>
                  <a:pt x="1653" y="898"/>
                </a:cubicBezTo>
                <a:cubicBezTo>
                  <a:pt x="1658" y="861"/>
                  <a:pt x="1659" y="845"/>
                  <a:pt x="1663" y="832"/>
                </a:cubicBezTo>
                <a:cubicBezTo>
                  <a:pt x="1674" y="785"/>
                  <a:pt x="1673" y="775"/>
                  <a:pt x="1676" y="769"/>
                </a:cubicBezTo>
                <a:cubicBezTo>
                  <a:pt x="1698" y="710"/>
                  <a:pt x="1694" y="703"/>
                  <a:pt x="1697" y="701"/>
                </a:cubicBezTo>
                <a:cubicBezTo>
                  <a:pt x="1721" y="660"/>
                  <a:pt x="1728" y="644"/>
                  <a:pt x="1737" y="630"/>
                </a:cubicBezTo>
                <a:cubicBezTo>
                  <a:pt x="1757" y="606"/>
                  <a:pt x="1761" y="604"/>
                  <a:pt x="1766" y="603"/>
                </a:cubicBezTo>
                <a:cubicBezTo>
                  <a:pt x="1773" y="599"/>
                  <a:pt x="1768" y="600"/>
                  <a:pt x="1766" y="603"/>
                </a:cubicBezTo>
                <a:cubicBezTo>
                  <a:pt x="1749" y="626"/>
                  <a:pt x="1750" y="632"/>
                  <a:pt x="1747" y="635"/>
                </a:cubicBezTo>
                <a:cubicBezTo>
                  <a:pt x="1719" y="686"/>
                  <a:pt x="1715" y="692"/>
                  <a:pt x="1712" y="701"/>
                </a:cubicBezTo>
                <a:cubicBezTo>
                  <a:pt x="1692" y="757"/>
                  <a:pt x="1692" y="767"/>
                  <a:pt x="1685" y="772"/>
                </a:cubicBezTo>
                <a:cubicBezTo>
                  <a:pt x="1669" y="830"/>
                  <a:pt x="1673" y="839"/>
                  <a:pt x="1667" y="842"/>
                </a:cubicBezTo>
                <a:cubicBezTo>
                  <a:pt x="1665" y="865"/>
                  <a:pt x="1664" y="870"/>
                  <a:pt x="1662" y="876"/>
                </a:cubicBezTo>
                <a:cubicBezTo>
                  <a:pt x="1650" y="927"/>
                  <a:pt x="1654" y="945"/>
                  <a:pt x="1645" y="954"/>
                </a:cubicBezTo>
                <a:cubicBezTo>
                  <a:pt x="1621" y="1043"/>
                  <a:pt x="1613" y="1046"/>
                  <a:pt x="1615" y="1055"/>
                </a:cubicBezTo>
                <a:cubicBezTo>
                  <a:pt x="1614" y="1060"/>
                  <a:pt x="1622" y="1054"/>
                  <a:pt x="1623" y="1043"/>
                </a:cubicBezTo>
                <a:cubicBezTo>
                  <a:pt x="1639" y="1006"/>
                  <a:pt x="1641" y="995"/>
                  <a:pt x="1647" y="987"/>
                </a:cubicBezTo>
                <a:cubicBezTo>
                  <a:pt x="1662" y="913"/>
                  <a:pt x="1670" y="906"/>
                  <a:pt x="1670" y="895"/>
                </a:cubicBezTo>
                <a:cubicBezTo>
                  <a:pt x="1687" y="827"/>
                  <a:pt x="1683" y="818"/>
                  <a:pt x="1686" y="814"/>
                </a:cubicBezTo>
                <a:cubicBezTo>
                  <a:pt x="1693" y="775"/>
                  <a:pt x="1702" y="773"/>
                  <a:pt x="1700" y="765"/>
                </a:cubicBezTo>
                <a:cubicBezTo>
                  <a:pt x="1730" y="692"/>
                  <a:pt x="1734" y="679"/>
                  <a:pt x="1740" y="667"/>
                </a:cubicBezTo>
                <a:cubicBezTo>
                  <a:pt x="1764" y="633"/>
                  <a:pt x="1761" y="628"/>
                  <a:pt x="1763" y="625"/>
                </a:cubicBezTo>
                <a:cubicBezTo>
                  <a:pt x="1784" y="596"/>
                  <a:pt x="1791" y="593"/>
                  <a:pt x="1794" y="586"/>
                </a:cubicBezTo>
                <a:cubicBezTo>
                  <a:pt x="1808" y="577"/>
                  <a:pt x="1808" y="574"/>
                  <a:pt x="1810" y="577"/>
                </a:cubicBezTo>
                <a:cubicBezTo>
                  <a:pt x="1785" y="618"/>
                  <a:pt x="1779" y="621"/>
                  <a:pt x="1779" y="629"/>
                </a:cubicBezTo>
                <a:cubicBezTo>
                  <a:pt x="1757" y="666"/>
                  <a:pt x="1756" y="673"/>
                  <a:pt x="1753" y="678"/>
                </a:cubicBezTo>
                <a:cubicBezTo>
                  <a:pt x="1723" y="756"/>
                  <a:pt x="1719" y="768"/>
                  <a:pt x="1716" y="771"/>
                </a:cubicBezTo>
                <a:cubicBezTo>
                  <a:pt x="1713" y="784"/>
                  <a:pt x="1716" y="785"/>
                  <a:pt x="1716" y="784"/>
                </a:cubicBezTo>
                <a:cubicBezTo>
                  <a:pt x="1703" y="818"/>
                  <a:pt x="1705" y="829"/>
                  <a:pt x="1701" y="836"/>
                </a:cubicBezTo>
                <a:cubicBezTo>
                  <a:pt x="1672" y="934"/>
                  <a:pt x="1666" y="939"/>
                  <a:pt x="1666" y="948"/>
                </a:cubicBezTo>
                <a:cubicBezTo>
                  <a:pt x="1656" y="964"/>
                  <a:pt x="1657" y="966"/>
                  <a:pt x="1660" y="965"/>
                </a:cubicBezTo>
                <a:cubicBezTo>
                  <a:pt x="1681" y="933"/>
                  <a:pt x="1686" y="932"/>
                  <a:pt x="1689" y="929"/>
                </a:cubicBezTo>
                <a:cubicBezTo>
                  <a:pt x="1692" y="929"/>
                  <a:pt x="1697" y="930"/>
                  <a:pt x="1695" y="925"/>
                </a:cubicBezTo>
                <a:cubicBezTo>
                  <a:pt x="1725" y="892"/>
                  <a:pt x="1733" y="888"/>
                  <a:pt x="1736" y="880"/>
                </a:cubicBezTo>
                <a:cubicBezTo>
                  <a:pt x="1782" y="818"/>
                  <a:pt x="1791" y="814"/>
                  <a:pt x="1796" y="808"/>
                </a:cubicBezTo>
                <a:cubicBezTo>
                  <a:pt x="1839" y="758"/>
                  <a:pt x="1838" y="752"/>
                  <a:pt x="1841" y="749"/>
                </a:cubicBezTo>
                <a:cubicBezTo>
                  <a:pt x="1855" y="724"/>
                  <a:pt x="1858" y="721"/>
                  <a:pt x="1859" y="716"/>
                </a:cubicBezTo>
                <a:cubicBezTo>
                  <a:pt x="1868" y="703"/>
                  <a:pt x="1872" y="700"/>
                  <a:pt x="1871" y="694"/>
                </a:cubicBezTo>
                <a:cubicBezTo>
                  <a:pt x="1887" y="668"/>
                  <a:pt x="1889" y="664"/>
                  <a:pt x="1891" y="660"/>
                </a:cubicBezTo>
                <a:cubicBezTo>
                  <a:pt x="1907" y="625"/>
                  <a:pt x="1908" y="623"/>
                  <a:pt x="1909" y="621"/>
                </a:cubicBezTo>
                <a:cubicBezTo>
                  <a:pt x="1919" y="591"/>
                  <a:pt x="1927" y="591"/>
                  <a:pt x="1924" y="583"/>
                </a:cubicBezTo>
                <a:cubicBezTo>
                  <a:pt x="1943" y="565"/>
                  <a:pt x="1936" y="556"/>
                  <a:pt x="1944" y="557"/>
                </a:cubicBezTo>
                <a:cubicBezTo>
                  <a:pt x="1961" y="515"/>
                  <a:pt x="1963" y="513"/>
                  <a:pt x="1964" y="509"/>
                </a:cubicBezTo>
                <a:cubicBezTo>
                  <a:pt x="1974" y="496"/>
                  <a:pt x="1971" y="486"/>
                  <a:pt x="1979" y="484"/>
                </a:cubicBezTo>
                <a:cubicBezTo>
                  <a:pt x="1987" y="478"/>
                  <a:pt x="1983" y="488"/>
                  <a:pt x="1982" y="499"/>
                </a:cubicBezTo>
                <a:cubicBezTo>
                  <a:pt x="1984" y="525"/>
                  <a:pt x="1985" y="528"/>
                  <a:pt x="1985" y="532"/>
                </a:cubicBezTo>
                <a:cubicBezTo>
                  <a:pt x="1992" y="482"/>
                  <a:pt x="1998" y="479"/>
                  <a:pt x="1997" y="470"/>
                </a:cubicBezTo>
                <a:cubicBezTo>
                  <a:pt x="2016" y="476"/>
                  <a:pt x="2011" y="464"/>
                  <a:pt x="2014" y="458"/>
                </a:cubicBezTo>
                <a:cubicBezTo>
                  <a:pt x="2023" y="444"/>
                  <a:pt x="2017" y="446"/>
                  <a:pt x="2020" y="455"/>
                </a:cubicBezTo>
                <a:cubicBezTo>
                  <a:pt x="2028" y="470"/>
                  <a:pt x="2025" y="476"/>
                  <a:pt x="2029" y="478"/>
                </a:cubicBezTo>
                <a:cubicBezTo>
                  <a:pt x="2037" y="428"/>
                  <a:pt x="2041" y="425"/>
                  <a:pt x="2040" y="418"/>
                </a:cubicBezTo>
                <a:cubicBezTo>
                  <a:pt x="2053" y="391"/>
                  <a:pt x="2065" y="395"/>
                  <a:pt x="2061" y="388"/>
                </a:cubicBezTo>
                <a:cubicBezTo>
                  <a:pt x="2076" y="361"/>
                  <a:pt x="2072" y="363"/>
                  <a:pt x="2071" y="357"/>
                </a:cubicBezTo>
                <a:cubicBezTo>
                  <a:pt x="2019" y="368"/>
                  <a:pt x="2016" y="366"/>
                  <a:pt x="2013" y="365"/>
                </a:cubicBezTo>
                <a:cubicBezTo>
                  <a:pt x="1985" y="336"/>
                  <a:pt x="1974" y="340"/>
                  <a:pt x="1973" y="328"/>
                </a:cubicBezTo>
                <a:cubicBezTo>
                  <a:pt x="1978" y="346"/>
                  <a:pt x="1981" y="350"/>
                  <a:pt x="1985" y="355"/>
                </a:cubicBezTo>
                <a:cubicBezTo>
                  <a:pt x="2009" y="380"/>
                  <a:pt x="2013" y="383"/>
                  <a:pt x="2017" y="387"/>
                </a:cubicBezTo>
                <a:cubicBezTo>
                  <a:pt x="1983" y="404"/>
                  <a:pt x="1984" y="398"/>
                  <a:pt x="1979" y="400"/>
                </a:cubicBezTo>
                <a:cubicBezTo>
                  <a:pt x="1942" y="400"/>
                  <a:pt x="1943" y="392"/>
                  <a:pt x="1936" y="395"/>
                </a:cubicBezTo>
                <a:cubicBezTo>
                  <a:pt x="1910" y="389"/>
                  <a:pt x="1906" y="388"/>
                  <a:pt x="1904" y="385"/>
                </a:cubicBezTo>
                <a:cubicBezTo>
                  <a:pt x="1835" y="360"/>
                  <a:pt x="1828" y="358"/>
                  <a:pt x="1823" y="353"/>
                </a:cubicBezTo>
                <a:cubicBezTo>
                  <a:pt x="1774" y="332"/>
                  <a:pt x="1774" y="325"/>
                  <a:pt x="1769" y="325"/>
                </a:cubicBezTo>
                <a:cubicBezTo>
                  <a:pt x="1728" y="306"/>
                  <a:pt x="1722" y="307"/>
                  <a:pt x="1719" y="305"/>
                </a:cubicBezTo>
                <a:cubicBezTo>
                  <a:pt x="1684" y="287"/>
                  <a:pt x="1676" y="287"/>
                  <a:pt x="1670" y="283"/>
                </a:cubicBezTo>
                <a:cubicBezTo>
                  <a:pt x="1616" y="276"/>
                  <a:pt x="1604" y="277"/>
                  <a:pt x="1592" y="277"/>
                </a:cubicBezTo>
                <a:cubicBezTo>
                  <a:pt x="1594" y="280"/>
                  <a:pt x="1613" y="284"/>
                  <a:pt x="1635" y="283"/>
                </a:cubicBezTo>
                <a:cubicBezTo>
                  <a:pt x="1657" y="292"/>
                  <a:pt x="1663" y="288"/>
                  <a:pt x="1665" y="291"/>
                </a:cubicBezTo>
                <a:cubicBezTo>
                  <a:pt x="1741" y="318"/>
                  <a:pt x="1767" y="337"/>
                  <a:pt x="1797" y="349"/>
                </a:cubicBezTo>
                <a:cubicBezTo>
                  <a:pt x="1813" y="360"/>
                  <a:pt x="1814" y="361"/>
                  <a:pt x="1816" y="363"/>
                </a:cubicBezTo>
                <a:cubicBezTo>
                  <a:pt x="1887" y="388"/>
                  <a:pt x="1889" y="392"/>
                  <a:pt x="1892" y="394"/>
                </a:cubicBezTo>
                <a:cubicBezTo>
                  <a:pt x="1944" y="403"/>
                  <a:pt x="1955" y="411"/>
                  <a:pt x="1970" y="411"/>
                </a:cubicBezTo>
                <a:cubicBezTo>
                  <a:pt x="2004" y="413"/>
                  <a:pt x="2006" y="413"/>
                  <a:pt x="2008" y="413"/>
                </a:cubicBezTo>
                <a:cubicBezTo>
                  <a:pt x="2000" y="416"/>
                  <a:pt x="1998" y="418"/>
                  <a:pt x="1996" y="419"/>
                </a:cubicBezTo>
                <a:cubicBezTo>
                  <a:pt x="1935" y="417"/>
                  <a:pt x="1925" y="412"/>
                  <a:pt x="1914" y="407"/>
                </a:cubicBezTo>
                <a:cubicBezTo>
                  <a:pt x="1886" y="400"/>
                  <a:pt x="1868" y="398"/>
                  <a:pt x="1856" y="389"/>
                </a:cubicBezTo>
                <a:cubicBezTo>
                  <a:pt x="1831" y="377"/>
                  <a:pt x="1825" y="378"/>
                  <a:pt x="1822" y="375"/>
                </a:cubicBezTo>
                <a:cubicBezTo>
                  <a:pt x="1787" y="357"/>
                  <a:pt x="1782" y="358"/>
                  <a:pt x="1779" y="357"/>
                </a:cubicBezTo>
                <a:cubicBezTo>
                  <a:pt x="1762" y="352"/>
                  <a:pt x="1764" y="344"/>
                  <a:pt x="1757" y="347"/>
                </a:cubicBezTo>
                <a:cubicBezTo>
                  <a:pt x="1743" y="338"/>
                  <a:pt x="1738" y="339"/>
                  <a:pt x="1735" y="336"/>
                </a:cubicBezTo>
                <a:cubicBezTo>
                  <a:pt x="1708" y="326"/>
                  <a:pt x="1693" y="321"/>
                  <a:pt x="1678" y="315"/>
                </a:cubicBezTo>
                <a:cubicBezTo>
                  <a:pt x="1644" y="309"/>
                  <a:pt x="1637" y="305"/>
                  <a:pt x="1628" y="304"/>
                </a:cubicBezTo>
                <a:cubicBezTo>
                  <a:pt x="1587" y="293"/>
                  <a:pt x="1579" y="297"/>
                  <a:pt x="1577" y="293"/>
                </a:cubicBezTo>
                <a:cubicBezTo>
                  <a:pt x="1478" y="297"/>
                  <a:pt x="1469" y="299"/>
                  <a:pt x="1454" y="298"/>
                </a:cubicBezTo>
                <a:cubicBezTo>
                  <a:pt x="1420" y="304"/>
                  <a:pt x="1411" y="305"/>
                  <a:pt x="1400" y="307"/>
                </a:cubicBezTo>
                <a:cubicBezTo>
                  <a:pt x="1397" y="310"/>
                  <a:pt x="1420" y="310"/>
                  <a:pt x="1444" y="308"/>
                </a:cubicBezTo>
                <a:cubicBezTo>
                  <a:pt x="1478" y="310"/>
                  <a:pt x="1483" y="317"/>
                  <a:pt x="1494" y="313"/>
                </a:cubicBezTo>
                <a:cubicBezTo>
                  <a:pt x="1547" y="330"/>
                  <a:pt x="1550" y="333"/>
                  <a:pt x="1555" y="333"/>
                </a:cubicBezTo>
                <a:cubicBezTo>
                  <a:pt x="1582" y="345"/>
                  <a:pt x="1585" y="347"/>
                  <a:pt x="1589" y="349"/>
                </a:cubicBezTo>
                <a:cubicBezTo>
                  <a:pt x="1616" y="360"/>
                  <a:pt x="1616" y="367"/>
                  <a:pt x="1623" y="365"/>
                </a:cubicBezTo>
                <a:cubicBezTo>
                  <a:pt x="1648" y="381"/>
                  <a:pt x="1665" y="385"/>
                  <a:pt x="1678" y="397"/>
                </a:cubicBezTo>
                <a:cubicBezTo>
                  <a:pt x="1726" y="414"/>
                  <a:pt x="1728" y="418"/>
                  <a:pt x="1731" y="421"/>
                </a:cubicBezTo>
                <a:cubicBezTo>
                  <a:pt x="1755" y="430"/>
                  <a:pt x="1759" y="430"/>
                  <a:pt x="1762" y="433"/>
                </a:cubicBezTo>
                <a:cubicBezTo>
                  <a:pt x="1807" y="456"/>
                  <a:pt x="1816" y="455"/>
                  <a:pt x="1822" y="460"/>
                </a:cubicBezTo>
                <a:cubicBezTo>
                  <a:pt x="1852" y="468"/>
                  <a:pt x="1860" y="470"/>
                  <a:pt x="1866" y="474"/>
                </a:cubicBezTo>
                <a:cubicBezTo>
                  <a:pt x="1905" y="475"/>
                  <a:pt x="1910" y="476"/>
                  <a:pt x="1914" y="478"/>
                </a:cubicBezTo>
                <a:cubicBezTo>
                  <a:pt x="1913" y="492"/>
                  <a:pt x="1911" y="496"/>
                  <a:pt x="1904" y="498"/>
                </a:cubicBezTo>
                <a:cubicBezTo>
                  <a:pt x="1850" y="489"/>
                  <a:pt x="1841" y="492"/>
                  <a:pt x="1834" y="491"/>
                </a:cubicBezTo>
                <a:cubicBezTo>
                  <a:pt x="1794" y="478"/>
                  <a:pt x="1788" y="478"/>
                  <a:pt x="1784" y="473"/>
                </a:cubicBezTo>
                <a:cubicBezTo>
                  <a:pt x="1745" y="457"/>
                  <a:pt x="1727" y="442"/>
                  <a:pt x="1702" y="437"/>
                </a:cubicBezTo>
                <a:cubicBezTo>
                  <a:pt x="1656" y="409"/>
                  <a:pt x="1651" y="403"/>
                  <a:pt x="1643" y="401"/>
                </a:cubicBezTo>
                <a:cubicBezTo>
                  <a:pt x="1610" y="385"/>
                  <a:pt x="1611" y="381"/>
                  <a:pt x="1608" y="381"/>
                </a:cubicBezTo>
                <a:cubicBezTo>
                  <a:pt x="1598" y="373"/>
                  <a:pt x="1594" y="374"/>
                  <a:pt x="1593" y="372"/>
                </a:cubicBezTo>
                <a:cubicBezTo>
                  <a:pt x="1555" y="351"/>
                  <a:pt x="1543" y="353"/>
                  <a:pt x="1540" y="344"/>
                </a:cubicBezTo>
                <a:cubicBezTo>
                  <a:pt x="1506" y="339"/>
                  <a:pt x="1502" y="331"/>
                  <a:pt x="1493" y="331"/>
                </a:cubicBezTo>
                <a:cubicBezTo>
                  <a:pt x="1454" y="318"/>
                  <a:pt x="1445" y="322"/>
                  <a:pt x="1444" y="317"/>
                </a:cubicBezTo>
                <a:cubicBezTo>
                  <a:pt x="1411" y="318"/>
                  <a:pt x="1405" y="311"/>
                  <a:pt x="1404" y="318"/>
                </a:cubicBezTo>
                <a:cubicBezTo>
                  <a:pt x="1460" y="329"/>
                  <a:pt x="1466" y="329"/>
                  <a:pt x="1473" y="330"/>
                </a:cubicBezTo>
                <a:cubicBezTo>
                  <a:pt x="1513" y="345"/>
                  <a:pt x="1524" y="347"/>
                  <a:pt x="1533" y="354"/>
                </a:cubicBezTo>
                <a:cubicBezTo>
                  <a:pt x="1571" y="372"/>
                  <a:pt x="1574" y="372"/>
                  <a:pt x="1576" y="373"/>
                </a:cubicBezTo>
                <a:cubicBezTo>
                  <a:pt x="1626" y="404"/>
                  <a:pt x="1639" y="404"/>
                  <a:pt x="1645" y="414"/>
                </a:cubicBezTo>
                <a:cubicBezTo>
                  <a:pt x="1705" y="444"/>
                  <a:pt x="1706" y="446"/>
                  <a:pt x="1709" y="447"/>
                </a:cubicBezTo>
                <a:cubicBezTo>
                  <a:pt x="1733" y="461"/>
                  <a:pt x="1738" y="463"/>
                  <a:pt x="1745" y="462"/>
                </a:cubicBezTo>
                <a:cubicBezTo>
                  <a:pt x="1768" y="476"/>
                  <a:pt x="1770" y="478"/>
                  <a:pt x="1774" y="477"/>
                </a:cubicBezTo>
                <a:cubicBezTo>
                  <a:pt x="1806" y="494"/>
                  <a:pt x="1815" y="492"/>
                  <a:pt x="1819" y="495"/>
                </a:cubicBezTo>
                <a:cubicBezTo>
                  <a:pt x="1873" y="511"/>
                  <a:pt x="1884" y="506"/>
                  <a:pt x="1888" y="510"/>
                </a:cubicBezTo>
                <a:cubicBezTo>
                  <a:pt x="1869" y="516"/>
                  <a:pt x="1866" y="515"/>
                  <a:pt x="1863" y="514"/>
                </a:cubicBezTo>
                <a:cubicBezTo>
                  <a:pt x="1835" y="516"/>
                  <a:pt x="1831" y="512"/>
                  <a:pt x="1825" y="512"/>
                </a:cubicBezTo>
                <a:cubicBezTo>
                  <a:pt x="1781" y="495"/>
                  <a:pt x="1779" y="493"/>
                  <a:pt x="1775" y="495"/>
                </a:cubicBezTo>
                <a:cubicBezTo>
                  <a:pt x="1738" y="472"/>
                  <a:pt x="1730" y="475"/>
                  <a:pt x="1728" y="470"/>
                </a:cubicBezTo>
                <a:cubicBezTo>
                  <a:pt x="1705" y="458"/>
                  <a:pt x="1703" y="456"/>
                  <a:pt x="1700" y="457"/>
                </a:cubicBezTo>
                <a:cubicBezTo>
                  <a:pt x="1653" y="427"/>
                  <a:pt x="1642" y="426"/>
                  <a:pt x="1637" y="415"/>
                </a:cubicBezTo>
                <a:cubicBezTo>
                  <a:pt x="1618" y="408"/>
                  <a:pt x="1613" y="406"/>
                  <a:pt x="1608" y="405"/>
                </a:cubicBezTo>
                <a:cubicBezTo>
                  <a:pt x="1580" y="386"/>
                  <a:pt x="1573" y="389"/>
                  <a:pt x="1571" y="383"/>
                </a:cubicBezTo>
                <a:cubicBezTo>
                  <a:pt x="1546" y="373"/>
                  <a:pt x="1538" y="367"/>
                  <a:pt x="1528" y="364"/>
                </a:cubicBezTo>
                <a:cubicBezTo>
                  <a:pt x="1452" y="335"/>
                  <a:pt x="1444" y="337"/>
                  <a:pt x="1440" y="333"/>
                </a:cubicBezTo>
                <a:cubicBezTo>
                  <a:pt x="1412" y="329"/>
                  <a:pt x="1409" y="326"/>
                  <a:pt x="1409" y="330"/>
                </a:cubicBezTo>
                <a:cubicBezTo>
                  <a:pt x="1478" y="351"/>
                  <a:pt x="1489" y="352"/>
                  <a:pt x="1497" y="356"/>
                </a:cubicBezTo>
                <a:cubicBezTo>
                  <a:pt x="1540" y="378"/>
                  <a:pt x="1541" y="380"/>
                  <a:pt x="1546" y="379"/>
                </a:cubicBezTo>
                <a:cubicBezTo>
                  <a:pt x="1569" y="394"/>
                  <a:pt x="1574" y="397"/>
                  <a:pt x="1580" y="397"/>
                </a:cubicBezTo>
                <a:cubicBezTo>
                  <a:pt x="1624" y="422"/>
                  <a:pt x="1629" y="423"/>
                  <a:pt x="1634" y="425"/>
                </a:cubicBezTo>
                <a:cubicBezTo>
                  <a:pt x="1646" y="437"/>
                  <a:pt x="1652" y="436"/>
                  <a:pt x="1655" y="441"/>
                </a:cubicBezTo>
                <a:cubicBezTo>
                  <a:pt x="1683" y="456"/>
                  <a:pt x="1689" y="454"/>
                  <a:pt x="1689" y="461"/>
                </a:cubicBezTo>
                <a:cubicBezTo>
                  <a:pt x="1731" y="481"/>
                  <a:pt x="1736" y="482"/>
                  <a:pt x="1738" y="486"/>
                </a:cubicBezTo>
                <a:cubicBezTo>
                  <a:pt x="1766" y="502"/>
                  <a:pt x="1774" y="499"/>
                  <a:pt x="1776" y="503"/>
                </a:cubicBezTo>
                <a:cubicBezTo>
                  <a:pt x="1808" y="514"/>
                  <a:pt x="1813" y="515"/>
                  <a:pt x="1817" y="518"/>
                </a:cubicBezTo>
                <a:cubicBezTo>
                  <a:pt x="1835" y="524"/>
                  <a:pt x="1840" y="524"/>
                  <a:pt x="1843" y="527"/>
                </a:cubicBezTo>
                <a:cubicBezTo>
                  <a:pt x="1844" y="539"/>
                  <a:pt x="1833" y="532"/>
                  <a:pt x="1822" y="537"/>
                </a:cubicBezTo>
                <a:cubicBezTo>
                  <a:pt x="1763" y="519"/>
                  <a:pt x="1760" y="515"/>
                  <a:pt x="1756" y="513"/>
                </a:cubicBezTo>
                <a:cubicBezTo>
                  <a:pt x="1726" y="503"/>
                  <a:pt x="1719" y="500"/>
                  <a:pt x="1713" y="495"/>
                </a:cubicBezTo>
                <a:cubicBezTo>
                  <a:pt x="1680" y="476"/>
                  <a:pt x="1674" y="477"/>
                  <a:pt x="1671" y="473"/>
                </a:cubicBezTo>
                <a:cubicBezTo>
                  <a:pt x="1645" y="461"/>
                  <a:pt x="1644" y="455"/>
                  <a:pt x="1637" y="455"/>
                </a:cubicBezTo>
                <a:cubicBezTo>
                  <a:pt x="1601" y="434"/>
                  <a:pt x="1598" y="425"/>
                  <a:pt x="1590" y="426"/>
                </a:cubicBezTo>
                <a:cubicBezTo>
                  <a:pt x="1571" y="413"/>
                  <a:pt x="1568" y="411"/>
                  <a:pt x="1565" y="411"/>
                </a:cubicBezTo>
                <a:cubicBezTo>
                  <a:pt x="1547" y="395"/>
                  <a:pt x="1543" y="395"/>
                  <a:pt x="1540" y="393"/>
                </a:cubicBezTo>
                <a:cubicBezTo>
                  <a:pt x="1478" y="362"/>
                  <a:pt x="1474" y="356"/>
                  <a:pt x="1464" y="358"/>
                </a:cubicBezTo>
                <a:cubicBezTo>
                  <a:pt x="1433" y="346"/>
                  <a:pt x="1429" y="345"/>
                  <a:pt x="1426" y="343"/>
                </a:cubicBezTo>
                <a:cubicBezTo>
                  <a:pt x="1374" y="333"/>
                  <a:pt x="1366" y="332"/>
                  <a:pt x="1360" y="330"/>
                </a:cubicBezTo>
                <a:cubicBezTo>
                  <a:pt x="1329" y="331"/>
                  <a:pt x="1332" y="335"/>
                  <a:pt x="1340" y="331"/>
                </a:cubicBezTo>
                <a:cubicBezTo>
                  <a:pt x="1379" y="339"/>
                  <a:pt x="1390" y="339"/>
                  <a:pt x="1398" y="343"/>
                </a:cubicBezTo>
                <a:cubicBezTo>
                  <a:pt x="1435" y="353"/>
                  <a:pt x="1445" y="354"/>
                  <a:pt x="1452" y="360"/>
                </a:cubicBezTo>
                <a:cubicBezTo>
                  <a:pt x="1485" y="377"/>
                  <a:pt x="1496" y="378"/>
                  <a:pt x="1502" y="384"/>
                </a:cubicBezTo>
                <a:cubicBezTo>
                  <a:pt x="1541" y="399"/>
                  <a:pt x="1542" y="408"/>
                  <a:pt x="1549" y="409"/>
                </a:cubicBezTo>
                <a:cubicBezTo>
                  <a:pt x="1571" y="418"/>
                  <a:pt x="1568" y="428"/>
                  <a:pt x="1574" y="424"/>
                </a:cubicBezTo>
                <a:cubicBezTo>
                  <a:pt x="1592" y="440"/>
                  <a:pt x="1600" y="435"/>
                  <a:pt x="1599" y="442"/>
                </a:cubicBezTo>
                <a:cubicBezTo>
                  <a:pt x="1641" y="464"/>
                  <a:pt x="1644" y="471"/>
                  <a:pt x="1651" y="473"/>
                </a:cubicBezTo>
                <a:cubicBezTo>
                  <a:pt x="1673" y="488"/>
                  <a:pt x="1680" y="489"/>
                  <a:pt x="1686" y="493"/>
                </a:cubicBezTo>
                <a:cubicBezTo>
                  <a:pt x="1729" y="513"/>
                  <a:pt x="1736" y="515"/>
                  <a:pt x="1742" y="518"/>
                </a:cubicBezTo>
                <a:cubicBezTo>
                  <a:pt x="1788" y="534"/>
                  <a:pt x="1792" y="539"/>
                  <a:pt x="1801" y="539"/>
                </a:cubicBezTo>
                <a:cubicBezTo>
                  <a:pt x="1790" y="544"/>
                  <a:pt x="1783" y="547"/>
                  <a:pt x="1780" y="545"/>
                </a:cubicBezTo>
                <a:cubicBezTo>
                  <a:pt x="1738" y="528"/>
                  <a:pt x="1721" y="530"/>
                  <a:pt x="1713" y="519"/>
                </a:cubicBezTo>
                <a:cubicBezTo>
                  <a:pt x="1690" y="508"/>
                  <a:pt x="1683" y="507"/>
                  <a:pt x="1679" y="501"/>
                </a:cubicBezTo>
                <a:cubicBezTo>
                  <a:pt x="1636" y="472"/>
                  <a:pt x="1632" y="471"/>
                  <a:pt x="1629" y="470"/>
                </a:cubicBezTo>
                <a:cubicBezTo>
                  <a:pt x="1606" y="458"/>
                  <a:pt x="1604" y="451"/>
                  <a:pt x="1597" y="451"/>
                </a:cubicBezTo>
                <a:cubicBezTo>
                  <a:pt x="1563" y="430"/>
                  <a:pt x="1559" y="427"/>
                  <a:pt x="1554" y="424"/>
                </a:cubicBezTo>
                <a:cubicBezTo>
                  <a:pt x="1519" y="405"/>
                  <a:pt x="1516" y="400"/>
                  <a:pt x="1511" y="396"/>
                </a:cubicBezTo>
                <a:cubicBezTo>
                  <a:pt x="1476" y="378"/>
                  <a:pt x="1467" y="380"/>
                  <a:pt x="1465" y="373"/>
                </a:cubicBezTo>
                <a:cubicBezTo>
                  <a:pt x="1426" y="360"/>
                  <a:pt x="1420" y="358"/>
                  <a:pt x="1415" y="356"/>
                </a:cubicBezTo>
                <a:cubicBezTo>
                  <a:pt x="1375" y="348"/>
                  <a:pt x="1375" y="343"/>
                  <a:pt x="1369" y="346"/>
                </a:cubicBezTo>
                <a:cubicBezTo>
                  <a:pt x="1382" y="355"/>
                  <a:pt x="1389" y="351"/>
                  <a:pt x="1391" y="353"/>
                </a:cubicBezTo>
                <a:cubicBezTo>
                  <a:pt x="1446" y="377"/>
                  <a:pt x="1459" y="379"/>
                  <a:pt x="1470" y="386"/>
                </a:cubicBezTo>
                <a:cubicBezTo>
                  <a:pt x="1508" y="408"/>
                  <a:pt x="1515" y="409"/>
                  <a:pt x="1521" y="412"/>
                </a:cubicBezTo>
                <a:cubicBezTo>
                  <a:pt x="1575" y="451"/>
                  <a:pt x="1583" y="451"/>
                  <a:pt x="1588" y="455"/>
                </a:cubicBezTo>
                <a:cubicBezTo>
                  <a:pt x="1615" y="475"/>
                  <a:pt x="1622" y="471"/>
                  <a:pt x="1621" y="478"/>
                </a:cubicBezTo>
                <a:cubicBezTo>
                  <a:pt x="1649" y="495"/>
                  <a:pt x="1651" y="497"/>
                  <a:pt x="1654" y="499"/>
                </a:cubicBezTo>
                <a:cubicBezTo>
                  <a:pt x="1711" y="527"/>
                  <a:pt x="1711" y="533"/>
                  <a:pt x="1715" y="532"/>
                </a:cubicBezTo>
                <a:cubicBezTo>
                  <a:pt x="1752" y="544"/>
                  <a:pt x="1758" y="548"/>
                  <a:pt x="1765" y="550"/>
                </a:cubicBezTo>
                <a:cubicBezTo>
                  <a:pt x="1779" y="556"/>
                  <a:pt x="1783" y="556"/>
                  <a:pt x="1780" y="558"/>
                </a:cubicBezTo>
                <a:cubicBezTo>
                  <a:pt x="1702" y="547"/>
                  <a:pt x="1695" y="539"/>
                  <a:pt x="1685" y="535"/>
                </a:cubicBezTo>
                <a:cubicBezTo>
                  <a:pt x="1649" y="518"/>
                  <a:pt x="1646" y="517"/>
                  <a:pt x="1644" y="516"/>
                </a:cubicBezTo>
                <a:cubicBezTo>
                  <a:pt x="1614" y="502"/>
                  <a:pt x="1615" y="498"/>
                  <a:pt x="1614" y="497"/>
                </a:cubicBezTo>
                <a:cubicBezTo>
                  <a:pt x="1595" y="486"/>
                  <a:pt x="1585" y="484"/>
                  <a:pt x="1579" y="475"/>
                </a:cubicBezTo>
                <a:cubicBezTo>
                  <a:pt x="1537" y="447"/>
                  <a:pt x="1533" y="443"/>
                  <a:pt x="1528" y="442"/>
                </a:cubicBezTo>
                <a:cubicBezTo>
                  <a:pt x="1493" y="420"/>
                  <a:pt x="1484" y="415"/>
                  <a:pt x="1476" y="409"/>
                </a:cubicBezTo>
                <a:cubicBezTo>
                  <a:pt x="1431" y="388"/>
                  <a:pt x="1429" y="386"/>
                  <a:pt x="1425" y="387"/>
                </a:cubicBezTo>
                <a:cubicBezTo>
                  <a:pt x="1403" y="379"/>
                  <a:pt x="1396" y="375"/>
                  <a:pt x="1388" y="374"/>
                </a:cubicBezTo>
                <a:cubicBezTo>
                  <a:pt x="1367" y="367"/>
                  <a:pt x="1362" y="365"/>
                  <a:pt x="1355" y="366"/>
                </a:cubicBezTo>
                <a:cubicBezTo>
                  <a:pt x="1318" y="360"/>
                  <a:pt x="1310" y="352"/>
                  <a:pt x="1307" y="360"/>
                </a:cubicBezTo>
                <a:cubicBezTo>
                  <a:pt x="1345" y="366"/>
                  <a:pt x="1349" y="367"/>
                  <a:pt x="1351" y="369"/>
                </a:cubicBezTo>
                <a:cubicBezTo>
                  <a:pt x="1386" y="379"/>
                  <a:pt x="1390" y="380"/>
                  <a:pt x="1393" y="382"/>
                </a:cubicBezTo>
                <a:cubicBezTo>
                  <a:pt x="1423" y="399"/>
                  <a:pt x="1432" y="393"/>
                  <a:pt x="1434" y="397"/>
                </a:cubicBezTo>
                <a:cubicBezTo>
                  <a:pt x="1454" y="412"/>
                  <a:pt x="1462" y="407"/>
                  <a:pt x="1461" y="414"/>
                </a:cubicBezTo>
                <a:cubicBezTo>
                  <a:pt x="1510" y="441"/>
                  <a:pt x="1512" y="443"/>
                  <a:pt x="1515" y="444"/>
                </a:cubicBezTo>
                <a:cubicBezTo>
                  <a:pt x="1543" y="466"/>
                  <a:pt x="1550" y="462"/>
                  <a:pt x="1551" y="466"/>
                </a:cubicBezTo>
                <a:cubicBezTo>
                  <a:pt x="1571" y="481"/>
                  <a:pt x="1572" y="486"/>
                  <a:pt x="1576" y="486"/>
                </a:cubicBezTo>
                <a:cubicBezTo>
                  <a:pt x="1608" y="503"/>
                  <a:pt x="1609" y="508"/>
                  <a:pt x="1612" y="511"/>
                </a:cubicBezTo>
                <a:cubicBezTo>
                  <a:pt x="1647" y="524"/>
                  <a:pt x="1647" y="530"/>
                  <a:pt x="1651" y="532"/>
                </a:cubicBezTo>
                <a:cubicBezTo>
                  <a:pt x="1681" y="539"/>
                  <a:pt x="1682" y="546"/>
                  <a:pt x="1687" y="546"/>
                </a:cubicBezTo>
                <a:cubicBezTo>
                  <a:pt x="1722" y="557"/>
                  <a:pt x="1728" y="560"/>
                  <a:pt x="1734" y="562"/>
                </a:cubicBezTo>
                <a:cubicBezTo>
                  <a:pt x="1758" y="569"/>
                  <a:pt x="1752" y="572"/>
                  <a:pt x="1738" y="570"/>
                </a:cubicBezTo>
                <a:cubicBezTo>
                  <a:pt x="1665" y="552"/>
                  <a:pt x="1658" y="553"/>
                  <a:pt x="1652" y="552"/>
                </a:cubicBezTo>
                <a:cubicBezTo>
                  <a:pt x="1612" y="537"/>
                  <a:pt x="1614" y="527"/>
                  <a:pt x="1607" y="532"/>
                </a:cubicBezTo>
                <a:cubicBezTo>
                  <a:pt x="1584" y="521"/>
                  <a:pt x="1582" y="517"/>
                  <a:pt x="1579" y="514"/>
                </a:cubicBezTo>
                <a:cubicBezTo>
                  <a:pt x="1550" y="497"/>
                  <a:pt x="1547" y="498"/>
                  <a:pt x="1547" y="496"/>
                </a:cubicBezTo>
                <a:cubicBezTo>
                  <a:pt x="1532" y="482"/>
                  <a:pt x="1524" y="487"/>
                  <a:pt x="1524" y="480"/>
                </a:cubicBezTo>
                <a:cubicBezTo>
                  <a:pt x="1499" y="464"/>
                  <a:pt x="1491" y="463"/>
                  <a:pt x="1485" y="458"/>
                </a:cubicBezTo>
                <a:cubicBezTo>
                  <a:pt x="1459" y="445"/>
                  <a:pt x="1453" y="441"/>
                  <a:pt x="1446" y="439"/>
                </a:cubicBezTo>
                <a:cubicBezTo>
                  <a:pt x="1415" y="420"/>
                  <a:pt x="1408" y="423"/>
                  <a:pt x="1407" y="419"/>
                </a:cubicBezTo>
                <a:cubicBezTo>
                  <a:pt x="1383" y="409"/>
                  <a:pt x="1378" y="410"/>
                  <a:pt x="1374" y="410"/>
                </a:cubicBezTo>
                <a:cubicBezTo>
                  <a:pt x="1351" y="399"/>
                  <a:pt x="1343" y="404"/>
                  <a:pt x="1341" y="400"/>
                </a:cubicBezTo>
                <a:cubicBezTo>
                  <a:pt x="1337" y="401"/>
                  <a:pt x="1353" y="409"/>
                  <a:pt x="1372" y="412"/>
                </a:cubicBezTo>
                <a:cubicBezTo>
                  <a:pt x="1399" y="423"/>
                  <a:pt x="1401" y="424"/>
                  <a:pt x="1403" y="424"/>
                </a:cubicBezTo>
                <a:cubicBezTo>
                  <a:pt x="1429" y="440"/>
                  <a:pt x="1438" y="443"/>
                  <a:pt x="1447" y="445"/>
                </a:cubicBezTo>
                <a:cubicBezTo>
                  <a:pt x="1518" y="491"/>
                  <a:pt x="1524" y="489"/>
                  <a:pt x="1526" y="493"/>
                </a:cubicBezTo>
                <a:cubicBezTo>
                  <a:pt x="1550" y="509"/>
                  <a:pt x="1552" y="509"/>
                  <a:pt x="1554" y="510"/>
                </a:cubicBezTo>
                <a:cubicBezTo>
                  <a:pt x="1616" y="544"/>
                  <a:pt x="1623" y="549"/>
                  <a:pt x="1632" y="551"/>
                </a:cubicBezTo>
                <a:cubicBezTo>
                  <a:pt x="1674" y="567"/>
                  <a:pt x="1679" y="568"/>
                  <a:pt x="1682" y="571"/>
                </a:cubicBezTo>
                <a:cubicBezTo>
                  <a:pt x="1723" y="576"/>
                  <a:pt x="1729" y="583"/>
                  <a:pt x="1742" y="580"/>
                </a:cubicBezTo>
                <a:cubicBezTo>
                  <a:pt x="1759" y="590"/>
                  <a:pt x="1755" y="592"/>
                  <a:pt x="1754" y="589"/>
                </a:cubicBezTo>
                <a:cubicBezTo>
                  <a:pt x="1713" y="591"/>
                  <a:pt x="1708" y="586"/>
                  <a:pt x="1698" y="586"/>
                </a:cubicBezTo>
                <a:cubicBezTo>
                  <a:pt x="1654" y="574"/>
                  <a:pt x="1647" y="578"/>
                  <a:pt x="1646" y="576"/>
                </a:cubicBezTo>
                <a:cubicBezTo>
                  <a:pt x="1591" y="557"/>
                  <a:pt x="1586" y="553"/>
                  <a:pt x="1577" y="555"/>
                </a:cubicBezTo>
                <a:cubicBezTo>
                  <a:pt x="1551" y="536"/>
                  <a:pt x="1541" y="545"/>
                  <a:pt x="1543" y="536"/>
                </a:cubicBezTo>
                <a:cubicBezTo>
                  <a:pt x="1513" y="523"/>
                  <a:pt x="1510" y="521"/>
                  <a:pt x="1507" y="521"/>
                </a:cubicBezTo>
                <a:cubicBezTo>
                  <a:pt x="1477" y="507"/>
                  <a:pt x="1473" y="506"/>
                  <a:pt x="1472" y="500"/>
                </a:cubicBezTo>
                <a:cubicBezTo>
                  <a:pt x="1408" y="467"/>
                  <a:pt x="1397" y="459"/>
                  <a:pt x="1384" y="454"/>
                </a:cubicBezTo>
                <a:cubicBezTo>
                  <a:pt x="1343" y="434"/>
                  <a:pt x="1341" y="426"/>
                  <a:pt x="1333" y="426"/>
                </a:cubicBezTo>
                <a:cubicBezTo>
                  <a:pt x="1289" y="410"/>
                  <a:pt x="1284" y="405"/>
                  <a:pt x="1276" y="405"/>
                </a:cubicBezTo>
                <a:cubicBezTo>
                  <a:pt x="1253" y="397"/>
                  <a:pt x="1247" y="401"/>
                  <a:pt x="1246" y="397"/>
                </a:cubicBezTo>
                <a:cubicBezTo>
                  <a:pt x="1257" y="404"/>
                  <a:pt x="1261" y="408"/>
                  <a:pt x="1269" y="406"/>
                </a:cubicBezTo>
                <a:cubicBezTo>
                  <a:pt x="1312" y="423"/>
                  <a:pt x="1323" y="427"/>
                  <a:pt x="1332" y="433"/>
                </a:cubicBezTo>
                <a:cubicBezTo>
                  <a:pt x="1373" y="452"/>
                  <a:pt x="1380" y="461"/>
                  <a:pt x="1391" y="464"/>
                </a:cubicBezTo>
                <a:cubicBezTo>
                  <a:pt x="1429" y="487"/>
                  <a:pt x="1438" y="493"/>
                  <a:pt x="1448" y="498"/>
                </a:cubicBezTo>
                <a:cubicBezTo>
                  <a:pt x="1495" y="522"/>
                  <a:pt x="1497" y="523"/>
                  <a:pt x="1497" y="527"/>
                </a:cubicBezTo>
                <a:cubicBezTo>
                  <a:pt x="1546" y="551"/>
                  <a:pt x="1559" y="551"/>
                  <a:pt x="1567" y="559"/>
                </a:cubicBezTo>
                <a:cubicBezTo>
                  <a:pt x="1622" y="576"/>
                  <a:pt x="1626" y="580"/>
                  <a:pt x="1631" y="583"/>
                </a:cubicBezTo>
                <a:cubicBezTo>
                  <a:pt x="1662" y="587"/>
                  <a:pt x="1662" y="592"/>
                  <a:pt x="1668" y="589"/>
                </a:cubicBezTo>
                <a:cubicBezTo>
                  <a:pt x="1709" y="600"/>
                  <a:pt x="1718" y="597"/>
                  <a:pt x="1723" y="599"/>
                </a:cubicBezTo>
                <a:cubicBezTo>
                  <a:pt x="1724" y="608"/>
                  <a:pt x="1723" y="608"/>
                  <a:pt x="1722" y="606"/>
                </a:cubicBezTo>
                <a:cubicBezTo>
                  <a:pt x="1682" y="603"/>
                  <a:pt x="1670" y="604"/>
                  <a:pt x="1660" y="604"/>
                </a:cubicBezTo>
                <a:cubicBezTo>
                  <a:pt x="1606" y="587"/>
                  <a:pt x="1598" y="585"/>
                  <a:pt x="1591" y="581"/>
                </a:cubicBezTo>
                <a:cubicBezTo>
                  <a:pt x="1518" y="552"/>
                  <a:pt x="1512" y="547"/>
                  <a:pt x="1505" y="543"/>
                </a:cubicBezTo>
                <a:cubicBezTo>
                  <a:pt x="1461" y="517"/>
                  <a:pt x="1453" y="512"/>
                  <a:pt x="1445" y="508"/>
                </a:cubicBezTo>
                <a:cubicBezTo>
                  <a:pt x="1416" y="493"/>
                  <a:pt x="1413" y="488"/>
                  <a:pt x="1410" y="485"/>
                </a:cubicBezTo>
                <a:cubicBezTo>
                  <a:pt x="1380" y="471"/>
                  <a:pt x="1374" y="471"/>
                  <a:pt x="1371" y="466"/>
                </a:cubicBezTo>
                <a:cubicBezTo>
                  <a:pt x="1302" y="432"/>
                  <a:pt x="1301" y="425"/>
                  <a:pt x="1293" y="429"/>
                </a:cubicBezTo>
                <a:cubicBezTo>
                  <a:pt x="1283" y="430"/>
                  <a:pt x="1290" y="428"/>
                  <a:pt x="1294" y="433"/>
                </a:cubicBezTo>
                <a:cubicBezTo>
                  <a:pt x="1362" y="468"/>
                  <a:pt x="1370" y="477"/>
                  <a:pt x="1382" y="479"/>
                </a:cubicBezTo>
                <a:cubicBezTo>
                  <a:pt x="1400" y="491"/>
                  <a:pt x="1406" y="491"/>
                  <a:pt x="1410" y="496"/>
                </a:cubicBezTo>
                <a:cubicBezTo>
                  <a:pt x="1443" y="513"/>
                  <a:pt x="1445" y="520"/>
                  <a:pt x="1452" y="520"/>
                </a:cubicBezTo>
                <a:cubicBezTo>
                  <a:pt x="1488" y="537"/>
                  <a:pt x="1488" y="547"/>
                  <a:pt x="1496" y="545"/>
                </a:cubicBezTo>
                <a:cubicBezTo>
                  <a:pt x="1533" y="569"/>
                  <a:pt x="1543" y="571"/>
                  <a:pt x="1548" y="578"/>
                </a:cubicBezTo>
                <a:cubicBezTo>
                  <a:pt x="1580" y="584"/>
                  <a:pt x="1582" y="594"/>
                  <a:pt x="1593" y="592"/>
                </a:cubicBezTo>
                <a:cubicBezTo>
                  <a:pt x="1620" y="603"/>
                  <a:pt x="1621" y="605"/>
                  <a:pt x="1624" y="604"/>
                </a:cubicBezTo>
                <a:cubicBezTo>
                  <a:pt x="1657" y="614"/>
                  <a:pt x="1662" y="613"/>
                  <a:pt x="1667" y="611"/>
                </a:cubicBezTo>
                <a:cubicBezTo>
                  <a:pt x="1692" y="626"/>
                  <a:pt x="1685" y="617"/>
                  <a:pt x="1681" y="622"/>
                </a:cubicBezTo>
                <a:cubicBezTo>
                  <a:pt x="1593" y="615"/>
                  <a:pt x="1584" y="614"/>
                  <a:pt x="1575" y="613"/>
                </a:cubicBezTo>
                <a:cubicBezTo>
                  <a:pt x="1546" y="601"/>
                  <a:pt x="1538" y="605"/>
                  <a:pt x="1535" y="602"/>
                </a:cubicBezTo>
                <a:cubicBezTo>
                  <a:pt x="1505" y="591"/>
                  <a:pt x="1501" y="590"/>
                  <a:pt x="1497" y="587"/>
                </a:cubicBezTo>
                <a:cubicBezTo>
                  <a:pt x="1464" y="574"/>
                  <a:pt x="1462" y="573"/>
                  <a:pt x="1461" y="571"/>
                </a:cubicBezTo>
                <a:cubicBezTo>
                  <a:pt x="1444" y="564"/>
                  <a:pt x="1441" y="561"/>
                  <a:pt x="1437" y="560"/>
                </a:cubicBezTo>
                <a:cubicBezTo>
                  <a:pt x="1396" y="533"/>
                  <a:pt x="1390" y="529"/>
                  <a:pt x="1384" y="523"/>
                </a:cubicBezTo>
                <a:cubicBezTo>
                  <a:pt x="1348" y="497"/>
                  <a:pt x="1334" y="487"/>
                  <a:pt x="1322" y="474"/>
                </a:cubicBezTo>
                <a:cubicBezTo>
                  <a:pt x="1288" y="447"/>
                  <a:pt x="1282" y="448"/>
                  <a:pt x="1280" y="442"/>
                </a:cubicBezTo>
                <a:cubicBezTo>
                  <a:pt x="1254" y="427"/>
                  <a:pt x="1251" y="424"/>
                  <a:pt x="1246" y="424"/>
                </a:cubicBezTo>
                <a:cubicBezTo>
                  <a:pt x="1239" y="423"/>
                  <a:pt x="1244" y="426"/>
                  <a:pt x="1247" y="430"/>
                </a:cubicBezTo>
                <a:cubicBezTo>
                  <a:pt x="1267" y="440"/>
                  <a:pt x="1271" y="443"/>
                  <a:pt x="1275" y="447"/>
                </a:cubicBezTo>
                <a:cubicBezTo>
                  <a:pt x="1323" y="484"/>
                  <a:pt x="1331" y="493"/>
                  <a:pt x="1339" y="500"/>
                </a:cubicBezTo>
                <a:cubicBezTo>
                  <a:pt x="1401" y="544"/>
                  <a:pt x="1408" y="552"/>
                  <a:pt x="1418" y="557"/>
                </a:cubicBezTo>
                <a:cubicBezTo>
                  <a:pt x="1436" y="571"/>
                  <a:pt x="1444" y="569"/>
                  <a:pt x="1446" y="576"/>
                </a:cubicBezTo>
                <a:cubicBezTo>
                  <a:pt x="1503" y="601"/>
                  <a:pt x="1515" y="599"/>
                  <a:pt x="1520" y="607"/>
                </a:cubicBezTo>
                <a:cubicBezTo>
                  <a:pt x="1568" y="619"/>
                  <a:pt x="1585" y="625"/>
                  <a:pt x="1606" y="627"/>
                </a:cubicBezTo>
                <a:cubicBezTo>
                  <a:pt x="1641" y="631"/>
                  <a:pt x="1645" y="634"/>
                  <a:pt x="1651" y="632"/>
                </a:cubicBezTo>
                <a:cubicBezTo>
                  <a:pt x="1618" y="637"/>
                  <a:pt x="1616" y="637"/>
                  <a:pt x="1608" y="636"/>
                </a:cubicBezTo>
                <a:cubicBezTo>
                  <a:pt x="1567" y="628"/>
                  <a:pt x="1562" y="625"/>
                  <a:pt x="1555" y="625"/>
                </a:cubicBezTo>
                <a:cubicBezTo>
                  <a:pt x="1534" y="620"/>
                  <a:pt x="1531" y="619"/>
                  <a:pt x="1529" y="616"/>
                </a:cubicBezTo>
                <a:cubicBezTo>
                  <a:pt x="1499" y="609"/>
                  <a:pt x="1498" y="606"/>
                  <a:pt x="1496" y="605"/>
                </a:cubicBezTo>
                <a:cubicBezTo>
                  <a:pt x="1453" y="583"/>
                  <a:pt x="1451" y="582"/>
                  <a:pt x="1447" y="582"/>
                </a:cubicBezTo>
                <a:cubicBezTo>
                  <a:pt x="1415" y="563"/>
                  <a:pt x="1404" y="558"/>
                  <a:pt x="1393" y="552"/>
                </a:cubicBezTo>
                <a:cubicBezTo>
                  <a:pt x="1381" y="541"/>
                  <a:pt x="1375" y="541"/>
                  <a:pt x="1373" y="536"/>
                </a:cubicBezTo>
                <a:cubicBezTo>
                  <a:pt x="1299" y="486"/>
                  <a:pt x="1294" y="478"/>
                  <a:pt x="1286" y="474"/>
                </a:cubicBezTo>
                <a:cubicBezTo>
                  <a:pt x="1274" y="462"/>
                  <a:pt x="1268" y="463"/>
                  <a:pt x="1265" y="458"/>
                </a:cubicBezTo>
                <a:cubicBezTo>
                  <a:pt x="1227" y="434"/>
                  <a:pt x="1225" y="430"/>
                  <a:pt x="1218" y="431"/>
                </a:cubicBezTo>
                <a:cubicBezTo>
                  <a:pt x="1245" y="452"/>
                  <a:pt x="1249" y="454"/>
                  <a:pt x="1254" y="456"/>
                </a:cubicBezTo>
                <a:cubicBezTo>
                  <a:pt x="1273" y="470"/>
                  <a:pt x="1275" y="472"/>
                  <a:pt x="1277" y="474"/>
                </a:cubicBezTo>
                <a:cubicBezTo>
                  <a:pt x="1295" y="490"/>
                  <a:pt x="1297" y="491"/>
                  <a:pt x="1300" y="492"/>
                </a:cubicBezTo>
                <a:cubicBezTo>
                  <a:pt x="1374" y="550"/>
                  <a:pt x="1391" y="560"/>
                  <a:pt x="1408" y="572"/>
                </a:cubicBezTo>
                <a:cubicBezTo>
                  <a:pt x="1492" y="612"/>
                  <a:pt x="1496" y="615"/>
                  <a:pt x="1500" y="617"/>
                </a:cubicBezTo>
                <a:cubicBezTo>
                  <a:pt x="1529" y="631"/>
                  <a:pt x="1535" y="628"/>
                  <a:pt x="1536" y="631"/>
                </a:cubicBezTo>
                <a:cubicBezTo>
                  <a:pt x="1564" y="637"/>
                  <a:pt x="1570" y="637"/>
                  <a:pt x="1575" y="639"/>
                </a:cubicBezTo>
                <a:cubicBezTo>
                  <a:pt x="1630" y="648"/>
                  <a:pt x="1639" y="643"/>
                  <a:pt x="1641" y="649"/>
                </a:cubicBezTo>
                <a:cubicBezTo>
                  <a:pt x="1616" y="651"/>
                  <a:pt x="1609" y="655"/>
                  <a:pt x="1608" y="651"/>
                </a:cubicBezTo>
                <a:cubicBezTo>
                  <a:pt x="1511" y="636"/>
                  <a:pt x="1504" y="634"/>
                  <a:pt x="1496" y="633"/>
                </a:cubicBezTo>
                <a:cubicBezTo>
                  <a:pt x="1421" y="596"/>
                  <a:pt x="1414" y="600"/>
                  <a:pt x="1412" y="598"/>
                </a:cubicBezTo>
                <a:cubicBezTo>
                  <a:pt x="1378" y="578"/>
                  <a:pt x="1373" y="574"/>
                  <a:pt x="1368" y="570"/>
                </a:cubicBezTo>
                <a:cubicBezTo>
                  <a:pt x="1339" y="548"/>
                  <a:pt x="1329" y="538"/>
                  <a:pt x="1316" y="531"/>
                </a:cubicBezTo>
                <a:cubicBezTo>
                  <a:pt x="1280" y="494"/>
                  <a:pt x="1271" y="495"/>
                  <a:pt x="1268" y="486"/>
                </a:cubicBezTo>
                <a:cubicBezTo>
                  <a:pt x="1258" y="473"/>
                  <a:pt x="1254" y="485"/>
                  <a:pt x="1259" y="483"/>
                </a:cubicBezTo>
                <a:cubicBezTo>
                  <a:pt x="1281" y="508"/>
                  <a:pt x="1287" y="506"/>
                  <a:pt x="1286" y="512"/>
                </a:cubicBezTo>
                <a:cubicBezTo>
                  <a:pt x="1320" y="539"/>
                  <a:pt x="1329" y="550"/>
                  <a:pt x="1341" y="555"/>
                </a:cubicBezTo>
                <a:cubicBezTo>
                  <a:pt x="1379" y="584"/>
                  <a:pt x="1383" y="593"/>
                  <a:pt x="1394" y="592"/>
                </a:cubicBezTo>
                <a:cubicBezTo>
                  <a:pt x="1424" y="609"/>
                  <a:pt x="1430" y="615"/>
                  <a:pt x="1438" y="617"/>
                </a:cubicBezTo>
                <a:cubicBezTo>
                  <a:pt x="1466" y="632"/>
                  <a:pt x="1473" y="632"/>
                  <a:pt x="1478" y="632"/>
                </a:cubicBezTo>
                <a:cubicBezTo>
                  <a:pt x="1542" y="650"/>
                  <a:pt x="1551" y="659"/>
                  <a:pt x="1567" y="656"/>
                </a:cubicBezTo>
                <a:cubicBezTo>
                  <a:pt x="1589" y="662"/>
                  <a:pt x="1592" y="664"/>
                  <a:pt x="1595" y="664"/>
                </a:cubicBezTo>
                <a:cubicBezTo>
                  <a:pt x="1555" y="665"/>
                  <a:pt x="1549" y="669"/>
                  <a:pt x="1547" y="666"/>
                </a:cubicBezTo>
                <a:cubicBezTo>
                  <a:pt x="1487" y="658"/>
                  <a:pt x="1484" y="657"/>
                  <a:pt x="1481" y="656"/>
                </a:cubicBezTo>
                <a:cubicBezTo>
                  <a:pt x="1433" y="643"/>
                  <a:pt x="1421" y="636"/>
                  <a:pt x="1408" y="632"/>
                </a:cubicBezTo>
                <a:cubicBezTo>
                  <a:pt x="1354" y="601"/>
                  <a:pt x="1350" y="598"/>
                  <a:pt x="1346" y="596"/>
                </a:cubicBezTo>
                <a:cubicBezTo>
                  <a:pt x="1333" y="588"/>
                  <a:pt x="1334" y="584"/>
                  <a:pt x="1332" y="583"/>
                </a:cubicBezTo>
                <a:cubicBezTo>
                  <a:pt x="1306" y="568"/>
                  <a:pt x="1292" y="554"/>
                  <a:pt x="1274" y="545"/>
                </a:cubicBezTo>
                <a:cubicBezTo>
                  <a:pt x="1221" y="514"/>
                  <a:pt x="1213" y="518"/>
                  <a:pt x="1211" y="512"/>
                </a:cubicBezTo>
                <a:cubicBezTo>
                  <a:pt x="1178" y="504"/>
                  <a:pt x="1176" y="502"/>
                  <a:pt x="1172" y="504"/>
                </a:cubicBezTo>
                <a:cubicBezTo>
                  <a:pt x="1192" y="514"/>
                  <a:pt x="1200" y="513"/>
                  <a:pt x="1205" y="518"/>
                </a:cubicBezTo>
                <a:cubicBezTo>
                  <a:pt x="1278" y="558"/>
                  <a:pt x="1289" y="560"/>
                  <a:pt x="1294" y="570"/>
                </a:cubicBezTo>
                <a:cubicBezTo>
                  <a:pt x="1336" y="596"/>
                  <a:pt x="1337" y="599"/>
                  <a:pt x="1340" y="600"/>
                </a:cubicBezTo>
                <a:cubicBezTo>
                  <a:pt x="1380" y="627"/>
                  <a:pt x="1387" y="635"/>
                  <a:pt x="1399" y="635"/>
                </a:cubicBezTo>
                <a:cubicBezTo>
                  <a:pt x="1436" y="655"/>
                  <a:pt x="1447" y="659"/>
                  <a:pt x="1461" y="658"/>
                </a:cubicBezTo>
                <a:cubicBezTo>
                  <a:pt x="1487" y="664"/>
                  <a:pt x="1488" y="669"/>
                  <a:pt x="1492" y="670"/>
                </a:cubicBezTo>
                <a:cubicBezTo>
                  <a:pt x="1538" y="679"/>
                  <a:pt x="1550" y="675"/>
                  <a:pt x="1556" y="680"/>
                </a:cubicBezTo>
                <a:cubicBezTo>
                  <a:pt x="1519" y="683"/>
                  <a:pt x="1520" y="675"/>
                  <a:pt x="1513" y="677"/>
                </a:cubicBezTo>
                <a:cubicBezTo>
                  <a:pt x="1499" y="674"/>
                  <a:pt x="1492" y="677"/>
                  <a:pt x="1488" y="675"/>
                </a:cubicBezTo>
                <a:cubicBezTo>
                  <a:pt x="1432" y="662"/>
                  <a:pt x="1430" y="659"/>
                  <a:pt x="1428" y="659"/>
                </a:cubicBezTo>
                <a:cubicBezTo>
                  <a:pt x="1407" y="653"/>
                  <a:pt x="1398" y="651"/>
                  <a:pt x="1391" y="648"/>
                </a:cubicBezTo>
                <a:cubicBezTo>
                  <a:pt x="1354" y="632"/>
                  <a:pt x="1348" y="632"/>
                  <a:pt x="1345" y="630"/>
                </a:cubicBezTo>
                <a:cubicBezTo>
                  <a:pt x="1322" y="615"/>
                  <a:pt x="1316" y="617"/>
                  <a:pt x="1313" y="613"/>
                </a:cubicBezTo>
                <a:cubicBezTo>
                  <a:pt x="1279" y="594"/>
                  <a:pt x="1276" y="591"/>
                  <a:pt x="1271" y="590"/>
                </a:cubicBezTo>
                <a:cubicBezTo>
                  <a:pt x="1238" y="568"/>
                  <a:pt x="1232" y="570"/>
                  <a:pt x="1230" y="566"/>
                </a:cubicBezTo>
                <a:cubicBezTo>
                  <a:pt x="1190" y="554"/>
                  <a:pt x="1189" y="549"/>
                  <a:pt x="1182" y="550"/>
                </a:cubicBezTo>
                <a:cubicBezTo>
                  <a:pt x="1139" y="548"/>
                  <a:pt x="1134" y="547"/>
                  <a:pt x="1126" y="547"/>
                </a:cubicBezTo>
                <a:cubicBezTo>
                  <a:pt x="1156" y="555"/>
                  <a:pt x="1170" y="550"/>
                  <a:pt x="1177" y="556"/>
                </a:cubicBezTo>
                <a:cubicBezTo>
                  <a:pt x="1230" y="573"/>
                  <a:pt x="1232" y="576"/>
                  <a:pt x="1234" y="579"/>
                </a:cubicBezTo>
                <a:cubicBezTo>
                  <a:pt x="1286" y="604"/>
                  <a:pt x="1288" y="608"/>
                  <a:pt x="1291" y="611"/>
                </a:cubicBezTo>
                <a:cubicBezTo>
                  <a:pt x="1326" y="629"/>
                  <a:pt x="1333" y="632"/>
                  <a:pt x="1339" y="635"/>
                </a:cubicBezTo>
                <a:cubicBezTo>
                  <a:pt x="1354" y="643"/>
                  <a:pt x="1358" y="644"/>
                  <a:pt x="1355" y="646"/>
                </a:cubicBezTo>
                <a:cubicBezTo>
                  <a:pt x="1332" y="636"/>
                  <a:pt x="1330" y="635"/>
                  <a:pt x="1326" y="635"/>
                </a:cubicBezTo>
                <a:cubicBezTo>
                  <a:pt x="1294" y="620"/>
                  <a:pt x="1289" y="619"/>
                  <a:pt x="1283" y="619"/>
                </a:cubicBezTo>
                <a:cubicBezTo>
                  <a:pt x="1231" y="596"/>
                  <a:pt x="1222" y="592"/>
                  <a:pt x="1212" y="589"/>
                </a:cubicBezTo>
                <a:cubicBezTo>
                  <a:pt x="1134" y="577"/>
                  <a:pt x="1120" y="579"/>
                  <a:pt x="1108" y="579"/>
                </a:cubicBezTo>
                <a:cubicBezTo>
                  <a:pt x="1062" y="594"/>
                  <a:pt x="1067" y="589"/>
                  <a:pt x="1076" y="589"/>
                </a:cubicBezTo>
                <a:cubicBezTo>
                  <a:pt x="1157" y="587"/>
                  <a:pt x="1166" y="585"/>
                  <a:pt x="1173" y="585"/>
                </a:cubicBezTo>
                <a:cubicBezTo>
                  <a:pt x="1205" y="597"/>
                  <a:pt x="1212" y="594"/>
                  <a:pt x="1213" y="598"/>
                </a:cubicBezTo>
                <a:cubicBezTo>
                  <a:pt x="1245" y="611"/>
                  <a:pt x="1259" y="614"/>
                  <a:pt x="1270" y="621"/>
                </a:cubicBezTo>
                <a:cubicBezTo>
                  <a:pt x="1316" y="636"/>
                  <a:pt x="1321" y="639"/>
                  <a:pt x="1326" y="644"/>
                </a:cubicBezTo>
                <a:cubicBezTo>
                  <a:pt x="1370" y="662"/>
                  <a:pt x="1377" y="664"/>
                  <a:pt x="1383" y="667"/>
                </a:cubicBezTo>
                <a:cubicBezTo>
                  <a:pt x="1436" y="683"/>
                  <a:pt x="1437" y="688"/>
                  <a:pt x="1444" y="685"/>
                </a:cubicBezTo>
                <a:cubicBezTo>
                  <a:pt x="1504" y="697"/>
                  <a:pt x="1508" y="695"/>
                  <a:pt x="1512" y="695"/>
                </a:cubicBezTo>
                <a:cubicBezTo>
                  <a:pt x="1536" y="698"/>
                  <a:pt x="1543" y="693"/>
                  <a:pt x="1544" y="698"/>
                </a:cubicBezTo>
                <a:cubicBezTo>
                  <a:pt x="1486" y="702"/>
                  <a:pt x="1471" y="703"/>
                  <a:pt x="1456" y="703"/>
                </a:cubicBezTo>
                <a:cubicBezTo>
                  <a:pt x="1429" y="698"/>
                  <a:pt x="1423" y="696"/>
                  <a:pt x="1415" y="697"/>
                </a:cubicBezTo>
                <a:cubicBezTo>
                  <a:pt x="1353" y="677"/>
                  <a:pt x="1348" y="673"/>
                  <a:pt x="1340" y="675"/>
                </a:cubicBezTo>
                <a:cubicBezTo>
                  <a:pt x="1312" y="661"/>
                  <a:pt x="1304" y="658"/>
                  <a:pt x="1295" y="656"/>
                </a:cubicBezTo>
                <a:cubicBezTo>
                  <a:pt x="1258" y="637"/>
                  <a:pt x="1253" y="638"/>
                  <a:pt x="1247" y="638"/>
                </a:cubicBezTo>
                <a:cubicBezTo>
                  <a:pt x="1196" y="619"/>
                  <a:pt x="1187" y="623"/>
                  <a:pt x="1186" y="618"/>
                </a:cubicBezTo>
                <a:cubicBezTo>
                  <a:pt x="1157" y="610"/>
                  <a:pt x="1149" y="614"/>
                  <a:pt x="1147" y="610"/>
                </a:cubicBezTo>
                <a:cubicBezTo>
                  <a:pt x="1083" y="616"/>
                  <a:pt x="1084" y="621"/>
                  <a:pt x="1078" y="620"/>
                </a:cubicBezTo>
                <a:cubicBezTo>
                  <a:pt x="1150" y="620"/>
                  <a:pt x="1157" y="619"/>
                  <a:pt x="1160" y="623"/>
                </a:cubicBezTo>
                <a:cubicBezTo>
                  <a:pt x="1199" y="630"/>
                  <a:pt x="1204" y="632"/>
                  <a:pt x="1209" y="634"/>
                </a:cubicBezTo>
                <a:cubicBezTo>
                  <a:pt x="1228" y="642"/>
                  <a:pt x="1238" y="637"/>
                  <a:pt x="1239" y="644"/>
                </a:cubicBezTo>
                <a:cubicBezTo>
                  <a:pt x="1313" y="668"/>
                  <a:pt x="1320" y="677"/>
                  <a:pt x="1332" y="679"/>
                </a:cubicBezTo>
                <a:cubicBezTo>
                  <a:pt x="1381" y="698"/>
                  <a:pt x="1390" y="695"/>
                  <a:pt x="1393" y="701"/>
                </a:cubicBezTo>
                <a:cubicBezTo>
                  <a:pt x="1304" y="679"/>
                  <a:pt x="1301" y="674"/>
                  <a:pt x="1293" y="674"/>
                </a:cubicBezTo>
                <a:cubicBezTo>
                  <a:pt x="1253" y="666"/>
                  <a:pt x="1252" y="659"/>
                  <a:pt x="1244" y="661"/>
                </a:cubicBezTo>
                <a:cubicBezTo>
                  <a:pt x="1190" y="645"/>
                  <a:pt x="1182" y="646"/>
                  <a:pt x="1177" y="644"/>
                </a:cubicBezTo>
                <a:cubicBezTo>
                  <a:pt x="1102" y="645"/>
                  <a:pt x="1100" y="643"/>
                  <a:pt x="1084" y="646"/>
                </a:cubicBezTo>
                <a:cubicBezTo>
                  <a:pt x="1038" y="654"/>
                  <a:pt x="1027" y="657"/>
                  <a:pt x="1016" y="660"/>
                </a:cubicBezTo>
                <a:cubicBezTo>
                  <a:pt x="1009" y="671"/>
                  <a:pt x="1023" y="663"/>
                  <a:pt x="1040" y="658"/>
                </a:cubicBezTo>
                <a:cubicBezTo>
                  <a:pt x="1127" y="644"/>
                  <a:pt x="1133" y="653"/>
                  <a:pt x="1142" y="648"/>
                </a:cubicBezTo>
                <a:cubicBezTo>
                  <a:pt x="1168" y="650"/>
                  <a:pt x="1171" y="650"/>
                  <a:pt x="1174" y="652"/>
                </a:cubicBezTo>
                <a:cubicBezTo>
                  <a:pt x="1216" y="663"/>
                  <a:pt x="1230" y="664"/>
                  <a:pt x="1243" y="668"/>
                </a:cubicBezTo>
                <a:cubicBezTo>
                  <a:pt x="1286" y="682"/>
                  <a:pt x="1293" y="683"/>
                  <a:pt x="1300" y="684"/>
                </a:cubicBezTo>
                <a:cubicBezTo>
                  <a:pt x="1341" y="697"/>
                  <a:pt x="1345" y="698"/>
                  <a:pt x="1347" y="700"/>
                </a:cubicBezTo>
                <a:cubicBezTo>
                  <a:pt x="1407" y="712"/>
                  <a:pt x="1415" y="717"/>
                  <a:pt x="1425" y="717"/>
                </a:cubicBezTo>
                <a:cubicBezTo>
                  <a:pt x="1468" y="727"/>
                  <a:pt x="1479" y="717"/>
                  <a:pt x="1479" y="723"/>
                </a:cubicBezTo>
                <a:cubicBezTo>
                  <a:pt x="1425" y="732"/>
                  <a:pt x="1411" y="731"/>
                  <a:pt x="1397" y="731"/>
                </a:cubicBezTo>
                <a:cubicBezTo>
                  <a:pt x="1367" y="724"/>
                  <a:pt x="1361" y="728"/>
                  <a:pt x="1360" y="724"/>
                </a:cubicBezTo>
                <a:cubicBezTo>
                  <a:pt x="1304" y="710"/>
                  <a:pt x="1299" y="708"/>
                  <a:pt x="1293" y="708"/>
                </a:cubicBezTo>
                <a:cubicBezTo>
                  <a:pt x="1240" y="696"/>
                  <a:pt x="1239" y="689"/>
                  <a:pt x="1232" y="690"/>
                </a:cubicBezTo>
                <a:cubicBezTo>
                  <a:pt x="1148" y="668"/>
                  <a:pt x="1139" y="669"/>
                  <a:pt x="1132" y="666"/>
                </a:cubicBezTo>
                <a:cubicBezTo>
                  <a:pt x="1108" y="662"/>
                  <a:pt x="1101" y="667"/>
                  <a:pt x="1101" y="663"/>
                </a:cubicBezTo>
                <a:cubicBezTo>
                  <a:pt x="1074" y="662"/>
                  <a:pt x="1066" y="667"/>
                  <a:pt x="1065" y="662"/>
                </a:cubicBezTo>
                <a:cubicBezTo>
                  <a:pt x="1055" y="666"/>
                  <a:pt x="1086" y="668"/>
                  <a:pt x="1116" y="671"/>
                </a:cubicBezTo>
                <a:cubicBezTo>
                  <a:pt x="1206" y="690"/>
                  <a:pt x="1212" y="689"/>
                  <a:pt x="1215" y="693"/>
                </a:cubicBezTo>
                <a:cubicBezTo>
                  <a:pt x="1240" y="698"/>
                  <a:pt x="1245" y="703"/>
                  <a:pt x="1254" y="704"/>
                </a:cubicBezTo>
                <a:cubicBezTo>
                  <a:pt x="1310" y="722"/>
                  <a:pt x="1318" y="725"/>
                  <a:pt x="1325" y="729"/>
                </a:cubicBezTo>
                <a:cubicBezTo>
                  <a:pt x="1364" y="740"/>
                  <a:pt x="1374" y="733"/>
                  <a:pt x="1374" y="740"/>
                </a:cubicBezTo>
                <a:cubicBezTo>
                  <a:pt x="1411" y="742"/>
                  <a:pt x="1411" y="738"/>
                  <a:pt x="1414" y="743"/>
                </a:cubicBezTo>
                <a:cubicBezTo>
                  <a:pt x="1303" y="732"/>
                  <a:pt x="1295" y="732"/>
                  <a:pt x="1290" y="728"/>
                </a:cubicBezTo>
                <a:cubicBezTo>
                  <a:pt x="1255" y="719"/>
                  <a:pt x="1240" y="716"/>
                  <a:pt x="1225" y="713"/>
                </a:cubicBezTo>
                <a:cubicBezTo>
                  <a:pt x="1158" y="693"/>
                  <a:pt x="1147" y="697"/>
                  <a:pt x="1142" y="693"/>
                </a:cubicBezTo>
                <a:cubicBezTo>
                  <a:pt x="1067" y="682"/>
                  <a:pt x="1060" y="680"/>
                  <a:pt x="1051" y="680"/>
                </a:cubicBezTo>
                <a:cubicBezTo>
                  <a:pt x="1019" y="689"/>
                  <a:pt x="1034" y="691"/>
                  <a:pt x="1054" y="687"/>
                </a:cubicBezTo>
                <a:cubicBezTo>
                  <a:pt x="1119" y="691"/>
                  <a:pt x="1120" y="700"/>
                  <a:pt x="1129" y="697"/>
                </a:cubicBezTo>
                <a:cubicBezTo>
                  <a:pt x="1178" y="710"/>
                  <a:pt x="1192" y="710"/>
                  <a:pt x="1203" y="715"/>
                </a:cubicBezTo>
                <a:cubicBezTo>
                  <a:pt x="1244" y="728"/>
                  <a:pt x="1252" y="727"/>
                  <a:pt x="1257" y="730"/>
                </a:cubicBezTo>
                <a:cubicBezTo>
                  <a:pt x="1283" y="735"/>
                  <a:pt x="1286" y="740"/>
                  <a:pt x="1294" y="739"/>
                </a:cubicBezTo>
                <a:cubicBezTo>
                  <a:pt x="1351" y="756"/>
                  <a:pt x="1361" y="747"/>
                  <a:pt x="1361" y="753"/>
                </a:cubicBezTo>
                <a:cubicBezTo>
                  <a:pt x="1380" y="756"/>
                  <a:pt x="1376" y="760"/>
                  <a:pt x="1362" y="762"/>
                </a:cubicBezTo>
                <a:cubicBezTo>
                  <a:pt x="1315" y="757"/>
                  <a:pt x="1314" y="755"/>
                  <a:pt x="1310" y="756"/>
                </a:cubicBezTo>
                <a:cubicBezTo>
                  <a:pt x="1291" y="749"/>
                  <a:pt x="1286" y="752"/>
                  <a:pt x="1285" y="749"/>
                </a:cubicBezTo>
                <a:cubicBezTo>
                  <a:pt x="1265" y="745"/>
                  <a:pt x="1264" y="743"/>
                  <a:pt x="1260" y="745"/>
                </a:cubicBezTo>
                <a:cubicBezTo>
                  <a:pt x="1206" y="729"/>
                  <a:pt x="1199" y="730"/>
                  <a:pt x="1196" y="725"/>
                </a:cubicBezTo>
                <a:cubicBezTo>
                  <a:pt x="1126" y="707"/>
                  <a:pt x="1120" y="706"/>
                  <a:pt x="1113" y="707"/>
                </a:cubicBezTo>
                <a:cubicBezTo>
                  <a:pt x="1142" y="713"/>
                  <a:pt x="1148" y="722"/>
                  <a:pt x="1162" y="720"/>
                </a:cubicBezTo>
                <a:cubicBezTo>
                  <a:pt x="1229" y="744"/>
                  <a:pt x="1232" y="748"/>
                  <a:pt x="1238" y="749"/>
                </a:cubicBezTo>
                <a:cubicBezTo>
                  <a:pt x="1266" y="755"/>
                  <a:pt x="1278" y="756"/>
                  <a:pt x="1287" y="762"/>
                </a:cubicBezTo>
                <a:cubicBezTo>
                  <a:pt x="1327" y="768"/>
                  <a:pt x="1331" y="770"/>
                  <a:pt x="1339" y="768"/>
                </a:cubicBezTo>
                <a:cubicBezTo>
                  <a:pt x="1311" y="775"/>
                  <a:pt x="1304" y="771"/>
                  <a:pt x="1291" y="774"/>
                </a:cubicBezTo>
                <a:cubicBezTo>
                  <a:pt x="1247" y="759"/>
                  <a:pt x="1242" y="760"/>
                  <a:pt x="1238" y="760"/>
                </a:cubicBezTo>
                <a:cubicBezTo>
                  <a:pt x="1210" y="756"/>
                  <a:pt x="1208" y="753"/>
                  <a:pt x="1203" y="753"/>
                </a:cubicBezTo>
                <a:cubicBezTo>
                  <a:pt x="1153" y="739"/>
                  <a:pt x="1142" y="743"/>
                  <a:pt x="1136" y="738"/>
                </a:cubicBezTo>
                <a:cubicBezTo>
                  <a:pt x="1065" y="736"/>
                  <a:pt x="1052" y="738"/>
                  <a:pt x="1039" y="740"/>
                </a:cubicBezTo>
                <a:cubicBezTo>
                  <a:pt x="1001" y="753"/>
                  <a:pt x="1000" y="758"/>
                  <a:pt x="992" y="758"/>
                </a:cubicBezTo>
                <a:cubicBezTo>
                  <a:pt x="998" y="764"/>
                  <a:pt x="1000" y="760"/>
                  <a:pt x="1005" y="757"/>
                </a:cubicBezTo>
                <a:cubicBezTo>
                  <a:pt x="1082" y="742"/>
                  <a:pt x="1087" y="741"/>
                  <a:pt x="1092" y="739"/>
                </a:cubicBezTo>
                <a:cubicBezTo>
                  <a:pt x="1123" y="744"/>
                  <a:pt x="1129" y="748"/>
                  <a:pt x="1138" y="747"/>
                </a:cubicBezTo>
                <a:cubicBezTo>
                  <a:pt x="1211" y="765"/>
                  <a:pt x="1220" y="764"/>
                  <a:pt x="1228" y="766"/>
                </a:cubicBezTo>
                <a:cubicBezTo>
                  <a:pt x="1279" y="775"/>
                  <a:pt x="1279" y="782"/>
                  <a:pt x="1286" y="780"/>
                </a:cubicBezTo>
                <a:cubicBezTo>
                  <a:pt x="1318" y="788"/>
                  <a:pt x="1327" y="783"/>
                  <a:pt x="1328" y="790"/>
                </a:cubicBezTo>
                <a:cubicBezTo>
                  <a:pt x="1241" y="786"/>
                  <a:pt x="1232" y="784"/>
                  <a:pt x="1222" y="783"/>
                </a:cubicBezTo>
                <a:cubicBezTo>
                  <a:pt x="1192" y="776"/>
                  <a:pt x="1187" y="776"/>
                  <a:pt x="1181" y="777"/>
                </a:cubicBezTo>
                <a:cubicBezTo>
                  <a:pt x="1149" y="770"/>
                  <a:pt x="1146" y="766"/>
                  <a:pt x="1140" y="769"/>
                </a:cubicBezTo>
                <a:cubicBezTo>
                  <a:pt x="1088" y="767"/>
                  <a:pt x="1068" y="764"/>
                  <a:pt x="1046" y="766"/>
                </a:cubicBezTo>
                <a:cubicBezTo>
                  <a:pt x="971" y="785"/>
                  <a:pt x="962" y="782"/>
                  <a:pt x="964" y="787"/>
                </a:cubicBezTo>
                <a:cubicBezTo>
                  <a:pt x="983" y="786"/>
                  <a:pt x="994" y="781"/>
                  <a:pt x="1006" y="777"/>
                </a:cubicBezTo>
                <a:cubicBezTo>
                  <a:pt x="1067" y="772"/>
                  <a:pt x="1071" y="774"/>
                  <a:pt x="1076" y="773"/>
                </a:cubicBezTo>
                <a:cubicBezTo>
                  <a:pt x="1106" y="776"/>
                  <a:pt x="1115" y="770"/>
                  <a:pt x="1117" y="775"/>
                </a:cubicBezTo>
                <a:cubicBezTo>
                  <a:pt x="1191" y="786"/>
                  <a:pt x="1211" y="787"/>
                  <a:pt x="1228" y="793"/>
                </a:cubicBezTo>
                <a:cubicBezTo>
                  <a:pt x="1281" y="803"/>
                  <a:pt x="1277" y="804"/>
                  <a:pt x="1276" y="802"/>
                </a:cubicBezTo>
                <a:cubicBezTo>
                  <a:pt x="1242" y="800"/>
                  <a:pt x="1229" y="800"/>
                  <a:pt x="1218" y="799"/>
                </a:cubicBezTo>
                <a:cubicBezTo>
                  <a:pt x="1129" y="795"/>
                  <a:pt x="1128" y="790"/>
                  <a:pt x="1122" y="792"/>
                </a:cubicBezTo>
                <a:cubicBezTo>
                  <a:pt x="971" y="817"/>
                  <a:pt x="962" y="818"/>
                  <a:pt x="957" y="822"/>
                </a:cubicBezTo>
                <a:cubicBezTo>
                  <a:pt x="931" y="836"/>
                  <a:pt x="925" y="840"/>
                  <a:pt x="918" y="844"/>
                </a:cubicBezTo>
                <a:cubicBezTo>
                  <a:pt x="915" y="851"/>
                  <a:pt x="927" y="844"/>
                  <a:pt x="937" y="836"/>
                </a:cubicBezTo>
                <a:cubicBezTo>
                  <a:pt x="967" y="824"/>
                  <a:pt x="968" y="824"/>
                  <a:pt x="970" y="821"/>
                </a:cubicBezTo>
                <a:cubicBezTo>
                  <a:pt x="988" y="819"/>
                  <a:pt x="997" y="815"/>
                  <a:pt x="1010" y="812"/>
                </a:cubicBezTo>
                <a:cubicBezTo>
                  <a:pt x="1118" y="803"/>
                  <a:pt x="1124" y="799"/>
                  <a:pt x="1126" y="802"/>
                </a:cubicBezTo>
                <a:cubicBezTo>
                  <a:pt x="1151" y="804"/>
                  <a:pt x="1155" y="804"/>
                  <a:pt x="1159" y="803"/>
                </a:cubicBezTo>
                <a:cubicBezTo>
                  <a:pt x="1188" y="806"/>
                  <a:pt x="1197" y="803"/>
                  <a:pt x="1202" y="808"/>
                </a:cubicBezTo>
                <a:cubicBezTo>
                  <a:pt x="1137" y="807"/>
                  <a:pt x="1132" y="808"/>
                  <a:pt x="1129" y="806"/>
                </a:cubicBezTo>
                <a:cubicBezTo>
                  <a:pt x="1007" y="827"/>
                  <a:pt x="987" y="836"/>
                  <a:pt x="958" y="843"/>
                </a:cubicBezTo>
                <a:cubicBezTo>
                  <a:pt x="933" y="859"/>
                  <a:pt x="923" y="861"/>
                  <a:pt x="918" y="866"/>
                </a:cubicBezTo>
                <a:cubicBezTo>
                  <a:pt x="898" y="891"/>
                  <a:pt x="901" y="878"/>
                  <a:pt x="915" y="873"/>
                </a:cubicBezTo>
                <a:cubicBezTo>
                  <a:pt x="944" y="858"/>
                  <a:pt x="947" y="856"/>
                  <a:pt x="949" y="854"/>
                </a:cubicBezTo>
                <a:cubicBezTo>
                  <a:pt x="992" y="838"/>
                  <a:pt x="1000" y="841"/>
                  <a:pt x="999" y="836"/>
                </a:cubicBezTo>
                <a:cubicBezTo>
                  <a:pt x="1049" y="824"/>
                  <a:pt x="1051" y="821"/>
                  <a:pt x="1058" y="821"/>
                </a:cubicBezTo>
                <a:cubicBezTo>
                  <a:pt x="1141" y="816"/>
                  <a:pt x="1140" y="815"/>
                  <a:pt x="1146" y="816"/>
                </a:cubicBezTo>
                <a:cubicBezTo>
                  <a:pt x="1178" y="815"/>
                  <a:pt x="1186" y="820"/>
                  <a:pt x="1200" y="818"/>
                </a:cubicBezTo>
                <a:cubicBezTo>
                  <a:pt x="1212" y="833"/>
                  <a:pt x="1196" y="824"/>
                  <a:pt x="1177" y="826"/>
                </a:cubicBezTo>
                <a:cubicBezTo>
                  <a:pt x="1028" y="844"/>
                  <a:pt x="1022" y="846"/>
                  <a:pt x="1014" y="847"/>
                </a:cubicBezTo>
                <a:cubicBezTo>
                  <a:pt x="992" y="855"/>
                  <a:pt x="977" y="859"/>
                  <a:pt x="966" y="864"/>
                </a:cubicBezTo>
                <a:cubicBezTo>
                  <a:pt x="916" y="894"/>
                  <a:pt x="905" y="894"/>
                  <a:pt x="904" y="900"/>
                </a:cubicBezTo>
                <a:cubicBezTo>
                  <a:pt x="980" y="863"/>
                  <a:pt x="990" y="863"/>
                  <a:pt x="994" y="859"/>
                </a:cubicBezTo>
                <a:cubicBezTo>
                  <a:pt x="1024" y="851"/>
                  <a:pt x="1039" y="847"/>
                  <a:pt x="1056" y="844"/>
                </a:cubicBezTo>
                <a:cubicBezTo>
                  <a:pt x="1146" y="832"/>
                  <a:pt x="1149" y="836"/>
                  <a:pt x="1156" y="834"/>
                </a:cubicBezTo>
                <a:cubicBezTo>
                  <a:pt x="1103" y="846"/>
                  <a:pt x="1103" y="849"/>
                  <a:pt x="1099" y="849"/>
                </a:cubicBezTo>
                <a:cubicBezTo>
                  <a:pt x="1074" y="856"/>
                  <a:pt x="1075" y="852"/>
                  <a:pt x="1071" y="856"/>
                </a:cubicBezTo>
                <a:cubicBezTo>
                  <a:pt x="1014" y="877"/>
                  <a:pt x="1004" y="885"/>
                  <a:pt x="989" y="889"/>
                </a:cubicBezTo>
                <a:cubicBezTo>
                  <a:pt x="937" y="920"/>
                  <a:pt x="924" y="917"/>
                  <a:pt x="927" y="927"/>
                </a:cubicBezTo>
                <a:cubicBezTo>
                  <a:pt x="944" y="914"/>
                  <a:pt x="953" y="913"/>
                  <a:pt x="957" y="908"/>
                </a:cubicBezTo>
                <a:cubicBezTo>
                  <a:pt x="1079" y="868"/>
                  <a:pt x="1081" y="859"/>
                  <a:pt x="1085" y="860"/>
                </a:cubicBezTo>
                <a:cubicBezTo>
                  <a:pt x="1115" y="856"/>
                  <a:pt x="1123" y="851"/>
                  <a:pt x="1124" y="856"/>
                </a:cubicBezTo>
                <a:cubicBezTo>
                  <a:pt x="1048" y="892"/>
                  <a:pt x="1037" y="891"/>
                  <a:pt x="1034" y="896"/>
                </a:cubicBezTo>
                <a:cubicBezTo>
                  <a:pt x="995" y="917"/>
                  <a:pt x="985" y="917"/>
                  <a:pt x="986" y="925"/>
                </a:cubicBezTo>
                <a:cubicBezTo>
                  <a:pt x="1060" y="887"/>
                  <a:pt x="1082" y="881"/>
                  <a:pt x="1101" y="871"/>
                </a:cubicBezTo>
                <a:cubicBezTo>
                  <a:pt x="1190" y="845"/>
                  <a:pt x="1192" y="840"/>
                  <a:pt x="1201" y="839"/>
                </a:cubicBezTo>
                <a:cubicBezTo>
                  <a:pt x="1214" y="839"/>
                  <a:pt x="1208" y="844"/>
                  <a:pt x="1196" y="845"/>
                </a:cubicBezTo>
                <a:cubicBezTo>
                  <a:pt x="1124" y="887"/>
                  <a:pt x="1112" y="885"/>
                  <a:pt x="1111" y="891"/>
                </a:cubicBezTo>
                <a:cubicBezTo>
                  <a:pt x="1040" y="922"/>
                  <a:pt x="1032" y="930"/>
                  <a:pt x="1019" y="934"/>
                </a:cubicBezTo>
                <a:cubicBezTo>
                  <a:pt x="994" y="953"/>
                  <a:pt x="987" y="952"/>
                  <a:pt x="987" y="956"/>
                </a:cubicBezTo>
                <a:cubicBezTo>
                  <a:pt x="936" y="987"/>
                  <a:pt x="933" y="989"/>
                  <a:pt x="932" y="992"/>
                </a:cubicBezTo>
                <a:cubicBezTo>
                  <a:pt x="945" y="988"/>
                  <a:pt x="958" y="980"/>
                  <a:pt x="970" y="972"/>
                </a:cubicBezTo>
                <a:cubicBezTo>
                  <a:pt x="999" y="956"/>
                  <a:pt x="1004" y="952"/>
                  <a:pt x="1010" y="947"/>
                </a:cubicBezTo>
                <a:cubicBezTo>
                  <a:pt x="1093" y="911"/>
                  <a:pt x="1102" y="904"/>
                  <a:pt x="1115" y="899"/>
                </a:cubicBezTo>
                <a:cubicBezTo>
                  <a:pt x="1139" y="885"/>
                  <a:pt x="1151" y="883"/>
                  <a:pt x="1150" y="886"/>
                </a:cubicBezTo>
                <a:cubicBezTo>
                  <a:pt x="1128" y="905"/>
                  <a:pt x="1125" y="907"/>
                  <a:pt x="1120" y="907"/>
                </a:cubicBezTo>
                <a:cubicBezTo>
                  <a:pt x="1090" y="934"/>
                  <a:pt x="1084" y="937"/>
                  <a:pt x="1082" y="943"/>
                </a:cubicBezTo>
                <a:cubicBezTo>
                  <a:pt x="1020" y="991"/>
                  <a:pt x="998" y="1003"/>
                  <a:pt x="978" y="1017"/>
                </a:cubicBezTo>
                <a:cubicBezTo>
                  <a:pt x="941" y="1045"/>
                  <a:pt x="928" y="1040"/>
                  <a:pt x="930" y="1046"/>
                </a:cubicBezTo>
                <a:cubicBezTo>
                  <a:pt x="921" y="1048"/>
                  <a:pt x="938" y="1050"/>
                  <a:pt x="941" y="1042"/>
                </a:cubicBezTo>
                <a:cubicBezTo>
                  <a:pt x="977" y="1024"/>
                  <a:pt x="978" y="1024"/>
                  <a:pt x="980" y="1023"/>
                </a:cubicBezTo>
                <a:cubicBezTo>
                  <a:pt x="1005" y="1006"/>
                  <a:pt x="1009" y="1003"/>
                  <a:pt x="1013" y="1000"/>
                </a:cubicBezTo>
                <a:cubicBezTo>
                  <a:pt x="1093" y="947"/>
                  <a:pt x="1094" y="941"/>
                  <a:pt x="1102" y="939"/>
                </a:cubicBezTo>
                <a:cubicBezTo>
                  <a:pt x="1124" y="923"/>
                  <a:pt x="1125" y="913"/>
                  <a:pt x="1127" y="919"/>
                </a:cubicBezTo>
                <a:cubicBezTo>
                  <a:pt x="1102" y="949"/>
                  <a:pt x="1088" y="952"/>
                  <a:pt x="1086" y="962"/>
                </a:cubicBezTo>
                <a:cubicBezTo>
                  <a:pt x="1026" y="1003"/>
                  <a:pt x="1022" y="1013"/>
                  <a:pt x="1009" y="1016"/>
                </a:cubicBezTo>
                <a:cubicBezTo>
                  <a:pt x="974" y="1039"/>
                  <a:pt x="965" y="1044"/>
                  <a:pt x="956" y="1050"/>
                </a:cubicBezTo>
                <a:cubicBezTo>
                  <a:pt x="944" y="1063"/>
                  <a:pt x="956" y="1056"/>
                  <a:pt x="971" y="1049"/>
                </a:cubicBezTo>
                <a:cubicBezTo>
                  <a:pt x="996" y="1034"/>
                  <a:pt x="1001" y="1029"/>
                  <a:pt x="1009" y="1027"/>
                </a:cubicBezTo>
                <a:cubicBezTo>
                  <a:pt x="1066" y="985"/>
                  <a:pt x="1076" y="984"/>
                  <a:pt x="1078" y="977"/>
                </a:cubicBezTo>
                <a:cubicBezTo>
                  <a:pt x="1127" y="934"/>
                  <a:pt x="1130" y="932"/>
                  <a:pt x="1134" y="931"/>
                </a:cubicBezTo>
                <a:cubicBezTo>
                  <a:pt x="1159" y="903"/>
                  <a:pt x="1165" y="900"/>
                  <a:pt x="1172" y="896"/>
                </a:cubicBezTo>
                <a:cubicBezTo>
                  <a:pt x="1209" y="866"/>
                  <a:pt x="1212" y="862"/>
                  <a:pt x="1216" y="859"/>
                </a:cubicBezTo>
                <a:cubicBezTo>
                  <a:pt x="1239" y="845"/>
                  <a:pt x="1244" y="841"/>
                  <a:pt x="1252" y="839"/>
                </a:cubicBezTo>
                <a:cubicBezTo>
                  <a:pt x="1222" y="871"/>
                  <a:pt x="1212" y="871"/>
                  <a:pt x="1210" y="878"/>
                </a:cubicBezTo>
                <a:cubicBezTo>
                  <a:pt x="1167" y="923"/>
                  <a:pt x="1164" y="928"/>
                  <a:pt x="1158" y="931"/>
                </a:cubicBezTo>
                <a:cubicBezTo>
                  <a:pt x="1105" y="979"/>
                  <a:pt x="1096" y="989"/>
                  <a:pt x="1083" y="996"/>
                </a:cubicBezTo>
                <a:cubicBezTo>
                  <a:pt x="1060" y="1010"/>
                  <a:pt x="1059" y="1017"/>
                  <a:pt x="1049" y="1017"/>
                </a:cubicBezTo>
                <a:cubicBezTo>
                  <a:pt x="1009" y="1042"/>
                  <a:pt x="1008" y="1047"/>
                  <a:pt x="999" y="1046"/>
                </a:cubicBezTo>
                <a:cubicBezTo>
                  <a:pt x="1010" y="1045"/>
                  <a:pt x="1018" y="1046"/>
                  <a:pt x="1019" y="1043"/>
                </a:cubicBezTo>
                <a:cubicBezTo>
                  <a:pt x="1042" y="1033"/>
                  <a:pt x="1041" y="1028"/>
                  <a:pt x="1047" y="1029"/>
                </a:cubicBezTo>
                <a:cubicBezTo>
                  <a:pt x="1083" y="1001"/>
                  <a:pt x="1094" y="1001"/>
                  <a:pt x="1096" y="996"/>
                </a:cubicBezTo>
                <a:cubicBezTo>
                  <a:pt x="1125" y="978"/>
                  <a:pt x="1132" y="967"/>
                  <a:pt x="1143" y="959"/>
                </a:cubicBezTo>
                <a:cubicBezTo>
                  <a:pt x="1161" y="941"/>
                  <a:pt x="1167" y="938"/>
                  <a:pt x="1172" y="933"/>
                </a:cubicBezTo>
                <a:cubicBezTo>
                  <a:pt x="1182" y="914"/>
                  <a:pt x="1188" y="915"/>
                  <a:pt x="1190" y="912"/>
                </a:cubicBezTo>
                <a:cubicBezTo>
                  <a:pt x="1250" y="864"/>
                  <a:pt x="1235" y="870"/>
                  <a:pt x="1231" y="883"/>
                </a:cubicBezTo>
                <a:cubicBezTo>
                  <a:pt x="1206" y="904"/>
                  <a:pt x="1210" y="911"/>
                  <a:pt x="1203" y="910"/>
                </a:cubicBezTo>
                <a:cubicBezTo>
                  <a:pt x="1169" y="949"/>
                  <a:pt x="1164" y="950"/>
                  <a:pt x="1164" y="955"/>
                </a:cubicBezTo>
                <a:cubicBezTo>
                  <a:pt x="1132" y="987"/>
                  <a:pt x="1124" y="990"/>
                  <a:pt x="1121" y="996"/>
                </a:cubicBezTo>
                <a:cubicBezTo>
                  <a:pt x="1053" y="1048"/>
                  <a:pt x="1050" y="1050"/>
                  <a:pt x="1049" y="1053"/>
                </a:cubicBezTo>
                <a:cubicBezTo>
                  <a:pt x="1028" y="1067"/>
                  <a:pt x="1023" y="1068"/>
                  <a:pt x="1021" y="1071"/>
                </a:cubicBezTo>
                <a:cubicBezTo>
                  <a:pt x="1074" y="1047"/>
                  <a:pt x="1077" y="1034"/>
                  <a:pt x="1094" y="1029"/>
                </a:cubicBezTo>
                <a:cubicBezTo>
                  <a:pt x="1127" y="1000"/>
                  <a:pt x="1131" y="995"/>
                  <a:pt x="1138" y="993"/>
                </a:cubicBezTo>
                <a:cubicBezTo>
                  <a:pt x="1170" y="960"/>
                  <a:pt x="1175" y="957"/>
                  <a:pt x="1179" y="952"/>
                </a:cubicBezTo>
                <a:cubicBezTo>
                  <a:pt x="1266" y="861"/>
                  <a:pt x="1268" y="852"/>
                  <a:pt x="1278" y="848"/>
                </a:cubicBezTo>
                <a:cubicBezTo>
                  <a:pt x="1310" y="817"/>
                  <a:pt x="1311" y="812"/>
                  <a:pt x="1318" y="812"/>
                </a:cubicBezTo>
                <a:cubicBezTo>
                  <a:pt x="1337" y="798"/>
                  <a:pt x="1338" y="794"/>
                  <a:pt x="1340" y="797"/>
                </a:cubicBezTo>
                <a:cubicBezTo>
                  <a:pt x="1320" y="818"/>
                  <a:pt x="1310" y="821"/>
                  <a:pt x="1305" y="827"/>
                </a:cubicBezTo>
                <a:cubicBezTo>
                  <a:pt x="1272" y="863"/>
                  <a:pt x="1269" y="865"/>
                  <a:pt x="1266" y="868"/>
                </a:cubicBezTo>
                <a:cubicBezTo>
                  <a:pt x="1240" y="900"/>
                  <a:pt x="1232" y="904"/>
                  <a:pt x="1230" y="912"/>
                </a:cubicBezTo>
                <a:cubicBezTo>
                  <a:pt x="1205" y="941"/>
                  <a:pt x="1195" y="952"/>
                  <a:pt x="1184" y="962"/>
                </a:cubicBezTo>
                <a:cubicBezTo>
                  <a:pt x="1136" y="1004"/>
                  <a:pt x="1131" y="1018"/>
                  <a:pt x="1115" y="1026"/>
                </a:cubicBezTo>
                <a:cubicBezTo>
                  <a:pt x="1086" y="1052"/>
                  <a:pt x="1078" y="1051"/>
                  <a:pt x="1079" y="1057"/>
                </a:cubicBezTo>
                <a:cubicBezTo>
                  <a:pt x="1113" y="1033"/>
                  <a:pt x="1124" y="1028"/>
                  <a:pt x="1130" y="1021"/>
                </a:cubicBezTo>
                <a:cubicBezTo>
                  <a:pt x="1187" y="966"/>
                  <a:pt x="1196" y="966"/>
                  <a:pt x="1196" y="960"/>
                </a:cubicBezTo>
                <a:cubicBezTo>
                  <a:pt x="1240" y="913"/>
                  <a:pt x="1240" y="908"/>
                  <a:pt x="1247" y="907"/>
                </a:cubicBezTo>
                <a:cubicBezTo>
                  <a:pt x="1258" y="891"/>
                  <a:pt x="1263" y="890"/>
                  <a:pt x="1263" y="886"/>
                </a:cubicBezTo>
                <a:cubicBezTo>
                  <a:pt x="1296" y="857"/>
                  <a:pt x="1296" y="847"/>
                  <a:pt x="1304" y="843"/>
                </a:cubicBezTo>
                <a:cubicBezTo>
                  <a:pt x="1319" y="829"/>
                  <a:pt x="1320" y="826"/>
                  <a:pt x="1321" y="829"/>
                </a:cubicBezTo>
                <a:cubicBezTo>
                  <a:pt x="1305" y="848"/>
                  <a:pt x="1301" y="850"/>
                  <a:pt x="1299" y="853"/>
                </a:cubicBezTo>
                <a:cubicBezTo>
                  <a:pt x="1280" y="873"/>
                  <a:pt x="1274" y="888"/>
                  <a:pt x="1260" y="897"/>
                </a:cubicBezTo>
                <a:cubicBezTo>
                  <a:pt x="1250" y="921"/>
                  <a:pt x="1239" y="921"/>
                  <a:pt x="1240" y="930"/>
                </a:cubicBezTo>
                <a:cubicBezTo>
                  <a:pt x="1219" y="954"/>
                  <a:pt x="1214" y="955"/>
                  <a:pt x="1214" y="959"/>
                </a:cubicBezTo>
                <a:cubicBezTo>
                  <a:pt x="1153" y="1020"/>
                  <a:pt x="1147" y="1023"/>
                  <a:pt x="1145" y="1029"/>
                </a:cubicBezTo>
                <a:cubicBezTo>
                  <a:pt x="1092" y="1073"/>
                  <a:pt x="1084" y="1075"/>
                  <a:pt x="1078" y="1079"/>
                </a:cubicBezTo>
                <a:cubicBezTo>
                  <a:pt x="1049" y="1099"/>
                  <a:pt x="1040" y="1097"/>
                  <a:pt x="1040" y="1101"/>
                </a:cubicBezTo>
                <a:cubicBezTo>
                  <a:pt x="1032" y="1111"/>
                  <a:pt x="1047" y="1102"/>
                  <a:pt x="1060" y="1100"/>
                </a:cubicBezTo>
                <a:cubicBezTo>
                  <a:pt x="1109" y="1066"/>
                  <a:pt x="1122" y="1059"/>
                  <a:pt x="1133" y="1049"/>
                </a:cubicBezTo>
                <a:cubicBezTo>
                  <a:pt x="1174" y="1010"/>
                  <a:pt x="1187" y="1001"/>
                  <a:pt x="1195" y="989"/>
                </a:cubicBezTo>
                <a:cubicBezTo>
                  <a:pt x="1215" y="970"/>
                  <a:pt x="1221" y="965"/>
                  <a:pt x="1225" y="959"/>
                </a:cubicBezTo>
                <a:cubicBezTo>
                  <a:pt x="1259" y="917"/>
                  <a:pt x="1260" y="913"/>
                  <a:pt x="1265" y="912"/>
                </a:cubicBezTo>
                <a:cubicBezTo>
                  <a:pt x="1297" y="873"/>
                  <a:pt x="1300" y="866"/>
                  <a:pt x="1305" y="861"/>
                </a:cubicBezTo>
                <a:cubicBezTo>
                  <a:pt x="1383" y="782"/>
                  <a:pt x="1385" y="780"/>
                  <a:pt x="1385" y="778"/>
                </a:cubicBezTo>
                <a:cubicBezTo>
                  <a:pt x="1409" y="773"/>
                  <a:pt x="1402" y="775"/>
                  <a:pt x="1399" y="780"/>
                </a:cubicBezTo>
                <a:cubicBezTo>
                  <a:pt x="1372" y="809"/>
                  <a:pt x="1370" y="815"/>
                  <a:pt x="1363" y="817"/>
                </a:cubicBezTo>
                <a:cubicBezTo>
                  <a:pt x="1334" y="859"/>
                  <a:pt x="1336" y="867"/>
                  <a:pt x="1328" y="868"/>
                </a:cubicBezTo>
                <a:cubicBezTo>
                  <a:pt x="1317" y="891"/>
                  <a:pt x="1311" y="890"/>
                  <a:pt x="1313" y="895"/>
                </a:cubicBezTo>
                <a:cubicBezTo>
                  <a:pt x="1281" y="937"/>
                  <a:pt x="1275" y="940"/>
                  <a:pt x="1274" y="946"/>
                </a:cubicBezTo>
                <a:cubicBezTo>
                  <a:pt x="1245" y="976"/>
                  <a:pt x="1245" y="983"/>
                  <a:pt x="1239" y="986"/>
                </a:cubicBezTo>
                <a:cubicBezTo>
                  <a:pt x="1200" y="1032"/>
                  <a:pt x="1193" y="1033"/>
                  <a:pt x="1191" y="1039"/>
                </a:cubicBezTo>
                <a:cubicBezTo>
                  <a:pt x="1145" y="1080"/>
                  <a:pt x="1138" y="1082"/>
                  <a:pt x="1135" y="1086"/>
                </a:cubicBezTo>
                <a:cubicBezTo>
                  <a:pt x="1085" y="1120"/>
                  <a:pt x="1080" y="1120"/>
                  <a:pt x="1079" y="1123"/>
                </a:cubicBezTo>
                <a:cubicBezTo>
                  <a:pt x="1119" y="1106"/>
                  <a:pt x="1123" y="1103"/>
                  <a:pt x="1126" y="1099"/>
                </a:cubicBezTo>
                <a:cubicBezTo>
                  <a:pt x="1159" y="1076"/>
                  <a:pt x="1165" y="1073"/>
                  <a:pt x="1167" y="1067"/>
                </a:cubicBezTo>
                <a:cubicBezTo>
                  <a:pt x="1200" y="1044"/>
                  <a:pt x="1196" y="1035"/>
                  <a:pt x="1206" y="1036"/>
                </a:cubicBezTo>
                <a:cubicBezTo>
                  <a:pt x="1247" y="991"/>
                  <a:pt x="1255" y="984"/>
                  <a:pt x="1261" y="975"/>
                </a:cubicBezTo>
                <a:cubicBezTo>
                  <a:pt x="1275" y="953"/>
                  <a:pt x="1282" y="954"/>
                  <a:pt x="1281" y="949"/>
                </a:cubicBezTo>
                <a:cubicBezTo>
                  <a:pt x="1307" y="922"/>
                  <a:pt x="1306" y="914"/>
                  <a:pt x="1312" y="913"/>
                </a:cubicBezTo>
                <a:cubicBezTo>
                  <a:pt x="1326" y="889"/>
                  <a:pt x="1332" y="880"/>
                  <a:pt x="1338" y="870"/>
                </a:cubicBezTo>
                <a:cubicBezTo>
                  <a:pt x="1367" y="825"/>
                  <a:pt x="1385" y="812"/>
                  <a:pt x="1399" y="795"/>
                </a:cubicBezTo>
                <a:cubicBezTo>
                  <a:pt x="1439" y="757"/>
                  <a:pt x="1439" y="750"/>
                  <a:pt x="1449" y="751"/>
                </a:cubicBezTo>
                <a:cubicBezTo>
                  <a:pt x="1375" y="857"/>
                  <a:pt x="1363" y="865"/>
                  <a:pt x="1361" y="879"/>
                </a:cubicBezTo>
                <a:cubicBezTo>
                  <a:pt x="1346" y="897"/>
                  <a:pt x="1345" y="900"/>
                  <a:pt x="1346" y="904"/>
                </a:cubicBezTo>
                <a:cubicBezTo>
                  <a:pt x="1326" y="929"/>
                  <a:pt x="1328" y="937"/>
                  <a:pt x="1319" y="938"/>
                </a:cubicBezTo>
                <a:cubicBezTo>
                  <a:pt x="1302" y="971"/>
                  <a:pt x="1298" y="971"/>
                  <a:pt x="1296" y="973"/>
                </a:cubicBezTo>
                <a:cubicBezTo>
                  <a:pt x="1279" y="998"/>
                  <a:pt x="1276" y="1003"/>
                  <a:pt x="1271" y="1006"/>
                </a:cubicBezTo>
                <a:cubicBezTo>
                  <a:pt x="1232" y="1053"/>
                  <a:pt x="1222" y="1060"/>
                  <a:pt x="1216" y="1069"/>
                </a:cubicBezTo>
                <a:cubicBezTo>
                  <a:pt x="1197" y="1083"/>
                  <a:pt x="1193" y="1088"/>
                  <a:pt x="1189" y="1092"/>
                </a:cubicBezTo>
                <a:cubicBezTo>
                  <a:pt x="1158" y="1118"/>
                  <a:pt x="1152" y="1120"/>
                  <a:pt x="1148" y="1124"/>
                </a:cubicBezTo>
                <a:cubicBezTo>
                  <a:pt x="1140" y="1133"/>
                  <a:pt x="1146" y="1132"/>
                  <a:pt x="1149" y="1128"/>
                </a:cubicBezTo>
                <a:cubicBezTo>
                  <a:pt x="1198" y="1096"/>
                  <a:pt x="1201" y="1086"/>
                  <a:pt x="1212" y="1081"/>
                </a:cubicBezTo>
                <a:cubicBezTo>
                  <a:pt x="1258" y="1034"/>
                  <a:pt x="1262" y="1031"/>
                  <a:pt x="1266" y="1027"/>
                </a:cubicBezTo>
                <a:cubicBezTo>
                  <a:pt x="1285" y="1010"/>
                  <a:pt x="1287" y="999"/>
                  <a:pt x="1295" y="993"/>
                </a:cubicBezTo>
                <a:cubicBezTo>
                  <a:pt x="1309" y="971"/>
                  <a:pt x="1311" y="969"/>
                  <a:pt x="1313" y="968"/>
                </a:cubicBezTo>
                <a:cubicBezTo>
                  <a:pt x="1331" y="939"/>
                  <a:pt x="1336" y="936"/>
                  <a:pt x="1340" y="932"/>
                </a:cubicBezTo>
                <a:cubicBezTo>
                  <a:pt x="1349" y="909"/>
                  <a:pt x="1355" y="910"/>
                  <a:pt x="1353" y="905"/>
                </a:cubicBezTo>
                <a:cubicBezTo>
                  <a:pt x="1363" y="887"/>
                  <a:pt x="1367" y="888"/>
                  <a:pt x="1367" y="887"/>
                </a:cubicBezTo>
                <a:cubicBezTo>
                  <a:pt x="1378" y="861"/>
                  <a:pt x="1381" y="858"/>
                  <a:pt x="1386" y="855"/>
                </a:cubicBezTo>
                <a:cubicBezTo>
                  <a:pt x="1404" y="824"/>
                  <a:pt x="1403" y="817"/>
                  <a:pt x="1410" y="815"/>
                </a:cubicBezTo>
                <a:cubicBezTo>
                  <a:pt x="1431" y="782"/>
                  <a:pt x="1438" y="775"/>
                  <a:pt x="1445" y="767"/>
                </a:cubicBezTo>
                <a:cubicBezTo>
                  <a:pt x="1483" y="743"/>
                  <a:pt x="1475" y="742"/>
                  <a:pt x="1475" y="748"/>
                </a:cubicBezTo>
                <a:cubicBezTo>
                  <a:pt x="1453" y="775"/>
                  <a:pt x="1451" y="780"/>
                  <a:pt x="1446" y="782"/>
                </a:cubicBezTo>
                <a:cubicBezTo>
                  <a:pt x="1434" y="807"/>
                  <a:pt x="1432" y="808"/>
                  <a:pt x="1431" y="809"/>
                </a:cubicBezTo>
                <a:cubicBezTo>
                  <a:pt x="1421" y="835"/>
                  <a:pt x="1414" y="839"/>
                  <a:pt x="1413" y="848"/>
                </a:cubicBezTo>
                <a:cubicBezTo>
                  <a:pt x="1399" y="870"/>
                  <a:pt x="1400" y="871"/>
                  <a:pt x="1400" y="872"/>
                </a:cubicBezTo>
                <a:cubicBezTo>
                  <a:pt x="1396" y="885"/>
                  <a:pt x="1392" y="888"/>
                  <a:pt x="1390" y="892"/>
                </a:cubicBezTo>
                <a:cubicBezTo>
                  <a:pt x="1377" y="923"/>
                  <a:pt x="1372" y="929"/>
                  <a:pt x="1372" y="939"/>
                </a:cubicBezTo>
                <a:cubicBezTo>
                  <a:pt x="1362" y="957"/>
                  <a:pt x="1363" y="961"/>
                  <a:pt x="1361" y="961"/>
                </a:cubicBezTo>
                <a:cubicBezTo>
                  <a:pt x="1326" y="1038"/>
                  <a:pt x="1327" y="1048"/>
                  <a:pt x="1319" y="1053"/>
                </a:cubicBezTo>
                <a:cubicBezTo>
                  <a:pt x="1288" y="1101"/>
                  <a:pt x="1283" y="1108"/>
                  <a:pt x="1280" y="1116"/>
                </a:cubicBezTo>
                <a:cubicBezTo>
                  <a:pt x="1261" y="1138"/>
                  <a:pt x="1258" y="1140"/>
                  <a:pt x="1256" y="1144"/>
                </a:cubicBezTo>
                <a:cubicBezTo>
                  <a:pt x="1240" y="1168"/>
                  <a:pt x="1231" y="1166"/>
                  <a:pt x="1230" y="1171"/>
                </a:cubicBezTo>
                <a:cubicBezTo>
                  <a:pt x="1264" y="1144"/>
                  <a:pt x="1269" y="1134"/>
                  <a:pt x="1277" y="1127"/>
                </a:cubicBezTo>
                <a:cubicBezTo>
                  <a:pt x="1297" y="1098"/>
                  <a:pt x="1302" y="1099"/>
                  <a:pt x="1300" y="1094"/>
                </a:cubicBezTo>
                <a:cubicBezTo>
                  <a:pt x="1317" y="1073"/>
                  <a:pt x="1319" y="1071"/>
                  <a:pt x="1323" y="1070"/>
                </a:cubicBezTo>
                <a:cubicBezTo>
                  <a:pt x="1336" y="1043"/>
                  <a:pt x="1339" y="1039"/>
                  <a:pt x="1340" y="1034"/>
                </a:cubicBezTo>
                <a:cubicBezTo>
                  <a:pt x="1364" y="977"/>
                  <a:pt x="1371" y="968"/>
                  <a:pt x="1371" y="955"/>
                </a:cubicBezTo>
                <a:cubicBezTo>
                  <a:pt x="1391" y="915"/>
                  <a:pt x="1395" y="910"/>
                  <a:pt x="1397" y="904"/>
                </a:cubicBezTo>
                <a:cubicBezTo>
                  <a:pt x="1407" y="879"/>
                  <a:pt x="1410" y="874"/>
                  <a:pt x="1412" y="868"/>
                </a:cubicBezTo>
                <a:cubicBezTo>
                  <a:pt x="1421" y="842"/>
                  <a:pt x="1430" y="841"/>
                  <a:pt x="1431" y="834"/>
                </a:cubicBezTo>
                <a:cubicBezTo>
                  <a:pt x="1448" y="807"/>
                  <a:pt x="1452" y="796"/>
                  <a:pt x="1457" y="784"/>
                </a:cubicBezTo>
                <a:cubicBezTo>
                  <a:pt x="1479" y="764"/>
                  <a:pt x="1477" y="759"/>
                  <a:pt x="1479" y="756"/>
                </a:cubicBezTo>
                <a:cubicBezTo>
                  <a:pt x="1499" y="740"/>
                  <a:pt x="1500" y="734"/>
                  <a:pt x="1507" y="731"/>
                </a:cubicBezTo>
                <a:cubicBezTo>
                  <a:pt x="1497" y="749"/>
                  <a:pt x="1499" y="752"/>
                  <a:pt x="1498" y="753"/>
                </a:cubicBezTo>
                <a:cubicBezTo>
                  <a:pt x="1475" y="794"/>
                  <a:pt x="1472" y="800"/>
                  <a:pt x="1467" y="805"/>
                </a:cubicBezTo>
                <a:cubicBezTo>
                  <a:pt x="1456" y="837"/>
                  <a:pt x="1455" y="840"/>
                  <a:pt x="1452" y="843"/>
                </a:cubicBezTo>
                <a:cubicBezTo>
                  <a:pt x="1435" y="888"/>
                  <a:pt x="1432" y="895"/>
                  <a:pt x="1427" y="901"/>
                </a:cubicBezTo>
                <a:cubicBezTo>
                  <a:pt x="1402" y="970"/>
                  <a:pt x="1407" y="978"/>
                  <a:pt x="1401" y="978"/>
                </a:cubicBezTo>
                <a:cubicBezTo>
                  <a:pt x="1387" y="1021"/>
                  <a:pt x="1381" y="1027"/>
                  <a:pt x="1378" y="1034"/>
                </a:cubicBezTo>
                <a:cubicBezTo>
                  <a:pt x="1360" y="1067"/>
                  <a:pt x="1357" y="1070"/>
                  <a:pt x="1357" y="1075"/>
                </a:cubicBezTo>
                <a:cubicBezTo>
                  <a:pt x="1322" y="1125"/>
                  <a:pt x="1315" y="1126"/>
                  <a:pt x="1313" y="1129"/>
                </a:cubicBezTo>
                <a:cubicBezTo>
                  <a:pt x="1325" y="1123"/>
                  <a:pt x="1326" y="1118"/>
                  <a:pt x="1331" y="1115"/>
                </a:cubicBezTo>
                <a:cubicBezTo>
                  <a:pt x="1341" y="1100"/>
                  <a:pt x="1349" y="1100"/>
                  <a:pt x="1347" y="1092"/>
                </a:cubicBezTo>
                <a:cubicBezTo>
                  <a:pt x="1369" y="1067"/>
                  <a:pt x="1368" y="1060"/>
                  <a:pt x="1374" y="1059"/>
                </a:cubicBezTo>
                <a:cubicBezTo>
                  <a:pt x="1382" y="1041"/>
                  <a:pt x="1385" y="1037"/>
                  <a:pt x="1389" y="1034"/>
                </a:cubicBezTo>
                <a:cubicBezTo>
                  <a:pt x="1413" y="982"/>
                  <a:pt x="1409" y="972"/>
                  <a:pt x="1415" y="969"/>
                </a:cubicBezTo>
                <a:cubicBezTo>
                  <a:pt x="1422" y="940"/>
                  <a:pt x="1428" y="941"/>
                  <a:pt x="1424" y="934"/>
                </a:cubicBezTo>
                <a:cubicBezTo>
                  <a:pt x="1466" y="845"/>
                  <a:pt x="1463" y="834"/>
                  <a:pt x="1472" y="831"/>
                </a:cubicBezTo>
                <a:cubicBezTo>
                  <a:pt x="1490" y="787"/>
                  <a:pt x="1488" y="783"/>
                  <a:pt x="1490" y="781"/>
                </a:cubicBezTo>
                <a:cubicBezTo>
                  <a:pt x="1514" y="740"/>
                  <a:pt x="1518" y="731"/>
                  <a:pt x="1526" y="723"/>
                </a:cubicBezTo>
                <a:cubicBezTo>
                  <a:pt x="1526" y="736"/>
                  <a:pt x="1523" y="739"/>
                  <a:pt x="1520" y="742"/>
                </a:cubicBezTo>
                <a:cubicBezTo>
                  <a:pt x="1505" y="769"/>
                  <a:pt x="1502" y="773"/>
                  <a:pt x="1500" y="777"/>
                </a:cubicBezTo>
                <a:cubicBezTo>
                  <a:pt x="1474" y="831"/>
                  <a:pt x="1473" y="841"/>
                  <a:pt x="1466" y="847"/>
                </a:cubicBezTo>
                <a:cubicBezTo>
                  <a:pt x="1452" y="905"/>
                  <a:pt x="1448" y="907"/>
                  <a:pt x="1449" y="912"/>
                </a:cubicBezTo>
                <a:cubicBezTo>
                  <a:pt x="1437" y="938"/>
                  <a:pt x="1441" y="944"/>
                  <a:pt x="1437" y="945"/>
                </a:cubicBezTo>
                <a:cubicBezTo>
                  <a:pt x="1425" y="1007"/>
                  <a:pt x="1422" y="1012"/>
                  <a:pt x="1419" y="1017"/>
                </a:cubicBezTo>
                <a:cubicBezTo>
                  <a:pt x="1394" y="1087"/>
                  <a:pt x="1391" y="1089"/>
                  <a:pt x="1393" y="1093"/>
                </a:cubicBezTo>
                <a:cubicBezTo>
                  <a:pt x="1381" y="1111"/>
                  <a:pt x="1379" y="1113"/>
                  <a:pt x="1377" y="1116"/>
                </a:cubicBezTo>
                <a:cubicBezTo>
                  <a:pt x="1358" y="1151"/>
                  <a:pt x="1350" y="1152"/>
                  <a:pt x="1350" y="1158"/>
                </a:cubicBezTo>
                <a:cubicBezTo>
                  <a:pt x="1373" y="1127"/>
                  <a:pt x="1385" y="1125"/>
                  <a:pt x="1384" y="1115"/>
                </a:cubicBezTo>
                <a:cubicBezTo>
                  <a:pt x="1405" y="1084"/>
                  <a:pt x="1402" y="1079"/>
                  <a:pt x="1408" y="1079"/>
                </a:cubicBezTo>
                <a:cubicBezTo>
                  <a:pt x="1416" y="1052"/>
                  <a:pt x="1422" y="1046"/>
                  <a:pt x="1423" y="1037"/>
                </a:cubicBezTo>
                <a:cubicBezTo>
                  <a:pt x="1444" y="980"/>
                  <a:pt x="1442" y="968"/>
                  <a:pt x="1447" y="961"/>
                </a:cubicBezTo>
                <a:cubicBezTo>
                  <a:pt x="1459" y="887"/>
                  <a:pt x="1471" y="875"/>
                  <a:pt x="1472" y="855"/>
                </a:cubicBezTo>
                <a:cubicBezTo>
                  <a:pt x="1491" y="823"/>
                  <a:pt x="1488" y="817"/>
                  <a:pt x="1494" y="818"/>
                </a:cubicBezTo>
                <a:cubicBezTo>
                  <a:pt x="1507" y="774"/>
                  <a:pt x="1517" y="775"/>
                  <a:pt x="1516" y="769"/>
                </a:cubicBezTo>
                <a:cubicBezTo>
                  <a:pt x="1545" y="733"/>
                  <a:pt x="1541" y="724"/>
                  <a:pt x="1548" y="724"/>
                </a:cubicBezTo>
                <a:cubicBezTo>
                  <a:pt x="1567" y="700"/>
                  <a:pt x="1568" y="698"/>
                  <a:pt x="1572" y="697"/>
                </a:cubicBezTo>
                <a:cubicBezTo>
                  <a:pt x="1565" y="709"/>
                  <a:pt x="1566" y="712"/>
                  <a:pt x="1564" y="712"/>
                </a:cubicBezTo>
                <a:cubicBezTo>
                  <a:pt x="1548" y="738"/>
                  <a:pt x="1542" y="752"/>
                  <a:pt x="1533" y="762"/>
                </a:cubicBezTo>
                <a:cubicBezTo>
                  <a:pt x="1527" y="793"/>
                  <a:pt x="1516" y="796"/>
                  <a:pt x="1519" y="807"/>
                </a:cubicBezTo>
                <a:cubicBezTo>
                  <a:pt x="1509" y="836"/>
                  <a:pt x="1506" y="843"/>
                  <a:pt x="1502" y="849"/>
                </a:cubicBezTo>
                <a:cubicBezTo>
                  <a:pt x="1486" y="911"/>
                  <a:pt x="1479" y="924"/>
                  <a:pt x="1479" y="942"/>
                </a:cubicBezTo>
                <a:cubicBezTo>
                  <a:pt x="1466" y="979"/>
                  <a:pt x="1459" y="986"/>
                  <a:pt x="1458" y="997"/>
                </a:cubicBezTo>
                <a:cubicBezTo>
                  <a:pt x="1439" y="1041"/>
                  <a:pt x="1437" y="1046"/>
                  <a:pt x="1437" y="1052"/>
                </a:cubicBezTo>
                <a:cubicBezTo>
                  <a:pt x="1421" y="1085"/>
                  <a:pt x="1419" y="1087"/>
                  <a:pt x="1417" y="1089"/>
                </a:cubicBezTo>
                <a:cubicBezTo>
                  <a:pt x="1406" y="1111"/>
                  <a:pt x="1401" y="1119"/>
                  <a:pt x="1395" y="1126"/>
                </a:cubicBezTo>
                <a:cubicBezTo>
                  <a:pt x="1373" y="1155"/>
                  <a:pt x="1373" y="1163"/>
                  <a:pt x="1364" y="1165"/>
                </a:cubicBezTo>
                <a:cubicBezTo>
                  <a:pt x="1358" y="1177"/>
                  <a:pt x="1365" y="1179"/>
                  <a:pt x="1366" y="1175"/>
                </a:cubicBezTo>
                <a:cubicBezTo>
                  <a:pt x="1386" y="1144"/>
                  <a:pt x="1394" y="1143"/>
                  <a:pt x="1394" y="1137"/>
                </a:cubicBezTo>
                <a:cubicBezTo>
                  <a:pt x="1431" y="1081"/>
                  <a:pt x="1439" y="1061"/>
                  <a:pt x="1448" y="1043"/>
                </a:cubicBezTo>
                <a:cubicBezTo>
                  <a:pt x="1464" y="1004"/>
                  <a:pt x="1466" y="993"/>
                  <a:pt x="1471" y="984"/>
                </a:cubicBezTo>
                <a:cubicBezTo>
                  <a:pt x="1496" y="912"/>
                  <a:pt x="1499" y="902"/>
                  <a:pt x="1501" y="892"/>
                </a:cubicBezTo>
                <a:cubicBezTo>
                  <a:pt x="1512" y="850"/>
                  <a:pt x="1519" y="842"/>
                  <a:pt x="1521" y="831"/>
                </a:cubicBezTo>
                <a:cubicBezTo>
                  <a:pt x="1539" y="782"/>
                  <a:pt x="1541" y="778"/>
                  <a:pt x="1541" y="772"/>
                </a:cubicBezTo>
                <a:cubicBezTo>
                  <a:pt x="1564" y="728"/>
                  <a:pt x="1567" y="727"/>
                  <a:pt x="1568" y="725"/>
                </a:cubicBezTo>
                <a:cubicBezTo>
                  <a:pt x="1586" y="705"/>
                  <a:pt x="1586" y="702"/>
                  <a:pt x="1588" y="701"/>
                </a:cubicBezTo>
                <a:cubicBezTo>
                  <a:pt x="1587" y="710"/>
                  <a:pt x="1582" y="711"/>
                  <a:pt x="1582" y="715"/>
                </a:cubicBezTo>
                <a:cubicBezTo>
                  <a:pt x="1565" y="759"/>
                  <a:pt x="1557" y="757"/>
                  <a:pt x="1560" y="764"/>
                </a:cubicBezTo>
                <a:cubicBezTo>
                  <a:pt x="1544" y="799"/>
                  <a:pt x="1545" y="808"/>
                  <a:pt x="1540" y="814"/>
                </a:cubicBezTo>
                <a:cubicBezTo>
                  <a:pt x="1522" y="867"/>
                  <a:pt x="1526" y="885"/>
                  <a:pt x="1517" y="893"/>
                </a:cubicBezTo>
                <a:cubicBezTo>
                  <a:pt x="1511" y="951"/>
                  <a:pt x="1505" y="961"/>
                  <a:pt x="1502" y="974"/>
                </a:cubicBezTo>
                <a:cubicBezTo>
                  <a:pt x="1488" y="1033"/>
                  <a:pt x="1487" y="1036"/>
                  <a:pt x="1488" y="1040"/>
                </a:cubicBezTo>
                <a:cubicBezTo>
                  <a:pt x="1472" y="1091"/>
                  <a:pt x="1465" y="1093"/>
                  <a:pt x="1465" y="1100"/>
                </a:cubicBezTo>
                <a:cubicBezTo>
                  <a:pt x="1449" y="1137"/>
                  <a:pt x="1447" y="1140"/>
                  <a:pt x="1446" y="1143"/>
                </a:cubicBezTo>
                <a:cubicBezTo>
                  <a:pt x="1454" y="1132"/>
                  <a:pt x="1459" y="1129"/>
                  <a:pt x="1461" y="1123"/>
                </a:cubicBezTo>
                <a:cubicBezTo>
                  <a:pt x="1487" y="1072"/>
                  <a:pt x="1483" y="1063"/>
                  <a:pt x="1489" y="1060"/>
                </a:cubicBezTo>
                <a:cubicBezTo>
                  <a:pt x="1500" y="1013"/>
                  <a:pt x="1511" y="1017"/>
                  <a:pt x="1507" y="1010"/>
                </a:cubicBezTo>
                <a:cubicBezTo>
                  <a:pt x="1511" y="959"/>
                  <a:pt x="1522" y="958"/>
                  <a:pt x="1517" y="946"/>
                </a:cubicBezTo>
                <a:cubicBezTo>
                  <a:pt x="1527" y="897"/>
                  <a:pt x="1531" y="894"/>
                  <a:pt x="1529" y="887"/>
                </a:cubicBezTo>
                <a:cubicBezTo>
                  <a:pt x="1547" y="822"/>
                  <a:pt x="1551" y="815"/>
                  <a:pt x="1554" y="807"/>
                </a:cubicBezTo>
                <a:cubicBezTo>
                  <a:pt x="1573" y="742"/>
                  <a:pt x="1585" y="745"/>
                  <a:pt x="1582" y="738"/>
                </a:cubicBezTo>
                <a:cubicBezTo>
                  <a:pt x="1593" y="722"/>
                  <a:pt x="1591" y="719"/>
                  <a:pt x="1594" y="718"/>
                </a:cubicBezTo>
                <a:cubicBezTo>
                  <a:pt x="1619" y="684"/>
                  <a:pt x="1616" y="687"/>
                  <a:pt x="1615" y="692"/>
                </a:cubicBezTo>
                <a:cubicBezTo>
                  <a:pt x="1599" y="715"/>
                  <a:pt x="1601" y="718"/>
                  <a:pt x="1598" y="719"/>
                </a:cubicBezTo>
                <a:cubicBezTo>
                  <a:pt x="1585" y="740"/>
                  <a:pt x="1585" y="746"/>
                  <a:pt x="1581" y="749"/>
                </a:cubicBezTo>
                <a:cubicBezTo>
                  <a:pt x="1568" y="794"/>
                  <a:pt x="1561" y="795"/>
                  <a:pt x="1562" y="801"/>
                </a:cubicBezTo>
                <a:cubicBezTo>
                  <a:pt x="1546" y="844"/>
                  <a:pt x="1548" y="851"/>
                  <a:pt x="1545" y="855"/>
                </a:cubicBezTo>
                <a:cubicBezTo>
                  <a:pt x="1538" y="894"/>
                  <a:pt x="1537" y="904"/>
                  <a:pt x="1536" y="914"/>
                </a:cubicBezTo>
                <a:cubicBezTo>
                  <a:pt x="1529" y="960"/>
                  <a:pt x="1529" y="966"/>
                  <a:pt x="1526" y="969"/>
                </a:cubicBezTo>
                <a:cubicBezTo>
                  <a:pt x="1512" y="1031"/>
                  <a:pt x="1515" y="1039"/>
                  <a:pt x="1513" y="1043"/>
                </a:cubicBezTo>
                <a:cubicBezTo>
                  <a:pt x="1500" y="1088"/>
                  <a:pt x="1491" y="1087"/>
                  <a:pt x="1493" y="1095"/>
                </a:cubicBezTo>
                <a:cubicBezTo>
                  <a:pt x="1496" y="1099"/>
                  <a:pt x="1498" y="1092"/>
                  <a:pt x="1501" y="1087"/>
                </a:cubicBezTo>
                <a:cubicBezTo>
                  <a:pt x="1520" y="1044"/>
                  <a:pt x="1523" y="1037"/>
                  <a:pt x="1524" y="1030"/>
                </a:cubicBezTo>
                <a:cubicBezTo>
                  <a:pt x="1535" y="1007"/>
                  <a:pt x="1530" y="996"/>
                  <a:pt x="1534" y="990"/>
                </a:cubicBezTo>
                <a:cubicBezTo>
                  <a:pt x="1547" y="920"/>
                  <a:pt x="1543" y="912"/>
                  <a:pt x="1546" y="908"/>
                </a:cubicBezTo>
                <a:cubicBezTo>
                  <a:pt x="1558" y="848"/>
                  <a:pt x="1560" y="836"/>
                  <a:pt x="1564" y="825"/>
                </a:cubicBezTo>
                <a:cubicBezTo>
                  <a:pt x="1596" y="749"/>
                  <a:pt x="1597" y="736"/>
                  <a:pt x="1604" y="727"/>
                </a:cubicBezTo>
                <a:cubicBezTo>
                  <a:pt x="1617" y="708"/>
                  <a:pt x="1618" y="702"/>
                  <a:pt x="1621" y="697"/>
                </a:cubicBezTo>
                <a:cubicBezTo>
                  <a:pt x="1645" y="666"/>
                  <a:pt x="1646" y="660"/>
                  <a:pt x="1649" y="655"/>
                </a:cubicBezTo>
                <a:cubicBezTo>
                  <a:pt x="1664" y="655"/>
                  <a:pt x="1660" y="659"/>
                  <a:pt x="1655" y="663"/>
                </a:cubicBezTo>
                <a:cubicBezTo>
                  <a:pt x="1646" y="680"/>
                  <a:pt x="1644" y="682"/>
                  <a:pt x="1640" y="683"/>
                </a:cubicBezTo>
                <a:cubicBezTo>
                  <a:pt x="1628" y="709"/>
                  <a:pt x="1626" y="711"/>
                  <a:pt x="1624" y="712"/>
                </a:cubicBezTo>
                <a:cubicBezTo>
                  <a:pt x="1609" y="739"/>
                  <a:pt x="1613" y="749"/>
                  <a:pt x="1606" y="751"/>
                </a:cubicBezTo>
                <a:cubicBezTo>
                  <a:pt x="1591" y="789"/>
                  <a:pt x="1590" y="796"/>
                  <a:pt x="1586" y="801"/>
                </a:cubicBezTo>
                <a:cubicBezTo>
                  <a:pt x="1573" y="863"/>
                  <a:pt x="1567" y="866"/>
                  <a:pt x="1571" y="877"/>
                </a:cubicBezTo>
                <a:cubicBezTo>
                  <a:pt x="1569" y="1011"/>
                  <a:pt x="1566" y="1004"/>
                  <a:pt x="1567" y="1000"/>
                </a:cubicBezTo>
                <a:cubicBezTo>
                  <a:pt x="1584" y="947"/>
                  <a:pt x="1586" y="936"/>
                  <a:pt x="1591" y="926"/>
                </a:cubicBezTo>
                <a:cubicBezTo>
                  <a:pt x="1618" y="817"/>
                  <a:pt x="1621" y="806"/>
                  <a:pt x="1623" y="794"/>
                </a:cubicBezTo>
                <a:cubicBezTo>
                  <a:pt x="1638" y="752"/>
                  <a:pt x="1642" y="741"/>
                  <a:pt x="1647" y="730"/>
                </a:cubicBezTo>
                <a:cubicBezTo>
                  <a:pt x="1665" y="691"/>
                  <a:pt x="1667" y="688"/>
                  <a:pt x="1670" y="686"/>
                </a:cubicBezTo>
                <a:cubicBezTo>
                  <a:pt x="1680" y="666"/>
                  <a:pt x="1683" y="662"/>
                  <a:pt x="1685" y="657"/>
                </a:cubicBezTo>
                <a:cubicBezTo>
                  <a:pt x="1698" y="643"/>
                  <a:pt x="1698" y="640"/>
                  <a:pt x="1701" y="639"/>
                </a:cubicBezTo>
                <a:cubicBezTo>
                  <a:pt x="1715" y="633"/>
                  <a:pt x="1706" y="644"/>
                  <a:pt x="1697" y="655"/>
                </a:cubicBezTo>
                <a:cubicBezTo>
                  <a:pt x="1662" y="708"/>
                  <a:pt x="1663" y="716"/>
                  <a:pt x="1658" y="719"/>
                </a:cubicBezTo>
                <a:cubicBezTo>
                  <a:pt x="1644" y="762"/>
                  <a:pt x="1639" y="772"/>
                  <a:pt x="1639" y="785"/>
                </a:cubicBezTo>
                <a:cubicBezTo>
                  <a:pt x="1619" y="855"/>
                  <a:pt x="1616" y="860"/>
                  <a:pt x="1616" y="867"/>
                </a:cubicBezTo>
                <a:cubicBezTo>
                  <a:pt x="1604" y="896"/>
                  <a:pt x="1606" y="912"/>
                  <a:pt x="1600" y="923"/>
                </a:cubicBezTo>
                <a:cubicBezTo>
                  <a:pt x="1589" y="968"/>
                  <a:pt x="1585" y="973"/>
                  <a:pt x="1586" y="981"/>
                </a:cubicBezTo>
                <a:cubicBezTo>
                  <a:pt x="1573" y="1022"/>
                  <a:pt x="1565" y="1025"/>
                  <a:pt x="1566" y="1033"/>
                </a:cubicBezTo>
                <a:cubicBezTo>
                  <a:pt x="1553" y="1054"/>
                  <a:pt x="1550" y="1059"/>
                  <a:pt x="1545" y="1063"/>
                </a:cubicBezTo>
                <a:cubicBezTo>
                  <a:pt x="1509" y="1110"/>
                  <a:pt x="1503" y="1109"/>
                  <a:pt x="1506" y="1115"/>
                </a:cubicBezTo>
                <a:cubicBezTo>
                  <a:pt x="1523" y="1102"/>
                  <a:pt x="1526" y="1099"/>
                  <a:pt x="1529" y="1095"/>
                </a:cubicBezTo>
                <a:cubicBezTo>
                  <a:pt x="1541" y="1079"/>
                  <a:pt x="1546" y="1077"/>
                  <a:pt x="1547" y="1072"/>
                </a:cubicBezTo>
                <a:cubicBezTo>
                  <a:pt x="1566" y="1044"/>
                  <a:pt x="1569" y="1040"/>
                  <a:pt x="1573" y="1036"/>
                </a:cubicBezTo>
                <a:close/>
                <a:moveTo>
                  <a:pt x="1704" y="888"/>
                </a:moveTo>
                <a:cubicBezTo>
                  <a:pt x="1709" y="888"/>
                  <a:pt x="1703" y="895"/>
                  <a:pt x="1704" y="897"/>
                </a:cubicBezTo>
                <a:cubicBezTo>
                  <a:pt x="1680" y="926"/>
                  <a:pt x="1684" y="933"/>
                  <a:pt x="1677" y="933"/>
                </a:cubicBezTo>
                <a:cubicBezTo>
                  <a:pt x="1692" y="888"/>
                  <a:pt x="1696" y="888"/>
                  <a:pt x="1694" y="884"/>
                </a:cubicBezTo>
                <a:cubicBezTo>
                  <a:pt x="1720" y="791"/>
                  <a:pt x="1729" y="785"/>
                  <a:pt x="1725" y="772"/>
                </a:cubicBezTo>
                <a:cubicBezTo>
                  <a:pt x="1737" y="743"/>
                  <a:pt x="1738" y="735"/>
                  <a:pt x="1742" y="729"/>
                </a:cubicBezTo>
                <a:cubicBezTo>
                  <a:pt x="1754" y="700"/>
                  <a:pt x="1755" y="692"/>
                  <a:pt x="1761" y="688"/>
                </a:cubicBezTo>
                <a:cubicBezTo>
                  <a:pt x="1767" y="673"/>
                  <a:pt x="1768" y="669"/>
                  <a:pt x="1770" y="666"/>
                </a:cubicBezTo>
                <a:cubicBezTo>
                  <a:pt x="1790" y="634"/>
                  <a:pt x="1785" y="626"/>
                  <a:pt x="1792" y="627"/>
                </a:cubicBezTo>
                <a:cubicBezTo>
                  <a:pt x="1795" y="624"/>
                  <a:pt x="1796" y="629"/>
                  <a:pt x="1795" y="633"/>
                </a:cubicBezTo>
                <a:cubicBezTo>
                  <a:pt x="1779" y="657"/>
                  <a:pt x="1783" y="666"/>
                  <a:pt x="1777" y="667"/>
                </a:cubicBezTo>
                <a:cubicBezTo>
                  <a:pt x="1760" y="709"/>
                  <a:pt x="1759" y="717"/>
                  <a:pt x="1754" y="722"/>
                </a:cubicBezTo>
                <a:cubicBezTo>
                  <a:pt x="1745" y="753"/>
                  <a:pt x="1749" y="759"/>
                  <a:pt x="1745" y="759"/>
                </a:cubicBezTo>
                <a:cubicBezTo>
                  <a:pt x="1733" y="796"/>
                  <a:pt x="1737" y="802"/>
                  <a:pt x="1733" y="803"/>
                </a:cubicBezTo>
                <a:cubicBezTo>
                  <a:pt x="1722" y="841"/>
                  <a:pt x="1717" y="851"/>
                  <a:pt x="1715" y="864"/>
                </a:cubicBezTo>
                <a:cubicBezTo>
                  <a:pt x="1700" y="892"/>
                  <a:pt x="1704" y="892"/>
                  <a:pt x="1704" y="888"/>
                </a:cubicBezTo>
                <a:close/>
                <a:moveTo>
                  <a:pt x="1534" y="299"/>
                </a:moveTo>
                <a:cubicBezTo>
                  <a:pt x="1541" y="296"/>
                  <a:pt x="1544" y="300"/>
                  <a:pt x="1551" y="298"/>
                </a:cubicBezTo>
                <a:cubicBezTo>
                  <a:pt x="1606" y="305"/>
                  <a:pt x="1609" y="310"/>
                  <a:pt x="1615" y="309"/>
                </a:cubicBezTo>
                <a:cubicBezTo>
                  <a:pt x="1665" y="320"/>
                  <a:pt x="1668" y="324"/>
                  <a:pt x="1675" y="322"/>
                </a:cubicBezTo>
                <a:cubicBezTo>
                  <a:pt x="1725" y="336"/>
                  <a:pt x="1725" y="345"/>
                  <a:pt x="1732" y="343"/>
                </a:cubicBezTo>
                <a:cubicBezTo>
                  <a:pt x="1776" y="364"/>
                  <a:pt x="1782" y="363"/>
                  <a:pt x="1783" y="369"/>
                </a:cubicBezTo>
                <a:cubicBezTo>
                  <a:pt x="1805" y="373"/>
                  <a:pt x="1804" y="382"/>
                  <a:pt x="1812" y="379"/>
                </a:cubicBezTo>
                <a:cubicBezTo>
                  <a:pt x="1845" y="400"/>
                  <a:pt x="1856" y="399"/>
                  <a:pt x="1863" y="406"/>
                </a:cubicBezTo>
                <a:cubicBezTo>
                  <a:pt x="1911" y="424"/>
                  <a:pt x="1920" y="418"/>
                  <a:pt x="1923" y="421"/>
                </a:cubicBezTo>
                <a:cubicBezTo>
                  <a:pt x="1958" y="431"/>
                  <a:pt x="1968" y="425"/>
                  <a:pt x="1969" y="431"/>
                </a:cubicBezTo>
                <a:cubicBezTo>
                  <a:pt x="1954" y="441"/>
                  <a:pt x="1952" y="436"/>
                  <a:pt x="1948" y="435"/>
                </a:cubicBezTo>
                <a:cubicBezTo>
                  <a:pt x="1904" y="430"/>
                  <a:pt x="1898" y="426"/>
                  <a:pt x="1891" y="425"/>
                </a:cubicBezTo>
                <a:cubicBezTo>
                  <a:pt x="1826" y="407"/>
                  <a:pt x="1828" y="397"/>
                  <a:pt x="1822" y="400"/>
                </a:cubicBezTo>
                <a:cubicBezTo>
                  <a:pt x="1792" y="385"/>
                  <a:pt x="1790" y="382"/>
                  <a:pt x="1786" y="382"/>
                </a:cubicBezTo>
                <a:cubicBezTo>
                  <a:pt x="1758" y="367"/>
                  <a:pt x="1754" y="368"/>
                  <a:pt x="1754" y="365"/>
                </a:cubicBezTo>
                <a:cubicBezTo>
                  <a:pt x="1735" y="356"/>
                  <a:pt x="1730" y="353"/>
                  <a:pt x="1723" y="351"/>
                </a:cubicBezTo>
                <a:cubicBezTo>
                  <a:pt x="1699" y="338"/>
                  <a:pt x="1689" y="341"/>
                  <a:pt x="1684" y="336"/>
                </a:cubicBezTo>
                <a:cubicBezTo>
                  <a:pt x="1637" y="322"/>
                  <a:pt x="1631" y="319"/>
                  <a:pt x="1625" y="316"/>
                </a:cubicBezTo>
                <a:cubicBezTo>
                  <a:pt x="1552" y="306"/>
                  <a:pt x="1547" y="305"/>
                  <a:pt x="1542" y="306"/>
                </a:cubicBezTo>
                <a:cubicBezTo>
                  <a:pt x="1519" y="295"/>
                  <a:pt x="1527" y="303"/>
                  <a:pt x="1534" y="299"/>
                </a:cubicBezTo>
                <a:close/>
                <a:moveTo>
                  <a:pt x="1968" y="449"/>
                </a:moveTo>
                <a:cubicBezTo>
                  <a:pt x="1969" y="454"/>
                  <a:pt x="1963" y="455"/>
                  <a:pt x="1960" y="452"/>
                </a:cubicBezTo>
                <a:cubicBezTo>
                  <a:pt x="1960" y="449"/>
                  <a:pt x="1965" y="450"/>
                  <a:pt x="1968" y="449"/>
                </a:cubicBezTo>
                <a:close/>
                <a:moveTo>
                  <a:pt x="1567" y="324"/>
                </a:moveTo>
                <a:cubicBezTo>
                  <a:pt x="1564" y="319"/>
                  <a:pt x="1555" y="323"/>
                  <a:pt x="1551" y="320"/>
                </a:cubicBezTo>
                <a:cubicBezTo>
                  <a:pt x="1450" y="299"/>
                  <a:pt x="1460" y="303"/>
                  <a:pt x="1463" y="303"/>
                </a:cubicBezTo>
                <a:cubicBezTo>
                  <a:pt x="1502" y="303"/>
                  <a:pt x="1506" y="306"/>
                  <a:pt x="1511" y="307"/>
                </a:cubicBezTo>
                <a:cubicBezTo>
                  <a:pt x="1565" y="311"/>
                  <a:pt x="1566" y="318"/>
                  <a:pt x="1572" y="316"/>
                </a:cubicBezTo>
                <a:cubicBezTo>
                  <a:pt x="1642" y="329"/>
                  <a:pt x="1649" y="335"/>
                  <a:pt x="1660" y="336"/>
                </a:cubicBezTo>
                <a:cubicBezTo>
                  <a:pt x="1704" y="352"/>
                  <a:pt x="1706" y="355"/>
                  <a:pt x="1710" y="354"/>
                </a:cubicBezTo>
                <a:cubicBezTo>
                  <a:pt x="1734" y="367"/>
                  <a:pt x="1739" y="368"/>
                  <a:pt x="1744" y="370"/>
                </a:cubicBezTo>
                <a:cubicBezTo>
                  <a:pt x="1759" y="383"/>
                  <a:pt x="1767" y="380"/>
                  <a:pt x="1770" y="382"/>
                </a:cubicBezTo>
                <a:cubicBezTo>
                  <a:pt x="1788" y="392"/>
                  <a:pt x="1791" y="396"/>
                  <a:pt x="1797" y="395"/>
                </a:cubicBezTo>
                <a:cubicBezTo>
                  <a:pt x="1858" y="428"/>
                  <a:pt x="1872" y="424"/>
                  <a:pt x="1879" y="432"/>
                </a:cubicBezTo>
                <a:cubicBezTo>
                  <a:pt x="1917" y="440"/>
                  <a:pt x="1925" y="442"/>
                  <a:pt x="1932" y="444"/>
                </a:cubicBezTo>
                <a:cubicBezTo>
                  <a:pt x="1950" y="451"/>
                  <a:pt x="1943" y="456"/>
                  <a:pt x="1942" y="451"/>
                </a:cubicBezTo>
                <a:cubicBezTo>
                  <a:pt x="1913" y="449"/>
                  <a:pt x="1907" y="449"/>
                  <a:pt x="1902" y="447"/>
                </a:cubicBezTo>
                <a:cubicBezTo>
                  <a:pt x="1879" y="443"/>
                  <a:pt x="1872" y="443"/>
                  <a:pt x="1869" y="438"/>
                </a:cubicBezTo>
                <a:cubicBezTo>
                  <a:pt x="1814" y="426"/>
                  <a:pt x="1813" y="418"/>
                  <a:pt x="1804" y="421"/>
                </a:cubicBezTo>
                <a:cubicBezTo>
                  <a:pt x="1757" y="398"/>
                  <a:pt x="1753" y="395"/>
                  <a:pt x="1748" y="393"/>
                </a:cubicBezTo>
                <a:cubicBezTo>
                  <a:pt x="1726" y="379"/>
                  <a:pt x="1714" y="379"/>
                  <a:pt x="1706" y="372"/>
                </a:cubicBezTo>
                <a:cubicBezTo>
                  <a:pt x="1669" y="351"/>
                  <a:pt x="1663" y="354"/>
                  <a:pt x="1663" y="351"/>
                </a:cubicBezTo>
                <a:cubicBezTo>
                  <a:pt x="1643" y="344"/>
                  <a:pt x="1639" y="340"/>
                  <a:pt x="1632" y="341"/>
                </a:cubicBezTo>
                <a:cubicBezTo>
                  <a:pt x="1598" y="327"/>
                  <a:pt x="1591" y="328"/>
                  <a:pt x="1585" y="327"/>
                </a:cubicBezTo>
                <a:close/>
                <a:moveTo>
                  <a:pt x="1948" y="481"/>
                </a:moveTo>
                <a:cubicBezTo>
                  <a:pt x="1943" y="482"/>
                  <a:pt x="1946" y="488"/>
                  <a:pt x="1940" y="487"/>
                </a:cubicBezTo>
                <a:cubicBezTo>
                  <a:pt x="1944" y="482"/>
                  <a:pt x="1944" y="475"/>
                  <a:pt x="1953" y="474"/>
                </a:cubicBezTo>
                <a:cubicBezTo>
                  <a:pt x="1955" y="479"/>
                  <a:pt x="1949" y="479"/>
                  <a:pt x="1948" y="481"/>
                </a:cubicBezTo>
                <a:close/>
                <a:moveTo>
                  <a:pt x="1923" y="470"/>
                </a:moveTo>
                <a:cubicBezTo>
                  <a:pt x="1920" y="466"/>
                  <a:pt x="1912" y="469"/>
                  <a:pt x="1907" y="466"/>
                </a:cubicBezTo>
                <a:cubicBezTo>
                  <a:pt x="1879" y="465"/>
                  <a:pt x="1874" y="467"/>
                  <a:pt x="1873" y="464"/>
                </a:cubicBezTo>
                <a:cubicBezTo>
                  <a:pt x="1838" y="455"/>
                  <a:pt x="1833" y="454"/>
                  <a:pt x="1829" y="452"/>
                </a:cubicBezTo>
                <a:cubicBezTo>
                  <a:pt x="1753" y="419"/>
                  <a:pt x="1749" y="416"/>
                  <a:pt x="1745" y="414"/>
                </a:cubicBezTo>
                <a:cubicBezTo>
                  <a:pt x="1687" y="386"/>
                  <a:pt x="1681" y="389"/>
                  <a:pt x="1680" y="385"/>
                </a:cubicBezTo>
                <a:cubicBezTo>
                  <a:pt x="1662" y="375"/>
                  <a:pt x="1659" y="374"/>
                  <a:pt x="1656" y="374"/>
                </a:cubicBezTo>
                <a:cubicBezTo>
                  <a:pt x="1619" y="357"/>
                  <a:pt x="1617" y="350"/>
                  <a:pt x="1610" y="352"/>
                </a:cubicBezTo>
                <a:cubicBezTo>
                  <a:pt x="1571" y="325"/>
                  <a:pt x="1576" y="333"/>
                  <a:pt x="1579" y="330"/>
                </a:cubicBezTo>
                <a:cubicBezTo>
                  <a:pt x="1615" y="345"/>
                  <a:pt x="1630" y="345"/>
                  <a:pt x="1640" y="350"/>
                </a:cubicBezTo>
                <a:cubicBezTo>
                  <a:pt x="1669" y="363"/>
                  <a:pt x="1671" y="364"/>
                  <a:pt x="1672" y="367"/>
                </a:cubicBezTo>
                <a:cubicBezTo>
                  <a:pt x="1726" y="389"/>
                  <a:pt x="1726" y="395"/>
                  <a:pt x="1730" y="394"/>
                </a:cubicBezTo>
                <a:cubicBezTo>
                  <a:pt x="1758" y="411"/>
                  <a:pt x="1765" y="409"/>
                  <a:pt x="1769" y="414"/>
                </a:cubicBezTo>
                <a:cubicBezTo>
                  <a:pt x="1815" y="430"/>
                  <a:pt x="1822" y="439"/>
                  <a:pt x="1838" y="437"/>
                </a:cubicBezTo>
                <a:cubicBezTo>
                  <a:pt x="1891" y="455"/>
                  <a:pt x="1892" y="458"/>
                  <a:pt x="1895" y="458"/>
                </a:cubicBezTo>
                <a:cubicBezTo>
                  <a:pt x="1925" y="456"/>
                  <a:pt x="1939" y="461"/>
                  <a:pt x="1947" y="464"/>
                </a:cubicBezTo>
                <a:cubicBezTo>
                  <a:pt x="1946" y="472"/>
                  <a:pt x="1931" y="465"/>
                  <a:pt x="1923" y="470"/>
                </a:cubicBezTo>
                <a:close/>
                <a:moveTo>
                  <a:pt x="1923" y="528"/>
                </a:moveTo>
                <a:cubicBezTo>
                  <a:pt x="1926" y="518"/>
                  <a:pt x="1933" y="511"/>
                  <a:pt x="1938" y="503"/>
                </a:cubicBezTo>
                <a:cubicBezTo>
                  <a:pt x="1972" y="476"/>
                  <a:pt x="1969" y="477"/>
                  <a:pt x="1969" y="479"/>
                </a:cubicBezTo>
                <a:cubicBezTo>
                  <a:pt x="1958" y="497"/>
                  <a:pt x="1958" y="501"/>
                  <a:pt x="1956" y="504"/>
                </a:cubicBezTo>
                <a:cubicBezTo>
                  <a:pt x="1932" y="538"/>
                  <a:pt x="1936" y="549"/>
                  <a:pt x="1929" y="553"/>
                </a:cubicBezTo>
                <a:cubicBezTo>
                  <a:pt x="1901" y="608"/>
                  <a:pt x="1903" y="613"/>
                  <a:pt x="1901" y="616"/>
                </a:cubicBezTo>
                <a:cubicBezTo>
                  <a:pt x="1866" y="694"/>
                  <a:pt x="1857" y="699"/>
                  <a:pt x="1856" y="708"/>
                </a:cubicBezTo>
                <a:cubicBezTo>
                  <a:pt x="1838" y="738"/>
                  <a:pt x="1833" y="746"/>
                  <a:pt x="1828" y="753"/>
                </a:cubicBezTo>
                <a:cubicBezTo>
                  <a:pt x="1818" y="768"/>
                  <a:pt x="1816" y="771"/>
                  <a:pt x="1814" y="775"/>
                </a:cubicBezTo>
                <a:cubicBezTo>
                  <a:pt x="1784" y="808"/>
                  <a:pt x="1782" y="812"/>
                  <a:pt x="1780" y="815"/>
                </a:cubicBezTo>
                <a:cubicBezTo>
                  <a:pt x="1787" y="794"/>
                  <a:pt x="1788" y="787"/>
                  <a:pt x="1791" y="782"/>
                </a:cubicBezTo>
                <a:cubicBezTo>
                  <a:pt x="1812" y="744"/>
                  <a:pt x="1811" y="736"/>
                  <a:pt x="1815" y="731"/>
                </a:cubicBezTo>
                <a:cubicBezTo>
                  <a:pt x="1845" y="671"/>
                  <a:pt x="1848" y="658"/>
                  <a:pt x="1853" y="647"/>
                </a:cubicBezTo>
                <a:cubicBezTo>
                  <a:pt x="1865" y="618"/>
                  <a:pt x="1870" y="618"/>
                  <a:pt x="1870" y="615"/>
                </a:cubicBezTo>
                <a:cubicBezTo>
                  <a:pt x="1884" y="588"/>
                  <a:pt x="1881" y="581"/>
                  <a:pt x="1886" y="581"/>
                </a:cubicBezTo>
                <a:cubicBezTo>
                  <a:pt x="1902" y="555"/>
                  <a:pt x="1903" y="553"/>
                  <a:pt x="1902" y="549"/>
                </a:cubicBezTo>
                <a:close/>
                <a:moveTo>
                  <a:pt x="1897" y="530"/>
                </a:moveTo>
                <a:cubicBezTo>
                  <a:pt x="1900" y="530"/>
                  <a:pt x="1902" y="528"/>
                  <a:pt x="1902" y="525"/>
                </a:cubicBezTo>
                <a:cubicBezTo>
                  <a:pt x="1921" y="520"/>
                  <a:pt x="1910" y="520"/>
                  <a:pt x="1909" y="526"/>
                </a:cubicBezTo>
                <a:cubicBezTo>
                  <a:pt x="1880" y="565"/>
                  <a:pt x="1883" y="570"/>
                  <a:pt x="1880" y="571"/>
                </a:cubicBezTo>
                <a:cubicBezTo>
                  <a:pt x="1866" y="602"/>
                  <a:pt x="1857" y="609"/>
                  <a:pt x="1858" y="621"/>
                </a:cubicBezTo>
                <a:cubicBezTo>
                  <a:pt x="1825" y="682"/>
                  <a:pt x="1824" y="691"/>
                  <a:pt x="1818" y="697"/>
                </a:cubicBezTo>
                <a:cubicBezTo>
                  <a:pt x="1794" y="747"/>
                  <a:pt x="1794" y="753"/>
                  <a:pt x="1791" y="758"/>
                </a:cubicBezTo>
                <a:cubicBezTo>
                  <a:pt x="1780" y="779"/>
                  <a:pt x="1781" y="783"/>
                  <a:pt x="1778" y="784"/>
                </a:cubicBezTo>
                <a:cubicBezTo>
                  <a:pt x="1763" y="815"/>
                  <a:pt x="1763" y="820"/>
                  <a:pt x="1761" y="825"/>
                </a:cubicBezTo>
                <a:cubicBezTo>
                  <a:pt x="1742" y="853"/>
                  <a:pt x="1738" y="859"/>
                  <a:pt x="1730" y="862"/>
                </a:cubicBezTo>
                <a:cubicBezTo>
                  <a:pt x="1712" y="896"/>
                  <a:pt x="1713" y="894"/>
                  <a:pt x="1714" y="893"/>
                </a:cubicBezTo>
                <a:cubicBezTo>
                  <a:pt x="1733" y="846"/>
                  <a:pt x="1741" y="839"/>
                  <a:pt x="1745" y="830"/>
                </a:cubicBezTo>
                <a:cubicBezTo>
                  <a:pt x="1765" y="800"/>
                  <a:pt x="1765" y="788"/>
                  <a:pt x="1771" y="781"/>
                </a:cubicBezTo>
                <a:cubicBezTo>
                  <a:pt x="1785" y="750"/>
                  <a:pt x="1782" y="742"/>
                  <a:pt x="1786" y="739"/>
                </a:cubicBezTo>
                <a:cubicBezTo>
                  <a:pt x="1790" y="719"/>
                  <a:pt x="1799" y="720"/>
                  <a:pt x="1796" y="712"/>
                </a:cubicBezTo>
                <a:cubicBezTo>
                  <a:pt x="1816" y="669"/>
                  <a:pt x="1812" y="661"/>
                  <a:pt x="1818" y="660"/>
                </a:cubicBezTo>
                <a:cubicBezTo>
                  <a:pt x="1829" y="643"/>
                  <a:pt x="1826" y="635"/>
                  <a:pt x="1833" y="633"/>
                </a:cubicBezTo>
                <a:cubicBezTo>
                  <a:pt x="1843" y="612"/>
                  <a:pt x="1842" y="605"/>
                  <a:pt x="1845" y="599"/>
                </a:cubicBezTo>
                <a:cubicBezTo>
                  <a:pt x="1856" y="588"/>
                  <a:pt x="1855" y="583"/>
                  <a:pt x="1859" y="581"/>
                </a:cubicBezTo>
                <a:cubicBezTo>
                  <a:pt x="1885" y="546"/>
                  <a:pt x="1893" y="540"/>
                  <a:pt x="1897" y="530"/>
                </a:cubicBezTo>
                <a:close/>
                <a:moveTo>
                  <a:pt x="1824" y="596"/>
                </a:moveTo>
                <a:cubicBezTo>
                  <a:pt x="1827" y="593"/>
                  <a:pt x="1832" y="591"/>
                  <a:pt x="1831" y="584"/>
                </a:cubicBezTo>
                <a:cubicBezTo>
                  <a:pt x="1861" y="547"/>
                  <a:pt x="1867" y="544"/>
                  <a:pt x="1869" y="540"/>
                </a:cubicBezTo>
                <a:cubicBezTo>
                  <a:pt x="1888" y="530"/>
                  <a:pt x="1879" y="535"/>
                  <a:pt x="1880" y="538"/>
                </a:cubicBezTo>
                <a:cubicBezTo>
                  <a:pt x="1870" y="552"/>
                  <a:pt x="1866" y="551"/>
                  <a:pt x="1867" y="553"/>
                </a:cubicBezTo>
                <a:cubicBezTo>
                  <a:pt x="1850" y="569"/>
                  <a:pt x="1854" y="575"/>
                  <a:pt x="1850" y="576"/>
                </a:cubicBezTo>
                <a:cubicBezTo>
                  <a:pt x="1822" y="623"/>
                  <a:pt x="1825" y="632"/>
                  <a:pt x="1818" y="633"/>
                </a:cubicBezTo>
                <a:cubicBezTo>
                  <a:pt x="1805" y="665"/>
                  <a:pt x="1801" y="669"/>
                  <a:pt x="1801" y="674"/>
                </a:cubicBezTo>
                <a:cubicBezTo>
                  <a:pt x="1786" y="713"/>
                  <a:pt x="1784" y="727"/>
                  <a:pt x="1776" y="736"/>
                </a:cubicBezTo>
                <a:cubicBezTo>
                  <a:pt x="1773" y="758"/>
                  <a:pt x="1767" y="757"/>
                  <a:pt x="1768" y="762"/>
                </a:cubicBezTo>
                <a:cubicBezTo>
                  <a:pt x="1745" y="811"/>
                  <a:pt x="1743" y="823"/>
                  <a:pt x="1736" y="832"/>
                </a:cubicBezTo>
                <a:cubicBezTo>
                  <a:pt x="1737" y="820"/>
                  <a:pt x="1738" y="815"/>
                  <a:pt x="1741" y="813"/>
                </a:cubicBezTo>
                <a:cubicBezTo>
                  <a:pt x="1751" y="780"/>
                  <a:pt x="1752" y="770"/>
                  <a:pt x="1754" y="762"/>
                </a:cubicBezTo>
                <a:cubicBezTo>
                  <a:pt x="1769" y="712"/>
                  <a:pt x="1770" y="705"/>
                  <a:pt x="1774" y="701"/>
                </a:cubicBezTo>
                <a:cubicBezTo>
                  <a:pt x="1782" y="677"/>
                  <a:pt x="1787" y="673"/>
                  <a:pt x="1791" y="669"/>
                </a:cubicBezTo>
                <a:cubicBezTo>
                  <a:pt x="1796" y="652"/>
                  <a:pt x="1795" y="650"/>
                  <a:pt x="1796" y="648"/>
                </a:cubicBezTo>
                <a:cubicBezTo>
                  <a:pt x="1802" y="634"/>
                  <a:pt x="1807" y="627"/>
                  <a:pt x="1811" y="619"/>
                </a:cubicBezTo>
                <a:close/>
                <a:moveTo>
                  <a:pt x="1818" y="584"/>
                </a:moveTo>
                <a:cubicBezTo>
                  <a:pt x="1823" y="584"/>
                  <a:pt x="1819" y="591"/>
                  <a:pt x="1817" y="591"/>
                </a:cubicBezTo>
                <a:cubicBezTo>
                  <a:pt x="1813" y="593"/>
                  <a:pt x="1817" y="600"/>
                  <a:pt x="1809" y="599"/>
                </a:cubicBezTo>
                <a:cubicBezTo>
                  <a:pt x="1809" y="592"/>
                  <a:pt x="1818" y="591"/>
                  <a:pt x="1818" y="584"/>
                </a:cubicBezTo>
                <a:close/>
                <a:moveTo>
                  <a:pt x="1372" y="654"/>
                </a:moveTo>
                <a:cubicBezTo>
                  <a:pt x="1369" y="651"/>
                  <a:pt x="1365" y="650"/>
                  <a:pt x="1362" y="649"/>
                </a:cubicBezTo>
                <a:cubicBezTo>
                  <a:pt x="1364" y="641"/>
                  <a:pt x="1368" y="652"/>
                  <a:pt x="1373" y="649"/>
                </a:cubicBezTo>
                <a:cubicBezTo>
                  <a:pt x="1376" y="652"/>
                  <a:pt x="1379" y="652"/>
                  <a:pt x="1383" y="654"/>
                </a:cubicBezTo>
                <a:cubicBezTo>
                  <a:pt x="1381" y="662"/>
                  <a:pt x="1377" y="650"/>
                  <a:pt x="1372" y="654"/>
                </a:cubicBezTo>
                <a:close/>
                <a:moveTo>
                  <a:pt x="1400" y="662"/>
                </a:moveTo>
                <a:cubicBezTo>
                  <a:pt x="1395" y="661"/>
                  <a:pt x="1390" y="659"/>
                  <a:pt x="1386" y="658"/>
                </a:cubicBezTo>
                <a:cubicBezTo>
                  <a:pt x="1387" y="652"/>
                  <a:pt x="1393" y="662"/>
                  <a:pt x="1399" y="658"/>
                </a:cubicBezTo>
                <a:cubicBezTo>
                  <a:pt x="1402" y="661"/>
                  <a:pt x="1407" y="664"/>
                  <a:pt x="1413" y="664"/>
                </a:cubicBezTo>
                <a:cubicBezTo>
                  <a:pt x="1412" y="669"/>
                  <a:pt x="1402" y="664"/>
                  <a:pt x="1400" y="662"/>
                </a:cubicBezTo>
                <a:close/>
                <a:moveTo>
                  <a:pt x="1440" y="675"/>
                </a:moveTo>
                <a:cubicBezTo>
                  <a:pt x="1434" y="672"/>
                  <a:pt x="1443" y="674"/>
                  <a:pt x="1446" y="674"/>
                </a:cubicBezTo>
                <a:cubicBezTo>
                  <a:pt x="1445" y="678"/>
                  <a:pt x="1442" y="675"/>
                  <a:pt x="1440" y="675"/>
                </a:cubicBezTo>
                <a:close/>
                <a:moveTo>
                  <a:pt x="1398" y="704"/>
                </a:moveTo>
                <a:cubicBezTo>
                  <a:pt x="1398" y="699"/>
                  <a:pt x="1406" y="702"/>
                  <a:pt x="1407" y="703"/>
                </a:cubicBezTo>
                <a:cubicBezTo>
                  <a:pt x="1407" y="709"/>
                  <a:pt x="1402" y="701"/>
                  <a:pt x="1398" y="704"/>
                </a:cubicBezTo>
                <a:close/>
                <a:moveTo>
                  <a:pt x="1433" y="709"/>
                </a:moveTo>
                <a:cubicBezTo>
                  <a:pt x="1426" y="706"/>
                  <a:pt x="1436" y="708"/>
                  <a:pt x="1439" y="708"/>
                </a:cubicBezTo>
                <a:cubicBezTo>
                  <a:pt x="1438" y="712"/>
                  <a:pt x="1435" y="709"/>
                  <a:pt x="1433" y="709"/>
                </a:cubicBezTo>
                <a:close/>
                <a:moveTo>
                  <a:pt x="1135" y="916"/>
                </a:moveTo>
                <a:cubicBezTo>
                  <a:pt x="1134" y="916"/>
                  <a:pt x="1132" y="916"/>
                  <a:pt x="1131" y="916"/>
                </a:cubicBezTo>
                <a:cubicBezTo>
                  <a:pt x="1129" y="912"/>
                  <a:pt x="1133" y="912"/>
                  <a:pt x="1137" y="911"/>
                </a:cubicBezTo>
                <a:cubicBezTo>
                  <a:pt x="1137" y="913"/>
                  <a:pt x="1135" y="913"/>
                  <a:pt x="1135" y="916"/>
                </a:cubicBezTo>
                <a:close/>
                <a:moveTo>
                  <a:pt x="1156" y="896"/>
                </a:moveTo>
                <a:cubicBezTo>
                  <a:pt x="1150" y="895"/>
                  <a:pt x="1160" y="891"/>
                  <a:pt x="1159" y="887"/>
                </a:cubicBezTo>
                <a:cubicBezTo>
                  <a:pt x="1162" y="887"/>
                  <a:pt x="1165" y="886"/>
                  <a:pt x="1165" y="884"/>
                </a:cubicBezTo>
                <a:cubicBezTo>
                  <a:pt x="1172" y="888"/>
                  <a:pt x="1156" y="891"/>
                  <a:pt x="1156" y="896"/>
                </a:cubicBezTo>
                <a:close/>
                <a:moveTo>
                  <a:pt x="1242" y="819"/>
                </a:moveTo>
                <a:cubicBezTo>
                  <a:pt x="1244" y="815"/>
                  <a:pt x="1243" y="813"/>
                  <a:pt x="1240" y="810"/>
                </a:cubicBezTo>
                <a:cubicBezTo>
                  <a:pt x="1230" y="814"/>
                  <a:pt x="1224" y="810"/>
                  <a:pt x="1216" y="810"/>
                </a:cubicBezTo>
                <a:cubicBezTo>
                  <a:pt x="1208" y="811"/>
                  <a:pt x="1221" y="804"/>
                  <a:pt x="1220" y="809"/>
                </a:cubicBezTo>
                <a:cubicBezTo>
                  <a:pt x="1236" y="806"/>
                  <a:pt x="1246" y="812"/>
                  <a:pt x="1260" y="811"/>
                </a:cubicBezTo>
                <a:cubicBezTo>
                  <a:pt x="1258" y="816"/>
                  <a:pt x="1246" y="815"/>
                  <a:pt x="1242" y="819"/>
                </a:cubicBezTo>
                <a:close/>
                <a:moveTo>
                  <a:pt x="1266" y="830"/>
                </a:moveTo>
                <a:cubicBezTo>
                  <a:pt x="1267" y="826"/>
                  <a:pt x="1271" y="823"/>
                  <a:pt x="1276" y="822"/>
                </a:cubicBezTo>
                <a:cubicBezTo>
                  <a:pt x="1275" y="826"/>
                  <a:pt x="1271" y="828"/>
                  <a:pt x="1266" y="830"/>
                </a:cubicBezTo>
                <a:close/>
                <a:moveTo>
                  <a:pt x="1416" y="743"/>
                </a:moveTo>
                <a:cubicBezTo>
                  <a:pt x="1418" y="736"/>
                  <a:pt x="1425" y="744"/>
                  <a:pt x="1432" y="740"/>
                </a:cubicBezTo>
                <a:cubicBezTo>
                  <a:pt x="1431" y="749"/>
                  <a:pt x="1421" y="745"/>
                  <a:pt x="1416" y="743"/>
                </a:cubicBezTo>
                <a:close/>
                <a:moveTo>
                  <a:pt x="1655" y="687"/>
                </a:moveTo>
                <a:cubicBezTo>
                  <a:pt x="1656" y="691"/>
                  <a:pt x="1654" y="693"/>
                  <a:pt x="1654" y="696"/>
                </a:cubicBezTo>
                <a:cubicBezTo>
                  <a:pt x="1650" y="699"/>
                  <a:pt x="1647" y="704"/>
                  <a:pt x="1645" y="709"/>
                </a:cubicBezTo>
                <a:cubicBezTo>
                  <a:pt x="1645" y="715"/>
                  <a:pt x="1640" y="718"/>
                  <a:pt x="1639" y="723"/>
                </a:cubicBezTo>
                <a:cubicBezTo>
                  <a:pt x="1636" y="727"/>
                  <a:pt x="1636" y="733"/>
                  <a:pt x="1633" y="737"/>
                </a:cubicBezTo>
                <a:cubicBezTo>
                  <a:pt x="1630" y="748"/>
                  <a:pt x="1623" y="755"/>
                  <a:pt x="1623" y="768"/>
                </a:cubicBezTo>
                <a:cubicBezTo>
                  <a:pt x="1616" y="776"/>
                  <a:pt x="1617" y="789"/>
                  <a:pt x="1610" y="797"/>
                </a:cubicBezTo>
                <a:cubicBezTo>
                  <a:pt x="1609" y="821"/>
                  <a:pt x="1604" y="841"/>
                  <a:pt x="1595" y="859"/>
                </a:cubicBezTo>
                <a:cubicBezTo>
                  <a:pt x="1596" y="871"/>
                  <a:pt x="1592" y="880"/>
                  <a:pt x="1592" y="891"/>
                </a:cubicBezTo>
                <a:cubicBezTo>
                  <a:pt x="1586" y="898"/>
                  <a:pt x="1588" y="910"/>
                  <a:pt x="1583" y="917"/>
                </a:cubicBezTo>
                <a:cubicBezTo>
                  <a:pt x="1583" y="928"/>
                  <a:pt x="1578" y="936"/>
                  <a:pt x="1577" y="947"/>
                </a:cubicBezTo>
                <a:cubicBezTo>
                  <a:pt x="1576" y="956"/>
                  <a:pt x="1570" y="963"/>
                  <a:pt x="1571" y="974"/>
                </a:cubicBezTo>
                <a:cubicBezTo>
                  <a:pt x="1562" y="968"/>
                  <a:pt x="1575" y="961"/>
                  <a:pt x="1569" y="950"/>
                </a:cubicBezTo>
                <a:cubicBezTo>
                  <a:pt x="1570" y="943"/>
                  <a:pt x="1571" y="934"/>
                  <a:pt x="1569" y="924"/>
                </a:cubicBezTo>
                <a:cubicBezTo>
                  <a:pt x="1572" y="920"/>
                  <a:pt x="1570" y="912"/>
                  <a:pt x="1572" y="908"/>
                </a:cubicBezTo>
                <a:cubicBezTo>
                  <a:pt x="1572" y="902"/>
                  <a:pt x="1574" y="897"/>
                  <a:pt x="1577" y="894"/>
                </a:cubicBezTo>
                <a:cubicBezTo>
                  <a:pt x="1575" y="882"/>
                  <a:pt x="1582" y="875"/>
                  <a:pt x="1580" y="862"/>
                </a:cubicBezTo>
                <a:cubicBezTo>
                  <a:pt x="1585" y="854"/>
                  <a:pt x="1584" y="841"/>
                  <a:pt x="1588" y="832"/>
                </a:cubicBezTo>
                <a:cubicBezTo>
                  <a:pt x="1591" y="823"/>
                  <a:pt x="1595" y="814"/>
                  <a:pt x="1596" y="804"/>
                </a:cubicBezTo>
                <a:cubicBezTo>
                  <a:pt x="1599" y="800"/>
                  <a:pt x="1599" y="794"/>
                  <a:pt x="1602" y="789"/>
                </a:cubicBezTo>
                <a:cubicBezTo>
                  <a:pt x="1603" y="787"/>
                  <a:pt x="1604" y="784"/>
                  <a:pt x="1603" y="780"/>
                </a:cubicBezTo>
                <a:cubicBezTo>
                  <a:pt x="1606" y="781"/>
                  <a:pt x="1606" y="778"/>
                  <a:pt x="1606" y="775"/>
                </a:cubicBezTo>
                <a:cubicBezTo>
                  <a:pt x="1611" y="767"/>
                  <a:pt x="1612" y="757"/>
                  <a:pt x="1619" y="751"/>
                </a:cubicBezTo>
                <a:cubicBezTo>
                  <a:pt x="1619" y="744"/>
                  <a:pt x="1623" y="742"/>
                  <a:pt x="1626" y="739"/>
                </a:cubicBezTo>
                <a:cubicBezTo>
                  <a:pt x="1625" y="735"/>
                  <a:pt x="1628" y="734"/>
                  <a:pt x="1627" y="730"/>
                </a:cubicBezTo>
                <a:cubicBezTo>
                  <a:pt x="1631" y="730"/>
                  <a:pt x="1630" y="727"/>
                  <a:pt x="1630" y="724"/>
                </a:cubicBezTo>
                <a:cubicBezTo>
                  <a:pt x="1636" y="723"/>
                  <a:pt x="1632" y="715"/>
                  <a:pt x="1637" y="712"/>
                </a:cubicBezTo>
                <a:cubicBezTo>
                  <a:pt x="1637" y="706"/>
                  <a:pt x="1642" y="705"/>
                  <a:pt x="1641" y="698"/>
                </a:cubicBezTo>
                <a:cubicBezTo>
                  <a:pt x="1648" y="694"/>
                  <a:pt x="1652" y="687"/>
                  <a:pt x="1656" y="680"/>
                </a:cubicBezTo>
                <a:cubicBezTo>
                  <a:pt x="1661" y="679"/>
                  <a:pt x="1657" y="687"/>
                  <a:pt x="1655" y="687"/>
                </a:cubicBezTo>
                <a:close/>
                <a:moveTo>
                  <a:pt x="2606" y="35"/>
                </a:moveTo>
                <a:cubicBezTo>
                  <a:pt x="2599" y="41"/>
                  <a:pt x="2596" y="51"/>
                  <a:pt x="2588" y="56"/>
                </a:cubicBezTo>
                <a:cubicBezTo>
                  <a:pt x="2562" y="100"/>
                  <a:pt x="2557" y="112"/>
                  <a:pt x="2547" y="120"/>
                </a:cubicBezTo>
                <a:cubicBezTo>
                  <a:pt x="2515" y="157"/>
                  <a:pt x="2517" y="164"/>
                  <a:pt x="2512" y="163"/>
                </a:cubicBezTo>
                <a:cubicBezTo>
                  <a:pt x="2498" y="179"/>
                  <a:pt x="2493" y="184"/>
                  <a:pt x="2490" y="189"/>
                </a:cubicBezTo>
                <a:cubicBezTo>
                  <a:pt x="2471" y="199"/>
                  <a:pt x="2475" y="208"/>
                  <a:pt x="2469" y="207"/>
                </a:cubicBezTo>
                <a:cubicBezTo>
                  <a:pt x="2445" y="224"/>
                  <a:pt x="2450" y="235"/>
                  <a:pt x="2442" y="233"/>
                </a:cubicBezTo>
                <a:cubicBezTo>
                  <a:pt x="2418" y="259"/>
                  <a:pt x="2417" y="261"/>
                  <a:pt x="2416" y="261"/>
                </a:cubicBezTo>
                <a:cubicBezTo>
                  <a:pt x="2399" y="277"/>
                  <a:pt x="2396" y="284"/>
                  <a:pt x="2392" y="290"/>
                </a:cubicBezTo>
                <a:cubicBezTo>
                  <a:pt x="2384" y="304"/>
                  <a:pt x="2387" y="303"/>
                  <a:pt x="2388" y="301"/>
                </a:cubicBezTo>
                <a:cubicBezTo>
                  <a:pt x="2423" y="265"/>
                  <a:pt x="2425" y="260"/>
                  <a:pt x="2429" y="257"/>
                </a:cubicBezTo>
                <a:cubicBezTo>
                  <a:pt x="2444" y="240"/>
                  <a:pt x="2450" y="237"/>
                  <a:pt x="2453" y="233"/>
                </a:cubicBezTo>
                <a:cubicBezTo>
                  <a:pt x="2474" y="214"/>
                  <a:pt x="2481" y="207"/>
                  <a:pt x="2490" y="200"/>
                </a:cubicBezTo>
                <a:cubicBezTo>
                  <a:pt x="2538" y="145"/>
                  <a:pt x="2544" y="137"/>
                  <a:pt x="2551" y="131"/>
                </a:cubicBezTo>
                <a:cubicBezTo>
                  <a:pt x="2594" y="76"/>
                  <a:pt x="2597" y="66"/>
                  <a:pt x="2602" y="56"/>
                </a:cubicBezTo>
                <a:cubicBezTo>
                  <a:pt x="2614" y="35"/>
                  <a:pt x="2615" y="32"/>
                  <a:pt x="2617" y="30"/>
                </a:cubicBezTo>
                <a:cubicBezTo>
                  <a:pt x="2632" y="3"/>
                  <a:pt x="2632" y="1"/>
                  <a:pt x="2633" y="0"/>
                </a:cubicBezTo>
                <a:cubicBezTo>
                  <a:pt x="2619" y="13"/>
                  <a:pt x="2613" y="14"/>
                  <a:pt x="2612" y="19"/>
                </a:cubicBezTo>
                <a:close/>
                <a:moveTo>
                  <a:pt x="2684" y="26"/>
                </a:moveTo>
                <a:cubicBezTo>
                  <a:pt x="2685" y="29"/>
                  <a:pt x="2687" y="30"/>
                  <a:pt x="2687" y="35"/>
                </a:cubicBezTo>
                <a:cubicBezTo>
                  <a:pt x="2698" y="65"/>
                  <a:pt x="2702" y="73"/>
                  <a:pt x="2706" y="80"/>
                </a:cubicBezTo>
                <a:cubicBezTo>
                  <a:pt x="2728" y="129"/>
                  <a:pt x="2728" y="136"/>
                  <a:pt x="2730" y="141"/>
                </a:cubicBezTo>
                <a:cubicBezTo>
                  <a:pt x="2753" y="174"/>
                  <a:pt x="2752" y="178"/>
                  <a:pt x="2754" y="179"/>
                </a:cubicBezTo>
                <a:cubicBezTo>
                  <a:pt x="2777" y="216"/>
                  <a:pt x="2779" y="226"/>
                  <a:pt x="2787" y="231"/>
                </a:cubicBezTo>
                <a:cubicBezTo>
                  <a:pt x="2810" y="267"/>
                  <a:pt x="2809" y="274"/>
                  <a:pt x="2813" y="277"/>
                </a:cubicBezTo>
                <a:cubicBezTo>
                  <a:pt x="2841" y="314"/>
                  <a:pt x="2834" y="311"/>
                  <a:pt x="2833" y="303"/>
                </a:cubicBezTo>
                <a:cubicBezTo>
                  <a:pt x="2810" y="258"/>
                  <a:pt x="2808" y="251"/>
                  <a:pt x="2802" y="246"/>
                </a:cubicBezTo>
                <a:cubicBezTo>
                  <a:pt x="2778" y="204"/>
                  <a:pt x="2773" y="199"/>
                  <a:pt x="2772" y="192"/>
                </a:cubicBezTo>
                <a:cubicBezTo>
                  <a:pt x="2764" y="178"/>
                  <a:pt x="2759" y="179"/>
                  <a:pt x="2759" y="174"/>
                </a:cubicBezTo>
                <a:cubicBezTo>
                  <a:pt x="2730" y="126"/>
                  <a:pt x="2729" y="108"/>
                  <a:pt x="2721" y="96"/>
                </a:cubicBezTo>
                <a:cubicBezTo>
                  <a:pt x="2698" y="41"/>
                  <a:pt x="2697" y="22"/>
                  <a:pt x="2689" y="11"/>
                </a:cubicBezTo>
                <a:cubicBezTo>
                  <a:pt x="2678" y="3"/>
                  <a:pt x="2678" y="6"/>
                  <a:pt x="2680" y="8"/>
                </a:cubicBezTo>
                <a:close/>
                <a:moveTo>
                  <a:pt x="2336" y="19"/>
                </a:moveTo>
                <a:cubicBezTo>
                  <a:pt x="2346" y="21"/>
                  <a:pt x="2343" y="8"/>
                  <a:pt x="2351" y="6"/>
                </a:cubicBezTo>
                <a:cubicBezTo>
                  <a:pt x="2352" y="5"/>
                  <a:pt x="2354" y="2"/>
                  <a:pt x="2355" y="0"/>
                </a:cubicBezTo>
                <a:cubicBezTo>
                  <a:pt x="2349" y="0"/>
                  <a:pt x="2349" y="0"/>
                  <a:pt x="2349" y="0"/>
                </a:cubicBezTo>
                <a:cubicBezTo>
                  <a:pt x="2348" y="2"/>
                  <a:pt x="2347" y="3"/>
                  <a:pt x="2346" y="4"/>
                </a:cubicBezTo>
                <a:cubicBezTo>
                  <a:pt x="2344" y="5"/>
                  <a:pt x="2342" y="7"/>
                  <a:pt x="2342" y="11"/>
                </a:cubicBezTo>
                <a:cubicBezTo>
                  <a:pt x="2340" y="13"/>
                  <a:pt x="2338" y="15"/>
                  <a:pt x="2336" y="17"/>
                </a:cubicBezTo>
                <a:cubicBezTo>
                  <a:pt x="2332" y="17"/>
                  <a:pt x="2334" y="23"/>
                  <a:pt x="2331" y="24"/>
                </a:cubicBezTo>
                <a:cubicBezTo>
                  <a:pt x="2333" y="30"/>
                  <a:pt x="2327" y="28"/>
                  <a:pt x="2327" y="32"/>
                </a:cubicBezTo>
                <a:cubicBezTo>
                  <a:pt x="2334" y="32"/>
                  <a:pt x="2335" y="26"/>
                  <a:pt x="2336" y="19"/>
                </a:cubicBezTo>
                <a:close/>
                <a:moveTo>
                  <a:pt x="2793" y="46"/>
                </a:moveTo>
                <a:cubicBezTo>
                  <a:pt x="2793" y="52"/>
                  <a:pt x="2795" y="57"/>
                  <a:pt x="2800" y="59"/>
                </a:cubicBezTo>
                <a:cubicBezTo>
                  <a:pt x="2798" y="68"/>
                  <a:pt x="2804" y="69"/>
                  <a:pt x="2804" y="76"/>
                </a:cubicBezTo>
                <a:cubicBezTo>
                  <a:pt x="2809" y="78"/>
                  <a:pt x="2806" y="87"/>
                  <a:pt x="2811" y="89"/>
                </a:cubicBezTo>
                <a:cubicBezTo>
                  <a:pt x="2812" y="94"/>
                  <a:pt x="2813" y="100"/>
                  <a:pt x="2815" y="104"/>
                </a:cubicBezTo>
                <a:cubicBezTo>
                  <a:pt x="2818" y="115"/>
                  <a:pt x="2822" y="123"/>
                  <a:pt x="2824" y="135"/>
                </a:cubicBezTo>
                <a:cubicBezTo>
                  <a:pt x="2827" y="138"/>
                  <a:pt x="2827" y="144"/>
                  <a:pt x="2828" y="150"/>
                </a:cubicBezTo>
                <a:cubicBezTo>
                  <a:pt x="2830" y="155"/>
                  <a:pt x="2833" y="159"/>
                  <a:pt x="2833" y="165"/>
                </a:cubicBezTo>
                <a:cubicBezTo>
                  <a:pt x="2835" y="170"/>
                  <a:pt x="2835" y="176"/>
                  <a:pt x="2837" y="181"/>
                </a:cubicBezTo>
                <a:cubicBezTo>
                  <a:pt x="2841" y="184"/>
                  <a:pt x="2836" y="197"/>
                  <a:pt x="2844" y="196"/>
                </a:cubicBezTo>
                <a:cubicBezTo>
                  <a:pt x="2842" y="176"/>
                  <a:pt x="2835" y="161"/>
                  <a:pt x="2833" y="141"/>
                </a:cubicBezTo>
                <a:cubicBezTo>
                  <a:pt x="2827" y="124"/>
                  <a:pt x="2822" y="107"/>
                  <a:pt x="2817" y="89"/>
                </a:cubicBezTo>
                <a:cubicBezTo>
                  <a:pt x="2818" y="84"/>
                  <a:pt x="2821" y="81"/>
                  <a:pt x="2820" y="74"/>
                </a:cubicBezTo>
                <a:cubicBezTo>
                  <a:pt x="2815" y="58"/>
                  <a:pt x="2811" y="43"/>
                  <a:pt x="2806" y="28"/>
                </a:cubicBezTo>
                <a:cubicBezTo>
                  <a:pt x="2804" y="25"/>
                  <a:pt x="2804" y="20"/>
                  <a:pt x="2802" y="17"/>
                </a:cubicBezTo>
                <a:cubicBezTo>
                  <a:pt x="2801" y="13"/>
                  <a:pt x="2801" y="8"/>
                  <a:pt x="2798" y="6"/>
                </a:cubicBezTo>
                <a:cubicBezTo>
                  <a:pt x="2798" y="4"/>
                  <a:pt x="2797" y="2"/>
                  <a:pt x="2797" y="0"/>
                </a:cubicBezTo>
                <a:cubicBezTo>
                  <a:pt x="2790" y="0"/>
                  <a:pt x="2790" y="0"/>
                  <a:pt x="2790" y="0"/>
                </a:cubicBezTo>
                <a:cubicBezTo>
                  <a:pt x="2791" y="4"/>
                  <a:pt x="2792" y="7"/>
                  <a:pt x="2793" y="11"/>
                </a:cubicBezTo>
                <a:cubicBezTo>
                  <a:pt x="2797" y="15"/>
                  <a:pt x="2798" y="22"/>
                  <a:pt x="2800" y="28"/>
                </a:cubicBezTo>
                <a:cubicBezTo>
                  <a:pt x="2803" y="32"/>
                  <a:pt x="2802" y="40"/>
                  <a:pt x="2806" y="43"/>
                </a:cubicBezTo>
                <a:cubicBezTo>
                  <a:pt x="2808" y="56"/>
                  <a:pt x="2814" y="65"/>
                  <a:pt x="2815" y="78"/>
                </a:cubicBezTo>
                <a:cubicBezTo>
                  <a:pt x="2806" y="70"/>
                  <a:pt x="2808" y="50"/>
                  <a:pt x="2798" y="43"/>
                </a:cubicBezTo>
                <a:cubicBezTo>
                  <a:pt x="2799" y="34"/>
                  <a:pt x="2792" y="32"/>
                  <a:pt x="2789" y="26"/>
                </a:cubicBezTo>
                <a:cubicBezTo>
                  <a:pt x="2787" y="20"/>
                  <a:pt x="2782" y="17"/>
                  <a:pt x="2780" y="11"/>
                </a:cubicBezTo>
                <a:cubicBezTo>
                  <a:pt x="2778" y="8"/>
                  <a:pt x="2776" y="4"/>
                  <a:pt x="2775" y="0"/>
                </a:cubicBezTo>
                <a:cubicBezTo>
                  <a:pt x="2765" y="0"/>
                  <a:pt x="2765" y="0"/>
                  <a:pt x="2765" y="0"/>
                </a:cubicBezTo>
                <a:cubicBezTo>
                  <a:pt x="2770" y="7"/>
                  <a:pt x="2773" y="15"/>
                  <a:pt x="2778" y="22"/>
                </a:cubicBezTo>
                <a:cubicBezTo>
                  <a:pt x="2783" y="30"/>
                  <a:pt x="2786" y="40"/>
                  <a:pt x="2793" y="46"/>
                </a:cubicBezTo>
                <a:close/>
                <a:moveTo>
                  <a:pt x="2852" y="11"/>
                </a:moveTo>
                <a:cubicBezTo>
                  <a:pt x="2852" y="20"/>
                  <a:pt x="2857" y="25"/>
                  <a:pt x="2859" y="32"/>
                </a:cubicBezTo>
                <a:cubicBezTo>
                  <a:pt x="2857" y="39"/>
                  <a:pt x="2863" y="39"/>
                  <a:pt x="2861" y="46"/>
                </a:cubicBezTo>
                <a:cubicBezTo>
                  <a:pt x="2861" y="51"/>
                  <a:pt x="2862" y="56"/>
                  <a:pt x="2865" y="59"/>
                </a:cubicBezTo>
                <a:cubicBezTo>
                  <a:pt x="2867" y="43"/>
                  <a:pt x="2860" y="35"/>
                  <a:pt x="2859" y="22"/>
                </a:cubicBezTo>
                <a:cubicBezTo>
                  <a:pt x="2858" y="15"/>
                  <a:pt x="2856" y="10"/>
                  <a:pt x="2854" y="4"/>
                </a:cubicBezTo>
                <a:cubicBezTo>
                  <a:pt x="2855" y="2"/>
                  <a:pt x="2854" y="1"/>
                  <a:pt x="2854" y="0"/>
                </a:cubicBezTo>
                <a:cubicBezTo>
                  <a:pt x="2849" y="0"/>
                  <a:pt x="2849" y="0"/>
                  <a:pt x="2849" y="0"/>
                </a:cubicBezTo>
                <a:cubicBezTo>
                  <a:pt x="2851" y="3"/>
                  <a:pt x="2848" y="10"/>
                  <a:pt x="2852" y="11"/>
                </a:cubicBezTo>
                <a:close/>
                <a:moveTo>
                  <a:pt x="2386" y="46"/>
                </a:moveTo>
                <a:cubicBezTo>
                  <a:pt x="2379" y="43"/>
                  <a:pt x="2380" y="49"/>
                  <a:pt x="2377" y="50"/>
                </a:cubicBezTo>
                <a:cubicBezTo>
                  <a:pt x="2377" y="53"/>
                  <a:pt x="2370" y="58"/>
                  <a:pt x="2375" y="59"/>
                </a:cubicBezTo>
                <a:cubicBezTo>
                  <a:pt x="2383" y="52"/>
                  <a:pt x="2389" y="44"/>
                  <a:pt x="2399" y="39"/>
                </a:cubicBezTo>
                <a:cubicBezTo>
                  <a:pt x="2399" y="32"/>
                  <a:pt x="2410" y="36"/>
                  <a:pt x="2410" y="28"/>
                </a:cubicBezTo>
                <a:cubicBezTo>
                  <a:pt x="2413" y="28"/>
                  <a:pt x="2413" y="24"/>
                  <a:pt x="2416" y="24"/>
                </a:cubicBezTo>
                <a:cubicBezTo>
                  <a:pt x="2420" y="23"/>
                  <a:pt x="2418" y="16"/>
                  <a:pt x="2423" y="17"/>
                </a:cubicBezTo>
                <a:cubicBezTo>
                  <a:pt x="2429" y="16"/>
                  <a:pt x="2428" y="8"/>
                  <a:pt x="2436" y="8"/>
                </a:cubicBezTo>
                <a:cubicBezTo>
                  <a:pt x="2436" y="5"/>
                  <a:pt x="2438" y="2"/>
                  <a:pt x="2440" y="0"/>
                </a:cubicBezTo>
                <a:cubicBezTo>
                  <a:pt x="2432" y="0"/>
                  <a:pt x="2432" y="0"/>
                  <a:pt x="2432" y="0"/>
                </a:cubicBezTo>
                <a:cubicBezTo>
                  <a:pt x="2430" y="2"/>
                  <a:pt x="2428" y="3"/>
                  <a:pt x="2427" y="6"/>
                </a:cubicBezTo>
                <a:cubicBezTo>
                  <a:pt x="2422" y="10"/>
                  <a:pt x="2417" y="14"/>
                  <a:pt x="2414" y="19"/>
                </a:cubicBezTo>
                <a:cubicBezTo>
                  <a:pt x="2406" y="21"/>
                  <a:pt x="2406" y="30"/>
                  <a:pt x="2399" y="32"/>
                </a:cubicBezTo>
                <a:cubicBezTo>
                  <a:pt x="2393" y="31"/>
                  <a:pt x="2395" y="37"/>
                  <a:pt x="2392" y="39"/>
                </a:cubicBezTo>
                <a:cubicBezTo>
                  <a:pt x="2387" y="39"/>
                  <a:pt x="2385" y="41"/>
                  <a:pt x="2386" y="46"/>
                </a:cubicBezTo>
                <a:close/>
                <a:moveTo>
                  <a:pt x="2569" y="59"/>
                </a:moveTo>
                <a:cubicBezTo>
                  <a:pt x="2566" y="59"/>
                  <a:pt x="2566" y="62"/>
                  <a:pt x="2567" y="65"/>
                </a:cubicBezTo>
                <a:cubicBezTo>
                  <a:pt x="2549" y="87"/>
                  <a:pt x="2548" y="92"/>
                  <a:pt x="2543" y="93"/>
                </a:cubicBezTo>
                <a:cubicBezTo>
                  <a:pt x="2513" y="133"/>
                  <a:pt x="2508" y="135"/>
                  <a:pt x="2508" y="141"/>
                </a:cubicBezTo>
                <a:cubicBezTo>
                  <a:pt x="2473" y="177"/>
                  <a:pt x="2469" y="180"/>
                  <a:pt x="2466" y="185"/>
                </a:cubicBezTo>
                <a:cubicBezTo>
                  <a:pt x="2441" y="207"/>
                  <a:pt x="2443" y="212"/>
                  <a:pt x="2438" y="211"/>
                </a:cubicBezTo>
                <a:cubicBezTo>
                  <a:pt x="2407" y="240"/>
                  <a:pt x="2405" y="242"/>
                  <a:pt x="2405" y="246"/>
                </a:cubicBezTo>
                <a:cubicBezTo>
                  <a:pt x="2379" y="268"/>
                  <a:pt x="2378" y="282"/>
                  <a:pt x="2366" y="285"/>
                </a:cubicBezTo>
                <a:cubicBezTo>
                  <a:pt x="2344" y="325"/>
                  <a:pt x="2345" y="329"/>
                  <a:pt x="2342" y="329"/>
                </a:cubicBezTo>
                <a:cubicBezTo>
                  <a:pt x="2361" y="305"/>
                  <a:pt x="2369" y="301"/>
                  <a:pt x="2370" y="290"/>
                </a:cubicBezTo>
                <a:cubicBezTo>
                  <a:pt x="2392" y="267"/>
                  <a:pt x="2393" y="265"/>
                  <a:pt x="2397" y="266"/>
                </a:cubicBezTo>
                <a:cubicBezTo>
                  <a:pt x="2413" y="243"/>
                  <a:pt x="2418" y="242"/>
                  <a:pt x="2423" y="240"/>
                </a:cubicBezTo>
                <a:cubicBezTo>
                  <a:pt x="2446" y="214"/>
                  <a:pt x="2452" y="213"/>
                  <a:pt x="2455" y="209"/>
                </a:cubicBezTo>
                <a:cubicBezTo>
                  <a:pt x="2475" y="187"/>
                  <a:pt x="2477" y="185"/>
                  <a:pt x="2479" y="183"/>
                </a:cubicBezTo>
                <a:cubicBezTo>
                  <a:pt x="2492" y="165"/>
                  <a:pt x="2498" y="167"/>
                  <a:pt x="2497" y="161"/>
                </a:cubicBezTo>
                <a:cubicBezTo>
                  <a:pt x="2517" y="136"/>
                  <a:pt x="2528" y="137"/>
                  <a:pt x="2527" y="128"/>
                </a:cubicBezTo>
                <a:cubicBezTo>
                  <a:pt x="2563" y="79"/>
                  <a:pt x="2568" y="75"/>
                  <a:pt x="2573" y="72"/>
                </a:cubicBezTo>
                <a:cubicBezTo>
                  <a:pt x="2585" y="53"/>
                  <a:pt x="2586" y="50"/>
                  <a:pt x="2586" y="46"/>
                </a:cubicBezTo>
                <a:cubicBezTo>
                  <a:pt x="2615" y="7"/>
                  <a:pt x="2616" y="4"/>
                  <a:pt x="2617" y="0"/>
                </a:cubicBezTo>
                <a:cubicBezTo>
                  <a:pt x="2600" y="13"/>
                  <a:pt x="2595" y="15"/>
                  <a:pt x="2595" y="22"/>
                </a:cubicBezTo>
                <a:cubicBezTo>
                  <a:pt x="2579" y="41"/>
                  <a:pt x="2576" y="52"/>
                  <a:pt x="2569" y="59"/>
                </a:cubicBezTo>
                <a:close/>
                <a:moveTo>
                  <a:pt x="2351" y="28"/>
                </a:moveTo>
                <a:cubicBezTo>
                  <a:pt x="2351" y="32"/>
                  <a:pt x="2348" y="32"/>
                  <a:pt x="2346" y="35"/>
                </a:cubicBezTo>
                <a:cubicBezTo>
                  <a:pt x="2343" y="38"/>
                  <a:pt x="2340" y="42"/>
                  <a:pt x="2338" y="46"/>
                </a:cubicBezTo>
                <a:cubicBezTo>
                  <a:pt x="2333" y="44"/>
                  <a:pt x="2331" y="57"/>
                  <a:pt x="2336" y="59"/>
                </a:cubicBezTo>
                <a:cubicBezTo>
                  <a:pt x="2341" y="44"/>
                  <a:pt x="2352" y="36"/>
                  <a:pt x="2362" y="26"/>
                </a:cubicBezTo>
                <a:cubicBezTo>
                  <a:pt x="2366" y="20"/>
                  <a:pt x="2371" y="15"/>
                  <a:pt x="2377" y="11"/>
                </a:cubicBezTo>
                <a:cubicBezTo>
                  <a:pt x="2379" y="8"/>
                  <a:pt x="2383" y="6"/>
                  <a:pt x="2383" y="2"/>
                </a:cubicBezTo>
                <a:cubicBezTo>
                  <a:pt x="2385" y="1"/>
                  <a:pt x="2387" y="2"/>
                  <a:pt x="2388" y="0"/>
                </a:cubicBezTo>
                <a:cubicBezTo>
                  <a:pt x="2380" y="0"/>
                  <a:pt x="2380" y="0"/>
                  <a:pt x="2380" y="0"/>
                </a:cubicBezTo>
                <a:cubicBezTo>
                  <a:pt x="2378" y="2"/>
                  <a:pt x="2375" y="3"/>
                  <a:pt x="2375" y="6"/>
                </a:cubicBezTo>
                <a:cubicBezTo>
                  <a:pt x="2369" y="7"/>
                  <a:pt x="2367" y="12"/>
                  <a:pt x="2364" y="15"/>
                </a:cubicBezTo>
                <a:cubicBezTo>
                  <a:pt x="2363" y="20"/>
                  <a:pt x="2356" y="19"/>
                  <a:pt x="2357" y="26"/>
                </a:cubicBezTo>
                <a:cubicBezTo>
                  <a:pt x="2354" y="26"/>
                  <a:pt x="2353" y="27"/>
                  <a:pt x="2351" y="28"/>
                </a:cubicBezTo>
                <a:close/>
                <a:moveTo>
                  <a:pt x="2438" y="72"/>
                </a:moveTo>
                <a:cubicBezTo>
                  <a:pt x="2435" y="76"/>
                  <a:pt x="2432" y="80"/>
                  <a:pt x="2427" y="83"/>
                </a:cubicBezTo>
                <a:cubicBezTo>
                  <a:pt x="2425" y="89"/>
                  <a:pt x="2420" y="91"/>
                  <a:pt x="2416" y="96"/>
                </a:cubicBezTo>
                <a:cubicBezTo>
                  <a:pt x="2413" y="100"/>
                  <a:pt x="2407" y="101"/>
                  <a:pt x="2405" y="107"/>
                </a:cubicBezTo>
                <a:cubicBezTo>
                  <a:pt x="2403" y="112"/>
                  <a:pt x="2397" y="114"/>
                  <a:pt x="2394" y="120"/>
                </a:cubicBezTo>
                <a:cubicBezTo>
                  <a:pt x="2388" y="128"/>
                  <a:pt x="2381" y="137"/>
                  <a:pt x="2377" y="148"/>
                </a:cubicBezTo>
                <a:cubicBezTo>
                  <a:pt x="2372" y="151"/>
                  <a:pt x="2371" y="158"/>
                  <a:pt x="2368" y="163"/>
                </a:cubicBezTo>
                <a:cubicBezTo>
                  <a:pt x="2365" y="163"/>
                  <a:pt x="2367" y="169"/>
                  <a:pt x="2364" y="170"/>
                </a:cubicBezTo>
                <a:cubicBezTo>
                  <a:pt x="2362" y="172"/>
                  <a:pt x="2361" y="176"/>
                  <a:pt x="2362" y="181"/>
                </a:cubicBezTo>
                <a:cubicBezTo>
                  <a:pt x="2366" y="181"/>
                  <a:pt x="2367" y="179"/>
                  <a:pt x="2366" y="174"/>
                </a:cubicBezTo>
                <a:cubicBezTo>
                  <a:pt x="2369" y="173"/>
                  <a:pt x="2370" y="171"/>
                  <a:pt x="2370" y="168"/>
                </a:cubicBezTo>
                <a:cubicBezTo>
                  <a:pt x="2377" y="166"/>
                  <a:pt x="2375" y="156"/>
                  <a:pt x="2381" y="155"/>
                </a:cubicBezTo>
                <a:cubicBezTo>
                  <a:pt x="2385" y="142"/>
                  <a:pt x="2395" y="136"/>
                  <a:pt x="2399" y="124"/>
                </a:cubicBezTo>
                <a:cubicBezTo>
                  <a:pt x="2408" y="118"/>
                  <a:pt x="2413" y="108"/>
                  <a:pt x="2423" y="102"/>
                </a:cubicBezTo>
                <a:cubicBezTo>
                  <a:pt x="2424" y="96"/>
                  <a:pt x="2429" y="94"/>
                  <a:pt x="2434" y="91"/>
                </a:cubicBezTo>
                <a:cubicBezTo>
                  <a:pt x="2434" y="84"/>
                  <a:pt x="2443" y="85"/>
                  <a:pt x="2445" y="78"/>
                </a:cubicBezTo>
                <a:cubicBezTo>
                  <a:pt x="2449" y="76"/>
                  <a:pt x="2453" y="72"/>
                  <a:pt x="2455" y="67"/>
                </a:cubicBezTo>
                <a:cubicBezTo>
                  <a:pt x="2456" y="64"/>
                  <a:pt x="2460" y="65"/>
                  <a:pt x="2462" y="63"/>
                </a:cubicBezTo>
                <a:cubicBezTo>
                  <a:pt x="2459" y="56"/>
                  <a:pt x="2469" y="61"/>
                  <a:pt x="2466" y="54"/>
                </a:cubicBezTo>
                <a:cubicBezTo>
                  <a:pt x="2472" y="53"/>
                  <a:pt x="2475" y="48"/>
                  <a:pt x="2479" y="46"/>
                </a:cubicBezTo>
                <a:cubicBezTo>
                  <a:pt x="2479" y="37"/>
                  <a:pt x="2489" y="39"/>
                  <a:pt x="2490" y="32"/>
                </a:cubicBezTo>
                <a:cubicBezTo>
                  <a:pt x="2500" y="20"/>
                  <a:pt x="2512" y="11"/>
                  <a:pt x="2523" y="0"/>
                </a:cubicBezTo>
                <a:cubicBezTo>
                  <a:pt x="2509" y="0"/>
                  <a:pt x="2509" y="0"/>
                  <a:pt x="2509" y="0"/>
                </a:cubicBezTo>
                <a:cubicBezTo>
                  <a:pt x="2508" y="1"/>
                  <a:pt x="2507" y="2"/>
                  <a:pt x="2506" y="2"/>
                </a:cubicBezTo>
                <a:cubicBezTo>
                  <a:pt x="2506" y="6"/>
                  <a:pt x="2504" y="8"/>
                  <a:pt x="2501" y="8"/>
                </a:cubicBezTo>
                <a:cubicBezTo>
                  <a:pt x="2498" y="9"/>
                  <a:pt x="2500" y="14"/>
                  <a:pt x="2495" y="13"/>
                </a:cubicBezTo>
                <a:cubicBezTo>
                  <a:pt x="2494" y="16"/>
                  <a:pt x="2491" y="16"/>
                  <a:pt x="2490" y="19"/>
                </a:cubicBezTo>
                <a:cubicBezTo>
                  <a:pt x="2490" y="23"/>
                  <a:pt x="2483" y="21"/>
                  <a:pt x="2484" y="26"/>
                </a:cubicBezTo>
                <a:cubicBezTo>
                  <a:pt x="2468" y="41"/>
                  <a:pt x="2454" y="57"/>
                  <a:pt x="2438" y="72"/>
                </a:cubicBezTo>
                <a:close/>
                <a:moveTo>
                  <a:pt x="2508" y="35"/>
                </a:moveTo>
                <a:cubicBezTo>
                  <a:pt x="2506" y="40"/>
                  <a:pt x="2501" y="40"/>
                  <a:pt x="2499" y="46"/>
                </a:cubicBezTo>
                <a:cubicBezTo>
                  <a:pt x="2484" y="62"/>
                  <a:pt x="2478" y="60"/>
                  <a:pt x="2479" y="65"/>
                </a:cubicBezTo>
                <a:cubicBezTo>
                  <a:pt x="2463" y="80"/>
                  <a:pt x="2459" y="80"/>
                  <a:pt x="2458" y="83"/>
                </a:cubicBezTo>
                <a:cubicBezTo>
                  <a:pt x="2444" y="102"/>
                  <a:pt x="2434" y="106"/>
                  <a:pt x="2427" y="113"/>
                </a:cubicBezTo>
                <a:cubicBezTo>
                  <a:pt x="2414" y="132"/>
                  <a:pt x="2408" y="130"/>
                  <a:pt x="2410" y="135"/>
                </a:cubicBezTo>
                <a:cubicBezTo>
                  <a:pt x="2383" y="161"/>
                  <a:pt x="2382" y="173"/>
                  <a:pt x="2375" y="179"/>
                </a:cubicBezTo>
                <a:cubicBezTo>
                  <a:pt x="2355" y="218"/>
                  <a:pt x="2355" y="224"/>
                  <a:pt x="2351" y="224"/>
                </a:cubicBezTo>
                <a:cubicBezTo>
                  <a:pt x="2344" y="254"/>
                  <a:pt x="2335" y="259"/>
                  <a:pt x="2342" y="261"/>
                </a:cubicBezTo>
                <a:cubicBezTo>
                  <a:pt x="2366" y="200"/>
                  <a:pt x="2372" y="200"/>
                  <a:pt x="2373" y="196"/>
                </a:cubicBezTo>
                <a:cubicBezTo>
                  <a:pt x="2395" y="169"/>
                  <a:pt x="2391" y="160"/>
                  <a:pt x="2397" y="161"/>
                </a:cubicBezTo>
                <a:cubicBezTo>
                  <a:pt x="2420" y="141"/>
                  <a:pt x="2418" y="135"/>
                  <a:pt x="2421" y="133"/>
                </a:cubicBezTo>
                <a:cubicBezTo>
                  <a:pt x="2456" y="96"/>
                  <a:pt x="2463" y="93"/>
                  <a:pt x="2466" y="87"/>
                </a:cubicBezTo>
                <a:cubicBezTo>
                  <a:pt x="2495" y="64"/>
                  <a:pt x="2495" y="59"/>
                  <a:pt x="2499" y="59"/>
                </a:cubicBezTo>
                <a:cubicBezTo>
                  <a:pt x="2518" y="37"/>
                  <a:pt x="2524" y="32"/>
                  <a:pt x="2530" y="28"/>
                </a:cubicBezTo>
                <a:cubicBezTo>
                  <a:pt x="2545" y="8"/>
                  <a:pt x="2549" y="7"/>
                  <a:pt x="2551" y="4"/>
                </a:cubicBezTo>
                <a:cubicBezTo>
                  <a:pt x="2541" y="2"/>
                  <a:pt x="2540" y="3"/>
                  <a:pt x="2538" y="4"/>
                </a:cubicBezTo>
                <a:close/>
                <a:moveTo>
                  <a:pt x="3098" y="2129"/>
                </a:moveTo>
                <a:cubicBezTo>
                  <a:pt x="3093" y="2124"/>
                  <a:pt x="3098" y="2119"/>
                  <a:pt x="3093" y="2113"/>
                </a:cubicBezTo>
                <a:cubicBezTo>
                  <a:pt x="3086" y="2064"/>
                  <a:pt x="3077" y="2058"/>
                  <a:pt x="3079" y="2054"/>
                </a:cubicBezTo>
                <a:cubicBezTo>
                  <a:pt x="3040" y="1980"/>
                  <a:pt x="3047" y="1984"/>
                  <a:pt x="3048" y="1988"/>
                </a:cubicBezTo>
                <a:cubicBezTo>
                  <a:pt x="3064" y="2024"/>
                  <a:pt x="3062" y="2030"/>
                  <a:pt x="3069" y="2036"/>
                </a:cubicBezTo>
                <a:cubicBezTo>
                  <a:pt x="3073" y="2062"/>
                  <a:pt x="3074" y="2065"/>
                  <a:pt x="3078" y="2069"/>
                </a:cubicBezTo>
                <a:cubicBezTo>
                  <a:pt x="3075" y="2066"/>
                  <a:pt x="3067" y="2062"/>
                  <a:pt x="3071" y="2058"/>
                </a:cubicBezTo>
                <a:cubicBezTo>
                  <a:pt x="3019" y="1980"/>
                  <a:pt x="3021" y="1968"/>
                  <a:pt x="3011" y="1974"/>
                </a:cubicBezTo>
                <a:cubicBezTo>
                  <a:pt x="3035" y="2011"/>
                  <a:pt x="3044" y="2015"/>
                  <a:pt x="3046" y="2019"/>
                </a:cubicBezTo>
                <a:cubicBezTo>
                  <a:pt x="3060" y="2063"/>
                  <a:pt x="3065" y="2068"/>
                  <a:pt x="3067" y="2073"/>
                </a:cubicBezTo>
                <a:cubicBezTo>
                  <a:pt x="3073" y="2103"/>
                  <a:pt x="3074" y="2105"/>
                  <a:pt x="3071" y="2107"/>
                </a:cubicBezTo>
                <a:cubicBezTo>
                  <a:pt x="3078" y="2130"/>
                  <a:pt x="3077" y="2132"/>
                  <a:pt x="3077" y="2134"/>
                </a:cubicBezTo>
                <a:cubicBezTo>
                  <a:pt x="3065" y="2103"/>
                  <a:pt x="3062" y="2098"/>
                  <a:pt x="3061" y="2093"/>
                </a:cubicBezTo>
                <a:cubicBezTo>
                  <a:pt x="3054" y="2074"/>
                  <a:pt x="3050" y="2071"/>
                  <a:pt x="3051" y="2069"/>
                </a:cubicBezTo>
                <a:cubicBezTo>
                  <a:pt x="2992" y="2001"/>
                  <a:pt x="2987" y="1997"/>
                  <a:pt x="2983" y="1990"/>
                </a:cubicBezTo>
                <a:cubicBezTo>
                  <a:pt x="3043" y="2076"/>
                  <a:pt x="3050" y="2086"/>
                  <a:pt x="3056" y="2097"/>
                </a:cubicBezTo>
                <a:cubicBezTo>
                  <a:pt x="3062" y="2124"/>
                  <a:pt x="3060" y="2124"/>
                  <a:pt x="3060" y="2125"/>
                </a:cubicBezTo>
                <a:cubicBezTo>
                  <a:pt x="3064" y="2144"/>
                  <a:pt x="3068" y="2146"/>
                  <a:pt x="3068" y="2147"/>
                </a:cubicBezTo>
                <a:cubicBezTo>
                  <a:pt x="3078" y="2160"/>
                  <a:pt x="3078" y="2160"/>
                  <a:pt x="3078" y="2160"/>
                </a:cubicBezTo>
                <a:cubicBezTo>
                  <a:pt x="3079" y="2148"/>
                  <a:pt x="3079" y="2154"/>
                  <a:pt x="3079" y="2160"/>
                </a:cubicBezTo>
                <a:cubicBezTo>
                  <a:pt x="3087" y="2158"/>
                  <a:pt x="3088" y="2155"/>
                  <a:pt x="3088" y="2153"/>
                </a:cubicBezTo>
                <a:cubicBezTo>
                  <a:pt x="3082" y="2102"/>
                  <a:pt x="3079" y="2093"/>
                  <a:pt x="3077" y="2085"/>
                </a:cubicBezTo>
                <a:cubicBezTo>
                  <a:pt x="3087" y="2106"/>
                  <a:pt x="3084" y="2112"/>
                  <a:pt x="3088" y="2118"/>
                </a:cubicBezTo>
                <a:cubicBezTo>
                  <a:pt x="3091" y="2155"/>
                  <a:pt x="3092" y="2158"/>
                  <a:pt x="3093" y="2160"/>
                </a:cubicBezTo>
                <a:cubicBezTo>
                  <a:pt x="3101" y="2149"/>
                  <a:pt x="3096" y="2139"/>
                  <a:pt x="3098" y="2129"/>
                </a:cubicBezTo>
                <a:close/>
                <a:moveTo>
                  <a:pt x="2730" y="4"/>
                </a:moveTo>
                <a:cubicBezTo>
                  <a:pt x="2730" y="10"/>
                  <a:pt x="2731" y="13"/>
                  <a:pt x="2735" y="15"/>
                </a:cubicBezTo>
                <a:cubicBezTo>
                  <a:pt x="2759" y="58"/>
                  <a:pt x="2759" y="68"/>
                  <a:pt x="2765" y="72"/>
                </a:cubicBezTo>
                <a:cubicBezTo>
                  <a:pt x="2788" y="115"/>
                  <a:pt x="2789" y="123"/>
                  <a:pt x="2793" y="128"/>
                </a:cubicBezTo>
                <a:cubicBezTo>
                  <a:pt x="2807" y="153"/>
                  <a:pt x="2810" y="159"/>
                  <a:pt x="2815" y="163"/>
                </a:cubicBezTo>
                <a:cubicBezTo>
                  <a:pt x="2837" y="203"/>
                  <a:pt x="2835" y="211"/>
                  <a:pt x="2839" y="211"/>
                </a:cubicBezTo>
                <a:cubicBezTo>
                  <a:pt x="2837" y="204"/>
                  <a:pt x="2837" y="199"/>
                  <a:pt x="2837" y="194"/>
                </a:cubicBezTo>
                <a:cubicBezTo>
                  <a:pt x="2804" y="142"/>
                  <a:pt x="2807" y="132"/>
                  <a:pt x="2802" y="131"/>
                </a:cubicBezTo>
                <a:cubicBezTo>
                  <a:pt x="2780" y="92"/>
                  <a:pt x="2781" y="90"/>
                  <a:pt x="2780" y="89"/>
                </a:cubicBezTo>
                <a:cubicBezTo>
                  <a:pt x="2772" y="61"/>
                  <a:pt x="2764" y="63"/>
                  <a:pt x="2765" y="56"/>
                </a:cubicBezTo>
                <a:cubicBezTo>
                  <a:pt x="2742" y="16"/>
                  <a:pt x="2749" y="13"/>
                  <a:pt x="2741" y="13"/>
                </a:cubicBezTo>
                <a:cubicBezTo>
                  <a:pt x="2727" y="2"/>
                  <a:pt x="2728" y="4"/>
                  <a:pt x="2730" y="4"/>
                </a:cubicBezTo>
                <a:close/>
                <a:moveTo>
                  <a:pt x="2729" y="2032"/>
                </a:moveTo>
                <a:cubicBezTo>
                  <a:pt x="2713" y="2020"/>
                  <a:pt x="2697" y="2002"/>
                  <a:pt x="2681" y="1987"/>
                </a:cubicBezTo>
                <a:cubicBezTo>
                  <a:pt x="2676" y="1986"/>
                  <a:pt x="2671" y="1980"/>
                  <a:pt x="2665" y="1978"/>
                </a:cubicBezTo>
                <a:cubicBezTo>
                  <a:pt x="2660" y="1970"/>
                  <a:pt x="2655" y="1972"/>
                  <a:pt x="2650" y="1965"/>
                </a:cubicBezTo>
                <a:cubicBezTo>
                  <a:pt x="2648" y="1962"/>
                  <a:pt x="2645" y="1963"/>
                  <a:pt x="2643" y="1960"/>
                </a:cubicBezTo>
                <a:cubicBezTo>
                  <a:pt x="2642" y="1961"/>
                  <a:pt x="2634" y="1956"/>
                  <a:pt x="2637" y="1962"/>
                </a:cubicBezTo>
                <a:cubicBezTo>
                  <a:pt x="2645" y="1963"/>
                  <a:pt x="2653" y="1974"/>
                  <a:pt x="2662" y="1978"/>
                </a:cubicBezTo>
                <a:cubicBezTo>
                  <a:pt x="2672" y="1992"/>
                  <a:pt x="2683" y="1992"/>
                  <a:pt x="2693" y="2006"/>
                </a:cubicBezTo>
                <a:cubicBezTo>
                  <a:pt x="2696" y="2004"/>
                  <a:pt x="2694" y="2010"/>
                  <a:pt x="2697" y="2008"/>
                </a:cubicBezTo>
                <a:cubicBezTo>
                  <a:pt x="2699" y="2011"/>
                  <a:pt x="2702" y="2014"/>
                  <a:pt x="2704" y="2016"/>
                </a:cubicBezTo>
                <a:cubicBezTo>
                  <a:pt x="2709" y="2024"/>
                  <a:pt x="2715" y="2026"/>
                  <a:pt x="2720" y="2031"/>
                </a:cubicBezTo>
                <a:cubicBezTo>
                  <a:pt x="2743" y="2058"/>
                  <a:pt x="2766" y="2084"/>
                  <a:pt x="2789" y="2110"/>
                </a:cubicBezTo>
                <a:cubicBezTo>
                  <a:pt x="2794" y="2119"/>
                  <a:pt x="2805" y="2136"/>
                  <a:pt x="2811" y="2146"/>
                </a:cubicBezTo>
                <a:cubicBezTo>
                  <a:pt x="2815" y="2150"/>
                  <a:pt x="2819" y="2155"/>
                  <a:pt x="2822" y="2160"/>
                </a:cubicBezTo>
                <a:cubicBezTo>
                  <a:pt x="2833" y="2160"/>
                  <a:pt x="2833" y="2160"/>
                  <a:pt x="2833" y="2160"/>
                </a:cubicBezTo>
                <a:cubicBezTo>
                  <a:pt x="2819" y="2141"/>
                  <a:pt x="2808" y="2121"/>
                  <a:pt x="2793" y="2101"/>
                </a:cubicBezTo>
                <a:cubicBezTo>
                  <a:pt x="2769" y="2071"/>
                  <a:pt x="2752" y="2059"/>
                  <a:pt x="2729" y="2032"/>
                </a:cubicBezTo>
                <a:close/>
                <a:moveTo>
                  <a:pt x="2593" y="2068"/>
                </a:moveTo>
                <a:cubicBezTo>
                  <a:pt x="2590" y="2060"/>
                  <a:pt x="2586" y="2052"/>
                  <a:pt x="2577" y="2043"/>
                </a:cubicBezTo>
                <a:cubicBezTo>
                  <a:pt x="2574" y="2034"/>
                  <a:pt x="2569" y="2024"/>
                  <a:pt x="2561" y="2015"/>
                </a:cubicBezTo>
                <a:cubicBezTo>
                  <a:pt x="2556" y="2010"/>
                  <a:pt x="2562" y="2004"/>
                  <a:pt x="2554" y="2003"/>
                </a:cubicBezTo>
                <a:cubicBezTo>
                  <a:pt x="2558" y="1999"/>
                  <a:pt x="2542" y="1993"/>
                  <a:pt x="2547" y="1989"/>
                </a:cubicBezTo>
                <a:cubicBezTo>
                  <a:pt x="2539" y="1985"/>
                  <a:pt x="2535" y="1972"/>
                  <a:pt x="2527" y="1963"/>
                </a:cubicBezTo>
                <a:cubicBezTo>
                  <a:pt x="2522" y="1953"/>
                  <a:pt x="2513" y="1943"/>
                  <a:pt x="2507" y="1934"/>
                </a:cubicBezTo>
                <a:cubicBezTo>
                  <a:pt x="2502" y="1938"/>
                  <a:pt x="2505" y="1942"/>
                  <a:pt x="2510" y="1946"/>
                </a:cubicBezTo>
                <a:cubicBezTo>
                  <a:pt x="2509" y="1950"/>
                  <a:pt x="2514" y="1955"/>
                  <a:pt x="2518" y="1959"/>
                </a:cubicBezTo>
                <a:cubicBezTo>
                  <a:pt x="2522" y="1968"/>
                  <a:pt x="2528" y="1977"/>
                  <a:pt x="2536" y="1987"/>
                </a:cubicBezTo>
                <a:cubicBezTo>
                  <a:pt x="2535" y="1994"/>
                  <a:pt x="2547" y="2003"/>
                  <a:pt x="2549" y="2011"/>
                </a:cubicBezTo>
                <a:cubicBezTo>
                  <a:pt x="2552" y="2015"/>
                  <a:pt x="2550" y="2018"/>
                  <a:pt x="2556" y="2022"/>
                </a:cubicBezTo>
                <a:cubicBezTo>
                  <a:pt x="2553" y="2026"/>
                  <a:pt x="2564" y="2031"/>
                  <a:pt x="2561" y="2035"/>
                </a:cubicBezTo>
                <a:cubicBezTo>
                  <a:pt x="2574" y="2053"/>
                  <a:pt x="2580" y="2063"/>
                  <a:pt x="2590" y="2081"/>
                </a:cubicBezTo>
                <a:cubicBezTo>
                  <a:pt x="2617" y="2114"/>
                  <a:pt x="2628" y="2123"/>
                  <a:pt x="2652" y="2158"/>
                </a:cubicBezTo>
                <a:cubicBezTo>
                  <a:pt x="2653" y="2159"/>
                  <a:pt x="2654" y="2160"/>
                  <a:pt x="2655" y="2160"/>
                </a:cubicBezTo>
                <a:cubicBezTo>
                  <a:pt x="2668" y="2160"/>
                  <a:pt x="2668" y="2160"/>
                  <a:pt x="2668" y="2160"/>
                </a:cubicBezTo>
                <a:cubicBezTo>
                  <a:pt x="2649" y="2138"/>
                  <a:pt x="2635" y="2118"/>
                  <a:pt x="2614" y="2095"/>
                </a:cubicBezTo>
                <a:cubicBezTo>
                  <a:pt x="2611" y="2088"/>
                  <a:pt x="2603" y="2079"/>
                  <a:pt x="2593" y="2068"/>
                </a:cubicBezTo>
                <a:close/>
                <a:moveTo>
                  <a:pt x="2526" y="2071"/>
                </a:moveTo>
                <a:cubicBezTo>
                  <a:pt x="2526" y="2071"/>
                  <a:pt x="2524" y="2072"/>
                  <a:pt x="2524" y="2072"/>
                </a:cubicBezTo>
                <a:cubicBezTo>
                  <a:pt x="2524" y="2072"/>
                  <a:pt x="2519" y="2060"/>
                  <a:pt x="2519" y="2060"/>
                </a:cubicBezTo>
                <a:cubicBezTo>
                  <a:pt x="2518" y="2058"/>
                  <a:pt x="2517" y="2058"/>
                  <a:pt x="2516" y="2056"/>
                </a:cubicBezTo>
                <a:cubicBezTo>
                  <a:pt x="2506" y="2038"/>
                  <a:pt x="2496" y="2020"/>
                  <a:pt x="2481" y="2000"/>
                </a:cubicBezTo>
                <a:cubicBezTo>
                  <a:pt x="2460" y="1977"/>
                  <a:pt x="2453" y="1962"/>
                  <a:pt x="2430" y="1938"/>
                </a:cubicBezTo>
                <a:cubicBezTo>
                  <a:pt x="2422" y="1935"/>
                  <a:pt x="2415" y="1922"/>
                  <a:pt x="2408" y="1922"/>
                </a:cubicBezTo>
                <a:cubicBezTo>
                  <a:pt x="2410" y="1925"/>
                  <a:pt x="2411" y="1927"/>
                  <a:pt x="2413" y="1929"/>
                </a:cubicBezTo>
                <a:cubicBezTo>
                  <a:pt x="2415" y="1931"/>
                  <a:pt x="2418" y="1930"/>
                  <a:pt x="2416" y="1932"/>
                </a:cubicBezTo>
                <a:cubicBezTo>
                  <a:pt x="2421" y="1940"/>
                  <a:pt x="2420" y="1938"/>
                  <a:pt x="2426" y="1944"/>
                </a:cubicBezTo>
                <a:cubicBezTo>
                  <a:pt x="2435" y="1954"/>
                  <a:pt x="2444" y="1964"/>
                  <a:pt x="2452" y="1973"/>
                </a:cubicBezTo>
                <a:cubicBezTo>
                  <a:pt x="2451" y="1975"/>
                  <a:pt x="2451" y="1975"/>
                  <a:pt x="2452" y="1976"/>
                </a:cubicBezTo>
                <a:cubicBezTo>
                  <a:pt x="2455" y="1979"/>
                  <a:pt x="2459" y="1978"/>
                  <a:pt x="2458" y="1983"/>
                </a:cubicBezTo>
                <a:cubicBezTo>
                  <a:pt x="2462" y="1988"/>
                  <a:pt x="2466" y="1993"/>
                  <a:pt x="2471" y="1998"/>
                </a:cubicBezTo>
                <a:cubicBezTo>
                  <a:pt x="2468" y="2002"/>
                  <a:pt x="2478" y="2008"/>
                  <a:pt x="2480" y="2012"/>
                </a:cubicBezTo>
                <a:cubicBezTo>
                  <a:pt x="2478" y="2017"/>
                  <a:pt x="2488" y="2022"/>
                  <a:pt x="2490" y="2027"/>
                </a:cubicBezTo>
                <a:cubicBezTo>
                  <a:pt x="2495" y="2040"/>
                  <a:pt x="2506" y="2054"/>
                  <a:pt x="2511" y="2067"/>
                </a:cubicBezTo>
                <a:cubicBezTo>
                  <a:pt x="2516" y="2080"/>
                  <a:pt x="2531" y="2094"/>
                  <a:pt x="2534" y="2107"/>
                </a:cubicBezTo>
                <a:cubicBezTo>
                  <a:pt x="2540" y="2104"/>
                  <a:pt x="2536" y="2112"/>
                  <a:pt x="2540" y="2114"/>
                </a:cubicBezTo>
                <a:cubicBezTo>
                  <a:pt x="2544" y="2118"/>
                  <a:pt x="2540" y="2119"/>
                  <a:pt x="2546" y="2120"/>
                </a:cubicBezTo>
                <a:cubicBezTo>
                  <a:pt x="2542" y="2123"/>
                  <a:pt x="2550" y="2127"/>
                  <a:pt x="2551" y="2130"/>
                </a:cubicBezTo>
                <a:cubicBezTo>
                  <a:pt x="2557" y="2134"/>
                  <a:pt x="2555" y="2137"/>
                  <a:pt x="2558" y="2141"/>
                </a:cubicBezTo>
                <a:cubicBezTo>
                  <a:pt x="2564" y="2148"/>
                  <a:pt x="2569" y="2154"/>
                  <a:pt x="2573" y="2160"/>
                </a:cubicBezTo>
                <a:cubicBezTo>
                  <a:pt x="2586" y="2160"/>
                  <a:pt x="2586" y="2160"/>
                  <a:pt x="2586" y="2160"/>
                </a:cubicBezTo>
                <a:cubicBezTo>
                  <a:pt x="2570" y="2139"/>
                  <a:pt x="2553" y="2118"/>
                  <a:pt x="2541" y="2095"/>
                </a:cubicBezTo>
                <a:cubicBezTo>
                  <a:pt x="2533" y="2089"/>
                  <a:pt x="2531" y="2079"/>
                  <a:pt x="2526" y="2071"/>
                </a:cubicBezTo>
                <a:close/>
                <a:moveTo>
                  <a:pt x="2594" y="2142"/>
                </a:moveTo>
                <a:cubicBezTo>
                  <a:pt x="2588" y="2138"/>
                  <a:pt x="2596" y="2135"/>
                  <a:pt x="2590" y="2131"/>
                </a:cubicBezTo>
                <a:cubicBezTo>
                  <a:pt x="2586" y="2134"/>
                  <a:pt x="2585" y="2126"/>
                  <a:pt x="2584" y="2124"/>
                </a:cubicBezTo>
                <a:cubicBezTo>
                  <a:pt x="2581" y="2120"/>
                  <a:pt x="2578" y="2123"/>
                  <a:pt x="2575" y="2118"/>
                </a:cubicBezTo>
                <a:cubicBezTo>
                  <a:pt x="2581" y="2115"/>
                  <a:pt x="2567" y="2111"/>
                  <a:pt x="2573" y="2108"/>
                </a:cubicBezTo>
                <a:cubicBezTo>
                  <a:pt x="2572" y="2105"/>
                  <a:pt x="2564" y="2101"/>
                  <a:pt x="2567" y="2098"/>
                </a:cubicBezTo>
                <a:cubicBezTo>
                  <a:pt x="2564" y="2092"/>
                  <a:pt x="2558" y="2085"/>
                  <a:pt x="2556" y="2079"/>
                </a:cubicBezTo>
                <a:cubicBezTo>
                  <a:pt x="2545" y="2066"/>
                  <a:pt x="2543" y="2053"/>
                  <a:pt x="2530" y="2039"/>
                </a:cubicBezTo>
                <a:cubicBezTo>
                  <a:pt x="2520" y="2018"/>
                  <a:pt x="2508" y="1996"/>
                  <a:pt x="2494" y="1975"/>
                </a:cubicBezTo>
                <a:cubicBezTo>
                  <a:pt x="2486" y="1969"/>
                  <a:pt x="2487" y="1968"/>
                  <a:pt x="2481" y="1960"/>
                </a:cubicBezTo>
                <a:cubicBezTo>
                  <a:pt x="2474" y="1955"/>
                  <a:pt x="2476" y="1956"/>
                  <a:pt x="2469" y="1950"/>
                </a:cubicBezTo>
                <a:cubicBezTo>
                  <a:pt x="2464" y="1944"/>
                  <a:pt x="2459" y="1938"/>
                  <a:pt x="2453" y="1932"/>
                </a:cubicBezTo>
                <a:cubicBezTo>
                  <a:pt x="2450" y="1930"/>
                  <a:pt x="2448" y="1922"/>
                  <a:pt x="2445" y="1925"/>
                </a:cubicBezTo>
                <a:cubicBezTo>
                  <a:pt x="2442" y="1923"/>
                  <a:pt x="2439" y="1915"/>
                  <a:pt x="2436" y="1918"/>
                </a:cubicBezTo>
                <a:cubicBezTo>
                  <a:pt x="2438" y="1927"/>
                  <a:pt x="2447" y="1931"/>
                  <a:pt x="2453" y="1938"/>
                </a:cubicBezTo>
                <a:cubicBezTo>
                  <a:pt x="2469" y="1956"/>
                  <a:pt x="2486" y="1976"/>
                  <a:pt x="2499" y="1993"/>
                </a:cubicBezTo>
                <a:cubicBezTo>
                  <a:pt x="2501" y="2004"/>
                  <a:pt x="2507" y="2011"/>
                  <a:pt x="2511" y="2017"/>
                </a:cubicBezTo>
                <a:cubicBezTo>
                  <a:pt x="2515" y="2027"/>
                  <a:pt x="2522" y="2037"/>
                  <a:pt x="2525" y="2046"/>
                </a:cubicBezTo>
                <a:cubicBezTo>
                  <a:pt x="2532" y="2052"/>
                  <a:pt x="2530" y="2058"/>
                  <a:pt x="2537" y="2064"/>
                </a:cubicBezTo>
                <a:cubicBezTo>
                  <a:pt x="2536" y="2070"/>
                  <a:pt x="2547" y="2077"/>
                  <a:pt x="2545" y="2083"/>
                </a:cubicBezTo>
                <a:cubicBezTo>
                  <a:pt x="2554" y="2096"/>
                  <a:pt x="2560" y="2108"/>
                  <a:pt x="2566" y="2120"/>
                </a:cubicBezTo>
                <a:cubicBezTo>
                  <a:pt x="2570" y="2125"/>
                  <a:pt x="2575" y="2130"/>
                  <a:pt x="2579" y="2135"/>
                </a:cubicBezTo>
                <a:cubicBezTo>
                  <a:pt x="2583" y="2143"/>
                  <a:pt x="2590" y="2152"/>
                  <a:pt x="2595" y="2160"/>
                </a:cubicBezTo>
                <a:cubicBezTo>
                  <a:pt x="2607" y="2160"/>
                  <a:pt x="2607" y="2160"/>
                  <a:pt x="2607" y="2160"/>
                </a:cubicBezTo>
                <a:cubicBezTo>
                  <a:pt x="2605" y="2158"/>
                  <a:pt x="2603" y="2156"/>
                  <a:pt x="2601" y="2153"/>
                </a:cubicBezTo>
                <a:cubicBezTo>
                  <a:pt x="2601" y="2150"/>
                  <a:pt x="2598" y="2146"/>
                  <a:pt x="2594" y="2142"/>
                </a:cubicBezTo>
                <a:close/>
                <a:moveTo>
                  <a:pt x="2754" y="2103"/>
                </a:moveTo>
                <a:cubicBezTo>
                  <a:pt x="2742" y="2089"/>
                  <a:pt x="2730" y="2080"/>
                  <a:pt x="2724" y="2069"/>
                </a:cubicBezTo>
                <a:cubicBezTo>
                  <a:pt x="2673" y="2020"/>
                  <a:pt x="2658" y="2006"/>
                  <a:pt x="2642" y="1992"/>
                </a:cubicBezTo>
                <a:cubicBezTo>
                  <a:pt x="2611" y="1967"/>
                  <a:pt x="2603" y="1971"/>
                  <a:pt x="2595" y="1958"/>
                </a:cubicBezTo>
                <a:cubicBezTo>
                  <a:pt x="2552" y="1947"/>
                  <a:pt x="2570" y="1954"/>
                  <a:pt x="2579" y="1969"/>
                </a:cubicBezTo>
                <a:cubicBezTo>
                  <a:pt x="2603" y="1993"/>
                  <a:pt x="2607" y="1992"/>
                  <a:pt x="2605" y="1996"/>
                </a:cubicBezTo>
                <a:cubicBezTo>
                  <a:pt x="2621" y="2013"/>
                  <a:pt x="2630" y="2011"/>
                  <a:pt x="2630" y="2018"/>
                </a:cubicBezTo>
                <a:cubicBezTo>
                  <a:pt x="2705" y="2088"/>
                  <a:pt x="2711" y="2097"/>
                  <a:pt x="2730" y="2115"/>
                </a:cubicBezTo>
                <a:cubicBezTo>
                  <a:pt x="2774" y="2160"/>
                  <a:pt x="2774" y="2160"/>
                  <a:pt x="2774" y="2160"/>
                </a:cubicBezTo>
                <a:cubicBezTo>
                  <a:pt x="2687" y="2056"/>
                  <a:pt x="2675" y="2048"/>
                  <a:pt x="2664" y="2034"/>
                </a:cubicBezTo>
                <a:cubicBezTo>
                  <a:pt x="2639" y="2016"/>
                  <a:pt x="2640" y="2011"/>
                  <a:pt x="2634" y="2009"/>
                </a:cubicBezTo>
                <a:cubicBezTo>
                  <a:pt x="2590" y="1961"/>
                  <a:pt x="2592" y="1965"/>
                  <a:pt x="2595" y="1967"/>
                </a:cubicBezTo>
                <a:cubicBezTo>
                  <a:pt x="2643" y="2000"/>
                  <a:pt x="2660" y="2019"/>
                  <a:pt x="2677" y="2032"/>
                </a:cubicBezTo>
                <a:cubicBezTo>
                  <a:pt x="2722" y="2081"/>
                  <a:pt x="2728" y="2091"/>
                  <a:pt x="2740" y="2104"/>
                </a:cubicBezTo>
                <a:cubicBezTo>
                  <a:pt x="2743" y="2107"/>
                  <a:pt x="2746" y="2106"/>
                  <a:pt x="2746" y="2107"/>
                </a:cubicBezTo>
                <a:cubicBezTo>
                  <a:pt x="2776" y="2144"/>
                  <a:pt x="2782" y="2152"/>
                  <a:pt x="2788" y="2160"/>
                </a:cubicBezTo>
                <a:cubicBezTo>
                  <a:pt x="2766" y="2118"/>
                  <a:pt x="2761" y="2111"/>
                  <a:pt x="2754" y="2103"/>
                </a:cubicBezTo>
                <a:close/>
                <a:moveTo>
                  <a:pt x="2693" y="2110"/>
                </a:moveTo>
                <a:cubicBezTo>
                  <a:pt x="2696" y="2104"/>
                  <a:pt x="2682" y="2098"/>
                  <a:pt x="2684" y="2092"/>
                </a:cubicBezTo>
                <a:cubicBezTo>
                  <a:pt x="2662" y="2071"/>
                  <a:pt x="2655" y="2066"/>
                  <a:pt x="2644" y="2057"/>
                </a:cubicBezTo>
                <a:cubicBezTo>
                  <a:pt x="2578" y="1981"/>
                  <a:pt x="2570" y="1972"/>
                  <a:pt x="2560" y="1960"/>
                </a:cubicBezTo>
                <a:cubicBezTo>
                  <a:pt x="2548" y="1932"/>
                  <a:pt x="2535" y="1928"/>
                  <a:pt x="2540" y="1925"/>
                </a:cubicBezTo>
                <a:cubicBezTo>
                  <a:pt x="2520" y="1893"/>
                  <a:pt x="2526" y="1881"/>
                  <a:pt x="2517" y="1885"/>
                </a:cubicBezTo>
                <a:cubicBezTo>
                  <a:pt x="2536" y="1948"/>
                  <a:pt x="2536" y="1956"/>
                  <a:pt x="2544" y="1966"/>
                </a:cubicBezTo>
                <a:cubicBezTo>
                  <a:pt x="2562" y="2002"/>
                  <a:pt x="2567" y="2009"/>
                  <a:pt x="2571" y="2017"/>
                </a:cubicBezTo>
                <a:cubicBezTo>
                  <a:pt x="2647" y="2106"/>
                  <a:pt x="2655" y="2116"/>
                  <a:pt x="2663" y="2125"/>
                </a:cubicBezTo>
                <a:cubicBezTo>
                  <a:pt x="2703" y="2158"/>
                  <a:pt x="2696" y="2155"/>
                  <a:pt x="2695" y="2152"/>
                </a:cubicBezTo>
                <a:cubicBezTo>
                  <a:pt x="2672" y="2122"/>
                  <a:pt x="2670" y="2119"/>
                  <a:pt x="2667" y="2116"/>
                </a:cubicBezTo>
                <a:cubicBezTo>
                  <a:pt x="2636" y="2077"/>
                  <a:pt x="2632" y="2073"/>
                  <a:pt x="2628" y="2069"/>
                </a:cubicBezTo>
                <a:cubicBezTo>
                  <a:pt x="2551" y="1971"/>
                  <a:pt x="2541" y="1952"/>
                  <a:pt x="2535" y="1933"/>
                </a:cubicBezTo>
                <a:cubicBezTo>
                  <a:pt x="2537" y="1931"/>
                  <a:pt x="2537" y="1933"/>
                  <a:pt x="2538" y="1936"/>
                </a:cubicBezTo>
                <a:cubicBezTo>
                  <a:pt x="2555" y="1961"/>
                  <a:pt x="2559" y="1971"/>
                  <a:pt x="2566" y="1981"/>
                </a:cubicBezTo>
                <a:cubicBezTo>
                  <a:pt x="2684" y="2109"/>
                  <a:pt x="2700" y="2128"/>
                  <a:pt x="2712" y="2137"/>
                </a:cubicBezTo>
                <a:cubicBezTo>
                  <a:pt x="2738" y="2156"/>
                  <a:pt x="2735" y="2152"/>
                  <a:pt x="2733" y="2148"/>
                </a:cubicBezTo>
                <a:close/>
                <a:moveTo>
                  <a:pt x="2591" y="2098"/>
                </a:moveTo>
                <a:cubicBezTo>
                  <a:pt x="2574" y="2082"/>
                  <a:pt x="2569" y="2066"/>
                  <a:pt x="2557" y="2050"/>
                </a:cubicBezTo>
                <a:cubicBezTo>
                  <a:pt x="2542" y="2025"/>
                  <a:pt x="2544" y="2022"/>
                  <a:pt x="2540" y="2018"/>
                </a:cubicBezTo>
                <a:cubicBezTo>
                  <a:pt x="2518" y="1973"/>
                  <a:pt x="2511" y="1965"/>
                  <a:pt x="2510" y="1957"/>
                </a:cubicBezTo>
                <a:cubicBezTo>
                  <a:pt x="2495" y="1931"/>
                  <a:pt x="2489" y="1936"/>
                  <a:pt x="2497" y="1942"/>
                </a:cubicBezTo>
                <a:cubicBezTo>
                  <a:pt x="2510" y="1978"/>
                  <a:pt x="2514" y="1981"/>
                  <a:pt x="2516" y="1984"/>
                </a:cubicBezTo>
                <a:cubicBezTo>
                  <a:pt x="2525" y="2012"/>
                  <a:pt x="2529" y="2015"/>
                  <a:pt x="2531" y="2017"/>
                </a:cubicBezTo>
                <a:cubicBezTo>
                  <a:pt x="2543" y="2038"/>
                  <a:pt x="2539" y="2041"/>
                  <a:pt x="2543" y="2044"/>
                </a:cubicBezTo>
                <a:cubicBezTo>
                  <a:pt x="2576" y="2100"/>
                  <a:pt x="2580" y="2103"/>
                  <a:pt x="2582" y="2106"/>
                </a:cubicBezTo>
                <a:cubicBezTo>
                  <a:pt x="2599" y="2132"/>
                  <a:pt x="2603" y="2135"/>
                  <a:pt x="2605" y="2138"/>
                </a:cubicBezTo>
                <a:cubicBezTo>
                  <a:pt x="2623" y="2154"/>
                  <a:pt x="2621" y="2156"/>
                  <a:pt x="2622" y="2158"/>
                </a:cubicBezTo>
                <a:cubicBezTo>
                  <a:pt x="2623" y="2145"/>
                  <a:pt x="2610" y="2129"/>
                  <a:pt x="2597" y="2113"/>
                </a:cubicBezTo>
                <a:close/>
                <a:moveTo>
                  <a:pt x="3033" y="2114"/>
                </a:moveTo>
                <a:cubicBezTo>
                  <a:pt x="3034" y="2107"/>
                  <a:pt x="3026" y="2100"/>
                  <a:pt x="3027" y="2094"/>
                </a:cubicBezTo>
                <a:cubicBezTo>
                  <a:pt x="3015" y="2078"/>
                  <a:pt x="3010" y="2064"/>
                  <a:pt x="2999" y="2048"/>
                </a:cubicBezTo>
                <a:cubicBezTo>
                  <a:pt x="2993" y="2042"/>
                  <a:pt x="2987" y="2035"/>
                  <a:pt x="2982" y="2029"/>
                </a:cubicBezTo>
                <a:cubicBezTo>
                  <a:pt x="2976" y="2019"/>
                  <a:pt x="2974" y="2020"/>
                  <a:pt x="2966" y="2011"/>
                </a:cubicBezTo>
                <a:cubicBezTo>
                  <a:pt x="2959" y="2006"/>
                  <a:pt x="2963" y="2002"/>
                  <a:pt x="2957" y="1998"/>
                </a:cubicBezTo>
                <a:cubicBezTo>
                  <a:pt x="2951" y="1998"/>
                  <a:pt x="2953" y="1992"/>
                  <a:pt x="2952" y="1991"/>
                </a:cubicBezTo>
                <a:cubicBezTo>
                  <a:pt x="2951" y="1991"/>
                  <a:pt x="2950" y="1993"/>
                  <a:pt x="2949" y="1991"/>
                </a:cubicBezTo>
                <a:cubicBezTo>
                  <a:pt x="2945" y="1988"/>
                  <a:pt x="2942" y="1983"/>
                  <a:pt x="2937" y="1978"/>
                </a:cubicBezTo>
                <a:cubicBezTo>
                  <a:pt x="2933" y="1980"/>
                  <a:pt x="2929" y="1969"/>
                  <a:pt x="2925" y="1971"/>
                </a:cubicBezTo>
                <a:cubicBezTo>
                  <a:pt x="2921" y="1969"/>
                  <a:pt x="2917" y="1962"/>
                  <a:pt x="2913" y="1967"/>
                </a:cubicBezTo>
                <a:cubicBezTo>
                  <a:pt x="2922" y="1978"/>
                  <a:pt x="2932" y="1982"/>
                  <a:pt x="2941" y="1989"/>
                </a:cubicBezTo>
                <a:cubicBezTo>
                  <a:pt x="2945" y="1997"/>
                  <a:pt x="2946" y="1998"/>
                  <a:pt x="2955" y="2005"/>
                </a:cubicBezTo>
                <a:cubicBezTo>
                  <a:pt x="2959" y="2009"/>
                  <a:pt x="2957" y="2013"/>
                  <a:pt x="2962" y="2017"/>
                </a:cubicBezTo>
                <a:cubicBezTo>
                  <a:pt x="2976" y="2032"/>
                  <a:pt x="2989" y="2047"/>
                  <a:pt x="2995" y="2057"/>
                </a:cubicBezTo>
                <a:cubicBezTo>
                  <a:pt x="3002" y="2065"/>
                  <a:pt x="3006" y="2073"/>
                  <a:pt x="3009" y="2080"/>
                </a:cubicBezTo>
                <a:cubicBezTo>
                  <a:pt x="3013" y="2084"/>
                  <a:pt x="3016" y="2088"/>
                  <a:pt x="3013" y="2091"/>
                </a:cubicBezTo>
                <a:cubicBezTo>
                  <a:pt x="3017" y="2095"/>
                  <a:pt x="3020" y="2099"/>
                  <a:pt x="3020" y="2102"/>
                </a:cubicBezTo>
                <a:cubicBezTo>
                  <a:pt x="3026" y="2117"/>
                  <a:pt x="3033" y="2132"/>
                  <a:pt x="3039" y="2147"/>
                </a:cubicBezTo>
                <a:cubicBezTo>
                  <a:pt x="3040" y="2151"/>
                  <a:pt x="3041" y="2156"/>
                  <a:pt x="3042" y="2160"/>
                </a:cubicBezTo>
                <a:cubicBezTo>
                  <a:pt x="3052" y="2160"/>
                  <a:pt x="3052" y="2160"/>
                  <a:pt x="3052" y="2160"/>
                </a:cubicBezTo>
                <a:cubicBezTo>
                  <a:pt x="3049" y="2152"/>
                  <a:pt x="3045" y="2143"/>
                  <a:pt x="3046" y="2135"/>
                </a:cubicBezTo>
                <a:cubicBezTo>
                  <a:pt x="3039" y="2128"/>
                  <a:pt x="3040" y="2121"/>
                  <a:pt x="3033" y="2114"/>
                </a:cubicBezTo>
                <a:close/>
                <a:moveTo>
                  <a:pt x="2537" y="2130"/>
                </a:moveTo>
                <a:cubicBezTo>
                  <a:pt x="2524" y="2116"/>
                  <a:pt x="2523" y="2103"/>
                  <a:pt x="2514" y="2093"/>
                </a:cubicBezTo>
                <a:cubicBezTo>
                  <a:pt x="2504" y="2070"/>
                  <a:pt x="2497" y="2066"/>
                  <a:pt x="2499" y="2063"/>
                </a:cubicBezTo>
                <a:cubicBezTo>
                  <a:pt x="2497" y="2052"/>
                  <a:pt x="2484" y="2048"/>
                  <a:pt x="2489" y="2045"/>
                </a:cubicBezTo>
                <a:cubicBezTo>
                  <a:pt x="2476" y="2022"/>
                  <a:pt x="2468" y="2018"/>
                  <a:pt x="2471" y="2015"/>
                </a:cubicBezTo>
                <a:cubicBezTo>
                  <a:pt x="2435" y="1967"/>
                  <a:pt x="2425" y="1955"/>
                  <a:pt x="2414" y="1943"/>
                </a:cubicBezTo>
                <a:cubicBezTo>
                  <a:pt x="2373" y="1912"/>
                  <a:pt x="2369" y="1896"/>
                  <a:pt x="2364" y="1900"/>
                </a:cubicBezTo>
                <a:cubicBezTo>
                  <a:pt x="2381" y="1915"/>
                  <a:pt x="2378" y="1916"/>
                  <a:pt x="2380" y="1918"/>
                </a:cubicBezTo>
                <a:cubicBezTo>
                  <a:pt x="2388" y="1923"/>
                  <a:pt x="2388" y="1926"/>
                  <a:pt x="2389" y="1927"/>
                </a:cubicBezTo>
                <a:cubicBezTo>
                  <a:pt x="2400" y="1940"/>
                  <a:pt x="2408" y="1942"/>
                  <a:pt x="2409" y="1947"/>
                </a:cubicBezTo>
                <a:cubicBezTo>
                  <a:pt x="2443" y="1995"/>
                  <a:pt x="2452" y="1999"/>
                  <a:pt x="2449" y="2002"/>
                </a:cubicBezTo>
                <a:cubicBezTo>
                  <a:pt x="2487" y="2063"/>
                  <a:pt x="2491" y="2067"/>
                  <a:pt x="2487" y="2070"/>
                </a:cubicBezTo>
                <a:cubicBezTo>
                  <a:pt x="2506" y="2104"/>
                  <a:pt x="2514" y="2108"/>
                  <a:pt x="2512" y="2112"/>
                </a:cubicBezTo>
                <a:cubicBezTo>
                  <a:pt x="2539" y="2152"/>
                  <a:pt x="2543" y="2157"/>
                  <a:pt x="2546" y="2160"/>
                </a:cubicBezTo>
                <a:cubicBezTo>
                  <a:pt x="2540" y="2140"/>
                  <a:pt x="2541" y="2135"/>
                  <a:pt x="2537" y="2130"/>
                </a:cubicBezTo>
                <a:close/>
                <a:moveTo>
                  <a:pt x="2359" y="2098"/>
                </a:moveTo>
                <a:cubicBezTo>
                  <a:pt x="2355" y="2093"/>
                  <a:pt x="2356" y="2088"/>
                  <a:pt x="2351" y="2082"/>
                </a:cubicBezTo>
                <a:cubicBezTo>
                  <a:pt x="2335" y="2044"/>
                  <a:pt x="2331" y="2038"/>
                  <a:pt x="2328" y="2033"/>
                </a:cubicBezTo>
                <a:cubicBezTo>
                  <a:pt x="2301" y="1982"/>
                  <a:pt x="2293" y="1965"/>
                  <a:pt x="2285" y="1948"/>
                </a:cubicBezTo>
                <a:cubicBezTo>
                  <a:pt x="2224" y="1882"/>
                  <a:pt x="2221" y="1878"/>
                  <a:pt x="2218" y="1874"/>
                </a:cubicBezTo>
                <a:cubicBezTo>
                  <a:pt x="2188" y="1841"/>
                  <a:pt x="2182" y="1834"/>
                  <a:pt x="2176" y="1827"/>
                </a:cubicBezTo>
                <a:cubicBezTo>
                  <a:pt x="2168" y="1800"/>
                  <a:pt x="2167" y="1797"/>
                  <a:pt x="2164" y="1793"/>
                </a:cubicBezTo>
                <a:cubicBezTo>
                  <a:pt x="2171" y="1829"/>
                  <a:pt x="2175" y="1832"/>
                  <a:pt x="2177" y="1835"/>
                </a:cubicBezTo>
                <a:cubicBezTo>
                  <a:pt x="2193" y="1872"/>
                  <a:pt x="2204" y="1885"/>
                  <a:pt x="2212" y="1897"/>
                </a:cubicBezTo>
                <a:cubicBezTo>
                  <a:pt x="2261" y="1978"/>
                  <a:pt x="2271" y="1983"/>
                  <a:pt x="2264" y="1987"/>
                </a:cubicBezTo>
                <a:cubicBezTo>
                  <a:pt x="2277" y="2021"/>
                  <a:pt x="2288" y="2026"/>
                  <a:pt x="2285" y="2030"/>
                </a:cubicBezTo>
                <a:cubicBezTo>
                  <a:pt x="2303" y="2068"/>
                  <a:pt x="2301" y="2072"/>
                  <a:pt x="2302" y="2076"/>
                </a:cubicBezTo>
                <a:cubicBezTo>
                  <a:pt x="2322" y="2110"/>
                  <a:pt x="2320" y="2114"/>
                  <a:pt x="2324" y="2118"/>
                </a:cubicBezTo>
                <a:cubicBezTo>
                  <a:pt x="2337" y="2145"/>
                  <a:pt x="2350" y="2149"/>
                  <a:pt x="2344" y="2152"/>
                </a:cubicBezTo>
                <a:cubicBezTo>
                  <a:pt x="2314" y="2125"/>
                  <a:pt x="2312" y="2120"/>
                  <a:pt x="2308" y="2120"/>
                </a:cubicBezTo>
                <a:cubicBezTo>
                  <a:pt x="2286" y="2084"/>
                  <a:pt x="2287" y="2074"/>
                  <a:pt x="2278" y="2062"/>
                </a:cubicBezTo>
                <a:cubicBezTo>
                  <a:pt x="2250" y="1984"/>
                  <a:pt x="2245" y="1972"/>
                  <a:pt x="2241" y="1961"/>
                </a:cubicBezTo>
                <a:cubicBezTo>
                  <a:pt x="2207" y="1901"/>
                  <a:pt x="2203" y="1897"/>
                  <a:pt x="2199" y="1893"/>
                </a:cubicBezTo>
                <a:cubicBezTo>
                  <a:pt x="2180" y="1859"/>
                  <a:pt x="2173" y="1847"/>
                  <a:pt x="2168" y="1834"/>
                </a:cubicBezTo>
                <a:cubicBezTo>
                  <a:pt x="2156" y="1801"/>
                  <a:pt x="2161" y="1800"/>
                  <a:pt x="2155" y="1799"/>
                </a:cubicBezTo>
                <a:cubicBezTo>
                  <a:pt x="2162" y="1855"/>
                  <a:pt x="2173" y="1859"/>
                  <a:pt x="2171" y="1863"/>
                </a:cubicBezTo>
                <a:cubicBezTo>
                  <a:pt x="2220" y="1937"/>
                  <a:pt x="2218" y="1940"/>
                  <a:pt x="2219" y="1942"/>
                </a:cubicBezTo>
                <a:cubicBezTo>
                  <a:pt x="2235" y="1976"/>
                  <a:pt x="2242" y="1984"/>
                  <a:pt x="2242" y="1992"/>
                </a:cubicBezTo>
                <a:cubicBezTo>
                  <a:pt x="2250" y="2025"/>
                  <a:pt x="2261" y="2035"/>
                  <a:pt x="2259" y="2044"/>
                </a:cubicBezTo>
                <a:cubicBezTo>
                  <a:pt x="2271" y="2072"/>
                  <a:pt x="2281" y="2080"/>
                  <a:pt x="2279" y="2087"/>
                </a:cubicBezTo>
                <a:cubicBezTo>
                  <a:pt x="2297" y="2123"/>
                  <a:pt x="2306" y="2127"/>
                  <a:pt x="2303" y="2130"/>
                </a:cubicBezTo>
                <a:cubicBezTo>
                  <a:pt x="2288" y="2117"/>
                  <a:pt x="2278" y="2115"/>
                  <a:pt x="2273" y="2107"/>
                </a:cubicBezTo>
                <a:cubicBezTo>
                  <a:pt x="2244" y="2046"/>
                  <a:pt x="2250" y="2043"/>
                  <a:pt x="2247" y="2040"/>
                </a:cubicBezTo>
                <a:cubicBezTo>
                  <a:pt x="2239" y="2016"/>
                  <a:pt x="2232" y="2013"/>
                  <a:pt x="2235" y="2010"/>
                </a:cubicBezTo>
                <a:cubicBezTo>
                  <a:pt x="2222" y="1977"/>
                  <a:pt x="2214" y="1973"/>
                  <a:pt x="2218" y="1970"/>
                </a:cubicBezTo>
                <a:cubicBezTo>
                  <a:pt x="2196" y="1923"/>
                  <a:pt x="2187" y="1916"/>
                  <a:pt x="2188" y="1909"/>
                </a:cubicBezTo>
                <a:cubicBezTo>
                  <a:pt x="2172" y="1880"/>
                  <a:pt x="2172" y="1877"/>
                  <a:pt x="2170" y="1879"/>
                </a:cubicBezTo>
                <a:cubicBezTo>
                  <a:pt x="2148" y="1849"/>
                  <a:pt x="2146" y="1846"/>
                  <a:pt x="2140" y="1841"/>
                </a:cubicBezTo>
                <a:cubicBezTo>
                  <a:pt x="2122" y="1818"/>
                  <a:pt x="2120" y="1815"/>
                  <a:pt x="2120" y="1812"/>
                </a:cubicBezTo>
                <a:cubicBezTo>
                  <a:pt x="2133" y="1844"/>
                  <a:pt x="2148" y="1854"/>
                  <a:pt x="2149" y="1862"/>
                </a:cubicBezTo>
                <a:cubicBezTo>
                  <a:pt x="2163" y="1878"/>
                  <a:pt x="2160" y="1878"/>
                  <a:pt x="2166" y="1882"/>
                </a:cubicBezTo>
                <a:cubicBezTo>
                  <a:pt x="2182" y="1914"/>
                  <a:pt x="2180" y="1918"/>
                  <a:pt x="2184" y="1921"/>
                </a:cubicBezTo>
                <a:cubicBezTo>
                  <a:pt x="2203" y="1968"/>
                  <a:pt x="2210" y="1974"/>
                  <a:pt x="2209" y="1980"/>
                </a:cubicBezTo>
                <a:cubicBezTo>
                  <a:pt x="2222" y="2004"/>
                  <a:pt x="2224" y="2008"/>
                  <a:pt x="2224" y="2011"/>
                </a:cubicBezTo>
                <a:cubicBezTo>
                  <a:pt x="2245" y="2053"/>
                  <a:pt x="2243" y="2065"/>
                  <a:pt x="2251" y="2077"/>
                </a:cubicBezTo>
                <a:cubicBezTo>
                  <a:pt x="2258" y="2112"/>
                  <a:pt x="2252" y="2108"/>
                  <a:pt x="2246" y="2105"/>
                </a:cubicBezTo>
                <a:cubicBezTo>
                  <a:pt x="2234" y="2075"/>
                  <a:pt x="2228" y="2071"/>
                  <a:pt x="2230" y="2067"/>
                </a:cubicBezTo>
                <a:cubicBezTo>
                  <a:pt x="2214" y="2023"/>
                  <a:pt x="2210" y="2019"/>
                  <a:pt x="2210" y="2014"/>
                </a:cubicBezTo>
                <a:cubicBezTo>
                  <a:pt x="2191" y="1966"/>
                  <a:pt x="2190" y="1957"/>
                  <a:pt x="2183" y="1948"/>
                </a:cubicBezTo>
                <a:cubicBezTo>
                  <a:pt x="2115" y="1843"/>
                  <a:pt x="2109" y="1836"/>
                  <a:pt x="2102" y="1828"/>
                </a:cubicBezTo>
                <a:cubicBezTo>
                  <a:pt x="2084" y="1810"/>
                  <a:pt x="2089" y="1820"/>
                  <a:pt x="2100" y="1829"/>
                </a:cubicBezTo>
                <a:cubicBezTo>
                  <a:pt x="2180" y="1968"/>
                  <a:pt x="2187" y="1974"/>
                  <a:pt x="2184" y="1979"/>
                </a:cubicBezTo>
                <a:cubicBezTo>
                  <a:pt x="2204" y="2026"/>
                  <a:pt x="2202" y="2030"/>
                  <a:pt x="2207" y="2034"/>
                </a:cubicBezTo>
                <a:cubicBezTo>
                  <a:pt x="2222" y="2075"/>
                  <a:pt x="2224" y="2079"/>
                  <a:pt x="2224" y="2083"/>
                </a:cubicBezTo>
                <a:cubicBezTo>
                  <a:pt x="2213" y="2080"/>
                  <a:pt x="2204" y="2073"/>
                  <a:pt x="2206" y="2067"/>
                </a:cubicBezTo>
                <a:cubicBezTo>
                  <a:pt x="2183" y="2022"/>
                  <a:pt x="2178" y="2013"/>
                  <a:pt x="2178" y="2005"/>
                </a:cubicBezTo>
                <a:cubicBezTo>
                  <a:pt x="2150" y="1952"/>
                  <a:pt x="2156" y="1949"/>
                  <a:pt x="2153" y="1946"/>
                </a:cubicBezTo>
                <a:cubicBezTo>
                  <a:pt x="2092" y="1848"/>
                  <a:pt x="2086" y="1839"/>
                  <a:pt x="2080" y="1830"/>
                </a:cubicBezTo>
                <a:cubicBezTo>
                  <a:pt x="2028" y="1770"/>
                  <a:pt x="2025" y="1766"/>
                  <a:pt x="2021" y="1765"/>
                </a:cubicBezTo>
                <a:cubicBezTo>
                  <a:pt x="2015" y="1759"/>
                  <a:pt x="2018" y="1765"/>
                  <a:pt x="2019" y="1767"/>
                </a:cubicBezTo>
                <a:cubicBezTo>
                  <a:pt x="2031" y="1783"/>
                  <a:pt x="2032" y="1782"/>
                  <a:pt x="2034" y="1783"/>
                </a:cubicBezTo>
                <a:cubicBezTo>
                  <a:pt x="2080" y="1843"/>
                  <a:pt x="2084" y="1849"/>
                  <a:pt x="2088" y="1855"/>
                </a:cubicBezTo>
                <a:cubicBezTo>
                  <a:pt x="2107" y="1882"/>
                  <a:pt x="2113" y="1894"/>
                  <a:pt x="2121" y="1907"/>
                </a:cubicBezTo>
                <a:cubicBezTo>
                  <a:pt x="2133" y="1930"/>
                  <a:pt x="2135" y="1937"/>
                  <a:pt x="2142" y="1943"/>
                </a:cubicBezTo>
                <a:cubicBezTo>
                  <a:pt x="2150" y="1967"/>
                  <a:pt x="2149" y="1968"/>
                  <a:pt x="2153" y="1969"/>
                </a:cubicBezTo>
                <a:cubicBezTo>
                  <a:pt x="2176" y="2038"/>
                  <a:pt x="2182" y="2045"/>
                  <a:pt x="2184" y="2051"/>
                </a:cubicBezTo>
                <a:cubicBezTo>
                  <a:pt x="2178" y="2070"/>
                  <a:pt x="2180" y="2060"/>
                  <a:pt x="2175" y="2057"/>
                </a:cubicBezTo>
                <a:cubicBezTo>
                  <a:pt x="2153" y="2021"/>
                  <a:pt x="2158" y="2016"/>
                  <a:pt x="2151" y="2010"/>
                </a:cubicBezTo>
                <a:cubicBezTo>
                  <a:pt x="2121" y="1936"/>
                  <a:pt x="2119" y="1926"/>
                  <a:pt x="2108" y="1915"/>
                </a:cubicBezTo>
                <a:cubicBezTo>
                  <a:pt x="2036" y="1803"/>
                  <a:pt x="2040" y="1801"/>
                  <a:pt x="2034" y="1797"/>
                </a:cubicBezTo>
                <a:cubicBezTo>
                  <a:pt x="2007" y="1765"/>
                  <a:pt x="2005" y="1763"/>
                  <a:pt x="2003" y="1761"/>
                </a:cubicBezTo>
                <a:cubicBezTo>
                  <a:pt x="1972" y="1730"/>
                  <a:pt x="1967" y="1720"/>
                  <a:pt x="1962" y="1724"/>
                </a:cubicBezTo>
                <a:cubicBezTo>
                  <a:pt x="1992" y="1755"/>
                  <a:pt x="1992" y="1758"/>
                  <a:pt x="1992" y="1759"/>
                </a:cubicBezTo>
                <a:cubicBezTo>
                  <a:pt x="2021" y="1792"/>
                  <a:pt x="2020" y="1796"/>
                  <a:pt x="2026" y="1801"/>
                </a:cubicBezTo>
                <a:cubicBezTo>
                  <a:pt x="2060" y="1845"/>
                  <a:pt x="2062" y="1850"/>
                  <a:pt x="2064" y="1855"/>
                </a:cubicBezTo>
                <a:cubicBezTo>
                  <a:pt x="2095" y="1898"/>
                  <a:pt x="2096" y="1916"/>
                  <a:pt x="2112" y="1935"/>
                </a:cubicBezTo>
                <a:cubicBezTo>
                  <a:pt x="2128" y="1975"/>
                  <a:pt x="2126" y="1980"/>
                  <a:pt x="2133" y="1986"/>
                </a:cubicBezTo>
                <a:cubicBezTo>
                  <a:pt x="2155" y="2039"/>
                  <a:pt x="2153" y="2043"/>
                  <a:pt x="2157" y="2046"/>
                </a:cubicBezTo>
                <a:cubicBezTo>
                  <a:pt x="2137" y="2045"/>
                  <a:pt x="2142" y="2043"/>
                  <a:pt x="2142" y="2042"/>
                </a:cubicBezTo>
                <a:cubicBezTo>
                  <a:pt x="2135" y="2030"/>
                  <a:pt x="2128" y="2031"/>
                  <a:pt x="2127" y="2026"/>
                </a:cubicBezTo>
                <a:cubicBezTo>
                  <a:pt x="2111" y="1989"/>
                  <a:pt x="2109" y="1986"/>
                  <a:pt x="2107" y="1983"/>
                </a:cubicBezTo>
                <a:cubicBezTo>
                  <a:pt x="2085" y="1918"/>
                  <a:pt x="2078" y="1914"/>
                  <a:pt x="2079" y="1911"/>
                </a:cubicBezTo>
                <a:cubicBezTo>
                  <a:pt x="2055" y="1866"/>
                  <a:pt x="2049" y="1852"/>
                  <a:pt x="2041" y="1838"/>
                </a:cubicBezTo>
                <a:cubicBezTo>
                  <a:pt x="1965" y="1757"/>
                  <a:pt x="1962" y="1741"/>
                  <a:pt x="1957" y="1746"/>
                </a:cubicBezTo>
                <a:cubicBezTo>
                  <a:pt x="2003" y="1791"/>
                  <a:pt x="2001" y="1802"/>
                  <a:pt x="2007" y="1806"/>
                </a:cubicBezTo>
                <a:cubicBezTo>
                  <a:pt x="2039" y="1854"/>
                  <a:pt x="2043" y="1857"/>
                  <a:pt x="2046" y="1860"/>
                </a:cubicBezTo>
                <a:cubicBezTo>
                  <a:pt x="2065" y="1901"/>
                  <a:pt x="2070" y="1913"/>
                  <a:pt x="2074" y="1925"/>
                </a:cubicBezTo>
                <a:cubicBezTo>
                  <a:pt x="2084" y="1955"/>
                  <a:pt x="2091" y="1959"/>
                  <a:pt x="2088" y="1961"/>
                </a:cubicBezTo>
                <a:cubicBezTo>
                  <a:pt x="2109" y="2008"/>
                  <a:pt x="2111" y="2011"/>
                  <a:pt x="2111" y="2014"/>
                </a:cubicBezTo>
                <a:cubicBezTo>
                  <a:pt x="2084" y="2001"/>
                  <a:pt x="2083" y="1990"/>
                  <a:pt x="2078" y="1979"/>
                </a:cubicBezTo>
                <a:cubicBezTo>
                  <a:pt x="2058" y="1935"/>
                  <a:pt x="2059" y="1924"/>
                  <a:pt x="2051" y="1913"/>
                </a:cubicBezTo>
                <a:cubicBezTo>
                  <a:pt x="2005" y="1834"/>
                  <a:pt x="1999" y="1823"/>
                  <a:pt x="1992" y="1811"/>
                </a:cubicBezTo>
                <a:cubicBezTo>
                  <a:pt x="1942" y="1756"/>
                  <a:pt x="1938" y="1745"/>
                  <a:pt x="1934" y="1752"/>
                </a:cubicBezTo>
                <a:cubicBezTo>
                  <a:pt x="2017" y="1869"/>
                  <a:pt x="2028" y="1877"/>
                  <a:pt x="2027" y="1885"/>
                </a:cubicBezTo>
                <a:cubicBezTo>
                  <a:pt x="2063" y="1966"/>
                  <a:pt x="2065" y="1973"/>
                  <a:pt x="2067" y="1980"/>
                </a:cubicBezTo>
                <a:cubicBezTo>
                  <a:pt x="2065" y="1992"/>
                  <a:pt x="2057" y="1989"/>
                  <a:pt x="2060" y="1986"/>
                </a:cubicBezTo>
                <a:cubicBezTo>
                  <a:pt x="2045" y="1948"/>
                  <a:pt x="2043" y="1946"/>
                  <a:pt x="2043" y="1943"/>
                </a:cubicBezTo>
                <a:cubicBezTo>
                  <a:pt x="2023" y="1902"/>
                  <a:pt x="2017" y="1897"/>
                  <a:pt x="2017" y="1893"/>
                </a:cubicBezTo>
                <a:cubicBezTo>
                  <a:pt x="2004" y="1865"/>
                  <a:pt x="1997" y="1860"/>
                  <a:pt x="1998" y="1855"/>
                </a:cubicBezTo>
                <a:cubicBezTo>
                  <a:pt x="1963" y="1808"/>
                  <a:pt x="1953" y="1796"/>
                  <a:pt x="1940" y="1775"/>
                </a:cubicBezTo>
                <a:cubicBezTo>
                  <a:pt x="1905" y="1717"/>
                  <a:pt x="1893" y="1717"/>
                  <a:pt x="1896" y="1709"/>
                </a:cubicBezTo>
                <a:cubicBezTo>
                  <a:pt x="1877" y="1696"/>
                  <a:pt x="1887" y="1701"/>
                  <a:pt x="1884" y="1705"/>
                </a:cubicBezTo>
                <a:cubicBezTo>
                  <a:pt x="1901" y="1729"/>
                  <a:pt x="1903" y="1740"/>
                  <a:pt x="1915" y="1751"/>
                </a:cubicBezTo>
                <a:cubicBezTo>
                  <a:pt x="1973" y="1832"/>
                  <a:pt x="1981" y="1851"/>
                  <a:pt x="1997" y="1870"/>
                </a:cubicBezTo>
                <a:cubicBezTo>
                  <a:pt x="2010" y="1904"/>
                  <a:pt x="2014" y="1909"/>
                  <a:pt x="2017" y="1913"/>
                </a:cubicBezTo>
                <a:cubicBezTo>
                  <a:pt x="2030" y="1939"/>
                  <a:pt x="2036" y="1949"/>
                  <a:pt x="2039" y="1958"/>
                </a:cubicBezTo>
                <a:cubicBezTo>
                  <a:pt x="2048" y="1982"/>
                  <a:pt x="2048" y="1987"/>
                  <a:pt x="2045" y="1985"/>
                </a:cubicBezTo>
                <a:cubicBezTo>
                  <a:pt x="2031" y="1963"/>
                  <a:pt x="2024" y="1958"/>
                  <a:pt x="2019" y="1952"/>
                </a:cubicBezTo>
                <a:cubicBezTo>
                  <a:pt x="1966" y="1858"/>
                  <a:pt x="1972" y="1850"/>
                  <a:pt x="1964" y="1850"/>
                </a:cubicBezTo>
                <a:cubicBezTo>
                  <a:pt x="1953" y="1828"/>
                  <a:pt x="1951" y="1823"/>
                  <a:pt x="1948" y="1818"/>
                </a:cubicBezTo>
                <a:cubicBezTo>
                  <a:pt x="1895" y="1732"/>
                  <a:pt x="1891" y="1727"/>
                  <a:pt x="1888" y="1723"/>
                </a:cubicBezTo>
                <a:cubicBezTo>
                  <a:pt x="1919" y="1786"/>
                  <a:pt x="1923" y="1796"/>
                  <a:pt x="1930" y="1807"/>
                </a:cubicBezTo>
                <a:cubicBezTo>
                  <a:pt x="1947" y="1834"/>
                  <a:pt x="1951" y="1837"/>
                  <a:pt x="1950" y="1839"/>
                </a:cubicBezTo>
                <a:cubicBezTo>
                  <a:pt x="1975" y="1882"/>
                  <a:pt x="1974" y="1885"/>
                  <a:pt x="1977" y="1888"/>
                </a:cubicBezTo>
                <a:cubicBezTo>
                  <a:pt x="1992" y="1925"/>
                  <a:pt x="2004" y="1931"/>
                  <a:pt x="1999" y="1935"/>
                </a:cubicBezTo>
                <a:cubicBezTo>
                  <a:pt x="2013" y="1957"/>
                  <a:pt x="2017" y="1963"/>
                  <a:pt x="2017" y="1969"/>
                </a:cubicBezTo>
                <a:cubicBezTo>
                  <a:pt x="2004" y="1947"/>
                  <a:pt x="1994" y="1941"/>
                  <a:pt x="1991" y="1936"/>
                </a:cubicBezTo>
                <a:cubicBezTo>
                  <a:pt x="1972" y="1896"/>
                  <a:pt x="1966" y="1889"/>
                  <a:pt x="1964" y="1882"/>
                </a:cubicBezTo>
                <a:cubicBezTo>
                  <a:pt x="1925" y="1808"/>
                  <a:pt x="1925" y="1804"/>
                  <a:pt x="1915" y="1797"/>
                </a:cubicBezTo>
                <a:cubicBezTo>
                  <a:pt x="1867" y="1736"/>
                  <a:pt x="1869" y="1724"/>
                  <a:pt x="1860" y="1730"/>
                </a:cubicBezTo>
                <a:cubicBezTo>
                  <a:pt x="1899" y="1781"/>
                  <a:pt x="1901" y="1790"/>
                  <a:pt x="1916" y="1808"/>
                </a:cubicBezTo>
                <a:cubicBezTo>
                  <a:pt x="1941" y="1843"/>
                  <a:pt x="1937" y="1847"/>
                  <a:pt x="1943" y="1851"/>
                </a:cubicBezTo>
                <a:cubicBezTo>
                  <a:pt x="1973" y="1924"/>
                  <a:pt x="1975" y="1926"/>
                  <a:pt x="1978" y="1931"/>
                </a:cubicBezTo>
                <a:cubicBezTo>
                  <a:pt x="1970" y="1937"/>
                  <a:pt x="1972" y="1932"/>
                  <a:pt x="1965" y="1927"/>
                </a:cubicBezTo>
                <a:cubicBezTo>
                  <a:pt x="1952" y="1892"/>
                  <a:pt x="1945" y="1884"/>
                  <a:pt x="1941" y="1876"/>
                </a:cubicBezTo>
                <a:cubicBezTo>
                  <a:pt x="1925" y="1837"/>
                  <a:pt x="1914" y="1832"/>
                  <a:pt x="1916" y="1828"/>
                </a:cubicBezTo>
                <a:cubicBezTo>
                  <a:pt x="1875" y="1771"/>
                  <a:pt x="1871" y="1766"/>
                  <a:pt x="1867" y="1761"/>
                </a:cubicBezTo>
                <a:cubicBezTo>
                  <a:pt x="1850" y="1739"/>
                  <a:pt x="1837" y="1733"/>
                  <a:pt x="1834" y="1724"/>
                </a:cubicBezTo>
                <a:cubicBezTo>
                  <a:pt x="1831" y="1727"/>
                  <a:pt x="1840" y="1739"/>
                  <a:pt x="1859" y="1759"/>
                </a:cubicBezTo>
                <a:cubicBezTo>
                  <a:pt x="1929" y="1870"/>
                  <a:pt x="1932" y="1882"/>
                  <a:pt x="1940" y="1894"/>
                </a:cubicBezTo>
                <a:cubicBezTo>
                  <a:pt x="1955" y="1926"/>
                  <a:pt x="1962" y="1930"/>
                  <a:pt x="1956" y="1933"/>
                </a:cubicBezTo>
                <a:cubicBezTo>
                  <a:pt x="1948" y="1914"/>
                  <a:pt x="1940" y="1910"/>
                  <a:pt x="1939" y="1907"/>
                </a:cubicBezTo>
                <a:cubicBezTo>
                  <a:pt x="1901" y="1834"/>
                  <a:pt x="1882" y="1810"/>
                  <a:pt x="1865" y="1786"/>
                </a:cubicBezTo>
                <a:cubicBezTo>
                  <a:pt x="1823" y="1743"/>
                  <a:pt x="1820" y="1733"/>
                  <a:pt x="1816" y="1736"/>
                </a:cubicBezTo>
                <a:cubicBezTo>
                  <a:pt x="1800" y="1727"/>
                  <a:pt x="1800" y="1727"/>
                  <a:pt x="1808" y="1734"/>
                </a:cubicBezTo>
                <a:cubicBezTo>
                  <a:pt x="1845" y="1773"/>
                  <a:pt x="1851" y="1780"/>
                  <a:pt x="1857" y="1787"/>
                </a:cubicBezTo>
                <a:cubicBezTo>
                  <a:pt x="1914" y="1883"/>
                  <a:pt x="1922" y="1889"/>
                  <a:pt x="1921" y="1893"/>
                </a:cubicBezTo>
                <a:cubicBezTo>
                  <a:pt x="1911" y="1899"/>
                  <a:pt x="1910" y="1880"/>
                  <a:pt x="1897" y="1865"/>
                </a:cubicBezTo>
                <a:cubicBezTo>
                  <a:pt x="1850" y="1801"/>
                  <a:pt x="1840" y="1789"/>
                  <a:pt x="1832" y="1778"/>
                </a:cubicBezTo>
                <a:cubicBezTo>
                  <a:pt x="1783" y="1729"/>
                  <a:pt x="1776" y="1719"/>
                  <a:pt x="1768" y="1715"/>
                </a:cubicBezTo>
                <a:cubicBezTo>
                  <a:pt x="1752" y="1711"/>
                  <a:pt x="1762" y="1716"/>
                  <a:pt x="1772" y="1723"/>
                </a:cubicBezTo>
                <a:cubicBezTo>
                  <a:pt x="1813" y="1762"/>
                  <a:pt x="1814" y="1765"/>
                  <a:pt x="1814" y="1767"/>
                </a:cubicBezTo>
                <a:cubicBezTo>
                  <a:pt x="1834" y="1793"/>
                  <a:pt x="1840" y="1799"/>
                  <a:pt x="1844" y="1808"/>
                </a:cubicBezTo>
                <a:cubicBezTo>
                  <a:pt x="1893" y="1871"/>
                  <a:pt x="1889" y="1874"/>
                  <a:pt x="1893" y="1877"/>
                </a:cubicBezTo>
                <a:cubicBezTo>
                  <a:pt x="1882" y="1864"/>
                  <a:pt x="1878" y="1863"/>
                  <a:pt x="1874" y="1856"/>
                </a:cubicBezTo>
                <a:cubicBezTo>
                  <a:pt x="1833" y="1802"/>
                  <a:pt x="1826" y="1794"/>
                  <a:pt x="1819" y="1786"/>
                </a:cubicBezTo>
                <a:cubicBezTo>
                  <a:pt x="1773" y="1738"/>
                  <a:pt x="1769" y="1738"/>
                  <a:pt x="1765" y="1734"/>
                </a:cubicBezTo>
                <a:cubicBezTo>
                  <a:pt x="1760" y="1738"/>
                  <a:pt x="1770" y="1737"/>
                  <a:pt x="1766" y="1742"/>
                </a:cubicBezTo>
                <a:cubicBezTo>
                  <a:pt x="1803" y="1777"/>
                  <a:pt x="1807" y="1785"/>
                  <a:pt x="1813" y="1785"/>
                </a:cubicBezTo>
                <a:cubicBezTo>
                  <a:pt x="1829" y="1807"/>
                  <a:pt x="1825" y="1810"/>
                  <a:pt x="1831" y="1813"/>
                </a:cubicBezTo>
                <a:cubicBezTo>
                  <a:pt x="1813" y="1794"/>
                  <a:pt x="1808" y="1796"/>
                  <a:pt x="1805" y="1790"/>
                </a:cubicBezTo>
                <a:cubicBezTo>
                  <a:pt x="1754" y="1747"/>
                  <a:pt x="1750" y="1740"/>
                  <a:pt x="1745" y="1738"/>
                </a:cubicBezTo>
                <a:cubicBezTo>
                  <a:pt x="1769" y="1764"/>
                  <a:pt x="1779" y="1774"/>
                  <a:pt x="1790" y="1782"/>
                </a:cubicBezTo>
                <a:cubicBezTo>
                  <a:pt x="1832" y="1841"/>
                  <a:pt x="1845" y="1847"/>
                  <a:pt x="1842" y="1852"/>
                </a:cubicBezTo>
                <a:cubicBezTo>
                  <a:pt x="1793" y="1807"/>
                  <a:pt x="1776" y="1786"/>
                  <a:pt x="1752" y="1769"/>
                </a:cubicBezTo>
                <a:cubicBezTo>
                  <a:pt x="1766" y="1787"/>
                  <a:pt x="1777" y="1798"/>
                  <a:pt x="1788" y="1810"/>
                </a:cubicBezTo>
                <a:cubicBezTo>
                  <a:pt x="1812" y="1838"/>
                  <a:pt x="1805" y="1839"/>
                  <a:pt x="1803" y="1837"/>
                </a:cubicBezTo>
                <a:cubicBezTo>
                  <a:pt x="1781" y="1826"/>
                  <a:pt x="1776" y="1821"/>
                  <a:pt x="1770" y="1820"/>
                </a:cubicBezTo>
                <a:cubicBezTo>
                  <a:pt x="1726" y="1790"/>
                  <a:pt x="1728" y="1785"/>
                  <a:pt x="1721" y="1787"/>
                </a:cubicBezTo>
                <a:cubicBezTo>
                  <a:pt x="1746" y="1808"/>
                  <a:pt x="1748" y="1812"/>
                  <a:pt x="1751" y="1811"/>
                </a:cubicBezTo>
                <a:cubicBezTo>
                  <a:pt x="1774" y="1830"/>
                  <a:pt x="1769" y="1830"/>
                  <a:pt x="1768" y="1830"/>
                </a:cubicBezTo>
                <a:cubicBezTo>
                  <a:pt x="1762" y="1829"/>
                  <a:pt x="1758" y="1825"/>
                  <a:pt x="1757" y="1825"/>
                </a:cubicBezTo>
                <a:cubicBezTo>
                  <a:pt x="1733" y="1815"/>
                  <a:pt x="1722" y="1808"/>
                  <a:pt x="1711" y="1802"/>
                </a:cubicBezTo>
                <a:cubicBezTo>
                  <a:pt x="1668" y="1781"/>
                  <a:pt x="1665" y="1767"/>
                  <a:pt x="1662" y="1772"/>
                </a:cubicBezTo>
                <a:cubicBezTo>
                  <a:pt x="1716" y="1810"/>
                  <a:pt x="1719" y="1814"/>
                  <a:pt x="1721" y="1816"/>
                </a:cubicBezTo>
                <a:cubicBezTo>
                  <a:pt x="1754" y="1831"/>
                  <a:pt x="1760" y="1834"/>
                  <a:pt x="1766" y="1838"/>
                </a:cubicBezTo>
                <a:cubicBezTo>
                  <a:pt x="1741" y="1835"/>
                  <a:pt x="1730" y="1831"/>
                  <a:pt x="1719" y="1827"/>
                </a:cubicBezTo>
                <a:cubicBezTo>
                  <a:pt x="1667" y="1800"/>
                  <a:pt x="1664" y="1802"/>
                  <a:pt x="1662" y="1799"/>
                </a:cubicBezTo>
                <a:cubicBezTo>
                  <a:pt x="1679" y="1814"/>
                  <a:pt x="1683" y="1818"/>
                  <a:pt x="1687" y="1817"/>
                </a:cubicBezTo>
                <a:cubicBezTo>
                  <a:pt x="1763" y="1850"/>
                  <a:pt x="1779" y="1856"/>
                  <a:pt x="1795" y="1858"/>
                </a:cubicBezTo>
                <a:cubicBezTo>
                  <a:pt x="1811" y="1866"/>
                  <a:pt x="1816" y="1856"/>
                  <a:pt x="1820" y="1863"/>
                </a:cubicBezTo>
                <a:cubicBezTo>
                  <a:pt x="1850" y="1871"/>
                  <a:pt x="1857" y="1864"/>
                  <a:pt x="1862" y="1875"/>
                </a:cubicBezTo>
                <a:cubicBezTo>
                  <a:pt x="1842" y="1876"/>
                  <a:pt x="1840" y="1873"/>
                  <a:pt x="1838" y="1874"/>
                </a:cubicBezTo>
                <a:cubicBezTo>
                  <a:pt x="1781" y="1864"/>
                  <a:pt x="1772" y="1865"/>
                  <a:pt x="1764" y="1866"/>
                </a:cubicBezTo>
                <a:cubicBezTo>
                  <a:pt x="1697" y="1850"/>
                  <a:pt x="1680" y="1845"/>
                  <a:pt x="1664" y="1837"/>
                </a:cubicBezTo>
                <a:cubicBezTo>
                  <a:pt x="1641" y="1830"/>
                  <a:pt x="1651" y="1834"/>
                  <a:pt x="1660" y="1843"/>
                </a:cubicBezTo>
                <a:cubicBezTo>
                  <a:pt x="1703" y="1857"/>
                  <a:pt x="1709" y="1862"/>
                  <a:pt x="1715" y="1862"/>
                </a:cubicBezTo>
                <a:cubicBezTo>
                  <a:pt x="1776" y="1874"/>
                  <a:pt x="1779" y="1875"/>
                  <a:pt x="1782" y="1876"/>
                </a:cubicBezTo>
                <a:cubicBezTo>
                  <a:pt x="1814" y="1881"/>
                  <a:pt x="1817" y="1882"/>
                  <a:pt x="1820" y="1880"/>
                </a:cubicBezTo>
                <a:cubicBezTo>
                  <a:pt x="1859" y="1887"/>
                  <a:pt x="1867" y="1889"/>
                  <a:pt x="1874" y="1888"/>
                </a:cubicBezTo>
                <a:cubicBezTo>
                  <a:pt x="1891" y="1901"/>
                  <a:pt x="1888" y="1900"/>
                  <a:pt x="1886" y="1895"/>
                </a:cubicBezTo>
                <a:cubicBezTo>
                  <a:pt x="1852" y="1893"/>
                  <a:pt x="1845" y="1895"/>
                  <a:pt x="1840" y="1892"/>
                </a:cubicBezTo>
                <a:cubicBezTo>
                  <a:pt x="1795" y="1885"/>
                  <a:pt x="1789" y="1891"/>
                  <a:pt x="1783" y="1887"/>
                </a:cubicBezTo>
                <a:cubicBezTo>
                  <a:pt x="1718" y="1880"/>
                  <a:pt x="1711" y="1879"/>
                  <a:pt x="1705" y="1877"/>
                </a:cubicBezTo>
                <a:cubicBezTo>
                  <a:pt x="1657" y="1869"/>
                  <a:pt x="1650" y="1862"/>
                  <a:pt x="1644" y="1861"/>
                </a:cubicBezTo>
                <a:cubicBezTo>
                  <a:pt x="1600" y="1841"/>
                  <a:pt x="1597" y="1831"/>
                  <a:pt x="1593" y="1833"/>
                </a:cubicBezTo>
                <a:cubicBezTo>
                  <a:pt x="1597" y="1840"/>
                  <a:pt x="1599" y="1842"/>
                  <a:pt x="1602" y="1843"/>
                </a:cubicBezTo>
                <a:cubicBezTo>
                  <a:pt x="1641" y="1869"/>
                  <a:pt x="1637" y="1872"/>
                  <a:pt x="1643" y="1876"/>
                </a:cubicBezTo>
                <a:cubicBezTo>
                  <a:pt x="1683" y="1894"/>
                  <a:pt x="1693" y="1901"/>
                  <a:pt x="1703" y="1902"/>
                </a:cubicBezTo>
                <a:cubicBezTo>
                  <a:pt x="1750" y="1920"/>
                  <a:pt x="1751" y="1916"/>
                  <a:pt x="1753" y="1916"/>
                </a:cubicBezTo>
                <a:cubicBezTo>
                  <a:pt x="1774" y="1922"/>
                  <a:pt x="1784" y="1924"/>
                  <a:pt x="1794" y="1923"/>
                </a:cubicBezTo>
                <a:cubicBezTo>
                  <a:pt x="1830" y="1924"/>
                  <a:pt x="1835" y="1925"/>
                  <a:pt x="1840" y="1926"/>
                </a:cubicBezTo>
                <a:cubicBezTo>
                  <a:pt x="1877" y="1930"/>
                  <a:pt x="1883" y="1925"/>
                  <a:pt x="1888" y="1925"/>
                </a:cubicBezTo>
                <a:cubicBezTo>
                  <a:pt x="1940" y="1939"/>
                  <a:pt x="1943" y="1934"/>
                  <a:pt x="1946" y="1941"/>
                </a:cubicBezTo>
                <a:cubicBezTo>
                  <a:pt x="1906" y="1945"/>
                  <a:pt x="1904" y="1942"/>
                  <a:pt x="1901" y="1943"/>
                </a:cubicBezTo>
                <a:cubicBezTo>
                  <a:pt x="1865" y="1942"/>
                  <a:pt x="1860" y="1941"/>
                  <a:pt x="1855" y="1940"/>
                </a:cubicBezTo>
                <a:cubicBezTo>
                  <a:pt x="1837" y="1942"/>
                  <a:pt x="1834" y="1939"/>
                  <a:pt x="1832" y="1940"/>
                </a:cubicBezTo>
                <a:cubicBezTo>
                  <a:pt x="1785" y="1936"/>
                  <a:pt x="1774" y="1934"/>
                  <a:pt x="1764" y="1932"/>
                </a:cubicBezTo>
                <a:cubicBezTo>
                  <a:pt x="1714" y="1916"/>
                  <a:pt x="1708" y="1920"/>
                  <a:pt x="1704" y="1913"/>
                </a:cubicBezTo>
                <a:cubicBezTo>
                  <a:pt x="1661" y="1902"/>
                  <a:pt x="1658" y="1892"/>
                  <a:pt x="1654" y="1899"/>
                </a:cubicBezTo>
                <a:cubicBezTo>
                  <a:pt x="1721" y="1926"/>
                  <a:pt x="1728" y="1931"/>
                  <a:pt x="1735" y="1935"/>
                </a:cubicBezTo>
                <a:cubicBezTo>
                  <a:pt x="1769" y="1942"/>
                  <a:pt x="1772" y="1946"/>
                  <a:pt x="1776" y="1942"/>
                </a:cubicBezTo>
                <a:cubicBezTo>
                  <a:pt x="1811" y="1952"/>
                  <a:pt x="1815" y="1945"/>
                  <a:pt x="1819" y="1951"/>
                </a:cubicBezTo>
                <a:cubicBezTo>
                  <a:pt x="1842" y="1951"/>
                  <a:pt x="1846" y="1953"/>
                  <a:pt x="1850" y="1950"/>
                </a:cubicBezTo>
                <a:cubicBezTo>
                  <a:pt x="1909" y="1952"/>
                  <a:pt x="1915" y="1954"/>
                  <a:pt x="1922" y="1953"/>
                </a:cubicBezTo>
                <a:cubicBezTo>
                  <a:pt x="1939" y="1951"/>
                  <a:pt x="1941" y="1956"/>
                  <a:pt x="1944" y="1952"/>
                </a:cubicBezTo>
                <a:cubicBezTo>
                  <a:pt x="1969" y="1956"/>
                  <a:pt x="1972" y="1958"/>
                  <a:pt x="1976" y="1959"/>
                </a:cubicBezTo>
                <a:cubicBezTo>
                  <a:pt x="1965" y="1961"/>
                  <a:pt x="1960" y="1960"/>
                  <a:pt x="1954" y="1957"/>
                </a:cubicBezTo>
                <a:cubicBezTo>
                  <a:pt x="1914" y="1964"/>
                  <a:pt x="1909" y="1955"/>
                  <a:pt x="1903" y="1961"/>
                </a:cubicBezTo>
                <a:cubicBezTo>
                  <a:pt x="1880" y="1964"/>
                  <a:pt x="1875" y="1959"/>
                  <a:pt x="1869" y="1959"/>
                </a:cubicBezTo>
                <a:cubicBezTo>
                  <a:pt x="1815" y="1960"/>
                  <a:pt x="1813" y="1960"/>
                  <a:pt x="1810" y="1958"/>
                </a:cubicBezTo>
                <a:cubicBezTo>
                  <a:pt x="1782" y="1951"/>
                  <a:pt x="1779" y="1954"/>
                  <a:pt x="1777" y="1953"/>
                </a:cubicBezTo>
                <a:cubicBezTo>
                  <a:pt x="1748" y="1947"/>
                  <a:pt x="1746" y="1947"/>
                  <a:pt x="1743" y="1948"/>
                </a:cubicBezTo>
                <a:cubicBezTo>
                  <a:pt x="1712" y="1936"/>
                  <a:pt x="1706" y="1934"/>
                  <a:pt x="1701" y="1929"/>
                </a:cubicBezTo>
                <a:cubicBezTo>
                  <a:pt x="1717" y="1946"/>
                  <a:pt x="1727" y="1946"/>
                  <a:pt x="1737" y="1953"/>
                </a:cubicBezTo>
                <a:cubicBezTo>
                  <a:pt x="1812" y="1968"/>
                  <a:pt x="1818" y="1971"/>
                  <a:pt x="1823" y="1970"/>
                </a:cubicBezTo>
                <a:cubicBezTo>
                  <a:pt x="1845" y="1969"/>
                  <a:pt x="1847" y="1974"/>
                  <a:pt x="1850" y="1970"/>
                </a:cubicBezTo>
                <a:cubicBezTo>
                  <a:pt x="1872" y="1968"/>
                  <a:pt x="1875" y="1968"/>
                  <a:pt x="1877" y="1972"/>
                </a:cubicBezTo>
                <a:cubicBezTo>
                  <a:pt x="1901" y="1970"/>
                  <a:pt x="1907" y="1971"/>
                  <a:pt x="1913" y="1970"/>
                </a:cubicBezTo>
                <a:cubicBezTo>
                  <a:pt x="1996" y="1976"/>
                  <a:pt x="2007" y="1978"/>
                  <a:pt x="2019" y="1982"/>
                </a:cubicBezTo>
                <a:cubicBezTo>
                  <a:pt x="1956" y="1985"/>
                  <a:pt x="1952" y="1983"/>
                  <a:pt x="1948" y="1983"/>
                </a:cubicBezTo>
                <a:cubicBezTo>
                  <a:pt x="1865" y="1989"/>
                  <a:pt x="1861" y="1990"/>
                  <a:pt x="1858" y="1989"/>
                </a:cubicBezTo>
                <a:cubicBezTo>
                  <a:pt x="1842" y="1988"/>
                  <a:pt x="1838" y="1989"/>
                  <a:pt x="1835" y="1989"/>
                </a:cubicBezTo>
                <a:cubicBezTo>
                  <a:pt x="1791" y="1980"/>
                  <a:pt x="1783" y="1979"/>
                  <a:pt x="1775" y="1975"/>
                </a:cubicBezTo>
                <a:cubicBezTo>
                  <a:pt x="1733" y="1968"/>
                  <a:pt x="1738" y="1969"/>
                  <a:pt x="1743" y="1971"/>
                </a:cubicBezTo>
                <a:cubicBezTo>
                  <a:pt x="1801" y="1990"/>
                  <a:pt x="1807" y="1993"/>
                  <a:pt x="1813" y="1994"/>
                </a:cubicBezTo>
                <a:cubicBezTo>
                  <a:pt x="1848" y="2002"/>
                  <a:pt x="1853" y="1994"/>
                  <a:pt x="1857" y="1999"/>
                </a:cubicBezTo>
                <a:cubicBezTo>
                  <a:pt x="1893" y="1996"/>
                  <a:pt x="1901" y="1998"/>
                  <a:pt x="1910" y="1996"/>
                </a:cubicBezTo>
                <a:cubicBezTo>
                  <a:pt x="1965" y="1991"/>
                  <a:pt x="1969" y="1993"/>
                  <a:pt x="1974" y="1989"/>
                </a:cubicBezTo>
                <a:cubicBezTo>
                  <a:pt x="2013" y="1993"/>
                  <a:pt x="2016" y="1991"/>
                  <a:pt x="2020" y="1996"/>
                </a:cubicBezTo>
                <a:cubicBezTo>
                  <a:pt x="2003" y="2000"/>
                  <a:pt x="1999" y="1994"/>
                  <a:pt x="1995" y="1997"/>
                </a:cubicBezTo>
                <a:cubicBezTo>
                  <a:pt x="1946" y="1996"/>
                  <a:pt x="1936" y="2007"/>
                  <a:pt x="1928" y="2000"/>
                </a:cubicBezTo>
                <a:cubicBezTo>
                  <a:pt x="1842" y="2015"/>
                  <a:pt x="1833" y="2014"/>
                  <a:pt x="1825" y="2015"/>
                </a:cubicBezTo>
                <a:cubicBezTo>
                  <a:pt x="1794" y="2010"/>
                  <a:pt x="1786" y="2016"/>
                  <a:pt x="1779" y="2012"/>
                </a:cubicBezTo>
                <a:cubicBezTo>
                  <a:pt x="1727" y="2002"/>
                  <a:pt x="1720" y="1995"/>
                  <a:pt x="1712" y="1998"/>
                </a:cubicBezTo>
                <a:cubicBezTo>
                  <a:pt x="1766" y="2016"/>
                  <a:pt x="1769" y="2018"/>
                  <a:pt x="1772" y="2021"/>
                </a:cubicBezTo>
                <a:cubicBezTo>
                  <a:pt x="1866" y="2024"/>
                  <a:pt x="1878" y="2021"/>
                  <a:pt x="1890" y="2019"/>
                </a:cubicBezTo>
                <a:cubicBezTo>
                  <a:pt x="1932" y="2010"/>
                  <a:pt x="1937" y="2015"/>
                  <a:pt x="1943" y="2010"/>
                </a:cubicBezTo>
                <a:cubicBezTo>
                  <a:pt x="1974" y="2009"/>
                  <a:pt x="1986" y="2010"/>
                  <a:pt x="1999" y="2005"/>
                </a:cubicBezTo>
                <a:cubicBezTo>
                  <a:pt x="2065" y="2015"/>
                  <a:pt x="2062" y="2015"/>
                  <a:pt x="2059" y="2014"/>
                </a:cubicBezTo>
                <a:cubicBezTo>
                  <a:pt x="2033" y="2015"/>
                  <a:pt x="2030" y="2011"/>
                  <a:pt x="2026" y="2013"/>
                </a:cubicBezTo>
                <a:cubicBezTo>
                  <a:pt x="1966" y="2015"/>
                  <a:pt x="1964" y="2014"/>
                  <a:pt x="1961" y="2015"/>
                </a:cubicBezTo>
                <a:cubicBezTo>
                  <a:pt x="1902" y="2024"/>
                  <a:pt x="1881" y="2032"/>
                  <a:pt x="1861" y="2033"/>
                </a:cubicBezTo>
                <a:cubicBezTo>
                  <a:pt x="1842" y="2035"/>
                  <a:pt x="1837" y="2035"/>
                  <a:pt x="1831" y="2036"/>
                </a:cubicBezTo>
                <a:cubicBezTo>
                  <a:pt x="1814" y="2032"/>
                  <a:pt x="1811" y="2034"/>
                  <a:pt x="1809" y="2032"/>
                </a:cubicBezTo>
                <a:cubicBezTo>
                  <a:pt x="1760" y="2026"/>
                  <a:pt x="1750" y="2023"/>
                  <a:pt x="1740" y="2023"/>
                </a:cubicBezTo>
                <a:cubicBezTo>
                  <a:pt x="1786" y="2037"/>
                  <a:pt x="1792" y="2040"/>
                  <a:pt x="1799" y="2038"/>
                </a:cubicBezTo>
                <a:cubicBezTo>
                  <a:pt x="1827" y="2043"/>
                  <a:pt x="1835" y="2045"/>
                  <a:pt x="1843" y="2043"/>
                </a:cubicBezTo>
                <a:cubicBezTo>
                  <a:pt x="1876" y="2042"/>
                  <a:pt x="1885" y="2038"/>
                  <a:pt x="1893" y="2037"/>
                </a:cubicBezTo>
                <a:cubicBezTo>
                  <a:pt x="1933" y="2027"/>
                  <a:pt x="1936" y="2029"/>
                  <a:pt x="1940" y="2030"/>
                </a:cubicBezTo>
                <a:cubicBezTo>
                  <a:pt x="1985" y="2019"/>
                  <a:pt x="1987" y="2022"/>
                  <a:pt x="1990" y="2021"/>
                </a:cubicBezTo>
                <a:cubicBezTo>
                  <a:pt x="2030" y="2021"/>
                  <a:pt x="2034" y="2027"/>
                  <a:pt x="2039" y="2022"/>
                </a:cubicBezTo>
                <a:cubicBezTo>
                  <a:pt x="2066" y="2021"/>
                  <a:pt x="2068" y="2028"/>
                  <a:pt x="2072" y="2025"/>
                </a:cubicBezTo>
                <a:cubicBezTo>
                  <a:pt x="2080" y="2034"/>
                  <a:pt x="2073" y="2035"/>
                  <a:pt x="2065" y="2031"/>
                </a:cubicBezTo>
                <a:cubicBezTo>
                  <a:pt x="2026" y="2036"/>
                  <a:pt x="2022" y="2032"/>
                  <a:pt x="2019" y="2034"/>
                </a:cubicBezTo>
                <a:cubicBezTo>
                  <a:pt x="1978" y="2039"/>
                  <a:pt x="1973" y="2041"/>
                  <a:pt x="1969" y="2040"/>
                </a:cubicBezTo>
                <a:cubicBezTo>
                  <a:pt x="1930" y="2047"/>
                  <a:pt x="1920" y="2051"/>
                  <a:pt x="1911" y="2053"/>
                </a:cubicBezTo>
                <a:cubicBezTo>
                  <a:pt x="1865" y="2061"/>
                  <a:pt x="1863" y="2058"/>
                  <a:pt x="1861" y="2059"/>
                </a:cubicBezTo>
                <a:cubicBezTo>
                  <a:pt x="1819" y="2062"/>
                  <a:pt x="1815" y="2058"/>
                  <a:pt x="1810" y="2060"/>
                </a:cubicBezTo>
                <a:cubicBezTo>
                  <a:pt x="1790" y="2059"/>
                  <a:pt x="1785" y="2058"/>
                  <a:pt x="1781" y="2057"/>
                </a:cubicBezTo>
                <a:cubicBezTo>
                  <a:pt x="1776" y="2063"/>
                  <a:pt x="1780" y="2063"/>
                  <a:pt x="1785" y="2065"/>
                </a:cubicBezTo>
                <a:cubicBezTo>
                  <a:pt x="1807" y="2068"/>
                  <a:pt x="1810" y="2068"/>
                  <a:pt x="1812" y="2067"/>
                </a:cubicBezTo>
                <a:cubicBezTo>
                  <a:pt x="1856" y="2069"/>
                  <a:pt x="1858" y="2069"/>
                  <a:pt x="1860" y="2068"/>
                </a:cubicBezTo>
                <a:cubicBezTo>
                  <a:pt x="1886" y="2067"/>
                  <a:pt x="1888" y="2068"/>
                  <a:pt x="1890" y="2066"/>
                </a:cubicBezTo>
                <a:cubicBezTo>
                  <a:pt x="1917" y="2057"/>
                  <a:pt x="1921" y="2064"/>
                  <a:pt x="1926" y="2060"/>
                </a:cubicBezTo>
                <a:cubicBezTo>
                  <a:pt x="1980" y="2047"/>
                  <a:pt x="1989" y="2048"/>
                  <a:pt x="1999" y="2042"/>
                </a:cubicBezTo>
                <a:cubicBezTo>
                  <a:pt x="2018" y="2044"/>
                  <a:pt x="2020" y="2045"/>
                  <a:pt x="2023" y="2042"/>
                </a:cubicBezTo>
                <a:cubicBezTo>
                  <a:pt x="2061" y="2040"/>
                  <a:pt x="2065" y="2040"/>
                  <a:pt x="2069" y="2042"/>
                </a:cubicBezTo>
                <a:cubicBezTo>
                  <a:pt x="2089" y="2045"/>
                  <a:pt x="2092" y="2044"/>
                  <a:pt x="2090" y="2047"/>
                </a:cubicBezTo>
                <a:cubicBezTo>
                  <a:pt x="2039" y="2050"/>
                  <a:pt x="2025" y="2060"/>
                  <a:pt x="2012" y="2057"/>
                </a:cubicBezTo>
                <a:cubicBezTo>
                  <a:pt x="1987" y="2061"/>
                  <a:pt x="1980" y="2066"/>
                  <a:pt x="1973" y="2065"/>
                </a:cubicBezTo>
                <a:cubicBezTo>
                  <a:pt x="1926" y="2080"/>
                  <a:pt x="1920" y="2077"/>
                  <a:pt x="1914" y="2080"/>
                </a:cubicBezTo>
                <a:cubicBezTo>
                  <a:pt x="1848" y="2084"/>
                  <a:pt x="1842" y="2084"/>
                  <a:pt x="1836" y="2084"/>
                </a:cubicBezTo>
                <a:cubicBezTo>
                  <a:pt x="1809" y="2083"/>
                  <a:pt x="1802" y="2084"/>
                  <a:pt x="1796" y="2081"/>
                </a:cubicBezTo>
                <a:cubicBezTo>
                  <a:pt x="1781" y="2083"/>
                  <a:pt x="1784" y="2084"/>
                  <a:pt x="1786" y="2087"/>
                </a:cubicBezTo>
                <a:cubicBezTo>
                  <a:pt x="1816" y="2091"/>
                  <a:pt x="1822" y="2088"/>
                  <a:pt x="1828" y="2091"/>
                </a:cubicBezTo>
                <a:cubicBezTo>
                  <a:pt x="1850" y="2093"/>
                  <a:pt x="1855" y="2091"/>
                  <a:pt x="1860" y="2092"/>
                </a:cubicBezTo>
                <a:cubicBezTo>
                  <a:pt x="1880" y="2093"/>
                  <a:pt x="1882" y="2090"/>
                  <a:pt x="1885" y="2090"/>
                </a:cubicBezTo>
                <a:cubicBezTo>
                  <a:pt x="1905" y="2093"/>
                  <a:pt x="1908" y="2086"/>
                  <a:pt x="1911" y="2090"/>
                </a:cubicBezTo>
                <a:cubicBezTo>
                  <a:pt x="1936" y="2089"/>
                  <a:pt x="1929" y="2089"/>
                  <a:pt x="1925" y="2090"/>
                </a:cubicBezTo>
                <a:cubicBezTo>
                  <a:pt x="1905" y="2095"/>
                  <a:pt x="1902" y="2094"/>
                  <a:pt x="1900" y="2094"/>
                </a:cubicBezTo>
                <a:cubicBezTo>
                  <a:pt x="1830" y="2102"/>
                  <a:pt x="1814" y="2103"/>
                  <a:pt x="1798" y="2100"/>
                </a:cubicBezTo>
                <a:cubicBezTo>
                  <a:pt x="1757" y="2101"/>
                  <a:pt x="1753" y="2092"/>
                  <a:pt x="1748" y="2100"/>
                </a:cubicBezTo>
                <a:cubicBezTo>
                  <a:pt x="1799" y="2109"/>
                  <a:pt x="1804" y="2109"/>
                  <a:pt x="1810" y="2110"/>
                </a:cubicBezTo>
                <a:cubicBezTo>
                  <a:pt x="1851" y="2110"/>
                  <a:pt x="1853" y="2109"/>
                  <a:pt x="1856" y="2110"/>
                </a:cubicBezTo>
                <a:cubicBezTo>
                  <a:pt x="1890" y="2107"/>
                  <a:pt x="1892" y="2108"/>
                  <a:pt x="1895" y="2105"/>
                </a:cubicBezTo>
                <a:cubicBezTo>
                  <a:pt x="1913" y="2105"/>
                  <a:pt x="1916" y="2100"/>
                  <a:pt x="1918" y="2102"/>
                </a:cubicBezTo>
                <a:cubicBezTo>
                  <a:pt x="1977" y="2083"/>
                  <a:pt x="1987" y="2085"/>
                  <a:pt x="1999" y="2078"/>
                </a:cubicBezTo>
                <a:cubicBezTo>
                  <a:pt x="2053" y="2068"/>
                  <a:pt x="2058" y="2069"/>
                  <a:pt x="2064" y="2070"/>
                </a:cubicBezTo>
                <a:cubicBezTo>
                  <a:pt x="2099" y="2065"/>
                  <a:pt x="2102" y="2065"/>
                  <a:pt x="2104" y="2066"/>
                </a:cubicBezTo>
                <a:cubicBezTo>
                  <a:pt x="2123" y="2069"/>
                  <a:pt x="2131" y="2064"/>
                  <a:pt x="2127" y="2069"/>
                </a:cubicBezTo>
                <a:cubicBezTo>
                  <a:pt x="2075" y="2080"/>
                  <a:pt x="2071" y="2079"/>
                  <a:pt x="2067" y="2079"/>
                </a:cubicBezTo>
                <a:cubicBezTo>
                  <a:pt x="2020" y="2094"/>
                  <a:pt x="2011" y="2100"/>
                  <a:pt x="2002" y="2098"/>
                </a:cubicBezTo>
                <a:cubicBezTo>
                  <a:pt x="1963" y="2116"/>
                  <a:pt x="1959" y="2109"/>
                  <a:pt x="1954" y="2116"/>
                </a:cubicBezTo>
                <a:cubicBezTo>
                  <a:pt x="1851" y="2138"/>
                  <a:pt x="1844" y="2132"/>
                  <a:pt x="1836" y="2136"/>
                </a:cubicBezTo>
                <a:cubicBezTo>
                  <a:pt x="1826" y="2142"/>
                  <a:pt x="1836" y="2142"/>
                  <a:pt x="1846" y="2142"/>
                </a:cubicBezTo>
                <a:cubicBezTo>
                  <a:pt x="1867" y="2140"/>
                  <a:pt x="1872" y="2144"/>
                  <a:pt x="1877" y="2141"/>
                </a:cubicBezTo>
                <a:cubicBezTo>
                  <a:pt x="1913" y="2139"/>
                  <a:pt x="1919" y="2132"/>
                  <a:pt x="1924" y="2134"/>
                </a:cubicBezTo>
                <a:cubicBezTo>
                  <a:pt x="1959" y="2125"/>
                  <a:pt x="1964" y="2124"/>
                  <a:pt x="1970" y="2120"/>
                </a:cubicBezTo>
                <a:cubicBezTo>
                  <a:pt x="2007" y="2106"/>
                  <a:pt x="2013" y="2108"/>
                  <a:pt x="2020" y="2105"/>
                </a:cubicBezTo>
                <a:cubicBezTo>
                  <a:pt x="2040" y="2100"/>
                  <a:pt x="2044" y="2093"/>
                  <a:pt x="2047" y="2096"/>
                </a:cubicBezTo>
                <a:cubicBezTo>
                  <a:pt x="2086" y="2089"/>
                  <a:pt x="2094" y="2082"/>
                  <a:pt x="2100" y="2084"/>
                </a:cubicBezTo>
                <a:cubicBezTo>
                  <a:pt x="2135" y="2086"/>
                  <a:pt x="2139" y="2077"/>
                  <a:pt x="2142" y="2079"/>
                </a:cubicBezTo>
                <a:cubicBezTo>
                  <a:pt x="2159" y="2083"/>
                  <a:pt x="2154" y="2082"/>
                  <a:pt x="2150" y="2081"/>
                </a:cubicBezTo>
                <a:cubicBezTo>
                  <a:pt x="2117" y="2084"/>
                  <a:pt x="2111" y="2088"/>
                  <a:pt x="2106" y="2088"/>
                </a:cubicBezTo>
                <a:cubicBezTo>
                  <a:pt x="2041" y="2104"/>
                  <a:pt x="2035" y="2114"/>
                  <a:pt x="2030" y="2111"/>
                </a:cubicBezTo>
                <a:cubicBezTo>
                  <a:pt x="1993" y="2122"/>
                  <a:pt x="1991" y="2126"/>
                  <a:pt x="1991" y="2128"/>
                </a:cubicBezTo>
                <a:cubicBezTo>
                  <a:pt x="1972" y="2138"/>
                  <a:pt x="1964" y="2127"/>
                  <a:pt x="1967" y="2134"/>
                </a:cubicBezTo>
                <a:cubicBezTo>
                  <a:pt x="1927" y="2146"/>
                  <a:pt x="1921" y="2143"/>
                  <a:pt x="1915" y="2148"/>
                </a:cubicBezTo>
                <a:cubicBezTo>
                  <a:pt x="1877" y="2147"/>
                  <a:pt x="1871" y="2154"/>
                  <a:pt x="1865" y="2154"/>
                </a:cubicBezTo>
                <a:cubicBezTo>
                  <a:pt x="1843" y="2149"/>
                  <a:pt x="1837" y="2158"/>
                  <a:pt x="1831" y="2151"/>
                </a:cubicBezTo>
                <a:cubicBezTo>
                  <a:pt x="1792" y="2150"/>
                  <a:pt x="1787" y="2142"/>
                  <a:pt x="1781" y="2146"/>
                </a:cubicBezTo>
                <a:cubicBezTo>
                  <a:pt x="1821" y="2158"/>
                  <a:pt x="1829" y="2160"/>
                  <a:pt x="1837" y="2160"/>
                </a:cubicBezTo>
                <a:cubicBezTo>
                  <a:pt x="1845" y="2160"/>
                  <a:pt x="1845" y="2160"/>
                  <a:pt x="1845" y="2160"/>
                </a:cubicBezTo>
                <a:cubicBezTo>
                  <a:pt x="1917" y="2153"/>
                  <a:pt x="1922" y="2158"/>
                  <a:pt x="1927" y="2152"/>
                </a:cubicBezTo>
                <a:cubicBezTo>
                  <a:pt x="1990" y="2138"/>
                  <a:pt x="2001" y="2131"/>
                  <a:pt x="2012" y="2129"/>
                </a:cubicBezTo>
                <a:cubicBezTo>
                  <a:pt x="2062" y="2106"/>
                  <a:pt x="2075" y="2111"/>
                  <a:pt x="2090" y="2102"/>
                </a:cubicBezTo>
                <a:cubicBezTo>
                  <a:pt x="2139" y="2090"/>
                  <a:pt x="2145" y="2096"/>
                  <a:pt x="2152" y="2091"/>
                </a:cubicBezTo>
                <a:cubicBezTo>
                  <a:pt x="2188" y="2096"/>
                  <a:pt x="2192" y="2094"/>
                  <a:pt x="2195" y="2094"/>
                </a:cubicBezTo>
                <a:cubicBezTo>
                  <a:pt x="2212" y="2100"/>
                  <a:pt x="2215" y="2098"/>
                  <a:pt x="2213" y="2101"/>
                </a:cubicBezTo>
                <a:cubicBezTo>
                  <a:pt x="2155" y="2109"/>
                  <a:pt x="2152" y="2110"/>
                  <a:pt x="2148" y="2109"/>
                </a:cubicBezTo>
                <a:cubicBezTo>
                  <a:pt x="2095" y="2129"/>
                  <a:pt x="2087" y="2129"/>
                  <a:pt x="2080" y="2134"/>
                </a:cubicBezTo>
                <a:cubicBezTo>
                  <a:pt x="2050" y="2142"/>
                  <a:pt x="2042" y="2150"/>
                  <a:pt x="2034" y="2151"/>
                </a:cubicBezTo>
                <a:cubicBezTo>
                  <a:pt x="2014" y="2160"/>
                  <a:pt x="2014" y="2160"/>
                  <a:pt x="2013" y="2160"/>
                </a:cubicBezTo>
                <a:cubicBezTo>
                  <a:pt x="2054" y="2153"/>
                  <a:pt x="2064" y="2154"/>
                  <a:pt x="2074" y="2148"/>
                </a:cubicBezTo>
                <a:cubicBezTo>
                  <a:pt x="2154" y="2114"/>
                  <a:pt x="2159" y="2123"/>
                  <a:pt x="2165" y="2115"/>
                </a:cubicBezTo>
                <a:cubicBezTo>
                  <a:pt x="2190" y="2117"/>
                  <a:pt x="2187" y="2113"/>
                  <a:pt x="2183" y="2119"/>
                </a:cubicBezTo>
                <a:cubicBezTo>
                  <a:pt x="2157" y="2125"/>
                  <a:pt x="2154" y="2123"/>
                  <a:pt x="2150" y="2125"/>
                </a:cubicBezTo>
                <a:cubicBezTo>
                  <a:pt x="2102" y="2142"/>
                  <a:pt x="2098" y="2146"/>
                  <a:pt x="2094" y="2147"/>
                </a:cubicBezTo>
                <a:cubicBezTo>
                  <a:pt x="2087" y="2160"/>
                  <a:pt x="2087" y="2160"/>
                  <a:pt x="2087" y="2160"/>
                </a:cubicBezTo>
                <a:cubicBezTo>
                  <a:pt x="2130" y="2147"/>
                  <a:pt x="2134" y="2139"/>
                  <a:pt x="2138" y="2141"/>
                </a:cubicBezTo>
                <a:cubicBezTo>
                  <a:pt x="2207" y="2127"/>
                  <a:pt x="2211" y="2122"/>
                  <a:pt x="2215" y="2123"/>
                </a:cubicBezTo>
                <a:cubicBezTo>
                  <a:pt x="2265" y="2131"/>
                  <a:pt x="2255" y="2136"/>
                  <a:pt x="2245" y="2134"/>
                </a:cubicBezTo>
                <a:cubicBezTo>
                  <a:pt x="2202" y="2144"/>
                  <a:pt x="2188" y="2144"/>
                  <a:pt x="2175" y="2150"/>
                </a:cubicBezTo>
                <a:cubicBezTo>
                  <a:pt x="2182" y="2158"/>
                  <a:pt x="2190" y="2154"/>
                  <a:pt x="2198" y="2153"/>
                </a:cubicBezTo>
                <a:cubicBezTo>
                  <a:pt x="2242" y="2147"/>
                  <a:pt x="2254" y="2144"/>
                  <a:pt x="2266" y="2142"/>
                </a:cubicBezTo>
                <a:cubicBezTo>
                  <a:pt x="2296" y="2149"/>
                  <a:pt x="2289" y="2141"/>
                  <a:pt x="2281" y="2149"/>
                </a:cubicBezTo>
                <a:cubicBezTo>
                  <a:pt x="2215" y="2160"/>
                  <a:pt x="2215" y="2160"/>
                  <a:pt x="2215" y="2160"/>
                </a:cubicBezTo>
                <a:cubicBezTo>
                  <a:pt x="2261" y="2163"/>
                  <a:pt x="2266" y="2158"/>
                  <a:pt x="2270" y="2159"/>
                </a:cubicBezTo>
                <a:cubicBezTo>
                  <a:pt x="2286" y="2157"/>
                  <a:pt x="2288" y="2158"/>
                  <a:pt x="2290" y="2159"/>
                </a:cubicBezTo>
                <a:cubicBezTo>
                  <a:pt x="2306" y="2159"/>
                  <a:pt x="2301" y="2160"/>
                  <a:pt x="2296" y="2159"/>
                </a:cubicBezTo>
                <a:cubicBezTo>
                  <a:pt x="2375" y="2159"/>
                  <a:pt x="2374" y="2158"/>
                  <a:pt x="2372" y="2157"/>
                </a:cubicBezTo>
                <a:cubicBezTo>
                  <a:pt x="2357" y="2145"/>
                  <a:pt x="2353" y="2143"/>
                  <a:pt x="2349" y="2136"/>
                </a:cubicBezTo>
                <a:cubicBezTo>
                  <a:pt x="2334" y="2103"/>
                  <a:pt x="2327" y="2099"/>
                  <a:pt x="2325" y="2096"/>
                </a:cubicBezTo>
                <a:cubicBezTo>
                  <a:pt x="2312" y="2069"/>
                  <a:pt x="2309" y="2062"/>
                  <a:pt x="2306" y="2055"/>
                </a:cubicBezTo>
                <a:cubicBezTo>
                  <a:pt x="2290" y="2013"/>
                  <a:pt x="2286" y="2009"/>
                  <a:pt x="2286" y="2006"/>
                </a:cubicBezTo>
                <a:cubicBezTo>
                  <a:pt x="2276" y="1972"/>
                  <a:pt x="2269" y="1966"/>
                  <a:pt x="2269" y="1960"/>
                </a:cubicBezTo>
                <a:cubicBezTo>
                  <a:pt x="2205" y="1870"/>
                  <a:pt x="2206" y="1871"/>
                  <a:pt x="2207" y="1872"/>
                </a:cubicBezTo>
                <a:cubicBezTo>
                  <a:pt x="2252" y="1922"/>
                  <a:pt x="2262" y="1928"/>
                  <a:pt x="2273" y="1948"/>
                </a:cubicBezTo>
                <a:cubicBezTo>
                  <a:pt x="2301" y="2003"/>
                  <a:pt x="2306" y="2005"/>
                  <a:pt x="2308" y="2010"/>
                </a:cubicBezTo>
                <a:cubicBezTo>
                  <a:pt x="2314" y="2029"/>
                  <a:pt x="2321" y="2036"/>
                  <a:pt x="2322" y="2043"/>
                </a:cubicBezTo>
                <a:cubicBezTo>
                  <a:pt x="2355" y="2106"/>
                  <a:pt x="2363" y="2126"/>
                  <a:pt x="2374" y="2146"/>
                </a:cubicBezTo>
                <a:cubicBezTo>
                  <a:pt x="2399" y="2160"/>
                  <a:pt x="2399" y="2160"/>
                  <a:pt x="2399" y="2160"/>
                </a:cubicBezTo>
                <a:close/>
                <a:moveTo>
                  <a:pt x="1838" y="1827"/>
                </a:moveTo>
                <a:cubicBezTo>
                  <a:pt x="1845" y="1821"/>
                  <a:pt x="1845" y="1838"/>
                  <a:pt x="1854" y="1842"/>
                </a:cubicBezTo>
                <a:cubicBezTo>
                  <a:pt x="1845" y="1846"/>
                  <a:pt x="1846" y="1833"/>
                  <a:pt x="1838" y="1827"/>
                </a:cubicBezTo>
                <a:close/>
                <a:moveTo>
                  <a:pt x="1853" y="1848"/>
                </a:moveTo>
                <a:cubicBezTo>
                  <a:pt x="1859" y="1847"/>
                  <a:pt x="1862" y="1858"/>
                  <a:pt x="1865" y="1862"/>
                </a:cubicBezTo>
                <a:cubicBezTo>
                  <a:pt x="1859" y="1863"/>
                  <a:pt x="1856" y="1852"/>
                  <a:pt x="1853" y="1848"/>
                </a:cubicBezTo>
                <a:close/>
                <a:moveTo>
                  <a:pt x="1645" y="1869"/>
                </a:moveTo>
                <a:cubicBezTo>
                  <a:pt x="1648" y="1868"/>
                  <a:pt x="1651" y="1869"/>
                  <a:pt x="1654" y="1872"/>
                </a:cubicBezTo>
                <a:cubicBezTo>
                  <a:pt x="1650" y="1878"/>
                  <a:pt x="1648" y="1871"/>
                  <a:pt x="1645" y="1869"/>
                </a:cubicBezTo>
                <a:close/>
                <a:moveTo>
                  <a:pt x="1907" y="1920"/>
                </a:moveTo>
                <a:cubicBezTo>
                  <a:pt x="1903" y="1914"/>
                  <a:pt x="1899" y="1920"/>
                  <a:pt x="1895" y="1916"/>
                </a:cubicBezTo>
                <a:cubicBezTo>
                  <a:pt x="1841" y="1913"/>
                  <a:pt x="1839" y="1913"/>
                  <a:pt x="1836" y="1915"/>
                </a:cubicBezTo>
                <a:cubicBezTo>
                  <a:pt x="1810" y="1916"/>
                  <a:pt x="1803" y="1912"/>
                  <a:pt x="1795" y="1914"/>
                </a:cubicBezTo>
                <a:cubicBezTo>
                  <a:pt x="1766" y="1908"/>
                  <a:pt x="1762" y="1912"/>
                  <a:pt x="1758" y="1909"/>
                </a:cubicBezTo>
                <a:cubicBezTo>
                  <a:pt x="1719" y="1899"/>
                  <a:pt x="1715" y="1899"/>
                  <a:pt x="1711" y="1898"/>
                </a:cubicBezTo>
                <a:cubicBezTo>
                  <a:pt x="1659" y="1869"/>
                  <a:pt x="1662" y="1879"/>
                  <a:pt x="1666" y="1876"/>
                </a:cubicBezTo>
                <a:cubicBezTo>
                  <a:pt x="1713" y="1885"/>
                  <a:pt x="1732" y="1891"/>
                  <a:pt x="1751" y="1894"/>
                </a:cubicBezTo>
                <a:cubicBezTo>
                  <a:pt x="1785" y="1897"/>
                  <a:pt x="1790" y="1895"/>
                  <a:pt x="1794" y="1900"/>
                </a:cubicBezTo>
                <a:cubicBezTo>
                  <a:pt x="1828" y="1901"/>
                  <a:pt x="1832" y="1905"/>
                  <a:pt x="1837" y="1903"/>
                </a:cubicBezTo>
                <a:cubicBezTo>
                  <a:pt x="1870" y="1907"/>
                  <a:pt x="1875" y="1907"/>
                  <a:pt x="1880" y="1906"/>
                </a:cubicBezTo>
                <a:cubicBezTo>
                  <a:pt x="1899" y="1909"/>
                  <a:pt x="1903" y="1916"/>
                  <a:pt x="1908" y="1914"/>
                </a:cubicBezTo>
                <a:cubicBezTo>
                  <a:pt x="1916" y="1920"/>
                  <a:pt x="1912" y="1920"/>
                  <a:pt x="1907" y="1920"/>
                </a:cubicBezTo>
                <a:close/>
                <a:moveTo>
                  <a:pt x="1952" y="1945"/>
                </a:moveTo>
                <a:cubicBezTo>
                  <a:pt x="1949" y="1940"/>
                  <a:pt x="1958" y="1939"/>
                  <a:pt x="1960" y="1944"/>
                </a:cubicBezTo>
                <a:cubicBezTo>
                  <a:pt x="1957" y="1945"/>
                  <a:pt x="1955" y="1943"/>
                  <a:pt x="1952" y="1945"/>
                </a:cubicBezTo>
                <a:close/>
                <a:moveTo>
                  <a:pt x="2090" y="2033"/>
                </a:moveTo>
                <a:cubicBezTo>
                  <a:pt x="2094" y="2028"/>
                  <a:pt x="2097" y="2030"/>
                  <a:pt x="2100" y="2035"/>
                </a:cubicBezTo>
                <a:cubicBezTo>
                  <a:pt x="2097" y="2036"/>
                  <a:pt x="2093" y="2037"/>
                  <a:pt x="2090" y="2033"/>
                </a:cubicBezTo>
                <a:close/>
                <a:moveTo>
                  <a:pt x="2417" y="2149"/>
                </a:moveTo>
                <a:cubicBezTo>
                  <a:pt x="2411" y="2141"/>
                  <a:pt x="2408" y="2133"/>
                  <a:pt x="2399" y="2124"/>
                </a:cubicBezTo>
                <a:cubicBezTo>
                  <a:pt x="2394" y="2113"/>
                  <a:pt x="2388" y="2102"/>
                  <a:pt x="2378" y="2090"/>
                </a:cubicBezTo>
                <a:cubicBezTo>
                  <a:pt x="2363" y="2061"/>
                  <a:pt x="2346" y="2031"/>
                  <a:pt x="2331" y="2001"/>
                </a:cubicBezTo>
                <a:cubicBezTo>
                  <a:pt x="2317" y="1971"/>
                  <a:pt x="2296" y="1941"/>
                  <a:pt x="2279" y="1911"/>
                </a:cubicBezTo>
                <a:cubicBezTo>
                  <a:pt x="2267" y="1900"/>
                  <a:pt x="2264" y="1893"/>
                  <a:pt x="2254" y="1886"/>
                </a:cubicBezTo>
                <a:cubicBezTo>
                  <a:pt x="2256" y="1883"/>
                  <a:pt x="2252" y="1884"/>
                  <a:pt x="2250" y="1881"/>
                </a:cubicBezTo>
                <a:cubicBezTo>
                  <a:pt x="2252" y="1878"/>
                  <a:pt x="2248" y="1876"/>
                  <a:pt x="2245" y="1876"/>
                </a:cubicBezTo>
                <a:cubicBezTo>
                  <a:pt x="2243" y="1872"/>
                  <a:pt x="2240" y="1865"/>
                  <a:pt x="2234" y="1869"/>
                </a:cubicBezTo>
                <a:cubicBezTo>
                  <a:pt x="2240" y="1873"/>
                  <a:pt x="2249" y="1891"/>
                  <a:pt x="2260" y="1896"/>
                </a:cubicBezTo>
                <a:cubicBezTo>
                  <a:pt x="2256" y="1900"/>
                  <a:pt x="2266" y="1904"/>
                  <a:pt x="2268" y="1909"/>
                </a:cubicBezTo>
                <a:cubicBezTo>
                  <a:pt x="2270" y="1913"/>
                  <a:pt x="2272" y="1918"/>
                  <a:pt x="2278" y="1923"/>
                </a:cubicBezTo>
                <a:cubicBezTo>
                  <a:pt x="2281" y="1932"/>
                  <a:pt x="2290" y="1941"/>
                  <a:pt x="2293" y="1950"/>
                </a:cubicBezTo>
                <a:cubicBezTo>
                  <a:pt x="2303" y="1969"/>
                  <a:pt x="2315" y="1987"/>
                  <a:pt x="2323" y="2005"/>
                </a:cubicBezTo>
                <a:cubicBezTo>
                  <a:pt x="2330" y="2014"/>
                  <a:pt x="2329" y="2023"/>
                  <a:pt x="2339" y="2032"/>
                </a:cubicBezTo>
                <a:cubicBezTo>
                  <a:pt x="2337" y="2041"/>
                  <a:pt x="2350" y="2051"/>
                  <a:pt x="2351" y="2059"/>
                </a:cubicBezTo>
                <a:cubicBezTo>
                  <a:pt x="2360" y="2069"/>
                  <a:pt x="2357" y="2077"/>
                  <a:pt x="2366" y="2087"/>
                </a:cubicBezTo>
                <a:cubicBezTo>
                  <a:pt x="2369" y="2096"/>
                  <a:pt x="2375" y="2105"/>
                  <a:pt x="2384" y="2114"/>
                </a:cubicBezTo>
                <a:cubicBezTo>
                  <a:pt x="2385" y="2119"/>
                  <a:pt x="2391" y="2125"/>
                  <a:pt x="2392" y="2130"/>
                </a:cubicBezTo>
                <a:cubicBezTo>
                  <a:pt x="2395" y="2133"/>
                  <a:pt x="2397" y="2136"/>
                  <a:pt x="2399" y="2138"/>
                </a:cubicBezTo>
                <a:cubicBezTo>
                  <a:pt x="2394" y="2141"/>
                  <a:pt x="2407" y="2145"/>
                  <a:pt x="2402" y="2148"/>
                </a:cubicBezTo>
                <a:cubicBezTo>
                  <a:pt x="2408" y="2151"/>
                  <a:pt x="2412" y="2156"/>
                  <a:pt x="2415" y="2160"/>
                </a:cubicBezTo>
                <a:cubicBezTo>
                  <a:pt x="2426" y="2160"/>
                  <a:pt x="2426" y="2160"/>
                  <a:pt x="2426" y="2160"/>
                </a:cubicBezTo>
                <a:cubicBezTo>
                  <a:pt x="2424" y="2157"/>
                  <a:pt x="2423" y="2154"/>
                  <a:pt x="2417" y="2149"/>
                </a:cubicBezTo>
                <a:close/>
                <a:moveTo>
                  <a:pt x="2465" y="2104"/>
                </a:moveTo>
                <a:cubicBezTo>
                  <a:pt x="2451" y="2090"/>
                  <a:pt x="2446" y="2076"/>
                  <a:pt x="2434" y="2062"/>
                </a:cubicBezTo>
                <a:cubicBezTo>
                  <a:pt x="2436" y="2059"/>
                  <a:pt x="2432" y="2056"/>
                  <a:pt x="2430" y="2054"/>
                </a:cubicBezTo>
                <a:cubicBezTo>
                  <a:pt x="2431" y="2051"/>
                  <a:pt x="2431" y="2049"/>
                  <a:pt x="2429" y="2046"/>
                </a:cubicBezTo>
                <a:cubicBezTo>
                  <a:pt x="2418" y="2032"/>
                  <a:pt x="2414" y="2018"/>
                  <a:pt x="2404" y="2004"/>
                </a:cubicBezTo>
                <a:cubicBezTo>
                  <a:pt x="2409" y="2001"/>
                  <a:pt x="2396" y="1997"/>
                  <a:pt x="2401" y="1995"/>
                </a:cubicBezTo>
                <a:cubicBezTo>
                  <a:pt x="2400" y="1991"/>
                  <a:pt x="2391" y="1987"/>
                  <a:pt x="2394" y="1983"/>
                </a:cubicBezTo>
                <a:cubicBezTo>
                  <a:pt x="2387" y="1978"/>
                  <a:pt x="2388" y="1966"/>
                  <a:pt x="2379" y="1965"/>
                </a:cubicBezTo>
                <a:cubicBezTo>
                  <a:pt x="2380" y="1970"/>
                  <a:pt x="2383" y="1973"/>
                  <a:pt x="2390" y="1982"/>
                </a:cubicBezTo>
                <a:cubicBezTo>
                  <a:pt x="2391" y="1985"/>
                  <a:pt x="2386" y="1987"/>
                  <a:pt x="2392" y="1991"/>
                </a:cubicBezTo>
                <a:cubicBezTo>
                  <a:pt x="2393" y="1994"/>
                  <a:pt x="2394" y="1997"/>
                  <a:pt x="2398" y="2001"/>
                </a:cubicBezTo>
                <a:cubicBezTo>
                  <a:pt x="2397" y="2007"/>
                  <a:pt x="2405" y="2015"/>
                  <a:pt x="2404" y="2021"/>
                </a:cubicBezTo>
                <a:cubicBezTo>
                  <a:pt x="2410" y="2025"/>
                  <a:pt x="2406" y="2027"/>
                  <a:pt x="2410" y="2031"/>
                </a:cubicBezTo>
                <a:cubicBezTo>
                  <a:pt x="2411" y="2035"/>
                  <a:pt x="2415" y="2038"/>
                  <a:pt x="2414" y="2042"/>
                </a:cubicBezTo>
                <a:cubicBezTo>
                  <a:pt x="2419" y="2045"/>
                  <a:pt x="2415" y="2048"/>
                  <a:pt x="2419" y="2051"/>
                </a:cubicBezTo>
                <a:cubicBezTo>
                  <a:pt x="2417" y="2055"/>
                  <a:pt x="2426" y="2059"/>
                  <a:pt x="2423" y="2063"/>
                </a:cubicBezTo>
                <a:cubicBezTo>
                  <a:pt x="2436" y="2077"/>
                  <a:pt x="2436" y="2084"/>
                  <a:pt x="2450" y="2100"/>
                </a:cubicBezTo>
                <a:cubicBezTo>
                  <a:pt x="2458" y="2115"/>
                  <a:pt x="2467" y="2122"/>
                  <a:pt x="2475" y="2139"/>
                </a:cubicBezTo>
                <a:cubicBezTo>
                  <a:pt x="2483" y="2146"/>
                  <a:pt x="2487" y="2153"/>
                  <a:pt x="2492" y="2160"/>
                </a:cubicBezTo>
                <a:cubicBezTo>
                  <a:pt x="2505" y="2160"/>
                  <a:pt x="2505" y="2160"/>
                  <a:pt x="2505" y="2160"/>
                </a:cubicBezTo>
                <a:cubicBezTo>
                  <a:pt x="2497" y="2148"/>
                  <a:pt x="2487" y="2136"/>
                  <a:pt x="2476" y="2123"/>
                </a:cubicBezTo>
                <a:cubicBezTo>
                  <a:pt x="2472" y="2113"/>
                  <a:pt x="2469" y="2112"/>
                  <a:pt x="2465" y="2104"/>
                </a:cubicBezTo>
                <a:close/>
                <a:moveTo>
                  <a:pt x="2502" y="2123"/>
                </a:moveTo>
                <a:cubicBezTo>
                  <a:pt x="2499" y="2119"/>
                  <a:pt x="2495" y="2114"/>
                  <a:pt x="2496" y="2109"/>
                </a:cubicBezTo>
                <a:cubicBezTo>
                  <a:pt x="2486" y="2106"/>
                  <a:pt x="2483" y="2091"/>
                  <a:pt x="2476" y="2083"/>
                </a:cubicBezTo>
                <a:cubicBezTo>
                  <a:pt x="2468" y="2080"/>
                  <a:pt x="2477" y="2070"/>
                  <a:pt x="2469" y="2072"/>
                </a:cubicBezTo>
                <a:cubicBezTo>
                  <a:pt x="2468" y="2067"/>
                  <a:pt x="2461" y="2062"/>
                  <a:pt x="2462" y="2057"/>
                </a:cubicBezTo>
                <a:cubicBezTo>
                  <a:pt x="2451" y="2047"/>
                  <a:pt x="2455" y="2038"/>
                  <a:pt x="2442" y="2028"/>
                </a:cubicBezTo>
                <a:cubicBezTo>
                  <a:pt x="2445" y="2023"/>
                  <a:pt x="2435" y="2018"/>
                  <a:pt x="2437" y="2013"/>
                </a:cubicBezTo>
                <a:cubicBezTo>
                  <a:pt x="2431" y="2007"/>
                  <a:pt x="2433" y="2002"/>
                  <a:pt x="2426" y="1996"/>
                </a:cubicBezTo>
                <a:cubicBezTo>
                  <a:pt x="2421" y="1985"/>
                  <a:pt x="2413" y="1974"/>
                  <a:pt x="2408" y="1963"/>
                </a:cubicBezTo>
                <a:cubicBezTo>
                  <a:pt x="2397" y="1949"/>
                  <a:pt x="2387" y="1934"/>
                  <a:pt x="2377" y="1920"/>
                </a:cubicBezTo>
                <a:cubicBezTo>
                  <a:pt x="2366" y="1914"/>
                  <a:pt x="2356" y="1898"/>
                  <a:pt x="2345" y="1887"/>
                </a:cubicBezTo>
                <a:cubicBezTo>
                  <a:pt x="2340" y="1882"/>
                  <a:pt x="2335" y="1882"/>
                  <a:pt x="2331" y="1874"/>
                </a:cubicBezTo>
                <a:cubicBezTo>
                  <a:pt x="2328" y="1871"/>
                  <a:pt x="2326" y="1869"/>
                  <a:pt x="2323" y="1866"/>
                </a:cubicBezTo>
                <a:cubicBezTo>
                  <a:pt x="2320" y="1870"/>
                  <a:pt x="2318" y="1858"/>
                  <a:pt x="2314" y="1865"/>
                </a:cubicBezTo>
                <a:cubicBezTo>
                  <a:pt x="2322" y="1870"/>
                  <a:pt x="2330" y="1882"/>
                  <a:pt x="2342" y="1890"/>
                </a:cubicBezTo>
                <a:cubicBezTo>
                  <a:pt x="2350" y="1903"/>
                  <a:pt x="2356" y="1909"/>
                  <a:pt x="2368" y="1920"/>
                </a:cubicBezTo>
                <a:cubicBezTo>
                  <a:pt x="2377" y="1936"/>
                  <a:pt x="2393" y="1953"/>
                  <a:pt x="2403" y="1970"/>
                </a:cubicBezTo>
                <a:cubicBezTo>
                  <a:pt x="2408" y="1979"/>
                  <a:pt x="2409" y="1987"/>
                  <a:pt x="2417" y="1996"/>
                </a:cubicBezTo>
                <a:cubicBezTo>
                  <a:pt x="2417" y="2004"/>
                  <a:pt x="2428" y="2013"/>
                  <a:pt x="2427" y="2021"/>
                </a:cubicBezTo>
                <a:cubicBezTo>
                  <a:pt x="2443" y="2039"/>
                  <a:pt x="2447" y="2055"/>
                  <a:pt x="2458" y="2073"/>
                </a:cubicBezTo>
                <a:cubicBezTo>
                  <a:pt x="2467" y="2083"/>
                  <a:pt x="2472" y="2093"/>
                  <a:pt x="2476" y="2103"/>
                </a:cubicBezTo>
                <a:cubicBezTo>
                  <a:pt x="2482" y="2104"/>
                  <a:pt x="2478" y="2105"/>
                  <a:pt x="2482" y="2110"/>
                </a:cubicBezTo>
                <a:cubicBezTo>
                  <a:pt x="2485" y="2114"/>
                  <a:pt x="2489" y="2117"/>
                  <a:pt x="2489" y="2121"/>
                </a:cubicBezTo>
                <a:cubicBezTo>
                  <a:pt x="2497" y="2124"/>
                  <a:pt x="2495" y="2133"/>
                  <a:pt x="2503" y="2141"/>
                </a:cubicBezTo>
                <a:cubicBezTo>
                  <a:pt x="2509" y="2149"/>
                  <a:pt x="2514" y="2154"/>
                  <a:pt x="2518" y="2160"/>
                </a:cubicBezTo>
                <a:cubicBezTo>
                  <a:pt x="2530" y="2160"/>
                  <a:pt x="2530" y="2160"/>
                  <a:pt x="2530" y="2160"/>
                </a:cubicBezTo>
                <a:cubicBezTo>
                  <a:pt x="2526" y="2154"/>
                  <a:pt x="2521" y="2148"/>
                  <a:pt x="2512" y="2138"/>
                </a:cubicBezTo>
                <a:cubicBezTo>
                  <a:pt x="2510" y="2133"/>
                  <a:pt x="2508" y="2129"/>
                  <a:pt x="2502" y="2123"/>
                </a:cubicBezTo>
                <a:close/>
                <a:moveTo>
                  <a:pt x="2459" y="2153"/>
                </a:moveTo>
                <a:cubicBezTo>
                  <a:pt x="2456" y="2150"/>
                  <a:pt x="2453" y="2146"/>
                  <a:pt x="2450" y="2143"/>
                </a:cubicBezTo>
                <a:cubicBezTo>
                  <a:pt x="2404" y="2065"/>
                  <a:pt x="2403" y="2059"/>
                  <a:pt x="2396" y="2051"/>
                </a:cubicBezTo>
                <a:cubicBezTo>
                  <a:pt x="2391" y="2028"/>
                  <a:pt x="2382" y="2020"/>
                  <a:pt x="2383" y="2014"/>
                </a:cubicBezTo>
                <a:cubicBezTo>
                  <a:pt x="2360" y="1965"/>
                  <a:pt x="2355" y="1958"/>
                  <a:pt x="2352" y="1951"/>
                </a:cubicBezTo>
                <a:cubicBezTo>
                  <a:pt x="2320" y="1909"/>
                  <a:pt x="2322" y="1898"/>
                  <a:pt x="2315" y="1902"/>
                </a:cubicBezTo>
                <a:cubicBezTo>
                  <a:pt x="2370" y="2007"/>
                  <a:pt x="2371" y="2014"/>
                  <a:pt x="2375" y="2021"/>
                </a:cubicBezTo>
                <a:cubicBezTo>
                  <a:pt x="2381" y="2054"/>
                  <a:pt x="2386" y="2049"/>
                  <a:pt x="2380" y="2043"/>
                </a:cubicBezTo>
                <a:cubicBezTo>
                  <a:pt x="2364" y="1998"/>
                  <a:pt x="2352" y="1991"/>
                  <a:pt x="2352" y="1985"/>
                </a:cubicBezTo>
                <a:cubicBezTo>
                  <a:pt x="2344" y="1962"/>
                  <a:pt x="2339" y="1955"/>
                  <a:pt x="2338" y="1949"/>
                </a:cubicBezTo>
                <a:cubicBezTo>
                  <a:pt x="2301" y="1894"/>
                  <a:pt x="2293" y="1879"/>
                  <a:pt x="2277" y="1863"/>
                </a:cubicBezTo>
                <a:cubicBezTo>
                  <a:pt x="2297" y="1890"/>
                  <a:pt x="2298" y="1894"/>
                  <a:pt x="2298" y="1897"/>
                </a:cubicBezTo>
                <a:cubicBezTo>
                  <a:pt x="2316" y="1928"/>
                  <a:pt x="2325" y="1935"/>
                  <a:pt x="2326" y="1942"/>
                </a:cubicBezTo>
                <a:cubicBezTo>
                  <a:pt x="2339" y="1986"/>
                  <a:pt x="2353" y="1990"/>
                  <a:pt x="2347" y="1993"/>
                </a:cubicBezTo>
                <a:cubicBezTo>
                  <a:pt x="2365" y="2028"/>
                  <a:pt x="2361" y="2031"/>
                  <a:pt x="2366" y="2034"/>
                </a:cubicBezTo>
                <a:cubicBezTo>
                  <a:pt x="2377" y="2059"/>
                  <a:pt x="2381" y="2062"/>
                  <a:pt x="2380" y="2066"/>
                </a:cubicBezTo>
                <a:cubicBezTo>
                  <a:pt x="2394" y="2093"/>
                  <a:pt x="2399" y="2101"/>
                  <a:pt x="2403" y="2106"/>
                </a:cubicBezTo>
                <a:cubicBezTo>
                  <a:pt x="2413" y="2118"/>
                  <a:pt x="2409" y="2121"/>
                  <a:pt x="2414" y="2125"/>
                </a:cubicBezTo>
                <a:cubicBezTo>
                  <a:pt x="2438" y="2159"/>
                  <a:pt x="2439" y="2160"/>
                  <a:pt x="2440" y="2160"/>
                </a:cubicBezTo>
                <a:cubicBezTo>
                  <a:pt x="2460" y="2160"/>
                  <a:pt x="2462" y="2156"/>
                  <a:pt x="2459" y="2153"/>
                </a:cubicBezTo>
                <a:close/>
                <a:moveTo>
                  <a:pt x="2392" y="2064"/>
                </a:moveTo>
                <a:cubicBezTo>
                  <a:pt x="2397" y="2062"/>
                  <a:pt x="2399" y="2073"/>
                  <a:pt x="2400" y="2077"/>
                </a:cubicBezTo>
                <a:cubicBezTo>
                  <a:pt x="2396" y="2078"/>
                  <a:pt x="2394" y="2067"/>
                  <a:pt x="2392" y="2064"/>
                </a:cubicBezTo>
                <a:close/>
                <a:moveTo>
                  <a:pt x="2400" y="2083"/>
                </a:moveTo>
                <a:cubicBezTo>
                  <a:pt x="2404" y="2080"/>
                  <a:pt x="2407" y="2089"/>
                  <a:pt x="2407" y="2091"/>
                </a:cubicBezTo>
                <a:cubicBezTo>
                  <a:pt x="2403" y="2094"/>
                  <a:pt x="2400" y="2084"/>
                  <a:pt x="2400" y="2083"/>
                </a:cubicBezTo>
                <a:close/>
                <a:moveTo>
                  <a:pt x="2867" y="2097"/>
                </a:moveTo>
                <a:cubicBezTo>
                  <a:pt x="2845" y="2071"/>
                  <a:pt x="2822" y="2045"/>
                  <a:pt x="2800" y="2020"/>
                </a:cubicBezTo>
                <a:cubicBezTo>
                  <a:pt x="2787" y="2012"/>
                  <a:pt x="2781" y="1993"/>
                  <a:pt x="2766" y="1994"/>
                </a:cubicBezTo>
                <a:cubicBezTo>
                  <a:pt x="2774" y="1997"/>
                  <a:pt x="2780" y="2010"/>
                  <a:pt x="2788" y="2013"/>
                </a:cubicBezTo>
                <a:cubicBezTo>
                  <a:pt x="2796" y="2027"/>
                  <a:pt x="2804" y="2030"/>
                  <a:pt x="2812" y="2044"/>
                </a:cubicBezTo>
                <a:cubicBezTo>
                  <a:pt x="2818" y="2047"/>
                  <a:pt x="2818" y="2053"/>
                  <a:pt x="2826" y="2060"/>
                </a:cubicBezTo>
                <a:cubicBezTo>
                  <a:pt x="2834" y="2069"/>
                  <a:pt x="2831" y="2068"/>
                  <a:pt x="2838" y="2076"/>
                </a:cubicBezTo>
                <a:cubicBezTo>
                  <a:pt x="2848" y="2083"/>
                  <a:pt x="2851" y="2096"/>
                  <a:pt x="2861" y="2103"/>
                </a:cubicBezTo>
                <a:cubicBezTo>
                  <a:pt x="2860" y="2107"/>
                  <a:pt x="2863" y="2112"/>
                  <a:pt x="2868" y="2117"/>
                </a:cubicBezTo>
                <a:cubicBezTo>
                  <a:pt x="2866" y="2122"/>
                  <a:pt x="2875" y="2128"/>
                  <a:pt x="2873" y="2133"/>
                </a:cubicBezTo>
                <a:cubicBezTo>
                  <a:pt x="2880" y="2142"/>
                  <a:pt x="2886" y="2151"/>
                  <a:pt x="2891" y="2160"/>
                </a:cubicBezTo>
                <a:cubicBezTo>
                  <a:pt x="2902" y="2160"/>
                  <a:pt x="2902" y="2160"/>
                  <a:pt x="2902" y="2160"/>
                </a:cubicBezTo>
                <a:cubicBezTo>
                  <a:pt x="2900" y="2157"/>
                  <a:pt x="2899" y="2155"/>
                  <a:pt x="2898" y="2151"/>
                </a:cubicBezTo>
                <a:cubicBezTo>
                  <a:pt x="2882" y="2133"/>
                  <a:pt x="2878" y="2115"/>
                  <a:pt x="2867" y="2097"/>
                </a:cubicBezTo>
                <a:close/>
                <a:moveTo>
                  <a:pt x="2925" y="2156"/>
                </a:moveTo>
                <a:cubicBezTo>
                  <a:pt x="2918" y="2156"/>
                  <a:pt x="2925" y="2151"/>
                  <a:pt x="2920" y="2147"/>
                </a:cubicBezTo>
                <a:cubicBezTo>
                  <a:pt x="2912" y="2136"/>
                  <a:pt x="2914" y="2134"/>
                  <a:pt x="2906" y="2124"/>
                </a:cubicBezTo>
                <a:cubicBezTo>
                  <a:pt x="2909" y="2121"/>
                  <a:pt x="2900" y="2116"/>
                  <a:pt x="2902" y="2113"/>
                </a:cubicBezTo>
                <a:cubicBezTo>
                  <a:pt x="2898" y="2109"/>
                  <a:pt x="2893" y="2104"/>
                  <a:pt x="2893" y="2100"/>
                </a:cubicBezTo>
                <a:cubicBezTo>
                  <a:pt x="2887" y="2091"/>
                  <a:pt x="2882" y="2083"/>
                  <a:pt x="2877" y="2074"/>
                </a:cubicBezTo>
                <a:cubicBezTo>
                  <a:pt x="2871" y="2068"/>
                  <a:pt x="2866" y="2062"/>
                  <a:pt x="2861" y="2056"/>
                </a:cubicBezTo>
                <a:cubicBezTo>
                  <a:pt x="2843" y="2043"/>
                  <a:pt x="2826" y="2021"/>
                  <a:pt x="2808" y="2009"/>
                </a:cubicBezTo>
                <a:cubicBezTo>
                  <a:pt x="2800" y="1999"/>
                  <a:pt x="2791" y="1996"/>
                  <a:pt x="2782" y="1986"/>
                </a:cubicBezTo>
                <a:cubicBezTo>
                  <a:pt x="2778" y="1981"/>
                  <a:pt x="2773" y="1984"/>
                  <a:pt x="2769" y="1977"/>
                </a:cubicBezTo>
                <a:cubicBezTo>
                  <a:pt x="2764" y="1972"/>
                  <a:pt x="2760" y="1969"/>
                  <a:pt x="2755" y="1969"/>
                </a:cubicBezTo>
                <a:cubicBezTo>
                  <a:pt x="2761" y="1976"/>
                  <a:pt x="2765" y="1974"/>
                  <a:pt x="2767" y="1982"/>
                </a:cubicBezTo>
                <a:cubicBezTo>
                  <a:pt x="2777" y="1985"/>
                  <a:pt x="2786" y="1998"/>
                  <a:pt x="2796" y="2006"/>
                </a:cubicBezTo>
                <a:cubicBezTo>
                  <a:pt x="2801" y="2013"/>
                  <a:pt x="2806" y="2014"/>
                  <a:pt x="2811" y="2019"/>
                </a:cubicBezTo>
                <a:cubicBezTo>
                  <a:pt x="2813" y="2021"/>
                  <a:pt x="2815" y="2025"/>
                  <a:pt x="2818" y="2024"/>
                </a:cubicBezTo>
                <a:cubicBezTo>
                  <a:pt x="2822" y="2026"/>
                  <a:pt x="2818" y="2034"/>
                  <a:pt x="2824" y="2031"/>
                </a:cubicBezTo>
                <a:cubicBezTo>
                  <a:pt x="2823" y="2036"/>
                  <a:pt x="2831" y="2036"/>
                  <a:pt x="2835" y="2044"/>
                </a:cubicBezTo>
                <a:cubicBezTo>
                  <a:pt x="2840" y="2050"/>
                  <a:pt x="2845" y="2054"/>
                  <a:pt x="2850" y="2057"/>
                </a:cubicBezTo>
                <a:cubicBezTo>
                  <a:pt x="2848" y="2060"/>
                  <a:pt x="2852" y="2062"/>
                  <a:pt x="2854" y="2062"/>
                </a:cubicBezTo>
                <a:cubicBezTo>
                  <a:pt x="2852" y="2065"/>
                  <a:pt x="2856" y="2067"/>
                  <a:pt x="2858" y="2067"/>
                </a:cubicBezTo>
                <a:cubicBezTo>
                  <a:pt x="2860" y="2072"/>
                  <a:pt x="2862" y="2074"/>
                  <a:pt x="2869" y="2078"/>
                </a:cubicBezTo>
                <a:cubicBezTo>
                  <a:pt x="2872" y="2087"/>
                  <a:pt x="2878" y="2097"/>
                  <a:pt x="2887" y="2106"/>
                </a:cubicBezTo>
                <a:cubicBezTo>
                  <a:pt x="2890" y="2112"/>
                  <a:pt x="2891" y="2117"/>
                  <a:pt x="2893" y="2123"/>
                </a:cubicBezTo>
                <a:cubicBezTo>
                  <a:pt x="2898" y="2120"/>
                  <a:pt x="2894" y="2128"/>
                  <a:pt x="2899" y="2130"/>
                </a:cubicBezTo>
                <a:cubicBezTo>
                  <a:pt x="2899" y="2136"/>
                  <a:pt x="2901" y="2132"/>
                  <a:pt x="2905" y="2136"/>
                </a:cubicBezTo>
                <a:cubicBezTo>
                  <a:pt x="2903" y="2142"/>
                  <a:pt x="2911" y="2148"/>
                  <a:pt x="2911" y="2154"/>
                </a:cubicBezTo>
                <a:cubicBezTo>
                  <a:pt x="2912" y="2159"/>
                  <a:pt x="2913" y="2156"/>
                  <a:pt x="2917" y="2160"/>
                </a:cubicBezTo>
                <a:cubicBezTo>
                  <a:pt x="2925" y="2160"/>
                  <a:pt x="2925" y="2160"/>
                  <a:pt x="2925" y="2160"/>
                </a:cubicBezTo>
                <a:cubicBezTo>
                  <a:pt x="2924" y="2159"/>
                  <a:pt x="2924" y="2158"/>
                  <a:pt x="2925" y="2156"/>
                </a:cubicBezTo>
                <a:close/>
                <a:moveTo>
                  <a:pt x="2984" y="2151"/>
                </a:moveTo>
                <a:cubicBezTo>
                  <a:pt x="2976" y="2138"/>
                  <a:pt x="2972" y="2125"/>
                  <a:pt x="2965" y="2113"/>
                </a:cubicBezTo>
                <a:cubicBezTo>
                  <a:pt x="2944" y="2085"/>
                  <a:pt x="2929" y="2066"/>
                  <a:pt x="2911" y="2044"/>
                </a:cubicBezTo>
                <a:cubicBezTo>
                  <a:pt x="2902" y="2037"/>
                  <a:pt x="2893" y="2028"/>
                  <a:pt x="2883" y="2019"/>
                </a:cubicBezTo>
                <a:cubicBezTo>
                  <a:pt x="2880" y="2020"/>
                  <a:pt x="2876" y="2016"/>
                  <a:pt x="2873" y="2014"/>
                </a:cubicBezTo>
                <a:cubicBezTo>
                  <a:pt x="2869" y="2018"/>
                  <a:pt x="2866" y="2004"/>
                  <a:pt x="2862" y="2008"/>
                </a:cubicBezTo>
                <a:cubicBezTo>
                  <a:pt x="2855" y="2002"/>
                  <a:pt x="2848" y="1997"/>
                  <a:pt x="2840" y="1996"/>
                </a:cubicBezTo>
                <a:cubicBezTo>
                  <a:pt x="2833" y="1988"/>
                  <a:pt x="2825" y="1988"/>
                  <a:pt x="2818" y="1981"/>
                </a:cubicBezTo>
                <a:cubicBezTo>
                  <a:pt x="2810" y="1980"/>
                  <a:pt x="2804" y="1964"/>
                  <a:pt x="2795" y="1971"/>
                </a:cubicBezTo>
                <a:cubicBezTo>
                  <a:pt x="2804" y="1978"/>
                  <a:pt x="2812" y="1981"/>
                  <a:pt x="2820" y="1990"/>
                </a:cubicBezTo>
                <a:cubicBezTo>
                  <a:pt x="2825" y="1992"/>
                  <a:pt x="2829" y="1996"/>
                  <a:pt x="2834" y="1999"/>
                </a:cubicBezTo>
                <a:cubicBezTo>
                  <a:pt x="2839" y="1996"/>
                  <a:pt x="2842" y="2006"/>
                  <a:pt x="2847" y="2004"/>
                </a:cubicBezTo>
                <a:cubicBezTo>
                  <a:pt x="2855" y="2014"/>
                  <a:pt x="2864" y="2015"/>
                  <a:pt x="2872" y="2023"/>
                </a:cubicBezTo>
                <a:cubicBezTo>
                  <a:pt x="2875" y="2021"/>
                  <a:pt x="2877" y="2030"/>
                  <a:pt x="2883" y="2028"/>
                </a:cubicBezTo>
                <a:cubicBezTo>
                  <a:pt x="2887" y="2035"/>
                  <a:pt x="2891" y="2037"/>
                  <a:pt x="2896" y="2040"/>
                </a:cubicBezTo>
                <a:cubicBezTo>
                  <a:pt x="2900" y="2047"/>
                  <a:pt x="2906" y="2059"/>
                  <a:pt x="2917" y="2065"/>
                </a:cubicBezTo>
                <a:cubicBezTo>
                  <a:pt x="2915" y="2069"/>
                  <a:pt x="2925" y="2074"/>
                  <a:pt x="2927" y="2079"/>
                </a:cubicBezTo>
                <a:cubicBezTo>
                  <a:pt x="2932" y="2085"/>
                  <a:pt x="2937" y="2090"/>
                  <a:pt x="2942" y="2096"/>
                </a:cubicBezTo>
                <a:cubicBezTo>
                  <a:pt x="2944" y="2102"/>
                  <a:pt x="2950" y="2108"/>
                  <a:pt x="2956" y="2115"/>
                </a:cubicBezTo>
                <a:cubicBezTo>
                  <a:pt x="2959" y="2123"/>
                  <a:pt x="2963" y="2131"/>
                  <a:pt x="2968" y="2139"/>
                </a:cubicBezTo>
                <a:cubicBezTo>
                  <a:pt x="2967" y="2143"/>
                  <a:pt x="2972" y="2148"/>
                  <a:pt x="2973" y="2152"/>
                </a:cubicBezTo>
                <a:cubicBezTo>
                  <a:pt x="2974" y="2155"/>
                  <a:pt x="2977" y="2158"/>
                  <a:pt x="2978" y="2160"/>
                </a:cubicBezTo>
                <a:cubicBezTo>
                  <a:pt x="2986" y="2160"/>
                  <a:pt x="2986" y="2160"/>
                  <a:pt x="2986" y="2160"/>
                </a:cubicBezTo>
                <a:cubicBezTo>
                  <a:pt x="2985" y="2157"/>
                  <a:pt x="2984" y="2154"/>
                  <a:pt x="2984" y="2151"/>
                </a:cubicBezTo>
                <a:close/>
                <a:moveTo>
                  <a:pt x="2933" y="2112"/>
                </a:moveTo>
                <a:cubicBezTo>
                  <a:pt x="2912" y="2088"/>
                  <a:pt x="2896" y="2065"/>
                  <a:pt x="2870" y="2037"/>
                </a:cubicBezTo>
                <a:cubicBezTo>
                  <a:pt x="2851" y="2023"/>
                  <a:pt x="2833" y="2005"/>
                  <a:pt x="2814" y="1993"/>
                </a:cubicBezTo>
                <a:cubicBezTo>
                  <a:pt x="2810" y="1987"/>
                  <a:pt x="2805" y="1991"/>
                  <a:pt x="2801" y="1984"/>
                </a:cubicBezTo>
                <a:cubicBezTo>
                  <a:pt x="2795" y="1984"/>
                  <a:pt x="2791" y="1977"/>
                  <a:pt x="2786" y="1977"/>
                </a:cubicBezTo>
                <a:cubicBezTo>
                  <a:pt x="2784" y="1975"/>
                  <a:pt x="2782" y="1974"/>
                  <a:pt x="2780" y="1974"/>
                </a:cubicBezTo>
                <a:cubicBezTo>
                  <a:pt x="2777" y="1971"/>
                  <a:pt x="2775" y="1967"/>
                  <a:pt x="2772" y="1968"/>
                </a:cubicBezTo>
                <a:cubicBezTo>
                  <a:pt x="2770" y="1966"/>
                  <a:pt x="2768" y="1962"/>
                  <a:pt x="2765" y="1963"/>
                </a:cubicBezTo>
                <a:cubicBezTo>
                  <a:pt x="2763" y="1960"/>
                  <a:pt x="2759" y="1961"/>
                  <a:pt x="2760" y="1965"/>
                </a:cubicBezTo>
                <a:cubicBezTo>
                  <a:pt x="2764" y="1964"/>
                  <a:pt x="2768" y="1967"/>
                  <a:pt x="2772" y="1972"/>
                </a:cubicBezTo>
                <a:cubicBezTo>
                  <a:pt x="2777" y="1974"/>
                  <a:pt x="2781" y="1979"/>
                  <a:pt x="2785" y="1980"/>
                </a:cubicBezTo>
                <a:cubicBezTo>
                  <a:pt x="2794" y="1986"/>
                  <a:pt x="2802" y="1990"/>
                  <a:pt x="2810" y="1999"/>
                </a:cubicBezTo>
                <a:cubicBezTo>
                  <a:pt x="2818" y="2006"/>
                  <a:pt x="2830" y="2007"/>
                  <a:pt x="2832" y="2017"/>
                </a:cubicBezTo>
                <a:cubicBezTo>
                  <a:pt x="2837" y="2017"/>
                  <a:pt x="2841" y="2021"/>
                  <a:pt x="2846" y="2026"/>
                </a:cubicBezTo>
                <a:cubicBezTo>
                  <a:pt x="2850" y="2033"/>
                  <a:pt x="2855" y="2032"/>
                  <a:pt x="2859" y="2038"/>
                </a:cubicBezTo>
                <a:cubicBezTo>
                  <a:pt x="2869" y="2049"/>
                  <a:pt x="2879" y="2061"/>
                  <a:pt x="2889" y="2072"/>
                </a:cubicBezTo>
                <a:cubicBezTo>
                  <a:pt x="2894" y="2076"/>
                  <a:pt x="2891" y="2080"/>
                  <a:pt x="2897" y="2085"/>
                </a:cubicBezTo>
                <a:cubicBezTo>
                  <a:pt x="2902" y="2090"/>
                  <a:pt x="2907" y="2096"/>
                  <a:pt x="2912" y="2101"/>
                </a:cubicBezTo>
                <a:cubicBezTo>
                  <a:pt x="2920" y="2107"/>
                  <a:pt x="2918" y="2115"/>
                  <a:pt x="2925" y="2116"/>
                </a:cubicBezTo>
                <a:cubicBezTo>
                  <a:pt x="2928" y="2119"/>
                  <a:pt x="2926" y="2121"/>
                  <a:pt x="2929" y="2124"/>
                </a:cubicBezTo>
                <a:cubicBezTo>
                  <a:pt x="2931" y="2127"/>
                  <a:pt x="2935" y="2130"/>
                  <a:pt x="2933" y="2132"/>
                </a:cubicBezTo>
                <a:cubicBezTo>
                  <a:pt x="2937" y="2138"/>
                  <a:pt x="2948" y="2144"/>
                  <a:pt x="2943" y="2150"/>
                </a:cubicBezTo>
                <a:cubicBezTo>
                  <a:pt x="2948" y="2150"/>
                  <a:pt x="2947" y="2156"/>
                  <a:pt x="2951" y="2160"/>
                </a:cubicBezTo>
                <a:cubicBezTo>
                  <a:pt x="2962" y="2160"/>
                  <a:pt x="2962" y="2160"/>
                  <a:pt x="2962" y="2160"/>
                </a:cubicBezTo>
                <a:cubicBezTo>
                  <a:pt x="2961" y="2159"/>
                  <a:pt x="2960" y="2157"/>
                  <a:pt x="2959" y="2155"/>
                </a:cubicBezTo>
                <a:cubicBezTo>
                  <a:pt x="2954" y="2141"/>
                  <a:pt x="2941" y="2126"/>
                  <a:pt x="2933" y="2112"/>
                </a:cubicBezTo>
                <a:close/>
                <a:moveTo>
                  <a:pt x="3015" y="2113"/>
                </a:moveTo>
                <a:cubicBezTo>
                  <a:pt x="3020" y="2110"/>
                  <a:pt x="3007" y="2106"/>
                  <a:pt x="3012" y="2103"/>
                </a:cubicBezTo>
                <a:cubicBezTo>
                  <a:pt x="3010" y="2100"/>
                  <a:pt x="3008" y="2097"/>
                  <a:pt x="3010" y="2094"/>
                </a:cubicBezTo>
                <a:cubicBezTo>
                  <a:pt x="2995" y="2074"/>
                  <a:pt x="2992" y="2063"/>
                  <a:pt x="2976" y="2045"/>
                </a:cubicBezTo>
                <a:cubicBezTo>
                  <a:pt x="2964" y="2035"/>
                  <a:pt x="2951" y="2024"/>
                  <a:pt x="2939" y="2017"/>
                </a:cubicBezTo>
                <a:cubicBezTo>
                  <a:pt x="2933" y="2010"/>
                  <a:pt x="2926" y="2010"/>
                  <a:pt x="2920" y="2001"/>
                </a:cubicBezTo>
                <a:cubicBezTo>
                  <a:pt x="2913" y="2001"/>
                  <a:pt x="2907" y="1991"/>
                  <a:pt x="2901" y="1992"/>
                </a:cubicBezTo>
                <a:cubicBezTo>
                  <a:pt x="2915" y="2006"/>
                  <a:pt x="2929" y="2015"/>
                  <a:pt x="2943" y="2025"/>
                </a:cubicBezTo>
                <a:cubicBezTo>
                  <a:pt x="2950" y="2033"/>
                  <a:pt x="2958" y="2039"/>
                  <a:pt x="2965" y="2043"/>
                </a:cubicBezTo>
                <a:cubicBezTo>
                  <a:pt x="2962" y="2047"/>
                  <a:pt x="2972" y="2052"/>
                  <a:pt x="2974" y="2056"/>
                </a:cubicBezTo>
                <a:cubicBezTo>
                  <a:pt x="2978" y="2061"/>
                  <a:pt x="2982" y="2066"/>
                  <a:pt x="2986" y="2071"/>
                </a:cubicBezTo>
                <a:cubicBezTo>
                  <a:pt x="2991" y="2078"/>
                  <a:pt x="2995" y="2092"/>
                  <a:pt x="3002" y="2095"/>
                </a:cubicBezTo>
                <a:cubicBezTo>
                  <a:pt x="2998" y="2100"/>
                  <a:pt x="3006" y="2107"/>
                  <a:pt x="3005" y="2112"/>
                </a:cubicBezTo>
                <a:cubicBezTo>
                  <a:pt x="3008" y="2118"/>
                  <a:pt x="3012" y="2124"/>
                  <a:pt x="3012" y="2130"/>
                </a:cubicBezTo>
                <a:cubicBezTo>
                  <a:pt x="3018" y="2140"/>
                  <a:pt x="3020" y="2150"/>
                  <a:pt x="3026" y="2160"/>
                </a:cubicBezTo>
                <a:cubicBezTo>
                  <a:pt x="3035" y="2160"/>
                  <a:pt x="3035" y="2160"/>
                  <a:pt x="3035" y="2160"/>
                </a:cubicBezTo>
                <a:cubicBezTo>
                  <a:pt x="3030" y="2151"/>
                  <a:pt x="3030" y="2142"/>
                  <a:pt x="3023" y="2132"/>
                </a:cubicBezTo>
                <a:cubicBezTo>
                  <a:pt x="3023" y="2126"/>
                  <a:pt x="3017" y="2119"/>
                  <a:pt x="3015" y="2113"/>
                </a:cubicBezTo>
                <a:close/>
                <a:moveTo>
                  <a:pt x="3006" y="2155"/>
                </a:moveTo>
                <a:cubicBezTo>
                  <a:pt x="3008" y="2139"/>
                  <a:pt x="2989" y="2121"/>
                  <a:pt x="2990" y="2105"/>
                </a:cubicBezTo>
                <a:cubicBezTo>
                  <a:pt x="2986" y="2100"/>
                  <a:pt x="2982" y="2095"/>
                  <a:pt x="2984" y="2091"/>
                </a:cubicBezTo>
                <a:cubicBezTo>
                  <a:pt x="2971" y="2074"/>
                  <a:pt x="2959" y="2055"/>
                  <a:pt x="2950" y="2042"/>
                </a:cubicBezTo>
                <a:cubicBezTo>
                  <a:pt x="2938" y="2031"/>
                  <a:pt x="2920" y="2017"/>
                  <a:pt x="2904" y="2003"/>
                </a:cubicBezTo>
                <a:cubicBezTo>
                  <a:pt x="2897" y="2003"/>
                  <a:pt x="2890" y="1997"/>
                  <a:pt x="2884" y="1993"/>
                </a:cubicBezTo>
                <a:cubicBezTo>
                  <a:pt x="2876" y="1993"/>
                  <a:pt x="2869" y="1982"/>
                  <a:pt x="2861" y="1984"/>
                </a:cubicBezTo>
                <a:cubicBezTo>
                  <a:pt x="2864" y="1987"/>
                  <a:pt x="2868" y="1986"/>
                  <a:pt x="2871" y="1992"/>
                </a:cubicBezTo>
                <a:cubicBezTo>
                  <a:pt x="2875" y="1991"/>
                  <a:pt x="2878" y="2000"/>
                  <a:pt x="2882" y="1997"/>
                </a:cubicBezTo>
                <a:cubicBezTo>
                  <a:pt x="2885" y="2002"/>
                  <a:pt x="2888" y="2003"/>
                  <a:pt x="2892" y="2003"/>
                </a:cubicBezTo>
                <a:cubicBezTo>
                  <a:pt x="2892" y="2006"/>
                  <a:pt x="2897" y="2009"/>
                  <a:pt x="2901" y="2009"/>
                </a:cubicBezTo>
                <a:cubicBezTo>
                  <a:pt x="2915" y="2021"/>
                  <a:pt x="2929" y="2033"/>
                  <a:pt x="2943" y="2045"/>
                </a:cubicBezTo>
                <a:cubicBezTo>
                  <a:pt x="2945" y="2047"/>
                  <a:pt x="2943" y="2049"/>
                  <a:pt x="2946" y="2051"/>
                </a:cubicBezTo>
                <a:cubicBezTo>
                  <a:pt x="2948" y="2053"/>
                  <a:pt x="2951" y="2052"/>
                  <a:pt x="2949" y="2054"/>
                </a:cubicBezTo>
                <a:cubicBezTo>
                  <a:pt x="2951" y="2059"/>
                  <a:pt x="2960" y="2063"/>
                  <a:pt x="2957" y="2067"/>
                </a:cubicBezTo>
                <a:cubicBezTo>
                  <a:pt x="2961" y="2072"/>
                  <a:pt x="2966" y="2076"/>
                  <a:pt x="2966" y="2080"/>
                </a:cubicBezTo>
                <a:cubicBezTo>
                  <a:pt x="2966" y="2085"/>
                  <a:pt x="2974" y="2090"/>
                  <a:pt x="2973" y="2095"/>
                </a:cubicBezTo>
                <a:cubicBezTo>
                  <a:pt x="2985" y="2112"/>
                  <a:pt x="2986" y="2129"/>
                  <a:pt x="2995" y="2147"/>
                </a:cubicBezTo>
                <a:cubicBezTo>
                  <a:pt x="2996" y="2151"/>
                  <a:pt x="2998" y="2156"/>
                  <a:pt x="2999" y="2160"/>
                </a:cubicBezTo>
                <a:cubicBezTo>
                  <a:pt x="3010" y="2160"/>
                  <a:pt x="3010" y="2160"/>
                  <a:pt x="3010" y="2160"/>
                </a:cubicBezTo>
                <a:cubicBezTo>
                  <a:pt x="3009" y="2159"/>
                  <a:pt x="3008" y="2157"/>
                  <a:pt x="3006" y="2155"/>
                </a:cubicBezTo>
                <a:close/>
                <a:moveTo>
                  <a:pt x="729" y="2129"/>
                </a:moveTo>
                <a:cubicBezTo>
                  <a:pt x="729" y="2126"/>
                  <a:pt x="729" y="2123"/>
                  <a:pt x="733" y="2124"/>
                </a:cubicBezTo>
                <a:cubicBezTo>
                  <a:pt x="753" y="2068"/>
                  <a:pt x="761" y="2070"/>
                  <a:pt x="759" y="2063"/>
                </a:cubicBezTo>
                <a:cubicBezTo>
                  <a:pt x="773" y="2016"/>
                  <a:pt x="777" y="2009"/>
                  <a:pt x="779" y="2000"/>
                </a:cubicBezTo>
                <a:cubicBezTo>
                  <a:pt x="790" y="1956"/>
                  <a:pt x="792" y="1944"/>
                  <a:pt x="793" y="1921"/>
                </a:cubicBezTo>
                <a:cubicBezTo>
                  <a:pt x="796" y="1847"/>
                  <a:pt x="795" y="1840"/>
                  <a:pt x="798" y="1837"/>
                </a:cubicBezTo>
                <a:cubicBezTo>
                  <a:pt x="793" y="1793"/>
                  <a:pt x="796" y="1792"/>
                  <a:pt x="794" y="1785"/>
                </a:cubicBezTo>
                <a:cubicBezTo>
                  <a:pt x="784" y="1845"/>
                  <a:pt x="785" y="1850"/>
                  <a:pt x="784" y="1854"/>
                </a:cubicBezTo>
                <a:cubicBezTo>
                  <a:pt x="770" y="1895"/>
                  <a:pt x="773" y="1909"/>
                  <a:pt x="766" y="1914"/>
                </a:cubicBezTo>
                <a:cubicBezTo>
                  <a:pt x="748" y="1953"/>
                  <a:pt x="745" y="1956"/>
                  <a:pt x="743" y="1959"/>
                </a:cubicBezTo>
                <a:cubicBezTo>
                  <a:pt x="726" y="1983"/>
                  <a:pt x="731" y="1992"/>
                  <a:pt x="723" y="1991"/>
                </a:cubicBezTo>
                <a:cubicBezTo>
                  <a:pt x="709" y="2014"/>
                  <a:pt x="707" y="2015"/>
                  <a:pt x="708" y="2019"/>
                </a:cubicBezTo>
                <a:cubicBezTo>
                  <a:pt x="674" y="2075"/>
                  <a:pt x="665" y="2079"/>
                  <a:pt x="665" y="2089"/>
                </a:cubicBezTo>
                <a:cubicBezTo>
                  <a:pt x="647" y="2122"/>
                  <a:pt x="642" y="2122"/>
                  <a:pt x="641" y="2126"/>
                </a:cubicBezTo>
                <a:cubicBezTo>
                  <a:pt x="625" y="2149"/>
                  <a:pt x="624" y="2156"/>
                  <a:pt x="620" y="2160"/>
                </a:cubicBezTo>
                <a:cubicBezTo>
                  <a:pt x="643" y="2138"/>
                  <a:pt x="647" y="2134"/>
                  <a:pt x="650" y="2130"/>
                </a:cubicBezTo>
                <a:cubicBezTo>
                  <a:pt x="684" y="2076"/>
                  <a:pt x="681" y="2069"/>
                  <a:pt x="685" y="2068"/>
                </a:cubicBezTo>
                <a:cubicBezTo>
                  <a:pt x="698" y="2051"/>
                  <a:pt x="699" y="2049"/>
                  <a:pt x="699" y="2045"/>
                </a:cubicBezTo>
                <a:cubicBezTo>
                  <a:pt x="720" y="2010"/>
                  <a:pt x="727" y="2010"/>
                  <a:pt x="726" y="2002"/>
                </a:cubicBezTo>
                <a:cubicBezTo>
                  <a:pt x="757" y="1966"/>
                  <a:pt x="748" y="1970"/>
                  <a:pt x="751" y="1974"/>
                </a:cubicBezTo>
                <a:cubicBezTo>
                  <a:pt x="732" y="2008"/>
                  <a:pt x="731" y="2023"/>
                  <a:pt x="724" y="2033"/>
                </a:cubicBezTo>
                <a:cubicBezTo>
                  <a:pt x="709" y="2059"/>
                  <a:pt x="707" y="2061"/>
                  <a:pt x="704" y="2063"/>
                </a:cubicBezTo>
                <a:cubicBezTo>
                  <a:pt x="677" y="2114"/>
                  <a:pt x="671" y="2113"/>
                  <a:pt x="671" y="2117"/>
                </a:cubicBezTo>
                <a:cubicBezTo>
                  <a:pt x="652" y="2143"/>
                  <a:pt x="652" y="2151"/>
                  <a:pt x="647" y="2154"/>
                </a:cubicBezTo>
                <a:cubicBezTo>
                  <a:pt x="657" y="2156"/>
                  <a:pt x="659" y="2152"/>
                  <a:pt x="662" y="2149"/>
                </a:cubicBezTo>
                <a:cubicBezTo>
                  <a:pt x="675" y="2126"/>
                  <a:pt x="679" y="2125"/>
                  <a:pt x="678" y="2121"/>
                </a:cubicBezTo>
                <a:cubicBezTo>
                  <a:pt x="714" y="2066"/>
                  <a:pt x="717" y="2065"/>
                  <a:pt x="717" y="2062"/>
                </a:cubicBezTo>
                <a:cubicBezTo>
                  <a:pt x="728" y="2047"/>
                  <a:pt x="726" y="2041"/>
                  <a:pt x="729" y="2041"/>
                </a:cubicBezTo>
                <a:cubicBezTo>
                  <a:pt x="740" y="2003"/>
                  <a:pt x="750" y="2005"/>
                  <a:pt x="748" y="1996"/>
                </a:cubicBezTo>
                <a:cubicBezTo>
                  <a:pt x="764" y="1960"/>
                  <a:pt x="761" y="1951"/>
                  <a:pt x="764" y="1947"/>
                </a:cubicBezTo>
                <a:cubicBezTo>
                  <a:pt x="796" y="1849"/>
                  <a:pt x="791" y="1858"/>
                  <a:pt x="791" y="1862"/>
                </a:cubicBezTo>
                <a:cubicBezTo>
                  <a:pt x="786" y="1901"/>
                  <a:pt x="782" y="1904"/>
                  <a:pt x="781" y="1908"/>
                </a:cubicBezTo>
                <a:cubicBezTo>
                  <a:pt x="772" y="1962"/>
                  <a:pt x="765" y="1962"/>
                  <a:pt x="766" y="1969"/>
                </a:cubicBezTo>
                <a:cubicBezTo>
                  <a:pt x="746" y="2037"/>
                  <a:pt x="738" y="2043"/>
                  <a:pt x="737" y="2054"/>
                </a:cubicBezTo>
                <a:cubicBezTo>
                  <a:pt x="716" y="2096"/>
                  <a:pt x="713" y="2097"/>
                  <a:pt x="714" y="2101"/>
                </a:cubicBezTo>
                <a:cubicBezTo>
                  <a:pt x="697" y="2124"/>
                  <a:pt x="696" y="2129"/>
                  <a:pt x="694" y="2133"/>
                </a:cubicBezTo>
                <a:cubicBezTo>
                  <a:pt x="679" y="2147"/>
                  <a:pt x="682" y="2155"/>
                  <a:pt x="678" y="2158"/>
                </a:cubicBezTo>
                <a:cubicBezTo>
                  <a:pt x="688" y="2156"/>
                  <a:pt x="691" y="2153"/>
                  <a:pt x="693" y="2149"/>
                </a:cubicBezTo>
                <a:cubicBezTo>
                  <a:pt x="704" y="2140"/>
                  <a:pt x="697" y="2130"/>
                  <a:pt x="705" y="2132"/>
                </a:cubicBezTo>
                <a:cubicBezTo>
                  <a:pt x="720" y="2101"/>
                  <a:pt x="726" y="2102"/>
                  <a:pt x="724" y="2096"/>
                </a:cubicBezTo>
                <a:cubicBezTo>
                  <a:pt x="745" y="2052"/>
                  <a:pt x="748" y="2046"/>
                  <a:pt x="753" y="2042"/>
                </a:cubicBezTo>
                <a:cubicBezTo>
                  <a:pt x="775" y="1963"/>
                  <a:pt x="776" y="1958"/>
                  <a:pt x="775" y="1953"/>
                </a:cubicBezTo>
                <a:cubicBezTo>
                  <a:pt x="783" y="1921"/>
                  <a:pt x="788" y="1921"/>
                  <a:pt x="786" y="1915"/>
                </a:cubicBezTo>
                <a:cubicBezTo>
                  <a:pt x="785" y="1961"/>
                  <a:pt x="781" y="1971"/>
                  <a:pt x="780" y="1983"/>
                </a:cubicBezTo>
                <a:cubicBezTo>
                  <a:pt x="765" y="2021"/>
                  <a:pt x="762" y="2030"/>
                  <a:pt x="760" y="2041"/>
                </a:cubicBezTo>
                <a:cubicBezTo>
                  <a:pt x="741" y="2077"/>
                  <a:pt x="740" y="2089"/>
                  <a:pt x="735" y="2097"/>
                </a:cubicBezTo>
                <a:cubicBezTo>
                  <a:pt x="715" y="2131"/>
                  <a:pt x="711" y="2140"/>
                  <a:pt x="708" y="2150"/>
                </a:cubicBezTo>
                <a:cubicBezTo>
                  <a:pt x="711" y="2160"/>
                  <a:pt x="711" y="2160"/>
                  <a:pt x="711" y="2160"/>
                </a:cubicBezTo>
                <a:cubicBezTo>
                  <a:pt x="719" y="2142"/>
                  <a:pt x="723" y="2142"/>
                  <a:pt x="723" y="2140"/>
                </a:cubicBezTo>
                <a:close/>
                <a:moveTo>
                  <a:pt x="2860" y="2138"/>
                </a:moveTo>
                <a:cubicBezTo>
                  <a:pt x="2860" y="2132"/>
                  <a:pt x="2854" y="2135"/>
                  <a:pt x="2854" y="2128"/>
                </a:cubicBezTo>
                <a:cubicBezTo>
                  <a:pt x="2845" y="2120"/>
                  <a:pt x="2844" y="2111"/>
                  <a:pt x="2838" y="2103"/>
                </a:cubicBezTo>
                <a:cubicBezTo>
                  <a:pt x="2828" y="2094"/>
                  <a:pt x="2828" y="2087"/>
                  <a:pt x="2819" y="2078"/>
                </a:cubicBezTo>
                <a:cubicBezTo>
                  <a:pt x="2818" y="2076"/>
                  <a:pt x="2815" y="2074"/>
                  <a:pt x="2816" y="2072"/>
                </a:cubicBezTo>
                <a:cubicBezTo>
                  <a:pt x="2815" y="2070"/>
                  <a:pt x="2817" y="2067"/>
                  <a:pt x="2814" y="2069"/>
                </a:cubicBezTo>
                <a:cubicBezTo>
                  <a:pt x="2807" y="2064"/>
                  <a:pt x="2810" y="2060"/>
                  <a:pt x="2805" y="2056"/>
                </a:cubicBezTo>
                <a:cubicBezTo>
                  <a:pt x="2797" y="2047"/>
                  <a:pt x="2797" y="2043"/>
                  <a:pt x="2789" y="2038"/>
                </a:cubicBezTo>
                <a:cubicBezTo>
                  <a:pt x="2789" y="2034"/>
                  <a:pt x="2785" y="2032"/>
                  <a:pt x="2782" y="2029"/>
                </a:cubicBezTo>
                <a:cubicBezTo>
                  <a:pt x="2776" y="2021"/>
                  <a:pt x="2773" y="2015"/>
                  <a:pt x="2765" y="2010"/>
                </a:cubicBezTo>
                <a:cubicBezTo>
                  <a:pt x="2762" y="2005"/>
                  <a:pt x="2762" y="2001"/>
                  <a:pt x="2757" y="1997"/>
                </a:cubicBezTo>
                <a:cubicBezTo>
                  <a:pt x="2748" y="1991"/>
                  <a:pt x="2740" y="1981"/>
                  <a:pt x="2732" y="1972"/>
                </a:cubicBezTo>
                <a:cubicBezTo>
                  <a:pt x="2721" y="1964"/>
                  <a:pt x="2710" y="1952"/>
                  <a:pt x="2698" y="1946"/>
                </a:cubicBezTo>
                <a:cubicBezTo>
                  <a:pt x="2693" y="1941"/>
                  <a:pt x="2687" y="1939"/>
                  <a:pt x="2682" y="1935"/>
                </a:cubicBezTo>
                <a:cubicBezTo>
                  <a:pt x="2676" y="1928"/>
                  <a:pt x="2670" y="1924"/>
                  <a:pt x="2664" y="1924"/>
                </a:cubicBezTo>
                <a:cubicBezTo>
                  <a:pt x="2685" y="1942"/>
                  <a:pt x="2706" y="1958"/>
                  <a:pt x="2727" y="1976"/>
                </a:cubicBezTo>
                <a:cubicBezTo>
                  <a:pt x="2744" y="1996"/>
                  <a:pt x="2765" y="2017"/>
                  <a:pt x="2777" y="2037"/>
                </a:cubicBezTo>
                <a:cubicBezTo>
                  <a:pt x="2781" y="2041"/>
                  <a:pt x="2786" y="2048"/>
                  <a:pt x="2790" y="2048"/>
                </a:cubicBezTo>
                <a:cubicBezTo>
                  <a:pt x="2785" y="2052"/>
                  <a:pt x="2800" y="2057"/>
                  <a:pt x="2796" y="2061"/>
                </a:cubicBezTo>
                <a:cubicBezTo>
                  <a:pt x="2798" y="2065"/>
                  <a:pt x="2807" y="2070"/>
                  <a:pt x="2804" y="2074"/>
                </a:cubicBezTo>
                <a:cubicBezTo>
                  <a:pt x="2815" y="2086"/>
                  <a:pt x="2813" y="2088"/>
                  <a:pt x="2822" y="2098"/>
                </a:cubicBezTo>
                <a:cubicBezTo>
                  <a:pt x="2826" y="2107"/>
                  <a:pt x="2835" y="2116"/>
                  <a:pt x="2839" y="2124"/>
                </a:cubicBezTo>
                <a:cubicBezTo>
                  <a:pt x="2845" y="2129"/>
                  <a:pt x="2842" y="2133"/>
                  <a:pt x="2848" y="2137"/>
                </a:cubicBezTo>
                <a:cubicBezTo>
                  <a:pt x="2855" y="2142"/>
                  <a:pt x="2850" y="2147"/>
                  <a:pt x="2854" y="2152"/>
                </a:cubicBezTo>
                <a:cubicBezTo>
                  <a:pt x="2857" y="2155"/>
                  <a:pt x="2859" y="2157"/>
                  <a:pt x="2862" y="2160"/>
                </a:cubicBezTo>
                <a:cubicBezTo>
                  <a:pt x="2873" y="2160"/>
                  <a:pt x="2873" y="2160"/>
                  <a:pt x="2873" y="2160"/>
                </a:cubicBezTo>
                <a:cubicBezTo>
                  <a:pt x="2870" y="2157"/>
                  <a:pt x="2867" y="2153"/>
                  <a:pt x="2864" y="2149"/>
                </a:cubicBezTo>
                <a:cubicBezTo>
                  <a:pt x="2867" y="2146"/>
                  <a:pt x="2858" y="2142"/>
                  <a:pt x="2860" y="2138"/>
                </a:cubicBezTo>
                <a:close/>
                <a:moveTo>
                  <a:pt x="796" y="1969"/>
                </a:moveTo>
                <a:cubicBezTo>
                  <a:pt x="799" y="1994"/>
                  <a:pt x="793" y="2012"/>
                  <a:pt x="792" y="2035"/>
                </a:cubicBezTo>
                <a:cubicBezTo>
                  <a:pt x="788" y="2035"/>
                  <a:pt x="791" y="2042"/>
                  <a:pt x="788" y="2043"/>
                </a:cubicBezTo>
                <a:cubicBezTo>
                  <a:pt x="785" y="2046"/>
                  <a:pt x="784" y="2049"/>
                  <a:pt x="785" y="2055"/>
                </a:cubicBezTo>
                <a:cubicBezTo>
                  <a:pt x="781" y="2055"/>
                  <a:pt x="784" y="2062"/>
                  <a:pt x="781" y="2064"/>
                </a:cubicBezTo>
                <a:cubicBezTo>
                  <a:pt x="778" y="2066"/>
                  <a:pt x="778" y="2071"/>
                  <a:pt x="777" y="2075"/>
                </a:cubicBezTo>
                <a:cubicBezTo>
                  <a:pt x="767" y="2082"/>
                  <a:pt x="766" y="2096"/>
                  <a:pt x="755" y="2103"/>
                </a:cubicBezTo>
                <a:cubicBezTo>
                  <a:pt x="749" y="2125"/>
                  <a:pt x="737" y="2143"/>
                  <a:pt x="726" y="2160"/>
                </a:cubicBezTo>
                <a:cubicBezTo>
                  <a:pt x="738" y="2160"/>
                  <a:pt x="738" y="2160"/>
                  <a:pt x="738" y="2160"/>
                </a:cubicBezTo>
                <a:cubicBezTo>
                  <a:pt x="740" y="2157"/>
                  <a:pt x="741" y="2154"/>
                  <a:pt x="743" y="2152"/>
                </a:cubicBezTo>
                <a:cubicBezTo>
                  <a:pt x="746" y="2142"/>
                  <a:pt x="753" y="2137"/>
                  <a:pt x="755" y="2127"/>
                </a:cubicBezTo>
                <a:cubicBezTo>
                  <a:pt x="758" y="2124"/>
                  <a:pt x="758" y="2119"/>
                  <a:pt x="761" y="2115"/>
                </a:cubicBezTo>
                <a:cubicBezTo>
                  <a:pt x="764" y="2112"/>
                  <a:pt x="766" y="2108"/>
                  <a:pt x="766" y="2102"/>
                </a:cubicBezTo>
                <a:cubicBezTo>
                  <a:pt x="773" y="2100"/>
                  <a:pt x="773" y="2092"/>
                  <a:pt x="778" y="2088"/>
                </a:cubicBezTo>
                <a:cubicBezTo>
                  <a:pt x="783" y="2083"/>
                  <a:pt x="783" y="2075"/>
                  <a:pt x="788" y="2070"/>
                </a:cubicBezTo>
                <a:cubicBezTo>
                  <a:pt x="788" y="2062"/>
                  <a:pt x="792" y="2057"/>
                  <a:pt x="793" y="2050"/>
                </a:cubicBezTo>
                <a:cubicBezTo>
                  <a:pt x="798" y="2045"/>
                  <a:pt x="796" y="2034"/>
                  <a:pt x="800" y="2030"/>
                </a:cubicBezTo>
                <a:cubicBezTo>
                  <a:pt x="801" y="2017"/>
                  <a:pt x="801" y="2004"/>
                  <a:pt x="802" y="1992"/>
                </a:cubicBezTo>
                <a:cubicBezTo>
                  <a:pt x="802" y="1988"/>
                  <a:pt x="802" y="1984"/>
                  <a:pt x="801" y="1979"/>
                </a:cubicBezTo>
                <a:cubicBezTo>
                  <a:pt x="800" y="1975"/>
                  <a:pt x="803" y="1966"/>
                  <a:pt x="796" y="1969"/>
                </a:cubicBezTo>
                <a:close/>
                <a:moveTo>
                  <a:pt x="632" y="2085"/>
                </a:moveTo>
                <a:cubicBezTo>
                  <a:pt x="639" y="2082"/>
                  <a:pt x="641" y="2073"/>
                  <a:pt x="648" y="2069"/>
                </a:cubicBezTo>
                <a:cubicBezTo>
                  <a:pt x="679" y="2024"/>
                  <a:pt x="680" y="2015"/>
                  <a:pt x="688" y="2011"/>
                </a:cubicBezTo>
                <a:cubicBezTo>
                  <a:pt x="698" y="1995"/>
                  <a:pt x="700" y="1994"/>
                  <a:pt x="702" y="1993"/>
                </a:cubicBezTo>
                <a:cubicBezTo>
                  <a:pt x="709" y="1979"/>
                  <a:pt x="711" y="1976"/>
                  <a:pt x="716" y="1974"/>
                </a:cubicBezTo>
                <a:cubicBezTo>
                  <a:pt x="740" y="1928"/>
                  <a:pt x="740" y="1923"/>
                  <a:pt x="745" y="1922"/>
                </a:cubicBezTo>
                <a:cubicBezTo>
                  <a:pt x="764" y="1882"/>
                  <a:pt x="767" y="1874"/>
                  <a:pt x="769" y="1866"/>
                </a:cubicBezTo>
                <a:cubicBezTo>
                  <a:pt x="779" y="1830"/>
                  <a:pt x="778" y="1830"/>
                  <a:pt x="779" y="1821"/>
                </a:cubicBezTo>
                <a:cubicBezTo>
                  <a:pt x="780" y="1813"/>
                  <a:pt x="775" y="1822"/>
                  <a:pt x="774" y="1835"/>
                </a:cubicBezTo>
                <a:cubicBezTo>
                  <a:pt x="762" y="1874"/>
                  <a:pt x="757" y="1877"/>
                  <a:pt x="755" y="1882"/>
                </a:cubicBezTo>
                <a:cubicBezTo>
                  <a:pt x="728" y="1935"/>
                  <a:pt x="723" y="1944"/>
                  <a:pt x="716" y="1952"/>
                </a:cubicBezTo>
                <a:cubicBezTo>
                  <a:pt x="707" y="1972"/>
                  <a:pt x="699" y="1973"/>
                  <a:pt x="699" y="1980"/>
                </a:cubicBezTo>
                <a:cubicBezTo>
                  <a:pt x="656" y="2040"/>
                  <a:pt x="650" y="2048"/>
                  <a:pt x="643" y="2056"/>
                </a:cubicBezTo>
                <a:cubicBezTo>
                  <a:pt x="618" y="2091"/>
                  <a:pt x="620" y="2096"/>
                  <a:pt x="617" y="2097"/>
                </a:cubicBezTo>
                <a:cubicBezTo>
                  <a:pt x="596" y="2127"/>
                  <a:pt x="594" y="2132"/>
                  <a:pt x="592" y="2138"/>
                </a:cubicBezTo>
                <a:cubicBezTo>
                  <a:pt x="581" y="2154"/>
                  <a:pt x="577" y="2156"/>
                  <a:pt x="576" y="2160"/>
                </a:cubicBezTo>
                <a:cubicBezTo>
                  <a:pt x="593" y="2151"/>
                  <a:pt x="595" y="2149"/>
                  <a:pt x="597" y="2147"/>
                </a:cubicBezTo>
                <a:close/>
                <a:moveTo>
                  <a:pt x="527" y="2119"/>
                </a:moveTo>
                <a:cubicBezTo>
                  <a:pt x="538" y="2111"/>
                  <a:pt x="537" y="2093"/>
                  <a:pt x="549" y="2087"/>
                </a:cubicBezTo>
                <a:cubicBezTo>
                  <a:pt x="562" y="2065"/>
                  <a:pt x="564" y="2058"/>
                  <a:pt x="570" y="2054"/>
                </a:cubicBezTo>
                <a:cubicBezTo>
                  <a:pt x="604" y="2015"/>
                  <a:pt x="605" y="2012"/>
                  <a:pt x="607" y="2008"/>
                </a:cubicBezTo>
                <a:cubicBezTo>
                  <a:pt x="621" y="1986"/>
                  <a:pt x="628" y="1985"/>
                  <a:pt x="629" y="1978"/>
                </a:cubicBezTo>
                <a:cubicBezTo>
                  <a:pt x="654" y="1948"/>
                  <a:pt x="657" y="1943"/>
                  <a:pt x="661" y="1939"/>
                </a:cubicBezTo>
                <a:cubicBezTo>
                  <a:pt x="683" y="1906"/>
                  <a:pt x="689" y="1903"/>
                  <a:pt x="693" y="1899"/>
                </a:cubicBezTo>
                <a:cubicBezTo>
                  <a:pt x="715" y="1866"/>
                  <a:pt x="713" y="1857"/>
                  <a:pt x="720" y="1856"/>
                </a:cubicBezTo>
                <a:cubicBezTo>
                  <a:pt x="738" y="1819"/>
                  <a:pt x="740" y="1813"/>
                  <a:pt x="743" y="1808"/>
                </a:cubicBezTo>
                <a:cubicBezTo>
                  <a:pt x="755" y="1770"/>
                  <a:pt x="760" y="1770"/>
                  <a:pt x="758" y="1764"/>
                </a:cubicBezTo>
                <a:cubicBezTo>
                  <a:pt x="748" y="1776"/>
                  <a:pt x="751" y="1782"/>
                  <a:pt x="748" y="1784"/>
                </a:cubicBezTo>
                <a:cubicBezTo>
                  <a:pt x="719" y="1836"/>
                  <a:pt x="716" y="1850"/>
                  <a:pt x="708" y="1859"/>
                </a:cubicBezTo>
                <a:cubicBezTo>
                  <a:pt x="681" y="1895"/>
                  <a:pt x="679" y="1902"/>
                  <a:pt x="676" y="1907"/>
                </a:cubicBezTo>
                <a:cubicBezTo>
                  <a:pt x="632" y="1957"/>
                  <a:pt x="630" y="1965"/>
                  <a:pt x="626" y="1970"/>
                </a:cubicBezTo>
                <a:cubicBezTo>
                  <a:pt x="604" y="1994"/>
                  <a:pt x="607" y="2001"/>
                  <a:pt x="599" y="2000"/>
                </a:cubicBezTo>
                <a:cubicBezTo>
                  <a:pt x="579" y="2025"/>
                  <a:pt x="577" y="2028"/>
                  <a:pt x="575" y="2030"/>
                </a:cubicBezTo>
                <a:cubicBezTo>
                  <a:pt x="541" y="2084"/>
                  <a:pt x="535" y="2083"/>
                  <a:pt x="536" y="2087"/>
                </a:cubicBezTo>
                <a:cubicBezTo>
                  <a:pt x="519" y="2123"/>
                  <a:pt x="515" y="2128"/>
                  <a:pt x="513" y="2135"/>
                </a:cubicBezTo>
                <a:cubicBezTo>
                  <a:pt x="505" y="2148"/>
                  <a:pt x="504" y="2152"/>
                  <a:pt x="503" y="2149"/>
                </a:cubicBezTo>
                <a:cubicBezTo>
                  <a:pt x="523" y="2073"/>
                  <a:pt x="531" y="2066"/>
                  <a:pt x="536" y="2057"/>
                </a:cubicBezTo>
                <a:cubicBezTo>
                  <a:pt x="557" y="2023"/>
                  <a:pt x="558" y="2021"/>
                  <a:pt x="559" y="2018"/>
                </a:cubicBezTo>
                <a:cubicBezTo>
                  <a:pt x="576" y="1990"/>
                  <a:pt x="580" y="1991"/>
                  <a:pt x="581" y="1990"/>
                </a:cubicBezTo>
                <a:cubicBezTo>
                  <a:pt x="594" y="1973"/>
                  <a:pt x="598" y="1963"/>
                  <a:pt x="607" y="1958"/>
                </a:cubicBezTo>
                <a:cubicBezTo>
                  <a:pt x="639" y="1919"/>
                  <a:pt x="644" y="1916"/>
                  <a:pt x="646" y="1911"/>
                </a:cubicBezTo>
                <a:cubicBezTo>
                  <a:pt x="671" y="1879"/>
                  <a:pt x="677" y="1871"/>
                  <a:pt x="684" y="1863"/>
                </a:cubicBezTo>
                <a:cubicBezTo>
                  <a:pt x="710" y="1821"/>
                  <a:pt x="711" y="1819"/>
                  <a:pt x="711" y="1815"/>
                </a:cubicBezTo>
                <a:cubicBezTo>
                  <a:pt x="721" y="1793"/>
                  <a:pt x="726" y="1787"/>
                  <a:pt x="728" y="1779"/>
                </a:cubicBezTo>
                <a:cubicBezTo>
                  <a:pt x="737" y="1759"/>
                  <a:pt x="740" y="1755"/>
                  <a:pt x="739" y="1748"/>
                </a:cubicBezTo>
                <a:cubicBezTo>
                  <a:pt x="749" y="1711"/>
                  <a:pt x="758" y="1704"/>
                  <a:pt x="751" y="1701"/>
                </a:cubicBezTo>
                <a:cubicBezTo>
                  <a:pt x="741" y="1737"/>
                  <a:pt x="739" y="1741"/>
                  <a:pt x="737" y="1743"/>
                </a:cubicBezTo>
                <a:cubicBezTo>
                  <a:pt x="723" y="1777"/>
                  <a:pt x="722" y="1781"/>
                  <a:pt x="720" y="1784"/>
                </a:cubicBezTo>
                <a:cubicBezTo>
                  <a:pt x="699" y="1812"/>
                  <a:pt x="704" y="1820"/>
                  <a:pt x="701" y="1822"/>
                </a:cubicBezTo>
                <a:cubicBezTo>
                  <a:pt x="683" y="1840"/>
                  <a:pt x="688" y="1849"/>
                  <a:pt x="681" y="1848"/>
                </a:cubicBezTo>
                <a:cubicBezTo>
                  <a:pt x="648" y="1893"/>
                  <a:pt x="646" y="1895"/>
                  <a:pt x="645" y="1898"/>
                </a:cubicBezTo>
                <a:cubicBezTo>
                  <a:pt x="620" y="1924"/>
                  <a:pt x="623" y="1930"/>
                  <a:pt x="619" y="1931"/>
                </a:cubicBezTo>
                <a:cubicBezTo>
                  <a:pt x="602" y="1950"/>
                  <a:pt x="597" y="1950"/>
                  <a:pt x="596" y="1954"/>
                </a:cubicBezTo>
                <a:cubicBezTo>
                  <a:pt x="576" y="1984"/>
                  <a:pt x="571" y="1984"/>
                  <a:pt x="568" y="1987"/>
                </a:cubicBezTo>
                <a:cubicBezTo>
                  <a:pt x="551" y="2020"/>
                  <a:pt x="544" y="2020"/>
                  <a:pt x="542" y="2024"/>
                </a:cubicBezTo>
                <a:cubicBezTo>
                  <a:pt x="532" y="2053"/>
                  <a:pt x="525" y="2052"/>
                  <a:pt x="525" y="2058"/>
                </a:cubicBezTo>
                <a:cubicBezTo>
                  <a:pt x="510" y="2092"/>
                  <a:pt x="506" y="2097"/>
                  <a:pt x="504" y="2103"/>
                </a:cubicBezTo>
                <a:cubicBezTo>
                  <a:pt x="494" y="2126"/>
                  <a:pt x="492" y="2119"/>
                  <a:pt x="495" y="2106"/>
                </a:cubicBezTo>
                <a:cubicBezTo>
                  <a:pt x="521" y="2035"/>
                  <a:pt x="521" y="2029"/>
                  <a:pt x="522" y="2023"/>
                </a:cubicBezTo>
                <a:cubicBezTo>
                  <a:pt x="542" y="1984"/>
                  <a:pt x="551" y="1988"/>
                  <a:pt x="548" y="1980"/>
                </a:cubicBezTo>
                <a:cubicBezTo>
                  <a:pt x="561" y="1958"/>
                  <a:pt x="565" y="1956"/>
                  <a:pt x="568" y="1954"/>
                </a:cubicBezTo>
                <a:cubicBezTo>
                  <a:pt x="588" y="1927"/>
                  <a:pt x="588" y="1924"/>
                  <a:pt x="590" y="1924"/>
                </a:cubicBezTo>
                <a:cubicBezTo>
                  <a:pt x="605" y="1911"/>
                  <a:pt x="601" y="1902"/>
                  <a:pt x="608" y="1903"/>
                </a:cubicBezTo>
                <a:cubicBezTo>
                  <a:pt x="626" y="1880"/>
                  <a:pt x="629" y="1872"/>
                  <a:pt x="634" y="1866"/>
                </a:cubicBezTo>
                <a:cubicBezTo>
                  <a:pt x="650" y="1842"/>
                  <a:pt x="654" y="1836"/>
                  <a:pt x="657" y="1830"/>
                </a:cubicBezTo>
                <a:cubicBezTo>
                  <a:pt x="680" y="1801"/>
                  <a:pt x="677" y="1794"/>
                  <a:pt x="681" y="1793"/>
                </a:cubicBezTo>
                <a:cubicBezTo>
                  <a:pt x="694" y="1771"/>
                  <a:pt x="693" y="1766"/>
                  <a:pt x="694" y="1762"/>
                </a:cubicBezTo>
                <a:cubicBezTo>
                  <a:pt x="707" y="1740"/>
                  <a:pt x="703" y="1731"/>
                  <a:pt x="707" y="1730"/>
                </a:cubicBezTo>
                <a:cubicBezTo>
                  <a:pt x="706" y="1726"/>
                  <a:pt x="697" y="1741"/>
                  <a:pt x="692" y="1760"/>
                </a:cubicBezTo>
                <a:cubicBezTo>
                  <a:pt x="678" y="1785"/>
                  <a:pt x="677" y="1787"/>
                  <a:pt x="676" y="1789"/>
                </a:cubicBezTo>
                <a:cubicBezTo>
                  <a:pt x="658" y="1813"/>
                  <a:pt x="654" y="1821"/>
                  <a:pt x="651" y="1830"/>
                </a:cubicBezTo>
                <a:cubicBezTo>
                  <a:pt x="598" y="1896"/>
                  <a:pt x="599" y="1902"/>
                  <a:pt x="595" y="1904"/>
                </a:cubicBezTo>
                <a:cubicBezTo>
                  <a:pt x="576" y="1926"/>
                  <a:pt x="576" y="1928"/>
                  <a:pt x="575" y="1930"/>
                </a:cubicBezTo>
                <a:cubicBezTo>
                  <a:pt x="534" y="1988"/>
                  <a:pt x="529" y="1994"/>
                  <a:pt x="525" y="2003"/>
                </a:cubicBezTo>
                <a:cubicBezTo>
                  <a:pt x="505" y="2043"/>
                  <a:pt x="504" y="2047"/>
                  <a:pt x="500" y="2051"/>
                </a:cubicBezTo>
                <a:cubicBezTo>
                  <a:pt x="491" y="2091"/>
                  <a:pt x="484" y="2096"/>
                  <a:pt x="485" y="2109"/>
                </a:cubicBezTo>
                <a:cubicBezTo>
                  <a:pt x="473" y="2124"/>
                  <a:pt x="472" y="2121"/>
                  <a:pt x="475" y="2120"/>
                </a:cubicBezTo>
                <a:cubicBezTo>
                  <a:pt x="477" y="2079"/>
                  <a:pt x="483" y="2074"/>
                  <a:pt x="484" y="2065"/>
                </a:cubicBezTo>
                <a:cubicBezTo>
                  <a:pt x="500" y="2022"/>
                  <a:pt x="497" y="2015"/>
                  <a:pt x="500" y="2014"/>
                </a:cubicBezTo>
                <a:cubicBezTo>
                  <a:pt x="524" y="1961"/>
                  <a:pt x="529" y="1957"/>
                  <a:pt x="528" y="1948"/>
                </a:cubicBezTo>
                <a:cubicBezTo>
                  <a:pt x="549" y="1923"/>
                  <a:pt x="542" y="1913"/>
                  <a:pt x="550" y="1916"/>
                </a:cubicBezTo>
                <a:cubicBezTo>
                  <a:pt x="566" y="1887"/>
                  <a:pt x="568" y="1885"/>
                  <a:pt x="569" y="1882"/>
                </a:cubicBezTo>
                <a:cubicBezTo>
                  <a:pt x="586" y="1853"/>
                  <a:pt x="587" y="1849"/>
                  <a:pt x="593" y="1850"/>
                </a:cubicBezTo>
                <a:cubicBezTo>
                  <a:pt x="633" y="1789"/>
                  <a:pt x="642" y="1779"/>
                  <a:pt x="649" y="1767"/>
                </a:cubicBezTo>
                <a:cubicBezTo>
                  <a:pt x="673" y="1728"/>
                  <a:pt x="682" y="1727"/>
                  <a:pt x="682" y="1719"/>
                </a:cubicBezTo>
                <a:cubicBezTo>
                  <a:pt x="703" y="1677"/>
                  <a:pt x="709" y="1673"/>
                  <a:pt x="709" y="1664"/>
                </a:cubicBezTo>
                <a:cubicBezTo>
                  <a:pt x="719" y="1643"/>
                  <a:pt x="716" y="1636"/>
                  <a:pt x="720" y="1635"/>
                </a:cubicBezTo>
                <a:cubicBezTo>
                  <a:pt x="713" y="1646"/>
                  <a:pt x="708" y="1649"/>
                  <a:pt x="709" y="1658"/>
                </a:cubicBezTo>
                <a:cubicBezTo>
                  <a:pt x="687" y="1698"/>
                  <a:pt x="683" y="1709"/>
                  <a:pt x="676" y="1717"/>
                </a:cubicBezTo>
                <a:cubicBezTo>
                  <a:pt x="652" y="1756"/>
                  <a:pt x="643" y="1762"/>
                  <a:pt x="638" y="1772"/>
                </a:cubicBezTo>
                <a:cubicBezTo>
                  <a:pt x="611" y="1808"/>
                  <a:pt x="605" y="1817"/>
                  <a:pt x="598" y="1825"/>
                </a:cubicBezTo>
                <a:cubicBezTo>
                  <a:pt x="570" y="1869"/>
                  <a:pt x="568" y="1871"/>
                  <a:pt x="564" y="1871"/>
                </a:cubicBezTo>
                <a:cubicBezTo>
                  <a:pt x="535" y="1917"/>
                  <a:pt x="533" y="1930"/>
                  <a:pt x="525" y="1937"/>
                </a:cubicBezTo>
                <a:cubicBezTo>
                  <a:pt x="502" y="1990"/>
                  <a:pt x="498" y="1994"/>
                  <a:pt x="494" y="1999"/>
                </a:cubicBezTo>
                <a:cubicBezTo>
                  <a:pt x="487" y="2028"/>
                  <a:pt x="482" y="2028"/>
                  <a:pt x="484" y="2034"/>
                </a:cubicBezTo>
                <a:cubicBezTo>
                  <a:pt x="469" y="2074"/>
                  <a:pt x="471" y="2083"/>
                  <a:pt x="468" y="2088"/>
                </a:cubicBezTo>
                <a:cubicBezTo>
                  <a:pt x="459" y="2089"/>
                  <a:pt x="460" y="2087"/>
                  <a:pt x="461" y="2086"/>
                </a:cubicBezTo>
                <a:cubicBezTo>
                  <a:pt x="469" y="2046"/>
                  <a:pt x="469" y="2035"/>
                  <a:pt x="470" y="2024"/>
                </a:cubicBezTo>
                <a:cubicBezTo>
                  <a:pt x="493" y="1973"/>
                  <a:pt x="496" y="1965"/>
                  <a:pt x="500" y="1959"/>
                </a:cubicBezTo>
                <a:cubicBezTo>
                  <a:pt x="538" y="1889"/>
                  <a:pt x="543" y="1883"/>
                  <a:pt x="547" y="1877"/>
                </a:cubicBezTo>
                <a:cubicBezTo>
                  <a:pt x="578" y="1836"/>
                  <a:pt x="584" y="1829"/>
                  <a:pt x="589" y="1821"/>
                </a:cubicBezTo>
                <a:cubicBezTo>
                  <a:pt x="607" y="1794"/>
                  <a:pt x="612" y="1792"/>
                  <a:pt x="615" y="1789"/>
                </a:cubicBezTo>
                <a:cubicBezTo>
                  <a:pt x="633" y="1760"/>
                  <a:pt x="634" y="1755"/>
                  <a:pt x="639" y="1752"/>
                </a:cubicBezTo>
                <a:cubicBezTo>
                  <a:pt x="679" y="1687"/>
                  <a:pt x="686" y="1688"/>
                  <a:pt x="684" y="1679"/>
                </a:cubicBezTo>
                <a:cubicBezTo>
                  <a:pt x="684" y="1668"/>
                  <a:pt x="684" y="1676"/>
                  <a:pt x="680" y="1680"/>
                </a:cubicBezTo>
                <a:cubicBezTo>
                  <a:pt x="637" y="1744"/>
                  <a:pt x="628" y="1750"/>
                  <a:pt x="624" y="1762"/>
                </a:cubicBezTo>
                <a:cubicBezTo>
                  <a:pt x="611" y="1778"/>
                  <a:pt x="610" y="1785"/>
                  <a:pt x="604" y="1788"/>
                </a:cubicBezTo>
                <a:cubicBezTo>
                  <a:pt x="583" y="1819"/>
                  <a:pt x="577" y="1821"/>
                  <a:pt x="576" y="1827"/>
                </a:cubicBezTo>
                <a:cubicBezTo>
                  <a:pt x="555" y="1861"/>
                  <a:pt x="545" y="1860"/>
                  <a:pt x="546" y="1868"/>
                </a:cubicBezTo>
                <a:cubicBezTo>
                  <a:pt x="519" y="1903"/>
                  <a:pt x="516" y="1912"/>
                  <a:pt x="508" y="1917"/>
                </a:cubicBezTo>
                <a:cubicBezTo>
                  <a:pt x="499" y="1947"/>
                  <a:pt x="488" y="1948"/>
                  <a:pt x="490" y="1960"/>
                </a:cubicBezTo>
                <a:cubicBezTo>
                  <a:pt x="476" y="1985"/>
                  <a:pt x="473" y="1985"/>
                  <a:pt x="474" y="1989"/>
                </a:cubicBezTo>
                <a:cubicBezTo>
                  <a:pt x="461" y="2021"/>
                  <a:pt x="461" y="2026"/>
                  <a:pt x="462" y="2031"/>
                </a:cubicBezTo>
                <a:cubicBezTo>
                  <a:pt x="445" y="2054"/>
                  <a:pt x="454" y="2048"/>
                  <a:pt x="450" y="2043"/>
                </a:cubicBezTo>
                <a:cubicBezTo>
                  <a:pt x="467" y="1957"/>
                  <a:pt x="468" y="1948"/>
                  <a:pt x="471" y="1939"/>
                </a:cubicBezTo>
                <a:cubicBezTo>
                  <a:pt x="485" y="1912"/>
                  <a:pt x="483" y="1904"/>
                  <a:pt x="485" y="1901"/>
                </a:cubicBezTo>
                <a:cubicBezTo>
                  <a:pt x="500" y="1872"/>
                  <a:pt x="501" y="1868"/>
                  <a:pt x="505" y="1865"/>
                </a:cubicBezTo>
                <a:cubicBezTo>
                  <a:pt x="521" y="1833"/>
                  <a:pt x="523" y="1832"/>
                  <a:pt x="524" y="1830"/>
                </a:cubicBezTo>
                <a:cubicBezTo>
                  <a:pt x="533" y="1814"/>
                  <a:pt x="536" y="1812"/>
                  <a:pt x="538" y="1808"/>
                </a:cubicBezTo>
                <a:cubicBezTo>
                  <a:pt x="569" y="1770"/>
                  <a:pt x="574" y="1764"/>
                  <a:pt x="580" y="1759"/>
                </a:cubicBezTo>
                <a:cubicBezTo>
                  <a:pt x="610" y="1726"/>
                  <a:pt x="622" y="1714"/>
                  <a:pt x="635" y="1702"/>
                </a:cubicBezTo>
                <a:cubicBezTo>
                  <a:pt x="667" y="1672"/>
                  <a:pt x="666" y="1666"/>
                  <a:pt x="672" y="1665"/>
                </a:cubicBezTo>
                <a:cubicBezTo>
                  <a:pt x="690" y="1640"/>
                  <a:pt x="693" y="1637"/>
                  <a:pt x="694" y="1633"/>
                </a:cubicBezTo>
                <a:cubicBezTo>
                  <a:pt x="695" y="1626"/>
                  <a:pt x="692" y="1630"/>
                  <a:pt x="687" y="1633"/>
                </a:cubicBezTo>
                <a:cubicBezTo>
                  <a:pt x="675" y="1652"/>
                  <a:pt x="672" y="1656"/>
                  <a:pt x="667" y="1659"/>
                </a:cubicBezTo>
                <a:cubicBezTo>
                  <a:pt x="626" y="1703"/>
                  <a:pt x="616" y="1710"/>
                  <a:pt x="608" y="1717"/>
                </a:cubicBezTo>
                <a:cubicBezTo>
                  <a:pt x="558" y="1774"/>
                  <a:pt x="548" y="1780"/>
                  <a:pt x="543" y="1790"/>
                </a:cubicBezTo>
                <a:cubicBezTo>
                  <a:pt x="527" y="1806"/>
                  <a:pt x="528" y="1814"/>
                  <a:pt x="521" y="1815"/>
                </a:cubicBezTo>
                <a:cubicBezTo>
                  <a:pt x="490" y="1870"/>
                  <a:pt x="490" y="1881"/>
                  <a:pt x="482" y="1886"/>
                </a:cubicBezTo>
                <a:cubicBezTo>
                  <a:pt x="465" y="1932"/>
                  <a:pt x="457" y="1948"/>
                  <a:pt x="453" y="1969"/>
                </a:cubicBezTo>
                <a:cubicBezTo>
                  <a:pt x="445" y="2003"/>
                  <a:pt x="442" y="2006"/>
                  <a:pt x="443" y="2013"/>
                </a:cubicBezTo>
                <a:cubicBezTo>
                  <a:pt x="442" y="1979"/>
                  <a:pt x="442" y="1977"/>
                  <a:pt x="444" y="1969"/>
                </a:cubicBezTo>
                <a:cubicBezTo>
                  <a:pt x="457" y="1930"/>
                  <a:pt x="460" y="1925"/>
                  <a:pt x="460" y="1918"/>
                </a:cubicBezTo>
                <a:cubicBezTo>
                  <a:pt x="468" y="1898"/>
                  <a:pt x="469" y="1895"/>
                  <a:pt x="472" y="1893"/>
                </a:cubicBezTo>
                <a:cubicBezTo>
                  <a:pt x="482" y="1864"/>
                  <a:pt x="486" y="1864"/>
                  <a:pt x="487" y="1861"/>
                </a:cubicBezTo>
                <a:cubicBezTo>
                  <a:pt x="513" y="1822"/>
                  <a:pt x="515" y="1819"/>
                  <a:pt x="514" y="1816"/>
                </a:cubicBezTo>
                <a:cubicBezTo>
                  <a:pt x="538" y="1785"/>
                  <a:pt x="543" y="1775"/>
                  <a:pt x="550" y="1765"/>
                </a:cubicBezTo>
                <a:cubicBezTo>
                  <a:pt x="563" y="1754"/>
                  <a:pt x="564" y="1748"/>
                  <a:pt x="569" y="1746"/>
                </a:cubicBezTo>
                <a:cubicBezTo>
                  <a:pt x="626" y="1679"/>
                  <a:pt x="635" y="1675"/>
                  <a:pt x="639" y="1667"/>
                </a:cubicBezTo>
                <a:cubicBezTo>
                  <a:pt x="652" y="1656"/>
                  <a:pt x="653" y="1650"/>
                  <a:pt x="658" y="1648"/>
                </a:cubicBezTo>
                <a:cubicBezTo>
                  <a:pt x="685" y="1613"/>
                  <a:pt x="690" y="1611"/>
                  <a:pt x="690" y="1605"/>
                </a:cubicBezTo>
                <a:cubicBezTo>
                  <a:pt x="666" y="1629"/>
                  <a:pt x="663" y="1633"/>
                  <a:pt x="661" y="1637"/>
                </a:cubicBezTo>
                <a:cubicBezTo>
                  <a:pt x="645" y="1655"/>
                  <a:pt x="642" y="1656"/>
                  <a:pt x="641" y="1658"/>
                </a:cubicBezTo>
                <a:cubicBezTo>
                  <a:pt x="623" y="1675"/>
                  <a:pt x="621" y="1677"/>
                  <a:pt x="621" y="1679"/>
                </a:cubicBezTo>
                <a:cubicBezTo>
                  <a:pt x="555" y="1747"/>
                  <a:pt x="542" y="1762"/>
                  <a:pt x="529" y="1778"/>
                </a:cubicBezTo>
                <a:cubicBezTo>
                  <a:pt x="480" y="1857"/>
                  <a:pt x="477" y="1861"/>
                  <a:pt x="474" y="1865"/>
                </a:cubicBezTo>
                <a:cubicBezTo>
                  <a:pt x="457" y="1892"/>
                  <a:pt x="460" y="1898"/>
                  <a:pt x="457" y="1899"/>
                </a:cubicBezTo>
                <a:cubicBezTo>
                  <a:pt x="448" y="1926"/>
                  <a:pt x="447" y="1932"/>
                  <a:pt x="444" y="1937"/>
                </a:cubicBezTo>
                <a:cubicBezTo>
                  <a:pt x="430" y="1990"/>
                  <a:pt x="434" y="2000"/>
                  <a:pt x="427" y="2001"/>
                </a:cubicBezTo>
                <a:cubicBezTo>
                  <a:pt x="428" y="1976"/>
                  <a:pt x="425" y="1969"/>
                  <a:pt x="429" y="1968"/>
                </a:cubicBezTo>
                <a:cubicBezTo>
                  <a:pt x="454" y="1873"/>
                  <a:pt x="457" y="1867"/>
                  <a:pt x="458" y="1859"/>
                </a:cubicBezTo>
                <a:cubicBezTo>
                  <a:pt x="503" y="1788"/>
                  <a:pt x="500" y="1781"/>
                  <a:pt x="503" y="1779"/>
                </a:cubicBezTo>
                <a:cubicBezTo>
                  <a:pt x="526" y="1748"/>
                  <a:pt x="531" y="1743"/>
                  <a:pt x="535" y="1738"/>
                </a:cubicBezTo>
                <a:cubicBezTo>
                  <a:pt x="560" y="1712"/>
                  <a:pt x="572" y="1703"/>
                  <a:pt x="580" y="1691"/>
                </a:cubicBezTo>
                <a:cubicBezTo>
                  <a:pt x="620" y="1659"/>
                  <a:pt x="620" y="1650"/>
                  <a:pt x="629" y="1648"/>
                </a:cubicBezTo>
                <a:cubicBezTo>
                  <a:pt x="643" y="1640"/>
                  <a:pt x="632" y="1634"/>
                  <a:pt x="633" y="1639"/>
                </a:cubicBezTo>
                <a:cubicBezTo>
                  <a:pt x="606" y="1659"/>
                  <a:pt x="608" y="1664"/>
                  <a:pt x="602" y="1663"/>
                </a:cubicBezTo>
                <a:cubicBezTo>
                  <a:pt x="571" y="1694"/>
                  <a:pt x="560" y="1701"/>
                  <a:pt x="553" y="1713"/>
                </a:cubicBezTo>
                <a:cubicBezTo>
                  <a:pt x="520" y="1748"/>
                  <a:pt x="511" y="1751"/>
                  <a:pt x="511" y="1761"/>
                </a:cubicBezTo>
                <a:cubicBezTo>
                  <a:pt x="490" y="1789"/>
                  <a:pt x="484" y="1795"/>
                  <a:pt x="481" y="1803"/>
                </a:cubicBezTo>
                <a:cubicBezTo>
                  <a:pt x="463" y="1829"/>
                  <a:pt x="463" y="1836"/>
                  <a:pt x="462" y="1841"/>
                </a:cubicBezTo>
                <a:cubicBezTo>
                  <a:pt x="437" y="1903"/>
                  <a:pt x="428" y="1911"/>
                  <a:pt x="428" y="1927"/>
                </a:cubicBezTo>
                <a:cubicBezTo>
                  <a:pt x="420" y="1948"/>
                  <a:pt x="418" y="1950"/>
                  <a:pt x="417" y="1954"/>
                </a:cubicBezTo>
                <a:cubicBezTo>
                  <a:pt x="420" y="1914"/>
                  <a:pt x="417" y="1907"/>
                  <a:pt x="420" y="1905"/>
                </a:cubicBezTo>
                <a:cubicBezTo>
                  <a:pt x="435" y="1847"/>
                  <a:pt x="437" y="1844"/>
                  <a:pt x="437" y="1841"/>
                </a:cubicBezTo>
                <a:cubicBezTo>
                  <a:pt x="456" y="1795"/>
                  <a:pt x="464" y="1784"/>
                  <a:pt x="470" y="1771"/>
                </a:cubicBezTo>
                <a:cubicBezTo>
                  <a:pt x="506" y="1721"/>
                  <a:pt x="509" y="1717"/>
                  <a:pt x="512" y="1713"/>
                </a:cubicBezTo>
                <a:cubicBezTo>
                  <a:pt x="521" y="1701"/>
                  <a:pt x="525" y="1702"/>
                  <a:pt x="526" y="1701"/>
                </a:cubicBezTo>
                <a:cubicBezTo>
                  <a:pt x="544" y="1677"/>
                  <a:pt x="559" y="1664"/>
                  <a:pt x="570" y="1648"/>
                </a:cubicBezTo>
                <a:cubicBezTo>
                  <a:pt x="607" y="1598"/>
                  <a:pt x="604" y="1589"/>
                  <a:pt x="610" y="1588"/>
                </a:cubicBezTo>
                <a:cubicBezTo>
                  <a:pt x="621" y="1556"/>
                  <a:pt x="624" y="1555"/>
                  <a:pt x="622" y="1550"/>
                </a:cubicBezTo>
                <a:cubicBezTo>
                  <a:pt x="610" y="1569"/>
                  <a:pt x="610" y="1577"/>
                  <a:pt x="605" y="1582"/>
                </a:cubicBezTo>
                <a:cubicBezTo>
                  <a:pt x="557" y="1650"/>
                  <a:pt x="554" y="1661"/>
                  <a:pt x="543" y="1665"/>
                </a:cubicBezTo>
                <a:cubicBezTo>
                  <a:pt x="512" y="1703"/>
                  <a:pt x="509" y="1704"/>
                  <a:pt x="509" y="1707"/>
                </a:cubicBezTo>
                <a:cubicBezTo>
                  <a:pt x="478" y="1744"/>
                  <a:pt x="469" y="1750"/>
                  <a:pt x="467" y="1762"/>
                </a:cubicBezTo>
                <a:cubicBezTo>
                  <a:pt x="443" y="1797"/>
                  <a:pt x="439" y="1807"/>
                  <a:pt x="438" y="1821"/>
                </a:cubicBezTo>
                <a:cubicBezTo>
                  <a:pt x="429" y="1846"/>
                  <a:pt x="423" y="1846"/>
                  <a:pt x="423" y="1851"/>
                </a:cubicBezTo>
                <a:cubicBezTo>
                  <a:pt x="408" y="1895"/>
                  <a:pt x="412" y="1908"/>
                  <a:pt x="405" y="1913"/>
                </a:cubicBezTo>
                <a:cubicBezTo>
                  <a:pt x="407" y="1876"/>
                  <a:pt x="415" y="1878"/>
                  <a:pt x="413" y="1871"/>
                </a:cubicBezTo>
                <a:cubicBezTo>
                  <a:pt x="418" y="1857"/>
                  <a:pt x="415" y="1850"/>
                  <a:pt x="418" y="1847"/>
                </a:cubicBezTo>
                <a:cubicBezTo>
                  <a:pt x="437" y="1792"/>
                  <a:pt x="440" y="1790"/>
                  <a:pt x="440" y="1788"/>
                </a:cubicBezTo>
                <a:cubicBezTo>
                  <a:pt x="448" y="1768"/>
                  <a:pt x="451" y="1760"/>
                  <a:pt x="455" y="1752"/>
                </a:cubicBezTo>
                <a:cubicBezTo>
                  <a:pt x="476" y="1717"/>
                  <a:pt x="475" y="1712"/>
                  <a:pt x="478" y="1709"/>
                </a:cubicBezTo>
                <a:cubicBezTo>
                  <a:pt x="495" y="1687"/>
                  <a:pt x="495" y="1681"/>
                  <a:pt x="498" y="1679"/>
                </a:cubicBezTo>
                <a:cubicBezTo>
                  <a:pt x="521" y="1647"/>
                  <a:pt x="524" y="1644"/>
                  <a:pt x="526" y="1640"/>
                </a:cubicBezTo>
                <a:cubicBezTo>
                  <a:pt x="551" y="1609"/>
                  <a:pt x="550" y="1603"/>
                  <a:pt x="554" y="1601"/>
                </a:cubicBezTo>
                <a:cubicBezTo>
                  <a:pt x="570" y="1563"/>
                  <a:pt x="576" y="1562"/>
                  <a:pt x="575" y="1556"/>
                </a:cubicBezTo>
                <a:cubicBezTo>
                  <a:pt x="581" y="1513"/>
                  <a:pt x="584" y="1508"/>
                  <a:pt x="584" y="1500"/>
                </a:cubicBezTo>
                <a:cubicBezTo>
                  <a:pt x="573" y="1529"/>
                  <a:pt x="577" y="1544"/>
                  <a:pt x="570" y="1550"/>
                </a:cubicBezTo>
                <a:cubicBezTo>
                  <a:pt x="548" y="1600"/>
                  <a:pt x="544" y="1602"/>
                  <a:pt x="541" y="1604"/>
                </a:cubicBezTo>
                <a:cubicBezTo>
                  <a:pt x="510" y="1653"/>
                  <a:pt x="506" y="1655"/>
                  <a:pt x="503" y="1657"/>
                </a:cubicBezTo>
                <a:cubicBezTo>
                  <a:pt x="481" y="1690"/>
                  <a:pt x="477" y="1696"/>
                  <a:pt x="474" y="1703"/>
                </a:cubicBezTo>
                <a:cubicBezTo>
                  <a:pt x="464" y="1717"/>
                  <a:pt x="463" y="1720"/>
                  <a:pt x="462" y="1717"/>
                </a:cubicBezTo>
                <a:cubicBezTo>
                  <a:pt x="474" y="1695"/>
                  <a:pt x="475" y="1693"/>
                  <a:pt x="475" y="1690"/>
                </a:cubicBezTo>
                <a:cubicBezTo>
                  <a:pt x="494" y="1659"/>
                  <a:pt x="495" y="1654"/>
                  <a:pt x="496" y="1649"/>
                </a:cubicBezTo>
                <a:cubicBezTo>
                  <a:pt x="525" y="1599"/>
                  <a:pt x="529" y="1590"/>
                  <a:pt x="533" y="1581"/>
                </a:cubicBezTo>
                <a:cubicBezTo>
                  <a:pt x="553" y="1505"/>
                  <a:pt x="553" y="1491"/>
                  <a:pt x="554" y="1479"/>
                </a:cubicBezTo>
                <a:cubicBezTo>
                  <a:pt x="544" y="1432"/>
                  <a:pt x="549" y="1437"/>
                  <a:pt x="547" y="1446"/>
                </a:cubicBezTo>
                <a:cubicBezTo>
                  <a:pt x="542" y="1527"/>
                  <a:pt x="542" y="1535"/>
                  <a:pt x="541" y="1543"/>
                </a:cubicBezTo>
                <a:cubicBezTo>
                  <a:pt x="526" y="1573"/>
                  <a:pt x="529" y="1580"/>
                  <a:pt x="524" y="1581"/>
                </a:cubicBezTo>
                <a:cubicBezTo>
                  <a:pt x="508" y="1611"/>
                  <a:pt x="503" y="1625"/>
                  <a:pt x="495" y="1636"/>
                </a:cubicBezTo>
                <a:cubicBezTo>
                  <a:pt x="475" y="1680"/>
                  <a:pt x="471" y="1684"/>
                  <a:pt x="466" y="1688"/>
                </a:cubicBezTo>
                <a:cubicBezTo>
                  <a:pt x="444" y="1731"/>
                  <a:pt x="441" y="1737"/>
                  <a:pt x="437" y="1743"/>
                </a:cubicBezTo>
                <a:cubicBezTo>
                  <a:pt x="416" y="1794"/>
                  <a:pt x="410" y="1794"/>
                  <a:pt x="413" y="1801"/>
                </a:cubicBezTo>
                <a:cubicBezTo>
                  <a:pt x="394" y="1860"/>
                  <a:pt x="396" y="1864"/>
                  <a:pt x="396" y="1868"/>
                </a:cubicBezTo>
                <a:cubicBezTo>
                  <a:pt x="390" y="1891"/>
                  <a:pt x="394" y="1899"/>
                  <a:pt x="389" y="1899"/>
                </a:cubicBezTo>
                <a:cubicBezTo>
                  <a:pt x="391" y="1841"/>
                  <a:pt x="392" y="1826"/>
                  <a:pt x="394" y="1811"/>
                </a:cubicBezTo>
                <a:cubicBezTo>
                  <a:pt x="401" y="1785"/>
                  <a:pt x="405" y="1780"/>
                  <a:pt x="404" y="1771"/>
                </a:cubicBezTo>
                <a:cubicBezTo>
                  <a:pt x="430" y="1712"/>
                  <a:pt x="435" y="1708"/>
                  <a:pt x="434" y="1699"/>
                </a:cubicBezTo>
                <a:cubicBezTo>
                  <a:pt x="451" y="1672"/>
                  <a:pt x="455" y="1665"/>
                  <a:pt x="457" y="1656"/>
                </a:cubicBezTo>
                <a:cubicBezTo>
                  <a:pt x="481" y="1622"/>
                  <a:pt x="480" y="1616"/>
                  <a:pt x="480" y="1611"/>
                </a:cubicBezTo>
                <a:cubicBezTo>
                  <a:pt x="505" y="1561"/>
                  <a:pt x="502" y="1553"/>
                  <a:pt x="507" y="1552"/>
                </a:cubicBezTo>
                <a:cubicBezTo>
                  <a:pt x="519" y="1524"/>
                  <a:pt x="515" y="1515"/>
                  <a:pt x="519" y="1514"/>
                </a:cubicBezTo>
                <a:cubicBezTo>
                  <a:pt x="520" y="1449"/>
                  <a:pt x="515" y="1450"/>
                  <a:pt x="517" y="1444"/>
                </a:cubicBezTo>
                <a:cubicBezTo>
                  <a:pt x="509" y="1516"/>
                  <a:pt x="509" y="1523"/>
                  <a:pt x="505" y="1526"/>
                </a:cubicBezTo>
                <a:cubicBezTo>
                  <a:pt x="494" y="1564"/>
                  <a:pt x="491" y="1568"/>
                  <a:pt x="489" y="1573"/>
                </a:cubicBezTo>
                <a:cubicBezTo>
                  <a:pt x="479" y="1592"/>
                  <a:pt x="483" y="1602"/>
                  <a:pt x="475" y="1602"/>
                </a:cubicBezTo>
                <a:cubicBezTo>
                  <a:pt x="443" y="1672"/>
                  <a:pt x="434" y="1679"/>
                  <a:pt x="431" y="1690"/>
                </a:cubicBezTo>
                <a:cubicBezTo>
                  <a:pt x="406" y="1738"/>
                  <a:pt x="409" y="1747"/>
                  <a:pt x="403" y="1749"/>
                </a:cubicBezTo>
                <a:cubicBezTo>
                  <a:pt x="434" y="1663"/>
                  <a:pt x="439" y="1660"/>
                  <a:pt x="440" y="1653"/>
                </a:cubicBezTo>
                <a:cubicBezTo>
                  <a:pt x="452" y="1614"/>
                  <a:pt x="459" y="1613"/>
                  <a:pt x="458" y="1606"/>
                </a:cubicBezTo>
                <a:cubicBezTo>
                  <a:pt x="480" y="1553"/>
                  <a:pt x="480" y="1545"/>
                  <a:pt x="482" y="1540"/>
                </a:cubicBezTo>
                <a:cubicBezTo>
                  <a:pt x="489" y="1465"/>
                  <a:pt x="491" y="1464"/>
                  <a:pt x="491" y="1448"/>
                </a:cubicBezTo>
                <a:cubicBezTo>
                  <a:pt x="487" y="1401"/>
                  <a:pt x="485" y="1390"/>
                  <a:pt x="484" y="1379"/>
                </a:cubicBezTo>
                <a:cubicBezTo>
                  <a:pt x="474" y="1371"/>
                  <a:pt x="480" y="1385"/>
                  <a:pt x="483" y="1403"/>
                </a:cubicBezTo>
                <a:cubicBezTo>
                  <a:pt x="487" y="1491"/>
                  <a:pt x="478" y="1495"/>
                  <a:pt x="482" y="1506"/>
                </a:cubicBezTo>
                <a:cubicBezTo>
                  <a:pt x="478" y="1531"/>
                  <a:pt x="477" y="1534"/>
                  <a:pt x="475" y="1537"/>
                </a:cubicBezTo>
                <a:cubicBezTo>
                  <a:pt x="459" y="1577"/>
                  <a:pt x="456" y="1591"/>
                  <a:pt x="451" y="1604"/>
                </a:cubicBezTo>
                <a:cubicBezTo>
                  <a:pt x="433" y="1645"/>
                  <a:pt x="431" y="1652"/>
                  <a:pt x="429" y="1658"/>
                </a:cubicBezTo>
                <a:cubicBezTo>
                  <a:pt x="412" y="1698"/>
                  <a:pt x="411" y="1701"/>
                  <a:pt x="408" y="1703"/>
                </a:cubicBezTo>
                <a:cubicBezTo>
                  <a:pt x="390" y="1762"/>
                  <a:pt x="384" y="1769"/>
                  <a:pt x="383" y="1779"/>
                </a:cubicBezTo>
                <a:cubicBezTo>
                  <a:pt x="369" y="1821"/>
                  <a:pt x="377" y="1833"/>
                  <a:pt x="371" y="1832"/>
                </a:cubicBezTo>
                <a:cubicBezTo>
                  <a:pt x="368" y="1777"/>
                  <a:pt x="371" y="1764"/>
                  <a:pt x="372" y="1749"/>
                </a:cubicBezTo>
                <a:cubicBezTo>
                  <a:pt x="382" y="1721"/>
                  <a:pt x="379" y="1714"/>
                  <a:pt x="383" y="1714"/>
                </a:cubicBezTo>
                <a:cubicBezTo>
                  <a:pt x="403" y="1659"/>
                  <a:pt x="406" y="1655"/>
                  <a:pt x="406" y="1649"/>
                </a:cubicBezTo>
                <a:cubicBezTo>
                  <a:pt x="424" y="1598"/>
                  <a:pt x="431" y="1597"/>
                  <a:pt x="431" y="1590"/>
                </a:cubicBezTo>
                <a:cubicBezTo>
                  <a:pt x="461" y="1509"/>
                  <a:pt x="462" y="1500"/>
                  <a:pt x="465" y="1494"/>
                </a:cubicBezTo>
                <a:cubicBezTo>
                  <a:pt x="472" y="1470"/>
                  <a:pt x="467" y="1462"/>
                  <a:pt x="472" y="1462"/>
                </a:cubicBezTo>
                <a:cubicBezTo>
                  <a:pt x="476" y="1437"/>
                  <a:pt x="471" y="1428"/>
                  <a:pt x="476" y="1427"/>
                </a:cubicBezTo>
                <a:cubicBezTo>
                  <a:pt x="473" y="1417"/>
                  <a:pt x="469" y="1447"/>
                  <a:pt x="462" y="1476"/>
                </a:cubicBezTo>
                <a:cubicBezTo>
                  <a:pt x="434" y="1564"/>
                  <a:pt x="433" y="1570"/>
                  <a:pt x="430" y="1573"/>
                </a:cubicBezTo>
                <a:cubicBezTo>
                  <a:pt x="422" y="1597"/>
                  <a:pt x="416" y="1602"/>
                  <a:pt x="415" y="1611"/>
                </a:cubicBezTo>
                <a:cubicBezTo>
                  <a:pt x="391" y="1664"/>
                  <a:pt x="387" y="1672"/>
                  <a:pt x="382" y="1679"/>
                </a:cubicBezTo>
                <a:cubicBezTo>
                  <a:pt x="367" y="1716"/>
                  <a:pt x="373" y="1726"/>
                  <a:pt x="366" y="1726"/>
                </a:cubicBezTo>
                <a:cubicBezTo>
                  <a:pt x="360" y="1762"/>
                  <a:pt x="364" y="1763"/>
                  <a:pt x="358" y="1766"/>
                </a:cubicBezTo>
                <a:cubicBezTo>
                  <a:pt x="381" y="1656"/>
                  <a:pt x="382" y="1648"/>
                  <a:pt x="386" y="1643"/>
                </a:cubicBezTo>
                <a:cubicBezTo>
                  <a:pt x="399" y="1610"/>
                  <a:pt x="404" y="1595"/>
                  <a:pt x="408" y="1581"/>
                </a:cubicBezTo>
                <a:cubicBezTo>
                  <a:pt x="436" y="1516"/>
                  <a:pt x="433" y="1505"/>
                  <a:pt x="438" y="1500"/>
                </a:cubicBezTo>
                <a:cubicBezTo>
                  <a:pt x="456" y="1427"/>
                  <a:pt x="459" y="1420"/>
                  <a:pt x="460" y="1411"/>
                </a:cubicBezTo>
                <a:cubicBezTo>
                  <a:pt x="455" y="1378"/>
                  <a:pt x="451" y="1393"/>
                  <a:pt x="453" y="1414"/>
                </a:cubicBezTo>
                <a:cubicBezTo>
                  <a:pt x="442" y="1477"/>
                  <a:pt x="433" y="1477"/>
                  <a:pt x="434" y="1487"/>
                </a:cubicBezTo>
                <a:cubicBezTo>
                  <a:pt x="416" y="1534"/>
                  <a:pt x="415" y="1548"/>
                  <a:pt x="409" y="1559"/>
                </a:cubicBezTo>
                <a:cubicBezTo>
                  <a:pt x="392" y="1598"/>
                  <a:pt x="391" y="1605"/>
                  <a:pt x="388" y="1610"/>
                </a:cubicBezTo>
                <a:cubicBezTo>
                  <a:pt x="380" y="1635"/>
                  <a:pt x="375" y="1638"/>
                  <a:pt x="376" y="1646"/>
                </a:cubicBezTo>
                <a:cubicBezTo>
                  <a:pt x="352" y="1701"/>
                  <a:pt x="360" y="1712"/>
                  <a:pt x="354" y="1711"/>
                </a:cubicBezTo>
                <a:cubicBezTo>
                  <a:pt x="350" y="1730"/>
                  <a:pt x="346" y="1726"/>
                  <a:pt x="345" y="1712"/>
                </a:cubicBezTo>
                <a:cubicBezTo>
                  <a:pt x="355" y="1665"/>
                  <a:pt x="358" y="1665"/>
                  <a:pt x="357" y="1661"/>
                </a:cubicBezTo>
                <a:cubicBezTo>
                  <a:pt x="366" y="1643"/>
                  <a:pt x="363" y="1637"/>
                  <a:pt x="366" y="1636"/>
                </a:cubicBezTo>
                <a:cubicBezTo>
                  <a:pt x="372" y="1617"/>
                  <a:pt x="374" y="1616"/>
                  <a:pt x="373" y="1612"/>
                </a:cubicBezTo>
                <a:cubicBezTo>
                  <a:pt x="395" y="1560"/>
                  <a:pt x="394" y="1553"/>
                  <a:pt x="400" y="1551"/>
                </a:cubicBezTo>
                <a:cubicBezTo>
                  <a:pt x="425" y="1482"/>
                  <a:pt x="427" y="1477"/>
                  <a:pt x="427" y="1470"/>
                </a:cubicBezTo>
                <a:cubicBezTo>
                  <a:pt x="418" y="1498"/>
                  <a:pt x="408" y="1504"/>
                  <a:pt x="408" y="1517"/>
                </a:cubicBezTo>
                <a:cubicBezTo>
                  <a:pt x="377" y="1581"/>
                  <a:pt x="373" y="1584"/>
                  <a:pt x="372" y="1590"/>
                </a:cubicBezTo>
                <a:cubicBezTo>
                  <a:pt x="363" y="1617"/>
                  <a:pt x="360" y="1628"/>
                  <a:pt x="353" y="1637"/>
                </a:cubicBezTo>
                <a:cubicBezTo>
                  <a:pt x="343" y="1676"/>
                  <a:pt x="340" y="1680"/>
                  <a:pt x="341" y="1688"/>
                </a:cubicBezTo>
                <a:cubicBezTo>
                  <a:pt x="338" y="1660"/>
                  <a:pt x="342" y="1652"/>
                  <a:pt x="340" y="1640"/>
                </a:cubicBezTo>
                <a:cubicBezTo>
                  <a:pt x="360" y="1597"/>
                  <a:pt x="360" y="1592"/>
                  <a:pt x="361" y="1588"/>
                </a:cubicBezTo>
                <a:cubicBezTo>
                  <a:pt x="367" y="1561"/>
                  <a:pt x="371" y="1559"/>
                  <a:pt x="371" y="1555"/>
                </a:cubicBezTo>
                <a:cubicBezTo>
                  <a:pt x="390" y="1506"/>
                  <a:pt x="387" y="1494"/>
                  <a:pt x="393" y="1490"/>
                </a:cubicBezTo>
                <a:cubicBezTo>
                  <a:pt x="403" y="1419"/>
                  <a:pt x="403" y="1406"/>
                  <a:pt x="402" y="1393"/>
                </a:cubicBezTo>
                <a:cubicBezTo>
                  <a:pt x="393" y="1354"/>
                  <a:pt x="388" y="1352"/>
                  <a:pt x="389" y="1344"/>
                </a:cubicBezTo>
                <a:cubicBezTo>
                  <a:pt x="382" y="1350"/>
                  <a:pt x="386" y="1352"/>
                  <a:pt x="388" y="1357"/>
                </a:cubicBezTo>
                <a:cubicBezTo>
                  <a:pt x="396" y="1435"/>
                  <a:pt x="396" y="1441"/>
                  <a:pt x="397" y="1446"/>
                </a:cubicBezTo>
                <a:cubicBezTo>
                  <a:pt x="389" y="1476"/>
                  <a:pt x="385" y="1481"/>
                  <a:pt x="384" y="1491"/>
                </a:cubicBezTo>
                <a:cubicBezTo>
                  <a:pt x="358" y="1561"/>
                  <a:pt x="358" y="1571"/>
                  <a:pt x="356" y="1578"/>
                </a:cubicBezTo>
                <a:cubicBezTo>
                  <a:pt x="341" y="1628"/>
                  <a:pt x="334" y="1627"/>
                  <a:pt x="335" y="1634"/>
                </a:cubicBezTo>
                <a:cubicBezTo>
                  <a:pt x="324" y="1665"/>
                  <a:pt x="328" y="1674"/>
                  <a:pt x="321" y="1674"/>
                </a:cubicBezTo>
                <a:cubicBezTo>
                  <a:pt x="334" y="1588"/>
                  <a:pt x="337" y="1580"/>
                  <a:pt x="340" y="1570"/>
                </a:cubicBezTo>
                <a:cubicBezTo>
                  <a:pt x="350" y="1541"/>
                  <a:pt x="350" y="1536"/>
                  <a:pt x="350" y="1530"/>
                </a:cubicBezTo>
                <a:cubicBezTo>
                  <a:pt x="360" y="1499"/>
                  <a:pt x="364" y="1497"/>
                  <a:pt x="363" y="1490"/>
                </a:cubicBezTo>
                <a:cubicBezTo>
                  <a:pt x="370" y="1438"/>
                  <a:pt x="375" y="1420"/>
                  <a:pt x="376" y="1397"/>
                </a:cubicBezTo>
                <a:cubicBezTo>
                  <a:pt x="365" y="1320"/>
                  <a:pt x="368" y="1312"/>
                  <a:pt x="363" y="1313"/>
                </a:cubicBezTo>
                <a:cubicBezTo>
                  <a:pt x="362" y="1332"/>
                  <a:pt x="366" y="1343"/>
                  <a:pt x="368" y="1356"/>
                </a:cubicBezTo>
                <a:cubicBezTo>
                  <a:pt x="367" y="1417"/>
                  <a:pt x="365" y="1421"/>
                  <a:pt x="365" y="1426"/>
                </a:cubicBezTo>
                <a:cubicBezTo>
                  <a:pt x="359" y="1455"/>
                  <a:pt x="363" y="1465"/>
                  <a:pt x="359" y="1466"/>
                </a:cubicBezTo>
                <a:cubicBezTo>
                  <a:pt x="340" y="1539"/>
                  <a:pt x="336" y="1559"/>
                  <a:pt x="329" y="1575"/>
                </a:cubicBezTo>
                <a:cubicBezTo>
                  <a:pt x="313" y="1626"/>
                  <a:pt x="312" y="1623"/>
                  <a:pt x="315" y="1622"/>
                </a:cubicBezTo>
                <a:cubicBezTo>
                  <a:pt x="321" y="1588"/>
                  <a:pt x="322" y="1576"/>
                  <a:pt x="324" y="1565"/>
                </a:cubicBezTo>
                <a:cubicBezTo>
                  <a:pt x="337" y="1477"/>
                  <a:pt x="342" y="1476"/>
                  <a:pt x="341" y="1469"/>
                </a:cubicBezTo>
                <a:cubicBezTo>
                  <a:pt x="333" y="1317"/>
                  <a:pt x="332" y="1308"/>
                  <a:pt x="330" y="1302"/>
                </a:cubicBezTo>
                <a:cubicBezTo>
                  <a:pt x="318" y="1275"/>
                  <a:pt x="315" y="1268"/>
                  <a:pt x="311" y="1262"/>
                </a:cubicBezTo>
                <a:cubicBezTo>
                  <a:pt x="305" y="1258"/>
                  <a:pt x="310" y="1270"/>
                  <a:pt x="317" y="1281"/>
                </a:cubicBezTo>
                <a:cubicBezTo>
                  <a:pt x="326" y="1312"/>
                  <a:pt x="326" y="1314"/>
                  <a:pt x="328" y="1315"/>
                </a:cubicBezTo>
                <a:cubicBezTo>
                  <a:pt x="329" y="1333"/>
                  <a:pt x="332" y="1343"/>
                  <a:pt x="333" y="1356"/>
                </a:cubicBezTo>
                <a:cubicBezTo>
                  <a:pt x="330" y="1464"/>
                  <a:pt x="334" y="1471"/>
                  <a:pt x="331" y="1472"/>
                </a:cubicBezTo>
                <a:cubicBezTo>
                  <a:pt x="326" y="1497"/>
                  <a:pt x="326" y="1501"/>
                  <a:pt x="326" y="1506"/>
                </a:cubicBezTo>
                <a:cubicBezTo>
                  <a:pt x="320" y="1533"/>
                  <a:pt x="322" y="1543"/>
                  <a:pt x="316" y="1548"/>
                </a:cubicBezTo>
                <a:cubicBezTo>
                  <a:pt x="325" y="1483"/>
                  <a:pt x="324" y="1478"/>
                  <a:pt x="326" y="1475"/>
                </a:cubicBezTo>
                <a:cubicBezTo>
                  <a:pt x="318" y="1352"/>
                  <a:pt x="312" y="1331"/>
                  <a:pt x="308" y="1301"/>
                </a:cubicBezTo>
                <a:cubicBezTo>
                  <a:pt x="295" y="1275"/>
                  <a:pt x="294" y="1264"/>
                  <a:pt x="289" y="1259"/>
                </a:cubicBezTo>
                <a:cubicBezTo>
                  <a:pt x="267" y="1237"/>
                  <a:pt x="279" y="1241"/>
                  <a:pt x="283" y="1255"/>
                </a:cubicBezTo>
                <a:cubicBezTo>
                  <a:pt x="295" y="1285"/>
                  <a:pt x="296" y="1289"/>
                  <a:pt x="298" y="1291"/>
                </a:cubicBezTo>
                <a:cubicBezTo>
                  <a:pt x="309" y="1335"/>
                  <a:pt x="306" y="1343"/>
                  <a:pt x="311" y="1343"/>
                </a:cubicBezTo>
                <a:cubicBezTo>
                  <a:pt x="317" y="1393"/>
                  <a:pt x="320" y="1396"/>
                  <a:pt x="319" y="1403"/>
                </a:cubicBezTo>
                <a:cubicBezTo>
                  <a:pt x="315" y="1486"/>
                  <a:pt x="316" y="1486"/>
                  <a:pt x="314" y="1491"/>
                </a:cubicBezTo>
                <a:cubicBezTo>
                  <a:pt x="313" y="1523"/>
                  <a:pt x="307" y="1531"/>
                  <a:pt x="307" y="1544"/>
                </a:cubicBezTo>
                <a:cubicBezTo>
                  <a:pt x="291" y="1555"/>
                  <a:pt x="301" y="1540"/>
                  <a:pt x="301" y="1520"/>
                </a:cubicBezTo>
                <a:cubicBezTo>
                  <a:pt x="300" y="1371"/>
                  <a:pt x="298" y="1365"/>
                  <a:pt x="298" y="1357"/>
                </a:cubicBezTo>
                <a:cubicBezTo>
                  <a:pt x="292" y="1333"/>
                  <a:pt x="291" y="1319"/>
                  <a:pt x="286" y="1307"/>
                </a:cubicBezTo>
                <a:cubicBezTo>
                  <a:pt x="262" y="1254"/>
                  <a:pt x="263" y="1243"/>
                  <a:pt x="258" y="1242"/>
                </a:cubicBezTo>
                <a:cubicBezTo>
                  <a:pt x="286" y="1321"/>
                  <a:pt x="285" y="1331"/>
                  <a:pt x="288" y="1336"/>
                </a:cubicBezTo>
                <a:cubicBezTo>
                  <a:pt x="293" y="1366"/>
                  <a:pt x="296" y="1381"/>
                  <a:pt x="297" y="1398"/>
                </a:cubicBezTo>
                <a:cubicBezTo>
                  <a:pt x="299" y="1489"/>
                  <a:pt x="294" y="1492"/>
                  <a:pt x="295" y="1499"/>
                </a:cubicBezTo>
                <a:cubicBezTo>
                  <a:pt x="290" y="1445"/>
                  <a:pt x="287" y="1444"/>
                  <a:pt x="287" y="1441"/>
                </a:cubicBezTo>
                <a:cubicBezTo>
                  <a:pt x="283" y="1415"/>
                  <a:pt x="287" y="1416"/>
                  <a:pt x="283" y="1412"/>
                </a:cubicBezTo>
                <a:cubicBezTo>
                  <a:pt x="269" y="1353"/>
                  <a:pt x="262" y="1342"/>
                  <a:pt x="259" y="1327"/>
                </a:cubicBezTo>
                <a:cubicBezTo>
                  <a:pt x="234" y="1272"/>
                  <a:pt x="238" y="1259"/>
                  <a:pt x="228" y="1261"/>
                </a:cubicBezTo>
                <a:cubicBezTo>
                  <a:pt x="239" y="1279"/>
                  <a:pt x="239" y="1288"/>
                  <a:pt x="244" y="1293"/>
                </a:cubicBezTo>
                <a:cubicBezTo>
                  <a:pt x="270" y="1419"/>
                  <a:pt x="279" y="1422"/>
                  <a:pt x="277" y="1426"/>
                </a:cubicBezTo>
                <a:cubicBezTo>
                  <a:pt x="278" y="1456"/>
                  <a:pt x="282" y="1465"/>
                  <a:pt x="278" y="1465"/>
                </a:cubicBezTo>
                <a:cubicBezTo>
                  <a:pt x="250" y="1385"/>
                  <a:pt x="252" y="1374"/>
                  <a:pt x="247" y="1371"/>
                </a:cubicBezTo>
                <a:cubicBezTo>
                  <a:pt x="231" y="1330"/>
                  <a:pt x="231" y="1320"/>
                  <a:pt x="224" y="1320"/>
                </a:cubicBezTo>
                <a:cubicBezTo>
                  <a:pt x="253" y="1397"/>
                  <a:pt x="257" y="1421"/>
                  <a:pt x="265" y="1440"/>
                </a:cubicBezTo>
                <a:cubicBezTo>
                  <a:pt x="281" y="1531"/>
                  <a:pt x="286" y="1534"/>
                  <a:pt x="285" y="1543"/>
                </a:cubicBezTo>
                <a:cubicBezTo>
                  <a:pt x="284" y="1556"/>
                  <a:pt x="280" y="1549"/>
                  <a:pt x="281" y="1537"/>
                </a:cubicBezTo>
                <a:cubicBezTo>
                  <a:pt x="247" y="1462"/>
                  <a:pt x="249" y="1450"/>
                  <a:pt x="244" y="1448"/>
                </a:cubicBezTo>
                <a:cubicBezTo>
                  <a:pt x="221" y="1375"/>
                  <a:pt x="214" y="1365"/>
                  <a:pt x="211" y="1352"/>
                </a:cubicBezTo>
                <a:cubicBezTo>
                  <a:pt x="195" y="1325"/>
                  <a:pt x="197" y="1318"/>
                  <a:pt x="193" y="1318"/>
                </a:cubicBezTo>
                <a:cubicBezTo>
                  <a:pt x="167" y="1263"/>
                  <a:pt x="166" y="1260"/>
                  <a:pt x="163" y="1259"/>
                </a:cubicBezTo>
                <a:cubicBezTo>
                  <a:pt x="165" y="1272"/>
                  <a:pt x="172" y="1286"/>
                  <a:pt x="179" y="1300"/>
                </a:cubicBezTo>
                <a:cubicBezTo>
                  <a:pt x="191" y="1329"/>
                  <a:pt x="195" y="1335"/>
                  <a:pt x="199" y="1342"/>
                </a:cubicBezTo>
                <a:cubicBezTo>
                  <a:pt x="226" y="1428"/>
                  <a:pt x="232" y="1438"/>
                  <a:pt x="235" y="1451"/>
                </a:cubicBezTo>
                <a:cubicBezTo>
                  <a:pt x="247" y="1477"/>
                  <a:pt x="248" y="1489"/>
                  <a:pt x="244" y="1487"/>
                </a:cubicBezTo>
                <a:cubicBezTo>
                  <a:pt x="228" y="1464"/>
                  <a:pt x="227" y="1461"/>
                  <a:pt x="227" y="1456"/>
                </a:cubicBezTo>
                <a:cubicBezTo>
                  <a:pt x="203" y="1423"/>
                  <a:pt x="201" y="1417"/>
                  <a:pt x="195" y="1414"/>
                </a:cubicBezTo>
                <a:cubicBezTo>
                  <a:pt x="155" y="1347"/>
                  <a:pt x="145" y="1324"/>
                  <a:pt x="133" y="1303"/>
                </a:cubicBezTo>
                <a:cubicBezTo>
                  <a:pt x="109" y="1262"/>
                  <a:pt x="115" y="1250"/>
                  <a:pt x="110" y="1252"/>
                </a:cubicBezTo>
                <a:cubicBezTo>
                  <a:pt x="109" y="1242"/>
                  <a:pt x="105" y="1259"/>
                  <a:pt x="113" y="1263"/>
                </a:cubicBezTo>
                <a:cubicBezTo>
                  <a:pt x="127" y="1300"/>
                  <a:pt x="126" y="1302"/>
                  <a:pt x="126" y="1303"/>
                </a:cubicBezTo>
                <a:cubicBezTo>
                  <a:pt x="141" y="1331"/>
                  <a:pt x="144" y="1335"/>
                  <a:pt x="146" y="1339"/>
                </a:cubicBezTo>
                <a:cubicBezTo>
                  <a:pt x="190" y="1424"/>
                  <a:pt x="196" y="1426"/>
                  <a:pt x="197" y="1434"/>
                </a:cubicBezTo>
                <a:cubicBezTo>
                  <a:pt x="210" y="1458"/>
                  <a:pt x="220" y="1459"/>
                  <a:pt x="214" y="1461"/>
                </a:cubicBezTo>
                <a:cubicBezTo>
                  <a:pt x="187" y="1433"/>
                  <a:pt x="186" y="1419"/>
                  <a:pt x="176" y="1416"/>
                </a:cubicBezTo>
                <a:cubicBezTo>
                  <a:pt x="141" y="1351"/>
                  <a:pt x="132" y="1347"/>
                  <a:pt x="131" y="1333"/>
                </a:cubicBezTo>
                <a:cubicBezTo>
                  <a:pt x="111" y="1296"/>
                  <a:pt x="107" y="1286"/>
                  <a:pt x="103" y="1276"/>
                </a:cubicBezTo>
                <a:cubicBezTo>
                  <a:pt x="91" y="1264"/>
                  <a:pt x="97" y="1277"/>
                  <a:pt x="102" y="1292"/>
                </a:cubicBezTo>
                <a:cubicBezTo>
                  <a:pt x="114" y="1318"/>
                  <a:pt x="118" y="1323"/>
                  <a:pt x="120" y="1332"/>
                </a:cubicBezTo>
                <a:cubicBezTo>
                  <a:pt x="155" y="1393"/>
                  <a:pt x="155" y="1404"/>
                  <a:pt x="162" y="1406"/>
                </a:cubicBezTo>
                <a:cubicBezTo>
                  <a:pt x="199" y="1459"/>
                  <a:pt x="201" y="1462"/>
                  <a:pt x="201" y="1466"/>
                </a:cubicBezTo>
                <a:cubicBezTo>
                  <a:pt x="226" y="1495"/>
                  <a:pt x="229" y="1501"/>
                  <a:pt x="233" y="1508"/>
                </a:cubicBezTo>
                <a:cubicBezTo>
                  <a:pt x="258" y="1549"/>
                  <a:pt x="262" y="1552"/>
                  <a:pt x="264" y="1556"/>
                </a:cubicBezTo>
                <a:cubicBezTo>
                  <a:pt x="275" y="1581"/>
                  <a:pt x="279" y="1585"/>
                  <a:pt x="280" y="1594"/>
                </a:cubicBezTo>
                <a:cubicBezTo>
                  <a:pt x="252" y="1560"/>
                  <a:pt x="253" y="1550"/>
                  <a:pt x="246" y="1548"/>
                </a:cubicBezTo>
                <a:cubicBezTo>
                  <a:pt x="206" y="1500"/>
                  <a:pt x="201" y="1497"/>
                  <a:pt x="199" y="1490"/>
                </a:cubicBezTo>
                <a:cubicBezTo>
                  <a:pt x="157" y="1432"/>
                  <a:pt x="148" y="1422"/>
                  <a:pt x="143" y="1409"/>
                </a:cubicBezTo>
                <a:cubicBezTo>
                  <a:pt x="131" y="1385"/>
                  <a:pt x="125" y="1383"/>
                  <a:pt x="125" y="1373"/>
                </a:cubicBezTo>
                <a:cubicBezTo>
                  <a:pt x="105" y="1330"/>
                  <a:pt x="100" y="1329"/>
                  <a:pt x="101" y="1320"/>
                </a:cubicBezTo>
                <a:cubicBezTo>
                  <a:pt x="102" y="1331"/>
                  <a:pt x="100" y="1339"/>
                  <a:pt x="103" y="1340"/>
                </a:cubicBezTo>
                <a:cubicBezTo>
                  <a:pt x="110" y="1364"/>
                  <a:pt x="115" y="1363"/>
                  <a:pt x="114" y="1370"/>
                </a:cubicBezTo>
                <a:cubicBezTo>
                  <a:pt x="137" y="1408"/>
                  <a:pt x="136" y="1419"/>
                  <a:pt x="141" y="1422"/>
                </a:cubicBezTo>
                <a:cubicBezTo>
                  <a:pt x="156" y="1453"/>
                  <a:pt x="166" y="1461"/>
                  <a:pt x="173" y="1473"/>
                </a:cubicBezTo>
                <a:cubicBezTo>
                  <a:pt x="189" y="1492"/>
                  <a:pt x="192" y="1499"/>
                  <a:pt x="195" y="1504"/>
                </a:cubicBezTo>
                <a:cubicBezTo>
                  <a:pt x="213" y="1516"/>
                  <a:pt x="212" y="1522"/>
                  <a:pt x="214" y="1524"/>
                </a:cubicBezTo>
                <a:cubicBezTo>
                  <a:pt x="255" y="1589"/>
                  <a:pt x="252" y="1574"/>
                  <a:pt x="239" y="1568"/>
                </a:cubicBezTo>
                <a:cubicBezTo>
                  <a:pt x="221" y="1541"/>
                  <a:pt x="214" y="1544"/>
                  <a:pt x="215" y="1537"/>
                </a:cubicBezTo>
                <a:cubicBezTo>
                  <a:pt x="180" y="1500"/>
                  <a:pt x="179" y="1495"/>
                  <a:pt x="175" y="1494"/>
                </a:cubicBezTo>
                <a:cubicBezTo>
                  <a:pt x="146" y="1459"/>
                  <a:pt x="144" y="1451"/>
                  <a:pt x="139" y="1447"/>
                </a:cubicBezTo>
                <a:cubicBezTo>
                  <a:pt x="94" y="1374"/>
                  <a:pt x="93" y="1370"/>
                  <a:pt x="90" y="1369"/>
                </a:cubicBezTo>
                <a:cubicBezTo>
                  <a:pt x="78" y="1346"/>
                  <a:pt x="78" y="1341"/>
                  <a:pt x="74" y="1340"/>
                </a:cubicBezTo>
                <a:cubicBezTo>
                  <a:pt x="93" y="1394"/>
                  <a:pt x="106" y="1399"/>
                  <a:pt x="108" y="1416"/>
                </a:cubicBezTo>
                <a:cubicBezTo>
                  <a:pt x="134" y="1452"/>
                  <a:pt x="138" y="1456"/>
                  <a:pt x="140" y="1464"/>
                </a:cubicBezTo>
                <a:cubicBezTo>
                  <a:pt x="169" y="1499"/>
                  <a:pt x="172" y="1505"/>
                  <a:pt x="176" y="1510"/>
                </a:cubicBezTo>
                <a:cubicBezTo>
                  <a:pt x="257" y="1606"/>
                  <a:pt x="266" y="1609"/>
                  <a:pt x="269" y="1619"/>
                </a:cubicBezTo>
                <a:cubicBezTo>
                  <a:pt x="296" y="1654"/>
                  <a:pt x="301" y="1655"/>
                  <a:pt x="300" y="1663"/>
                </a:cubicBezTo>
                <a:cubicBezTo>
                  <a:pt x="312" y="1683"/>
                  <a:pt x="316" y="1685"/>
                  <a:pt x="313" y="1686"/>
                </a:cubicBezTo>
                <a:cubicBezTo>
                  <a:pt x="294" y="1663"/>
                  <a:pt x="292" y="1654"/>
                  <a:pt x="286" y="1648"/>
                </a:cubicBezTo>
                <a:cubicBezTo>
                  <a:pt x="254" y="1611"/>
                  <a:pt x="253" y="1608"/>
                  <a:pt x="250" y="1605"/>
                </a:cubicBezTo>
                <a:cubicBezTo>
                  <a:pt x="221" y="1575"/>
                  <a:pt x="218" y="1567"/>
                  <a:pt x="210" y="1564"/>
                </a:cubicBezTo>
                <a:cubicBezTo>
                  <a:pt x="184" y="1536"/>
                  <a:pt x="174" y="1525"/>
                  <a:pt x="165" y="1512"/>
                </a:cubicBezTo>
                <a:cubicBezTo>
                  <a:pt x="129" y="1461"/>
                  <a:pt x="115" y="1454"/>
                  <a:pt x="110" y="1438"/>
                </a:cubicBezTo>
                <a:cubicBezTo>
                  <a:pt x="87" y="1406"/>
                  <a:pt x="88" y="1398"/>
                  <a:pt x="83" y="1398"/>
                </a:cubicBezTo>
                <a:cubicBezTo>
                  <a:pt x="103" y="1435"/>
                  <a:pt x="106" y="1446"/>
                  <a:pt x="113" y="1453"/>
                </a:cubicBezTo>
                <a:cubicBezTo>
                  <a:pt x="161" y="1516"/>
                  <a:pt x="160" y="1524"/>
                  <a:pt x="166" y="1526"/>
                </a:cubicBezTo>
                <a:cubicBezTo>
                  <a:pt x="208" y="1573"/>
                  <a:pt x="213" y="1575"/>
                  <a:pt x="214" y="1581"/>
                </a:cubicBezTo>
                <a:cubicBezTo>
                  <a:pt x="228" y="1594"/>
                  <a:pt x="228" y="1599"/>
                  <a:pt x="233" y="1600"/>
                </a:cubicBezTo>
                <a:cubicBezTo>
                  <a:pt x="258" y="1636"/>
                  <a:pt x="268" y="1637"/>
                  <a:pt x="271" y="1645"/>
                </a:cubicBezTo>
                <a:cubicBezTo>
                  <a:pt x="283" y="1662"/>
                  <a:pt x="286" y="1663"/>
                  <a:pt x="283" y="1664"/>
                </a:cubicBezTo>
                <a:cubicBezTo>
                  <a:pt x="266" y="1645"/>
                  <a:pt x="264" y="1642"/>
                  <a:pt x="262" y="1639"/>
                </a:cubicBezTo>
                <a:cubicBezTo>
                  <a:pt x="243" y="1618"/>
                  <a:pt x="229" y="1611"/>
                  <a:pt x="221" y="1596"/>
                </a:cubicBezTo>
                <a:cubicBezTo>
                  <a:pt x="199" y="1583"/>
                  <a:pt x="200" y="1572"/>
                  <a:pt x="191" y="1572"/>
                </a:cubicBezTo>
                <a:cubicBezTo>
                  <a:pt x="170" y="1549"/>
                  <a:pt x="170" y="1543"/>
                  <a:pt x="165" y="1543"/>
                </a:cubicBezTo>
                <a:cubicBezTo>
                  <a:pt x="111" y="1476"/>
                  <a:pt x="109" y="1469"/>
                  <a:pt x="103" y="1467"/>
                </a:cubicBezTo>
                <a:cubicBezTo>
                  <a:pt x="65" y="1409"/>
                  <a:pt x="64" y="1401"/>
                  <a:pt x="61" y="1395"/>
                </a:cubicBezTo>
                <a:cubicBezTo>
                  <a:pt x="44" y="1364"/>
                  <a:pt x="47" y="1355"/>
                  <a:pt x="43" y="1355"/>
                </a:cubicBezTo>
                <a:cubicBezTo>
                  <a:pt x="34" y="1346"/>
                  <a:pt x="41" y="1361"/>
                  <a:pt x="42" y="1375"/>
                </a:cubicBezTo>
                <a:cubicBezTo>
                  <a:pt x="70" y="1427"/>
                  <a:pt x="76" y="1441"/>
                  <a:pt x="84" y="1453"/>
                </a:cubicBezTo>
                <a:cubicBezTo>
                  <a:pt x="119" y="1498"/>
                  <a:pt x="126" y="1512"/>
                  <a:pt x="137" y="1521"/>
                </a:cubicBezTo>
                <a:cubicBezTo>
                  <a:pt x="155" y="1543"/>
                  <a:pt x="158" y="1549"/>
                  <a:pt x="164" y="1554"/>
                </a:cubicBezTo>
                <a:cubicBezTo>
                  <a:pt x="202" y="1593"/>
                  <a:pt x="206" y="1594"/>
                  <a:pt x="206" y="1599"/>
                </a:cubicBezTo>
                <a:cubicBezTo>
                  <a:pt x="242" y="1635"/>
                  <a:pt x="249" y="1638"/>
                  <a:pt x="253" y="1644"/>
                </a:cubicBezTo>
                <a:cubicBezTo>
                  <a:pt x="322" y="1730"/>
                  <a:pt x="324" y="1732"/>
                  <a:pt x="327" y="1733"/>
                </a:cubicBezTo>
                <a:cubicBezTo>
                  <a:pt x="330" y="1757"/>
                  <a:pt x="328" y="1750"/>
                  <a:pt x="324" y="1746"/>
                </a:cubicBezTo>
                <a:cubicBezTo>
                  <a:pt x="297" y="1716"/>
                  <a:pt x="292" y="1714"/>
                  <a:pt x="290" y="1707"/>
                </a:cubicBezTo>
                <a:cubicBezTo>
                  <a:pt x="252" y="1673"/>
                  <a:pt x="244" y="1674"/>
                  <a:pt x="244" y="1667"/>
                </a:cubicBezTo>
                <a:cubicBezTo>
                  <a:pt x="222" y="1653"/>
                  <a:pt x="223" y="1647"/>
                  <a:pt x="218" y="1649"/>
                </a:cubicBezTo>
                <a:cubicBezTo>
                  <a:pt x="180" y="1612"/>
                  <a:pt x="177" y="1606"/>
                  <a:pt x="172" y="1604"/>
                </a:cubicBezTo>
                <a:cubicBezTo>
                  <a:pt x="145" y="1572"/>
                  <a:pt x="138" y="1572"/>
                  <a:pt x="136" y="1565"/>
                </a:cubicBezTo>
                <a:cubicBezTo>
                  <a:pt x="94" y="1522"/>
                  <a:pt x="94" y="1514"/>
                  <a:pt x="89" y="1511"/>
                </a:cubicBezTo>
                <a:cubicBezTo>
                  <a:pt x="53" y="1462"/>
                  <a:pt x="51" y="1455"/>
                  <a:pt x="47" y="1451"/>
                </a:cubicBezTo>
                <a:cubicBezTo>
                  <a:pt x="19" y="1397"/>
                  <a:pt x="20" y="1392"/>
                  <a:pt x="17" y="1392"/>
                </a:cubicBezTo>
                <a:cubicBezTo>
                  <a:pt x="29" y="1432"/>
                  <a:pt x="32" y="1437"/>
                  <a:pt x="36" y="1441"/>
                </a:cubicBezTo>
                <a:cubicBezTo>
                  <a:pt x="55" y="1476"/>
                  <a:pt x="57" y="1482"/>
                  <a:pt x="63" y="1485"/>
                </a:cubicBezTo>
                <a:cubicBezTo>
                  <a:pt x="82" y="1520"/>
                  <a:pt x="91" y="1517"/>
                  <a:pt x="90" y="1527"/>
                </a:cubicBezTo>
                <a:cubicBezTo>
                  <a:pt x="130" y="1572"/>
                  <a:pt x="136" y="1582"/>
                  <a:pt x="144" y="1588"/>
                </a:cubicBezTo>
                <a:cubicBezTo>
                  <a:pt x="165" y="1605"/>
                  <a:pt x="163" y="1612"/>
                  <a:pt x="168" y="1611"/>
                </a:cubicBezTo>
                <a:cubicBezTo>
                  <a:pt x="192" y="1640"/>
                  <a:pt x="200" y="1639"/>
                  <a:pt x="201" y="1645"/>
                </a:cubicBezTo>
                <a:cubicBezTo>
                  <a:pt x="223" y="1662"/>
                  <a:pt x="231" y="1669"/>
                  <a:pt x="240" y="1676"/>
                </a:cubicBezTo>
                <a:cubicBezTo>
                  <a:pt x="282" y="1709"/>
                  <a:pt x="293" y="1729"/>
                  <a:pt x="308" y="1745"/>
                </a:cubicBezTo>
                <a:cubicBezTo>
                  <a:pt x="341" y="1789"/>
                  <a:pt x="348" y="1789"/>
                  <a:pt x="347" y="1799"/>
                </a:cubicBezTo>
                <a:cubicBezTo>
                  <a:pt x="249" y="1714"/>
                  <a:pt x="242" y="1702"/>
                  <a:pt x="229" y="1698"/>
                </a:cubicBezTo>
                <a:cubicBezTo>
                  <a:pt x="213" y="1681"/>
                  <a:pt x="209" y="1680"/>
                  <a:pt x="205" y="1680"/>
                </a:cubicBezTo>
                <a:cubicBezTo>
                  <a:pt x="183" y="1658"/>
                  <a:pt x="175" y="1658"/>
                  <a:pt x="175" y="1649"/>
                </a:cubicBezTo>
                <a:cubicBezTo>
                  <a:pt x="144" y="1629"/>
                  <a:pt x="144" y="1625"/>
                  <a:pt x="142" y="1623"/>
                </a:cubicBezTo>
                <a:cubicBezTo>
                  <a:pt x="119" y="1604"/>
                  <a:pt x="115" y="1600"/>
                  <a:pt x="112" y="1595"/>
                </a:cubicBezTo>
                <a:cubicBezTo>
                  <a:pt x="70" y="1551"/>
                  <a:pt x="64" y="1541"/>
                  <a:pt x="55" y="1533"/>
                </a:cubicBezTo>
                <a:cubicBezTo>
                  <a:pt x="43" y="1512"/>
                  <a:pt x="39" y="1508"/>
                  <a:pt x="36" y="1504"/>
                </a:cubicBezTo>
                <a:cubicBezTo>
                  <a:pt x="13" y="1470"/>
                  <a:pt x="12" y="1464"/>
                  <a:pt x="9" y="1460"/>
                </a:cubicBezTo>
                <a:cubicBezTo>
                  <a:pt x="0" y="1445"/>
                  <a:pt x="0" y="1449"/>
                  <a:pt x="0" y="1452"/>
                </a:cubicBezTo>
                <a:cubicBezTo>
                  <a:pt x="16" y="1485"/>
                  <a:pt x="21" y="1494"/>
                  <a:pt x="29" y="1500"/>
                </a:cubicBezTo>
                <a:cubicBezTo>
                  <a:pt x="68" y="1562"/>
                  <a:pt x="77" y="1567"/>
                  <a:pt x="80" y="1577"/>
                </a:cubicBezTo>
                <a:cubicBezTo>
                  <a:pt x="100" y="1594"/>
                  <a:pt x="101" y="1597"/>
                  <a:pt x="103" y="1598"/>
                </a:cubicBezTo>
                <a:cubicBezTo>
                  <a:pt x="135" y="1634"/>
                  <a:pt x="140" y="1632"/>
                  <a:pt x="139" y="1637"/>
                </a:cubicBezTo>
                <a:cubicBezTo>
                  <a:pt x="163" y="1650"/>
                  <a:pt x="163" y="1658"/>
                  <a:pt x="167" y="1661"/>
                </a:cubicBezTo>
                <a:cubicBezTo>
                  <a:pt x="193" y="1681"/>
                  <a:pt x="195" y="1682"/>
                  <a:pt x="197" y="1683"/>
                </a:cubicBezTo>
                <a:cubicBezTo>
                  <a:pt x="215" y="1700"/>
                  <a:pt x="218" y="1698"/>
                  <a:pt x="220" y="1699"/>
                </a:cubicBezTo>
                <a:cubicBezTo>
                  <a:pt x="230" y="1711"/>
                  <a:pt x="236" y="1712"/>
                  <a:pt x="239" y="1717"/>
                </a:cubicBezTo>
                <a:cubicBezTo>
                  <a:pt x="267" y="1736"/>
                  <a:pt x="274" y="1737"/>
                  <a:pt x="275" y="1743"/>
                </a:cubicBezTo>
                <a:cubicBezTo>
                  <a:pt x="302" y="1765"/>
                  <a:pt x="308" y="1766"/>
                  <a:pt x="310" y="1771"/>
                </a:cubicBezTo>
                <a:cubicBezTo>
                  <a:pt x="349" y="1821"/>
                  <a:pt x="357" y="1823"/>
                  <a:pt x="356" y="1836"/>
                </a:cubicBezTo>
                <a:cubicBezTo>
                  <a:pt x="331" y="1813"/>
                  <a:pt x="332" y="1805"/>
                  <a:pt x="326" y="1805"/>
                </a:cubicBezTo>
                <a:cubicBezTo>
                  <a:pt x="304" y="1782"/>
                  <a:pt x="298" y="1782"/>
                  <a:pt x="295" y="1779"/>
                </a:cubicBezTo>
                <a:cubicBezTo>
                  <a:pt x="282" y="1769"/>
                  <a:pt x="279" y="1766"/>
                  <a:pt x="277" y="1763"/>
                </a:cubicBezTo>
                <a:cubicBezTo>
                  <a:pt x="241" y="1743"/>
                  <a:pt x="238" y="1740"/>
                  <a:pt x="234" y="1739"/>
                </a:cubicBezTo>
                <a:cubicBezTo>
                  <a:pt x="227" y="1734"/>
                  <a:pt x="224" y="1735"/>
                  <a:pt x="222" y="1734"/>
                </a:cubicBezTo>
                <a:cubicBezTo>
                  <a:pt x="198" y="1718"/>
                  <a:pt x="195" y="1713"/>
                  <a:pt x="190" y="1714"/>
                </a:cubicBezTo>
                <a:cubicBezTo>
                  <a:pt x="156" y="1694"/>
                  <a:pt x="153" y="1694"/>
                  <a:pt x="154" y="1690"/>
                </a:cubicBezTo>
                <a:cubicBezTo>
                  <a:pt x="95" y="1661"/>
                  <a:pt x="89" y="1655"/>
                  <a:pt x="79" y="1654"/>
                </a:cubicBezTo>
                <a:cubicBezTo>
                  <a:pt x="34" y="1618"/>
                  <a:pt x="28" y="1612"/>
                  <a:pt x="21" y="1608"/>
                </a:cubicBezTo>
                <a:cubicBezTo>
                  <a:pt x="0" y="1597"/>
                  <a:pt x="0" y="1597"/>
                  <a:pt x="0" y="1597"/>
                </a:cubicBezTo>
                <a:cubicBezTo>
                  <a:pt x="18" y="1610"/>
                  <a:pt x="17" y="1616"/>
                  <a:pt x="22" y="1614"/>
                </a:cubicBezTo>
                <a:cubicBezTo>
                  <a:pt x="41" y="1634"/>
                  <a:pt x="43" y="1635"/>
                  <a:pt x="43" y="1639"/>
                </a:cubicBezTo>
                <a:cubicBezTo>
                  <a:pt x="69" y="1655"/>
                  <a:pt x="73" y="1658"/>
                  <a:pt x="77" y="1661"/>
                </a:cubicBezTo>
                <a:cubicBezTo>
                  <a:pt x="131" y="1690"/>
                  <a:pt x="139" y="1698"/>
                  <a:pt x="152" y="1699"/>
                </a:cubicBezTo>
                <a:cubicBezTo>
                  <a:pt x="190" y="1724"/>
                  <a:pt x="194" y="1728"/>
                  <a:pt x="200" y="1731"/>
                </a:cubicBezTo>
                <a:cubicBezTo>
                  <a:pt x="224" y="1743"/>
                  <a:pt x="229" y="1747"/>
                  <a:pt x="234" y="1750"/>
                </a:cubicBezTo>
                <a:cubicBezTo>
                  <a:pt x="259" y="1762"/>
                  <a:pt x="260" y="1770"/>
                  <a:pt x="266" y="1772"/>
                </a:cubicBezTo>
                <a:cubicBezTo>
                  <a:pt x="291" y="1792"/>
                  <a:pt x="302" y="1798"/>
                  <a:pt x="312" y="1804"/>
                </a:cubicBezTo>
                <a:cubicBezTo>
                  <a:pt x="330" y="1828"/>
                  <a:pt x="336" y="1826"/>
                  <a:pt x="338" y="1828"/>
                </a:cubicBezTo>
                <a:cubicBezTo>
                  <a:pt x="352" y="1850"/>
                  <a:pt x="358" y="1852"/>
                  <a:pt x="360" y="1859"/>
                </a:cubicBezTo>
                <a:cubicBezTo>
                  <a:pt x="343" y="1847"/>
                  <a:pt x="340" y="1848"/>
                  <a:pt x="340" y="1848"/>
                </a:cubicBezTo>
                <a:cubicBezTo>
                  <a:pt x="301" y="1820"/>
                  <a:pt x="296" y="1817"/>
                  <a:pt x="291" y="1812"/>
                </a:cubicBezTo>
                <a:cubicBezTo>
                  <a:pt x="261" y="1797"/>
                  <a:pt x="258" y="1795"/>
                  <a:pt x="255" y="1792"/>
                </a:cubicBezTo>
                <a:cubicBezTo>
                  <a:pt x="212" y="1770"/>
                  <a:pt x="205" y="1767"/>
                  <a:pt x="200" y="1761"/>
                </a:cubicBezTo>
                <a:cubicBezTo>
                  <a:pt x="134" y="1729"/>
                  <a:pt x="125" y="1733"/>
                  <a:pt x="126" y="1727"/>
                </a:cubicBezTo>
                <a:cubicBezTo>
                  <a:pt x="85" y="1708"/>
                  <a:pt x="80" y="1702"/>
                  <a:pt x="73" y="1698"/>
                </a:cubicBezTo>
                <a:cubicBezTo>
                  <a:pt x="42" y="1677"/>
                  <a:pt x="39" y="1673"/>
                  <a:pt x="34" y="1672"/>
                </a:cubicBezTo>
                <a:cubicBezTo>
                  <a:pt x="0" y="1645"/>
                  <a:pt x="0" y="1645"/>
                  <a:pt x="0" y="1645"/>
                </a:cubicBezTo>
                <a:cubicBezTo>
                  <a:pt x="11" y="1654"/>
                  <a:pt x="11" y="1662"/>
                  <a:pt x="18" y="1661"/>
                </a:cubicBezTo>
                <a:cubicBezTo>
                  <a:pt x="41" y="1686"/>
                  <a:pt x="48" y="1685"/>
                  <a:pt x="49" y="1691"/>
                </a:cubicBezTo>
                <a:cubicBezTo>
                  <a:pt x="65" y="1701"/>
                  <a:pt x="69" y="1705"/>
                  <a:pt x="72" y="1709"/>
                </a:cubicBezTo>
                <a:cubicBezTo>
                  <a:pt x="121" y="1739"/>
                  <a:pt x="131" y="1736"/>
                  <a:pt x="133" y="1742"/>
                </a:cubicBezTo>
                <a:cubicBezTo>
                  <a:pt x="161" y="1752"/>
                  <a:pt x="160" y="1758"/>
                  <a:pt x="167" y="1755"/>
                </a:cubicBezTo>
                <a:cubicBezTo>
                  <a:pt x="252" y="1806"/>
                  <a:pt x="263" y="1804"/>
                  <a:pt x="265" y="1814"/>
                </a:cubicBezTo>
                <a:cubicBezTo>
                  <a:pt x="307" y="1836"/>
                  <a:pt x="311" y="1835"/>
                  <a:pt x="313" y="1837"/>
                </a:cubicBezTo>
                <a:cubicBezTo>
                  <a:pt x="351" y="1865"/>
                  <a:pt x="359" y="1870"/>
                  <a:pt x="366" y="1879"/>
                </a:cubicBezTo>
                <a:cubicBezTo>
                  <a:pt x="354" y="1877"/>
                  <a:pt x="351" y="1874"/>
                  <a:pt x="348" y="1871"/>
                </a:cubicBezTo>
                <a:cubicBezTo>
                  <a:pt x="323" y="1853"/>
                  <a:pt x="319" y="1850"/>
                  <a:pt x="316" y="1847"/>
                </a:cubicBezTo>
                <a:cubicBezTo>
                  <a:pt x="264" y="1815"/>
                  <a:pt x="254" y="1813"/>
                  <a:pt x="249" y="1806"/>
                </a:cubicBezTo>
                <a:cubicBezTo>
                  <a:pt x="193" y="1785"/>
                  <a:pt x="191" y="1782"/>
                  <a:pt x="186" y="1782"/>
                </a:cubicBezTo>
                <a:cubicBezTo>
                  <a:pt x="162" y="1768"/>
                  <a:pt x="155" y="1771"/>
                  <a:pt x="155" y="1767"/>
                </a:cubicBezTo>
                <a:cubicBezTo>
                  <a:pt x="94" y="1748"/>
                  <a:pt x="90" y="1744"/>
                  <a:pt x="85" y="1741"/>
                </a:cubicBezTo>
                <a:cubicBezTo>
                  <a:pt x="19" y="1708"/>
                  <a:pt x="17" y="1706"/>
                  <a:pt x="13" y="1707"/>
                </a:cubicBezTo>
                <a:cubicBezTo>
                  <a:pt x="0" y="1704"/>
                  <a:pt x="0" y="1704"/>
                  <a:pt x="0" y="1704"/>
                </a:cubicBezTo>
                <a:cubicBezTo>
                  <a:pt x="20" y="1720"/>
                  <a:pt x="26" y="1717"/>
                  <a:pt x="25" y="1723"/>
                </a:cubicBezTo>
                <a:cubicBezTo>
                  <a:pt x="51" y="1734"/>
                  <a:pt x="56" y="1741"/>
                  <a:pt x="66" y="1742"/>
                </a:cubicBezTo>
                <a:cubicBezTo>
                  <a:pt x="119" y="1769"/>
                  <a:pt x="131" y="1768"/>
                  <a:pt x="138" y="1775"/>
                </a:cubicBezTo>
                <a:cubicBezTo>
                  <a:pt x="210" y="1795"/>
                  <a:pt x="221" y="1808"/>
                  <a:pt x="241" y="1811"/>
                </a:cubicBezTo>
                <a:cubicBezTo>
                  <a:pt x="271" y="1833"/>
                  <a:pt x="277" y="1831"/>
                  <a:pt x="275" y="1837"/>
                </a:cubicBezTo>
                <a:cubicBezTo>
                  <a:pt x="318" y="1854"/>
                  <a:pt x="315" y="1864"/>
                  <a:pt x="321" y="1864"/>
                </a:cubicBezTo>
                <a:cubicBezTo>
                  <a:pt x="354" y="1897"/>
                  <a:pt x="363" y="1894"/>
                  <a:pt x="363" y="1901"/>
                </a:cubicBezTo>
                <a:cubicBezTo>
                  <a:pt x="385" y="1922"/>
                  <a:pt x="387" y="1924"/>
                  <a:pt x="387" y="1927"/>
                </a:cubicBezTo>
                <a:cubicBezTo>
                  <a:pt x="376" y="1919"/>
                  <a:pt x="373" y="1920"/>
                  <a:pt x="373" y="1918"/>
                </a:cubicBezTo>
                <a:cubicBezTo>
                  <a:pt x="349" y="1899"/>
                  <a:pt x="336" y="1892"/>
                  <a:pt x="327" y="1881"/>
                </a:cubicBezTo>
                <a:cubicBezTo>
                  <a:pt x="296" y="1872"/>
                  <a:pt x="295" y="1861"/>
                  <a:pt x="284" y="1863"/>
                </a:cubicBezTo>
                <a:cubicBezTo>
                  <a:pt x="256" y="1850"/>
                  <a:pt x="249" y="1846"/>
                  <a:pt x="243" y="1841"/>
                </a:cubicBezTo>
                <a:cubicBezTo>
                  <a:pt x="183" y="1819"/>
                  <a:pt x="172" y="1810"/>
                  <a:pt x="153" y="1808"/>
                </a:cubicBezTo>
                <a:cubicBezTo>
                  <a:pt x="118" y="1791"/>
                  <a:pt x="112" y="1783"/>
                  <a:pt x="101" y="1781"/>
                </a:cubicBezTo>
                <a:cubicBezTo>
                  <a:pt x="59" y="1758"/>
                  <a:pt x="55" y="1755"/>
                  <a:pt x="49" y="1755"/>
                </a:cubicBezTo>
                <a:cubicBezTo>
                  <a:pt x="18" y="1735"/>
                  <a:pt x="16" y="1733"/>
                  <a:pt x="14" y="1731"/>
                </a:cubicBezTo>
                <a:cubicBezTo>
                  <a:pt x="1" y="1723"/>
                  <a:pt x="0" y="1723"/>
                  <a:pt x="0" y="1722"/>
                </a:cubicBezTo>
                <a:cubicBezTo>
                  <a:pt x="20" y="1746"/>
                  <a:pt x="39" y="1755"/>
                  <a:pt x="56" y="1767"/>
                </a:cubicBezTo>
                <a:cubicBezTo>
                  <a:pt x="94" y="1787"/>
                  <a:pt x="104" y="1790"/>
                  <a:pt x="113" y="1796"/>
                </a:cubicBezTo>
                <a:cubicBezTo>
                  <a:pt x="181" y="1829"/>
                  <a:pt x="191" y="1832"/>
                  <a:pt x="201" y="1836"/>
                </a:cubicBezTo>
                <a:cubicBezTo>
                  <a:pt x="242" y="1852"/>
                  <a:pt x="249" y="1859"/>
                  <a:pt x="260" y="1862"/>
                </a:cubicBezTo>
                <a:cubicBezTo>
                  <a:pt x="306" y="1885"/>
                  <a:pt x="310" y="1888"/>
                  <a:pt x="316" y="1889"/>
                </a:cubicBezTo>
                <a:cubicBezTo>
                  <a:pt x="357" y="1916"/>
                  <a:pt x="358" y="1919"/>
                  <a:pt x="360" y="1921"/>
                </a:cubicBezTo>
                <a:cubicBezTo>
                  <a:pt x="377" y="1940"/>
                  <a:pt x="380" y="1940"/>
                  <a:pt x="381" y="1943"/>
                </a:cubicBezTo>
                <a:cubicBezTo>
                  <a:pt x="372" y="1941"/>
                  <a:pt x="372" y="1936"/>
                  <a:pt x="368" y="1935"/>
                </a:cubicBezTo>
                <a:cubicBezTo>
                  <a:pt x="327" y="1914"/>
                  <a:pt x="329" y="1906"/>
                  <a:pt x="322" y="1908"/>
                </a:cubicBezTo>
                <a:cubicBezTo>
                  <a:pt x="289" y="1888"/>
                  <a:pt x="279" y="1888"/>
                  <a:pt x="274" y="1883"/>
                </a:cubicBezTo>
                <a:cubicBezTo>
                  <a:pt x="223" y="1860"/>
                  <a:pt x="205" y="1861"/>
                  <a:pt x="198" y="1851"/>
                </a:cubicBezTo>
                <a:cubicBezTo>
                  <a:pt x="141" y="1840"/>
                  <a:pt x="132" y="1832"/>
                  <a:pt x="120" y="1828"/>
                </a:cubicBezTo>
                <a:cubicBezTo>
                  <a:pt x="62" y="1807"/>
                  <a:pt x="59" y="1807"/>
                  <a:pt x="55" y="1807"/>
                </a:cubicBezTo>
                <a:cubicBezTo>
                  <a:pt x="7" y="1785"/>
                  <a:pt x="5" y="1780"/>
                  <a:pt x="0" y="1778"/>
                </a:cubicBezTo>
                <a:cubicBezTo>
                  <a:pt x="11" y="1790"/>
                  <a:pt x="14" y="1795"/>
                  <a:pt x="21" y="1796"/>
                </a:cubicBezTo>
                <a:cubicBezTo>
                  <a:pt x="69" y="1822"/>
                  <a:pt x="73" y="1822"/>
                  <a:pt x="73" y="1825"/>
                </a:cubicBezTo>
                <a:cubicBezTo>
                  <a:pt x="107" y="1837"/>
                  <a:pt x="117" y="1835"/>
                  <a:pt x="121" y="1841"/>
                </a:cubicBezTo>
                <a:cubicBezTo>
                  <a:pt x="173" y="1856"/>
                  <a:pt x="180" y="1858"/>
                  <a:pt x="185" y="1863"/>
                </a:cubicBezTo>
                <a:cubicBezTo>
                  <a:pt x="244" y="1877"/>
                  <a:pt x="247" y="1885"/>
                  <a:pt x="257" y="1886"/>
                </a:cubicBezTo>
                <a:cubicBezTo>
                  <a:pt x="328" y="1923"/>
                  <a:pt x="333" y="1922"/>
                  <a:pt x="334" y="1927"/>
                </a:cubicBezTo>
                <a:cubicBezTo>
                  <a:pt x="357" y="1939"/>
                  <a:pt x="358" y="1941"/>
                  <a:pt x="359" y="1943"/>
                </a:cubicBezTo>
                <a:cubicBezTo>
                  <a:pt x="389" y="1965"/>
                  <a:pt x="397" y="1968"/>
                  <a:pt x="399" y="1977"/>
                </a:cubicBezTo>
                <a:cubicBezTo>
                  <a:pt x="374" y="1960"/>
                  <a:pt x="371" y="1957"/>
                  <a:pt x="367" y="1955"/>
                </a:cubicBezTo>
                <a:cubicBezTo>
                  <a:pt x="354" y="1942"/>
                  <a:pt x="348" y="1943"/>
                  <a:pt x="346" y="1939"/>
                </a:cubicBezTo>
                <a:cubicBezTo>
                  <a:pt x="304" y="1918"/>
                  <a:pt x="302" y="1914"/>
                  <a:pt x="296" y="1914"/>
                </a:cubicBezTo>
                <a:cubicBezTo>
                  <a:pt x="255" y="1891"/>
                  <a:pt x="250" y="1892"/>
                  <a:pt x="246" y="1889"/>
                </a:cubicBezTo>
                <a:cubicBezTo>
                  <a:pt x="214" y="1878"/>
                  <a:pt x="207" y="1878"/>
                  <a:pt x="204" y="1875"/>
                </a:cubicBezTo>
                <a:cubicBezTo>
                  <a:pt x="145" y="1856"/>
                  <a:pt x="139" y="1862"/>
                  <a:pt x="137" y="1855"/>
                </a:cubicBezTo>
                <a:cubicBezTo>
                  <a:pt x="80" y="1844"/>
                  <a:pt x="74" y="1838"/>
                  <a:pt x="63" y="1837"/>
                </a:cubicBezTo>
                <a:cubicBezTo>
                  <a:pt x="29" y="1820"/>
                  <a:pt x="21" y="1817"/>
                  <a:pt x="14" y="1812"/>
                </a:cubicBezTo>
                <a:cubicBezTo>
                  <a:pt x="3" y="1812"/>
                  <a:pt x="5" y="1813"/>
                  <a:pt x="7" y="1814"/>
                </a:cubicBezTo>
                <a:cubicBezTo>
                  <a:pt x="48" y="1839"/>
                  <a:pt x="54" y="1842"/>
                  <a:pt x="62" y="1843"/>
                </a:cubicBezTo>
                <a:cubicBezTo>
                  <a:pt x="83" y="1858"/>
                  <a:pt x="95" y="1854"/>
                  <a:pt x="100" y="1858"/>
                </a:cubicBezTo>
                <a:cubicBezTo>
                  <a:pt x="168" y="1879"/>
                  <a:pt x="177" y="1875"/>
                  <a:pt x="180" y="1879"/>
                </a:cubicBezTo>
                <a:cubicBezTo>
                  <a:pt x="238" y="1897"/>
                  <a:pt x="250" y="1901"/>
                  <a:pt x="261" y="1906"/>
                </a:cubicBezTo>
                <a:cubicBezTo>
                  <a:pt x="333" y="1945"/>
                  <a:pt x="345" y="1948"/>
                  <a:pt x="354" y="1956"/>
                </a:cubicBezTo>
                <a:cubicBezTo>
                  <a:pt x="371" y="1971"/>
                  <a:pt x="377" y="1972"/>
                  <a:pt x="381" y="1976"/>
                </a:cubicBezTo>
                <a:cubicBezTo>
                  <a:pt x="410" y="2003"/>
                  <a:pt x="416" y="2005"/>
                  <a:pt x="421" y="2008"/>
                </a:cubicBezTo>
                <a:cubicBezTo>
                  <a:pt x="419" y="2023"/>
                  <a:pt x="415" y="2019"/>
                  <a:pt x="412" y="2013"/>
                </a:cubicBezTo>
                <a:cubicBezTo>
                  <a:pt x="396" y="2002"/>
                  <a:pt x="394" y="2001"/>
                  <a:pt x="394" y="1997"/>
                </a:cubicBezTo>
                <a:cubicBezTo>
                  <a:pt x="369" y="1981"/>
                  <a:pt x="367" y="1980"/>
                  <a:pt x="366" y="1977"/>
                </a:cubicBezTo>
                <a:cubicBezTo>
                  <a:pt x="342" y="1959"/>
                  <a:pt x="331" y="1963"/>
                  <a:pt x="330" y="1956"/>
                </a:cubicBezTo>
                <a:cubicBezTo>
                  <a:pt x="293" y="1936"/>
                  <a:pt x="287" y="1934"/>
                  <a:pt x="282" y="1930"/>
                </a:cubicBezTo>
                <a:cubicBezTo>
                  <a:pt x="221" y="1911"/>
                  <a:pt x="220" y="1904"/>
                  <a:pt x="208" y="1907"/>
                </a:cubicBezTo>
                <a:cubicBezTo>
                  <a:pt x="75" y="1890"/>
                  <a:pt x="83" y="1888"/>
                  <a:pt x="87" y="1890"/>
                </a:cubicBezTo>
                <a:cubicBezTo>
                  <a:pt x="138" y="1913"/>
                  <a:pt x="148" y="1916"/>
                  <a:pt x="157" y="1922"/>
                </a:cubicBezTo>
                <a:cubicBezTo>
                  <a:pt x="263" y="1960"/>
                  <a:pt x="273" y="1964"/>
                  <a:pt x="285" y="1967"/>
                </a:cubicBezTo>
                <a:cubicBezTo>
                  <a:pt x="325" y="1987"/>
                  <a:pt x="336" y="1992"/>
                  <a:pt x="346" y="1998"/>
                </a:cubicBezTo>
                <a:cubicBezTo>
                  <a:pt x="383" y="2021"/>
                  <a:pt x="386" y="2023"/>
                  <a:pt x="387" y="2026"/>
                </a:cubicBezTo>
                <a:cubicBezTo>
                  <a:pt x="406" y="2038"/>
                  <a:pt x="410" y="2041"/>
                  <a:pt x="415" y="2044"/>
                </a:cubicBezTo>
                <a:cubicBezTo>
                  <a:pt x="427" y="2059"/>
                  <a:pt x="430" y="2059"/>
                  <a:pt x="431" y="2062"/>
                </a:cubicBezTo>
                <a:cubicBezTo>
                  <a:pt x="435" y="2076"/>
                  <a:pt x="425" y="2066"/>
                  <a:pt x="415" y="2057"/>
                </a:cubicBezTo>
                <a:cubicBezTo>
                  <a:pt x="366" y="2016"/>
                  <a:pt x="358" y="2016"/>
                  <a:pt x="355" y="2011"/>
                </a:cubicBezTo>
                <a:cubicBezTo>
                  <a:pt x="315" y="1992"/>
                  <a:pt x="305" y="1986"/>
                  <a:pt x="292" y="1984"/>
                </a:cubicBezTo>
                <a:cubicBezTo>
                  <a:pt x="225" y="1957"/>
                  <a:pt x="220" y="1954"/>
                  <a:pt x="214" y="1953"/>
                </a:cubicBezTo>
                <a:cubicBezTo>
                  <a:pt x="186" y="1938"/>
                  <a:pt x="170" y="1937"/>
                  <a:pt x="160" y="1930"/>
                </a:cubicBezTo>
                <a:cubicBezTo>
                  <a:pt x="116" y="1915"/>
                  <a:pt x="111" y="1911"/>
                  <a:pt x="104" y="1910"/>
                </a:cubicBezTo>
                <a:cubicBezTo>
                  <a:pt x="63" y="1893"/>
                  <a:pt x="62" y="1885"/>
                  <a:pt x="54" y="1885"/>
                </a:cubicBezTo>
                <a:cubicBezTo>
                  <a:pt x="34" y="1870"/>
                  <a:pt x="30" y="1866"/>
                  <a:pt x="26" y="1861"/>
                </a:cubicBezTo>
                <a:cubicBezTo>
                  <a:pt x="0" y="1847"/>
                  <a:pt x="1" y="1847"/>
                  <a:pt x="1" y="1848"/>
                </a:cubicBezTo>
                <a:cubicBezTo>
                  <a:pt x="22" y="1863"/>
                  <a:pt x="21" y="1872"/>
                  <a:pt x="29" y="1872"/>
                </a:cubicBezTo>
                <a:cubicBezTo>
                  <a:pt x="60" y="1894"/>
                  <a:pt x="65" y="1903"/>
                  <a:pt x="75" y="1906"/>
                </a:cubicBezTo>
                <a:cubicBezTo>
                  <a:pt x="112" y="1923"/>
                  <a:pt x="122" y="1926"/>
                  <a:pt x="131" y="1930"/>
                </a:cubicBezTo>
                <a:cubicBezTo>
                  <a:pt x="168" y="1943"/>
                  <a:pt x="174" y="1948"/>
                  <a:pt x="183" y="1948"/>
                </a:cubicBezTo>
                <a:cubicBezTo>
                  <a:pt x="235" y="1971"/>
                  <a:pt x="241" y="1975"/>
                  <a:pt x="252" y="1974"/>
                </a:cubicBezTo>
                <a:cubicBezTo>
                  <a:pt x="295" y="1992"/>
                  <a:pt x="297" y="1997"/>
                  <a:pt x="304" y="1995"/>
                </a:cubicBezTo>
                <a:cubicBezTo>
                  <a:pt x="355" y="2024"/>
                  <a:pt x="357" y="2025"/>
                  <a:pt x="359" y="2026"/>
                </a:cubicBezTo>
                <a:cubicBezTo>
                  <a:pt x="381" y="2040"/>
                  <a:pt x="384" y="2043"/>
                  <a:pt x="388" y="2045"/>
                </a:cubicBezTo>
                <a:cubicBezTo>
                  <a:pt x="384" y="2048"/>
                  <a:pt x="369" y="2044"/>
                  <a:pt x="359" y="2034"/>
                </a:cubicBezTo>
                <a:cubicBezTo>
                  <a:pt x="320" y="2025"/>
                  <a:pt x="323" y="2016"/>
                  <a:pt x="317" y="2018"/>
                </a:cubicBezTo>
                <a:cubicBezTo>
                  <a:pt x="276" y="2006"/>
                  <a:pt x="276" y="2002"/>
                  <a:pt x="274" y="2001"/>
                </a:cubicBezTo>
                <a:cubicBezTo>
                  <a:pt x="241" y="1995"/>
                  <a:pt x="240" y="1992"/>
                  <a:pt x="236" y="1993"/>
                </a:cubicBezTo>
                <a:cubicBezTo>
                  <a:pt x="210" y="1981"/>
                  <a:pt x="201" y="1985"/>
                  <a:pt x="200" y="1978"/>
                </a:cubicBezTo>
                <a:cubicBezTo>
                  <a:pt x="133" y="1960"/>
                  <a:pt x="123" y="1961"/>
                  <a:pt x="118" y="1957"/>
                </a:cubicBezTo>
                <a:cubicBezTo>
                  <a:pt x="100" y="1945"/>
                  <a:pt x="90" y="1952"/>
                  <a:pt x="93" y="1944"/>
                </a:cubicBezTo>
                <a:cubicBezTo>
                  <a:pt x="49" y="1931"/>
                  <a:pt x="58" y="1932"/>
                  <a:pt x="64" y="1937"/>
                </a:cubicBezTo>
                <a:cubicBezTo>
                  <a:pt x="80" y="1947"/>
                  <a:pt x="81" y="1949"/>
                  <a:pt x="82" y="1951"/>
                </a:cubicBezTo>
                <a:cubicBezTo>
                  <a:pt x="127" y="1968"/>
                  <a:pt x="132" y="1972"/>
                  <a:pt x="139" y="1973"/>
                </a:cubicBezTo>
                <a:cubicBezTo>
                  <a:pt x="182" y="1987"/>
                  <a:pt x="190" y="1982"/>
                  <a:pt x="190" y="1987"/>
                </a:cubicBezTo>
                <a:cubicBezTo>
                  <a:pt x="248" y="2008"/>
                  <a:pt x="257" y="2006"/>
                  <a:pt x="263" y="2008"/>
                </a:cubicBezTo>
                <a:cubicBezTo>
                  <a:pt x="311" y="2025"/>
                  <a:pt x="318" y="2027"/>
                  <a:pt x="322" y="2033"/>
                </a:cubicBezTo>
                <a:cubicBezTo>
                  <a:pt x="370" y="2056"/>
                  <a:pt x="375" y="2055"/>
                  <a:pt x="378" y="2057"/>
                </a:cubicBezTo>
                <a:cubicBezTo>
                  <a:pt x="437" y="2104"/>
                  <a:pt x="444" y="2102"/>
                  <a:pt x="443" y="2109"/>
                </a:cubicBezTo>
                <a:cubicBezTo>
                  <a:pt x="462" y="2130"/>
                  <a:pt x="464" y="2132"/>
                  <a:pt x="465" y="2134"/>
                </a:cubicBezTo>
                <a:cubicBezTo>
                  <a:pt x="457" y="2127"/>
                  <a:pt x="451" y="2128"/>
                  <a:pt x="451" y="2122"/>
                </a:cubicBezTo>
                <a:cubicBezTo>
                  <a:pt x="423" y="2104"/>
                  <a:pt x="417" y="2098"/>
                  <a:pt x="411" y="2092"/>
                </a:cubicBezTo>
                <a:cubicBezTo>
                  <a:pt x="362" y="2061"/>
                  <a:pt x="351" y="2061"/>
                  <a:pt x="345" y="2055"/>
                </a:cubicBezTo>
                <a:cubicBezTo>
                  <a:pt x="286" y="2031"/>
                  <a:pt x="275" y="2027"/>
                  <a:pt x="264" y="2021"/>
                </a:cubicBezTo>
                <a:cubicBezTo>
                  <a:pt x="230" y="2007"/>
                  <a:pt x="228" y="2010"/>
                  <a:pt x="226" y="2007"/>
                </a:cubicBezTo>
                <a:cubicBezTo>
                  <a:pt x="192" y="1997"/>
                  <a:pt x="187" y="1995"/>
                  <a:pt x="181" y="1992"/>
                </a:cubicBezTo>
                <a:cubicBezTo>
                  <a:pt x="108" y="1970"/>
                  <a:pt x="98" y="1960"/>
                  <a:pt x="83" y="1958"/>
                </a:cubicBezTo>
                <a:cubicBezTo>
                  <a:pt x="25" y="1928"/>
                  <a:pt x="23" y="1926"/>
                  <a:pt x="19" y="1925"/>
                </a:cubicBezTo>
                <a:cubicBezTo>
                  <a:pt x="40" y="1946"/>
                  <a:pt x="48" y="1943"/>
                  <a:pt x="49" y="1949"/>
                </a:cubicBezTo>
                <a:cubicBezTo>
                  <a:pt x="103" y="1971"/>
                  <a:pt x="111" y="1978"/>
                  <a:pt x="122" y="1981"/>
                </a:cubicBezTo>
                <a:cubicBezTo>
                  <a:pt x="192" y="2004"/>
                  <a:pt x="200" y="2010"/>
                  <a:pt x="211" y="2012"/>
                </a:cubicBezTo>
                <a:cubicBezTo>
                  <a:pt x="263" y="2031"/>
                  <a:pt x="270" y="2031"/>
                  <a:pt x="272" y="2036"/>
                </a:cubicBezTo>
                <a:cubicBezTo>
                  <a:pt x="314" y="2054"/>
                  <a:pt x="326" y="2056"/>
                  <a:pt x="335" y="2062"/>
                </a:cubicBezTo>
                <a:cubicBezTo>
                  <a:pt x="402" y="2103"/>
                  <a:pt x="410" y="2103"/>
                  <a:pt x="413" y="2109"/>
                </a:cubicBezTo>
                <a:cubicBezTo>
                  <a:pt x="439" y="2128"/>
                  <a:pt x="442" y="2130"/>
                  <a:pt x="445" y="2131"/>
                </a:cubicBezTo>
                <a:cubicBezTo>
                  <a:pt x="473" y="2160"/>
                  <a:pt x="473" y="2160"/>
                  <a:pt x="473" y="2160"/>
                </a:cubicBezTo>
                <a:cubicBezTo>
                  <a:pt x="521" y="2147"/>
                  <a:pt x="516" y="2139"/>
                  <a:pt x="524" y="2139"/>
                </a:cubicBezTo>
                <a:close/>
                <a:moveTo>
                  <a:pt x="452" y="1733"/>
                </a:moveTo>
                <a:cubicBezTo>
                  <a:pt x="454" y="1730"/>
                  <a:pt x="456" y="1727"/>
                  <a:pt x="458" y="1724"/>
                </a:cubicBezTo>
                <a:cubicBezTo>
                  <a:pt x="465" y="1726"/>
                  <a:pt x="453" y="1729"/>
                  <a:pt x="456" y="1735"/>
                </a:cubicBezTo>
                <a:cubicBezTo>
                  <a:pt x="453" y="1737"/>
                  <a:pt x="452" y="1741"/>
                  <a:pt x="450" y="1744"/>
                </a:cubicBezTo>
                <a:cubicBezTo>
                  <a:pt x="443" y="1741"/>
                  <a:pt x="454" y="1738"/>
                  <a:pt x="452" y="1733"/>
                </a:cubicBezTo>
                <a:close/>
                <a:moveTo>
                  <a:pt x="440" y="1760"/>
                </a:moveTo>
                <a:cubicBezTo>
                  <a:pt x="442" y="1755"/>
                  <a:pt x="444" y="1751"/>
                  <a:pt x="446" y="1746"/>
                </a:cubicBezTo>
                <a:cubicBezTo>
                  <a:pt x="452" y="1748"/>
                  <a:pt x="442" y="1753"/>
                  <a:pt x="445" y="1759"/>
                </a:cubicBezTo>
                <a:cubicBezTo>
                  <a:pt x="441" y="1763"/>
                  <a:pt x="438" y="1767"/>
                  <a:pt x="437" y="1773"/>
                </a:cubicBezTo>
                <a:cubicBezTo>
                  <a:pt x="432" y="1771"/>
                  <a:pt x="438" y="1762"/>
                  <a:pt x="440" y="1760"/>
                </a:cubicBezTo>
                <a:close/>
                <a:moveTo>
                  <a:pt x="424" y="1798"/>
                </a:moveTo>
                <a:cubicBezTo>
                  <a:pt x="427" y="1792"/>
                  <a:pt x="424" y="1802"/>
                  <a:pt x="424" y="1805"/>
                </a:cubicBezTo>
                <a:cubicBezTo>
                  <a:pt x="420" y="1803"/>
                  <a:pt x="423" y="1801"/>
                  <a:pt x="424" y="1798"/>
                </a:cubicBezTo>
                <a:close/>
                <a:moveTo>
                  <a:pt x="399" y="1754"/>
                </a:moveTo>
                <a:cubicBezTo>
                  <a:pt x="404" y="1754"/>
                  <a:pt x="400" y="1761"/>
                  <a:pt x="399" y="1763"/>
                </a:cubicBezTo>
                <a:cubicBezTo>
                  <a:pt x="393" y="1762"/>
                  <a:pt x="401" y="1758"/>
                  <a:pt x="399" y="1754"/>
                </a:cubicBezTo>
                <a:close/>
                <a:moveTo>
                  <a:pt x="390" y="1787"/>
                </a:moveTo>
                <a:cubicBezTo>
                  <a:pt x="394" y="1782"/>
                  <a:pt x="390" y="1791"/>
                  <a:pt x="390" y="1794"/>
                </a:cubicBezTo>
                <a:cubicBezTo>
                  <a:pt x="386" y="1793"/>
                  <a:pt x="390" y="1790"/>
                  <a:pt x="390" y="1787"/>
                </a:cubicBezTo>
                <a:close/>
                <a:moveTo>
                  <a:pt x="217" y="1469"/>
                </a:moveTo>
                <a:cubicBezTo>
                  <a:pt x="217" y="1468"/>
                  <a:pt x="217" y="1467"/>
                  <a:pt x="216" y="1465"/>
                </a:cubicBezTo>
                <a:cubicBezTo>
                  <a:pt x="221" y="1464"/>
                  <a:pt x="221" y="1468"/>
                  <a:pt x="221" y="1471"/>
                </a:cubicBezTo>
                <a:cubicBezTo>
                  <a:pt x="220" y="1471"/>
                  <a:pt x="219" y="1469"/>
                  <a:pt x="217" y="1469"/>
                </a:cubicBezTo>
                <a:close/>
                <a:moveTo>
                  <a:pt x="234" y="1492"/>
                </a:moveTo>
                <a:cubicBezTo>
                  <a:pt x="235" y="1486"/>
                  <a:pt x="239" y="1497"/>
                  <a:pt x="243" y="1496"/>
                </a:cubicBezTo>
                <a:cubicBezTo>
                  <a:pt x="243" y="1499"/>
                  <a:pt x="243" y="1502"/>
                  <a:pt x="245" y="1502"/>
                </a:cubicBezTo>
                <a:cubicBezTo>
                  <a:pt x="241" y="1509"/>
                  <a:pt x="239" y="1493"/>
                  <a:pt x="234" y="1492"/>
                </a:cubicBezTo>
                <a:close/>
                <a:moveTo>
                  <a:pt x="288" y="1609"/>
                </a:moveTo>
                <a:cubicBezTo>
                  <a:pt x="292" y="1610"/>
                  <a:pt x="294" y="1614"/>
                  <a:pt x="295" y="1619"/>
                </a:cubicBezTo>
                <a:cubicBezTo>
                  <a:pt x="291" y="1618"/>
                  <a:pt x="289" y="1614"/>
                  <a:pt x="288" y="1609"/>
                </a:cubicBezTo>
                <a:close/>
                <a:moveTo>
                  <a:pt x="307" y="1605"/>
                </a:moveTo>
                <a:cubicBezTo>
                  <a:pt x="302" y="1602"/>
                  <a:pt x="305" y="1590"/>
                  <a:pt x="301" y="1586"/>
                </a:cubicBezTo>
                <a:cubicBezTo>
                  <a:pt x="305" y="1588"/>
                  <a:pt x="307" y="1588"/>
                  <a:pt x="310" y="1585"/>
                </a:cubicBezTo>
                <a:cubicBezTo>
                  <a:pt x="308" y="1574"/>
                  <a:pt x="312" y="1569"/>
                  <a:pt x="313" y="1561"/>
                </a:cubicBezTo>
                <a:cubicBezTo>
                  <a:pt x="313" y="1553"/>
                  <a:pt x="319" y="1567"/>
                  <a:pt x="313" y="1565"/>
                </a:cubicBezTo>
                <a:cubicBezTo>
                  <a:pt x="315" y="1582"/>
                  <a:pt x="308" y="1591"/>
                  <a:pt x="307" y="1605"/>
                </a:cubicBezTo>
                <a:close/>
                <a:moveTo>
                  <a:pt x="359" y="1783"/>
                </a:moveTo>
                <a:cubicBezTo>
                  <a:pt x="351" y="1782"/>
                  <a:pt x="356" y="1772"/>
                  <a:pt x="358" y="1768"/>
                </a:cubicBezTo>
                <a:cubicBezTo>
                  <a:pt x="365" y="1770"/>
                  <a:pt x="356" y="1776"/>
                  <a:pt x="359" y="1783"/>
                </a:cubicBezTo>
                <a:close/>
                <a:moveTo>
                  <a:pt x="388" y="2010"/>
                </a:moveTo>
                <a:cubicBezTo>
                  <a:pt x="384" y="2012"/>
                  <a:pt x="382" y="2009"/>
                  <a:pt x="379" y="2009"/>
                </a:cubicBezTo>
                <a:cubicBezTo>
                  <a:pt x="376" y="2005"/>
                  <a:pt x="372" y="2001"/>
                  <a:pt x="368" y="1999"/>
                </a:cubicBezTo>
                <a:cubicBezTo>
                  <a:pt x="362" y="1998"/>
                  <a:pt x="359" y="1993"/>
                  <a:pt x="354" y="1991"/>
                </a:cubicBezTo>
                <a:cubicBezTo>
                  <a:pt x="350" y="1988"/>
                  <a:pt x="344" y="1987"/>
                  <a:pt x="340" y="1983"/>
                </a:cubicBezTo>
                <a:cubicBezTo>
                  <a:pt x="330" y="1979"/>
                  <a:pt x="323" y="1971"/>
                  <a:pt x="311" y="1970"/>
                </a:cubicBezTo>
                <a:cubicBezTo>
                  <a:pt x="304" y="1963"/>
                  <a:pt x="290" y="1963"/>
                  <a:pt x="284" y="1954"/>
                </a:cubicBezTo>
                <a:cubicBezTo>
                  <a:pt x="260" y="1951"/>
                  <a:pt x="240" y="1944"/>
                  <a:pt x="223" y="1932"/>
                </a:cubicBezTo>
                <a:cubicBezTo>
                  <a:pt x="211" y="1932"/>
                  <a:pt x="203" y="1927"/>
                  <a:pt x="192" y="1926"/>
                </a:cubicBezTo>
                <a:cubicBezTo>
                  <a:pt x="186" y="1920"/>
                  <a:pt x="173" y="1921"/>
                  <a:pt x="167" y="1915"/>
                </a:cubicBezTo>
                <a:cubicBezTo>
                  <a:pt x="156" y="1913"/>
                  <a:pt x="149" y="1908"/>
                  <a:pt x="138" y="1906"/>
                </a:cubicBezTo>
                <a:cubicBezTo>
                  <a:pt x="129" y="1903"/>
                  <a:pt x="123" y="1897"/>
                  <a:pt x="111" y="1897"/>
                </a:cubicBezTo>
                <a:cubicBezTo>
                  <a:pt x="119" y="1888"/>
                  <a:pt x="125" y="1901"/>
                  <a:pt x="135" y="1897"/>
                </a:cubicBezTo>
                <a:cubicBezTo>
                  <a:pt x="143" y="1899"/>
                  <a:pt x="151" y="1901"/>
                  <a:pt x="162" y="1900"/>
                </a:cubicBezTo>
                <a:cubicBezTo>
                  <a:pt x="165" y="1904"/>
                  <a:pt x="173" y="1902"/>
                  <a:pt x="177" y="1905"/>
                </a:cubicBezTo>
                <a:cubicBezTo>
                  <a:pt x="183" y="1906"/>
                  <a:pt x="188" y="1907"/>
                  <a:pt x="191" y="1911"/>
                </a:cubicBezTo>
                <a:cubicBezTo>
                  <a:pt x="203" y="1911"/>
                  <a:pt x="209" y="1918"/>
                  <a:pt x="222" y="1917"/>
                </a:cubicBezTo>
                <a:cubicBezTo>
                  <a:pt x="230" y="1923"/>
                  <a:pt x="243" y="1923"/>
                  <a:pt x="251" y="1928"/>
                </a:cubicBezTo>
                <a:cubicBezTo>
                  <a:pt x="260" y="1933"/>
                  <a:pt x="268" y="1937"/>
                  <a:pt x="278" y="1939"/>
                </a:cubicBezTo>
                <a:cubicBezTo>
                  <a:pt x="282" y="1943"/>
                  <a:pt x="288" y="1944"/>
                  <a:pt x="292" y="1947"/>
                </a:cubicBezTo>
                <a:cubicBezTo>
                  <a:pt x="294" y="1949"/>
                  <a:pt x="297" y="1949"/>
                  <a:pt x="301" y="1949"/>
                </a:cubicBezTo>
                <a:cubicBezTo>
                  <a:pt x="300" y="1953"/>
                  <a:pt x="303" y="1953"/>
                  <a:pt x="305" y="1953"/>
                </a:cubicBezTo>
                <a:cubicBezTo>
                  <a:pt x="313" y="1958"/>
                  <a:pt x="323" y="1961"/>
                  <a:pt x="328" y="1969"/>
                </a:cubicBezTo>
                <a:cubicBezTo>
                  <a:pt x="335" y="1968"/>
                  <a:pt x="337" y="1973"/>
                  <a:pt x="340" y="1977"/>
                </a:cubicBezTo>
                <a:cubicBezTo>
                  <a:pt x="344" y="1976"/>
                  <a:pt x="345" y="1979"/>
                  <a:pt x="349" y="1978"/>
                </a:cubicBezTo>
                <a:cubicBezTo>
                  <a:pt x="348" y="1982"/>
                  <a:pt x="351" y="1982"/>
                  <a:pt x="353" y="1982"/>
                </a:cubicBezTo>
                <a:cubicBezTo>
                  <a:pt x="354" y="1988"/>
                  <a:pt x="363" y="1986"/>
                  <a:pt x="365" y="1990"/>
                </a:cubicBezTo>
                <a:cubicBezTo>
                  <a:pt x="371" y="1991"/>
                  <a:pt x="372" y="1996"/>
                  <a:pt x="378" y="1996"/>
                </a:cubicBezTo>
                <a:cubicBezTo>
                  <a:pt x="382" y="2003"/>
                  <a:pt x="388" y="2008"/>
                  <a:pt x="395" y="2012"/>
                </a:cubicBezTo>
                <a:cubicBezTo>
                  <a:pt x="395" y="2018"/>
                  <a:pt x="388" y="2013"/>
                  <a:pt x="388" y="2010"/>
                </a:cubicBezTo>
                <a:close/>
                <a:moveTo>
                  <a:pt x="596" y="2107"/>
                </a:moveTo>
                <a:cubicBezTo>
                  <a:pt x="598" y="2103"/>
                  <a:pt x="602" y="2098"/>
                  <a:pt x="604" y="2094"/>
                </a:cubicBezTo>
                <a:cubicBezTo>
                  <a:pt x="619" y="2080"/>
                  <a:pt x="618" y="2072"/>
                  <a:pt x="622" y="2068"/>
                </a:cubicBezTo>
                <a:cubicBezTo>
                  <a:pt x="660" y="2019"/>
                  <a:pt x="661" y="2017"/>
                  <a:pt x="662" y="2015"/>
                </a:cubicBezTo>
                <a:cubicBezTo>
                  <a:pt x="680" y="1994"/>
                  <a:pt x="677" y="1985"/>
                  <a:pt x="684" y="1985"/>
                </a:cubicBezTo>
                <a:cubicBezTo>
                  <a:pt x="699" y="1956"/>
                  <a:pt x="701" y="1954"/>
                  <a:pt x="703" y="1953"/>
                </a:cubicBezTo>
                <a:cubicBezTo>
                  <a:pt x="735" y="1903"/>
                  <a:pt x="744" y="1884"/>
                  <a:pt x="752" y="1865"/>
                </a:cubicBezTo>
                <a:cubicBezTo>
                  <a:pt x="765" y="1831"/>
                  <a:pt x="766" y="1825"/>
                  <a:pt x="768" y="1820"/>
                </a:cubicBezTo>
                <a:cubicBezTo>
                  <a:pt x="769" y="1817"/>
                  <a:pt x="760" y="1822"/>
                  <a:pt x="761" y="1836"/>
                </a:cubicBezTo>
                <a:cubicBezTo>
                  <a:pt x="728" y="1898"/>
                  <a:pt x="723" y="1908"/>
                  <a:pt x="718" y="1917"/>
                </a:cubicBezTo>
                <a:cubicBezTo>
                  <a:pt x="702" y="1935"/>
                  <a:pt x="702" y="1939"/>
                  <a:pt x="700" y="1940"/>
                </a:cubicBezTo>
                <a:cubicBezTo>
                  <a:pt x="676" y="1974"/>
                  <a:pt x="673" y="1984"/>
                  <a:pt x="667" y="1991"/>
                </a:cubicBezTo>
                <a:cubicBezTo>
                  <a:pt x="648" y="2019"/>
                  <a:pt x="646" y="2019"/>
                  <a:pt x="647" y="2023"/>
                </a:cubicBezTo>
                <a:cubicBezTo>
                  <a:pt x="633" y="2043"/>
                  <a:pt x="628" y="2045"/>
                  <a:pt x="625" y="2048"/>
                </a:cubicBezTo>
                <a:cubicBezTo>
                  <a:pt x="609" y="2076"/>
                  <a:pt x="604" y="2078"/>
                  <a:pt x="601" y="2081"/>
                </a:cubicBezTo>
                <a:cubicBezTo>
                  <a:pt x="576" y="2118"/>
                  <a:pt x="578" y="2126"/>
                  <a:pt x="571" y="2127"/>
                </a:cubicBezTo>
                <a:cubicBezTo>
                  <a:pt x="556" y="2155"/>
                  <a:pt x="554" y="2157"/>
                  <a:pt x="553" y="2160"/>
                </a:cubicBezTo>
                <a:cubicBezTo>
                  <a:pt x="565" y="2157"/>
                  <a:pt x="568" y="2155"/>
                  <a:pt x="566" y="2151"/>
                </a:cubicBezTo>
                <a:cubicBezTo>
                  <a:pt x="593" y="2117"/>
                  <a:pt x="590" y="2108"/>
                  <a:pt x="596" y="2107"/>
                </a:cubicBezTo>
                <a:close/>
                <a:moveTo>
                  <a:pt x="556" y="2121"/>
                </a:moveTo>
                <a:cubicBezTo>
                  <a:pt x="555" y="2115"/>
                  <a:pt x="559" y="2113"/>
                  <a:pt x="561" y="2110"/>
                </a:cubicBezTo>
                <a:cubicBezTo>
                  <a:pt x="585" y="2064"/>
                  <a:pt x="590" y="2064"/>
                  <a:pt x="591" y="2060"/>
                </a:cubicBezTo>
                <a:cubicBezTo>
                  <a:pt x="608" y="2038"/>
                  <a:pt x="607" y="2033"/>
                  <a:pt x="610" y="2030"/>
                </a:cubicBezTo>
                <a:cubicBezTo>
                  <a:pt x="638" y="2004"/>
                  <a:pt x="636" y="1993"/>
                  <a:pt x="645" y="1992"/>
                </a:cubicBezTo>
                <a:cubicBezTo>
                  <a:pt x="664" y="1965"/>
                  <a:pt x="667" y="1963"/>
                  <a:pt x="666" y="1958"/>
                </a:cubicBezTo>
                <a:cubicBezTo>
                  <a:pt x="682" y="1941"/>
                  <a:pt x="684" y="1938"/>
                  <a:pt x="687" y="1937"/>
                </a:cubicBezTo>
                <a:cubicBezTo>
                  <a:pt x="710" y="1898"/>
                  <a:pt x="721" y="1889"/>
                  <a:pt x="726" y="1875"/>
                </a:cubicBezTo>
                <a:cubicBezTo>
                  <a:pt x="749" y="1838"/>
                  <a:pt x="750" y="1835"/>
                  <a:pt x="749" y="1830"/>
                </a:cubicBezTo>
                <a:cubicBezTo>
                  <a:pt x="766" y="1792"/>
                  <a:pt x="762" y="1780"/>
                  <a:pt x="770" y="1778"/>
                </a:cubicBezTo>
                <a:cubicBezTo>
                  <a:pt x="774" y="1706"/>
                  <a:pt x="781" y="1717"/>
                  <a:pt x="776" y="1719"/>
                </a:cubicBezTo>
                <a:cubicBezTo>
                  <a:pt x="771" y="1756"/>
                  <a:pt x="768" y="1760"/>
                  <a:pt x="767" y="1765"/>
                </a:cubicBezTo>
                <a:cubicBezTo>
                  <a:pt x="751" y="1811"/>
                  <a:pt x="751" y="1818"/>
                  <a:pt x="746" y="1819"/>
                </a:cubicBezTo>
                <a:cubicBezTo>
                  <a:pt x="726" y="1861"/>
                  <a:pt x="723" y="1864"/>
                  <a:pt x="721" y="1869"/>
                </a:cubicBezTo>
                <a:cubicBezTo>
                  <a:pt x="686" y="1918"/>
                  <a:pt x="687" y="1914"/>
                  <a:pt x="683" y="1918"/>
                </a:cubicBezTo>
                <a:cubicBezTo>
                  <a:pt x="665" y="1944"/>
                  <a:pt x="666" y="1949"/>
                  <a:pt x="661" y="1950"/>
                </a:cubicBezTo>
                <a:cubicBezTo>
                  <a:pt x="649" y="1969"/>
                  <a:pt x="647" y="1972"/>
                  <a:pt x="646" y="1975"/>
                </a:cubicBezTo>
                <a:cubicBezTo>
                  <a:pt x="622" y="2004"/>
                  <a:pt x="620" y="2011"/>
                  <a:pt x="614" y="2014"/>
                </a:cubicBezTo>
                <a:cubicBezTo>
                  <a:pt x="595" y="2042"/>
                  <a:pt x="587" y="2040"/>
                  <a:pt x="590" y="2047"/>
                </a:cubicBezTo>
                <a:cubicBezTo>
                  <a:pt x="566" y="2088"/>
                  <a:pt x="559" y="2090"/>
                  <a:pt x="556" y="2097"/>
                </a:cubicBezTo>
                <a:cubicBezTo>
                  <a:pt x="535" y="2141"/>
                  <a:pt x="528" y="2144"/>
                  <a:pt x="527" y="2151"/>
                </a:cubicBezTo>
                <a:cubicBezTo>
                  <a:pt x="533" y="2157"/>
                  <a:pt x="535" y="2153"/>
                  <a:pt x="538" y="2151"/>
                </a:cubicBezTo>
                <a:cubicBezTo>
                  <a:pt x="549" y="2125"/>
                  <a:pt x="552" y="2123"/>
                  <a:pt x="556" y="2121"/>
                </a:cubicBezTo>
                <a:close/>
              </a:path>
            </a:pathLst>
          </a:custGeom>
          <a:solidFill>
            <a:schemeClr val="accent1">
              <a:lumMod val="20000"/>
              <a:lumOff val="80000"/>
            </a:schemeClr>
          </a:solidFill>
          <a:ln>
            <a:noFill/>
          </a:ln>
        </p:spPr>
      </p:sp>
      <p:sp>
        <p:nvSpPr>
          <p:cNvPr id="23" name="Rectangle 15">
            <a:extLst>
              <a:ext uri="{FF2B5EF4-FFF2-40B4-BE49-F238E27FC236}">
                <a16:creationId xmlns:a16="http://schemas.microsoft.com/office/drawing/2014/main" id="{78DB0209-038A-4BBB-846F-FF25A7C1688C}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4662421" y="0"/>
            <a:ext cx="7537705" cy="6858000"/>
          </a:xfrm>
          <a:prstGeom prst="rect">
            <a:avLst/>
          </a:pr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>
              <a:defRPr/>
            </a:pPr>
            <a:endParaRPr lang="en-US">
              <a:solidFill>
                <a:prstClr val="white"/>
              </a:solidFill>
              <a:latin typeface="Calibri" panose="020F0502020204030204"/>
            </a:endParaRPr>
          </a:p>
        </p:txBody>
      </p:sp>
      <p:cxnSp>
        <p:nvCxnSpPr>
          <p:cNvPr id="18" name="Straight Connector 17">
            <a:extLst>
              <a:ext uri="{FF2B5EF4-FFF2-40B4-BE49-F238E27FC236}">
                <a16:creationId xmlns:a16="http://schemas.microsoft.com/office/drawing/2014/main" id="{1B896C34-214C-4AF6-8B1F-ACB10F0BF0BC}"/>
              </a:ext>
            </a:extLst>
          </p:cNvPr>
          <p:cNvCxnSpPr>
            <a:cxnSpLocks noGrp="1" noRot="1" noChangeAspect="1" noMove="1" noResize="1" noEditPoints="1" noAdjustHandles="1" noChangeArrowheads="1" noChangeShapeType="1"/>
          </p:cNvCxn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CxnSpPr>
        <p:spPr>
          <a:xfrm>
            <a:off x="5140960" y="2257514"/>
            <a:ext cx="1371600" cy="0"/>
          </a:xfrm>
          <a:prstGeom prst="line">
            <a:avLst/>
          </a:prstGeom>
          <a:ln w="38100">
            <a:solidFill>
              <a:schemeClr val="tx2">
                <a:lumMod val="75000"/>
                <a:lumOff val="2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" name="Title 1">
            <a:extLst>
              <a:ext uri="{FF2B5EF4-FFF2-40B4-BE49-F238E27FC236}">
                <a16:creationId xmlns:a16="http://schemas.microsoft.com/office/drawing/2014/main" id="{16AA1B8C-5C3D-4225-8F3D-AE51EA9A6B49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4772026" y="568345"/>
            <a:ext cx="6932246" cy="1560716"/>
          </a:xfrm>
        </p:spPr>
        <p:txBody>
          <a:bodyPr>
            <a:normAutofit fontScale="90000"/>
          </a:bodyPr>
          <a:lstStyle/>
          <a:p>
            <a:pPr lvl="0"/>
            <a:r>
              <a:rPr lang="en-US" dirty="0"/>
              <a:t>Bitcoin Addresses, Balances, &amp; Other Abstractions</a:t>
            </a:r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3F2F253D-3B6E-4124-8B30-29EC6C32A5CA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5140962" y="2438400"/>
            <a:ext cx="6563311" cy="3651504"/>
          </a:xfrm>
        </p:spPr>
        <p:txBody>
          <a:bodyPr>
            <a:normAutofit/>
          </a:bodyPr>
          <a:lstStyle/>
          <a:p>
            <a:pPr lvl="0"/>
            <a:r>
              <a:rPr lang="tr-TR" dirty="0"/>
              <a:t>Bitcoin Addresses</a:t>
            </a:r>
          </a:p>
          <a:p>
            <a:pPr lvl="0"/>
            <a:r>
              <a:rPr lang="tr-TR" dirty="0"/>
              <a:t>Balances</a:t>
            </a:r>
          </a:p>
          <a:p>
            <a:pPr lvl="0"/>
            <a:r>
              <a:rPr lang="tr-TR" dirty="0"/>
              <a:t>Other Abstractions</a:t>
            </a:r>
            <a:endParaRPr lang="en-US" dirty="0"/>
          </a:p>
          <a:p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183157247"/>
      </p:ext>
    </p:extLst>
  </p:cSld>
  <p:clrMapOvr>
    <a:masterClrMapping/>
  </p:clrMapOvr>
</p:sld>
</file>

<file path=ppt/slides/slide12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Rectangle 8">
            <a:extLst>
              <a:ext uri="{FF2B5EF4-FFF2-40B4-BE49-F238E27FC236}">
                <a16:creationId xmlns:a16="http://schemas.microsoft.com/office/drawing/2014/main" id="{8307893A-9361-4AD3-A98C-AB26519D54AD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5A00759E-9E66-4698-A716-68A804EFFA57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846580" y="568345"/>
            <a:ext cx="9701953" cy="1560716"/>
          </a:xfrm>
        </p:spPr>
        <p:txBody>
          <a:bodyPr>
            <a:normAutofit/>
          </a:bodyPr>
          <a:lstStyle/>
          <a:p>
            <a:r>
              <a:rPr lang="en-US" dirty="0"/>
              <a:t>Constructing the “Final Balance”</a:t>
            </a:r>
            <a:endParaRPr lang="tr-TR" dirty="0"/>
          </a:p>
        </p:txBody>
      </p:sp>
      <p:cxnSp>
        <p:nvCxnSpPr>
          <p:cNvPr id="11" name="Straight Connector 10">
            <a:extLst>
              <a:ext uri="{FF2B5EF4-FFF2-40B4-BE49-F238E27FC236}">
                <a16:creationId xmlns:a16="http://schemas.microsoft.com/office/drawing/2014/main" id="{F1534FA6-97DA-4524-BBD3-450AE51EF930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CxnSpPr>
            <a:cxnSpLocks noGrp="1" noRot="1" noChangeAspect="1" noMove="1" noResize="1" noEditPoints="1" noAdjustHandles="1" noChangeArrowheads="1" noChangeShapeType="1"/>
          </p:cNvCxn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CxnSpPr>
        <p:spPr>
          <a:xfrm>
            <a:off x="1846580" y="2176009"/>
            <a:ext cx="9701953" cy="0"/>
          </a:xfrm>
          <a:prstGeom prst="line">
            <a:avLst/>
          </a:prstGeom>
          <a:ln w="38100">
            <a:solidFill>
              <a:schemeClr val="accent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aphicFrame>
        <p:nvGraphicFramePr>
          <p:cNvPr id="4" name="İçerik Yer Tutucusu 3">
            <a:extLst>
              <a:ext uri="{FF2B5EF4-FFF2-40B4-BE49-F238E27FC236}">
                <a16:creationId xmlns:a16="http://schemas.microsoft.com/office/drawing/2014/main" id="{0CD6EF5E-1FF9-4485-8143-8F6FB4E38D17}"/>
              </a:ext>
            </a:extLst>
          </p:cNvPr>
          <p:cNvGraphicFramePr>
            <a:graphicFrameLocks noGrp="1"/>
          </p:cNvGraphicFramePr>
          <p:nvPr>
            <p:ph idx="1"/>
            <p:extLst>
              <p:ext uri="{D42A27DB-BD31-4B8C-83A1-F6EECF244321}">
                <p14:modId xmlns:p14="http://schemas.microsoft.com/office/powerpoint/2010/main" val="732977078"/>
              </p:ext>
            </p:extLst>
          </p:nvPr>
        </p:nvGraphicFramePr>
        <p:xfrm>
          <a:off x="1846580" y="2438400"/>
          <a:ext cx="9701953" cy="3651250"/>
        </p:xfrm>
        <a:graphic>
          <a:graphicData uri="http://schemas.openxmlformats.org/drawingml/2006/diagram">
            <dgm:relIds xmlns:dgm="http://schemas.openxmlformats.org/drawingml/2006/diagram" xmlns:r="http://schemas.openxmlformats.org/officeDocument/2006/relationships" r:dm="rId2" r:lo="rId3" r:qs="rId4" r:cs="rId5"/>
          </a:graphicData>
        </a:graphic>
      </p:graphicFrame>
    </p:spTree>
    <p:extLst>
      <p:ext uri="{BB962C8B-B14F-4D97-AF65-F5344CB8AC3E}">
        <p14:creationId xmlns:p14="http://schemas.microsoft.com/office/powerpoint/2010/main" val="3628883108"/>
      </p:ext>
    </p:extLst>
  </p:cSld>
  <p:clrMapOvr>
    <a:masterClrMapping/>
  </p:clrMapOvr>
</p:sld>
</file>

<file path=ppt/slides/slide12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Rectangle 8">
            <a:extLst>
              <a:ext uri="{FF2B5EF4-FFF2-40B4-BE49-F238E27FC236}">
                <a16:creationId xmlns:a16="http://schemas.microsoft.com/office/drawing/2014/main" id="{8307893A-9361-4AD3-A98C-AB26519D54AD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5A00759E-9E66-4698-A716-68A804EFFA57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846580" y="568345"/>
            <a:ext cx="9701953" cy="1560716"/>
          </a:xfrm>
        </p:spPr>
        <p:txBody>
          <a:bodyPr>
            <a:normAutofit/>
          </a:bodyPr>
          <a:lstStyle/>
          <a:p>
            <a:r>
              <a:rPr lang="en-US" dirty="0"/>
              <a:t>Constructing the “Final Balance”</a:t>
            </a:r>
            <a:endParaRPr lang="tr-TR" dirty="0"/>
          </a:p>
        </p:txBody>
      </p:sp>
      <p:cxnSp>
        <p:nvCxnSpPr>
          <p:cNvPr id="11" name="Straight Connector 10">
            <a:extLst>
              <a:ext uri="{FF2B5EF4-FFF2-40B4-BE49-F238E27FC236}">
                <a16:creationId xmlns:a16="http://schemas.microsoft.com/office/drawing/2014/main" id="{F1534FA6-97DA-4524-BBD3-450AE51EF930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CxnSpPr>
            <a:cxnSpLocks noGrp="1" noRot="1" noChangeAspect="1" noMove="1" noResize="1" noEditPoints="1" noAdjustHandles="1" noChangeArrowheads="1" noChangeShapeType="1"/>
          </p:cNvCxn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CxnSpPr>
        <p:spPr>
          <a:xfrm>
            <a:off x="1846580" y="2176009"/>
            <a:ext cx="9701953" cy="0"/>
          </a:xfrm>
          <a:prstGeom prst="line">
            <a:avLst/>
          </a:prstGeom>
          <a:ln w="38100">
            <a:solidFill>
              <a:schemeClr val="accent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aphicFrame>
        <p:nvGraphicFramePr>
          <p:cNvPr id="4" name="İçerik Yer Tutucusu 3">
            <a:extLst>
              <a:ext uri="{FF2B5EF4-FFF2-40B4-BE49-F238E27FC236}">
                <a16:creationId xmlns:a16="http://schemas.microsoft.com/office/drawing/2014/main" id="{0EB5A99A-CAD3-428F-B54F-307E75BBC287}"/>
              </a:ext>
            </a:extLst>
          </p:cNvPr>
          <p:cNvGraphicFramePr>
            <a:graphicFrameLocks noGrp="1"/>
          </p:cNvGraphicFramePr>
          <p:nvPr>
            <p:ph idx="1"/>
            <p:extLst>
              <p:ext uri="{D42A27DB-BD31-4B8C-83A1-F6EECF244321}">
                <p14:modId xmlns:p14="http://schemas.microsoft.com/office/powerpoint/2010/main" val="3402633063"/>
              </p:ext>
            </p:extLst>
          </p:nvPr>
        </p:nvGraphicFramePr>
        <p:xfrm>
          <a:off x="1846580" y="2438400"/>
          <a:ext cx="9701953" cy="3651250"/>
        </p:xfrm>
        <a:graphic>
          <a:graphicData uri="http://schemas.openxmlformats.org/drawingml/2006/diagram">
            <dgm:relIds xmlns:dgm="http://schemas.openxmlformats.org/drawingml/2006/diagram" xmlns:r="http://schemas.openxmlformats.org/officeDocument/2006/relationships" r:dm="rId2" r:lo="rId3" r:qs="rId4" r:cs="rId5"/>
          </a:graphicData>
        </a:graphic>
      </p:graphicFrame>
    </p:spTree>
    <p:extLst>
      <p:ext uri="{BB962C8B-B14F-4D97-AF65-F5344CB8AC3E}">
        <p14:creationId xmlns:p14="http://schemas.microsoft.com/office/powerpoint/2010/main" val="2946037092"/>
      </p:ext>
    </p:extLst>
  </p:cSld>
  <p:clrMapOvr>
    <a:masterClrMapping/>
  </p:clrMapOvr>
</p:sld>
</file>

<file path=ppt/slides/slide12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Rectangle 8">
            <a:extLst>
              <a:ext uri="{FF2B5EF4-FFF2-40B4-BE49-F238E27FC236}">
                <a16:creationId xmlns:a16="http://schemas.microsoft.com/office/drawing/2014/main" id="{8307893A-9361-4AD3-A98C-AB26519D54AD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5A00759E-9E66-4698-A716-68A804EFFA57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846580" y="568345"/>
            <a:ext cx="9701953" cy="1560716"/>
          </a:xfrm>
        </p:spPr>
        <p:txBody>
          <a:bodyPr>
            <a:normAutofit/>
          </a:bodyPr>
          <a:lstStyle/>
          <a:p>
            <a:r>
              <a:rPr lang="en-US" dirty="0"/>
              <a:t>Constructing the “Final Balance”</a:t>
            </a:r>
            <a:endParaRPr lang="tr-TR" dirty="0"/>
          </a:p>
        </p:txBody>
      </p:sp>
      <p:cxnSp>
        <p:nvCxnSpPr>
          <p:cNvPr id="11" name="Straight Connector 10">
            <a:extLst>
              <a:ext uri="{FF2B5EF4-FFF2-40B4-BE49-F238E27FC236}">
                <a16:creationId xmlns:a16="http://schemas.microsoft.com/office/drawing/2014/main" id="{F1534FA6-97DA-4524-BBD3-450AE51EF930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CxnSpPr>
            <a:cxnSpLocks noGrp="1" noRot="1" noChangeAspect="1" noMove="1" noResize="1" noEditPoints="1" noAdjustHandles="1" noChangeArrowheads="1" noChangeShapeType="1"/>
          </p:cNvCxn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CxnSpPr>
        <p:spPr>
          <a:xfrm>
            <a:off x="1846580" y="2176009"/>
            <a:ext cx="9701953" cy="0"/>
          </a:xfrm>
          <a:prstGeom prst="line">
            <a:avLst/>
          </a:prstGeom>
          <a:ln w="38100">
            <a:solidFill>
              <a:schemeClr val="accent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aphicFrame>
        <p:nvGraphicFramePr>
          <p:cNvPr id="4" name="İçerik Yer Tutucusu 3">
            <a:extLst>
              <a:ext uri="{FF2B5EF4-FFF2-40B4-BE49-F238E27FC236}">
                <a16:creationId xmlns:a16="http://schemas.microsoft.com/office/drawing/2014/main" id="{0EB5A99A-CAD3-428F-B54F-307E75BBC287}"/>
              </a:ext>
            </a:extLst>
          </p:cNvPr>
          <p:cNvGraphicFramePr>
            <a:graphicFrameLocks noGrp="1"/>
          </p:cNvGraphicFramePr>
          <p:nvPr>
            <p:ph idx="1"/>
            <p:extLst>
              <p:ext uri="{D42A27DB-BD31-4B8C-83A1-F6EECF244321}">
                <p14:modId xmlns:p14="http://schemas.microsoft.com/office/powerpoint/2010/main" val="3016523601"/>
              </p:ext>
            </p:extLst>
          </p:nvPr>
        </p:nvGraphicFramePr>
        <p:xfrm>
          <a:off x="1846580" y="2438400"/>
          <a:ext cx="9701953" cy="3651250"/>
        </p:xfrm>
        <a:graphic>
          <a:graphicData uri="http://schemas.openxmlformats.org/drawingml/2006/diagram">
            <dgm:relIds xmlns:dgm="http://schemas.openxmlformats.org/drawingml/2006/diagram" xmlns:r="http://schemas.openxmlformats.org/officeDocument/2006/relationships" r:dm="rId2" r:lo="rId3" r:qs="rId4" r:cs="rId5"/>
          </a:graphicData>
        </a:graphic>
      </p:graphicFrame>
    </p:spTree>
    <p:extLst>
      <p:ext uri="{BB962C8B-B14F-4D97-AF65-F5344CB8AC3E}">
        <p14:creationId xmlns:p14="http://schemas.microsoft.com/office/powerpoint/2010/main" val="762704349"/>
      </p:ext>
    </p:extLst>
  </p:cSld>
  <p:clrMapOvr>
    <a:masterClrMapping/>
  </p:clrMapOvr>
</p:sld>
</file>

<file path=ppt/slides/slide12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Rectangle 8">
            <a:extLst>
              <a:ext uri="{FF2B5EF4-FFF2-40B4-BE49-F238E27FC236}">
                <a16:creationId xmlns:a16="http://schemas.microsoft.com/office/drawing/2014/main" id="{8307893A-9361-4AD3-A98C-AB26519D54AD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5A00759E-9E66-4698-A716-68A804EFFA57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846580" y="568345"/>
            <a:ext cx="9701953" cy="1560716"/>
          </a:xfrm>
        </p:spPr>
        <p:txBody>
          <a:bodyPr>
            <a:normAutofit/>
          </a:bodyPr>
          <a:lstStyle/>
          <a:p>
            <a:r>
              <a:rPr lang="en-US" dirty="0"/>
              <a:t>Constructing the “Final Balance”</a:t>
            </a:r>
            <a:endParaRPr lang="tr-TR" dirty="0"/>
          </a:p>
        </p:txBody>
      </p:sp>
      <p:cxnSp>
        <p:nvCxnSpPr>
          <p:cNvPr id="11" name="Straight Connector 10">
            <a:extLst>
              <a:ext uri="{FF2B5EF4-FFF2-40B4-BE49-F238E27FC236}">
                <a16:creationId xmlns:a16="http://schemas.microsoft.com/office/drawing/2014/main" id="{F1534FA6-97DA-4524-BBD3-450AE51EF930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CxnSpPr>
            <a:cxnSpLocks noGrp="1" noRot="1" noChangeAspect="1" noMove="1" noResize="1" noEditPoints="1" noAdjustHandles="1" noChangeArrowheads="1" noChangeShapeType="1"/>
          </p:cNvCxn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CxnSpPr>
        <p:spPr>
          <a:xfrm>
            <a:off x="1846580" y="2176009"/>
            <a:ext cx="9701953" cy="0"/>
          </a:xfrm>
          <a:prstGeom prst="line">
            <a:avLst/>
          </a:prstGeom>
          <a:ln w="38100">
            <a:solidFill>
              <a:schemeClr val="accent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aphicFrame>
        <p:nvGraphicFramePr>
          <p:cNvPr id="4" name="İçerik Yer Tutucusu 3">
            <a:extLst>
              <a:ext uri="{FF2B5EF4-FFF2-40B4-BE49-F238E27FC236}">
                <a16:creationId xmlns:a16="http://schemas.microsoft.com/office/drawing/2014/main" id="{88D352DA-E520-4F87-8EEE-0529B0CFD082}"/>
              </a:ext>
            </a:extLst>
          </p:cNvPr>
          <p:cNvGraphicFramePr>
            <a:graphicFrameLocks noGrp="1"/>
          </p:cNvGraphicFramePr>
          <p:nvPr>
            <p:ph idx="1"/>
            <p:extLst>
              <p:ext uri="{D42A27DB-BD31-4B8C-83A1-F6EECF244321}">
                <p14:modId xmlns:p14="http://schemas.microsoft.com/office/powerpoint/2010/main" val="3508268089"/>
              </p:ext>
            </p:extLst>
          </p:nvPr>
        </p:nvGraphicFramePr>
        <p:xfrm>
          <a:off x="1846580" y="2438400"/>
          <a:ext cx="9701953" cy="3651250"/>
        </p:xfrm>
        <a:graphic>
          <a:graphicData uri="http://schemas.openxmlformats.org/drawingml/2006/diagram">
            <dgm:relIds xmlns:dgm="http://schemas.openxmlformats.org/drawingml/2006/diagram" xmlns:r="http://schemas.openxmlformats.org/officeDocument/2006/relationships" r:dm="rId2" r:lo="rId3" r:qs="rId4" r:cs="rId5"/>
          </a:graphicData>
        </a:graphic>
      </p:graphicFrame>
    </p:spTree>
    <p:extLst>
      <p:ext uri="{BB962C8B-B14F-4D97-AF65-F5344CB8AC3E}">
        <p14:creationId xmlns:p14="http://schemas.microsoft.com/office/powerpoint/2010/main" val="3389477637"/>
      </p:ext>
    </p:extLst>
  </p:cSld>
  <p:clrMapOvr>
    <a:masterClrMapping/>
  </p:clrMapOvr>
</p:sld>
</file>

<file path=ppt/slides/slide12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Rectangle 8">
            <a:extLst>
              <a:ext uri="{FF2B5EF4-FFF2-40B4-BE49-F238E27FC236}">
                <a16:creationId xmlns:a16="http://schemas.microsoft.com/office/drawing/2014/main" id="{8307893A-9361-4AD3-A98C-AB26519D54AD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5A00759E-9E66-4698-A716-68A804EFFA57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846580" y="568345"/>
            <a:ext cx="9701953" cy="1560716"/>
          </a:xfrm>
        </p:spPr>
        <p:txBody>
          <a:bodyPr>
            <a:normAutofit/>
          </a:bodyPr>
          <a:lstStyle/>
          <a:p>
            <a:r>
              <a:rPr lang="en-US" dirty="0"/>
              <a:t>Constructing the “Final Balance”</a:t>
            </a:r>
            <a:endParaRPr lang="tr-TR" dirty="0"/>
          </a:p>
        </p:txBody>
      </p:sp>
      <p:cxnSp>
        <p:nvCxnSpPr>
          <p:cNvPr id="11" name="Straight Connector 10">
            <a:extLst>
              <a:ext uri="{FF2B5EF4-FFF2-40B4-BE49-F238E27FC236}">
                <a16:creationId xmlns:a16="http://schemas.microsoft.com/office/drawing/2014/main" id="{F1534FA6-97DA-4524-BBD3-450AE51EF930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CxnSpPr>
            <a:cxnSpLocks noGrp="1" noRot="1" noChangeAspect="1" noMove="1" noResize="1" noEditPoints="1" noAdjustHandles="1" noChangeArrowheads="1" noChangeShapeType="1"/>
          </p:cNvCxn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CxnSpPr>
        <p:spPr>
          <a:xfrm>
            <a:off x="1846580" y="2176009"/>
            <a:ext cx="9701953" cy="0"/>
          </a:xfrm>
          <a:prstGeom prst="line">
            <a:avLst/>
          </a:prstGeom>
          <a:ln w="38100">
            <a:solidFill>
              <a:schemeClr val="accent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aphicFrame>
        <p:nvGraphicFramePr>
          <p:cNvPr id="4" name="İçerik Yer Tutucusu 3">
            <a:extLst>
              <a:ext uri="{FF2B5EF4-FFF2-40B4-BE49-F238E27FC236}">
                <a16:creationId xmlns:a16="http://schemas.microsoft.com/office/drawing/2014/main" id="{88D352DA-E520-4F87-8EEE-0529B0CFD082}"/>
              </a:ext>
            </a:extLst>
          </p:cNvPr>
          <p:cNvGraphicFramePr>
            <a:graphicFrameLocks noGrp="1"/>
          </p:cNvGraphicFramePr>
          <p:nvPr>
            <p:ph idx="1"/>
            <p:extLst>
              <p:ext uri="{D42A27DB-BD31-4B8C-83A1-F6EECF244321}">
                <p14:modId xmlns:p14="http://schemas.microsoft.com/office/powerpoint/2010/main" val="3179224313"/>
              </p:ext>
            </p:extLst>
          </p:nvPr>
        </p:nvGraphicFramePr>
        <p:xfrm>
          <a:off x="1846580" y="2438400"/>
          <a:ext cx="9701953" cy="3651250"/>
        </p:xfrm>
        <a:graphic>
          <a:graphicData uri="http://schemas.openxmlformats.org/drawingml/2006/diagram">
            <dgm:relIds xmlns:dgm="http://schemas.openxmlformats.org/drawingml/2006/diagram" xmlns:r="http://schemas.openxmlformats.org/officeDocument/2006/relationships" r:dm="rId2" r:lo="rId3" r:qs="rId4" r:cs="rId5"/>
          </a:graphicData>
        </a:graphic>
      </p:graphicFrame>
    </p:spTree>
    <p:extLst>
      <p:ext uri="{BB962C8B-B14F-4D97-AF65-F5344CB8AC3E}">
        <p14:creationId xmlns:p14="http://schemas.microsoft.com/office/powerpoint/2010/main" val="3290823693"/>
      </p:ext>
    </p:extLst>
  </p:cSld>
  <p:clrMapOvr>
    <a:masterClrMapping/>
  </p:clrMapOvr>
</p:sld>
</file>

<file path=ppt/slides/slide12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1">
            <a:extLst>
              <a:ext uri="{FF2B5EF4-FFF2-40B4-BE49-F238E27FC236}">
                <a16:creationId xmlns:a16="http://schemas.microsoft.com/office/drawing/2014/main" id="{77F19C3B-5E54-4EC5-AF81-9E1A615051B0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074911" y="658575"/>
            <a:ext cx="10154561" cy="5806394"/>
          </a:xfrm>
          <a:prstGeom prst="rect">
            <a:avLst/>
          </a:prstGeom>
        </p:spPr>
      </p:pic>
      <p:sp>
        <p:nvSpPr>
          <p:cNvPr id="10" name="Callout: Right Arrow 9">
            <a:extLst>
              <a:ext uri="{FF2B5EF4-FFF2-40B4-BE49-F238E27FC236}">
                <a16:creationId xmlns:a16="http://schemas.microsoft.com/office/drawing/2014/main" id="{18F2924C-BFDB-451C-8D11-E6743373702A}"/>
              </a:ext>
            </a:extLst>
          </p:cNvPr>
          <p:cNvSpPr/>
          <p:nvPr/>
        </p:nvSpPr>
        <p:spPr>
          <a:xfrm>
            <a:off x="6360694" y="2518610"/>
            <a:ext cx="1114926" cy="689811"/>
          </a:xfrm>
          <a:prstGeom prst="rightArrowCallout">
            <a:avLst>
              <a:gd name="adj1" fmla="val 28509"/>
              <a:gd name="adj2" fmla="val 25000"/>
              <a:gd name="adj3" fmla="val 25000"/>
              <a:gd name="adj4" fmla="val 72477"/>
            </a:avLst>
          </a:prstGeom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tr-TR" sz="1400" dirty="0"/>
              <a:t>Alice’s Bitcoin Address</a:t>
            </a:r>
          </a:p>
        </p:txBody>
      </p:sp>
      <p:sp>
        <p:nvSpPr>
          <p:cNvPr id="11" name="Callout: Right Arrow 10">
            <a:extLst>
              <a:ext uri="{FF2B5EF4-FFF2-40B4-BE49-F238E27FC236}">
                <a16:creationId xmlns:a16="http://schemas.microsoft.com/office/drawing/2014/main" id="{2257F8B1-719C-46E8-91E5-70742F307DED}"/>
              </a:ext>
            </a:extLst>
          </p:cNvPr>
          <p:cNvSpPr/>
          <p:nvPr/>
        </p:nvSpPr>
        <p:spPr>
          <a:xfrm>
            <a:off x="144378" y="2253915"/>
            <a:ext cx="1114926" cy="689811"/>
          </a:xfrm>
          <a:prstGeom prst="rightArrowCallout">
            <a:avLst>
              <a:gd name="adj1" fmla="val 28509"/>
              <a:gd name="adj2" fmla="val 25000"/>
              <a:gd name="adj3" fmla="val 25000"/>
              <a:gd name="adj4" fmla="val 72477"/>
            </a:avLst>
          </a:prstGeom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tr-TR" sz="1400" dirty="0"/>
              <a:t>Alice’s Bitcoin Address</a:t>
            </a:r>
          </a:p>
        </p:txBody>
      </p:sp>
      <p:sp>
        <p:nvSpPr>
          <p:cNvPr id="12" name="Callout: Right Arrow 11">
            <a:extLst>
              <a:ext uri="{FF2B5EF4-FFF2-40B4-BE49-F238E27FC236}">
                <a16:creationId xmlns:a16="http://schemas.microsoft.com/office/drawing/2014/main" id="{D51F620D-FCCB-44A0-BAC3-CFCFA98D530C}"/>
              </a:ext>
            </a:extLst>
          </p:cNvPr>
          <p:cNvSpPr/>
          <p:nvPr/>
        </p:nvSpPr>
        <p:spPr>
          <a:xfrm>
            <a:off x="6352673" y="1740568"/>
            <a:ext cx="1114926" cy="689811"/>
          </a:xfrm>
          <a:prstGeom prst="rightArrowCallout">
            <a:avLst>
              <a:gd name="adj1" fmla="val 28509"/>
              <a:gd name="adj2" fmla="val 25000"/>
              <a:gd name="adj3" fmla="val 25000"/>
              <a:gd name="adj4" fmla="val 72477"/>
            </a:avLst>
          </a:prstGeom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tr-TR" sz="1400" dirty="0"/>
              <a:t>Bob’s Bitcoin Address</a:t>
            </a:r>
          </a:p>
        </p:txBody>
      </p:sp>
      <p:sp>
        <p:nvSpPr>
          <p:cNvPr id="13" name="Callout: Left Arrow 12">
            <a:extLst>
              <a:ext uri="{FF2B5EF4-FFF2-40B4-BE49-F238E27FC236}">
                <a16:creationId xmlns:a16="http://schemas.microsoft.com/office/drawing/2014/main" id="{CF94B7B6-BD54-4E9D-AB3A-564F01D6A451}"/>
              </a:ext>
            </a:extLst>
          </p:cNvPr>
          <p:cNvSpPr/>
          <p:nvPr/>
        </p:nvSpPr>
        <p:spPr>
          <a:xfrm>
            <a:off x="11213431" y="2117557"/>
            <a:ext cx="962527" cy="593558"/>
          </a:xfrm>
          <a:prstGeom prst="leftArrowCallout">
            <a:avLst>
              <a:gd name="adj1" fmla="val 25000"/>
              <a:gd name="adj2" fmla="val 25000"/>
              <a:gd name="adj3" fmla="val 25000"/>
              <a:gd name="adj4" fmla="val 76644"/>
            </a:avLst>
          </a:prstGeom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tr-TR" sz="1400" dirty="0"/>
              <a:t>Paid</a:t>
            </a:r>
          </a:p>
        </p:txBody>
      </p:sp>
      <p:sp>
        <p:nvSpPr>
          <p:cNvPr id="14" name="Callout: Left Arrow 13">
            <a:extLst>
              <a:ext uri="{FF2B5EF4-FFF2-40B4-BE49-F238E27FC236}">
                <a16:creationId xmlns:a16="http://schemas.microsoft.com/office/drawing/2014/main" id="{AC1439C3-2A0C-49AD-8DA0-648AC47791D9}"/>
              </a:ext>
            </a:extLst>
          </p:cNvPr>
          <p:cNvSpPr/>
          <p:nvPr/>
        </p:nvSpPr>
        <p:spPr>
          <a:xfrm>
            <a:off x="11229473" y="2783304"/>
            <a:ext cx="962527" cy="593558"/>
          </a:xfrm>
          <a:prstGeom prst="leftArrowCallout">
            <a:avLst>
              <a:gd name="adj1" fmla="val 25000"/>
              <a:gd name="adj2" fmla="val 25000"/>
              <a:gd name="adj3" fmla="val 25000"/>
              <a:gd name="adj4" fmla="val 76644"/>
            </a:avLst>
          </a:prstGeom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tr-TR" sz="1400" dirty="0"/>
              <a:t>Change</a:t>
            </a:r>
          </a:p>
        </p:txBody>
      </p:sp>
      <p:sp>
        <p:nvSpPr>
          <p:cNvPr id="15" name="Callout: Left Arrow 14">
            <a:extLst>
              <a:ext uri="{FF2B5EF4-FFF2-40B4-BE49-F238E27FC236}">
                <a16:creationId xmlns:a16="http://schemas.microsoft.com/office/drawing/2014/main" id="{60E91ED5-B85A-455E-BB2E-5D85BE13D8BB}"/>
              </a:ext>
            </a:extLst>
          </p:cNvPr>
          <p:cNvSpPr/>
          <p:nvPr/>
        </p:nvSpPr>
        <p:spPr>
          <a:xfrm>
            <a:off x="11229473" y="5414210"/>
            <a:ext cx="962527" cy="593558"/>
          </a:xfrm>
          <a:prstGeom prst="leftArrowCallout">
            <a:avLst>
              <a:gd name="adj1" fmla="val 25000"/>
              <a:gd name="adj2" fmla="val 25000"/>
              <a:gd name="adj3" fmla="val 25000"/>
              <a:gd name="adj4" fmla="val 76644"/>
            </a:avLst>
          </a:prstGeom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tr-TR" sz="1400" dirty="0"/>
              <a:t>Fee</a:t>
            </a:r>
          </a:p>
        </p:txBody>
      </p:sp>
      <p:sp>
        <p:nvSpPr>
          <p:cNvPr id="16" name="Callout: Up Arrow 15">
            <a:extLst>
              <a:ext uri="{FF2B5EF4-FFF2-40B4-BE49-F238E27FC236}">
                <a16:creationId xmlns:a16="http://schemas.microsoft.com/office/drawing/2014/main" id="{2B7D1960-0AB8-4E2B-979E-8C7F7BA9B303}"/>
              </a:ext>
            </a:extLst>
          </p:cNvPr>
          <p:cNvSpPr/>
          <p:nvPr/>
        </p:nvSpPr>
        <p:spPr>
          <a:xfrm>
            <a:off x="1283367" y="3272590"/>
            <a:ext cx="4010526" cy="529389"/>
          </a:xfrm>
          <a:prstGeom prst="upArrowCallout">
            <a:avLst/>
          </a:prstGeom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tr-TR" dirty="0"/>
              <a:t>Sender</a:t>
            </a:r>
          </a:p>
        </p:txBody>
      </p:sp>
      <p:sp>
        <p:nvSpPr>
          <p:cNvPr id="17" name="Callout: Down Arrow 16">
            <a:extLst>
              <a:ext uri="{FF2B5EF4-FFF2-40B4-BE49-F238E27FC236}">
                <a16:creationId xmlns:a16="http://schemas.microsoft.com/office/drawing/2014/main" id="{2F4A0099-0E69-46B6-B1F8-3417E090C139}"/>
              </a:ext>
            </a:extLst>
          </p:cNvPr>
          <p:cNvSpPr/>
          <p:nvPr/>
        </p:nvSpPr>
        <p:spPr>
          <a:xfrm>
            <a:off x="7652084" y="1347536"/>
            <a:ext cx="3400927" cy="593558"/>
          </a:xfrm>
          <a:prstGeom prst="downArrowCallout">
            <a:avLst/>
          </a:prstGeom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tr-TR" dirty="0"/>
              <a:t>Receiver</a:t>
            </a:r>
          </a:p>
        </p:txBody>
      </p:sp>
      <p:sp>
        <p:nvSpPr>
          <p:cNvPr id="18" name="Speech Bubble: Rectangle 17">
            <a:extLst>
              <a:ext uri="{FF2B5EF4-FFF2-40B4-BE49-F238E27FC236}">
                <a16:creationId xmlns:a16="http://schemas.microsoft.com/office/drawing/2014/main" id="{94BA0757-2B8B-465C-97F1-EDD89D7CD86F}"/>
              </a:ext>
            </a:extLst>
          </p:cNvPr>
          <p:cNvSpPr/>
          <p:nvPr/>
        </p:nvSpPr>
        <p:spPr>
          <a:xfrm>
            <a:off x="1363581" y="1796715"/>
            <a:ext cx="3112166" cy="529389"/>
          </a:xfrm>
          <a:prstGeom prst="wedgeRectCallout">
            <a:avLst/>
          </a:prstGeom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tr-TR" dirty="0"/>
              <a:t>Retrieved from previous UTXO</a:t>
            </a:r>
          </a:p>
        </p:txBody>
      </p:sp>
    </p:spTree>
    <p:extLst>
      <p:ext uri="{BB962C8B-B14F-4D97-AF65-F5344CB8AC3E}">
        <p14:creationId xmlns:p14="http://schemas.microsoft.com/office/powerpoint/2010/main" val="2789998700"/>
      </p:ext>
    </p:extLst>
  </p:cSld>
  <p:clrMapOvr>
    <a:masterClrMapping/>
  </p:clrMapOvr>
</p:sld>
</file>

<file path=ppt/slides/slide12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A560ACFD-23C1-4064-87DC-40038A8E9E74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tr-TR" i="1" dirty="0"/>
              <a:t>Bob’s Balance</a:t>
            </a:r>
            <a:endParaRPr lang="tr-TR" dirty="0"/>
          </a:p>
        </p:txBody>
      </p:sp>
      <p:pic>
        <p:nvPicPr>
          <p:cNvPr id="15" name="Picture 14">
            <a:extLst>
              <a:ext uri="{FF2B5EF4-FFF2-40B4-BE49-F238E27FC236}">
                <a16:creationId xmlns:a16="http://schemas.microsoft.com/office/drawing/2014/main" id="{742D2317-C072-4E29-9550-F312EC07CF2A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277681" y="2588152"/>
            <a:ext cx="11571972" cy="2728913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476914648"/>
      </p:ext>
    </p:extLst>
  </p:cSld>
  <p:clrMapOvr>
    <a:masterClrMapping/>
  </p:clrMapOvr>
</p:sld>
</file>

<file path=ppt/slides/slide12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2" name="Group 31">
            <a:extLst>
              <a:ext uri="{FF2B5EF4-FFF2-40B4-BE49-F238E27FC236}">
                <a16:creationId xmlns:a16="http://schemas.microsoft.com/office/drawing/2014/main" id="{39BCE03C-B7E6-4AC4-97BD-6C046CA21FC3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GrpSpPr>
            <a:grpSpLocks noGrp="1" noUngrp="1" noRot="1" noChangeAspect="1" noMove="1" noResize="1"/>
          </p:cNvGrp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GrpSpPr>
        <p:grpSpPr>
          <a:xfrm>
            <a:off x="400714" y="362425"/>
            <a:ext cx="3495979" cy="6204388"/>
            <a:chOff x="400714" y="362425"/>
            <a:chExt cx="3495979" cy="6204388"/>
          </a:xfrm>
        </p:grpSpPr>
        <p:sp>
          <p:nvSpPr>
            <p:cNvPr id="33" name="Freeform 5">
              <a:extLst>
                <a:ext uri="{FF2B5EF4-FFF2-40B4-BE49-F238E27FC236}">
                  <a16:creationId xmlns:a16="http://schemas.microsoft.com/office/drawing/2014/main" id="{6C0200D4-F036-449F-93FC-DF7D9EEF2941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>
              <a:spLocks noEditPoints="1"/>
            </p:cNvSpPr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 bwMode="auto">
            <a:xfrm>
              <a:off x="400714" y="362425"/>
              <a:ext cx="2218442" cy="6204388"/>
            </a:xfrm>
            <a:custGeom>
              <a:avLst/>
              <a:gdLst/>
              <a:ahLst/>
              <a:cxnLst/>
              <a:rect l="0" t="0" r="r" b="b"/>
              <a:pathLst>
                <a:path w="697" h="1954">
                  <a:moveTo>
                    <a:pt x="251" y="1472"/>
                  </a:moveTo>
                  <a:cubicBezTo>
                    <a:pt x="258" y="1472"/>
                    <a:pt x="252" y="1463"/>
                    <a:pt x="251" y="1462"/>
                  </a:cubicBezTo>
                  <a:cubicBezTo>
                    <a:pt x="248" y="1422"/>
                    <a:pt x="241" y="1424"/>
                    <a:pt x="241" y="1419"/>
                  </a:cubicBezTo>
                  <a:cubicBezTo>
                    <a:pt x="227" y="1388"/>
                    <a:pt x="226" y="1380"/>
                    <a:pt x="221" y="1376"/>
                  </a:cubicBezTo>
                  <a:cubicBezTo>
                    <a:pt x="209" y="1355"/>
                    <a:pt x="209" y="1347"/>
                    <a:pt x="203" y="1344"/>
                  </a:cubicBezTo>
                  <a:cubicBezTo>
                    <a:pt x="169" y="1285"/>
                    <a:pt x="162" y="1275"/>
                    <a:pt x="156" y="1263"/>
                  </a:cubicBezTo>
                  <a:cubicBezTo>
                    <a:pt x="144" y="1242"/>
                    <a:pt x="141" y="1236"/>
                    <a:pt x="138" y="1231"/>
                  </a:cubicBezTo>
                  <a:cubicBezTo>
                    <a:pt x="107" y="1177"/>
                    <a:pt x="108" y="1168"/>
                    <a:pt x="103" y="1165"/>
                  </a:cubicBezTo>
                  <a:cubicBezTo>
                    <a:pt x="90" y="1142"/>
                    <a:pt x="83" y="1131"/>
                    <a:pt x="82" y="1127"/>
                  </a:cubicBezTo>
                  <a:cubicBezTo>
                    <a:pt x="66" y="1090"/>
                    <a:pt x="67" y="1081"/>
                    <a:pt x="62" y="1077"/>
                  </a:cubicBezTo>
                  <a:cubicBezTo>
                    <a:pt x="57" y="1049"/>
                    <a:pt x="51" y="1046"/>
                    <a:pt x="52" y="1037"/>
                  </a:cubicBezTo>
                  <a:cubicBezTo>
                    <a:pt x="48" y="1016"/>
                    <a:pt x="44" y="1007"/>
                    <a:pt x="42" y="1002"/>
                  </a:cubicBezTo>
                  <a:cubicBezTo>
                    <a:pt x="32" y="970"/>
                    <a:pt x="24" y="961"/>
                    <a:pt x="22" y="946"/>
                  </a:cubicBezTo>
                  <a:cubicBezTo>
                    <a:pt x="13" y="922"/>
                    <a:pt x="11" y="916"/>
                    <a:pt x="9" y="909"/>
                  </a:cubicBezTo>
                  <a:cubicBezTo>
                    <a:pt x="5" y="889"/>
                    <a:pt x="11" y="888"/>
                    <a:pt x="9" y="896"/>
                  </a:cubicBezTo>
                  <a:cubicBezTo>
                    <a:pt x="25" y="935"/>
                    <a:pt x="22" y="943"/>
                    <a:pt x="27" y="944"/>
                  </a:cubicBezTo>
                  <a:cubicBezTo>
                    <a:pt x="47" y="979"/>
                    <a:pt x="44" y="987"/>
                    <a:pt x="45" y="992"/>
                  </a:cubicBezTo>
                  <a:cubicBezTo>
                    <a:pt x="78" y="1045"/>
                    <a:pt x="85" y="1060"/>
                    <a:pt x="95" y="1072"/>
                  </a:cubicBezTo>
                  <a:cubicBezTo>
                    <a:pt x="141" y="1130"/>
                    <a:pt x="141" y="1136"/>
                    <a:pt x="140" y="1142"/>
                  </a:cubicBezTo>
                  <a:cubicBezTo>
                    <a:pt x="159" y="1162"/>
                    <a:pt x="156" y="1170"/>
                    <a:pt x="160" y="1170"/>
                  </a:cubicBezTo>
                  <a:cubicBezTo>
                    <a:pt x="198" y="1238"/>
                    <a:pt x="204" y="1243"/>
                    <a:pt x="206" y="1251"/>
                  </a:cubicBezTo>
                  <a:cubicBezTo>
                    <a:pt x="218" y="1278"/>
                    <a:pt x="219" y="1288"/>
                    <a:pt x="226" y="1291"/>
                  </a:cubicBezTo>
                  <a:cubicBezTo>
                    <a:pt x="231" y="1298"/>
                    <a:pt x="231" y="1292"/>
                    <a:pt x="228" y="1288"/>
                  </a:cubicBezTo>
                  <a:cubicBezTo>
                    <a:pt x="196" y="1218"/>
                    <a:pt x="198" y="1206"/>
                    <a:pt x="191" y="1203"/>
                  </a:cubicBezTo>
                  <a:cubicBezTo>
                    <a:pt x="168" y="1159"/>
                    <a:pt x="164" y="1153"/>
                    <a:pt x="160" y="1147"/>
                  </a:cubicBezTo>
                  <a:cubicBezTo>
                    <a:pt x="114" y="1068"/>
                    <a:pt x="104" y="1068"/>
                    <a:pt x="105" y="1057"/>
                  </a:cubicBezTo>
                  <a:cubicBezTo>
                    <a:pt x="67" y="1000"/>
                    <a:pt x="58" y="1000"/>
                    <a:pt x="57" y="992"/>
                  </a:cubicBezTo>
                  <a:cubicBezTo>
                    <a:pt x="80" y="1011"/>
                    <a:pt x="81" y="1021"/>
                    <a:pt x="87" y="1024"/>
                  </a:cubicBezTo>
                  <a:cubicBezTo>
                    <a:pt x="103" y="1041"/>
                    <a:pt x="100" y="1049"/>
                    <a:pt x="105" y="1049"/>
                  </a:cubicBezTo>
                  <a:cubicBezTo>
                    <a:pt x="129" y="1079"/>
                    <a:pt x="130" y="1087"/>
                    <a:pt x="135" y="1092"/>
                  </a:cubicBezTo>
                  <a:cubicBezTo>
                    <a:pt x="163" y="1128"/>
                    <a:pt x="159" y="1136"/>
                    <a:pt x="163" y="1137"/>
                  </a:cubicBezTo>
                  <a:cubicBezTo>
                    <a:pt x="199" y="1191"/>
                    <a:pt x="204" y="1205"/>
                    <a:pt x="211" y="1218"/>
                  </a:cubicBezTo>
                  <a:cubicBezTo>
                    <a:pt x="232" y="1237"/>
                    <a:pt x="226" y="1238"/>
                    <a:pt x="228" y="1230"/>
                  </a:cubicBezTo>
                  <a:cubicBezTo>
                    <a:pt x="202" y="1163"/>
                    <a:pt x="196" y="1163"/>
                    <a:pt x="198" y="1155"/>
                  </a:cubicBezTo>
                  <a:cubicBezTo>
                    <a:pt x="171" y="1106"/>
                    <a:pt x="167" y="1104"/>
                    <a:pt x="165" y="1100"/>
                  </a:cubicBezTo>
                  <a:cubicBezTo>
                    <a:pt x="140" y="1062"/>
                    <a:pt x="138" y="1052"/>
                    <a:pt x="133" y="1047"/>
                  </a:cubicBezTo>
                  <a:cubicBezTo>
                    <a:pt x="76" y="924"/>
                    <a:pt x="76" y="918"/>
                    <a:pt x="75" y="913"/>
                  </a:cubicBezTo>
                  <a:cubicBezTo>
                    <a:pt x="53" y="840"/>
                    <a:pt x="56" y="836"/>
                    <a:pt x="57" y="830"/>
                  </a:cubicBezTo>
                  <a:cubicBezTo>
                    <a:pt x="36" y="706"/>
                    <a:pt x="30" y="721"/>
                    <a:pt x="34" y="725"/>
                  </a:cubicBezTo>
                  <a:cubicBezTo>
                    <a:pt x="45" y="767"/>
                    <a:pt x="46" y="774"/>
                    <a:pt x="49" y="778"/>
                  </a:cubicBezTo>
                  <a:cubicBezTo>
                    <a:pt x="70" y="833"/>
                    <a:pt x="67" y="843"/>
                    <a:pt x="72" y="846"/>
                  </a:cubicBezTo>
                  <a:cubicBezTo>
                    <a:pt x="94" y="887"/>
                    <a:pt x="97" y="899"/>
                    <a:pt x="102" y="908"/>
                  </a:cubicBezTo>
                  <a:cubicBezTo>
                    <a:pt x="143" y="980"/>
                    <a:pt x="154" y="992"/>
                    <a:pt x="160" y="1007"/>
                  </a:cubicBezTo>
                  <a:cubicBezTo>
                    <a:pt x="212" y="1106"/>
                    <a:pt x="218" y="1122"/>
                    <a:pt x="223" y="1137"/>
                  </a:cubicBezTo>
                  <a:cubicBezTo>
                    <a:pt x="218" y="1115"/>
                    <a:pt x="222" y="1106"/>
                    <a:pt x="221" y="1102"/>
                  </a:cubicBezTo>
                  <a:cubicBezTo>
                    <a:pt x="210" y="1080"/>
                    <a:pt x="213" y="1072"/>
                    <a:pt x="208" y="1072"/>
                  </a:cubicBezTo>
                  <a:cubicBezTo>
                    <a:pt x="195" y="1023"/>
                    <a:pt x="188" y="1020"/>
                    <a:pt x="188" y="1012"/>
                  </a:cubicBezTo>
                  <a:cubicBezTo>
                    <a:pt x="149" y="930"/>
                    <a:pt x="144" y="927"/>
                    <a:pt x="145" y="918"/>
                  </a:cubicBezTo>
                  <a:cubicBezTo>
                    <a:pt x="125" y="876"/>
                    <a:pt x="120" y="873"/>
                    <a:pt x="117" y="868"/>
                  </a:cubicBezTo>
                  <a:cubicBezTo>
                    <a:pt x="102" y="832"/>
                    <a:pt x="100" y="833"/>
                    <a:pt x="100" y="830"/>
                  </a:cubicBezTo>
                  <a:cubicBezTo>
                    <a:pt x="80" y="793"/>
                    <a:pt x="77" y="788"/>
                    <a:pt x="75" y="783"/>
                  </a:cubicBezTo>
                  <a:cubicBezTo>
                    <a:pt x="45" y="730"/>
                    <a:pt x="43" y="716"/>
                    <a:pt x="34" y="710"/>
                  </a:cubicBezTo>
                  <a:cubicBezTo>
                    <a:pt x="25" y="678"/>
                    <a:pt x="34" y="684"/>
                    <a:pt x="32" y="690"/>
                  </a:cubicBezTo>
                  <a:cubicBezTo>
                    <a:pt x="50" y="733"/>
                    <a:pt x="60" y="733"/>
                    <a:pt x="59" y="745"/>
                  </a:cubicBezTo>
                  <a:cubicBezTo>
                    <a:pt x="80" y="780"/>
                    <a:pt x="81" y="783"/>
                    <a:pt x="85" y="785"/>
                  </a:cubicBezTo>
                  <a:cubicBezTo>
                    <a:pt x="113" y="833"/>
                    <a:pt x="115" y="842"/>
                    <a:pt x="117" y="851"/>
                  </a:cubicBezTo>
                  <a:cubicBezTo>
                    <a:pt x="147" y="899"/>
                    <a:pt x="151" y="907"/>
                    <a:pt x="153" y="916"/>
                  </a:cubicBezTo>
                  <a:cubicBezTo>
                    <a:pt x="168" y="945"/>
                    <a:pt x="171" y="952"/>
                    <a:pt x="173" y="961"/>
                  </a:cubicBezTo>
                  <a:cubicBezTo>
                    <a:pt x="190" y="999"/>
                    <a:pt x="200" y="1010"/>
                    <a:pt x="203" y="1029"/>
                  </a:cubicBezTo>
                  <a:cubicBezTo>
                    <a:pt x="198" y="998"/>
                    <a:pt x="198" y="994"/>
                    <a:pt x="196" y="994"/>
                  </a:cubicBezTo>
                  <a:cubicBezTo>
                    <a:pt x="175" y="911"/>
                    <a:pt x="168" y="909"/>
                    <a:pt x="170" y="898"/>
                  </a:cubicBezTo>
                  <a:cubicBezTo>
                    <a:pt x="131" y="811"/>
                    <a:pt x="131" y="802"/>
                    <a:pt x="125" y="800"/>
                  </a:cubicBezTo>
                  <a:cubicBezTo>
                    <a:pt x="105" y="747"/>
                    <a:pt x="103" y="742"/>
                    <a:pt x="100" y="740"/>
                  </a:cubicBezTo>
                  <a:cubicBezTo>
                    <a:pt x="82" y="701"/>
                    <a:pt x="78" y="699"/>
                    <a:pt x="77" y="695"/>
                  </a:cubicBezTo>
                  <a:cubicBezTo>
                    <a:pt x="67" y="672"/>
                    <a:pt x="60" y="674"/>
                    <a:pt x="62" y="667"/>
                  </a:cubicBezTo>
                  <a:cubicBezTo>
                    <a:pt x="44" y="641"/>
                    <a:pt x="39" y="635"/>
                    <a:pt x="34" y="629"/>
                  </a:cubicBezTo>
                  <a:cubicBezTo>
                    <a:pt x="21" y="597"/>
                    <a:pt x="29" y="609"/>
                    <a:pt x="37" y="622"/>
                  </a:cubicBezTo>
                  <a:cubicBezTo>
                    <a:pt x="75" y="681"/>
                    <a:pt x="85" y="681"/>
                    <a:pt x="85" y="692"/>
                  </a:cubicBezTo>
                  <a:cubicBezTo>
                    <a:pt x="108" y="731"/>
                    <a:pt x="109" y="735"/>
                    <a:pt x="110" y="740"/>
                  </a:cubicBezTo>
                  <a:cubicBezTo>
                    <a:pt x="123" y="777"/>
                    <a:pt x="130" y="775"/>
                    <a:pt x="130" y="780"/>
                  </a:cubicBezTo>
                  <a:cubicBezTo>
                    <a:pt x="151" y="822"/>
                    <a:pt x="153" y="840"/>
                    <a:pt x="163" y="851"/>
                  </a:cubicBezTo>
                  <a:cubicBezTo>
                    <a:pt x="179" y="903"/>
                    <a:pt x="184" y="907"/>
                    <a:pt x="185" y="916"/>
                  </a:cubicBezTo>
                  <a:cubicBezTo>
                    <a:pt x="203" y="963"/>
                    <a:pt x="199" y="973"/>
                    <a:pt x="201" y="976"/>
                  </a:cubicBezTo>
                  <a:cubicBezTo>
                    <a:pt x="236" y="1076"/>
                    <a:pt x="226" y="1071"/>
                    <a:pt x="228" y="1064"/>
                  </a:cubicBezTo>
                  <a:cubicBezTo>
                    <a:pt x="218" y="972"/>
                    <a:pt x="212" y="965"/>
                    <a:pt x="213" y="951"/>
                  </a:cubicBezTo>
                  <a:cubicBezTo>
                    <a:pt x="185" y="862"/>
                    <a:pt x="181" y="854"/>
                    <a:pt x="178" y="845"/>
                  </a:cubicBezTo>
                  <a:cubicBezTo>
                    <a:pt x="145" y="767"/>
                    <a:pt x="139" y="762"/>
                    <a:pt x="135" y="755"/>
                  </a:cubicBezTo>
                  <a:cubicBezTo>
                    <a:pt x="119" y="717"/>
                    <a:pt x="114" y="719"/>
                    <a:pt x="112" y="717"/>
                  </a:cubicBezTo>
                  <a:cubicBezTo>
                    <a:pt x="92" y="686"/>
                    <a:pt x="92" y="676"/>
                    <a:pt x="87" y="669"/>
                  </a:cubicBezTo>
                  <a:cubicBezTo>
                    <a:pt x="56" y="621"/>
                    <a:pt x="53" y="614"/>
                    <a:pt x="49" y="607"/>
                  </a:cubicBezTo>
                  <a:cubicBezTo>
                    <a:pt x="41" y="564"/>
                    <a:pt x="41" y="578"/>
                    <a:pt x="47" y="586"/>
                  </a:cubicBezTo>
                  <a:cubicBezTo>
                    <a:pt x="72" y="633"/>
                    <a:pt x="77" y="635"/>
                    <a:pt x="77" y="642"/>
                  </a:cubicBezTo>
                  <a:cubicBezTo>
                    <a:pt x="117" y="700"/>
                    <a:pt x="120" y="711"/>
                    <a:pt x="125" y="720"/>
                  </a:cubicBezTo>
                  <a:cubicBezTo>
                    <a:pt x="136" y="738"/>
                    <a:pt x="138" y="743"/>
                    <a:pt x="143" y="745"/>
                  </a:cubicBezTo>
                  <a:cubicBezTo>
                    <a:pt x="165" y="796"/>
                    <a:pt x="169" y="801"/>
                    <a:pt x="173" y="805"/>
                  </a:cubicBezTo>
                  <a:cubicBezTo>
                    <a:pt x="198" y="877"/>
                    <a:pt x="205" y="880"/>
                    <a:pt x="206" y="888"/>
                  </a:cubicBezTo>
                  <a:cubicBezTo>
                    <a:pt x="210" y="912"/>
                    <a:pt x="215" y="915"/>
                    <a:pt x="216" y="923"/>
                  </a:cubicBezTo>
                  <a:cubicBezTo>
                    <a:pt x="239" y="982"/>
                    <a:pt x="234" y="967"/>
                    <a:pt x="238" y="961"/>
                  </a:cubicBezTo>
                  <a:cubicBezTo>
                    <a:pt x="220" y="890"/>
                    <a:pt x="217" y="886"/>
                    <a:pt x="218" y="876"/>
                  </a:cubicBezTo>
                  <a:cubicBezTo>
                    <a:pt x="175" y="774"/>
                    <a:pt x="176" y="763"/>
                    <a:pt x="173" y="755"/>
                  </a:cubicBezTo>
                  <a:cubicBezTo>
                    <a:pt x="155" y="729"/>
                    <a:pt x="156" y="717"/>
                    <a:pt x="150" y="712"/>
                  </a:cubicBezTo>
                  <a:cubicBezTo>
                    <a:pt x="123" y="663"/>
                    <a:pt x="122" y="653"/>
                    <a:pt x="115" y="649"/>
                  </a:cubicBezTo>
                  <a:cubicBezTo>
                    <a:pt x="86" y="590"/>
                    <a:pt x="85" y="586"/>
                    <a:pt x="85" y="581"/>
                  </a:cubicBezTo>
                  <a:cubicBezTo>
                    <a:pt x="60" y="516"/>
                    <a:pt x="65" y="519"/>
                    <a:pt x="64" y="528"/>
                  </a:cubicBezTo>
                  <a:cubicBezTo>
                    <a:pt x="82" y="567"/>
                    <a:pt x="89" y="567"/>
                    <a:pt x="87" y="576"/>
                  </a:cubicBezTo>
                  <a:cubicBezTo>
                    <a:pt x="102" y="603"/>
                    <a:pt x="102" y="606"/>
                    <a:pt x="105" y="606"/>
                  </a:cubicBezTo>
                  <a:cubicBezTo>
                    <a:pt x="133" y="652"/>
                    <a:pt x="128" y="663"/>
                    <a:pt x="135" y="662"/>
                  </a:cubicBezTo>
                  <a:cubicBezTo>
                    <a:pt x="162" y="716"/>
                    <a:pt x="168" y="721"/>
                    <a:pt x="170" y="730"/>
                  </a:cubicBezTo>
                  <a:cubicBezTo>
                    <a:pt x="201" y="805"/>
                    <a:pt x="206" y="810"/>
                    <a:pt x="208" y="818"/>
                  </a:cubicBezTo>
                  <a:cubicBezTo>
                    <a:pt x="243" y="905"/>
                    <a:pt x="235" y="893"/>
                    <a:pt x="233" y="888"/>
                  </a:cubicBezTo>
                  <a:cubicBezTo>
                    <a:pt x="221" y="836"/>
                    <a:pt x="220" y="828"/>
                    <a:pt x="216" y="823"/>
                  </a:cubicBezTo>
                  <a:cubicBezTo>
                    <a:pt x="173" y="707"/>
                    <a:pt x="173" y="697"/>
                    <a:pt x="170" y="689"/>
                  </a:cubicBezTo>
                  <a:cubicBezTo>
                    <a:pt x="157" y="663"/>
                    <a:pt x="154" y="657"/>
                    <a:pt x="150" y="652"/>
                  </a:cubicBezTo>
                  <a:cubicBezTo>
                    <a:pt x="119" y="602"/>
                    <a:pt x="122" y="594"/>
                    <a:pt x="117" y="594"/>
                  </a:cubicBezTo>
                  <a:cubicBezTo>
                    <a:pt x="119" y="590"/>
                    <a:pt x="124" y="592"/>
                    <a:pt x="125" y="596"/>
                  </a:cubicBezTo>
                  <a:cubicBezTo>
                    <a:pt x="159" y="641"/>
                    <a:pt x="154" y="651"/>
                    <a:pt x="163" y="649"/>
                  </a:cubicBezTo>
                  <a:cubicBezTo>
                    <a:pt x="185" y="694"/>
                    <a:pt x="183" y="708"/>
                    <a:pt x="190" y="712"/>
                  </a:cubicBezTo>
                  <a:cubicBezTo>
                    <a:pt x="211" y="753"/>
                    <a:pt x="208" y="762"/>
                    <a:pt x="213" y="762"/>
                  </a:cubicBezTo>
                  <a:cubicBezTo>
                    <a:pt x="237" y="847"/>
                    <a:pt x="238" y="850"/>
                    <a:pt x="238" y="853"/>
                  </a:cubicBezTo>
                  <a:cubicBezTo>
                    <a:pt x="246" y="870"/>
                    <a:pt x="242" y="860"/>
                    <a:pt x="243" y="855"/>
                  </a:cubicBezTo>
                  <a:cubicBezTo>
                    <a:pt x="231" y="791"/>
                    <a:pt x="232" y="779"/>
                    <a:pt x="228" y="757"/>
                  </a:cubicBezTo>
                  <a:cubicBezTo>
                    <a:pt x="212" y="721"/>
                    <a:pt x="215" y="712"/>
                    <a:pt x="210" y="712"/>
                  </a:cubicBezTo>
                  <a:cubicBezTo>
                    <a:pt x="190" y="661"/>
                    <a:pt x="188" y="652"/>
                    <a:pt x="183" y="647"/>
                  </a:cubicBezTo>
                  <a:cubicBezTo>
                    <a:pt x="162" y="617"/>
                    <a:pt x="161" y="598"/>
                    <a:pt x="150" y="589"/>
                  </a:cubicBezTo>
                  <a:cubicBezTo>
                    <a:pt x="126" y="540"/>
                    <a:pt x="121" y="535"/>
                    <a:pt x="117" y="528"/>
                  </a:cubicBezTo>
                  <a:cubicBezTo>
                    <a:pt x="101" y="492"/>
                    <a:pt x="98" y="489"/>
                    <a:pt x="97" y="486"/>
                  </a:cubicBezTo>
                  <a:cubicBezTo>
                    <a:pt x="80" y="432"/>
                    <a:pt x="73" y="429"/>
                    <a:pt x="74" y="418"/>
                  </a:cubicBezTo>
                  <a:cubicBezTo>
                    <a:pt x="93" y="455"/>
                    <a:pt x="94" y="458"/>
                    <a:pt x="94" y="463"/>
                  </a:cubicBezTo>
                  <a:cubicBezTo>
                    <a:pt x="143" y="547"/>
                    <a:pt x="140" y="555"/>
                    <a:pt x="145" y="556"/>
                  </a:cubicBezTo>
                  <a:cubicBezTo>
                    <a:pt x="164" y="593"/>
                    <a:pt x="170" y="599"/>
                    <a:pt x="173" y="606"/>
                  </a:cubicBezTo>
                  <a:cubicBezTo>
                    <a:pt x="191" y="642"/>
                    <a:pt x="200" y="654"/>
                    <a:pt x="205" y="669"/>
                  </a:cubicBezTo>
                  <a:cubicBezTo>
                    <a:pt x="228" y="720"/>
                    <a:pt x="226" y="733"/>
                    <a:pt x="233" y="737"/>
                  </a:cubicBezTo>
                  <a:cubicBezTo>
                    <a:pt x="244" y="794"/>
                    <a:pt x="247" y="802"/>
                    <a:pt x="246" y="815"/>
                  </a:cubicBezTo>
                  <a:cubicBezTo>
                    <a:pt x="257" y="840"/>
                    <a:pt x="255" y="834"/>
                    <a:pt x="256" y="830"/>
                  </a:cubicBezTo>
                  <a:cubicBezTo>
                    <a:pt x="249" y="738"/>
                    <a:pt x="244" y="737"/>
                    <a:pt x="243" y="732"/>
                  </a:cubicBezTo>
                  <a:cubicBezTo>
                    <a:pt x="217" y="655"/>
                    <a:pt x="208" y="642"/>
                    <a:pt x="203" y="624"/>
                  </a:cubicBezTo>
                  <a:cubicBezTo>
                    <a:pt x="179" y="566"/>
                    <a:pt x="170" y="562"/>
                    <a:pt x="170" y="551"/>
                  </a:cubicBezTo>
                  <a:cubicBezTo>
                    <a:pt x="156" y="511"/>
                    <a:pt x="145" y="501"/>
                    <a:pt x="142" y="483"/>
                  </a:cubicBezTo>
                  <a:cubicBezTo>
                    <a:pt x="140" y="458"/>
                    <a:pt x="142" y="465"/>
                    <a:pt x="145" y="471"/>
                  </a:cubicBezTo>
                  <a:cubicBezTo>
                    <a:pt x="163" y="523"/>
                    <a:pt x="171" y="533"/>
                    <a:pt x="175" y="546"/>
                  </a:cubicBezTo>
                  <a:cubicBezTo>
                    <a:pt x="196" y="591"/>
                    <a:pt x="206" y="598"/>
                    <a:pt x="208" y="614"/>
                  </a:cubicBezTo>
                  <a:cubicBezTo>
                    <a:pt x="231" y="662"/>
                    <a:pt x="236" y="674"/>
                    <a:pt x="241" y="687"/>
                  </a:cubicBezTo>
                  <a:cubicBezTo>
                    <a:pt x="252" y="718"/>
                    <a:pt x="249" y="725"/>
                    <a:pt x="253" y="725"/>
                  </a:cubicBezTo>
                  <a:cubicBezTo>
                    <a:pt x="268" y="760"/>
                    <a:pt x="259" y="754"/>
                    <a:pt x="261" y="750"/>
                  </a:cubicBezTo>
                  <a:cubicBezTo>
                    <a:pt x="260" y="703"/>
                    <a:pt x="254" y="700"/>
                    <a:pt x="258" y="692"/>
                  </a:cubicBezTo>
                  <a:cubicBezTo>
                    <a:pt x="248" y="658"/>
                    <a:pt x="249" y="652"/>
                    <a:pt x="246" y="652"/>
                  </a:cubicBezTo>
                  <a:cubicBezTo>
                    <a:pt x="229" y="597"/>
                    <a:pt x="228" y="593"/>
                    <a:pt x="228" y="589"/>
                  </a:cubicBezTo>
                  <a:cubicBezTo>
                    <a:pt x="211" y="547"/>
                    <a:pt x="207" y="538"/>
                    <a:pt x="203" y="528"/>
                  </a:cubicBezTo>
                  <a:cubicBezTo>
                    <a:pt x="186" y="481"/>
                    <a:pt x="179" y="480"/>
                    <a:pt x="180" y="473"/>
                  </a:cubicBezTo>
                  <a:cubicBezTo>
                    <a:pt x="156" y="407"/>
                    <a:pt x="153" y="397"/>
                    <a:pt x="150" y="387"/>
                  </a:cubicBezTo>
                  <a:cubicBezTo>
                    <a:pt x="147" y="345"/>
                    <a:pt x="152" y="348"/>
                    <a:pt x="150" y="357"/>
                  </a:cubicBezTo>
                  <a:cubicBezTo>
                    <a:pt x="176" y="446"/>
                    <a:pt x="183" y="456"/>
                    <a:pt x="188" y="468"/>
                  </a:cubicBezTo>
                  <a:cubicBezTo>
                    <a:pt x="206" y="507"/>
                    <a:pt x="205" y="512"/>
                    <a:pt x="205" y="516"/>
                  </a:cubicBezTo>
                  <a:cubicBezTo>
                    <a:pt x="224" y="553"/>
                    <a:pt x="228" y="566"/>
                    <a:pt x="233" y="579"/>
                  </a:cubicBezTo>
                  <a:cubicBezTo>
                    <a:pt x="232" y="555"/>
                    <a:pt x="229" y="552"/>
                    <a:pt x="228" y="546"/>
                  </a:cubicBezTo>
                  <a:cubicBezTo>
                    <a:pt x="212" y="499"/>
                    <a:pt x="215" y="491"/>
                    <a:pt x="210" y="491"/>
                  </a:cubicBezTo>
                  <a:cubicBezTo>
                    <a:pt x="198" y="374"/>
                    <a:pt x="193" y="371"/>
                    <a:pt x="198" y="360"/>
                  </a:cubicBezTo>
                  <a:cubicBezTo>
                    <a:pt x="209" y="429"/>
                    <a:pt x="211" y="465"/>
                    <a:pt x="223" y="491"/>
                  </a:cubicBezTo>
                  <a:cubicBezTo>
                    <a:pt x="280" y="680"/>
                    <a:pt x="276" y="677"/>
                    <a:pt x="276" y="674"/>
                  </a:cubicBezTo>
                  <a:cubicBezTo>
                    <a:pt x="265" y="621"/>
                    <a:pt x="263" y="596"/>
                    <a:pt x="256" y="576"/>
                  </a:cubicBezTo>
                  <a:cubicBezTo>
                    <a:pt x="238" y="489"/>
                    <a:pt x="237" y="484"/>
                    <a:pt x="233" y="481"/>
                  </a:cubicBezTo>
                  <a:cubicBezTo>
                    <a:pt x="229" y="441"/>
                    <a:pt x="223" y="426"/>
                    <a:pt x="223" y="415"/>
                  </a:cubicBezTo>
                  <a:cubicBezTo>
                    <a:pt x="215" y="326"/>
                    <a:pt x="215" y="313"/>
                    <a:pt x="215" y="299"/>
                  </a:cubicBezTo>
                  <a:cubicBezTo>
                    <a:pt x="216" y="264"/>
                    <a:pt x="215" y="246"/>
                    <a:pt x="215" y="229"/>
                  </a:cubicBezTo>
                  <a:cubicBezTo>
                    <a:pt x="220" y="243"/>
                    <a:pt x="217" y="244"/>
                    <a:pt x="220" y="252"/>
                  </a:cubicBezTo>
                  <a:cubicBezTo>
                    <a:pt x="227" y="394"/>
                    <a:pt x="231" y="403"/>
                    <a:pt x="230" y="418"/>
                  </a:cubicBezTo>
                  <a:cubicBezTo>
                    <a:pt x="241" y="471"/>
                    <a:pt x="249" y="489"/>
                    <a:pt x="253" y="511"/>
                  </a:cubicBezTo>
                  <a:cubicBezTo>
                    <a:pt x="269" y="599"/>
                    <a:pt x="275" y="599"/>
                    <a:pt x="273" y="606"/>
                  </a:cubicBezTo>
                  <a:cubicBezTo>
                    <a:pt x="283" y="651"/>
                    <a:pt x="286" y="652"/>
                    <a:pt x="286" y="672"/>
                  </a:cubicBezTo>
                  <a:cubicBezTo>
                    <a:pt x="296" y="620"/>
                    <a:pt x="298" y="608"/>
                    <a:pt x="293" y="589"/>
                  </a:cubicBezTo>
                  <a:cubicBezTo>
                    <a:pt x="280" y="509"/>
                    <a:pt x="286" y="493"/>
                    <a:pt x="281" y="488"/>
                  </a:cubicBezTo>
                  <a:cubicBezTo>
                    <a:pt x="267" y="299"/>
                    <a:pt x="263" y="266"/>
                    <a:pt x="268" y="241"/>
                  </a:cubicBezTo>
                  <a:cubicBezTo>
                    <a:pt x="274" y="196"/>
                    <a:pt x="264" y="191"/>
                    <a:pt x="270" y="186"/>
                  </a:cubicBezTo>
                  <a:cubicBezTo>
                    <a:pt x="277" y="197"/>
                    <a:pt x="273" y="206"/>
                    <a:pt x="273" y="216"/>
                  </a:cubicBezTo>
                  <a:cubicBezTo>
                    <a:pt x="276" y="229"/>
                    <a:pt x="273" y="230"/>
                    <a:pt x="273" y="239"/>
                  </a:cubicBezTo>
                  <a:cubicBezTo>
                    <a:pt x="284" y="423"/>
                    <a:pt x="283" y="439"/>
                    <a:pt x="286" y="453"/>
                  </a:cubicBezTo>
                  <a:cubicBezTo>
                    <a:pt x="292" y="522"/>
                    <a:pt x="304" y="540"/>
                    <a:pt x="303" y="574"/>
                  </a:cubicBezTo>
                  <a:cubicBezTo>
                    <a:pt x="306" y="533"/>
                    <a:pt x="306" y="521"/>
                    <a:pt x="306" y="508"/>
                  </a:cubicBezTo>
                  <a:cubicBezTo>
                    <a:pt x="292" y="325"/>
                    <a:pt x="289" y="308"/>
                    <a:pt x="291" y="292"/>
                  </a:cubicBezTo>
                  <a:cubicBezTo>
                    <a:pt x="285" y="226"/>
                    <a:pt x="289" y="223"/>
                    <a:pt x="288" y="209"/>
                  </a:cubicBezTo>
                  <a:cubicBezTo>
                    <a:pt x="293" y="131"/>
                    <a:pt x="295" y="122"/>
                    <a:pt x="296" y="111"/>
                  </a:cubicBezTo>
                  <a:cubicBezTo>
                    <a:pt x="296" y="107"/>
                    <a:pt x="305" y="125"/>
                    <a:pt x="298" y="126"/>
                  </a:cubicBezTo>
                  <a:cubicBezTo>
                    <a:pt x="292" y="226"/>
                    <a:pt x="298" y="243"/>
                    <a:pt x="296" y="259"/>
                  </a:cubicBezTo>
                  <a:cubicBezTo>
                    <a:pt x="303" y="366"/>
                    <a:pt x="309" y="397"/>
                    <a:pt x="308" y="435"/>
                  </a:cubicBezTo>
                  <a:cubicBezTo>
                    <a:pt x="323" y="474"/>
                    <a:pt x="314" y="470"/>
                    <a:pt x="316" y="465"/>
                  </a:cubicBezTo>
                  <a:cubicBezTo>
                    <a:pt x="318" y="444"/>
                    <a:pt x="318" y="439"/>
                    <a:pt x="318" y="435"/>
                  </a:cubicBezTo>
                  <a:cubicBezTo>
                    <a:pt x="316" y="396"/>
                    <a:pt x="316" y="392"/>
                    <a:pt x="316" y="387"/>
                  </a:cubicBezTo>
                  <a:cubicBezTo>
                    <a:pt x="315" y="330"/>
                    <a:pt x="313" y="324"/>
                    <a:pt x="313" y="319"/>
                  </a:cubicBezTo>
                  <a:cubicBezTo>
                    <a:pt x="318" y="200"/>
                    <a:pt x="323" y="199"/>
                    <a:pt x="321" y="191"/>
                  </a:cubicBezTo>
                  <a:cubicBezTo>
                    <a:pt x="325" y="160"/>
                    <a:pt x="320" y="150"/>
                    <a:pt x="326" y="151"/>
                  </a:cubicBezTo>
                  <a:cubicBezTo>
                    <a:pt x="333" y="137"/>
                    <a:pt x="331" y="147"/>
                    <a:pt x="328" y="156"/>
                  </a:cubicBezTo>
                  <a:cubicBezTo>
                    <a:pt x="322" y="246"/>
                    <a:pt x="326" y="266"/>
                    <a:pt x="321" y="277"/>
                  </a:cubicBezTo>
                  <a:cubicBezTo>
                    <a:pt x="324" y="351"/>
                    <a:pt x="322" y="357"/>
                    <a:pt x="326" y="357"/>
                  </a:cubicBezTo>
                  <a:cubicBezTo>
                    <a:pt x="328" y="453"/>
                    <a:pt x="326" y="458"/>
                    <a:pt x="326" y="463"/>
                  </a:cubicBezTo>
                  <a:cubicBezTo>
                    <a:pt x="338" y="484"/>
                    <a:pt x="338" y="481"/>
                    <a:pt x="339" y="478"/>
                  </a:cubicBezTo>
                  <a:cubicBezTo>
                    <a:pt x="339" y="467"/>
                    <a:pt x="338" y="461"/>
                    <a:pt x="339" y="453"/>
                  </a:cubicBezTo>
                  <a:cubicBezTo>
                    <a:pt x="339" y="390"/>
                    <a:pt x="345" y="391"/>
                    <a:pt x="344" y="385"/>
                  </a:cubicBezTo>
                  <a:cubicBezTo>
                    <a:pt x="344" y="252"/>
                    <a:pt x="346" y="241"/>
                    <a:pt x="346" y="229"/>
                  </a:cubicBezTo>
                  <a:cubicBezTo>
                    <a:pt x="373" y="110"/>
                    <a:pt x="371" y="102"/>
                    <a:pt x="374" y="98"/>
                  </a:cubicBezTo>
                  <a:cubicBezTo>
                    <a:pt x="379" y="60"/>
                    <a:pt x="385" y="60"/>
                    <a:pt x="384" y="53"/>
                  </a:cubicBezTo>
                  <a:cubicBezTo>
                    <a:pt x="397" y="11"/>
                    <a:pt x="405" y="24"/>
                    <a:pt x="399" y="22"/>
                  </a:cubicBezTo>
                  <a:cubicBezTo>
                    <a:pt x="374" y="102"/>
                    <a:pt x="383" y="117"/>
                    <a:pt x="376" y="116"/>
                  </a:cubicBezTo>
                  <a:cubicBezTo>
                    <a:pt x="367" y="192"/>
                    <a:pt x="355" y="232"/>
                    <a:pt x="351" y="272"/>
                  </a:cubicBezTo>
                  <a:cubicBezTo>
                    <a:pt x="351" y="359"/>
                    <a:pt x="355" y="369"/>
                    <a:pt x="354" y="372"/>
                  </a:cubicBezTo>
                  <a:cubicBezTo>
                    <a:pt x="351" y="399"/>
                    <a:pt x="351" y="403"/>
                    <a:pt x="351" y="407"/>
                  </a:cubicBezTo>
                  <a:cubicBezTo>
                    <a:pt x="362" y="364"/>
                    <a:pt x="358" y="351"/>
                    <a:pt x="364" y="347"/>
                  </a:cubicBezTo>
                  <a:cubicBezTo>
                    <a:pt x="368" y="321"/>
                    <a:pt x="368" y="314"/>
                    <a:pt x="371" y="314"/>
                  </a:cubicBezTo>
                  <a:cubicBezTo>
                    <a:pt x="390" y="172"/>
                    <a:pt x="402" y="149"/>
                    <a:pt x="404" y="116"/>
                  </a:cubicBezTo>
                  <a:cubicBezTo>
                    <a:pt x="432" y="41"/>
                    <a:pt x="427" y="40"/>
                    <a:pt x="429" y="48"/>
                  </a:cubicBezTo>
                  <a:cubicBezTo>
                    <a:pt x="403" y="151"/>
                    <a:pt x="400" y="182"/>
                    <a:pt x="396" y="221"/>
                  </a:cubicBezTo>
                  <a:cubicBezTo>
                    <a:pt x="369" y="402"/>
                    <a:pt x="368" y="392"/>
                    <a:pt x="374" y="387"/>
                  </a:cubicBezTo>
                  <a:cubicBezTo>
                    <a:pt x="381" y="362"/>
                    <a:pt x="384" y="355"/>
                    <a:pt x="386" y="347"/>
                  </a:cubicBezTo>
                  <a:cubicBezTo>
                    <a:pt x="421" y="286"/>
                    <a:pt x="421" y="276"/>
                    <a:pt x="426" y="272"/>
                  </a:cubicBezTo>
                  <a:cubicBezTo>
                    <a:pt x="463" y="190"/>
                    <a:pt x="470" y="184"/>
                    <a:pt x="472" y="173"/>
                  </a:cubicBezTo>
                  <a:cubicBezTo>
                    <a:pt x="478" y="175"/>
                    <a:pt x="469" y="199"/>
                    <a:pt x="462" y="224"/>
                  </a:cubicBezTo>
                  <a:cubicBezTo>
                    <a:pt x="446" y="260"/>
                    <a:pt x="442" y="261"/>
                    <a:pt x="442" y="261"/>
                  </a:cubicBezTo>
                  <a:cubicBezTo>
                    <a:pt x="417" y="299"/>
                    <a:pt x="417" y="319"/>
                    <a:pt x="406" y="329"/>
                  </a:cubicBezTo>
                  <a:cubicBezTo>
                    <a:pt x="393" y="372"/>
                    <a:pt x="394" y="370"/>
                    <a:pt x="396" y="370"/>
                  </a:cubicBezTo>
                  <a:cubicBezTo>
                    <a:pt x="423" y="330"/>
                    <a:pt x="433" y="319"/>
                    <a:pt x="437" y="302"/>
                  </a:cubicBezTo>
                  <a:cubicBezTo>
                    <a:pt x="464" y="262"/>
                    <a:pt x="464" y="255"/>
                    <a:pt x="467" y="251"/>
                  </a:cubicBezTo>
                  <a:cubicBezTo>
                    <a:pt x="504" y="170"/>
                    <a:pt x="509" y="151"/>
                    <a:pt x="512" y="128"/>
                  </a:cubicBezTo>
                  <a:cubicBezTo>
                    <a:pt x="522" y="92"/>
                    <a:pt x="522" y="99"/>
                    <a:pt x="522" y="105"/>
                  </a:cubicBezTo>
                  <a:cubicBezTo>
                    <a:pt x="496" y="217"/>
                    <a:pt x="493" y="220"/>
                    <a:pt x="492" y="224"/>
                  </a:cubicBezTo>
                  <a:cubicBezTo>
                    <a:pt x="470" y="268"/>
                    <a:pt x="468" y="270"/>
                    <a:pt x="467" y="274"/>
                  </a:cubicBezTo>
                  <a:cubicBezTo>
                    <a:pt x="460" y="300"/>
                    <a:pt x="449" y="294"/>
                    <a:pt x="452" y="302"/>
                  </a:cubicBezTo>
                  <a:cubicBezTo>
                    <a:pt x="426" y="346"/>
                    <a:pt x="419" y="348"/>
                    <a:pt x="419" y="357"/>
                  </a:cubicBezTo>
                  <a:cubicBezTo>
                    <a:pt x="377" y="415"/>
                    <a:pt x="378" y="425"/>
                    <a:pt x="369" y="425"/>
                  </a:cubicBezTo>
                  <a:cubicBezTo>
                    <a:pt x="358" y="467"/>
                    <a:pt x="351" y="467"/>
                    <a:pt x="354" y="475"/>
                  </a:cubicBezTo>
                  <a:cubicBezTo>
                    <a:pt x="367" y="453"/>
                    <a:pt x="377" y="450"/>
                    <a:pt x="379" y="438"/>
                  </a:cubicBezTo>
                  <a:cubicBezTo>
                    <a:pt x="409" y="380"/>
                    <a:pt x="416" y="379"/>
                    <a:pt x="417" y="372"/>
                  </a:cubicBezTo>
                  <a:cubicBezTo>
                    <a:pt x="432" y="354"/>
                    <a:pt x="437" y="346"/>
                    <a:pt x="442" y="337"/>
                  </a:cubicBezTo>
                  <a:cubicBezTo>
                    <a:pt x="466" y="307"/>
                    <a:pt x="467" y="295"/>
                    <a:pt x="477" y="292"/>
                  </a:cubicBezTo>
                  <a:cubicBezTo>
                    <a:pt x="499" y="244"/>
                    <a:pt x="508" y="247"/>
                    <a:pt x="507" y="239"/>
                  </a:cubicBezTo>
                  <a:cubicBezTo>
                    <a:pt x="524" y="202"/>
                    <a:pt x="526" y="190"/>
                    <a:pt x="532" y="183"/>
                  </a:cubicBezTo>
                  <a:cubicBezTo>
                    <a:pt x="548" y="92"/>
                    <a:pt x="554" y="90"/>
                    <a:pt x="550" y="85"/>
                  </a:cubicBezTo>
                  <a:cubicBezTo>
                    <a:pt x="558" y="74"/>
                    <a:pt x="553" y="90"/>
                    <a:pt x="555" y="113"/>
                  </a:cubicBezTo>
                  <a:cubicBezTo>
                    <a:pt x="542" y="172"/>
                    <a:pt x="541" y="178"/>
                    <a:pt x="537" y="181"/>
                  </a:cubicBezTo>
                  <a:cubicBezTo>
                    <a:pt x="505" y="263"/>
                    <a:pt x="501" y="266"/>
                    <a:pt x="499" y="271"/>
                  </a:cubicBezTo>
                  <a:cubicBezTo>
                    <a:pt x="484" y="295"/>
                    <a:pt x="484" y="297"/>
                    <a:pt x="482" y="297"/>
                  </a:cubicBezTo>
                  <a:cubicBezTo>
                    <a:pt x="457" y="329"/>
                    <a:pt x="455" y="341"/>
                    <a:pt x="447" y="347"/>
                  </a:cubicBezTo>
                  <a:cubicBezTo>
                    <a:pt x="407" y="407"/>
                    <a:pt x="403" y="417"/>
                    <a:pt x="399" y="428"/>
                  </a:cubicBezTo>
                  <a:cubicBezTo>
                    <a:pt x="366" y="495"/>
                    <a:pt x="355" y="497"/>
                    <a:pt x="354" y="511"/>
                  </a:cubicBezTo>
                  <a:cubicBezTo>
                    <a:pt x="335" y="549"/>
                    <a:pt x="325" y="553"/>
                    <a:pt x="326" y="569"/>
                  </a:cubicBezTo>
                  <a:cubicBezTo>
                    <a:pt x="362" y="513"/>
                    <a:pt x="363" y="500"/>
                    <a:pt x="369" y="493"/>
                  </a:cubicBezTo>
                  <a:cubicBezTo>
                    <a:pt x="404" y="438"/>
                    <a:pt x="412" y="433"/>
                    <a:pt x="414" y="423"/>
                  </a:cubicBezTo>
                  <a:cubicBezTo>
                    <a:pt x="432" y="393"/>
                    <a:pt x="442" y="397"/>
                    <a:pt x="439" y="387"/>
                  </a:cubicBezTo>
                  <a:cubicBezTo>
                    <a:pt x="476" y="345"/>
                    <a:pt x="475" y="336"/>
                    <a:pt x="482" y="334"/>
                  </a:cubicBezTo>
                  <a:cubicBezTo>
                    <a:pt x="503" y="295"/>
                    <a:pt x="509" y="292"/>
                    <a:pt x="512" y="287"/>
                  </a:cubicBezTo>
                  <a:cubicBezTo>
                    <a:pt x="539" y="245"/>
                    <a:pt x="539" y="228"/>
                    <a:pt x="547" y="219"/>
                  </a:cubicBezTo>
                  <a:cubicBezTo>
                    <a:pt x="562" y="165"/>
                    <a:pt x="567" y="153"/>
                    <a:pt x="570" y="138"/>
                  </a:cubicBezTo>
                  <a:cubicBezTo>
                    <a:pt x="577" y="72"/>
                    <a:pt x="586" y="67"/>
                    <a:pt x="585" y="57"/>
                  </a:cubicBezTo>
                  <a:cubicBezTo>
                    <a:pt x="585" y="94"/>
                    <a:pt x="579" y="99"/>
                    <a:pt x="580" y="110"/>
                  </a:cubicBezTo>
                  <a:cubicBezTo>
                    <a:pt x="567" y="189"/>
                    <a:pt x="560" y="188"/>
                    <a:pt x="562" y="196"/>
                  </a:cubicBezTo>
                  <a:cubicBezTo>
                    <a:pt x="550" y="239"/>
                    <a:pt x="538" y="250"/>
                    <a:pt x="535" y="269"/>
                  </a:cubicBezTo>
                  <a:cubicBezTo>
                    <a:pt x="506" y="321"/>
                    <a:pt x="500" y="322"/>
                    <a:pt x="500" y="329"/>
                  </a:cubicBezTo>
                  <a:cubicBezTo>
                    <a:pt x="467" y="374"/>
                    <a:pt x="461" y="376"/>
                    <a:pt x="457" y="380"/>
                  </a:cubicBezTo>
                  <a:cubicBezTo>
                    <a:pt x="427" y="424"/>
                    <a:pt x="425" y="427"/>
                    <a:pt x="424" y="430"/>
                  </a:cubicBezTo>
                  <a:cubicBezTo>
                    <a:pt x="401" y="471"/>
                    <a:pt x="394" y="474"/>
                    <a:pt x="391" y="480"/>
                  </a:cubicBezTo>
                  <a:cubicBezTo>
                    <a:pt x="381" y="509"/>
                    <a:pt x="381" y="506"/>
                    <a:pt x="381" y="503"/>
                  </a:cubicBezTo>
                  <a:cubicBezTo>
                    <a:pt x="415" y="463"/>
                    <a:pt x="421" y="454"/>
                    <a:pt x="429" y="448"/>
                  </a:cubicBezTo>
                  <a:cubicBezTo>
                    <a:pt x="442" y="427"/>
                    <a:pt x="447" y="428"/>
                    <a:pt x="447" y="425"/>
                  </a:cubicBezTo>
                  <a:cubicBezTo>
                    <a:pt x="472" y="394"/>
                    <a:pt x="479" y="387"/>
                    <a:pt x="484" y="380"/>
                  </a:cubicBezTo>
                  <a:cubicBezTo>
                    <a:pt x="504" y="353"/>
                    <a:pt x="508" y="349"/>
                    <a:pt x="512" y="347"/>
                  </a:cubicBezTo>
                  <a:cubicBezTo>
                    <a:pt x="538" y="309"/>
                    <a:pt x="541" y="301"/>
                    <a:pt x="545" y="294"/>
                  </a:cubicBezTo>
                  <a:cubicBezTo>
                    <a:pt x="559" y="253"/>
                    <a:pt x="562" y="251"/>
                    <a:pt x="567" y="251"/>
                  </a:cubicBezTo>
                  <a:cubicBezTo>
                    <a:pt x="523" y="343"/>
                    <a:pt x="520" y="354"/>
                    <a:pt x="512" y="360"/>
                  </a:cubicBezTo>
                  <a:cubicBezTo>
                    <a:pt x="483" y="397"/>
                    <a:pt x="482" y="399"/>
                    <a:pt x="482" y="402"/>
                  </a:cubicBezTo>
                  <a:cubicBezTo>
                    <a:pt x="463" y="420"/>
                    <a:pt x="460" y="424"/>
                    <a:pt x="459" y="430"/>
                  </a:cubicBezTo>
                  <a:cubicBezTo>
                    <a:pt x="433" y="460"/>
                    <a:pt x="432" y="462"/>
                    <a:pt x="429" y="463"/>
                  </a:cubicBezTo>
                  <a:cubicBezTo>
                    <a:pt x="403" y="503"/>
                    <a:pt x="395" y="502"/>
                    <a:pt x="394" y="508"/>
                  </a:cubicBezTo>
                  <a:cubicBezTo>
                    <a:pt x="360" y="548"/>
                    <a:pt x="356" y="558"/>
                    <a:pt x="351" y="566"/>
                  </a:cubicBezTo>
                  <a:cubicBezTo>
                    <a:pt x="315" y="653"/>
                    <a:pt x="316" y="649"/>
                    <a:pt x="319" y="649"/>
                  </a:cubicBezTo>
                  <a:cubicBezTo>
                    <a:pt x="332" y="628"/>
                    <a:pt x="333" y="622"/>
                    <a:pt x="336" y="619"/>
                  </a:cubicBezTo>
                  <a:cubicBezTo>
                    <a:pt x="367" y="582"/>
                    <a:pt x="371" y="575"/>
                    <a:pt x="376" y="568"/>
                  </a:cubicBezTo>
                  <a:cubicBezTo>
                    <a:pt x="394" y="542"/>
                    <a:pt x="402" y="543"/>
                    <a:pt x="402" y="536"/>
                  </a:cubicBezTo>
                  <a:cubicBezTo>
                    <a:pt x="438" y="505"/>
                    <a:pt x="438" y="494"/>
                    <a:pt x="447" y="490"/>
                  </a:cubicBezTo>
                  <a:cubicBezTo>
                    <a:pt x="471" y="464"/>
                    <a:pt x="471" y="452"/>
                    <a:pt x="479" y="448"/>
                  </a:cubicBezTo>
                  <a:cubicBezTo>
                    <a:pt x="500" y="419"/>
                    <a:pt x="504" y="411"/>
                    <a:pt x="510" y="405"/>
                  </a:cubicBezTo>
                  <a:cubicBezTo>
                    <a:pt x="544" y="340"/>
                    <a:pt x="544" y="334"/>
                    <a:pt x="547" y="332"/>
                  </a:cubicBezTo>
                  <a:cubicBezTo>
                    <a:pt x="576" y="260"/>
                    <a:pt x="573" y="249"/>
                    <a:pt x="577" y="244"/>
                  </a:cubicBezTo>
                  <a:cubicBezTo>
                    <a:pt x="586" y="197"/>
                    <a:pt x="588" y="164"/>
                    <a:pt x="595" y="135"/>
                  </a:cubicBezTo>
                  <a:cubicBezTo>
                    <a:pt x="594" y="196"/>
                    <a:pt x="589" y="206"/>
                    <a:pt x="590" y="224"/>
                  </a:cubicBezTo>
                  <a:cubicBezTo>
                    <a:pt x="572" y="286"/>
                    <a:pt x="575" y="297"/>
                    <a:pt x="570" y="299"/>
                  </a:cubicBezTo>
                  <a:cubicBezTo>
                    <a:pt x="537" y="378"/>
                    <a:pt x="533" y="389"/>
                    <a:pt x="525" y="397"/>
                  </a:cubicBezTo>
                  <a:cubicBezTo>
                    <a:pt x="506" y="431"/>
                    <a:pt x="503" y="431"/>
                    <a:pt x="502" y="435"/>
                  </a:cubicBezTo>
                  <a:cubicBezTo>
                    <a:pt x="485" y="464"/>
                    <a:pt x="476" y="464"/>
                    <a:pt x="477" y="473"/>
                  </a:cubicBezTo>
                  <a:cubicBezTo>
                    <a:pt x="452" y="503"/>
                    <a:pt x="446" y="505"/>
                    <a:pt x="442" y="508"/>
                  </a:cubicBezTo>
                  <a:cubicBezTo>
                    <a:pt x="424" y="523"/>
                    <a:pt x="427" y="534"/>
                    <a:pt x="419" y="533"/>
                  </a:cubicBezTo>
                  <a:cubicBezTo>
                    <a:pt x="337" y="645"/>
                    <a:pt x="338" y="641"/>
                    <a:pt x="341" y="641"/>
                  </a:cubicBezTo>
                  <a:cubicBezTo>
                    <a:pt x="357" y="630"/>
                    <a:pt x="354" y="622"/>
                    <a:pt x="359" y="621"/>
                  </a:cubicBezTo>
                  <a:cubicBezTo>
                    <a:pt x="419" y="562"/>
                    <a:pt x="442" y="543"/>
                    <a:pt x="459" y="518"/>
                  </a:cubicBezTo>
                  <a:cubicBezTo>
                    <a:pt x="475" y="496"/>
                    <a:pt x="482" y="498"/>
                    <a:pt x="482" y="493"/>
                  </a:cubicBezTo>
                  <a:cubicBezTo>
                    <a:pt x="501" y="474"/>
                    <a:pt x="503" y="471"/>
                    <a:pt x="505" y="468"/>
                  </a:cubicBezTo>
                  <a:cubicBezTo>
                    <a:pt x="547" y="407"/>
                    <a:pt x="552" y="402"/>
                    <a:pt x="557" y="397"/>
                  </a:cubicBezTo>
                  <a:cubicBezTo>
                    <a:pt x="585" y="334"/>
                    <a:pt x="592" y="336"/>
                    <a:pt x="590" y="329"/>
                  </a:cubicBezTo>
                  <a:cubicBezTo>
                    <a:pt x="604" y="294"/>
                    <a:pt x="606" y="286"/>
                    <a:pt x="610" y="281"/>
                  </a:cubicBezTo>
                  <a:cubicBezTo>
                    <a:pt x="629" y="217"/>
                    <a:pt x="627" y="222"/>
                    <a:pt x="628" y="226"/>
                  </a:cubicBezTo>
                  <a:cubicBezTo>
                    <a:pt x="614" y="259"/>
                    <a:pt x="624" y="266"/>
                    <a:pt x="618" y="269"/>
                  </a:cubicBezTo>
                  <a:cubicBezTo>
                    <a:pt x="600" y="334"/>
                    <a:pt x="592" y="341"/>
                    <a:pt x="590" y="354"/>
                  </a:cubicBezTo>
                  <a:cubicBezTo>
                    <a:pt x="569" y="389"/>
                    <a:pt x="569" y="396"/>
                    <a:pt x="565" y="400"/>
                  </a:cubicBezTo>
                  <a:cubicBezTo>
                    <a:pt x="539" y="449"/>
                    <a:pt x="528" y="446"/>
                    <a:pt x="530" y="455"/>
                  </a:cubicBezTo>
                  <a:cubicBezTo>
                    <a:pt x="494" y="498"/>
                    <a:pt x="491" y="501"/>
                    <a:pt x="487" y="505"/>
                  </a:cubicBezTo>
                  <a:cubicBezTo>
                    <a:pt x="467" y="523"/>
                    <a:pt x="465" y="536"/>
                    <a:pt x="454" y="541"/>
                  </a:cubicBezTo>
                  <a:cubicBezTo>
                    <a:pt x="435" y="560"/>
                    <a:pt x="434" y="562"/>
                    <a:pt x="434" y="566"/>
                  </a:cubicBezTo>
                  <a:cubicBezTo>
                    <a:pt x="409" y="593"/>
                    <a:pt x="397" y="589"/>
                    <a:pt x="399" y="599"/>
                  </a:cubicBezTo>
                  <a:cubicBezTo>
                    <a:pt x="371" y="623"/>
                    <a:pt x="367" y="627"/>
                    <a:pt x="364" y="631"/>
                  </a:cubicBezTo>
                  <a:cubicBezTo>
                    <a:pt x="347" y="653"/>
                    <a:pt x="344" y="654"/>
                    <a:pt x="341" y="654"/>
                  </a:cubicBezTo>
                  <a:cubicBezTo>
                    <a:pt x="306" y="715"/>
                    <a:pt x="304" y="720"/>
                    <a:pt x="301" y="722"/>
                  </a:cubicBezTo>
                  <a:cubicBezTo>
                    <a:pt x="296" y="747"/>
                    <a:pt x="297" y="745"/>
                    <a:pt x="299" y="745"/>
                  </a:cubicBezTo>
                  <a:cubicBezTo>
                    <a:pt x="318" y="708"/>
                    <a:pt x="325" y="704"/>
                    <a:pt x="329" y="697"/>
                  </a:cubicBezTo>
                  <a:cubicBezTo>
                    <a:pt x="354" y="669"/>
                    <a:pt x="351" y="661"/>
                    <a:pt x="356" y="662"/>
                  </a:cubicBezTo>
                  <a:cubicBezTo>
                    <a:pt x="380" y="634"/>
                    <a:pt x="389" y="622"/>
                    <a:pt x="399" y="611"/>
                  </a:cubicBezTo>
                  <a:cubicBezTo>
                    <a:pt x="461" y="555"/>
                    <a:pt x="469" y="552"/>
                    <a:pt x="472" y="543"/>
                  </a:cubicBezTo>
                  <a:cubicBezTo>
                    <a:pt x="512" y="507"/>
                    <a:pt x="513" y="503"/>
                    <a:pt x="520" y="503"/>
                  </a:cubicBezTo>
                  <a:cubicBezTo>
                    <a:pt x="550" y="469"/>
                    <a:pt x="557" y="461"/>
                    <a:pt x="565" y="455"/>
                  </a:cubicBezTo>
                  <a:cubicBezTo>
                    <a:pt x="598" y="394"/>
                    <a:pt x="603" y="386"/>
                    <a:pt x="610" y="380"/>
                  </a:cubicBezTo>
                  <a:cubicBezTo>
                    <a:pt x="617" y="354"/>
                    <a:pt x="618" y="350"/>
                    <a:pt x="623" y="349"/>
                  </a:cubicBezTo>
                  <a:cubicBezTo>
                    <a:pt x="643" y="301"/>
                    <a:pt x="640" y="315"/>
                    <a:pt x="638" y="317"/>
                  </a:cubicBezTo>
                  <a:cubicBezTo>
                    <a:pt x="614" y="376"/>
                    <a:pt x="614" y="391"/>
                    <a:pt x="605" y="397"/>
                  </a:cubicBezTo>
                  <a:cubicBezTo>
                    <a:pt x="571" y="455"/>
                    <a:pt x="568" y="462"/>
                    <a:pt x="565" y="470"/>
                  </a:cubicBezTo>
                  <a:cubicBezTo>
                    <a:pt x="543" y="489"/>
                    <a:pt x="545" y="498"/>
                    <a:pt x="537" y="495"/>
                  </a:cubicBezTo>
                  <a:cubicBezTo>
                    <a:pt x="520" y="516"/>
                    <a:pt x="516" y="518"/>
                    <a:pt x="512" y="521"/>
                  </a:cubicBezTo>
                  <a:cubicBezTo>
                    <a:pt x="488" y="541"/>
                    <a:pt x="485" y="549"/>
                    <a:pt x="477" y="553"/>
                  </a:cubicBezTo>
                  <a:cubicBezTo>
                    <a:pt x="451" y="584"/>
                    <a:pt x="445" y="583"/>
                    <a:pt x="444" y="589"/>
                  </a:cubicBezTo>
                  <a:cubicBezTo>
                    <a:pt x="416" y="615"/>
                    <a:pt x="402" y="624"/>
                    <a:pt x="392" y="636"/>
                  </a:cubicBezTo>
                  <a:cubicBezTo>
                    <a:pt x="369" y="660"/>
                    <a:pt x="366" y="668"/>
                    <a:pt x="359" y="672"/>
                  </a:cubicBezTo>
                  <a:cubicBezTo>
                    <a:pt x="326" y="726"/>
                    <a:pt x="315" y="734"/>
                    <a:pt x="309" y="747"/>
                  </a:cubicBezTo>
                  <a:cubicBezTo>
                    <a:pt x="299" y="770"/>
                    <a:pt x="301" y="766"/>
                    <a:pt x="304" y="762"/>
                  </a:cubicBezTo>
                  <a:cubicBezTo>
                    <a:pt x="323" y="737"/>
                    <a:pt x="326" y="734"/>
                    <a:pt x="329" y="730"/>
                  </a:cubicBezTo>
                  <a:cubicBezTo>
                    <a:pt x="353" y="695"/>
                    <a:pt x="356" y="695"/>
                    <a:pt x="359" y="694"/>
                  </a:cubicBezTo>
                  <a:cubicBezTo>
                    <a:pt x="373" y="674"/>
                    <a:pt x="377" y="671"/>
                    <a:pt x="379" y="667"/>
                  </a:cubicBezTo>
                  <a:cubicBezTo>
                    <a:pt x="427" y="618"/>
                    <a:pt x="427" y="612"/>
                    <a:pt x="432" y="611"/>
                  </a:cubicBezTo>
                  <a:cubicBezTo>
                    <a:pt x="465" y="583"/>
                    <a:pt x="468" y="575"/>
                    <a:pt x="477" y="573"/>
                  </a:cubicBezTo>
                  <a:cubicBezTo>
                    <a:pt x="532" y="525"/>
                    <a:pt x="537" y="523"/>
                    <a:pt x="540" y="521"/>
                  </a:cubicBezTo>
                  <a:cubicBezTo>
                    <a:pt x="572" y="493"/>
                    <a:pt x="577" y="488"/>
                    <a:pt x="583" y="483"/>
                  </a:cubicBezTo>
                  <a:cubicBezTo>
                    <a:pt x="603" y="467"/>
                    <a:pt x="601" y="462"/>
                    <a:pt x="603" y="460"/>
                  </a:cubicBezTo>
                  <a:cubicBezTo>
                    <a:pt x="640" y="421"/>
                    <a:pt x="644" y="403"/>
                    <a:pt x="656" y="392"/>
                  </a:cubicBezTo>
                  <a:cubicBezTo>
                    <a:pt x="677" y="336"/>
                    <a:pt x="684" y="332"/>
                    <a:pt x="686" y="322"/>
                  </a:cubicBezTo>
                  <a:cubicBezTo>
                    <a:pt x="694" y="312"/>
                    <a:pt x="693" y="316"/>
                    <a:pt x="691" y="319"/>
                  </a:cubicBezTo>
                  <a:cubicBezTo>
                    <a:pt x="672" y="371"/>
                    <a:pt x="672" y="380"/>
                    <a:pt x="666" y="385"/>
                  </a:cubicBezTo>
                  <a:cubicBezTo>
                    <a:pt x="638" y="427"/>
                    <a:pt x="637" y="437"/>
                    <a:pt x="630" y="440"/>
                  </a:cubicBezTo>
                  <a:cubicBezTo>
                    <a:pt x="614" y="466"/>
                    <a:pt x="617" y="473"/>
                    <a:pt x="613" y="473"/>
                  </a:cubicBezTo>
                  <a:cubicBezTo>
                    <a:pt x="599" y="501"/>
                    <a:pt x="588" y="506"/>
                    <a:pt x="585" y="521"/>
                  </a:cubicBezTo>
                  <a:cubicBezTo>
                    <a:pt x="536" y="580"/>
                    <a:pt x="527" y="580"/>
                    <a:pt x="527" y="589"/>
                  </a:cubicBezTo>
                  <a:cubicBezTo>
                    <a:pt x="498" y="618"/>
                    <a:pt x="489" y="617"/>
                    <a:pt x="490" y="626"/>
                  </a:cubicBezTo>
                  <a:cubicBezTo>
                    <a:pt x="455" y="659"/>
                    <a:pt x="447" y="668"/>
                    <a:pt x="437" y="674"/>
                  </a:cubicBezTo>
                  <a:cubicBezTo>
                    <a:pt x="408" y="701"/>
                    <a:pt x="406" y="706"/>
                    <a:pt x="404" y="709"/>
                  </a:cubicBezTo>
                  <a:cubicBezTo>
                    <a:pt x="384" y="728"/>
                    <a:pt x="380" y="730"/>
                    <a:pt x="377" y="732"/>
                  </a:cubicBezTo>
                  <a:cubicBezTo>
                    <a:pt x="365" y="749"/>
                    <a:pt x="359" y="754"/>
                    <a:pt x="354" y="760"/>
                  </a:cubicBezTo>
                  <a:cubicBezTo>
                    <a:pt x="309" y="824"/>
                    <a:pt x="309" y="830"/>
                    <a:pt x="304" y="830"/>
                  </a:cubicBezTo>
                  <a:cubicBezTo>
                    <a:pt x="289" y="858"/>
                    <a:pt x="285" y="858"/>
                    <a:pt x="286" y="863"/>
                  </a:cubicBezTo>
                  <a:cubicBezTo>
                    <a:pt x="270" y="881"/>
                    <a:pt x="270" y="888"/>
                    <a:pt x="266" y="891"/>
                  </a:cubicBezTo>
                  <a:cubicBezTo>
                    <a:pt x="252" y="942"/>
                    <a:pt x="260" y="953"/>
                    <a:pt x="253" y="961"/>
                  </a:cubicBezTo>
                  <a:cubicBezTo>
                    <a:pt x="275" y="924"/>
                    <a:pt x="276" y="916"/>
                    <a:pt x="281" y="913"/>
                  </a:cubicBezTo>
                  <a:cubicBezTo>
                    <a:pt x="296" y="889"/>
                    <a:pt x="296" y="885"/>
                    <a:pt x="296" y="881"/>
                  </a:cubicBezTo>
                  <a:cubicBezTo>
                    <a:pt x="328" y="826"/>
                    <a:pt x="337" y="820"/>
                    <a:pt x="341" y="808"/>
                  </a:cubicBezTo>
                  <a:cubicBezTo>
                    <a:pt x="391" y="746"/>
                    <a:pt x="402" y="741"/>
                    <a:pt x="407" y="730"/>
                  </a:cubicBezTo>
                  <a:cubicBezTo>
                    <a:pt x="466" y="676"/>
                    <a:pt x="464" y="669"/>
                    <a:pt x="472" y="672"/>
                  </a:cubicBezTo>
                  <a:cubicBezTo>
                    <a:pt x="497" y="651"/>
                    <a:pt x="495" y="644"/>
                    <a:pt x="500" y="644"/>
                  </a:cubicBezTo>
                  <a:cubicBezTo>
                    <a:pt x="524" y="614"/>
                    <a:pt x="532" y="607"/>
                    <a:pt x="540" y="599"/>
                  </a:cubicBezTo>
                  <a:cubicBezTo>
                    <a:pt x="560" y="577"/>
                    <a:pt x="562" y="575"/>
                    <a:pt x="563" y="578"/>
                  </a:cubicBezTo>
                  <a:cubicBezTo>
                    <a:pt x="532" y="621"/>
                    <a:pt x="526" y="621"/>
                    <a:pt x="525" y="626"/>
                  </a:cubicBezTo>
                  <a:cubicBezTo>
                    <a:pt x="515" y="645"/>
                    <a:pt x="502" y="643"/>
                    <a:pt x="502" y="654"/>
                  </a:cubicBezTo>
                  <a:cubicBezTo>
                    <a:pt x="477" y="678"/>
                    <a:pt x="473" y="681"/>
                    <a:pt x="467" y="682"/>
                  </a:cubicBezTo>
                  <a:cubicBezTo>
                    <a:pt x="440" y="699"/>
                    <a:pt x="454" y="709"/>
                    <a:pt x="442" y="707"/>
                  </a:cubicBezTo>
                  <a:cubicBezTo>
                    <a:pt x="411" y="729"/>
                    <a:pt x="426" y="737"/>
                    <a:pt x="417" y="737"/>
                  </a:cubicBezTo>
                  <a:cubicBezTo>
                    <a:pt x="405" y="760"/>
                    <a:pt x="394" y="754"/>
                    <a:pt x="397" y="762"/>
                  </a:cubicBezTo>
                  <a:cubicBezTo>
                    <a:pt x="340" y="837"/>
                    <a:pt x="330" y="837"/>
                    <a:pt x="331" y="848"/>
                  </a:cubicBezTo>
                  <a:cubicBezTo>
                    <a:pt x="298" y="899"/>
                    <a:pt x="301" y="909"/>
                    <a:pt x="294" y="911"/>
                  </a:cubicBezTo>
                  <a:cubicBezTo>
                    <a:pt x="276" y="946"/>
                    <a:pt x="271" y="948"/>
                    <a:pt x="271" y="956"/>
                  </a:cubicBezTo>
                  <a:cubicBezTo>
                    <a:pt x="289" y="939"/>
                    <a:pt x="287" y="927"/>
                    <a:pt x="294" y="923"/>
                  </a:cubicBezTo>
                  <a:cubicBezTo>
                    <a:pt x="324" y="876"/>
                    <a:pt x="325" y="872"/>
                    <a:pt x="329" y="871"/>
                  </a:cubicBezTo>
                  <a:cubicBezTo>
                    <a:pt x="345" y="847"/>
                    <a:pt x="350" y="842"/>
                    <a:pt x="351" y="833"/>
                  </a:cubicBezTo>
                  <a:cubicBezTo>
                    <a:pt x="391" y="775"/>
                    <a:pt x="403" y="777"/>
                    <a:pt x="404" y="767"/>
                  </a:cubicBezTo>
                  <a:cubicBezTo>
                    <a:pt x="425" y="740"/>
                    <a:pt x="432" y="742"/>
                    <a:pt x="434" y="740"/>
                  </a:cubicBezTo>
                  <a:cubicBezTo>
                    <a:pt x="450" y="719"/>
                    <a:pt x="452" y="717"/>
                    <a:pt x="455" y="714"/>
                  </a:cubicBezTo>
                  <a:cubicBezTo>
                    <a:pt x="479" y="688"/>
                    <a:pt x="486" y="686"/>
                    <a:pt x="490" y="682"/>
                  </a:cubicBezTo>
                  <a:cubicBezTo>
                    <a:pt x="517" y="654"/>
                    <a:pt x="523" y="652"/>
                    <a:pt x="525" y="646"/>
                  </a:cubicBezTo>
                  <a:cubicBezTo>
                    <a:pt x="547" y="627"/>
                    <a:pt x="547" y="624"/>
                    <a:pt x="548" y="621"/>
                  </a:cubicBezTo>
                  <a:cubicBezTo>
                    <a:pt x="574" y="586"/>
                    <a:pt x="584" y="581"/>
                    <a:pt x="588" y="571"/>
                  </a:cubicBezTo>
                  <a:cubicBezTo>
                    <a:pt x="602" y="554"/>
                    <a:pt x="603" y="558"/>
                    <a:pt x="603" y="561"/>
                  </a:cubicBezTo>
                  <a:cubicBezTo>
                    <a:pt x="564" y="608"/>
                    <a:pt x="562" y="624"/>
                    <a:pt x="553" y="631"/>
                  </a:cubicBezTo>
                  <a:cubicBezTo>
                    <a:pt x="533" y="653"/>
                    <a:pt x="531" y="655"/>
                    <a:pt x="527" y="656"/>
                  </a:cubicBezTo>
                  <a:cubicBezTo>
                    <a:pt x="489" y="688"/>
                    <a:pt x="491" y="694"/>
                    <a:pt x="487" y="694"/>
                  </a:cubicBezTo>
                  <a:cubicBezTo>
                    <a:pt x="459" y="725"/>
                    <a:pt x="455" y="729"/>
                    <a:pt x="450" y="732"/>
                  </a:cubicBezTo>
                  <a:cubicBezTo>
                    <a:pt x="414" y="777"/>
                    <a:pt x="409" y="779"/>
                    <a:pt x="404" y="782"/>
                  </a:cubicBezTo>
                  <a:cubicBezTo>
                    <a:pt x="368" y="827"/>
                    <a:pt x="367" y="833"/>
                    <a:pt x="364" y="838"/>
                  </a:cubicBezTo>
                  <a:cubicBezTo>
                    <a:pt x="347" y="861"/>
                    <a:pt x="347" y="865"/>
                    <a:pt x="344" y="865"/>
                  </a:cubicBezTo>
                  <a:cubicBezTo>
                    <a:pt x="316" y="902"/>
                    <a:pt x="318" y="908"/>
                    <a:pt x="314" y="908"/>
                  </a:cubicBezTo>
                  <a:cubicBezTo>
                    <a:pt x="297" y="944"/>
                    <a:pt x="292" y="947"/>
                    <a:pt x="289" y="951"/>
                  </a:cubicBezTo>
                  <a:cubicBezTo>
                    <a:pt x="272" y="991"/>
                    <a:pt x="265" y="999"/>
                    <a:pt x="264" y="1012"/>
                  </a:cubicBezTo>
                  <a:cubicBezTo>
                    <a:pt x="246" y="1070"/>
                    <a:pt x="247" y="1080"/>
                    <a:pt x="243" y="1084"/>
                  </a:cubicBezTo>
                  <a:cubicBezTo>
                    <a:pt x="275" y="1031"/>
                    <a:pt x="275" y="1019"/>
                    <a:pt x="281" y="1014"/>
                  </a:cubicBezTo>
                  <a:cubicBezTo>
                    <a:pt x="300" y="980"/>
                    <a:pt x="306" y="968"/>
                    <a:pt x="311" y="956"/>
                  </a:cubicBezTo>
                  <a:cubicBezTo>
                    <a:pt x="329" y="925"/>
                    <a:pt x="336" y="929"/>
                    <a:pt x="334" y="921"/>
                  </a:cubicBezTo>
                  <a:cubicBezTo>
                    <a:pt x="370" y="883"/>
                    <a:pt x="367" y="872"/>
                    <a:pt x="377" y="873"/>
                  </a:cubicBezTo>
                  <a:cubicBezTo>
                    <a:pt x="395" y="849"/>
                    <a:pt x="404" y="842"/>
                    <a:pt x="412" y="833"/>
                  </a:cubicBezTo>
                  <a:cubicBezTo>
                    <a:pt x="432" y="811"/>
                    <a:pt x="434" y="810"/>
                    <a:pt x="434" y="808"/>
                  </a:cubicBezTo>
                  <a:cubicBezTo>
                    <a:pt x="468" y="774"/>
                    <a:pt x="473" y="764"/>
                    <a:pt x="482" y="757"/>
                  </a:cubicBezTo>
                  <a:cubicBezTo>
                    <a:pt x="518" y="710"/>
                    <a:pt x="527" y="711"/>
                    <a:pt x="525" y="702"/>
                  </a:cubicBezTo>
                  <a:cubicBezTo>
                    <a:pt x="512" y="725"/>
                    <a:pt x="513" y="729"/>
                    <a:pt x="512" y="732"/>
                  </a:cubicBezTo>
                  <a:cubicBezTo>
                    <a:pt x="497" y="756"/>
                    <a:pt x="486" y="759"/>
                    <a:pt x="482" y="767"/>
                  </a:cubicBezTo>
                  <a:cubicBezTo>
                    <a:pt x="463" y="791"/>
                    <a:pt x="457" y="793"/>
                    <a:pt x="452" y="795"/>
                  </a:cubicBezTo>
                  <a:cubicBezTo>
                    <a:pt x="362" y="908"/>
                    <a:pt x="358" y="911"/>
                    <a:pt x="354" y="913"/>
                  </a:cubicBezTo>
                  <a:cubicBezTo>
                    <a:pt x="338" y="944"/>
                    <a:pt x="330" y="941"/>
                    <a:pt x="331" y="948"/>
                  </a:cubicBezTo>
                  <a:cubicBezTo>
                    <a:pt x="305" y="988"/>
                    <a:pt x="305" y="994"/>
                    <a:pt x="301" y="996"/>
                  </a:cubicBezTo>
                  <a:cubicBezTo>
                    <a:pt x="313" y="984"/>
                    <a:pt x="317" y="981"/>
                    <a:pt x="319" y="976"/>
                  </a:cubicBezTo>
                  <a:cubicBezTo>
                    <a:pt x="362" y="938"/>
                    <a:pt x="357" y="928"/>
                    <a:pt x="364" y="928"/>
                  </a:cubicBezTo>
                  <a:cubicBezTo>
                    <a:pt x="379" y="903"/>
                    <a:pt x="390" y="907"/>
                    <a:pt x="389" y="901"/>
                  </a:cubicBezTo>
                  <a:cubicBezTo>
                    <a:pt x="416" y="869"/>
                    <a:pt x="427" y="873"/>
                    <a:pt x="424" y="865"/>
                  </a:cubicBezTo>
                  <a:cubicBezTo>
                    <a:pt x="450" y="844"/>
                    <a:pt x="454" y="836"/>
                    <a:pt x="462" y="833"/>
                  </a:cubicBezTo>
                  <a:cubicBezTo>
                    <a:pt x="510" y="785"/>
                    <a:pt x="513" y="782"/>
                    <a:pt x="515" y="780"/>
                  </a:cubicBezTo>
                  <a:cubicBezTo>
                    <a:pt x="536" y="752"/>
                    <a:pt x="545" y="755"/>
                    <a:pt x="543" y="747"/>
                  </a:cubicBezTo>
                  <a:cubicBezTo>
                    <a:pt x="566" y="714"/>
                    <a:pt x="568" y="710"/>
                    <a:pt x="570" y="707"/>
                  </a:cubicBezTo>
                  <a:cubicBezTo>
                    <a:pt x="591" y="657"/>
                    <a:pt x="601" y="647"/>
                    <a:pt x="605" y="631"/>
                  </a:cubicBezTo>
                  <a:cubicBezTo>
                    <a:pt x="597" y="662"/>
                    <a:pt x="596" y="668"/>
                    <a:pt x="595" y="674"/>
                  </a:cubicBezTo>
                  <a:cubicBezTo>
                    <a:pt x="577" y="704"/>
                    <a:pt x="573" y="716"/>
                    <a:pt x="568" y="727"/>
                  </a:cubicBezTo>
                  <a:cubicBezTo>
                    <a:pt x="537" y="772"/>
                    <a:pt x="532" y="774"/>
                    <a:pt x="528" y="777"/>
                  </a:cubicBezTo>
                  <a:cubicBezTo>
                    <a:pt x="516" y="796"/>
                    <a:pt x="509" y="797"/>
                    <a:pt x="507" y="802"/>
                  </a:cubicBezTo>
                  <a:cubicBezTo>
                    <a:pt x="475" y="834"/>
                    <a:pt x="473" y="835"/>
                    <a:pt x="472" y="838"/>
                  </a:cubicBezTo>
                  <a:cubicBezTo>
                    <a:pt x="458" y="853"/>
                    <a:pt x="452" y="855"/>
                    <a:pt x="447" y="858"/>
                  </a:cubicBezTo>
                  <a:cubicBezTo>
                    <a:pt x="430" y="871"/>
                    <a:pt x="434" y="882"/>
                    <a:pt x="424" y="881"/>
                  </a:cubicBezTo>
                  <a:cubicBezTo>
                    <a:pt x="388" y="922"/>
                    <a:pt x="381" y="923"/>
                    <a:pt x="379" y="928"/>
                  </a:cubicBezTo>
                  <a:cubicBezTo>
                    <a:pt x="356" y="958"/>
                    <a:pt x="346" y="955"/>
                    <a:pt x="347" y="964"/>
                  </a:cubicBezTo>
                  <a:cubicBezTo>
                    <a:pt x="311" y="1003"/>
                    <a:pt x="313" y="1013"/>
                    <a:pt x="306" y="1014"/>
                  </a:cubicBezTo>
                  <a:cubicBezTo>
                    <a:pt x="282" y="1051"/>
                    <a:pt x="281" y="1054"/>
                    <a:pt x="281" y="1057"/>
                  </a:cubicBezTo>
                  <a:cubicBezTo>
                    <a:pt x="263" y="1076"/>
                    <a:pt x="266" y="1095"/>
                    <a:pt x="256" y="1100"/>
                  </a:cubicBezTo>
                  <a:cubicBezTo>
                    <a:pt x="251" y="1150"/>
                    <a:pt x="250" y="1138"/>
                    <a:pt x="256" y="1135"/>
                  </a:cubicBezTo>
                  <a:cubicBezTo>
                    <a:pt x="289" y="1070"/>
                    <a:pt x="297" y="1067"/>
                    <a:pt x="299" y="1059"/>
                  </a:cubicBezTo>
                  <a:cubicBezTo>
                    <a:pt x="316" y="1029"/>
                    <a:pt x="323" y="1031"/>
                    <a:pt x="321" y="1024"/>
                  </a:cubicBezTo>
                  <a:cubicBezTo>
                    <a:pt x="338" y="1004"/>
                    <a:pt x="340" y="996"/>
                    <a:pt x="344" y="991"/>
                  </a:cubicBezTo>
                  <a:cubicBezTo>
                    <a:pt x="361" y="971"/>
                    <a:pt x="363" y="965"/>
                    <a:pt x="369" y="961"/>
                  </a:cubicBezTo>
                  <a:cubicBezTo>
                    <a:pt x="436" y="888"/>
                    <a:pt x="448" y="891"/>
                    <a:pt x="447" y="880"/>
                  </a:cubicBezTo>
                  <a:cubicBezTo>
                    <a:pt x="469" y="858"/>
                    <a:pt x="474" y="859"/>
                    <a:pt x="475" y="855"/>
                  </a:cubicBezTo>
                  <a:cubicBezTo>
                    <a:pt x="505" y="824"/>
                    <a:pt x="511" y="822"/>
                    <a:pt x="512" y="815"/>
                  </a:cubicBezTo>
                  <a:cubicBezTo>
                    <a:pt x="568" y="753"/>
                    <a:pt x="565" y="741"/>
                    <a:pt x="573" y="739"/>
                  </a:cubicBezTo>
                  <a:cubicBezTo>
                    <a:pt x="584" y="730"/>
                    <a:pt x="582" y="734"/>
                    <a:pt x="580" y="737"/>
                  </a:cubicBezTo>
                  <a:cubicBezTo>
                    <a:pt x="561" y="775"/>
                    <a:pt x="553" y="785"/>
                    <a:pt x="545" y="795"/>
                  </a:cubicBezTo>
                  <a:cubicBezTo>
                    <a:pt x="516" y="828"/>
                    <a:pt x="510" y="830"/>
                    <a:pt x="507" y="838"/>
                  </a:cubicBezTo>
                  <a:cubicBezTo>
                    <a:pt x="443" y="909"/>
                    <a:pt x="435" y="906"/>
                    <a:pt x="435" y="911"/>
                  </a:cubicBezTo>
                  <a:cubicBezTo>
                    <a:pt x="419" y="924"/>
                    <a:pt x="417" y="927"/>
                    <a:pt x="417" y="931"/>
                  </a:cubicBezTo>
                  <a:cubicBezTo>
                    <a:pt x="381" y="966"/>
                    <a:pt x="371" y="974"/>
                    <a:pt x="364" y="986"/>
                  </a:cubicBezTo>
                  <a:cubicBezTo>
                    <a:pt x="347" y="1005"/>
                    <a:pt x="346" y="1013"/>
                    <a:pt x="339" y="1014"/>
                  </a:cubicBezTo>
                  <a:cubicBezTo>
                    <a:pt x="294" y="1085"/>
                    <a:pt x="293" y="1095"/>
                    <a:pt x="286" y="1100"/>
                  </a:cubicBezTo>
                  <a:cubicBezTo>
                    <a:pt x="259" y="1148"/>
                    <a:pt x="259" y="1154"/>
                    <a:pt x="256" y="1157"/>
                  </a:cubicBezTo>
                  <a:cubicBezTo>
                    <a:pt x="241" y="1199"/>
                    <a:pt x="246" y="1208"/>
                    <a:pt x="241" y="1218"/>
                  </a:cubicBezTo>
                  <a:cubicBezTo>
                    <a:pt x="260" y="1178"/>
                    <a:pt x="260" y="1172"/>
                    <a:pt x="264" y="1170"/>
                  </a:cubicBezTo>
                  <a:cubicBezTo>
                    <a:pt x="290" y="1114"/>
                    <a:pt x="297" y="1109"/>
                    <a:pt x="301" y="1102"/>
                  </a:cubicBezTo>
                  <a:cubicBezTo>
                    <a:pt x="336" y="1056"/>
                    <a:pt x="339" y="1048"/>
                    <a:pt x="344" y="1042"/>
                  </a:cubicBezTo>
                  <a:cubicBezTo>
                    <a:pt x="367" y="1006"/>
                    <a:pt x="373" y="1006"/>
                    <a:pt x="374" y="1001"/>
                  </a:cubicBezTo>
                  <a:cubicBezTo>
                    <a:pt x="410" y="964"/>
                    <a:pt x="416" y="964"/>
                    <a:pt x="417" y="959"/>
                  </a:cubicBezTo>
                  <a:cubicBezTo>
                    <a:pt x="453" y="919"/>
                    <a:pt x="467" y="910"/>
                    <a:pt x="475" y="896"/>
                  </a:cubicBezTo>
                  <a:cubicBezTo>
                    <a:pt x="505" y="865"/>
                    <a:pt x="517" y="863"/>
                    <a:pt x="520" y="850"/>
                  </a:cubicBezTo>
                  <a:cubicBezTo>
                    <a:pt x="554" y="810"/>
                    <a:pt x="558" y="807"/>
                    <a:pt x="560" y="802"/>
                  </a:cubicBezTo>
                  <a:cubicBezTo>
                    <a:pt x="584" y="766"/>
                    <a:pt x="596" y="762"/>
                    <a:pt x="598" y="750"/>
                  </a:cubicBezTo>
                  <a:cubicBezTo>
                    <a:pt x="627" y="704"/>
                    <a:pt x="632" y="702"/>
                    <a:pt x="633" y="697"/>
                  </a:cubicBezTo>
                  <a:cubicBezTo>
                    <a:pt x="623" y="720"/>
                    <a:pt x="626" y="728"/>
                    <a:pt x="621" y="727"/>
                  </a:cubicBezTo>
                  <a:cubicBezTo>
                    <a:pt x="597" y="761"/>
                    <a:pt x="596" y="771"/>
                    <a:pt x="588" y="772"/>
                  </a:cubicBezTo>
                  <a:cubicBezTo>
                    <a:pt x="575" y="802"/>
                    <a:pt x="566" y="803"/>
                    <a:pt x="565" y="812"/>
                  </a:cubicBezTo>
                  <a:cubicBezTo>
                    <a:pt x="538" y="856"/>
                    <a:pt x="525" y="854"/>
                    <a:pt x="525" y="865"/>
                  </a:cubicBezTo>
                  <a:cubicBezTo>
                    <a:pt x="510" y="886"/>
                    <a:pt x="501" y="883"/>
                    <a:pt x="500" y="888"/>
                  </a:cubicBezTo>
                  <a:cubicBezTo>
                    <a:pt x="481" y="905"/>
                    <a:pt x="479" y="907"/>
                    <a:pt x="477" y="911"/>
                  </a:cubicBezTo>
                  <a:cubicBezTo>
                    <a:pt x="449" y="935"/>
                    <a:pt x="452" y="943"/>
                    <a:pt x="447" y="943"/>
                  </a:cubicBezTo>
                  <a:cubicBezTo>
                    <a:pt x="429" y="962"/>
                    <a:pt x="427" y="963"/>
                    <a:pt x="425" y="966"/>
                  </a:cubicBezTo>
                  <a:cubicBezTo>
                    <a:pt x="401" y="992"/>
                    <a:pt x="398" y="995"/>
                    <a:pt x="394" y="996"/>
                  </a:cubicBezTo>
                  <a:cubicBezTo>
                    <a:pt x="379" y="1017"/>
                    <a:pt x="373" y="1015"/>
                    <a:pt x="374" y="1021"/>
                  </a:cubicBezTo>
                  <a:cubicBezTo>
                    <a:pt x="331" y="1077"/>
                    <a:pt x="326" y="1081"/>
                    <a:pt x="324" y="1089"/>
                  </a:cubicBezTo>
                  <a:cubicBezTo>
                    <a:pt x="309" y="1105"/>
                    <a:pt x="309" y="1109"/>
                    <a:pt x="309" y="1112"/>
                  </a:cubicBezTo>
                  <a:cubicBezTo>
                    <a:pt x="293" y="1133"/>
                    <a:pt x="293" y="1139"/>
                    <a:pt x="289" y="1142"/>
                  </a:cubicBezTo>
                  <a:cubicBezTo>
                    <a:pt x="272" y="1170"/>
                    <a:pt x="273" y="1176"/>
                    <a:pt x="271" y="1180"/>
                  </a:cubicBezTo>
                  <a:cubicBezTo>
                    <a:pt x="246" y="1241"/>
                    <a:pt x="246" y="1250"/>
                    <a:pt x="246" y="1258"/>
                  </a:cubicBezTo>
                  <a:cubicBezTo>
                    <a:pt x="257" y="1254"/>
                    <a:pt x="254" y="1246"/>
                    <a:pt x="259" y="1246"/>
                  </a:cubicBezTo>
                  <a:cubicBezTo>
                    <a:pt x="274" y="1211"/>
                    <a:pt x="275" y="1207"/>
                    <a:pt x="279" y="1205"/>
                  </a:cubicBezTo>
                  <a:cubicBezTo>
                    <a:pt x="320" y="1146"/>
                    <a:pt x="319" y="1135"/>
                    <a:pt x="327" y="1132"/>
                  </a:cubicBezTo>
                  <a:cubicBezTo>
                    <a:pt x="353" y="1085"/>
                    <a:pt x="363" y="1084"/>
                    <a:pt x="364" y="1074"/>
                  </a:cubicBezTo>
                  <a:cubicBezTo>
                    <a:pt x="392" y="1044"/>
                    <a:pt x="389" y="1036"/>
                    <a:pt x="394" y="1037"/>
                  </a:cubicBezTo>
                  <a:cubicBezTo>
                    <a:pt x="409" y="1021"/>
                    <a:pt x="409" y="1018"/>
                    <a:pt x="409" y="1016"/>
                  </a:cubicBezTo>
                  <a:cubicBezTo>
                    <a:pt x="421" y="1005"/>
                    <a:pt x="423" y="1003"/>
                    <a:pt x="427" y="1001"/>
                  </a:cubicBezTo>
                  <a:cubicBezTo>
                    <a:pt x="466" y="955"/>
                    <a:pt x="477" y="948"/>
                    <a:pt x="485" y="938"/>
                  </a:cubicBezTo>
                  <a:cubicBezTo>
                    <a:pt x="518" y="914"/>
                    <a:pt x="515" y="906"/>
                    <a:pt x="520" y="906"/>
                  </a:cubicBezTo>
                  <a:cubicBezTo>
                    <a:pt x="551" y="882"/>
                    <a:pt x="558" y="873"/>
                    <a:pt x="568" y="865"/>
                  </a:cubicBezTo>
                  <a:cubicBezTo>
                    <a:pt x="556" y="886"/>
                    <a:pt x="553" y="888"/>
                    <a:pt x="548" y="888"/>
                  </a:cubicBezTo>
                  <a:cubicBezTo>
                    <a:pt x="519" y="917"/>
                    <a:pt x="514" y="922"/>
                    <a:pt x="508" y="926"/>
                  </a:cubicBezTo>
                  <a:cubicBezTo>
                    <a:pt x="486" y="947"/>
                    <a:pt x="481" y="952"/>
                    <a:pt x="477" y="958"/>
                  </a:cubicBezTo>
                  <a:cubicBezTo>
                    <a:pt x="437" y="1004"/>
                    <a:pt x="435" y="1006"/>
                    <a:pt x="432" y="1009"/>
                  </a:cubicBezTo>
                  <a:cubicBezTo>
                    <a:pt x="378" y="1069"/>
                    <a:pt x="375" y="1086"/>
                    <a:pt x="362" y="1094"/>
                  </a:cubicBezTo>
                  <a:cubicBezTo>
                    <a:pt x="324" y="1152"/>
                    <a:pt x="326" y="1159"/>
                    <a:pt x="319" y="1157"/>
                  </a:cubicBezTo>
                  <a:cubicBezTo>
                    <a:pt x="305" y="1192"/>
                    <a:pt x="293" y="1190"/>
                    <a:pt x="294" y="1200"/>
                  </a:cubicBezTo>
                  <a:cubicBezTo>
                    <a:pt x="266" y="1260"/>
                    <a:pt x="259" y="1258"/>
                    <a:pt x="259" y="1263"/>
                  </a:cubicBezTo>
                  <a:cubicBezTo>
                    <a:pt x="251" y="1298"/>
                    <a:pt x="251" y="1292"/>
                    <a:pt x="246" y="1291"/>
                  </a:cubicBezTo>
                  <a:cubicBezTo>
                    <a:pt x="271" y="1295"/>
                    <a:pt x="258" y="1283"/>
                    <a:pt x="271" y="1283"/>
                  </a:cubicBezTo>
                  <a:cubicBezTo>
                    <a:pt x="326" y="1167"/>
                    <a:pt x="332" y="1165"/>
                    <a:pt x="334" y="1160"/>
                  </a:cubicBezTo>
                  <a:cubicBezTo>
                    <a:pt x="350" y="1123"/>
                    <a:pt x="361" y="1126"/>
                    <a:pt x="359" y="1117"/>
                  </a:cubicBezTo>
                  <a:cubicBezTo>
                    <a:pt x="387" y="1084"/>
                    <a:pt x="394" y="1076"/>
                    <a:pt x="399" y="1067"/>
                  </a:cubicBezTo>
                  <a:cubicBezTo>
                    <a:pt x="475" y="1001"/>
                    <a:pt x="472" y="992"/>
                    <a:pt x="480" y="994"/>
                  </a:cubicBezTo>
                  <a:cubicBezTo>
                    <a:pt x="497" y="981"/>
                    <a:pt x="502" y="975"/>
                    <a:pt x="510" y="971"/>
                  </a:cubicBezTo>
                  <a:cubicBezTo>
                    <a:pt x="532" y="952"/>
                    <a:pt x="534" y="948"/>
                    <a:pt x="540" y="948"/>
                  </a:cubicBezTo>
                  <a:cubicBezTo>
                    <a:pt x="553" y="931"/>
                    <a:pt x="556" y="931"/>
                    <a:pt x="558" y="931"/>
                  </a:cubicBezTo>
                  <a:cubicBezTo>
                    <a:pt x="594" y="891"/>
                    <a:pt x="607" y="882"/>
                    <a:pt x="613" y="865"/>
                  </a:cubicBezTo>
                  <a:cubicBezTo>
                    <a:pt x="599" y="896"/>
                    <a:pt x="595" y="896"/>
                    <a:pt x="596" y="901"/>
                  </a:cubicBezTo>
                  <a:cubicBezTo>
                    <a:pt x="577" y="920"/>
                    <a:pt x="574" y="924"/>
                    <a:pt x="568" y="926"/>
                  </a:cubicBezTo>
                  <a:cubicBezTo>
                    <a:pt x="544" y="951"/>
                    <a:pt x="537" y="951"/>
                    <a:pt x="538" y="958"/>
                  </a:cubicBezTo>
                  <a:cubicBezTo>
                    <a:pt x="508" y="985"/>
                    <a:pt x="498" y="990"/>
                    <a:pt x="490" y="996"/>
                  </a:cubicBezTo>
                  <a:cubicBezTo>
                    <a:pt x="458" y="1014"/>
                    <a:pt x="462" y="1026"/>
                    <a:pt x="455" y="1026"/>
                  </a:cubicBezTo>
                  <a:cubicBezTo>
                    <a:pt x="438" y="1046"/>
                    <a:pt x="433" y="1046"/>
                    <a:pt x="432" y="1049"/>
                  </a:cubicBezTo>
                  <a:cubicBezTo>
                    <a:pt x="398" y="1090"/>
                    <a:pt x="392" y="1088"/>
                    <a:pt x="392" y="1092"/>
                  </a:cubicBezTo>
                  <a:cubicBezTo>
                    <a:pt x="371" y="1115"/>
                    <a:pt x="368" y="1120"/>
                    <a:pt x="367" y="1127"/>
                  </a:cubicBezTo>
                  <a:cubicBezTo>
                    <a:pt x="343" y="1159"/>
                    <a:pt x="343" y="1167"/>
                    <a:pt x="339" y="1170"/>
                  </a:cubicBezTo>
                  <a:cubicBezTo>
                    <a:pt x="304" y="1239"/>
                    <a:pt x="296" y="1239"/>
                    <a:pt x="296" y="1248"/>
                  </a:cubicBezTo>
                  <a:cubicBezTo>
                    <a:pt x="278" y="1277"/>
                    <a:pt x="287" y="1279"/>
                    <a:pt x="281" y="1281"/>
                  </a:cubicBezTo>
                  <a:cubicBezTo>
                    <a:pt x="246" y="1371"/>
                    <a:pt x="256" y="1372"/>
                    <a:pt x="254" y="1386"/>
                  </a:cubicBezTo>
                  <a:cubicBezTo>
                    <a:pt x="266" y="1357"/>
                    <a:pt x="266" y="1353"/>
                    <a:pt x="266" y="1349"/>
                  </a:cubicBezTo>
                  <a:cubicBezTo>
                    <a:pt x="293" y="1281"/>
                    <a:pt x="296" y="1281"/>
                    <a:pt x="299" y="1281"/>
                  </a:cubicBezTo>
                  <a:cubicBezTo>
                    <a:pt x="308" y="1258"/>
                    <a:pt x="314" y="1259"/>
                    <a:pt x="312" y="1251"/>
                  </a:cubicBezTo>
                  <a:cubicBezTo>
                    <a:pt x="332" y="1226"/>
                    <a:pt x="333" y="1221"/>
                    <a:pt x="334" y="1215"/>
                  </a:cubicBezTo>
                  <a:cubicBezTo>
                    <a:pt x="360" y="1186"/>
                    <a:pt x="360" y="1174"/>
                    <a:pt x="367" y="1170"/>
                  </a:cubicBezTo>
                  <a:cubicBezTo>
                    <a:pt x="400" y="1124"/>
                    <a:pt x="404" y="1118"/>
                    <a:pt x="410" y="1112"/>
                  </a:cubicBezTo>
                  <a:cubicBezTo>
                    <a:pt x="423" y="1096"/>
                    <a:pt x="424" y="1094"/>
                    <a:pt x="427" y="1094"/>
                  </a:cubicBezTo>
                  <a:cubicBezTo>
                    <a:pt x="449" y="1060"/>
                    <a:pt x="460" y="1065"/>
                    <a:pt x="457" y="1057"/>
                  </a:cubicBezTo>
                  <a:cubicBezTo>
                    <a:pt x="497" y="1018"/>
                    <a:pt x="528" y="1004"/>
                    <a:pt x="548" y="979"/>
                  </a:cubicBezTo>
                  <a:cubicBezTo>
                    <a:pt x="588" y="940"/>
                    <a:pt x="590" y="931"/>
                    <a:pt x="596" y="926"/>
                  </a:cubicBezTo>
                  <a:cubicBezTo>
                    <a:pt x="623" y="900"/>
                    <a:pt x="616" y="899"/>
                    <a:pt x="618" y="906"/>
                  </a:cubicBezTo>
                  <a:cubicBezTo>
                    <a:pt x="606" y="925"/>
                    <a:pt x="604" y="927"/>
                    <a:pt x="601" y="928"/>
                  </a:cubicBezTo>
                  <a:cubicBezTo>
                    <a:pt x="563" y="980"/>
                    <a:pt x="555" y="982"/>
                    <a:pt x="553" y="989"/>
                  </a:cubicBezTo>
                  <a:cubicBezTo>
                    <a:pt x="513" y="1021"/>
                    <a:pt x="511" y="1023"/>
                    <a:pt x="508" y="1024"/>
                  </a:cubicBezTo>
                  <a:cubicBezTo>
                    <a:pt x="476" y="1056"/>
                    <a:pt x="471" y="1060"/>
                    <a:pt x="465" y="1062"/>
                  </a:cubicBezTo>
                  <a:cubicBezTo>
                    <a:pt x="439" y="1098"/>
                    <a:pt x="432" y="1100"/>
                    <a:pt x="427" y="1104"/>
                  </a:cubicBezTo>
                  <a:cubicBezTo>
                    <a:pt x="413" y="1124"/>
                    <a:pt x="407" y="1124"/>
                    <a:pt x="407" y="1132"/>
                  </a:cubicBezTo>
                  <a:cubicBezTo>
                    <a:pt x="374" y="1182"/>
                    <a:pt x="363" y="1186"/>
                    <a:pt x="359" y="1198"/>
                  </a:cubicBezTo>
                  <a:cubicBezTo>
                    <a:pt x="344" y="1221"/>
                    <a:pt x="342" y="1223"/>
                    <a:pt x="342" y="1225"/>
                  </a:cubicBezTo>
                  <a:cubicBezTo>
                    <a:pt x="314" y="1273"/>
                    <a:pt x="309" y="1276"/>
                    <a:pt x="309" y="1283"/>
                  </a:cubicBezTo>
                  <a:cubicBezTo>
                    <a:pt x="299" y="1304"/>
                    <a:pt x="294" y="1306"/>
                    <a:pt x="294" y="1313"/>
                  </a:cubicBezTo>
                  <a:cubicBezTo>
                    <a:pt x="281" y="1340"/>
                    <a:pt x="281" y="1342"/>
                    <a:pt x="279" y="1341"/>
                  </a:cubicBezTo>
                  <a:cubicBezTo>
                    <a:pt x="272" y="1377"/>
                    <a:pt x="264" y="1384"/>
                    <a:pt x="266" y="1402"/>
                  </a:cubicBezTo>
                  <a:cubicBezTo>
                    <a:pt x="266" y="1422"/>
                    <a:pt x="267" y="1407"/>
                    <a:pt x="274" y="1399"/>
                  </a:cubicBezTo>
                  <a:cubicBezTo>
                    <a:pt x="295" y="1345"/>
                    <a:pt x="300" y="1321"/>
                    <a:pt x="314" y="1306"/>
                  </a:cubicBezTo>
                  <a:cubicBezTo>
                    <a:pt x="332" y="1263"/>
                    <a:pt x="339" y="1255"/>
                    <a:pt x="347" y="1248"/>
                  </a:cubicBezTo>
                  <a:cubicBezTo>
                    <a:pt x="384" y="1190"/>
                    <a:pt x="386" y="1184"/>
                    <a:pt x="392" y="1182"/>
                  </a:cubicBezTo>
                  <a:cubicBezTo>
                    <a:pt x="430" y="1138"/>
                    <a:pt x="434" y="1127"/>
                    <a:pt x="445" y="1122"/>
                  </a:cubicBezTo>
                  <a:cubicBezTo>
                    <a:pt x="500" y="1074"/>
                    <a:pt x="508" y="1067"/>
                    <a:pt x="515" y="1059"/>
                  </a:cubicBezTo>
                  <a:cubicBezTo>
                    <a:pt x="543" y="1027"/>
                    <a:pt x="554" y="1024"/>
                    <a:pt x="558" y="1014"/>
                  </a:cubicBezTo>
                  <a:cubicBezTo>
                    <a:pt x="546" y="1032"/>
                    <a:pt x="548" y="1039"/>
                    <a:pt x="545" y="1041"/>
                  </a:cubicBezTo>
                  <a:cubicBezTo>
                    <a:pt x="519" y="1066"/>
                    <a:pt x="517" y="1068"/>
                    <a:pt x="515" y="1072"/>
                  </a:cubicBezTo>
                  <a:cubicBezTo>
                    <a:pt x="498" y="1090"/>
                    <a:pt x="490" y="1087"/>
                    <a:pt x="490" y="1092"/>
                  </a:cubicBezTo>
                  <a:cubicBezTo>
                    <a:pt x="467" y="1109"/>
                    <a:pt x="464" y="1117"/>
                    <a:pt x="457" y="1120"/>
                  </a:cubicBezTo>
                  <a:cubicBezTo>
                    <a:pt x="439" y="1141"/>
                    <a:pt x="434" y="1146"/>
                    <a:pt x="430" y="1152"/>
                  </a:cubicBezTo>
                  <a:cubicBezTo>
                    <a:pt x="407" y="1180"/>
                    <a:pt x="396" y="1189"/>
                    <a:pt x="389" y="1203"/>
                  </a:cubicBezTo>
                  <a:cubicBezTo>
                    <a:pt x="340" y="1277"/>
                    <a:pt x="340" y="1283"/>
                    <a:pt x="334" y="1283"/>
                  </a:cubicBezTo>
                  <a:cubicBezTo>
                    <a:pt x="311" y="1324"/>
                    <a:pt x="312" y="1337"/>
                    <a:pt x="304" y="1341"/>
                  </a:cubicBezTo>
                  <a:cubicBezTo>
                    <a:pt x="283" y="1403"/>
                    <a:pt x="280" y="1411"/>
                    <a:pt x="276" y="1419"/>
                  </a:cubicBezTo>
                  <a:cubicBezTo>
                    <a:pt x="267" y="1456"/>
                    <a:pt x="262" y="1466"/>
                    <a:pt x="264" y="1469"/>
                  </a:cubicBezTo>
                  <a:cubicBezTo>
                    <a:pt x="279" y="1429"/>
                    <a:pt x="286" y="1428"/>
                    <a:pt x="284" y="1419"/>
                  </a:cubicBezTo>
                  <a:cubicBezTo>
                    <a:pt x="311" y="1363"/>
                    <a:pt x="316" y="1353"/>
                    <a:pt x="322" y="1344"/>
                  </a:cubicBezTo>
                  <a:cubicBezTo>
                    <a:pt x="341" y="1299"/>
                    <a:pt x="344" y="1299"/>
                    <a:pt x="347" y="1298"/>
                  </a:cubicBezTo>
                  <a:cubicBezTo>
                    <a:pt x="377" y="1253"/>
                    <a:pt x="377" y="1246"/>
                    <a:pt x="382" y="1243"/>
                  </a:cubicBezTo>
                  <a:cubicBezTo>
                    <a:pt x="470" y="1149"/>
                    <a:pt x="469" y="1136"/>
                    <a:pt x="480" y="1135"/>
                  </a:cubicBezTo>
                  <a:cubicBezTo>
                    <a:pt x="514" y="1093"/>
                    <a:pt x="525" y="1097"/>
                    <a:pt x="523" y="1089"/>
                  </a:cubicBezTo>
                  <a:cubicBezTo>
                    <a:pt x="569" y="1039"/>
                    <a:pt x="577" y="1036"/>
                    <a:pt x="581" y="1029"/>
                  </a:cubicBezTo>
                  <a:cubicBezTo>
                    <a:pt x="617" y="976"/>
                    <a:pt x="617" y="985"/>
                    <a:pt x="613" y="989"/>
                  </a:cubicBezTo>
                  <a:cubicBezTo>
                    <a:pt x="598" y="1018"/>
                    <a:pt x="597" y="1023"/>
                    <a:pt x="596" y="1029"/>
                  </a:cubicBezTo>
                  <a:cubicBezTo>
                    <a:pt x="570" y="1050"/>
                    <a:pt x="572" y="1056"/>
                    <a:pt x="568" y="1057"/>
                  </a:cubicBezTo>
                  <a:cubicBezTo>
                    <a:pt x="549" y="1084"/>
                    <a:pt x="545" y="1084"/>
                    <a:pt x="545" y="1089"/>
                  </a:cubicBezTo>
                  <a:cubicBezTo>
                    <a:pt x="517" y="1111"/>
                    <a:pt x="509" y="1114"/>
                    <a:pt x="505" y="1122"/>
                  </a:cubicBezTo>
                  <a:cubicBezTo>
                    <a:pt x="448" y="1187"/>
                    <a:pt x="435" y="1186"/>
                    <a:pt x="435" y="1198"/>
                  </a:cubicBezTo>
                  <a:cubicBezTo>
                    <a:pt x="358" y="1294"/>
                    <a:pt x="359" y="1303"/>
                    <a:pt x="352" y="1303"/>
                  </a:cubicBezTo>
                  <a:cubicBezTo>
                    <a:pt x="338" y="1342"/>
                    <a:pt x="332" y="1344"/>
                    <a:pt x="329" y="1349"/>
                  </a:cubicBezTo>
                  <a:cubicBezTo>
                    <a:pt x="294" y="1419"/>
                    <a:pt x="294" y="1435"/>
                    <a:pt x="287" y="1442"/>
                  </a:cubicBezTo>
                  <a:cubicBezTo>
                    <a:pt x="275" y="1485"/>
                    <a:pt x="278" y="1489"/>
                    <a:pt x="279" y="1495"/>
                  </a:cubicBezTo>
                  <a:cubicBezTo>
                    <a:pt x="284" y="1538"/>
                    <a:pt x="280" y="1529"/>
                    <a:pt x="282" y="1525"/>
                  </a:cubicBezTo>
                  <a:cubicBezTo>
                    <a:pt x="295" y="1474"/>
                    <a:pt x="302" y="1461"/>
                    <a:pt x="307" y="1447"/>
                  </a:cubicBezTo>
                  <a:cubicBezTo>
                    <a:pt x="319" y="1424"/>
                    <a:pt x="316" y="1416"/>
                    <a:pt x="319" y="1414"/>
                  </a:cubicBezTo>
                  <a:cubicBezTo>
                    <a:pt x="344" y="1364"/>
                    <a:pt x="347" y="1363"/>
                    <a:pt x="347" y="1359"/>
                  </a:cubicBezTo>
                  <a:cubicBezTo>
                    <a:pt x="359" y="1339"/>
                    <a:pt x="361" y="1336"/>
                    <a:pt x="362" y="1334"/>
                  </a:cubicBezTo>
                  <a:cubicBezTo>
                    <a:pt x="386" y="1299"/>
                    <a:pt x="387" y="1292"/>
                    <a:pt x="392" y="1288"/>
                  </a:cubicBezTo>
                  <a:cubicBezTo>
                    <a:pt x="420" y="1249"/>
                    <a:pt x="427" y="1239"/>
                    <a:pt x="435" y="1230"/>
                  </a:cubicBezTo>
                  <a:cubicBezTo>
                    <a:pt x="468" y="1194"/>
                    <a:pt x="469" y="1191"/>
                    <a:pt x="473" y="1190"/>
                  </a:cubicBezTo>
                  <a:cubicBezTo>
                    <a:pt x="499" y="1158"/>
                    <a:pt x="504" y="1154"/>
                    <a:pt x="508" y="1150"/>
                  </a:cubicBezTo>
                  <a:cubicBezTo>
                    <a:pt x="538" y="1112"/>
                    <a:pt x="545" y="1102"/>
                    <a:pt x="553" y="1092"/>
                  </a:cubicBezTo>
                  <a:cubicBezTo>
                    <a:pt x="577" y="1069"/>
                    <a:pt x="569" y="1068"/>
                    <a:pt x="568" y="1074"/>
                  </a:cubicBezTo>
                  <a:cubicBezTo>
                    <a:pt x="540" y="1125"/>
                    <a:pt x="527" y="1138"/>
                    <a:pt x="518" y="1152"/>
                  </a:cubicBezTo>
                  <a:cubicBezTo>
                    <a:pt x="491" y="1186"/>
                    <a:pt x="486" y="1188"/>
                    <a:pt x="483" y="1190"/>
                  </a:cubicBezTo>
                  <a:cubicBezTo>
                    <a:pt x="445" y="1238"/>
                    <a:pt x="436" y="1241"/>
                    <a:pt x="432" y="1250"/>
                  </a:cubicBezTo>
                  <a:cubicBezTo>
                    <a:pt x="381" y="1320"/>
                    <a:pt x="378" y="1330"/>
                    <a:pt x="372" y="1336"/>
                  </a:cubicBezTo>
                  <a:cubicBezTo>
                    <a:pt x="342" y="1391"/>
                    <a:pt x="337" y="1398"/>
                    <a:pt x="332" y="1404"/>
                  </a:cubicBezTo>
                  <a:cubicBezTo>
                    <a:pt x="297" y="1512"/>
                    <a:pt x="299" y="1511"/>
                    <a:pt x="297" y="1517"/>
                  </a:cubicBezTo>
                  <a:cubicBezTo>
                    <a:pt x="285" y="1562"/>
                    <a:pt x="292" y="1562"/>
                    <a:pt x="292" y="1570"/>
                  </a:cubicBezTo>
                  <a:cubicBezTo>
                    <a:pt x="308" y="1526"/>
                    <a:pt x="315" y="1528"/>
                    <a:pt x="312" y="1520"/>
                  </a:cubicBezTo>
                  <a:cubicBezTo>
                    <a:pt x="334" y="1475"/>
                    <a:pt x="332" y="1464"/>
                    <a:pt x="339" y="1462"/>
                  </a:cubicBezTo>
                  <a:cubicBezTo>
                    <a:pt x="371" y="1397"/>
                    <a:pt x="376" y="1392"/>
                    <a:pt x="380" y="1386"/>
                  </a:cubicBezTo>
                  <a:cubicBezTo>
                    <a:pt x="418" y="1328"/>
                    <a:pt x="420" y="1321"/>
                    <a:pt x="425" y="1316"/>
                  </a:cubicBezTo>
                  <a:cubicBezTo>
                    <a:pt x="441" y="1283"/>
                    <a:pt x="447" y="1285"/>
                    <a:pt x="447" y="1281"/>
                  </a:cubicBezTo>
                  <a:cubicBezTo>
                    <a:pt x="479" y="1240"/>
                    <a:pt x="484" y="1230"/>
                    <a:pt x="493" y="1225"/>
                  </a:cubicBezTo>
                  <a:cubicBezTo>
                    <a:pt x="510" y="1208"/>
                    <a:pt x="509" y="1213"/>
                    <a:pt x="513" y="1213"/>
                  </a:cubicBezTo>
                  <a:cubicBezTo>
                    <a:pt x="523" y="1194"/>
                    <a:pt x="525" y="1193"/>
                    <a:pt x="525" y="1190"/>
                  </a:cubicBezTo>
                  <a:cubicBezTo>
                    <a:pt x="562" y="1144"/>
                    <a:pt x="564" y="1140"/>
                    <a:pt x="563" y="1135"/>
                  </a:cubicBezTo>
                  <a:cubicBezTo>
                    <a:pt x="582" y="1095"/>
                    <a:pt x="589" y="1084"/>
                    <a:pt x="596" y="1072"/>
                  </a:cubicBezTo>
                  <a:cubicBezTo>
                    <a:pt x="579" y="1116"/>
                    <a:pt x="576" y="1130"/>
                    <a:pt x="571" y="1142"/>
                  </a:cubicBezTo>
                  <a:cubicBezTo>
                    <a:pt x="549" y="1177"/>
                    <a:pt x="552" y="1188"/>
                    <a:pt x="545" y="1190"/>
                  </a:cubicBezTo>
                  <a:cubicBezTo>
                    <a:pt x="519" y="1245"/>
                    <a:pt x="511" y="1246"/>
                    <a:pt x="513" y="1255"/>
                  </a:cubicBezTo>
                  <a:cubicBezTo>
                    <a:pt x="489" y="1289"/>
                    <a:pt x="487" y="1295"/>
                    <a:pt x="485" y="1301"/>
                  </a:cubicBezTo>
                  <a:cubicBezTo>
                    <a:pt x="460" y="1334"/>
                    <a:pt x="463" y="1345"/>
                    <a:pt x="458" y="1349"/>
                  </a:cubicBezTo>
                  <a:cubicBezTo>
                    <a:pt x="437" y="1384"/>
                    <a:pt x="437" y="1392"/>
                    <a:pt x="432" y="1396"/>
                  </a:cubicBezTo>
                  <a:cubicBezTo>
                    <a:pt x="427" y="1433"/>
                    <a:pt x="425" y="1426"/>
                    <a:pt x="427" y="1424"/>
                  </a:cubicBezTo>
                  <a:cubicBezTo>
                    <a:pt x="443" y="1405"/>
                    <a:pt x="440" y="1397"/>
                    <a:pt x="445" y="1396"/>
                  </a:cubicBezTo>
                  <a:cubicBezTo>
                    <a:pt x="475" y="1348"/>
                    <a:pt x="476" y="1344"/>
                    <a:pt x="475" y="1338"/>
                  </a:cubicBezTo>
                  <a:cubicBezTo>
                    <a:pt x="497" y="1313"/>
                    <a:pt x="494" y="1305"/>
                    <a:pt x="498" y="1303"/>
                  </a:cubicBezTo>
                  <a:cubicBezTo>
                    <a:pt x="497" y="1315"/>
                    <a:pt x="494" y="1322"/>
                    <a:pt x="490" y="1328"/>
                  </a:cubicBezTo>
                  <a:cubicBezTo>
                    <a:pt x="462" y="1378"/>
                    <a:pt x="460" y="1382"/>
                    <a:pt x="460" y="1386"/>
                  </a:cubicBezTo>
                  <a:cubicBezTo>
                    <a:pt x="425" y="1445"/>
                    <a:pt x="428" y="1453"/>
                    <a:pt x="425" y="1454"/>
                  </a:cubicBezTo>
                  <a:cubicBezTo>
                    <a:pt x="405" y="1499"/>
                    <a:pt x="398" y="1512"/>
                    <a:pt x="392" y="1525"/>
                  </a:cubicBezTo>
                  <a:cubicBezTo>
                    <a:pt x="371" y="1599"/>
                    <a:pt x="365" y="1598"/>
                    <a:pt x="367" y="1605"/>
                  </a:cubicBezTo>
                  <a:cubicBezTo>
                    <a:pt x="354" y="1641"/>
                    <a:pt x="358" y="1653"/>
                    <a:pt x="352" y="1656"/>
                  </a:cubicBezTo>
                  <a:cubicBezTo>
                    <a:pt x="346" y="1759"/>
                    <a:pt x="343" y="1757"/>
                    <a:pt x="342" y="1754"/>
                  </a:cubicBezTo>
                  <a:cubicBezTo>
                    <a:pt x="349" y="1713"/>
                    <a:pt x="354" y="1702"/>
                    <a:pt x="357" y="1691"/>
                  </a:cubicBezTo>
                  <a:cubicBezTo>
                    <a:pt x="378" y="1637"/>
                    <a:pt x="375" y="1627"/>
                    <a:pt x="380" y="1625"/>
                  </a:cubicBezTo>
                  <a:cubicBezTo>
                    <a:pt x="393" y="1579"/>
                    <a:pt x="398" y="1569"/>
                    <a:pt x="402" y="1560"/>
                  </a:cubicBezTo>
                  <a:cubicBezTo>
                    <a:pt x="415" y="1520"/>
                    <a:pt x="417" y="1514"/>
                    <a:pt x="422" y="1512"/>
                  </a:cubicBezTo>
                  <a:cubicBezTo>
                    <a:pt x="438" y="1477"/>
                    <a:pt x="435" y="1466"/>
                    <a:pt x="440" y="1464"/>
                  </a:cubicBezTo>
                  <a:cubicBezTo>
                    <a:pt x="491" y="1374"/>
                    <a:pt x="493" y="1369"/>
                    <a:pt x="493" y="1361"/>
                  </a:cubicBezTo>
                  <a:cubicBezTo>
                    <a:pt x="533" y="1307"/>
                    <a:pt x="537" y="1281"/>
                    <a:pt x="551" y="1265"/>
                  </a:cubicBezTo>
                  <a:cubicBezTo>
                    <a:pt x="567" y="1213"/>
                    <a:pt x="572" y="1200"/>
                    <a:pt x="576" y="1187"/>
                  </a:cubicBezTo>
                  <a:cubicBezTo>
                    <a:pt x="570" y="1224"/>
                    <a:pt x="567" y="1232"/>
                    <a:pt x="566" y="1243"/>
                  </a:cubicBezTo>
                  <a:cubicBezTo>
                    <a:pt x="527" y="1322"/>
                    <a:pt x="522" y="1329"/>
                    <a:pt x="520" y="1338"/>
                  </a:cubicBezTo>
                  <a:cubicBezTo>
                    <a:pt x="499" y="1364"/>
                    <a:pt x="499" y="1376"/>
                    <a:pt x="493" y="1381"/>
                  </a:cubicBezTo>
                  <a:cubicBezTo>
                    <a:pt x="498" y="1392"/>
                    <a:pt x="498" y="1398"/>
                    <a:pt x="498" y="1404"/>
                  </a:cubicBezTo>
                  <a:cubicBezTo>
                    <a:pt x="532" y="1330"/>
                    <a:pt x="532" y="1345"/>
                    <a:pt x="528" y="1343"/>
                  </a:cubicBezTo>
                  <a:cubicBezTo>
                    <a:pt x="511" y="1391"/>
                    <a:pt x="508" y="1400"/>
                    <a:pt x="505" y="1409"/>
                  </a:cubicBezTo>
                  <a:cubicBezTo>
                    <a:pt x="497" y="1445"/>
                    <a:pt x="494" y="1455"/>
                    <a:pt x="493" y="1467"/>
                  </a:cubicBezTo>
                  <a:cubicBezTo>
                    <a:pt x="496" y="1535"/>
                    <a:pt x="492" y="1549"/>
                    <a:pt x="490" y="1567"/>
                  </a:cubicBezTo>
                  <a:cubicBezTo>
                    <a:pt x="476" y="1593"/>
                    <a:pt x="479" y="1606"/>
                    <a:pt x="473" y="1610"/>
                  </a:cubicBezTo>
                  <a:cubicBezTo>
                    <a:pt x="427" y="1706"/>
                    <a:pt x="422" y="1720"/>
                    <a:pt x="413" y="1731"/>
                  </a:cubicBezTo>
                  <a:cubicBezTo>
                    <a:pt x="408" y="1755"/>
                    <a:pt x="414" y="1746"/>
                    <a:pt x="415" y="1744"/>
                  </a:cubicBezTo>
                  <a:cubicBezTo>
                    <a:pt x="452" y="1724"/>
                    <a:pt x="461" y="1714"/>
                    <a:pt x="468" y="1718"/>
                  </a:cubicBezTo>
                  <a:cubicBezTo>
                    <a:pt x="439" y="1738"/>
                    <a:pt x="429" y="1744"/>
                    <a:pt x="423" y="1754"/>
                  </a:cubicBezTo>
                  <a:cubicBezTo>
                    <a:pt x="390" y="1807"/>
                    <a:pt x="394" y="1818"/>
                    <a:pt x="390" y="1819"/>
                  </a:cubicBezTo>
                  <a:cubicBezTo>
                    <a:pt x="387" y="1852"/>
                    <a:pt x="390" y="1857"/>
                    <a:pt x="393" y="1864"/>
                  </a:cubicBezTo>
                  <a:cubicBezTo>
                    <a:pt x="395" y="1893"/>
                    <a:pt x="401" y="1904"/>
                    <a:pt x="405" y="1917"/>
                  </a:cubicBezTo>
                  <a:cubicBezTo>
                    <a:pt x="418" y="1937"/>
                    <a:pt x="423" y="1944"/>
                    <a:pt x="418" y="1950"/>
                  </a:cubicBezTo>
                  <a:cubicBezTo>
                    <a:pt x="398" y="1927"/>
                    <a:pt x="390" y="1922"/>
                    <a:pt x="388" y="1912"/>
                  </a:cubicBezTo>
                  <a:cubicBezTo>
                    <a:pt x="371" y="1883"/>
                    <a:pt x="363" y="1883"/>
                    <a:pt x="357" y="1880"/>
                  </a:cubicBezTo>
                  <a:cubicBezTo>
                    <a:pt x="325" y="1849"/>
                    <a:pt x="317" y="1848"/>
                    <a:pt x="315" y="1842"/>
                  </a:cubicBezTo>
                  <a:cubicBezTo>
                    <a:pt x="284" y="1820"/>
                    <a:pt x="288" y="1832"/>
                    <a:pt x="299" y="1829"/>
                  </a:cubicBezTo>
                  <a:cubicBezTo>
                    <a:pt x="296" y="1823"/>
                    <a:pt x="286" y="1823"/>
                    <a:pt x="282" y="1817"/>
                  </a:cubicBezTo>
                  <a:cubicBezTo>
                    <a:pt x="235" y="1800"/>
                    <a:pt x="246" y="1796"/>
                    <a:pt x="252" y="1802"/>
                  </a:cubicBezTo>
                  <a:cubicBezTo>
                    <a:pt x="301" y="1810"/>
                    <a:pt x="324" y="1818"/>
                    <a:pt x="342" y="1829"/>
                  </a:cubicBezTo>
                  <a:cubicBezTo>
                    <a:pt x="332" y="1811"/>
                    <a:pt x="328" y="1807"/>
                    <a:pt x="325" y="1802"/>
                  </a:cubicBezTo>
                  <a:cubicBezTo>
                    <a:pt x="300" y="1767"/>
                    <a:pt x="291" y="1768"/>
                    <a:pt x="292" y="1759"/>
                  </a:cubicBezTo>
                  <a:cubicBezTo>
                    <a:pt x="254" y="1707"/>
                    <a:pt x="246" y="1698"/>
                    <a:pt x="239" y="1688"/>
                  </a:cubicBezTo>
                  <a:cubicBezTo>
                    <a:pt x="214" y="1649"/>
                    <a:pt x="204" y="1642"/>
                    <a:pt x="201" y="1628"/>
                  </a:cubicBezTo>
                  <a:cubicBezTo>
                    <a:pt x="178" y="1567"/>
                    <a:pt x="173" y="1562"/>
                    <a:pt x="168" y="1558"/>
                  </a:cubicBezTo>
                  <a:cubicBezTo>
                    <a:pt x="153" y="1520"/>
                    <a:pt x="151" y="1514"/>
                    <a:pt x="146" y="1512"/>
                  </a:cubicBezTo>
                  <a:cubicBezTo>
                    <a:pt x="133" y="1472"/>
                    <a:pt x="123" y="1469"/>
                    <a:pt x="123" y="1457"/>
                  </a:cubicBezTo>
                  <a:cubicBezTo>
                    <a:pt x="108" y="1419"/>
                    <a:pt x="98" y="1416"/>
                    <a:pt x="100" y="1402"/>
                  </a:cubicBezTo>
                  <a:cubicBezTo>
                    <a:pt x="109" y="1417"/>
                    <a:pt x="115" y="1416"/>
                    <a:pt x="113" y="1424"/>
                  </a:cubicBezTo>
                  <a:cubicBezTo>
                    <a:pt x="141" y="1468"/>
                    <a:pt x="143" y="1471"/>
                    <a:pt x="146" y="1475"/>
                  </a:cubicBezTo>
                  <a:cubicBezTo>
                    <a:pt x="184" y="1527"/>
                    <a:pt x="192" y="1530"/>
                    <a:pt x="196" y="1537"/>
                  </a:cubicBezTo>
                  <a:cubicBezTo>
                    <a:pt x="219" y="1559"/>
                    <a:pt x="223" y="1568"/>
                    <a:pt x="231" y="1573"/>
                  </a:cubicBezTo>
                  <a:cubicBezTo>
                    <a:pt x="246" y="1588"/>
                    <a:pt x="247" y="1590"/>
                    <a:pt x="249" y="1590"/>
                  </a:cubicBezTo>
                  <a:cubicBezTo>
                    <a:pt x="274" y="1624"/>
                    <a:pt x="278" y="1626"/>
                    <a:pt x="282" y="1628"/>
                  </a:cubicBezTo>
                  <a:cubicBezTo>
                    <a:pt x="265" y="1589"/>
                    <a:pt x="257" y="1590"/>
                    <a:pt x="259" y="1580"/>
                  </a:cubicBezTo>
                  <a:cubicBezTo>
                    <a:pt x="203" y="1511"/>
                    <a:pt x="196" y="1509"/>
                    <a:pt x="193" y="1502"/>
                  </a:cubicBezTo>
                  <a:cubicBezTo>
                    <a:pt x="172" y="1477"/>
                    <a:pt x="168" y="1477"/>
                    <a:pt x="168" y="1472"/>
                  </a:cubicBezTo>
                  <a:cubicBezTo>
                    <a:pt x="147" y="1441"/>
                    <a:pt x="145" y="1442"/>
                    <a:pt x="146" y="1439"/>
                  </a:cubicBezTo>
                  <a:cubicBezTo>
                    <a:pt x="127" y="1411"/>
                    <a:pt x="130" y="1404"/>
                    <a:pt x="125" y="1404"/>
                  </a:cubicBezTo>
                  <a:cubicBezTo>
                    <a:pt x="102" y="1363"/>
                    <a:pt x="100" y="1355"/>
                    <a:pt x="95" y="1351"/>
                  </a:cubicBezTo>
                  <a:cubicBezTo>
                    <a:pt x="61" y="1229"/>
                    <a:pt x="62" y="1234"/>
                    <a:pt x="62" y="1241"/>
                  </a:cubicBezTo>
                  <a:cubicBezTo>
                    <a:pt x="80" y="1283"/>
                    <a:pt x="77" y="1293"/>
                    <a:pt x="83" y="1293"/>
                  </a:cubicBezTo>
                  <a:cubicBezTo>
                    <a:pt x="100" y="1336"/>
                    <a:pt x="98" y="1345"/>
                    <a:pt x="105" y="1344"/>
                  </a:cubicBezTo>
                  <a:cubicBezTo>
                    <a:pt x="128" y="1387"/>
                    <a:pt x="129" y="1398"/>
                    <a:pt x="135" y="1404"/>
                  </a:cubicBezTo>
                  <a:cubicBezTo>
                    <a:pt x="148" y="1422"/>
                    <a:pt x="148" y="1425"/>
                    <a:pt x="148" y="1427"/>
                  </a:cubicBezTo>
                  <a:cubicBezTo>
                    <a:pt x="176" y="1460"/>
                    <a:pt x="173" y="1469"/>
                    <a:pt x="178" y="1470"/>
                  </a:cubicBezTo>
                  <a:cubicBezTo>
                    <a:pt x="203" y="1506"/>
                    <a:pt x="213" y="1502"/>
                    <a:pt x="211" y="1510"/>
                  </a:cubicBezTo>
                  <a:cubicBezTo>
                    <a:pt x="240" y="1542"/>
                    <a:pt x="244" y="1544"/>
                    <a:pt x="244" y="1550"/>
                  </a:cubicBezTo>
                  <a:cubicBezTo>
                    <a:pt x="270" y="1548"/>
                    <a:pt x="267" y="1546"/>
                    <a:pt x="264" y="1545"/>
                  </a:cubicBezTo>
                  <a:cubicBezTo>
                    <a:pt x="251" y="1520"/>
                    <a:pt x="247" y="1516"/>
                    <a:pt x="249" y="1507"/>
                  </a:cubicBezTo>
                  <a:cubicBezTo>
                    <a:pt x="229" y="1481"/>
                    <a:pt x="225" y="1479"/>
                    <a:pt x="221" y="1477"/>
                  </a:cubicBezTo>
                  <a:cubicBezTo>
                    <a:pt x="196" y="1426"/>
                    <a:pt x="189" y="1427"/>
                    <a:pt x="188" y="1422"/>
                  </a:cubicBezTo>
                  <a:cubicBezTo>
                    <a:pt x="166" y="1386"/>
                    <a:pt x="161" y="1384"/>
                    <a:pt x="161" y="1379"/>
                  </a:cubicBezTo>
                  <a:cubicBezTo>
                    <a:pt x="153" y="1363"/>
                    <a:pt x="149" y="1362"/>
                    <a:pt x="151" y="1354"/>
                  </a:cubicBezTo>
                  <a:cubicBezTo>
                    <a:pt x="119" y="1295"/>
                    <a:pt x="118" y="1290"/>
                    <a:pt x="113" y="1288"/>
                  </a:cubicBezTo>
                  <a:cubicBezTo>
                    <a:pt x="97" y="1255"/>
                    <a:pt x="100" y="1245"/>
                    <a:pt x="95" y="1243"/>
                  </a:cubicBezTo>
                  <a:cubicBezTo>
                    <a:pt x="70" y="1172"/>
                    <a:pt x="70" y="1159"/>
                    <a:pt x="62" y="1153"/>
                  </a:cubicBezTo>
                  <a:cubicBezTo>
                    <a:pt x="55" y="1121"/>
                    <a:pt x="45" y="1115"/>
                    <a:pt x="52" y="1112"/>
                  </a:cubicBezTo>
                  <a:cubicBezTo>
                    <a:pt x="42" y="1090"/>
                    <a:pt x="43" y="1087"/>
                    <a:pt x="42" y="1085"/>
                  </a:cubicBezTo>
                  <a:cubicBezTo>
                    <a:pt x="59" y="1118"/>
                    <a:pt x="61" y="1122"/>
                    <a:pt x="60" y="1127"/>
                  </a:cubicBezTo>
                  <a:cubicBezTo>
                    <a:pt x="83" y="1168"/>
                    <a:pt x="78" y="1179"/>
                    <a:pt x="85" y="1178"/>
                  </a:cubicBezTo>
                  <a:cubicBezTo>
                    <a:pt x="124" y="1262"/>
                    <a:pt x="134" y="1265"/>
                    <a:pt x="135" y="1276"/>
                  </a:cubicBezTo>
                  <a:cubicBezTo>
                    <a:pt x="156" y="1299"/>
                    <a:pt x="155" y="1305"/>
                    <a:pt x="161" y="1306"/>
                  </a:cubicBezTo>
                  <a:cubicBezTo>
                    <a:pt x="182" y="1344"/>
                    <a:pt x="191" y="1353"/>
                    <a:pt x="196" y="1366"/>
                  </a:cubicBezTo>
                  <a:cubicBezTo>
                    <a:pt x="224" y="1410"/>
                    <a:pt x="227" y="1424"/>
                    <a:pt x="236" y="1434"/>
                  </a:cubicBezTo>
                  <a:close/>
                  <a:moveTo>
                    <a:pt x="176" y="1565"/>
                  </a:moveTo>
                  <a:cubicBezTo>
                    <a:pt x="182" y="1568"/>
                    <a:pt x="180" y="1578"/>
                    <a:pt x="186" y="1580"/>
                  </a:cubicBezTo>
                  <a:cubicBezTo>
                    <a:pt x="184" y="1591"/>
                    <a:pt x="194" y="1591"/>
                    <a:pt x="194" y="1600"/>
                  </a:cubicBezTo>
                  <a:cubicBezTo>
                    <a:pt x="200" y="1612"/>
                    <a:pt x="206" y="1624"/>
                    <a:pt x="214" y="1633"/>
                  </a:cubicBezTo>
                  <a:cubicBezTo>
                    <a:pt x="215" y="1640"/>
                    <a:pt x="219" y="1645"/>
                    <a:pt x="224" y="1648"/>
                  </a:cubicBezTo>
                  <a:cubicBezTo>
                    <a:pt x="223" y="1658"/>
                    <a:pt x="232" y="1658"/>
                    <a:pt x="234" y="1666"/>
                  </a:cubicBezTo>
                  <a:cubicBezTo>
                    <a:pt x="240" y="1679"/>
                    <a:pt x="253" y="1684"/>
                    <a:pt x="257" y="1699"/>
                  </a:cubicBezTo>
                  <a:cubicBezTo>
                    <a:pt x="263" y="1700"/>
                    <a:pt x="262" y="1710"/>
                    <a:pt x="269" y="1711"/>
                  </a:cubicBezTo>
                  <a:cubicBezTo>
                    <a:pt x="268" y="1721"/>
                    <a:pt x="280" y="1719"/>
                    <a:pt x="279" y="1729"/>
                  </a:cubicBezTo>
                  <a:cubicBezTo>
                    <a:pt x="290" y="1736"/>
                    <a:pt x="296" y="1747"/>
                    <a:pt x="304" y="1756"/>
                  </a:cubicBezTo>
                  <a:cubicBezTo>
                    <a:pt x="310" y="1768"/>
                    <a:pt x="321" y="1775"/>
                    <a:pt x="327" y="1787"/>
                  </a:cubicBezTo>
                  <a:cubicBezTo>
                    <a:pt x="332" y="1791"/>
                    <a:pt x="334" y="1798"/>
                    <a:pt x="340" y="1802"/>
                  </a:cubicBezTo>
                  <a:cubicBezTo>
                    <a:pt x="340" y="1806"/>
                    <a:pt x="342" y="1808"/>
                    <a:pt x="345" y="1809"/>
                  </a:cubicBezTo>
                  <a:cubicBezTo>
                    <a:pt x="344" y="1812"/>
                    <a:pt x="352" y="1818"/>
                    <a:pt x="352" y="1812"/>
                  </a:cubicBezTo>
                  <a:cubicBezTo>
                    <a:pt x="345" y="1803"/>
                    <a:pt x="341" y="1791"/>
                    <a:pt x="337" y="1779"/>
                  </a:cubicBezTo>
                  <a:cubicBezTo>
                    <a:pt x="333" y="1767"/>
                    <a:pt x="322" y="1762"/>
                    <a:pt x="319" y="1749"/>
                  </a:cubicBezTo>
                  <a:cubicBezTo>
                    <a:pt x="311" y="1741"/>
                    <a:pt x="309" y="1727"/>
                    <a:pt x="299" y="1721"/>
                  </a:cubicBezTo>
                  <a:cubicBezTo>
                    <a:pt x="294" y="1710"/>
                    <a:pt x="284" y="1703"/>
                    <a:pt x="282" y="1688"/>
                  </a:cubicBezTo>
                  <a:cubicBezTo>
                    <a:pt x="273" y="1689"/>
                    <a:pt x="274" y="1681"/>
                    <a:pt x="269" y="1678"/>
                  </a:cubicBezTo>
                  <a:cubicBezTo>
                    <a:pt x="267" y="1672"/>
                    <a:pt x="260" y="1670"/>
                    <a:pt x="256" y="1666"/>
                  </a:cubicBezTo>
                  <a:cubicBezTo>
                    <a:pt x="257" y="1662"/>
                    <a:pt x="255" y="1660"/>
                    <a:pt x="254" y="1658"/>
                  </a:cubicBezTo>
                  <a:cubicBezTo>
                    <a:pt x="254" y="1654"/>
                    <a:pt x="248" y="1656"/>
                    <a:pt x="249" y="1651"/>
                  </a:cubicBezTo>
                  <a:cubicBezTo>
                    <a:pt x="242" y="1650"/>
                    <a:pt x="245" y="1640"/>
                    <a:pt x="236" y="1641"/>
                  </a:cubicBezTo>
                  <a:cubicBezTo>
                    <a:pt x="236" y="1638"/>
                    <a:pt x="236" y="1635"/>
                    <a:pt x="231" y="1636"/>
                  </a:cubicBezTo>
                  <a:cubicBezTo>
                    <a:pt x="231" y="1631"/>
                    <a:pt x="229" y="1629"/>
                    <a:pt x="226" y="1628"/>
                  </a:cubicBezTo>
                  <a:cubicBezTo>
                    <a:pt x="223" y="1623"/>
                    <a:pt x="218" y="1620"/>
                    <a:pt x="216" y="1613"/>
                  </a:cubicBezTo>
                  <a:cubicBezTo>
                    <a:pt x="209" y="1604"/>
                    <a:pt x="202" y="1595"/>
                    <a:pt x="196" y="1585"/>
                  </a:cubicBezTo>
                  <a:cubicBezTo>
                    <a:pt x="189" y="1576"/>
                    <a:pt x="185" y="1565"/>
                    <a:pt x="176" y="1558"/>
                  </a:cubicBezTo>
                  <a:cubicBezTo>
                    <a:pt x="176" y="1560"/>
                    <a:pt x="176" y="1563"/>
                    <a:pt x="176" y="1565"/>
                  </a:cubicBezTo>
                  <a:close/>
                  <a:moveTo>
                    <a:pt x="301" y="820"/>
                  </a:moveTo>
                  <a:cubicBezTo>
                    <a:pt x="302" y="810"/>
                    <a:pt x="310" y="806"/>
                    <a:pt x="311" y="795"/>
                  </a:cubicBezTo>
                  <a:cubicBezTo>
                    <a:pt x="358" y="743"/>
                    <a:pt x="361" y="735"/>
                    <a:pt x="366" y="730"/>
                  </a:cubicBezTo>
                  <a:cubicBezTo>
                    <a:pt x="397" y="702"/>
                    <a:pt x="399" y="697"/>
                    <a:pt x="402" y="694"/>
                  </a:cubicBezTo>
                  <a:cubicBezTo>
                    <a:pt x="437" y="662"/>
                    <a:pt x="439" y="659"/>
                    <a:pt x="442" y="657"/>
                  </a:cubicBezTo>
                  <a:cubicBezTo>
                    <a:pt x="480" y="626"/>
                    <a:pt x="475" y="615"/>
                    <a:pt x="485" y="619"/>
                  </a:cubicBezTo>
                  <a:cubicBezTo>
                    <a:pt x="521" y="575"/>
                    <a:pt x="530" y="573"/>
                    <a:pt x="535" y="566"/>
                  </a:cubicBezTo>
                  <a:cubicBezTo>
                    <a:pt x="554" y="538"/>
                    <a:pt x="566" y="538"/>
                    <a:pt x="568" y="528"/>
                  </a:cubicBezTo>
                  <a:cubicBezTo>
                    <a:pt x="581" y="513"/>
                    <a:pt x="584" y="512"/>
                    <a:pt x="583" y="508"/>
                  </a:cubicBezTo>
                  <a:cubicBezTo>
                    <a:pt x="609" y="476"/>
                    <a:pt x="605" y="465"/>
                    <a:pt x="613" y="468"/>
                  </a:cubicBezTo>
                  <a:cubicBezTo>
                    <a:pt x="604" y="479"/>
                    <a:pt x="593" y="475"/>
                    <a:pt x="595" y="483"/>
                  </a:cubicBezTo>
                  <a:cubicBezTo>
                    <a:pt x="573" y="503"/>
                    <a:pt x="570" y="506"/>
                    <a:pt x="568" y="510"/>
                  </a:cubicBezTo>
                  <a:cubicBezTo>
                    <a:pt x="482" y="577"/>
                    <a:pt x="482" y="583"/>
                    <a:pt x="477" y="584"/>
                  </a:cubicBezTo>
                  <a:cubicBezTo>
                    <a:pt x="464" y="596"/>
                    <a:pt x="458" y="596"/>
                    <a:pt x="457" y="601"/>
                  </a:cubicBezTo>
                  <a:cubicBezTo>
                    <a:pt x="421" y="633"/>
                    <a:pt x="418" y="642"/>
                    <a:pt x="412" y="649"/>
                  </a:cubicBezTo>
                  <a:cubicBezTo>
                    <a:pt x="371" y="689"/>
                    <a:pt x="369" y="694"/>
                    <a:pt x="366" y="697"/>
                  </a:cubicBezTo>
                  <a:cubicBezTo>
                    <a:pt x="338" y="737"/>
                    <a:pt x="331" y="742"/>
                    <a:pt x="326" y="750"/>
                  </a:cubicBezTo>
                  <a:cubicBezTo>
                    <a:pt x="309" y="785"/>
                    <a:pt x="297" y="788"/>
                    <a:pt x="296" y="803"/>
                  </a:cubicBezTo>
                  <a:cubicBezTo>
                    <a:pt x="266" y="851"/>
                    <a:pt x="266" y="857"/>
                    <a:pt x="266" y="863"/>
                  </a:cubicBezTo>
                  <a:close/>
                  <a:moveTo>
                    <a:pt x="318" y="526"/>
                  </a:moveTo>
                  <a:cubicBezTo>
                    <a:pt x="319" y="522"/>
                    <a:pt x="318" y="516"/>
                    <a:pt x="316" y="521"/>
                  </a:cubicBezTo>
                  <a:cubicBezTo>
                    <a:pt x="316" y="524"/>
                    <a:pt x="317" y="530"/>
                    <a:pt x="318" y="526"/>
                  </a:cubicBezTo>
                  <a:close/>
                  <a:moveTo>
                    <a:pt x="321" y="662"/>
                  </a:moveTo>
                  <a:cubicBezTo>
                    <a:pt x="322" y="667"/>
                    <a:pt x="309" y="673"/>
                    <a:pt x="316" y="677"/>
                  </a:cubicBezTo>
                  <a:cubicBezTo>
                    <a:pt x="320" y="673"/>
                    <a:pt x="322" y="665"/>
                    <a:pt x="326" y="662"/>
                  </a:cubicBezTo>
                  <a:cubicBezTo>
                    <a:pt x="326" y="656"/>
                    <a:pt x="338" y="651"/>
                    <a:pt x="331" y="647"/>
                  </a:cubicBezTo>
                  <a:cubicBezTo>
                    <a:pt x="328" y="652"/>
                    <a:pt x="325" y="658"/>
                    <a:pt x="321" y="662"/>
                  </a:cubicBezTo>
                  <a:close/>
                  <a:moveTo>
                    <a:pt x="276" y="745"/>
                  </a:moveTo>
                  <a:cubicBezTo>
                    <a:pt x="274" y="736"/>
                    <a:pt x="283" y="730"/>
                    <a:pt x="273" y="727"/>
                  </a:cubicBezTo>
                  <a:cubicBezTo>
                    <a:pt x="275" y="732"/>
                    <a:pt x="270" y="744"/>
                    <a:pt x="276" y="745"/>
                  </a:cubicBezTo>
                  <a:close/>
                  <a:moveTo>
                    <a:pt x="276" y="793"/>
                  </a:moveTo>
                  <a:cubicBezTo>
                    <a:pt x="277" y="785"/>
                    <a:pt x="285" y="771"/>
                    <a:pt x="278" y="765"/>
                  </a:cubicBezTo>
                  <a:cubicBezTo>
                    <a:pt x="281" y="776"/>
                    <a:pt x="270" y="787"/>
                    <a:pt x="276" y="793"/>
                  </a:cubicBezTo>
                  <a:close/>
                  <a:moveTo>
                    <a:pt x="271" y="830"/>
                  </a:moveTo>
                  <a:cubicBezTo>
                    <a:pt x="268" y="819"/>
                    <a:pt x="285" y="812"/>
                    <a:pt x="273" y="808"/>
                  </a:cubicBezTo>
                  <a:cubicBezTo>
                    <a:pt x="277" y="818"/>
                    <a:pt x="262" y="823"/>
                    <a:pt x="271" y="830"/>
                  </a:cubicBezTo>
                  <a:close/>
                  <a:moveTo>
                    <a:pt x="70" y="883"/>
                  </a:moveTo>
                  <a:cubicBezTo>
                    <a:pt x="75" y="887"/>
                    <a:pt x="73" y="896"/>
                    <a:pt x="77" y="901"/>
                  </a:cubicBezTo>
                  <a:cubicBezTo>
                    <a:pt x="117" y="1000"/>
                    <a:pt x="122" y="1004"/>
                    <a:pt x="123" y="1012"/>
                  </a:cubicBezTo>
                  <a:cubicBezTo>
                    <a:pt x="141" y="1040"/>
                    <a:pt x="140" y="1043"/>
                    <a:pt x="140" y="1044"/>
                  </a:cubicBezTo>
                  <a:cubicBezTo>
                    <a:pt x="173" y="1100"/>
                    <a:pt x="181" y="1101"/>
                    <a:pt x="181" y="1110"/>
                  </a:cubicBezTo>
                  <a:cubicBezTo>
                    <a:pt x="212" y="1160"/>
                    <a:pt x="210" y="1167"/>
                    <a:pt x="213" y="1168"/>
                  </a:cubicBezTo>
                  <a:cubicBezTo>
                    <a:pt x="227" y="1183"/>
                    <a:pt x="222" y="1175"/>
                    <a:pt x="218" y="1168"/>
                  </a:cubicBezTo>
                  <a:cubicBezTo>
                    <a:pt x="214" y="1136"/>
                    <a:pt x="209" y="1137"/>
                    <a:pt x="211" y="1130"/>
                  </a:cubicBezTo>
                  <a:cubicBezTo>
                    <a:pt x="190" y="1087"/>
                    <a:pt x="191" y="1077"/>
                    <a:pt x="186" y="1072"/>
                  </a:cubicBezTo>
                  <a:cubicBezTo>
                    <a:pt x="164" y="1046"/>
                    <a:pt x="172" y="1032"/>
                    <a:pt x="165" y="1034"/>
                  </a:cubicBezTo>
                  <a:cubicBezTo>
                    <a:pt x="130" y="971"/>
                    <a:pt x="123" y="968"/>
                    <a:pt x="123" y="959"/>
                  </a:cubicBezTo>
                  <a:cubicBezTo>
                    <a:pt x="98" y="914"/>
                    <a:pt x="92" y="910"/>
                    <a:pt x="90" y="903"/>
                  </a:cubicBezTo>
                  <a:cubicBezTo>
                    <a:pt x="61" y="859"/>
                    <a:pt x="68" y="868"/>
                    <a:pt x="70" y="883"/>
                  </a:cubicBezTo>
                  <a:close/>
                  <a:moveTo>
                    <a:pt x="266" y="976"/>
                  </a:moveTo>
                  <a:cubicBezTo>
                    <a:pt x="265" y="972"/>
                    <a:pt x="269" y="971"/>
                    <a:pt x="269" y="966"/>
                  </a:cubicBezTo>
                  <a:cubicBezTo>
                    <a:pt x="272" y="966"/>
                    <a:pt x="270" y="959"/>
                    <a:pt x="269" y="964"/>
                  </a:cubicBezTo>
                  <a:cubicBezTo>
                    <a:pt x="266" y="966"/>
                    <a:pt x="260" y="982"/>
                    <a:pt x="266" y="976"/>
                  </a:cubicBezTo>
                  <a:close/>
                  <a:moveTo>
                    <a:pt x="246" y="996"/>
                  </a:moveTo>
                  <a:cubicBezTo>
                    <a:pt x="243" y="988"/>
                    <a:pt x="256" y="983"/>
                    <a:pt x="248" y="979"/>
                  </a:cubicBezTo>
                  <a:cubicBezTo>
                    <a:pt x="246" y="981"/>
                    <a:pt x="239" y="993"/>
                    <a:pt x="246" y="996"/>
                  </a:cubicBezTo>
                  <a:close/>
                  <a:moveTo>
                    <a:pt x="62" y="1039"/>
                  </a:moveTo>
                  <a:cubicBezTo>
                    <a:pt x="61" y="1036"/>
                    <a:pt x="60" y="1034"/>
                    <a:pt x="57" y="1032"/>
                  </a:cubicBezTo>
                  <a:cubicBezTo>
                    <a:pt x="57" y="1035"/>
                    <a:pt x="61" y="1046"/>
                    <a:pt x="62" y="1039"/>
                  </a:cubicBezTo>
                  <a:close/>
                  <a:moveTo>
                    <a:pt x="77" y="1095"/>
                  </a:moveTo>
                  <a:cubicBezTo>
                    <a:pt x="82" y="1101"/>
                    <a:pt x="83" y="1111"/>
                    <a:pt x="87" y="1117"/>
                  </a:cubicBezTo>
                  <a:cubicBezTo>
                    <a:pt x="124" y="1184"/>
                    <a:pt x="126" y="1187"/>
                    <a:pt x="128" y="1190"/>
                  </a:cubicBezTo>
                  <a:cubicBezTo>
                    <a:pt x="146" y="1213"/>
                    <a:pt x="141" y="1224"/>
                    <a:pt x="145" y="1225"/>
                  </a:cubicBezTo>
                  <a:cubicBezTo>
                    <a:pt x="170" y="1271"/>
                    <a:pt x="171" y="1275"/>
                    <a:pt x="176" y="1276"/>
                  </a:cubicBezTo>
                  <a:cubicBezTo>
                    <a:pt x="198" y="1315"/>
                    <a:pt x="204" y="1320"/>
                    <a:pt x="206" y="1329"/>
                  </a:cubicBezTo>
                  <a:cubicBezTo>
                    <a:pt x="220" y="1358"/>
                    <a:pt x="231" y="1358"/>
                    <a:pt x="229" y="1371"/>
                  </a:cubicBezTo>
                  <a:cubicBezTo>
                    <a:pt x="241" y="1386"/>
                    <a:pt x="240" y="1376"/>
                    <a:pt x="239" y="1366"/>
                  </a:cubicBezTo>
                  <a:cubicBezTo>
                    <a:pt x="220" y="1308"/>
                    <a:pt x="214" y="1302"/>
                    <a:pt x="213" y="1291"/>
                  </a:cubicBezTo>
                  <a:cubicBezTo>
                    <a:pt x="199" y="1268"/>
                    <a:pt x="202" y="1260"/>
                    <a:pt x="198" y="1258"/>
                  </a:cubicBezTo>
                  <a:cubicBezTo>
                    <a:pt x="180" y="1215"/>
                    <a:pt x="168" y="1215"/>
                    <a:pt x="168" y="1203"/>
                  </a:cubicBezTo>
                  <a:cubicBezTo>
                    <a:pt x="145" y="1172"/>
                    <a:pt x="150" y="1162"/>
                    <a:pt x="143" y="1163"/>
                  </a:cubicBezTo>
                  <a:cubicBezTo>
                    <a:pt x="113" y="1114"/>
                    <a:pt x="107" y="1108"/>
                    <a:pt x="105" y="1100"/>
                  </a:cubicBezTo>
                  <a:cubicBezTo>
                    <a:pt x="89" y="1081"/>
                    <a:pt x="86" y="1078"/>
                    <a:pt x="85" y="1075"/>
                  </a:cubicBezTo>
                  <a:cubicBezTo>
                    <a:pt x="71" y="1059"/>
                    <a:pt x="73" y="1055"/>
                    <a:pt x="70" y="1054"/>
                  </a:cubicBezTo>
                  <a:close/>
                  <a:moveTo>
                    <a:pt x="332" y="1623"/>
                  </a:moveTo>
                  <a:cubicBezTo>
                    <a:pt x="339" y="1624"/>
                    <a:pt x="330" y="1609"/>
                    <a:pt x="337" y="1610"/>
                  </a:cubicBezTo>
                  <a:cubicBezTo>
                    <a:pt x="359" y="1560"/>
                    <a:pt x="356" y="1544"/>
                    <a:pt x="365" y="1540"/>
                  </a:cubicBezTo>
                  <a:cubicBezTo>
                    <a:pt x="401" y="1455"/>
                    <a:pt x="401" y="1449"/>
                    <a:pt x="402" y="1444"/>
                  </a:cubicBezTo>
                  <a:cubicBezTo>
                    <a:pt x="418" y="1396"/>
                    <a:pt x="424" y="1396"/>
                    <a:pt x="425" y="1391"/>
                  </a:cubicBezTo>
                  <a:cubicBezTo>
                    <a:pt x="450" y="1344"/>
                    <a:pt x="454" y="1335"/>
                    <a:pt x="458" y="1326"/>
                  </a:cubicBezTo>
                  <a:cubicBezTo>
                    <a:pt x="490" y="1276"/>
                    <a:pt x="490" y="1269"/>
                    <a:pt x="493" y="1265"/>
                  </a:cubicBezTo>
                  <a:cubicBezTo>
                    <a:pt x="508" y="1240"/>
                    <a:pt x="511" y="1239"/>
                    <a:pt x="513" y="1238"/>
                  </a:cubicBezTo>
                  <a:cubicBezTo>
                    <a:pt x="521" y="1225"/>
                    <a:pt x="520" y="1221"/>
                    <a:pt x="523" y="1220"/>
                  </a:cubicBezTo>
                  <a:cubicBezTo>
                    <a:pt x="527" y="1215"/>
                    <a:pt x="518" y="1212"/>
                    <a:pt x="520" y="1220"/>
                  </a:cubicBezTo>
                  <a:cubicBezTo>
                    <a:pt x="481" y="1266"/>
                    <a:pt x="469" y="1280"/>
                    <a:pt x="460" y="1296"/>
                  </a:cubicBezTo>
                  <a:cubicBezTo>
                    <a:pt x="412" y="1376"/>
                    <a:pt x="407" y="1384"/>
                    <a:pt x="405" y="1394"/>
                  </a:cubicBezTo>
                  <a:cubicBezTo>
                    <a:pt x="376" y="1447"/>
                    <a:pt x="378" y="1450"/>
                    <a:pt x="377" y="1452"/>
                  </a:cubicBezTo>
                  <a:cubicBezTo>
                    <a:pt x="371" y="1467"/>
                    <a:pt x="366" y="1465"/>
                    <a:pt x="367" y="1472"/>
                  </a:cubicBezTo>
                  <a:cubicBezTo>
                    <a:pt x="344" y="1511"/>
                    <a:pt x="348" y="1521"/>
                    <a:pt x="342" y="1522"/>
                  </a:cubicBezTo>
                  <a:cubicBezTo>
                    <a:pt x="323" y="1591"/>
                    <a:pt x="318" y="1593"/>
                    <a:pt x="317" y="1598"/>
                  </a:cubicBezTo>
                  <a:cubicBezTo>
                    <a:pt x="309" y="1646"/>
                    <a:pt x="309" y="1656"/>
                    <a:pt x="309" y="1666"/>
                  </a:cubicBezTo>
                  <a:close/>
                  <a:moveTo>
                    <a:pt x="115" y="1273"/>
                  </a:moveTo>
                  <a:cubicBezTo>
                    <a:pt x="122" y="1281"/>
                    <a:pt x="126" y="1292"/>
                    <a:pt x="130" y="1301"/>
                  </a:cubicBezTo>
                  <a:cubicBezTo>
                    <a:pt x="136" y="1302"/>
                    <a:pt x="130" y="1315"/>
                    <a:pt x="138" y="1314"/>
                  </a:cubicBezTo>
                  <a:cubicBezTo>
                    <a:pt x="137" y="1322"/>
                    <a:pt x="142" y="1324"/>
                    <a:pt x="145" y="1329"/>
                  </a:cubicBezTo>
                  <a:cubicBezTo>
                    <a:pt x="152" y="1351"/>
                    <a:pt x="166" y="1365"/>
                    <a:pt x="176" y="1384"/>
                  </a:cubicBezTo>
                  <a:cubicBezTo>
                    <a:pt x="182" y="1392"/>
                    <a:pt x="186" y="1402"/>
                    <a:pt x="193" y="1409"/>
                  </a:cubicBezTo>
                  <a:cubicBezTo>
                    <a:pt x="198" y="1412"/>
                    <a:pt x="198" y="1418"/>
                    <a:pt x="201" y="1422"/>
                  </a:cubicBezTo>
                  <a:cubicBezTo>
                    <a:pt x="204" y="1426"/>
                    <a:pt x="207" y="1431"/>
                    <a:pt x="211" y="1434"/>
                  </a:cubicBezTo>
                  <a:cubicBezTo>
                    <a:pt x="214" y="1446"/>
                    <a:pt x="223" y="1451"/>
                    <a:pt x="226" y="1462"/>
                  </a:cubicBezTo>
                  <a:cubicBezTo>
                    <a:pt x="229" y="1467"/>
                    <a:pt x="233" y="1470"/>
                    <a:pt x="236" y="1475"/>
                  </a:cubicBezTo>
                  <a:cubicBezTo>
                    <a:pt x="241" y="1475"/>
                    <a:pt x="241" y="1491"/>
                    <a:pt x="246" y="1482"/>
                  </a:cubicBezTo>
                  <a:cubicBezTo>
                    <a:pt x="241" y="1479"/>
                    <a:pt x="241" y="1471"/>
                    <a:pt x="239" y="1464"/>
                  </a:cubicBezTo>
                  <a:cubicBezTo>
                    <a:pt x="234" y="1460"/>
                    <a:pt x="231" y="1455"/>
                    <a:pt x="229" y="1449"/>
                  </a:cubicBezTo>
                  <a:cubicBezTo>
                    <a:pt x="229" y="1447"/>
                    <a:pt x="229" y="1444"/>
                    <a:pt x="229" y="1442"/>
                  </a:cubicBezTo>
                  <a:cubicBezTo>
                    <a:pt x="221" y="1436"/>
                    <a:pt x="220" y="1425"/>
                    <a:pt x="214" y="1419"/>
                  </a:cubicBezTo>
                  <a:cubicBezTo>
                    <a:pt x="216" y="1411"/>
                    <a:pt x="210" y="1411"/>
                    <a:pt x="208" y="1407"/>
                  </a:cubicBezTo>
                  <a:cubicBezTo>
                    <a:pt x="205" y="1404"/>
                    <a:pt x="205" y="1397"/>
                    <a:pt x="201" y="1394"/>
                  </a:cubicBezTo>
                  <a:cubicBezTo>
                    <a:pt x="197" y="1385"/>
                    <a:pt x="194" y="1376"/>
                    <a:pt x="186" y="1371"/>
                  </a:cubicBezTo>
                  <a:cubicBezTo>
                    <a:pt x="182" y="1362"/>
                    <a:pt x="179" y="1352"/>
                    <a:pt x="171" y="1346"/>
                  </a:cubicBezTo>
                  <a:cubicBezTo>
                    <a:pt x="166" y="1338"/>
                    <a:pt x="163" y="1329"/>
                    <a:pt x="156" y="1324"/>
                  </a:cubicBezTo>
                  <a:cubicBezTo>
                    <a:pt x="157" y="1316"/>
                    <a:pt x="149" y="1319"/>
                    <a:pt x="151" y="1311"/>
                  </a:cubicBezTo>
                  <a:cubicBezTo>
                    <a:pt x="147" y="1311"/>
                    <a:pt x="145" y="1310"/>
                    <a:pt x="145" y="1306"/>
                  </a:cubicBezTo>
                  <a:cubicBezTo>
                    <a:pt x="145" y="1303"/>
                    <a:pt x="141" y="1304"/>
                    <a:pt x="140" y="1301"/>
                  </a:cubicBezTo>
                  <a:cubicBezTo>
                    <a:pt x="139" y="1290"/>
                    <a:pt x="129" y="1287"/>
                    <a:pt x="128" y="1276"/>
                  </a:cubicBezTo>
                  <a:cubicBezTo>
                    <a:pt x="119" y="1278"/>
                    <a:pt x="126" y="1265"/>
                    <a:pt x="118" y="1266"/>
                  </a:cubicBezTo>
                  <a:cubicBezTo>
                    <a:pt x="118" y="1262"/>
                    <a:pt x="117" y="1260"/>
                    <a:pt x="115" y="1258"/>
                  </a:cubicBezTo>
                  <a:cubicBezTo>
                    <a:pt x="112" y="1258"/>
                    <a:pt x="111" y="1255"/>
                    <a:pt x="110" y="1258"/>
                  </a:cubicBezTo>
                  <a:cubicBezTo>
                    <a:pt x="114" y="1261"/>
                    <a:pt x="115" y="1267"/>
                    <a:pt x="115" y="1273"/>
                  </a:cubicBezTo>
                  <a:close/>
                  <a:moveTo>
                    <a:pt x="427" y="1331"/>
                  </a:moveTo>
                  <a:cubicBezTo>
                    <a:pt x="427" y="1327"/>
                    <a:pt x="436" y="1326"/>
                    <a:pt x="430" y="1323"/>
                  </a:cubicBezTo>
                  <a:cubicBezTo>
                    <a:pt x="422" y="1329"/>
                    <a:pt x="427" y="1338"/>
                    <a:pt x="427" y="1331"/>
                  </a:cubicBezTo>
                  <a:close/>
                  <a:moveTo>
                    <a:pt x="402" y="1371"/>
                  </a:moveTo>
                  <a:cubicBezTo>
                    <a:pt x="394" y="1377"/>
                    <a:pt x="392" y="1390"/>
                    <a:pt x="385" y="1396"/>
                  </a:cubicBezTo>
                  <a:cubicBezTo>
                    <a:pt x="374" y="1414"/>
                    <a:pt x="363" y="1432"/>
                    <a:pt x="357" y="1454"/>
                  </a:cubicBezTo>
                  <a:cubicBezTo>
                    <a:pt x="353" y="1459"/>
                    <a:pt x="347" y="1461"/>
                    <a:pt x="347" y="1469"/>
                  </a:cubicBezTo>
                  <a:cubicBezTo>
                    <a:pt x="342" y="1473"/>
                    <a:pt x="341" y="1480"/>
                    <a:pt x="337" y="1485"/>
                  </a:cubicBezTo>
                  <a:cubicBezTo>
                    <a:pt x="333" y="1498"/>
                    <a:pt x="325" y="1508"/>
                    <a:pt x="322" y="1522"/>
                  </a:cubicBezTo>
                  <a:cubicBezTo>
                    <a:pt x="321" y="1526"/>
                    <a:pt x="319" y="1527"/>
                    <a:pt x="322" y="1530"/>
                  </a:cubicBezTo>
                  <a:cubicBezTo>
                    <a:pt x="319" y="1531"/>
                    <a:pt x="317" y="1533"/>
                    <a:pt x="317" y="1537"/>
                  </a:cubicBezTo>
                  <a:cubicBezTo>
                    <a:pt x="313" y="1542"/>
                    <a:pt x="314" y="1551"/>
                    <a:pt x="309" y="1555"/>
                  </a:cubicBezTo>
                  <a:cubicBezTo>
                    <a:pt x="307" y="1561"/>
                    <a:pt x="308" y="1570"/>
                    <a:pt x="304" y="1575"/>
                  </a:cubicBezTo>
                  <a:cubicBezTo>
                    <a:pt x="303" y="1580"/>
                    <a:pt x="298" y="1594"/>
                    <a:pt x="304" y="1598"/>
                  </a:cubicBezTo>
                  <a:cubicBezTo>
                    <a:pt x="320" y="1574"/>
                    <a:pt x="321" y="1536"/>
                    <a:pt x="337" y="1512"/>
                  </a:cubicBezTo>
                  <a:cubicBezTo>
                    <a:pt x="341" y="1497"/>
                    <a:pt x="349" y="1486"/>
                    <a:pt x="354" y="1472"/>
                  </a:cubicBezTo>
                  <a:cubicBezTo>
                    <a:pt x="359" y="1472"/>
                    <a:pt x="356" y="1463"/>
                    <a:pt x="359" y="1462"/>
                  </a:cubicBezTo>
                  <a:cubicBezTo>
                    <a:pt x="361" y="1458"/>
                    <a:pt x="363" y="1456"/>
                    <a:pt x="365" y="1452"/>
                  </a:cubicBezTo>
                  <a:cubicBezTo>
                    <a:pt x="369" y="1446"/>
                    <a:pt x="371" y="1438"/>
                    <a:pt x="372" y="1429"/>
                  </a:cubicBezTo>
                  <a:cubicBezTo>
                    <a:pt x="377" y="1429"/>
                    <a:pt x="374" y="1421"/>
                    <a:pt x="380" y="1422"/>
                  </a:cubicBezTo>
                  <a:cubicBezTo>
                    <a:pt x="381" y="1417"/>
                    <a:pt x="381" y="1411"/>
                    <a:pt x="385" y="1409"/>
                  </a:cubicBezTo>
                  <a:cubicBezTo>
                    <a:pt x="388" y="1401"/>
                    <a:pt x="392" y="1393"/>
                    <a:pt x="395" y="1384"/>
                  </a:cubicBezTo>
                  <a:cubicBezTo>
                    <a:pt x="401" y="1379"/>
                    <a:pt x="404" y="1371"/>
                    <a:pt x="407" y="1364"/>
                  </a:cubicBezTo>
                  <a:cubicBezTo>
                    <a:pt x="411" y="1361"/>
                    <a:pt x="412" y="1357"/>
                    <a:pt x="415" y="1354"/>
                  </a:cubicBezTo>
                  <a:cubicBezTo>
                    <a:pt x="414" y="1350"/>
                    <a:pt x="423" y="1344"/>
                    <a:pt x="417" y="1344"/>
                  </a:cubicBezTo>
                  <a:cubicBezTo>
                    <a:pt x="414" y="1355"/>
                    <a:pt x="403" y="1358"/>
                    <a:pt x="402" y="1371"/>
                  </a:cubicBezTo>
                  <a:close/>
                  <a:moveTo>
                    <a:pt x="483" y="1406"/>
                  </a:moveTo>
                  <a:cubicBezTo>
                    <a:pt x="475" y="1408"/>
                    <a:pt x="479" y="1423"/>
                    <a:pt x="470" y="1424"/>
                  </a:cubicBezTo>
                  <a:cubicBezTo>
                    <a:pt x="466" y="1429"/>
                    <a:pt x="467" y="1440"/>
                    <a:pt x="460" y="1442"/>
                  </a:cubicBezTo>
                  <a:cubicBezTo>
                    <a:pt x="460" y="1452"/>
                    <a:pt x="454" y="1456"/>
                    <a:pt x="450" y="1462"/>
                  </a:cubicBezTo>
                  <a:cubicBezTo>
                    <a:pt x="449" y="1483"/>
                    <a:pt x="435" y="1492"/>
                    <a:pt x="433" y="1512"/>
                  </a:cubicBezTo>
                  <a:cubicBezTo>
                    <a:pt x="425" y="1516"/>
                    <a:pt x="426" y="1527"/>
                    <a:pt x="422" y="1535"/>
                  </a:cubicBezTo>
                  <a:cubicBezTo>
                    <a:pt x="425" y="1543"/>
                    <a:pt x="419" y="1543"/>
                    <a:pt x="417" y="1547"/>
                  </a:cubicBezTo>
                  <a:cubicBezTo>
                    <a:pt x="425" y="1550"/>
                    <a:pt x="412" y="1551"/>
                    <a:pt x="415" y="1557"/>
                  </a:cubicBezTo>
                  <a:cubicBezTo>
                    <a:pt x="410" y="1558"/>
                    <a:pt x="413" y="1566"/>
                    <a:pt x="410" y="1568"/>
                  </a:cubicBezTo>
                  <a:cubicBezTo>
                    <a:pt x="412" y="1575"/>
                    <a:pt x="403" y="1572"/>
                    <a:pt x="405" y="1580"/>
                  </a:cubicBezTo>
                  <a:cubicBezTo>
                    <a:pt x="402" y="1583"/>
                    <a:pt x="402" y="1589"/>
                    <a:pt x="400" y="1593"/>
                  </a:cubicBezTo>
                  <a:cubicBezTo>
                    <a:pt x="398" y="1597"/>
                    <a:pt x="399" y="1603"/>
                    <a:pt x="395" y="1605"/>
                  </a:cubicBezTo>
                  <a:cubicBezTo>
                    <a:pt x="395" y="1616"/>
                    <a:pt x="389" y="1621"/>
                    <a:pt x="387" y="1630"/>
                  </a:cubicBezTo>
                  <a:cubicBezTo>
                    <a:pt x="386" y="1635"/>
                    <a:pt x="386" y="1641"/>
                    <a:pt x="382" y="1643"/>
                  </a:cubicBezTo>
                  <a:cubicBezTo>
                    <a:pt x="384" y="1648"/>
                    <a:pt x="375" y="1654"/>
                    <a:pt x="382" y="1656"/>
                  </a:cubicBezTo>
                  <a:cubicBezTo>
                    <a:pt x="386" y="1646"/>
                    <a:pt x="390" y="1637"/>
                    <a:pt x="395" y="1628"/>
                  </a:cubicBezTo>
                  <a:cubicBezTo>
                    <a:pt x="397" y="1623"/>
                    <a:pt x="401" y="1621"/>
                    <a:pt x="402" y="1615"/>
                  </a:cubicBezTo>
                  <a:cubicBezTo>
                    <a:pt x="402" y="1608"/>
                    <a:pt x="410" y="1608"/>
                    <a:pt x="407" y="1598"/>
                  </a:cubicBezTo>
                  <a:cubicBezTo>
                    <a:pt x="417" y="1594"/>
                    <a:pt x="412" y="1576"/>
                    <a:pt x="422" y="1573"/>
                  </a:cubicBezTo>
                  <a:cubicBezTo>
                    <a:pt x="425" y="1568"/>
                    <a:pt x="422" y="1559"/>
                    <a:pt x="430" y="1560"/>
                  </a:cubicBezTo>
                  <a:cubicBezTo>
                    <a:pt x="430" y="1552"/>
                    <a:pt x="430" y="1545"/>
                    <a:pt x="438" y="1545"/>
                  </a:cubicBezTo>
                  <a:cubicBezTo>
                    <a:pt x="436" y="1537"/>
                    <a:pt x="439" y="1533"/>
                    <a:pt x="440" y="1527"/>
                  </a:cubicBezTo>
                  <a:cubicBezTo>
                    <a:pt x="446" y="1526"/>
                    <a:pt x="443" y="1516"/>
                    <a:pt x="448" y="1515"/>
                  </a:cubicBezTo>
                  <a:cubicBezTo>
                    <a:pt x="450" y="1503"/>
                    <a:pt x="457" y="1495"/>
                    <a:pt x="460" y="1484"/>
                  </a:cubicBezTo>
                  <a:cubicBezTo>
                    <a:pt x="465" y="1483"/>
                    <a:pt x="462" y="1473"/>
                    <a:pt x="468" y="1472"/>
                  </a:cubicBezTo>
                  <a:cubicBezTo>
                    <a:pt x="469" y="1465"/>
                    <a:pt x="471" y="1460"/>
                    <a:pt x="475" y="1457"/>
                  </a:cubicBezTo>
                  <a:cubicBezTo>
                    <a:pt x="478" y="1446"/>
                    <a:pt x="485" y="1438"/>
                    <a:pt x="488" y="1427"/>
                  </a:cubicBezTo>
                  <a:cubicBezTo>
                    <a:pt x="492" y="1421"/>
                    <a:pt x="490" y="1410"/>
                    <a:pt x="493" y="1404"/>
                  </a:cubicBezTo>
                  <a:cubicBezTo>
                    <a:pt x="491" y="1399"/>
                    <a:pt x="496" y="1387"/>
                    <a:pt x="490" y="1386"/>
                  </a:cubicBezTo>
                  <a:cubicBezTo>
                    <a:pt x="490" y="1395"/>
                    <a:pt x="483" y="1398"/>
                    <a:pt x="483" y="1406"/>
                  </a:cubicBezTo>
                  <a:close/>
                  <a:moveTo>
                    <a:pt x="415" y="1444"/>
                  </a:moveTo>
                  <a:cubicBezTo>
                    <a:pt x="417" y="1454"/>
                    <a:pt x="421" y="1430"/>
                    <a:pt x="417" y="1439"/>
                  </a:cubicBezTo>
                  <a:cubicBezTo>
                    <a:pt x="417" y="1441"/>
                    <a:pt x="414" y="1440"/>
                    <a:pt x="415" y="1444"/>
                  </a:cubicBezTo>
                  <a:close/>
                  <a:moveTo>
                    <a:pt x="402" y="1477"/>
                  </a:moveTo>
                  <a:cubicBezTo>
                    <a:pt x="397" y="1479"/>
                    <a:pt x="396" y="1484"/>
                    <a:pt x="395" y="1490"/>
                  </a:cubicBezTo>
                  <a:cubicBezTo>
                    <a:pt x="400" y="1488"/>
                    <a:pt x="398" y="1478"/>
                    <a:pt x="405" y="1477"/>
                  </a:cubicBezTo>
                  <a:cubicBezTo>
                    <a:pt x="403" y="1470"/>
                    <a:pt x="408" y="1470"/>
                    <a:pt x="407" y="1464"/>
                  </a:cubicBezTo>
                  <a:cubicBezTo>
                    <a:pt x="409" y="1464"/>
                    <a:pt x="410" y="1462"/>
                    <a:pt x="410" y="1459"/>
                  </a:cubicBezTo>
                  <a:cubicBezTo>
                    <a:pt x="410" y="1456"/>
                    <a:pt x="413" y="1455"/>
                    <a:pt x="410" y="1454"/>
                  </a:cubicBezTo>
                  <a:cubicBezTo>
                    <a:pt x="407" y="1461"/>
                    <a:pt x="402" y="1467"/>
                    <a:pt x="402" y="1477"/>
                  </a:cubicBezTo>
                  <a:close/>
                  <a:moveTo>
                    <a:pt x="470" y="1484"/>
                  </a:moveTo>
                  <a:cubicBezTo>
                    <a:pt x="470" y="1498"/>
                    <a:pt x="461" y="1502"/>
                    <a:pt x="460" y="1515"/>
                  </a:cubicBezTo>
                  <a:cubicBezTo>
                    <a:pt x="437" y="1576"/>
                    <a:pt x="431" y="1575"/>
                    <a:pt x="430" y="1580"/>
                  </a:cubicBezTo>
                  <a:cubicBezTo>
                    <a:pt x="411" y="1635"/>
                    <a:pt x="400" y="1637"/>
                    <a:pt x="397" y="1648"/>
                  </a:cubicBezTo>
                  <a:cubicBezTo>
                    <a:pt x="386" y="1684"/>
                    <a:pt x="383" y="1687"/>
                    <a:pt x="382" y="1693"/>
                  </a:cubicBezTo>
                  <a:cubicBezTo>
                    <a:pt x="371" y="1730"/>
                    <a:pt x="371" y="1738"/>
                    <a:pt x="367" y="1741"/>
                  </a:cubicBezTo>
                  <a:cubicBezTo>
                    <a:pt x="361" y="1788"/>
                    <a:pt x="357" y="1799"/>
                    <a:pt x="362" y="1799"/>
                  </a:cubicBezTo>
                  <a:cubicBezTo>
                    <a:pt x="379" y="1754"/>
                    <a:pt x="376" y="1747"/>
                    <a:pt x="380" y="1746"/>
                  </a:cubicBezTo>
                  <a:cubicBezTo>
                    <a:pt x="391" y="1697"/>
                    <a:pt x="403" y="1699"/>
                    <a:pt x="400" y="1688"/>
                  </a:cubicBezTo>
                  <a:cubicBezTo>
                    <a:pt x="430" y="1632"/>
                    <a:pt x="427" y="1621"/>
                    <a:pt x="433" y="1618"/>
                  </a:cubicBezTo>
                  <a:cubicBezTo>
                    <a:pt x="459" y="1557"/>
                    <a:pt x="462" y="1552"/>
                    <a:pt x="465" y="1547"/>
                  </a:cubicBezTo>
                  <a:cubicBezTo>
                    <a:pt x="482" y="1493"/>
                    <a:pt x="477" y="1484"/>
                    <a:pt x="483" y="1484"/>
                  </a:cubicBezTo>
                  <a:close/>
                  <a:moveTo>
                    <a:pt x="166" y="1522"/>
                  </a:moveTo>
                  <a:cubicBezTo>
                    <a:pt x="169" y="1533"/>
                    <a:pt x="177" y="1538"/>
                    <a:pt x="181" y="1548"/>
                  </a:cubicBezTo>
                  <a:cubicBezTo>
                    <a:pt x="187" y="1555"/>
                    <a:pt x="191" y="1564"/>
                    <a:pt x="199" y="1570"/>
                  </a:cubicBezTo>
                  <a:cubicBezTo>
                    <a:pt x="197" y="1578"/>
                    <a:pt x="205" y="1577"/>
                    <a:pt x="206" y="1583"/>
                  </a:cubicBezTo>
                  <a:cubicBezTo>
                    <a:pt x="209" y="1583"/>
                    <a:pt x="208" y="1587"/>
                    <a:pt x="211" y="1588"/>
                  </a:cubicBezTo>
                  <a:cubicBezTo>
                    <a:pt x="210" y="1593"/>
                    <a:pt x="215" y="1593"/>
                    <a:pt x="216" y="1595"/>
                  </a:cubicBezTo>
                  <a:cubicBezTo>
                    <a:pt x="220" y="1604"/>
                    <a:pt x="227" y="1611"/>
                    <a:pt x="234" y="1618"/>
                  </a:cubicBezTo>
                  <a:cubicBezTo>
                    <a:pt x="240" y="1626"/>
                    <a:pt x="247" y="1633"/>
                    <a:pt x="254" y="1641"/>
                  </a:cubicBezTo>
                  <a:cubicBezTo>
                    <a:pt x="260" y="1648"/>
                    <a:pt x="265" y="1657"/>
                    <a:pt x="272" y="1663"/>
                  </a:cubicBezTo>
                  <a:cubicBezTo>
                    <a:pt x="275" y="1667"/>
                    <a:pt x="278" y="1670"/>
                    <a:pt x="282" y="1673"/>
                  </a:cubicBezTo>
                  <a:cubicBezTo>
                    <a:pt x="283" y="1680"/>
                    <a:pt x="288" y="1682"/>
                    <a:pt x="292" y="1686"/>
                  </a:cubicBezTo>
                  <a:cubicBezTo>
                    <a:pt x="293" y="1695"/>
                    <a:pt x="300" y="1698"/>
                    <a:pt x="302" y="1706"/>
                  </a:cubicBezTo>
                  <a:cubicBezTo>
                    <a:pt x="309" y="1709"/>
                    <a:pt x="309" y="1719"/>
                    <a:pt x="317" y="1721"/>
                  </a:cubicBezTo>
                  <a:cubicBezTo>
                    <a:pt x="317" y="1715"/>
                    <a:pt x="317" y="1709"/>
                    <a:pt x="314" y="1706"/>
                  </a:cubicBezTo>
                  <a:cubicBezTo>
                    <a:pt x="311" y="1705"/>
                    <a:pt x="313" y="1703"/>
                    <a:pt x="314" y="1701"/>
                  </a:cubicBezTo>
                  <a:cubicBezTo>
                    <a:pt x="311" y="1701"/>
                    <a:pt x="312" y="1697"/>
                    <a:pt x="312" y="1693"/>
                  </a:cubicBezTo>
                  <a:cubicBezTo>
                    <a:pt x="303" y="1693"/>
                    <a:pt x="307" y="1680"/>
                    <a:pt x="299" y="1678"/>
                  </a:cubicBezTo>
                  <a:cubicBezTo>
                    <a:pt x="302" y="1670"/>
                    <a:pt x="291" y="1676"/>
                    <a:pt x="294" y="1668"/>
                  </a:cubicBezTo>
                  <a:cubicBezTo>
                    <a:pt x="293" y="1665"/>
                    <a:pt x="290" y="1662"/>
                    <a:pt x="287" y="1661"/>
                  </a:cubicBezTo>
                  <a:cubicBezTo>
                    <a:pt x="281" y="1646"/>
                    <a:pt x="269" y="1638"/>
                    <a:pt x="264" y="1623"/>
                  </a:cubicBezTo>
                  <a:cubicBezTo>
                    <a:pt x="254" y="1618"/>
                    <a:pt x="249" y="1607"/>
                    <a:pt x="241" y="1600"/>
                  </a:cubicBezTo>
                  <a:cubicBezTo>
                    <a:pt x="239" y="1595"/>
                    <a:pt x="235" y="1592"/>
                    <a:pt x="231" y="1588"/>
                  </a:cubicBezTo>
                  <a:cubicBezTo>
                    <a:pt x="227" y="1584"/>
                    <a:pt x="225" y="1577"/>
                    <a:pt x="219" y="1575"/>
                  </a:cubicBezTo>
                  <a:cubicBezTo>
                    <a:pt x="215" y="1571"/>
                    <a:pt x="210" y="1568"/>
                    <a:pt x="209" y="1563"/>
                  </a:cubicBezTo>
                  <a:cubicBezTo>
                    <a:pt x="203" y="1560"/>
                    <a:pt x="199" y="1555"/>
                    <a:pt x="196" y="1550"/>
                  </a:cubicBezTo>
                  <a:cubicBezTo>
                    <a:pt x="188" y="1542"/>
                    <a:pt x="180" y="1534"/>
                    <a:pt x="171" y="1527"/>
                  </a:cubicBezTo>
                  <a:cubicBezTo>
                    <a:pt x="171" y="1518"/>
                    <a:pt x="164" y="1516"/>
                    <a:pt x="161" y="1510"/>
                  </a:cubicBezTo>
                  <a:cubicBezTo>
                    <a:pt x="160" y="1506"/>
                    <a:pt x="157" y="1506"/>
                    <a:pt x="156" y="1502"/>
                  </a:cubicBezTo>
                  <a:cubicBezTo>
                    <a:pt x="152" y="1504"/>
                    <a:pt x="150" y="1492"/>
                    <a:pt x="148" y="1500"/>
                  </a:cubicBezTo>
                  <a:cubicBezTo>
                    <a:pt x="157" y="1504"/>
                    <a:pt x="157" y="1518"/>
                    <a:pt x="166" y="1522"/>
                  </a:cubicBezTo>
                  <a:close/>
                  <a:moveTo>
                    <a:pt x="465" y="1575"/>
                  </a:moveTo>
                  <a:cubicBezTo>
                    <a:pt x="457" y="1583"/>
                    <a:pt x="454" y="1598"/>
                    <a:pt x="448" y="1608"/>
                  </a:cubicBezTo>
                  <a:cubicBezTo>
                    <a:pt x="445" y="1613"/>
                    <a:pt x="444" y="1620"/>
                    <a:pt x="440" y="1625"/>
                  </a:cubicBezTo>
                  <a:cubicBezTo>
                    <a:pt x="437" y="1631"/>
                    <a:pt x="440" y="1642"/>
                    <a:pt x="433" y="1643"/>
                  </a:cubicBezTo>
                  <a:cubicBezTo>
                    <a:pt x="434" y="1653"/>
                    <a:pt x="426" y="1653"/>
                    <a:pt x="425" y="1661"/>
                  </a:cubicBezTo>
                  <a:cubicBezTo>
                    <a:pt x="424" y="1668"/>
                    <a:pt x="419" y="1671"/>
                    <a:pt x="418" y="1678"/>
                  </a:cubicBezTo>
                  <a:cubicBezTo>
                    <a:pt x="414" y="1683"/>
                    <a:pt x="413" y="1690"/>
                    <a:pt x="410" y="1696"/>
                  </a:cubicBezTo>
                  <a:cubicBezTo>
                    <a:pt x="405" y="1696"/>
                    <a:pt x="411" y="1700"/>
                    <a:pt x="407" y="1701"/>
                  </a:cubicBezTo>
                  <a:cubicBezTo>
                    <a:pt x="407" y="1704"/>
                    <a:pt x="404" y="1705"/>
                    <a:pt x="407" y="1708"/>
                  </a:cubicBezTo>
                  <a:cubicBezTo>
                    <a:pt x="401" y="1710"/>
                    <a:pt x="401" y="1719"/>
                    <a:pt x="397" y="1724"/>
                  </a:cubicBezTo>
                  <a:cubicBezTo>
                    <a:pt x="399" y="1734"/>
                    <a:pt x="389" y="1732"/>
                    <a:pt x="392" y="1744"/>
                  </a:cubicBezTo>
                  <a:cubicBezTo>
                    <a:pt x="390" y="1749"/>
                    <a:pt x="388" y="1756"/>
                    <a:pt x="385" y="1761"/>
                  </a:cubicBezTo>
                  <a:cubicBezTo>
                    <a:pt x="384" y="1766"/>
                    <a:pt x="376" y="1775"/>
                    <a:pt x="382" y="1779"/>
                  </a:cubicBezTo>
                  <a:cubicBezTo>
                    <a:pt x="389" y="1772"/>
                    <a:pt x="391" y="1760"/>
                    <a:pt x="395" y="1751"/>
                  </a:cubicBezTo>
                  <a:cubicBezTo>
                    <a:pt x="398" y="1741"/>
                    <a:pt x="404" y="1733"/>
                    <a:pt x="405" y="1721"/>
                  </a:cubicBezTo>
                  <a:cubicBezTo>
                    <a:pt x="421" y="1704"/>
                    <a:pt x="428" y="1679"/>
                    <a:pt x="443" y="1661"/>
                  </a:cubicBezTo>
                  <a:cubicBezTo>
                    <a:pt x="445" y="1648"/>
                    <a:pt x="451" y="1638"/>
                    <a:pt x="455" y="1628"/>
                  </a:cubicBezTo>
                  <a:cubicBezTo>
                    <a:pt x="459" y="1624"/>
                    <a:pt x="459" y="1616"/>
                    <a:pt x="463" y="1613"/>
                  </a:cubicBezTo>
                  <a:cubicBezTo>
                    <a:pt x="463" y="1609"/>
                    <a:pt x="464" y="1607"/>
                    <a:pt x="465" y="1605"/>
                  </a:cubicBezTo>
                  <a:cubicBezTo>
                    <a:pt x="469" y="1605"/>
                    <a:pt x="467" y="1598"/>
                    <a:pt x="470" y="1598"/>
                  </a:cubicBezTo>
                  <a:cubicBezTo>
                    <a:pt x="468" y="1588"/>
                    <a:pt x="478" y="1590"/>
                    <a:pt x="475" y="1580"/>
                  </a:cubicBezTo>
                  <a:cubicBezTo>
                    <a:pt x="476" y="1573"/>
                    <a:pt x="480" y="1570"/>
                    <a:pt x="480" y="1562"/>
                  </a:cubicBezTo>
                  <a:cubicBezTo>
                    <a:pt x="485" y="1559"/>
                    <a:pt x="482" y="1549"/>
                    <a:pt x="485" y="1545"/>
                  </a:cubicBezTo>
                  <a:cubicBezTo>
                    <a:pt x="489" y="1540"/>
                    <a:pt x="488" y="1530"/>
                    <a:pt x="490" y="1525"/>
                  </a:cubicBezTo>
                  <a:cubicBezTo>
                    <a:pt x="490" y="1522"/>
                    <a:pt x="490" y="1520"/>
                    <a:pt x="490" y="1517"/>
                  </a:cubicBezTo>
                  <a:cubicBezTo>
                    <a:pt x="490" y="1514"/>
                    <a:pt x="494" y="1513"/>
                    <a:pt x="490" y="1512"/>
                  </a:cubicBezTo>
                  <a:cubicBezTo>
                    <a:pt x="489" y="1508"/>
                    <a:pt x="493" y="1497"/>
                    <a:pt x="488" y="1497"/>
                  </a:cubicBezTo>
                  <a:cubicBezTo>
                    <a:pt x="484" y="1527"/>
                    <a:pt x="474" y="1550"/>
                    <a:pt x="465" y="1575"/>
                  </a:cubicBezTo>
                  <a:close/>
                  <a:moveTo>
                    <a:pt x="337" y="1693"/>
                  </a:moveTo>
                  <a:cubicBezTo>
                    <a:pt x="336" y="1689"/>
                    <a:pt x="340" y="1688"/>
                    <a:pt x="340" y="1683"/>
                  </a:cubicBezTo>
                  <a:cubicBezTo>
                    <a:pt x="340" y="1680"/>
                    <a:pt x="339" y="1674"/>
                    <a:pt x="342" y="1673"/>
                  </a:cubicBezTo>
                  <a:cubicBezTo>
                    <a:pt x="337" y="1663"/>
                    <a:pt x="347" y="1649"/>
                    <a:pt x="347" y="1636"/>
                  </a:cubicBezTo>
                  <a:cubicBezTo>
                    <a:pt x="350" y="1635"/>
                    <a:pt x="350" y="1632"/>
                    <a:pt x="350" y="1628"/>
                  </a:cubicBezTo>
                  <a:cubicBezTo>
                    <a:pt x="350" y="1625"/>
                    <a:pt x="353" y="1623"/>
                    <a:pt x="352" y="1618"/>
                  </a:cubicBezTo>
                  <a:cubicBezTo>
                    <a:pt x="356" y="1613"/>
                    <a:pt x="354" y="1604"/>
                    <a:pt x="357" y="1598"/>
                  </a:cubicBezTo>
                  <a:cubicBezTo>
                    <a:pt x="359" y="1591"/>
                    <a:pt x="360" y="1584"/>
                    <a:pt x="365" y="1580"/>
                  </a:cubicBezTo>
                  <a:cubicBezTo>
                    <a:pt x="369" y="1576"/>
                    <a:pt x="366" y="1565"/>
                    <a:pt x="372" y="1563"/>
                  </a:cubicBezTo>
                  <a:cubicBezTo>
                    <a:pt x="372" y="1557"/>
                    <a:pt x="372" y="1552"/>
                    <a:pt x="372" y="1547"/>
                  </a:cubicBezTo>
                  <a:cubicBezTo>
                    <a:pt x="380" y="1547"/>
                    <a:pt x="370" y="1537"/>
                    <a:pt x="372" y="1547"/>
                  </a:cubicBezTo>
                  <a:cubicBezTo>
                    <a:pt x="368" y="1551"/>
                    <a:pt x="369" y="1560"/>
                    <a:pt x="365" y="1563"/>
                  </a:cubicBezTo>
                  <a:cubicBezTo>
                    <a:pt x="363" y="1568"/>
                    <a:pt x="362" y="1575"/>
                    <a:pt x="360" y="1580"/>
                  </a:cubicBezTo>
                  <a:cubicBezTo>
                    <a:pt x="356" y="1584"/>
                    <a:pt x="357" y="1593"/>
                    <a:pt x="352" y="1595"/>
                  </a:cubicBezTo>
                  <a:cubicBezTo>
                    <a:pt x="352" y="1604"/>
                    <a:pt x="349" y="1609"/>
                    <a:pt x="345" y="1613"/>
                  </a:cubicBezTo>
                  <a:cubicBezTo>
                    <a:pt x="342" y="1647"/>
                    <a:pt x="327" y="1669"/>
                    <a:pt x="330" y="1708"/>
                  </a:cubicBezTo>
                  <a:cubicBezTo>
                    <a:pt x="338" y="1709"/>
                    <a:pt x="334" y="1698"/>
                    <a:pt x="337" y="1693"/>
                  </a:cubicBezTo>
                  <a:close/>
                  <a:moveTo>
                    <a:pt x="299" y="1623"/>
                  </a:moveTo>
                  <a:cubicBezTo>
                    <a:pt x="299" y="1618"/>
                    <a:pt x="306" y="1608"/>
                    <a:pt x="299" y="1605"/>
                  </a:cubicBezTo>
                  <a:cubicBezTo>
                    <a:pt x="299" y="1610"/>
                    <a:pt x="292" y="1620"/>
                    <a:pt x="299" y="1623"/>
                  </a:cubicBezTo>
                  <a:close/>
                  <a:moveTo>
                    <a:pt x="372" y="1678"/>
                  </a:moveTo>
                  <a:cubicBezTo>
                    <a:pt x="367" y="1681"/>
                    <a:pt x="371" y="1692"/>
                    <a:pt x="365" y="1693"/>
                  </a:cubicBezTo>
                  <a:cubicBezTo>
                    <a:pt x="366" y="1702"/>
                    <a:pt x="363" y="1705"/>
                    <a:pt x="362" y="1711"/>
                  </a:cubicBezTo>
                  <a:cubicBezTo>
                    <a:pt x="363" y="1715"/>
                    <a:pt x="355" y="1724"/>
                    <a:pt x="362" y="1726"/>
                  </a:cubicBezTo>
                  <a:cubicBezTo>
                    <a:pt x="367" y="1717"/>
                    <a:pt x="364" y="1701"/>
                    <a:pt x="372" y="1696"/>
                  </a:cubicBezTo>
                  <a:cubicBezTo>
                    <a:pt x="370" y="1686"/>
                    <a:pt x="375" y="1684"/>
                    <a:pt x="375" y="1676"/>
                  </a:cubicBezTo>
                  <a:cubicBezTo>
                    <a:pt x="375" y="1672"/>
                    <a:pt x="386" y="1660"/>
                    <a:pt x="375" y="1661"/>
                  </a:cubicBezTo>
                  <a:cubicBezTo>
                    <a:pt x="376" y="1669"/>
                    <a:pt x="370" y="1670"/>
                    <a:pt x="372" y="1678"/>
                  </a:cubicBezTo>
                  <a:close/>
                  <a:moveTo>
                    <a:pt x="352" y="1776"/>
                  </a:moveTo>
                  <a:cubicBezTo>
                    <a:pt x="352" y="1773"/>
                    <a:pt x="352" y="1770"/>
                    <a:pt x="352" y="1766"/>
                  </a:cubicBezTo>
                  <a:cubicBezTo>
                    <a:pt x="350" y="1766"/>
                    <a:pt x="347" y="1766"/>
                    <a:pt x="345" y="1766"/>
                  </a:cubicBezTo>
                  <a:cubicBezTo>
                    <a:pt x="346" y="1771"/>
                    <a:pt x="346" y="1777"/>
                    <a:pt x="352" y="1776"/>
                  </a:cubicBezTo>
                  <a:close/>
                  <a:moveTo>
                    <a:pt x="375" y="1804"/>
                  </a:moveTo>
                  <a:cubicBezTo>
                    <a:pt x="376" y="1799"/>
                    <a:pt x="383" y="1788"/>
                    <a:pt x="377" y="1784"/>
                  </a:cubicBezTo>
                  <a:cubicBezTo>
                    <a:pt x="378" y="1791"/>
                    <a:pt x="368" y="1799"/>
                    <a:pt x="375" y="1804"/>
                  </a:cubicBezTo>
                  <a:close/>
                </a:path>
              </a:pathLst>
            </a:custGeom>
            <a:solidFill>
              <a:schemeClr val="accent3">
                <a:lumMod val="60000"/>
                <a:lumOff val="40000"/>
                <a:alpha val="75000"/>
              </a:schemeClr>
            </a:solidFill>
            <a:ln>
              <a:noFill/>
            </a:ln>
          </p:spPr>
        </p:sp>
        <p:sp>
          <p:nvSpPr>
            <p:cNvPr id="34" name="Freeform 15">
              <a:extLst>
                <a:ext uri="{FF2B5EF4-FFF2-40B4-BE49-F238E27FC236}">
                  <a16:creationId xmlns:a16="http://schemas.microsoft.com/office/drawing/2014/main" id="{3CBAE784-2730-4857-9CB0-338381F53803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>
              <a:spLocks noEditPoints="1"/>
            </p:cNvSpPr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 bwMode="auto">
            <a:xfrm>
              <a:off x="1133752" y="1810138"/>
              <a:ext cx="2762941" cy="4746626"/>
            </a:xfrm>
            <a:custGeom>
              <a:avLst/>
              <a:gdLst/>
              <a:ahLst/>
              <a:cxnLst/>
              <a:rect l="0" t="0" r="r" b="b"/>
              <a:pathLst>
                <a:path w="869" h="1495">
                  <a:moveTo>
                    <a:pt x="865" y="156"/>
                  </a:moveTo>
                  <a:cubicBezTo>
                    <a:pt x="856" y="165"/>
                    <a:pt x="851" y="173"/>
                    <a:pt x="844" y="182"/>
                  </a:cubicBezTo>
                  <a:cubicBezTo>
                    <a:pt x="804" y="216"/>
                    <a:pt x="802" y="216"/>
                    <a:pt x="800" y="216"/>
                  </a:cubicBezTo>
                  <a:cubicBezTo>
                    <a:pt x="775" y="232"/>
                    <a:pt x="768" y="237"/>
                    <a:pt x="760" y="239"/>
                  </a:cubicBezTo>
                  <a:cubicBezTo>
                    <a:pt x="699" y="279"/>
                    <a:pt x="696" y="275"/>
                    <a:pt x="693" y="278"/>
                  </a:cubicBezTo>
                  <a:cubicBezTo>
                    <a:pt x="706" y="270"/>
                    <a:pt x="707" y="266"/>
                    <a:pt x="714" y="263"/>
                  </a:cubicBezTo>
                  <a:cubicBezTo>
                    <a:pt x="766" y="230"/>
                    <a:pt x="774" y="225"/>
                    <a:pt x="782" y="219"/>
                  </a:cubicBezTo>
                  <a:cubicBezTo>
                    <a:pt x="830" y="181"/>
                    <a:pt x="830" y="177"/>
                    <a:pt x="834" y="174"/>
                  </a:cubicBezTo>
                  <a:cubicBezTo>
                    <a:pt x="831" y="170"/>
                    <a:pt x="831" y="178"/>
                    <a:pt x="827" y="175"/>
                  </a:cubicBezTo>
                  <a:cubicBezTo>
                    <a:pt x="792" y="205"/>
                    <a:pt x="784" y="209"/>
                    <a:pt x="783" y="213"/>
                  </a:cubicBezTo>
                  <a:cubicBezTo>
                    <a:pt x="763" y="227"/>
                    <a:pt x="760" y="223"/>
                    <a:pt x="757" y="227"/>
                  </a:cubicBezTo>
                  <a:cubicBezTo>
                    <a:pt x="776" y="212"/>
                    <a:pt x="774" y="208"/>
                    <a:pt x="780" y="206"/>
                  </a:cubicBezTo>
                  <a:cubicBezTo>
                    <a:pt x="824" y="164"/>
                    <a:pt x="830" y="160"/>
                    <a:pt x="833" y="155"/>
                  </a:cubicBezTo>
                  <a:cubicBezTo>
                    <a:pt x="806" y="176"/>
                    <a:pt x="797" y="184"/>
                    <a:pt x="788" y="193"/>
                  </a:cubicBezTo>
                  <a:cubicBezTo>
                    <a:pt x="731" y="226"/>
                    <a:pt x="724" y="237"/>
                    <a:pt x="720" y="234"/>
                  </a:cubicBezTo>
                  <a:cubicBezTo>
                    <a:pt x="766" y="194"/>
                    <a:pt x="786" y="180"/>
                    <a:pt x="803" y="159"/>
                  </a:cubicBezTo>
                  <a:cubicBezTo>
                    <a:pt x="785" y="170"/>
                    <a:pt x="775" y="180"/>
                    <a:pt x="763" y="188"/>
                  </a:cubicBezTo>
                  <a:cubicBezTo>
                    <a:pt x="736" y="208"/>
                    <a:pt x="735" y="202"/>
                    <a:pt x="737" y="200"/>
                  </a:cubicBezTo>
                  <a:cubicBezTo>
                    <a:pt x="749" y="181"/>
                    <a:pt x="754" y="177"/>
                    <a:pt x="756" y="172"/>
                  </a:cubicBezTo>
                  <a:cubicBezTo>
                    <a:pt x="787" y="134"/>
                    <a:pt x="791" y="136"/>
                    <a:pt x="790" y="130"/>
                  </a:cubicBezTo>
                  <a:cubicBezTo>
                    <a:pt x="769" y="150"/>
                    <a:pt x="765" y="152"/>
                    <a:pt x="766" y="155"/>
                  </a:cubicBezTo>
                  <a:cubicBezTo>
                    <a:pt x="746" y="174"/>
                    <a:pt x="746" y="170"/>
                    <a:pt x="746" y="169"/>
                  </a:cubicBezTo>
                  <a:cubicBezTo>
                    <a:pt x="748" y="164"/>
                    <a:pt x="752" y="160"/>
                    <a:pt x="752" y="160"/>
                  </a:cubicBezTo>
                  <a:cubicBezTo>
                    <a:pt x="764" y="139"/>
                    <a:pt x="770" y="129"/>
                    <a:pt x="777" y="119"/>
                  </a:cubicBezTo>
                  <a:cubicBezTo>
                    <a:pt x="800" y="82"/>
                    <a:pt x="812" y="81"/>
                    <a:pt x="808" y="77"/>
                  </a:cubicBezTo>
                  <a:cubicBezTo>
                    <a:pt x="770" y="123"/>
                    <a:pt x="765" y="125"/>
                    <a:pt x="763" y="127"/>
                  </a:cubicBezTo>
                  <a:cubicBezTo>
                    <a:pt x="747" y="156"/>
                    <a:pt x="743" y="161"/>
                    <a:pt x="740" y="166"/>
                  </a:cubicBezTo>
                  <a:cubicBezTo>
                    <a:pt x="744" y="144"/>
                    <a:pt x="749" y="134"/>
                    <a:pt x="753" y="124"/>
                  </a:cubicBezTo>
                  <a:cubicBezTo>
                    <a:pt x="782" y="79"/>
                    <a:pt x="781" y="77"/>
                    <a:pt x="784" y="75"/>
                  </a:cubicBezTo>
                  <a:cubicBezTo>
                    <a:pt x="769" y="89"/>
                    <a:pt x="765" y="92"/>
                    <a:pt x="765" y="96"/>
                  </a:cubicBezTo>
                  <a:cubicBezTo>
                    <a:pt x="728" y="162"/>
                    <a:pt x="722" y="177"/>
                    <a:pt x="718" y="191"/>
                  </a:cubicBezTo>
                  <a:cubicBezTo>
                    <a:pt x="710" y="205"/>
                    <a:pt x="719" y="210"/>
                    <a:pt x="712" y="213"/>
                  </a:cubicBezTo>
                  <a:cubicBezTo>
                    <a:pt x="703" y="240"/>
                    <a:pt x="708" y="247"/>
                    <a:pt x="697" y="251"/>
                  </a:cubicBezTo>
                  <a:cubicBezTo>
                    <a:pt x="699" y="232"/>
                    <a:pt x="702" y="230"/>
                    <a:pt x="701" y="228"/>
                  </a:cubicBezTo>
                  <a:cubicBezTo>
                    <a:pt x="714" y="177"/>
                    <a:pt x="714" y="170"/>
                    <a:pt x="714" y="162"/>
                  </a:cubicBezTo>
                  <a:cubicBezTo>
                    <a:pt x="735" y="103"/>
                    <a:pt x="740" y="88"/>
                    <a:pt x="749" y="73"/>
                  </a:cubicBezTo>
                  <a:cubicBezTo>
                    <a:pt x="757" y="53"/>
                    <a:pt x="753" y="62"/>
                    <a:pt x="744" y="70"/>
                  </a:cubicBezTo>
                  <a:cubicBezTo>
                    <a:pt x="727" y="107"/>
                    <a:pt x="722" y="112"/>
                    <a:pt x="722" y="118"/>
                  </a:cubicBezTo>
                  <a:cubicBezTo>
                    <a:pt x="706" y="172"/>
                    <a:pt x="705" y="175"/>
                    <a:pt x="703" y="177"/>
                  </a:cubicBezTo>
                  <a:cubicBezTo>
                    <a:pt x="696" y="206"/>
                    <a:pt x="696" y="209"/>
                    <a:pt x="696" y="212"/>
                  </a:cubicBezTo>
                  <a:cubicBezTo>
                    <a:pt x="687" y="247"/>
                    <a:pt x="685" y="253"/>
                    <a:pt x="684" y="260"/>
                  </a:cubicBezTo>
                  <a:cubicBezTo>
                    <a:pt x="671" y="275"/>
                    <a:pt x="673" y="272"/>
                    <a:pt x="677" y="270"/>
                  </a:cubicBezTo>
                  <a:cubicBezTo>
                    <a:pt x="682" y="240"/>
                    <a:pt x="681" y="234"/>
                    <a:pt x="684" y="229"/>
                  </a:cubicBezTo>
                  <a:cubicBezTo>
                    <a:pt x="694" y="189"/>
                    <a:pt x="690" y="182"/>
                    <a:pt x="693" y="177"/>
                  </a:cubicBezTo>
                  <a:cubicBezTo>
                    <a:pt x="706" y="119"/>
                    <a:pt x="707" y="113"/>
                    <a:pt x="709" y="107"/>
                  </a:cubicBezTo>
                  <a:cubicBezTo>
                    <a:pt x="721" y="64"/>
                    <a:pt x="727" y="59"/>
                    <a:pt x="729" y="53"/>
                  </a:cubicBezTo>
                  <a:cubicBezTo>
                    <a:pt x="751" y="15"/>
                    <a:pt x="760" y="13"/>
                    <a:pt x="759" y="10"/>
                  </a:cubicBezTo>
                  <a:cubicBezTo>
                    <a:pt x="752" y="12"/>
                    <a:pt x="750" y="14"/>
                    <a:pt x="749" y="17"/>
                  </a:cubicBezTo>
                  <a:cubicBezTo>
                    <a:pt x="722" y="50"/>
                    <a:pt x="719" y="46"/>
                    <a:pt x="715" y="51"/>
                  </a:cubicBezTo>
                  <a:cubicBezTo>
                    <a:pt x="696" y="86"/>
                    <a:pt x="689" y="94"/>
                    <a:pt x="687" y="103"/>
                  </a:cubicBezTo>
                  <a:cubicBezTo>
                    <a:pt x="667" y="145"/>
                    <a:pt x="670" y="146"/>
                    <a:pt x="670" y="148"/>
                  </a:cubicBezTo>
                  <a:cubicBezTo>
                    <a:pt x="662" y="166"/>
                    <a:pt x="660" y="175"/>
                    <a:pt x="659" y="185"/>
                  </a:cubicBezTo>
                  <a:cubicBezTo>
                    <a:pt x="655" y="217"/>
                    <a:pt x="655" y="222"/>
                    <a:pt x="653" y="226"/>
                  </a:cubicBezTo>
                  <a:cubicBezTo>
                    <a:pt x="646" y="259"/>
                    <a:pt x="650" y="265"/>
                    <a:pt x="650" y="270"/>
                  </a:cubicBezTo>
                  <a:cubicBezTo>
                    <a:pt x="632" y="316"/>
                    <a:pt x="637" y="319"/>
                    <a:pt x="630" y="321"/>
                  </a:cubicBezTo>
                  <a:cubicBezTo>
                    <a:pt x="630" y="285"/>
                    <a:pt x="633" y="283"/>
                    <a:pt x="633" y="280"/>
                  </a:cubicBezTo>
                  <a:cubicBezTo>
                    <a:pt x="637" y="248"/>
                    <a:pt x="637" y="243"/>
                    <a:pt x="639" y="238"/>
                  </a:cubicBezTo>
                  <a:cubicBezTo>
                    <a:pt x="639" y="222"/>
                    <a:pt x="641" y="220"/>
                    <a:pt x="641" y="217"/>
                  </a:cubicBezTo>
                  <a:cubicBezTo>
                    <a:pt x="649" y="175"/>
                    <a:pt x="652" y="166"/>
                    <a:pt x="654" y="157"/>
                  </a:cubicBezTo>
                  <a:cubicBezTo>
                    <a:pt x="673" y="112"/>
                    <a:pt x="670" y="107"/>
                    <a:pt x="677" y="103"/>
                  </a:cubicBezTo>
                  <a:cubicBezTo>
                    <a:pt x="690" y="65"/>
                    <a:pt x="699" y="63"/>
                    <a:pt x="694" y="59"/>
                  </a:cubicBezTo>
                  <a:cubicBezTo>
                    <a:pt x="663" y="118"/>
                    <a:pt x="658" y="124"/>
                    <a:pt x="654" y="130"/>
                  </a:cubicBezTo>
                  <a:cubicBezTo>
                    <a:pt x="644" y="160"/>
                    <a:pt x="640" y="163"/>
                    <a:pt x="644" y="166"/>
                  </a:cubicBezTo>
                  <a:cubicBezTo>
                    <a:pt x="632" y="198"/>
                    <a:pt x="638" y="202"/>
                    <a:pt x="632" y="204"/>
                  </a:cubicBezTo>
                  <a:cubicBezTo>
                    <a:pt x="630" y="226"/>
                    <a:pt x="628" y="229"/>
                    <a:pt x="630" y="233"/>
                  </a:cubicBezTo>
                  <a:cubicBezTo>
                    <a:pt x="624" y="286"/>
                    <a:pt x="621" y="292"/>
                    <a:pt x="621" y="298"/>
                  </a:cubicBezTo>
                  <a:cubicBezTo>
                    <a:pt x="622" y="314"/>
                    <a:pt x="617" y="316"/>
                    <a:pt x="621" y="318"/>
                  </a:cubicBezTo>
                  <a:cubicBezTo>
                    <a:pt x="615" y="341"/>
                    <a:pt x="613" y="344"/>
                    <a:pt x="612" y="347"/>
                  </a:cubicBezTo>
                  <a:cubicBezTo>
                    <a:pt x="610" y="337"/>
                    <a:pt x="612" y="332"/>
                    <a:pt x="615" y="327"/>
                  </a:cubicBezTo>
                  <a:cubicBezTo>
                    <a:pt x="612" y="290"/>
                    <a:pt x="621" y="286"/>
                    <a:pt x="616" y="280"/>
                  </a:cubicBezTo>
                  <a:cubicBezTo>
                    <a:pt x="615" y="259"/>
                    <a:pt x="621" y="255"/>
                    <a:pt x="620" y="250"/>
                  </a:cubicBezTo>
                  <a:cubicBezTo>
                    <a:pt x="624" y="201"/>
                    <a:pt x="625" y="198"/>
                    <a:pt x="626" y="196"/>
                  </a:cubicBezTo>
                  <a:cubicBezTo>
                    <a:pt x="635" y="171"/>
                    <a:pt x="633" y="168"/>
                    <a:pt x="634" y="166"/>
                  </a:cubicBezTo>
                  <a:cubicBezTo>
                    <a:pt x="642" y="141"/>
                    <a:pt x="642" y="139"/>
                    <a:pt x="642" y="136"/>
                  </a:cubicBezTo>
                  <a:cubicBezTo>
                    <a:pt x="655" y="109"/>
                    <a:pt x="657" y="104"/>
                    <a:pt x="662" y="99"/>
                  </a:cubicBezTo>
                  <a:cubicBezTo>
                    <a:pt x="645" y="113"/>
                    <a:pt x="645" y="122"/>
                    <a:pt x="637" y="130"/>
                  </a:cubicBezTo>
                  <a:cubicBezTo>
                    <a:pt x="617" y="197"/>
                    <a:pt x="614" y="202"/>
                    <a:pt x="614" y="207"/>
                  </a:cubicBezTo>
                  <a:cubicBezTo>
                    <a:pt x="613" y="227"/>
                    <a:pt x="609" y="228"/>
                    <a:pt x="612" y="231"/>
                  </a:cubicBezTo>
                  <a:cubicBezTo>
                    <a:pt x="612" y="251"/>
                    <a:pt x="612" y="254"/>
                    <a:pt x="608" y="256"/>
                  </a:cubicBezTo>
                  <a:cubicBezTo>
                    <a:pt x="608" y="278"/>
                    <a:pt x="607" y="283"/>
                    <a:pt x="607" y="289"/>
                  </a:cubicBezTo>
                  <a:cubicBezTo>
                    <a:pt x="595" y="363"/>
                    <a:pt x="592" y="374"/>
                    <a:pt x="587" y="384"/>
                  </a:cubicBezTo>
                  <a:cubicBezTo>
                    <a:pt x="589" y="326"/>
                    <a:pt x="592" y="323"/>
                    <a:pt x="592" y="319"/>
                  </a:cubicBezTo>
                  <a:cubicBezTo>
                    <a:pt x="594" y="243"/>
                    <a:pt x="593" y="240"/>
                    <a:pt x="594" y="237"/>
                  </a:cubicBezTo>
                  <a:cubicBezTo>
                    <a:pt x="597" y="223"/>
                    <a:pt x="596" y="219"/>
                    <a:pt x="596" y="216"/>
                  </a:cubicBezTo>
                  <a:cubicBezTo>
                    <a:pt x="608" y="177"/>
                    <a:pt x="610" y="170"/>
                    <a:pt x="614" y="163"/>
                  </a:cubicBezTo>
                  <a:cubicBezTo>
                    <a:pt x="624" y="125"/>
                    <a:pt x="623" y="130"/>
                    <a:pt x="621" y="134"/>
                  </a:cubicBezTo>
                  <a:cubicBezTo>
                    <a:pt x="598" y="185"/>
                    <a:pt x="595" y="190"/>
                    <a:pt x="594" y="195"/>
                  </a:cubicBezTo>
                  <a:cubicBezTo>
                    <a:pt x="583" y="227"/>
                    <a:pt x="590" y="232"/>
                    <a:pt x="586" y="235"/>
                  </a:cubicBezTo>
                  <a:cubicBezTo>
                    <a:pt x="585" y="269"/>
                    <a:pt x="583" y="276"/>
                    <a:pt x="584" y="284"/>
                  </a:cubicBezTo>
                  <a:cubicBezTo>
                    <a:pt x="583" y="334"/>
                    <a:pt x="581" y="338"/>
                    <a:pt x="584" y="342"/>
                  </a:cubicBezTo>
                  <a:cubicBezTo>
                    <a:pt x="578" y="377"/>
                    <a:pt x="579" y="381"/>
                    <a:pt x="575" y="384"/>
                  </a:cubicBezTo>
                  <a:cubicBezTo>
                    <a:pt x="572" y="368"/>
                    <a:pt x="578" y="365"/>
                    <a:pt x="575" y="361"/>
                  </a:cubicBezTo>
                  <a:cubicBezTo>
                    <a:pt x="580" y="316"/>
                    <a:pt x="571" y="307"/>
                    <a:pt x="578" y="300"/>
                  </a:cubicBezTo>
                  <a:cubicBezTo>
                    <a:pt x="572" y="220"/>
                    <a:pt x="574" y="213"/>
                    <a:pt x="573" y="205"/>
                  </a:cubicBezTo>
                  <a:cubicBezTo>
                    <a:pt x="581" y="177"/>
                    <a:pt x="576" y="169"/>
                    <a:pt x="580" y="163"/>
                  </a:cubicBezTo>
                  <a:cubicBezTo>
                    <a:pt x="594" y="117"/>
                    <a:pt x="601" y="111"/>
                    <a:pt x="598" y="103"/>
                  </a:cubicBezTo>
                  <a:cubicBezTo>
                    <a:pt x="577" y="151"/>
                    <a:pt x="576" y="154"/>
                    <a:pt x="573" y="156"/>
                  </a:cubicBezTo>
                  <a:cubicBezTo>
                    <a:pt x="562" y="241"/>
                    <a:pt x="563" y="252"/>
                    <a:pt x="564" y="263"/>
                  </a:cubicBezTo>
                  <a:cubicBezTo>
                    <a:pt x="569" y="302"/>
                    <a:pt x="564" y="307"/>
                    <a:pt x="568" y="312"/>
                  </a:cubicBezTo>
                  <a:cubicBezTo>
                    <a:pt x="566" y="341"/>
                    <a:pt x="565" y="352"/>
                    <a:pt x="568" y="364"/>
                  </a:cubicBezTo>
                  <a:cubicBezTo>
                    <a:pt x="553" y="423"/>
                    <a:pt x="553" y="420"/>
                    <a:pt x="555" y="417"/>
                  </a:cubicBezTo>
                  <a:cubicBezTo>
                    <a:pt x="556" y="394"/>
                    <a:pt x="560" y="392"/>
                    <a:pt x="558" y="388"/>
                  </a:cubicBezTo>
                  <a:cubicBezTo>
                    <a:pt x="561" y="333"/>
                    <a:pt x="563" y="331"/>
                    <a:pt x="562" y="329"/>
                  </a:cubicBezTo>
                  <a:cubicBezTo>
                    <a:pt x="559" y="274"/>
                    <a:pt x="553" y="255"/>
                    <a:pt x="554" y="236"/>
                  </a:cubicBezTo>
                  <a:cubicBezTo>
                    <a:pt x="554" y="218"/>
                    <a:pt x="555" y="214"/>
                    <a:pt x="554" y="209"/>
                  </a:cubicBezTo>
                  <a:cubicBezTo>
                    <a:pt x="559" y="193"/>
                    <a:pt x="557" y="190"/>
                    <a:pt x="559" y="188"/>
                  </a:cubicBezTo>
                  <a:cubicBezTo>
                    <a:pt x="569" y="145"/>
                    <a:pt x="573" y="136"/>
                    <a:pt x="573" y="126"/>
                  </a:cubicBezTo>
                  <a:cubicBezTo>
                    <a:pt x="557" y="167"/>
                    <a:pt x="554" y="173"/>
                    <a:pt x="555" y="179"/>
                  </a:cubicBezTo>
                  <a:cubicBezTo>
                    <a:pt x="548" y="204"/>
                    <a:pt x="545" y="211"/>
                    <a:pt x="547" y="219"/>
                  </a:cubicBezTo>
                  <a:cubicBezTo>
                    <a:pt x="545" y="249"/>
                    <a:pt x="547" y="257"/>
                    <a:pt x="548" y="265"/>
                  </a:cubicBezTo>
                  <a:cubicBezTo>
                    <a:pt x="553" y="302"/>
                    <a:pt x="551" y="305"/>
                    <a:pt x="550" y="308"/>
                  </a:cubicBezTo>
                  <a:cubicBezTo>
                    <a:pt x="556" y="350"/>
                    <a:pt x="553" y="352"/>
                    <a:pt x="554" y="354"/>
                  </a:cubicBezTo>
                  <a:cubicBezTo>
                    <a:pt x="551" y="391"/>
                    <a:pt x="544" y="394"/>
                    <a:pt x="549" y="399"/>
                  </a:cubicBezTo>
                  <a:cubicBezTo>
                    <a:pt x="548" y="423"/>
                    <a:pt x="541" y="425"/>
                    <a:pt x="543" y="428"/>
                  </a:cubicBezTo>
                  <a:cubicBezTo>
                    <a:pt x="534" y="435"/>
                    <a:pt x="534" y="428"/>
                    <a:pt x="538" y="422"/>
                  </a:cubicBezTo>
                  <a:cubicBezTo>
                    <a:pt x="537" y="386"/>
                    <a:pt x="541" y="383"/>
                    <a:pt x="540" y="379"/>
                  </a:cubicBezTo>
                  <a:cubicBezTo>
                    <a:pt x="538" y="342"/>
                    <a:pt x="537" y="338"/>
                    <a:pt x="538" y="333"/>
                  </a:cubicBezTo>
                  <a:cubicBezTo>
                    <a:pt x="535" y="297"/>
                    <a:pt x="532" y="288"/>
                    <a:pt x="531" y="280"/>
                  </a:cubicBezTo>
                  <a:cubicBezTo>
                    <a:pt x="528" y="237"/>
                    <a:pt x="531" y="236"/>
                    <a:pt x="530" y="234"/>
                  </a:cubicBezTo>
                  <a:cubicBezTo>
                    <a:pt x="531" y="195"/>
                    <a:pt x="535" y="192"/>
                    <a:pt x="534" y="187"/>
                  </a:cubicBezTo>
                  <a:cubicBezTo>
                    <a:pt x="537" y="169"/>
                    <a:pt x="538" y="165"/>
                    <a:pt x="539" y="161"/>
                  </a:cubicBezTo>
                  <a:cubicBezTo>
                    <a:pt x="534" y="156"/>
                    <a:pt x="534" y="160"/>
                    <a:pt x="532" y="164"/>
                  </a:cubicBezTo>
                  <a:cubicBezTo>
                    <a:pt x="527" y="184"/>
                    <a:pt x="527" y="187"/>
                    <a:pt x="528" y="189"/>
                  </a:cubicBezTo>
                  <a:cubicBezTo>
                    <a:pt x="521" y="228"/>
                    <a:pt x="522" y="230"/>
                    <a:pt x="522" y="232"/>
                  </a:cubicBezTo>
                  <a:cubicBezTo>
                    <a:pt x="521" y="256"/>
                    <a:pt x="520" y="257"/>
                    <a:pt x="522" y="259"/>
                  </a:cubicBezTo>
                  <a:cubicBezTo>
                    <a:pt x="527" y="285"/>
                    <a:pt x="520" y="288"/>
                    <a:pt x="524" y="293"/>
                  </a:cubicBezTo>
                  <a:cubicBezTo>
                    <a:pt x="532" y="343"/>
                    <a:pt x="530" y="351"/>
                    <a:pt x="534" y="361"/>
                  </a:cubicBezTo>
                  <a:cubicBezTo>
                    <a:pt x="531" y="378"/>
                    <a:pt x="529" y="380"/>
                    <a:pt x="532" y="382"/>
                  </a:cubicBezTo>
                  <a:cubicBezTo>
                    <a:pt x="530" y="417"/>
                    <a:pt x="530" y="421"/>
                    <a:pt x="528" y="424"/>
                  </a:cubicBezTo>
                  <a:cubicBezTo>
                    <a:pt x="523" y="442"/>
                    <a:pt x="525" y="445"/>
                    <a:pt x="522" y="444"/>
                  </a:cubicBezTo>
                  <a:cubicBezTo>
                    <a:pt x="523" y="396"/>
                    <a:pt x="516" y="383"/>
                    <a:pt x="519" y="372"/>
                  </a:cubicBezTo>
                  <a:cubicBezTo>
                    <a:pt x="517" y="348"/>
                    <a:pt x="514" y="341"/>
                    <a:pt x="515" y="335"/>
                  </a:cubicBezTo>
                  <a:cubicBezTo>
                    <a:pt x="506" y="291"/>
                    <a:pt x="509" y="286"/>
                    <a:pt x="507" y="280"/>
                  </a:cubicBezTo>
                  <a:cubicBezTo>
                    <a:pt x="508" y="220"/>
                    <a:pt x="509" y="215"/>
                    <a:pt x="510" y="209"/>
                  </a:cubicBezTo>
                  <a:cubicBezTo>
                    <a:pt x="513" y="185"/>
                    <a:pt x="512" y="178"/>
                    <a:pt x="516" y="173"/>
                  </a:cubicBezTo>
                  <a:cubicBezTo>
                    <a:pt x="515" y="159"/>
                    <a:pt x="514" y="162"/>
                    <a:pt x="512" y="164"/>
                  </a:cubicBezTo>
                  <a:cubicBezTo>
                    <a:pt x="505" y="191"/>
                    <a:pt x="507" y="196"/>
                    <a:pt x="504" y="201"/>
                  </a:cubicBezTo>
                  <a:cubicBezTo>
                    <a:pt x="500" y="221"/>
                    <a:pt x="502" y="226"/>
                    <a:pt x="501" y="230"/>
                  </a:cubicBezTo>
                  <a:cubicBezTo>
                    <a:pt x="498" y="248"/>
                    <a:pt x="500" y="251"/>
                    <a:pt x="500" y="253"/>
                  </a:cubicBezTo>
                  <a:cubicBezTo>
                    <a:pt x="496" y="271"/>
                    <a:pt x="502" y="275"/>
                    <a:pt x="498" y="277"/>
                  </a:cubicBezTo>
                  <a:cubicBezTo>
                    <a:pt x="497" y="300"/>
                    <a:pt x="497" y="294"/>
                    <a:pt x="497" y="290"/>
                  </a:cubicBezTo>
                  <a:cubicBezTo>
                    <a:pt x="494" y="271"/>
                    <a:pt x="495" y="268"/>
                    <a:pt x="495" y="266"/>
                  </a:cubicBezTo>
                  <a:cubicBezTo>
                    <a:pt x="494" y="202"/>
                    <a:pt x="495" y="187"/>
                    <a:pt x="499" y="173"/>
                  </a:cubicBezTo>
                  <a:cubicBezTo>
                    <a:pt x="501" y="135"/>
                    <a:pt x="510" y="133"/>
                    <a:pt x="503" y="128"/>
                  </a:cubicBezTo>
                  <a:cubicBezTo>
                    <a:pt x="490" y="173"/>
                    <a:pt x="490" y="178"/>
                    <a:pt x="489" y="183"/>
                  </a:cubicBezTo>
                  <a:cubicBezTo>
                    <a:pt x="485" y="220"/>
                    <a:pt x="485" y="223"/>
                    <a:pt x="485" y="225"/>
                  </a:cubicBezTo>
                  <a:cubicBezTo>
                    <a:pt x="484" y="256"/>
                    <a:pt x="483" y="258"/>
                    <a:pt x="486" y="261"/>
                  </a:cubicBezTo>
                  <a:cubicBezTo>
                    <a:pt x="484" y="277"/>
                    <a:pt x="489" y="280"/>
                    <a:pt x="487" y="282"/>
                  </a:cubicBezTo>
                  <a:cubicBezTo>
                    <a:pt x="498" y="337"/>
                    <a:pt x="496" y="347"/>
                    <a:pt x="502" y="357"/>
                  </a:cubicBezTo>
                  <a:cubicBezTo>
                    <a:pt x="506" y="408"/>
                    <a:pt x="505" y="413"/>
                    <a:pt x="503" y="418"/>
                  </a:cubicBezTo>
                  <a:cubicBezTo>
                    <a:pt x="505" y="450"/>
                    <a:pt x="505" y="453"/>
                    <a:pt x="503" y="455"/>
                  </a:cubicBezTo>
                  <a:cubicBezTo>
                    <a:pt x="499" y="471"/>
                    <a:pt x="503" y="479"/>
                    <a:pt x="498" y="475"/>
                  </a:cubicBezTo>
                  <a:cubicBezTo>
                    <a:pt x="493" y="426"/>
                    <a:pt x="495" y="423"/>
                    <a:pt x="495" y="419"/>
                  </a:cubicBezTo>
                  <a:cubicBezTo>
                    <a:pt x="485" y="375"/>
                    <a:pt x="480" y="366"/>
                    <a:pt x="483" y="359"/>
                  </a:cubicBezTo>
                  <a:cubicBezTo>
                    <a:pt x="470" y="321"/>
                    <a:pt x="476" y="319"/>
                    <a:pt x="470" y="314"/>
                  </a:cubicBezTo>
                  <a:cubicBezTo>
                    <a:pt x="459" y="218"/>
                    <a:pt x="466" y="212"/>
                    <a:pt x="462" y="204"/>
                  </a:cubicBezTo>
                  <a:cubicBezTo>
                    <a:pt x="457" y="195"/>
                    <a:pt x="457" y="204"/>
                    <a:pt x="457" y="213"/>
                  </a:cubicBezTo>
                  <a:cubicBezTo>
                    <a:pt x="457" y="232"/>
                    <a:pt x="452" y="236"/>
                    <a:pt x="455" y="241"/>
                  </a:cubicBezTo>
                  <a:cubicBezTo>
                    <a:pt x="454" y="275"/>
                    <a:pt x="459" y="280"/>
                    <a:pt x="456" y="285"/>
                  </a:cubicBezTo>
                  <a:cubicBezTo>
                    <a:pt x="462" y="317"/>
                    <a:pt x="462" y="322"/>
                    <a:pt x="465" y="327"/>
                  </a:cubicBezTo>
                  <a:cubicBezTo>
                    <a:pt x="475" y="362"/>
                    <a:pt x="473" y="368"/>
                    <a:pt x="475" y="375"/>
                  </a:cubicBezTo>
                  <a:cubicBezTo>
                    <a:pt x="478" y="394"/>
                    <a:pt x="483" y="397"/>
                    <a:pt x="481" y="400"/>
                  </a:cubicBezTo>
                  <a:cubicBezTo>
                    <a:pt x="484" y="436"/>
                    <a:pt x="490" y="444"/>
                    <a:pt x="487" y="449"/>
                  </a:cubicBezTo>
                  <a:cubicBezTo>
                    <a:pt x="483" y="480"/>
                    <a:pt x="490" y="485"/>
                    <a:pt x="488" y="488"/>
                  </a:cubicBezTo>
                  <a:cubicBezTo>
                    <a:pt x="483" y="503"/>
                    <a:pt x="485" y="499"/>
                    <a:pt x="485" y="495"/>
                  </a:cubicBezTo>
                  <a:cubicBezTo>
                    <a:pt x="486" y="464"/>
                    <a:pt x="482" y="459"/>
                    <a:pt x="483" y="454"/>
                  </a:cubicBezTo>
                  <a:cubicBezTo>
                    <a:pt x="474" y="394"/>
                    <a:pt x="466" y="388"/>
                    <a:pt x="469" y="384"/>
                  </a:cubicBezTo>
                  <a:cubicBezTo>
                    <a:pt x="462" y="348"/>
                    <a:pt x="459" y="346"/>
                    <a:pt x="457" y="346"/>
                  </a:cubicBezTo>
                  <a:cubicBezTo>
                    <a:pt x="449" y="328"/>
                    <a:pt x="460" y="322"/>
                    <a:pt x="453" y="324"/>
                  </a:cubicBezTo>
                  <a:cubicBezTo>
                    <a:pt x="446" y="286"/>
                    <a:pt x="449" y="281"/>
                    <a:pt x="445" y="276"/>
                  </a:cubicBezTo>
                  <a:cubicBezTo>
                    <a:pt x="449" y="241"/>
                    <a:pt x="443" y="235"/>
                    <a:pt x="444" y="230"/>
                  </a:cubicBezTo>
                  <a:cubicBezTo>
                    <a:pt x="450" y="210"/>
                    <a:pt x="442" y="203"/>
                    <a:pt x="449" y="199"/>
                  </a:cubicBezTo>
                  <a:cubicBezTo>
                    <a:pt x="454" y="163"/>
                    <a:pt x="461" y="159"/>
                    <a:pt x="458" y="153"/>
                  </a:cubicBezTo>
                  <a:cubicBezTo>
                    <a:pt x="444" y="191"/>
                    <a:pt x="439" y="200"/>
                    <a:pt x="440" y="211"/>
                  </a:cubicBezTo>
                  <a:cubicBezTo>
                    <a:pt x="435" y="250"/>
                    <a:pt x="436" y="261"/>
                    <a:pt x="437" y="271"/>
                  </a:cubicBezTo>
                  <a:cubicBezTo>
                    <a:pt x="442" y="313"/>
                    <a:pt x="444" y="323"/>
                    <a:pt x="448" y="335"/>
                  </a:cubicBezTo>
                  <a:cubicBezTo>
                    <a:pt x="458" y="387"/>
                    <a:pt x="461" y="393"/>
                    <a:pt x="460" y="398"/>
                  </a:cubicBezTo>
                  <a:cubicBezTo>
                    <a:pt x="473" y="464"/>
                    <a:pt x="476" y="471"/>
                    <a:pt x="475" y="477"/>
                  </a:cubicBezTo>
                  <a:cubicBezTo>
                    <a:pt x="472" y="519"/>
                    <a:pt x="470" y="522"/>
                    <a:pt x="473" y="526"/>
                  </a:cubicBezTo>
                  <a:cubicBezTo>
                    <a:pt x="466" y="546"/>
                    <a:pt x="465" y="547"/>
                    <a:pt x="465" y="548"/>
                  </a:cubicBezTo>
                  <a:cubicBezTo>
                    <a:pt x="459" y="507"/>
                    <a:pt x="462" y="504"/>
                    <a:pt x="463" y="501"/>
                  </a:cubicBezTo>
                  <a:cubicBezTo>
                    <a:pt x="458" y="462"/>
                    <a:pt x="451" y="454"/>
                    <a:pt x="451" y="448"/>
                  </a:cubicBezTo>
                  <a:cubicBezTo>
                    <a:pt x="436" y="412"/>
                    <a:pt x="440" y="409"/>
                    <a:pt x="436" y="405"/>
                  </a:cubicBezTo>
                  <a:cubicBezTo>
                    <a:pt x="427" y="372"/>
                    <a:pt x="429" y="369"/>
                    <a:pt x="426" y="365"/>
                  </a:cubicBezTo>
                  <a:cubicBezTo>
                    <a:pt x="421" y="351"/>
                    <a:pt x="423" y="350"/>
                    <a:pt x="421" y="347"/>
                  </a:cubicBezTo>
                  <a:cubicBezTo>
                    <a:pt x="417" y="313"/>
                    <a:pt x="414" y="309"/>
                    <a:pt x="415" y="305"/>
                  </a:cubicBezTo>
                  <a:cubicBezTo>
                    <a:pt x="416" y="260"/>
                    <a:pt x="418" y="257"/>
                    <a:pt x="414" y="253"/>
                  </a:cubicBezTo>
                  <a:cubicBezTo>
                    <a:pt x="416" y="237"/>
                    <a:pt x="416" y="229"/>
                    <a:pt x="414" y="222"/>
                  </a:cubicBezTo>
                  <a:cubicBezTo>
                    <a:pt x="416" y="200"/>
                    <a:pt x="418" y="197"/>
                    <a:pt x="418" y="194"/>
                  </a:cubicBezTo>
                  <a:cubicBezTo>
                    <a:pt x="414" y="206"/>
                    <a:pt x="410" y="211"/>
                    <a:pt x="412" y="216"/>
                  </a:cubicBezTo>
                  <a:cubicBezTo>
                    <a:pt x="409" y="236"/>
                    <a:pt x="410" y="242"/>
                    <a:pt x="410" y="247"/>
                  </a:cubicBezTo>
                  <a:cubicBezTo>
                    <a:pt x="407" y="327"/>
                    <a:pt x="412" y="332"/>
                    <a:pt x="410" y="335"/>
                  </a:cubicBezTo>
                  <a:cubicBezTo>
                    <a:pt x="414" y="368"/>
                    <a:pt x="422" y="373"/>
                    <a:pt x="420" y="377"/>
                  </a:cubicBezTo>
                  <a:cubicBezTo>
                    <a:pt x="438" y="439"/>
                    <a:pt x="445" y="459"/>
                    <a:pt x="448" y="477"/>
                  </a:cubicBezTo>
                  <a:cubicBezTo>
                    <a:pt x="451" y="509"/>
                    <a:pt x="452" y="514"/>
                    <a:pt x="453" y="518"/>
                  </a:cubicBezTo>
                  <a:cubicBezTo>
                    <a:pt x="449" y="518"/>
                    <a:pt x="452" y="515"/>
                    <a:pt x="448" y="512"/>
                  </a:cubicBezTo>
                  <a:cubicBezTo>
                    <a:pt x="443" y="484"/>
                    <a:pt x="442" y="477"/>
                    <a:pt x="441" y="470"/>
                  </a:cubicBezTo>
                  <a:cubicBezTo>
                    <a:pt x="432" y="436"/>
                    <a:pt x="429" y="432"/>
                    <a:pt x="428" y="428"/>
                  </a:cubicBezTo>
                  <a:cubicBezTo>
                    <a:pt x="416" y="393"/>
                    <a:pt x="413" y="389"/>
                    <a:pt x="414" y="386"/>
                  </a:cubicBezTo>
                  <a:cubicBezTo>
                    <a:pt x="407" y="359"/>
                    <a:pt x="405" y="356"/>
                    <a:pt x="403" y="350"/>
                  </a:cubicBezTo>
                  <a:cubicBezTo>
                    <a:pt x="401" y="334"/>
                    <a:pt x="403" y="333"/>
                    <a:pt x="403" y="333"/>
                  </a:cubicBezTo>
                  <a:cubicBezTo>
                    <a:pt x="401" y="321"/>
                    <a:pt x="400" y="317"/>
                    <a:pt x="399" y="314"/>
                  </a:cubicBezTo>
                  <a:cubicBezTo>
                    <a:pt x="395" y="298"/>
                    <a:pt x="397" y="295"/>
                    <a:pt x="396" y="293"/>
                  </a:cubicBezTo>
                  <a:cubicBezTo>
                    <a:pt x="390" y="256"/>
                    <a:pt x="396" y="250"/>
                    <a:pt x="392" y="243"/>
                  </a:cubicBezTo>
                  <a:cubicBezTo>
                    <a:pt x="394" y="217"/>
                    <a:pt x="395" y="215"/>
                    <a:pt x="395" y="213"/>
                  </a:cubicBezTo>
                  <a:cubicBezTo>
                    <a:pt x="388" y="211"/>
                    <a:pt x="391" y="212"/>
                    <a:pt x="391" y="214"/>
                  </a:cubicBezTo>
                  <a:cubicBezTo>
                    <a:pt x="386" y="231"/>
                    <a:pt x="389" y="235"/>
                    <a:pt x="386" y="237"/>
                  </a:cubicBezTo>
                  <a:cubicBezTo>
                    <a:pt x="387" y="268"/>
                    <a:pt x="385" y="271"/>
                    <a:pt x="388" y="275"/>
                  </a:cubicBezTo>
                  <a:cubicBezTo>
                    <a:pt x="391" y="325"/>
                    <a:pt x="397" y="338"/>
                    <a:pt x="393" y="350"/>
                  </a:cubicBezTo>
                  <a:cubicBezTo>
                    <a:pt x="405" y="382"/>
                    <a:pt x="403" y="390"/>
                    <a:pt x="408" y="398"/>
                  </a:cubicBezTo>
                  <a:cubicBezTo>
                    <a:pt x="419" y="430"/>
                    <a:pt x="421" y="438"/>
                    <a:pt x="423" y="446"/>
                  </a:cubicBezTo>
                  <a:cubicBezTo>
                    <a:pt x="436" y="483"/>
                    <a:pt x="432" y="487"/>
                    <a:pt x="436" y="491"/>
                  </a:cubicBezTo>
                  <a:cubicBezTo>
                    <a:pt x="440" y="554"/>
                    <a:pt x="443" y="558"/>
                    <a:pt x="443" y="562"/>
                  </a:cubicBezTo>
                  <a:cubicBezTo>
                    <a:pt x="428" y="572"/>
                    <a:pt x="429" y="568"/>
                    <a:pt x="430" y="564"/>
                  </a:cubicBezTo>
                  <a:cubicBezTo>
                    <a:pt x="417" y="498"/>
                    <a:pt x="416" y="485"/>
                    <a:pt x="415" y="472"/>
                  </a:cubicBezTo>
                  <a:cubicBezTo>
                    <a:pt x="409" y="449"/>
                    <a:pt x="405" y="442"/>
                    <a:pt x="406" y="436"/>
                  </a:cubicBezTo>
                  <a:cubicBezTo>
                    <a:pt x="401" y="421"/>
                    <a:pt x="398" y="415"/>
                    <a:pt x="398" y="411"/>
                  </a:cubicBezTo>
                  <a:cubicBezTo>
                    <a:pt x="393" y="374"/>
                    <a:pt x="387" y="375"/>
                    <a:pt x="389" y="372"/>
                  </a:cubicBezTo>
                  <a:cubicBezTo>
                    <a:pt x="382" y="312"/>
                    <a:pt x="377" y="293"/>
                    <a:pt x="381" y="275"/>
                  </a:cubicBezTo>
                  <a:cubicBezTo>
                    <a:pt x="385" y="244"/>
                    <a:pt x="380" y="238"/>
                    <a:pt x="383" y="234"/>
                  </a:cubicBezTo>
                  <a:cubicBezTo>
                    <a:pt x="377" y="239"/>
                    <a:pt x="376" y="242"/>
                    <a:pt x="376" y="244"/>
                  </a:cubicBezTo>
                  <a:cubicBezTo>
                    <a:pt x="375" y="300"/>
                    <a:pt x="373" y="312"/>
                    <a:pt x="372" y="324"/>
                  </a:cubicBezTo>
                  <a:cubicBezTo>
                    <a:pt x="386" y="402"/>
                    <a:pt x="389" y="407"/>
                    <a:pt x="389" y="412"/>
                  </a:cubicBezTo>
                  <a:cubicBezTo>
                    <a:pt x="411" y="512"/>
                    <a:pt x="416" y="522"/>
                    <a:pt x="416" y="532"/>
                  </a:cubicBezTo>
                  <a:cubicBezTo>
                    <a:pt x="418" y="573"/>
                    <a:pt x="419" y="584"/>
                    <a:pt x="420" y="595"/>
                  </a:cubicBezTo>
                  <a:cubicBezTo>
                    <a:pt x="411" y="622"/>
                    <a:pt x="419" y="616"/>
                    <a:pt x="413" y="608"/>
                  </a:cubicBezTo>
                  <a:cubicBezTo>
                    <a:pt x="406" y="541"/>
                    <a:pt x="407" y="534"/>
                    <a:pt x="403" y="527"/>
                  </a:cubicBezTo>
                  <a:cubicBezTo>
                    <a:pt x="394" y="499"/>
                    <a:pt x="398" y="493"/>
                    <a:pt x="395" y="486"/>
                  </a:cubicBezTo>
                  <a:cubicBezTo>
                    <a:pt x="376" y="417"/>
                    <a:pt x="378" y="413"/>
                    <a:pt x="374" y="408"/>
                  </a:cubicBezTo>
                  <a:cubicBezTo>
                    <a:pt x="370" y="378"/>
                    <a:pt x="365" y="372"/>
                    <a:pt x="367" y="369"/>
                  </a:cubicBezTo>
                  <a:cubicBezTo>
                    <a:pt x="363" y="308"/>
                    <a:pt x="356" y="298"/>
                    <a:pt x="360" y="290"/>
                  </a:cubicBezTo>
                  <a:cubicBezTo>
                    <a:pt x="362" y="248"/>
                    <a:pt x="362" y="244"/>
                    <a:pt x="362" y="239"/>
                  </a:cubicBezTo>
                  <a:cubicBezTo>
                    <a:pt x="363" y="220"/>
                    <a:pt x="361" y="223"/>
                    <a:pt x="360" y="226"/>
                  </a:cubicBezTo>
                  <a:cubicBezTo>
                    <a:pt x="358" y="241"/>
                    <a:pt x="353" y="244"/>
                    <a:pt x="357" y="248"/>
                  </a:cubicBezTo>
                  <a:cubicBezTo>
                    <a:pt x="352" y="267"/>
                    <a:pt x="356" y="270"/>
                    <a:pt x="351" y="272"/>
                  </a:cubicBezTo>
                  <a:cubicBezTo>
                    <a:pt x="350" y="303"/>
                    <a:pt x="355" y="306"/>
                    <a:pt x="353" y="308"/>
                  </a:cubicBezTo>
                  <a:cubicBezTo>
                    <a:pt x="351" y="332"/>
                    <a:pt x="356" y="338"/>
                    <a:pt x="353" y="342"/>
                  </a:cubicBezTo>
                  <a:cubicBezTo>
                    <a:pt x="363" y="389"/>
                    <a:pt x="362" y="393"/>
                    <a:pt x="367" y="398"/>
                  </a:cubicBezTo>
                  <a:cubicBezTo>
                    <a:pt x="367" y="433"/>
                    <a:pt x="379" y="443"/>
                    <a:pt x="375" y="451"/>
                  </a:cubicBezTo>
                  <a:cubicBezTo>
                    <a:pt x="395" y="536"/>
                    <a:pt x="399" y="541"/>
                    <a:pt x="399" y="545"/>
                  </a:cubicBezTo>
                  <a:cubicBezTo>
                    <a:pt x="400" y="576"/>
                    <a:pt x="402" y="581"/>
                    <a:pt x="406" y="586"/>
                  </a:cubicBezTo>
                  <a:cubicBezTo>
                    <a:pt x="406" y="605"/>
                    <a:pt x="405" y="608"/>
                    <a:pt x="404" y="610"/>
                  </a:cubicBezTo>
                  <a:cubicBezTo>
                    <a:pt x="402" y="627"/>
                    <a:pt x="408" y="632"/>
                    <a:pt x="403" y="635"/>
                  </a:cubicBezTo>
                  <a:cubicBezTo>
                    <a:pt x="396" y="601"/>
                    <a:pt x="401" y="597"/>
                    <a:pt x="398" y="592"/>
                  </a:cubicBezTo>
                  <a:cubicBezTo>
                    <a:pt x="383" y="512"/>
                    <a:pt x="375" y="506"/>
                    <a:pt x="377" y="501"/>
                  </a:cubicBezTo>
                  <a:cubicBezTo>
                    <a:pt x="354" y="435"/>
                    <a:pt x="354" y="416"/>
                    <a:pt x="344" y="395"/>
                  </a:cubicBezTo>
                  <a:cubicBezTo>
                    <a:pt x="338" y="338"/>
                    <a:pt x="338" y="335"/>
                    <a:pt x="339" y="333"/>
                  </a:cubicBezTo>
                  <a:cubicBezTo>
                    <a:pt x="340" y="299"/>
                    <a:pt x="336" y="293"/>
                    <a:pt x="338" y="287"/>
                  </a:cubicBezTo>
                  <a:cubicBezTo>
                    <a:pt x="331" y="289"/>
                    <a:pt x="332" y="300"/>
                    <a:pt x="330" y="310"/>
                  </a:cubicBezTo>
                  <a:cubicBezTo>
                    <a:pt x="334" y="336"/>
                    <a:pt x="329" y="338"/>
                    <a:pt x="333" y="342"/>
                  </a:cubicBezTo>
                  <a:cubicBezTo>
                    <a:pt x="337" y="378"/>
                    <a:pt x="335" y="383"/>
                    <a:pt x="337" y="388"/>
                  </a:cubicBezTo>
                  <a:cubicBezTo>
                    <a:pt x="337" y="409"/>
                    <a:pt x="345" y="415"/>
                    <a:pt x="343" y="420"/>
                  </a:cubicBezTo>
                  <a:cubicBezTo>
                    <a:pt x="357" y="454"/>
                    <a:pt x="351" y="461"/>
                    <a:pt x="357" y="467"/>
                  </a:cubicBezTo>
                  <a:cubicBezTo>
                    <a:pt x="369" y="497"/>
                    <a:pt x="364" y="504"/>
                    <a:pt x="368" y="506"/>
                  </a:cubicBezTo>
                  <a:cubicBezTo>
                    <a:pt x="379" y="543"/>
                    <a:pt x="382" y="551"/>
                    <a:pt x="384" y="558"/>
                  </a:cubicBezTo>
                  <a:cubicBezTo>
                    <a:pt x="390" y="600"/>
                    <a:pt x="393" y="605"/>
                    <a:pt x="388" y="609"/>
                  </a:cubicBezTo>
                  <a:cubicBezTo>
                    <a:pt x="376" y="559"/>
                    <a:pt x="371" y="556"/>
                    <a:pt x="373" y="554"/>
                  </a:cubicBezTo>
                  <a:cubicBezTo>
                    <a:pt x="357" y="504"/>
                    <a:pt x="350" y="497"/>
                    <a:pt x="350" y="491"/>
                  </a:cubicBezTo>
                  <a:cubicBezTo>
                    <a:pt x="323" y="433"/>
                    <a:pt x="327" y="431"/>
                    <a:pt x="324" y="427"/>
                  </a:cubicBezTo>
                  <a:cubicBezTo>
                    <a:pt x="313" y="386"/>
                    <a:pt x="309" y="374"/>
                    <a:pt x="308" y="362"/>
                  </a:cubicBezTo>
                  <a:cubicBezTo>
                    <a:pt x="306" y="320"/>
                    <a:pt x="303" y="314"/>
                    <a:pt x="304" y="308"/>
                  </a:cubicBezTo>
                  <a:cubicBezTo>
                    <a:pt x="303" y="284"/>
                    <a:pt x="306" y="279"/>
                    <a:pt x="306" y="273"/>
                  </a:cubicBezTo>
                  <a:cubicBezTo>
                    <a:pt x="300" y="263"/>
                    <a:pt x="301" y="273"/>
                    <a:pt x="300" y="282"/>
                  </a:cubicBezTo>
                  <a:cubicBezTo>
                    <a:pt x="298" y="301"/>
                    <a:pt x="297" y="305"/>
                    <a:pt x="295" y="310"/>
                  </a:cubicBezTo>
                  <a:cubicBezTo>
                    <a:pt x="307" y="382"/>
                    <a:pt x="302" y="391"/>
                    <a:pt x="310" y="402"/>
                  </a:cubicBezTo>
                  <a:cubicBezTo>
                    <a:pt x="317" y="439"/>
                    <a:pt x="325" y="446"/>
                    <a:pt x="323" y="450"/>
                  </a:cubicBezTo>
                  <a:cubicBezTo>
                    <a:pt x="337" y="478"/>
                    <a:pt x="337" y="489"/>
                    <a:pt x="345" y="500"/>
                  </a:cubicBezTo>
                  <a:cubicBezTo>
                    <a:pt x="352" y="526"/>
                    <a:pt x="359" y="530"/>
                    <a:pt x="355" y="532"/>
                  </a:cubicBezTo>
                  <a:cubicBezTo>
                    <a:pt x="378" y="589"/>
                    <a:pt x="373" y="597"/>
                    <a:pt x="377" y="600"/>
                  </a:cubicBezTo>
                  <a:cubicBezTo>
                    <a:pt x="374" y="595"/>
                    <a:pt x="367" y="591"/>
                    <a:pt x="366" y="588"/>
                  </a:cubicBezTo>
                  <a:cubicBezTo>
                    <a:pt x="355" y="552"/>
                    <a:pt x="348" y="544"/>
                    <a:pt x="350" y="538"/>
                  </a:cubicBezTo>
                  <a:cubicBezTo>
                    <a:pt x="324" y="484"/>
                    <a:pt x="321" y="468"/>
                    <a:pt x="311" y="451"/>
                  </a:cubicBezTo>
                  <a:cubicBezTo>
                    <a:pt x="301" y="423"/>
                    <a:pt x="301" y="419"/>
                    <a:pt x="300" y="415"/>
                  </a:cubicBezTo>
                  <a:cubicBezTo>
                    <a:pt x="290" y="374"/>
                    <a:pt x="287" y="369"/>
                    <a:pt x="289" y="366"/>
                  </a:cubicBezTo>
                  <a:cubicBezTo>
                    <a:pt x="286" y="345"/>
                    <a:pt x="285" y="337"/>
                    <a:pt x="285" y="330"/>
                  </a:cubicBezTo>
                  <a:cubicBezTo>
                    <a:pt x="278" y="309"/>
                    <a:pt x="280" y="316"/>
                    <a:pt x="280" y="319"/>
                  </a:cubicBezTo>
                  <a:cubicBezTo>
                    <a:pt x="279" y="330"/>
                    <a:pt x="279" y="333"/>
                    <a:pt x="279" y="334"/>
                  </a:cubicBezTo>
                  <a:cubicBezTo>
                    <a:pt x="276" y="357"/>
                    <a:pt x="284" y="362"/>
                    <a:pt x="281" y="365"/>
                  </a:cubicBezTo>
                  <a:cubicBezTo>
                    <a:pt x="287" y="400"/>
                    <a:pt x="290" y="404"/>
                    <a:pt x="290" y="407"/>
                  </a:cubicBezTo>
                  <a:cubicBezTo>
                    <a:pt x="314" y="477"/>
                    <a:pt x="313" y="479"/>
                    <a:pt x="313" y="481"/>
                  </a:cubicBezTo>
                  <a:cubicBezTo>
                    <a:pt x="324" y="507"/>
                    <a:pt x="331" y="514"/>
                    <a:pt x="329" y="519"/>
                  </a:cubicBezTo>
                  <a:cubicBezTo>
                    <a:pt x="359" y="601"/>
                    <a:pt x="365" y="601"/>
                    <a:pt x="364" y="609"/>
                  </a:cubicBezTo>
                  <a:cubicBezTo>
                    <a:pt x="371" y="640"/>
                    <a:pt x="372" y="643"/>
                    <a:pt x="374" y="646"/>
                  </a:cubicBezTo>
                  <a:cubicBezTo>
                    <a:pt x="376" y="667"/>
                    <a:pt x="377" y="669"/>
                    <a:pt x="374" y="671"/>
                  </a:cubicBezTo>
                  <a:cubicBezTo>
                    <a:pt x="375" y="687"/>
                    <a:pt x="374" y="690"/>
                    <a:pt x="375" y="692"/>
                  </a:cubicBezTo>
                  <a:cubicBezTo>
                    <a:pt x="370" y="713"/>
                    <a:pt x="369" y="717"/>
                    <a:pt x="367" y="715"/>
                  </a:cubicBezTo>
                  <a:cubicBezTo>
                    <a:pt x="363" y="675"/>
                    <a:pt x="362" y="670"/>
                    <a:pt x="363" y="666"/>
                  </a:cubicBezTo>
                  <a:cubicBezTo>
                    <a:pt x="352" y="608"/>
                    <a:pt x="345" y="610"/>
                    <a:pt x="346" y="605"/>
                  </a:cubicBezTo>
                  <a:cubicBezTo>
                    <a:pt x="334" y="572"/>
                    <a:pt x="329" y="574"/>
                    <a:pt x="329" y="568"/>
                  </a:cubicBezTo>
                  <a:cubicBezTo>
                    <a:pt x="310" y="526"/>
                    <a:pt x="303" y="521"/>
                    <a:pt x="305" y="517"/>
                  </a:cubicBezTo>
                  <a:cubicBezTo>
                    <a:pt x="290" y="492"/>
                    <a:pt x="293" y="489"/>
                    <a:pt x="289" y="484"/>
                  </a:cubicBezTo>
                  <a:cubicBezTo>
                    <a:pt x="272" y="442"/>
                    <a:pt x="272" y="433"/>
                    <a:pt x="267" y="424"/>
                  </a:cubicBezTo>
                  <a:cubicBezTo>
                    <a:pt x="263" y="382"/>
                    <a:pt x="261" y="377"/>
                    <a:pt x="262" y="373"/>
                  </a:cubicBezTo>
                  <a:cubicBezTo>
                    <a:pt x="263" y="332"/>
                    <a:pt x="259" y="327"/>
                    <a:pt x="260" y="323"/>
                  </a:cubicBezTo>
                  <a:cubicBezTo>
                    <a:pt x="255" y="324"/>
                    <a:pt x="255" y="328"/>
                    <a:pt x="258" y="332"/>
                  </a:cubicBezTo>
                  <a:cubicBezTo>
                    <a:pt x="253" y="357"/>
                    <a:pt x="255" y="358"/>
                    <a:pt x="255" y="359"/>
                  </a:cubicBezTo>
                  <a:cubicBezTo>
                    <a:pt x="256" y="372"/>
                    <a:pt x="254" y="373"/>
                    <a:pt x="255" y="376"/>
                  </a:cubicBezTo>
                  <a:cubicBezTo>
                    <a:pt x="262" y="413"/>
                    <a:pt x="257" y="421"/>
                    <a:pt x="262" y="430"/>
                  </a:cubicBezTo>
                  <a:cubicBezTo>
                    <a:pt x="271" y="463"/>
                    <a:pt x="270" y="468"/>
                    <a:pt x="276" y="474"/>
                  </a:cubicBezTo>
                  <a:cubicBezTo>
                    <a:pt x="293" y="525"/>
                    <a:pt x="305" y="537"/>
                    <a:pt x="308" y="549"/>
                  </a:cubicBezTo>
                  <a:cubicBezTo>
                    <a:pt x="326" y="593"/>
                    <a:pt x="338" y="598"/>
                    <a:pt x="333" y="600"/>
                  </a:cubicBezTo>
                  <a:cubicBezTo>
                    <a:pt x="344" y="639"/>
                    <a:pt x="350" y="643"/>
                    <a:pt x="348" y="645"/>
                  </a:cubicBezTo>
                  <a:cubicBezTo>
                    <a:pt x="360" y="675"/>
                    <a:pt x="349" y="681"/>
                    <a:pt x="356" y="679"/>
                  </a:cubicBezTo>
                  <a:cubicBezTo>
                    <a:pt x="356" y="718"/>
                    <a:pt x="357" y="722"/>
                    <a:pt x="358" y="727"/>
                  </a:cubicBezTo>
                  <a:cubicBezTo>
                    <a:pt x="355" y="728"/>
                    <a:pt x="353" y="720"/>
                    <a:pt x="355" y="712"/>
                  </a:cubicBezTo>
                  <a:cubicBezTo>
                    <a:pt x="344" y="656"/>
                    <a:pt x="337" y="650"/>
                    <a:pt x="339" y="647"/>
                  </a:cubicBezTo>
                  <a:cubicBezTo>
                    <a:pt x="327" y="614"/>
                    <a:pt x="329" y="612"/>
                    <a:pt x="327" y="609"/>
                  </a:cubicBezTo>
                  <a:cubicBezTo>
                    <a:pt x="296" y="547"/>
                    <a:pt x="292" y="535"/>
                    <a:pt x="286" y="521"/>
                  </a:cubicBezTo>
                  <a:cubicBezTo>
                    <a:pt x="264" y="475"/>
                    <a:pt x="265" y="471"/>
                    <a:pt x="260" y="465"/>
                  </a:cubicBezTo>
                  <a:cubicBezTo>
                    <a:pt x="247" y="411"/>
                    <a:pt x="246" y="405"/>
                    <a:pt x="244" y="399"/>
                  </a:cubicBezTo>
                  <a:cubicBezTo>
                    <a:pt x="237" y="392"/>
                    <a:pt x="243" y="396"/>
                    <a:pt x="240" y="399"/>
                  </a:cubicBezTo>
                  <a:cubicBezTo>
                    <a:pt x="245" y="450"/>
                    <a:pt x="252" y="456"/>
                    <a:pt x="251" y="460"/>
                  </a:cubicBezTo>
                  <a:cubicBezTo>
                    <a:pt x="278" y="524"/>
                    <a:pt x="284" y="536"/>
                    <a:pt x="288" y="548"/>
                  </a:cubicBezTo>
                  <a:cubicBezTo>
                    <a:pt x="302" y="574"/>
                    <a:pt x="305" y="577"/>
                    <a:pt x="303" y="579"/>
                  </a:cubicBezTo>
                  <a:cubicBezTo>
                    <a:pt x="316" y="612"/>
                    <a:pt x="323" y="618"/>
                    <a:pt x="323" y="624"/>
                  </a:cubicBezTo>
                  <a:cubicBezTo>
                    <a:pt x="325" y="635"/>
                    <a:pt x="328" y="634"/>
                    <a:pt x="329" y="635"/>
                  </a:cubicBezTo>
                  <a:cubicBezTo>
                    <a:pt x="329" y="647"/>
                    <a:pt x="332" y="649"/>
                    <a:pt x="330" y="651"/>
                  </a:cubicBezTo>
                  <a:cubicBezTo>
                    <a:pt x="342" y="695"/>
                    <a:pt x="341" y="702"/>
                    <a:pt x="346" y="710"/>
                  </a:cubicBezTo>
                  <a:cubicBezTo>
                    <a:pt x="344" y="729"/>
                    <a:pt x="346" y="732"/>
                    <a:pt x="343" y="730"/>
                  </a:cubicBezTo>
                  <a:cubicBezTo>
                    <a:pt x="342" y="696"/>
                    <a:pt x="336" y="691"/>
                    <a:pt x="340" y="688"/>
                  </a:cubicBezTo>
                  <a:cubicBezTo>
                    <a:pt x="322" y="644"/>
                    <a:pt x="323" y="635"/>
                    <a:pt x="319" y="625"/>
                  </a:cubicBezTo>
                  <a:cubicBezTo>
                    <a:pt x="304" y="603"/>
                    <a:pt x="309" y="596"/>
                    <a:pt x="304" y="598"/>
                  </a:cubicBezTo>
                  <a:cubicBezTo>
                    <a:pt x="283" y="562"/>
                    <a:pt x="281" y="562"/>
                    <a:pt x="280" y="557"/>
                  </a:cubicBezTo>
                  <a:cubicBezTo>
                    <a:pt x="239" y="483"/>
                    <a:pt x="234" y="468"/>
                    <a:pt x="227" y="453"/>
                  </a:cubicBezTo>
                  <a:cubicBezTo>
                    <a:pt x="222" y="406"/>
                    <a:pt x="214" y="401"/>
                    <a:pt x="217" y="399"/>
                  </a:cubicBezTo>
                  <a:cubicBezTo>
                    <a:pt x="210" y="368"/>
                    <a:pt x="206" y="371"/>
                    <a:pt x="209" y="374"/>
                  </a:cubicBezTo>
                  <a:cubicBezTo>
                    <a:pt x="211" y="412"/>
                    <a:pt x="214" y="416"/>
                    <a:pt x="212" y="419"/>
                  </a:cubicBezTo>
                  <a:cubicBezTo>
                    <a:pt x="217" y="447"/>
                    <a:pt x="220" y="451"/>
                    <a:pt x="218" y="454"/>
                  </a:cubicBezTo>
                  <a:cubicBezTo>
                    <a:pt x="237" y="486"/>
                    <a:pt x="228" y="488"/>
                    <a:pt x="233" y="492"/>
                  </a:cubicBezTo>
                  <a:cubicBezTo>
                    <a:pt x="243" y="506"/>
                    <a:pt x="241" y="507"/>
                    <a:pt x="243" y="510"/>
                  </a:cubicBezTo>
                  <a:cubicBezTo>
                    <a:pt x="273" y="563"/>
                    <a:pt x="281" y="573"/>
                    <a:pt x="290" y="592"/>
                  </a:cubicBezTo>
                  <a:cubicBezTo>
                    <a:pt x="313" y="641"/>
                    <a:pt x="320" y="646"/>
                    <a:pt x="317" y="650"/>
                  </a:cubicBezTo>
                  <a:cubicBezTo>
                    <a:pt x="324" y="674"/>
                    <a:pt x="328" y="677"/>
                    <a:pt x="326" y="679"/>
                  </a:cubicBezTo>
                  <a:cubicBezTo>
                    <a:pt x="331" y="728"/>
                    <a:pt x="335" y="734"/>
                    <a:pt x="335" y="739"/>
                  </a:cubicBezTo>
                  <a:cubicBezTo>
                    <a:pt x="329" y="772"/>
                    <a:pt x="335" y="778"/>
                    <a:pt x="329" y="782"/>
                  </a:cubicBezTo>
                  <a:cubicBezTo>
                    <a:pt x="329" y="760"/>
                    <a:pt x="324" y="756"/>
                    <a:pt x="326" y="754"/>
                  </a:cubicBezTo>
                  <a:cubicBezTo>
                    <a:pt x="316" y="694"/>
                    <a:pt x="311" y="688"/>
                    <a:pt x="312" y="684"/>
                  </a:cubicBezTo>
                  <a:cubicBezTo>
                    <a:pt x="303" y="664"/>
                    <a:pt x="300" y="660"/>
                    <a:pt x="297" y="655"/>
                  </a:cubicBezTo>
                  <a:cubicBezTo>
                    <a:pt x="277" y="614"/>
                    <a:pt x="276" y="603"/>
                    <a:pt x="266" y="592"/>
                  </a:cubicBezTo>
                  <a:cubicBezTo>
                    <a:pt x="229" y="512"/>
                    <a:pt x="224" y="509"/>
                    <a:pt x="226" y="507"/>
                  </a:cubicBezTo>
                  <a:cubicBezTo>
                    <a:pt x="219" y="487"/>
                    <a:pt x="218" y="484"/>
                    <a:pt x="215" y="481"/>
                  </a:cubicBezTo>
                  <a:cubicBezTo>
                    <a:pt x="207" y="434"/>
                    <a:pt x="204" y="427"/>
                    <a:pt x="203" y="421"/>
                  </a:cubicBezTo>
                  <a:cubicBezTo>
                    <a:pt x="200" y="407"/>
                    <a:pt x="202" y="403"/>
                    <a:pt x="198" y="400"/>
                  </a:cubicBezTo>
                  <a:cubicBezTo>
                    <a:pt x="196" y="424"/>
                    <a:pt x="202" y="423"/>
                    <a:pt x="200" y="426"/>
                  </a:cubicBezTo>
                  <a:cubicBezTo>
                    <a:pt x="204" y="466"/>
                    <a:pt x="207" y="469"/>
                    <a:pt x="205" y="471"/>
                  </a:cubicBezTo>
                  <a:cubicBezTo>
                    <a:pt x="232" y="535"/>
                    <a:pt x="234" y="550"/>
                    <a:pt x="247" y="566"/>
                  </a:cubicBezTo>
                  <a:cubicBezTo>
                    <a:pt x="301" y="688"/>
                    <a:pt x="306" y="693"/>
                    <a:pt x="305" y="698"/>
                  </a:cubicBezTo>
                  <a:cubicBezTo>
                    <a:pt x="318" y="764"/>
                    <a:pt x="321" y="768"/>
                    <a:pt x="316" y="771"/>
                  </a:cubicBezTo>
                  <a:cubicBezTo>
                    <a:pt x="320" y="797"/>
                    <a:pt x="318" y="798"/>
                    <a:pt x="320" y="800"/>
                  </a:cubicBezTo>
                  <a:cubicBezTo>
                    <a:pt x="311" y="765"/>
                    <a:pt x="308" y="755"/>
                    <a:pt x="311" y="746"/>
                  </a:cubicBezTo>
                  <a:cubicBezTo>
                    <a:pt x="292" y="699"/>
                    <a:pt x="295" y="695"/>
                    <a:pt x="291" y="689"/>
                  </a:cubicBezTo>
                  <a:cubicBezTo>
                    <a:pt x="279" y="664"/>
                    <a:pt x="281" y="659"/>
                    <a:pt x="274" y="652"/>
                  </a:cubicBezTo>
                  <a:cubicBezTo>
                    <a:pt x="272" y="634"/>
                    <a:pt x="265" y="630"/>
                    <a:pt x="264" y="627"/>
                  </a:cubicBezTo>
                  <a:cubicBezTo>
                    <a:pt x="258" y="606"/>
                    <a:pt x="250" y="601"/>
                    <a:pt x="253" y="598"/>
                  </a:cubicBezTo>
                  <a:cubicBezTo>
                    <a:pt x="219" y="535"/>
                    <a:pt x="210" y="531"/>
                    <a:pt x="213" y="526"/>
                  </a:cubicBezTo>
                  <a:cubicBezTo>
                    <a:pt x="196" y="496"/>
                    <a:pt x="200" y="495"/>
                    <a:pt x="199" y="493"/>
                  </a:cubicBezTo>
                  <a:cubicBezTo>
                    <a:pt x="188" y="444"/>
                    <a:pt x="183" y="435"/>
                    <a:pt x="184" y="427"/>
                  </a:cubicBezTo>
                  <a:cubicBezTo>
                    <a:pt x="176" y="409"/>
                    <a:pt x="175" y="415"/>
                    <a:pt x="176" y="421"/>
                  </a:cubicBezTo>
                  <a:cubicBezTo>
                    <a:pt x="180" y="443"/>
                    <a:pt x="180" y="448"/>
                    <a:pt x="180" y="452"/>
                  </a:cubicBezTo>
                  <a:cubicBezTo>
                    <a:pt x="181" y="498"/>
                    <a:pt x="184" y="526"/>
                    <a:pt x="195" y="545"/>
                  </a:cubicBezTo>
                  <a:cubicBezTo>
                    <a:pt x="206" y="572"/>
                    <a:pt x="208" y="569"/>
                    <a:pt x="211" y="577"/>
                  </a:cubicBezTo>
                  <a:cubicBezTo>
                    <a:pt x="236" y="627"/>
                    <a:pt x="240" y="630"/>
                    <a:pt x="238" y="632"/>
                  </a:cubicBezTo>
                  <a:cubicBezTo>
                    <a:pt x="260" y="671"/>
                    <a:pt x="263" y="679"/>
                    <a:pt x="270" y="687"/>
                  </a:cubicBezTo>
                  <a:cubicBezTo>
                    <a:pt x="277" y="703"/>
                    <a:pt x="278" y="705"/>
                    <a:pt x="280" y="707"/>
                  </a:cubicBezTo>
                  <a:cubicBezTo>
                    <a:pt x="284" y="736"/>
                    <a:pt x="293" y="745"/>
                    <a:pt x="290" y="751"/>
                  </a:cubicBezTo>
                  <a:cubicBezTo>
                    <a:pt x="300" y="786"/>
                    <a:pt x="298" y="788"/>
                    <a:pt x="301" y="790"/>
                  </a:cubicBezTo>
                  <a:cubicBezTo>
                    <a:pt x="285" y="760"/>
                    <a:pt x="280" y="751"/>
                    <a:pt x="281" y="743"/>
                  </a:cubicBezTo>
                  <a:cubicBezTo>
                    <a:pt x="267" y="717"/>
                    <a:pt x="263" y="712"/>
                    <a:pt x="264" y="709"/>
                  </a:cubicBezTo>
                  <a:cubicBezTo>
                    <a:pt x="248" y="682"/>
                    <a:pt x="246" y="670"/>
                    <a:pt x="242" y="658"/>
                  </a:cubicBezTo>
                  <a:cubicBezTo>
                    <a:pt x="179" y="534"/>
                    <a:pt x="172" y="518"/>
                    <a:pt x="162" y="502"/>
                  </a:cubicBezTo>
                  <a:cubicBezTo>
                    <a:pt x="145" y="444"/>
                    <a:pt x="148" y="430"/>
                    <a:pt x="143" y="415"/>
                  </a:cubicBezTo>
                  <a:cubicBezTo>
                    <a:pt x="140" y="444"/>
                    <a:pt x="143" y="452"/>
                    <a:pt x="143" y="459"/>
                  </a:cubicBezTo>
                  <a:cubicBezTo>
                    <a:pt x="153" y="499"/>
                    <a:pt x="156" y="503"/>
                    <a:pt x="155" y="507"/>
                  </a:cubicBezTo>
                  <a:cubicBezTo>
                    <a:pt x="184" y="563"/>
                    <a:pt x="185" y="565"/>
                    <a:pt x="185" y="569"/>
                  </a:cubicBezTo>
                  <a:cubicBezTo>
                    <a:pt x="202" y="603"/>
                    <a:pt x="208" y="605"/>
                    <a:pt x="207" y="612"/>
                  </a:cubicBezTo>
                  <a:cubicBezTo>
                    <a:pt x="217" y="641"/>
                    <a:pt x="230" y="639"/>
                    <a:pt x="224" y="644"/>
                  </a:cubicBezTo>
                  <a:cubicBezTo>
                    <a:pt x="287" y="796"/>
                    <a:pt x="292" y="802"/>
                    <a:pt x="291" y="807"/>
                  </a:cubicBezTo>
                  <a:cubicBezTo>
                    <a:pt x="298" y="844"/>
                    <a:pt x="299" y="847"/>
                    <a:pt x="297" y="849"/>
                  </a:cubicBezTo>
                  <a:cubicBezTo>
                    <a:pt x="295" y="844"/>
                    <a:pt x="294" y="840"/>
                    <a:pt x="292" y="836"/>
                  </a:cubicBezTo>
                  <a:cubicBezTo>
                    <a:pt x="285" y="809"/>
                    <a:pt x="281" y="804"/>
                    <a:pt x="278" y="799"/>
                  </a:cubicBezTo>
                  <a:cubicBezTo>
                    <a:pt x="255" y="746"/>
                    <a:pt x="249" y="747"/>
                    <a:pt x="250" y="741"/>
                  </a:cubicBezTo>
                  <a:cubicBezTo>
                    <a:pt x="223" y="694"/>
                    <a:pt x="225" y="692"/>
                    <a:pt x="223" y="689"/>
                  </a:cubicBezTo>
                  <a:cubicBezTo>
                    <a:pt x="216" y="674"/>
                    <a:pt x="215" y="671"/>
                    <a:pt x="212" y="667"/>
                  </a:cubicBezTo>
                  <a:cubicBezTo>
                    <a:pt x="201" y="644"/>
                    <a:pt x="195" y="640"/>
                    <a:pt x="198" y="638"/>
                  </a:cubicBezTo>
                  <a:cubicBezTo>
                    <a:pt x="149" y="549"/>
                    <a:pt x="156" y="559"/>
                    <a:pt x="157" y="567"/>
                  </a:cubicBezTo>
                  <a:cubicBezTo>
                    <a:pt x="160" y="580"/>
                    <a:pt x="164" y="583"/>
                    <a:pt x="165" y="586"/>
                  </a:cubicBezTo>
                  <a:cubicBezTo>
                    <a:pt x="177" y="613"/>
                    <a:pt x="172" y="614"/>
                    <a:pt x="179" y="618"/>
                  </a:cubicBezTo>
                  <a:cubicBezTo>
                    <a:pt x="187" y="642"/>
                    <a:pt x="191" y="644"/>
                    <a:pt x="192" y="647"/>
                  </a:cubicBezTo>
                  <a:cubicBezTo>
                    <a:pt x="208" y="677"/>
                    <a:pt x="206" y="681"/>
                    <a:pt x="209" y="680"/>
                  </a:cubicBezTo>
                  <a:cubicBezTo>
                    <a:pt x="229" y="715"/>
                    <a:pt x="236" y="735"/>
                    <a:pt x="245" y="754"/>
                  </a:cubicBezTo>
                  <a:cubicBezTo>
                    <a:pt x="265" y="789"/>
                    <a:pt x="268" y="793"/>
                    <a:pt x="268" y="796"/>
                  </a:cubicBezTo>
                  <a:cubicBezTo>
                    <a:pt x="284" y="831"/>
                    <a:pt x="281" y="834"/>
                    <a:pt x="283" y="837"/>
                  </a:cubicBezTo>
                  <a:cubicBezTo>
                    <a:pt x="287" y="855"/>
                    <a:pt x="283" y="857"/>
                    <a:pt x="287" y="859"/>
                  </a:cubicBezTo>
                  <a:cubicBezTo>
                    <a:pt x="285" y="886"/>
                    <a:pt x="282" y="878"/>
                    <a:pt x="285" y="870"/>
                  </a:cubicBezTo>
                  <a:cubicBezTo>
                    <a:pt x="268" y="821"/>
                    <a:pt x="270" y="819"/>
                    <a:pt x="268" y="816"/>
                  </a:cubicBezTo>
                  <a:cubicBezTo>
                    <a:pt x="259" y="786"/>
                    <a:pt x="252" y="782"/>
                    <a:pt x="251" y="779"/>
                  </a:cubicBezTo>
                  <a:cubicBezTo>
                    <a:pt x="234" y="751"/>
                    <a:pt x="238" y="749"/>
                    <a:pt x="234" y="745"/>
                  </a:cubicBezTo>
                  <a:cubicBezTo>
                    <a:pt x="205" y="692"/>
                    <a:pt x="202" y="688"/>
                    <a:pt x="199" y="684"/>
                  </a:cubicBezTo>
                  <a:cubicBezTo>
                    <a:pt x="177" y="630"/>
                    <a:pt x="166" y="611"/>
                    <a:pt x="158" y="593"/>
                  </a:cubicBezTo>
                  <a:cubicBezTo>
                    <a:pt x="147" y="546"/>
                    <a:pt x="142" y="548"/>
                    <a:pt x="140" y="540"/>
                  </a:cubicBezTo>
                  <a:cubicBezTo>
                    <a:pt x="140" y="522"/>
                    <a:pt x="138" y="522"/>
                    <a:pt x="136" y="521"/>
                  </a:cubicBezTo>
                  <a:cubicBezTo>
                    <a:pt x="130" y="496"/>
                    <a:pt x="129" y="493"/>
                    <a:pt x="131" y="490"/>
                  </a:cubicBezTo>
                  <a:cubicBezTo>
                    <a:pt x="122" y="493"/>
                    <a:pt x="128" y="497"/>
                    <a:pt x="125" y="499"/>
                  </a:cubicBezTo>
                  <a:cubicBezTo>
                    <a:pt x="131" y="527"/>
                    <a:pt x="132" y="536"/>
                    <a:pt x="136" y="545"/>
                  </a:cubicBezTo>
                  <a:cubicBezTo>
                    <a:pt x="139" y="569"/>
                    <a:pt x="140" y="574"/>
                    <a:pt x="139" y="580"/>
                  </a:cubicBezTo>
                  <a:cubicBezTo>
                    <a:pt x="160" y="639"/>
                    <a:pt x="161" y="642"/>
                    <a:pt x="159" y="645"/>
                  </a:cubicBezTo>
                  <a:cubicBezTo>
                    <a:pt x="169" y="668"/>
                    <a:pt x="176" y="672"/>
                    <a:pt x="172" y="674"/>
                  </a:cubicBezTo>
                  <a:cubicBezTo>
                    <a:pt x="200" y="724"/>
                    <a:pt x="201" y="738"/>
                    <a:pt x="214" y="755"/>
                  </a:cubicBezTo>
                  <a:cubicBezTo>
                    <a:pt x="236" y="805"/>
                    <a:pt x="246" y="814"/>
                    <a:pt x="247" y="821"/>
                  </a:cubicBezTo>
                  <a:cubicBezTo>
                    <a:pt x="268" y="868"/>
                    <a:pt x="261" y="870"/>
                    <a:pt x="266" y="874"/>
                  </a:cubicBezTo>
                  <a:cubicBezTo>
                    <a:pt x="224" y="800"/>
                    <a:pt x="220" y="795"/>
                    <a:pt x="217" y="789"/>
                  </a:cubicBezTo>
                  <a:cubicBezTo>
                    <a:pt x="185" y="740"/>
                    <a:pt x="190" y="733"/>
                    <a:pt x="185" y="736"/>
                  </a:cubicBezTo>
                  <a:cubicBezTo>
                    <a:pt x="171" y="702"/>
                    <a:pt x="168" y="697"/>
                    <a:pt x="166" y="693"/>
                  </a:cubicBezTo>
                  <a:cubicBezTo>
                    <a:pt x="134" y="606"/>
                    <a:pt x="125" y="601"/>
                    <a:pt x="129" y="597"/>
                  </a:cubicBezTo>
                  <a:cubicBezTo>
                    <a:pt x="119" y="542"/>
                    <a:pt x="118" y="540"/>
                    <a:pt x="116" y="538"/>
                  </a:cubicBezTo>
                  <a:cubicBezTo>
                    <a:pt x="111" y="539"/>
                    <a:pt x="113" y="558"/>
                    <a:pt x="117" y="576"/>
                  </a:cubicBezTo>
                  <a:cubicBezTo>
                    <a:pt x="141" y="650"/>
                    <a:pt x="140" y="667"/>
                    <a:pt x="151" y="685"/>
                  </a:cubicBezTo>
                  <a:cubicBezTo>
                    <a:pt x="194" y="767"/>
                    <a:pt x="201" y="774"/>
                    <a:pt x="207" y="789"/>
                  </a:cubicBezTo>
                  <a:cubicBezTo>
                    <a:pt x="228" y="836"/>
                    <a:pt x="240" y="840"/>
                    <a:pt x="235" y="842"/>
                  </a:cubicBezTo>
                  <a:cubicBezTo>
                    <a:pt x="251" y="882"/>
                    <a:pt x="258" y="889"/>
                    <a:pt x="255" y="894"/>
                  </a:cubicBezTo>
                  <a:cubicBezTo>
                    <a:pt x="228" y="846"/>
                    <a:pt x="227" y="844"/>
                    <a:pt x="225" y="842"/>
                  </a:cubicBezTo>
                  <a:cubicBezTo>
                    <a:pt x="212" y="821"/>
                    <a:pt x="210" y="822"/>
                    <a:pt x="209" y="820"/>
                  </a:cubicBezTo>
                  <a:cubicBezTo>
                    <a:pt x="166" y="769"/>
                    <a:pt x="157" y="757"/>
                    <a:pt x="144" y="743"/>
                  </a:cubicBezTo>
                  <a:cubicBezTo>
                    <a:pt x="123" y="700"/>
                    <a:pt x="116" y="696"/>
                    <a:pt x="115" y="693"/>
                  </a:cubicBezTo>
                  <a:cubicBezTo>
                    <a:pt x="107" y="669"/>
                    <a:pt x="105" y="663"/>
                    <a:pt x="101" y="657"/>
                  </a:cubicBezTo>
                  <a:cubicBezTo>
                    <a:pt x="96" y="630"/>
                    <a:pt x="93" y="623"/>
                    <a:pt x="91" y="615"/>
                  </a:cubicBezTo>
                  <a:cubicBezTo>
                    <a:pt x="87" y="604"/>
                    <a:pt x="82" y="608"/>
                    <a:pt x="85" y="614"/>
                  </a:cubicBezTo>
                  <a:cubicBezTo>
                    <a:pt x="95" y="654"/>
                    <a:pt x="92" y="660"/>
                    <a:pt x="95" y="666"/>
                  </a:cubicBezTo>
                  <a:cubicBezTo>
                    <a:pt x="154" y="770"/>
                    <a:pt x="155" y="771"/>
                    <a:pt x="161" y="778"/>
                  </a:cubicBezTo>
                  <a:cubicBezTo>
                    <a:pt x="204" y="829"/>
                    <a:pt x="208" y="830"/>
                    <a:pt x="211" y="836"/>
                  </a:cubicBezTo>
                  <a:cubicBezTo>
                    <a:pt x="249" y="919"/>
                    <a:pt x="255" y="928"/>
                    <a:pt x="253" y="935"/>
                  </a:cubicBezTo>
                  <a:cubicBezTo>
                    <a:pt x="253" y="956"/>
                    <a:pt x="256" y="954"/>
                    <a:pt x="252" y="951"/>
                  </a:cubicBezTo>
                  <a:cubicBezTo>
                    <a:pt x="255" y="941"/>
                    <a:pt x="249" y="937"/>
                    <a:pt x="247" y="934"/>
                  </a:cubicBezTo>
                  <a:cubicBezTo>
                    <a:pt x="223" y="877"/>
                    <a:pt x="219" y="872"/>
                    <a:pt x="216" y="866"/>
                  </a:cubicBezTo>
                  <a:cubicBezTo>
                    <a:pt x="166" y="796"/>
                    <a:pt x="160" y="792"/>
                    <a:pt x="155" y="782"/>
                  </a:cubicBezTo>
                  <a:cubicBezTo>
                    <a:pt x="107" y="716"/>
                    <a:pt x="103" y="719"/>
                    <a:pt x="103" y="714"/>
                  </a:cubicBezTo>
                  <a:cubicBezTo>
                    <a:pt x="85" y="675"/>
                    <a:pt x="83" y="673"/>
                    <a:pt x="82" y="671"/>
                  </a:cubicBezTo>
                  <a:cubicBezTo>
                    <a:pt x="79" y="658"/>
                    <a:pt x="74" y="655"/>
                    <a:pt x="76" y="653"/>
                  </a:cubicBezTo>
                  <a:cubicBezTo>
                    <a:pt x="72" y="651"/>
                    <a:pt x="73" y="653"/>
                    <a:pt x="70" y="654"/>
                  </a:cubicBezTo>
                  <a:cubicBezTo>
                    <a:pt x="78" y="674"/>
                    <a:pt x="75" y="677"/>
                    <a:pt x="80" y="682"/>
                  </a:cubicBezTo>
                  <a:cubicBezTo>
                    <a:pt x="93" y="713"/>
                    <a:pt x="99" y="721"/>
                    <a:pt x="102" y="730"/>
                  </a:cubicBezTo>
                  <a:cubicBezTo>
                    <a:pt x="168" y="818"/>
                    <a:pt x="173" y="816"/>
                    <a:pt x="176" y="821"/>
                  </a:cubicBezTo>
                  <a:cubicBezTo>
                    <a:pt x="206" y="868"/>
                    <a:pt x="208" y="871"/>
                    <a:pt x="210" y="875"/>
                  </a:cubicBezTo>
                  <a:cubicBezTo>
                    <a:pt x="237" y="926"/>
                    <a:pt x="238" y="934"/>
                    <a:pt x="240" y="942"/>
                  </a:cubicBezTo>
                  <a:cubicBezTo>
                    <a:pt x="254" y="974"/>
                    <a:pt x="251" y="976"/>
                    <a:pt x="252" y="978"/>
                  </a:cubicBezTo>
                  <a:cubicBezTo>
                    <a:pt x="244" y="978"/>
                    <a:pt x="245" y="972"/>
                    <a:pt x="245" y="965"/>
                  </a:cubicBezTo>
                  <a:cubicBezTo>
                    <a:pt x="220" y="909"/>
                    <a:pt x="215" y="897"/>
                    <a:pt x="207" y="885"/>
                  </a:cubicBezTo>
                  <a:cubicBezTo>
                    <a:pt x="195" y="866"/>
                    <a:pt x="195" y="864"/>
                    <a:pt x="193" y="865"/>
                  </a:cubicBezTo>
                  <a:cubicBezTo>
                    <a:pt x="179" y="855"/>
                    <a:pt x="185" y="844"/>
                    <a:pt x="180" y="848"/>
                  </a:cubicBezTo>
                  <a:cubicBezTo>
                    <a:pt x="148" y="807"/>
                    <a:pt x="140" y="795"/>
                    <a:pt x="131" y="783"/>
                  </a:cubicBezTo>
                  <a:cubicBezTo>
                    <a:pt x="118" y="762"/>
                    <a:pt x="110" y="755"/>
                    <a:pt x="106" y="749"/>
                  </a:cubicBezTo>
                  <a:cubicBezTo>
                    <a:pt x="80" y="696"/>
                    <a:pt x="80" y="694"/>
                    <a:pt x="80" y="692"/>
                  </a:cubicBezTo>
                  <a:cubicBezTo>
                    <a:pt x="71" y="664"/>
                    <a:pt x="69" y="658"/>
                    <a:pt x="65" y="661"/>
                  </a:cubicBezTo>
                  <a:cubicBezTo>
                    <a:pt x="71" y="688"/>
                    <a:pt x="73" y="693"/>
                    <a:pt x="76" y="697"/>
                  </a:cubicBezTo>
                  <a:cubicBezTo>
                    <a:pt x="113" y="772"/>
                    <a:pt x="120" y="781"/>
                    <a:pt x="125" y="789"/>
                  </a:cubicBezTo>
                  <a:cubicBezTo>
                    <a:pt x="135" y="803"/>
                    <a:pt x="136" y="809"/>
                    <a:pt x="140" y="813"/>
                  </a:cubicBezTo>
                  <a:cubicBezTo>
                    <a:pt x="178" y="859"/>
                    <a:pt x="181" y="858"/>
                    <a:pt x="179" y="860"/>
                  </a:cubicBezTo>
                  <a:cubicBezTo>
                    <a:pt x="193" y="881"/>
                    <a:pt x="195" y="882"/>
                    <a:pt x="198" y="889"/>
                  </a:cubicBezTo>
                  <a:cubicBezTo>
                    <a:pt x="227" y="944"/>
                    <a:pt x="231" y="952"/>
                    <a:pt x="235" y="961"/>
                  </a:cubicBezTo>
                  <a:cubicBezTo>
                    <a:pt x="244" y="999"/>
                    <a:pt x="243" y="1002"/>
                    <a:pt x="242" y="1005"/>
                  </a:cubicBezTo>
                  <a:cubicBezTo>
                    <a:pt x="238" y="996"/>
                    <a:pt x="233" y="991"/>
                    <a:pt x="234" y="988"/>
                  </a:cubicBezTo>
                  <a:cubicBezTo>
                    <a:pt x="225" y="962"/>
                    <a:pt x="224" y="959"/>
                    <a:pt x="222" y="957"/>
                  </a:cubicBezTo>
                  <a:cubicBezTo>
                    <a:pt x="210" y="930"/>
                    <a:pt x="207" y="921"/>
                    <a:pt x="204" y="912"/>
                  </a:cubicBezTo>
                  <a:cubicBezTo>
                    <a:pt x="190" y="898"/>
                    <a:pt x="190" y="892"/>
                    <a:pt x="189" y="891"/>
                  </a:cubicBezTo>
                  <a:cubicBezTo>
                    <a:pt x="171" y="869"/>
                    <a:pt x="172" y="868"/>
                    <a:pt x="171" y="866"/>
                  </a:cubicBezTo>
                  <a:cubicBezTo>
                    <a:pt x="166" y="860"/>
                    <a:pt x="165" y="861"/>
                    <a:pt x="164" y="859"/>
                  </a:cubicBezTo>
                  <a:cubicBezTo>
                    <a:pt x="156" y="850"/>
                    <a:pt x="152" y="845"/>
                    <a:pt x="148" y="841"/>
                  </a:cubicBezTo>
                  <a:cubicBezTo>
                    <a:pt x="65" y="711"/>
                    <a:pt x="53" y="694"/>
                    <a:pt x="50" y="678"/>
                  </a:cubicBezTo>
                  <a:cubicBezTo>
                    <a:pt x="50" y="701"/>
                    <a:pt x="55" y="704"/>
                    <a:pt x="53" y="706"/>
                  </a:cubicBezTo>
                  <a:cubicBezTo>
                    <a:pt x="169" y="875"/>
                    <a:pt x="172" y="884"/>
                    <a:pt x="197" y="919"/>
                  </a:cubicBezTo>
                  <a:cubicBezTo>
                    <a:pt x="218" y="976"/>
                    <a:pt x="221" y="979"/>
                    <a:pt x="224" y="983"/>
                  </a:cubicBezTo>
                  <a:cubicBezTo>
                    <a:pt x="228" y="1009"/>
                    <a:pt x="232" y="1014"/>
                    <a:pt x="228" y="1017"/>
                  </a:cubicBezTo>
                  <a:cubicBezTo>
                    <a:pt x="224" y="1004"/>
                    <a:pt x="219" y="996"/>
                    <a:pt x="221" y="990"/>
                  </a:cubicBezTo>
                  <a:cubicBezTo>
                    <a:pt x="201" y="949"/>
                    <a:pt x="198" y="938"/>
                    <a:pt x="196" y="934"/>
                  </a:cubicBezTo>
                  <a:cubicBezTo>
                    <a:pt x="166" y="892"/>
                    <a:pt x="165" y="887"/>
                    <a:pt x="163" y="885"/>
                  </a:cubicBezTo>
                  <a:cubicBezTo>
                    <a:pt x="129" y="843"/>
                    <a:pt x="120" y="840"/>
                    <a:pt x="115" y="826"/>
                  </a:cubicBezTo>
                  <a:cubicBezTo>
                    <a:pt x="95" y="810"/>
                    <a:pt x="100" y="803"/>
                    <a:pt x="95" y="801"/>
                  </a:cubicBezTo>
                  <a:cubicBezTo>
                    <a:pt x="58" y="746"/>
                    <a:pt x="61" y="750"/>
                    <a:pt x="63" y="753"/>
                  </a:cubicBezTo>
                  <a:cubicBezTo>
                    <a:pt x="73" y="778"/>
                    <a:pt x="76" y="782"/>
                    <a:pt x="79" y="786"/>
                  </a:cubicBezTo>
                  <a:cubicBezTo>
                    <a:pt x="96" y="817"/>
                    <a:pt x="95" y="817"/>
                    <a:pt x="101" y="826"/>
                  </a:cubicBezTo>
                  <a:cubicBezTo>
                    <a:pt x="112" y="844"/>
                    <a:pt x="119" y="843"/>
                    <a:pt x="118" y="851"/>
                  </a:cubicBezTo>
                  <a:cubicBezTo>
                    <a:pt x="187" y="941"/>
                    <a:pt x="193" y="948"/>
                    <a:pt x="198" y="955"/>
                  </a:cubicBezTo>
                  <a:cubicBezTo>
                    <a:pt x="206" y="972"/>
                    <a:pt x="204" y="974"/>
                    <a:pt x="206" y="976"/>
                  </a:cubicBezTo>
                  <a:cubicBezTo>
                    <a:pt x="210" y="996"/>
                    <a:pt x="210" y="999"/>
                    <a:pt x="212" y="1001"/>
                  </a:cubicBezTo>
                  <a:cubicBezTo>
                    <a:pt x="219" y="1030"/>
                    <a:pt x="221" y="1035"/>
                    <a:pt x="219" y="1038"/>
                  </a:cubicBezTo>
                  <a:cubicBezTo>
                    <a:pt x="213" y="1023"/>
                    <a:pt x="208" y="1019"/>
                    <a:pt x="207" y="1015"/>
                  </a:cubicBezTo>
                  <a:cubicBezTo>
                    <a:pt x="176" y="958"/>
                    <a:pt x="173" y="948"/>
                    <a:pt x="164" y="941"/>
                  </a:cubicBezTo>
                  <a:cubicBezTo>
                    <a:pt x="138" y="898"/>
                    <a:pt x="141" y="893"/>
                    <a:pt x="136" y="892"/>
                  </a:cubicBezTo>
                  <a:cubicBezTo>
                    <a:pt x="80" y="806"/>
                    <a:pt x="75" y="794"/>
                    <a:pt x="68" y="781"/>
                  </a:cubicBezTo>
                  <a:cubicBezTo>
                    <a:pt x="55" y="735"/>
                    <a:pt x="49" y="731"/>
                    <a:pt x="52" y="729"/>
                  </a:cubicBezTo>
                  <a:cubicBezTo>
                    <a:pt x="46" y="719"/>
                    <a:pt x="43" y="724"/>
                    <a:pt x="46" y="731"/>
                  </a:cubicBezTo>
                  <a:cubicBezTo>
                    <a:pt x="61" y="773"/>
                    <a:pt x="58" y="778"/>
                    <a:pt x="63" y="785"/>
                  </a:cubicBezTo>
                  <a:cubicBezTo>
                    <a:pt x="108" y="861"/>
                    <a:pt x="106" y="867"/>
                    <a:pt x="113" y="874"/>
                  </a:cubicBezTo>
                  <a:cubicBezTo>
                    <a:pt x="153" y="937"/>
                    <a:pt x="160" y="950"/>
                    <a:pt x="170" y="963"/>
                  </a:cubicBezTo>
                  <a:cubicBezTo>
                    <a:pt x="201" y="1018"/>
                    <a:pt x="197" y="1023"/>
                    <a:pt x="203" y="1030"/>
                  </a:cubicBezTo>
                  <a:cubicBezTo>
                    <a:pt x="212" y="1054"/>
                    <a:pt x="211" y="1060"/>
                    <a:pt x="215" y="1066"/>
                  </a:cubicBezTo>
                  <a:cubicBezTo>
                    <a:pt x="213" y="1076"/>
                    <a:pt x="211" y="1072"/>
                    <a:pt x="209" y="1068"/>
                  </a:cubicBezTo>
                  <a:cubicBezTo>
                    <a:pt x="192" y="1018"/>
                    <a:pt x="185" y="1004"/>
                    <a:pt x="179" y="986"/>
                  </a:cubicBezTo>
                  <a:cubicBezTo>
                    <a:pt x="167" y="965"/>
                    <a:pt x="163" y="959"/>
                    <a:pt x="162" y="959"/>
                  </a:cubicBezTo>
                  <a:cubicBezTo>
                    <a:pt x="150" y="943"/>
                    <a:pt x="146" y="939"/>
                    <a:pt x="143" y="936"/>
                  </a:cubicBezTo>
                  <a:cubicBezTo>
                    <a:pt x="94" y="874"/>
                    <a:pt x="79" y="852"/>
                    <a:pt x="64" y="833"/>
                  </a:cubicBezTo>
                  <a:cubicBezTo>
                    <a:pt x="39" y="757"/>
                    <a:pt x="29" y="752"/>
                    <a:pt x="35" y="749"/>
                  </a:cubicBezTo>
                  <a:cubicBezTo>
                    <a:pt x="29" y="755"/>
                    <a:pt x="31" y="759"/>
                    <a:pt x="33" y="763"/>
                  </a:cubicBezTo>
                  <a:cubicBezTo>
                    <a:pt x="44" y="793"/>
                    <a:pt x="39" y="799"/>
                    <a:pt x="45" y="807"/>
                  </a:cubicBezTo>
                  <a:cubicBezTo>
                    <a:pt x="89" y="874"/>
                    <a:pt x="113" y="915"/>
                    <a:pt x="129" y="931"/>
                  </a:cubicBezTo>
                  <a:cubicBezTo>
                    <a:pt x="153" y="967"/>
                    <a:pt x="164" y="977"/>
                    <a:pt x="170" y="987"/>
                  </a:cubicBezTo>
                  <a:cubicBezTo>
                    <a:pt x="186" y="1036"/>
                    <a:pt x="176" y="1025"/>
                    <a:pt x="171" y="1012"/>
                  </a:cubicBezTo>
                  <a:cubicBezTo>
                    <a:pt x="150" y="985"/>
                    <a:pt x="142" y="980"/>
                    <a:pt x="145" y="976"/>
                  </a:cubicBezTo>
                  <a:cubicBezTo>
                    <a:pt x="89" y="910"/>
                    <a:pt x="75" y="887"/>
                    <a:pt x="51" y="850"/>
                  </a:cubicBezTo>
                  <a:cubicBezTo>
                    <a:pt x="32" y="802"/>
                    <a:pt x="32" y="799"/>
                    <a:pt x="33" y="797"/>
                  </a:cubicBezTo>
                  <a:cubicBezTo>
                    <a:pt x="29" y="798"/>
                    <a:pt x="29" y="800"/>
                    <a:pt x="29" y="802"/>
                  </a:cubicBezTo>
                  <a:cubicBezTo>
                    <a:pt x="34" y="829"/>
                    <a:pt x="41" y="834"/>
                    <a:pt x="38" y="838"/>
                  </a:cubicBezTo>
                  <a:cubicBezTo>
                    <a:pt x="56" y="874"/>
                    <a:pt x="56" y="876"/>
                    <a:pt x="56" y="876"/>
                  </a:cubicBezTo>
                  <a:cubicBezTo>
                    <a:pt x="77" y="905"/>
                    <a:pt x="93" y="930"/>
                    <a:pt x="103" y="938"/>
                  </a:cubicBezTo>
                  <a:cubicBezTo>
                    <a:pt x="143" y="990"/>
                    <a:pt x="145" y="993"/>
                    <a:pt x="147" y="997"/>
                  </a:cubicBezTo>
                  <a:cubicBezTo>
                    <a:pt x="170" y="1023"/>
                    <a:pt x="170" y="1030"/>
                    <a:pt x="170" y="1032"/>
                  </a:cubicBezTo>
                  <a:cubicBezTo>
                    <a:pt x="192" y="1072"/>
                    <a:pt x="200" y="1081"/>
                    <a:pt x="202" y="1090"/>
                  </a:cubicBezTo>
                  <a:cubicBezTo>
                    <a:pt x="202" y="1098"/>
                    <a:pt x="196" y="1094"/>
                    <a:pt x="199" y="1092"/>
                  </a:cubicBezTo>
                  <a:cubicBezTo>
                    <a:pt x="171" y="1039"/>
                    <a:pt x="164" y="1029"/>
                    <a:pt x="160" y="1024"/>
                  </a:cubicBezTo>
                  <a:cubicBezTo>
                    <a:pt x="153" y="1014"/>
                    <a:pt x="150" y="1010"/>
                    <a:pt x="146" y="1005"/>
                  </a:cubicBezTo>
                  <a:cubicBezTo>
                    <a:pt x="40" y="864"/>
                    <a:pt x="36" y="858"/>
                    <a:pt x="31" y="852"/>
                  </a:cubicBezTo>
                  <a:cubicBezTo>
                    <a:pt x="22" y="845"/>
                    <a:pt x="25" y="854"/>
                    <a:pt x="29" y="863"/>
                  </a:cubicBezTo>
                  <a:cubicBezTo>
                    <a:pt x="50" y="911"/>
                    <a:pt x="48" y="916"/>
                    <a:pt x="54" y="922"/>
                  </a:cubicBezTo>
                  <a:cubicBezTo>
                    <a:pt x="84" y="967"/>
                    <a:pt x="81" y="972"/>
                    <a:pt x="86" y="972"/>
                  </a:cubicBezTo>
                  <a:cubicBezTo>
                    <a:pt x="97" y="985"/>
                    <a:pt x="95" y="988"/>
                    <a:pt x="95" y="988"/>
                  </a:cubicBezTo>
                  <a:cubicBezTo>
                    <a:pt x="134" y="1039"/>
                    <a:pt x="133" y="1041"/>
                    <a:pt x="134" y="1043"/>
                  </a:cubicBezTo>
                  <a:cubicBezTo>
                    <a:pt x="154" y="1066"/>
                    <a:pt x="152" y="1068"/>
                    <a:pt x="153" y="1069"/>
                  </a:cubicBezTo>
                  <a:cubicBezTo>
                    <a:pt x="163" y="1084"/>
                    <a:pt x="168" y="1094"/>
                    <a:pt x="176" y="1104"/>
                  </a:cubicBezTo>
                  <a:cubicBezTo>
                    <a:pt x="193" y="1150"/>
                    <a:pt x="191" y="1152"/>
                    <a:pt x="193" y="1155"/>
                  </a:cubicBezTo>
                  <a:cubicBezTo>
                    <a:pt x="174" y="1126"/>
                    <a:pt x="178" y="1120"/>
                    <a:pt x="173" y="1121"/>
                  </a:cubicBezTo>
                  <a:cubicBezTo>
                    <a:pt x="150" y="1085"/>
                    <a:pt x="146" y="1076"/>
                    <a:pt x="137" y="1068"/>
                  </a:cubicBezTo>
                  <a:cubicBezTo>
                    <a:pt x="122" y="1043"/>
                    <a:pt x="118" y="1038"/>
                    <a:pt x="116" y="1034"/>
                  </a:cubicBezTo>
                  <a:cubicBezTo>
                    <a:pt x="107" y="1023"/>
                    <a:pt x="105" y="1016"/>
                    <a:pt x="100" y="1009"/>
                  </a:cubicBezTo>
                  <a:cubicBezTo>
                    <a:pt x="90" y="998"/>
                    <a:pt x="92" y="997"/>
                    <a:pt x="89" y="997"/>
                  </a:cubicBezTo>
                  <a:cubicBezTo>
                    <a:pt x="85" y="986"/>
                    <a:pt x="82" y="987"/>
                    <a:pt x="82" y="987"/>
                  </a:cubicBezTo>
                  <a:cubicBezTo>
                    <a:pt x="53" y="952"/>
                    <a:pt x="52" y="942"/>
                    <a:pt x="49" y="942"/>
                  </a:cubicBezTo>
                  <a:cubicBezTo>
                    <a:pt x="31" y="899"/>
                    <a:pt x="22" y="894"/>
                    <a:pt x="26" y="890"/>
                  </a:cubicBezTo>
                  <a:cubicBezTo>
                    <a:pt x="40" y="944"/>
                    <a:pt x="46" y="951"/>
                    <a:pt x="50" y="957"/>
                  </a:cubicBezTo>
                  <a:cubicBezTo>
                    <a:pt x="55" y="964"/>
                    <a:pt x="54" y="966"/>
                    <a:pt x="55" y="967"/>
                  </a:cubicBezTo>
                  <a:cubicBezTo>
                    <a:pt x="62" y="976"/>
                    <a:pt x="63" y="974"/>
                    <a:pt x="64" y="976"/>
                  </a:cubicBezTo>
                  <a:cubicBezTo>
                    <a:pt x="71" y="991"/>
                    <a:pt x="75" y="992"/>
                    <a:pt x="75" y="992"/>
                  </a:cubicBezTo>
                  <a:cubicBezTo>
                    <a:pt x="87" y="1006"/>
                    <a:pt x="91" y="1013"/>
                    <a:pt x="94" y="1018"/>
                  </a:cubicBezTo>
                  <a:cubicBezTo>
                    <a:pt x="102" y="1029"/>
                    <a:pt x="101" y="1031"/>
                    <a:pt x="102" y="1032"/>
                  </a:cubicBezTo>
                  <a:cubicBezTo>
                    <a:pt x="136" y="1079"/>
                    <a:pt x="145" y="1091"/>
                    <a:pt x="153" y="1103"/>
                  </a:cubicBezTo>
                  <a:cubicBezTo>
                    <a:pt x="187" y="1163"/>
                    <a:pt x="182" y="1168"/>
                    <a:pt x="186" y="1173"/>
                  </a:cubicBezTo>
                  <a:cubicBezTo>
                    <a:pt x="178" y="1170"/>
                    <a:pt x="174" y="1167"/>
                    <a:pt x="173" y="1165"/>
                  </a:cubicBezTo>
                  <a:cubicBezTo>
                    <a:pt x="155" y="1142"/>
                    <a:pt x="146" y="1120"/>
                    <a:pt x="135" y="1111"/>
                  </a:cubicBezTo>
                  <a:cubicBezTo>
                    <a:pt x="110" y="1078"/>
                    <a:pt x="102" y="1080"/>
                    <a:pt x="106" y="1076"/>
                  </a:cubicBezTo>
                  <a:cubicBezTo>
                    <a:pt x="83" y="1057"/>
                    <a:pt x="75" y="1040"/>
                    <a:pt x="65" y="1032"/>
                  </a:cubicBezTo>
                  <a:cubicBezTo>
                    <a:pt x="32" y="978"/>
                    <a:pt x="31" y="976"/>
                    <a:pt x="24" y="965"/>
                  </a:cubicBezTo>
                  <a:cubicBezTo>
                    <a:pt x="9" y="949"/>
                    <a:pt x="15" y="952"/>
                    <a:pt x="15" y="957"/>
                  </a:cubicBezTo>
                  <a:cubicBezTo>
                    <a:pt x="47" y="1023"/>
                    <a:pt x="52" y="1028"/>
                    <a:pt x="57" y="1035"/>
                  </a:cubicBezTo>
                  <a:cubicBezTo>
                    <a:pt x="102" y="1083"/>
                    <a:pt x="107" y="1092"/>
                    <a:pt x="113" y="1095"/>
                  </a:cubicBezTo>
                  <a:cubicBezTo>
                    <a:pt x="149" y="1143"/>
                    <a:pt x="150" y="1151"/>
                    <a:pt x="154" y="1149"/>
                  </a:cubicBezTo>
                  <a:cubicBezTo>
                    <a:pt x="174" y="1202"/>
                    <a:pt x="185" y="1210"/>
                    <a:pt x="182" y="1215"/>
                  </a:cubicBezTo>
                  <a:cubicBezTo>
                    <a:pt x="168" y="1179"/>
                    <a:pt x="159" y="1180"/>
                    <a:pt x="162" y="1177"/>
                  </a:cubicBezTo>
                  <a:cubicBezTo>
                    <a:pt x="140" y="1153"/>
                    <a:pt x="142" y="1142"/>
                    <a:pt x="135" y="1136"/>
                  </a:cubicBezTo>
                  <a:cubicBezTo>
                    <a:pt x="98" y="1090"/>
                    <a:pt x="95" y="1086"/>
                    <a:pt x="92" y="1086"/>
                  </a:cubicBezTo>
                  <a:cubicBezTo>
                    <a:pt x="82" y="1073"/>
                    <a:pt x="82" y="1071"/>
                    <a:pt x="82" y="1069"/>
                  </a:cubicBezTo>
                  <a:cubicBezTo>
                    <a:pt x="44" y="1034"/>
                    <a:pt x="41" y="1030"/>
                    <a:pt x="39" y="1026"/>
                  </a:cubicBezTo>
                  <a:cubicBezTo>
                    <a:pt x="13" y="992"/>
                    <a:pt x="16" y="996"/>
                    <a:pt x="17" y="1000"/>
                  </a:cubicBezTo>
                  <a:cubicBezTo>
                    <a:pt x="48" y="1041"/>
                    <a:pt x="46" y="1053"/>
                    <a:pt x="55" y="1056"/>
                  </a:cubicBezTo>
                  <a:cubicBezTo>
                    <a:pt x="80" y="1083"/>
                    <a:pt x="81" y="1085"/>
                    <a:pt x="83" y="1087"/>
                  </a:cubicBezTo>
                  <a:cubicBezTo>
                    <a:pt x="89" y="1101"/>
                    <a:pt x="103" y="1099"/>
                    <a:pt x="97" y="1104"/>
                  </a:cubicBezTo>
                  <a:cubicBezTo>
                    <a:pt x="125" y="1140"/>
                    <a:pt x="131" y="1145"/>
                    <a:pt x="130" y="1149"/>
                  </a:cubicBezTo>
                  <a:cubicBezTo>
                    <a:pt x="93" y="1107"/>
                    <a:pt x="89" y="1106"/>
                    <a:pt x="86" y="1102"/>
                  </a:cubicBezTo>
                  <a:cubicBezTo>
                    <a:pt x="63" y="1079"/>
                    <a:pt x="59" y="1075"/>
                    <a:pt x="55" y="1073"/>
                  </a:cubicBezTo>
                  <a:cubicBezTo>
                    <a:pt x="0" y="1009"/>
                    <a:pt x="9" y="1016"/>
                    <a:pt x="8" y="1021"/>
                  </a:cubicBezTo>
                  <a:cubicBezTo>
                    <a:pt x="27" y="1050"/>
                    <a:pt x="29" y="1050"/>
                    <a:pt x="30" y="1052"/>
                  </a:cubicBezTo>
                  <a:cubicBezTo>
                    <a:pt x="33" y="1062"/>
                    <a:pt x="38" y="1060"/>
                    <a:pt x="41" y="1066"/>
                  </a:cubicBezTo>
                  <a:cubicBezTo>
                    <a:pt x="86" y="1110"/>
                    <a:pt x="90" y="1120"/>
                    <a:pt x="96" y="1122"/>
                  </a:cubicBezTo>
                  <a:cubicBezTo>
                    <a:pt x="118" y="1149"/>
                    <a:pt x="127" y="1163"/>
                    <a:pt x="137" y="1176"/>
                  </a:cubicBezTo>
                  <a:cubicBezTo>
                    <a:pt x="148" y="1204"/>
                    <a:pt x="162" y="1211"/>
                    <a:pt x="158" y="1215"/>
                  </a:cubicBezTo>
                  <a:cubicBezTo>
                    <a:pt x="165" y="1240"/>
                    <a:pt x="164" y="1234"/>
                    <a:pt x="163" y="1229"/>
                  </a:cubicBezTo>
                  <a:cubicBezTo>
                    <a:pt x="151" y="1205"/>
                    <a:pt x="144" y="1201"/>
                    <a:pt x="143" y="1199"/>
                  </a:cubicBezTo>
                  <a:cubicBezTo>
                    <a:pt x="118" y="1171"/>
                    <a:pt x="122" y="1166"/>
                    <a:pt x="116" y="1164"/>
                  </a:cubicBezTo>
                  <a:cubicBezTo>
                    <a:pt x="82" y="1123"/>
                    <a:pt x="68" y="1114"/>
                    <a:pt x="60" y="1107"/>
                  </a:cubicBezTo>
                  <a:cubicBezTo>
                    <a:pt x="19" y="1050"/>
                    <a:pt x="22" y="1042"/>
                    <a:pt x="13" y="1042"/>
                  </a:cubicBezTo>
                  <a:cubicBezTo>
                    <a:pt x="62" y="1117"/>
                    <a:pt x="74" y="1136"/>
                    <a:pt x="95" y="1152"/>
                  </a:cubicBezTo>
                  <a:cubicBezTo>
                    <a:pt x="135" y="1204"/>
                    <a:pt x="140" y="1211"/>
                    <a:pt x="145" y="1217"/>
                  </a:cubicBezTo>
                  <a:cubicBezTo>
                    <a:pt x="170" y="1269"/>
                    <a:pt x="166" y="1271"/>
                    <a:pt x="171" y="1274"/>
                  </a:cubicBezTo>
                  <a:cubicBezTo>
                    <a:pt x="178" y="1302"/>
                    <a:pt x="178" y="1304"/>
                    <a:pt x="177" y="1307"/>
                  </a:cubicBezTo>
                  <a:cubicBezTo>
                    <a:pt x="169" y="1297"/>
                    <a:pt x="173" y="1295"/>
                    <a:pt x="168" y="1291"/>
                  </a:cubicBezTo>
                  <a:cubicBezTo>
                    <a:pt x="133" y="1236"/>
                    <a:pt x="128" y="1228"/>
                    <a:pt x="116" y="1208"/>
                  </a:cubicBezTo>
                  <a:cubicBezTo>
                    <a:pt x="41" y="1115"/>
                    <a:pt x="40" y="1112"/>
                    <a:pt x="37" y="1109"/>
                  </a:cubicBezTo>
                  <a:cubicBezTo>
                    <a:pt x="25" y="1086"/>
                    <a:pt x="30" y="1079"/>
                    <a:pt x="24" y="1081"/>
                  </a:cubicBezTo>
                  <a:cubicBezTo>
                    <a:pt x="59" y="1159"/>
                    <a:pt x="64" y="1161"/>
                    <a:pt x="69" y="1166"/>
                  </a:cubicBezTo>
                  <a:cubicBezTo>
                    <a:pt x="116" y="1220"/>
                    <a:pt x="123" y="1241"/>
                    <a:pt x="133" y="1245"/>
                  </a:cubicBezTo>
                  <a:cubicBezTo>
                    <a:pt x="146" y="1275"/>
                    <a:pt x="149" y="1274"/>
                    <a:pt x="153" y="1283"/>
                  </a:cubicBezTo>
                  <a:cubicBezTo>
                    <a:pt x="167" y="1322"/>
                    <a:pt x="173" y="1328"/>
                    <a:pt x="172" y="1333"/>
                  </a:cubicBezTo>
                  <a:cubicBezTo>
                    <a:pt x="172" y="1344"/>
                    <a:pt x="171" y="1342"/>
                    <a:pt x="167" y="1341"/>
                  </a:cubicBezTo>
                  <a:cubicBezTo>
                    <a:pt x="163" y="1322"/>
                    <a:pt x="155" y="1318"/>
                    <a:pt x="159" y="1315"/>
                  </a:cubicBezTo>
                  <a:cubicBezTo>
                    <a:pt x="128" y="1261"/>
                    <a:pt x="129" y="1259"/>
                    <a:pt x="117" y="1247"/>
                  </a:cubicBezTo>
                  <a:cubicBezTo>
                    <a:pt x="67" y="1189"/>
                    <a:pt x="67" y="1186"/>
                    <a:pt x="62" y="1181"/>
                  </a:cubicBezTo>
                  <a:cubicBezTo>
                    <a:pt x="50" y="1165"/>
                    <a:pt x="47" y="1166"/>
                    <a:pt x="49" y="1163"/>
                  </a:cubicBezTo>
                  <a:cubicBezTo>
                    <a:pt x="12" y="1111"/>
                    <a:pt x="15" y="1107"/>
                    <a:pt x="9" y="1101"/>
                  </a:cubicBezTo>
                  <a:cubicBezTo>
                    <a:pt x="13" y="1122"/>
                    <a:pt x="19" y="1126"/>
                    <a:pt x="16" y="1128"/>
                  </a:cubicBezTo>
                  <a:cubicBezTo>
                    <a:pt x="47" y="1180"/>
                    <a:pt x="52" y="1178"/>
                    <a:pt x="54" y="1184"/>
                  </a:cubicBezTo>
                  <a:cubicBezTo>
                    <a:pt x="108" y="1249"/>
                    <a:pt x="110" y="1258"/>
                    <a:pt x="114" y="1257"/>
                  </a:cubicBezTo>
                  <a:cubicBezTo>
                    <a:pt x="108" y="1251"/>
                    <a:pt x="101" y="1249"/>
                    <a:pt x="97" y="1247"/>
                  </a:cubicBezTo>
                  <a:cubicBezTo>
                    <a:pt x="70" y="1217"/>
                    <a:pt x="67" y="1206"/>
                    <a:pt x="63" y="1203"/>
                  </a:cubicBezTo>
                  <a:cubicBezTo>
                    <a:pt x="43" y="1184"/>
                    <a:pt x="42" y="1180"/>
                    <a:pt x="40" y="1177"/>
                  </a:cubicBezTo>
                  <a:cubicBezTo>
                    <a:pt x="2" y="1139"/>
                    <a:pt x="9" y="1144"/>
                    <a:pt x="8" y="1147"/>
                  </a:cubicBezTo>
                  <a:cubicBezTo>
                    <a:pt x="31" y="1180"/>
                    <a:pt x="28" y="1183"/>
                    <a:pt x="34" y="1187"/>
                  </a:cubicBezTo>
                  <a:cubicBezTo>
                    <a:pt x="104" y="1266"/>
                    <a:pt x="106" y="1270"/>
                    <a:pt x="109" y="1273"/>
                  </a:cubicBezTo>
                  <a:cubicBezTo>
                    <a:pt x="130" y="1308"/>
                    <a:pt x="136" y="1314"/>
                    <a:pt x="138" y="1320"/>
                  </a:cubicBezTo>
                  <a:cubicBezTo>
                    <a:pt x="148" y="1353"/>
                    <a:pt x="160" y="1358"/>
                    <a:pt x="154" y="1360"/>
                  </a:cubicBezTo>
                  <a:cubicBezTo>
                    <a:pt x="143" y="1349"/>
                    <a:pt x="143" y="1342"/>
                    <a:pt x="136" y="1334"/>
                  </a:cubicBezTo>
                  <a:cubicBezTo>
                    <a:pt x="102" y="1286"/>
                    <a:pt x="93" y="1279"/>
                    <a:pt x="95" y="1275"/>
                  </a:cubicBezTo>
                  <a:cubicBezTo>
                    <a:pt x="30" y="1202"/>
                    <a:pt x="24" y="1194"/>
                    <a:pt x="18" y="1185"/>
                  </a:cubicBezTo>
                  <a:cubicBezTo>
                    <a:pt x="17" y="1202"/>
                    <a:pt x="20" y="1204"/>
                    <a:pt x="22" y="1205"/>
                  </a:cubicBezTo>
                  <a:cubicBezTo>
                    <a:pt x="28" y="1233"/>
                    <a:pt x="31" y="1245"/>
                    <a:pt x="36" y="1247"/>
                  </a:cubicBezTo>
                  <a:cubicBezTo>
                    <a:pt x="44" y="1265"/>
                    <a:pt x="42" y="1268"/>
                    <a:pt x="45" y="1267"/>
                  </a:cubicBezTo>
                  <a:cubicBezTo>
                    <a:pt x="78" y="1315"/>
                    <a:pt x="77" y="1317"/>
                    <a:pt x="84" y="1325"/>
                  </a:cubicBezTo>
                  <a:cubicBezTo>
                    <a:pt x="106" y="1353"/>
                    <a:pt x="114" y="1357"/>
                    <a:pt x="107" y="1360"/>
                  </a:cubicBezTo>
                  <a:cubicBezTo>
                    <a:pt x="74" y="1315"/>
                    <a:pt x="69" y="1314"/>
                    <a:pt x="66" y="1306"/>
                  </a:cubicBezTo>
                  <a:cubicBezTo>
                    <a:pt x="42" y="1273"/>
                    <a:pt x="39" y="1262"/>
                    <a:pt x="33" y="1256"/>
                  </a:cubicBezTo>
                  <a:cubicBezTo>
                    <a:pt x="26" y="1249"/>
                    <a:pt x="31" y="1241"/>
                    <a:pt x="27" y="1238"/>
                  </a:cubicBezTo>
                  <a:cubicBezTo>
                    <a:pt x="23" y="1255"/>
                    <a:pt x="30" y="1264"/>
                    <a:pt x="33" y="1273"/>
                  </a:cubicBezTo>
                  <a:cubicBezTo>
                    <a:pt x="72" y="1327"/>
                    <a:pt x="77" y="1337"/>
                    <a:pt x="86" y="1343"/>
                  </a:cubicBezTo>
                  <a:cubicBezTo>
                    <a:pt x="91" y="1356"/>
                    <a:pt x="95" y="1356"/>
                    <a:pt x="95" y="1356"/>
                  </a:cubicBezTo>
                  <a:cubicBezTo>
                    <a:pt x="113" y="1378"/>
                    <a:pt x="122" y="1391"/>
                    <a:pt x="131" y="1399"/>
                  </a:cubicBezTo>
                  <a:cubicBezTo>
                    <a:pt x="141" y="1414"/>
                    <a:pt x="144" y="1416"/>
                    <a:pt x="146" y="1420"/>
                  </a:cubicBezTo>
                  <a:cubicBezTo>
                    <a:pt x="142" y="1419"/>
                    <a:pt x="139" y="1422"/>
                    <a:pt x="137" y="1417"/>
                  </a:cubicBezTo>
                  <a:cubicBezTo>
                    <a:pt x="104" y="1393"/>
                    <a:pt x="99" y="1389"/>
                    <a:pt x="94" y="1389"/>
                  </a:cubicBezTo>
                  <a:cubicBezTo>
                    <a:pt x="39" y="1357"/>
                    <a:pt x="44" y="1357"/>
                    <a:pt x="47" y="1361"/>
                  </a:cubicBezTo>
                  <a:cubicBezTo>
                    <a:pt x="73" y="1381"/>
                    <a:pt x="77" y="1386"/>
                    <a:pt x="82" y="1385"/>
                  </a:cubicBezTo>
                  <a:cubicBezTo>
                    <a:pt x="123" y="1414"/>
                    <a:pt x="127" y="1423"/>
                    <a:pt x="131" y="1423"/>
                  </a:cubicBezTo>
                  <a:cubicBezTo>
                    <a:pt x="163" y="1460"/>
                    <a:pt x="167" y="1459"/>
                    <a:pt x="169" y="1462"/>
                  </a:cubicBezTo>
                  <a:cubicBezTo>
                    <a:pt x="183" y="1480"/>
                    <a:pt x="180" y="1489"/>
                    <a:pt x="185" y="1495"/>
                  </a:cubicBezTo>
                  <a:cubicBezTo>
                    <a:pt x="198" y="1470"/>
                    <a:pt x="199" y="1467"/>
                    <a:pt x="200" y="1465"/>
                  </a:cubicBezTo>
                  <a:cubicBezTo>
                    <a:pt x="239" y="1447"/>
                    <a:pt x="243" y="1445"/>
                    <a:pt x="246" y="1443"/>
                  </a:cubicBezTo>
                  <a:cubicBezTo>
                    <a:pt x="237" y="1440"/>
                    <a:pt x="233" y="1441"/>
                    <a:pt x="230" y="1441"/>
                  </a:cubicBezTo>
                  <a:cubicBezTo>
                    <a:pt x="214" y="1443"/>
                    <a:pt x="212" y="1436"/>
                    <a:pt x="217" y="1430"/>
                  </a:cubicBezTo>
                  <a:cubicBezTo>
                    <a:pt x="295" y="1389"/>
                    <a:pt x="303" y="1382"/>
                    <a:pt x="310" y="1385"/>
                  </a:cubicBezTo>
                  <a:cubicBezTo>
                    <a:pt x="381" y="1375"/>
                    <a:pt x="383" y="1379"/>
                    <a:pt x="388" y="1373"/>
                  </a:cubicBezTo>
                  <a:cubicBezTo>
                    <a:pt x="426" y="1368"/>
                    <a:pt x="430" y="1366"/>
                    <a:pt x="433" y="1365"/>
                  </a:cubicBezTo>
                  <a:cubicBezTo>
                    <a:pt x="449" y="1360"/>
                    <a:pt x="453" y="1363"/>
                    <a:pt x="457" y="1358"/>
                  </a:cubicBezTo>
                  <a:cubicBezTo>
                    <a:pt x="441" y="1356"/>
                    <a:pt x="440" y="1359"/>
                    <a:pt x="438" y="1359"/>
                  </a:cubicBezTo>
                  <a:cubicBezTo>
                    <a:pt x="426" y="1362"/>
                    <a:pt x="425" y="1358"/>
                    <a:pt x="421" y="1362"/>
                  </a:cubicBezTo>
                  <a:cubicBezTo>
                    <a:pt x="371" y="1366"/>
                    <a:pt x="364" y="1369"/>
                    <a:pt x="357" y="1369"/>
                  </a:cubicBezTo>
                  <a:cubicBezTo>
                    <a:pt x="338" y="1375"/>
                    <a:pt x="337" y="1371"/>
                    <a:pt x="335" y="1372"/>
                  </a:cubicBezTo>
                  <a:cubicBezTo>
                    <a:pt x="307" y="1376"/>
                    <a:pt x="306" y="1372"/>
                    <a:pt x="303" y="1376"/>
                  </a:cubicBezTo>
                  <a:cubicBezTo>
                    <a:pt x="270" y="1383"/>
                    <a:pt x="263" y="1389"/>
                    <a:pt x="258" y="1388"/>
                  </a:cubicBezTo>
                  <a:cubicBezTo>
                    <a:pt x="202" y="1433"/>
                    <a:pt x="200" y="1437"/>
                    <a:pt x="196" y="1441"/>
                  </a:cubicBezTo>
                  <a:cubicBezTo>
                    <a:pt x="185" y="1441"/>
                    <a:pt x="190" y="1433"/>
                    <a:pt x="197" y="1425"/>
                  </a:cubicBezTo>
                  <a:cubicBezTo>
                    <a:pt x="279" y="1366"/>
                    <a:pt x="282" y="1364"/>
                    <a:pt x="284" y="1362"/>
                  </a:cubicBezTo>
                  <a:cubicBezTo>
                    <a:pt x="315" y="1356"/>
                    <a:pt x="324" y="1356"/>
                    <a:pt x="334" y="1353"/>
                  </a:cubicBezTo>
                  <a:cubicBezTo>
                    <a:pt x="381" y="1350"/>
                    <a:pt x="385" y="1350"/>
                    <a:pt x="390" y="1350"/>
                  </a:cubicBezTo>
                  <a:cubicBezTo>
                    <a:pt x="436" y="1341"/>
                    <a:pt x="441" y="1339"/>
                    <a:pt x="446" y="1339"/>
                  </a:cubicBezTo>
                  <a:cubicBezTo>
                    <a:pt x="489" y="1324"/>
                    <a:pt x="486" y="1320"/>
                    <a:pt x="481" y="1326"/>
                  </a:cubicBezTo>
                  <a:cubicBezTo>
                    <a:pt x="445" y="1330"/>
                    <a:pt x="442" y="1333"/>
                    <a:pt x="438" y="1335"/>
                  </a:cubicBezTo>
                  <a:cubicBezTo>
                    <a:pt x="414" y="1334"/>
                    <a:pt x="409" y="1345"/>
                    <a:pt x="406" y="1338"/>
                  </a:cubicBezTo>
                  <a:cubicBezTo>
                    <a:pt x="436" y="1330"/>
                    <a:pt x="444" y="1327"/>
                    <a:pt x="451" y="1328"/>
                  </a:cubicBezTo>
                  <a:cubicBezTo>
                    <a:pt x="502" y="1292"/>
                    <a:pt x="500" y="1297"/>
                    <a:pt x="495" y="1301"/>
                  </a:cubicBezTo>
                  <a:cubicBezTo>
                    <a:pt x="463" y="1311"/>
                    <a:pt x="458" y="1319"/>
                    <a:pt x="455" y="1320"/>
                  </a:cubicBezTo>
                  <a:cubicBezTo>
                    <a:pt x="410" y="1329"/>
                    <a:pt x="405" y="1329"/>
                    <a:pt x="400" y="1333"/>
                  </a:cubicBezTo>
                  <a:cubicBezTo>
                    <a:pt x="380" y="1333"/>
                    <a:pt x="378" y="1331"/>
                    <a:pt x="376" y="1333"/>
                  </a:cubicBezTo>
                  <a:cubicBezTo>
                    <a:pt x="356" y="1334"/>
                    <a:pt x="353" y="1333"/>
                    <a:pt x="355" y="1331"/>
                  </a:cubicBezTo>
                  <a:cubicBezTo>
                    <a:pt x="400" y="1320"/>
                    <a:pt x="402" y="1322"/>
                    <a:pt x="405" y="1319"/>
                  </a:cubicBezTo>
                  <a:cubicBezTo>
                    <a:pt x="429" y="1309"/>
                    <a:pt x="438" y="1305"/>
                    <a:pt x="450" y="1297"/>
                  </a:cubicBezTo>
                  <a:cubicBezTo>
                    <a:pt x="498" y="1254"/>
                    <a:pt x="508" y="1256"/>
                    <a:pt x="503" y="1248"/>
                  </a:cubicBezTo>
                  <a:cubicBezTo>
                    <a:pt x="391" y="1316"/>
                    <a:pt x="387" y="1317"/>
                    <a:pt x="384" y="1317"/>
                  </a:cubicBezTo>
                  <a:cubicBezTo>
                    <a:pt x="365" y="1320"/>
                    <a:pt x="363" y="1321"/>
                    <a:pt x="360" y="1322"/>
                  </a:cubicBezTo>
                  <a:cubicBezTo>
                    <a:pt x="345" y="1324"/>
                    <a:pt x="344" y="1319"/>
                    <a:pt x="342" y="1323"/>
                  </a:cubicBezTo>
                  <a:cubicBezTo>
                    <a:pt x="303" y="1328"/>
                    <a:pt x="296" y="1326"/>
                    <a:pt x="290" y="1326"/>
                  </a:cubicBezTo>
                  <a:cubicBezTo>
                    <a:pt x="244" y="1332"/>
                    <a:pt x="240" y="1335"/>
                    <a:pt x="237" y="1335"/>
                  </a:cubicBezTo>
                  <a:cubicBezTo>
                    <a:pt x="200" y="1351"/>
                    <a:pt x="199" y="1362"/>
                    <a:pt x="193" y="1356"/>
                  </a:cubicBezTo>
                  <a:cubicBezTo>
                    <a:pt x="222" y="1332"/>
                    <a:pt x="227" y="1334"/>
                    <a:pt x="232" y="1328"/>
                  </a:cubicBezTo>
                  <a:cubicBezTo>
                    <a:pt x="257" y="1323"/>
                    <a:pt x="260" y="1322"/>
                    <a:pt x="262" y="1322"/>
                  </a:cubicBezTo>
                  <a:cubicBezTo>
                    <a:pt x="340" y="1309"/>
                    <a:pt x="350" y="1304"/>
                    <a:pt x="360" y="1305"/>
                  </a:cubicBezTo>
                  <a:cubicBezTo>
                    <a:pt x="414" y="1282"/>
                    <a:pt x="428" y="1278"/>
                    <a:pt x="443" y="1270"/>
                  </a:cubicBezTo>
                  <a:cubicBezTo>
                    <a:pt x="485" y="1238"/>
                    <a:pt x="488" y="1241"/>
                    <a:pt x="493" y="1236"/>
                  </a:cubicBezTo>
                  <a:cubicBezTo>
                    <a:pt x="503" y="1226"/>
                    <a:pt x="507" y="1224"/>
                    <a:pt x="512" y="1220"/>
                  </a:cubicBezTo>
                  <a:cubicBezTo>
                    <a:pt x="513" y="1206"/>
                    <a:pt x="509" y="1214"/>
                    <a:pt x="502" y="1222"/>
                  </a:cubicBezTo>
                  <a:cubicBezTo>
                    <a:pt x="460" y="1250"/>
                    <a:pt x="445" y="1261"/>
                    <a:pt x="435" y="1266"/>
                  </a:cubicBezTo>
                  <a:cubicBezTo>
                    <a:pt x="399" y="1282"/>
                    <a:pt x="395" y="1285"/>
                    <a:pt x="392" y="1284"/>
                  </a:cubicBezTo>
                  <a:cubicBezTo>
                    <a:pt x="323" y="1300"/>
                    <a:pt x="316" y="1303"/>
                    <a:pt x="308" y="1308"/>
                  </a:cubicBezTo>
                  <a:cubicBezTo>
                    <a:pt x="286" y="1307"/>
                    <a:pt x="284" y="1307"/>
                    <a:pt x="281" y="1308"/>
                  </a:cubicBezTo>
                  <a:cubicBezTo>
                    <a:pt x="265" y="1315"/>
                    <a:pt x="263" y="1313"/>
                    <a:pt x="260" y="1316"/>
                  </a:cubicBezTo>
                  <a:cubicBezTo>
                    <a:pt x="276" y="1302"/>
                    <a:pt x="278" y="1307"/>
                    <a:pt x="282" y="1305"/>
                  </a:cubicBezTo>
                  <a:cubicBezTo>
                    <a:pt x="318" y="1297"/>
                    <a:pt x="324" y="1295"/>
                    <a:pt x="330" y="1297"/>
                  </a:cubicBezTo>
                  <a:cubicBezTo>
                    <a:pt x="385" y="1284"/>
                    <a:pt x="390" y="1272"/>
                    <a:pt x="392" y="1277"/>
                  </a:cubicBezTo>
                  <a:cubicBezTo>
                    <a:pt x="458" y="1239"/>
                    <a:pt x="469" y="1229"/>
                    <a:pt x="477" y="1218"/>
                  </a:cubicBezTo>
                  <a:cubicBezTo>
                    <a:pt x="489" y="1197"/>
                    <a:pt x="479" y="1209"/>
                    <a:pt x="469" y="1221"/>
                  </a:cubicBezTo>
                  <a:cubicBezTo>
                    <a:pt x="433" y="1250"/>
                    <a:pt x="428" y="1253"/>
                    <a:pt x="424" y="1257"/>
                  </a:cubicBezTo>
                  <a:cubicBezTo>
                    <a:pt x="379" y="1272"/>
                    <a:pt x="373" y="1275"/>
                    <a:pt x="368" y="1275"/>
                  </a:cubicBezTo>
                  <a:cubicBezTo>
                    <a:pt x="317" y="1286"/>
                    <a:pt x="313" y="1290"/>
                    <a:pt x="308" y="1294"/>
                  </a:cubicBezTo>
                  <a:cubicBezTo>
                    <a:pt x="276" y="1296"/>
                    <a:pt x="268" y="1298"/>
                    <a:pt x="259" y="1301"/>
                  </a:cubicBezTo>
                  <a:cubicBezTo>
                    <a:pt x="226" y="1315"/>
                    <a:pt x="218" y="1314"/>
                    <a:pt x="210" y="1318"/>
                  </a:cubicBezTo>
                  <a:cubicBezTo>
                    <a:pt x="188" y="1324"/>
                    <a:pt x="198" y="1326"/>
                    <a:pt x="196" y="1323"/>
                  </a:cubicBezTo>
                  <a:cubicBezTo>
                    <a:pt x="245" y="1292"/>
                    <a:pt x="250" y="1296"/>
                    <a:pt x="257" y="1291"/>
                  </a:cubicBezTo>
                  <a:cubicBezTo>
                    <a:pt x="286" y="1281"/>
                    <a:pt x="297" y="1283"/>
                    <a:pt x="309" y="1278"/>
                  </a:cubicBezTo>
                  <a:cubicBezTo>
                    <a:pt x="360" y="1270"/>
                    <a:pt x="377" y="1254"/>
                    <a:pt x="392" y="1257"/>
                  </a:cubicBezTo>
                  <a:cubicBezTo>
                    <a:pt x="464" y="1216"/>
                    <a:pt x="478" y="1201"/>
                    <a:pt x="492" y="1188"/>
                  </a:cubicBezTo>
                  <a:cubicBezTo>
                    <a:pt x="510" y="1153"/>
                    <a:pt x="511" y="1156"/>
                    <a:pt x="505" y="1158"/>
                  </a:cubicBezTo>
                  <a:cubicBezTo>
                    <a:pt x="490" y="1176"/>
                    <a:pt x="487" y="1180"/>
                    <a:pt x="487" y="1184"/>
                  </a:cubicBezTo>
                  <a:cubicBezTo>
                    <a:pt x="443" y="1223"/>
                    <a:pt x="444" y="1226"/>
                    <a:pt x="442" y="1224"/>
                  </a:cubicBezTo>
                  <a:cubicBezTo>
                    <a:pt x="413" y="1237"/>
                    <a:pt x="407" y="1243"/>
                    <a:pt x="403" y="1242"/>
                  </a:cubicBezTo>
                  <a:cubicBezTo>
                    <a:pt x="325" y="1267"/>
                    <a:pt x="322" y="1265"/>
                    <a:pt x="318" y="1267"/>
                  </a:cubicBezTo>
                  <a:cubicBezTo>
                    <a:pt x="273" y="1273"/>
                    <a:pt x="263" y="1283"/>
                    <a:pt x="256" y="1279"/>
                  </a:cubicBezTo>
                  <a:cubicBezTo>
                    <a:pt x="295" y="1265"/>
                    <a:pt x="305" y="1261"/>
                    <a:pt x="314" y="1262"/>
                  </a:cubicBezTo>
                  <a:cubicBezTo>
                    <a:pt x="363" y="1241"/>
                    <a:pt x="375" y="1239"/>
                    <a:pt x="387" y="1234"/>
                  </a:cubicBezTo>
                  <a:cubicBezTo>
                    <a:pt x="479" y="1164"/>
                    <a:pt x="483" y="1161"/>
                    <a:pt x="485" y="1158"/>
                  </a:cubicBezTo>
                  <a:cubicBezTo>
                    <a:pt x="512" y="1124"/>
                    <a:pt x="513" y="1117"/>
                    <a:pt x="520" y="1111"/>
                  </a:cubicBezTo>
                  <a:cubicBezTo>
                    <a:pt x="509" y="1116"/>
                    <a:pt x="505" y="1120"/>
                    <a:pt x="502" y="1124"/>
                  </a:cubicBezTo>
                  <a:cubicBezTo>
                    <a:pt x="478" y="1160"/>
                    <a:pt x="470" y="1160"/>
                    <a:pt x="471" y="1166"/>
                  </a:cubicBezTo>
                  <a:cubicBezTo>
                    <a:pt x="431" y="1191"/>
                    <a:pt x="426" y="1200"/>
                    <a:pt x="421" y="1202"/>
                  </a:cubicBezTo>
                  <a:cubicBezTo>
                    <a:pt x="378" y="1227"/>
                    <a:pt x="371" y="1230"/>
                    <a:pt x="363" y="1234"/>
                  </a:cubicBezTo>
                  <a:cubicBezTo>
                    <a:pt x="322" y="1251"/>
                    <a:pt x="307" y="1250"/>
                    <a:pt x="290" y="1259"/>
                  </a:cubicBezTo>
                  <a:cubicBezTo>
                    <a:pt x="246" y="1271"/>
                    <a:pt x="237" y="1279"/>
                    <a:pt x="231" y="1275"/>
                  </a:cubicBezTo>
                  <a:cubicBezTo>
                    <a:pt x="290" y="1254"/>
                    <a:pt x="296" y="1241"/>
                    <a:pt x="298" y="1246"/>
                  </a:cubicBezTo>
                  <a:cubicBezTo>
                    <a:pt x="362" y="1221"/>
                    <a:pt x="377" y="1211"/>
                    <a:pt x="391" y="1204"/>
                  </a:cubicBezTo>
                  <a:cubicBezTo>
                    <a:pt x="515" y="1103"/>
                    <a:pt x="512" y="1098"/>
                    <a:pt x="518" y="1095"/>
                  </a:cubicBezTo>
                  <a:cubicBezTo>
                    <a:pt x="532" y="1075"/>
                    <a:pt x="536" y="1073"/>
                    <a:pt x="535" y="1071"/>
                  </a:cubicBezTo>
                  <a:cubicBezTo>
                    <a:pt x="539" y="1064"/>
                    <a:pt x="536" y="1067"/>
                    <a:pt x="532" y="1070"/>
                  </a:cubicBezTo>
                  <a:cubicBezTo>
                    <a:pt x="497" y="1109"/>
                    <a:pt x="495" y="1119"/>
                    <a:pt x="485" y="1121"/>
                  </a:cubicBezTo>
                  <a:cubicBezTo>
                    <a:pt x="453" y="1152"/>
                    <a:pt x="442" y="1160"/>
                    <a:pt x="431" y="1168"/>
                  </a:cubicBezTo>
                  <a:cubicBezTo>
                    <a:pt x="397" y="1193"/>
                    <a:pt x="389" y="1191"/>
                    <a:pt x="388" y="1197"/>
                  </a:cubicBezTo>
                  <a:cubicBezTo>
                    <a:pt x="367" y="1206"/>
                    <a:pt x="360" y="1215"/>
                    <a:pt x="356" y="1210"/>
                  </a:cubicBezTo>
                  <a:cubicBezTo>
                    <a:pt x="315" y="1230"/>
                    <a:pt x="305" y="1233"/>
                    <a:pt x="294" y="1240"/>
                  </a:cubicBezTo>
                  <a:cubicBezTo>
                    <a:pt x="262" y="1252"/>
                    <a:pt x="260" y="1251"/>
                    <a:pt x="257" y="1254"/>
                  </a:cubicBezTo>
                  <a:cubicBezTo>
                    <a:pt x="237" y="1263"/>
                    <a:pt x="233" y="1265"/>
                    <a:pt x="229" y="1267"/>
                  </a:cubicBezTo>
                  <a:cubicBezTo>
                    <a:pt x="218" y="1271"/>
                    <a:pt x="214" y="1278"/>
                    <a:pt x="211" y="1275"/>
                  </a:cubicBezTo>
                  <a:cubicBezTo>
                    <a:pt x="241" y="1245"/>
                    <a:pt x="262" y="1234"/>
                    <a:pt x="291" y="1222"/>
                  </a:cubicBezTo>
                  <a:cubicBezTo>
                    <a:pt x="352" y="1187"/>
                    <a:pt x="356" y="1194"/>
                    <a:pt x="360" y="1189"/>
                  </a:cubicBezTo>
                  <a:cubicBezTo>
                    <a:pt x="397" y="1173"/>
                    <a:pt x="401" y="1169"/>
                    <a:pt x="405" y="1169"/>
                  </a:cubicBezTo>
                  <a:cubicBezTo>
                    <a:pt x="461" y="1128"/>
                    <a:pt x="482" y="1115"/>
                    <a:pt x="495" y="1100"/>
                  </a:cubicBezTo>
                  <a:cubicBezTo>
                    <a:pt x="532" y="1063"/>
                    <a:pt x="536" y="1059"/>
                    <a:pt x="536" y="1055"/>
                  </a:cubicBezTo>
                  <a:cubicBezTo>
                    <a:pt x="492" y="1093"/>
                    <a:pt x="491" y="1097"/>
                    <a:pt x="486" y="1101"/>
                  </a:cubicBezTo>
                  <a:cubicBezTo>
                    <a:pt x="470" y="1111"/>
                    <a:pt x="468" y="1118"/>
                    <a:pt x="461" y="1121"/>
                  </a:cubicBezTo>
                  <a:cubicBezTo>
                    <a:pt x="441" y="1135"/>
                    <a:pt x="439" y="1138"/>
                    <a:pt x="438" y="1141"/>
                  </a:cubicBezTo>
                  <a:cubicBezTo>
                    <a:pt x="395" y="1165"/>
                    <a:pt x="389" y="1166"/>
                    <a:pt x="384" y="1167"/>
                  </a:cubicBezTo>
                  <a:cubicBezTo>
                    <a:pt x="366" y="1175"/>
                    <a:pt x="360" y="1181"/>
                    <a:pt x="354" y="1181"/>
                  </a:cubicBezTo>
                  <a:cubicBezTo>
                    <a:pt x="336" y="1190"/>
                    <a:pt x="330" y="1193"/>
                    <a:pt x="324" y="1196"/>
                  </a:cubicBezTo>
                  <a:cubicBezTo>
                    <a:pt x="289" y="1212"/>
                    <a:pt x="274" y="1219"/>
                    <a:pt x="259" y="1226"/>
                  </a:cubicBezTo>
                  <a:cubicBezTo>
                    <a:pt x="235" y="1240"/>
                    <a:pt x="227" y="1244"/>
                    <a:pt x="224" y="1249"/>
                  </a:cubicBezTo>
                  <a:cubicBezTo>
                    <a:pt x="202" y="1270"/>
                    <a:pt x="193" y="1272"/>
                    <a:pt x="192" y="1269"/>
                  </a:cubicBezTo>
                  <a:cubicBezTo>
                    <a:pt x="215" y="1249"/>
                    <a:pt x="212" y="1245"/>
                    <a:pt x="217" y="1243"/>
                  </a:cubicBezTo>
                  <a:cubicBezTo>
                    <a:pt x="243" y="1226"/>
                    <a:pt x="244" y="1223"/>
                    <a:pt x="250" y="1220"/>
                  </a:cubicBezTo>
                  <a:cubicBezTo>
                    <a:pt x="326" y="1181"/>
                    <a:pt x="340" y="1175"/>
                    <a:pt x="358" y="1169"/>
                  </a:cubicBezTo>
                  <a:cubicBezTo>
                    <a:pt x="494" y="1080"/>
                    <a:pt x="512" y="1077"/>
                    <a:pt x="512" y="1063"/>
                  </a:cubicBezTo>
                  <a:cubicBezTo>
                    <a:pt x="460" y="1106"/>
                    <a:pt x="454" y="1105"/>
                    <a:pt x="447" y="1112"/>
                  </a:cubicBezTo>
                  <a:cubicBezTo>
                    <a:pt x="401" y="1139"/>
                    <a:pt x="397" y="1141"/>
                    <a:pt x="392" y="1144"/>
                  </a:cubicBezTo>
                  <a:cubicBezTo>
                    <a:pt x="299" y="1182"/>
                    <a:pt x="278" y="1194"/>
                    <a:pt x="258" y="1204"/>
                  </a:cubicBezTo>
                  <a:cubicBezTo>
                    <a:pt x="222" y="1232"/>
                    <a:pt x="219" y="1228"/>
                    <a:pt x="215" y="1233"/>
                  </a:cubicBezTo>
                  <a:cubicBezTo>
                    <a:pt x="191" y="1248"/>
                    <a:pt x="198" y="1246"/>
                    <a:pt x="198" y="1243"/>
                  </a:cubicBezTo>
                  <a:cubicBezTo>
                    <a:pt x="210" y="1232"/>
                    <a:pt x="218" y="1227"/>
                    <a:pt x="221" y="1221"/>
                  </a:cubicBezTo>
                  <a:cubicBezTo>
                    <a:pt x="275" y="1187"/>
                    <a:pt x="293" y="1174"/>
                    <a:pt x="310" y="1167"/>
                  </a:cubicBezTo>
                  <a:cubicBezTo>
                    <a:pt x="378" y="1137"/>
                    <a:pt x="377" y="1130"/>
                    <a:pt x="382" y="1132"/>
                  </a:cubicBezTo>
                  <a:cubicBezTo>
                    <a:pt x="433" y="1103"/>
                    <a:pt x="436" y="1100"/>
                    <a:pt x="437" y="1102"/>
                  </a:cubicBezTo>
                  <a:cubicBezTo>
                    <a:pt x="461" y="1086"/>
                    <a:pt x="465" y="1087"/>
                    <a:pt x="471" y="1080"/>
                  </a:cubicBezTo>
                  <a:cubicBezTo>
                    <a:pt x="502" y="1058"/>
                    <a:pt x="506" y="1058"/>
                    <a:pt x="511" y="1054"/>
                  </a:cubicBezTo>
                  <a:cubicBezTo>
                    <a:pt x="567" y="1001"/>
                    <a:pt x="569" y="996"/>
                    <a:pt x="573" y="991"/>
                  </a:cubicBezTo>
                  <a:cubicBezTo>
                    <a:pt x="512" y="1042"/>
                    <a:pt x="492" y="1060"/>
                    <a:pt x="472" y="1069"/>
                  </a:cubicBezTo>
                  <a:cubicBezTo>
                    <a:pt x="445" y="1085"/>
                    <a:pt x="440" y="1093"/>
                    <a:pt x="436" y="1090"/>
                  </a:cubicBezTo>
                  <a:cubicBezTo>
                    <a:pt x="383" y="1123"/>
                    <a:pt x="380" y="1120"/>
                    <a:pt x="375" y="1125"/>
                  </a:cubicBezTo>
                  <a:cubicBezTo>
                    <a:pt x="301" y="1163"/>
                    <a:pt x="285" y="1166"/>
                    <a:pt x="266" y="1181"/>
                  </a:cubicBezTo>
                  <a:cubicBezTo>
                    <a:pt x="238" y="1199"/>
                    <a:pt x="226" y="1210"/>
                    <a:pt x="218" y="1211"/>
                  </a:cubicBezTo>
                  <a:cubicBezTo>
                    <a:pt x="195" y="1226"/>
                    <a:pt x="199" y="1221"/>
                    <a:pt x="198" y="1216"/>
                  </a:cubicBezTo>
                  <a:cubicBezTo>
                    <a:pt x="230" y="1183"/>
                    <a:pt x="233" y="1182"/>
                    <a:pt x="238" y="1177"/>
                  </a:cubicBezTo>
                  <a:cubicBezTo>
                    <a:pt x="319" y="1129"/>
                    <a:pt x="328" y="1123"/>
                    <a:pt x="336" y="1121"/>
                  </a:cubicBezTo>
                  <a:cubicBezTo>
                    <a:pt x="493" y="1012"/>
                    <a:pt x="511" y="1000"/>
                    <a:pt x="526" y="986"/>
                  </a:cubicBezTo>
                  <a:cubicBezTo>
                    <a:pt x="552" y="958"/>
                    <a:pt x="551" y="956"/>
                    <a:pt x="554" y="954"/>
                  </a:cubicBezTo>
                  <a:cubicBezTo>
                    <a:pt x="522" y="977"/>
                    <a:pt x="521" y="987"/>
                    <a:pt x="507" y="995"/>
                  </a:cubicBezTo>
                  <a:cubicBezTo>
                    <a:pt x="490" y="1009"/>
                    <a:pt x="487" y="1013"/>
                    <a:pt x="482" y="1018"/>
                  </a:cubicBezTo>
                  <a:cubicBezTo>
                    <a:pt x="358" y="1100"/>
                    <a:pt x="341" y="1103"/>
                    <a:pt x="333" y="1113"/>
                  </a:cubicBezTo>
                  <a:cubicBezTo>
                    <a:pt x="251" y="1161"/>
                    <a:pt x="227" y="1171"/>
                    <a:pt x="214" y="1187"/>
                  </a:cubicBezTo>
                  <a:cubicBezTo>
                    <a:pt x="211" y="1186"/>
                    <a:pt x="210" y="1183"/>
                    <a:pt x="213" y="1180"/>
                  </a:cubicBezTo>
                  <a:cubicBezTo>
                    <a:pt x="242" y="1151"/>
                    <a:pt x="248" y="1147"/>
                    <a:pt x="259" y="1137"/>
                  </a:cubicBezTo>
                  <a:cubicBezTo>
                    <a:pt x="360" y="1078"/>
                    <a:pt x="373" y="1070"/>
                    <a:pt x="393" y="1055"/>
                  </a:cubicBezTo>
                  <a:cubicBezTo>
                    <a:pt x="452" y="1010"/>
                    <a:pt x="460" y="1010"/>
                    <a:pt x="463" y="1005"/>
                  </a:cubicBezTo>
                  <a:cubicBezTo>
                    <a:pt x="524" y="947"/>
                    <a:pt x="530" y="944"/>
                    <a:pt x="532" y="940"/>
                  </a:cubicBezTo>
                  <a:cubicBezTo>
                    <a:pt x="561" y="903"/>
                    <a:pt x="566" y="896"/>
                    <a:pt x="574" y="890"/>
                  </a:cubicBezTo>
                  <a:cubicBezTo>
                    <a:pt x="547" y="899"/>
                    <a:pt x="543" y="903"/>
                    <a:pt x="537" y="907"/>
                  </a:cubicBezTo>
                  <a:cubicBezTo>
                    <a:pt x="522" y="918"/>
                    <a:pt x="523" y="921"/>
                    <a:pt x="519" y="922"/>
                  </a:cubicBezTo>
                  <a:cubicBezTo>
                    <a:pt x="491" y="945"/>
                    <a:pt x="485" y="954"/>
                    <a:pt x="474" y="962"/>
                  </a:cubicBezTo>
                  <a:cubicBezTo>
                    <a:pt x="396" y="1023"/>
                    <a:pt x="387" y="1030"/>
                    <a:pt x="378" y="1037"/>
                  </a:cubicBezTo>
                  <a:cubicBezTo>
                    <a:pt x="323" y="1067"/>
                    <a:pt x="317" y="1067"/>
                    <a:pt x="311" y="1070"/>
                  </a:cubicBezTo>
                  <a:cubicBezTo>
                    <a:pt x="262" y="1102"/>
                    <a:pt x="259" y="1103"/>
                    <a:pt x="256" y="1103"/>
                  </a:cubicBezTo>
                  <a:cubicBezTo>
                    <a:pt x="244" y="1115"/>
                    <a:pt x="236" y="1116"/>
                    <a:pt x="239" y="1120"/>
                  </a:cubicBezTo>
                  <a:cubicBezTo>
                    <a:pt x="222" y="1136"/>
                    <a:pt x="217" y="1144"/>
                    <a:pt x="214" y="1140"/>
                  </a:cubicBezTo>
                  <a:cubicBezTo>
                    <a:pt x="260" y="1090"/>
                    <a:pt x="271" y="1086"/>
                    <a:pt x="296" y="1066"/>
                  </a:cubicBezTo>
                  <a:cubicBezTo>
                    <a:pt x="418" y="989"/>
                    <a:pt x="425" y="977"/>
                    <a:pt x="430" y="979"/>
                  </a:cubicBezTo>
                  <a:cubicBezTo>
                    <a:pt x="451" y="961"/>
                    <a:pt x="456" y="956"/>
                    <a:pt x="465" y="947"/>
                  </a:cubicBezTo>
                  <a:cubicBezTo>
                    <a:pt x="540" y="892"/>
                    <a:pt x="549" y="886"/>
                    <a:pt x="560" y="878"/>
                  </a:cubicBezTo>
                  <a:cubicBezTo>
                    <a:pt x="587" y="870"/>
                    <a:pt x="592" y="858"/>
                    <a:pt x="594" y="863"/>
                  </a:cubicBezTo>
                  <a:cubicBezTo>
                    <a:pt x="625" y="848"/>
                    <a:pt x="636" y="854"/>
                    <a:pt x="633" y="845"/>
                  </a:cubicBezTo>
                  <a:cubicBezTo>
                    <a:pt x="574" y="858"/>
                    <a:pt x="566" y="857"/>
                    <a:pt x="557" y="863"/>
                  </a:cubicBezTo>
                  <a:cubicBezTo>
                    <a:pt x="523" y="876"/>
                    <a:pt x="515" y="880"/>
                    <a:pt x="508" y="884"/>
                  </a:cubicBezTo>
                  <a:cubicBezTo>
                    <a:pt x="420" y="945"/>
                    <a:pt x="411" y="951"/>
                    <a:pt x="402" y="958"/>
                  </a:cubicBezTo>
                  <a:cubicBezTo>
                    <a:pt x="299" y="1027"/>
                    <a:pt x="297" y="1029"/>
                    <a:pt x="295" y="1030"/>
                  </a:cubicBezTo>
                  <a:cubicBezTo>
                    <a:pt x="255" y="1062"/>
                    <a:pt x="252" y="1067"/>
                    <a:pt x="244" y="1072"/>
                  </a:cubicBezTo>
                  <a:cubicBezTo>
                    <a:pt x="230" y="1081"/>
                    <a:pt x="230" y="1077"/>
                    <a:pt x="232" y="1073"/>
                  </a:cubicBezTo>
                  <a:cubicBezTo>
                    <a:pt x="251" y="1057"/>
                    <a:pt x="253" y="1055"/>
                    <a:pt x="257" y="1053"/>
                  </a:cubicBezTo>
                  <a:cubicBezTo>
                    <a:pt x="293" y="1015"/>
                    <a:pt x="296" y="1017"/>
                    <a:pt x="300" y="1014"/>
                  </a:cubicBezTo>
                  <a:cubicBezTo>
                    <a:pt x="333" y="985"/>
                    <a:pt x="335" y="986"/>
                    <a:pt x="336" y="986"/>
                  </a:cubicBezTo>
                  <a:cubicBezTo>
                    <a:pt x="380" y="950"/>
                    <a:pt x="404" y="938"/>
                    <a:pt x="433" y="916"/>
                  </a:cubicBezTo>
                  <a:cubicBezTo>
                    <a:pt x="492" y="885"/>
                    <a:pt x="501" y="881"/>
                    <a:pt x="511" y="874"/>
                  </a:cubicBezTo>
                  <a:cubicBezTo>
                    <a:pt x="540" y="857"/>
                    <a:pt x="552" y="855"/>
                    <a:pt x="561" y="848"/>
                  </a:cubicBezTo>
                  <a:cubicBezTo>
                    <a:pt x="574" y="833"/>
                    <a:pt x="569" y="837"/>
                    <a:pt x="565" y="840"/>
                  </a:cubicBezTo>
                  <a:cubicBezTo>
                    <a:pt x="512" y="866"/>
                    <a:pt x="509" y="864"/>
                    <a:pt x="505" y="869"/>
                  </a:cubicBezTo>
                  <a:cubicBezTo>
                    <a:pt x="416" y="917"/>
                    <a:pt x="406" y="926"/>
                    <a:pt x="373" y="944"/>
                  </a:cubicBezTo>
                  <a:cubicBezTo>
                    <a:pt x="332" y="978"/>
                    <a:pt x="317" y="986"/>
                    <a:pt x="306" y="995"/>
                  </a:cubicBezTo>
                  <a:cubicBezTo>
                    <a:pt x="253" y="1040"/>
                    <a:pt x="256" y="1048"/>
                    <a:pt x="251" y="1045"/>
                  </a:cubicBezTo>
                  <a:cubicBezTo>
                    <a:pt x="235" y="1052"/>
                    <a:pt x="237" y="1048"/>
                    <a:pt x="241" y="1044"/>
                  </a:cubicBezTo>
                  <a:cubicBezTo>
                    <a:pt x="310" y="977"/>
                    <a:pt x="362" y="934"/>
                    <a:pt x="419" y="899"/>
                  </a:cubicBezTo>
                  <a:cubicBezTo>
                    <a:pt x="482" y="869"/>
                    <a:pt x="481" y="865"/>
                    <a:pt x="487" y="864"/>
                  </a:cubicBezTo>
                  <a:cubicBezTo>
                    <a:pt x="513" y="858"/>
                    <a:pt x="519" y="848"/>
                    <a:pt x="522" y="852"/>
                  </a:cubicBezTo>
                  <a:cubicBezTo>
                    <a:pt x="583" y="826"/>
                    <a:pt x="598" y="821"/>
                    <a:pt x="613" y="815"/>
                  </a:cubicBezTo>
                  <a:cubicBezTo>
                    <a:pt x="578" y="820"/>
                    <a:pt x="572" y="828"/>
                    <a:pt x="567" y="826"/>
                  </a:cubicBezTo>
                  <a:cubicBezTo>
                    <a:pt x="541" y="835"/>
                    <a:pt x="538" y="835"/>
                    <a:pt x="536" y="837"/>
                  </a:cubicBezTo>
                  <a:cubicBezTo>
                    <a:pt x="509" y="843"/>
                    <a:pt x="505" y="850"/>
                    <a:pt x="502" y="851"/>
                  </a:cubicBezTo>
                  <a:cubicBezTo>
                    <a:pt x="480" y="859"/>
                    <a:pt x="474" y="860"/>
                    <a:pt x="468" y="866"/>
                  </a:cubicBezTo>
                  <a:cubicBezTo>
                    <a:pt x="423" y="890"/>
                    <a:pt x="421" y="886"/>
                    <a:pt x="417" y="890"/>
                  </a:cubicBezTo>
                  <a:cubicBezTo>
                    <a:pt x="390" y="907"/>
                    <a:pt x="385" y="911"/>
                    <a:pt x="380" y="914"/>
                  </a:cubicBezTo>
                  <a:cubicBezTo>
                    <a:pt x="361" y="927"/>
                    <a:pt x="350" y="937"/>
                    <a:pt x="335" y="947"/>
                  </a:cubicBezTo>
                  <a:cubicBezTo>
                    <a:pt x="277" y="996"/>
                    <a:pt x="275" y="1001"/>
                    <a:pt x="266" y="1004"/>
                  </a:cubicBezTo>
                  <a:cubicBezTo>
                    <a:pt x="252" y="1019"/>
                    <a:pt x="249" y="1014"/>
                    <a:pt x="250" y="1013"/>
                  </a:cubicBezTo>
                  <a:cubicBezTo>
                    <a:pt x="261" y="1003"/>
                    <a:pt x="262" y="1003"/>
                    <a:pt x="262" y="1002"/>
                  </a:cubicBezTo>
                  <a:cubicBezTo>
                    <a:pt x="283" y="983"/>
                    <a:pt x="288" y="972"/>
                    <a:pt x="297" y="962"/>
                  </a:cubicBezTo>
                  <a:cubicBezTo>
                    <a:pt x="358" y="911"/>
                    <a:pt x="362" y="915"/>
                    <a:pt x="367" y="909"/>
                  </a:cubicBezTo>
                  <a:cubicBezTo>
                    <a:pt x="396" y="889"/>
                    <a:pt x="399" y="896"/>
                    <a:pt x="403" y="891"/>
                  </a:cubicBezTo>
                  <a:cubicBezTo>
                    <a:pt x="418" y="884"/>
                    <a:pt x="423" y="872"/>
                    <a:pt x="425" y="877"/>
                  </a:cubicBezTo>
                  <a:cubicBezTo>
                    <a:pt x="466" y="855"/>
                    <a:pt x="478" y="855"/>
                    <a:pt x="492" y="844"/>
                  </a:cubicBezTo>
                  <a:cubicBezTo>
                    <a:pt x="573" y="801"/>
                    <a:pt x="571" y="802"/>
                    <a:pt x="578" y="796"/>
                  </a:cubicBezTo>
                  <a:cubicBezTo>
                    <a:pt x="604" y="774"/>
                    <a:pt x="612" y="772"/>
                    <a:pt x="609" y="769"/>
                  </a:cubicBezTo>
                  <a:cubicBezTo>
                    <a:pt x="526" y="821"/>
                    <a:pt x="519" y="826"/>
                    <a:pt x="513" y="829"/>
                  </a:cubicBezTo>
                  <a:cubicBezTo>
                    <a:pt x="463" y="847"/>
                    <a:pt x="455" y="856"/>
                    <a:pt x="450" y="854"/>
                  </a:cubicBezTo>
                  <a:cubicBezTo>
                    <a:pt x="390" y="884"/>
                    <a:pt x="378" y="893"/>
                    <a:pt x="368" y="897"/>
                  </a:cubicBezTo>
                  <a:cubicBezTo>
                    <a:pt x="338" y="920"/>
                    <a:pt x="335" y="923"/>
                    <a:pt x="332" y="925"/>
                  </a:cubicBezTo>
                  <a:cubicBezTo>
                    <a:pt x="316" y="936"/>
                    <a:pt x="308" y="942"/>
                    <a:pt x="301" y="947"/>
                  </a:cubicBezTo>
                  <a:cubicBezTo>
                    <a:pt x="265" y="982"/>
                    <a:pt x="261" y="986"/>
                    <a:pt x="258" y="990"/>
                  </a:cubicBezTo>
                  <a:cubicBezTo>
                    <a:pt x="267" y="967"/>
                    <a:pt x="265" y="971"/>
                    <a:pt x="270" y="972"/>
                  </a:cubicBezTo>
                  <a:cubicBezTo>
                    <a:pt x="317" y="926"/>
                    <a:pt x="316" y="922"/>
                    <a:pt x="337" y="912"/>
                  </a:cubicBezTo>
                  <a:cubicBezTo>
                    <a:pt x="446" y="842"/>
                    <a:pt x="455" y="842"/>
                    <a:pt x="463" y="838"/>
                  </a:cubicBezTo>
                  <a:cubicBezTo>
                    <a:pt x="475" y="832"/>
                    <a:pt x="476" y="831"/>
                    <a:pt x="477" y="830"/>
                  </a:cubicBezTo>
                  <a:cubicBezTo>
                    <a:pt x="595" y="755"/>
                    <a:pt x="608" y="750"/>
                    <a:pt x="608" y="743"/>
                  </a:cubicBezTo>
                  <a:cubicBezTo>
                    <a:pt x="591" y="754"/>
                    <a:pt x="593" y="752"/>
                    <a:pt x="587" y="758"/>
                  </a:cubicBezTo>
                  <a:cubicBezTo>
                    <a:pt x="552" y="781"/>
                    <a:pt x="553" y="785"/>
                    <a:pt x="549" y="783"/>
                  </a:cubicBezTo>
                  <a:cubicBezTo>
                    <a:pt x="516" y="799"/>
                    <a:pt x="510" y="807"/>
                    <a:pt x="506" y="809"/>
                  </a:cubicBezTo>
                  <a:cubicBezTo>
                    <a:pt x="432" y="848"/>
                    <a:pt x="425" y="843"/>
                    <a:pt x="423" y="847"/>
                  </a:cubicBezTo>
                  <a:cubicBezTo>
                    <a:pt x="403" y="861"/>
                    <a:pt x="400" y="858"/>
                    <a:pt x="396" y="861"/>
                  </a:cubicBezTo>
                  <a:cubicBezTo>
                    <a:pt x="290" y="934"/>
                    <a:pt x="289" y="937"/>
                    <a:pt x="284" y="940"/>
                  </a:cubicBezTo>
                  <a:cubicBezTo>
                    <a:pt x="283" y="932"/>
                    <a:pt x="287" y="928"/>
                    <a:pt x="289" y="924"/>
                  </a:cubicBezTo>
                  <a:cubicBezTo>
                    <a:pt x="318" y="903"/>
                    <a:pt x="325" y="895"/>
                    <a:pt x="335" y="888"/>
                  </a:cubicBezTo>
                  <a:cubicBezTo>
                    <a:pt x="381" y="857"/>
                    <a:pt x="388" y="853"/>
                    <a:pt x="394" y="848"/>
                  </a:cubicBezTo>
                  <a:cubicBezTo>
                    <a:pt x="445" y="830"/>
                    <a:pt x="450" y="818"/>
                    <a:pt x="452" y="823"/>
                  </a:cubicBezTo>
                  <a:cubicBezTo>
                    <a:pt x="472" y="813"/>
                    <a:pt x="472" y="811"/>
                    <a:pt x="474" y="812"/>
                  </a:cubicBezTo>
                  <a:cubicBezTo>
                    <a:pt x="492" y="804"/>
                    <a:pt x="496" y="802"/>
                    <a:pt x="499" y="799"/>
                  </a:cubicBezTo>
                  <a:cubicBezTo>
                    <a:pt x="522" y="787"/>
                    <a:pt x="529" y="784"/>
                    <a:pt x="536" y="782"/>
                  </a:cubicBezTo>
                  <a:cubicBezTo>
                    <a:pt x="594" y="740"/>
                    <a:pt x="604" y="733"/>
                    <a:pt x="613" y="727"/>
                  </a:cubicBezTo>
                  <a:cubicBezTo>
                    <a:pt x="629" y="708"/>
                    <a:pt x="626" y="710"/>
                    <a:pt x="623" y="712"/>
                  </a:cubicBezTo>
                  <a:cubicBezTo>
                    <a:pt x="614" y="719"/>
                    <a:pt x="612" y="720"/>
                    <a:pt x="611" y="720"/>
                  </a:cubicBezTo>
                  <a:cubicBezTo>
                    <a:pt x="602" y="727"/>
                    <a:pt x="602" y="731"/>
                    <a:pt x="598" y="733"/>
                  </a:cubicBezTo>
                  <a:cubicBezTo>
                    <a:pt x="578" y="747"/>
                    <a:pt x="571" y="752"/>
                    <a:pt x="564" y="757"/>
                  </a:cubicBezTo>
                  <a:cubicBezTo>
                    <a:pt x="528" y="774"/>
                    <a:pt x="524" y="782"/>
                    <a:pt x="521" y="779"/>
                  </a:cubicBezTo>
                  <a:cubicBezTo>
                    <a:pt x="466" y="806"/>
                    <a:pt x="462" y="809"/>
                    <a:pt x="459" y="809"/>
                  </a:cubicBezTo>
                  <a:cubicBezTo>
                    <a:pt x="423" y="827"/>
                    <a:pt x="420" y="825"/>
                    <a:pt x="416" y="827"/>
                  </a:cubicBezTo>
                  <a:cubicBezTo>
                    <a:pt x="347" y="870"/>
                    <a:pt x="336" y="878"/>
                    <a:pt x="325" y="885"/>
                  </a:cubicBezTo>
                  <a:cubicBezTo>
                    <a:pt x="302" y="902"/>
                    <a:pt x="299" y="905"/>
                    <a:pt x="297" y="904"/>
                  </a:cubicBezTo>
                  <a:cubicBezTo>
                    <a:pt x="342" y="859"/>
                    <a:pt x="352" y="856"/>
                    <a:pt x="352" y="851"/>
                  </a:cubicBezTo>
                  <a:cubicBezTo>
                    <a:pt x="384" y="833"/>
                    <a:pt x="390" y="829"/>
                    <a:pt x="403" y="820"/>
                  </a:cubicBezTo>
                  <a:cubicBezTo>
                    <a:pt x="434" y="799"/>
                    <a:pt x="448" y="797"/>
                    <a:pt x="456" y="791"/>
                  </a:cubicBezTo>
                  <a:cubicBezTo>
                    <a:pt x="491" y="772"/>
                    <a:pt x="498" y="776"/>
                    <a:pt x="509" y="765"/>
                  </a:cubicBezTo>
                  <a:cubicBezTo>
                    <a:pt x="550" y="750"/>
                    <a:pt x="561" y="743"/>
                    <a:pt x="571" y="740"/>
                  </a:cubicBezTo>
                  <a:cubicBezTo>
                    <a:pt x="650" y="685"/>
                    <a:pt x="651" y="680"/>
                    <a:pt x="658" y="677"/>
                  </a:cubicBezTo>
                  <a:cubicBezTo>
                    <a:pt x="663" y="670"/>
                    <a:pt x="651" y="676"/>
                    <a:pt x="643" y="686"/>
                  </a:cubicBezTo>
                  <a:cubicBezTo>
                    <a:pt x="557" y="738"/>
                    <a:pt x="549" y="738"/>
                    <a:pt x="541" y="745"/>
                  </a:cubicBezTo>
                  <a:cubicBezTo>
                    <a:pt x="457" y="783"/>
                    <a:pt x="447" y="787"/>
                    <a:pt x="438" y="789"/>
                  </a:cubicBezTo>
                  <a:cubicBezTo>
                    <a:pt x="417" y="807"/>
                    <a:pt x="409" y="804"/>
                    <a:pt x="401" y="811"/>
                  </a:cubicBezTo>
                  <a:cubicBezTo>
                    <a:pt x="339" y="851"/>
                    <a:pt x="338" y="856"/>
                    <a:pt x="329" y="860"/>
                  </a:cubicBezTo>
                  <a:cubicBezTo>
                    <a:pt x="311" y="871"/>
                    <a:pt x="311" y="863"/>
                    <a:pt x="308" y="866"/>
                  </a:cubicBezTo>
                  <a:cubicBezTo>
                    <a:pt x="324" y="849"/>
                    <a:pt x="327" y="851"/>
                    <a:pt x="327" y="847"/>
                  </a:cubicBezTo>
                  <a:cubicBezTo>
                    <a:pt x="429" y="785"/>
                    <a:pt x="430" y="783"/>
                    <a:pt x="438" y="779"/>
                  </a:cubicBezTo>
                  <a:cubicBezTo>
                    <a:pt x="489" y="753"/>
                    <a:pt x="491" y="753"/>
                    <a:pt x="494" y="751"/>
                  </a:cubicBezTo>
                  <a:cubicBezTo>
                    <a:pt x="546" y="730"/>
                    <a:pt x="551" y="722"/>
                    <a:pt x="554" y="725"/>
                  </a:cubicBezTo>
                  <a:cubicBezTo>
                    <a:pt x="553" y="723"/>
                    <a:pt x="551" y="717"/>
                    <a:pt x="547" y="723"/>
                  </a:cubicBezTo>
                  <a:cubicBezTo>
                    <a:pt x="515" y="736"/>
                    <a:pt x="513" y="732"/>
                    <a:pt x="509" y="735"/>
                  </a:cubicBezTo>
                  <a:cubicBezTo>
                    <a:pt x="487" y="740"/>
                    <a:pt x="482" y="748"/>
                    <a:pt x="479" y="745"/>
                  </a:cubicBezTo>
                  <a:cubicBezTo>
                    <a:pt x="397" y="793"/>
                    <a:pt x="390" y="796"/>
                    <a:pt x="382" y="800"/>
                  </a:cubicBezTo>
                  <a:cubicBezTo>
                    <a:pt x="344" y="825"/>
                    <a:pt x="339" y="829"/>
                    <a:pt x="334" y="833"/>
                  </a:cubicBezTo>
                  <a:cubicBezTo>
                    <a:pt x="346" y="804"/>
                    <a:pt x="361" y="789"/>
                    <a:pt x="375" y="781"/>
                  </a:cubicBezTo>
                  <a:cubicBezTo>
                    <a:pt x="397" y="767"/>
                    <a:pt x="400" y="765"/>
                    <a:pt x="404" y="763"/>
                  </a:cubicBezTo>
                  <a:cubicBezTo>
                    <a:pt x="478" y="727"/>
                    <a:pt x="484" y="727"/>
                    <a:pt x="492" y="721"/>
                  </a:cubicBezTo>
                  <a:cubicBezTo>
                    <a:pt x="514" y="719"/>
                    <a:pt x="521" y="711"/>
                    <a:pt x="527" y="713"/>
                  </a:cubicBezTo>
                  <a:cubicBezTo>
                    <a:pt x="573" y="696"/>
                    <a:pt x="580" y="692"/>
                    <a:pt x="587" y="689"/>
                  </a:cubicBezTo>
                  <a:cubicBezTo>
                    <a:pt x="627" y="664"/>
                    <a:pt x="637" y="667"/>
                    <a:pt x="634" y="660"/>
                  </a:cubicBezTo>
                  <a:cubicBezTo>
                    <a:pt x="534" y="701"/>
                    <a:pt x="528" y="701"/>
                    <a:pt x="521" y="705"/>
                  </a:cubicBezTo>
                  <a:cubicBezTo>
                    <a:pt x="490" y="707"/>
                    <a:pt x="495" y="713"/>
                    <a:pt x="501" y="707"/>
                  </a:cubicBezTo>
                  <a:cubicBezTo>
                    <a:pt x="543" y="697"/>
                    <a:pt x="550" y="686"/>
                    <a:pt x="556" y="687"/>
                  </a:cubicBezTo>
                  <a:cubicBezTo>
                    <a:pt x="578" y="682"/>
                    <a:pt x="584" y="677"/>
                    <a:pt x="590" y="677"/>
                  </a:cubicBezTo>
                  <a:cubicBezTo>
                    <a:pt x="643" y="648"/>
                    <a:pt x="657" y="643"/>
                    <a:pt x="673" y="629"/>
                  </a:cubicBezTo>
                  <a:cubicBezTo>
                    <a:pt x="647" y="645"/>
                    <a:pt x="643" y="645"/>
                    <a:pt x="641" y="645"/>
                  </a:cubicBezTo>
                  <a:cubicBezTo>
                    <a:pt x="611" y="659"/>
                    <a:pt x="604" y="666"/>
                    <a:pt x="597" y="667"/>
                  </a:cubicBezTo>
                  <a:cubicBezTo>
                    <a:pt x="556" y="675"/>
                    <a:pt x="551" y="687"/>
                    <a:pt x="549" y="682"/>
                  </a:cubicBezTo>
                  <a:cubicBezTo>
                    <a:pt x="516" y="695"/>
                    <a:pt x="514" y="691"/>
                    <a:pt x="510" y="696"/>
                  </a:cubicBezTo>
                  <a:cubicBezTo>
                    <a:pt x="487" y="704"/>
                    <a:pt x="483" y="706"/>
                    <a:pt x="480" y="705"/>
                  </a:cubicBezTo>
                  <a:cubicBezTo>
                    <a:pt x="454" y="716"/>
                    <a:pt x="446" y="720"/>
                    <a:pt x="441" y="723"/>
                  </a:cubicBezTo>
                  <a:cubicBezTo>
                    <a:pt x="430" y="731"/>
                    <a:pt x="427" y="727"/>
                    <a:pt x="423" y="731"/>
                  </a:cubicBezTo>
                  <a:cubicBezTo>
                    <a:pt x="386" y="755"/>
                    <a:pt x="382" y="753"/>
                    <a:pt x="377" y="757"/>
                  </a:cubicBezTo>
                  <a:cubicBezTo>
                    <a:pt x="347" y="769"/>
                    <a:pt x="358" y="764"/>
                    <a:pt x="366" y="758"/>
                  </a:cubicBezTo>
                  <a:cubicBezTo>
                    <a:pt x="409" y="728"/>
                    <a:pt x="417" y="725"/>
                    <a:pt x="425" y="718"/>
                  </a:cubicBezTo>
                  <a:cubicBezTo>
                    <a:pt x="571" y="656"/>
                    <a:pt x="601" y="640"/>
                    <a:pt x="630" y="626"/>
                  </a:cubicBezTo>
                  <a:cubicBezTo>
                    <a:pt x="661" y="605"/>
                    <a:pt x="663" y="601"/>
                    <a:pt x="664" y="599"/>
                  </a:cubicBezTo>
                  <a:cubicBezTo>
                    <a:pt x="642" y="607"/>
                    <a:pt x="637" y="615"/>
                    <a:pt x="632" y="617"/>
                  </a:cubicBezTo>
                  <a:cubicBezTo>
                    <a:pt x="575" y="644"/>
                    <a:pt x="557" y="653"/>
                    <a:pt x="540" y="659"/>
                  </a:cubicBezTo>
                  <a:cubicBezTo>
                    <a:pt x="479" y="687"/>
                    <a:pt x="471" y="684"/>
                    <a:pt x="462" y="691"/>
                  </a:cubicBezTo>
                  <a:cubicBezTo>
                    <a:pt x="418" y="713"/>
                    <a:pt x="415" y="715"/>
                    <a:pt x="412" y="717"/>
                  </a:cubicBezTo>
                  <a:cubicBezTo>
                    <a:pt x="381" y="734"/>
                    <a:pt x="377" y="737"/>
                    <a:pt x="373" y="740"/>
                  </a:cubicBezTo>
                  <a:cubicBezTo>
                    <a:pt x="385" y="720"/>
                    <a:pt x="404" y="707"/>
                    <a:pt x="421" y="696"/>
                  </a:cubicBezTo>
                  <a:cubicBezTo>
                    <a:pt x="473" y="672"/>
                    <a:pt x="478" y="677"/>
                    <a:pt x="484" y="670"/>
                  </a:cubicBezTo>
                  <a:cubicBezTo>
                    <a:pt x="519" y="657"/>
                    <a:pt x="524" y="659"/>
                    <a:pt x="529" y="654"/>
                  </a:cubicBezTo>
                  <a:cubicBezTo>
                    <a:pt x="603" y="622"/>
                    <a:pt x="611" y="619"/>
                    <a:pt x="619" y="615"/>
                  </a:cubicBezTo>
                  <a:cubicBezTo>
                    <a:pt x="667" y="570"/>
                    <a:pt x="677" y="568"/>
                    <a:pt x="675" y="564"/>
                  </a:cubicBezTo>
                  <a:cubicBezTo>
                    <a:pt x="719" y="542"/>
                    <a:pt x="725" y="539"/>
                    <a:pt x="730" y="537"/>
                  </a:cubicBezTo>
                  <a:cubicBezTo>
                    <a:pt x="742" y="527"/>
                    <a:pt x="737" y="530"/>
                    <a:pt x="732" y="533"/>
                  </a:cubicBezTo>
                  <a:cubicBezTo>
                    <a:pt x="706" y="538"/>
                    <a:pt x="703" y="542"/>
                    <a:pt x="700" y="544"/>
                  </a:cubicBezTo>
                  <a:cubicBezTo>
                    <a:pt x="637" y="575"/>
                    <a:pt x="629" y="578"/>
                    <a:pt x="622" y="585"/>
                  </a:cubicBezTo>
                  <a:cubicBezTo>
                    <a:pt x="557" y="616"/>
                    <a:pt x="550" y="611"/>
                    <a:pt x="543" y="615"/>
                  </a:cubicBezTo>
                  <a:cubicBezTo>
                    <a:pt x="514" y="623"/>
                    <a:pt x="507" y="625"/>
                    <a:pt x="499" y="630"/>
                  </a:cubicBezTo>
                  <a:cubicBezTo>
                    <a:pt x="469" y="641"/>
                    <a:pt x="463" y="637"/>
                    <a:pt x="455" y="644"/>
                  </a:cubicBezTo>
                  <a:cubicBezTo>
                    <a:pt x="432" y="653"/>
                    <a:pt x="426" y="659"/>
                    <a:pt x="422" y="658"/>
                  </a:cubicBezTo>
                  <a:cubicBezTo>
                    <a:pt x="410" y="660"/>
                    <a:pt x="410" y="653"/>
                    <a:pt x="416" y="648"/>
                  </a:cubicBezTo>
                  <a:cubicBezTo>
                    <a:pt x="439" y="640"/>
                    <a:pt x="445" y="628"/>
                    <a:pt x="447" y="633"/>
                  </a:cubicBezTo>
                  <a:cubicBezTo>
                    <a:pt x="502" y="611"/>
                    <a:pt x="513" y="606"/>
                    <a:pt x="523" y="605"/>
                  </a:cubicBezTo>
                  <a:cubicBezTo>
                    <a:pt x="597" y="583"/>
                    <a:pt x="606" y="581"/>
                    <a:pt x="615" y="576"/>
                  </a:cubicBezTo>
                  <a:cubicBezTo>
                    <a:pt x="655" y="561"/>
                    <a:pt x="660" y="548"/>
                    <a:pt x="663" y="553"/>
                  </a:cubicBezTo>
                  <a:cubicBezTo>
                    <a:pt x="715" y="530"/>
                    <a:pt x="721" y="528"/>
                    <a:pt x="727" y="527"/>
                  </a:cubicBezTo>
                  <a:cubicBezTo>
                    <a:pt x="736" y="512"/>
                    <a:pt x="727" y="524"/>
                    <a:pt x="720" y="520"/>
                  </a:cubicBezTo>
                  <a:cubicBezTo>
                    <a:pt x="677" y="533"/>
                    <a:pt x="673" y="536"/>
                    <a:pt x="668" y="537"/>
                  </a:cubicBezTo>
                  <a:cubicBezTo>
                    <a:pt x="603" y="571"/>
                    <a:pt x="600" y="575"/>
                    <a:pt x="598" y="573"/>
                  </a:cubicBezTo>
                  <a:cubicBezTo>
                    <a:pt x="555" y="592"/>
                    <a:pt x="552" y="588"/>
                    <a:pt x="549" y="589"/>
                  </a:cubicBezTo>
                  <a:cubicBezTo>
                    <a:pt x="507" y="600"/>
                    <a:pt x="504" y="601"/>
                    <a:pt x="501" y="601"/>
                  </a:cubicBezTo>
                  <a:cubicBezTo>
                    <a:pt x="462" y="618"/>
                    <a:pt x="456" y="620"/>
                    <a:pt x="449" y="622"/>
                  </a:cubicBezTo>
                  <a:cubicBezTo>
                    <a:pt x="427" y="627"/>
                    <a:pt x="429" y="624"/>
                    <a:pt x="432" y="622"/>
                  </a:cubicBezTo>
                  <a:cubicBezTo>
                    <a:pt x="464" y="601"/>
                    <a:pt x="476" y="596"/>
                    <a:pt x="488" y="594"/>
                  </a:cubicBezTo>
                  <a:cubicBezTo>
                    <a:pt x="519" y="583"/>
                    <a:pt x="522" y="582"/>
                    <a:pt x="525" y="584"/>
                  </a:cubicBezTo>
                  <a:cubicBezTo>
                    <a:pt x="550" y="574"/>
                    <a:pt x="557" y="572"/>
                    <a:pt x="563" y="571"/>
                  </a:cubicBezTo>
                  <a:cubicBezTo>
                    <a:pt x="588" y="560"/>
                    <a:pt x="594" y="562"/>
                    <a:pt x="600" y="559"/>
                  </a:cubicBezTo>
                  <a:cubicBezTo>
                    <a:pt x="645" y="537"/>
                    <a:pt x="651" y="541"/>
                    <a:pt x="657" y="535"/>
                  </a:cubicBezTo>
                  <a:cubicBezTo>
                    <a:pt x="670" y="528"/>
                    <a:pt x="672" y="530"/>
                    <a:pt x="671" y="528"/>
                  </a:cubicBezTo>
                  <a:cubicBezTo>
                    <a:pt x="707" y="510"/>
                    <a:pt x="711" y="502"/>
                    <a:pt x="714" y="502"/>
                  </a:cubicBezTo>
                  <a:cubicBezTo>
                    <a:pt x="729" y="486"/>
                    <a:pt x="743" y="485"/>
                    <a:pt x="736" y="481"/>
                  </a:cubicBezTo>
                  <a:cubicBezTo>
                    <a:pt x="686" y="515"/>
                    <a:pt x="684" y="515"/>
                    <a:pt x="682" y="515"/>
                  </a:cubicBezTo>
                  <a:cubicBezTo>
                    <a:pt x="660" y="525"/>
                    <a:pt x="654" y="529"/>
                    <a:pt x="648" y="532"/>
                  </a:cubicBezTo>
                  <a:cubicBezTo>
                    <a:pt x="622" y="542"/>
                    <a:pt x="616" y="542"/>
                    <a:pt x="609" y="548"/>
                  </a:cubicBezTo>
                  <a:cubicBezTo>
                    <a:pt x="569" y="562"/>
                    <a:pt x="566" y="558"/>
                    <a:pt x="563" y="561"/>
                  </a:cubicBezTo>
                  <a:cubicBezTo>
                    <a:pt x="541" y="567"/>
                    <a:pt x="537" y="572"/>
                    <a:pt x="535" y="570"/>
                  </a:cubicBezTo>
                  <a:cubicBezTo>
                    <a:pt x="474" y="591"/>
                    <a:pt x="469" y="587"/>
                    <a:pt x="462" y="592"/>
                  </a:cubicBezTo>
                  <a:cubicBezTo>
                    <a:pt x="459" y="582"/>
                    <a:pt x="465" y="573"/>
                    <a:pt x="468" y="576"/>
                  </a:cubicBezTo>
                  <a:cubicBezTo>
                    <a:pt x="497" y="562"/>
                    <a:pt x="501" y="567"/>
                    <a:pt x="506" y="564"/>
                  </a:cubicBezTo>
                  <a:cubicBezTo>
                    <a:pt x="546" y="554"/>
                    <a:pt x="550" y="555"/>
                    <a:pt x="555" y="550"/>
                  </a:cubicBezTo>
                  <a:cubicBezTo>
                    <a:pt x="621" y="530"/>
                    <a:pt x="639" y="521"/>
                    <a:pt x="656" y="514"/>
                  </a:cubicBezTo>
                  <a:cubicBezTo>
                    <a:pt x="724" y="468"/>
                    <a:pt x="727" y="472"/>
                    <a:pt x="731" y="467"/>
                  </a:cubicBezTo>
                  <a:cubicBezTo>
                    <a:pt x="698" y="479"/>
                    <a:pt x="675" y="497"/>
                    <a:pt x="653" y="506"/>
                  </a:cubicBezTo>
                  <a:cubicBezTo>
                    <a:pt x="569" y="540"/>
                    <a:pt x="564" y="539"/>
                    <a:pt x="557" y="543"/>
                  </a:cubicBezTo>
                  <a:cubicBezTo>
                    <a:pt x="520" y="547"/>
                    <a:pt x="515" y="554"/>
                    <a:pt x="512" y="552"/>
                  </a:cubicBezTo>
                  <a:cubicBezTo>
                    <a:pt x="473" y="562"/>
                    <a:pt x="469" y="568"/>
                    <a:pt x="466" y="563"/>
                  </a:cubicBezTo>
                  <a:cubicBezTo>
                    <a:pt x="498" y="545"/>
                    <a:pt x="497" y="541"/>
                    <a:pt x="502" y="539"/>
                  </a:cubicBezTo>
                  <a:cubicBezTo>
                    <a:pt x="563" y="520"/>
                    <a:pt x="573" y="516"/>
                    <a:pt x="581" y="519"/>
                  </a:cubicBezTo>
                  <a:cubicBezTo>
                    <a:pt x="612" y="506"/>
                    <a:pt x="616" y="505"/>
                    <a:pt x="619" y="506"/>
                  </a:cubicBezTo>
                  <a:cubicBezTo>
                    <a:pt x="736" y="443"/>
                    <a:pt x="752" y="427"/>
                    <a:pt x="767" y="422"/>
                  </a:cubicBezTo>
                  <a:cubicBezTo>
                    <a:pt x="792" y="398"/>
                    <a:pt x="801" y="398"/>
                    <a:pt x="799" y="388"/>
                  </a:cubicBezTo>
                  <a:cubicBezTo>
                    <a:pt x="779" y="406"/>
                    <a:pt x="773" y="410"/>
                    <a:pt x="771" y="411"/>
                  </a:cubicBezTo>
                  <a:cubicBezTo>
                    <a:pt x="764" y="417"/>
                    <a:pt x="760" y="419"/>
                    <a:pt x="757" y="421"/>
                  </a:cubicBezTo>
                  <a:cubicBezTo>
                    <a:pt x="698" y="461"/>
                    <a:pt x="694" y="459"/>
                    <a:pt x="692" y="461"/>
                  </a:cubicBezTo>
                  <a:cubicBezTo>
                    <a:pt x="645" y="481"/>
                    <a:pt x="642" y="485"/>
                    <a:pt x="639" y="487"/>
                  </a:cubicBezTo>
                  <a:cubicBezTo>
                    <a:pt x="607" y="499"/>
                    <a:pt x="602" y="499"/>
                    <a:pt x="597" y="503"/>
                  </a:cubicBezTo>
                  <a:cubicBezTo>
                    <a:pt x="580" y="505"/>
                    <a:pt x="572" y="510"/>
                    <a:pt x="564" y="509"/>
                  </a:cubicBezTo>
                  <a:cubicBezTo>
                    <a:pt x="507" y="529"/>
                    <a:pt x="504" y="529"/>
                    <a:pt x="501" y="530"/>
                  </a:cubicBezTo>
                  <a:cubicBezTo>
                    <a:pt x="511" y="516"/>
                    <a:pt x="516" y="516"/>
                    <a:pt x="521" y="510"/>
                  </a:cubicBezTo>
                  <a:cubicBezTo>
                    <a:pt x="560" y="498"/>
                    <a:pt x="569" y="498"/>
                    <a:pt x="580" y="493"/>
                  </a:cubicBezTo>
                  <a:cubicBezTo>
                    <a:pt x="646" y="472"/>
                    <a:pt x="652" y="467"/>
                    <a:pt x="658" y="468"/>
                  </a:cubicBezTo>
                  <a:cubicBezTo>
                    <a:pt x="762" y="408"/>
                    <a:pt x="771" y="401"/>
                    <a:pt x="780" y="395"/>
                  </a:cubicBezTo>
                  <a:cubicBezTo>
                    <a:pt x="794" y="385"/>
                    <a:pt x="799" y="381"/>
                    <a:pt x="804" y="378"/>
                  </a:cubicBezTo>
                  <a:cubicBezTo>
                    <a:pt x="816" y="362"/>
                    <a:pt x="807" y="368"/>
                    <a:pt x="799" y="374"/>
                  </a:cubicBezTo>
                  <a:cubicBezTo>
                    <a:pt x="785" y="381"/>
                    <a:pt x="780" y="387"/>
                    <a:pt x="777" y="392"/>
                  </a:cubicBezTo>
                  <a:cubicBezTo>
                    <a:pt x="741" y="412"/>
                    <a:pt x="732" y="416"/>
                    <a:pt x="722" y="424"/>
                  </a:cubicBezTo>
                  <a:cubicBezTo>
                    <a:pt x="700" y="442"/>
                    <a:pt x="692" y="439"/>
                    <a:pt x="689" y="441"/>
                  </a:cubicBezTo>
                  <a:cubicBezTo>
                    <a:pt x="614" y="471"/>
                    <a:pt x="613" y="473"/>
                    <a:pt x="607" y="476"/>
                  </a:cubicBezTo>
                  <a:cubicBezTo>
                    <a:pt x="566" y="485"/>
                    <a:pt x="556" y="494"/>
                    <a:pt x="549" y="491"/>
                  </a:cubicBezTo>
                  <a:cubicBezTo>
                    <a:pt x="513" y="502"/>
                    <a:pt x="508" y="511"/>
                    <a:pt x="505" y="508"/>
                  </a:cubicBezTo>
                  <a:cubicBezTo>
                    <a:pt x="524" y="490"/>
                    <a:pt x="526" y="487"/>
                    <a:pt x="528" y="486"/>
                  </a:cubicBezTo>
                  <a:cubicBezTo>
                    <a:pt x="546" y="478"/>
                    <a:pt x="555" y="473"/>
                    <a:pt x="564" y="467"/>
                  </a:cubicBezTo>
                  <a:cubicBezTo>
                    <a:pt x="585" y="466"/>
                    <a:pt x="592" y="460"/>
                    <a:pt x="598" y="460"/>
                  </a:cubicBezTo>
                  <a:cubicBezTo>
                    <a:pt x="650" y="440"/>
                    <a:pt x="653" y="444"/>
                    <a:pt x="657" y="440"/>
                  </a:cubicBezTo>
                  <a:cubicBezTo>
                    <a:pt x="729" y="408"/>
                    <a:pt x="743" y="399"/>
                    <a:pt x="758" y="389"/>
                  </a:cubicBezTo>
                  <a:cubicBezTo>
                    <a:pt x="794" y="357"/>
                    <a:pt x="790" y="359"/>
                    <a:pt x="778" y="369"/>
                  </a:cubicBezTo>
                  <a:cubicBezTo>
                    <a:pt x="742" y="393"/>
                    <a:pt x="737" y="396"/>
                    <a:pt x="732" y="400"/>
                  </a:cubicBezTo>
                  <a:cubicBezTo>
                    <a:pt x="693" y="417"/>
                    <a:pt x="690" y="418"/>
                    <a:pt x="687" y="420"/>
                  </a:cubicBezTo>
                  <a:cubicBezTo>
                    <a:pt x="629" y="438"/>
                    <a:pt x="622" y="447"/>
                    <a:pt x="618" y="443"/>
                  </a:cubicBezTo>
                  <a:cubicBezTo>
                    <a:pt x="587" y="455"/>
                    <a:pt x="575" y="459"/>
                    <a:pt x="564" y="457"/>
                  </a:cubicBezTo>
                  <a:cubicBezTo>
                    <a:pt x="544" y="467"/>
                    <a:pt x="539" y="470"/>
                    <a:pt x="534" y="470"/>
                  </a:cubicBezTo>
                  <a:cubicBezTo>
                    <a:pt x="590" y="434"/>
                    <a:pt x="594" y="439"/>
                    <a:pt x="599" y="435"/>
                  </a:cubicBezTo>
                  <a:cubicBezTo>
                    <a:pt x="658" y="416"/>
                    <a:pt x="669" y="411"/>
                    <a:pt x="679" y="409"/>
                  </a:cubicBezTo>
                  <a:cubicBezTo>
                    <a:pt x="766" y="359"/>
                    <a:pt x="770" y="356"/>
                    <a:pt x="786" y="346"/>
                  </a:cubicBezTo>
                  <a:cubicBezTo>
                    <a:pt x="788" y="337"/>
                    <a:pt x="773" y="348"/>
                    <a:pt x="758" y="359"/>
                  </a:cubicBezTo>
                  <a:cubicBezTo>
                    <a:pt x="666" y="405"/>
                    <a:pt x="659" y="405"/>
                    <a:pt x="650" y="410"/>
                  </a:cubicBezTo>
                  <a:cubicBezTo>
                    <a:pt x="579" y="427"/>
                    <a:pt x="571" y="435"/>
                    <a:pt x="566" y="429"/>
                  </a:cubicBezTo>
                  <a:cubicBezTo>
                    <a:pt x="586" y="418"/>
                    <a:pt x="591" y="422"/>
                    <a:pt x="597" y="419"/>
                  </a:cubicBezTo>
                  <a:cubicBezTo>
                    <a:pt x="623" y="411"/>
                    <a:pt x="627" y="405"/>
                    <a:pt x="629" y="408"/>
                  </a:cubicBezTo>
                  <a:cubicBezTo>
                    <a:pt x="674" y="391"/>
                    <a:pt x="674" y="383"/>
                    <a:pt x="679" y="385"/>
                  </a:cubicBezTo>
                  <a:cubicBezTo>
                    <a:pt x="709" y="372"/>
                    <a:pt x="714" y="369"/>
                    <a:pt x="719" y="365"/>
                  </a:cubicBezTo>
                  <a:cubicBezTo>
                    <a:pt x="790" y="326"/>
                    <a:pt x="800" y="319"/>
                    <a:pt x="808" y="316"/>
                  </a:cubicBezTo>
                  <a:cubicBezTo>
                    <a:pt x="851" y="294"/>
                    <a:pt x="848" y="291"/>
                    <a:pt x="852" y="289"/>
                  </a:cubicBezTo>
                  <a:cubicBezTo>
                    <a:pt x="847" y="287"/>
                    <a:pt x="848" y="290"/>
                    <a:pt x="845" y="292"/>
                  </a:cubicBezTo>
                  <a:cubicBezTo>
                    <a:pt x="796" y="312"/>
                    <a:pt x="785" y="320"/>
                    <a:pt x="775" y="325"/>
                  </a:cubicBezTo>
                  <a:cubicBezTo>
                    <a:pt x="686" y="371"/>
                    <a:pt x="681" y="378"/>
                    <a:pt x="677" y="376"/>
                  </a:cubicBezTo>
                  <a:cubicBezTo>
                    <a:pt x="647" y="386"/>
                    <a:pt x="644" y="390"/>
                    <a:pt x="642" y="391"/>
                  </a:cubicBezTo>
                  <a:cubicBezTo>
                    <a:pt x="602" y="407"/>
                    <a:pt x="598" y="406"/>
                    <a:pt x="593" y="409"/>
                  </a:cubicBezTo>
                  <a:cubicBezTo>
                    <a:pt x="585" y="406"/>
                    <a:pt x="586" y="411"/>
                    <a:pt x="589" y="407"/>
                  </a:cubicBezTo>
                  <a:cubicBezTo>
                    <a:pt x="637" y="379"/>
                    <a:pt x="661" y="368"/>
                    <a:pt x="684" y="361"/>
                  </a:cubicBezTo>
                  <a:cubicBezTo>
                    <a:pt x="714" y="348"/>
                    <a:pt x="717" y="344"/>
                    <a:pt x="720" y="343"/>
                  </a:cubicBezTo>
                  <a:cubicBezTo>
                    <a:pt x="761" y="318"/>
                    <a:pt x="780" y="313"/>
                    <a:pt x="794" y="303"/>
                  </a:cubicBezTo>
                  <a:cubicBezTo>
                    <a:pt x="837" y="288"/>
                    <a:pt x="847" y="283"/>
                    <a:pt x="845" y="279"/>
                  </a:cubicBezTo>
                  <a:cubicBezTo>
                    <a:pt x="748" y="324"/>
                    <a:pt x="743" y="322"/>
                    <a:pt x="738" y="327"/>
                  </a:cubicBezTo>
                  <a:cubicBezTo>
                    <a:pt x="712" y="340"/>
                    <a:pt x="702" y="341"/>
                    <a:pt x="692" y="348"/>
                  </a:cubicBezTo>
                  <a:cubicBezTo>
                    <a:pt x="671" y="360"/>
                    <a:pt x="667" y="355"/>
                    <a:pt x="661" y="360"/>
                  </a:cubicBezTo>
                  <a:cubicBezTo>
                    <a:pt x="628" y="371"/>
                    <a:pt x="625" y="375"/>
                    <a:pt x="623" y="373"/>
                  </a:cubicBezTo>
                  <a:cubicBezTo>
                    <a:pt x="602" y="380"/>
                    <a:pt x="603" y="375"/>
                    <a:pt x="608" y="379"/>
                  </a:cubicBezTo>
                  <a:cubicBezTo>
                    <a:pt x="635" y="363"/>
                    <a:pt x="640" y="358"/>
                    <a:pt x="645" y="355"/>
                  </a:cubicBezTo>
                  <a:cubicBezTo>
                    <a:pt x="690" y="337"/>
                    <a:pt x="695" y="339"/>
                    <a:pt x="702" y="336"/>
                  </a:cubicBezTo>
                  <a:cubicBezTo>
                    <a:pt x="778" y="299"/>
                    <a:pt x="789" y="291"/>
                    <a:pt x="800" y="284"/>
                  </a:cubicBezTo>
                  <a:cubicBezTo>
                    <a:pt x="823" y="265"/>
                    <a:pt x="817" y="270"/>
                    <a:pt x="810" y="275"/>
                  </a:cubicBezTo>
                  <a:cubicBezTo>
                    <a:pt x="745" y="308"/>
                    <a:pt x="744" y="312"/>
                    <a:pt x="735" y="317"/>
                  </a:cubicBezTo>
                  <a:cubicBezTo>
                    <a:pt x="706" y="325"/>
                    <a:pt x="698" y="329"/>
                    <a:pt x="692" y="328"/>
                  </a:cubicBezTo>
                  <a:cubicBezTo>
                    <a:pt x="631" y="353"/>
                    <a:pt x="625" y="359"/>
                    <a:pt x="621" y="355"/>
                  </a:cubicBezTo>
                  <a:cubicBezTo>
                    <a:pt x="645" y="341"/>
                    <a:pt x="649" y="339"/>
                    <a:pt x="654" y="336"/>
                  </a:cubicBezTo>
                  <a:cubicBezTo>
                    <a:pt x="697" y="321"/>
                    <a:pt x="705" y="316"/>
                    <a:pt x="713" y="313"/>
                  </a:cubicBezTo>
                  <a:cubicBezTo>
                    <a:pt x="745" y="297"/>
                    <a:pt x="753" y="295"/>
                    <a:pt x="761" y="291"/>
                  </a:cubicBezTo>
                  <a:cubicBezTo>
                    <a:pt x="803" y="262"/>
                    <a:pt x="807" y="264"/>
                    <a:pt x="806" y="261"/>
                  </a:cubicBezTo>
                  <a:cubicBezTo>
                    <a:pt x="839" y="233"/>
                    <a:pt x="843" y="230"/>
                    <a:pt x="847" y="226"/>
                  </a:cubicBezTo>
                  <a:cubicBezTo>
                    <a:pt x="796" y="261"/>
                    <a:pt x="788" y="266"/>
                    <a:pt x="779" y="272"/>
                  </a:cubicBezTo>
                  <a:cubicBezTo>
                    <a:pt x="668" y="319"/>
                    <a:pt x="661" y="325"/>
                    <a:pt x="655" y="325"/>
                  </a:cubicBezTo>
                  <a:cubicBezTo>
                    <a:pt x="643" y="332"/>
                    <a:pt x="643" y="326"/>
                    <a:pt x="646" y="322"/>
                  </a:cubicBezTo>
                  <a:cubicBezTo>
                    <a:pt x="668" y="316"/>
                    <a:pt x="674" y="313"/>
                    <a:pt x="679" y="313"/>
                  </a:cubicBezTo>
                  <a:cubicBezTo>
                    <a:pt x="789" y="253"/>
                    <a:pt x="800" y="245"/>
                    <a:pt x="811" y="238"/>
                  </a:cubicBezTo>
                  <a:cubicBezTo>
                    <a:pt x="830" y="217"/>
                    <a:pt x="839" y="215"/>
                    <a:pt x="836" y="212"/>
                  </a:cubicBezTo>
                  <a:cubicBezTo>
                    <a:pt x="826" y="221"/>
                    <a:pt x="818" y="219"/>
                    <a:pt x="815" y="227"/>
                  </a:cubicBezTo>
                  <a:cubicBezTo>
                    <a:pt x="759" y="262"/>
                    <a:pt x="739" y="275"/>
                    <a:pt x="719" y="284"/>
                  </a:cubicBezTo>
                  <a:cubicBezTo>
                    <a:pt x="673" y="305"/>
                    <a:pt x="671" y="306"/>
                    <a:pt x="668" y="306"/>
                  </a:cubicBezTo>
                  <a:cubicBezTo>
                    <a:pt x="711" y="282"/>
                    <a:pt x="719" y="273"/>
                    <a:pt x="727" y="271"/>
                  </a:cubicBezTo>
                  <a:cubicBezTo>
                    <a:pt x="797" y="226"/>
                    <a:pt x="805" y="220"/>
                    <a:pt x="813" y="214"/>
                  </a:cubicBezTo>
                  <a:cubicBezTo>
                    <a:pt x="850" y="175"/>
                    <a:pt x="861" y="172"/>
                    <a:pt x="859" y="168"/>
                  </a:cubicBezTo>
                  <a:close/>
                  <a:moveTo>
                    <a:pt x="743" y="232"/>
                  </a:moveTo>
                  <a:cubicBezTo>
                    <a:pt x="748" y="239"/>
                    <a:pt x="733" y="238"/>
                    <a:pt x="728" y="246"/>
                  </a:cubicBezTo>
                  <a:cubicBezTo>
                    <a:pt x="725" y="238"/>
                    <a:pt x="737" y="240"/>
                    <a:pt x="743" y="232"/>
                  </a:cubicBezTo>
                  <a:close/>
                  <a:moveTo>
                    <a:pt x="723" y="245"/>
                  </a:moveTo>
                  <a:cubicBezTo>
                    <a:pt x="723" y="251"/>
                    <a:pt x="713" y="252"/>
                    <a:pt x="710" y="254"/>
                  </a:cubicBezTo>
                  <a:cubicBezTo>
                    <a:pt x="709" y="248"/>
                    <a:pt x="719" y="247"/>
                    <a:pt x="723" y="245"/>
                  </a:cubicBezTo>
                  <a:close/>
                  <a:moveTo>
                    <a:pt x="265" y="659"/>
                  </a:moveTo>
                  <a:cubicBezTo>
                    <a:pt x="262" y="656"/>
                    <a:pt x="263" y="654"/>
                    <a:pt x="262" y="651"/>
                  </a:cubicBezTo>
                  <a:cubicBezTo>
                    <a:pt x="260" y="649"/>
                    <a:pt x="256" y="646"/>
                    <a:pt x="259" y="644"/>
                  </a:cubicBezTo>
                  <a:cubicBezTo>
                    <a:pt x="256" y="643"/>
                    <a:pt x="254" y="641"/>
                    <a:pt x="252" y="638"/>
                  </a:cubicBezTo>
                  <a:cubicBezTo>
                    <a:pt x="252" y="636"/>
                    <a:pt x="252" y="634"/>
                    <a:pt x="250" y="635"/>
                  </a:cubicBezTo>
                  <a:cubicBezTo>
                    <a:pt x="248" y="631"/>
                    <a:pt x="248" y="627"/>
                    <a:pt x="243" y="623"/>
                  </a:cubicBezTo>
                  <a:cubicBezTo>
                    <a:pt x="245" y="617"/>
                    <a:pt x="243" y="617"/>
                    <a:pt x="239" y="613"/>
                  </a:cubicBezTo>
                  <a:cubicBezTo>
                    <a:pt x="241" y="610"/>
                    <a:pt x="236" y="605"/>
                    <a:pt x="236" y="601"/>
                  </a:cubicBezTo>
                  <a:cubicBezTo>
                    <a:pt x="231" y="592"/>
                    <a:pt x="230" y="592"/>
                    <a:pt x="223" y="581"/>
                  </a:cubicBezTo>
                  <a:cubicBezTo>
                    <a:pt x="215" y="572"/>
                    <a:pt x="216" y="564"/>
                    <a:pt x="207" y="555"/>
                  </a:cubicBezTo>
                  <a:cubicBezTo>
                    <a:pt x="203" y="545"/>
                    <a:pt x="204" y="543"/>
                    <a:pt x="195" y="532"/>
                  </a:cubicBezTo>
                  <a:cubicBezTo>
                    <a:pt x="199" y="528"/>
                    <a:pt x="191" y="523"/>
                    <a:pt x="193" y="519"/>
                  </a:cubicBezTo>
                  <a:cubicBezTo>
                    <a:pt x="188" y="514"/>
                    <a:pt x="192" y="510"/>
                    <a:pt x="188" y="505"/>
                  </a:cubicBezTo>
                  <a:cubicBezTo>
                    <a:pt x="187" y="496"/>
                    <a:pt x="184" y="487"/>
                    <a:pt x="181" y="478"/>
                  </a:cubicBezTo>
                  <a:cubicBezTo>
                    <a:pt x="189" y="478"/>
                    <a:pt x="185" y="488"/>
                    <a:pt x="189" y="492"/>
                  </a:cubicBezTo>
                  <a:cubicBezTo>
                    <a:pt x="191" y="498"/>
                    <a:pt x="194" y="504"/>
                    <a:pt x="193" y="509"/>
                  </a:cubicBezTo>
                  <a:cubicBezTo>
                    <a:pt x="200" y="517"/>
                    <a:pt x="199" y="523"/>
                    <a:pt x="207" y="531"/>
                  </a:cubicBezTo>
                  <a:cubicBezTo>
                    <a:pt x="210" y="535"/>
                    <a:pt x="208" y="538"/>
                    <a:pt x="209" y="541"/>
                  </a:cubicBezTo>
                  <a:cubicBezTo>
                    <a:pt x="213" y="542"/>
                    <a:pt x="214" y="546"/>
                    <a:pt x="213" y="549"/>
                  </a:cubicBezTo>
                  <a:cubicBezTo>
                    <a:pt x="220" y="554"/>
                    <a:pt x="218" y="557"/>
                    <a:pt x="224" y="565"/>
                  </a:cubicBezTo>
                  <a:cubicBezTo>
                    <a:pt x="227" y="574"/>
                    <a:pt x="233" y="584"/>
                    <a:pt x="237" y="593"/>
                  </a:cubicBezTo>
                  <a:cubicBezTo>
                    <a:pt x="239" y="596"/>
                    <a:pt x="241" y="598"/>
                    <a:pt x="243" y="601"/>
                  </a:cubicBezTo>
                  <a:cubicBezTo>
                    <a:pt x="243" y="603"/>
                    <a:pt x="243" y="605"/>
                    <a:pt x="245" y="604"/>
                  </a:cubicBezTo>
                  <a:cubicBezTo>
                    <a:pt x="246" y="609"/>
                    <a:pt x="245" y="613"/>
                    <a:pt x="250" y="618"/>
                  </a:cubicBezTo>
                  <a:cubicBezTo>
                    <a:pt x="253" y="627"/>
                    <a:pt x="261" y="637"/>
                    <a:pt x="263" y="646"/>
                  </a:cubicBezTo>
                  <a:cubicBezTo>
                    <a:pt x="271" y="655"/>
                    <a:pt x="270" y="664"/>
                    <a:pt x="275" y="673"/>
                  </a:cubicBezTo>
                  <a:cubicBezTo>
                    <a:pt x="268" y="673"/>
                    <a:pt x="271" y="663"/>
                    <a:pt x="265" y="659"/>
                  </a:cubicBezTo>
                  <a:close/>
                  <a:moveTo>
                    <a:pt x="279" y="685"/>
                  </a:moveTo>
                  <a:cubicBezTo>
                    <a:pt x="279" y="692"/>
                    <a:pt x="278" y="682"/>
                    <a:pt x="274" y="679"/>
                  </a:cubicBezTo>
                  <a:cubicBezTo>
                    <a:pt x="273" y="676"/>
                    <a:pt x="276" y="678"/>
                    <a:pt x="277" y="679"/>
                  </a:cubicBezTo>
                  <a:cubicBezTo>
                    <a:pt x="278" y="681"/>
                    <a:pt x="279" y="683"/>
                    <a:pt x="281" y="684"/>
                  </a:cubicBezTo>
                  <a:cubicBezTo>
                    <a:pt x="280" y="685"/>
                    <a:pt x="280" y="685"/>
                    <a:pt x="279" y="685"/>
                  </a:cubicBezTo>
                  <a:close/>
                  <a:moveTo>
                    <a:pt x="166" y="634"/>
                  </a:moveTo>
                  <a:cubicBezTo>
                    <a:pt x="162" y="637"/>
                    <a:pt x="166" y="630"/>
                    <a:pt x="161" y="628"/>
                  </a:cubicBezTo>
                  <a:cubicBezTo>
                    <a:pt x="168" y="628"/>
                    <a:pt x="168" y="638"/>
                    <a:pt x="172" y="642"/>
                  </a:cubicBezTo>
                  <a:cubicBezTo>
                    <a:pt x="168" y="645"/>
                    <a:pt x="166" y="636"/>
                    <a:pt x="166" y="634"/>
                  </a:cubicBezTo>
                  <a:close/>
                  <a:moveTo>
                    <a:pt x="192" y="691"/>
                  </a:moveTo>
                  <a:cubicBezTo>
                    <a:pt x="192" y="690"/>
                    <a:pt x="191" y="690"/>
                    <a:pt x="190" y="691"/>
                  </a:cubicBezTo>
                  <a:cubicBezTo>
                    <a:pt x="187" y="685"/>
                    <a:pt x="184" y="679"/>
                    <a:pt x="184" y="673"/>
                  </a:cubicBezTo>
                  <a:cubicBezTo>
                    <a:pt x="190" y="669"/>
                    <a:pt x="184" y="681"/>
                    <a:pt x="189" y="677"/>
                  </a:cubicBezTo>
                  <a:cubicBezTo>
                    <a:pt x="189" y="682"/>
                    <a:pt x="193" y="688"/>
                    <a:pt x="194" y="693"/>
                  </a:cubicBezTo>
                  <a:cubicBezTo>
                    <a:pt x="195" y="695"/>
                    <a:pt x="196" y="696"/>
                    <a:pt x="197" y="698"/>
                  </a:cubicBezTo>
                  <a:cubicBezTo>
                    <a:pt x="200" y="705"/>
                    <a:pt x="188" y="693"/>
                    <a:pt x="192" y="691"/>
                  </a:cubicBezTo>
                  <a:close/>
                  <a:moveTo>
                    <a:pt x="259" y="828"/>
                  </a:moveTo>
                  <a:cubicBezTo>
                    <a:pt x="258" y="824"/>
                    <a:pt x="255" y="820"/>
                    <a:pt x="256" y="817"/>
                  </a:cubicBezTo>
                  <a:cubicBezTo>
                    <a:pt x="247" y="810"/>
                    <a:pt x="247" y="797"/>
                    <a:pt x="241" y="789"/>
                  </a:cubicBezTo>
                  <a:cubicBezTo>
                    <a:pt x="233" y="777"/>
                    <a:pt x="228" y="766"/>
                    <a:pt x="224" y="755"/>
                  </a:cubicBezTo>
                  <a:cubicBezTo>
                    <a:pt x="220" y="751"/>
                    <a:pt x="217" y="746"/>
                    <a:pt x="214" y="742"/>
                  </a:cubicBezTo>
                  <a:cubicBezTo>
                    <a:pt x="212" y="737"/>
                    <a:pt x="211" y="732"/>
                    <a:pt x="208" y="727"/>
                  </a:cubicBezTo>
                  <a:cubicBezTo>
                    <a:pt x="206" y="724"/>
                    <a:pt x="208" y="722"/>
                    <a:pt x="205" y="719"/>
                  </a:cubicBezTo>
                  <a:cubicBezTo>
                    <a:pt x="202" y="720"/>
                    <a:pt x="204" y="715"/>
                    <a:pt x="201" y="717"/>
                  </a:cubicBezTo>
                  <a:cubicBezTo>
                    <a:pt x="203" y="712"/>
                    <a:pt x="194" y="705"/>
                    <a:pt x="199" y="701"/>
                  </a:cubicBezTo>
                  <a:cubicBezTo>
                    <a:pt x="207" y="710"/>
                    <a:pt x="207" y="720"/>
                    <a:pt x="217" y="725"/>
                  </a:cubicBezTo>
                  <a:cubicBezTo>
                    <a:pt x="214" y="728"/>
                    <a:pt x="222" y="733"/>
                    <a:pt x="220" y="736"/>
                  </a:cubicBezTo>
                  <a:cubicBezTo>
                    <a:pt x="220" y="739"/>
                    <a:pt x="227" y="743"/>
                    <a:pt x="224" y="745"/>
                  </a:cubicBezTo>
                  <a:cubicBezTo>
                    <a:pt x="228" y="751"/>
                    <a:pt x="231" y="757"/>
                    <a:pt x="232" y="763"/>
                  </a:cubicBezTo>
                  <a:cubicBezTo>
                    <a:pt x="242" y="777"/>
                    <a:pt x="242" y="783"/>
                    <a:pt x="252" y="798"/>
                  </a:cubicBezTo>
                  <a:cubicBezTo>
                    <a:pt x="255" y="807"/>
                    <a:pt x="256" y="808"/>
                    <a:pt x="261" y="817"/>
                  </a:cubicBezTo>
                  <a:cubicBezTo>
                    <a:pt x="258" y="822"/>
                    <a:pt x="264" y="829"/>
                    <a:pt x="265" y="836"/>
                  </a:cubicBezTo>
                  <a:cubicBezTo>
                    <a:pt x="259" y="838"/>
                    <a:pt x="262" y="830"/>
                    <a:pt x="259" y="828"/>
                  </a:cubicBezTo>
                  <a:close/>
                  <a:moveTo>
                    <a:pt x="195" y="1053"/>
                  </a:moveTo>
                  <a:cubicBezTo>
                    <a:pt x="187" y="1053"/>
                    <a:pt x="194" y="1042"/>
                    <a:pt x="195" y="1053"/>
                  </a:cubicBezTo>
                  <a:close/>
                  <a:moveTo>
                    <a:pt x="139" y="1162"/>
                  </a:moveTo>
                  <a:cubicBezTo>
                    <a:pt x="139" y="1162"/>
                    <a:pt x="135" y="1161"/>
                    <a:pt x="135" y="1160"/>
                  </a:cubicBezTo>
                  <a:cubicBezTo>
                    <a:pt x="135" y="1160"/>
                    <a:pt x="137" y="1159"/>
                    <a:pt x="137" y="1159"/>
                  </a:cubicBezTo>
                  <a:cubicBezTo>
                    <a:pt x="135" y="1156"/>
                    <a:pt x="134" y="1152"/>
                    <a:pt x="136" y="1155"/>
                  </a:cubicBezTo>
                  <a:cubicBezTo>
                    <a:pt x="138" y="1157"/>
                    <a:pt x="136" y="1158"/>
                    <a:pt x="137" y="1159"/>
                  </a:cubicBezTo>
                  <a:cubicBezTo>
                    <a:pt x="137" y="1159"/>
                    <a:pt x="146" y="1164"/>
                    <a:pt x="139" y="1162"/>
                  </a:cubicBezTo>
                  <a:close/>
                  <a:moveTo>
                    <a:pt x="157" y="1194"/>
                  </a:moveTo>
                  <a:cubicBezTo>
                    <a:pt x="156" y="1188"/>
                    <a:pt x="151" y="1181"/>
                    <a:pt x="146" y="1175"/>
                  </a:cubicBezTo>
                  <a:cubicBezTo>
                    <a:pt x="148" y="1173"/>
                    <a:pt x="150" y="1179"/>
                    <a:pt x="153" y="1177"/>
                  </a:cubicBezTo>
                  <a:cubicBezTo>
                    <a:pt x="149" y="1182"/>
                    <a:pt x="165" y="1190"/>
                    <a:pt x="157" y="1194"/>
                  </a:cubicBezTo>
                  <a:close/>
                  <a:moveTo>
                    <a:pt x="160" y="1194"/>
                  </a:moveTo>
                  <a:cubicBezTo>
                    <a:pt x="165" y="1194"/>
                    <a:pt x="164" y="1204"/>
                    <a:pt x="167" y="1208"/>
                  </a:cubicBezTo>
                  <a:cubicBezTo>
                    <a:pt x="161" y="1208"/>
                    <a:pt x="161" y="1198"/>
                    <a:pt x="160" y="1194"/>
                  </a:cubicBezTo>
                  <a:close/>
                  <a:moveTo>
                    <a:pt x="120" y="1272"/>
                  </a:moveTo>
                  <a:cubicBezTo>
                    <a:pt x="122" y="1271"/>
                    <a:pt x="129" y="1274"/>
                    <a:pt x="125" y="1275"/>
                  </a:cubicBezTo>
                  <a:cubicBezTo>
                    <a:pt x="136" y="1289"/>
                    <a:pt x="127" y="1283"/>
                    <a:pt x="120" y="1272"/>
                  </a:cubicBezTo>
                  <a:close/>
                  <a:moveTo>
                    <a:pt x="25" y="1215"/>
                  </a:moveTo>
                  <a:cubicBezTo>
                    <a:pt x="26" y="1214"/>
                    <a:pt x="27" y="1214"/>
                    <a:pt x="28" y="1213"/>
                  </a:cubicBezTo>
                  <a:cubicBezTo>
                    <a:pt x="29" y="1214"/>
                    <a:pt x="31" y="1216"/>
                    <a:pt x="32" y="1218"/>
                  </a:cubicBezTo>
                  <a:cubicBezTo>
                    <a:pt x="31" y="1218"/>
                    <a:pt x="30" y="1219"/>
                    <a:pt x="29" y="1220"/>
                  </a:cubicBezTo>
                  <a:cubicBezTo>
                    <a:pt x="27" y="1218"/>
                    <a:pt x="26" y="1217"/>
                    <a:pt x="25" y="1215"/>
                  </a:cubicBezTo>
                  <a:close/>
                  <a:moveTo>
                    <a:pt x="121" y="1375"/>
                  </a:moveTo>
                  <a:cubicBezTo>
                    <a:pt x="117" y="1370"/>
                    <a:pt x="114" y="1365"/>
                    <a:pt x="110" y="1360"/>
                  </a:cubicBezTo>
                  <a:cubicBezTo>
                    <a:pt x="113" y="1358"/>
                    <a:pt x="116" y="1360"/>
                    <a:pt x="118" y="1364"/>
                  </a:cubicBezTo>
                  <a:cubicBezTo>
                    <a:pt x="122" y="1365"/>
                    <a:pt x="127" y="1372"/>
                    <a:pt x="121" y="1375"/>
                  </a:cubicBezTo>
                  <a:close/>
                  <a:moveTo>
                    <a:pt x="156" y="1400"/>
                  </a:moveTo>
                  <a:cubicBezTo>
                    <a:pt x="154" y="1401"/>
                    <a:pt x="156" y="1399"/>
                    <a:pt x="154" y="1397"/>
                  </a:cubicBezTo>
                  <a:cubicBezTo>
                    <a:pt x="129" y="1364"/>
                    <a:pt x="125" y="1355"/>
                    <a:pt x="120" y="1353"/>
                  </a:cubicBezTo>
                  <a:cubicBezTo>
                    <a:pt x="103" y="1335"/>
                    <a:pt x="105" y="1329"/>
                    <a:pt x="98" y="1330"/>
                  </a:cubicBezTo>
                  <a:cubicBezTo>
                    <a:pt x="80" y="1305"/>
                    <a:pt x="82" y="1304"/>
                    <a:pt x="82" y="1304"/>
                  </a:cubicBezTo>
                  <a:cubicBezTo>
                    <a:pt x="72" y="1293"/>
                    <a:pt x="73" y="1290"/>
                    <a:pt x="72" y="1290"/>
                  </a:cubicBezTo>
                  <a:cubicBezTo>
                    <a:pt x="60" y="1278"/>
                    <a:pt x="63" y="1277"/>
                    <a:pt x="61" y="1275"/>
                  </a:cubicBezTo>
                  <a:cubicBezTo>
                    <a:pt x="44" y="1247"/>
                    <a:pt x="37" y="1241"/>
                    <a:pt x="37" y="1236"/>
                  </a:cubicBezTo>
                  <a:cubicBezTo>
                    <a:pt x="33" y="1223"/>
                    <a:pt x="41" y="1230"/>
                    <a:pt x="45" y="1233"/>
                  </a:cubicBezTo>
                  <a:cubicBezTo>
                    <a:pt x="83" y="1280"/>
                    <a:pt x="94" y="1291"/>
                    <a:pt x="101" y="1303"/>
                  </a:cubicBezTo>
                  <a:cubicBezTo>
                    <a:pt x="106" y="1310"/>
                    <a:pt x="104" y="1311"/>
                    <a:pt x="105" y="1312"/>
                  </a:cubicBezTo>
                  <a:cubicBezTo>
                    <a:pt x="117" y="1329"/>
                    <a:pt x="118" y="1327"/>
                    <a:pt x="119" y="1329"/>
                  </a:cubicBezTo>
                  <a:cubicBezTo>
                    <a:pt x="159" y="1413"/>
                    <a:pt x="159" y="1403"/>
                    <a:pt x="156" y="1400"/>
                  </a:cubicBezTo>
                  <a:close/>
                  <a:moveTo>
                    <a:pt x="217" y="1325"/>
                  </a:moveTo>
                  <a:cubicBezTo>
                    <a:pt x="220" y="1327"/>
                    <a:pt x="210" y="1334"/>
                    <a:pt x="210" y="1328"/>
                  </a:cubicBezTo>
                  <a:cubicBezTo>
                    <a:pt x="212" y="1325"/>
                    <a:pt x="214" y="1327"/>
                    <a:pt x="217" y="1325"/>
                  </a:cubicBezTo>
                  <a:close/>
                  <a:moveTo>
                    <a:pt x="182" y="1218"/>
                  </a:moveTo>
                  <a:cubicBezTo>
                    <a:pt x="188" y="1216"/>
                    <a:pt x="184" y="1224"/>
                    <a:pt x="189" y="1227"/>
                  </a:cubicBezTo>
                  <a:cubicBezTo>
                    <a:pt x="183" y="1229"/>
                    <a:pt x="184" y="1220"/>
                    <a:pt x="182" y="1218"/>
                  </a:cubicBezTo>
                  <a:close/>
                  <a:moveTo>
                    <a:pt x="339" y="1330"/>
                  </a:moveTo>
                  <a:cubicBezTo>
                    <a:pt x="343" y="1334"/>
                    <a:pt x="348" y="1326"/>
                    <a:pt x="351" y="1333"/>
                  </a:cubicBezTo>
                  <a:cubicBezTo>
                    <a:pt x="345" y="1334"/>
                    <a:pt x="340" y="1333"/>
                    <a:pt x="334" y="1333"/>
                  </a:cubicBezTo>
                  <a:cubicBezTo>
                    <a:pt x="333" y="1331"/>
                    <a:pt x="337" y="1333"/>
                    <a:pt x="339" y="1330"/>
                  </a:cubicBezTo>
                  <a:close/>
                  <a:moveTo>
                    <a:pt x="334" y="1341"/>
                  </a:moveTo>
                  <a:cubicBezTo>
                    <a:pt x="336" y="1340"/>
                    <a:pt x="338" y="1342"/>
                    <a:pt x="340" y="1342"/>
                  </a:cubicBezTo>
                  <a:cubicBezTo>
                    <a:pt x="342" y="1341"/>
                    <a:pt x="344" y="1342"/>
                    <a:pt x="346" y="1340"/>
                  </a:cubicBezTo>
                  <a:cubicBezTo>
                    <a:pt x="357" y="1342"/>
                    <a:pt x="367" y="1347"/>
                    <a:pt x="379" y="1338"/>
                  </a:cubicBezTo>
                  <a:cubicBezTo>
                    <a:pt x="387" y="1341"/>
                    <a:pt x="395" y="1339"/>
                    <a:pt x="403" y="1338"/>
                  </a:cubicBezTo>
                  <a:cubicBezTo>
                    <a:pt x="406" y="1343"/>
                    <a:pt x="399" y="1338"/>
                    <a:pt x="397" y="1342"/>
                  </a:cubicBezTo>
                  <a:cubicBezTo>
                    <a:pt x="395" y="1339"/>
                    <a:pt x="391" y="1345"/>
                    <a:pt x="389" y="1341"/>
                  </a:cubicBezTo>
                  <a:cubicBezTo>
                    <a:pt x="383" y="1345"/>
                    <a:pt x="378" y="1341"/>
                    <a:pt x="372" y="1345"/>
                  </a:cubicBezTo>
                  <a:cubicBezTo>
                    <a:pt x="367" y="1342"/>
                    <a:pt x="362" y="1346"/>
                    <a:pt x="357" y="1344"/>
                  </a:cubicBezTo>
                  <a:cubicBezTo>
                    <a:pt x="352" y="1342"/>
                    <a:pt x="346" y="1348"/>
                    <a:pt x="341" y="1343"/>
                  </a:cubicBezTo>
                  <a:cubicBezTo>
                    <a:pt x="335" y="1345"/>
                    <a:pt x="329" y="1350"/>
                    <a:pt x="324" y="1343"/>
                  </a:cubicBezTo>
                  <a:cubicBezTo>
                    <a:pt x="328" y="1342"/>
                    <a:pt x="330" y="1346"/>
                    <a:pt x="334" y="1341"/>
                  </a:cubicBezTo>
                  <a:close/>
                  <a:moveTo>
                    <a:pt x="321" y="1343"/>
                  </a:moveTo>
                  <a:cubicBezTo>
                    <a:pt x="321" y="1351"/>
                    <a:pt x="310" y="1347"/>
                    <a:pt x="306" y="1349"/>
                  </a:cubicBezTo>
                  <a:cubicBezTo>
                    <a:pt x="300" y="1351"/>
                    <a:pt x="295" y="1352"/>
                    <a:pt x="290" y="1353"/>
                  </a:cubicBezTo>
                  <a:cubicBezTo>
                    <a:pt x="284" y="1355"/>
                    <a:pt x="278" y="1355"/>
                    <a:pt x="272" y="1359"/>
                  </a:cubicBezTo>
                  <a:cubicBezTo>
                    <a:pt x="267" y="1360"/>
                    <a:pt x="265" y="1364"/>
                    <a:pt x="258" y="1364"/>
                  </a:cubicBezTo>
                  <a:cubicBezTo>
                    <a:pt x="249" y="1371"/>
                    <a:pt x="241" y="1374"/>
                    <a:pt x="233" y="1377"/>
                  </a:cubicBezTo>
                  <a:cubicBezTo>
                    <a:pt x="216" y="1388"/>
                    <a:pt x="203" y="1400"/>
                    <a:pt x="192" y="1412"/>
                  </a:cubicBezTo>
                  <a:cubicBezTo>
                    <a:pt x="191" y="1414"/>
                    <a:pt x="190" y="1415"/>
                    <a:pt x="191" y="1417"/>
                  </a:cubicBezTo>
                  <a:cubicBezTo>
                    <a:pt x="188" y="1420"/>
                    <a:pt x="186" y="1418"/>
                    <a:pt x="188" y="1417"/>
                  </a:cubicBezTo>
                  <a:cubicBezTo>
                    <a:pt x="190" y="1412"/>
                    <a:pt x="191" y="1406"/>
                    <a:pt x="196" y="1401"/>
                  </a:cubicBezTo>
                  <a:cubicBezTo>
                    <a:pt x="197" y="1396"/>
                    <a:pt x="204" y="1391"/>
                    <a:pt x="205" y="1385"/>
                  </a:cubicBezTo>
                  <a:cubicBezTo>
                    <a:pt x="211" y="1384"/>
                    <a:pt x="216" y="1375"/>
                    <a:pt x="225" y="1370"/>
                  </a:cubicBezTo>
                  <a:cubicBezTo>
                    <a:pt x="235" y="1364"/>
                    <a:pt x="236" y="1365"/>
                    <a:pt x="246" y="1358"/>
                  </a:cubicBezTo>
                  <a:cubicBezTo>
                    <a:pt x="248" y="1361"/>
                    <a:pt x="252" y="1355"/>
                    <a:pt x="255" y="1356"/>
                  </a:cubicBezTo>
                  <a:cubicBezTo>
                    <a:pt x="258" y="1356"/>
                    <a:pt x="261" y="1355"/>
                    <a:pt x="264" y="1352"/>
                  </a:cubicBezTo>
                  <a:cubicBezTo>
                    <a:pt x="267" y="1356"/>
                    <a:pt x="272" y="1352"/>
                    <a:pt x="275" y="1354"/>
                  </a:cubicBezTo>
                  <a:cubicBezTo>
                    <a:pt x="291" y="1345"/>
                    <a:pt x="306" y="1348"/>
                    <a:pt x="321" y="1343"/>
                  </a:cubicBezTo>
                  <a:close/>
                  <a:moveTo>
                    <a:pt x="193" y="1379"/>
                  </a:moveTo>
                  <a:cubicBezTo>
                    <a:pt x="192" y="1377"/>
                    <a:pt x="196" y="1374"/>
                    <a:pt x="198" y="1376"/>
                  </a:cubicBezTo>
                  <a:cubicBezTo>
                    <a:pt x="198" y="1371"/>
                    <a:pt x="203" y="1367"/>
                    <a:pt x="205" y="1363"/>
                  </a:cubicBezTo>
                  <a:cubicBezTo>
                    <a:pt x="211" y="1359"/>
                    <a:pt x="216" y="1355"/>
                    <a:pt x="221" y="1351"/>
                  </a:cubicBezTo>
                  <a:cubicBezTo>
                    <a:pt x="230" y="1347"/>
                    <a:pt x="237" y="1348"/>
                    <a:pt x="246" y="1341"/>
                  </a:cubicBezTo>
                  <a:cubicBezTo>
                    <a:pt x="251" y="1345"/>
                    <a:pt x="256" y="1336"/>
                    <a:pt x="262" y="1339"/>
                  </a:cubicBezTo>
                  <a:cubicBezTo>
                    <a:pt x="267" y="1334"/>
                    <a:pt x="271" y="1340"/>
                    <a:pt x="277" y="1336"/>
                  </a:cubicBezTo>
                  <a:cubicBezTo>
                    <a:pt x="286" y="1336"/>
                    <a:pt x="296" y="1336"/>
                    <a:pt x="305" y="1335"/>
                  </a:cubicBezTo>
                  <a:cubicBezTo>
                    <a:pt x="306" y="1338"/>
                    <a:pt x="303" y="1337"/>
                    <a:pt x="301" y="1338"/>
                  </a:cubicBezTo>
                  <a:cubicBezTo>
                    <a:pt x="298" y="1342"/>
                    <a:pt x="296" y="1337"/>
                    <a:pt x="293" y="1338"/>
                  </a:cubicBezTo>
                  <a:cubicBezTo>
                    <a:pt x="291" y="1341"/>
                    <a:pt x="290" y="1339"/>
                    <a:pt x="287" y="1340"/>
                  </a:cubicBezTo>
                  <a:cubicBezTo>
                    <a:pt x="284" y="1339"/>
                    <a:pt x="280" y="1341"/>
                    <a:pt x="275" y="1344"/>
                  </a:cubicBezTo>
                  <a:cubicBezTo>
                    <a:pt x="268" y="1341"/>
                    <a:pt x="260" y="1348"/>
                    <a:pt x="252" y="1346"/>
                  </a:cubicBezTo>
                  <a:cubicBezTo>
                    <a:pt x="250" y="1348"/>
                    <a:pt x="248" y="1349"/>
                    <a:pt x="246" y="1348"/>
                  </a:cubicBezTo>
                  <a:cubicBezTo>
                    <a:pt x="236" y="1354"/>
                    <a:pt x="235" y="1357"/>
                    <a:pt x="226" y="1357"/>
                  </a:cubicBezTo>
                  <a:cubicBezTo>
                    <a:pt x="224" y="1364"/>
                    <a:pt x="216" y="1364"/>
                    <a:pt x="214" y="1368"/>
                  </a:cubicBezTo>
                  <a:cubicBezTo>
                    <a:pt x="207" y="1371"/>
                    <a:pt x="208" y="1375"/>
                    <a:pt x="200" y="1376"/>
                  </a:cubicBezTo>
                  <a:cubicBezTo>
                    <a:pt x="199" y="1380"/>
                    <a:pt x="194" y="1384"/>
                    <a:pt x="191" y="1387"/>
                  </a:cubicBezTo>
                  <a:cubicBezTo>
                    <a:pt x="188" y="1384"/>
                    <a:pt x="189" y="1381"/>
                    <a:pt x="193" y="1379"/>
                  </a:cubicBezTo>
                  <a:close/>
                  <a:moveTo>
                    <a:pt x="199" y="1139"/>
                  </a:moveTo>
                  <a:cubicBezTo>
                    <a:pt x="195" y="1136"/>
                    <a:pt x="199" y="1133"/>
                    <a:pt x="194" y="1130"/>
                  </a:cubicBezTo>
                  <a:cubicBezTo>
                    <a:pt x="196" y="1124"/>
                    <a:pt x="191" y="1118"/>
                    <a:pt x="192" y="1112"/>
                  </a:cubicBezTo>
                  <a:cubicBezTo>
                    <a:pt x="172" y="1082"/>
                    <a:pt x="156" y="1052"/>
                    <a:pt x="135" y="1027"/>
                  </a:cubicBezTo>
                  <a:cubicBezTo>
                    <a:pt x="131" y="1022"/>
                    <a:pt x="125" y="1019"/>
                    <a:pt x="121" y="1011"/>
                  </a:cubicBezTo>
                  <a:cubicBezTo>
                    <a:pt x="118" y="1006"/>
                    <a:pt x="120" y="1008"/>
                    <a:pt x="116" y="1004"/>
                  </a:cubicBezTo>
                  <a:cubicBezTo>
                    <a:pt x="114" y="1002"/>
                    <a:pt x="115" y="999"/>
                    <a:pt x="113" y="997"/>
                  </a:cubicBezTo>
                  <a:cubicBezTo>
                    <a:pt x="111" y="993"/>
                    <a:pt x="107" y="991"/>
                    <a:pt x="105" y="988"/>
                  </a:cubicBezTo>
                  <a:cubicBezTo>
                    <a:pt x="105" y="989"/>
                    <a:pt x="106" y="986"/>
                    <a:pt x="105" y="985"/>
                  </a:cubicBezTo>
                  <a:cubicBezTo>
                    <a:pt x="105" y="985"/>
                    <a:pt x="99" y="984"/>
                    <a:pt x="100" y="982"/>
                  </a:cubicBezTo>
                  <a:cubicBezTo>
                    <a:pt x="102" y="976"/>
                    <a:pt x="85" y="961"/>
                    <a:pt x="80" y="952"/>
                  </a:cubicBezTo>
                  <a:cubicBezTo>
                    <a:pt x="80" y="951"/>
                    <a:pt x="78" y="949"/>
                    <a:pt x="78" y="948"/>
                  </a:cubicBezTo>
                  <a:cubicBezTo>
                    <a:pt x="79" y="945"/>
                    <a:pt x="77" y="947"/>
                    <a:pt x="75" y="943"/>
                  </a:cubicBezTo>
                  <a:cubicBezTo>
                    <a:pt x="75" y="943"/>
                    <a:pt x="76" y="942"/>
                    <a:pt x="75" y="941"/>
                  </a:cubicBezTo>
                  <a:cubicBezTo>
                    <a:pt x="70" y="932"/>
                    <a:pt x="58" y="920"/>
                    <a:pt x="53" y="907"/>
                  </a:cubicBezTo>
                  <a:cubicBezTo>
                    <a:pt x="58" y="904"/>
                    <a:pt x="61" y="910"/>
                    <a:pt x="64" y="915"/>
                  </a:cubicBezTo>
                  <a:cubicBezTo>
                    <a:pt x="65" y="919"/>
                    <a:pt x="73" y="924"/>
                    <a:pt x="70" y="927"/>
                  </a:cubicBezTo>
                  <a:cubicBezTo>
                    <a:pt x="77" y="930"/>
                    <a:pt x="83" y="943"/>
                    <a:pt x="90" y="947"/>
                  </a:cubicBezTo>
                  <a:cubicBezTo>
                    <a:pt x="93" y="952"/>
                    <a:pt x="96" y="956"/>
                    <a:pt x="99" y="960"/>
                  </a:cubicBezTo>
                  <a:cubicBezTo>
                    <a:pt x="97" y="963"/>
                    <a:pt x="100" y="962"/>
                    <a:pt x="101" y="963"/>
                  </a:cubicBezTo>
                  <a:cubicBezTo>
                    <a:pt x="101" y="966"/>
                    <a:pt x="102" y="968"/>
                    <a:pt x="104" y="967"/>
                  </a:cubicBezTo>
                  <a:cubicBezTo>
                    <a:pt x="107" y="969"/>
                    <a:pt x="109" y="979"/>
                    <a:pt x="114" y="977"/>
                  </a:cubicBezTo>
                  <a:cubicBezTo>
                    <a:pt x="113" y="980"/>
                    <a:pt x="116" y="984"/>
                    <a:pt x="119" y="985"/>
                  </a:cubicBezTo>
                  <a:cubicBezTo>
                    <a:pt x="124" y="994"/>
                    <a:pt x="128" y="995"/>
                    <a:pt x="134" y="1006"/>
                  </a:cubicBezTo>
                  <a:cubicBezTo>
                    <a:pt x="140" y="1014"/>
                    <a:pt x="146" y="1022"/>
                    <a:pt x="152" y="1030"/>
                  </a:cubicBezTo>
                  <a:cubicBezTo>
                    <a:pt x="154" y="1034"/>
                    <a:pt x="156" y="1034"/>
                    <a:pt x="158" y="1035"/>
                  </a:cubicBezTo>
                  <a:cubicBezTo>
                    <a:pt x="159" y="1040"/>
                    <a:pt x="167" y="1051"/>
                    <a:pt x="174" y="1061"/>
                  </a:cubicBezTo>
                  <a:cubicBezTo>
                    <a:pt x="180" y="1075"/>
                    <a:pt x="188" y="1090"/>
                    <a:pt x="193" y="1104"/>
                  </a:cubicBezTo>
                  <a:cubicBezTo>
                    <a:pt x="196" y="1111"/>
                    <a:pt x="198" y="1118"/>
                    <a:pt x="198" y="1125"/>
                  </a:cubicBezTo>
                  <a:cubicBezTo>
                    <a:pt x="203" y="1132"/>
                    <a:pt x="203" y="1139"/>
                    <a:pt x="203" y="1145"/>
                  </a:cubicBezTo>
                  <a:cubicBezTo>
                    <a:pt x="199" y="1148"/>
                    <a:pt x="199" y="1140"/>
                    <a:pt x="199" y="1139"/>
                  </a:cubicBezTo>
                  <a:close/>
                  <a:moveTo>
                    <a:pt x="228" y="1142"/>
                  </a:moveTo>
                  <a:cubicBezTo>
                    <a:pt x="236" y="1134"/>
                    <a:pt x="246" y="1126"/>
                    <a:pt x="252" y="1118"/>
                  </a:cubicBezTo>
                  <a:cubicBezTo>
                    <a:pt x="300" y="1093"/>
                    <a:pt x="301" y="1085"/>
                    <a:pt x="309" y="1081"/>
                  </a:cubicBezTo>
                  <a:cubicBezTo>
                    <a:pt x="462" y="985"/>
                    <a:pt x="471" y="976"/>
                    <a:pt x="485" y="967"/>
                  </a:cubicBezTo>
                  <a:cubicBezTo>
                    <a:pt x="503" y="945"/>
                    <a:pt x="507" y="947"/>
                    <a:pt x="510" y="941"/>
                  </a:cubicBezTo>
                  <a:cubicBezTo>
                    <a:pt x="557" y="905"/>
                    <a:pt x="553" y="907"/>
                    <a:pt x="551" y="909"/>
                  </a:cubicBezTo>
                  <a:cubicBezTo>
                    <a:pt x="517" y="950"/>
                    <a:pt x="499" y="964"/>
                    <a:pt x="486" y="978"/>
                  </a:cubicBezTo>
                  <a:cubicBezTo>
                    <a:pt x="437" y="1016"/>
                    <a:pt x="427" y="1019"/>
                    <a:pt x="415" y="1030"/>
                  </a:cubicBezTo>
                  <a:cubicBezTo>
                    <a:pt x="412" y="1032"/>
                    <a:pt x="412" y="1035"/>
                    <a:pt x="411" y="1035"/>
                  </a:cubicBezTo>
                  <a:cubicBezTo>
                    <a:pt x="371" y="1063"/>
                    <a:pt x="358" y="1069"/>
                    <a:pt x="346" y="1077"/>
                  </a:cubicBezTo>
                  <a:cubicBezTo>
                    <a:pt x="251" y="1133"/>
                    <a:pt x="244" y="1138"/>
                    <a:pt x="238" y="1142"/>
                  </a:cubicBezTo>
                  <a:cubicBezTo>
                    <a:pt x="217" y="1159"/>
                    <a:pt x="213" y="1164"/>
                    <a:pt x="208" y="1169"/>
                  </a:cubicBezTo>
                  <a:close/>
                  <a:moveTo>
                    <a:pt x="223" y="1067"/>
                  </a:moveTo>
                  <a:cubicBezTo>
                    <a:pt x="223" y="1065"/>
                    <a:pt x="223" y="1063"/>
                    <a:pt x="221" y="1061"/>
                  </a:cubicBezTo>
                  <a:cubicBezTo>
                    <a:pt x="226" y="1059"/>
                    <a:pt x="229" y="1064"/>
                    <a:pt x="223" y="1067"/>
                  </a:cubicBezTo>
                  <a:close/>
                  <a:moveTo>
                    <a:pt x="232" y="1100"/>
                  </a:moveTo>
                  <a:cubicBezTo>
                    <a:pt x="230" y="1094"/>
                    <a:pt x="242" y="1090"/>
                    <a:pt x="243" y="1085"/>
                  </a:cubicBezTo>
                  <a:cubicBezTo>
                    <a:pt x="362" y="999"/>
                    <a:pt x="360" y="990"/>
                    <a:pt x="366" y="989"/>
                  </a:cubicBezTo>
                  <a:cubicBezTo>
                    <a:pt x="390" y="969"/>
                    <a:pt x="398" y="972"/>
                    <a:pt x="400" y="969"/>
                  </a:cubicBezTo>
                  <a:cubicBezTo>
                    <a:pt x="434" y="942"/>
                    <a:pt x="438" y="946"/>
                    <a:pt x="443" y="940"/>
                  </a:cubicBezTo>
                  <a:cubicBezTo>
                    <a:pt x="503" y="895"/>
                    <a:pt x="520" y="886"/>
                    <a:pt x="537" y="875"/>
                  </a:cubicBezTo>
                  <a:cubicBezTo>
                    <a:pt x="594" y="856"/>
                    <a:pt x="595" y="858"/>
                    <a:pt x="592" y="860"/>
                  </a:cubicBezTo>
                  <a:cubicBezTo>
                    <a:pt x="575" y="865"/>
                    <a:pt x="573" y="867"/>
                    <a:pt x="571" y="865"/>
                  </a:cubicBezTo>
                  <a:cubicBezTo>
                    <a:pt x="463" y="940"/>
                    <a:pt x="448" y="949"/>
                    <a:pt x="432" y="965"/>
                  </a:cubicBezTo>
                  <a:cubicBezTo>
                    <a:pt x="322" y="1042"/>
                    <a:pt x="316" y="1041"/>
                    <a:pt x="309" y="1047"/>
                  </a:cubicBezTo>
                  <a:cubicBezTo>
                    <a:pt x="287" y="1062"/>
                    <a:pt x="287" y="1060"/>
                    <a:pt x="285" y="1062"/>
                  </a:cubicBezTo>
                  <a:cubicBezTo>
                    <a:pt x="261" y="1080"/>
                    <a:pt x="257" y="1087"/>
                    <a:pt x="255" y="1084"/>
                  </a:cubicBezTo>
                  <a:close/>
                  <a:moveTo>
                    <a:pt x="231" y="1037"/>
                  </a:moveTo>
                  <a:cubicBezTo>
                    <a:pt x="230" y="1036"/>
                    <a:pt x="229" y="1035"/>
                    <a:pt x="228" y="1034"/>
                  </a:cubicBezTo>
                  <a:cubicBezTo>
                    <a:pt x="230" y="1033"/>
                    <a:pt x="231" y="1032"/>
                    <a:pt x="232" y="1032"/>
                  </a:cubicBezTo>
                  <a:cubicBezTo>
                    <a:pt x="232" y="1033"/>
                    <a:pt x="233" y="1034"/>
                    <a:pt x="234" y="1035"/>
                  </a:cubicBezTo>
                  <a:cubicBezTo>
                    <a:pt x="233" y="1036"/>
                    <a:pt x="232" y="1036"/>
                    <a:pt x="231" y="1037"/>
                  </a:cubicBezTo>
                  <a:close/>
                  <a:moveTo>
                    <a:pt x="269" y="855"/>
                  </a:moveTo>
                  <a:cubicBezTo>
                    <a:pt x="270" y="855"/>
                    <a:pt x="267" y="849"/>
                    <a:pt x="267" y="849"/>
                  </a:cubicBezTo>
                  <a:cubicBezTo>
                    <a:pt x="269" y="847"/>
                    <a:pt x="275" y="856"/>
                    <a:pt x="269" y="855"/>
                  </a:cubicBezTo>
                  <a:close/>
                  <a:moveTo>
                    <a:pt x="301" y="886"/>
                  </a:moveTo>
                  <a:cubicBezTo>
                    <a:pt x="298" y="882"/>
                    <a:pt x="298" y="880"/>
                    <a:pt x="302" y="877"/>
                  </a:cubicBezTo>
                  <a:cubicBezTo>
                    <a:pt x="305" y="881"/>
                    <a:pt x="305" y="884"/>
                    <a:pt x="301" y="886"/>
                  </a:cubicBezTo>
                  <a:close/>
                  <a:moveTo>
                    <a:pt x="301" y="817"/>
                  </a:moveTo>
                  <a:cubicBezTo>
                    <a:pt x="301" y="815"/>
                    <a:pt x="302" y="814"/>
                    <a:pt x="301" y="812"/>
                  </a:cubicBezTo>
                  <a:cubicBezTo>
                    <a:pt x="300" y="808"/>
                    <a:pt x="305" y="812"/>
                    <a:pt x="303" y="813"/>
                  </a:cubicBezTo>
                  <a:cubicBezTo>
                    <a:pt x="305" y="816"/>
                    <a:pt x="303" y="818"/>
                    <a:pt x="306" y="821"/>
                  </a:cubicBezTo>
                  <a:cubicBezTo>
                    <a:pt x="305" y="825"/>
                    <a:pt x="306" y="829"/>
                    <a:pt x="308" y="834"/>
                  </a:cubicBezTo>
                  <a:cubicBezTo>
                    <a:pt x="300" y="833"/>
                    <a:pt x="306" y="822"/>
                    <a:pt x="301" y="817"/>
                  </a:cubicBezTo>
                  <a:close/>
                  <a:moveTo>
                    <a:pt x="481" y="717"/>
                  </a:moveTo>
                  <a:cubicBezTo>
                    <a:pt x="482" y="721"/>
                    <a:pt x="472" y="722"/>
                    <a:pt x="468" y="723"/>
                  </a:cubicBezTo>
                  <a:cubicBezTo>
                    <a:pt x="467" y="719"/>
                    <a:pt x="478" y="718"/>
                    <a:pt x="481" y="717"/>
                  </a:cubicBezTo>
                  <a:close/>
                  <a:moveTo>
                    <a:pt x="463" y="722"/>
                  </a:moveTo>
                  <a:cubicBezTo>
                    <a:pt x="465" y="726"/>
                    <a:pt x="456" y="728"/>
                    <a:pt x="455" y="728"/>
                  </a:cubicBezTo>
                  <a:cubicBezTo>
                    <a:pt x="452" y="724"/>
                    <a:pt x="461" y="722"/>
                    <a:pt x="463" y="722"/>
                  </a:cubicBezTo>
                  <a:close/>
                  <a:moveTo>
                    <a:pt x="356" y="782"/>
                  </a:moveTo>
                  <a:cubicBezTo>
                    <a:pt x="358" y="781"/>
                    <a:pt x="359" y="780"/>
                    <a:pt x="361" y="778"/>
                  </a:cubicBezTo>
                  <a:cubicBezTo>
                    <a:pt x="368" y="777"/>
                    <a:pt x="358" y="783"/>
                    <a:pt x="356" y="785"/>
                  </a:cubicBezTo>
                  <a:cubicBezTo>
                    <a:pt x="353" y="786"/>
                    <a:pt x="354" y="783"/>
                    <a:pt x="356" y="782"/>
                  </a:cubicBezTo>
                  <a:close/>
                  <a:moveTo>
                    <a:pt x="393" y="618"/>
                  </a:moveTo>
                  <a:cubicBezTo>
                    <a:pt x="387" y="621"/>
                    <a:pt x="392" y="614"/>
                    <a:pt x="388" y="612"/>
                  </a:cubicBezTo>
                  <a:cubicBezTo>
                    <a:pt x="392" y="609"/>
                    <a:pt x="392" y="617"/>
                    <a:pt x="393" y="618"/>
                  </a:cubicBezTo>
                  <a:close/>
                  <a:moveTo>
                    <a:pt x="407" y="682"/>
                  </a:moveTo>
                  <a:cubicBezTo>
                    <a:pt x="410" y="678"/>
                    <a:pt x="412" y="674"/>
                    <a:pt x="418" y="671"/>
                  </a:cubicBezTo>
                  <a:cubicBezTo>
                    <a:pt x="450" y="660"/>
                    <a:pt x="454" y="654"/>
                    <a:pt x="457" y="653"/>
                  </a:cubicBezTo>
                  <a:cubicBezTo>
                    <a:pt x="483" y="644"/>
                    <a:pt x="490" y="641"/>
                    <a:pt x="496" y="639"/>
                  </a:cubicBezTo>
                  <a:cubicBezTo>
                    <a:pt x="536" y="628"/>
                    <a:pt x="539" y="625"/>
                    <a:pt x="543" y="625"/>
                  </a:cubicBezTo>
                  <a:cubicBezTo>
                    <a:pt x="574" y="618"/>
                    <a:pt x="580" y="613"/>
                    <a:pt x="586" y="614"/>
                  </a:cubicBezTo>
                  <a:cubicBezTo>
                    <a:pt x="673" y="563"/>
                    <a:pt x="672" y="564"/>
                    <a:pt x="671" y="565"/>
                  </a:cubicBezTo>
                  <a:cubicBezTo>
                    <a:pt x="622" y="601"/>
                    <a:pt x="616" y="610"/>
                    <a:pt x="597" y="618"/>
                  </a:cubicBezTo>
                  <a:cubicBezTo>
                    <a:pt x="544" y="639"/>
                    <a:pt x="541" y="643"/>
                    <a:pt x="537" y="644"/>
                  </a:cubicBezTo>
                  <a:cubicBezTo>
                    <a:pt x="519" y="649"/>
                    <a:pt x="512" y="654"/>
                    <a:pt x="505" y="655"/>
                  </a:cubicBezTo>
                  <a:cubicBezTo>
                    <a:pt x="445" y="679"/>
                    <a:pt x="427" y="685"/>
                    <a:pt x="408" y="693"/>
                  </a:cubicBezTo>
                  <a:cubicBezTo>
                    <a:pt x="383" y="709"/>
                    <a:pt x="384" y="706"/>
                    <a:pt x="383" y="704"/>
                  </a:cubicBezTo>
                  <a:cubicBezTo>
                    <a:pt x="397" y="688"/>
                    <a:pt x="401" y="686"/>
                    <a:pt x="403" y="684"/>
                  </a:cubicBezTo>
                  <a:close/>
                  <a:moveTo>
                    <a:pt x="532" y="454"/>
                  </a:moveTo>
                  <a:cubicBezTo>
                    <a:pt x="532" y="450"/>
                    <a:pt x="531" y="447"/>
                    <a:pt x="535" y="444"/>
                  </a:cubicBezTo>
                  <a:cubicBezTo>
                    <a:pt x="538" y="448"/>
                    <a:pt x="536" y="451"/>
                    <a:pt x="532" y="454"/>
                  </a:cubicBezTo>
                  <a:close/>
                  <a:moveTo>
                    <a:pt x="627" y="333"/>
                  </a:moveTo>
                  <a:cubicBezTo>
                    <a:pt x="626" y="331"/>
                    <a:pt x="628" y="329"/>
                    <a:pt x="627" y="326"/>
                  </a:cubicBezTo>
                  <a:cubicBezTo>
                    <a:pt x="631" y="324"/>
                    <a:pt x="631" y="332"/>
                    <a:pt x="627" y="333"/>
                  </a:cubicBezTo>
                  <a:close/>
                  <a:moveTo>
                    <a:pt x="722" y="53"/>
                  </a:moveTo>
                  <a:cubicBezTo>
                    <a:pt x="723" y="56"/>
                    <a:pt x="721" y="59"/>
                    <a:pt x="718" y="61"/>
                  </a:cubicBezTo>
                  <a:cubicBezTo>
                    <a:pt x="713" y="58"/>
                    <a:pt x="719" y="56"/>
                    <a:pt x="722" y="53"/>
                  </a:cubicBezTo>
                  <a:close/>
                  <a:moveTo>
                    <a:pt x="670" y="251"/>
                  </a:moveTo>
                  <a:cubicBezTo>
                    <a:pt x="668" y="255"/>
                    <a:pt x="668" y="260"/>
                    <a:pt x="668" y="264"/>
                  </a:cubicBezTo>
                  <a:cubicBezTo>
                    <a:pt x="664" y="281"/>
                    <a:pt x="657" y="284"/>
                    <a:pt x="658" y="289"/>
                  </a:cubicBezTo>
                  <a:cubicBezTo>
                    <a:pt x="652" y="296"/>
                    <a:pt x="652" y="292"/>
                    <a:pt x="653" y="288"/>
                  </a:cubicBezTo>
                  <a:cubicBezTo>
                    <a:pt x="661" y="245"/>
                    <a:pt x="661" y="237"/>
                    <a:pt x="665" y="230"/>
                  </a:cubicBezTo>
                  <a:cubicBezTo>
                    <a:pt x="666" y="215"/>
                    <a:pt x="662" y="210"/>
                    <a:pt x="666" y="207"/>
                  </a:cubicBezTo>
                  <a:cubicBezTo>
                    <a:pt x="670" y="171"/>
                    <a:pt x="675" y="168"/>
                    <a:pt x="674" y="164"/>
                  </a:cubicBezTo>
                  <a:cubicBezTo>
                    <a:pt x="679" y="136"/>
                    <a:pt x="684" y="129"/>
                    <a:pt x="685" y="122"/>
                  </a:cubicBezTo>
                  <a:cubicBezTo>
                    <a:pt x="704" y="89"/>
                    <a:pt x="704" y="75"/>
                    <a:pt x="716" y="63"/>
                  </a:cubicBezTo>
                  <a:cubicBezTo>
                    <a:pt x="709" y="86"/>
                    <a:pt x="708" y="91"/>
                    <a:pt x="704" y="96"/>
                  </a:cubicBezTo>
                  <a:cubicBezTo>
                    <a:pt x="684" y="166"/>
                    <a:pt x="687" y="171"/>
                    <a:pt x="684" y="174"/>
                  </a:cubicBezTo>
                  <a:cubicBezTo>
                    <a:pt x="678" y="204"/>
                    <a:pt x="677" y="208"/>
                    <a:pt x="678" y="213"/>
                  </a:cubicBezTo>
                  <a:cubicBezTo>
                    <a:pt x="672" y="242"/>
                    <a:pt x="669" y="246"/>
                    <a:pt x="670" y="251"/>
                  </a:cubicBezTo>
                  <a:close/>
                </a:path>
              </a:pathLst>
            </a:custGeom>
            <a:solidFill>
              <a:schemeClr val="accent3">
                <a:lumMod val="60000"/>
                <a:lumOff val="40000"/>
                <a:alpha val="50000"/>
              </a:schemeClr>
            </a:solidFill>
            <a:ln>
              <a:noFill/>
            </a:ln>
          </p:spPr>
        </p:sp>
      </p:grpSp>
      <p:cxnSp>
        <p:nvCxnSpPr>
          <p:cNvPr id="36" name="Straight Connector 35">
            <a:extLst>
              <a:ext uri="{FF2B5EF4-FFF2-40B4-BE49-F238E27FC236}">
                <a16:creationId xmlns:a16="http://schemas.microsoft.com/office/drawing/2014/main" id="{C8328FE1-BD1A-401B-8AA8-71857B2CC14F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CxnSpPr>
            <a:cxnSpLocks noGrp="1" noRot="1" noChangeAspect="1" noMove="1" noResize="1" noEditPoints="1" noAdjustHandles="1" noChangeArrowheads="1" noChangeShapeType="1"/>
          </p:cNvCxn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CxnSpPr>
        <p:spPr>
          <a:xfrm>
            <a:off x="2933700" y="2176009"/>
            <a:ext cx="8770571" cy="0"/>
          </a:xfrm>
          <a:prstGeom prst="line">
            <a:avLst/>
          </a:prstGeom>
          <a:ln w="38100">
            <a:solidFill>
              <a:schemeClr val="accent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pic>
        <p:nvPicPr>
          <p:cNvPr id="5" name="Picture 4" descr="A close up of a necklace&#10;&#10;Description generated with high confidence">
            <a:extLst>
              <a:ext uri="{FF2B5EF4-FFF2-40B4-BE49-F238E27FC236}">
                <a16:creationId xmlns:a16="http://schemas.microsoft.com/office/drawing/2014/main" id="{44705BF3-91A6-4CB6-9A5A-14F3DAB2AD10}"/>
              </a:ext>
            </a:extLst>
          </p:cNvPr>
          <p:cNvPicPr>
            <a:picLocks noChangeAspect="1"/>
          </p:cNvPicPr>
          <p:nvPr/>
        </p:nvPicPr>
        <p:blipFill rotWithShape="1">
          <a:blip r:embed="rId2"/>
          <a:srcRect r="3186" b="16801"/>
          <a:stretch/>
        </p:blipFill>
        <p:spPr>
          <a:xfrm>
            <a:off x="-231" y="10"/>
            <a:ext cx="12192000" cy="6862703"/>
          </a:xfrm>
          <a:prstGeom prst="rect">
            <a:avLst/>
          </a:prstGeom>
        </p:spPr>
      </p:pic>
      <p:sp>
        <p:nvSpPr>
          <p:cNvPr id="38" name="Rounded Rectangle 17">
            <a:extLst>
              <a:ext uri="{FF2B5EF4-FFF2-40B4-BE49-F238E27FC236}">
                <a16:creationId xmlns:a16="http://schemas.microsoft.com/office/drawing/2014/main" id="{19738FD9-60D1-4D66-A0E4-3CABDD655193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467784" y="467784"/>
            <a:ext cx="7418915" cy="5922963"/>
          </a:xfrm>
          <a:prstGeom prst="roundRect">
            <a:avLst>
              <a:gd name="adj" fmla="val 5227"/>
            </a:avLst>
          </a:pr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45C6FBE0-F071-449F-82EC-4CC1A7FD8F93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069849" y="985785"/>
            <a:ext cx="6233004" cy="1560716"/>
          </a:xfrm>
        </p:spPr>
        <p:txBody>
          <a:bodyPr vert="horz" lIns="91440" tIns="45720" rIns="91440" bIns="45720" rtlCol="0" anchor="t">
            <a:normAutofit/>
          </a:bodyPr>
          <a:lstStyle/>
          <a:p>
            <a:pPr>
              <a:lnSpc>
                <a:spcPct val="99000"/>
              </a:lnSpc>
            </a:pPr>
            <a:r>
              <a:rPr lang="en-US" sz="4400"/>
              <a:t>Discussions</a:t>
            </a:r>
          </a:p>
        </p:txBody>
      </p:sp>
      <p:cxnSp>
        <p:nvCxnSpPr>
          <p:cNvPr id="40" name="Straight Connector 39">
            <a:extLst>
              <a:ext uri="{FF2B5EF4-FFF2-40B4-BE49-F238E27FC236}">
                <a16:creationId xmlns:a16="http://schemas.microsoft.com/office/drawing/2014/main" id="{AD455BEA-6E29-435D-A5DB-88C5853E563C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CxnSpPr>
            <a:cxnSpLocks noGrp="1" noRot="1" noChangeAspect="1" noMove="1" noResize="1" noEditPoints="1" noAdjustHandles="1" noChangeArrowheads="1" noChangeShapeType="1"/>
          </p:cNvCxn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CxnSpPr>
        <p:spPr>
          <a:xfrm>
            <a:off x="1069848" y="2593449"/>
            <a:ext cx="6224118" cy="0"/>
          </a:xfrm>
          <a:prstGeom prst="line">
            <a:avLst/>
          </a:prstGeom>
          <a:ln w="38100">
            <a:solidFill>
              <a:schemeClr val="accent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42" name="Rounded Rectangle 18">
            <a:extLst>
              <a:ext uri="{FF2B5EF4-FFF2-40B4-BE49-F238E27FC236}">
                <a16:creationId xmlns:a16="http://schemas.microsoft.com/office/drawing/2014/main" id="{C0279480-9DCB-4A52-99D2-EF55FEE1F78A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670964" y="670965"/>
            <a:ext cx="7012862" cy="5516602"/>
          </a:xfrm>
          <a:prstGeom prst="roundRect">
            <a:avLst>
              <a:gd name="adj" fmla="val 2462"/>
            </a:avLst>
          </a:prstGeom>
          <a:noFill/>
          <a:ln w="38100">
            <a:solidFill>
              <a:schemeClr val="accent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graphicFrame>
        <p:nvGraphicFramePr>
          <p:cNvPr id="19" name="Diagram 2">
            <a:extLst>
              <a:ext uri="{FF2B5EF4-FFF2-40B4-BE49-F238E27FC236}">
                <a16:creationId xmlns:a16="http://schemas.microsoft.com/office/drawing/2014/main" id="{8197B85D-A410-479F-A086-95CD6AEEF0F8}"/>
              </a:ext>
            </a:extLst>
          </p:cNvPr>
          <p:cNvGraphicFramePr/>
          <p:nvPr/>
        </p:nvGraphicFramePr>
        <p:xfrm>
          <a:off x="1069849" y="2855840"/>
          <a:ext cx="6233003" cy="3196168"/>
        </p:xfrm>
        <a:graphic>
          <a:graphicData uri="http://schemas.openxmlformats.org/drawingml/2006/diagram">
            <dgm:relIds xmlns:dgm="http://schemas.openxmlformats.org/drawingml/2006/diagram" xmlns:r="http://schemas.openxmlformats.org/officeDocument/2006/relationships" r:dm="rId3" r:lo="rId4" r:qs="rId5" r:cs="rId6"/>
          </a:graphicData>
        </a:graphic>
      </p:graphicFrame>
    </p:spTree>
    <p:extLst>
      <p:ext uri="{BB962C8B-B14F-4D97-AF65-F5344CB8AC3E}">
        <p14:creationId xmlns:p14="http://schemas.microsoft.com/office/powerpoint/2010/main" val="2403429795"/>
      </p:ext>
    </p:extLst>
  </p:cSld>
  <p:clrMapOvr>
    <a:masterClrMapping/>
  </p:clrMapOvr>
</p:sld>
</file>

<file path=ppt/theme/theme1.xml><?xml version="1.0" encoding="utf-8"?>
<a:theme xmlns:a="http://schemas.openxmlformats.org/drawingml/2006/main" name="Feathered">
  <a:themeElements>
    <a:clrScheme name="Feathered">
      <a:dk1>
        <a:sysClr val="windowText" lastClr="000000"/>
      </a:dk1>
      <a:lt1>
        <a:sysClr val="window" lastClr="FFFFFF"/>
      </a:lt1>
      <a:dk2>
        <a:srgbClr val="121316"/>
      </a:dk2>
      <a:lt2>
        <a:srgbClr val="FEFCF7"/>
      </a:lt2>
      <a:accent1>
        <a:srgbClr val="606372"/>
      </a:accent1>
      <a:accent2>
        <a:srgbClr val="79A8A4"/>
      </a:accent2>
      <a:accent3>
        <a:srgbClr val="B2AD8F"/>
      </a:accent3>
      <a:accent4>
        <a:srgbClr val="AD8082"/>
      </a:accent4>
      <a:accent5>
        <a:srgbClr val="DEC18C"/>
      </a:accent5>
      <a:accent6>
        <a:srgbClr val="92A185"/>
      </a:accent6>
      <a:hlink>
        <a:srgbClr val="85C4D2"/>
      </a:hlink>
      <a:folHlink>
        <a:srgbClr val="8E8CA7"/>
      </a:folHlink>
    </a:clrScheme>
    <a:fontScheme name="Feathered">
      <a:majorFont>
        <a:latin typeface="Century Schoolbook" panose="02040604050505020304"/>
        <a:ea typeface=""/>
        <a:cs typeface=""/>
        <a:font script="Jpan" typeface="メイリオ"/>
        <a:font script="Hang" typeface="휴먼매직체"/>
        <a:font script="Hans" typeface="华文楷体"/>
        <a:font script="Hant" typeface="新細明體"/>
        <a:font script="Arab" typeface="Times New Roman"/>
        <a:font script="Hebr" typeface="Times New Roman"/>
        <a:font script="Thai" typeface="KodchiangUPC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Calibri" panose="020F0502020204030204"/>
        <a:ea typeface=""/>
        <a:cs typeface=""/>
        <a:font script="Jpan" typeface="メイリオ"/>
        <a:font script="Hang" typeface="맑은 고딕"/>
        <a:font script="Hans" typeface="等线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Feathered">
      <a:fillStyleLst>
        <a:solidFill>
          <a:schemeClr val="phClr"/>
        </a:solidFill>
        <a:solidFill>
          <a:schemeClr val="phClr">
            <a:tint val="67000"/>
            <a:satMod val="105000"/>
          </a:schemeClr>
        </a:solidFill>
        <a:gradFill rotWithShape="1">
          <a:gsLst>
            <a:gs pos="0">
              <a:schemeClr val="phClr">
                <a:tint val="94000"/>
                <a:satMod val="103000"/>
                <a:lumMod val="102000"/>
              </a:schemeClr>
            </a:gs>
            <a:gs pos="50000">
              <a:schemeClr val="phClr">
                <a:shade val="100000"/>
                <a:satMod val="110000"/>
                <a:lumMod val="100000"/>
              </a:schemeClr>
            </a:gs>
            <a:gs pos="100000">
              <a:schemeClr val="phClr">
                <a:shade val="70000"/>
                <a:satMod val="120000"/>
                <a:lumMod val="99000"/>
              </a:schemeClr>
            </a:gs>
          </a:gsLst>
          <a:path path="circle">
            <a:fillToRect l="100000" t="100000" r="100000" b="100000"/>
          </a:path>
        </a:gradFill>
      </a:fillStyleLst>
      <a:lnStyleLst>
        <a:ln w="9525" cap="flat" cmpd="sng" algn="ctr">
          <a:solidFill>
            <a:schemeClr val="phClr"/>
          </a:solidFill>
          <a:prstDash val="solid"/>
        </a:ln>
        <a:ln w="12700" cap="flat" cmpd="sng" algn="ctr">
          <a:solidFill>
            <a:schemeClr val="phClr"/>
          </a:solidFill>
          <a:prstDash val="solid"/>
        </a:ln>
        <a:ln w="19050" cap="flat" cmpd="sng" algn="ctr">
          <a:solidFill>
            <a:schemeClr val="phClr">
              <a:tint val="50000"/>
              <a:shade val="83000"/>
            </a:schemeClr>
          </a:solidFill>
          <a:prstDash val="solid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25400" dir="5400000" algn="ctr" rotWithShape="0">
              <a:srgbClr val="000000">
                <a:alpha val="20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hade val="98000"/>
                <a:satMod val="150000"/>
                <a:lumMod val="102000"/>
              </a:schemeClr>
            </a:gs>
            <a:gs pos="50000">
              <a:schemeClr val="phClr">
                <a:tint val="98000"/>
                <a:shade val="90000"/>
                <a:satMod val="13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/>
  <a:extraClrSchemeLst/>
  <a:extLst>
    <a:ext uri="{05A4C25C-085E-4340-85A3-A5531E510DB2}">
      <thm15:themeFamily xmlns:thm15="http://schemas.microsoft.com/office/thememl/2012/main" name="Feathered" id="{EEC9B30E-2747-4D42-BCBE-A02BDEEEA114}" vid="{AACE42CE-5C67-4514-8A89-3472F564E146}"/>
    </a:ext>
  </a:extLst>
</a:theme>
</file>

<file path=ppt/theme/theme2.xml><?xml version="1.0" encoding="utf-8"?>
<a:theme xmlns:a="http://schemas.openxmlformats.org/drawingml/2006/main" name="Office Theme">
  <a:themeElements>
    <a:clrScheme name="Office">
      <a:dk1>
        <a:sysClr val="windowText" lastClr="000000"/>
      </a:dk1>
      <a:lt1>
        <a:sysClr val="window" lastClr="FFFFFF"/>
      </a:lt1>
      <a:dk2>
        <a:srgbClr val="44546A"/>
      </a:dk2>
      <a:lt2>
        <a:srgbClr val="E7E6E6"/>
      </a:lt2>
      <a:accent1>
        <a:srgbClr val="4472C4"/>
      </a:accent1>
      <a:accent2>
        <a:srgbClr val="ED7D31"/>
      </a:accent2>
      <a:accent3>
        <a:srgbClr val="A5A5A5"/>
      </a:accent3>
      <a:accent4>
        <a:srgbClr val="FFC000"/>
      </a:accent4>
      <a:accent5>
        <a:srgbClr val="5B9BD5"/>
      </a:accent5>
      <a:accent6>
        <a:srgbClr val="70AD47"/>
      </a:accent6>
      <a:hlink>
        <a:srgbClr val="0563C1"/>
      </a:hlink>
      <a:folHlink>
        <a:srgbClr val="954F72"/>
      </a:folHlink>
    </a:clrScheme>
    <a:fontScheme name="Office">
      <a:majorFont>
        <a:latin typeface="Calibri Light" panose="020F0302020204030204"/>
        <a:ea typeface=""/>
        <a:cs typeface=""/>
        <a:font script="Jpan" typeface="游ゴシック Light"/>
        <a:font script="Hang" typeface="맑은 고딕"/>
        <a:font script="Hans" typeface="等线 Light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  <a:font script="Armn" typeface="Arial"/>
        <a:font script="Bugi" typeface="Leelawadee UI"/>
        <a:font script="Bopo" typeface="Microsoft JhengHei"/>
        <a:font script="Java" typeface="Javanese Text"/>
        <a:font script="Lisu" typeface="Segoe UI"/>
        <a:font script="Mymr" typeface="Myanmar Text"/>
        <a:font script="Nkoo" typeface="Ebrima"/>
        <a:font script="Olck" typeface="Nirmala UI"/>
        <a:font script="Osma" typeface="Ebrima"/>
        <a:font script="Phag" typeface="Phagspa"/>
        <a:font script="Syrn" typeface="Estrangelo Edessa"/>
        <a:font script="Syrj" typeface="Estrangelo Edessa"/>
        <a:font script="Syre" typeface="Estrangelo Edessa"/>
        <a:font script="Sora" typeface="Nirmala UI"/>
        <a:font script="Tale" typeface="Microsoft Tai Le"/>
        <a:font script="Talu" typeface="Microsoft New Tai Lue"/>
        <a:font script="Tfng" typeface="Ebrima"/>
      </a:majorFont>
      <a:minorFont>
        <a:latin typeface="Calibri" panose="020F0502020204030204"/>
        <a:ea typeface=""/>
        <a:cs typeface=""/>
        <a:font script="Jpan" typeface="游ゴシック"/>
        <a:font script="Hang" typeface="맑은 고딕"/>
        <a:font script="Hans" typeface="等线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  <a:font script="Armn" typeface="Arial"/>
        <a:font script="Bugi" typeface="Leelawadee UI"/>
        <a:font script="Bopo" typeface="Microsoft JhengHei"/>
        <a:font script="Java" typeface="Javanese Text"/>
        <a:font script="Lisu" typeface="Segoe UI"/>
        <a:font script="Mymr" typeface="Myanmar Text"/>
        <a:font script="Nkoo" typeface="Ebrima"/>
        <a:font script="Olck" typeface="Nirmala UI"/>
        <a:font script="Osma" typeface="Ebrima"/>
        <a:font script="Phag" typeface="Phagspa"/>
        <a:font script="Syrn" typeface="Estrangelo Edessa"/>
        <a:font script="Syrj" typeface="Estrangelo Edessa"/>
        <a:font script="Syre" typeface="Estrangelo Edessa"/>
        <a:font script="Sora" typeface="Nirmala UI"/>
        <a:font script="Tale" typeface="Microsoft Tai Le"/>
        <a:font script="Talu" typeface="Microsoft New Tai Lue"/>
        <a:font script="Tfng" typeface="Ebrima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/>
  <a:extraClrSchemeLst/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docProps/app.xml><?xml version="1.0" encoding="utf-8"?>
<Properties xmlns="http://schemas.openxmlformats.org/officeDocument/2006/extended-properties" xmlns:vt="http://schemas.openxmlformats.org/officeDocument/2006/docPropsVTypes">
  <TotalTime>336</TotalTime>
  <Words>4521</Words>
  <Application>Microsoft Office PowerPoint</Application>
  <PresentationFormat>Widescreen</PresentationFormat>
  <Paragraphs>1247</Paragraphs>
  <Slides>128</Slides>
  <Notes>4</Notes>
  <HiddenSlides>0</HiddenSlides>
  <MMClips>0</MMClips>
  <ScaleCrop>false</ScaleCrop>
  <HeadingPairs>
    <vt:vector size="6" baseType="variant">
      <vt:variant>
        <vt:lpstr>Fonts Used</vt:lpstr>
      </vt:variant>
      <vt:variant>
        <vt:i4>8</vt:i4>
      </vt:variant>
      <vt:variant>
        <vt:lpstr>Theme</vt:lpstr>
      </vt:variant>
      <vt:variant>
        <vt:i4>1</vt:i4>
      </vt:variant>
      <vt:variant>
        <vt:lpstr>Slide Titles</vt:lpstr>
      </vt:variant>
      <vt:variant>
        <vt:i4>128</vt:i4>
      </vt:variant>
    </vt:vector>
  </HeadingPairs>
  <TitlesOfParts>
    <vt:vector size="137" baseType="lpstr">
      <vt:lpstr>Arial</vt:lpstr>
      <vt:lpstr>Calibri</vt:lpstr>
      <vt:lpstr>Century Schoolbook</vt:lpstr>
      <vt:lpstr>Corbel</vt:lpstr>
      <vt:lpstr>MinionPro-It</vt:lpstr>
      <vt:lpstr>MinionPro-Regular</vt:lpstr>
      <vt:lpstr>UbuntuMono-Bold</vt:lpstr>
      <vt:lpstr>UbuntuMono-Regular</vt:lpstr>
      <vt:lpstr>Feathered</vt:lpstr>
      <vt:lpstr>Chapter 6 Transactions</vt:lpstr>
      <vt:lpstr>Content</vt:lpstr>
      <vt:lpstr>Bitcoin is Designed for Transactions</vt:lpstr>
      <vt:lpstr>Transactions are Data Structures</vt:lpstr>
      <vt:lpstr>Spending Concept of Blockchain</vt:lpstr>
      <vt:lpstr>Chapter 6</vt:lpstr>
      <vt:lpstr>Transactions in Detail</vt:lpstr>
      <vt:lpstr>Example Alice’s Case</vt:lpstr>
      <vt:lpstr>PowerPoint Presentation</vt:lpstr>
      <vt:lpstr>Transactions—Behind the Scenes</vt:lpstr>
      <vt:lpstr>PowerPoint Presentation</vt:lpstr>
      <vt:lpstr>Transaction Content</vt:lpstr>
      <vt:lpstr>Transaction Content</vt:lpstr>
      <vt:lpstr>Transaction Outputs &amp; Inputs</vt:lpstr>
      <vt:lpstr>Transaction Outputs &amp; Inputs</vt:lpstr>
      <vt:lpstr>Transaction Outputs &amp; Inputs</vt:lpstr>
      <vt:lpstr>UTXO Set</vt:lpstr>
      <vt:lpstr>Wallet Balance</vt:lpstr>
      <vt:lpstr>Wallet Balance</vt:lpstr>
      <vt:lpstr>Wallet Balance</vt:lpstr>
      <vt:lpstr>Wallet Database</vt:lpstr>
      <vt:lpstr>Transaction Value Bitcoin vs Satoshi</vt:lpstr>
      <vt:lpstr>Indivisible Units of Value</vt:lpstr>
      <vt:lpstr>Change</vt:lpstr>
      <vt:lpstr>Change</vt:lpstr>
      <vt:lpstr>Move of Value</vt:lpstr>
      <vt:lpstr>PowerPoint Presentation</vt:lpstr>
      <vt:lpstr>PowerPoint Presentation</vt:lpstr>
      <vt:lpstr>Coinbase Transaction</vt:lpstr>
      <vt:lpstr>Transaction Outputs</vt:lpstr>
      <vt:lpstr>Transaction Output</vt:lpstr>
      <vt:lpstr>Transaction Output</vt:lpstr>
      <vt:lpstr>PowerPoint Presentation</vt:lpstr>
      <vt:lpstr>Transaction serialization—outputs</vt:lpstr>
      <vt:lpstr>PowerPoint Presentation</vt:lpstr>
      <vt:lpstr>Transaction Storage</vt:lpstr>
      <vt:lpstr>Transaction Storage</vt:lpstr>
      <vt:lpstr>Deserialization</vt:lpstr>
      <vt:lpstr>PowerPoint Presentation</vt:lpstr>
      <vt:lpstr>Transaction Inputs</vt:lpstr>
      <vt:lpstr>Building a Transaction</vt:lpstr>
      <vt:lpstr>Components of an Input</vt:lpstr>
      <vt:lpstr>Components of an Input</vt:lpstr>
      <vt:lpstr>PowerPoint Presentation</vt:lpstr>
      <vt:lpstr>Unlocking Script</vt:lpstr>
      <vt:lpstr>Unlocking Script</vt:lpstr>
      <vt:lpstr>What is Known about UTXO?</vt:lpstr>
      <vt:lpstr>Retrieving UTXO</vt:lpstr>
      <vt:lpstr>Incompleteness of Transactions</vt:lpstr>
      <vt:lpstr>Simple Operations to Multiple Steps</vt:lpstr>
      <vt:lpstr>PowerPoint Presentation</vt:lpstr>
      <vt:lpstr>Transaction serialization—inputs</vt:lpstr>
      <vt:lpstr>Transaction Fees</vt:lpstr>
      <vt:lpstr>Transaction Fees</vt:lpstr>
      <vt:lpstr>Transaction Fees</vt:lpstr>
      <vt:lpstr>Evolution of Fee Policy</vt:lpstr>
      <vt:lpstr>Bitcoin Core Fee Relay Policies</vt:lpstr>
      <vt:lpstr>Dynamic Fees</vt:lpstr>
      <vt:lpstr>Fee Estimation Algorithms</vt:lpstr>
      <vt:lpstr>Fee Estimation Algorithms</vt:lpstr>
      <vt:lpstr>Adding Fees to Transactions</vt:lpstr>
      <vt:lpstr>Adding Fees to Transactions</vt:lpstr>
      <vt:lpstr>Transaction Script &amp; Script Language</vt:lpstr>
      <vt:lpstr>Transaction Scripts and Script Language</vt:lpstr>
      <vt:lpstr>Script Types</vt:lpstr>
      <vt:lpstr>Programmable Money</vt:lpstr>
      <vt:lpstr>Turing Incompleteness</vt:lpstr>
      <vt:lpstr>Turing Incompleteness</vt:lpstr>
      <vt:lpstr>Turing Incompleteness</vt:lpstr>
      <vt:lpstr>Stateless Verification</vt:lpstr>
      <vt:lpstr>Stateless Verification</vt:lpstr>
      <vt:lpstr>Script Construction (Lock + Unlock)</vt:lpstr>
      <vt:lpstr>Script Construction (Lock + Unlock)</vt:lpstr>
      <vt:lpstr>Locking Script: scriptPubKey</vt:lpstr>
      <vt:lpstr>Unlocking Script: scriptSig</vt:lpstr>
      <vt:lpstr>Execution on Bitcoin Nodes</vt:lpstr>
      <vt:lpstr>Validation</vt:lpstr>
      <vt:lpstr>Verification</vt:lpstr>
      <vt:lpstr>PowerPoint Presentation</vt:lpstr>
      <vt:lpstr>Protection of UTXO</vt:lpstr>
      <vt:lpstr>The Script Execution Stack</vt:lpstr>
      <vt:lpstr>The Script Execution Stack</vt:lpstr>
      <vt:lpstr>The Script Operator OP_ADD</vt:lpstr>
      <vt:lpstr>Conditional Operators</vt:lpstr>
      <vt:lpstr>Conditional Operator: OP_EQUAL </vt:lpstr>
      <vt:lpstr>A Simple Script</vt:lpstr>
      <vt:lpstr>Original Execution of Scripts</vt:lpstr>
      <vt:lpstr>2010 Separation of Execution</vt:lpstr>
      <vt:lpstr>Separate Execution of Scripts</vt:lpstr>
      <vt:lpstr>Separate Execution of Scripts</vt:lpstr>
      <vt:lpstr>Separate Execution of Scripts</vt:lpstr>
      <vt:lpstr>Pay-to-Public-Key-Hash (P2PKH)</vt:lpstr>
      <vt:lpstr>Pay-to-Public-Key-Hash (P2PKH)</vt:lpstr>
      <vt:lpstr>Alice’s Payment: Locking Script</vt:lpstr>
      <vt:lpstr>Alice’s Payment: Locking Script</vt:lpstr>
      <vt:lpstr>Alice’s Payment: Locking Script </vt:lpstr>
      <vt:lpstr>Bob’s Spending: Unlocking Script</vt:lpstr>
      <vt:lpstr>Alice’s Payment, Bob’s Spending</vt:lpstr>
      <vt:lpstr>Bob’s Spending: Validation</vt:lpstr>
      <vt:lpstr>Bob’s Spending: Validation</vt:lpstr>
      <vt:lpstr>Alice’s Payment, Bob’s Spending</vt:lpstr>
      <vt:lpstr>Steps of Validation</vt:lpstr>
      <vt:lpstr>PowerPoint Presentation</vt:lpstr>
      <vt:lpstr>PowerPoint Presentation</vt:lpstr>
      <vt:lpstr>Digital Signatures</vt:lpstr>
      <vt:lpstr>Digital Signatures (ECDSA)</vt:lpstr>
      <vt:lpstr>Digital Signature Usage</vt:lpstr>
      <vt:lpstr>Digital Signature Usage</vt:lpstr>
      <vt:lpstr>How Digital Signatures Work</vt:lpstr>
      <vt:lpstr>How Digital Signatures Work</vt:lpstr>
      <vt:lpstr>How Digital Signatures Work</vt:lpstr>
      <vt:lpstr>Creating a Digital Signature</vt:lpstr>
      <vt:lpstr>Serialization of Signatures (DER)</vt:lpstr>
      <vt:lpstr>Alice’s case</vt:lpstr>
      <vt:lpstr>Serialization of Signatures (DER)</vt:lpstr>
      <vt:lpstr>The Serialization Format</vt:lpstr>
      <vt:lpstr>Verifying the Signature</vt:lpstr>
      <vt:lpstr>Verifying the Signature</vt:lpstr>
      <vt:lpstr>Verifying the Signature</vt:lpstr>
      <vt:lpstr>Bitcoin Addresses, Balances, &amp; Other Abstractions</vt:lpstr>
      <vt:lpstr>Constructing the “Final Balance”</vt:lpstr>
      <vt:lpstr>Constructing the “Final Balance”</vt:lpstr>
      <vt:lpstr>Constructing the “Final Balance”</vt:lpstr>
      <vt:lpstr>Constructing the “Final Balance”</vt:lpstr>
      <vt:lpstr>Constructing the “Final Balance”</vt:lpstr>
      <vt:lpstr>PowerPoint Presentation</vt:lpstr>
      <vt:lpstr>Bob’s Balance</vt:lpstr>
      <vt:lpstr>Discussions</vt:lpstr>
    </vt:vector>
  </TitlesOfParts>
  <LinksUpToDate>false</LinksUpToDate>
  <SharedDoc>false</SharedDoc>
  <HyperlinksChanged>false</HyperlinksChanged>
  <AppVersion>16.0000</AppVersion>
</Properties>
</file>

<file path=docProps/core.xml><?xml version="1.0" encoding="utf-8"?>
<cp:coreProperties xmlns:cp="http://schemas.openxmlformats.org/package/2006/metadata/core-properties" xmlns:dc="http://purl.org/dc/elements/1.1/" xmlns:dcterms="http://purl.org/dc/terms/" xmlns:dcmitype="http://purl.org/dc/dcmitype/" xmlns:xsi="http://www.w3.org/2001/XMLSchema-instance">
  <dc:title>Chapter 6 Transactions</dc:title>
  <dc:creator>YUSUF ALTUNEL</dc:creator>
  <cp:lastModifiedBy>Yusuf Altunel</cp:lastModifiedBy>
  <cp:revision>22</cp:revision>
  <dcterms:created xsi:type="dcterms:W3CDTF">2021-04-17T08:36:24Z</dcterms:created>
  <dcterms:modified xsi:type="dcterms:W3CDTF">2022-12-09T09:31:54Z</dcterms:modified>
</cp:coreProperties>
</file>

<file path=docProps/custom.xml><?xml version="1.0" encoding="utf-8"?>
<Properties xmlns="http://schemas.openxmlformats.org/officeDocument/2006/custom-properties" xmlns:vt="http://schemas.openxmlformats.org/officeDocument/2006/docPropsVTypes">
  <property fmtid="{D5CDD505-2E9C-101B-9397-08002B2CF9AE}" pid="2" name="MSIP_Label_c66f6488-6f7b-4340-b880-828136ff7811_Enabled">
    <vt:lpwstr>true</vt:lpwstr>
  </property>
  <property fmtid="{D5CDD505-2E9C-101B-9397-08002B2CF9AE}" pid="3" name="MSIP_Label_c66f6488-6f7b-4340-b880-828136ff7811_SetDate">
    <vt:lpwstr>2021-04-17T08:36:48Z</vt:lpwstr>
  </property>
  <property fmtid="{D5CDD505-2E9C-101B-9397-08002B2CF9AE}" pid="4" name="MSIP_Label_c66f6488-6f7b-4340-b880-828136ff7811_Method">
    <vt:lpwstr>Privileged</vt:lpwstr>
  </property>
  <property fmtid="{D5CDD505-2E9C-101B-9397-08002B2CF9AE}" pid="5" name="MSIP_Label_c66f6488-6f7b-4340-b880-828136ff7811_Name">
    <vt:lpwstr>c66f6488-6f7b-4340-b880-828136ff7811</vt:lpwstr>
  </property>
  <property fmtid="{D5CDD505-2E9C-101B-9397-08002B2CF9AE}" pid="6" name="MSIP_Label_c66f6488-6f7b-4340-b880-828136ff7811_SiteId">
    <vt:lpwstr>832c1bc9-1e43-4f93-a086-708d36b0c95d</vt:lpwstr>
  </property>
  <property fmtid="{D5CDD505-2E9C-101B-9397-08002B2CF9AE}" pid="7" name="MSIP_Label_c66f6488-6f7b-4340-b880-828136ff7811_ActionId">
    <vt:lpwstr>53737a66-c155-4060-b56e-05e6abf2c3fc</vt:lpwstr>
  </property>
  <property fmtid="{D5CDD505-2E9C-101B-9397-08002B2CF9AE}" pid="8" name="MSIP_Label_c66f6488-6f7b-4340-b880-828136ff7811_ContentBits">
    <vt:lpwstr>0</vt:lpwstr>
  </property>
</Properties>
</file>